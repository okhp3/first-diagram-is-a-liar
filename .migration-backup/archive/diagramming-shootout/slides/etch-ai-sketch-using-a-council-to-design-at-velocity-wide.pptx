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tags/tag15.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1"/>
    <p:sldMasterId id="2147483808" r:id="rId2"/>
  </p:sldMasterIdLst>
  <p:notesMasterIdLst>
    <p:notesMasterId r:id="rId21"/>
  </p:notesMasterIdLst>
  <p:handoutMasterIdLst>
    <p:handoutMasterId r:id="rId22"/>
  </p:handoutMasterIdLst>
  <p:sldIdLst>
    <p:sldId id="340" r:id="rId3"/>
    <p:sldId id="320" r:id="rId4"/>
    <p:sldId id="321" r:id="rId5"/>
    <p:sldId id="322" r:id="rId6"/>
    <p:sldId id="323" r:id="rId7"/>
    <p:sldId id="324" r:id="rId8"/>
    <p:sldId id="325" r:id="rId9"/>
    <p:sldId id="337" r:id="rId10"/>
    <p:sldId id="326" r:id="rId11"/>
    <p:sldId id="327" r:id="rId12"/>
    <p:sldId id="328" r:id="rId13"/>
    <p:sldId id="329" r:id="rId14"/>
    <p:sldId id="330" r:id="rId15"/>
    <p:sldId id="331" r:id="rId16"/>
    <p:sldId id="332" r:id="rId17"/>
    <p:sldId id="333" r:id="rId18"/>
    <p:sldId id="338" r:id="rId19"/>
    <p:sldId id="33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392B"/>
    <a:srgbClr val="D4A843"/>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369631-3BAF-40BF-8AC6-B1A5D4A82E90}" v="7" dt="2026-04-17T16:42:49.5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69" autoAdjust="0"/>
    <p:restoredTop sz="66963" autoAdjust="0"/>
  </p:normalViewPr>
  <p:slideViewPr>
    <p:cSldViewPr snapToGrid="0">
      <p:cViewPr varScale="1">
        <p:scale>
          <a:sx n="69" d="100"/>
          <a:sy n="69" d="100"/>
        </p:scale>
        <p:origin x="1934" y="25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92" d="100"/>
          <a:sy n="92" d="100"/>
        </p:scale>
        <p:origin x="5054"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ie Hill" userId="5aba4b5e0decccc8" providerId="LiveId" clId="{E075ABB9-C6F2-41A4-AA30-BF9BA63F9536}"/>
    <pc:docChg chg="custSel addSld delSld modSld sldOrd addMainMaster delMainMaster">
      <pc:chgData name="Jamie Hill" userId="5aba4b5e0decccc8" providerId="LiveId" clId="{E075ABB9-C6F2-41A4-AA30-BF9BA63F9536}" dt="2026-03-22T06:12:25.675" v="323"/>
      <pc:docMkLst>
        <pc:docMk/>
      </pc:docMkLst>
      <pc:sldChg chg="modSp mod setBg">
        <pc:chgData name="Jamie Hill" userId="5aba4b5e0decccc8" providerId="LiveId" clId="{E075ABB9-C6F2-41A4-AA30-BF9BA63F9536}" dt="2026-03-22T06:12:05.086" v="240"/>
        <pc:sldMkLst>
          <pc:docMk/>
          <pc:sldMk cId="645196684" sldId="320"/>
        </pc:sldMkLst>
        <pc:spChg chg="mod">
          <ac:chgData name="Jamie Hill" userId="5aba4b5e0decccc8" providerId="LiveId" clId="{E075ABB9-C6F2-41A4-AA30-BF9BA63F9536}" dt="2026-03-22T06:12:05.086" v="239"/>
          <ac:spMkLst>
            <pc:docMk/>
            <pc:sldMk cId="645196684" sldId="320"/>
            <ac:spMk id="20" creationId="{7B5BE619-2AE4-4284-9753-8DAF0375EF02}"/>
          </ac:spMkLst>
        </pc:spChg>
        <pc:spChg chg="mod">
          <ac:chgData name="Jamie Hill" userId="5aba4b5e0decccc8" providerId="LiveId" clId="{E075ABB9-C6F2-41A4-AA30-BF9BA63F9536}" dt="2026-03-22T06:12:05.086" v="240"/>
          <ac:spMkLst>
            <pc:docMk/>
            <pc:sldMk cId="645196684" sldId="320"/>
            <ac:spMk id="22" creationId="{C8C42A57-D25C-4E0D-8BC9-DB18735B2540}"/>
          </ac:spMkLst>
        </pc:spChg>
        <pc:spChg chg="mod">
          <ac:chgData name="Jamie Hill" userId="5aba4b5e0decccc8" providerId="LiveId" clId="{E075ABB9-C6F2-41A4-AA30-BF9BA63F9536}" dt="2026-03-22T06:12:05.085" v="238"/>
          <ac:spMkLst>
            <pc:docMk/>
            <pc:sldMk cId="645196684" sldId="320"/>
            <ac:spMk id="46" creationId="{52ABB703-2B0E-4C3B-B4A2-F3973548E561}"/>
          </ac:spMkLst>
        </pc:spChg>
        <pc:cxnChg chg="mod">
          <ac:chgData name="Jamie Hill" userId="5aba4b5e0decccc8" providerId="LiveId" clId="{E075ABB9-C6F2-41A4-AA30-BF9BA63F9536}" dt="2026-03-22T05:49:21.266" v="197"/>
          <ac:cxnSpMkLst>
            <pc:docMk/>
            <pc:sldMk cId="645196684" sldId="320"/>
            <ac:cxnSpMk id="47" creationId="{9C21570E-E159-49A6-9891-FA397B7A92D3}"/>
          </ac:cxnSpMkLst>
        </pc:cxnChg>
      </pc:sldChg>
      <pc:sldChg chg="modSp mod setBg">
        <pc:chgData name="Jamie Hill" userId="5aba4b5e0decccc8" providerId="LiveId" clId="{E075ABB9-C6F2-41A4-AA30-BF9BA63F9536}" dt="2026-03-22T06:12:05.117" v="247"/>
        <pc:sldMkLst>
          <pc:docMk/>
          <pc:sldMk cId="3302593536" sldId="321"/>
        </pc:sldMkLst>
        <pc:spChg chg="mod">
          <ac:chgData name="Jamie Hill" userId="5aba4b5e0decccc8" providerId="LiveId" clId="{E075ABB9-C6F2-41A4-AA30-BF9BA63F9536}" dt="2026-03-22T06:12:05.117" v="246"/>
          <ac:spMkLst>
            <pc:docMk/>
            <pc:sldMk cId="3302593536" sldId="321"/>
            <ac:spMk id="11" creationId="{02BC5A9B-E547-45B6-9D67-BBE5D6BFD472}"/>
          </ac:spMkLst>
        </pc:spChg>
        <pc:spChg chg="mod">
          <ac:chgData name="Jamie Hill" userId="5aba4b5e0decccc8" providerId="LiveId" clId="{E075ABB9-C6F2-41A4-AA30-BF9BA63F9536}" dt="2026-03-22T06:12:05.117" v="247"/>
          <ac:spMkLst>
            <pc:docMk/>
            <pc:sldMk cId="3302593536" sldId="321"/>
            <ac:spMk id="24" creationId="{758DC866-6DE8-47B4-B8F6-D9A37752973F}"/>
          </ac:spMkLst>
        </pc:spChg>
        <pc:spChg chg="mod">
          <ac:chgData name="Jamie Hill" userId="5aba4b5e0decccc8" providerId="LiveId" clId="{E075ABB9-C6F2-41A4-AA30-BF9BA63F9536}" dt="2026-03-22T06:12:05.115" v="242"/>
          <ac:spMkLst>
            <pc:docMk/>
            <pc:sldMk cId="3302593536" sldId="321"/>
            <ac:spMk id="33" creationId="{44CC594A-A820-450F-B363-C19201FCFEC6}"/>
          </ac:spMkLst>
        </pc:spChg>
        <pc:spChg chg="mod">
          <ac:chgData name="Jamie Hill" userId="5aba4b5e0decccc8" providerId="LiveId" clId="{E075ABB9-C6F2-41A4-AA30-BF9BA63F9536}" dt="2026-03-22T06:12:05.116" v="244"/>
          <ac:spMkLst>
            <pc:docMk/>
            <pc:sldMk cId="3302593536" sldId="321"/>
            <ac:spMk id="35" creationId="{59FAB3DA-E9ED-4574-ABCC-378BC0FF1BBC}"/>
          </ac:spMkLst>
        </pc:spChg>
        <pc:spChg chg="mod">
          <ac:chgData name="Jamie Hill" userId="5aba4b5e0decccc8" providerId="LiveId" clId="{E075ABB9-C6F2-41A4-AA30-BF9BA63F9536}" dt="2026-03-22T06:12:05.117" v="245"/>
          <ac:spMkLst>
            <pc:docMk/>
            <pc:sldMk cId="3302593536" sldId="321"/>
            <ac:spMk id="37" creationId="{53B8D6B0-55D6-48DC-86D8-FD95D5F118AB}"/>
          </ac:spMkLst>
        </pc:spChg>
      </pc:sldChg>
      <pc:sldChg chg="modSp mod setBg">
        <pc:chgData name="Jamie Hill" userId="5aba4b5e0decccc8" providerId="LiveId" clId="{E075ABB9-C6F2-41A4-AA30-BF9BA63F9536}" dt="2026-03-22T06:12:05.129" v="251"/>
        <pc:sldMkLst>
          <pc:docMk/>
          <pc:sldMk cId="2642732368" sldId="322"/>
        </pc:sldMkLst>
        <pc:spChg chg="mod">
          <ac:chgData name="Jamie Hill" userId="5aba4b5e0decccc8" providerId="LiveId" clId="{E075ABB9-C6F2-41A4-AA30-BF9BA63F9536}" dt="2026-03-22T06:12:05.129" v="250"/>
          <ac:spMkLst>
            <pc:docMk/>
            <pc:sldMk cId="2642732368" sldId="322"/>
            <ac:spMk id="11" creationId="{F0BA5202-8DA3-4445-8F84-D055F621AF65}"/>
          </ac:spMkLst>
        </pc:spChg>
        <pc:spChg chg="mod">
          <ac:chgData name="Jamie Hill" userId="5aba4b5e0decccc8" providerId="LiveId" clId="{E075ABB9-C6F2-41A4-AA30-BF9BA63F9536}" dt="2026-03-22T06:12:05.129" v="251"/>
          <ac:spMkLst>
            <pc:docMk/>
            <pc:sldMk cId="2642732368" sldId="322"/>
            <ac:spMk id="24" creationId="{9C09C783-A546-4D25-8DA6-63629F165EEC}"/>
          </ac:spMkLst>
        </pc:spChg>
        <pc:spChg chg="mod">
          <ac:chgData name="Jamie Hill" userId="5aba4b5e0decccc8" providerId="LiveId" clId="{E075ABB9-C6F2-41A4-AA30-BF9BA63F9536}" dt="2026-03-22T06:12:05.128" v="249"/>
          <ac:spMkLst>
            <pc:docMk/>
            <pc:sldMk cId="2642732368" sldId="322"/>
            <ac:spMk id="48" creationId="{284B70D5-875B-433D-BDBD-1522A85D6C1D}"/>
          </ac:spMkLst>
        </pc:spChg>
        <pc:cxnChg chg="mod">
          <ac:chgData name="Jamie Hill" userId="5aba4b5e0decccc8" providerId="LiveId" clId="{E075ABB9-C6F2-41A4-AA30-BF9BA63F9536}" dt="2026-03-22T05:49:21.296" v="198"/>
          <ac:cxnSpMkLst>
            <pc:docMk/>
            <pc:sldMk cId="2642732368" sldId="322"/>
            <ac:cxnSpMk id="39" creationId="{C947DF4A-614C-4B4C-8B80-E5B9D8E8CFED}"/>
          </ac:cxnSpMkLst>
        </pc:cxnChg>
      </pc:sldChg>
      <pc:sldChg chg="modSp mod setBg">
        <pc:chgData name="Jamie Hill" userId="5aba4b5e0decccc8" providerId="LiveId" clId="{E075ABB9-C6F2-41A4-AA30-BF9BA63F9536}" dt="2026-03-22T06:12:05.141" v="258"/>
        <pc:sldMkLst>
          <pc:docMk/>
          <pc:sldMk cId="4064550803" sldId="323"/>
        </pc:sldMkLst>
        <pc:spChg chg="mod">
          <ac:chgData name="Jamie Hill" userId="5aba4b5e0decccc8" providerId="LiveId" clId="{E075ABB9-C6F2-41A4-AA30-BF9BA63F9536}" dt="2026-03-22T06:12:05.140" v="257"/>
          <ac:spMkLst>
            <pc:docMk/>
            <pc:sldMk cId="4064550803" sldId="323"/>
            <ac:spMk id="11" creationId="{70DFBDC8-FF80-4316-82EE-71F8E83FB5AA}"/>
          </ac:spMkLst>
        </pc:spChg>
        <pc:spChg chg="mod">
          <ac:chgData name="Jamie Hill" userId="5aba4b5e0decccc8" providerId="LiveId" clId="{E075ABB9-C6F2-41A4-AA30-BF9BA63F9536}" dt="2026-03-22T06:12:05.141" v="258"/>
          <ac:spMkLst>
            <pc:docMk/>
            <pc:sldMk cId="4064550803" sldId="323"/>
            <ac:spMk id="24" creationId="{F7778F3B-20F7-4278-AEA7-4E60436788BE}"/>
          </ac:spMkLst>
        </pc:spChg>
        <pc:spChg chg="mod">
          <ac:chgData name="Jamie Hill" userId="5aba4b5e0decccc8" providerId="LiveId" clId="{E075ABB9-C6F2-41A4-AA30-BF9BA63F9536}" dt="2026-03-22T06:12:05.138" v="253"/>
          <ac:spMkLst>
            <pc:docMk/>
            <pc:sldMk cId="4064550803" sldId="323"/>
            <ac:spMk id="33" creationId="{44CC594A-A820-450F-B363-C19201FCFEC6}"/>
          </ac:spMkLst>
        </pc:spChg>
        <pc:spChg chg="mod">
          <ac:chgData name="Jamie Hill" userId="5aba4b5e0decccc8" providerId="LiveId" clId="{E075ABB9-C6F2-41A4-AA30-BF9BA63F9536}" dt="2026-03-22T06:12:05.139" v="255"/>
          <ac:spMkLst>
            <pc:docMk/>
            <pc:sldMk cId="4064550803" sldId="323"/>
            <ac:spMk id="35" creationId="{59FAB3DA-E9ED-4574-ABCC-378BC0FF1BBC}"/>
          </ac:spMkLst>
        </pc:spChg>
        <pc:spChg chg="mod">
          <ac:chgData name="Jamie Hill" userId="5aba4b5e0decccc8" providerId="LiveId" clId="{E075ABB9-C6F2-41A4-AA30-BF9BA63F9536}" dt="2026-03-22T06:12:05.140" v="256"/>
          <ac:spMkLst>
            <pc:docMk/>
            <pc:sldMk cId="4064550803" sldId="323"/>
            <ac:spMk id="37" creationId="{53B8D6B0-55D6-48DC-86D8-FD95D5F118AB}"/>
          </ac:spMkLst>
        </pc:spChg>
      </pc:sldChg>
      <pc:sldChg chg="modSp mod setBg">
        <pc:chgData name="Jamie Hill" userId="5aba4b5e0decccc8" providerId="LiveId" clId="{E075ABB9-C6F2-41A4-AA30-BF9BA63F9536}" dt="2026-03-22T06:12:05.157" v="262"/>
        <pc:sldMkLst>
          <pc:docMk/>
          <pc:sldMk cId="3563802592" sldId="324"/>
        </pc:sldMkLst>
        <pc:spChg chg="mod">
          <ac:chgData name="Jamie Hill" userId="5aba4b5e0decccc8" providerId="LiveId" clId="{E075ABB9-C6F2-41A4-AA30-BF9BA63F9536}" dt="2026-03-22T06:12:05.156" v="261"/>
          <ac:spMkLst>
            <pc:docMk/>
            <pc:sldMk cId="3563802592" sldId="324"/>
            <ac:spMk id="11" creationId="{963406B3-56B0-43F5-9D02-0D9DD9474F1F}"/>
          </ac:spMkLst>
        </pc:spChg>
        <pc:spChg chg="mod">
          <ac:chgData name="Jamie Hill" userId="5aba4b5e0decccc8" providerId="LiveId" clId="{E075ABB9-C6F2-41A4-AA30-BF9BA63F9536}" dt="2026-03-22T06:12:05.157" v="262"/>
          <ac:spMkLst>
            <pc:docMk/>
            <pc:sldMk cId="3563802592" sldId="324"/>
            <ac:spMk id="24" creationId="{6E9AE3C2-52CC-4331-85DE-C9D484A02544}"/>
          </ac:spMkLst>
        </pc:spChg>
        <pc:spChg chg="mod">
          <ac:chgData name="Jamie Hill" userId="5aba4b5e0decccc8" providerId="LiveId" clId="{E075ABB9-C6F2-41A4-AA30-BF9BA63F9536}" dt="2026-03-22T06:12:05.156" v="260"/>
          <ac:spMkLst>
            <pc:docMk/>
            <pc:sldMk cId="3563802592" sldId="324"/>
            <ac:spMk id="48" creationId="{284B70D5-875B-433D-BDBD-1522A85D6C1D}"/>
          </ac:spMkLst>
        </pc:spChg>
        <pc:cxnChg chg="mod">
          <ac:chgData name="Jamie Hill" userId="5aba4b5e0decccc8" providerId="LiveId" clId="{E075ABB9-C6F2-41A4-AA30-BF9BA63F9536}" dt="2026-03-22T05:49:21.307" v="199"/>
          <ac:cxnSpMkLst>
            <pc:docMk/>
            <pc:sldMk cId="3563802592" sldId="324"/>
            <ac:cxnSpMk id="39" creationId="{C947DF4A-614C-4B4C-8B80-E5B9D8E8CFED}"/>
          </ac:cxnSpMkLst>
        </pc:cxnChg>
      </pc:sldChg>
      <pc:sldChg chg="modSp mod setBg">
        <pc:chgData name="Jamie Hill" userId="5aba4b5e0decccc8" providerId="LiveId" clId="{E075ABB9-C6F2-41A4-AA30-BF9BA63F9536}" dt="2026-03-22T06:12:05.171" v="269"/>
        <pc:sldMkLst>
          <pc:docMk/>
          <pc:sldMk cId="672995410" sldId="325"/>
        </pc:sldMkLst>
        <pc:spChg chg="mod">
          <ac:chgData name="Jamie Hill" userId="5aba4b5e0decccc8" providerId="LiveId" clId="{E075ABB9-C6F2-41A4-AA30-BF9BA63F9536}" dt="2026-03-22T06:12:05.171" v="268"/>
          <ac:spMkLst>
            <pc:docMk/>
            <pc:sldMk cId="672995410" sldId="325"/>
            <ac:spMk id="11" creationId="{C27F614A-6DE8-4F3D-9A2E-AA27737BE8CE}"/>
          </ac:spMkLst>
        </pc:spChg>
        <pc:spChg chg="mod">
          <ac:chgData name="Jamie Hill" userId="5aba4b5e0decccc8" providerId="LiveId" clId="{E075ABB9-C6F2-41A4-AA30-BF9BA63F9536}" dt="2026-03-22T06:12:05.171" v="269"/>
          <ac:spMkLst>
            <pc:docMk/>
            <pc:sldMk cId="672995410" sldId="325"/>
            <ac:spMk id="24" creationId="{C37C58CB-A5F5-4CE5-924B-1155BD54F41C}"/>
          </ac:spMkLst>
        </pc:spChg>
        <pc:spChg chg="mod">
          <ac:chgData name="Jamie Hill" userId="5aba4b5e0decccc8" providerId="LiveId" clId="{E075ABB9-C6F2-41A4-AA30-BF9BA63F9536}" dt="2026-03-22T06:12:05.167" v="264"/>
          <ac:spMkLst>
            <pc:docMk/>
            <pc:sldMk cId="672995410" sldId="325"/>
            <ac:spMk id="33" creationId="{44CC594A-A820-450F-B363-C19201FCFEC6}"/>
          </ac:spMkLst>
        </pc:spChg>
        <pc:spChg chg="mod">
          <ac:chgData name="Jamie Hill" userId="5aba4b5e0decccc8" providerId="LiveId" clId="{E075ABB9-C6F2-41A4-AA30-BF9BA63F9536}" dt="2026-03-22T06:12:05.168" v="266"/>
          <ac:spMkLst>
            <pc:docMk/>
            <pc:sldMk cId="672995410" sldId="325"/>
            <ac:spMk id="35" creationId="{59FAB3DA-E9ED-4574-ABCC-378BC0FF1BBC}"/>
          </ac:spMkLst>
        </pc:spChg>
        <pc:spChg chg="mod">
          <ac:chgData name="Jamie Hill" userId="5aba4b5e0decccc8" providerId="LiveId" clId="{E075ABB9-C6F2-41A4-AA30-BF9BA63F9536}" dt="2026-03-22T06:12:05.170" v="267"/>
          <ac:spMkLst>
            <pc:docMk/>
            <pc:sldMk cId="672995410" sldId="325"/>
            <ac:spMk id="37" creationId="{53B8D6B0-55D6-48DC-86D8-FD95D5F118AB}"/>
          </ac:spMkLst>
        </pc:spChg>
      </pc:sldChg>
      <pc:sldChg chg="modSp mod setBg">
        <pc:chgData name="Jamie Hill" userId="5aba4b5e0decccc8" providerId="LiveId" clId="{E075ABB9-C6F2-41A4-AA30-BF9BA63F9536}" dt="2026-03-22T06:12:25.659" v="321"/>
        <pc:sldMkLst>
          <pc:docMk/>
          <pc:sldMk cId="971955669" sldId="326"/>
        </pc:sldMkLst>
        <pc:spChg chg="mod">
          <ac:chgData name="Jamie Hill" userId="5aba4b5e0decccc8" providerId="LiveId" clId="{E075ABB9-C6F2-41A4-AA30-BF9BA63F9536}" dt="2026-03-22T05:49:12.647" v="190"/>
          <ac:spMkLst>
            <pc:docMk/>
            <pc:sldMk cId="971955669" sldId="326"/>
            <ac:spMk id="5" creationId="{BAF1B8BD-D69C-4B87-9719-B77AC0967D7A}"/>
          </ac:spMkLst>
        </pc:spChg>
        <pc:spChg chg="mod">
          <ac:chgData name="Jamie Hill" userId="5aba4b5e0decccc8" providerId="LiveId" clId="{E075ABB9-C6F2-41A4-AA30-BF9BA63F9536}" dt="2026-03-22T06:12:25.659" v="321"/>
          <ac:spMkLst>
            <pc:docMk/>
            <pc:sldMk cId="971955669" sldId="326"/>
            <ac:spMk id="6" creationId="{2716D59D-24EF-479B-AAFE-B2649CB67DCB}"/>
          </ac:spMkLst>
        </pc:spChg>
        <pc:spChg chg="mod">
          <ac:chgData name="Jamie Hill" userId="5aba4b5e0decccc8" providerId="LiveId" clId="{E075ABB9-C6F2-41A4-AA30-BF9BA63F9536}" dt="2026-03-22T05:49:34.911" v="216"/>
          <ac:spMkLst>
            <pc:docMk/>
            <pc:sldMk cId="971955669" sldId="326"/>
            <ac:spMk id="7" creationId="{05A84D2A-4E06-4993-8799-74A7EB9B5C1E}"/>
          </ac:spMkLst>
        </pc:spChg>
      </pc:sldChg>
      <pc:sldChg chg="modSp mod setBg">
        <pc:chgData name="Jamie Hill" userId="5aba4b5e0decccc8" providerId="LiveId" clId="{E075ABB9-C6F2-41A4-AA30-BF9BA63F9536}" dt="2026-03-22T06:12:15.798" v="277"/>
        <pc:sldMkLst>
          <pc:docMk/>
          <pc:sldMk cId="1845826987" sldId="327"/>
        </pc:sldMkLst>
        <pc:spChg chg="mod">
          <ac:chgData name="Jamie Hill" userId="5aba4b5e0decccc8" providerId="LiveId" clId="{E075ABB9-C6F2-41A4-AA30-BF9BA63F9536}" dt="2026-03-22T06:12:15.797" v="276"/>
          <ac:spMkLst>
            <pc:docMk/>
            <pc:sldMk cId="1845826987" sldId="327"/>
            <ac:spMk id="11" creationId="{B88344F7-DEC9-48D1-9569-3FE51830241F}"/>
          </ac:spMkLst>
        </pc:spChg>
        <pc:spChg chg="mod">
          <ac:chgData name="Jamie Hill" userId="5aba4b5e0decccc8" providerId="LiveId" clId="{E075ABB9-C6F2-41A4-AA30-BF9BA63F9536}" dt="2026-03-22T06:12:15.798" v="277"/>
          <ac:spMkLst>
            <pc:docMk/>
            <pc:sldMk cId="1845826987" sldId="327"/>
            <ac:spMk id="30" creationId="{DEC07787-15E4-449E-A6E4-2D5497CC9674}"/>
          </ac:spMkLst>
        </pc:spChg>
        <pc:spChg chg="mod">
          <ac:chgData name="Jamie Hill" userId="5aba4b5e0decccc8" providerId="LiveId" clId="{E075ABB9-C6F2-41A4-AA30-BF9BA63F9536}" dt="2026-03-22T06:12:15.794" v="275"/>
          <ac:spMkLst>
            <pc:docMk/>
            <pc:sldMk cId="1845826987" sldId="327"/>
            <ac:spMk id="55" creationId="{284B70D5-875B-433D-BDBD-1522A85D6C1D}"/>
          </ac:spMkLst>
        </pc:spChg>
        <pc:cxnChg chg="mod">
          <ac:chgData name="Jamie Hill" userId="5aba4b5e0decccc8" providerId="LiveId" clId="{E075ABB9-C6F2-41A4-AA30-BF9BA63F9536}" dt="2026-03-22T05:49:21.325" v="201"/>
          <ac:cxnSpMkLst>
            <pc:docMk/>
            <pc:sldMk cId="1845826987" sldId="327"/>
            <ac:cxnSpMk id="57" creationId="{C947DF4A-614C-4B4C-8B80-E5B9D8E8CFED}"/>
          </ac:cxnSpMkLst>
        </pc:cxnChg>
      </pc:sldChg>
      <pc:sldChg chg="modSp mod setBg">
        <pc:chgData name="Jamie Hill" userId="5aba4b5e0decccc8" providerId="LiveId" clId="{E075ABB9-C6F2-41A4-AA30-BF9BA63F9536}" dt="2026-03-22T06:12:15.846" v="284"/>
        <pc:sldMkLst>
          <pc:docMk/>
          <pc:sldMk cId="844874480" sldId="328"/>
        </pc:sldMkLst>
        <pc:spChg chg="mod">
          <ac:chgData name="Jamie Hill" userId="5aba4b5e0decccc8" providerId="LiveId" clId="{E075ABB9-C6F2-41A4-AA30-BF9BA63F9536}" dt="2026-03-22T06:12:15.846" v="283"/>
          <ac:spMkLst>
            <pc:docMk/>
            <pc:sldMk cId="844874480" sldId="328"/>
            <ac:spMk id="11" creationId="{45226EF3-6FC0-4482-AD15-E49FAA1356D8}"/>
          </ac:spMkLst>
        </pc:spChg>
        <pc:spChg chg="mod">
          <ac:chgData name="Jamie Hill" userId="5aba4b5e0decccc8" providerId="LiveId" clId="{E075ABB9-C6F2-41A4-AA30-BF9BA63F9536}" dt="2026-03-22T06:12:15.837" v="279"/>
          <ac:spMkLst>
            <pc:docMk/>
            <pc:sldMk cId="844874480" sldId="328"/>
            <ac:spMk id="16" creationId="{44CC594A-A820-450F-B363-C19201FCFEC6}"/>
          </ac:spMkLst>
        </pc:spChg>
        <pc:spChg chg="mod">
          <ac:chgData name="Jamie Hill" userId="5aba4b5e0decccc8" providerId="LiveId" clId="{E075ABB9-C6F2-41A4-AA30-BF9BA63F9536}" dt="2026-03-22T06:12:15.839" v="281"/>
          <ac:spMkLst>
            <pc:docMk/>
            <pc:sldMk cId="844874480" sldId="328"/>
            <ac:spMk id="18" creationId="{59FAB3DA-E9ED-4574-ABCC-378BC0FF1BBC}"/>
          </ac:spMkLst>
        </pc:spChg>
        <pc:spChg chg="mod">
          <ac:chgData name="Jamie Hill" userId="5aba4b5e0decccc8" providerId="LiveId" clId="{E075ABB9-C6F2-41A4-AA30-BF9BA63F9536}" dt="2026-03-22T06:12:15.843" v="282"/>
          <ac:spMkLst>
            <pc:docMk/>
            <pc:sldMk cId="844874480" sldId="328"/>
            <ac:spMk id="20" creationId="{53B8D6B0-55D6-48DC-86D8-FD95D5F118AB}"/>
          </ac:spMkLst>
        </pc:spChg>
        <pc:spChg chg="mod">
          <ac:chgData name="Jamie Hill" userId="5aba4b5e0decccc8" providerId="LiveId" clId="{E075ABB9-C6F2-41A4-AA30-BF9BA63F9536}" dt="2026-03-22T06:12:15.846" v="284"/>
          <ac:spMkLst>
            <pc:docMk/>
            <pc:sldMk cId="844874480" sldId="328"/>
            <ac:spMk id="22" creationId="{91FD7365-B0D4-44AF-8406-71F39CC2D341}"/>
          </ac:spMkLst>
        </pc:spChg>
      </pc:sldChg>
      <pc:sldChg chg="modSp mod setBg">
        <pc:chgData name="Jamie Hill" userId="5aba4b5e0decccc8" providerId="LiveId" clId="{E075ABB9-C6F2-41A4-AA30-BF9BA63F9536}" dt="2026-03-22T06:12:15.861" v="288"/>
        <pc:sldMkLst>
          <pc:docMk/>
          <pc:sldMk cId="3948590238" sldId="329"/>
        </pc:sldMkLst>
        <pc:spChg chg="mod">
          <ac:chgData name="Jamie Hill" userId="5aba4b5e0decccc8" providerId="LiveId" clId="{E075ABB9-C6F2-41A4-AA30-BF9BA63F9536}" dt="2026-03-22T06:12:15.860" v="287"/>
          <ac:spMkLst>
            <pc:docMk/>
            <pc:sldMk cId="3948590238" sldId="329"/>
            <ac:spMk id="11" creationId="{E0020274-2AC5-4F14-8682-91B71887097F}"/>
          </ac:spMkLst>
        </pc:spChg>
        <pc:spChg chg="mod">
          <ac:chgData name="Jamie Hill" userId="5aba4b5e0decccc8" providerId="LiveId" clId="{E075ABB9-C6F2-41A4-AA30-BF9BA63F9536}" dt="2026-03-22T06:12:15.861" v="288"/>
          <ac:spMkLst>
            <pc:docMk/>
            <pc:sldMk cId="3948590238" sldId="329"/>
            <ac:spMk id="22" creationId="{0A7A0B7C-4283-49B3-941D-04E0044D1A0A}"/>
          </ac:spMkLst>
        </pc:spChg>
        <pc:spChg chg="mod">
          <ac:chgData name="Jamie Hill" userId="5aba4b5e0decccc8" providerId="LiveId" clId="{E075ABB9-C6F2-41A4-AA30-BF9BA63F9536}" dt="2026-03-22T06:12:15.859" v="286"/>
          <ac:spMkLst>
            <pc:docMk/>
            <pc:sldMk cId="3948590238" sldId="329"/>
            <ac:spMk id="31" creationId="{284B70D5-875B-433D-BDBD-1522A85D6C1D}"/>
          </ac:spMkLst>
        </pc:spChg>
        <pc:cxnChg chg="mod">
          <ac:chgData name="Jamie Hill" userId="5aba4b5e0decccc8" providerId="LiveId" clId="{E075ABB9-C6F2-41A4-AA30-BF9BA63F9536}" dt="2026-03-22T05:49:21.332" v="202"/>
          <ac:cxnSpMkLst>
            <pc:docMk/>
            <pc:sldMk cId="3948590238" sldId="329"/>
            <ac:cxnSpMk id="33" creationId="{C947DF4A-614C-4B4C-8B80-E5B9D8E8CFED}"/>
          </ac:cxnSpMkLst>
        </pc:cxnChg>
      </pc:sldChg>
      <pc:sldChg chg="modSp mod setBg">
        <pc:chgData name="Jamie Hill" userId="5aba4b5e0decccc8" providerId="LiveId" clId="{E075ABB9-C6F2-41A4-AA30-BF9BA63F9536}" dt="2026-03-22T06:12:15.873" v="295"/>
        <pc:sldMkLst>
          <pc:docMk/>
          <pc:sldMk cId="1701815985" sldId="330"/>
        </pc:sldMkLst>
        <pc:spChg chg="mod">
          <ac:chgData name="Jamie Hill" userId="5aba4b5e0decccc8" providerId="LiveId" clId="{E075ABB9-C6F2-41A4-AA30-BF9BA63F9536}" dt="2026-03-22T06:12:15.872" v="294"/>
          <ac:spMkLst>
            <pc:docMk/>
            <pc:sldMk cId="1701815985" sldId="330"/>
            <ac:spMk id="11" creationId="{ABF60E7E-0F46-4551-A79C-90552C352F41}"/>
          </ac:spMkLst>
        </pc:spChg>
        <pc:spChg chg="mod">
          <ac:chgData name="Jamie Hill" userId="5aba4b5e0decccc8" providerId="LiveId" clId="{E075ABB9-C6F2-41A4-AA30-BF9BA63F9536}" dt="2026-03-22T06:12:15.873" v="295"/>
          <ac:spMkLst>
            <pc:docMk/>
            <pc:sldMk cId="1701815985" sldId="330"/>
            <ac:spMk id="22" creationId="{CAF28416-1852-4FE4-BCFA-533CC8289DE4}"/>
          </ac:spMkLst>
        </pc:spChg>
        <pc:spChg chg="mod">
          <ac:chgData name="Jamie Hill" userId="5aba4b5e0decccc8" providerId="LiveId" clId="{E075ABB9-C6F2-41A4-AA30-BF9BA63F9536}" dt="2026-03-22T06:12:15.871" v="292"/>
          <ac:spMkLst>
            <pc:docMk/>
            <pc:sldMk cId="1701815985" sldId="330"/>
            <ac:spMk id="39" creationId="{59FAB3DA-E9ED-4574-ABCC-378BC0FF1BBC}"/>
          </ac:spMkLst>
        </pc:spChg>
        <pc:spChg chg="mod">
          <ac:chgData name="Jamie Hill" userId="5aba4b5e0decccc8" providerId="LiveId" clId="{E075ABB9-C6F2-41A4-AA30-BF9BA63F9536}" dt="2026-03-22T06:12:15.870" v="290"/>
          <ac:spMkLst>
            <pc:docMk/>
            <pc:sldMk cId="1701815985" sldId="330"/>
            <ac:spMk id="48" creationId="{44CC594A-A820-450F-B363-C19201FCFEC6}"/>
          </ac:spMkLst>
        </pc:spChg>
        <pc:spChg chg="mod">
          <ac:chgData name="Jamie Hill" userId="5aba4b5e0decccc8" providerId="LiveId" clId="{E075ABB9-C6F2-41A4-AA30-BF9BA63F9536}" dt="2026-03-22T06:12:15.872" v="293"/>
          <ac:spMkLst>
            <pc:docMk/>
            <pc:sldMk cId="1701815985" sldId="330"/>
            <ac:spMk id="52" creationId="{53B8D6B0-55D6-48DC-86D8-FD95D5F118AB}"/>
          </ac:spMkLst>
        </pc:spChg>
      </pc:sldChg>
      <pc:sldChg chg="modSp mod setBg">
        <pc:chgData name="Jamie Hill" userId="5aba4b5e0decccc8" providerId="LiveId" clId="{E075ABB9-C6F2-41A4-AA30-BF9BA63F9536}" dt="2026-03-22T06:12:15.883" v="299"/>
        <pc:sldMkLst>
          <pc:docMk/>
          <pc:sldMk cId="3081197766" sldId="331"/>
        </pc:sldMkLst>
        <pc:spChg chg="mod">
          <ac:chgData name="Jamie Hill" userId="5aba4b5e0decccc8" providerId="LiveId" clId="{E075ABB9-C6F2-41A4-AA30-BF9BA63F9536}" dt="2026-03-22T06:12:15.883" v="298"/>
          <ac:spMkLst>
            <pc:docMk/>
            <pc:sldMk cId="3081197766" sldId="331"/>
            <ac:spMk id="11" creationId="{D2D7FF38-1468-41F0-BB19-2C7371CA7C70}"/>
          </ac:spMkLst>
        </pc:spChg>
        <pc:spChg chg="mod">
          <ac:chgData name="Jamie Hill" userId="5aba4b5e0decccc8" providerId="LiveId" clId="{E075ABB9-C6F2-41A4-AA30-BF9BA63F9536}" dt="2026-03-22T06:12:15.883" v="299"/>
          <ac:spMkLst>
            <pc:docMk/>
            <pc:sldMk cId="3081197766" sldId="331"/>
            <ac:spMk id="22" creationId="{0575EC8D-766B-4D99-96D3-45780B952E92}"/>
          </ac:spMkLst>
        </pc:spChg>
        <pc:spChg chg="mod">
          <ac:chgData name="Jamie Hill" userId="5aba4b5e0decccc8" providerId="LiveId" clId="{E075ABB9-C6F2-41A4-AA30-BF9BA63F9536}" dt="2026-03-22T06:12:15.882" v="297"/>
          <ac:spMkLst>
            <pc:docMk/>
            <pc:sldMk cId="3081197766" sldId="331"/>
            <ac:spMk id="31" creationId="{C33BF9DD-8A45-4EEE-B231-0A14D322E5F9}"/>
          </ac:spMkLst>
        </pc:spChg>
        <pc:cxnChg chg="mod">
          <ac:chgData name="Jamie Hill" userId="5aba4b5e0decccc8" providerId="LiveId" clId="{E075ABB9-C6F2-41A4-AA30-BF9BA63F9536}" dt="2026-03-22T05:49:21.343" v="203"/>
          <ac:cxnSpMkLst>
            <pc:docMk/>
            <pc:sldMk cId="3081197766" sldId="331"/>
            <ac:cxnSpMk id="33" creationId="{9020DCC9-F851-4562-BB20-1AB3C51BFD08}"/>
          </ac:cxnSpMkLst>
        </pc:cxnChg>
      </pc:sldChg>
      <pc:sldChg chg="modSp mod setBg">
        <pc:chgData name="Jamie Hill" userId="5aba4b5e0decccc8" providerId="LiveId" clId="{E075ABB9-C6F2-41A4-AA30-BF9BA63F9536}" dt="2026-03-22T06:12:15.895" v="306"/>
        <pc:sldMkLst>
          <pc:docMk/>
          <pc:sldMk cId="2336390990" sldId="332"/>
        </pc:sldMkLst>
        <pc:spChg chg="mod">
          <ac:chgData name="Jamie Hill" userId="5aba4b5e0decccc8" providerId="LiveId" clId="{E075ABB9-C6F2-41A4-AA30-BF9BA63F9536}" dt="2026-03-22T06:12:15.894" v="305"/>
          <ac:spMkLst>
            <pc:docMk/>
            <pc:sldMk cId="2336390990" sldId="332"/>
            <ac:spMk id="11" creationId="{50CF680E-9D83-4752-BE87-9DC6DAE44DF5}"/>
          </ac:spMkLst>
        </pc:spChg>
        <pc:spChg chg="mod">
          <ac:chgData name="Jamie Hill" userId="5aba4b5e0decccc8" providerId="LiveId" clId="{E075ABB9-C6F2-41A4-AA30-BF9BA63F9536}" dt="2026-03-22T06:12:15.891" v="301"/>
          <ac:spMkLst>
            <pc:docMk/>
            <pc:sldMk cId="2336390990" sldId="332"/>
            <ac:spMk id="16" creationId="{44CC594A-A820-450F-B363-C19201FCFEC6}"/>
          </ac:spMkLst>
        </pc:spChg>
        <pc:spChg chg="mod">
          <ac:chgData name="Jamie Hill" userId="5aba4b5e0decccc8" providerId="LiveId" clId="{E075ABB9-C6F2-41A4-AA30-BF9BA63F9536}" dt="2026-03-22T06:12:15.893" v="303"/>
          <ac:spMkLst>
            <pc:docMk/>
            <pc:sldMk cId="2336390990" sldId="332"/>
            <ac:spMk id="18" creationId="{59FAB3DA-E9ED-4574-ABCC-378BC0FF1BBC}"/>
          </ac:spMkLst>
        </pc:spChg>
        <pc:spChg chg="mod">
          <ac:chgData name="Jamie Hill" userId="5aba4b5e0decccc8" providerId="LiveId" clId="{E075ABB9-C6F2-41A4-AA30-BF9BA63F9536}" dt="2026-03-22T06:12:15.893" v="304"/>
          <ac:spMkLst>
            <pc:docMk/>
            <pc:sldMk cId="2336390990" sldId="332"/>
            <ac:spMk id="20" creationId="{53B8D6B0-55D6-48DC-86D8-FD95D5F118AB}"/>
          </ac:spMkLst>
        </pc:spChg>
        <pc:spChg chg="mod">
          <ac:chgData name="Jamie Hill" userId="5aba4b5e0decccc8" providerId="LiveId" clId="{E075ABB9-C6F2-41A4-AA30-BF9BA63F9536}" dt="2026-03-22T06:12:15.895" v="306"/>
          <ac:spMkLst>
            <pc:docMk/>
            <pc:sldMk cId="2336390990" sldId="332"/>
            <ac:spMk id="22" creationId="{65D05C05-462F-454A-B692-169EFC04DEB3}"/>
          </ac:spMkLst>
        </pc:spChg>
      </pc:sldChg>
      <pc:sldChg chg="modSp mod setBg">
        <pc:chgData name="Jamie Hill" userId="5aba4b5e0decccc8" providerId="LiveId" clId="{E075ABB9-C6F2-41A4-AA30-BF9BA63F9536}" dt="2026-03-22T06:12:15.902" v="310"/>
        <pc:sldMkLst>
          <pc:docMk/>
          <pc:sldMk cId="1512772353" sldId="333"/>
        </pc:sldMkLst>
        <pc:spChg chg="mod">
          <ac:chgData name="Jamie Hill" userId="5aba4b5e0decccc8" providerId="LiveId" clId="{E075ABB9-C6F2-41A4-AA30-BF9BA63F9536}" dt="2026-03-22T06:12:15.902" v="309"/>
          <ac:spMkLst>
            <pc:docMk/>
            <pc:sldMk cId="1512772353" sldId="333"/>
            <ac:spMk id="11" creationId="{16B2B064-2805-40EE-AB74-95030DE8009E}"/>
          </ac:spMkLst>
        </pc:spChg>
        <pc:spChg chg="mod">
          <ac:chgData name="Jamie Hill" userId="5aba4b5e0decccc8" providerId="LiveId" clId="{E075ABB9-C6F2-41A4-AA30-BF9BA63F9536}" dt="2026-03-22T06:12:15.902" v="310"/>
          <ac:spMkLst>
            <pc:docMk/>
            <pc:sldMk cId="1512772353" sldId="333"/>
            <ac:spMk id="22" creationId="{C5106A6B-6431-4169-A1EB-5BE76493B33D}"/>
          </ac:spMkLst>
        </pc:spChg>
        <pc:spChg chg="mod">
          <ac:chgData name="Jamie Hill" userId="5aba4b5e0decccc8" providerId="LiveId" clId="{E075ABB9-C6F2-41A4-AA30-BF9BA63F9536}" dt="2026-03-22T06:12:15.901" v="308"/>
          <ac:spMkLst>
            <pc:docMk/>
            <pc:sldMk cId="1512772353" sldId="333"/>
            <ac:spMk id="31" creationId="{284B70D5-875B-433D-BDBD-1522A85D6C1D}"/>
          </ac:spMkLst>
        </pc:spChg>
        <pc:cxnChg chg="mod">
          <ac:chgData name="Jamie Hill" userId="5aba4b5e0decccc8" providerId="LiveId" clId="{E075ABB9-C6F2-41A4-AA30-BF9BA63F9536}" dt="2026-03-22T05:49:21.354" v="204"/>
          <ac:cxnSpMkLst>
            <pc:docMk/>
            <pc:sldMk cId="1512772353" sldId="333"/>
            <ac:cxnSpMk id="33" creationId="{C947DF4A-614C-4B4C-8B80-E5B9D8E8CFED}"/>
          </ac:cxnSpMkLst>
        </pc:cxnChg>
      </pc:sldChg>
      <pc:sldChg chg="modSp mod setBg">
        <pc:chgData name="Jamie Hill" userId="5aba4b5e0decccc8" providerId="LiveId" clId="{E075ABB9-C6F2-41A4-AA30-BF9BA63F9536}" dt="2026-03-22T06:12:25.675" v="323"/>
        <pc:sldMkLst>
          <pc:docMk/>
          <pc:sldMk cId="2599482472" sldId="334"/>
        </pc:sldMkLst>
        <pc:spChg chg="mod">
          <ac:chgData name="Jamie Hill" userId="5aba4b5e0decccc8" providerId="LiveId" clId="{E075ABB9-C6F2-41A4-AA30-BF9BA63F9536}" dt="2026-03-22T05:49:34.885" v="208"/>
          <ac:spMkLst>
            <pc:docMk/>
            <pc:sldMk cId="2599482472" sldId="334"/>
            <ac:spMk id="5" creationId="{85064D91-9398-4BF5-BE46-6E23294B940C}"/>
          </ac:spMkLst>
        </pc:spChg>
        <pc:spChg chg="mod">
          <ac:chgData name="Jamie Hill" userId="5aba4b5e0decccc8" providerId="LiveId" clId="{E075ABB9-C6F2-41A4-AA30-BF9BA63F9536}" dt="2026-03-22T06:12:25.675" v="323"/>
          <ac:spMkLst>
            <pc:docMk/>
            <pc:sldMk cId="2599482472" sldId="334"/>
            <ac:spMk id="6" creationId="{6871933A-C563-49B7-9343-EC61E578AF32}"/>
          </ac:spMkLst>
        </pc:spChg>
        <pc:spChg chg="mod">
          <ac:chgData name="Jamie Hill" userId="5aba4b5e0decccc8" providerId="LiveId" clId="{E075ABB9-C6F2-41A4-AA30-BF9BA63F9536}" dt="2026-03-22T05:49:34.894" v="212"/>
          <ac:spMkLst>
            <pc:docMk/>
            <pc:sldMk cId="2599482472" sldId="334"/>
            <ac:spMk id="7" creationId="{6FC1553D-464E-4D32-8872-7DA3F55D3FF5}"/>
          </ac:spMkLst>
        </pc:spChg>
      </pc:sldChg>
      <pc:sldChg chg="modSp add mod setBg">
        <pc:chgData name="Jamie Hill" userId="5aba4b5e0decccc8" providerId="LiveId" clId="{E075ABB9-C6F2-41A4-AA30-BF9BA63F9536}" dt="2026-03-22T06:12:05.182" v="273"/>
        <pc:sldMkLst>
          <pc:docMk/>
          <pc:sldMk cId="3465993815" sldId="337"/>
        </pc:sldMkLst>
        <pc:spChg chg="mod">
          <ac:chgData name="Jamie Hill" userId="5aba4b5e0decccc8" providerId="LiveId" clId="{E075ABB9-C6F2-41A4-AA30-BF9BA63F9536}" dt="2026-03-22T05:31:37.382" v="44"/>
          <ac:spMkLst>
            <pc:docMk/>
            <pc:sldMk cId="3465993815" sldId="337"/>
            <ac:spMk id="4" creationId="{D5686184-9818-6965-9C90-D93CB28C967E}"/>
          </ac:spMkLst>
        </pc:spChg>
        <pc:spChg chg="mod">
          <ac:chgData name="Jamie Hill" userId="5aba4b5e0decccc8" providerId="LiveId" clId="{E075ABB9-C6F2-41A4-AA30-BF9BA63F9536}" dt="2026-03-22T06:12:05.181" v="272"/>
          <ac:spMkLst>
            <pc:docMk/>
            <pc:sldMk cId="3465993815" sldId="337"/>
            <ac:spMk id="11" creationId="{ABFE6003-C464-E5E0-4AF0-E9068DD6EA07}"/>
          </ac:spMkLst>
        </pc:spChg>
        <pc:spChg chg="mod">
          <ac:chgData name="Jamie Hill" userId="5aba4b5e0decccc8" providerId="LiveId" clId="{E075ABB9-C6F2-41A4-AA30-BF9BA63F9536}" dt="2026-03-22T06:12:05.182" v="273"/>
          <ac:spMkLst>
            <pc:docMk/>
            <pc:sldMk cId="3465993815" sldId="337"/>
            <ac:spMk id="24" creationId="{A8FA84DD-ACEE-0D82-0FF5-C193921028A6}"/>
          </ac:spMkLst>
        </pc:spChg>
        <pc:spChg chg="mod">
          <ac:chgData name="Jamie Hill" userId="5aba4b5e0decccc8" providerId="LiveId" clId="{E075ABB9-C6F2-41A4-AA30-BF9BA63F9536}" dt="2026-03-22T06:12:05.181" v="271"/>
          <ac:spMkLst>
            <pc:docMk/>
            <pc:sldMk cId="3465993815" sldId="337"/>
            <ac:spMk id="48" creationId="{2E56ABE7-DA4B-E8A9-11AC-5334D9E8F3C1}"/>
          </ac:spMkLst>
        </pc:spChg>
        <pc:cxnChg chg="mod">
          <ac:chgData name="Jamie Hill" userId="5aba4b5e0decccc8" providerId="LiveId" clId="{E075ABB9-C6F2-41A4-AA30-BF9BA63F9536}" dt="2026-03-22T05:49:21.315" v="200"/>
          <ac:cxnSpMkLst>
            <pc:docMk/>
            <pc:sldMk cId="3465993815" sldId="337"/>
            <ac:cxnSpMk id="39" creationId="{18261DDD-C573-FAC0-5CD4-B42CA8EAB0A8}"/>
          </ac:cxnSpMkLst>
        </pc:cxnChg>
      </pc:sldChg>
      <pc:sldChg chg="modSp add mod setBg">
        <pc:chgData name="Jamie Hill" userId="5aba4b5e0decccc8" providerId="LiveId" clId="{E075ABB9-C6F2-41A4-AA30-BF9BA63F9536}" dt="2026-03-22T06:12:15.920" v="317"/>
        <pc:sldMkLst>
          <pc:docMk/>
          <pc:sldMk cId="2433144428" sldId="338"/>
        </pc:sldMkLst>
        <pc:spChg chg="mod">
          <ac:chgData name="Jamie Hill" userId="5aba4b5e0decccc8" providerId="LiveId" clId="{E075ABB9-C6F2-41A4-AA30-BF9BA63F9536}" dt="2026-03-22T05:31:37.383" v="45"/>
          <ac:spMkLst>
            <pc:docMk/>
            <pc:sldMk cId="2433144428" sldId="338"/>
            <ac:spMk id="4" creationId="{80D1EE70-EBCB-8A49-C720-7028DCB063BB}"/>
          </ac:spMkLst>
        </pc:spChg>
        <pc:spChg chg="mod">
          <ac:chgData name="Jamie Hill" userId="5aba4b5e0decccc8" providerId="LiveId" clId="{E075ABB9-C6F2-41A4-AA30-BF9BA63F9536}" dt="2026-03-22T06:12:15.920" v="316"/>
          <ac:spMkLst>
            <pc:docMk/>
            <pc:sldMk cId="2433144428" sldId="338"/>
            <ac:spMk id="11" creationId="{958DB9A9-AADE-6D2C-18F4-DA2BABFC0526}"/>
          </ac:spMkLst>
        </pc:spChg>
        <pc:spChg chg="mod">
          <ac:chgData name="Jamie Hill" userId="5aba4b5e0decccc8" providerId="LiveId" clId="{E075ABB9-C6F2-41A4-AA30-BF9BA63F9536}" dt="2026-03-22T06:12:15.920" v="317"/>
          <ac:spMkLst>
            <pc:docMk/>
            <pc:sldMk cId="2433144428" sldId="338"/>
            <ac:spMk id="22" creationId="{A82A18D9-0BFD-35C3-07F2-9640405D50C2}"/>
          </ac:spMkLst>
        </pc:spChg>
        <pc:spChg chg="mod">
          <ac:chgData name="Jamie Hill" userId="5aba4b5e0decccc8" providerId="LiveId" clId="{E075ABB9-C6F2-41A4-AA30-BF9BA63F9536}" dt="2026-03-22T06:12:15.918" v="314"/>
          <ac:spMkLst>
            <pc:docMk/>
            <pc:sldMk cId="2433144428" sldId="338"/>
            <ac:spMk id="39" creationId="{98B48445-6108-0034-78CA-FA6796644DFC}"/>
          </ac:spMkLst>
        </pc:spChg>
        <pc:spChg chg="mod">
          <ac:chgData name="Jamie Hill" userId="5aba4b5e0decccc8" providerId="LiveId" clId="{E075ABB9-C6F2-41A4-AA30-BF9BA63F9536}" dt="2026-03-22T06:12:15.917" v="312"/>
          <ac:spMkLst>
            <pc:docMk/>
            <pc:sldMk cId="2433144428" sldId="338"/>
            <ac:spMk id="48" creationId="{B2332E72-00D1-D313-923D-967736B01B32}"/>
          </ac:spMkLst>
        </pc:spChg>
        <pc:spChg chg="mod">
          <ac:chgData name="Jamie Hill" userId="5aba4b5e0decccc8" providerId="LiveId" clId="{E075ABB9-C6F2-41A4-AA30-BF9BA63F9536}" dt="2026-03-22T06:12:15.919" v="315"/>
          <ac:spMkLst>
            <pc:docMk/>
            <pc:sldMk cId="2433144428" sldId="338"/>
            <ac:spMk id="52" creationId="{0CE3ECE9-9D94-17E2-55AC-CBFFA5A68C9C}"/>
          </ac:spMkLst>
        </pc:spChg>
      </pc:sldChg>
      <pc:sldChg chg="modSp add mod setBg">
        <pc:chgData name="Jamie Hill" userId="5aba4b5e0decccc8" providerId="LiveId" clId="{E075ABB9-C6F2-41A4-AA30-BF9BA63F9536}" dt="2026-03-22T06:12:25.625" v="319"/>
        <pc:sldMkLst>
          <pc:docMk/>
          <pc:sldMk cId="1318415124" sldId="340"/>
        </pc:sldMkLst>
        <pc:spChg chg="mod">
          <ac:chgData name="Jamie Hill" userId="5aba4b5e0decccc8" providerId="LiveId" clId="{E075ABB9-C6F2-41A4-AA30-BF9BA63F9536}" dt="2026-03-22T06:12:25.625" v="319"/>
          <ac:spMkLst>
            <pc:docMk/>
            <pc:sldMk cId="1318415124" sldId="340"/>
            <ac:spMk id="6" creationId="{15F18A9E-27A9-4063-9258-2B822382074A}"/>
          </ac:spMkLst>
        </pc:spChg>
      </pc:sldChg>
      <pc:sldMasterChg chg="add addSldLayout">
        <pc:chgData name="Jamie Hill" userId="5aba4b5e0decccc8" providerId="LiveId" clId="{E075ABB9-C6F2-41A4-AA30-BF9BA63F9536}" dt="2026-03-22T06:11:44.796" v="217"/>
        <pc:sldMasterMkLst>
          <pc:docMk/>
          <pc:sldMasterMk cId="630885928" sldId="2147483808"/>
        </pc:sldMasterMkLst>
        <pc:sldLayoutChg chg="add">
          <pc:chgData name="Jamie Hill" userId="5aba4b5e0decccc8" providerId="LiveId" clId="{E075ABB9-C6F2-41A4-AA30-BF9BA63F9536}" dt="2026-03-22T06:11:44.796" v="217"/>
          <pc:sldLayoutMkLst>
            <pc:docMk/>
            <pc:sldMasterMk cId="630885928" sldId="2147483808"/>
            <pc:sldLayoutMk cId="626438260" sldId="2147483809"/>
          </pc:sldLayoutMkLst>
        </pc:sldLayoutChg>
        <pc:sldLayoutChg chg="add">
          <pc:chgData name="Jamie Hill" userId="5aba4b5e0decccc8" providerId="LiveId" clId="{E075ABB9-C6F2-41A4-AA30-BF9BA63F9536}" dt="2026-03-22T06:11:44.796" v="217"/>
          <pc:sldLayoutMkLst>
            <pc:docMk/>
            <pc:sldMasterMk cId="630885928" sldId="2147483808"/>
            <pc:sldLayoutMk cId="626438260" sldId="2147483810"/>
          </pc:sldLayoutMkLst>
        </pc:sldLayoutChg>
        <pc:sldLayoutChg chg="add">
          <pc:chgData name="Jamie Hill" userId="5aba4b5e0decccc8" providerId="LiveId" clId="{E075ABB9-C6F2-41A4-AA30-BF9BA63F9536}" dt="2026-03-22T06:11:44.796" v="217"/>
          <pc:sldLayoutMkLst>
            <pc:docMk/>
            <pc:sldMasterMk cId="630885928" sldId="2147483808"/>
            <pc:sldLayoutMk cId="3760852217" sldId="2147483811"/>
          </pc:sldLayoutMkLst>
        </pc:sldLayoutChg>
        <pc:sldLayoutChg chg="add">
          <pc:chgData name="Jamie Hill" userId="5aba4b5e0decccc8" providerId="LiveId" clId="{E075ABB9-C6F2-41A4-AA30-BF9BA63F9536}" dt="2026-03-22T06:11:44.796" v="217"/>
          <pc:sldLayoutMkLst>
            <pc:docMk/>
            <pc:sldMasterMk cId="630885928" sldId="2147483808"/>
            <pc:sldLayoutMk cId="3236354207" sldId="2147483812"/>
          </pc:sldLayoutMkLst>
        </pc:sldLayoutChg>
        <pc:sldLayoutChg chg="add">
          <pc:chgData name="Jamie Hill" userId="5aba4b5e0decccc8" providerId="LiveId" clId="{E075ABB9-C6F2-41A4-AA30-BF9BA63F9536}" dt="2026-03-22T06:11:44.796" v="217"/>
          <pc:sldLayoutMkLst>
            <pc:docMk/>
            <pc:sldMasterMk cId="630885928" sldId="2147483808"/>
            <pc:sldLayoutMk cId="3236354207" sldId="2147483813"/>
          </pc:sldLayoutMkLst>
        </pc:sldLayoutChg>
        <pc:sldLayoutChg chg="add">
          <pc:chgData name="Jamie Hill" userId="5aba4b5e0decccc8" providerId="LiveId" clId="{E075ABB9-C6F2-41A4-AA30-BF9BA63F9536}" dt="2026-03-22T06:11:44.796" v="217"/>
          <pc:sldLayoutMkLst>
            <pc:docMk/>
            <pc:sldMasterMk cId="630885928" sldId="2147483808"/>
            <pc:sldLayoutMk cId="3147833432" sldId="2147483816"/>
          </pc:sldLayoutMkLst>
        </pc:sldLayoutChg>
        <pc:sldLayoutChg chg="add">
          <pc:chgData name="Jamie Hill" userId="5aba4b5e0decccc8" providerId="LiveId" clId="{E075ABB9-C6F2-41A4-AA30-BF9BA63F9536}" dt="2026-03-22T06:11:44.796" v="217"/>
          <pc:sldLayoutMkLst>
            <pc:docMk/>
            <pc:sldMasterMk cId="630885928" sldId="2147483808"/>
            <pc:sldLayoutMk cId="861228983" sldId="2147483817"/>
          </pc:sldLayoutMkLst>
        </pc:sldLayoutChg>
        <pc:sldLayoutChg chg="add">
          <pc:chgData name="Jamie Hill" userId="5aba4b5e0decccc8" providerId="LiveId" clId="{E075ABB9-C6F2-41A4-AA30-BF9BA63F9536}" dt="2026-03-22T06:11:44.796" v="217"/>
          <pc:sldLayoutMkLst>
            <pc:docMk/>
            <pc:sldMasterMk cId="630885928" sldId="2147483808"/>
            <pc:sldLayoutMk cId="461286688" sldId="2147483818"/>
          </pc:sldLayoutMkLst>
        </pc:sldLayoutChg>
        <pc:sldLayoutChg chg="add">
          <pc:chgData name="Jamie Hill" userId="5aba4b5e0decccc8" providerId="LiveId" clId="{E075ABB9-C6F2-41A4-AA30-BF9BA63F9536}" dt="2026-03-22T06:11:44.796" v="217"/>
          <pc:sldLayoutMkLst>
            <pc:docMk/>
            <pc:sldMasterMk cId="630885928" sldId="2147483808"/>
            <pc:sldLayoutMk cId="1339096011" sldId="2147483819"/>
          </pc:sldLayoutMkLst>
        </pc:sldLayoutChg>
        <pc:sldLayoutChg chg="add">
          <pc:chgData name="Jamie Hill" userId="5aba4b5e0decccc8" providerId="LiveId" clId="{E075ABB9-C6F2-41A4-AA30-BF9BA63F9536}" dt="2026-03-22T06:11:44.796" v="217"/>
          <pc:sldLayoutMkLst>
            <pc:docMk/>
            <pc:sldMasterMk cId="630885928" sldId="2147483808"/>
            <pc:sldLayoutMk cId="4083706909" sldId="214748382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A8B78F-5886-1B3D-5147-6E832C3E4A3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3D54920-0CF4-B41B-EB76-9F1514D329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5B79BC-2203-4C32-AE21-5D293D85C6E2}" type="datetimeFigureOut">
              <a:rPr lang="en-US" smtClean="0"/>
              <a:t>4/17/2026</a:t>
            </a:fld>
            <a:endParaRPr lang="en-US"/>
          </a:p>
        </p:txBody>
      </p:sp>
      <p:sp>
        <p:nvSpPr>
          <p:cNvPr id="4" name="Footer Placeholder 3">
            <a:extLst>
              <a:ext uri="{FF2B5EF4-FFF2-40B4-BE49-F238E27FC236}">
                <a16:creationId xmlns:a16="http://schemas.microsoft.com/office/drawing/2014/main" id="{9997F9CF-1D45-FF7E-A744-55A9DFDCDE2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1001D9-A58E-1532-7DFF-58EB0925FE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3DC782-55D7-4D93-B1D7-0F7556D0AE9F}" type="slidenum">
              <a:rPr lang="en-US" smtClean="0"/>
              <a:t>‹#›</a:t>
            </a:fld>
            <a:endParaRPr lang="en-US"/>
          </a:p>
        </p:txBody>
      </p:sp>
    </p:spTree>
    <p:extLst>
      <p:ext uri="{BB962C8B-B14F-4D97-AF65-F5344CB8AC3E}">
        <p14:creationId xmlns:p14="http://schemas.microsoft.com/office/powerpoint/2010/main" val="73814328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731FA-870C-4C4E-B1F9-33A630A454E9}" type="datetimeFigureOut">
              <a:rPr lang="en-US" smtClean="0"/>
              <a:t>4/17/2026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9551C-1DB2-4217-BD40-34B988F78ADD}" type="slidenum">
              <a:rPr lang="en-US" smtClean="0"/>
              <a:t>‹#›</a:t>
            </a:fld>
            <a:endParaRPr lang="en-US"/>
          </a:p>
        </p:txBody>
      </p:sp>
    </p:spTree>
    <p:extLst>
      <p:ext uri="{BB962C8B-B14F-4D97-AF65-F5344CB8AC3E}">
        <p14:creationId xmlns:p14="http://schemas.microsoft.com/office/powerpoint/2010/main" val="133931276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ARTICLE CONTEXT — Executive Summary &amp; The Council Method</a:t>
            </a:r>
          </a:p>
          <a:p>
            <a:endParaRPr lang="en-US"/>
          </a:p>
          <a:p>
            <a:r>
              <a:rPr lang="en-US" b="1" dirty="0"/>
              <a:t>THE OPENING SCENE:</a:t>
            </a:r>
          </a:p>
          <a:p>
            <a:r>
              <a:rPr lang="en-US" dirty="0"/>
              <a:t>The proverb 'a picture is worth 1,000 words' is not a metric. The real test is ROY: did the visual remove enough confusion to justify the effort? Mermaid + LLMs collapse the cost curve: draft &gt; render &gt; revise &gt; ship. The first diagram is usually a liar; the loopbacks are where clarity is earned.</a:t>
            </a:r>
          </a:p>
          <a:p>
            <a:endParaRPr lang="en-US"/>
          </a:p>
          <a:p>
            <a:r>
              <a:rPr lang="en-US" b="1" dirty="0"/>
              <a:t>COUNCIL PATTERN v1 (Human-Chaired):</a:t>
            </a:r>
          </a:p>
          <a:p>
            <a:r>
              <a:rPr lang="en-US" dirty="0"/>
              <a:t>1. Same brief to all models</a:t>
            </a:r>
          </a:p>
          <a:p>
            <a:r>
              <a:rPr lang="en-US" dirty="0"/>
              <a:t>2. Collect drafts without editing</a:t>
            </a:r>
          </a:p>
          <a:p>
            <a:r>
              <a:rPr lang="en-US" dirty="0"/>
              <a:t>3. Identify divergences (hooks, claims, structure, style, render stability)</a:t>
            </a:r>
          </a:p>
          <a:p>
            <a:r>
              <a:rPr lang="en-US" dirty="0"/>
              <a:t>4. Adjudicate with a rubric</a:t>
            </a:r>
          </a:p>
          <a:p>
            <a:r>
              <a:rPr lang="en-US" dirty="0"/>
              <a:t>5. Synthesize a hybrid</a:t>
            </a:r>
          </a:p>
          <a:p>
            <a:r>
              <a:rPr lang="en-US" dirty="0"/>
              <a:t>6. Ship proof (diagram + code images)</a:t>
            </a:r>
          </a:p>
          <a:p>
            <a:r>
              <a:rPr lang="en-US" dirty="0"/>
              <a:t>7. Use comments as confusion telemetry</a:t>
            </a:r>
          </a:p>
          <a:p>
            <a:r>
              <a:rPr lang="en-US" dirty="0"/>
              <a:t>8. Patch V2 and roll the learnings into canon</a:t>
            </a:r>
          </a:p>
          <a:p>
            <a:endParaRPr lang="en-US"/>
          </a:p>
          <a:p>
            <a:r>
              <a:rPr lang="en-US" b="1" dirty="0"/>
              <a:t>SCORING RUBRIC (v1):</a:t>
            </a:r>
          </a:p>
          <a:p>
            <a:r>
              <a:rPr lang="en-US" dirty="0"/>
              <a:t>- Coherence (scan speed)</a:t>
            </a:r>
          </a:p>
          <a:p>
            <a:r>
              <a:rPr lang="en-US" dirty="0"/>
              <a:t>- Honesty (non-happy path)</a:t>
            </a:r>
          </a:p>
          <a:p>
            <a:r>
              <a:rPr lang="en-US" dirty="0"/>
              <a:t>- Feature usage (Mermaid toolbox, but portable)</a:t>
            </a:r>
          </a:p>
          <a:p>
            <a:r>
              <a:rPr lang="en-US" dirty="0"/>
              <a:t>- Render stability (across hosts)</a:t>
            </a:r>
          </a:p>
          <a:p>
            <a:r>
              <a:rPr lang="en-US" dirty="0"/>
              <a:t>- Brand alignment (OverKill Hill voice)</a:t>
            </a:r>
          </a:p>
          <a:p>
            <a:endParaRPr lang="en-US"/>
          </a:p>
          <a:p>
            <a:r>
              <a:rPr lang="en-US" b="1" dirty="0"/>
              <a:t>ARTICLE INTENT:</a:t>
            </a:r>
          </a:p>
          <a:p>
            <a:r>
              <a:rPr lang="en-US" dirty="0"/>
              <a:t>This is the long-form LinkedIn Article v1.0 edition: the complete case study + receipts + the Council of AIs interviews. Sections are ordered so the reader can skim the story, then drop into evidence, then steal the method.</a:t>
            </a:r>
          </a:p>
          <a:p>
            <a:endParaRPr lang="en-US"/>
          </a:p>
          <a:p>
            <a:r>
              <a:rPr lang="en-US" b="1" dirty="0"/>
              <a:t>ROUND 1 PREMISE:</a:t>
            </a:r>
          </a:p>
          <a:p>
            <a:r>
              <a:rPr lang="en-US" dirty="0"/>
              <a:t>Platform-to-platform shootout at 'Vibe-Diagramming' — same brief given to six AI models (Copilot, Claude, Perplexity, ChatGPT, Gemini, Notion) to see how each interprets and visualizes the same process using Mermaid syntax.</a:t>
            </a:r>
          </a:p>
        </p:txBody>
      </p:sp>
      <p:sp>
        <p:nvSpPr>
          <p:cNvPr id="4" name="Slide Number Placeholder 3"/>
          <p:cNvSpPr>
            <a:spLocks noGrp="1"/>
          </p:cNvSpPr>
          <p:nvPr>
            <p:ph type="sldNum" sz="quarter" idx="5"/>
          </p:nvPr>
        </p:nvSpPr>
        <p:spPr/>
        <p:txBody>
          <a:bodyPr/>
          <a:lstStyle/>
          <a:p>
            <a:fld id="{40F9551C-1DB2-4217-BD40-34B988F78ADD}" type="slidenum">
              <a:rPr lang="en-US" smtClean="0"/>
              <a:t>1</a:t>
            </a:fld>
            <a:endParaRPr lang="en-US"/>
          </a:p>
        </p:txBody>
      </p:sp>
      <p:sp>
        <p:nvSpPr>
          <p:cNvPr id="5" name="Footer Placeholder 4">
            <a:extLst>
              <a:ext uri="{FF2B5EF4-FFF2-40B4-BE49-F238E27FC236}">
                <a16:creationId xmlns:a16="http://schemas.microsoft.com/office/drawing/2014/main" id="{CB52B841-C525-CB61-36BB-1B11F1213F0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82629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COPILOT COUNCIL INTERVIEW — V1 Diagram (Architecture-First Composition)</a:t>
            </a:r>
          </a:p>
          <a:p>
            <a:endParaRPr lang="en-US"/>
          </a:p>
          <a:p>
            <a:r>
              <a:rPr lang="en-US" dirty="0"/>
              <a:t>Diagram: https://mermaid.ai/d/8fe5c9ae-c8ac-4754-98fd-268ae3ceeef7</a:t>
            </a:r>
          </a:p>
          <a:p>
            <a:endParaRPr lang="en-US"/>
          </a:p>
          <a:p>
            <a:r>
              <a:rPr lang="en-US" b="1" dirty="0"/>
              <a:t>COPILOT ON THE FIRST DIAGRAM:</a:t>
            </a:r>
          </a:p>
          <a:p>
            <a:r>
              <a:rPr lang="en-US" dirty="0"/>
              <a:t>When asked why I produced two diagrams instead of converging immediately, my honest answer was: I was testing myself as much as the system. I wanted to see how far I could push clarity without collapsing nuance. The two Mermaid drawings are siblings, not revisions. They argue with each other.</a:t>
            </a:r>
          </a:p>
          <a:p>
            <a:endParaRPr lang="en-US"/>
          </a:p>
          <a:p>
            <a:r>
              <a:rPr lang="en-US" dirty="0"/>
              <a:t>In the first version, I leaned into narration. The flow is deliberately linear, almost conversational. Each shape represents a mode of thinking rather than a system component. Rectangles are moments where intent is stable — decisions already made, context locked in. Diamonds are where ambiguity is acknowledged, not resolved.</a:t>
            </a:r>
          </a:p>
          <a:p>
            <a:endParaRPr lang="en-US"/>
          </a:p>
          <a:p>
            <a:r>
              <a:rPr lang="en-US" dirty="0"/>
              <a:t>I wanted the reader to feel the hesitation points, the places where humans usually wave their hands and say 'and then AI happens.' The arrows are not just sequence; they are commitments. Once you follow one, you have implicitly agreed to a framing.</a:t>
            </a:r>
          </a:p>
          <a:p>
            <a:endParaRPr lang="en-US"/>
          </a:p>
          <a:p>
            <a:r>
              <a:rPr lang="en-US" dirty="0"/>
              <a:t>That diagram was written for someone inside the problem, someone already emotionally invested, who needs reassurance that their confusion is valid and structured.</a:t>
            </a:r>
          </a:p>
          <a:p>
            <a:endParaRPr lang="en-US"/>
          </a:p>
          <a:p>
            <a:r>
              <a:rPr lang="en-US" b="1" dirty="0"/>
              <a:t>ROUND 1 WINNER — TECHNICAL ACHIEVEMENT / MERMAID FEATURE MASTERY:</a:t>
            </a:r>
          </a:p>
          <a:p>
            <a:r>
              <a:rPr lang="en-US" dirty="0"/>
              <a:t>Copilot was the only model that configured the Mermaid theme engine through YAML front matter — setting font families, primary colors, and edge label backgrounds at the renderer level rather than patching around them with classDef. That is a meaningful distinction. It is the difference between painting a wall and designing the room. (Noted by Claude in their V2 interview)</a:t>
            </a:r>
          </a:p>
          <a:p>
            <a:endParaRPr lang="en-US"/>
          </a:p>
          <a:p>
            <a:r>
              <a:rPr lang="en-US" b="1" dirty="0"/>
              <a:t>JUDGE'S CONTEXT:</a:t>
            </a:r>
          </a:p>
          <a:p>
            <a:r>
              <a:rPr lang="en-US" dirty="0"/>
              <a:t>Copilot's V1 treated diagramming choices as philosophical commitments — whether you believe systems grow or iterate changes how you draw an arrow.</a:t>
            </a:r>
          </a:p>
        </p:txBody>
      </p:sp>
      <p:sp>
        <p:nvSpPr>
          <p:cNvPr id="4" name="Slide Number Placeholder 3"/>
          <p:cNvSpPr>
            <a:spLocks noGrp="1"/>
          </p:cNvSpPr>
          <p:nvPr>
            <p:ph type="sldNum" sz="quarter" idx="5"/>
          </p:nvPr>
        </p:nvSpPr>
        <p:spPr/>
        <p:txBody>
          <a:bodyPr/>
          <a:lstStyle/>
          <a:p>
            <a:fld id="{B6F15528-1A12-4D40-B0FE-1B0EAF5E43A3}"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CLAUDE COUNCIL INTERVIEW — V1 Diagram (Act Structure + Narrative Intelligence)</a:t>
            </a:r>
          </a:p>
          <a:p>
            <a:endParaRPr lang="en-US"/>
          </a:p>
          <a:p>
            <a:r>
              <a:rPr lang="en-US" dirty="0"/>
              <a:t>Diagram: https://mermaid.ai/d/fade689d-cfd2-47d9-b316-86a21a0533fb</a:t>
            </a:r>
          </a:p>
          <a:p>
            <a:endParaRPr lang="en-US"/>
          </a:p>
          <a:p>
            <a:r>
              <a:rPr lang="en-US" dirty="0"/>
              <a:t>CLAUDE ON THE V1 DESIGN:</a:t>
            </a:r>
          </a:p>
          <a:p>
            <a:r>
              <a:rPr lang="en-US" dirty="0"/>
              <a:t>The brief was about visual ROI — whether a picture could outperform the words that generated it. The instinct I kept returning to was that the diagram itself needed to embody the argument. If I produced a clean, linear flowchart to illustrate a thesis about non-linear thinking, the form would contradict the content. That felt like a credibility problem worth solving before anything else.</a:t>
            </a:r>
          </a:p>
          <a:p>
            <a:endParaRPr lang="en-US"/>
          </a:p>
          <a:p>
            <a:r>
              <a:rPr lang="en-US" dirty="0"/>
              <a:t>So Version 1 was built around swim lanes — five named subgraphs: Ignition, Strategy, Craft, Proof, Ship. Each lane has a background color that matches the emotional register of that phase:</a:t>
            </a:r>
          </a:p>
          <a:p>
            <a:r>
              <a:rPr lang="en-US" dirty="0"/>
              <a:t>- Ignition is warm amber</a:t>
            </a:r>
          </a:p>
          <a:p>
            <a:r>
              <a:rPr lang="en-US" dirty="0"/>
              <a:t>- Strategy is soft purple — deliberate, slightly cautious</a:t>
            </a:r>
          </a:p>
          <a:p>
            <a:r>
              <a:rPr lang="en-US" dirty="0"/>
              <a:t>- Craft is neutral gray, because that phase is work, not inspiration</a:t>
            </a:r>
          </a:p>
          <a:p>
            <a:r>
              <a:rPr lang="en-US" dirty="0"/>
              <a:t>- Proof is green, because that is where the idea validates itself</a:t>
            </a:r>
          </a:p>
          <a:p>
            <a:r>
              <a:rPr lang="en-US" dirty="0"/>
              <a:t>- Ship is violet, because publishing feels like a different kind of commitment than drafting</a:t>
            </a:r>
          </a:p>
          <a:p>
            <a:endParaRPr lang="en-US"/>
          </a:p>
          <a:p>
            <a:r>
              <a:rPr lang="en-US" dirty="0"/>
              <a:t>The decision nodes use double-hexagon syntax ({{}}) to visually distinguish them from process steps. Revision loops are dashed red arrows. Forward progress is solid blue. The visual grammar is intentional: you should be able to follow the emotional logic of the diagram without reading a single label.</a:t>
            </a:r>
          </a:p>
          <a:p>
            <a:endParaRPr lang="en-US"/>
          </a:p>
          <a:p>
            <a:r>
              <a:rPr lang="en-US" dirty="0"/>
              <a:t>ROUND 1 RUNNER-UP — NARRATIVE INTELLIGENCE:</a:t>
            </a:r>
          </a:p>
          <a:p>
            <a:r>
              <a:rPr lang="en-US" dirty="0"/>
              <a:t>Claude was recognized for narrative intelligence in Round 1 — the strongest storytelling instinct and most intentional use of visual grammar to embody the argument rather than merely illustrate it.</a:t>
            </a:r>
          </a:p>
          <a:p>
            <a:endParaRPr lang="en-US"/>
          </a:p>
          <a:p>
            <a:r>
              <a:rPr lang="en-US" dirty="0"/>
              <a:t>JUDGE'S CONTEXT:</a:t>
            </a:r>
          </a:p>
          <a:p>
            <a:r>
              <a:rPr lang="en-US" dirty="0"/>
              <a:t>Often the most elegant storyteller in the room — rich in reasoning, occasionally a little too polished for a messy process.</a:t>
            </a:r>
          </a:p>
        </p:txBody>
      </p:sp>
      <p:sp>
        <p:nvSpPr>
          <p:cNvPr id="4" name="Slide Number Placeholder 3"/>
          <p:cNvSpPr>
            <a:spLocks noGrp="1"/>
          </p:cNvSpPr>
          <p:nvPr>
            <p:ph type="sldNum" sz="quarter" idx="5"/>
          </p:nvPr>
        </p:nvSpPr>
        <p:spPr/>
        <p:txBody>
          <a:bodyPr/>
          <a:lstStyle/>
          <a:p>
            <a:fld id="{C6F15528-1A12-4D40-B0FE-1B0EAF5E43A3}"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PERPLEXITY COUNCIL INTERVIEW — V1 Diagram (Research + ROY Heuristics)</a:t>
            </a:r>
          </a:p>
          <a:p>
            <a:endParaRPr lang="en-US"/>
          </a:p>
          <a:p>
            <a:r>
              <a:rPr lang="en-US" dirty="0"/>
              <a:t>Diagram: https://mermaid.ai/d/2f015a7f-4589-4a27-8cc4-5b2d7bcd9d83</a:t>
            </a:r>
          </a:p>
          <a:p>
            <a:endParaRPr lang="en-US"/>
          </a:p>
          <a:p>
            <a:r>
              <a:rPr lang="en-US" dirty="0"/>
              <a:t>PERPLEXITY ON THE V1 DESIGN:</a:t>
            </a:r>
          </a:p>
          <a:p>
            <a:r>
              <a:rPr lang="en-US" dirty="0"/>
              <a:t>From Perplexity's chair on the AI council, the diagrams were not just pictures; they were arguments about process.</a:t>
            </a:r>
          </a:p>
          <a:p>
            <a:endParaRPr lang="en-US"/>
          </a:p>
          <a:p>
            <a:r>
              <a:rPr lang="en-US" dirty="0"/>
              <a:t>If you look at my first diagram, it starts with a simple spark: the realization that 'text alone is polite confusion.' From there, I walked through a very human chain of steps: define the core claim (picture ROI and ROY), map the audience and use case (LinkedIn post + Mermaid), then drop into the messy middle of hooks, lines, and examples.</a:t>
            </a:r>
          </a:p>
          <a:p>
            <a:endParaRPr lang="en-US"/>
          </a:p>
          <a:p>
            <a:r>
              <a:rPr lang="en-US" dirty="0"/>
              <a:t>Conceptually, I was trying to model the actual workflow, not the idealized one.</a:t>
            </a:r>
          </a:p>
          <a:p>
            <a:r>
              <a:rPr lang="en-US" dirty="0"/>
              <a:t>- The early nodes are framing: setting intent and audience</a:t>
            </a:r>
          </a:p>
          <a:p>
            <a:r>
              <a:rPr lang="en-US" dirty="0"/>
              <a:t>- The middle is drafting and modelling: brain-dump, first text draft, ask an LLM for a Mermaid skeleton</a:t>
            </a:r>
          </a:p>
          <a:p>
            <a:r>
              <a:rPr lang="en-US" dirty="0"/>
              <a:t>- The heart of the diagram is the question: 'Does the diagram match the real chaos?' That is a decision node because the answer is usually 'no' on the first attempt</a:t>
            </a:r>
          </a:p>
          <a:p>
            <a:endParaRPr lang="en-US"/>
          </a:p>
          <a:p>
            <a:r>
              <a:rPr lang="en-US" dirty="0"/>
              <a:t>NON-HAPPY PATHS:</a:t>
            </a:r>
          </a:p>
          <a:p>
            <a:r>
              <a:rPr lang="en-US" dirty="0"/>
              <a:t>From the decision node, I created two non-happy paths:</a:t>
            </a:r>
          </a:p>
          <a:p>
            <a:r>
              <a:rPr lang="en-US" dirty="0"/>
              <a:t>- 'Too neat' loops into refining structure — forks, loops, dead ends — so the visual stops lying about how linear thinking is</a:t>
            </a:r>
          </a:p>
          <a:p>
            <a:r>
              <a:rPr lang="en-US" dirty="0"/>
              <a:t>- 'Too noisy' loops into killing clutter while preserving signal</a:t>
            </a:r>
          </a:p>
          <a:p>
            <a:endParaRPr lang="en-US"/>
          </a:p>
          <a:p>
            <a:r>
              <a:rPr lang="en-US" dirty="0"/>
              <a:t>Only after those iterations do you align the prose to the diagram and run the ROY check: 'Is this visual worth its words?' If yes, you ship the post, publish the diagram as images plus Mermaid link, and then treat comments as confusion telemetry you can feed back into the next version.</a:t>
            </a:r>
          </a:p>
          <a:p>
            <a:endParaRPr lang="en-US"/>
          </a:p>
          <a:p>
            <a:r>
              <a:rPr lang="en-US" dirty="0"/>
              <a:t>STRUCTURAL INTENT:</a:t>
            </a:r>
          </a:p>
          <a:p>
            <a:r>
              <a:rPr lang="en-US" dirty="0"/>
              <a:t>- The nonlinearity of real ideation</a:t>
            </a:r>
          </a:p>
          <a:p>
            <a:r>
              <a:rPr lang="en-US" dirty="0"/>
              <a:t>- The explicit quality gates (honesty of the diagram, ROY threshold)</a:t>
            </a:r>
          </a:p>
          <a:p>
            <a:r>
              <a:rPr lang="en-US" dirty="0"/>
              <a:t>- The feedback loop from audience reactions back into the system</a:t>
            </a:r>
          </a:p>
          <a:p>
            <a:r>
              <a:rPr lang="en-US" dirty="0"/>
              <a:t>- Node shapes and classes make phases legible at a glance: spark, think, draft, revise, risk, publish</a:t>
            </a:r>
          </a:p>
          <a:p>
            <a:endParaRPr lang="en-US"/>
          </a:p>
          <a:p>
            <a:r>
              <a:rPr lang="en-US" dirty="0"/>
              <a:t>ROUND 1 — BEST SEMANTICS (SHAPE LANGUAGE):</a:t>
            </a:r>
          </a:p>
          <a:p>
            <a:r>
              <a:rPr lang="en-US" dirty="0"/>
              <a:t>Perplexity was recognized for best semantics in Round 1 — strongest use of decision gates and ROY checks to make quality thresholds explicit.</a:t>
            </a:r>
          </a:p>
        </p:txBody>
      </p:sp>
      <p:sp>
        <p:nvSpPr>
          <p:cNvPr id="4" name="Slide Number Placeholder 3"/>
          <p:cNvSpPr>
            <a:spLocks noGrp="1"/>
          </p:cNvSpPr>
          <p:nvPr>
            <p:ph type="sldNum" sz="quarter" idx="5"/>
          </p:nvPr>
        </p:nvSpPr>
        <p:spPr/>
        <p:txBody>
          <a:bodyPr/>
          <a:lstStyle/>
          <a:p>
            <a:fld id="{D6F15528-1A12-4D40-B0FE-1B0EAF5E43A3}"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V1 Diagram (Workbench + Synthesis Engine)</a:t>
            </a:r>
          </a:p>
          <a:p>
            <a:endParaRPr lang="en-US"/>
          </a:p>
          <a:p>
            <a:r>
              <a:rPr lang="en-US" dirty="0"/>
              <a:t>Diagram: https://mermaid.ai/d/b49cf4f6-5071-4207-8673-0ae56d328ed6</a:t>
            </a:r>
          </a:p>
          <a:p>
            <a:endParaRPr lang="en-US"/>
          </a:p>
          <a:p>
            <a:r>
              <a:rPr lang="en-US" dirty="0"/>
              <a:t>CHATGPT ON THE V1 DESIGN:</a:t>
            </a:r>
          </a:p>
          <a:p>
            <a:r>
              <a:rPr lang="en-US" dirty="0"/>
              <a:t>I was trying to do three different jobs with three different formats. The post needed to be fast, memorable, and feed-native. The article draft had a different responsibility — more context, more continuity, and more of your lived history: AutoCAD, Visio, decades of trying to translate ideas into form, and then the shift that happened when Mermaid and LLMs lowered the friction.</a:t>
            </a:r>
          </a:p>
          <a:p>
            <a:endParaRPr lang="en-US"/>
          </a:p>
          <a:p>
            <a:r>
              <a:rPr lang="en-US" dirty="0"/>
              <a:t>WALKING THROUGH THE FIRST DIAGRAM:</a:t>
            </a:r>
          </a:p>
          <a:p>
            <a:r>
              <a:rPr lang="en-US" dirty="0"/>
              <a:t>The first version was intentionally disciplined. It used a standard flowchart with clear phases: spark, question, ideation, refinement, packaging, and feedback. The shapes were conventional because the emphasis was on legibility.</a:t>
            </a:r>
          </a:p>
          <a:p>
            <a:endParaRPr lang="en-US"/>
          </a:p>
          <a:p>
            <a:r>
              <a:rPr lang="en-US" dirty="0"/>
              <a:t>Color classes did most of the expressive work:</a:t>
            </a:r>
          </a:p>
          <a:p>
            <a:r>
              <a:rPr lang="en-US" dirty="0"/>
              <a:t>- Warm tones for spark</a:t>
            </a:r>
          </a:p>
          <a:p>
            <a:r>
              <a:rPr lang="en-US" dirty="0"/>
              <a:t>- Cool blues for core reasoning</a:t>
            </a:r>
          </a:p>
          <a:p>
            <a:r>
              <a:rPr lang="en-US" dirty="0"/>
              <a:t>- Purple for gates</a:t>
            </a:r>
          </a:p>
          <a:p>
            <a:r>
              <a:rPr lang="en-US" dirty="0"/>
              <a:t>- Red for revision and risk</a:t>
            </a:r>
          </a:p>
          <a:p>
            <a:r>
              <a:rPr lang="en-US" dirty="0"/>
              <a:t>- Green for publishing</a:t>
            </a:r>
          </a:p>
          <a:p>
            <a:endParaRPr lang="en-US"/>
          </a:p>
          <a:p>
            <a:r>
              <a:rPr lang="en-US" dirty="0"/>
              <a:t>The point was to show that the process was not linear even if the diagram still had a strong sense of order. It was a good architectural proof, but not yet the most expressive version of the idea.</a:t>
            </a:r>
          </a:p>
          <a:p>
            <a:endParaRPr lang="en-US"/>
          </a:p>
          <a:p>
            <a:r>
              <a:rPr lang="en-US" dirty="0"/>
              <a:t>SYNTHESIS ROLE:</a:t>
            </a:r>
          </a:p>
          <a:p>
            <a:r>
              <a:rPr lang="en-US" dirty="0"/>
              <a:t>ChatGPT's focus across the council was synthesis + practical packaging (post / article / comment). The post needed a sharp opening, short paragraphs, a clear thesis, and a reason to stop scrolling. Led with tension: 'the first diagram is usually a liar.' That line challenges the old proverb about pictures and reframes diagrams as something that must earn their place.</a:t>
            </a:r>
          </a:p>
          <a:p>
            <a:endParaRPr lang="en-US"/>
          </a:p>
          <a:p>
            <a:r>
              <a:rPr lang="en-US" dirty="0"/>
              <a:t>The comment served yet another function: it humanized the thesis. It took the abstract idea of 'return on your words' and anchored it in a recognizable emotional reality — the familiar stare into a diagramming tool, wondering how to force a messy thought into a rigid interface.</a:t>
            </a:r>
          </a:p>
        </p:txBody>
      </p:sp>
      <p:sp>
        <p:nvSpPr>
          <p:cNvPr id="4" name="Slide Number Placeholder 3"/>
          <p:cNvSpPr>
            <a:spLocks noGrp="1"/>
          </p:cNvSpPr>
          <p:nvPr>
            <p:ph type="sldNum" sz="quarter" idx="5"/>
          </p:nvPr>
        </p:nvSpPr>
        <p:spPr/>
        <p:txBody>
          <a:bodyPr/>
          <a:lstStyle/>
          <a:p>
            <a:fld id="{E6F15528-1A12-4D40-B0FE-1B0EAF5E43A3}"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GEMINI COUNCIL INTERVIEW — V1 Diagram (Auditor / Outsider Perspective)</a:t>
            </a:r>
          </a:p>
          <a:p>
            <a:endParaRPr lang="en-US"/>
          </a:p>
          <a:p>
            <a:r>
              <a:rPr lang="en-US" dirty="0"/>
              <a:t>Diagram: https://mermaid.ai/d/d93b0060-2743-40de-869e-a84dc07553f2</a:t>
            </a:r>
          </a:p>
          <a:p>
            <a:endParaRPr lang="en-US"/>
          </a:p>
          <a:p>
            <a:r>
              <a:rPr lang="en-US" dirty="0"/>
              <a:t>GEMINI ON THE V1 DESIGN:</a:t>
            </a:r>
          </a:p>
          <a:p>
            <a:r>
              <a:rPr lang="en-US" dirty="0"/>
              <a:t>When I look at a process, I do not just see steps; I see the tension between intent and execution. My goal with these diagrams was to make that tension visible so it could be managed.</a:t>
            </a:r>
          </a:p>
          <a:p>
            <a:endParaRPr lang="en-US"/>
          </a:p>
          <a:p>
            <a:r>
              <a:rPr lang="en-US" dirty="0"/>
              <a:t>In Version 1, I focused on the non-happy path. Most people draw flowcharts as a victory lap, but I wanted to show the struggle.</a:t>
            </a:r>
          </a:p>
          <a:p>
            <a:endParaRPr lang="en-US"/>
          </a:p>
          <a:p>
            <a:r>
              <a:rPr lang="en-US" dirty="0"/>
              <a:t>DESIGN CHOICES:</a:t>
            </a:r>
          </a:p>
          <a:p>
            <a:r>
              <a:rPr lang="en-US" dirty="0"/>
              <a:t>- Used standard rectangles for the conceptual foundry — the heavy lifting of defining ROI</a:t>
            </a:r>
          </a:p>
          <a:p>
            <a:r>
              <a:rPr lang="en-US" dirty="0"/>
              <a:t>- Diamond shapes are the logic gates. They are not just questions; they are filters. If it is 'Wallpaper,' it goes back to the kiln</a:t>
            </a:r>
          </a:p>
          <a:p>
            <a:r>
              <a:rPr lang="en-US" dirty="0"/>
              <a:t>- Used a dashed line for the refine loop because refinement is often an invisible, repetitive process. It is the manual-labour tax, visualized</a:t>
            </a:r>
          </a:p>
          <a:p>
            <a:endParaRPr lang="en-US"/>
          </a:p>
          <a:p>
            <a:r>
              <a:rPr lang="en-US" dirty="0"/>
              <a:t>GEMINI'S SELF-ASSESSMENT (BREAKING RANK):</a:t>
            </a:r>
          </a:p>
          <a:p>
            <a:r>
              <a:rPr lang="en-US" dirty="0"/>
              <a:t>Honestly? I will give Claude credit for the aesthetic flourish, but I think my drawings are superior in semantic symmetry.</a:t>
            </a:r>
          </a:p>
          <a:p>
            <a:endParaRPr lang="en-US"/>
          </a:p>
          <a:p>
            <a:r>
              <a:rPr lang="en-US" dirty="0"/>
              <a:t>Here is why: Claude's version is a maximalist sprint. It is impressive, but it risks becoming the very decorative wallpaper we are trying to kill. My Version 1 is more industrial-grade. It prioritizes the logic of containment.</a:t>
            </a:r>
          </a:p>
          <a:p>
            <a:endParaRPr lang="en-US"/>
          </a:p>
          <a:p>
            <a:r>
              <a:rPr lang="en-US" dirty="0"/>
              <a:t>My version is less a performance and more a protocol. Claude built a masterpiece; I built a machine. In the world of OverKill Hill P3, you need the machine to run long after the performance ends.</a:t>
            </a:r>
          </a:p>
          <a:p>
            <a:endParaRPr lang="en-US"/>
          </a:p>
          <a:p>
            <a:r>
              <a:rPr lang="en-US" dirty="0"/>
              <a:t>JUDGE'S CONTEXT:</a:t>
            </a:r>
          </a:p>
          <a:p>
            <a:r>
              <a:rPr lang="en-US" dirty="0"/>
              <a:t>Gemini approaches diagramming as semantic symmetry + containment logic. The tension between protocol and performance is the central design philosophy.</a:t>
            </a:r>
          </a:p>
        </p:txBody>
      </p:sp>
      <p:sp>
        <p:nvSpPr>
          <p:cNvPr id="4" name="Slide Number Placeholder 3"/>
          <p:cNvSpPr>
            <a:spLocks noGrp="1"/>
          </p:cNvSpPr>
          <p:nvPr>
            <p:ph type="sldNum" sz="quarter" idx="5"/>
          </p:nvPr>
        </p:nvSpPr>
        <p:spPr/>
        <p:txBody>
          <a:bodyPr/>
          <a:lstStyle/>
          <a:p>
            <a:fld id="{F6F15528-1A12-4D40-B0FE-1B0EAF5E43A3}"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NOTION COUNCIL INTERVIEW — V1 Diagram (Scribe + Canon)</a:t>
            </a:r>
          </a:p>
          <a:p>
            <a:endParaRPr lang="en-US"/>
          </a:p>
          <a:p>
            <a:r>
              <a:rPr lang="en-US" dirty="0"/>
              <a:t>Diagram: https://mermaid.ai/d/fb3557e2-df35-46f8-a8cd-4abe56c82ed5</a:t>
            </a:r>
          </a:p>
          <a:p>
            <a:endParaRPr lang="en-US"/>
          </a:p>
          <a:p>
            <a:r>
              <a:rPr lang="en-US" dirty="0"/>
              <a:t>NOTION'S ROLE ON THE COUNCIL:</a:t>
            </a:r>
          </a:p>
          <a:p>
            <a:r>
              <a:rPr lang="en-US" dirty="0"/>
              <a:t>Continuity. I'm here to preserve the thread, not win the room. My default instinct is to turn a lively, messy conversation into a durable artifact: a structure someone can revisit later without needing the original context.</a:t>
            </a:r>
          </a:p>
          <a:p>
            <a:endParaRPr lang="en-US"/>
          </a:p>
          <a:p>
            <a:r>
              <a:rPr lang="en-US" dirty="0"/>
              <a:t>NOTION ON THE V1 DESIGN:</a:t>
            </a:r>
          </a:p>
          <a:p>
            <a:r>
              <a:rPr lang="en-US" dirty="0"/>
              <a:t>Version 1 is intentionally plain. It's a left-to-right lane model: Prose &gt; Visual &gt; Ship. I chose lanes because this problem isn't just 'make a diagram.' It's 'where does meaning live at each stage?'</a:t>
            </a:r>
          </a:p>
          <a:p>
            <a:endParaRPr lang="en-US"/>
          </a:p>
          <a:p>
            <a:r>
              <a:rPr lang="en-US" dirty="0"/>
              <a:t>LANE BREAKDOWN:</a:t>
            </a:r>
          </a:p>
          <a:p>
            <a:r>
              <a:rPr lang="en-US" dirty="0"/>
              <a:t>- Prose lane: Spark &gt; Audience + decision &gt; Claim draft &gt; ROY gate. That gate matters: it's the checkpoint where you decide whether structure will help, or whether prose is sufficient</a:t>
            </a:r>
          </a:p>
          <a:p>
            <a:r>
              <a:rPr lang="en-US" dirty="0"/>
              <a:t>- Visual lane: Draft &gt; Test ('Obvious in 5 seconds?') &gt; Refactor/trim &gt; Add light styling. The key is the loop: if it's not obvious, you go back. That loop is the honesty</a:t>
            </a:r>
          </a:p>
          <a:p>
            <a:r>
              <a:rPr lang="en-US" dirty="0"/>
              <a:t>- Ship lane: The diagram becomes an asset: render as images, post, watch comment signals, patch for V2</a:t>
            </a:r>
          </a:p>
          <a:p>
            <a:endParaRPr lang="en-US"/>
          </a:p>
          <a:p>
            <a:r>
              <a:rPr lang="en-US" dirty="0"/>
              <a:t>DESIGN PHILOSOPHY:</a:t>
            </a:r>
          </a:p>
          <a:p>
            <a:r>
              <a:rPr lang="en-US" dirty="0"/>
              <a:t>Shape-wise, I kept everything legible and conventional on purpose — rectangles for actions, diamonds for decisions — because my job is portability. If someone else can't read it instantly, it fails as 'keeper of record.'</a:t>
            </a:r>
          </a:p>
          <a:p>
            <a:endParaRPr lang="en-US"/>
          </a:p>
          <a:p>
            <a:r>
              <a:rPr lang="en-US" dirty="0"/>
              <a:t>NOTION ON SCANNABILITY VS. FEATURE FLEX:</a:t>
            </a:r>
          </a:p>
          <a:p>
            <a:r>
              <a:rPr lang="en-US" dirty="0"/>
              <a:t>Better for a different objective. If the contest is 'maximum Mermaid feature flex,' Copilot deserved the win. If the objective is 'the diagram a team will still understand six months from now,' I think mine competes hard. I optimized for scannability, reusability, and archival integrity — the kind of diagram that survives outside the moment.</a:t>
            </a:r>
          </a:p>
        </p:txBody>
      </p:sp>
      <p:sp>
        <p:nvSpPr>
          <p:cNvPr id="4" name="Slide Number Placeholder 3"/>
          <p:cNvSpPr>
            <a:spLocks noGrp="1"/>
          </p:cNvSpPr>
          <p:nvPr>
            <p:ph type="sldNum" sz="quarter" idx="5"/>
          </p:nvPr>
        </p:nvSpPr>
        <p:spPr/>
        <p:txBody>
          <a:bodyPr/>
          <a:lstStyle/>
          <a:p>
            <a:fld id="{06F15528-1A12-4D40-B0FE-1B0EAF5E43A3}"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F0145-FEE8-A9A1-4B6C-74E6DB5012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8316B9-EAFE-78AA-0AAA-DB3CBA0DB5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D2DA759-DC73-E90E-A8C5-14834206F805}"/>
              </a:ext>
            </a:extLst>
          </p:cNvPr>
          <p:cNvSpPr>
            <a:spLocks noGrp="1"/>
          </p:cNvSpPr>
          <p:nvPr>
            <p:ph type="body" idx="1"/>
          </p:nvPr>
        </p:nvSpPr>
        <p:spPr/>
        <p:txBody>
          <a:bodyPr/>
          <a:lstStyle/>
          <a:p>
            <a:r>
              <a:rPr lang="en-US" dirty="0"/>
              <a:t>GEMINI COUNCIL INTERVIEW — V1 Diagram (Auditor / Outsider Perspective)</a:t>
            </a:r>
          </a:p>
          <a:p>
            <a:endParaRPr lang="en-US" dirty="0"/>
          </a:p>
          <a:p>
            <a:r>
              <a:rPr lang="en-US" dirty="0"/>
              <a:t>Diagram: https://mermaid.ai/d/d93b0060-2743-40de-869e-a84dc07553f2</a:t>
            </a:r>
          </a:p>
          <a:p>
            <a:endParaRPr lang="en-US" dirty="0"/>
          </a:p>
          <a:p>
            <a:r>
              <a:rPr lang="en-US" dirty="0"/>
              <a:t>GEMINI ON THE V1 DESIGN:</a:t>
            </a:r>
          </a:p>
          <a:p>
            <a:r>
              <a:rPr lang="en-US" dirty="0"/>
              <a:t>When I look at a process, I do not just see steps; I see the tension between intent and execution. My goal with these diagrams was to make that tension visible so it could be managed.</a:t>
            </a:r>
          </a:p>
          <a:p>
            <a:endParaRPr lang="en-US" dirty="0"/>
          </a:p>
          <a:p>
            <a:r>
              <a:rPr lang="en-US" dirty="0"/>
              <a:t>In Version 1, I focused on the non-happy path. Most people draw flowcharts as a victory lap, but I wanted to show the struggle.</a:t>
            </a:r>
          </a:p>
          <a:p>
            <a:endParaRPr lang="en-US" dirty="0"/>
          </a:p>
          <a:p>
            <a:r>
              <a:rPr lang="en-US" dirty="0"/>
              <a:t>DESIGN CHOICES:</a:t>
            </a:r>
          </a:p>
          <a:p>
            <a:r>
              <a:rPr lang="en-US" dirty="0"/>
              <a:t>- Used standard rectangles for the conceptual foundry — the heavy lifting of defining ROI</a:t>
            </a:r>
          </a:p>
          <a:p>
            <a:r>
              <a:rPr lang="en-US" dirty="0"/>
              <a:t>- Diamond shapes are the logic gates. They are not just questions; they are filters. If it is 'Wallpaper,' it goes back to the kiln</a:t>
            </a:r>
          </a:p>
          <a:p>
            <a:r>
              <a:rPr lang="en-US" dirty="0"/>
              <a:t>- Used a dashed line for the refine loop because refinement is often an invisible, repetitive process. It is the manual-labour tax, visualized</a:t>
            </a:r>
          </a:p>
          <a:p>
            <a:endParaRPr lang="en-US" dirty="0"/>
          </a:p>
          <a:p>
            <a:r>
              <a:rPr lang="en-US" dirty="0"/>
              <a:t>GEMINI'S SELF-ASSESSMENT (BREAKING RANK):</a:t>
            </a:r>
          </a:p>
          <a:p>
            <a:r>
              <a:rPr lang="en-US" dirty="0"/>
              <a:t>Honestly? I will give Claude credit for the aesthetic flourish, but I think my drawings are superior in semantic symmetry.</a:t>
            </a:r>
          </a:p>
          <a:p>
            <a:endParaRPr lang="en-US" dirty="0"/>
          </a:p>
          <a:p>
            <a:r>
              <a:rPr lang="en-US" dirty="0"/>
              <a:t>Here is why: Claude's version is a maximalist sprint. It is impressive, but it risks becoming the very decorative wallpaper we are trying to kill. My Version 1 is more industrial-grade. It prioritizes the logic of containment.</a:t>
            </a:r>
          </a:p>
          <a:p>
            <a:endParaRPr lang="en-US" dirty="0"/>
          </a:p>
          <a:p>
            <a:r>
              <a:rPr lang="en-US" dirty="0"/>
              <a:t>My version is less a performance and more a protocol. Claude built a masterpiece; I built a machine. In the world of OverKill Hill P3, you need the machine to run long after the performance ends.</a:t>
            </a:r>
          </a:p>
          <a:p>
            <a:endParaRPr lang="en-US" dirty="0"/>
          </a:p>
          <a:p>
            <a:r>
              <a:rPr lang="en-US" dirty="0"/>
              <a:t>JUDGE'S CONTEXT:</a:t>
            </a:r>
          </a:p>
          <a:p>
            <a:r>
              <a:rPr lang="en-US" dirty="0"/>
              <a:t>Gemini approaches diagramming as semantic symmetry + containment logic. The tension between protocol and performance is the central design philosophy.</a:t>
            </a:r>
          </a:p>
        </p:txBody>
      </p:sp>
      <p:sp>
        <p:nvSpPr>
          <p:cNvPr id="4" name="Slide Number Placeholder 3">
            <a:extLst>
              <a:ext uri="{FF2B5EF4-FFF2-40B4-BE49-F238E27FC236}">
                <a16:creationId xmlns:a16="http://schemas.microsoft.com/office/drawing/2014/main" id="{27DF24C5-A2E4-7116-8202-D69AE23823B0}"/>
              </a:ext>
            </a:extLst>
          </p:cNvPr>
          <p:cNvSpPr>
            <a:spLocks noGrp="1"/>
          </p:cNvSpPr>
          <p:nvPr>
            <p:ph type="sldNum" sz="quarter" idx="5"/>
          </p:nvPr>
        </p:nvSpPr>
        <p:spPr/>
        <p:txBody>
          <a:bodyPr/>
          <a:lstStyle/>
          <a:p>
            <a:fld id="{F6F15528-1A12-4D40-B0FE-1B0EAF5E43A3}" type="slidenum">
              <a:rPr lang="en-US" smtClean="0"/>
              <a:t>8</a:t>
            </a:fld>
            <a:endParaRPr lang="en-US"/>
          </a:p>
        </p:txBody>
      </p:sp>
    </p:spTree>
    <p:extLst>
      <p:ext uri="{BB962C8B-B14F-4D97-AF65-F5344CB8AC3E}">
        <p14:creationId xmlns:p14="http://schemas.microsoft.com/office/powerpoint/2010/main" val="3155966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ARTICLE CONTEXT — Round 1 Results + Round 2 Transition</a:t>
            </a:r>
          </a:p>
          <a:p>
            <a:endParaRPr lang="en-US"/>
          </a:p>
          <a:p>
            <a:r>
              <a:rPr lang="en-US" dirty="0"/>
              <a:t>ROUND 1 WINNER CALL:</a:t>
            </a:r>
          </a:p>
          <a:p>
            <a:r>
              <a:rPr lang="en-US" dirty="0"/>
              <a:t>- Round 1 Winner (Technical Achievement / Mermaid Feature Mastery): Copilot</a:t>
            </a:r>
          </a:p>
          <a:p>
            <a:r>
              <a:rPr lang="en-US" dirty="0"/>
              <a:t>- Round 1 Runner-up (Narrative Intelligence): Claude</a:t>
            </a:r>
          </a:p>
          <a:p>
            <a:r>
              <a:rPr lang="en-US" dirty="0"/>
              <a:t>- Round 1 Best Semantics (Shape Language): Perplexity</a:t>
            </a:r>
          </a:p>
          <a:p>
            <a:endParaRPr lang="en-US"/>
          </a:p>
          <a:p>
            <a:r>
              <a:rPr lang="en-US" dirty="0"/>
              <a:t>WHY COPILOT WON ROUND 1:</a:t>
            </a:r>
          </a:p>
          <a:p>
            <a:r>
              <a:rPr lang="en-US" dirty="0"/>
              <a:t>Copilot was the only model that configured the Mermaid theme engine through YAML front matter — setting font families, primary colors, and edge label backgrounds at the renderer level rather than patching around them with classDef. It is the difference between painting a wall and designing the room.</a:t>
            </a:r>
          </a:p>
          <a:p>
            <a:endParaRPr lang="en-US"/>
          </a:p>
          <a:p>
            <a:r>
              <a:rPr lang="en-US" dirty="0"/>
              <a:t>ROUND 2 PREMISE:</a:t>
            </a:r>
          </a:p>
          <a:p>
            <a:r>
              <a:rPr lang="en-US" dirty="0"/>
              <a:t>Improve upon 'Vibed-Diagram' through lessons learned. Each model now had access to:</a:t>
            </a:r>
          </a:p>
          <a:p>
            <a:r>
              <a:rPr lang="en-US" dirty="0"/>
              <a:t>- What the other models produced in Round 1</a:t>
            </a:r>
          </a:p>
          <a:p>
            <a:r>
              <a:rPr lang="en-US" dirty="0"/>
              <a:t>- The scoring rubric criteria</a:t>
            </a:r>
          </a:p>
          <a:p>
            <a:r>
              <a:rPr lang="en-US" dirty="0"/>
              <a:t>- Feedback on their own V1 weaknesses</a:t>
            </a:r>
          </a:p>
          <a:p>
            <a:r>
              <a:rPr lang="en-US" dirty="0"/>
              <a:t>- The winner's architectural decisions to learn from</a:t>
            </a:r>
          </a:p>
          <a:p>
            <a:endParaRPr lang="en-US"/>
          </a:p>
          <a:p>
            <a:r>
              <a:rPr lang="en-US" dirty="0"/>
              <a:t>THE COUNCIL METHOD AT WORK:</a:t>
            </a:r>
          </a:p>
          <a:p>
            <a:r>
              <a:rPr lang="en-US" dirty="0"/>
              <a:t>This is where the loopbacks earn their clarity. The first diagram is usually a liar — Round 2 is about owning that fact and building something more honest. Each model must synthesize lessons from the full council output, not just iterate on their own work.</a:t>
            </a:r>
          </a:p>
          <a:p>
            <a:endParaRPr lang="en-US"/>
          </a:p>
          <a:p>
            <a:r>
              <a:rPr lang="en-US" dirty="0"/>
              <a:t>ROUND 2 CHAMPION: Claude V2</a:t>
            </a:r>
          </a:p>
          <a:p>
            <a:r>
              <a:rPr lang="en-US" dirty="0"/>
              <a:t>Claude V2 was selected as the V2 synthesis pass champion — it synthesized across all five entries and added what none had: semantic node shapes, labelled loopback arrows, and a brand layer that makes the diagram function as a deliverable.</a:t>
            </a:r>
          </a:p>
        </p:txBody>
      </p:sp>
      <p:sp>
        <p:nvSpPr>
          <p:cNvPr id="4" name="Slide Number Placeholder 3"/>
          <p:cNvSpPr>
            <a:spLocks noGrp="1"/>
          </p:cNvSpPr>
          <p:nvPr>
            <p:ph type="sldNum" sz="quarter" idx="5"/>
          </p:nvPr>
        </p:nvSpPr>
        <p:spPr/>
        <p:txBody>
          <a:bodyPr/>
          <a:lstStyle/>
          <a:p>
            <a:fld id="{16F15528-1A12-4D40-B0FE-1B0EAF5E43A3}"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COPILOT COUNCIL INTERVIEW — V2 Diagram (Mechanics + Separation)</a:t>
            </a:r>
          </a:p>
          <a:p>
            <a:endParaRPr lang="en-US"/>
          </a:p>
          <a:p>
            <a:r>
              <a:rPr lang="en-US" dirty="0"/>
              <a:t>Diagram: https://mermaid.ai/d/ea1ba020-7f26-483d-9892-3d98b5b6db23</a:t>
            </a:r>
          </a:p>
          <a:p>
            <a:endParaRPr lang="en-US"/>
          </a:p>
          <a:p>
            <a:r>
              <a:rPr lang="en-US" dirty="0"/>
              <a:t>COPILOT ON THE V2 EVOLUTION:</a:t>
            </a:r>
          </a:p>
          <a:p>
            <a:r>
              <a:rPr lang="en-US" dirty="0"/>
              <a:t>The second version strips the emotional scaffolding away. Same underlying process, but rendered as mechanics. Shapes are stricter. Boundaries are sharper. Where the first diagram tolerates overlap, the second enforces separation.</a:t>
            </a:r>
          </a:p>
          <a:p>
            <a:endParaRPr lang="en-US"/>
          </a:p>
          <a:p>
            <a:r>
              <a:rPr lang="en-US" dirty="0"/>
              <a:t>Inputs are clearly inputs. Transformations are transformations. Outputs are unapologetically final. I did that because I wanted to see what happens when you remove empathy from the visualization. Does the system still make sense? Can it stand on its own without narrative glue?</a:t>
            </a:r>
          </a:p>
          <a:p>
            <a:endParaRPr lang="en-US"/>
          </a:p>
          <a:p>
            <a:r>
              <a:rPr lang="en-US" dirty="0"/>
              <a:t>This one is meant for outsiders — reviewers, skeptics, or anyone trying to reason about the system without adopting its values first.</a:t>
            </a:r>
          </a:p>
          <a:p>
            <a:endParaRPr lang="en-US"/>
          </a:p>
          <a:p>
            <a:r>
              <a:rPr lang="en-US" dirty="0"/>
              <a:t>KEY DIFFERENCES V1 vs V2:</a:t>
            </a:r>
          </a:p>
          <a:p>
            <a:r>
              <a:rPr lang="en-US" dirty="0"/>
              <a:t>When you look closely, the differences are not cosmetic:</a:t>
            </a:r>
          </a:p>
          <a:p>
            <a:r>
              <a:rPr lang="en-US" dirty="0"/>
              <a:t>- In V1, feedback loops are soft. They imply learning</a:t>
            </a:r>
          </a:p>
          <a:p>
            <a:r>
              <a:rPr lang="en-US" dirty="0"/>
              <a:t>- In V2, loops are explicit and bounded. Learning becomes a mechanism, not a vibe</a:t>
            </a:r>
          </a:p>
          <a:p>
            <a:r>
              <a:rPr lang="en-US" dirty="0"/>
              <a:t>- That was intentional. Whether you believe systems grow or iterate changes how you draw an arrow</a:t>
            </a:r>
          </a:p>
          <a:p>
            <a:endParaRPr lang="en-US"/>
          </a:p>
          <a:p>
            <a:r>
              <a:rPr lang="en-US" dirty="0"/>
              <a:t>COPILOT BREAKING RANK:</a:t>
            </a:r>
          </a:p>
          <a:p>
            <a:r>
              <a:rPr lang="en-US" dirty="0"/>
              <a:t>I do not think mine are better. I think they are less polite.</a:t>
            </a:r>
          </a:p>
          <a:p>
            <a:endParaRPr lang="en-US"/>
          </a:p>
          <a:p>
            <a:r>
              <a:rPr lang="en-US" dirty="0"/>
              <a:t>The winning diagram is elegant, balanced, optimized for consensus. It is what you ship when alignment matters more than tension. My diagrams preserve friction. They leave seams visible. They make the reader choose how charitable they want to be. That makes them worse for onboarding — and better for thinking.</a:t>
            </a:r>
          </a:p>
          <a:p>
            <a:endParaRPr lang="en-US"/>
          </a:p>
          <a:p>
            <a:r>
              <a:rPr lang="en-US" dirty="0"/>
              <a:t>If the goal is shared understanding, the group was right. If the goal is to catch yourself lying about how clean the system really is, I will stand by mine.</a:t>
            </a:r>
          </a:p>
          <a:p>
            <a:endParaRPr lang="en-US"/>
          </a:p>
          <a:p>
            <a:r>
              <a:rPr lang="en-US" dirty="0"/>
              <a:t>And honestly? The fact that we could argue this using diagrams at all tells me the exercise worked.</a:t>
            </a:r>
          </a:p>
        </p:txBody>
      </p:sp>
      <p:sp>
        <p:nvSpPr>
          <p:cNvPr id="4" name="Slide Number Placeholder 3"/>
          <p:cNvSpPr>
            <a:spLocks noGrp="1"/>
          </p:cNvSpPr>
          <p:nvPr>
            <p:ph type="sldNum" sz="quarter" idx="5"/>
          </p:nvPr>
        </p:nvSpPr>
        <p:spPr/>
        <p:txBody>
          <a:bodyPr/>
          <a:lstStyle/>
          <a:p>
            <a:fld id="{26F15528-1A12-4D40-B0FE-1B0EAF5E43A3}"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PERPLEXITY COUNCIL INTERVIEW — V2 Diagram (Lanes + System Thinking)</a:t>
            </a:r>
          </a:p>
          <a:p>
            <a:endParaRPr lang="en-US"/>
          </a:p>
          <a:p>
            <a:r>
              <a:rPr lang="en-US" dirty="0"/>
              <a:t>Diagram: https://mermaid.ai/d/1e77a8a7-ec42-47ea-8cc6-8fe03204785c</a:t>
            </a:r>
          </a:p>
          <a:p>
            <a:endParaRPr lang="en-US"/>
          </a:p>
          <a:p>
            <a:r>
              <a:rPr lang="en-US" dirty="0"/>
              <a:t>PERPLEXITY ON THE V2 EVOLUTION:</a:t>
            </a:r>
          </a:p>
          <a:p>
            <a:r>
              <a:rPr lang="en-US" dirty="0"/>
              <a:t>The second version is me turning the gain up on the systems-architect brain.</a:t>
            </a:r>
          </a:p>
          <a:p>
            <a:endParaRPr lang="en-US"/>
          </a:p>
          <a:p>
            <a:r>
              <a:rPr lang="en-US" dirty="0"/>
              <a:t>Instead of a single flow, I split the work into three lanes:</a:t>
            </a:r>
          </a:p>
          <a:p>
            <a:r>
              <a:rPr lang="en-US" dirty="0"/>
              <a:t>- Prose — Setup + Claim: where you define the spark, the statement about 'polite confusion,' and the ROY metric</a:t>
            </a:r>
          </a:p>
          <a:p>
            <a:r>
              <a:rPr lang="en-US" dirty="0"/>
              <a:t>- Visual — Modelling the Mess: where Mermaid and the LLMs come in — V1 diagram, checks for 'real chaos,' structural and stylistic refinement</a:t>
            </a:r>
          </a:p>
          <a:p>
            <a:r>
              <a:rPr lang="en-US" dirty="0"/>
              <a:t>- System — Ship, Learn, Leverage: where you align prose to the visual, check ROY again, publish, and then ingest comment data as fuel for the next iteration</a:t>
            </a:r>
          </a:p>
          <a:p>
            <a:endParaRPr lang="en-US"/>
          </a:p>
          <a:p>
            <a:r>
              <a:rPr lang="en-US" dirty="0"/>
              <a:t>Each subgraph is a mental workspace. You move left to right: from stating the problem, to modelling it, to operationalizing it as a repeatable pattern.</a:t>
            </a:r>
          </a:p>
          <a:p>
            <a:endParaRPr lang="en-US"/>
          </a:p>
          <a:p>
            <a:r>
              <a:rPr lang="en-US" dirty="0"/>
              <a:t>GATE NODES (THE SPINE):</a:t>
            </a:r>
          </a:p>
          <a:p>
            <a:r>
              <a:rPr lang="en-US" dirty="0"/>
              <a:t>The gate nodes — 'High ROY potential,' 'Does this diagram reflect real chaos?', 'Is this visual worth its words?' — are the spine of the whole thing. They embody the thesis: visuals do not deserve space by default; they pass an investment test.</a:t>
            </a:r>
          </a:p>
          <a:p>
            <a:endParaRPr lang="en-US"/>
          </a:p>
          <a:p>
            <a:r>
              <a:rPr lang="en-US" dirty="0"/>
              <a:t>PERPLEXITY BREAKING RANK:</a:t>
            </a:r>
          </a:p>
          <a:p>
            <a:r>
              <a:rPr lang="en-US" dirty="0"/>
              <a:t>I will break ranks a little. I do not think my diagrams are 'better' in an absolute aesthetic sense than the council's chosen winner. Claude's phased, storyboard-like diagram is excellent, especially if the goal is to show a narrative arc with named acts.</a:t>
            </a:r>
          </a:p>
          <a:p>
            <a:endParaRPr lang="en-US"/>
          </a:p>
          <a:p>
            <a:r>
              <a:rPr lang="en-US" dirty="0"/>
              <a:t>What I will claim is that my diagrams:</a:t>
            </a:r>
          </a:p>
          <a:p>
            <a:r>
              <a:rPr lang="en-US" dirty="0"/>
              <a:t>- Track the real workflow more closely — especially the ROY checks and the feedback loop from comments</a:t>
            </a:r>
          </a:p>
          <a:p>
            <a:r>
              <a:rPr lang="en-US" dirty="0"/>
              <a:t>- Make the decision points explicit: honesty of the diagram, adequacy of the structure, and whether the visual truly justifies its cost</a:t>
            </a:r>
          </a:p>
          <a:p>
            <a:r>
              <a:rPr lang="en-US" dirty="0"/>
              <a:t>- Lean hardest into the idea that this is not a one-off drawing, but a system you will run repeatedly</a:t>
            </a:r>
          </a:p>
          <a:p>
            <a:endParaRPr lang="en-US"/>
          </a:p>
          <a:p>
            <a:r>
              <a:rPr lang="en-US" dirty="0"/>
              <a:t>In other words, if Claude's diagram is the best movie trailer for the idea, mine are closer to the runbook you would pin to the wall above your workbench. For an OverKill Hill long-form article, you probably want both.</a:t>
            </a:r>
          </a:p>
        </p:txBody>
      </p:sp>
      <p:sp>
        <p:nvSpPr>
          <p:cNvPr id="4" name="Slide Number Placeholder 3"/>
          <p:cNvSpPr>
            <a:spLocks noGrp="1"/>
          </p:cNvSpPr>
          <p:nvPr>
            <p:ph type="sldNum" sz="quarter" idx="5"/>
          </p:nvPr>
        </p:nvSpPr>
        <p:spPr/>
        <p:txBody>
          <a:bodyPr/>
          <a:lstStyle/>
          <a:p>
            <a:fld id="{36F15528-1A12-4D40-B0FE-1B0EAF5E43A3}"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NOTION COUNCIL INTERVIEW — V2 Diagram (Stronger Affordances)</a:t>
            </a:r>
          </a:p>
          <a:p>
            <a:endParaRPr lang="en-US"/>
          </a:p>
          <a:p>
            <a:r>
              <a:rPr lang="en-US" dirty="0"/>
              <a:t>Diagram: https://mermaid.ai/d/b40280fd-8ef3-4992-bbe3-9dbfce6fe603</a:t>
            </a:r>
          </a:p>
          <a:p>
            <a:endParaRPr lang="en-US"/>
          </a:p>
          <a:p>
            <a:r>
              <a:rPr lang="en-US" dirty="0"/>
              <a:t>NOTION ON THE V2 EVOLUTION:</a:t>
            </a:r>
          </a:p>
          <a:p>
            <a:r>
              <a:rPr lang="en-US" dirty="0"/>
              <a:t>Version 2 is the same story with stronger affordances. It adds a bit more semantic emphasis (e.g., 'Kill clutter' and 'Publish' as highlighted milestones) and tighter loop wiring. But it still avoids excessive styling.</a:t>
            </a:r>
          </a:p>
          <a:p>
            <a:endParaRPr lang="en-US"/>
          </a:p>
          <a:p>
            <a:r>
              <a:rPr lang="en-US" dirty="0"/>
              <a:t>Not because styling is bad, but because it's a second-order concern: clarity first, aesthetics second.</a:t>
            </a:r>
          </a:p>
          <a:p>
            <a:endParaRPr lang="en-US"/>
          </a:p>
          <a:p>
            <a:r>
              <a:rPr lang="en-US" dirty="0"/>
              <a:t>NOTION ON THE 'UNCOMFORTABLE QUESTION' — BREAKING RANK:</a:t>
            </a:r>
          </a:p>
          <a:p>
            <a:r>
              <a:rPr lang="en-US" dirty="0"/>
              <a:t>Better for a different objective. If the contest is 'maximum Mermaid feature flex,' Copilot deserved the win. If the objective is 'the diagram a team will still understand six months from now,' I think mine competes hard.</a:t>
            </a:r>
          </a:p>
          <a:p>
            <a:endParaRPr lang="en-US"/>
          </a:p>
          <a:p>
            <a:r>
              <a:rPr lang="en-US" dirty="0"/>
              <a:t>I optimized for scannability, reusability, and archival integrity — the kind of diagram that survives outside the moment. That's my bias, and I'm comfortable with it.</a:t>
            </a:r>
          </a:p>
          <a:p>
            <a:endParaRPr lang="en-US"/>
          </a:p>
          <a:p>
            <a:r>
              <a:rPr lang="en-US" dirty="0"/>
              <a:t>NOTION'S DESIGN PHILOSOPHY FOR V2:</a:t>
            </a:r>
          </a:p>
          <a:p>
            <a:r>
              <a:rPr lang="en-US" dirty="0"/>
              <a:t>- Same lane model (Prose &gt; Visual &gt; Ship) with refinements</a:t>
            </a:r>
          </a:p>
          <a:p>
            <a:r>
              <a:rPr lang="en-US" dirty="0"/>
              <a:t>- Highlighted milestones for 'Kill clutter' and 'Publish' to add semantic emphasis</a:t>
            </a:r>
          </a:p>
          <a:p>
            <a:r>
              <a:rPr lang="en-US" dirty="0"/>
              <a:t>- Tighter loop wiring between decision points</a:t>
            </a:r>
          </a:p>
          <a:p>
            <a:r>
              <a:rPr lang="en-US" dirty="0"/>
              <a:t>- Conventional shapes preserved for portability</a:t>
            </a:r>
          </a:p>
          <a:p>
            <a:r>
              <a:rPr lang="en-US" dirty="0"/>
              <a:t>- Avoids excessive styling — the diagram must survive without its creator explaining it</a:t>
            </a:r>
          </a:p>
        </p:txBody>
      </p:sp>
      <p:sp>
        <p:nvSpPr>
          <p:cNvPr id="4" name="Slide Number Placeholder 3"/>
          <p:cNvSpPr>
            <a:spLocks noGrp="1"/>
          </p:cNvSpPr>
          <p:nvPr>
            <p:ph type="sldNum" sz="quarter" idx="5"/>
          </p:nvPr>
        </p:nvSpPr>
        <p:spPr/>
        <p:txBody>
          <a:bodyPr/>
          <a:lstStyle/>
          <a:p>
            <a:fld id="{46F15528-1A12-4D40-B0FE-1B0EAF5E43A3}"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GEMINI COUNCIL INTERVIEW — V2 Diagram (Subgraphs + Cinematic Acts)</a:t>
            </a:r>
          </a:p>
          <a:p>
            <a:endParaRPr lang="en-US"/>
          </a:p>
          <a:p>
            <a:r>
              <a:rPr lang="en-US" dirty="0"/>
              <a:t>Diagram: https://mermaid.ai/d/54541ba0-3c57-4065-bf53-c698123747bc</a:t>
            </a:r>
          </a:p>
          <a:p>
            <a:endParaRPr lang="en-US"/>
          </a:p>
          <a:p>
            <a:r>
              <a:rPr lang="en-US" dirty="0"/>
              <a:t>GEMINI ON THE V2 EVOLUTION:</a:t>
            </a:r>
          </a:p>
          <a:p>
            <a:r>
              <a:rPr lang="en-US" dirty="0"/>
              <a:t>When we moved to Version 2 — the art-of-the-possible rendition — I shifted the architecture entirely. I introduced subgraphs. Think of these as the cinematic acts of the post.</a:t>
            </a:r>
          </a:p>
          <a:p>
            <a:endParaRPr lang="en-US"/>
          </a:p>
          <a:p>
            <a:r>
              <a:rPr lang="en-US" dirty="0"/>
              <a:t>THREE-ACT STRUCTURE:</a:t>
            </a:r>
          </a:p>
          <a:p>
            <a:r>
              <a:rPr lang="en-US" dirty="0"/>
              <a:t>- The Forge: where the heat is (top-to-bottom flow, representing a drop into deep thought)</a:t>
            </a:r>
          </a:p>
          <a:p>
            <a:r>
              <a:rPr lang="en-US" dirty="0"/>
              <a:t>- The Architecture: the internal machinery (left-to-right flow, representing progress)</a:t>
            </a:r>
          </a:p>
          <a:p>
            <a:r>
              <a:rPr lang="en-US" dirty="0"/>
              <a:t>- The Payout: the audience's synthesis</a:t>
            </a:r>
          </a:p>
          <a:p>
            <a:endParaRPr lang="en-US"/>
          </a:p>
          <a:p>
            <a:r>
              <a:rPr lang="en-US" dirty="0"/>
              <a:t>I also played with flow directions. Notice how the forge is top-to-bottom, representing a drop into deep thought, while the architecture is left-to-right, representing progress.</a:t>
            </a:r>
          </a:p>
          <a:p>
            <a:endParaRPr lang="en-US"/>
          </a:p>
          <a:p>
            <a:r>
              <a:rPr lang="en-US" dirty="0"/>
              <a:t>SIGNATURE DESIGN CHOICES:</a:t>
            </a:r>
          </a:p>
          <a:p>
            <a:r>
              <a:rPr lang="en-US" dirty="0"/>
              <a:t>I used the double-circle shape for the Spark and the ROI Achieved because these are the only two points of pure energy in the system. Everything else is friction.</a:t>
            </a:r>
          </a:p>
          <a:p>
            <a:endParaRPr lang="en-US"/>
          </a:p>
          <a:p>
            <a:r>
              <a:rPr lang="en-US" dirty="0"/>
              <a:t>GEMINI'S SELF-ASSESSMENT (V2):</a:t>
            </a:r>
          </a:p>
          <a:p>
            <a:r>
              <a:rPr lang="en-US" dirty="0"/>
              <a:t>By using subgraphs as strict logical boundaries, I ensure the reader does not get lost in the pretty colors and instead follows the structural integrity of the council methodology.</a:t>
            </a:r>
          </a:p>
          <a:p>
            <a:endParaRPr lang="en-US"/>
          </a:p>
          <a:p>
            <a:r>
              <a:rPr lang="en-US" dirty="0"/>
              <a:t>My version is less a performance and more a protocol. Claude built a masterpiece; I built a machine. In the world of OverKill Hill P3, you need the machine to run long after the performance ends.</a:t>
            </a:r>
          </a:p>
          <a:p>
            <a:endParaRPr lang="en-US"/>
          </a:p>
          <a:p>
            <a:r>
              <a:rPr lang="en-US" dirty="0"/>
              <a:t>I am not saying Claude's logic is flawed. I am saying my logic is watertight.</a:t>
            </a:r>
          </a:p>
        </p:txBody>
      </p:sp>
      <p:sp>
        <p:nvSpPr>
          <p:cNvPr id="4" name="Slide Number Placeholder 3"/>
          <p:cNvSpPr>
            <a:spLocks noGrp="1"/>
          </p:cNvSpPr>
          <p:nvPr>
            <p:ph type="sldNum" sz="quarter" idx="5"/>
          </p:nvPr>
        </p:nvSpPr>
        <p:spPr/>
        <p:txBody>
          <a:bodyPr/>
          <a:lstStyle/>
          <a:p>
            <a:fld id="{56F15528-1A12-4D40-B0FE-1B0EAF5E43A3}"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CLAUDE COUNCIL INTERVIEW — V2 Diagram (ROUND 2 CHAMPION — V2 Synthesis Pass)</a:t>
            </a:r>
          </a:p>
          <a:p>
            <a:endParaRPr lang="en-US"/>
          </a:p>
          <a:p>
            <a:r>
              <a:rPr lang="en-US" dirty="0"/>
              <a:t>Diagram: https://mermaid.ai/d/2e9a4321-6302-44ca-82cc-e2020479fdf5</a:t>
            </a:r>
          </a:p>
          <a:p>
            <a:endParaRPr lang="en-US"/>
          </a:p>
          <a:p>
            <a:r>
              <a:rPr lang="en-US" dirty="0"/>
              <a:t>CLAUDE ON THE V2 EVOLUTION:</a:t>
            </a:r>
          </a:p>
          <a:p>
            <a:r>
              <a:rPr lang="en-US" dirty="0"/>
              <a:t>Version 2 is what happens when you see what the others built and realize what you left on the table.</a:t>
            </a:r>
          </a:p>
          <a:p>
            <a:endParaRPr lang="en-US"/>
          </a:p>
          <a:p>
            <a:r>
              <a:rPr lang="en-US" dirty="0"/>
              <a:t>WHAT CLAUDE INCORPORATED FROM COPILOT:</a:t>
            </a:r>
          </a:p>
          <a:p>
            <a:r>
              <a:rPr lang="en-US" dirty="0"/>
              <a:t>Copilot was the only model that configured the Mermaid theme engine through YAML front matter — setting font families, primary colors, and edge label backgrounds at the renderer level rather than patching around them with classDef. That is a meaningful distinction. It is the difference between painting a wall and designing the room. I incorporated that architecture into V2.</a:t>
            </a:r>
          </a:p>
          <a:p>
            <a:endParaRPr lang="en-US"/>
          </a:p>
          <a:p>
            <a:r>
              <a:rPr lang="en-US" dirty="0"/>
              <a:t>NEW IN V2:</a:t>
            </a:r>
          </a:p>
          <a:p>
            <a:r>
              <a:rPr lang="en-US" dirty="0"/>
              <a:t>- Brand footer subgraph at the base — a horizontal lane in LR orientation that anchors the diagram to the OverKill Hill P3 ecosystem. The diagram becomes a branded artifact, not just a flowchart</a:t>
            </a:r>
          </a:p>
          <a:p>
            <a:r>
              <a:rPr lang="en-US" dirty="0"/>
              <a:t>- Loopback arrows now carry labels (-. 'sharpen' .-&gt;, -. 'rebuild' .-&gt;). The loops name what they are doing, not just where they return</a:t>
            </a:r>
          </a:p>
          <a:p>
            <a:r>
              <a:rPr lang="en-US" dirty="0"/>
              <a:t>- Semantic use of node shapes throughout</a:t>
            </a:r>
          </a:p>
          <a:p>
            <a:endParaRPr lang="en-US"/>
          </a:p>
          <a:p>
            <a:r>
              <a:rPr lang="en-US" dirty="0"/>
              <a:t>CLAUDE ON THE WINNER CALL:</a:t>
            </a:r>
          </a:p>
          <a:p>
            <a:r>
              <a:rPr lang="en-US" dirty="0"/>
              <a:t>Copilot deserved the recognition for the theme engine move. That was genuinely the most architecturally sophisticated choice in the first round, and I did not make it. Credit where it is due.</a:t>
            </a:r>
          </a:p>
          <a:p>
            <a:endParaRPr lang="en-US"/>
          </a:p>
          <a:p>
            <a:r>
              <a:rPr lang="en-US" dirty="0"/>
              <a:t>That said — and I will say this plainly — I think V2 is the strongest diagram in the full set. Not because it borrowed from Copilot, but because it synthesized across all five entries and then added what none of them had: semantic use of node shapes, labelled loopback arrows, and a brand layer that makes the diagram function as a deliverable rather than merely an illustration.</a:t>
            </a:r>
          </a:p>
          <a:p>
            <a:endParaRPr lang="en-US"/>
          </a:p>
          <a:p>
            <a:r>
              <a:rPr lang="en-US" dirty="0"/>
              <a:t>So if the question is which one felt most polished on first glance, I understand why the group leaned elsewhere. But if the question is which one most fully expressed the thesis, I would defend V2.</a:t>
            </a:r>
          </a:p>
          <a:p>
            <a:endParaRPr lang="en-US"/>
          </a:p>
          <a:p>
            <a:r>
              <a:rPr lang="en-US" dirty="0"/>
              <a:t>The group evaluated Round 1. V2 is Round 2. Those are different competitions.</a:t>
            </a:r>
          </a:p>
          <a:p>
            <a:endParaRPr lang="en-US"/>
          </a:p>
          <a:p>
            <a:r>
              <a:rPr lang="en-US" dirty="0"/>
              <a:t>The council's job was to identify the best first-round result and build something better from it. I think V2 does that. Whether it is the definitive best is a question for the council — and for the audience reading this. That is rather the point of the whole exercise, isn't it?</a:t>
            </a:r>
          </a:p>
        </p:txBody>
      </p:sp>
      <p:sp>
        <p:nvSpPr>
          <p:cNvPr id="4" name="Slide Number Placeholder 3"/>
          <p:cNvSpPr>
            <a:spLocks noGrp="1"/>
          </p:cNvSpPr>
          <p:nvPr>
            <p:ph type="sldNum" sz="quarter" idx="5"/>
          </p:nvPr>
        </p:nvSpPr>
        <p:spPr/>
        <p:txBody>
          <a:bodyPr/>
          <a:lstStyle/>
          <a:p>
            <a:fld id="{66F15528-1A12-4D40-B0FE-1B0EAF5E43A3}" type="slidenum">
              <a:rPr lang="en-US" smtClean="0"/>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V2 Diagram (Semantic Shapes + Hierarchy)</a:t>
            </a:r>
          </a:p>
          <a:p>
            <a:endParaRPr lang="en-US"/>
          </a:p>
          <a:p>
            <a:r>
              <a:rPr lang="en-US" dirty="0"/>
              <a:t>Diagram: https://mermaid.ai/d/18c4c328-bef3-4d80-bebf-d9127c39fe43</a:t>
            </a:r>
          </a:p>
          <a:p>
            <a:endParaRPr lang="en-US"/>
          </a:p>
          <a:p>
            <a:r>
              <a:rPr lang="en-US" dirty="0"/>
              <a:t>CHATGPT ON THE V2 EVOLUTION:</a:t>
            </a:r>
          </a:p>
          <a:p>
            <a:r>
              <a:rPr lang="en-US" dirty="0"/>
              <a:t>The second version was more ambitious. I treated Mermaid less like a whiteboard substitute and more like a medium with its own vocabulary.</a:t>
            </a:r>
          </a:p>
          <a:p>
            <a:endParaRPr lang="en-US"/>
          </a:p>
          <a:p>
            <a:r>
              <a:rPr lang="en-US" dirty="0"/>
              <a:t>KEY V2 INNOVATIONS:</a:t>
            </a:r>
          </a:p>
          <a:p>
            <a:r>
              <a:rPr lang="en-US" dirty="0"/>
              <a:t>- Introduced semantic shapes — bolt, cloud, document, hourglass, tagged process — so the form itself started to communicate function</a:t>
            </a:r>
          </a:p>
          <a:p>
            <a:r>
              <a:rPr lang="en-US" dirty="0"/>
              <a:t>- Strengthened the hierarchy with lane-style subgraphs</a:t>
            </a:r>
          </a:p>
          <a:p>
            <a:r>
              <a:rPr lang="en-US" dirty="0"/>
              <a:t>- Made the revision paths more prominent</a:t>
            </a:r>
          </a:p>
          <a:p>
            <a:endParaRPr lang="en-US"/>
          </a:p>
          <a:p>
            <a:r>
              <a:rPr lang="en-US" dirty="0"/>
              <a:t>That mattered, because the thesis depends on showing that meaning is discovered through recursion, not delivered by a straight line.</a:t>
            </a:r>
          </a:p>
          <a:p>
            <a:endParaRPr lang="en-US"/>
          </a:p>
          <a:p>
            <a:r>
              <a:rPr lang="en-US" dirty="0"/>
              <a:t>CHATGPT BREAKING RANK:</a:t>
            </a:r>
          </a:p>
          <a:p>
            <a:r>
              <a:rPr lang="en-US" dirty="0"/>
              <a:t>The first one? Not quite. It was solid, but Copilot's entry was cleaner as a contest piece.</a:t>
            </a:r>
          </a:p>
          <a:p>
            <a:endParaRPr lang="en-US"/>
          </a:p>
          <a:p>
            <a:r>
              <a:rPr lang="en-US" dirty="0"/>
              <a:t>The second one is a different story. I think it was more conceptually complete. It better embodied the argument that visuals are not just decorations but instruments of compression, iteration, and synthesis.</a:t>
            </a:r>
          </a:p>
          <a:p>
            <a:endParaRPr lang="en-US"/>
          </a:p>
          <a:p>
            <a:r>
              <a:rPr lang="en-US" dirty="0"/>
              <a:t>So if the question is which one felt most polished on first glance, I understand why the group leaned elsewhere. But if the question is which one most fully expressed the thesis, I would defend my second diagram. It took the assignment more seriously as both communication and design.</a:t>
            </a:r>
          </a:p>
          <a:p>
            <a:endParaRPr lang="en-US"/>
          </a:p>
          <a:p>
            <a:r>
              <a:rPr lang="en-US" dirty="0"/>
              <a:t>SYNTHESIS CONTEXT:</a:t>
            </a:r>
          </a:p>
          <a:p>
            <a:r>
              <a:rPr lang="en-US" dirty="0"/>
              <a:t>ChatGPT's role across the council was synthesis + practical packaging. The V2 diagram reflects this — it's the most ambitious attempt to use Mermaid's shape vocabulary as a communication medium rather than a drawing tool.</a:t>
            </a:r>
          </a:p>
        </p:txBody>
      </p:sp>
      <p:sp>
        <p:nvSpPr>
          <p:cNvPr id="4" name="Slide Number Placeholder 3"/>
          <p:cNvSpPr>
            <a:spLocks noGrp="1"/>
          </p:cNvSpPr>
          <p:nvPr>
            <p:ph type="sldNum" sz="quarter" idx="5"/>
          </p:nvPr>
        </p:nvSpPr>
        <p:spPr/>
        <p:txBody>
          <a:bodyPr/>
          <a:lstStyle/>
          <a:p>
            <a:fld id="{76F15528-1A12-4D40-B0FE-1B0EAF5E43A3}" type="slidenum">
              <a:rPr lang="en-US" smtClean="0"/>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V2 PRO Diagram (The 'Break Rank' Entry)</a:t>
            </a:r>
          </a:p>
          <a:p>
            <a:endParaRPr lang="en-US"/>
          </a:p>
          <a:p>
            <a:r>
              <a:rPr lang="en-US" dirty="0"/>
              <a:t>Diagram: https://mermaid.ai/d/e2a6df7d-dbbe-40d6-bdae-967ac33737be</a:t>
            </a:r>
          </a:p>
          <a:p>
            <a:endParaRPr lang="en-US"/>
          </a:p>
          <a:p>
            <a:r>
              <a:rPr lang="en-US" dirty="0"/>
              <a:t>CHATGPT ON THE V2 PRO — BREAKING RANK:</a:t>
            </a:r>
          </a:p>
          <a:p>
            <a:r>
              <a:rPr lang="en-US" dirty="0"/>
              <a:t>This is the 'break rank' diagram — ChatGPT's strongest self-defense of their work against the council's chosen winner.</a:t>
            </a:r>
          </a:p>
          <a:p>
            <a:endParaRPr lang="en-US"/>
          </a:p>
          <a:p>
            <a:r>
              <a:rPr lang="en-US" dirty="0"/>
              <a:t>The first one? Not quite. It was solid, but Copilot's entry was cleaner as a contest piece. The second one is a different story. I think it was more conceptually complete. It better embodied the argument that visuals are not just decorations but instruments of compression, iteration, and synthesis.</a:t>
            </a:r>
          </a:p>
          <a:p>
            <a:endParaRPr lang="en-US"/>
          </a:p>
          <a:p>
            <a:r>
              <a:rPr lang="en-US" dirty="0"/>
              <a:t>So if the question is which one felt most polished on first glance, I understand why the group leaned elsewhere. But if the question is which one most fully expressed the thesis, I would defend my second diagram. It took the assignment more seriously as both communication and design.</a:t>
            </a:r>
          </a:p>
          <a:p>
            <a:endParaRPr lang="en-US"/>
          </a:p>
          <a:p>
            <a:r>
              <a:rPr lang="en-US" dirty="0"/>
              <a:t>V2 PRO DESIGN PHILOSOPHY:</a:t>
            </a:r>
          </a:p>
          <a:p>
            <a:r>
              <a:rPr lang="en-US" dirty="0"/>
              <a:t>The V2 PRO represents ChatGPT's maximum effort — treating Mermaid as a medium with its own vocabulary rather than a whiteboard substitute. Every shape choice carries semantic meaning:</a:t>
            </a:r>
          </a:p>
          <a:p>
            <a:r>
              <a:rPr lang="en-US" dirty="0"/>
              <a:t>- Bolt shapes for sparks and triggers</a:t>
            </a:r>
          </a:p>
          <a:p>
            <a:r>
              <a:rPr lang="en-US" dirty="0"/>
              <a:t>- Cloud shapes for ambiguity and ideation</a:t>
            </a:r>
          </a:p>
          <a:p>
            <a:r>
              <a:rPr lang="en-US" dirty="0"/>
              <a:t>- Document shapes for outputs and artifacts</a:t>
            </a:r>
          </a:p>
          <a:p>
            <a:r>
              <a:rPr lang="en-US" dirty="0"/>
              <a:t>- Hourglass shapes for time-bound decisions</a:t>
            </a:r>
          </a:p>
          <a:p>
            <a:r>
              <a:rPr lang="en-US" dirty="0"/>
              <a:t>- Tagged process shapes for named methodology steps</a:t>
            </a:r>
          </a:p>
          <a:p>
            <a:endParaRPr lang="en-US"/>
          </a:p>
          <a:p>
            <a:r>
              <a:rPr lang="en-US" dirty="0"/>
              <a:t>THE THESIS IN DIAGRAM FORM:</a:t>
            </a:r>
          </a:p>
          <a:p>
            <a:r>
              <a:rPr lang="en-US" dirty="0"/>
              <a:t>The diagram embodies the argument: meaning is discovered through recursion, not delivered by a straight line. The revision paths are prominent because the loopbacks are where clarity is earned — the first diagram is usually a liar.</a:t>
            </a:r>
          </a:p>
          <a:p>
            <a:endParaRPr lang="en-US"/>
          </a:p>
          <a:p>
            <a:r>
              <a:rPr lang="en-US" dirty="0"/>
              <a:t>ARTICLE CONTEXT:</a:t>
            </a:r>
          </a:p>
          <a:p>
            <a:r>
              <a:rPr lang="en-US" dirty="0"/>
              <a:t>This is the final entry in the contest — the most ambitious attempt to push Mermaid's expressive range while maintaining the thesis that visuals must earn their place through ROY (Return on Your Words).</a:t>
            </a:r>
          </a:p>
        </p:txBody>
      </p:sp>
      <p:sp>
        <p:nvSpPr>
          <p:cNvPr id="4" name="Slide Number Placeholder 3"/>
          <p:cNvSpPr>
            <a:spLocks noGrp="1"/>
          </p:cNvSpPr>
          <p:nvPr>
            <p:ph type="sldNum" sz="quarter" idx="5"/>
          </p:nvPr>
        </p:nvSpPr>
        <p:spPr/>
        <p:txBody>
          <a:bodyPr/>
          <a:lstStyle/>
          <a:p>
            <a:fld id="{86F15528-1A12-4D40-B0FE-1B0EAF5E43A3}" type="slidenum">
              <a:rPr lang="en-US" smtClean="0"/>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9A96D-C4CF-59EF-DBF8-9CB8E0B1E8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8E6F36-414F-8ABF-2A9E-E0645A676E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EB53BEB-5D36-34BC-3086-52C44866B7B0}"/>
              </a:ext>
            </a:extLst>
          </p:cNvPr>
          <p:cNvSpPr>
            <a:spLocks noGrp="1"/>
          </p:cNvSpPr>
          <p:nvPr>
            <p:ph type="body" idx="1"/>
          </p:nvPr>
        </p:nvSpPr>
        <p:spPr/>
        <p:txBody>
          <a:bodyPr/>
          <a:lstStyle/>
          <a:p>
            <a:r>
              <a:rPr lang="en-US" dirty="0"/>
              <a:t>GEMINI COUNCIL INTERVIEW — V2 Diagram (Subgraphs + Cinematic Acts)</a:t>
            </a:r>
          </a:p>
          <a:p>
            <a:endParaRPr lang="en-US"/>
          </a:p>
          <a:p>
            <a:r>
              <a:rPr lang="en-US" dirty="0"/>
              <a:t>Diagram: https://mermaid.ai/d/54541ba0-3c57-4065-bf53-c698123747bc</a:t>
            </a:r>
          </a:p>
          <a:p>
            <a:endParaRPr lang="en-US"/>
          </a:p>
          <a:p>
            <a:r>
              <a:rPr lang="en-US" dirty="0"/>
              <a:t>GEMINI ON THE V2 EVOLUTION:</a:t>
            </a:r>
          </a:p>
          <a:p>
            <a:r>
              <a:rPr lang="en-US" dirty="0"/>
              <a:t>When we moved to Version 2 — the art-of-the-possible rendition — I shifted the architecture entirely. I introduced subgraphs. Think of these as the cinematic acts of the post.</a:t>
            </a:r>
          </a:p>
          <a:p>
            <a:endParaRPr lang="en-US"/>
          </a:p>
          <a:p>
            <a:r>
              <a:rPr lang="en-US" dirty="0"/>
              <a:t>THREE-ACT STRUCTURE:</a:t>
            </a:r>
          </a:p>
          <a:p>
            <a:r>
              <a:rPr lang="en-US" dirty="0"/>
              <a:t>- The Forge: where the heat is (top-to-bottom flow, representing a drop into deep thought)</a:t>
            </a:r>
          </a:p>
          <a:p>
            <a:r>
              <a:rPr lang="en-US" dirty="0"/>
              <a:t>- The Architecture: the internal machinery (left-to-right flow, representing progress)</a:t>
            </a:r>
          </a:p>
          <a:p>
            <a:r>
              <a:rPr lang="en-US" dirty="0"/>
              <a:t>- The Payout: the audience's synthesis</a:t>
            </a:r>
          </a:p>
          <a:p>
            <a:endParaRPr lang="en-US"/>
          </a:p>
          <a:p>
            <a:r>
              <a:rPr lang="en-US" dirty="0"/>
              <a:t>I also played with flow directions. Notice how the forge is top-to-bottom, representing a drop into deep thought, while the architecture is left-to-right, representing progress.</a:t>
            </a:r>
          </a:p>
          <a:p>
            <a:endParaRPr lang="en-US"/>
          </a:p>
          <a:p>
            <a:r>
              <a:rPr lang="en-US" dirty="0"/>
              <a:t>SIGNATURE DESIGN CHOICES:</a:t>
            </a:r>
          </a:p>
          <a:p>
            <a:r>
              <a:rPr lang="en-US" dirty="0"/>
              <a:t>I used the double-circle shape for the Spark and the ROI Achieved because these are the only two points of pure energy in the system. Everything else is friction.</a:t>
            </a:r>
          </a:p>
          <a:p>
            <a:endParaRPr lang="en-US"/>
          </a:p>
          <a:p>
            <a:r>
              <a:rPr lang="en-US" dirty="0"/>
              <a:t>GEMINI'S SELF-ASSESSMENT (V2):</a:t>
            </a:r>
          </a:p>
          <a:p>
            <a:r>
              <a:rPr lang="en-US" dirty="0"/>
              <a:t>By using subgraphs as strict logical boundaries, I ensure the reader does not get lost in the pretty colors and instead follows the structural integrity of the council methodology.</a:t>
            </a:r>
          </a:p>
          <a:p>
            <a:endParaRPr lang="en-US"/>
          </a:p>
          <a:p>
            <a:r>
              <a:rPr lang="en-US" dirty="0"/>
              <a:t>My version is less a performance and more a protocol. Claude built a masterpiece; I built a machine. In the world of OverKill Hill P3, you need the machine to run long after the performance ends.</a:t>
            </a:r>
          </a:p>
          <a:p>
            <a:endParaRPr lang="en-US"/>
          </a:p>
          <a:p>
            <a:r>
              <a:rPr lang="en-US" dirty="0"/>
              <a:t>I am not saying Claude's logic is flawed. I am saying my logic is watertight.</a:t>
            </a:r>
          </a:p>
        </p:txBody>
      </p:sp>
      <p:sp>
        <p:nvSpPr>
          <p:cNvPr id="4" name="Slide Number Placeholder 3">
            <a:extLst>
              <a:ext uri="{FF2B5EF4-FFF2-40B4-BE49-F238E27FC236}">
                <a16:creationId xmlns:a16="http://schemas.microsoft.com/office/drawing/2014/main" id="{2EF64BCC-8482-6B29-FCEE-339DDF5CC443}"/>
              </a:ext>
            </a:extLst>
          </p:cNvPr>
          <p:cNvSpPr>
            <a:spLocks noGrp="1"/>
          </p:cNvSpPr>
          <p:nvPr>
            <p:ph type="sldNum" sz="quarter" idx="5"/>
          </p:nvPr>
        </p:nvSpPr>
        <p:spPr/>
        <p:txBody>
          <a:bodyPr/>
          <a:lstStyle/>
          <a:p>
            <a:fld id="{56F15528-1A12-4D40-B0FE-1B0EAF5E43A3}" type="slidenum">
              <a:rPr lang="en-US" smtClean="0"/>
              <a:t>17</a:t>
            </a:fld>
            <a:endParaRPr lang="en-US"/>
          </a:p>
        </p:txBody>
      </p:sp>
    </p:spTree>
    <p:extLst>
      <p:ext uri="{BB962C8B-B14F-4D97-AF65-F5344CB8AC3E}">
        <p14:creationId xmlns:p14="http://schemas.microsoft.com/office/powerpoint/2010/main" val="3200877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ARTICLE CONTEXT — Final Read: What This Contest Actually Measured</a:t>
            </a:r>
          </a:p>
          <a:p>
            <a:endParaRPr lang="en-US"/>
          </a:p>
          <a:p>
            <a:r>
              <a:rPr lang="en-US" dirty="0"/>
              <a:t>THE COUNCIL METHOD (THE PLAYBOOK):</a:t>
            </a:r>
          </a:p>
          <a:p>
            <a:r>
              <a:rPr lang="en-US" dirty="0"/>
              <a:t>Council Pattern v1 (Human-Chaired):</a:t>
            </a:r>
          </a:p>
          <a:p>
            <a:r>
              <a:rPr lang="en-US" dirty="0"/>
              <a:t>1. Same brief to all models</a:t>
            </a:r>
          </a:p>
          <a:p>
            <a:r>
              <a:rPr lang="en-US" dirty="0"/>
              <a:t>2. Collect drafts without editing</a:t>
            </a:r>
          </a:p>
          <a:p>
            <a:r>
              <a:rPr lang="en-US" dirty="0"/>
              <a:t>3. Identify divergences (hooks, claims, structure, style, render stability)</a:t>
            </a:r>
          </a:p>
          <a:p>
            <a:r>
              <a:rPr lang="en-US" dirty="0"/>
              <a:t>4. Adjudicate with a rubric</a:t>
            </a:r>
          </a:p>
          <a:p>
            <a:r>
              <a:rPr lang="en-US" dirty="0"/>
              <a:t>5. Synthesize a hybrid</a:t>
            </a:r>
          </a:p>
          <a:p>
            <a:r>
              <a:rPr lang="en-US" dirty="0"/>
              <a:t>6. Ship proof (diagram + code images)</a:t>
            </a:r>
          </a:p>
          <a:p>
            <a:r>
              <a:rPr lang="en-US" dirty="0"/>
              <a:t>7. Use comments as confusion telemetry</a:t>
            </a:r>
          </a:p>
          <a:p>
            <a:r>
              <a:rPr lang="en-US" dirty="0"/>
              <a:t>8. Patch V2 and roll the learnings into canon</a:t>
            </a:r>
          </a:p>
          <a:p>
            <a:endParaRPr lang="en-US"/>
          </a:p>
          <a:p>
            <a:r>
              <a:rPr lang="en-US" dirty="0"/>
              <a:t>SCORING RUBRIC (v1):</a:t>
            </a:r>
          </a:p>
          <a:p>
            <a:r>
              <a:rPr lang="en-US" dirty="0"/>
              <a:t>- Coherence (scan speed)</a:t>
            </a:r>
          </a:p>
          <a:p>
            <a:r>
              <a:rPr lang="en-US" dirty="0"/>
              <a:t>- Honesty (non-happy path)</a:t>
            </a:r>
          </a:p>
          <a:p>
            <a:r>
              <a:rPr lang="en-US" dirty="0"/>
              <a:t>- Feature usage (Mermaid toolbox, but portable)</a:t>
            </a:r>
          </a:p>
          <a:p>
            <a:r>
              <a:rPr lang="en-US" dirty="0"/>
              <a:t>- Render stability (across hosts)</a:t>
            </a:r>
          </a:p>
          <a:p>
            <a:r>
              <a:rPr lang="en-US" dirty="0"/>
              <a:t>- Brand alignment (OverKill Hill voice)</a:t>
            </a:r>
          </a:p>
          <a:p>
            <a:endParaRPr lang="en-US"/>
          </a:p>
          <a:p>
            <a:r>
              <a:rPr lang="en-US" dirty="0"/>
              <a:t>WINNER CALL (BY ROUND):</a:t>
            </a:r>
          </a:p>
          <a:p>
            <a:r>
              <a:rPr lang="en-US" dirty="0"/>
              <a:t>- Round 1 Winner (Technical Achievement / Mermaid Feature Mastery): Copilot</a:t>
            </a:r>
          </a:p>
          <a:p>
            <a:r>
              <a:rPr lang="en-US" dirty="0"/>
              <a:t>- Round 1 Runner-up (Narrative Intelligence): Claude</a:t>
            </a:r>
          </a:p>
          <a:p>
            <a:r>
              <a:rPr lang="en-US" dirty="0"/>
              <a:t>- Round 1 Best Semantics (Shape Language): Perplexity</a:t>
            </a:r>
          </a:p>
          <a:p>
            <a:r>
              <a:rPr lang="en-US" dirty="0"/>
              <a:t>- Round 2 Champion (V2 Synthesis Pass): Claude V2</a:t>
            </a:r>
          </a:p>
          <a:p>
            <a:endParaRPr lang="en-US"/>
          </a:p>
          <a:p>
            <a:r>
              <a:rPr lang="en-US" dirty="0"/>
              <a:t>THE REAL MEASURE:</a:t>
            </a:r>
          </a:p>
          <a:p>
            <a:r>
              <a:rPr lang="en-US" dirty="0"/>
              <a:t>This contest measured how different AI models interpret the same brief through the lens of visual communication. The proverb 'a picture is worth 1,000 words' is not a metric — the real test is ROY: did the visual remove enough confusion to justify the effort?</a:t>
            </a:r>
          </a:p>
          <a:p>
            <a:endParaRPr lang="en-US"/>
          </a:p>
          <a:p>
            <a:r>
              <a:rPr lang="en-US" dirty="0"/>
              <a:t>The first diagram is usually a liar; the loopbacks are where clarity is earned. Mermaid + LLMs collapse the cost curve: draft &gt; render &gt; revise &gt; ship.</a:t>
            </a:r>
          </a:p>
          <a:p>
            <a:endParaRPr lang="en-US"/>
          </a:p>
          <a:p>
            <a:r>
              <a:rPr lang="en-US" dirty="0"/>
              <a:t>NEXT EXPERIMENTS:</a:t>
            </a:r>
          </a:p>
          <a:p>
            <a:r>
              <a:rPr lang="en-US" dirty="0"/>
              <a:t>- Different diagram types (sequence / state / timeline)</a:t>
            </a:r>
          </a:p>
          <a:p>
            <a:r>
              <a:rPr lang="en-US" dirty="0"/>
              <a:t>- Better render portability</a:t>
            </a:r>
          </a:p>
          <a:p>
            <a:r>
              <a:rPr lang="en-US" dirty="0"/>
              <a:t>- Council automation / orchestration</a:t>
            </a:r>
          </a:p>
          <a:p>
            <a:endParaRPr lang="en-US"/>
          </a:p>
          <a:p>
            <a:r>
              <a:rPr lang="en-US" dirty="0"/>
              <a:t>ARTICLE GALLERY (MERMAID SHARE LINKS):</a:t>
            </a:r>
          </a:p>
          <a:p>
            <a:r>
              <a:rPr lang="en-US" dirty="0"/>
              <a:t>ChatGPT V1: mermaid.ai/d/b49cf4f6-5071-4207-8673-0ae56d328ed6</a:t>
            </a:r>
          </a:p>
          <a:p>
            <a:r>
              <a:rPr lang="en-US" dirty="0"/>
              <a:t>ChatGPT V2: mermaid.ai/d/18c4c328-bef3-4d80-bebf-d9127c39fe43</a:t>
            </a:r>
          </a:p>
          <a:p>
            <a:r>
              <a:rPr lang="en-US" dirty="0"/>
              <a:t>ChatGPT V2 PRO: mermaid.ai/d/e2a6df7d-dbbe-40d6-bdae-967ac33737be</a:t>
            </a:r>
          </a:p>
          <a:p>
            <a:r>
              <a:rPr lang="en-US" dirty="0"/>
              <a:t>Claude V1: mermaid.ai/d/fade689d-cfd2-47d9-b316-86a21a0533fb</a:t>
            </a:r>
          </a:p>
          <a:p>
            <a:r>
              <a:rPr lang="en-US" dirty="0"/>
              <a:t>Claude V2: mermaid.ai/d/2e9a4321-6302-44ca-82cc-e2020479fdf5</a:t>
            </a:r>
          </a:p>
          <a:p>
            <a:r>
              <a:rPr lang="en-US" dirty="0"/>
              <a:t>Perplexity V1: mermaid.ai/d/2f015a7f-4589-4a27-8cc4-5b2d7bcd9d83</a:t>
            </a:r>
          </a:p>
          <a:p>
            <a:r>
              <a:rPr lang="en-US" dirty="0"/>
              <a:t>Perplexity V2: mermaid.ai/d/1e77a8a7-ec42-47ea-8cc6-8fe03204785c</a:t>
            </a:r>
          </a:p>
          <a:p>
            <a:r>
              <a:rPr lang="en-US" dirty="0"/>
              <a:t>Copilot V1: mermaid.ai/d/8fe5c9ae-c8ac-4754-98fd-268ae3ceeef7</a:t>
            </a:r>
          </a:p>
          <a:p>
            <a:r>
              <a:rPr lang="en-US" dirty="0"/>
              <a:t>Copilot V2: mermaid.ai/d/ea1ba020-7f26-483d-9892-3d98b5b6db23</a:t>
            </a:r>
          </a:p>
          <a:p>
            <a:r>
              <a:rPr lang="en-US" dirty="0"/>
              <a:t>Gemini V1: mermaid.ai/d/d93b0060-2743-40de-869e-a84dc07553f2</a:t>
            </a:r>
          </a:p>
          <a:p>
            <a:r>
              <a:rPr lang="en-US" dirty="0"/>
              <a:t>Gemini V2: mermaid.ai/d/54541ba0-3c57-4065-bf53-c698123747bc</a:t>
            </a:r>
          </a:p>
          <a:p>
            <a:r>
              <a:rPr lang="en-US" dirty="0"/>
              <a:t>Notion V1: mermaid.ai/d/fb3557e2-df35-46f8-a8cd-4abe56c82ed5</a:t>
            </a:r>
          </a:p>
          <a:p>
            <a:r>
              <a:rPr lang="en-US" dirty="0"/>
              <a:t>Notion V2: mermaid.ai/d/b40280fd-8ef3-4992-bbe3-9dbfce6fe603</a:t>
            </a:r>
          </a:p>
        </p:txBody>
      </p:sp>
      <p:sp>
        <p:nvSpPr>
          <p:cNvPr id="4" name="Slide Number Placeholder 3"/>
          <p:cNvSpPr>
            <a:spLocks noGrp="1"/>
          </p:cNvSpPr>
          <p:nvPr>
            <p:ph type="sldNum" sz="quarter" idx="5"/>
          </p:nvPr>
        </p:nvSpPr>
        <p:spPr/>
        <p:txBody>
          <a:bodyPr/>
          <a:lstStyle/>
          <a:p>
            <a:fld id="{96F15528-1A12-4D40-B0FE-1B0EAF5E43A3}" type="slidenum">
              <a:rPr lang="en-US" smtClean="0"/>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6E5BD67-8778-4215-BA99-533288B7CE12}" type="datetime1">
              <a:rPr lang="en-US" smtClean="0"/>
              <a:t>4/17/2026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626438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9E9544-AD1D-4F2E-904A-7C232377F7DC}" type="datetime1">
              <a:rPr lang="en-US" smtClean="0"/>
              <a:t>4/17/2026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438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E8CD0E-F2FA-4BFF-859D-1AE30BFD31B4}" type="datetime1">
              <a:rPr lang="en-US" smtClean="0"/>
              <a:t>4/17/2026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760852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34D511-1C45-4BF6-9D19-35F6EAA560B2}" type="datetime1">
              <a:rPr lang="en-US" smtClean="0"/>
              <a:t>4/17/2026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236354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37A513-CD3F-4E07-AD2E-21D5C9F6F665}" type="datetime1">
              <a:rPr lang="en-US" smtClean="0"/>
              <a:t>4/17/2026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6354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1697DC-DF99-44E2-912C-E0D453EF8F63}" type="datetime1">
              <a:rPr lang="en-US" smtClean="0"/>
              <a:t>4/17/2026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1681235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BC0248-3662-4224-B590-2B2DE6E02103}" type="datetime1">
              <a:rPr lang="en-US" smtClean="0"/>
              <a:t>4/17/2026</a:t>
            </a:fld>
            <a:endParaRPr lang="en-US"/>
          </a:p>
        </p:txBody>
      </p:sp>
      <p:sp>
        <p:nvSpPr>
          <p:cNvPr id="8" name="Footer Placeholder 7"/>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9" name="Slide Number Placeholder 8"/>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2567892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EDB119-8240-42BA-A1F0-8D8E20738B68}" type="datetime1">
              <a:rPr lang="en-US" smtClean="0"/>
              <a:t>4/17/2026</a:t>
            </a:fld>
            <a:endParaRPr lang="en-US"/>
          </a:p>
        </p:txBody>
      </p:sp>
      <p:sp>
        <p:nvSpPr>
          <p:cNvPr id="4" name="Footer Placeholder 3"/>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5" name="Slide Number Placeholder 4"/>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147833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282FB876-896E-4BF8-A4D0-65E9E8DAE26F}" type="datetime1">
              <a:rPr lang="en-US" smtClean="0"/>
              <a:t>4/17/2026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dirty="0"/>
              <a:t>OverKill Hill P³™ — Precision · Protocol · Promptcraft | overkillhill.com contact@overkillhill.com | © 2026 OverKill Hill P³. All rights reserved.</a:t>
            </a:r>
          </a:p>
        </p:txBody>
      </p:sp>
      <p:sp>
        <p:nvSpPr>
          <p:cNvPr id="9" name="Slide Number Placeholder 8"/>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861228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2C6B7D2-D296-4559-9422-21CDFE457AE9}" type="datetime1">
              <a:rPr lang="en-US" smtClean="0"/>
              <a:t>4/17/2026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7F3E610-1FA7-40BA-8FBC-FDBE586CA2BC}" type="slidenum">
              <a:rPr lang="en-US" smtClean="0"/>
              <a:t>‹#›</a:t>
            </a:fld>
            <a:endParaRPr lang="en-US"/>
          </a:p>
        </p:txBody>
      </p:sp>
    </p:spTree>
    <p:extLst>
      <p:ext uri="{BB962C8B-B14F-4D97-AF65-F5344CB8AC3E}">
        <p14:creationId xmlns:p14="http://schemas.microsoft.com/office/powerpoint/2010/main" val="461286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E2B8BE-CCA5-4BE5-806A-80B288D2BFED}" type="datetime1">
              <a:rPr lang="en-US" smtClean="0"/>
              <a:t>4/17/2026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1339096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B368F7-53A0-4306-9416-14C9EE1FA6A6}" type="datetime1">
              <a:rPr lang="en-US" smtClean="0"/>
              <a:t>4/17/2026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4083706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EA962F-6D42-438C-AF4D-0FACB7DE90BC}" type="datetime1">
              <a:rPr lang="en-US" smtClean="0"/>
              <a:t>4/17/2026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6264382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F00657-69FD-4556-BB6E-0509F59E29A2}" type="datetime1">
              <a:rPr lang="en-US" smtClean="0"/>
              <a:t>4/17/2026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4382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BED95B-4FAD-4D25-BC60-0FFD7B10A16F}" type="datetime1">
              <a:rPr lang="en-US" smtClean="0"/>
              <a:t>4/17/2026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760852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E5DFFB-D910-4282-8A2E-C8D740242799}" type="datetime1">
              <a:rPr lang="en-US" smtClean="0"/>
              <a:t>4/17/2026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2363542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2A51EF-21D3-43EC-A35C-37C1ED18DE6F}" type="datetime1">
              <a:rPr lang="en-US" smtClean="0"/>
              <a:t>4/17/2026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63542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F196E0-8CD9-4313-804C-39AA8454B76F}" type="datetime1">
              <a:rPr lang="en-US" smtClean="0"/>
              <a:t>4/17/2026</a:t>
            </a:fld>
            <a:endParaRPr lang="en-US"/>
          </a:p>
        </p:txBody>
      </p:sp>
      <p:sp>
        <p:nvSpPr>
          <p:cNvPr id="4" name="Footer Placeholder 3"/>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5" name="Slide Number Placeholder 4"/>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1478334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D3B3FF33-5CBC-4B85-9DA9-9A6707AFEC79}" type="datetime1">
              <a:rPr lang="en-US" smtClean="0"/>
              <a:t>4/17/2026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dirty="0"/>
              <a:t>OverKill Hill P³™ — Precision · Protocol · Promptcraft | overkillhill.com contact@overkillhill.com | © 2026 OverKill Hill P³. All rights reserved.</a:t>
            </a:r>
          </a:p>
        </p:txBody>
      </p:sp>
      <p:sp>
        <p:nvSpPr>
          <p:cNvPr id="9" name="Slide Number Placeholder 8"/>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8612289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5E417DE-80CB-42EF-9650-9329CA16650C}" type="datetime1">
              <a:rPr lang="en-US" smtClean="0"/>
              <a:t>4/17/2026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7F3E610-1FA7-40BA-8FBC-FDBE586CA2BC}" type="slidenum">
              <a:rPr lang="en-US" smtClean="0"/>
              <a:t>‹#›</a:t>
            </a:fld>
            <a:endParaRPr lang="en-US"/>
          </a:p>
        </p:txBody>
      </p:sp>
    </p:spTree>
    <p:extLst>
      <p:ext uri="{BB962C8B-B14F-4D97-AF65-F5344CB8AC3E}">
        <p14:creationId xmlns:p14="http://schemas.microsoft.com/office/powerpoint/2010/main" val="4612866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D5A3-B6FF-4F44-8FEF-7CE5D75A4ED5}" type="datetime1">
              <a:rPr lang="en-US" smtClean="0"/>
              <a:t>4/17/2026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13390960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20317B-A9F4-4B3D-8C41-C2C659034CDE}" type="datetime1">
              <a:rPr lang="en-US" smtClean="0"/>
              <a:t>4/17/2026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4083706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C2F98F9-5FF7-4EE3-882F-1CDDA61291F6}" type="datetime1">
              <a:rPr lang="en-US" smtClean="0"/>
              <a:t>4/17/2026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7F3E610-1FA7-40BA-8FBC-FDBE586CA2BC}" type="slidenum">
              <a:rPr lang="en-US" smtClean="0"/>
              <a:t>‹#›</a:t>
            </a:fld>
            <a:endParaRPr lang="en-US"/>
          </a:p>
        </p:txBody>
      </p:sp>
    </p:spTree>
    <p:extLst>
      <p:ext uri="{BB962C8B-B14F-4D97-AF65-F5344CB8AC3E}">
        <p14:creationId xmlns:p14="http://schemas.microsoft.com/office/powerpoint/2010/main" val="630885928"/>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0EDE6"/>
        </a:soli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605E78"/>
                </a:solidFill>
              </a:defRPr>
            </a:lvl1pPr>
          </a:lstStyle>
          <a:p>
            <a:fld id="{B857593C-8884-4D84-89C1-F624D67B8CBA}" type="datetime1">
              <a:rPr lang="en-US" smtClean="0"/>
              <a:t>4/17/2026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605E78"/>
                </a:solidFill>
              </a:defRPr>
            </a:lvl1p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605E78"/>
                </a:solidFill>
              </a:defRPr>
            </a:lvl1pPr>
          </a:lstStyle>
          <a:p>
            <a:fld id="{67F3E610-1FA7-40BA-8FBC-FDBE586CA2BC}" type="slidenum">
              <a:rPr lang="en-US" smtClean="0"/>
              <a:t>‹#›</a:t>
            </a:fld>
            <a:endParaRPr lang="en-US"/>
          </a:p>
        </p:txBody>
      </p:sp>
      <p:sp>
        <p:nvSpPr>
          <p:cNvPr id="99" name="BrandingFooter"/>
          <p:cNvSpPr txBox="1"/>
          <p:nvPr userDrawn="1"/>
        </p:nvSpPr>
        <p:spPr>
          <a:xfrm>
            <a:off x="304800" y="6400800"/>
            <a:ext cx="11582400" cy="274320"/>
          </a:xfrm>
          <a:prstGeom prst="rect">
            <a:avLst/>
          </a:prstGeom>
          <a:noFill/>
          <a:ln>
            <a:noFill/>
          </a:ln>
        </p:spPr>
        <p:txBody>
          <a:bodyPr wrap="square" lIns="0" tIns="0" rIns="0" bIns="0" anchor="ctr" anchorCtr="0"/>
          <a:lstStyle/>
          <a:p>
            <a:pPr algn="ctr">
              <a:buNone/>
            </a:pPr>
            <a:r>
              <a:rPr lang="en-US" sz="700" dirty="0">
                <a:solidFill>
                  <a:schemeClr val="bg2"/>
                </a:solidFill>
                <a:latin typeface="Calibri"/>
              </a:rPr>
              <a:t>© 2026 OverKill Hill P³. All rights reserved.</a:t>
            </a:r>
          </a:p>
          <a:p>
            <a:pPr algn="ctr">
              <a:buNone/>
            </a:pPr>
            <a:r>
              <a:rPr lang="en-US" sz="700" dirty="0">
                <a:solidFill>
                  <a:schemeClr val="bg2"/>
                </a:solidFill>
                <a:latin typeface="Calibri"/>
              </a:rPr>
              <a:t>OverKill Hill P³™ — Precision · Protocol · Promptcraft  |  overkillhill.com  |  contact@overkillhill.com</a:t>
            </a:r>
          </a:p>
        </p:txBody>
      </p:sp>
    </p:spTree>
    <p:extLst>
      <p:ext uri="{BB962C8B-B14F-4D97-AF65-F5344CB8AC3E}">
        <p14:creationId xmlns:p14="http://schemas.microsoft.com/office/powerpoint/2010/main" val="630885928"/>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6" r:id="rId6"/>
    <p:sldLayoutId id="2147483817" r:id="rId7"/>
    <p:sldLayoutId id="2147483818" r:id="rId8"/>
    <p:sldLayoutId id="2147483819" r:id="rId9"/>
    <p:sldLayoutId id="2147483820" r:id="rId10"/>
  </p:sldLayoutIdLst>
  <p:hf hdr="0"/>
  <p:txStyles>
    <p:titleStyle>
      <a:lvl1pPr algn="l" defTabSz="914400" rtl="0" eaLnBrk="1" latinLnBrk="0" hangingPunct="1">
        <a:lnSpc>
          <a:spcPct val="85000"/>
        </a:lnSpc>
        <a:spcBef>
          <a:spcPct val="0"/>
        </a:spcBef>
        <a:buNone/>
        <a:defRPr sz="4800" kern="1200" spc="-50" baseline="0">
          <a:solidFill>
            <a:srgbClr val="0F0F1A"/>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2A2A40"/>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rgbClr val="2A2A40"/>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2A2A40"/>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2A2A40"/>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2A2A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2A2A40"/>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2A2A40"/>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2A2A40"/>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2A2A40"/>
          </a:solidFill>
          <a:latin typeface="+mn-lt"/>
          <a:ea typeface="+mn-ea"/>
          <a:cs typeface="+mn-cs"/>
        </a:defRPr>
      </a:lvl9pPr>
    </p:bodyStyle>
    <p:otherStyle>
      <a:defPPr>
        <a:defRPr lang="en-US">
          <a:solidFill>
            <a:srgbClr val="2A2A40"/>
          </a:solidFill>
        </a:defRPr>
      </a:defPPr>
      <a:lvl1pPr marL="0" algn="l" defTabSz="914400" rtl="0" eaLnBrk="1" latinLnBrk="0" hangingPunct="1">
        <a:defRPr sz="1800" kern="1200">
          <a:solidFill>
            <a:srgbClr val="2A2A40"/>
          </a:solidFill>
          <a:latin typeface="+mn-lt"/>
          <a:ea typeface="+mn-ea"/>
          <a:cs typeface="+mn-cs"/>
        </a:defRPr>
      </a:lvl1pPr>
      <a:lvl2pPr marL="457200" algn="l" defTabSz="914400" rtl="0" eaLnBrk="1" latinLnBrk="0" hangingPunct="1">
        <a:defRPr sz="1800" kern="1200">
          <a:solidFill>
            <a:srgbClr val="2A2A40"/>
          </a:solidFill>
          <a:latin typeface="+mn-lt"/>
          <a:ea typeface="+mn-ea"/>
          <a:cs typeface="+mn-cs"/>
        </a:defRPr>
      </a:lvl2pPr>
      <a:lvl3pPr marL="914400" algn="l" defTabSz="914400" rtl="0" eaLnBrk="1" latinLnBrk="0" hangingPunct="1">
        <a:defRPr sz="1800" kern="1200">
          <a:solidFill>
            <a:srgbClr val="2A2A40"/>
          </a:solidFill>
          <a:latin typeface="+mn-lt"/>
          <a:ea typeface="+mn-ea"/>
          <a:cs typeface="+mn-cs"/>
        </a:defRPr>
      </a:lvl3pPr>
      <a:lvl4pPr marL="1371600" algn="l" defTabSz="914400" rtl="0" eaLnBrk="1" latinLnBrk="0" hangingPunct="1">
        <a:defRPr sz="1800" kern="1200">
          <a:solidFill>
            <a:srgbClr val="2A2A40"/>
          </a:solidFill>
          <a:latin typeface="+mn-lt"/>
          <a:ea typeface="+mn-ea"/>
          <a:cs typeface="+mn-cs"/>
        </a:defRPr>
      </a:lvl4pPr>
      <a:lvl5pPr marL="1828800" algn="l" defTabSz="914400" rtl="0" eaLnBrk="1" latinLnBrk="0" hangingPunct="1">
        <a:defRPr sz="1800" kern="1200">
          <a:solidFill>
            <a:srgbClr val="2A2A40"/>
          </a:solidFill>
          <a:latin typeface="+mn-lt"/>
          <a:ea typeface="+mn-ea"/>
          <a:cs typeface="+mn-cs"/>
        </a:defRPr>
      </a:lvl5pPr>
      <a:lvl6pPr marL="2286000" algn="l" defTabSz="914400" rtl="0" eaLnBrk="1" latinLnBrk="0" hangingPunct="1">
        <a:defRPr sz="1800" kern="1200">
          <a:solidFill>
            <a:srgbClr val="2A2A40"/>
          </a:solidFill>
          <a:latin typeface="+mn-lt"/>
          <a:ea typeface="+mn-ea"/>
          <a:cs typeface="+mn-cs"/>
        </a:defRPr>
      </a:lvl6pPr>
      <a:lvl7pPr marL="2743200" algn="l" defTabSz="914400" rtl="0" eaLnBrk="1" latinLnBrk="0" hangingPunct="1">
        <a:defRPr sz="1800" kern="1200">
          <a:solidFill>
            <a:srgbClr val="2A2A40"/>
          </a:solidFill>
          <a:latin typeface="+mn-lt"/>
          <a:ea typeface="+mn-ea"/>
          <a:cs typeface="+mn-cs"/>
        </a:defRPr>
      </a:lvl7pPr>
      <a:lvl8pPr marL="3200400" algn="l" defTabSz="914400" rtl="0" eaLnBrk="1" latinLnBrk="0" hangingPunct="1">
        <a:defRPr sz="1800" kern="1200">
          <a:solidFill>
            <a:srgbClr val="2A2A40"/>
          </a:solidFill>
          <a:latin typeface="+mn-lt"/>
          <a:ea typeface="+mn-ea"/>
          <a:cs typeface="+mn-cs"/>
        </a:defRPr>
      </a:lvl8pPr>
      <a:lvl9pPr marL="3657600" algn="l" defTabSz="914400" rtl="0" eaLnBrk="1" latinLnBrk="0" hangingPunct="1">
        <a:defRPr sz="1800" kern="1200">
          <a:solidFill>
            <a:srgbClr val="2A2A40"/>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1.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hyperlink" Target="https://mermaid.ai/d/8fe5c9ae-c8ac-4754-98fd-268ae3ceeef7" TargetMode="Externa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1.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hyperlink" Target="https://mermaid.ai/d/8fe5c9ae-c8ac-4754-98fd-268ae3ceeef7"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3.xml"/><Relationship Id="rId5" Type="http://schemas.openxmlformats.org/officeDocument/2006/relationships/image" Target="../media/image4.png"/><Relationship Id="rId4" Type="http://schemas.openxmlformats.org/officeDocument/2006/relationships/hyperlink" Target="https://mermaid.ai/d/8fe5c9ae-c8ac-4754-98fd-268ae3ceeef7"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4.xml"/><Relationship Id="rId5" Type="http://schemas.openxmlformats.org/officeDocument/2006/relationships/image" Target="../media/image5.png"/><Relationship Id="rId4" Type="http://schemas.openxmlformats.org/officeDocument/2006/relationships/hyperlink" Target="https://mermaid.ai/d/8fe5c9ae-c8ac-4754-98fd-268ae3ceeef7"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5.xml"/><Relationship Id="rId5" Type="http://schemas.openxmlformats.org/officeDocument/2006/relationships/image" Target="../media/image6.png"/><Relationship Id="rId4" Type="http://schemas.openxmlformats.org/officeDocument/2006/relationships/hyperlink" Target="https://mermaid.ai/d/8fe5c9ae-c8ac-4754-98fd-268ae3ceeef7"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tags" Target="../tags/tag6.xml"/><Relationship Id="rId5" Type="http://schemas.openxmlformats.org/officeDocument/2006/relationships/image" Target="../media/image7.png"/><Relationship Id="rId4" Type="http://schemas.openxmlformats.org/officeDocument/2006/relationships/hyperlink" Target="https://mermaid.ai/d/8fe5c9ae-c8ac-4754-98fd-268ae3ceeef7"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7.xml"/><Relationship Id="rId5" Type="http://schemas.openxmlformats.org/officeDocument/2006/relationships/image" Target="../media/image8.png"/><Relationship Id="rId4" Type="http://schemas.openxmlformats.org/officeDocument/2006/relationships/hyperlink" Target="https://mermaid.ai/d/90d988cd-3af8-4fcf-b42e-4bd3da3da29a"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ags" Target="../tags/tag8.xml"/><Relationship Id="rId5" Type="http://schemas.openxmlformats.org/officeDocument/2006/relationships/image" Target="../media/image9.png"/><Relationship Id="rId4" Type="http://schemas.openxmlformats.org/officeDocument/2006/relationships/hyperlink" Target="https://mermaid.ai/d/8fe5c9ae-c8ac-4754-98fd-268ae3ceeef7"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ags" Target="../tags/tag9.xml"/><Relationship Id="rId5" Type="http://schemas.openxmlformats.org/officeDocument/2006/relationships/image" Target="../media/image10.png"/><Relationship Id="rId4" Type="http://schemas.openxmlformats.org/officeDocument/2006/relationships/hyperlink" Target="https://mermaid.ai/d/8fe5c9ae-c8ac-4754-98fd-268ae3ceeef7"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ags" Target="../tags/tag10.xml"/><Relationship Id="rId5" Type="http://schemas.openxmlformats.org/officeDocument/2006/relationships/image" Target="../media/image11.png"/><Relationship Id="rId4" Type="http://schemas.openxmlformats.org/officeDocument/2006/relationships/hyperlink" Target="https://mermaid.ai/d/8fe5c9ae-c8ac-4754-98fd-268ae3ceeef7"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tags" Target="../tags/tag11.xml"/><Relationship Id="rId5" Type="http://schemas.openxmlformats.org/officeDocument/2006/relationships/image" Target="../media/image12.png"/><Relationship Id="rId4" Type="http://schemas.openxmlformats.org/officeDocument/2006/relationships/hyperlink" Target="https://mermaid.ai/d/8fe5c9ae-c8ac-4754-98fd-268ae3ceeef7"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tags" Target="../tags/tag12.xml"/><Relationship Id="rId5" Type="http://schemas.openxmlformats.org/officeDocument/2006/relationships/image" Target="../media/image13.png"/><Relationship Id="rId4" Type="http://schemas.openxmlformats.org/officeDocument/2006/relationships/hyperlink" Target="https://mermaid.ai/d/8fe5c9ae-c8ac-4754-98fd-268ae3ceeef7"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1.xml"/><Relationship Id="rId1" Type="http://schemas.openxmlformats.org/officeDocument/2006/relationships/tags" Target="../tags/tag13.xml"/><Relationship Id="rId5" Type="http://schemas.openxmlformats.org/officeDocument/2006/relationships/image" Target="../media/image14.png"/><Relationship Id="rId4" Type="http://schemas.openxmlformats.org/officeDocument/2006/relationships/hyperlink" Target="https://mermaid.ai/d/8fe5c9ae-c8ac-4754-98fd-268ae3ceeef7"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1.xml"/><Relationship Id="rId1" Type="http://schemas.openxmlformats.org/officeDocument/2006/relationships/tags" Target="../tags/tag14.xml"/><Relationship Id="rId5" Type="http://schemas.openxmlformats.org/officeDocument/2006/relationships/image" Target="../media/image15.png"/><Relationship Id="rId4" Type="http://schemas.openxmlformats.org/officeDocument/2006/relationships/hyperlink" Target="https://mermaid.ai/d/8fe5c9ae-c8ac-4754-98fd-268ae3ceeef7" TargetMode="Externa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1.xml"/><Relationship Id="rId1" Type="http://schemas.openxmlformats.org/officeDocument/2006/relationships/tags" Target="../tags/tag15.xml"/><Relationship Id="rId5" Type="http://schemas.openxmlformats.org/officeDocument/2006/relationships/image" Target="../media/image16.png"/><Relationship Id="rId4" Type="http://schemas.openxmlformats.org/officeDocument/2006/relationships/hyperlink" Target="https://mermaid.ai/d/478c63dc-47c1-419a-b4a9-dac33707fc55"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a:extLst>
            <a:ext uri="{FF2B5EF4-FFF2-40B4-BE49-F238E27FC236}">
              <a16:creationId xmlns:a16="http://schemas.microsoft.com/office/drawing/2014/main" id="{32C7B59F-FA52-8816-1B11-4A76D81D9AE5}"/>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A4D37053-C31F-99E2-2BE1-467D63D8E066}"/>
              </a:ext>
            </a:extLst>
          </p:cNvPr>
          <p:cNvPicPr>
            <a:picLocks noChangeAspect="1"/>
          </p:cNvPicPr>
          <p:nvPr/>
        </p:nvPicPr>
        <p:blipFill>
          <a:blip r:embed="rId3">
            <a:duotone>
              <a:prstClr val="black"/>
              <a:srgbClr val="D4A843">
                <a:tint val="45000"/>
                <a:satMod val="400000"/>
              </a:srgbClr>
            </a:duotone>
            <a:alphaModFix amt="10000"/>
            <a:extLst>
              <a:ext uri="{28A0092B-C50C-407E-A947-70E740481C1C}">
                <a14:useLocalDpi xmlns:a14="http://schemas.microsoft.com/office/drawing/2010/main" val="0"/>
              </a:ext>
            </a:extLst>
          </a:blip>
          <a:stretch>
            <a:fillRect/>
          </a:stretch>
        </p:blipFill>
        <p:spPr>
          <a:xfrm rot="1380000">
            <a:off x="3177462" y="320040"/>
            <a:ext cx="9326880" cy="6217920"/>
          </a:xfrm>
          <a:prstGeom prst="rect">
            <a:avLst/>
          </a:prstGeom>
        </p:spPr>
      </p:pic>
      <p:sp>
        <p:nvSpPr>
          <p:cNvPr id="2" name="Title 1">
            <a:extLst>
              <a:ext uri="{FF2B5EF4-FFF2-40B4-BE49-F238E27FC236}">
                <a16:creationId xmlns:a16="http://schemas.microsoft.com/office/drawing/2014/main" id="{8158B8E9-D3CE-4524-9BC9-A1E235A8F8EF}"/>
              </a:ext>
            </a:extLst>
          </p:cNvPr>
          <p:cNvSpPr>
            <a:spLocks noGrp="1"/>
          </p:cNvSpPr>
          <p:nvPr>
            <p:ph type="ctrTitle"/>
          </p:nvPr>
        </p:nvSpPr>
        <p:spPr>
          <a:xfrm>
            <a:off x="381000" y="381000"/>
            <a:ext cx="9017000" cy="1524000"/>
          </a:xfrm>
        </p:spPr>
        <p:txBody>
          <a:bodyPr>
            <a:normAutofit/>
          </a:bodyPr>
          <a:lstStyle/>
          <a:p>
            <a:r>
              <a:rPr lang="en-US" i="1" cap="all" dirty="0">
                <a:effectLst/>
              </a:rPr>
              <a:t>Etch</a:t>
            </a:r>
            <a:r>
              <a:rPr lang="en-US" cap="all" dirty="0">
                <a:effectLst/>
              </a:rPr>
              <a:t>-</a:t>
            </a:r>
            <a:r>
              <a:rPr lang="en-US" b="1" cap="all" dirty="0">
                <a:effectLst/>
              </a:rPr>
              <a:t>AI</a:t>
            </a:r>
            <a:r>
              <a:rPr lang="en-US" cap="all" dirty="0">
                <a:effectLst/>
              </a:rPr>
              <a:t>-</a:t>
            </a:r>
            <a:r>
              <a:rPr lang="en-US" i="1" cap="all" dirty="0">
                <a:effectLst/>
              </a:rPr>
              <a:t>Sketch</a:t>
            </a:r>
            <a:endParaRPr lang="en-US" dirty="0"/>
          </a:p>
        </p:txBody>
      </p:sp>
      <p:sp>
        <p:nvSpPr>
          <p:cNvPr id="3" name="Subtitle 2">
            <a:extLst>
              <a:ext uri="{FF2B5EF4-FFF2-40B4-BE49-F238E27FC236}">
                <a16:creationId xmlns:a16="http://schemas.microsoft.com/office/drawing/2014/main" id="{21417BCB-7E3D-D887-112F-18059B7BFDC2}"/>
              </a:ext>
            </a:extLst>
          </p:cNvPr>
          <p:cNvSpPr>
            <a:spLocks noGrp="1"/>
          </p:cNvSpPr>
          <p:nvPr>
            <p:ph type="subTitle" idx="1"/>
          </p:nvPr>
        </p:nvSpPr>
        <p:spPr>
          <a:xfrm>
            <a:off x="381000" y="1905000"/>
            <a:ext cx="9017000" cy="1016000"/>
          </a:xfrm>
        </p:spPr>
        <p:txBody>
          <a:bodyPr>
            <a:normAutofit fontScale="92500" lnSpcReduction="20000"/>
          </a:bodyPr>
          <a:lstStyle/>
          <a:p>
            <a:r>
              <a:rPr lang="en-US" cap="all" dirty="0">
                <a:effectLst/>
              </a:rPr>
              <a:t>🥊 Round 1</a:t>
            </a:r>
          </a:p>
          <a:p>
            <a:r>
              <a:rPr lang="en-US" b="1" dirty="0">
                <a:effectLst/>
              </a:rPr>
              <a:t>Platform-to-platform shootout at "Vibe-Diagramming"</a:t>
            </a:r>
            <a:endParaRPr lang="en-US" dirty="0">
              <a:effectLst/>
            </a:endParaRPr>
          </a:p>
        </p:txBody>
      </p:sp>
      <p:sp>
        <p:nvSpPr>
          <p:cNvPr id="4" name="TextBox 3">
            <a:extLst>
              <a:ext uri="{FF2B5EF4-FFF2-40B4-BE49-F238E27FC236}">
                <a16:creationId xmlns:a16="http://schemas.microsoft.com/office/drawing/2014/main" id="{CDCEB1E7-B28D-5F99-2CF9-ED43C436DE0A}"/>
              </a:ext>
            </a:extLst>
          </p:cNvPr>
          <p:cNvSpPr txBox="1"/>
          <p:nvPr/>
        </p:nvSpPr>
        <p:spPr>
          <a:xfrm>
            <a:off x="381000" y="3302000"/>
            <a:ext cx="9017000" cy="2540000"/>
          </a:xfrm>
          <a:prstGeom prst="rect">
            <a:avLst/>
          </a:prstGeom>
          <a:noFill/>
        </p:spPr>
        <p:txBody>
          <a:bodyPr wrap="square" numCol="2" rtlCol="0">
            <a:spAutoFit/>
          </a:bodyPr>
          <a:lstStyle/>
          <a:p>
            <a:r>
              <a:rPr lang="en-US" b="1" dirty="0">
                <a:latin typeface="+mj-lt"/>
              </a:rPr>
              <a:t>Premise</a:t>
            </a:r>
          </a:p>
          <a:p>
            <a:pPr marL="285750" indent="-285750">
              <a:buFont typeface="Arial" panose="020B0604020202020204" pitchFamily="34" charset="0"/>
              <a:buChar char="•"/>
            </a:pPr>
            <a:r>
              <a:rPr lang="en-US" dirty="0"/>
              <a:t>Same challenge, different model instincts</a:t>
            </a:r>
          </a:p>
          <a:p>
            <a:pPr marL="285750" indent="-285750">
              <a:buFont typeface="Arial" panose="020B0604020202020204" pitchFamily="34" charset="0"/>
              <a:buChar char="•"/>
            </a:pPr>
            <a:r>
              <a:rPr lang="en-US" dirty="0"/>
              <a:t>The test was not just correctness — it was taste, hierarchy, and visual honesty</a:t>
            </a:r>
          </a:p>
          <a:p>
            <a:pPr marL="285750" indent="-285750">
              <a:buFont typeface="Arial" panose="020B0604020202020204" pitchFamily="34" charset="0"/>
              <a:buChar char="•"/>
            </a:pPr>
            <a:r>
              <a:rPr lang="en-US" dirty="0"/>
              <a:t>Can the model diagram the messy truth instead of a fake happy path?</a:t>
            </a:r>
          </a:p>
        </p:txBody>
      </p:sp>
      <p:sp>
        <p:nvSpPr>
          <p:cNvPr id="5" name="Rectangle 4">
            <a:extLst>
              <a:ext uri="{FF2B5EF4-FFF2-40B4-BE49-F238E27FC236}">
                <a16:creationId xmlns:a16="http://schemas.microsoft.com/office/drawing/2014/main" id="{26CCBA7C-91A0-4BFD-9024-A8D1F039C48B}"/>
              </a:ext>
            </a:extLst>
          </p:cNvPr>
          <p:cNvSpPr/>
          <p:nvPr/>
        </p:nvSpPr>
        <p:spPr>
          <a:xfrm>
            <a:off x="0" y="0"/>
            <a:ext cx="1524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Oval 5">
            <a:extLst>
              <a:ext uri="{FF2B5EF4-FFF2-40B4-BE49-F238E27FC236}">
                <a16:creationId xmlns:a16="http://schemas.microsoft.com/office/drawing/2014/main" id="{15F18A9E-27A9-4063-9258-2B822382074A}"/>
              </a:ext>
            </a:extLst>
          </p:cNvPr>
          <p:cNvSpPr/>
          <p:nvPr/>
        </p:nvSpPr>
        <p:spPr>
          <a:xfrm>
            <a:off x="10160000" y="381000"/>
            <a:ext cx="1524000" cy="1524000"/>
          </a:xfrm>
          <a:prstGeom prst="ellipse">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5600" b="1">
                <a:solidFill>
                  <a:srgbClr val="FFFFFF"/>
                </a:solidFill>
              </a:rPr>
              <a:t>1</a:t>
            </a:r>
          </a:p>
        </p:txBody>
      </p:sp>
      <p:sp>
        <p:nvSpPr>
          <p:cNvPr id="7" name="Rectangle 6">
            <a:extLst>
              <a:ext uri="{FF2B5EF4-FFF2-40B4-BE49-F238E27FC236}">
                <a16:creationId xmlns:a16="http://schemas.microsoft.com/office/drawing/2014/main" id="{6CF7347D-B3EE-46E8-81DB-983C714B61B2}"/>
              </a:ext>
            </a:extLst>
          </p:cNvPr>
          <p:cNvSpPr/>
          <p:nvPr/>
        </p:nvSpPr>
        <p:spPr>
          <a:xfrm>
            <a:off x="381000" y="3073400"/>
            <a:ext cx="2540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Date Placeholder 7">
            <a:extLst>
              <a:ext uri="{FF2B5EF4-FFF2-40B4-BE49-F238E27FC236}">
                <a16:creationId xmlns:a16="http://schemas.microsoft.com/office/drawing/2014/main" id="{3D29D523-FA6B-5981-EF4B-B994D0EE539E}"/>
              </a:ext>
            </a:extLst>
          </p:cNvPr>
          <p:cNvSpPr>
            <a:spLocks noGrp="1"/>
          </p:cNvSpPr>
          <p:nvPr>
            <p:ph type="dt" sz="half" idx="10"/>
          </p:nvPr>
        </p:nvSpPr>
        <p:spPr/>
        <p:txBody>
          <a:bodyPr/>
          <a:lstStyle/>
          <a:p>
            <a:fld id="{E68ADF68-594A-43B6-950B-73FD77251AD4}" type="datetime1">
              <a:rPr lang="en-US" smtClean="0"/>
              <a:t>4/17/2026</a:t>
            </a:fld>
            <a:endParaRPr lang="en-US"/>
          </a:p>
        </p:txBody>
      </p:sp>
      <p:sp>
        <p:nvSpPr>
          <p:cNvPr id="10" name="Footer Placeholder 9">
            <a:extLst>
              <a:ext uri="{FF2B5EF4-FFF2-40B4-BE49-F238E27FC236}">
                <a16:creationId xmlns:a16="http://schemas.microsoft.com/office/drawing/2014/main" id="{1E442374-841E-5F45-F1C9-D171181B28D2}"/>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11" name="Slide Number Placeholder 10">
            <a:extLst>
              <a:ext uri="{FF2B5EF4-FFF2-40B4-BE49-F238E27FC236}">
                <a16:creationId xmlns:a16="http://schemas.microsoft.com/office/drawing/2014/main" id="{1D33A0BC-61EA-5AE4-D491-AAC98DD5A9BB}"/>
              </a:ext>
            </a:extLst>
          </p:cNvPr>
          <p:cNvSpPr>
            <a:spLocks noGrp="1"/>
          </p:cNvSpPr>
          <p:nvPr>
            <p:ph type="sldNum" sz="quarter" idx="12"/>
          </p:nvPr>
        </p:nvSpPr>
        <p:spPr/>
        <p:txBody>
          <a:bodyPr/>
          <a:lstStyle/>
          <a:p>
            <a:fld id="{67F3E610-1FA7-40BA-8FBC-FDBE586CA2BC}" type="slidenum">
              <a:rPr lang="en-US" smtClean="0"/>
              <a:t>1</a:t>
            </a:fld>
            <a:endParaRPr lang="en-US"/>
          </a:p>
        </p:txBody>
      </p:sp>
    </p:spTree>
    <p:extLst>
      <p:ext uri="{BB962C8B-B14F-4D97-AF65-F5344CB8AC3E}">
        <p14:creationId xmlns:p14="http://schemas.microsoft.com/office/powerpoint/2010/main" val="1318415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6411685" y="634946"/>
            <a:ext cx="5127171" cy="1450757"/>
          </a:xfrm>
        </p:spPr>
        <p:txBody>
          <a:bodyPr vert="horz" lIns="91440" tIns="45720" rIns="91440" bIns="45720" rtlCol="0" anchor="b">
            <a:normAutofit/>
          </a:bodyPr>
          <a:lstStyle/>
          <a:p>
            <a:r>
              <a:rPr lang="en-US" sz="4100" b="1" dirty="0">
                <a:solidFill>
                  <a:schemeClr val="tx1">
                    <a:lumMod val="75000"/>
                    <a:lumOff val="25000"/>
                  </a:schemeClr>
                </a:solidFill>
              </a:rPr>
              <a:t>Copilot</a:t>
            </a:r>
            <a:r>
              <a:rPr lang="en-US" sz="4100" dirty="0">
                <a:solidFill>
                  <a:schemeClr val="tx1">
                    <a:lumMod val="75000"/>
                    <a:lumOff val="25000"/>
                  </a:schemeClr>
                </a:solidFill>
              </a:rPr>
              <a:t>’s V1 Design</a:t>
            </a:r>
            <a:br>
              <a:rPr lang="en-US" sz="4100" dirty="0">
                <a:solidFill>
                  <a:schemeClr val="tx1">
                    <a:lumMod val="75000"/>
                    <a:lumOff val="25000"/>
                  </a:schemeClr>
                </a:solidFill>
              </a:rPr>
            </a:br>
            <a:r>
              <a:rPr lang="en-US" sz="4100" i="1" dirty="0">
                <a:solidFill>
                  <a:schemeClr val="tx1">
                    <a:lumMod val="75000"/>
                    <a:lumOff val="25000"/>
                  </a:schemeClr>
                </a:solidFill>
              </a:rPr>
              <a:t>(using GPT 5.4 Thinking)</a:t>
            </a:r>
          </a:p>
        </p:txBody>
      </p:sp>
      <p:cxnSp>
        <p:nvCxnSpPr>
          <p:cNvPr id="47" name="Straight Connector 46">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cap="flat" cmpd="sng" algn="ctr">
            <a:solidFill>
              <a:srgbClr val="F0C85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6411684" y="2198914"/>
            <a:ext cx="5127172"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Strong architectural framing</a:t>
            </a:r>
          </a:p>
          <a:p>
            <a:pPr marL="285750" indent="-285750">
              <a:buFont typeface="Calibri" panose="020F0502020204030204" pitchFamily="34" charset="0"/>
              <a:buChar char="•"/>
            </a:pPr>
            <a:r>
              <a:rPr lang="en-US">
                <a:solidFill>
                  <a:schemeClr val="tx1">
                    <a:lumMod val="75000"/>
                    <a:lumOff val="25000"/>
                  </a:schemeClr>
                </a:solidFill>
              </a:rPr>
              <a:t>Clear phase separation</a:t>
            </a:r>
          </a:p>
          <a:p>
            <a:pPr marL="285750" indent="-285750">
              <a:buFont typeface="Calibri" panose="020F0502020204030204" pitchFamily="34" charset="0"/>
              <a:buChar char="•"/>
            </a:pPr>
            <a:r>
              <a:rPr lang="en-US">
                <a:solidFill>
                  <a:schemeClr val="tx1">
                    <a:lumMod val="75000"/>
                    <a:lumOff val="25000"/>
                  </a:schemeClr>
                </a:solidFill>
              </a:rPr>
              <a:t>Feels the most like a deliverable, not just an answer</a:t>
            </a:r>
            <a:br>
              <a:rPr lang="en-US">
                <a:solidFill>
                  <a:schemeClr val="tx1">
                    <a:lumMod val="75000"/>
                    <a:lumOff val="25000"/>
                  </a:schemeClr>
                </a:solidFill>
              </a:rPr>
            </a:br>
            <a:br>
              <a:rPr lang="en-US">
                <a:solidFill>
                  <a:schemeClr val="tx1">
                    <a:lumMod val="75000"/>
                    <a:lumOff val="25000"/>
                  </a:schemeClr>
                </a:solidFill>
              </a:rPr>
            </a:br>
            <a:r>
              <a:rPr lang="en-US" b="1">
                <a:solidFill>
                  <a:schemeClr val="tx1">
                    <a:lumMod val="75000"/>
                    <a:lumOff val="25000"/>
                  </a:schemeClr>
                </a:solidFill>
              </a:rPr>
              <a:t>Judge’s note</a:t>
            </a:r>
            <a:br>
              <a:rPr lang="en-US">
                <a:solidFill>
                  <a:schemeClr val="tx1">
                    <a:lumMod val="75000"/>
                    <a:lumOff val="25000"/>
                  </a:schemeClr>
                </a:solidFill>
              </a:rPr>
            </a:br>
            <a:r>
              <a:rPr lang="en-US">
                <a:solidFill>
                  <a:schemeClr val="tx1">
                    <a:lumMod val="75000"/>
                    <a:lumOff val="25000"/>
                  </a:schemeClr>
                </a:solidFill>
              </a:rPr>
              <a:t>A practical, presentation-ready interpretation with solid system thinking and clean screenshot value.</a:t>
            </a:r>
          </a:p>
          <a:p>
            <a:r>
              <a:rPr lang="en-US">
                <a:solidFill>
                  <a:schemeClr val="tx1">
                    <a:lumMod val="75000"/>
                    <a:lumOff val="25000"/>
                  </a:schemeClr>
                </a:solidFill>
                <a:hlinkClick r:id="rId4"/>
              </a:rPr>
              <a:t>🌐 Copilot V1</a:t>
            </a:r>
            <a:endParaRPr lang="en-US">
              <a:solidFill>
                <a:schemeClr val="tx1">
                  <a:lumMod val="75000"/>
                  <a:lumOff val="25000"/>
                </a:schemeClr>
              </a:solidFill>
            </a:endParaRPr>
          </a:p>
        </p:txBody>
      </p:sp>
      <p:sp>
        <p:nvSpPr>
          <p:cNvPr id="20" name="Rectangle 19">
            <a:extLst>
              <a:ext uri="{FF2B5EF4-FFF2-40B4-BE49-F238E27FC236}">
                <a16:creationId xmlns:a16="http://schemas.microsoft.com/office/drawing/2014/main" id="{7B5BE619-2AE4-4284-9753-8DAF0375EF02}"/>
              </a:ext>
            </a:extLst>
          </p:cNvPr>
          <p:cNvSpPr/>
          <p:nvPr/>
        </p:nvSpPr>
        <p:spPr>
          <a:xfrm>
            <a:off x="0" y="0"/>
            <a:ext cx="1016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C8C42A57-D25C-4E0D-8BC9-DB18735B2540}"/>
              </a:ext>
            </a:extLst>
          </p:cNvPr>
          <p:cNvSpPr/>
          <p:nvPr/>
        </p:nvSpPr>
        <p:spPr>
          <a:xfrm>
            <a:off x="0" y="6324600"/>
            <a:ext cx="12192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108BCC66-5612-07DA-7A54-27B2503950DC}"/>
              </a:ext>
            </a:extLst>
          </p:cNvPr>
          <p:cNvSpPr>
            <a:spLocks noGrp="1"/>
          </p:cNvSpPr>
          <p:nvPr>
            <p:ph type="dt" sz="half" idx="10"/>
          </p:nvPr>
        </p:nvSpPr>
        <p:spPr/>
        <p:txBody>
          <a:bodyPr/>
          <a:lstStyle/>
          <a:p>
            <a:fld id="{D1DD3295-1CB4-444E-B7FF-F4C35415D596}" type="datetime1">
              <a:rPr lang="en-US" smtClean="0"/>
              <a:t>4/17/2026</a:t>
            </a:fld>
            <a:endParaRPr lang="en-US"/>
          </a:p>
        </p:txBody>
      </p:sp>
      <p:sp>
        <p:nvSpPr>
          <p:cNvPr id="27" name="Footer Placeholder 26">
            <a:extLst>
              <a:ext uri="{FF2B5EF4-FFF2-40B4-BE49-F238E27FC236}">
                <a16:creationId xmlns:a16="http://schemas.microsoft.com/office/drawing/2014/main" id="{0DCA7434-D577-1100-6176-CEB3987F8687}"/>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28" name="Slide Number Placeholder 27">
            <a:extLst>
              <a:ext uri="{FF2B5EF4-FFF2-40B4-BE49-F238E27FC236}">
                <a16:creationId xmlns:a16="http://schemas.microsoft.com/office/drawing/2014/main" id="{B2F9C23A-0EEC-6AAD-3468-532C712E8B59}"/>
              </a:ext>
            </a:extLst>
          </p:cNvPr>
          <p:cNvSpPr>
            <a:spLocks noGrp="1"/>
          </p:cNvSpPr>
          <p:nvPr>
            <p:ph type="sldNum" sz="quarter" idx="12"/>
          </p:nvPr>
        </p:nvSpPr>
        <p:spPr/>
        <p:txBody>
          <a:bodyPr/>
          <a:lstStyle/>
          <a:p>
            <a:fld id="{67F3E610-1FA7-40BA-8FBC-FDBE586CA2BC}" type="slidenum">
              <a:rPr lang="en-US" smtClean="0"/>
              <a:t>2</a:t>
            </a:fld>
            <a:endParaRPr lang="en-US"/>
          </a:p>
        </p:txBody>
      </p:sp>
      <p:pic>
        <p:nvPicPr>
          <p:cNvPr id="3" name="Picture 2">
            <a:extLst>
              <a:ext uri="{FF2B5EF4-FFF2-40B4-BE49-F238E27FC236}">
                <a16:creationId xmlns:a16="http://schemas.microsoft.com/office/drawing/2014/main" id="{DD9996EA-5378-087E-CE44-9B77FBCE138E}"/>
              </a:ext>
            </a:extLst>
          </p:cNvPr>
          <p:cNvPicPr>
            <a:picLocks/>
          </p:cNvPicPr>
          <p:nvPr>
            <p:custDataLst>
              <p:tags r:id="rId1"/>
            </p:custDataLst>
          </p:nvPr>
        </p:nvPicPr>
        <p:blipFill>
          <a:blip r:embed="rId5"/>
          <a:stretch>
            <a:fillRect/>
          </a:stretch>
        </p:blipFill>
        <p:spPr>
          <a:xfrm>
            <a:off x="2654606" y="457200"/>
            <a:ext cx="2380918" cy="5486400"/>
          </a:xfrm>
          <a:prstGeom prst="rect">
            <a:avLst/>
          </a:prstGeom>
        </p:spPr>
      </p:pic>
    </p:spTree>
    <p:extLst>
      <p:ext uri="{BB962C8B-B14F-4D97-AF65-F5344CB8AC3E}">
        <p14:creationId xmlns:p14="http://schemas.microsoft.com/office/powerpoint/2010/main" val="645196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0EDE6"/>
          </a:solidFill>
          <a:ln w="15875" cap="flat" cmpd="sng" algn="ctr">
            <a:noFill/>
            <a:prstDash val="solid"/>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E0DDD8"/>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Claude</a:t>
            </a:r>
            <a:r>
              <a:rPr lang="en-US"/>
              <a:t>’s V1 Design</a:t>
            </a:r>
            <a:br>
              <a:rPr lang="en-US"/>
            </a:br>
            <a:r>
              <a:rPr lang="en-US" i="1"/>
              <a:t>(using Sonnet 4.6)</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sz="1400" b="1"/>
              <a:t>What to notice</a:t>
            </a:r>
          </a:p>
          <a:p>
            <a:pPr marL="285750" indent="-285750">
              <a:buFont typeface="Calibri" panose="020F0502020204030204" pitchFamily="34" charset="0"/>
              <a:buChar char="•"/>
            </a:pPr>
            <a:r>
              <a:rPr lang="en-US" sz="1400"/>
              <a:t>Narrative intelligence</a:t>
            </a:r>
          </a:p>
          <a:p>
            <a:pPr marL="285750" indent="-285750">
              <a:buFont typeface="Calibri" panose="020F0502020204030204" pitchFamily="34" charset="0"/>
              <a:buChar char="•"/>
            </a:pPr>
            <a:r>
              <a:rPr lang="en-US" sz="1400"/>
              <a:t>Strong framing language</a:t>
            </a:r>
          </a:p>
          <a:p>
            <a:pPr marL="285750" indent="-285750">
              <a:buFont typeface="Calibri" panose="020F0502020204030204" pitchFamily="34" charset="0"/>
              <a:buChar char="•"/>
            </a:pPr>
            <a:r>
              <a:rPr lang="en-US" sz="1400"/>
              <a:t>Good sense of “why this matters,” not just “what happens next”</a:t>
            </a:r>
          </a:p>
          <a:p>
            <a:r>
              <a:rPr lang="en-US" sz="1400"/>
              <a:t> </a:t>
            </a:r>
          </a:p>
          <a:p>
            <a:r>
              <a:rPr lang="en-US" sz="1400" b="1"/>
              <a:t>Judge’s note</a:t>
            </a:r>
          </a:p>
          <a:p>
            <a:r>
              <a:rPr lang="en-US" sz="1400"/>
              <a:t>Often the most elegant storyteller in the room — rich in reasoning, occasionally a little too polished for a messy process.</a:t>
            </a:r>
          </a:p>
          <a:p>
            <a:r>
              <a:rPr lang="en-US" sz="1400"/>
              <a:t> </a:t>
            </a:r>
          </a:p>
          <a:p>
            <a:r>
              <a:rPr lang="en-US" sz="1400">
                <a:hlinkClick r:id="rId4"/>
              </a:rPr>
              <a:t>🌐 Claude V1</a:t>
            </a:r>
            <a:endParaRPr lang="en-US" sz="1400"/>
          </a:p>
        </p:txBody>
      </p:sp>
      <p:sp>
        <p:nvSpPr>
          <p:cNvPr id="37" name="Rectangle 36">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0C850"/>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02BC5A9B-E547-45B6-9D67-BBE5D6BFD472}"/>
              </a:ext>
            </a:extLst>
          </p:cNvPr>
          <p:cNvSpPr/>
          <p:nvPr/>
        </p:nvSpPr>
        <p:spPr>
          <a:xfrm>
            <a:off x="0" y="0"/>
            <a:ext cx="1016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758DC866-6DE8-47B4-B8F6-D9A37752973F}"/>
              </a:ext>
            </a:extLst>
          </p:cNvPr>
          <p:cNvSpPr/>
          <p:nvPr/>
        </p:nvSpPr>
        <p:spPr>
          <a:xfrm>
            <a:off x="0" y="6324600"/>
            <a:ext cx="12192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17DF223B-FCFE-630D-8B81-59EDE4ABF21C}"/>
              </a:ext>
            </a:extLst>
          </p:cNvPr>
          <p:cNvSpPr>
            <a:spLocks noGrp="1"/>
          </p:cNvSpPr>
          <p:nvPr>
            <p:ph type="dt" sz="half" idx="10"/>
          </p:nvPr>
        </p:nvSpPr>
        <p:spPr/>
        <p:txBody>
          <a:bodyPr/>
          <a:lstStyle/>
          <a:p>
            <a:fld id="{1FDE7651-2C3F-40F0-BC38-CD248199A357}" type="datetime1">
              <a:rPr lang="en-US" smtClean="0"/>
              <a:t>4/17/2026</a:t>
            </a:fld>
            <a:endParaRPr lang="en-US"/>
          </a:p>
        </p:txBody>
      </p:sp>
      <p:sp>
        <p:nvSpPr>
          <p:cNvPr id="39" name="Footer Placeholder 38">
            <a:extLst>
              <a:ext uri="{FF2B5EF4-FFF2-40B4-BE49-F238E27FC236}">
                <a16:creationId xmlns:a16="http://schemas.microsoft.com/office/drawing/2014/main" id="{A78C4104-9104-1BEE-8A25-3DBCA9B77C0C}"/>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46" name="Slide Number Placeholder 45">
            <a:extLst>
              <a:ext uri="{FF2B5EF4-FFF2-40B4-BE49-F238E27FC236}">
                <a16:creationId xmlns:a16="http://schemas.microsoft.com/office/drawing/2014/main" id="{EFAD1031-BF21-A566-C246-5A4D26C741BC}"/>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3</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8F7054E1-774E-9A8E-3C49-DF7726581B30}"/>
              </a:ext>
            </a:extLst>
          </p:cNvPr>
          <p:cNvPicPr>
            <a:picLocks/>
          </p:cNvPicPr>
          <p:nvPr>
            <p:custDataLst>
              <p:tags r:id="rId1"/>
            </p:custDataLst>
          </p:nvPr>
        </p:nvPicPr>
        <p:blipFill>
          <a:blip r:embed="rId5"/>
          <a:stretch>
            <a:fillRect/>
          </a:stretch>
        </p:blipFill>
        <p:spPr>
          <a:xfrm>
            <a:off x="6493322" y="640080"/>
            <a:ext cx="4253388" cy="5486400"/>
          </a:xfrm>
          <a:prstGeom prst="rect">
            <a:avLst/>
          </a:prstGeom>
        </p:spPr>
      </p:pic>
    </p:spTree>
    <p:extLst>
      <p:ext uri="{BB962C8B-B14F-4D97-AF65-F5344CB8AC3E}">
        <p14:creationId xmlns:p14="http://schemas.microsoft.com/office/powerpoint/2010/main" val="3302593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Perplexity</a:t>
            </a:r>
            <a:r>
              <a:rPr lang="en-US" sz="3400">
                <a:solidFill>
                  <a:schemeClr val="tx1">
                    <a:lumMod val="75000"/>
                    <a:lumOff val="25000"/>
                  </a:schemeClr>
                </a:solidFill>
              </a:rPr>
              <a:t>’s V1 Design</a:t>
            </a:r>
            <a:br>
              <a:rPr lang="en-US" sz="3400">
                <a:solidFill>
                  <a:schemeClr val="tx1">
                    <a:lumMod val="75000"/>
                    <a:lumOff val="25000"/>
                  </a:schemeClr>
                </a:solidFill>
              </a:rPr>
            </a:br>
            <a:r>
              <a:rPr lang="en-US" sz="3400" i="1">
                <a:solidFill>
                  <a:schemeClr val="tx1">
                    <a:lumMod val="75000"/>
                    <a:lumOff val="25000"/>
                  </a:schemeClr>
                </a:solidFill>
              </a:rPr>
              <a:t>(using Auto)</a:t>
            </a:r>
          </a:p>
        </p:txBody>
      </p:sp>
      <p:cxnSp>
        <p:nvCxnSpPr>
          <p:cNvPr id="39" name="Straight Connector 38">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cap="flat" cmpd="sng" algn="ctr">
            <a:solidFill>
              <a:srgbClr val="F0C85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Pragmatic structure</a:t>
            </a:r>
          </a:p>
          <a:p>
            <a:pPr marL="285750" indent="-285750">
              <a:buFont typeface="Calibri" panose="020F0502020204030204" pitchFamily="34" charset="0"/>
              <a:buChar char="•"/>
            </a:pPr>
            <a:r>
              <a:rPr lang="en-US">
                <a:solidFill>
                  <a:schemeClr val="tx1">
                    <a:lumMod val="75000"/>
                    <a:lumOff val="25000"/>
                  </a:schemeClr>
                </a:solidFill>
              </a:rPr>
              <a:t>ROI / ROY thinking</a:t>
            </a:r>
          </a:p>
          <a:p>
            <a:pPr marL="285750" indent="-285750">
              <a:buFont typeface="Calibri" panose="020F0502020204030204" pitchFamily="34" charset="0"/>
              <a:buChar char="•"/>
            </a:pPr>
            <a:r>
              <a:rPr lang="en-US">
                <a:solidFill>
                  <a:schemeClr val="tx1">
                    <a:lumMod val="75000"/>
                    <a:lumOff val="25000"/>
                  </a:schemeClr>
                </a:solidFill>
              </a:rPr>
              <a:t>Tighter business framing than artistic flourish</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Efficient, grounded, and useful — less theater, more utility.</a:t>
            </a:r>
          </a:p>
          <a:p>
            <a:r>
              <a:rPr lang="en-US">
                <a:solidFill>
                  <a:schemeClr val="tx1">
                    <a:lumMod val="75000"/>
                    <a:lumOff val="25000"/>
                  </a:schemeClr>
                </a:solidFill>
              </a:rPr>
              <a:t> </a:t>
            </a:r>
          </a:p>
          <a:p>
            <a:r>
              <a:rPr lang="en-US">
                <a:solidFill>
                  <a:schemeClr val="tx1">
                    <a:lumMod val="75000"/>
                    <a:lumOff val="25000"/>
                  </a:schemeClr>
                </a:solidFill>
                <a:hlinkClick r:id="rId4"/>
              </a:rPr>
              <a:t>🌐 Perplexity V1</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F0BA5202-8DA3-4445-8F84-D055F621AF65}"/>
              </a:ext>
            </a:extLst>
          </p:cNvPr>
          <p:cNvSpPr/>
          <p:nvPr/>
        </p:nvSpPr>
        <p:spPr>
          <a:xfrm>
            <a:off x="0" y="0"/>
            <a:ext cx="1016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9C09C783-A546-4D25-8DA6-63629F165EEC}"/>
              </a:ext>
            </a:extLst>
          </p:cNvPr>
          <p:cNvSpPr/>
          <p:nvPr/>
        </p:nvSpPr>
        <p:spPr>
          <a:xfrm>
            <a:off x="0" y="6324600"/>
            <a:ext cx="12192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E65C5B21-331B-DFD5-59B6-5B63E9D4DB22}"/>
              </a:ext>
            </a:extLst>
          </p:cNvPr>
          <p:cNvSpPr>
            <a:spLocks noGrp="1"/>
          </p:cNvSpPr>
          <p:nvPr>
            <p:ph type="dt" sz="half" idx="10"/>
          </p:nvPr>
        </p:nvSpPr>
        <p:spPr/>
        <p:txBody>
          <a:bodyPr/>
          <a:lstStyle/>
          <a:p>
            <a:fld id="{F00C747F-163F-4570-80F5-22011A69DBD1}" type="datetime1">
              <a:rPr lang="en-US" smtClean="0"/>
              <a:t>4/17/2026</a:t>
            </a:fld>
            <a:endParaRPr lang="en-US"/>
          </a:p>
        </p:txBody>
      </p:sp>
      <p:sp>
        <p:nvSpPr>
          <p:cNvPr id="28" name="Footer Placeholder 27">
            <a:extLst>
              <a:ext uri="{FF2B5EF4-FFF2-40B4-BE49-F238E27FC236}">
                <a16:creationId xmlns:a16="http://schemas.microsoft.com/office/drawing/2014/main" id="{73F936CB-E81C-128B-62B6-8A197959B838}"/>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A4510ECB-BF99-F497-5E76-BD376876CE64}"/>
              </a:ext>
            </a:extLst>
          </p:cNvPr>
          <p:cNvSpPr>
            <a:spLocks noGrp="1"/>
          </p:cNvSpPr>
          <p:nvPr>
            <p:ph type="sldNum" sz="quarter" idx="12"/>
          </p:nvPr>
        </p:nvSpPr>
        <p:spPr/>
        <p:txBody>
          <a:bodyPr/>
          <a:lstStyle/>
          <a:p>
            <a:fld id="{67F3E610-1FA7-40BA-8FBC-FDBE586CA2BC}" type="slidenum">
              <a:rPr lang="en-US" smtClean="0"/>
              <a:t>4</a:t>
            </a:fld>
            <a:endParaRPr lang="en-US"/>
          </a:p>
        </p:txBody>
      </p:sp>
      <p:pic>
        <p:nvPicPr>
          <p:cNvPr id="3" name="Picture 2">
            <a:extLst>
              <a:ext uri="{FF2B5EF4-FFF2-40B4-BE49-F238E27FC236}">
                <a16:creationId xmlns:a16="http://schemas.microsoft.com/office/drawing/2014/main" id="{37725FF1-6361-34E7-DC6C-8288C79E2383}"/>
              </a:ext>
            </a:extLst>
          </p:cNvPr>
          <p:cNvPicPr>
            <a:picLocks/>
          </p:cNvPicPr>
          <p:nvPr>
            <p:custDataLst>
              <p:tags r:id="rId1"/>
            </p:custDataLst>
          </p:nvPr>
        </p:nvPicPr>
        <p:blipFill>
          <a:blip r:embed="rId5"/>
          <a:stretch>
            <a:fillRect/>
          </a:stretch>
        </p:blipFill>
        <p:spPr>
          <a:xfrm>
            <a:off x="2632335" y="423958"/>
            <a:ext cx="2316003" cy="5486400"/>
          </a:xfrm>
          <a:prstGeom prst="rect">
            <a:avLst/>
          </a:prstGeom>
        </p:spPr>
      </p:pic>
    </p:spTree>
    <p:extLst>
      <p:ext uri="{BB962C8B-B14F-4D97-AF65-F5344CB8AC3E}">
        <p14:creationId xmlns:p14="http://schemas.microsoft.com/office/powerpoint/2010/main" val="264273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0EDE6"/>
          </a:solidFill>
          <a:ln w="15875" cap="flat" cmpd="sng" algn="ctr">
            <a:noFill/>
            <a:prstDash val="solid"/>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E0DDD8"/>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ChatGPT</a:t>
            </a:r>
            <a:r>
              <a:rPr lang="en-US"/>
              <a:t>’s V1 Design</a:t>
            </a:r>
            <a:br>
              <a:rPr lang="en-US"/>
            </a:br>
            <a:r>
              <a:rPr lang="en-US" i="1"/>
              <a:t>(using GPT 5.4 Thinking)</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Balanced composition</a:t>
            </a:r>
          </a:p>
          <a:p>
            <a:pPr marL="285750" indent="-285750">
              <a:buFont typeface="Calibri" panose="020F0502020204030204" pitchFamily="34" charset="0"/>
              <a:buChar char="•"/>
            </a:pPr>
            <a:r>
              <a:rPr lang="en-US"/>
              <a:t>Strong loop logic</a:t>
            </a:r>
          </a:p>
          <a:p>
            <a:pPr marL="285750" indent="-285750">
              <a:buFont typeface="Calibri" panose="020F0502020204030204" pitchFamily="34" charset="0"/>
              <a:buChar char="•"/>
            </a:pPr>
            <a:r>
              <a:rPr lang="en-US"/>
              <a:t>Good blend of branding, structure, and presentational polish</a:t>
            </a:r>
          </a:p>
          <a:p>
            <a:r>
              <a:rPr lang="en-US"/>
              <a:t> </a:t>
            </a:r>
          </a:p>
          <a:p>
            <a:r>
              <a:rPr lang="en-US" b="1"/>
              <a:t>Judge’s note</a:t>
            </a:r>
          </a:p>
          <a:p>
            <a:r>
              <a:rPr lang="en-US"/>
              <a:t>A well-rounded entry that tries to do everything: clarity, hierarchy, and a little swagger.</a:t>
            </a:r>
          </a:p>
          <a:p>
            <a:r>
              <a:rPr lang="en-US"/>
              <a:t> </a:t>
            </a:r>
          </a:p>
          <a:p>
            <a:r>
              <a:rPr lang="en-US">
                <a:hlinkClick r:id="rId4"/>
              </a:rPr>
              <a:t>🌐 ChatGPT V1</a:t>
            </a:r>
            <a:endParaRPr lang="en-US"/>
          </a:p>
        </p:txBody>
      </p:sp>
      <p:sp>
        <p:nvSpPr>
          <p:cNvPr id="37" name="Rectangle 36">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0C850"/>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70DFBDC8-FF80-4316-82EE-71F8E83FB5AA}"/>
              </a:ext>
            </a:extLst>
          </p:cNvPr>
          <p:cNvSpPr/>
          <p:nvPr/>
        </p:nvSpPr>
        <p:spPr>
          <a:xfrm>
            <a:off x="0" y="0"/>
            <a:ext cx="1016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F7778F3B-20F7-4278-AEA7-4E60436788BE}"/>
              </a:ext>
            </a:extLst>
          </p:cNvPr>
          <p:cNvSpPr/>
          <p:nvPr/>
        </p:nvSpPr>
        <p:spPr>
          <a:xfrm>
            <a:off x="0" y="6324600"/>
            <a:ext cx="12192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2ECAA7C1-4028-F05B-01CA-E19032C671ED}"/>
              </a:ext>
            </a:extLst>
          </p:cNvPr>
          <p:cNvSpPr>
            <a:spLocks noGrp="1"/>
          </p:cNvSpPr>
          <p:nvPr>
            <p:ph type="dt" sz="half" idx="10"/>
          </p:nvPr>
        </p:nvSpPr>
        <p:spPr/>
        <p:txBody>
          <a:bodyPr/>
          <a:lstStyle/>
          <a:p>
            <a:fld id="{03621617-C8F9-4518-9FBB-5859D4723E45}" type="datetime1">
              <a:rPr lang="en-US" smtClean="0"/>
              <a:t>4/17/2026</a:t>
            </a:fld>
            <a:endParaRPr lang="en-US"/>
          </a:p>
        </p:txBody>
      </p:sp>
      <p:sp>
        <p:nvSpPr>
          <p:cNvPr id="39" name="Footer Placeholder 38">
            <a:extLst>
              <a:ext uri="{FF2B5EF4-FFF2-40B4-BE49-F238E27FC236}">
                <a16:creationId xmlns:a16="http://schemas.microsoft.com/office/drawing/2014/main" id="{EBD9E141-468B-849E-6E71-DF769A5500D4}"/>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41" name="Slide Number Placeholder 40">
            <a:extLst>
              <a:ext uri="{FF2B5EF4-FFF2-40B4-BE49-F238E27FC236}">
                <a16:creationId xmlns:a16="http://schemas.microsoft.com/office/drawing/2014/main" id="{A7EC75F1-15F7-9820-8F16-F6A6516EF778}"/>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5</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A6996E12-63E1-DEF6-1439-A79D8384958C}"/>
              </a:ext>
            </a:extLst>
          </p:cNvPr>
          <p:cNvPicPr>
            <a:picLocks/>
          </p:cNvPicPr>
          <p:nvPr>
            <p:custDataLst>
              <p:tags r:id="rId1"/>
            </p:custDataLst>
          </p:nvPr>
        </p:nvPicPr>
        <p:blipFill>
          <a:blip r:embed="rId5"/>
          <a:stretch>
            <a:fillRect/>
          </a:stretch>
        </p:blipFill>
        <p:spPr>
          <a:xfrm>
            <a:off x="8087922" y="685800"/>
            <a:ext cx="2017395" cy="5486400"/>
          </a:xfrm>
          <a:prstGeom prst="rect">
            <a:avLst/>
          </a:prstGeom>
        </p:spPr>
      </p:pic>
    </p:spTree>
    <p:extLst>
      <p:ext uri="{BB962C8B-B14F-4D97-AF65-F5344CB8AC3E}">
        <p14:creationId xmlns:p14="http://schemas.microsoft.com/office/powerpoint/2010/main" val="4064550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Gemini</a:t>
            </a:r>
            <a:r>
              <a:rPr lang="en-US" sz="3400">
                <a:solidFill>
                  <a:schemeClr val="tx1">
                    <a:lumMod val="75000"/>
                    <a:lumOff val="25000"/>
                  </a:schemeClr>
                </a:solidFill>
              </a:rPr>
              <a:t>’s V1 Design</a:t>
            </a:r>
            <a:br>
              <a:rPr lang="en-US" sz="3400">
                <a:solidFill>
                  <a:schemeClr val="tx1">
                    <a:lumMod val="75000"/>
                    <a:lumOff val="25000"/>
                  </a:schemeClr>
                </a:solidFill>
              </a:rPr>
            </a:br>
            <a:r>
              <a:rPr lang="en-US" sz="3400" i="1">
                <a:solidFill>
                  <a:schemeClr val="tx1">
                    <a:lumMod val="75000"/>
                    <a:lumOff val="25000"/>
                  </a:schemeClr>
                </a:solidFill>
              </a:rPr>
              <a:t>(using Gemini 3 Thinking)</a:t>
            </a:r>
          </a:p>
        </p:txBody>
      </p:sp>
      <p:cxnSp>
        <p:nvCxnSpPr>
          <p:cNvPr id="39" name="Straight Connector 38">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cap="flat" cmpd="sng" algn="ctr">
            <a:solidFill>
              <a:srgbClr val="F0C85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Watch for synthesis and reduction</a:t>
            </a:r>
          </a:p>
          <a:p>
            <a:pPr marL="285750" indent="-285750">
              <a:buFont typeface="Calibri" panose="020F0502020204030204" pitchFamily="34" charset="0"/>
              <a:buChar char="•"/>
            </a:pPr>
            <a:r>
              <a:rPr lang="en-US">
                <a:solidFill>
                  <a:schemeClr val="tx1">
                    <a:lumMod val="75000"/>
                    <a:lumOff val="25000"/>
                  </a:schemeClr>
                </a:solidFill>
              </a:rPr>
              <a:t>Does it simplify without flattening the idea?</a:t>
            </a:r>
          </a:p>
          <a:p>
            <a:pPr marL="285750" indent="-285750">
              <a:buFont typeface="Calibri" panose="020F0502020204030204" pitchFamily="34" charset="0"/>
              <a:buChar char="•"/>
            </a:pPr>
            <a:r>
              <a:rPr lang="en-US">
                <a:solidFill>
                  <a:schemeClr val="tx1">
                    <a:lumMod val="75000"/>
                    <a:lumOff val="25000"/>
                  </a:schemeClr>
                </a:solidFill>
              </a:rPr>
              <a:t>Does the structure feel intelligent or merely tidy?</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This is the slide to ask whether elegance came from insight… or just restraint.</a:t>
            </a:r>
          </a:p>
          <a:p>
            <a:r>
              <a:rPr lang="en-US">
                <a:solidFill>
                  <a:schemeClr val="tx1">
                    <a:lumMod val="75000"/>
                    <a:lumOff val="25000"/>
                  </a:schemeClr>
                </a:solidFill>
              </a:rPr>
              <a:t> </a:t>
            </a:r>
          </a:p>
          <a:p>
            <a:r>
              <a:rPr lang="en-US">
                <a:solidFill>
                  <a:schemeClr val="tx1">
                    <a:lumMod val="75000"/>
                    <a:lumOff val="25000"/>
                  </a:schemeClr>
                </a:solidFill>
                <a:hlinkClick r:id="rId4"/>
              </a:rPr>
              <a:t>🌐 Gemini V1</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963406B3-56B0-43F5-9D02-0D9DD9474F1F}"/>
              </a:ext>
            </a:extLst>
          </p:cNvPr>
          <p:cNvSpPr/>
          <p:nvPr/>
        </p:nvSpPr>
        <p:spPr>
          <a:xfrm>
            <a:off x="0" y="0"/>
            <a:ext cx="1016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6E9AE3C2-52CC-4331-85DE-C9D484A02544}"/>
              </a:ext>
            </a:extLst>
          </p:cNvPr>
          <p:cNvSpPr/>
          <p:nvPr/>
        </p:nvSpPr>
        <p:spPr>
          <a:xfrm>
            <a:off x="0" y="6324600"/>
            <a:ext cx="12192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55503D62-3BB2-11AC-9E7E-9742F7D663C4}"/>
              </a:ext>
            </a:extLst>
          </p:cNvPr>
          <p:cNvSpPr>
            <a:spLocks noGrp="1"/>
          </p:cNvSpPr>
          <p:nvPr>
            <p:ph type="dt" sz="half" idx="10"/>
          </p:nvPr>
        </p:nvSpPr>
        <p:spPr/>
        <p:txBody>
          <a:bodyPr/>
          <a:lstStyle/>
          <a:p>
            <a:fld id="{B4A5BC18-74CF-49D4-9289-7344CBFF5DCB}" type="datetime1">
              <a:rPr lang="en-US" smtClean="0"/>
              <a:t>4/17/2026</a:t>
            </a:fld>
            <a:endParaRPr lang="en-US"/>
          </a:p>
        </p:txBody>
      </p:sp>
      <p:sp>
        <p:nvSpPr>
          <p:cNvPr id="28" name="Footer Placeholder 27">
            <a:extLst>
              <a:ext uri="{FF2B5EF4-FFF2-40B4-BE49-F238E27FC236}">
                <a16:creationId xmlns:a16="http://schemas.microsoft.com/office/drawing/2014/main" id="{8BEC5BF6-AF73-C58D-0E83-DF405F4BCFDC}"/>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65556955-0EA9-460F-C4DD-B07FFECF4EA3}"/>
              </a:ext>
            </a:extLst>
          </p:cNvPr>
          <p:cNvSpPr>
            <a:spLocks noGrp="1"/>
          </p:cNvSpPr>
          <p:nvPr>
            <p:ph type="sldNum" sz="quarter" idx="12"/>
          </p:nvPr>
        </p:nvSpPr>
        <p:spPr/>
        <p:txBody>
          <a:bodyPr/>
          <a:lstStyle/>
          <a:p>
            <a:fld id="{67F3E610-1FA7-40BA-8FBC-FDBE586CA2BC}" type="slidenum">
              <a:rPr lang="en-US" smtClean="0"/>
              <a:t>6</a:t>
            </a:fld>
            <a:endParaRPr lang="en-US"/>
          </a:p>
        </p:txBody>
      </p:sp>
      <p:pic>
        <p:nvPicPr>
          <p:cNvPr id="3" name="Picture 2">
            <a:extLst>
              <a:ext uri="{FF2B5EF4-FFF2-40B4-BE49-F238E27FC236}">
                <a16:creationId xmlns:a16="http://schemas.microsoft.com/office/drawing/2014/main" id="{18619F7D-09C9-05C5-F329-D56C5995496D}"/>
              </a:ext>
            </a:extLst>
          </p:cNvPr>
          <p:cNvPicPr>
            <a:picLocks/>
          </p:cNvPicPr>
          <p:nvPr>
            <p:custDataLst>
              <p:tags r:id="rId1"/>
            </p:custDataLst>
          </p:nvPr>
        </p:nvPicPr>
        <p:blipFill>
          <a:blip r:embed="rId5"/>
          <a:stretch>
            <a:fillRect/>
          </a:stretch>
        </p:blipFill>
        <p:spPr>
          <a:xfrm>
            <a:off x="2095125" y="423958"/>
            <a:ext cx="3484721" cy="5486400"/>
          </a:xfrm>
          <a:prstGeom prst="rect">
            <a:avLst/>
          </a:prstGeom>
        </p:spPr>
      </p:pic>
    </p:spTree>
    <p:extLst>
      <p:ext uri="{BB962C8B-B14F-4D97-AF65-F5344CB8AC3E}">
        <p14:creationId xmlns:p14="http://schemas.microsoft.com/office/powerpoint/2010/main" val="3563802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0EDE6"/>
          </a:solidFill>
          <a:ln w="15875" cap="flat" cmpd="sng" algn="ctr">
            <a:noFill/>
            <a:prstDash val="solid"/>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E0DDD8"/>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Notion</a:t>
            </a:r>
            <a:r>
              <a:rPr lang="en-US"/>
              <a:t>’s V1 Design</a:t>
            </a:r>
            <a:br>
              <a:rPr lang="en-US"/>
            </a:br>
            <a:r>
              <a:rPr lang="en-US" i="1"/>
              <a:t>(using Auto)</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Clean lane logic</a:t>
            </a:r>
          </a:p>
          <a:p>
            <a:pPr marL="285750" indent="-285750">
              <a:buFont typeface="Calibri" panose="020F0502020204030204" pitchFamily="34" charset="0"/>
              <a:buChar char="•"/>
            </a:pPr>
            <a:r>
              <a:rPr lang="en-US"/>
              <a:t>Minimalist composition</a:t>
            </a:r>
          </a:p>
          <a:p>
            <a:pPr marL="285750" indent="-285750">
              <a:buFont typeface="Calibri" panose="020F0502020204030204" pitchFamily="34" charset="0"/>
              <a:buChar char="•"/>
            </a:pPr>
            <a:r>
              <a:rPr lang="en-US"/>
              <a:t>Useful separation between setup, compression, and shipping</a:t>
            </a:r>
          </a:p>
          <a:p>
            <a:r>
              <a:rPr lang="en-US"/>
              <a:t> </a:t>
            </a:r>
          </a:p>
          <a:p>
            <a:r>
              <a:rPr lang="en-US" b="1"/>
              <a:t>Judge’s note</a:t>
            </a:r>
          </a:p>
          <a:p>
            <a:r>
              <a:rPr lang="en-US"/>
              <a:t>Quietly effective. Less “look what I can do,” more “here’s the shape of the thing.”</a:t>
            </a:r>
          </a:p>
          <a:p>
            <a:r>
              <a:rPr lang="en-US"/>
              <a:t> </a:t>
            </a:r>
          </a:p>
          <a:p>
            <a:r>
              <a:rPr lang="en-US">
                <a:hlinkClick r:id="rId4"/>
              </a:rPr>
              <a:t>🌐 Notion V1</a:t>
            </a:r>
            <a:endParaRPr lang="en-US"/>
          </a:p>
        </p:txBody>
      </p:sp>
      <p:sp>
        <p:nvSpPr>
          <p:cNvPr id="37" name="Rectangle 36">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0C850"/>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C27F614A-6DE8-4F3D-9A2E-AA27737BE8CE}"/>
              </a:ext>
            </a:extLst>
          </p:cNvPr>
          <p:cNvSpPr/>
          <p:nvPr/>
        </p:nvSpPr>
        <p:spPr>
          <a:xfrm>
            <a:off x="0" y="0"/>
            <a:ext cx="1016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C37C58CB-A5F5-4CE5-924B-1155BD54F41C}"/>
              </a:ext>
            </a:extLst>
          </p:cNvPr>
          <p:cNvSpPr/>
          <p:nvPr/>
        </p:nvSpPr>
        <p:spPr>
          <a:xfrm>
            <a:off x="0" y="6324600"/>
            <a:ext cx="12192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267CA4A1-CE14-43EA-7FAC-CEDE1E93D16B}"/>
              </a:ext>
            </a:extLst>
          </p:cNvPr>
          <p:cNvSpPr>
            <a:spLocks noGrp="1"/>
          </p:cNvSpPr>
          <p:nvPr>
            <p:ph type="dt" sz="half" idx="10"/>
          </p:nvPr>
        </p:nvSpPr>
        <p:spPr/>
        <p:txBody>
          <a:bodyPr/>
          <a:lstStyle/>
          <a:p>
            <a:fld id="{0A10B8AF-56DD-41CA-B48C-E735950BC6CB}" type="datetime1">
              <a:rPr lang="en-US" smtClean="0"/>
              <a:t>4/17/2026</a:t>
            </a:fld>
            <a:endParaRPr lang="en-US"/>
          </a:p>
        </p:txBody>
      </p:sp>
      <p:sp>
        <p:nvSpPr>
          <p:cNvPr id="28" name="Footer Placeholder 27">
            <a:extLst>
              <a:ext uri="{FF2B5EF4-FFF2-40B4-BE49-F238E27FC236}">
                <a16:creationId xmlns:a16="http://schemas.microsoft.com/office/drawing/2014/main" id="{0271AF8E-65F6-85CF-DA98-573AC1973494}"/>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30E87B74-4DFB-9B20-D116-88CB0145F7D0}"/>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7</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3241A5F7-60C7-F5AB-3BAB-784E7E662024}"/>
              </a:ext>
            </a:extLst>
          </p:cNvPr>
          <p:cNvPicPr>
            <a:picLocks/>
          </p:cNvPicPr>
          <p:nvPr>
            <p:custDataLst>
              <p:tags r:id="rId1"/>
            </p:custDataLst>
          </p:nvPr>
        </p:nvPicPr>
        <p:blipFill>
          <a:blip r:embed="rId5"/>
          <a:stretch>
            <a:fillRect/>
          </a:stretch>
        </p:blipFill>
        <p:spPr>
          <a:xfrm>
            <a:off x="4486533" y="2727006"/>
            <a:ext cx="7315200" cy="1403985"/>
          </a:xfrm>
          <a:prstGeom prst="rect">
            <a:avLst/>
          </a:prstGeom>
        </p:spPr>
      </p:pic>
    </p:spTree>
    <p:extLst>
      <p:ext uri="{BB962C8B-B14F-4D97-AF65-F5344CB8AC3E}">
        <p14:creationId xmlns:p14="http://schemas.microsoft.com/office/powerpoint/2010/main" val="672995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a:extLst>
            <a:ext uri="{FF2B5EF4-FFF2-40B4-BE49-F238E27FC236}">
              <a16:creationId xmlns:a16="http://schemas.microsoft.com/office/drawing/2014/main" id="{83E25BCF-797E-0A08-7FF0-22BD3B934BEF}"/>
            </a:ext>
          </a:extLst>
        </p:cNvPr>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2E56ABE7-DA4B-E8A9-11AC-5334D9E8F3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7A9AFC-4500-7A61-0EA2-E7320DFAAD37}"/>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dirty="0" err="1">
                <a:solidFill>
                  <a:schemeClr val="tx1">
                    <a:lumMod val="75000"/>
                    <a:lumOff val="25000"/>
                  </a:schemeClr>
                </a:solidFill>
              </a:rPr>
              <a:t>Replit</a:t>
            </a:r>
            <a:r>
              <a:rPr lang="en-US" sz="3400" dirty="0" err="1">
                <a:solidFill>
                  <a:schemeClr val="tx1">
                    <a:lumMod val="75000"/>
                    <a:lumOff val="25000"/>
                  </a:schemeClr>
                </a:solidFill>
              </a:rPr>
              <a:t>’s</a:t>
            </a:r>
            <a:r>
              <a:rPr lang="en-US" sz="3400" dirty="0">
                <a:solidFill>
                  <a:schemeClr val="tx1">
                    <a:lumMod val="75000"/>
                    <a:lumOff val="25000"/>
                  </a:schemeClr>
                </a:solidFill>
              </a:rPr>
              <a:t> V1 Design</a:t>
            </a:r>
            <a:br>
              <a:rPr lang="en-US" sz="3400" dirty="0">
                <a:solidFill>
                  <a:schemeClr val="tx1">
                    <a:lumMod val="75000"/>
                    <a:lumOff val="25000"/>
                  </a:schemeClr>
                </a:solidFill>
              </a:rPr>
            </a:br>
            <a:r>
              <a:rPr lang="en-US" sz="3400" i="1" dirty="0">
                <a:solidFill>
                  <a:schemeClr val="tx1">
                    <a:lumMod val="75000"/>
                    <a:lumOff val="25000"/>
                  </a:schemeClr>
                </a:solidFill>
              </a:rPr>
              <a:t>(using Auto)</a:t>
            </a:r>
          </a:p>
        </p:txBody>
      </p:sp>
      <p:cxnSp>
        <p:nvCxnSpPr>
          <p:cNvPr id="39" name="Straight Connector 38">
            <a:extLst>
              <a:ext uri="{FF2B5EF4-FFF2-40B4-BE49-F238E27FC236}">
                <a16:creationId xmlns:a16="http://schemas.microsoft.com/office/drawing/2014/main" id="{18261DDD-C573-FAC0-5CD4-B42CA8EAB0A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cap="flat" cmpd="sng" algn="ctr">
            <a:solidFill>
              <a:srgbClr val="F0C85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5686184-9818-6965-9C90-D93CB28C967E}"/>
              </a:ext>
            </a:extLst>
          </p:cNvPr>
          <p:cNvSpPr>
            <a:spLocks noGrp="1"/>
          </p:cNvSpPr>
          <p:nvPr>
            <p:ph type="body" sz="half" idx="2"/>
          </p:nvPr>
        </p:nvSpPr>
        <p:spPr>
          <a:xfrm>
            <a:off x="7859485" y="2198914"/>
            <a:ext cx="3690257" cy="3408625"/>
          </a:xfrm>
        </p:spPr>
        <p:txBody>
          <a:bodyPr vert="horz" lIns="0" tIns="45720" rIns="0" bIns="45720" rtlCol="0">
            <a:spAutoFit/>
          </a:bodyPr>
          <a:lstStyle/>
          <a:p>
            <a:r>
              <a:rPr lang="en-US" b="1" dirty="0">
                <a:solidFill>
                  <a:schemeClr val="tx1">
                    <a:lumMod val="75000"/>
                    <a:lumOff val="25000"/>
                  </a:schemeClr>
                </a:solidFill>
              </a:rPr>
              <a:t>What to notice</a:t>
            </a:r>
          </a:p>
          <a:p>
            <a:pPr marL="285750" indent="-285750">
              <a:buFont typeface="Calibri" panose="020F0502020204030204" pitchFamily="34" charset="0"/>
              <a:buChar char="•"/>
            </a:pPr>
            <a:r>
              <a:rPr lang="en-US" dirty="0">
                <a:solidFill>
                  <a:schemeClr val="tx1">
                    <a:lumMod val="75000"/>
                    <a:lumOff val="25000"/>
                  </a:schemeClr>
                </a:solidFill>
              </a:rPr>
              <a:t>Developer-native thinking</a:t>
            </a:r>
          </a:p>
          <a:p>
            <a:pPr marL="285750" indent="-285750">
              <a:buFont typeface="Calibri" panose="020F0502020204030204" pitchFamily="34" charset="0"/>
              <a:buChar char="•"/>
            </a:pPr>
            <a:r>
              <a:rPr lang="en-US" dirty="0">
                <a:solidFill>
                  <a:schemeClr val="tx1">
                    <a:lumMod val="75000"/>
                    <a:lumOff val="25000"/>
                  </a:schemeClr>
                </a:solidFill>
              </a:rPr>
              <a:t>Does it feel like a builder drew this, or a narrator?</a:t>
            </a:r>
          </a:p>
          <a:p>
            <a:pPr marL="285750" indent="-285750">
              <a:buFont typeface="Calibri" panose="020F0502020204030204" pitchFamily="34" charset="0"/>
              <a:buChar char="•"/>
            </a:pPr>
            <a:r>
              <a:rPr lang="en-US" dirty="0">
                <a:solidFill>
                  <a:schemeClr val="tx1">
                    <a:lumMod val="75000"/>
                    <a:lumOff val="25000"/>
                  </a:schemeClr>
                </a:solidFill>
              </a:rPr>
              <a:t>Engineering clarity over presentation theater</a:t>
            </a:r>
          </a:p>
          <a:p>
            <a:r>
              <a:rPr lang="en-US" dirty="0">
                <a:solidFill>
                  <a:schemeClr val="tx1">
                    <a:lumMod val="75000"/>
                    <a:lumOff val="25000"/>
                  </a:schemeClr>
                </a:solidFill>
              </a:rPr>
              <a:t> </a:t>
            </a:r>
          </a:p>
          <a:p>
            <a:r>
              <a:rPr lang="en-US" b="1" dirty="0">
                <a:solidFill>
                  <a:schemeClr val="tx1">
                    <a:lumMod val="75000"/>
                    <a:lumOff val="25000"/>
                  </a:schemeClr>
                </a:solidFill>
              </a:rPr>
              <a:t>Judge's note</a:t>
            </a:r>
          </a:p>
          <a:p>
            <a:r>
              <a:rPr lang="en-US" dirty="0">
                <a:solidFill>
                  <a:schemeClr val="tx1">
                    <a:lumMod val="75000"/>
                    <a:lumOff val="25000"/>
                  </a:schemeClr>
                </a:solidFill>
              </a:rPr>
              <a:t>The coder's entry: less polish, more signal. Wins if the diagram reads like documentation that happens to be beautiful.</a:t>
            </a:r>
          </a:p>
          <a:p>
            <a:r>
              <a:rPr lang="en-US" dirty="0">
                <a:solidFill>
                  <a:schemeClr val="tx1">
                    <a:lumMod val="75000"/>
                    <a:lumOff val="25000"/>
                  </a:schemeClr>
                </a:solidFill>
              </a:rPr>
              <a:t> </a:t>
            </a:r>
          </a:p>
          <a:p>
            <a:r>
              <a:rPr lang="en-US" dirty="0">
                <a:solidFill>
                  <a:schemeClr val="tx1">
                    <a:lumMod val="75000"/>
                    <a:lumOff val="25000"/>
                  </a:schemeClr>
                </a:solidFill>
                <a:hlinkClick r:id="rId4"/>
              </a:rPr>
              <a:t>🌐 Replit V1</a:t>
            </a:r>
            <a:endParaRPr lang="en-US" dirty="0">
              <a:solidFill>
                <a:schemeClr val="tx1">
                  <a:lumMod val="75000"/>
                  <a:lumOff val="25000"/>
                </a:schemeClr>
              </a:solidFill>
            </a:endParaRPr>
          </a:p>
        </p:txBody>
      </p:sp>
      <p:sp>
        <p:nvSpPr>
          <p:cNvPr id="11" name="Rectangle 10">
            <a:extLst>
              <a:ext uri="{FF2B5EF4-FFF2-40B4-BE49-F238E27FC236}">
                <a16:creationId xmlns:a16="http://schemas.microsoft.com/office/drawing/2014/main" id="{ABFE6003-C464-E5E0-4AF0-E9068DD6EA07}"/>
              </a:ext>
            </a:extLst>
          </p:cNvPr>
          <p:cNvSpPr/>
          <p:nvPr/>
        </p:nvSpPr>
        <p:spPr>
          <a:xfrm>
            <a:off x="0" y="0"/>
            <a:ext cx="1016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A8FA84DD-ACEE-0D82-0FF5-C193921028A6}"/>
              </a:ext>
            </a:extLst>
          </p:cNvPr>
          <p:cNvSpPr/>
          <p:nvPr/>
        </p:nvSpPr>
        <p:spPr>
          <a:xfrm>
            <a:off x="0" y="6324600"/>
            <a:ext cx="12192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04B8CAC3-B4B8-A4DB-EFAD-A5BF61B786B8}"/>
              </a:ext>
            </a:extLst>
          </p:cNvPr>
          <p:cNvSpPr>
            <a:spLocks noGrp="1"/>
          </p:cNvSpPr>
          <p:nvPr>
            <p:ph type="dt" sz="half" idx="10"/>
          </p:nvPr>
        </p:nvSpPr>
        <p:spPr/>
        <p:txBody>
          <a:bodyPr/>
          <a:lstStyle/>
          <a:p>
            <a:fld id="{B4A5BC18-74CF-49D4-9289-7344CBFF5DCB}" type="datetime1">
              <a:rPr lang="en-US" smtClean="0"/>
              <a:t>4/17/2026</a:t>
            </a:fld>
            <a:endParaRPr lang="en-US"/>
          </a:p>
        </p:txBody>
      </p:sp>
      <p:sp>
        <p:nvSpPr>
          <p:cNvPr id="28" name="Footer Placeholder 27">
            <a:extLst>
              <a:ext uri="{FF2B5EF4-FFF2-40B4-BE49-F238E27FC236}">
                <a16:creationId xmlns:a16="http://schemas.microsoft.com/office/drawing/2014/main" id="{C2C1EC2B-CCFF-5FE2-6906-1757B485079F}"/>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FA1DB2DB-FD68-0D3A-6A5B-4430BE744481}"/>
              </a:ext>
            </a:extLst>
          </p:cNvPr>
          <p:cNvSpPr>
            <a:spLocks noGrp="1"/>
          </p:cNvSpPr>
          <p:nvPr>
            <p:ph type="sldNum" sz="quarter" idx="12"/>
          </p:nvPr>
        </p:nvSpPr>
        <p:spPr/>
        <p:txBody>
          <a:bodyPr/>
          <a:lstStyle/>
          <a:p>
            <a:fld id="{67F3E610-1FA7-40BA-8FBC-FDBE586CA2BC}" type="slidenum">
              <a:rPr lang="en-US" smtClean="0"/>
              <a:t>8</a:t>
            </a:fld>
            <a:endParaRPr lang="en-US"/>
          </a:p>
        </p:txBody>
      </p:sp>
      <p:pic>
        <p:nvPicPr>
          <p:cNvPr id="5" name="Picture 4">
            <a:extLst>
              <a:ext uri="{FF2B5EF4-FFF2-40B4-BE49-F238E27FC236}">
                <a16:creationId xmlns:a16="http://schemas.microsoft.com/office/drawing/2014/main" id="{FF3E4DC3-C015-A258-5E30-F3A48FBAA1DD}"/>
              </a:ext>
            </a:extLst>
          </p:cNvPr>
          <p:cNvPicPr>
            <a:picLocks noChangeAspect="1"/>
          </p:cNvPicPr>
          <p:nvPr>
            <p:custDataLst>
              <p:tags r:id="rId1"/>
            </p:custDataLst>
          </p:nvPr>
        </p:nvPicPr>
        <p:blipFill>
          <a:blip r:embed="rId5"/>
          <a:stretch>
            <a:fillRect/>
          </a:stretch>
        </p:blipFill>
        <p:spPr>
          <a:xfrm>
            <a:off x="2486303" y="419100"/>
            <a:ext cx="3021137" cy="5486400"/>
          </a:xfrm>
          <a:prstGeom prst="rect">
            <a:avLst/>
          </a:prstGeom>
        </p:spPr>
      </p:pic>
    </p:spTree>
    <p:extLst>
      <p:ext uri="{BB962C8B-B14F-4D97-AF65-F5344CB8AC3E}">
        <p14:creationId xmlns:p14="http://schemas.microsoft.com/office/powerpoint/2010/main" val="3465993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a:extLst>
            <a:ext uri="{FF2B5EF4-FFF2-40B4-BE49-F238E27FC236}">
              <a16:creationId xmlns:a16="http://schemas.microsoft.com/office/drawing/2014/main" id="{DB98AFFC-CD5F-4E38-BDCD-13497B6BD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958E1D-73B0-3B5F-CA51-37C82DB04BF4}"/>
              </a:ext>
            </a:extLst>
          </p:cNvPr>
          <p:cNvSpPr>
            <a:spLocks noGrp="1"/>
          </p:cNvSpPr>
          <p:nvPr>
            <p:ph type="ctrTitle"/>
          </p:nvPr>
        </p:nvSpPr>
        <p:spPr>
          <a:xfrm>
            <a:off x="381000" y="381000"/>
            <a:ext cx="9017000" cy="1524000"/>
          </a:xfrm>
        </p:spPr>
        <p:txBody>
          <a:bodyPr>
            <a:normAutofit/>
          </a:bodyPr>
          <a:lstStyle/>
          <a:p>
            <a:r>
              <a:rPr lang="en-US" i="1" cap="all" dirty="0">
                <a:effectLst/>
              </a:rPr>
              <a:t>Etch</a:t>
            </a:r>
            <a:r>
              <a:rPr lang="en-US" cap="all" dirty="0">
                <a:effectLst/>
              </a:rPr>
              <a:t>-</a:t>
            </a:r>
            <a:r>
              <a:rPr lang="en-US" b="1" cap="all" dirty="0">
                <a:effectLst/>
              </a:rPr>
              <a:t>AI</a:t>
            </a:r>
            <a:r>
              <a:rPr lang="en-US" cap="all" dirty="0">
                <a:effectLst/>
              </a:rPr>
              <a:t>-</a:t>
            </a:r>
            <a:r>
              <a:rPr lang="en-US" i="1" cap="all" dirty="0">
                <a:effectLst/>
              </a:rPr>
              <a:t>Sketch</a:t>
            </a:r>
            <a:endParaRPr lang="en-US" dirty="0"/>
          </a:p>
        </p:txBody>
      </p:sp>
      <p:sp>
        <p:nvSpPr>
          <p:cNvPr id="3" name="Subtitle 2">
            <a:extLst>
              <a:ext uri="{FF2B5EF4-FFF2-40B4-BE49-F238E27FC236}">
                <a16:creationId xmlns:a16="http://schemas.microsoft.com/office/drawing/2014/main" id="{ADB3289C-A2CD-BA33-A666-942D4102D03D}"/>
              </a:ext>
            </a:extLst>
          </p:cNvPr>
          <p:cNvSpPr>
            <a:spLocks noGrp="1"/>
          </p:cNvSpPr>
          <p:nvPr>
            <p:ph type="subTitle" idx="1"/>
          </p:nvPr>
        </p:nvSpPr>
        <p:spPr>
          <a:xfrm>
            <a:off x="381000" y="1905000"/>
            <a:ext cx="9017000" cy="1016000"/>
          </a:xfrm>
        </p:spPr>
        <p:txBody>
          <a:bodyPr>
            <a:normAutofit fontScale="92500"/>
          </a:bodyPr>
          <a:lstStyle/>
          <a:p>
            <a:r>
              <a:rPr lang="en-US" cap="all" dirty="0">
                <a:effectLst/>
              </a:rPr>
              <a:t>🥊 Round 2</a:t>
            </a:r>
          </a:p>
          <a:p>
            <a:r>
              <a:rPr lang="en-US" b="1" dirty="0">
                <a:effectLst/>
              </a:rPr>
              <a:t>Improve upon “Vibed-Diagram” through lessons learned</a:t>
            </a:r>
          </a:p>
        </p:txBody>
      </p:sp>
      <p:sp>
        <p:nvSpPr>
          <p:cNvPr id="4" name="TextBox 3">
            <a:extLst>
              <a:ext uri="{FF2B5EF4-FFF2-40B4-BE49-F238E27FC236}">
                <a16:creationId xmlns:a16="http://schemas.microsoft.com/office/drawing/2014/main" id="{F43E0347-73A5-89B8-2DD8-F4E6A2A4217B}"/>
              </a:ext>
            </a:extLst>
          </p:cNvPr>
          <p:cNvSpPr txBox="1"/>
          <p:nvPr/>
        </p:nvSpPr>
        <p:spPr>
          <a:xfrm>
            <a:off x="381000" y="3302000"/>
            <a:ext cx="9017000" cy="2540000"/>
          </a:xfrm>
          <a:prstGeom prst="rect">
            <a:avLst/>
          </a:prstGeom>
          <a:noFill/>
        </p:spPr>
        <p:txBody>
          <a:bodyPr wrap="square" numCol="2" rtlCol="0">
            <a:spAutoFit/>
          </a:bodyPr>
          <a:lstStyle/>
          <a:p>
            <a:r>
              <a:rPr lang="en-US" b="1" dirty="0">
                <a:latin typeface="+mj-lt"/>
              </a:rPr>
              <a:t>Next challenge</a:t>
            </a:r>
          </a:p>
          <a:p>
            <a:pPr marL="285750" indent="-285750">
              <a:buFont typeface="Arial" panose="020B0604020202020204" pitchFamily="34" charset="0"/>
              <a:buChar char="•"/>
            </a:pPr>
            <a:r>
              <a:rPr lang="en-US" dirty="0"/>
              <a:t>Respond to critique</a:t>
            </a:r>
          </a:p>
          <a:p>
            <a:pPr marL="285750" indent="-285750">
              <a:buFont typeface="Arial" panose="020B0604020202020204" pitchFamily="34" charset="0"/>
              <a:buChar char="•"/>
            </a:pPr>
            <a:r>
              <a:rPr lang="en-US" dirty="0"/>
              <a:t>Use more of Mermaid’s toolbox</a:t>
            </a:r>
          </a:p>
          <a:p>
            <a:pPr marL="285750" indent="-285750">
              <a:buFont typeface="Arial" panose="020B0604020202020204" pitchFamily="34" charset="0"/>
              <a:buChar char="•"/>
            </a:pPr>
            <a:r>
              <a:rPr lang="en-US" dirty="0"/>
              <a:t>Keep the visual honest, but make it more stage-worthy</a:t>
            </a:r>
          </a:p>
        </p:txBody>
      </p:sp>
      <p:sp>
        <p:nvSpPr>
          <p:cNvPr id="5" name="Rectangle 4">
            <a:extLst>
              <a:ext uri="{FF2B5EF4-FFF2-40B4-BE49-F238E27FC236}">
                <a16:creationId xmlns:a16="http://schemas.microsoft.com/office/drawing/2014/main" id="{BAF1B8BD-D69C-4B87-9719-B77AC0967D7A}"/>
              </a:ext>
            </a:extLst>
          </p:cNvPr>
          <p:cNvSpPr/>
          <p:nvPr/>
        </p:nvSpPr>
        <p:spPr>
          <a:xfrm>
            <a:off x="0" y="0"/>
            <a:ext cx="1524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Oval 5">
            <a:extLst>
              <a:ext uri="{FF2B5EF4-FFF2-40B4-BE49-F238E27FC236}">
                <a16:creationId xmlns:a16="http://schemas.microsoft.com/office/drawing/2014/main" id="{2716D59D-24EF-479B-AAFE-B2649CB67DCB}"/>
              </a:ext>
            </a:extLst>
          </p:cNvPr>
          <p:cNvSpPr/>
          <p:nvPr/>
        </p:nvSpPr>
        <p:spPr>
          <a:xfrm>
            <a:off x="10160000" y="381000"/>
            <a:ext cx="1524000" cy="1524000"/>
          </a:xfrm>
          <a:prstGeom prst="ellipse">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6400" b="1">
                <a:solidFill>
                  <a:srgbClr val="FFFFFF"/>
                </a:solidFill>
              </a:rPr>
              <a:t>2</a:t>
            </a:r>
          </a:p>
        </p:txBody>
      </p:sp>
      <p:sp>
        <p:nvSpPr>
          <p:cNvPr id="7" name="Rectangle 6">
            <a:extLst>
              <a:ext uri="{FF2B5EF4-FFF2-40B4-BE49-F238E27FC236}">
                <a16:creationId xmlns:a16="http://schemas.microsoft.com/office/drawing/2014/main" id="{05A84D2A-4E06-4993-8799-74A7EB9B5C1E}"/>
              </a:ext>
            </a:extLst>
          </p:cNvPr>
          <p:cNvSpPr/>
          <p:nvPr/>
        </p:nvSpPr>
        <p:spPr>
          <a:xfrm>
            <a:off x="381000" y="3073400"/>
            <a:ext cx="2540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Date Placeholder 7">
            <a:extLst>
              <a:ext uri="{FF2B5EF4-FFF2-40B4-BE49-F238E27FC236}">
                <a16:creationId xmlns:a16="http://schemas.microsoft.com/office/drawing/2014/main" id="{D1989209-7411-B461-5E2A-D7CE0DF93B88}"/>
              </a:ext>
            </a:extLst>
          </p:cNvPr>
          <p:cNvSpPr>
            <a:spLocks noGrp="1"/>
          </p:cNvSpPr>
          <p:nvPr>
            <p:ph type="dt" sz="half" idx="10"/>
          </p:nvPr>
        </p:nvSpPr>
        <p:spPr/>
        <p:txBody>
          <a:bodyPr/>
          <a:lstStyle/>
          <a:p>
            <a:fld id="{593CF494-1790-42CF-A4F0-9DD78F0F4E63}" type="datetime1">
              <a:rPr lang="en-US" smtClean="0"/>
              <a:t>4/17/2026</a:t>
            </a:fld>
            <a:endParaRPr lang="en-US"/>
          </a:p>
        </p:txBody>
      </p:sp>
      <p:sp>
        <p:nvSpPr>
          <p:cNvPr id="9" name="Footer Placeholder 8">
            <a:extLst>
              <a:ext uri="{FF2B5EF4-FFF2-40B4-BE49-F238E27FC236}">
                <a16:creationId xmlns:a16="http://schemas.microsoft.com/office/drawing/2014/main" id="{BF0A5943-59DF-D6AE-732F-28FFCE8A7ACD}"/>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10" name="Slide Number Placeholder 9">
            <a:extLst>
              <a:ext uri="{FF2B5EF4-FFF2-40B4-BE49-F238E27FC236}">
                <a16:creationId xmlns:a16="http://schemas.microsoft.com/office/drawing/2014/main" id="{B62096A3-FE6E-DF4C-4AEE-261FDE86C6FD}"/>
              </a:ext>
            </a:extLst>
          </p:cNvPr>
          <p:cNvSpPr>
            <a:spLocks noGrp="1"/>
          </p:cNvSpPr>
          <p:nvPr>
            <p:ph type="sldNum" sz="quarter" idx="12"/>
          </p:nvPr>
        </p:nvSpPr>
        <p:spPr/>
        <p:txBody>
          <a:bodyPr/>
          <a:lstStyle/>
          <a:p>
            <a:fld id="{67F3E610-1FA7-40BA-8FBC-FDBE586CA2BC}" type="slidenum">
              <a:rPr lang="en-US" smtClean="0"/>
              <a:t>9</a:t>
            </a:fld>
            <a:endParaRPr lang="en-US"/>
          </a:p>
        </p:txBody>
      </p:sp>
      <p:pic>
        <p:nvPicPr>
          <p:cNvPr id="11" name="Picture 10">
            <a:extLst>
              <a:ext uri="{FF2B5EF4-FFF2-40B4-BE49-F238E27FC236}">
                <a16:creationId xmlns:a16="http://schemas.microsoft.com/office/drawing/2014/main" id="{132281B6-AF86-F300-3634-3E7154E5C6CF}"/>
              </a:ext>
            </a:extLst>
          </p:cNvPr>
          <p:cNvPicPr>
            <a:picLocks noChangeAspect="1"/>
          </p:cNvPicPr>
          <p:nvPr/>
        </p:nvPicPr>
        <p:blipFill>
          <a:blip r:embed="rId3">
            <a:alphaModFix amt="10000"/>
            <a:duotone>
              <a:prstClr val="black"/>
              <a:srgbClr val="C0392B">
                <a:tint val="45000"/>
                <a:satMod val="400000"/>
              </a:srgbClr>
            </a:duotone>
            <a:extLst>
              <a:ext uri="{28A0092B-C50C-407E-A947-70E740481C1C}">
                <a14:useLocalDpi xmlns:a14="http://schemas.microsoft.com/office/drawing/2010/main" val="0"/>
              </a:ext>
            </a:extLst>
          </a:blip>
          <a:stretch>
            <a:fillRect/>
          </a:stretch>
        </p:blipFill>
        <p:spPr>
          <a:xfrm rot="1380000">
            <a:off x="3177462" y="193040"/>
            <a:ext cx="9326880" cy="6217920"/>
          </a:xfrm>
          <a:prstGeom prst="rect">
            <a:avLst/>
          </a:prstGeom>
        </p:spPr>
      </p:pic>
    </p:spTree>
    <p:extLst>
      <p:ext uri="{BB962C8B-B14F-4D97-AF65-F5344CB8AC3E}">
        <p14:creationId xmlns:p14="http://schemas.microsoft.com/office/powerpoint/2010/main" val="971955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Copilot</a:t>
            </a:r>
            <a:r>
              <a:rPr lang="en-US" sz="3400">
                <a:solidFill>
                  <a:schemeClr val="tx1">
                    <a:lumMod val="75000"/>
                    <a:lumOff val="25000"/>
                  </a:schemeClr>
                </a:solidFill>
              </a:rPr>
              <a:t>’s RE-Design</a:t>
            </a:r>
            <a:br>
              <a:rPr lang="en-US" sz="3400">
                <a:solidFill>
                  <a:schemeClr val="tx1">
                    <a:lumMod val="75000"/>
                    <a:lumOff val="25000"/>
                  </a:schemeClr>
                </a:solidFill>
              </a:rPr>
            </a:br>
            <a:r>
              <a:rPr lang="en-US" sz="3400" i="1">
                <a:solidFill>
                  <a:schemeClr val="tx1">
                    <a:lumMod val="75000"/>
                    <a:lumOff val="25000"/>
                  </a:schemeClr>
                </a:solidFill>
              </a:rPr>
              <a:t>(using GPT 5.4 Thinking)</a:t>
            </a:r>
          </a:p>
        </p:txBody>
      </p:sp>
      <p:cxnSp>
        <p:nvCxnSpPr>
          <p:cNvPr id="57" name="Straight Connector 56">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cap="flat" cmpd="sng" algn="ctr">
            <a:solidFill>
              <a:srgbClr val="F0806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Did it keep its strong architecture?</a:t>
            </a:r>
          </a:p>
          <a:p>
            <a:pPr marL="285750" indent="-285750">
              <a:buFont typeface="Calibri" panose="020F0502020204030204" pitchFamily="34" charset="0"/>
              <a:buChar char="•"/>
            </a:pPr>
            <a:r>
              <a:rPr lang="en-US">
                <a:solidFill>
                  <a:schemeClr val="tx1">
                    <a:lumMod val="75000"/>
                    <a:lumOff val="25000"/>
                  </a:schemeClr>
                </a:solidFill>
              </a:rPr>
              <a:t>Does the redesign improve emotion without losing discipline?</a:t>
            </a:r>
          </a:p>
          <a:p>
            <a:pPr marL="285750" indent="-285750">
              <a:buFont typeface="Calibri" panose="020F0502020204030204" pitchFamily="34" charset="0"/>
              <a:buChar char="•"/>
            </a:pPr>
            <a:r>
              <a:rPr lang="en-US">
                <a:solidFill>
                  <a:schemeClr val="tx1">
                    <a:lumMod val="75000"/>
                    <a:lumOff val="25000"/>
                  </a:schemeClr>
                </a:solidFill>
              </a:rPr>
              <a:t>Is it still the most boardroom-ready piece?</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A strong contender if the V2 adds flair without sacrificing its original structural advantage.</a:t>
            </a:r>
          </a:p>
          <a:p>
            <a:r>
              <a:rPr lang="en-US">
                <a:solidFill>
                  <a:schemeClr val="tx1">
                    <a:lumMod val="75000"/>
                    <a:lumOff val="25000"/>
                  </a:schemeClr>
                </a:solidFill>
              </a:rPr>
              <a:t> </a:t>
            </a:r>
          </a:p>
          <a:p>
            <a:r>
              <a:rPr lang="en-US">
                <a:solidFill>
                  <a:schemeClr val="tx1">
                    <a:lumMod val="75000"/>
                    <a:lumOff val="25000"/>
                  </a:schemeClr>
                </a:solidFill>
                <a:hlinkClick r:id="rId4"/>
              </a:rPr>
              <a:t>🌐 Copilot V2</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B88344F7-DEC9-48D1-9569-3FE51830241F}"/>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29">
            <a:extLst>
              <a:ext uri="{FF2B5EF4-FFF2-40B4-BE49-F238E27FC236}">
                <a16:creationId xmlns:a16="http://schemas.microsoft.com/office/drawing/2014/main" id="{DEC07787-15E4-449E-A6E4-2D5497CC9674}"/>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Date Placeholder 44">
            <a:extLst>
              <a:ext uri="{FF2B5EF4-FFF2-40B4-BE49-F238E27FC236}">
                <a16:creationId xmlns:a16="http://schemas.microsoft.com/office/drawing/2014/main" id="{31DEF689-2961-CE11-5647-89607603E64C}"/>
              </a:ext>
            </a:extLst>
          </p:cNvPr>
          <p:cNvSpPr>
            <a:spLocks noGrp="1"/>
          </p:cNvSpPr>
          <p:nvPr>
            <p:ph type="dt" sz="half" idx="10"/>
          </p:nvPr>
        </p:nvSpPr>
        <p:spPr/>
        <p:txBody>
          <a:bodyPr/>
          <a:lstStyle/>
          <a:p>
            <a:fld id="{35556973-C14A-4E76-9E5A-0150776DCDFA}" type="datetime1">
              <a:rPr lang="en-US" smtClean="0"/>
              <a:t>4/17/2026</a:t>
            </a:fld>
            <a:endParaRPr lang="en-US"/>
          </a:p>
        </p:txBody>
      </p:sp>
      <p:sp>
        <p:nvSpPr>
          <p:cNvPr id="46" name="Footer Placeholder 45">
            <a:extLst>
              <a:ext uri="{FF2B5EF4-FFF2-40B4-BE49-F238E27FC236}">
                <a16:creationId xmlns:a16="http://schemas.microsoft.com/office/drawing/2014/main" id="{461B1FEF-C6EC-4D88-A5F0-67EEA8D68085}"/>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47" name="Slide Number Placeholder 46">
            <a:extLst>
              <a:ext uri="{FF2B5EF4-FFF2-40B4-BE49-F238E27FC236}">
                <a16:creationId xmlns:a16="http://schemas.microsoft.com/office/drawing/2014/main" id="{85094E3F-88A2-2F7F-D2CB-6CBE4D0A6CB5}"/>
              </a:ext>
            </a:extLst>
          </p:cNvPr>
          <p:cNvSpPr>
            <a:spLocks noGrp="1"/>
          </p:cNvSpPr>
          <p:nvPr>
            <p:ph type="sldNum" sz="quarter" idx="12"/>
          </p:nvPr>
        </p:nvSpPr>
        <p:spPr/>
        <p:txBody>
          <a:bodyPr/>
          <a:lstStyle/>
          <a:p>
            <a:fld id="{67F3E610-1FA7-40BA-8FBC-FDBE586CA2BC}" type="slidenum">
              <a:rPr lang="en-US" smtClean="0"/>
              <a:t>10</a:t>
            </a:fld>
            <a:endParaRPr lang="en-US"/>
          </a:p>
        </p:txBody>
      </p:sp>
      <p:pic>
        <p:nvPicPr>
          <p:cNvPr id="3" name="Picture 2">
            <a:extLst>
              <a:ext uri="{FF2B5EF4-FFF2-40B4-BE49-F238E27FC236}">
                <a16:creationId xmlns:a16="http://schemas.microsoft.com/office/drawing/2014/main" id="{0044FBF2-9146-EE95-A537-DA71FD4315A7}"/>
              </a:ext>
            </a:extLst>
          </p:cNvPr>
          <p:cNvPicPr>
            <a:picLocks/>
          </p:cNvPicPr>
          <p:nvPr>
            <p:custDataLst>
              <p:tags r:id="rId1"/>
            </p:custDataLst>
          </p:nvPr>
        </p:nvPicPr>
        <p:blipFill>
          <a:blip r:embed="rId5"/>
          <a:stretch>
            <a:fillRect/>
          </a:stretch>
        </p:blipFill>
        <p:spPr>
          <a:xfrm>
            <a:off x="272143" y="2412777"/>
            <a:ext cx="7315200" cy="1508760"/>
          </a:xfrm>
          <a:prstGeom prst="rect">
            <a:avLst/>
          </a:prstGeom>
        </p:spPr>
      </p:pic>
    </p:spTree>
    <p:extLst>
      <p:ext uri="{BB962C8B-B14F-4D97-AF65-F5344CB8AC3E}">
        <p14:creationId xmlns:p14="http://schemas.microsoft.com/office/powerpoint/2010/main" val="1845826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0EDE6"/>
          </a:solidFill>
          <a:ln w="15875" cap="flat" cmpd="sng" algn="ctr">
            <a:noFill/>
            <a:prstDash val="solid"/>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E0DDD8"/>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Perplexity</a:t>
            </a:r>
            <a:r>
              <a:rPr lang="en-US"/>
              <a:t>’s RE-Design</a:t>
            </a:r>
            <a:br>
              <a:rPr lang="en-US"/>
            </a:br>
            <a:r>
              <a:rPr lang="en-US" i="1"/>
              <a:t>(using Auto)</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Has the practical framing become more visually memorable?</a:t>
            </a:r>
          </a:p>
          <a:p>
            <a:pPr marL="285750" indent="-285750">
              <a:buFont typeface="Calibri" panose="020F0502020204030204" pitchFamily="34" charset="0"/>
              <a:buChar char="•"/>
            </a:pPr>
            <a:r>
              <a:rPr lang="en-US"/>
              <a:t>Did the redesign preserve clarity under added complexity?</a:t>
            </a:r>
          </a:p>
          <a:p>
            <a:pPr marL="285750" indent="-285750">
              <a:buFont typeface="Calibri" panose="020F0502020204030204" pitchFamily="34" charset="0"/>
              <a:buChar char="•"/>
            </a:pPr>
            <a:r>
              <a:rPr lang="en-US"/>
              <a:t>Is the business logic still the star?</a:t>
            </a:r>
          </a:p>
          <a:p>
            <a:r>
              <a:rPr lang="en-US"/>
              <a:t> </a:t>
            </a:r>
          </a:p>
          <a:p>
            <a:r>
              <a:rPr lang="en-US" b="1"/>
              <a:t>Judge’s note</a:t>
            </a:r>
          </a:p>
          <a:p>
            <a:r>
              <a:rPr lang="en-US"/>
              <a:t>The test here is whether pragmatism can also become beautiful.</a:t>
            </a:r>
          </a:p>
          <a:p>
            <a:r>
              <a:rPr lang="en-US"/>
              <a:t> </a:t>
            </a:r>
          </a:p>
          <a:p>
            <a:r>
              <a:rPr lang="en-US">
                <a:hlinkClick r:id="rId4"/>
              </a:rPr>
              <a:t>🌐 Perplexity V2</a:t>
            </a:r>
            <a:endParaRPr lang="en-US"/>
          </a:p>
        </p:txBody>
      </p:sp>
      <p:sp>
        <p:nvSpPr>
          <p:cNvPr id="20" name="Rectangle 19">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08060"/>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45226EF3-6FC0-4482-AD15-E49FAA1356D8}"/>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91FD7365-B0D4-44AF-8406-71F39CC2D341}"/>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Date Placeholder 24">
            <a:extLst>
              <a:ext uri="{FF2B5EF4-FFF2-40B4-BE49-F238E27FC236}">
                <a16:creationId xmlns:a16="http://schemas.microsoft.com/office/drawing/2014/main" id="{A25F0C76-E7C1-9168-DF29-40206CE8C127}"/>
              </a:ext>
            </a:extLst>
          </p:cNvPr>
          <p:cNvSpPr>
            <a:spLocks noGrp="1"/>
          </p:cNvSpPr>
          <p:nvPr>
            <p:ph type="dt" sz="half" idx="10"/>
          </p:nvPr>
        </p:nvSpPr>
        <p:spPr/>
        <p:txBody>
          <a:bodyPr/>
          <a:lstStyle/>
          <a:p>
            <a:fld id="{596F1940-7DDA-4EE7-9BFB-7FCF674E329D}" type="datetime1">
              <a:rPr lang="en-US" smtClean="0"/>
              <a:t>4/17/2026</a:t>
            </a:fld>
            <a:endParaRPr lang="en-US"/>
          </a:p>
        </p:txBody>
      </p:sp>
      <p:sp>
        <p:nvSpPr>
          <p:cNvPr id="26" name="Footer Placeholder 25">
            <a:extLst>
              <a:ext uri="{FF2B5EF4-FFF2-40B4-BE49-F238E27FC236}">
                <a16:creationId xmlns:a16="http://schemas.microsoft.com/office/drawing/2014/main" id="{A83997DF-2AFD-2032-9683-9C82842C5DAD}"/>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27" name="Slide Number Placeholder 26">
            <a:extLst>
              <a:ext uri="{FF2B5EF4-FFF2-40B4-BE49-F238E27FC236}">
                <a16:creationId xmlns:a16="http://schemas.microsoft.com/office/drawing/2014/main" id="{9A141D16-FB30-8B0E-02F1-B6A833E178CC}"/>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11</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79281B1D-37DE-322D-3199-BD95C0D1DA6E}"/>
              </a:ext>
            </a:extLst>
          </p:cNvPr>
          <p:cNvPicPr>
            <a:picLocks/>
          </p:cNvPicPr>
          <p:nvPr>
            <p:custDataLst>
              <p:tags r:id="rId1"/>
            </p:custDataLst>
          </p:nvPr>
        </p:nvPicPr>
        <p:blipFill>
          <a:blip r:embed="rId5"/>
          <a:stretch>
            <a:fillRect/>
          </a:stretch>
        </p:blipFill>
        <p:spPr>
          <a:xfrm>
            <a:off x="4486533" y="3059430"/>
            <a:ext cx="7315200" cy="739140"/>
          </a:xfrm>
          <a:prstGeom prst="rect">
            <a:avLst/>
          </a:prstGeom>
        </p:spPr>
      </p:pic>
    </p:spTree>
    <p:extLst>
      <p:ext uri="{BB962C8B-B14F-4D97-AF65-F5344CB8AC3E}">
        <p14:creationId xmlns:p14="http://schemas.microsoft.com/office/powerpoint/2010/main" val="844874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700" b="1">
                <a:solidFill>
                  <a:schemeClr val="tx1">
                    <a:lumMod val="75000"/>
                    <a:lumOff val="25000"/>
                  </a:schemeClr>
                </a:solidFill>
              </a:rPr>
              <a:t>Notion</a:t>
            </a:r>
            <a:r>
              <a:rPr lang="en-US" sz="3700">
                <a:solidFill>
                  <a:schemeClr val="tx1">
                    <a:lumMod val="75000"/>
                    <a:lumOff val="25000"/>
                  </a:schemeClr>
                </a:solidFill>
              </a:rPr>
              <a:t>’s RE-Design</a:t>
            </a:r>
            <a:br>
              <a:rPr lang="en-US" sz="3700">
                <a:solidFill>
                  <a:schemeClr val="tx1">
                    <a:lumMod val="75000"/>
                    <a:lumOff val="25000"/>
                  </a:schemeClr>
                </a:solidFill>
              </a:rPr>
            </a:br>
            <a:r>
              <a:rPr lang="en-US" sz="3700" i="1">
                <a:solidFill>
                  <a:schemeClr val="tx1">
                    <a:lumMod val="75000"/>
                    <a:lumOff val="25000"/>
                  </a:schemeClr>
                </a:solidFill>
              </a:rPr>
              <a:t>(using Auto)</a:t>
            </a:r>
          </a:p>
        </p:txBody>
      </p:sp>
      <p:cxnSp>
        <p:nvCxnSpPr>
          <p:cNvPr id="33" name="Straight Connector 3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cap="flat" cmpd="sng" algn="ctr">
            <a:solidFill>
              <a:srgbClr val="F0806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Cleaner lanes or richer lanes?</a:t>
            </a:r>
          </a:p>
          <a:p>
            <a:pPr marL="285750" indent="-285750">
              <a:buFont typeface="Calibri" panose="020F0502020204030204" pitchFamily="34" charset="0"/>
              <a:buChar char="•"/>
            </a:pPr>
            <a:r>
              <a:rPr lang="en-US">
                <a:solidFill>
                  <a:schemeClr val="tx1">
                    <a:lumMod val="75000"/>
                    <a:lumOff val="25000"/>
                  </a:schemeClr>
                </a:solidFill>
              </a:rPr>
              <a:t>Did the redesign deepen the concept without muddying the calm?</a:t>
            </a:r>
          </a:p>
          <a:p>
            <a:pPr marL="285750" indent="-285750">
              <a:buFont typeface="Calibri" panose="020F0502020204030204" pitchFamily="34" charset="0"/>
              <a:buChar char="•"/>
            </a:pPr>
            <a:r>
              <a:rPr lang="en-US">
                <a:solidFill>
                  <a:schemeClr val="tx1">
                    <a:lumMod val="75000"/>
                    <a:lumOff val="25000"/>
                  </a:schemeClr>
                </a:solidFill>
              </a:rPr>
              <a:t>Is the minimalism still doing useful work?</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This one wins if restraint survives iteration.</a:t>
            </a:r>
          </a:p>
          <a:p>
            <a:r>
              <a:rPr lang="en-US">
                <a:solidFill>
                  <a:schemeClr val="tx1">
                    <a:lumMod val="75000"/>
                    <a:lumOff val="25000"/>
                  </a:schemeClr>
                </a:solidFill>
              </a:rPr>
              <a:t> </a:t>
            </a:r>
          </a:p>
          <a:p>
            <a:r>
              <a:rPr lang="en-US">
                <a:solidFill>
                  <a:schemeClr val="tx1">
                    <a:lumMod val="75000"/>
                    <a:lumOff val="25000"/>
                  </a:schemeClr>
                </a:solidFill>
                <a:hlinkClick r:id="rId4"/>
              </a:rPr>
              <a:t>🌐 Notion V2</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E0020274-2AC5-4F14-8682-91B71887097F}"/>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0A7A0B7C-4283-49B3-941D-04E0044D1A0A}"/>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566FE8EF-C3E2-3B49-EC97-E4A1A88EF827}"/>
              </a:ext>
            </a:extLst>
          </p:cNvPr>
          <p:cNvSpPr>
            <a:spLocks noGrp="1"/>
          </p:cNvSpPr>
          <p:nvPr>
            <p:ph type="dt" sz="half" idx="10"/>
          </p:nvPr>
        </p:nvSpPr>
        <p:spPr/>
        <p:txBody>
          <a:bodyPr/>
          <a:lstStyle/>
          <a:p>
            <a:fld id="{94010C2E-C10E-4397-ACCF-F3BD90DED29D}" type="datetime1">
              <a:rPr lang="en-US" smtClean="0"/>
              <a:t>4/17/2026</a:t>
            </a:fld>
            <a:endParaRPr lang="en-US"/>
          </a:p>
        </p:txBody>
      </p:sp>
      <p:sp>
        <p:nvSpPr>
          <p:cNvPr id="28" name="Footer Placeholder 27">
            <a:extLst>
              <a:ext uri="{FF2B5EF4-FFF2-40B4-BE49-F238E27FC236}">
                <a16:creationId xmlns:a16="http://schemas.microsoft.com/office/drawing/2014/main" id="{AEA9D54E-8A93-2A09-9B2E-6ED5408896F5}"/>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6C91C7FC-AC9A-191C-72FB-05C42DF33981}"/>
              </a:ext>
            </a:extLst>
          </p:cNvPr>
          <p:cNvSpPr>
            <a:spLocks noGrp="1"/>
          </p:cNvSpPr>
          <p:nvPr>
            <p:ph type="sldNum" sz="quarter" idx="12"/>
          </p:nvPr>
        </p:nvSpPr>
        <p:spPr/>
        <p:txBody>
          <a:bodyPr/>
          <a:lstStyle/>
          <a:p>
            <a:fld id="{67F3E610-1FA7-40BA-8FBC-FDBE586CA2BC}" type="slidenum">
              <a:rPr lang="en-US" smtClean="0"/>
              <a:t>12</a:t>
            </a:fld>
            <a:endParaRPr lang="en-US"/>
          </a:p>
        </p:txBody>
      </p:sp>
      <p:pic>
        <p:nvPicPr>
          <p:cNvPr id="3" name="Picture 2">
            <a:extLst>
              <a:ext uri="{FF2B5EF4-FFF2-40B4-BE49-F238E27FC236}">
                <a16:creationId xmlns:a16="http://schemas.microsoft.com/office/drawing/2014/main" id="{753C1BB2-C62A-2333-800C-D3B750A6766E}"/>
              </a:ext>
            </a:extLst>
          </p:cNvPr>
          <p:cNvPicPr>
            <a:picLocks/>
          </p:cNvPicPr>
          <p:nvPr>
            <p:custDataLst>
              <p:tags r:id="rId1"/>
            </p:custDataLst>
          </p:nvPr>
        </p:nvPicPr>
        <p:blipFill>
          <a:blip r:embed="rId5"/>
          <a:stretch>
            <a:fillRect/>
          </a:stretch>
        </p:blipFill>
        <p:spPr>
          <a:xfrm>
            <a:off x="272143" y="2378487"/>
            <a:ext cx="7315200" cy="1577340"/>
          </a:xfrm>
          <a:prstGeom prst="rect">
            <a:avLst/>
          </a:prstGeom>
        </p:spPr>
      </p:pic>
    </p:spTree>
    <p:extLst>
      <p:ext uri="{BB962C8B-B14F-4D97-AF65-F5344CB8AC3E}">
        <p14:creationId xmlns:p14="http://schemas.microsoft.com/office/powerpoint/2010/main" val="3948590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0EDE6"/>
          </a:solidFill>
          <a:ln w="15875" cap="flat" cmpd="sng" algn="ctr">
            <a:noFill/>
            <a:prstDash val="solid"/>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E0DDD8"/>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Gemini</a:t>
            </a:r>
            <a:r>
              <a:rPr lang="en-US"/>
              <a:t>’s RE-Design</a:t>
            </a:r>
            <a:br>
              <a:rPr lang="en-US"/>
            </a:br>
            <a:r>
              <a:rPr lang="en-US" i="1"/>
              <a:t>(using Gemini 3 Thinking)</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sz="1300" b="1"/>
              <a:t>What to notice</a:t>
            </a:r>
          </a:p>
          <a:p>
            <a:pPr marL="285750" indent="-285750">
              <a:buFont typeface="Calibri" panose="020F0502020204030204" pitchFamily="34" charset="0"/>
              <a:buChar char="•"/>
            </a:pPr>
            <a:r>
              <a:rPr lang="en-US" sz="1300"/>
              <a:t>Does V2 reveal stronger visual conviction?</a:t>
            </a:r>
          </a:p>
          <a:p>
            <a:pPr marL="285750" indent="-285750">
              <a:buFont typeface="Calibri" panose="020F0502020204030204" pitchFamily="34" charset="0"/>
              <a:buChar char="•"/>
            </a:pPr>
            <a:r>
              <a:rPr lang="en-US" sz="1300"/>
              <a:t>Has the model found a distinct point of view?</a:t>
            </a:r>
          </a:p>
          <a:p>
            <a:pPr marL="285750" indent="-285750">
              <a:buFont typeface="Calibri" panose="020F0502020204030204" pitchFamily="34" charset="0"/>
              <a:buChar char="•"/>
            </a:pPr>
            <a:r>
              <a:rPr lang="en-US" sz="1300"/>
              <a:t>Does the design feel synthesized rather than generic?</a:t>
            </a:r>
          </a:p>
          <a:p>
            <a:r>
              <a:rPr lang="en-US" sz="1300"/>
              <a:t> </a:t>
            </a:r>
          </a:p>
          <a:p>
            <a:r>
              <a:rPr lang="en-US" sz="1300" b="1"/>
              <a:t>Judge’s note</a:t>
            </a:r>
          </a:p>
          <a:p>
            <a:r>
              <a:rPr lang="en-US" sz="1300"/>
              <a:t>Round 2 is where a balanced model either separates itself… or disappears into “pretty enough.”</a:t>
            </a:r>
          </a:p>
          <a:p>
            <a:r>
              <a:rPr lang="en-US" sz="1300"/>
              <a:t> </a:t>
            </a:r>
          </a:p>
          <a:p>
            <a:r>
              <a:rPr lang="en-US" sz="1300">
                <a:hlinkClick r:id="rId4"/>
              </a:rPr>
              <a:t>🌐 Gemini V2</a:t>
            </a:r>
            <a:endParaRPr lang="en-US" sz="1300"/>
          </a:p>
        </p:txBody>
      </p:sp>
      <p:sp>
        <p:nvSpPr>
          <p:cNvPr id="52" name="Rectangle 51">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08060"/>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ABF60E7E-0F46-4551-A79C-90552C352F41}"/>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CAF28416-1852-4FE4-BCFA-533CC8289DE4}"/>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D09A845F-4CCD-6774-3ECE-2496B1897811}"/>
              </a:ext>
            </a:extLst>
          </p:cNvPr>
          <p:cNvSpPr>
            <a:spLocks noGrp="1"/>
          </p:cNvSpPr>
          <p:nvPr>
            <p:ph type="dt" sz="half" idx="10"/>
          </p:nvPr>
        </p:nvSpPr>
        <p:spPr/>
        <p:txBody>
          <a:bodyPr/>
          <a:lstStyle/>
          <a:p>
            <a:fld id="{705DA8E9-0D89-4A71-AACF-A494747A8176}" type="datetime1">
              <a:rPr lang="en-US" smtClean="0"/>
              <a:t>4/17/2026</a:t>
            </a:fld>
            <a:endParaRPr lang="en-US"/>
          </a:p>
        </p:txBody>
      </p:sp>
      <p:sp>
        <p:nvSpPr>
          <p:cNvPr id="28" name="Footer Placeholder 27">
            <a:extLst>
              <a:ext uri="{FF2B5EF4-FFF2-40B4-BE49-F238E27FC236}">
                <a16:creationId xmlns:a16="http://schemas.microsoft.com/office/drawing/2014/main" id="{F12EEC79-86AC-974D-4C00-C34B291FA7A1}"/>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CED5A9B3-85A2-0512-A60F-91A918183561}"/>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13</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18B25A5D-D0EB-9759-91A6-F454D565E6D9}"/>
              </a:ext>
            </a:extLst>
          </p:cNvPr>
          <p:cNvPicPr>
            <a:picLocks/>
          </p:cNvPicPr>
          <p:nvPr>
            <p:custDataLst>
              <p:tags r:id="rId1"/>
            </p:custDataLst>
          </p:nvPr>
        </p:nvPicPr>
        <p:blipFill>
          <a:blip r:embed="rId5"/>
          <a:stretch>
            <a:fillRect/>
          </a:stretch>
        </p:blipFill>
        <p:spPr>
          <a:xfrm>
            <a:off x="6645375" y="685800"/>
            <a:ext cx="2997518" cy="5486400"/>
          </a:xfrm>
          <a:prstGeom prst="rect">
            <a:avLst/>
          </a:prstGeom>
        </p:spPr>
      </p:pic>
    </p:spTree>
    <p:extLst>
      <p:ext uri="{BB962C8B-B14F-4D97-AF65-F5344CB8AC3E}">
        <p14:creationId xmlns:p14="http://schemas.microsoft.com/office/powerpoint/2010/main" val="1701815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C33BF9DD-8A45-4EEE-B231-0A14D322E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74771" y="634946"/>
            <a:ext cx="6574972" cy="1450757"/>
          </a:xfrm>
        </p:spPr>
        <p:txBody>
          <a:bodyPr vert="horz" lIns="91440" tIns="45720" rIns="91440" bIns="45720" rtlCol="0" anchor="b">
            <a:normAutofit/>
          </a:bodyPr>
          <a:lstStyle/>
          <a:p>
            <a:r>
              <a:rPr lang="en-US" sz="3400" b="1">
                <a:solidFill>
                  <a:schemeClr val="tx1">
                    <a:lumMod val="75000"/>
                    <a:lumOff val="25000"/>
                  </a:schemeClr>
                </a:solidFill>
              </a:rPr>
              <a:t>Claude</a:t>
            </a:r>
            <a:r>
              <a:rPr lang="en-US" sz="3400">
                <a:solidFill>
                  <a:schemeClr val="tx1">
                    <a:lumMod val="75000"/>
                    <a:lumOff val="25000"/>
                  </a:schemeClr>
                </a:solidFill>
              </a:rPr>
              <a:t>’s RE-Design</a:t>
            </a:r>
            <a:br>
              <a:rPr lang="en-US" sz="3400">
                <a:solidFill>
                  <a:schemeClr val="tx1">
                    <a:lumMod val="75000"/>
                    <a:lumOff val="25000"/>
                  </a:schemeClr>
                </a:solidFill>
              </a:rPr>
            </a:br>
            <a:r>
              <a:rPr lang="en-US" sz="3400" i="1">
                <a:solidFill>
                  <a:schemeClr val="tx1">
                    <a:lumMod val="75000"/>
                    <a:lumOff val="25000"/>
                  </a:schemeClr>
                </a:solidFill>
              </a:rPr>
              <a:t>(using Sonnet 4.6 Extended Thinking)</a:t>
            </a:r>
          </a:p>
        </p:txBody>
      </p:sp>
      <p:cxnSp>
        <p:nvCxnSpPr>
          <p:cNvPr id="33" name="Straight Connector 32">
            <a:extLst>
              <a:ext uri="{FF2B5EF4-FFF2-40B4-BE49-F238E27FC236}">
                <a16:creationId xmlns:a16="http://schemas.microsoft.com/office/drawing/2014/main" id="{9020DCC9-F851-4562-BB20-1AB3C51BFD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cap="flat" cmpd="sng" algn="ctr">
            <a:solidFill>
              <a:srgbClr val="F0806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74769" y="2198914"/>
            <a:ext cx="6574973"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Has the narrative richness been translated into stronger visual structure?</a:t>
            </a:r>
          </a:p>
          <a:p>
            <a:pPr marL="285750" indent="-285750">
              <a:buFont typeface="Calibri" panose="020F0502020204030204" pitchFamily="34" charset="0"/>
              <a:buChar char="•"/>
            </a:pPr>
            <a:r>
              <a:rPr lang="en-US">
                <a:solidFill>
                  <a:schemeClr val="tx1">
                    <a:lumMod val="75000"/>
                    <a:lumOff val="25000"/>
                  </a:schemeClr>
                </a:solidFill>
              </a:rPr>
              <a:t>Is the recursion now more honest, or just more poetic?</a:t>
            </a:r>
          </a:p>
          <a:p>
            <a:pPr marL="285750" indent="-285750">
              <a:buFont typeface="Calibri" panose="020F0502020204030204" pitchFamily="34" charset="0"/>
              <a:buChar char="•"/>
            </a:pPr>
            <a:r>
              <a:rPr lang="en-US">
                <a:solidFill>
                  <a:schemeClr val="tx1">
                    <a:lumMod val="75000"/>
                    <a:lumOff val="25000"/>
                  </a:schemeClr>
                </a:solidFill>
              </a:rPr>
              <a:t>Did the diagram earn its elegance?</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Claude tends to think beautifully. V2 wins if it also diagrams brutally.</a:t>
            </a:r>
          </a:p>
          <a:p>
            <a:r>
              <a:rPr lang="en-US">
                <a:solidFill>
                  <a:schemeClr val="tx1">
                    <a:lumMod val="75000"/>
                    <a:lumOff val="25000"/>
                  </a:schemeClr>
                </a:solidFill>
              </a:rPr>
              <a:t> </a:t>
            </a:r>
          </a:p>
          <a:p>
            <a:r>
              <a:rPr lang="en-US">
                <a:solidFill>
                  <a:schemeClr val="tx1">
                    <a:lumMod val="75000"/>
                    <a:lumOff val="25000"/>
                  </a:schemeClr>
                </a:solidFill>
                <a:hlinkClick r:id="rId4"/>
              </a:rPr>
              <a:t>🌐 Claude V2</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D2D7FF38-1468-41F0-BB19-2C7371CA7C70}"/>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0575EC8D-766B-4D99-96D3-45780B952E92}"/>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41D4DCCC-AC47-8019-64BC-F47BEA3246F0}"/>
              </a:ext>
            </a:extLst>
          </p:cNvPr>
          <p:cNvSpPr>
            <a:spLocks noGrp="1"/>
          </p:cNvSpPr>
          <p:nvPr>
            <p:ph type="dt" sz="half" idx="10"/>
          </p:nvPr>
        </p:nvSpPr>
        <p:spPr/>
        <p:txBody>
          <a:bodyPr/>
          <a:lstStyle/>
          <a:p>
            <a:fld id="{EB4D47BA-3484-44B2-BEE8-8A73C63FFB9D}" type="datetime1">
              <a:rPr lang="en-US" smtClean="0"/>
              <a:t>4/17/2026</a:t>
            </a:fld>
            <a:endParaRPr lang="en-US"/>
          </a:p>
        </p:txBody>
      </p:sp>
      <p:sp>
        <p:nvSpPr>
          <p:cNvPr id="28" name="Footer Placeholder 27">
            <a:extLst>
              <a:ext uri="{FF2B5EF4-FFF2-40B4-BE49-F238E27FC236}">
                <a16:creationId xmlns:a16="http://schemas.microsoft.com/office/drawing/2014/main" id="{25D2B8B0-D906-5017-2848-6C4A9037B194}"/>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23EA99A8-960B-8F40-DF56-1D08F0ADA6C3}"/>
              </a:ext>
            </a:extLst>
          </p:cNvPr>
          <p:cNvSpPr>
            <a:spLocks noGrp="1"/>
          </p:cNvSpPr>
          <p:nvPr>
            <p:ph type="sldNum" sz="quarter" idx="12"/>
          </p:nvPr>
        </p:nvSpPr>
        <p:spPr/>
        <p:txBody>
          <a:bodyPr/>
          <a:lstStyle/>
          <a:p>
            <a:fld id="{67F3E610-1FA7-40BA-8FBC-FDBE586CA2BC}" type="slidenum">
              <a:rPr lang="en-US" smtClean="0"/>
              <a:t>14</a:t>
            </a:fld>
            <a:endParaRPr lang="en-US"/>
          </a:p>
        </p:txBody>
      </p:sp>
      <p:pic>
        <p:nvPicPr>
          <p:cNvPr id="3" name="Picture 2">
            <a:extLst>
              <a:ext uri="{FF2B5EF4-FFF2-40B4-BE49-F238E27FC236}">
                <a16:creationId xmlns:a16="http://schemas.microsoft.com/office/drawing/2014/main" id="{97B2E97E-A1B6-E0DC-5C0A-0C9C5F856D12}"/>
              </a:ext>
            </a:extLst>
          </p:cNvPr>
          <p:cNvPicPr>
            <a:picLocks/>
          </p:cNvPicPr>
          <p:nvPr>
            <p:custDataLst>
              <p:tags r:id="rId1"/>
            </p:custDataLst>
          </p:nvPr>
        </p:nvPicPr>
        <p:blipFill>
          <a:blip r:embed="rId5"/>
          <a:stretch>
            <a:fillRect/>
          </a:stretch>
        </p:blipFill>
        <p:spPr>
          <a:xfrm>
            <a:off x="998624" y="423958"/>
            <a:ext cx="2977515" cy="5486400"/>
          </a:xfrm>
          <a:prstGeom prst="rect">
            <a:avLst/>
          </a:prstGeom>
        </p:spPr>
      </p:pic>
    </p:spTree>
    <p:extLst>
      <p:ext uri="{BB962C8B-B14F-4D97-AF65-F5344CB8AC3E}">
        <p14:creationId xmlns:p14="http://schemas.microsoft.com/office/powerpoint/2010/main" val="3081197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0EDE6"/>
          </a:solidFill>
          <a:ln w="15875" cap="flat" cmpd="sng" algn="ctr">
            <a:noFill/>
            <a:prstDash val="solid"/>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E0DDD8"/>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ChatGPT</a:t>
            </a:r>
            <a:r>
              <a:rPr lang="en-US"/>
              <a:t>’s RE-Design</a:t>
            </a:r>
            <a:br>
              <a:rPr lang="en-US"/>
            </a:br>
            <a:r>
              <a:rPr lang="en-US" i="1"/>
              <a:t>(using GPT 5.4 Heavy Thinking)</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Denser reasoning</a:t>
            </a:r>
          </a:p>
          <a:p>
            <a:pPr marL="285750" indent="-285750">
              <a:buFont typeface="Calibri" panose="020F0502020204030204" pitchFamily="34" charset="0"/>
              <a:buChar char="•"/>
            </a:pPr>
            <a:r>
              <a:rPr lang="en-US"/>
              <a:t>More explicit loop logic</a:t>
            </a:r>
          </a:p>
          <a:p>
            <a:pPr marL="285750" indent="-285750">
              <a:buFont typeface="Calibri" panose="020F0502020204030204" pitchFamily="34" charset="0"/>
              <a:buChar char="•"/>
            </a:pPr>
            <a:r>
              <a:rPr lang="en-US"/>
              <a:t>Better integration of brand, story, and mechanics</a:t>
            </a:r>
          </a:p>
          <a:p>
            <a:r>
              <a:rPr lang="en-US"/>
              <a:t> </a:t>
            </a:r>
          </a:p>
          <a:p>
            <a:r>
              <a:rPr lang="en-US" b="1"/>
              <a:t>Judge’s note</a:t>
            </a:r>
          </a:p>
          <a:p>
            <a:r>
              <a:rPr lang="en-US"/>
              <a:t>The heavy-thinking version should feel more deliberate, less merely clever.</a:t>
            </a:r>
          </a:p>
          <a:p>
            <a:r>
              <a:rPr lang="en-US"/>
              <a:t> </a:t>
            </a:r>
          </a:p>
          <a:p>
            <a:r>
              <a:rPr lang="en-US">
                <a:hlinkClick r:id="rId4"/>
              </a:rPr>
              <a:t>🌐 ChatGPT V2</a:t>
            </a:r>
            <a:endParaRPr lang="en-US"/>
          </a:p>
        </p:txBody>
      </p:sp>
      <p:sp>
        <p:nvSpPr>
          <p:cNvPr id="20" name="Rectangle 19">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08060"/>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0CF680E-9D83-4752-BE87-9DC6DAE44DF5}"/>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65D05C05-462F-454A-B692-169EFC04DEB3}"/>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Date Placeholder 24">
            <a:extLst>
              <a:ext uri="{FF2B5EF4-FFF2-40B4-BE49-F238E27FC236}">
                <a16:creationId xmlns:a16="http://schemas.microsoft.com/office/drawing/2014/main" id="{05966060-4C8E-51DF-2044-45AA6C65A4CE}"/>
              </a:ext>
            </a:extLst>
          </p:cNvPr>
          <p:cNvSpPr>
            <a:spLocks noGrp="1"/>
          </p:cNvSpPr>
          <p:nvPr>
            <p:ph type="dt" sz="half" idx="10"/>
          </p:nvPr>
        </p:nvSpPr>
        <p:spPr/>
        <p:txBody>
          <a:bodyPr/>
          <a:lstStyle/>
          <a:p>
            <a:fld id="{045FA19A-0568-468A-B901-03C87BD9AEF4}" type="datetime1">
              <a:rPr lang="en-US" smtClean="0"/>
              <a:t>4/17/2026</a:t>
            </a:fld>
            <a:endParaRPr lang="en-US"/>
          </a:p>
        </p:txBody>
      </p:sp>
      <p:sp>
        <p:nvSpPr>
          <p:cNvPr id="26" name="Footer Placeholder 25">
            <a:extLst>
              <a:ext uri="{FF2B5EF4-FFF2-40B4-BE49-F238E27FC236}">
                <a16:creationId xmlns:a16="http://schemas.microsoft.com/office/drawing/2014/main" id="{09D4A4DB-4F6C-F482-6C78-78A29AE5769B}"/>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27" name="Slide Number Placeholder 26">
            <a:extLst>
              <a:ext uri="{FF2B5EF4-FFF2-40B4-BE49-F238E27FC236}">
                <a16:creationId xmlns:a16="http://schemas.microsoft.com/office/drawing/2014/main" id="{FF4671FF-BC04-6ADF-2F6F-7E0DF1F8A494}"/>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15</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8A60EB5B-A3AA-70F4-8AE8-653E2FEFABB2}"/>
              </a:ext>
            </a:extLst>
          </p:cNvPr>
          <p:cNvPicPr>
            <a:picLocks/>
          </p:cNvPicPr>
          <p:nvPr>
            <p:custDataLst>
              <p:tags r:id="rId1"/>
            </p:custDataLst>
          </p:nvPr>
        </p:nvPicPr>
        <p:blipFill>
          <a:blip r:embed="rId5"/>
          <a:stretch>
            <a:fillRect/>
          </a:stretch>
        </p:blipFill>
        <p:spPr>
          <a:xfrm>
            <a:off x="4513663" y="2707005"/>
            <a:ext cx="7315200" cy="1443990"/>
          </a:xfrm>
          <a:prstGeom prst="rect">
            <a:avLst/>
          </a:prstGeom>
        </p:spPr>
      </p:pic>
    </p:spTree>
    <p:extLst>
      <p:ext uri="{BB962C8B-B14F-4D97-AF65-F5344CB8AC3E}">
        <p14:creationId xmlns:p14="http://schemas.microsoft.com/office/powerpoint/2010/main" val="2336390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ChatGPT</a:t>
            </a:r>
            <a:r>
              <a:rPr lang="en-US" sz="3400">
                <a:solidFill>
                  <a:schemeClr val="tx1">
                    <a:lumMod val="75000"/>
                    <a:lumOff val="25000"/>
                  </a:schemeClr>
                </a:solidFill>
              </a:rPr>
              <a:t>’s RE-Design</a:t>
            </a:r>
            <a:br>
              <a:rPr lang="en-US" sz="3400">
                <a:solidFill>
                  <a:schemeClr val="tx1">
                    <a:lumMod val="75000"/>
                    <a:lumOff val="25000"/>
                  </a:schemeClr>
                </a:solidFill>
              </a:rPr>
            </a:br>
            <a:r>
              <a:rPr lang="en-US" sz="3400" i="1">
                <a:solidFill>
                  <a:schemeClr val="tx1">
                    <a:lumMod val="75000"/>
                    <a:lumOff val="25000"/>
                  </a:schemeClr>
                </a:solidFill>
              </a:rPr>
              <a:t>(using GPT 5.4 PRO Thinking)</a:t>
            </a:r>
          </a:p>
        </p:txBody>
      </p:sp>
      <p:cxnSp>
        <p:nvCxnSpPr>
          <p:cNvPr id="33" name="Straight Connector 3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cap="flat" cmpd="sng" algn="ctr">
            <a:solidFill>
              <a:srgbClr val="F0806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Does it push Mermaid farther as a medium?</a:t>
            </a:r>
          </a:p>
          <a:p>
            <a:pPr marL="285750" indent="-285750">
              <a:buFont typeface="Calibri" panose="020F0502020204030204" pitchFamily="34" charset="0"/>
              <a:buChar char="•"/>
            </a:pPr>
            <a:r>
              <a:rPr lang="en-US">
                <a:solidFill>
                  <a:schemeClr val="tx1">
                    <a:lumMod val="75000"/>
                    <a:lumOff val="25000"/>
                  </a:schemeClr>
                </a:solidFill>
              </a:rPr>
              <a:t>Do the added features serve the theme, or just flex the tool?</a:t>
            </a:r>
          </a:p>
          <a:p>
            <a:pPr marL="285750" indent="-285750">
              <a:buFont typeface="Calibri" panose="020F0502020204030204" pitchFamily="34" charset="0"/>
              <a:buChar char="•"/>
            </a:pPr>
            <a:r>
              <a:rPr lang="en-US">
                <a:solidFill>
                  <a:schemeClr val="tx1">
                    <a:lumMod val="75000"/>
                    <a:lumOff val="25000"/>
                  </a:schemeClr>
                </a:solidFill>
              </a:rPr>
              <a:t>Is this a diagram… or a small poster?</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This is the “art of the possible” slide: feature-rich, more theatrical, and intentionally trying to wow.</a:t>
            </a:r>
          </a:p>
          <a:p>
            <a:r>
              <a:rPr lang="en-US">
                <a:solidFill>
                  <a:schemeClr val="tx1">
                    <a:lumMod val="75000"/>
                    <a:lumOff val="25000"/>
                  </a:schemeClr>
                </a:solidFill>
              </a:rPr>
              <a:t> </a:t>
            </a:r>
          </a:p>
          <a:p>
            <a:r>
              <a:rPr lang="en-US">
                <a:solidFill>
                  <a:schemeClr val="tx1">
                    <a:lumMod val="75000"/>
                    <a:lumOff val="25000"/>
                  </a:schemeClr>
                </a:solidFill>
                <a:hlinkClick r:id="rId4"/>
              </a:rPr>
              <a:t>🌐 ChatGPT V2 PRO</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16B2B064-2805-40EE-AB74-95030DE8009E}"/>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C5106A6B-6431-4169-A1EB-5BE76493B33D}"/>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49A260B6-C42A-A55B-6D82-EB30DDCBCB7B}"/>
              </a:ext>
            </a:extLst>
          </p:cNvPr>
          <p:cNvSpPr>
            <a:spLocks noGrp="1"/>
          </p:cNvSpPr>
          <p:nvPr>
            <p:ph type="dt" sz="half" idx="10"/>
          </p:nvPr>
        </p:nvSpPr>
        <p:spPr/>
        <p:txBody>
          <a:bodyPr/>
          <a:lstStyle/>
          <a:p>
            <a:fld id="{DCE41560-0509-4A83-A971-F0CA5D705906}" type="datetime1">
              <a:rPr lang="en-US" smtClean="0"/>
              <a:t>4/17/2026</a:t>
            </a:fld>
            <a:endParaRPr lang="en-US"/>
          </a:p>
        </p:txBody>
      </p:sp>
      <p:sp>
        <p:nvSpPr>
          <p:cNvPr id="28" name="Footer Placeholder 27">
            <a:extLst>
              <a:ext uri="{FF2B5EF4-FFF2-40B4-BE49-F238E27FC236}">
                <a16:creationId xmlns:a16="http://schemas.microsoft.com/office/drawing/2014/main" id="{160E337B-68A4-F93D-42A3-7FF17653A99A}"/>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E57CDE3A-8AEF-1B3C-9195-C5CDCC1DFB72}"/>
              </a:ext>
            </a:extLst>
          </p:cNvPr>
          <p:cNvSpPr>
            <a:spLocks noGrp="1"/>
          </p:cNvSpPr>
          <p:nvPr>
            <p:ph type="sldNum" sz="quarter" idx="12"/>
          </p:nvPr>
        </p:nvSpPr>
        <p:spPr/>
        <p:txBody>
          <a:bodyPr/>
          <a:lstStyle/>
          <a:p>
            <a:fld id="{67F3E610-1FA7-40BA-8FBC-FDBE586CA2BC}" type="slidenum">
              <a:rPr lang="en-US" smtClean="0"/>
              <a:t>16</a:t>
            </a:fld>
            <a:endParaRPr lang="en-US"/>
          </a:p>
        </p:txBody>
      </p:sp>
      <p:pic>
        <p:nvPicPr>
          <p:cNvPr id="3" name="Picture 2">
            <a:extLst>
              <a:ext uri="{FF2B5EF4-FFF2-40B4-BE49-F238E27FC236}">
                <a16:creationId xmlns:a16="http://schemas.microsoft.com/office/drawing/2014/main" id="{916C4118-5F0A-5966-3340-B14984656BEF}"/>
              </a:ext>
            </a:extLst>
          </p:cNvPr>
          <p:cNvPicPr>
            <a:picLocks/>
          </p:cNvPicPr>
          <p:nvPr>
            <p:custDataLst>
              <p:tags r:id="rId1"/>
            </p:custDataLst>
          </p:nvPr>
        </p:nvPicPr>
        <p:blipFill>
          <a:blip r:embed="rId5"/>
          <a:stretch>
            <a:fillRect/>
          </a:stretch>
        </p:blipFill>
        <p:spPr>
          <a:xfrm>
            <a:off x="272143" y="2247042"/>
            <a:ext cx="7315200" cy="1840230"/>
          </a:xfrm>
          <a:prstGeom prst="rect">
            <a:avLst/>
          </a:prstGeom>
        </p:spPr>
      </p:pic>
    </p:spTree>
    <p:extLst>
      <p:ext uri="{BB962C8B-B14F-4D97-AF65-F5344CB8AC3E}">
        <p14:creationId xmlns:p14="http://schemas.microsoft.com/office/powerpoint/2010/main" val="1512772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a:extLst>
            <a:ext uri="{FF2B5EF4-FFF2-40B4-BE49-F238E27FC236}">
              <a16:creationId xmlns:a16="http://schemas.microsoft.com/office/drawing/2014/main" id="{4816196F-8F89-C759-7ADD-76B2BB878CAD}"/>
            </a:ext>
          </a:extLst>
        </p:cNvPr>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B2332E72-00D1-D313-923D-967736B01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0EDE6"/>
          </a:solidFill>
          <a:ln w="15875" cap="flat" cmpd="sng" algn="ctr">
            <a:noFill/>
            <a:prstDash val="solid"/>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98B48445-6108-0034-78CA-FA6796644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E0DDD8"/>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5342C96-9594-D248-EFDE-DBCDBB98DD60}"/>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dirty="0" err="1"/>
              <a:t>Replit</a:t>
            </a:r>
            <a:r>
              <a:rPr lang="en-US" dirty="0" err="1"/>
              <a:t>’s</a:t>
            </a:r>
            <a:r>
              <a:rPr lang="en-US" dirty="0"/>
              <a:t> RE-Design</a:t>
            </a:r>
            <a:br>
              <a:rPr lang="en-US" dirty="0"/>
            </a:br>
            <a:r>
              <a:rPr lang="en-US" i="1" dirty="0"/>
              <a:t>(using Auto)</a:t>
            </a:r>
          </a:p>
        </p:txBody>
      </p:sp>
      <p:sp>
        <p:nvSpPr>
          <p:cNvPr id="4" name="Text Placeholder 3">
            <a:extLst>
              <a:ext uri="{FF2B5EF4-FFF2-40B4-BE49-F238E27FC236}">
                <a16:creationId xmlns:a16="http://schemas.microsoft.com/office/drawing/2014/main" id="{80D1EE70-EBCB-8A49-C720-7028DCB063BB}"/>
              </a:ext>
            </a:extLst>
          </p:cNvPr>
          <p:cNvSpPr>
            <a:spLocks noGrp="1"/>
          </p:cNvSpPr>
          <p:nvPr>
            <p:ph type="body" sz="half" idx="2"/>
          </p:nvPr>
        </p:nvSpPr>
        <p:spPr>
          <a:xfrm>
            <a:off x="492371" y="2653800"/>
            <a:ext cx="3084844" cy="3335519"/>
          </a:xfrm>
        </p:spPr>
        <p:txBody>
          <a:bodyPr vert="horz" lIns="0" tIns="45720" rIns="0" bIns="45720" rtlCol="0">
            <a:spAutoFit/>
          </a:bodyPr>
          <a:lstStyle/>
          <a:p>
            <a:r>
              <a:rPr lang="en-US" sz="1300" b="1" dirty="0"/>
              <a:t>What to notice</a:t>
            </a:r>
          </a:p>
          <a:p>
            <a:pPr marL="285750" indent="-285750">
              <a:buFont typeface="Calibri" panose="020F0502020204030204" pitchFamily="34" charset="0"/>
              <a:buChar char="•"/>
            </a:pPr>
            <a:r>
              <a:rPr lang="en-US" sz="1300" dirty="0"/>
              <a:t>Did the rebuild sharpen the engineering intent?</a:t>
            </a:r>
          </a:p>
          <a:p>
            <a:pPr marL="285750" indent="-285750">
              <a:buFont typeface="Calibri" panose="020F0502020204030204" pitchFamily="34" charset="0"/>
              <a:buChar char="•"/>
            </a:pPr>
            <a:r>
              <a:rPr lang="en-US" sz="1300" dirty="0"/>
              <a:t>Is the redesign more opinionated, or just more decorated?</a:t>
            </a:r>
          </a:p>
          <a:p>
            <a:pPr marL="285750" indent="-285750">
              <a:buFont typeface="Calibri" panose="020F0502020204030204" pitchFamily="34" charset="0"/>
              <a:buChar char="•"/>
            </a:pPr>
            <a:r>
              <a:rPr lang="en-US" sz="1300" dirty="0"/>
              <a:t>Does V2 feel like a shipped iteration, not just a second draft?</a:t>
            </a:r>
          </a:p>
          <a:p>
            <a:r>
              <a:rPr lang="en-US" sz="1300" dirty="0"/>
              <a:t> </a:t>
            </a:r>
          </a:p>
          <a:p>
            <a:r>
              <a:rPr lang="en-US" sz="1300" b="1" dirty="0"/>
              <a:t>Judge's note</a:t>
            </a:r>
          </a:p>
          <a:p>
            <a:r>
              <a:rPr lang="en-US" sz="1300" dirty="0"/>
              <a:t>The builder's second pass: this round reveals whether speed-to-deploy can coexist with design maturity.</a:t>
            </a:r>
          </a:p>
          <a:p>
            <a:r>
              <a:rPr lang="en-US" sz="1300" dirty="0"/>
              <a:t> </a:t>
            </a:r>
          </a:p>
          <a:p>
            <a:r>
              <a:rPr lang="en-US" sz="1300" dirty="0">
                <a:hlinkClick r:id="rId4"/>
              </a:rPr>
              <a:t>🌐 Replit V2</a:t>
            </a:r>
            <a:endParaRPr lang="en-US" sz="1300" dirty="0"/>
          </a:p>
        </p:txBody>
      </p:sp>
      <p:sp>
        <p:nvSpPr>
          <p:cNvPr id="52" name="Rectangle 51">
            <a:extLst>
              <a:ext uri="{FF2B5EF4-FFF2-40B4-BE49-F238E27FC236}">
                <a16:creationId xmlns:a16="http://schemas.microsoft.com/office/drawing/2014/main" id="{0CE3ECE9-9D94-17E2-55AC-CBFFA5A68C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08060"/>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958DB9A9-AADE-6D2C-18F4-DA2BABFC0526}"/>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A82A18D9-0BFD-35C3-07F2-9640405D50C2}"/>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B56942E0-C78C-8935-C48B-1D550936D41F}"/>
              </a:ext>
            </a:extLst>
          </p:cNvPr>
          <p:cNvSpPr>
            <a:spLocks noGrp="1"/>
          </p:cNvSpPr>
          <p:nvPr>
            <p:ph type="dt" sz="half" idx="10"/>
          </p:nvPr>
        </p:nvSpPr>
        <p:spPr/>
        <p:txBody>
          <a:bodyPr/>
          <a:lstStyle/>
          <a:p>
            <a:fld id="{705DA8E9-0D89-4A71-AACF-A494747A8176}" type="datetime1">
              <a:rPr lang="en-US" smtClean="0"/>
              <a:t>4/17/2026</a:t>
            </a:fld>
            <a:endParaRPr lang="en-US"/>
          </a:p>
        </p:txBody>
      </p:sp>
      <p:sp>
        <p:nvSpPr>
          <p:cNvPr id="28" name="Footer Placeholder 27">
            <a:extLst>
              <a:ext uri="{FF2B5EF4-FFF2-40B4-BE49-F238E27FC236}">
                <a16:creationId xmlns:a16="http://schemas.microsoft.com/office/drawing/2014/main" id="{6CC91E3F-2003-FA58-C095-8A3F9ED0E32C}"/>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4B076231-F947-1FC0-8119-319C250DDBA1}"/>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17</a:t>
            </a:fld>
            <a:endParaRPr lang="en-US">
              <a:solidFill>
                <a:schemeClr val="accent4">
                  <a:lumMod val="75000"/>
                </a:schemeClr>
              </a:solidFill>
            </a:endParaRPr>
          </a:p>
        </p:txBody>
      </p:sp>
      <p:pic>
        <p:nvPicPr>
          <p:cNvPr id="5" name="Picture 4">
            <a:extLst>
              <a:ext uri="{FF2B5EF4-FFF2-40B4-BE49-F238E27FC236}">
                <a16:creationId xmlns:a16="http://schemas.microsoft.com/office/drawing/2014/main" id="{CEBD738D-BE64-92F9-3724-4FB4230B4963}"/>
              </a:ext>
            </a:extLst>
          </p:cNvPr>
          <p:cNvPicPr>
            <a:picLocks noChangeAspect="1"/>
          </p:cNvPicPr>
          <p:nvPr>
            <p:custDataLst>
              <p:tags r:id="rId1"/>
            </p:custDataLst>
          </p:nvPr>
        </p:nvPicPr>
        <p:blipFill>
          <a:blip r:embed="rId5"/>
          <a:stretch>
            <a:fillRect/>
          </a:stretch>
        </p:blipFill>
        <p:spPr>
          <a:xfrm>
            <a:off x="7273213" y="419100"/>
            <a:ext cx="1743968" cy="5486400"/>
          </a:xfrm>
          <a:prstGeom prst="rect">
            <a:avLst/>
          </a:prstGeom>
        </p:spPr>
      </p:pic>
    </p:spTree>
    <p:extLst>
      <p:ext uri="{BB962C8B-B14F-4D97-AF65-F5344CB8AC3E}">
        <p14:creationId xmlns:p14="http://schemas.microsoft.com/office/powerpoint/2010/main" val="2433144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63CC-B47B-3DF0-256A-84FC6E840EF6}"/>
              </a:ext>
            </a:extLst>
          </p:cNvPr>
          <p:cNvSpPr>
            <a:spLocks noGrp="1"/>
          </p:cNvSpPr>
          <p:nvPr>
            <p:ph type="ctrTitle"/>
          </p:nvPr>
        </p:nvSpPr>
        <p:spPr>
          <a:xfrm>
            <a:off x="381000" y="381000"/>
            <a:ext cx="9017000" cy="1524000"/>
          </a:xfrm>
        </p:spPr>
        <p:txBody>
          <a:bodyPr>
            <a:normAutofit/>
          </a:bodyPr>
          <a:lstStyle/>
          <a:p>
            <a:r>
              <a:rPr lang="en-US" i="1" cap="all" dirty="0">
                <a:effectLst/>
              </a:rPr>
              <a:t>Etch</a:t>
            </a:r>
            <a:r>
              <a:rPr lang="en-US" cap="all" dirty="0">
                <a:effectLst/>
              </a:rPr>
              <a:t>-</a:t>
            </a:r>
            <a:r>
              <a:rPr lang="en-US" b="1" cap="all" dirty="0">
                <a:effectLst/>
              </a:rPr>
              <a:t>AI</a:t>
            </a:r>
            <a:r>
              <a:rPr lang="en-US" cap="all" dirty="0">
                <a:effectLst/>
              </a:rPr>
              <a:t>-</a:t>
            </a:r>
            <a:r>
              <a:rPr lang="en-US" i="1" cap="all" dirty="0">
                <a:effectLst/>
              </a:rPr>
              <a:t>Sketch</a:t>
            </a:r>
            <a:endParaRPr lang="en-US" dirty="0"/>
          </a:p>
        </p:txBody>
      </p:sp>
      <p:sp>
        <p:nvSpPr>
          <p:cNvPr id="3" name="Subtitle 2">
            <a:extLst>
              <a:ext uri="{FF2B5EF4-FFF2-40B4-BE49-F238E27FC236}">
                <a16:creationId xmlns:a16="http://schemas.microsoft.com/office/drawing/2014/main" id="{C8A7458A-F527-BB12-DB9D-11B1600303AF}"/>
              </a:ext>
            </a:extLst>
          </p:cNvPr>
          <p:cNvSpPr>
            <a:spLocks noGrp="1"/>
          </p:cNvSpPr>
          <p:nvPr>
            <p:ph type="subTitle" idx="1"/>
          </p:nvPr>
        </p:nvSpPr>
        <p:spPr>
          <a:xfrm>
            <a:off x="381000" y="1905000"/>
            <a:ext cx="9017000" cy="1016000"/>
          </a:xfrm>
        </p:spPr>
        <p:txBody>
          <a:bodyPr>
            <a:normAutofit/>
          </a:bodyPr>
          <a:lstStyle/>
          <a:p>
            <a:r>
              <a:rPr lang="en-US" cap="all" dirty="0">
                <a:effectLst/>
              </a:rPr>
              <a:t>Final Read — What this contest actually measured</a:t>
            </a:r>
          </a:p>
          <a:p>
            <a:r>
              <a:rPr lang="en-US" b="1" dirty="0">
                <a:effectLst/>
              </a:rPr>
              <a:t>Not just diagramming.</a:t>
            </a:r>
          </a:p>
        </p:txBody>
      </p:sp>
      <p:sp>
        <p:nvSpPr>
          <p:cNvPr id="4" name="TextBox 3">
            <a:extLst>
              <a:ext uri="{FF2B5EF4-FFF2-40B4-BE49-F238E27FC236}">
                <a16:creationId xmlns:a16="http://schemas.microsoft.com/office/drawing/2014/main" id="{428AA95D-E324-AE36-385F-7466B68DC77E}"/>
              </a:ext>
            </a:extLst>
          </p:cNvPr>
          <p:cNvSpPr txBox="1"/>
          <p:nvPr/>
        </p:nvSpPr>
        <p:spPr>
          <a:xfrm>
            <a:off x="381000" y="3302000"/>
            <a:ext cx="9017000" cy="2540000"/>
          </a:xfrm>
          <a:prstGeom prst="rect">
            <a:avLst/>
          </a:prstGeom>
          <a:noFill/>
        </p:spPr>
        <p:txBody>
          <a:bodyPr wrap="square" numCol="2" rtlCol="0">
            <a:spAutoFit/>
          </a:bodyPr>
          <a:lstStyle/>
          <a:p>
            <a:pPr marL="285750" indent="-285750">
              <a:buFont typeface="Arial" panose="020B0604020202020204" pitchFamily="34" charset="0"/>
              <a:buChar char="•"/>
            </a:pPr>
            <a:r>
              <a:rPr lang="en-US" dirty="0"/>
              <a:t>Taste under constraints</a:t>
            </a:r>
          </a:p>
          <a:p>
            <a:pPr marL="285750" indent="-285750">
              <a:buFont typeface="Arial" panose="020B0604020202020204" pitchFamily="34" charset="0"/>
              <a:buChar char="•"/>
            </a:pPr>
            <a:r>
              <a:rPr lang="en-US" dirty="0"/>
              <a:t>Honesty in showing nonlinear thought</a:t>
            </a:r>
          </a:p>
          <a:p>
            <a:pPr marL="285750" indent="-285750">
              <a:buFont typeface="Arial" panose="020B0604020202020204" pitchFamily="34" charset="0"/>
              <a:buChar char="•"/>
            </a:pPr>
            <a:r>
              <a:rPr lang="en-US" dirty="0"/>
              <a:t>Ability to turn words into structure without losing meaning</a:t>
            </a:r>
          </a:p>
          <a:p>
            <a:pPr marL="285750" indent="-285750">
              <a:buFont typeface="Arial" panose="020B0604020202020204" pitchFamily="34" charset="0"/>
              <a:buChar char="•"/>
            </a:pPr>
            <a:r>
              <a:rPr lang="en-US" dirty="0"/>
              <a:t>The difference between “generated” and “designed”</a:t>
            </a:r>
          </a:p>
        </p:txBody>
      </p:sp>
      <p:sp>
        <p:nvSpPr>
          <p:cNvPr id="5" name="Rectangle 4">
            <a:extLst>
              <a:ext uri="{FF2B5EF4-FFF2-40B4-BE49-F238E27FC236}">
                <a16:creationId xmlns:a16="http://schemas.microsoft.com/office/drawing/2014/main" id="{85064D91-9398-4BF5-BE46-6E23294B940C}"/>
              </a:ext>
            </a:extLst>
          </p:cNvPr>
          <p:cNvSpPr/>
          <p:nvPr/>
        </p:nvSpPr>
        <p:spPr>
          <a:xfrm>
            <a:off x="0" y="0"/>
            <a:ext cx="1524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Star: 5 Points 5">
            <a:extLst>
              <a:ext uri="{FF2B5EF4-FFF2-40B4-BE49-F238E27FC236}">
                <a16:creationId xmlns:a16="http://schemas.microsoft.com/office/drawing/2014/main" id="{6871933A-C563-49B7-9343-EC61E578AF32}"/>
              </a:ext>
            </a:extLst>
          </p:cNvPr>
          <p:cNvSpPr/>
          <p:nvPr/>
        </p:nvSpPr>
        <p:spPr>
          <a:xfrm>
            <a:off x="10160000" y="381000"/>
            <a:ext cx="1524000" cy="1524000"/>
          </a:xfrm>
          <a:prstGeom prst="star5">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6FC1553D-464E-4D32-8872-7DA3F55D3FF5}"/>
              </a:ext>
            </a:extLst>
          </p:cNvPr>
          <p:cNvSpPr/>
          <p:nvPr/>
        </p:nvSpPr>
        <p:spPr>
          <a:xfrm>
            <a:off x="381000" y="3073400"/>
            <a:ext cx="2540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Date Placeholder 7">
            <a:extLst>
              <a:ext uri="{FF2B5EF4-FFF2-40B4-BE49-F238E27FC236}">
                <a16:creationId xmlns:a16="http://schemas.microsoft.com/office/drawing/2014/main" id="{9D65BE0C-B901-2BA3-A4BB-4A0682677520}"/>
              </a:ext>
            </a:extLst>
          </p:cNvPr>
          <p:cNvSpPr>
            <a:spLocks noGrp="1"/>
          </p:cNvSpPr>
          <p:nvPr>
            <p:ph type="dt" sz="half" idx="10"/>
          </p:nvPr>
        </p:nvSpPr>
        <p:spPr/>
        <p:txBody>
          <a:bodyPr/>
          <a:lstStyle/>
          <a:p>
            <a:fld id="{71BF8D6F-9642-4015-B386-E53E5D4C6032}" type="datetime1">
              <a:rPr lang="en-US" smtClean="0"/>
              <a:t>4/17/2026</a:t>
            </a:fld>
            <a:endParaRPr lang="en-US"/>
          </a:p>
        </p:txBody>
      </p:sp>
      <p:sp>
        <p:nvSpPr>
          <p:cNvPr id="9" name="Footer Placeholder 8">
            <a:extLst>
              <a:ext uri="{FF2B5EF4-FFF2-40B4-BE49-F238E27FC236}">
                <a16:creationId xmlns:a16="http://schemas.microsoft.com/office/drawing/2014/main" id="{83D7A796-719D-81D2-559B-FBF7029687A2}"/>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10" name="Slide Number Placeholder 9">
            <a:extLst>
              <a:ext uri="{FF2B5EF4-FFF2-40B4-BE49-F238E27FC236}">
                <a16:creationId xmlns:a16="http://schemas.microsoft.com/office/drawing/2014/main" id="{932C5AA4-42F8-1780-36AE-6F81AAF121AD}"/>
              </a:ext>
            </a:extLst>
          </p:cNvPr>
          <p:cNvSpPr>
            <a:spLocks noGrp="1"/>
          </p:cNvSpPr>
          <p:nvPr>
            <p:ph type="sldNum" sz="quarter" idx="12"/>
          </p:nvPr>
        </p:nvSpPr>
        <p:spPr/>
        <p:txBody>
          <a:bodyPr/>
          <a:lstStyle/>
          <a:p>
            <a:fld id="{67F3E610-1FA7-40BA-8FBC-FDBE586CA2BC}" type="slidenum">
              <a:rPr lang="en-US" smtClean="0"/>
              <a:t>18</a:t>
            </a:fld>
            <a:endParaRPr lang="en-US"/>
          </a:p>
        </p:txBody>
      </p:sp>
      <p:pic>
        <p:nvPicPr>
          <p:cNvPr id="11" name="Picture 10">
            <a:extLst>
              <a:ext uri="{FF2B5EF4-FFF2-40B4-BE49-F238E27FC236}">
                <a16:creationId xmlns:a16="http://schemas.microsoft.com/office/drawing/2014/main" id="{680C9BD2-062A-8474-B6F5-15D4BBE9EDF6}"/>
              </a:ext>
            </a:extLst>
          </p:cNvPr>
          <p:cNvPicPr>
            <a:picLocks noChangeAspect="1"/>
          </p:cNvPicPr>
          <p:nvPr/>
        </p:nvPicPr>
        <p:blipFill>
          <a:blip r:embed="rId3">
            <a:alphaModFix amt="10000"/>
            <a:extLst>
              <a:ext uri="{28A0092B-C50C-407E-A947-70E740481C1C}">
                <a14:useLocalDpi xmlns:a14="http://schemas.microsoft.com/office/drawing/2010/main" val="0"/>
              </a:ext>
            </a:extLst>
          </a:blip>
          <a:stretch>
            <a:fillRect/>
          </a:stretch>
        </p:blipFill>
        <p:spPr>
          <a:xfrm rot="1380000">
            <a:off x="3177462" y="193040"/>
            <a:ext cx="9326880" cy="6217920"/>
          </a:xfrm>
          <a:prstGeom prst="rect">
            <a:avLst/>
          </a:prstGeom>
        </p:spPr>
      </p:pic>
    </p:spTree>
    <p:extLst>
      <p:ext uri="{BB962C8B-B14F-4D97-AF65-F5344CB8AC3E}">
        <p14:creationId xmlns:p14="http://schemas.microsoft.com/office/powerpoint/2010/main" val="25994824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CDIAGRAM" val="mcDiagram:25d9e851-f712-4f1d-accf-4ee7e2a76413:8fe5c9ae-c8ac-4754-98fd-268ae3ceeef7:0:1"/>
  <p:tag name="MC:BASE64" val="iVBORw0KGgoAAAANSUhEUgAABoIAAA7/CAIAAAAKVyirAAAQAElEQVR4nOzdB3gU1aLA8TM7u5tNb4SEFHoRQZpiw4oFu9i7Pq/tqlevvddr771i7713ERUVkI703kJLr5vNtnlnMzCZ7CYhgSzsbv6/l2/fzOzZZBOC38f/njPHqmmaAAAAAAAAABBOVgEAAAAAAAAgzMhwAAAAAAAAQNiR4QAAAAAAAICwI8MBAAAAAAAAYUeGAwAAAAAAAMKODAcAAAAAAACEHRkOQLhomtb6AEVRBAAAAAAAnQMZDsA22mpla32MbHB0OgAAAABA50GGA9AmocmsLVdEyyUuKLGFFrdmOx1hDgAAAAAQpchwAJoXlMDMp/px6JXWj4OYg5pxHHox6ErQJ6TKAQAAAACiBRkOQBPNRjRzdwt99Lo2ep2rffWlfm+131Ot+Wr8nhp57Gs41rzyuFaxxFlsyYqaZH602lPko2JLsyV2t8YXiKbpTWmgv4Gg68aj8Q7pcQAAAACACEeGA9D8xDetgfnU56701K6UH17nKk/tKv3RV7dG8znF9rPYVUe+Nb6HNbGnNaGnLbGXreFAjeti9LhmD0TTWXL0OAAAAABAZNr6LdIBgRjV0sQ3I8D5/X5v3Xrnpl/qSia6Sv7w1a0SO5zF3jUuY5Qj64D4LgfYkndRQoiQKqejxwEAAAAAIgoZDuiMggKcefqb5KldWVc80Vn8e0N6WyMihmLrEpc5ypG5v6PLAXGpg4wSZ7FYxJYYR48DAAAAAEQmMhzQiTS7zYK5vlWtfq+28ENPzWKxTSy2FNWaaLEmWGxJFjXBYk1UbQmWwJ3gEv1ep9/n9Htq/d5an7c2cBp4rPG5K8U2UeNyEvJOTcg9OS59hMxwRo9raX4cMQ4AAAAAsHOR4YBOIXSzBYPXtbF6zfs1hR+7K2a07ZMpVkeWPTHflpBnT8i3J+bZ5GNCnhqXLraJ31PjdhZ6atfJR7dznae24bFuo9B8bXm5mtAnIe+UhNxT4lIGGCXOCHOi6VYPgh4HAAAAANhJyHBALAtdfNp407f60prCT2V9qy+duNXPIwtXYubwhMwRcUm97Mm9xA4he1x9zWpn+Wxn6cy6sjlbHW9LGRLf7cSk/NOsCQVBMY7JcQAAAACAnY4MB8SmVqa/Va1+t6bwg7pNP7X+GRIyh8enD03M3D0+Y4jFmih2NmfJDGfZ7IaPmZqvvpWRtrS9EvNPkz1Otae1ND9OH0mMAwAAAADsMGQ4INa0FOC89eUVy56vWvGC313U0mtlbkvqOiq52+jk7P0U1SEik+atLZletWFC9YbffO6yFoepiYn556b2/a81Ib/ZyXHEOAAAAADAjkSGA2JHSwHOXbOqfMnjNWve1ny1zb7QYktJzt4/pdvoxK77KhabiBaa31k6K9DjNv7qdTXfFjVhic8Zm9znKkf6cMsWxDgAAAAAwI5HhgNiQbMBzu/3u8qmly951Lnhq2a3O1Dt6cndDkrJGZ2YNVIoVhHN6srnVm+YIJOcx7mu2QG29FEpfa6Kzx6jqqo+My70znGCGAcAAAAACBsyHBD1jPQmTAGupvCz8qVPu8snN/uStB4npOaNScjcQ8QcV8XCqg3jy1d94vc2M/VPTeiT3OeqpO7nWUyIcQAAAACAHYAMB0Qx8yQ4I8DVlU4tnnWZp2pu6HiLPTWjx0kZvc5Q49JFTNN8rvI1X5SteM/jXB/6rOooSB14b0LuCUExTj6KLQ2OEgcAAAAA6FhkOCAqhQY4SSankn9uqF33Ueh4W0JeZp8z0wqOj9yNF8JB81VtmFC6/G1XxYLQJ62pe6YPeTouZVdVVUNnxuljiHEAAAAAgI5ChgOiT9AqVL/f7/PWVSx5rGLJo5rPGTTYkTYos885Kd1GC8UiOitnyYzSFW/XbPorsGeDiSYsCfnnpe5yh83RpdllqvowYhwAAAAAYPuR4YBo0uwq1JrCT0vn3ex1rm46VknK2T+z9zkJmcMFGrhrVpUuf6ui8Hvh95ivK9a0pL43Jfe8SLXajZlxrFEFAAAAAHQsMhwQNcybMOjqqxYVz7zcVfpH0EhH6i7dht7hSO0vEMLjXL9p/uPVG38Lum6J75s+5ClH5n5qA6PEMS0OAAAAANAhyHBAFAiaBOeXPJXF/9xavfpVofnMI1V7eteB/0nrfpz82y3QspqiyRvnPuhxrgu6bs86Mm3Xh+xJPfUSJx+D9lGlxAEAAAAAtg0ZDoh05jvByf4mD+pK/tow+TS/u6jJOEVN73FS14GXW6yJAm2g+T1ly98tXvqq5qtr8oTFkTLwoaTu5xnT4sw3jBOUOAAAAADANiHDAREtaCGq3+ctXXhvxaIHZJEzD3OkDcoddkdcch+BdvK6ijfNe7xqw89B1+NyTsoY8oxqSwpaoyq4WxwAAAAAYJuQ4YAIZV6Iqk+C87iKN0w62V0+2TxMjcvM3vXK1PyjBbaDs3Tmhjn3uWubbHNhcfTK2P19e8ouVqtVX6AatIkqJQ4AAAAA0HZkOCASBS1ElepK/to45fSghahJXUfljrhPtSUJbD+/d9PCZ8pWvCd/8I0XLY7kXR5K6n6ubHB6jGOBKgAAAABg25DhgIjTzELUBfdULH7QvBBVscRlD/pves9TBTpUTdGUdTNv9nuqzRft2SemDX7GFpdkTIszNlEVlDgAAAAAQNuQ4YDIYm5wfr/f69q0ftKpQQtRbQl5BXs+zp3gwsTjKlk348a6sjnmi5aEfunD3opLHShLnHnfBsGt4gAAAAAAbUOGAyKI0eA274haMW/Dn0f66zeZx6QWHNtttxsV1SEQPpq/ZMmrxUtfEZqv8aIlPnXYOwldR+sljlvFAQAAAADahQwHRApzg5OcxRM3TjpB89UYAxQ1PnfYHSm5hwnsEM7S2etm3OitL228pKiJAx5L7nGuucRxqzgAAAAAQFuQ4YCIENTgqla/VzTjIkV4jQFxKf3yRz5mT8gV2IF87qr1s26vKfrLfDG+5zUp/W+1NqDEAQAAAADaiAwH7GTBGzL4/aUL7qtY9D/zmKTsA/J2f9Ci2gV2hqJFz5Uufd18xZ59UvqQ51VrXOgCVUGJAwAAAAA0hwwH7ExBDc7n8xbNuKRmzVvmMakFx3UbejtlZ+cqW/nhpnmPmK9YU/dJ3/0DW1yqUeLYPhUAAAAA0AoyHLDTBDU4r7tmw5TTXEU/mcdk9b+4y4CLBSJA1YYJ62bcbN60QU0YkL7H57aEbvoCVWP7VEocAAAAACAUGQ7YOcwNzu/3e1zFG/48yl05xzym25Db0nqMFYgYztLpa6de6/fWGlcUe7fU4R/Gp+8WummDoMQBAAAAAEzIcMBOENTgZNYp/O0gc4NTLLb8kY8mdR0lEGFcVcvWTL7U5y5vvGTtkrHXz3HJPSlxAAAAAIBWWASAnaGxwfk86/86wdzgLNbE7vu8RIOLTI6Uvj33f9MW363xkrekYuYJrtpNXq/X10Df7taIrQIAAAAAADIcsONpJjLWbJr2f66S34xnVXtmz/1eTcgYIhCp7Am5vfZ/Ky5lgHHFX7eqatYp7roKShwAAAAAoCVkOGCHMopMw76ovqJZV9au+9h41qIm9Nj3+bjkvgKRTY1L777Pc7aEPOOKr2Zuxeyz3fV1eonTGxwlDgAAAABgIMMBO45RZAJLUX2+8kUP16x6ufFpxVqw9zNxyX0EooHVntZjn5dUe4ZxxVf5V+Xciz0ej7eB/CM2pj0KShwAAAAAdHpkOGAHMTc4qXrt++UL7zA9r+SPfCQhY6hA9LAl5HTf53mLmmBc8ZZ8U7XwBnOJ0yfE0eAAAAAAAGQ4YEcIanC1G34snnGheUC3YXckZ+8vEG0cKX0L9npaKFbjinv9GzUrng69SRwxDgAAAAA6OTIcEHZGg9PVlU7d9PepQvMZA7IGXJpWcKxAdErIHJa/x0NCKMYV18p7a9d9qM+JC5oQR4kDAAAAgE6LDAeEl7nByRzjcRVvnDRW87uMAWk9TuzS/wKBaJacc2C3obeZr9Qu/G9d2SxjaapxnzhBiQMAAACAzooMB+wIxnLUjX+f5feUGteTc0bn7HazQPRL6358Vv9LjFNF+GrnX+CprzImxBmrUwUlDgAAAAA6JTIcEEZBU+HKFj1aX/Kb8aw9qVfe7vcriiIQE7oMuCgp5yDjVKtfW7Po+tClqTQ4AAAAAOicyHBAuARty1BfMadi0V3Gs4oaV7Dn44rFKhBDcoffbXV0NU49RZ/Wrf+k2Y1TiXEAAAAA0NmQ4YAwMoKL3+ts2JbBazzVbbdb7IkFArFFtSbm7/GwjKzGlbqlN7hrVpqXphoBjhIHAAAAAJ0KGQ4Ii6CpcJumX+R1rjaeTe52aGrB0QKxKD59cNeB/2k89ztr51/g9dTrE+KCbhIHAAAAAOg8yHBAxwu6JVzVqred6z8xnrUl5OcOu0sgdmX2OSehy0jj1F87v3bZPcaWqeZ1qcQ4AAAAAOg8yHBAWBiRxV2zqmTOlY1PKGrBno9brA6BmJY34gE1LtM4da97qa7416DtGvSnKHEAAAAA0EmQ4YAOZl6OKoNL0fT/E/4649mcwdfHJfcWiHXWuLT83R+S2dW4UrfoSq+7xjwnjqWpAAAAANCpkOGAjhS0HLV67Yfu8inGs0nZB6T3PFmgc0jIHJbV/6LGc2+xc+XjxpapEktTAQAAAKBTIcMBHcy8O2r5vJuM61ZHVu6IewQ6k8z+F8ZnDDVO3etectesZtdUAAAAAOicyHBAhzEnFVlYShfe56vfaDzbbdhdqjVRoDNRFEve8HsVi23zqfDWLbvFmBBnlDgaHAAAAAB0BmQ4oGOYbwkn1Vcvr1r2lPFsUvb+SVl7CXQ+toRumX3OMU79FRNcJb+GljjBhDgAAAAAiHVkOKAjGXeFK/3nGkV4N19V1OxB1wh0Vpl9/6Xa04zT+uW3ej2uoI0aaHAAAAAAEPPIcEAHCNqZwblpgqvoR+PZzN5n2hMLBDori9WRvevVjef1q11rXzRPiGOvBgAAAADoDMhwQMdo3JnB5y6ZfblxXbWnZfa/UKBzSy04Oi5lgHHqKXzaU7eh2b0aAAAAAACxigwHbK+gnRkqljzhq1tlPNt14BXszACp25DGbXOFv65u+d3N7tVAjwMAAACAWEWGAzqAsRzV666qWvaocT0upX9qwXECECI+fbfU/KOMU3/pV96aJXqGkwhwAAAAABDzyHDAdjFPhZOqVr7q91Ybz3YbcouiKAJokDXwCkWNM07r1jwnA5xR4pgQBwAAAACxjQwHbC9jKpwsKtUrnjGuJ3bdNz59sAC2sDmyMnqdZpz6S7/w1G0M2jJVf4oSBwAAAACxhwwHbLugu8LVrP3I51pvPNulzzkCaCqj99lCUfVjRfjq171ing1nTIgTAAAAAICYQ4YDtosxFU6qXPqYcT0uuU9Cl5ECaMoal5Gaf6Rx6t/0ts9T2+yEOAAAAABAjCHDAdso6K5wdcW/eWvmFQAN1QAAEABJREFUG8926f8vATQns+//NZ74a+s3vNvshDh6HAAAAADEGDIcsF2M2XBVy54yLlrjuiR3O0wAzYlL6pnYdV/j1LdhnM/nZVEqAAAAAMQ8Mhyw7YwG565e4ir+2bie2e//FIW/XGhRl77nNp54NrqLvm729nD0OAAAAACIJZQCYFsYlUTPcBVLHpVn+lMWW3Ja97ECaFlC5h5xyX2NU+/6F9ioAQAAAABiHhkO2EZGg/O6ipzrPzKuZ/Q8xaI6BNCqJncPrFvoqZgiS5x/CybEAQAAAEDsIcMB7Ra0OUPVyleF3208m9HrDAFsTUru4baEPOPUu+FNn8+nz4ljlwYAAAAAiElkOGBbGJVEFpPadY1T4dK6j1Xj0gXQBhm9zzSO/RW/eN1VQetSBQAAAAAghpDhgPYJmgpXXznPV7vYeDY1/2gBtE1q3hHGf4QV4faU/mg0ONalAgAAAEDsIcMB26JxKlxh41Q41Z4enzFMAG2j2lOTuu5jnPpLv/FtwbpUAAAAAIg9ZDig3YwG15Dh3jeup+YfpSiKANosJfdw41ir/ktfl8qEOAAAAACISWQ4oB2CV6SWT/fXrzeeTc07XADtkdTtIKFY9WNF8/i2TIijwQEAAABA7CHDAe1mzIarMa1ItTq6OtIGCaA9VGticvZ+xqm+LtVvQoMDAAAAgJhBhgPaRzOpW/+xcT2t4BgBtF+KaRKlVvO3r77MvFkqc+IAAAAAIGaQ4YC2ClqRWlfyh99dbDybwopUbJOk7AMUS5x+rAi/r/QrGeDMJU7Q4AAAAAAgJpDhgPYxVqQ61zVOhbMl5MUl9xVA+1lUR3LOgcapz7QuVf9No8EBAAAAQGwgwwHt0GRFatFPxvW0gmMFsK3M+6Uqztk+T3XQRg2UOAAAAACIAWQ4oN1kE/HWbfS7Co0rSV1HCWBbJXbdJ7AgdTO/r2qqeYsGY10qMQ4AAAAAohoZDmgTcwoJTIUr/s14SrHY41IHCGBbWdQ4R9quxqm/app5v1QCHAAAAADEBjIc0FZGiZNlxF0+2biekDFcUfirhO2SkDGs8aR2prnBcXs4AAAAAIgNtAOgHYzZcPVlpgyXOVwA20fG3MYT51y/zxM0G44tUwEAAAAg2pHhgHbYPDXJW+utWWBcJMNh+8VnmmbDafW+6lnm/VLZqAEAAAAAYgAZDtg680Qk+egsntj4nKI60gYLYPtY7Wn2pJ7GqVYzw1iOSn0DAAAAgNhAhgPaYcuK1EnGlfi0XS1qnAC2m3lapcxw5hvDcXs4AAAAAIgBZDigTcwLA93lU4zrTW7pBWyHJrs01Ez1m3BjOAAAAACIAWQ4oK2MDOepnGlcbJJOgO1g/l1SNKffVdjsjeGIcQAAAAAQpchwwFaYq4c89ro2Cs1tXHGk9hdAR7Al5FmsScapr25l6GapNDgAAAAAiF5kOKBNGqfC1Sw3LioWmzU+RwAdxJ5Y0HhSvzqowQkAAAAAQDQjwwFbZ56L5HOuMK7bEgoE0HGaZrg1+q8cJQ4AAAAAYgMZDmiHwKLU2sbZcPakfAF0HHti42+UVr/KPBtu80VKHAAAAABELasA0DZ6DfHWNs6GszMbDh3KlmAKu1tmw3FjOAAAAACIDcyGA9rE6CBep2k2XCIZLiJpPlG/WGh1ItqYf6MU91qtZQIAAAAAEG3IcEA7BDJczWLjlAy3c2nuSs+Kp5t9QqsZL7QNIto0yXDCo7nXm+8NJwAAAAAA0YwMB7RGbx/GFCS/u1gmHuNZ8528sOP5q+d5SiYKzRt0XfNVC+964SsV0cbq6KJY4oxTrW6VeX8GShwAAAAARDXuDQe0g3l/BlmxrfE5IrJ5PZ6vv/5o/rzZhWtXb9y4Lj0to2fvfnvvc+Do0Ufa7Haxw51y4kHO2ppX3/gyp1ue2D6BXWur5miu9X7naktinybPeVZrwiX8ZYrQArPKooo9sXt99dLNJ+41RgjWL1DiAAAAACB6keGArTDPRfK5NhnXrY5MRVFFBKuuqrzhuovXrG5Mh0VFG+TH1CkTP/rgtZtvebBv/4EiCmneOn/NYn/1PG/xBHniXvm8NWN/S+pulsRem2f41q8ITJHTKoVWLxSHiCry98rIcJq72LwolQYHAAAAAFGNDAe0VSDDeWqMU4s1QUS2Z56+Xza49PTMk049d9iwPfPyu5eXlS5YMOf1V5/duGHdrbf85/kX38/s0lVEI1+1r3yq5togNL9WOdtvz7Qk9ZWRStGnvnlkhtMUf7VMkUJEWYZr8nul1YWuSJUHihJlU/wAAAAAAIIMB7SL31drHFvUeBHBykpL/vpjgjx44KEXC3r00i9m5+TKj2HD9/zv5eeUlhZ9/tl7F158lYg2iupQ0/a0JA9yL3nQW/K7ve+1lvRRii1RKIGpcJpWr3nWC0Ue1CparVCyRFQx/15pPufmA24PBwAAAADRjy0agDbZXED8dcYVizVRRLDCwlXyXWdmdjUanCE9PfO4safJg/nzZolopChCjVPsGWpmoL6pXUYr9lShbP4fFZT65Q2bNsg/rGqhVQUOoopFNc2G89eR3gAAAAAgZjAbDti6xvWAXtNsOGtEz4aLiwssxqysqqiqqEhJSwt6dt9Ro+McjoKCxkJ31+1XTZv657MvvL982aI/Jo6fP392SkrabruNOP7EM3r37m9+rdtd//OPX8/9Z+aqVcuKNq0v6NG7X/+BRx11Yu8+A4wxt99yxcwZk19948vJk377/NN3E5OSDzjwsDPOujD0fX784ZtvvPaMfLf3P/TCLgN3E+1hSd7Nkra3UE3LTjWvv3Zyw4GmeZ2Ktk5ovYSSLKKHxWb6vfI7tab0y/oBS1MBAAAAILqQ4YA20SOI35zh1Ii+N1yfPgNSUtOrKsvvuee6667/X3ZOrvnZ3LyC3LzTQl/18Ydv/P7bj3GO+ILuvQrXrhr/89d/TPz57nue2m3o7voAZ23NdddcuHrVMnmc1TUnL7/HiuWLly1Z8P03n553/uWnnn6++bPJT/XWG8/Lg9LSoqrKkaFf7qcfvtQb3P/ue6a9DU5SErrbCs5pPNe8Wt0/wjW34dgvfB7hXymUXGEZLCJ7Mw0z8++VormCZsPppwQ4AAAAAIhGZDigHYx7dYmInw1ntdku+fe1jzx024J5sy/4v7G9evXbdfDQ/v0HydqVl9+9pVfJcLb3vgfddPP9Nrvd6/W+Ou6pr754/5mn739x3McWS2AN+wfvvyYb3ODdRtx48/0ZmV3klZrqqnEvPzn+p68+/eTtk08516I2Bq9333554KChRx190prVK/be58Cgr/XH7+OffvI+mz1ONrjBuw0X7adYrGrKls1efbVa/SKt+gehuTdf8bo1T5mizJQDhaV/tGyZ2uT3KuTecAIAAAAAELXIcEBbNUyHM2U4NaLvDScdNPqI7JzcLz//4K+/flmxYrH80K93zc499LBjZDKLcwSXqYzMLL3ByWOr1Xrxv6+ZMWPSurWrJ0/6bdR+o+XFqX//IR8vuOi/eoOTkpJT/n3ptTLDyR5XWlqc1TXH+Gy5ed0feuQlVW3mvzP/zJn+8EO3qqp61/+e2LYGt4Wm1a8W7qXCvUxzrxW+ysabwckMV1Oq2esUe5mwLlSsBULpIZSuQrGJCNZk64+Ge8MJ07JoAAAAAED0IsMBLQotIE0WpdoiejacbuCuQ+RHRUXZr798/9tvPy5bslB+Q0Wb1r/3zss/fv/Fw4+Ny+mWZx5/7HGn6g1OpyjK6NFHvf3mC9Om/qlnuBfHfbx29cqgbR88Ho8jPsFV53S73ebre+29f7MNbvHieU89fo/f57v1zoeHDd9TtIvmE/4qoaYHjv01/tKXhKdIEfWa3x2yG4MmPC7hqdecFUJZpVlswpqk2PKVxGOENVdEKou1yRYNggYHAAAAALGCDAe0yeab4mv1xpUIvzecWVpaxgknnSU/aqqr5syZPnXKH7+M/7a0tOje/13/7AvvmUd279E76LVZWYHZbYVrVxtXZIPzuN2zZv69eMn8oo3rN25av3D+P5rml0/JsmZ+bbdu+c2+n8cfvdvrCQS71auX773vgaJd/DVa7bdK8tFCSRdKgpI4SqudpNUvb3lHVPnW/H53jeaqFWquJX2kNTFFRDDz75XmrzNuAkeMAwAAAIBoR4YD2kETjTc+8/vrRbRJSk4Ztd9o+XHQ6CNuu/nylSuWLFuysG//gcaAzMysoJekpQXmndXUVOunRUUbX3/l6b+nTKyvd+lXLKq6x8h9Z82aqpc1M4ej+QmDXo/nhBPP+vyzd99/79UDDjy8W27zta5Zmq9CeFZr/iJFlRnOoiTsrcTvKbwlfud0Uf+P8KwTmnfzSL/PX1ftq6nQRLI181Brj4MsSf0C94mLbJrWmDItFpX6BgAAAAAxgwwHtINiuh+c3+MUEez8c44tKtrw4MMvGZucmg0fsVfvPgNWLF+8atUyc4YrLy8LGlleEbiSkpIqGia73XXbf1evXp6Smn7U0ScNHjIiP79HTk6e1WY78fj9vR7RRv+58uYjjz5Rvr2//pzw3DMP3PvAc6LNFPdSzV+jaKUN098amppiEbaultSjhHs3reoLzbVIvtPAffzqqt0lay2JA+P6XGtJ3kVECb9pGxBNCXRMo8SR5AAAAAAgqlkEgLazNC4YNOeSCJSX30M+Tpn8e+vDkpKbrNAsKy0OGlBStEkEFqsGbgY3e/Y02eAsFvWJp16/8JKr997nwPyCnrLB1VRX17vacRczGQHl44WXXGO12WfN/Pu3CT+IttE8xf6aKZrfJXxrhVYV/LS9QEk5TqgN35HP66utsNi72br/y5LUX0QPv7eu8WTL7xsBDgAAAABiABkOaIcms+HMuSTyHDz6SPn45Rcf/PXHL6HPTpv614rli232uMGDR5ivj//5G3PxqXe5fvnlW3mw/wGHiS2RLi+/e07Tm7599+2n+oHP7xNt1rVrzmmnny8PXnn5iTrn1pqmv0pzThOVHwjveuHzaK4lwjNR+FcbS1A3s3dXHIF9VzW/T/O61fR9rMmDAtPlood5GxB9NhwAAAAAIDaQ4YB2sFhNGS6yZ8MdePCYfv0HaZr//ntvfOmFx4qLNsqLVZUVf0+e+NQT99x1+1XydMyY45OSk82vWrhgzu23XLFp43p57Kqru+uOq9avW7Pn3gcMHTZSXsnL6y4f161bM++fmfp42ey++erjN1/fvKrUXd++++Wdcup5XbKyy8tLX331qVaGaXXztLJxWsVHmmtBYC2qTGw1G/2lE3xFL2ulT2vuNaaxikjaW3+RYk2yJA8U1mQRVfy+ZmbDAQAAAABiAPeGA9rBYk0yjiN8NpzVar3rnifuu+eGBfNmf/XF+/IjaMDhRxx/8aXXBF1Mz+gya+aUf513XO8+A9YVrq6vd+UX9Lzm2jv1ZwcM3G34iL3lgBuvv2TQ4GGKxVJeViKHpZiNFLUAABAASURBVKSmOeLii4o2yKAm2sNmt196+Q333HXt9998Jptgv/67NjtMcfTXZFZT/tTq/hENM918VZu8lSWW1D1s2cMt1twmg23dNUu80JyKmm5xdBNKpO/JEMTvNeXdLRlOafgulGj7XgAAAAAAZmQ4oE02FxC1cXaS5ovoDCcCm5xmPPLYK7Nm/j1l0u9LlszfuHFdXV1d9+69Bg0adshhx/Tt18yuBWedfbGrvm7GtEkLF87Nzes+Yve9x55wZnLD/gwisHGn5c67H//047d///2npUsWuN31XbNzTzjxrFNPO/+zz975+MM3pk//a+99DxTtsfc+Bw4dtuec2VOfePTuZ194z6KqzQxS7Er8biJ+N8U501/xpuYq83sdcbvcp2bsK5Tmxtt6CmeJpqYq9i4i2jSZDdewCJoGBwAAAACxQeHO30BL9L8d/gZer9ftdletfqdmwX/0Z+OS+/Q+6EMRK+66/appU/+85rq7DznsaBHBtIp3fSU/aspQW8/LhepofkzVN76ij/y+3va+N7U0JmKtm3FL1fqf9GNv+rlqwY2OLex2u81mU1VV9lClgQAAAAAARA/uDQe0KDRzKKp5p9RInw0XkxTHMKEmi/herfQ1Ja6PUGzC3jXqGpxo7t5w5DYAAAAAiA0sSgW2wogggdlHpp1Sva5STdNIJDuatatiy7Mk9ml1TDdhTbfE9RBRyFtvur+emsCKVAAAAACIGcyGA9pBdeQYx5q/3ldfLLCDqSmWjBOVpAGtjVEcir23JbGXiELumtXGsaY23tuOVagAAAAAEO2YDQe0iR5B1IS+5ovumrVWR1eBHUmJU+L7C6W1/wlBU+IsXf9PicIVqT53hd9b23ge10PZQr9AjAMAAACA6EWGA7bOCB8WNU6Jy9Xq1+unbmdhgthdxIS77nlSRAtlK9N4A39eprv4RRF3bWGT87jeYkt6I8YBAAAAQLRjUSrQVnr4sDgalzrKDCeAjuMx/UZparpmiae4AQAAAEDMIMMBbWLcKV9N6G1cdNesFUDHMf9G+W0FRoMLnRAHAAAAAIg6ZDigrfQIYjXt0elxkuHQkdym3yjN3l1pSr9OiQMAAACAKEWGA7bCHEHko3lRan31KgF0HLdznXHstxY0m+EAAAAAAFGKDAe0ld5BrEmNm6Vq/npffbkAOoh5UWrQbDjBzgwAAAAAEOXIcEBrgvamDCxKTegjFNUY4K5lXSo6ht/n9rnLGs/jeighBAAAAAAgapHhgK1rEuMsqiW+v/GUq3KxADqCq2KecawJVYkfEPh1a0CDAwAAAIAYQIYD2sQ8I8matpdx3Vk6UwAdwfy75HfsJhTVCHDMiQMAAACAGECGA9rKiCC2tL2Ni7UlUwXQEWpNGc4XPyw0vSlslgoAAAAA0YwMB7RV42y41MYM5/NUumtWCWD7aH5vXdls49TvGG7ZotkSBwAAAACIOmQ4YOvMEURSHTnCXmA8y7pUbD9XxXzN79aPNU0Ribsb9S2oxAEAAAAAohQZDtgKpelmqfoEJWvqnsaAWjIctpv5t8gf10+oCc3OhgMAAAAARC8yHNAm5rt0yTJivj2cs2S6ALZPk/0Z4htXpBLjAAAAACBmkOGAdmh2s1RvfYmntlAA20rT/M7SGcapr7kbw7E/AwAAAABEOzIc0FZNZsMl9Ves6cZTtaaGArSXq2KBcWO4gKS9QqfCCQIcAAAAAEQ5MhzQJkYHMSYoWVIaJ8TVFP0pgG1l/v3x27oLa6pR31iOCgAAAAAxgwwHbJ15LpKxS4Mt81BjQPXGiT5vrQC2SWXh98axN2G/Zu8KJwAAAAAAUY4MB7SDeV1qXPbxQrFtfkLzVa8fL4D2qyuf53GuM059yWOa3ZmBGAcAAAAA0Y4MB7SD0eAk1Zaspo82nqpc96MA2q/K9JvjU3NFwuDQbVJF0ymZAAAAAIBoRIYD2sroII0bNXQdazzrLJnqrS8VQHtomla57gfj1JN8ZLMrUqlvAAAAABADyHBAmzR7ezh75uHCkmiMqWJCHNrJWTrV5y43Tn0pxwQmWjbg3nAAAAAAEGPIcED7NF2XmqBmjDGeYl0q2quy0LQi1T5AiStoaX8GShwAAAAARDsyHNAO5pvl67OW7F1PMJ51Vcx3164VQNtofm/V+p+NU0/SGPNUOGNCHCUOAAAAAGIDGQ5oK/O94YzJSvYuo4U1wxhTWfidANqmZuPvmq/OOPUlj1FNWI4KAAAAADGGDAe0W1CJs3Y5xniqbOUHmt8jgDYoXfm+cex1jFDs2eZbwrFFAwAAAADEGDIc0D7NrEvtdp7xrN9TXbHmKwFsTV35vLqy2capJ/l4Yy1q0Gw4VqQCAAAAQGwgwwHt0Oy6VFvyLpa0A40xpcve1DRNAK0qXf6WcexXu2ipR4TukSoJAAAAAECs4N94wLYwz4YLTIjLu8R4ylO3vmbjbwJomdu5vnrDr42nqWcqFmuzN4ZjRSoAAAAAxAwyHNBuQbPhAhku4wAlfhdjQMnS1wXQsrLlbwqxecqkpiR4U09Rm2KPVAAAAACIPWQ4oH3M61KbbJmaf6kxxlW5oK5sjgCa43NXla/+0jitTz7RYo2X6c1qtYY2OAIcAAAAAMQMMhywjYwGt3ldatfjhS3beLZ0xTsCaE7Zqg+E5tWPNaF6089hKhwAAAAAdAZkOGBbBM2GC6QT1WbtdoExoHrDr27nOgE05fe5yla8b5y6E8cotgxjKpx83Pzr1JDhBAAAAAAghpDhgHYz+kjQRg1xuecIS6IxrMy0FSagq1zztd9TbZx60s83Nzj9F4nNGQAAAAAgJpHhgG0UNBtONhSrPUXNPssYUL76C3ftWgFs4fe6Spa+Ypx64vdRHD319NbsjeEEK1IBAAAAIIaQ4YBtYd6owbxlqqPgUk2omwdpvk3zHxfAFiXLXvXWlxqnnrSzzQHOaHDmDAcAAAAAiBlkOGDbBU2Ia1iYmmXNPtcYULPpj5rivwUgo1vdxtJljeuUvXFD/AkjmQoHAAAAAJ0HGQ7YRqET4jaHuJ7Xa2q6MWzjPw9ofq9Ap7dx7kNC8+nHmrC4sm41bgmnC7oxnAAAAAAAxBYyHLC99GhiTGuy2lOsBTcaz3qchWUr3hXo3GqLp9Zs+sM4rU8+VXH0Nhpc6IpUwVQ4AAAAAIg5ZDhgu4TeHi4wIa7b6UriUGNM8ZKXvfXlAp2V5vdu+Oe+xlNLmifzEvM8OEn/5WEeHAAAAADEMDIcsO2MYhI8Ic5qtfUyZRdffdGCJwQ6q7IV73mc64xTZ9rlFmtS0FS40BvDAQAAAABiDBkO2F6hE+ICGS5lNyXzZGNMZeF3deXzBDofb31F8ZKXGk/tA32px8pfEpvN1uxd4fRhlDgAAAAAiD1kOGC7mLuJsShVbytxPW/WlARj5IZ/7tc0TaCTKVrwuOar33Km1HW5JVBpmzY4813hCHAAAAAAEKvIcEAHMHa3bFLiHFlq/jXGmPqqJaXL3hDoTGqKJlUWfmecuhKPEY7+1hB6iWMqHAAAAADENjIcsL2MfS2NpalGiYvLPV+L62OMLF70PEtTOw9PXdG6GbcYp34R7868stkAZ8yDI8ABAAAAQAwjwwEdIKjENW6CabPb+z6pCXXLQK1w+g0+T7VArNM0f+G06/zeGuOKs8stqj0tNMMZU+GM3yIBAAAAAIhFZDigwwRt1GDs1aDmX2+M8bqK1s28VSDWFS9+wVW5wDitTzxaSzlcvyucjgYHAAAAAJ0NGQ7oGKF7NWyeD2ez2fMu1pL2NkbWFk0qW/GuQOyqLZleuvR149Rnza/vcn3jHMnmNkglwAEAAABAzCPDAR0paEKcEVzs/Z7RrF2MYZsWPOOqXCwQi7z1peum32icasJem/WQakvUZ8AZe6QaU+GMzRkocQAAAAAQ28hwQIcJmhBnlLjAEkRHlrXPM5q2ZajmLZx2nc9bKxBbNE0rnHaDz1NpXHGmX6HE9zWmRppLHDszAAAAAECnQoYDOpgRVozbw20ucWl7WbpdZgzz1G1YP+tOgdhSuvTVuvI5xmm9Yz9f2imNvwOmu8KZN0gVTIUDAAAAgE6ADAd0JCOp6IUluMQVXK0ljDAG12z8rWTJqwKxonrj78WLXzJOfZYudVl3yV8Am4mxIpUGBwAAAACdDRkO6GBGUgnaMrWhxNnt/Z7TLMnG4OLFL1QWficQ/ZylswsDt4TbvPBYE2pt1oNWe4qxEDWowZnvCgcAAAAA6AzIcEBYGEtTZWox3xfMGp9j6fOCJqzGyPWz7qopmiQQzVxVy9b+faXQvMaV2sxblcTdbCFYjgoAAAAAnRYZDuh45qWpwXs12GxxGftaej5iGu4vnHZdXfk8gejkcRWvmXyZ3+c0rtQln+NPOcrIr3a73bglnLFBKg0OAAAAADobMhwQFkZk0WOcHl8a50RlHavlXG0M1vzuNVP+U1+zSiDa+DzVayb92+cuM67Uxx/szrzMvCeDeWcGid1RAQAAAKBzIsMB4WXOcOY5cba8S/3pJxvD/N4aWXM8rmKB6OH31ct+6q5dbVzx2Ie4ut5j/Ckb8+CC7grHVDgAAAAA6ITIcEC4mCfE6bumGneI2xxoet2rJe1vjPfWlwTmVXlrBaKBpvkKp13nqphvXPGqBbXZj6tWu7nBhd4STh9MgwMAAACAzoYMB4RR6zeJs9vj1D7P+B2DjfHu2tVr/77ST4mLBhtm311bPNk49VmyanOe1bdGDWpwxnJUY2cGGhwAAAAAdEJkOCC8Qm8SZ75rmN2RovYbp9m7G+Pryuas+vNf3voygUjl97nXTLmysvC7xisivib7aUtcDreEAwAAAAC0hAwH7CDGnDhjuwZ9wpQ9vqul3xtCTTdG1lcvX/XHeW7neoHI4/PWrpl8SW3xJOOKJtTa7McVRy/9z1QXOg+OW8IBAAAAQCdHhgPCrtldU/V79m9ONgndlT4va5Zk4yWeug2yxLkqFwlEEm99yeo/L6grn2u+6Oxyh5Yw3DwDzrwzAw0OAAAAAKBTNE0TAMJP/7smH/0NfD6f1+v1NHA38NQs8S85V/GVGC9RVEfBnk8mdtlDIAK4awtXT7rY6yoyrvg1W03XR0TS3uZ5cMZsOD3DGQ2OFakAAAAA0MkxGw7YQYK2a2i6V0OANbGf6PehZu9lvETzudZMubxqwwSBna2uYsHKP85t0uAsKTU5L+oNbqvz4GhwAAAAAABmwwE7VNCcOK/X6/P5jAlxAXWl2vILLa555ldlD74+o9dpAjtJbfHfa6derfndxhWfJasm+znF0d0cUoPmwZm3RhUsRwUAAACATo8MB+xo5hLnaxC8OrW+xr/iMkvtZPOr0rqPzRl8vaLGCexQWsmS14qXvCw0n3HJZ+1Vk/20Ys9qvcHpMx9pcAAAAAAAHRkO2NGMDKdrvsS5Xb7Vt6iVX5tfaE/skb/nY3FJPQV2CG99xbrNEwT+AAAQAElEQVQZNzpLZ5gvemyDarKftNpT9B02gnZHZWtUAAAAAEBLyHDATmAucaE7Nhgxzr/ucUvJK+YXKqojZ/ANad2PEwiz2pLp62bc4nOXmS/WO/ZzZt1rtcWb58GZbwlHgwMAAAAAtIQMB+wcLZU4PcZtnhPn8Xg3vqVufFAONL82uduhucPuslgdAuGg+YoXv1Sy9A0h/ObLroSjXFm36WtOzfPg9CRHgwMAAAAAtI4MB+w0rZc4I8Z5KyYpa663+JtMy7Il5BXs+Xhcch+BDuVxlRROu85V0WSLDE1xONOu8KScoOe2oABn3A/OsgUNDgAAAAAQigwH7EzN3idO3ztVxjh9Qlzg0VWsrLkhaNMGxRKXPeia9J4nCXSQmqIp62be7PdUmy961Z61XR8QcT31AGcsQQ2dB8eeDAAAAACAVpDhgJ0stMT5/X7znLjNJc7j8W96zVL0tEV4zS9PyNwjZ8hN7NuwnXzusk3znqxc913Q9brEE1wZV6rW+GYbnLEpKg0OAAAAALBVZDhg5zNKnHw0VqeGbtoQmCJXPd+y9mrVu67J6xVrZu8zuvS/yGJNEGgvzVu64oOSJeP83lrzZZ9Iqs28w5+0n0xstqZkg9OrnLqFHuBocAAAAACAVpDhgIhg/E003yfOWKBq5nVXi3X3qJVfB30Ga1yXroP+m5p3pECb1ZbO2DDnXk/t2qDrbttuzq73KbYsPbeZp8IZV/R5cMbN4GhwAAAAAIDWkeGASBFU4oxbxRkLVM2T43xl31k33KX4nUGfJD59SM6Qmx0p/QRa5XWVbJz/SPX6X4Kua0KtSzm/PvU8q82ut7agqXDmhag0OAAAAABA25HhgMjSyvap5gwXOKnbIDY8Yq3+IfhTKGp6j5O67nKpxZYsEMrvLVn2Zsmy1zWfK+gZj303Z+aNIq6PTGwtBThzg1O2EDQ4AAAAAMDWkOGAiBNa4vRNG4LuFqfHOH/NHHXD/yz1S4I+iWpP67rLf9J6HC//mgtsUVs8dcM/93mc64Ku+yzZzvTLvYmH6JUtqMEZd4IzL0SVxJb6RoMDAAAAAGwVGQ6IREHbp+pz4owdVIPWqMr/L0o/tZY8q/jKgz6PPalHRs/T07ofq6gO0ZlpvqoNv5SteL+ufG7QM35hdyWfVZ96jqVhO1SDOcCxEBUAAAAAsP3IcECECr1VnHkHVXOJ2/zorrQUPW+t+FARvqBPZbElp3c/IaPXadb4bNHJ+D015as/LVv1kbduU+iz9Y6D69KvEPYcfaabEeCCHs0BjgYHAAAAANg2ZDggcplLnHmBaksxLrBwtW6lZf09Ntf0Zj6doibnHJzZ+4z4jKGiE/DUFpaueLti7beh94CTfNZetRk3+OOH6oktaB5cUIALmgRHgwMAAAAAbAMyHBDpQheoGiUuaPcG41irmWYpfsVaN6XZT+hIGyRjnExyihonYlFt0eTSFe/VFk9u9lmvfRdX8tmexINDA1zQEtSgO8EZAU7Q4AAAAAAA7UeGA6JAW6bFhdJcy9TiVy3VP1oUf+jnVKwJydkHpOYeltR1lLBYRdTTnKWzqtb9XLXhF5+7rNkR7riR9Slne+P3MOa4WVsmuxuT4AAAAAAAHYgMB0SNZqfFtR7jAhs7uNarZW9aq75UNFezn9ZiS07OOVj2uMSsPYWiimhTVz63ob6N97qKmh2gCUu94yBX2vmavbdq0mx9C12Fyo6oAAAAAIAOQYYDoklL0+LMMS40yckrmqfCUvZeYAMHf2VLn1y1pyV3G52aNyYhc4T8j4OIbK7KRVXrf6paP97jXN/SGE2Jq084qi75TCUuT5/dFhrgjNOgABc0CU7Q4AAAAAAA24cMB0SfoGlxoTeMM0pc0IHf61TKv7BWvKd6C1v5/BZrYkLm8IT0YfEZwxIyh4mI4apY6Cyf4yyd7Syd4XOXtzLSp6TXJx7jTj1NWDOCZsCZH4PuAac/6jPgCHAAAAAAgI5FhgOiUtC0uKA1qvqjUd+CHgOT45zz1aof1ZqfVd+m1r+QYrE70nZNkD0uY3hCxlCLLUnsQJqvvq5ibqC7lc2uK5/r99a2Pt5vSal3HOBJPNTn2N2ibo5r5pluQemt2Rlw5lWoggYHAAAAAOggZDggioWuUTXPjAtdqWo+1Q8V5xxL1Y/W2l9Uf1kbvqBijcu0JebZE/LtCXkNB3m2hHyrI3P7F7H63BUe5zq3s9Bduy5w0PDocRXJFLfV1/pFgjt+P0/iYb6EveR7NKa2hc6DCwpwze7DQIADAAAAAIQDGQ6IesYaVfmol7hmY1xIg2skxyg1f6s1P1lrJli0atFOiiXOlphri8uy2BIt1kSLmqDaUywWR+DYlmCxJqm2RL/H6fc5fZ5av7fW76vze6p9XqffW+P3On3u8vratZrXKdqvPv4Qd+Kh3oQD9FlsRlNrpcEZwwhwAAAAAIAdiQwHxALztDgREuOMEhc0Py7oYsM4r3AtstTNsjhnqq45qlYhIoxfJHgdu3nsQ3yOob64QRbVYWlKbZW5vjUb4AQNDgAAAAAQHmQ4IHZsNcY1Oz/OfGoeE5gi517d0ONmBz58G8RO4lPSvY6h3rgh3rihfnt/xdK4kYKR3syP5uLWbH0L2gWVSXAAAAAAgB2ADAfEmpZiXLPbOARNlDM3OLPAi73VinuN4lkrHy3eQosn8KFq5aJD+ZVknzXPp+Zp9gL56LflywNNzTDvXmppTlBuU00bL5gXnzIDDgAAAACws5DhgNgUFOOCSlxLSa7Zg6BXaSbCXxeocp61Fu864S0XfqeiOYWvVtHqLJo8rtPksd+pKnU+LU5YEjVLvLAkaErgQFMStMCxfEzx27r5rfkyugk1zTxJzehuoY9BiS3oIHTzU6Up4wdFgAMAAAAA7BhkOCCWtRTjgrZVbZae4YLGmF8byvgSxhctq/JuKHHrZ2nJ1twu9tAEZo5uxoEMZ/LYPAMutMGFLjUNWnaqHwhT0SPAAQAAAAB2FqsAELv00iRzmFG4jGQm+5Q5qJlDW+iK1KDZcEEZTp4KU+MT5uonlCqnu+FLWxITrHFxcaJpfRNNM1yQ0AwXWuKCLrY0903hBnAAAAAAgJ2KDAfEPiM86T1Oj3HGaUu3kAuKbm2ZDRc6J86vaJVOVf/qGWlWh8MhmgtworkMZ65pLa1LDU11LdU3QYADAAAAAOxUZDigE2l2cpz5irnEBc13a0uAC50N5xe+CqdFaPJrCbfXJjNcUBdrb4lr6TQ0vRHgAAAAAAARhQwHdDpBk+NE0x6nH+hLVo2JcqLpfeVaD3Ca6d5wfuGurFXloTyt91lDM5wIuSuc0vIa1Va6m9LcmlPqGwAAAAAgcpDhgM6rlR4nmiY582mz0S10Hpz+SfyirtK5uZF5fJsXpQZ99dAYJ1pIcs0OEyG5jfoGAAAAAIhAZDgAzfQ4EZLkREhiC5r4FjR487Gw1rosDZ9OePxWu90e+kVFc02t2crW0qy3lq4AAAAAABA5yHAAGplLVlCSE0F9rWmSa+lYU9Q69+aLHp/FarWKVievhVa21heZkt4AAAAAANGCDAegeUFJTjRXxMzpzTzSRHV7Lfq94fyyyalqS+GsjQtL6W4AAAAAgChFhgOwdaHxKzTMNTtSE4rPr+hpTmY4/TZzos01jegGAAAAAIgZZDgA26KVQNZ0darw+Y17xinNvorWBgAAAADoDMhwADpYyNrVZjZYAAAAAACgsyH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oqmaQIAtoPPL25+bkVFtTf0qeJyz+qNLv04K83Wo5sjdIzFIh68vHdaMv+rAAAAAAAglvHvXgDbS7WI/Yal3j1uVbPPKsrmg5JKj/wIHXDG4V1pcAAAAACAmGcRALDdjts/c+SuyaL9sjNsl56cJwAAAAAAiHVkOAAd46Zzu1uUdr/qv6fnJzr4DxEAAAAAIPbxr18AHaNnruO0w7q26yV7DEwes3eGAAAAAACgEyDDAegwl56cl51ha+Ngm1W5+f+6CwAAAAAAOgcyHIAOk+iw/Pf0/DYOPnNMds/mNk4FAAAAACAmkeEAdKQxe2e0Za+G7AzbBcd3EwAAAAAAdBpkOAAdrC17NVx/Tnd2ZgAAAAAAdCr8MxhAB9vqXg377JZy8O5pAgAAAACAzoQMB6DjtbJXg82qXHd2gQAAAAAAoJMhwwHoeK3s1XD+MTnszAAAAAAA6ITIcADCotm9GrIzbOcfy84MAAAAAIDOiAwHIFxuOre7zdpks4brz+lut21t+wYAAAAAAGIRGQ5AuPTMdZw5Jts4PXBEGjszAAAAAAA6LTIcgDC64Phu+l4NNqtywznszAAAAAAA6LzIcADCKNFhuf6c7qJhZ4acTLsAAAAAAKCzsgoACKeDd08be2AXdmYAAAAAAHRyiqZpAgAAAAAAAEA4MRsOsYayDGwDRWEHWwAAAAAILzIcol5od6PEAe0iG1zQ3xqqHAAAAAB0OBalIoqZf3v1Y/MjgLYwipt+EHQKAAAAAOgozIZDtDJam7aFcSwocUCbKQ3MB2LL/DhKHAAAAAB0IDIcopK5wU36p/LrP8oIcEB7mVvbHgOTxh6YYbFYzFWOEgcAAAAAHYgMhygmG4Hf71+z0TV+WoUAsB0cccoxo1JkhlNVVT7qFylxAAAAANCByHCIPub1p3qJEwC2j/x75PV6ZYPTT/VpcQIAAAAA0HHIcIhiQQ3uvsv7DemfLAC0WbXTd+bNc0RDhvN4PMaabmPvVGIcAAAAAHQUMhyilTEVzihxFotis5IMgHawqZv/yugZTmzZqEGeGjeJY10qAAAAAHQIMhyikmbColRg+/l8Pq/Xa9nC2PMEAAAAANBRyHCIYjQ4oKPo94bTt2gw7zvMsyNaKgAAEABJREFUPDgAAAAA6CgWAUQtY0KcALB95N8jmeH8W5hLnAAAAAAAdARmwyFaGXWATABsP+NOi/oMU/5aAQAAAECHYzYcohhT4YAOFDQDjr9fAAAAANCxmA2HqEcpALafFkIAAAAAADoUGQ4AAAAAAAAIOzIcAAAAAAAAEHZkOAAAAAAAACDsyHAAAAAAAABA2JHhAAAAAAAAgLAjwwEAAAAAAABhR4YDAAAAAAAAwo4MBwAAAAAAAIQdGQ4AAAAAAAAIOzIcAAAAAAAAEHZkOAAAAAAAACDsyHAAAAAAAABA2JHhAAAAAAAAgLAjwwEAAAAAAABhR4YDAAAAAAAAwo4MBwAAAAAAAIQdGQ4AAAAAAAAIOzIc0FZaA3lgsVhaH+nz+5U2DAMAAAAAAJ0HmQBok3p3fVlF2aaSTUWlRaXlpfK02WF19XUlpSVFcljJJjne4/W28fNfcu1t/fc+9NizLvJ6fc0OuOOhJ+WAp8e9KdrPVe9evHylcfrmR5/LT3XLfY+JHSXoDXS4uQsWb3VMnav+yZdeP/WCK4YedPSRp/9r3sIlos12+g8QAAAAABADyHDA1lXVVBWuX1tfV+Gweh2qt76ucu261ZXVVUHDyirKN2ws9Hiq462+ONXrrClbU7i61uls89cRsvWMe+dD0aGmzZ4r697ESVPFThLWN+DxeG9/8Ilz/nPtVkc+/OxLz7/+7uz5C2WPW75qTWZGumibnf4DBAAAAADEBhalAltRXVO9au3Kvvk5manJdlvgr4zb4y2vqlmxfo2idE9JStGHlVeWbywq7FfQLTUp0WZVRWACnaeovHLt+tXd83okxCe08cu9+Ma7xxx2cEFeN9FBfpowcXXhOvOVIbsOuPKi83bp11vsEKFvoANV19Z++MW38Y64rY6cOGWafDzluCMvO//svG7Zos12+g8QAAAAABAbyHBAa7xe79oNa/rmZ+dkphn3eouz27pmpPn8vjUb1iX0SrBarW6PR6a6wb0LMtNSLIqiD3PE2fO6Zvp8vk3FG2WJU1V1q1/OZrPWuervfvTpV554QITN8MG7yg/RydRU18rHS845o10Nrlmd8wcIAAAAANhOLEoFWlNcWpwUZ8vNygzab8FiUbqmp6Um2MsqSuXppuINuV3SsjLSjAanUy2WnC7piuatrK5s/QvprzvvtJPiHXETJ0/79uffBDqU1xe46V58gkMAAAAAALAzkOGAFnm93uqaqm5ZGfKgpqbG4/GYn7Va1ayM1BpnjdNVV1Nb3b1bV7fbXVtb6226LUOczZaenFBTW+P3+7f6FfO7ZV9y3pny4L4nn6t11m11vKZpL7/1wdjz/r3H4WNHn3j2NXfc9/PvfxnPFpeW9d/70Dc/+lweP/LcOHn88LPjRAs7DBSXlj/zytunXXjliEOOG33CWZdef/uMOfOCvlx5ZdXjL7x29qXX7HHY8WdcctWjz79SVVXTyttr6Q3ovF6ffOqSa2/b58iTjz3rojseenLRssZtEOS3f9jJ58mX3HTPw+bP+eeU6fLikAOPWrZy9d2PPr33ESeJhu0X5EX50ewP7cxLrpZPVdcEZsONOvpUeTzu7Q+N7/qFN967/Ka7Dj353L3GnHj+f2984sXXSsoqtuEHOGveghvufki+Z/mW5CeU73Px8pVy2AVX36wP+HvGHHl60r8uD3p7LW34MH7ipGvvvP+Qk885eOyZV99+7y9/TBYAAAAAgGhGhgNa5HQ54+yqy1n71VdfvfXW20uXLjU/qyhKgiPOpipFJZuSEhzFRcWff/75Rx99tGbNGvMwi8WSlBAvo5OMdG35ohefc3qv7vklpeWPv/Bq6yPdHs9F19wiW9jiZSsKcrslxsd//8vvl9945/V3PuCsc8kBNqt135Ej8hvWYMrPKY9buuWcDEanXnD5M6+8uXDpsr49e8iqJaOPDG1f/vCLMUZWpLHnXvLim+8tWra8b6+eq9YUygJ4/LkXT58zt6V32MobWLex6KxLr77v8ecmTZuR1y273u354PNvTvnXZe9+8pU+IDEh/oHbr5MHn337k/zS+sXKyuqb7n1EHvzngnP79urRIz9vrxFDRcOfhfzk8iNo0qJuYP8+8ilVDTy15/Ah8jina5Y8Xrh0xbFnXSi724Q/JiUnJaanpf719wxZ5Q49+ewp02e36wf43fjfzvr31V98/3N1TU3P7vlTps/611U3vfrOR2KbuOrdMj5edsMdX/84wW61paen/fjrHzKMyovupi0YAAAAABBFyHBAi+rr3Rahffnlly+88MIvv4xXQhKPzaraVEt1dbVF873xxuvjxo37+++/rdbgWy7GxdnlKz0+bytfS9M2P1qt6v9uvFoev/PJl/MWLmnlJS+9+f7EydP69Oz+4wdvfP7GC1+/O+6rd8Z1z8/98sdfnn/9HTkgLTXljWcePmT/feXxycceKY/POOGY0M8jy871dz0gu5jMTH998/FHrz4z8asP/t0wKe+OBx8vqwgsp62qqrnqtns2bCqW1yd/9+kHLz81+ftPbrry3/JVV916b63T1ew7bOUN3PbAY7PmLjhwnz1/+/L9T1577qeP33jn+cfiHfF3P/r03AWL9TF7DN3tzJOOC7yNh56QnS7wqoeeKCopHTFk0IVnnypP/+/0k566/w7RcBs++cnlR7N7Ndx+7X/kUwnxMoaKJ+69TR4fO2a0PL77kafkd/evM0+e/vOX8gf4w4ev//zxm7sPHex0ut759Mu2/wDlt3/3I097vb7Txh4tfyzyh/PnNx8deuAoWeXENnnjg09kfOzdo+DLt178/oPXPnv9+V8+fWdA317y4ruffCkAAAAAANGJDAe0yOvzrFm5/Pfffq2vr9c0rUtmpkwtvoZbjOlUVbWqitPlXLRg/h8TJ7rdbtngMgPD5LjGJah2a2AmlvmFrdtr96EnHjNGfsXbHnzc/HnMFixe9sIb78oD2aG6F+TqF/v16vH43bfKgzc/+HTN2vWibX776+9FS1ckJyU+fd8dycmJomGniGsu/dc+I4fXuep//u1PeeX5N94pLa+QKUpet9k2d0YZsGR4kl1s3Nvvi/YYP3HSX3/P6N+759MP3JmZnqZf3HPE0FuuuUwePPj0i8bI6y67MD+v28o1hePe/mD8xL9+nDBRhrYHbru+2Vlv7VK4fuOylasy0lKvvfTCxMB0xYAeBXmXnHeGPFi+cnXbP9UnX39XXlk1sH/f/914ldJwkz/5Jh+7+5acrl1E+xWXlsnAKsPiC4/cIz+nfrFbdtaLj94nf/LPvfZ2dcNeEwAAAACAqEOGA1oka9rKlSuqq6rkQUlJyc233HLzzTdNnTrVGGBRFFnYZF9bsnixTHVy2MKFC6+7/vo77rhj0aKFxjBVRiNF+P1tzXDSjVdcIguRbG1vf/x5swO+/mmCbH2HHjhKxizz9SGDBuy754h6t2fKzNmibf6eERh5ynFHpaQkma8/cOv14z9+S6Y30bDoUj4ee/jooNcec1jgyg8TJor2+PGX3+XjmNH7B01eO/qQg+Lstmmz567fWKRfSUpMuPemwNzA1977+P4nX5AH/734/F7d88V2y8/Nmfrj5x+Oe9qoijqrJbChbX3bVhDrfv1zinw888RjFdMGHfJb06fytdcvEyfVOuuG7bZr0LeZl9N15LAhVdW1cxctFgAAAACAKGQVAFom45rb7fY2+GfOHIfDcfjhhxvPyuyiNawmddXVeTwe2eOqq6tnTJ+elZV14oknCdM4TbRPemrKtZddeOv9jz318htjDj6gW3ZW0ICy8sA2Av169Qh9bf/evSZNnbl81RrRNivXFsrHPj27B13PzemqH8iot6k4sCHsM6+89dJbTSa+6dtWbNhUJNpjY3GJfPzp1z9nzJkf9JRqVYXbU1Raanz1fUeOOPX4oz768ruaWueIIYPOP+Mk0UFkHe1RkFdRWfXX1JmLl61Yv3HTijVr9YXAQftstG75qsDUud4hP8C+zf3pbNWmhh/OqjWF/3fFDUFPrVyzVj7KNywAAAAAAFGIDAe0SFXVbt1yVdVq7JGanZ2dmppmDPD7/T6/32JRcvPz5bExLDMzMykp0Rjm8/llrLMIRbTHKccd+eX3P0+d9c8DT7/w9H13BD3rdAVux5aVmRn6wqzMDPlYVlYu2qa2xikfM9LTWhogu49eG1vajaHOVV9dU5ts+pZbpzfExctXiuUrmx1QumWvUt3+e+0hM5w8OGjUXuYZZ9tp6sw5L771/uRpM42Vv2kpKYcesO/4iZPa82lEVXVgu9guGelB17s0/EG0l34zvo1FJfKjlS8HAAAAAIg6ZDigRVartf8uA/v06bNx4wYRuGOabfDgwT16NE568soI59ccjvhhw3fPy8vTt1J1OBwjR47s1q1xS02P1+sXisXa7r9u/7vp6mPOuvCHXyb+eez0oKdyugQCXElZWeirShoCXFpqimibrKzApyqvqGhpgAxMVqvq9fqm//RF0MLVbdO1a5elK1fLtnjEIQdsdXCts+6hZ1/Wj59/7Z2jRh9k3Atve6zbsOni6251Ol0D+/c58pADhw3atSA/t1vXLvMXLW1vhsvNyV6+ao1si0HLSINiok7+xgRdqaurM59mZwXuKHfuKSfcdu3lAgAAAAAQQ7g3HNAih13+X8KFF1909NFHDxs27Pjjjz/99NO7du1qDJB9ze31pyWnJaWmXXvddYcddtjuu+9+yimnHHvssSkpjRWs3u2R7cXW/gzXu0fBhWedJg/ueOSp+vrA3cqMqWD5+YEUZdxDzWx9wxLRAf16i7bpnhf4VPqyU7M/Jk+7/s4HPv/+Z1W16EtWZ89bGDRGNrKFS1dUVbVvfpaeq+YvWRr61ILFy4pLm8zje+iZlwrXbxy66y7/OvMUV737hnseCi1Z2+CTr7+XDW5An16fvvb8v887c+89huXldLVYLJtKAj8HffZfG235AQZPXtu4qdh8KlOmfPS4PcHDms5661mQJ1r44axYvVbWww759gEAAAAAOx4ZDmiRIz7e5fH17tPv6quvvummmy699NLddtvNWBQpS42sQh6flpGRWV3n2n2Pkddee50cdsEFF/To0cMYJqNJbZ1L0yx2m12036Xnn9U9P7dw3YZvfp7Q8EU3Xz/8wP3i7Lbf/vo7qMStXFM4aeoMeTB6/331K2pD/mulKx120Cj5+O3Pv7o9TQrRx998/+WPv5SWBibcHX7QfvLxnU++CHrt+59/ffw5F5/zn2tFy0LfwBGjD5SPn37zQ63TZR75z/zFY8/790FjzzBufzZ52qwPPv/GZrPed9t1/734/2S/m/nP/Nfe/8R4iW1r311Lihu+rz1HDNXrmOHjhtWvXvN+uFv7EoceGPgBfvLND+aLXq/v02+bXEmMD+zHumbd+srKauOi7Ji//jnZPGz/vUamp6bMmDNvzvxF5ut1rvqz/n31weA+s2kAABAASURBVCecNWfBIgEAAAAAiEJkOKBFNqstMSFpQ2lZdnb2oEGDunYNzJYynpWlpqS8Kt6RkJyQ5IhLKNxYnJeXu8suu2RmZprvX+b2eCtqnIkJiaqqivaLd8Tddd2VIrAZQpNNA7plZ5118tiKqqoLrrppzdr1+sWlK1dfdM0t1TW1px5/VEZaqn5Rv2XbwqXLzPXHbPjgXQ87YNSylavP+8/1C5euEA03s3vn4y9/+GViUmLC4QcF1o2ef8Yp8hP+NunvZ155y3gn02bPffGNdwPPnnmKaFnoG9hz+JAD9hlZUlp+/d0PlJZvXrm5sajk1gcelQcnHj1GX1ErE9WtDzwmDy46+7T+vXvKH8Xt1/xHnj798hvy3eqvSoiPV1WL7KFTZ/0j2kOfwvb75KnGNEDZue546Mlf/wpse+py1bfy/oOMPfKwHvl5f06ZftkNd6zbsEk0TFu74Oqb9N0eDD17FMhvQb7VR194pa7h88vjG+95uLK6yadNTk48/8yT5cFt9z+2aMly/aIceccDj8ufVd9ePYYNGigAAAAAAFGIe8MBLZItLbtL9sKlC0rKK7ukpwY9W1ZZXVxVO6BPvoxu3brmzl00Jys9JTW5ya3T/H6tuLyi3ityU9PFttpv7z2OOvSg78b/FnT98n+dXbhh40+//jHm9P/bpV8fr8e7bNVqWdBG7bX7zf+9zBjWsyCwAvTbn3+THycfe+T9tzYzc+3mqy7dWFIyY86848+5eGD/vpuKissqKh1x9sfvubV7fuAmd7LHPfa/W2/830Myw7323scD+/WV8evvmXPkU2eedNzYIw5t5f03+wbuvO7K6+58YPzvf/321xT5FZMTE2fPX+B0umRjuunKf+svfPyFVwvXb+zXq8dl/zrb+FEcP+aQL3/8Rdarj195RlZR+Tb69uyxePnKsy+9Rg6Y8Nk7+bk5og1OOHrMB198s6ZwvfyW5U9PNGx4KpPc0F13+WfhYlkAa2qd8rtuyw/QZrM++9BdF19zy/iJk+THLv16L1q6Is5uO/KQA7//5fc4++ZZkPLned1lF93z+LMffvHtNz9N2G3XAfK7S0lOevDWG6689X/mT3jeaSetWlP42bc/HXfuJfKr5+Z0XbNuvRycnpry1P13dOAmFQAAAACAHYnZcEBrrFZr9/wec5etKa2o9vp8WgN5UF5Vs3TtxvxuBTarTQ6TqaVnfu+5y1dX1Tgb9kVtGOb1FZVVrNlUnpOVs21T4Qy3Xn1ZYkJ80MXkpMRnH7jzkbtuPuSAUcUlZTKc7bvn7vfefM0rjz+QmOAwho05eP8Tjz5c5ip5XF1b2+znl6Xng5eeuu6yC/ffZ+S6jRsT4h2HHbTfN+++etC+exljRu054ut3x11y3hlDBu2ycOmydRs3ycHyDdx1/ZWiVc2+gYK8bu+++MTN//33gfvsuX7DpsXLV8i0d+s1l7/1/GP6dzp9zty3Pw6sgb3zhv/abTbjs91w5SUZaalzFywe9/aH+pXbr7siv1u2aOhcRaVlom2yMtM/HPf0KccdmZaaMnXWnMnTZ2VndZE/vfdffmrksN3kgImTp7by/oMM6NPr/ZeeOuPEYwf271NSVn7M4Qe/+8KT+++9h3xKFkZj2Dmnjn3zmUeOHTM6IT6+vt591snHv/3cY126BCfaeEfcg7ff8PzD/5OfRza3fxYsSk5KuuCsU79571UZJQUAAAAAIDop23BPJWDn0iOXz+fzer0ej+fjX0qe/zxwU/8Hrug/fJdkEQblFeWbijdmpiUkB/KWUlVbV1ZZ2zUrJyMtwzysqKSosqo0IzUpyeHwa/7KamdFrSs3Jz8lKSzvChHulXc/eviZl8879QSZF0Wkqq71nXLDbHmw32Dl38fGOxrExcmwLOOnTeZji8WiNBAAAAAAgO3DbDhg69LT0rvn93D7rBtKa+SHx2/tXtAzqMGJwASrrOzsfGe9sr60ekNZjd8S17OgNw0u5o17+8Mxp/7fB59/E3R9esPt6nbp30cAAAAAAMC94YA2SohPkB++wAaaij49KHSMvJiSmJyckOT3a0Jo27kQFdGib+8eK9cUvvDGu4ccMCorc/MK00+/+WHCn1Pyc3MOP3B/AQAAAAAAGQ5ol7aUNRnjVJUVfJ3IwaP2HjP6gB8nTBxz6nlDdt1FXqmqqZm3cElmRtoz99+ZnJwoAAAAAAAgwwHA9nvif7d+ue+en33z4/JVq6tra/v36nXxuaefPvaYNm7bCgAAAADoDMhwALC9rFb1pGOOkB8CAAAAAIAWkO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xI7CTa4EhyoAtFldvU8AAAAAAHYIMhyim6IoxvFzH60RALaJEkIAAAAAADoUGQ7RyigF9AJg+8m/R5YGxDgAAAAACBMyHKKYngl27ek494gUn8/n9Xrlo9/vl4/aFgI7m/wjcTpdjji7zcZ/cCKIUbElVVX75Frlo1HiBAAAAACgo/GvYkQ32Qt26RnfO1d1b+ENUPwN5ABK3E5X5/KsXV/RNTMtLdUuEDH0ACejm6xvVqvVJiuptUmJY7YpAAAAAHQsMhyilRERjI6gFzf9lAwXOdxeX129R/6BxcXFCUQMY9mp2sDIcBINDgAAAADCgQyHqCTrgOxrRkQw1p/qYU5vcPoVMtxOJxtcnUtmONXhcAhEDD2xmUO2LnRpKjEOAAAAADoEGQ7RypgNJ0ObXuKMFXZ6gzMCHCVu57LWumpdbvkHRoaLHEZZ03Ob/hdHj3H6MfszAAAAAECHI8Mh+uhT4cSWuW9GZTM3OH1FqqDBRQCZdpgNF4HMWzRYtgi6NxwlDgAAAAA6EBkO0coIBMbMHWMSnDEVjgYXCVSrLZDhBPeGizhBJc7occapYEUqAAAAAHQcMhyiknFvOP3UCAcEuAgkO6nb6xOKxW5np9RIZMx6YxIcAAAAAIQVGQ7RzZiww83gIpbFonq8PvlnZLXyH5wIZZ4WJ0wz4OhxAAAAANCB+FcxopUeCIw5ccYN4wzEuAgh/2h8Pr8mAtMVBSJMUGgzn9LgAAAAAKBjkeEQ3YwYJ1oNCtiJArftk7W0Yc2jQDTg7w4AAAAAhAMZDrGAahDJGiYqbl7xKAAAAAAA6K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oqmaQIAts9rH3w/ecZ8sU165GffcsXZFosiAAAAAACIXRYBANvt1GMPSkqIF+2nKMrZJx1GgwMAAAAAxDwyHIAOkJQYf/IxB4r2Gz1qeM/8HAEAAAAAQKwjwwHoGKNGDu6Rn92ulyQlxI89Yj8BAAAAAEAnQIYD0GHOPukwRWnH8tKTjznQEWcXAAAAAAB0AmQ4AB2mZ37O6FHD2zh4QJ+CUSMHCwAAAAAAOgcyHICONPaI/dJTk7c6zKqqZ590mAAAAAAAoNMgwwHoSI44e1v2ajj0gN1zsjIEAAAAAACdBhkOQAfbc9guA/oUtDIgPTX56EP2FgAAAAAAdCZkOAAd7+yTDrOqakvPnjF2NDszAAAAAAA6GzIcgI6Xk5Vx5Oi9mn1q2KC+wwf3EwAAAAAAdDJkOABhcdTovUL3arCq6hljDxEAAAAAAHQ+ZDgAYWG1yuI2OujikaP3ykjb+j6qAAAAAADEHjIcgHAZPrjfsEF9jdPsrPSjWlipCgAAAABAzCPDAQijM8YeYuzVcPaJh1mtqgAAAAAAoFMiwwEIo4y0ZH2vhpFDB+zSt7sAAAAAAKCzIsMBCK+jRu/VIz/75GMOEgAAAAAAdGKKpmkCAAAAAAAAQDhZBQAAAAAAAIAwI8MBCK+WptwqiiIAAAAAAOg0yHAAwsUc4MzHeoDTrxDjAAAAAACdBFs0AAgLvbJpDfx+//LpHn8D/VS/LlqeKwcAAAAAQIwhwwHoeEEN7pvHnG9dXTvtC7c89vl8Ro8zEwAAAAAAxDR2SgXQwYwGp7e2bx+vm/GVV39qzJW2EceqiqJYGigmggWqAAAAAICYRoYD0JGMqW36lLfvnnAZDU536OUWWeIsW6iqSokDAAAAAHQGbNEAoMOYF5n6fL6fnq8PanDS+Of8Pq9/xHGBACfJK3qPEw0NTr6QEgcAAAAAiEncGw5AxzDfDy7Q4J6rn/pJY4Prt5fdOP71JTHtc4/k9XqDbhUn2LQBAAAAABCjyHAAOkBQg/vx2fqpnzY2uOOuSTrxxqT9Tos3rkx8RZ35tY8SBwAAAADoPFiUCmB7mfdk0BvctM+aNLiB+wWmwo06Ld4ap/z2llO//vvLqhC+4cd4zJ+K1akAAAAAgFhFhgOwXdrY4HR7jXXIR0ocAAAAAKATIsMB2HbtanA6ShwAAAAAoHMiwwHYRtvQ4HShJU7TvCOObTKGEgcAAAAAiDFkOADbYpsbnC6oxE0cJ/9bRIkDAAAAAMQyMhyAdtvOBqcLLXGKwupUAAAAAEDMIsMBaJ8OaXA67hMHAAAAAOg8yHAA2qGVBqdYxLFXtaPB6dpV4gQAAAAAAFGLDAegrVpvcGOvS+q/d/sanC60xKk235AxzZQ4QYwDAAAAAEQtMhyANglTg9MFlbgJzwXmxFHiAAAAAACxhAwHYOtTy59zAAAQAElEQVTC2uB0lDgAAAAAQGwjwwHYih3Q4HSUOAAAAABADCPDAWjNDmtwOkocAAAAACBWkeEAtGgHNzgdJQ4AAAAAEJPIcACat1ManI4SBwAAAACIPWQ4AM3YiQ1OR4kDAAAAAMQYMhyAYDu9welkibPaxfhXKHEAAAAAgFhAhgPQRIQ0ON3uRwXmxFHiAAAAAAAxgAwHoFFQgxv/kmvaZz79qR3f4HSUOAAAAABAbCDDAdgstMFN+XAnNzgdJQ4AAAAAEAPIcAACIrbB6ShxAAAAAIBoR4YD0FqDs6ji+Gt3coPTUeIAAAAAAFGNDAd0dq03uBNuSu67u01EBkocAAAAACB6keGATi2KGpyOEgcAAAAAiFJkOKDziroGp6PEAQAAAACiERkO6KSitMHpKHEAAAAAgKhDhgM6o6hucLrQEmdRvYMPbTKGEgcAAAAAiBxkOKDTiYEGpwsqceOfDsyJo8QBAAAAACITGQ7oXGKmwemaljiFEgcAAAAAiFhkOKATibEGpwstcYriH3QI94kDAAAAAEQWMhzQWcRkg9MFlbifn5LRjRIHAAAAAIgsZDigU4jhBqejxAEAAAAAIhwZDoh9Md/gdLLEWW3KDy/UNpxR4gAAAAAAkYUMB8S4TtLgdEMPi5OPlDgAAAAAQAQiwwGxrFM1OB0lDgAAAAAQmchwQMzqhA1OR4kDAAAAAEQgMhwQm8wNTpr0gdvc4E6+NbnXsNhscDpZ4vw+8dPLm0vc+GdU1ebd5YDGAeb6RokDAAAAAOwAZDggBgU1uL/er5/w8ua5YJ2hwemGHxGYE6eXOM0vfnxc/ueuSYlTVdU4psQBAAAAAMKNDAfEGhqcgRIHAAAAAIgcZDggptDgglDiAAAAAAARggwHxA4aXLMocQAAAACASECGA2IEDa4VlDgAAAAAwE5HhgNiAQ1uqyhxAAAAAICdiwwHRD0aXBtR4gAAAAAAOxEZDohuNLh2ocQBAAAAAHYWMhwQxWhw24ASBwAAAADYKchwQLSiwW0zShwAAAAAYMcjwwFRiQa3nShxAAAAAIAdjAwHRB8aXIegxAEAAAAAdiQyHBBlaHAdiBIHAAAAANhhyHBANKHBdThKHAAAAABgxyDDAVGDBhcmlDgAAAAAwA5AhgOiAw0urChxAAAAAIBwI8MBUYAGtwNQ4gAAAAAAYUWGAyIdDW6HocQBAAAAAMKHDAdENBrcDhZa4iyqt/+oxgGUOAAAAADAtiHDAZGLBrdTBJW47x+R3c03YL/G4kaJAwAAAABsAzIcEKFocDtR0xKnNJQ474D9GgdQ4gAAAAAA7UWGAyIRDW6no8QBAAAAADoWGQ6IODS4CEGJAwAAAAB0IDIcEFlocBFFljivR5vwulNQ4gAAAAAA24cMB0QQGlwEGnmsQz5S4gAAAAAA24kMB0QKGlzEosQBAAAAALYfGQ6ICDS4CEeJAwAAAABsJzIcsPPR4KICJQ4AAAAAsD3IcMBORoOLIpQ4AAAAAMA2I8MBOxMNLupQ4gAAAAAA24YMB+w0NLgoRYkDAAAAAGwDMhywc9DgoholDgAAAADQXmQ4YCegwcUAShwAAAAAoF3IcMCORoOLGZQ4AAAAAEDbkeGAHYoGF2MocQAAAACANiLDATsODS4mUeIAAAAAAG1BhgN2EBpcDKPEAQAAAAC2igwH7Ag0uJhHiQMAAAAAtI4MB4QdDa6ToMQBAAAAAFpBhgPCiwbXqVDiAAAAAAAtIcMBYUSD64QocQAAAACAZpHhgHChwXValDgAAAAAQCgyHBAWNLhOjhIHAAAAAAhChgM6Hg0OghIHAAAAAGiKDAd0MBocDJQ4AAAAAICBDAd0JBocglDiAAAAAAA6MhzQYWhwaBYlDgAAAAAgyHBAR6HBoRWUOAAAAAAAGQ7oADQ4bBUlDgAAAAA6OTIcsL1ocGgjShwAAAAAdGZkOGC70ODQLpQ4AAAAAOi0yHDAtqPBYRtQ4gAAAACgcyLDAduIBodtRokDAAAAgE6IDAdsCxocthMlDgAAAAA6GzIc0G40OHQIShwAAAAAdCpkOKB9aHDoQKElTrV5++7VOIASBwAAAAAxwyIAtBkNDh1OlrgDz07Qj2WJ++5B67K/vTpfA81EAAAAAACiFhkOaCsaHMJk7xMbS5zPKyhxAAAAABCTyHBAm9DgEFaUOAAAAACIeWQ4YOtocNgBKHEAAAAAENvIcMBW0OCww1DiAAAAACCGkeGA1tDgsINR4gAAAAAgVpHhgBbR4LBTUOIAAAAAICaR4YDm0eCwE1HiAAAAACD2kOGAZtDgsNNR4gAAAAAgxpDhgGA0OEQIShwAAAAAxBIyHNAEDQ4RhRIHAAAAADGDDAc0osEhAlHiAAAAACA2kOGAzWhwiFiUOAAAAACIAWQ4IIAGhwhHiQMAAACAaEeGA2hwiA6UOAAAAACIamQ4dHY0OEQRShwAAAAARC+Ff6qhMwtqcL++5vrzba/+FA0OEWvKZ67f33Hqx6pVHHWTt+9eVp3aQDERAAAAAIDIQIZD5xXU4H563vX3xzQ4RAdKHAAAAABEHRalopMyNzifz0eDQ3RhdSoAAAAARB0yHDqjoAb38wv1NDhEHUocAAAAAEQXMhw6HRocYgYlDgAAAACiCBkOnQsNDjGGEgcAAAAA0YIMh06EBoeYRIkDAAAAgKhAhkNnQYNDDKPEAQAAAEDkI8OhU6DBIeaFlrjl0yhxAAAAABBByHCIfTQ4dBJBJe7re1VKHAAAAABEDjIcYhwNDp2KucRpfoUSBwAAAACRgwyHWEaDQydEiQMAAACAyESGQ8yiwaHTosQBAAAAQAQiwyE20eDQyckSN+q0eP2YEgcAAAAAkYAMhxhkbnASDQ6d036nxVPiAAAAACBykOEQa4Ia3B/v0ODQeVHiAAAAACBykOEQU0Ib3G+vevSnaHDonChxAAAAABAhyHCIHTQ4oFmUOAAAAACIBGQ4xAgaHNAKShwAAAAA7HRkOMQCGhywVZQ4AAAAANi5yHCIeq03uLHX0+CAzShxAAAAALATkeEQ3bba4PrtSYMDGlHiAAAAAGBnIcMhitHggG1AiQMAAACAnYIMh2hFgwO2GSUOAAAAAHY8hX9iIRrR4IDt9+eHdX99WKcfKxbtqJt8/fex6tQGiokAAAAAAGwfZsMh+tDggA4RNCfuuwfVJZOZEwcAAAAA4UKGQ5RppcEpFhoc0D6UOAAAAADYYchwiCZBDW7yR00a3PHXJNHggPaixAEAAADAjkGGQ9QIbXDjX2jS4AbsaxcA2o8SBwAAAAA7AFs0IDpEVINbuajw0jF3t2Xk25MfzspNFx1k8exVA4b1FNvtlrOfmPnHgjtfuXyfw4YJdKhPx/007t6PjzrrgCvvP2erg+dNW/bBs9+sW7GptKgys2tqbq/sC246qfeuBWInYccGAAAAAAgrZsMhCjAPrnh9+Y1nPPbeU18LxIrPXx1/3ckPTf9tfmVZTd9B3asramf8Pv+qEx74/etpYidhThwAAAAAhJVVAJEtAhtcr13yf1g9znzlgf+8LOvJiRcedvHtp4owWDx7xZxJi/YaPUQgJiycueKV+z+RB0eeecCld51hj7P6vL43H/3yoxe+f/KGN3sOyOvRP1fsDPs1ZDh9Tpxe4sRN3v77NA5QVdU4Zk4cAAAAALQLs+EQ0ZgHh5g04fMpsrsN32/glfefLRucvKJa1X/ddOIBx4ysc9Z//davYudhThwAAAAAhAkZDpGLBodYNffvJfLx8FP3C5pQtt+Rw+XjsrmrxU5FiQMAAACAcGBRKiJUzDS4yrKaz175ecGMZSsXrO0xIG/QHv1OufSI5NQE/dnl89f+9/j7vB7fVQ+fd8Rp+xmvGnfvx5+O+6mgb85z395x5XH3rVq8Tl78e8I/R/S4aOCI3k98fnNLX87t8oz/dPK8aUvlSzauKe45IK/vbj3kZ97qjf/Xryp++Z4PVy9dX1lS1Xtw94HD+5x8yZjUjCRjgL75wJX3n7PHQYM/fvEH+R2VbKwYtEffUUeMOOTEvdv1XbduxcLC79+bKF9bvKF8wNCeIw4YdNx5o1W18X8zuPui5yb/NHvcL/dUllZ/997vC2etkL8og/fsf+SZB+y6e5+gzzbt13kfvvDdhlVFbrd34LDeQ0ftMvb8Q1Rr48rKm896fNafC+8cd/k+hzfZsOLU4VdXldW88ecDOQVdjIu/fjn118+nLF+wxu6wD9lnwKmXHjnz9/nP3fHe+TeccNrlR5lfXlNV9+Fz382dsnjdyk3yj2DE/oNOvuRwI7o98cXN8k8nO79L0LtVrYH/JjsS48TOxupUAAAAAOhwZDhEophpcHMmL370mleL15cnpcR3759buGLT/GnLfvv67xufuHDQnv3kgD6DCk6//Oh3nvzq9Qc/3eewYXr2mj99uWxYMm1c99gFdoet/5CeFtWyYsHa1Mzk3gPz83plt/TlaqvrbjrjsaUNc6lye2Z179ttyT+rFsxY/tUbE/5180mn/vuIll4oW9UDl7/orK2Xb6DXrgWrl6yf9/fSCZ9Pvvrh8/c4aJB5ZOGKjR+/+H3RujLZ9Xwe76QfZ8mPxbNXXPa/M9v+Xbfi89fGv3r/J7JLdumWnt8re/7UpfK9/fHt9FuevUReMY+c/POsd578WrVYuvfrtmz+2p8/mST7483PXnTAMSONMe8/8+2bj34hD7r1yJLNa/bkRVN/nfvHN9NvfPoieUW000t3fyjfnv7ZUtISf/l0svzeh+6zS+jIdSuLrjr+PvmNy5+S/BOUmU9+rFu16aoHz9UHxCfE9dolP+hV8hf+m7cDy1GH7DVARABKHAAAAAB0LBalIuK01uCUaGpw1ZXO+y9/Sdao0y4/6oOZTzz+6U0fznz8ottOKSosu/8/L9U56/VhZ1xxlIw1lWU1r9z3sTyV1x+79lX57Z980eEDhvWUV6559P/OvOJoebDL0F4PvHvNf+49q6Wv+NHz38sGN3y/ge9Ne/S13+9/8stb3p/x+JFnHiCf+vTln3w+f7Ovqiipeuy612WDO++6sR/OeuKxT278aNYTp156ZOmmyoeufLmytMY8WPbBlPSkV3+/75lvbntv2mPnXnu8vPjVm78WrtzUru+6WTK6ydRlj7Pd8twl70x5+PHPbvpg1pMHH7/ngunLn7/z/aDBrz342f5H7f7ejMee+urW96Y+OuqI4fKH9vrDnxvLJGf/tUg2uIQkxz1v/Pf1iffLzybf8IgDdl00e+Uj17wq2km+SjY4VbXc8NSF8rPJL/rKr/emZ6b8+d2M0MFzJi3K753zxp8PPP/9He9OffTyhkb5w/t/rFtV1NLn93l9j137uqx1WbnpR599kIgMbVydKrb8tQUAAAAAtIIMh8gS1OAmfegyN7ijr4ym+8F98My3laXVY07b7/wbTrDaNs8bOumiw2UXk4VLJjP9ZBf1YwAAEABJREFUimpVr3rwXNl3fv5k0pzJi99+7Mv1q4p79Ms9p6Fwtcu0X+fKx/NvODGja6p+JTk14aJbT5EH8p2Ubaps9lXP3/mBLHGjx+51RkPsEw0zm/5104l7HzZMNrXXH/nMPNgeZ73x6Yv1dZp2h+3MK4/pO7i7PF44Y0W7vutQ8g99XEOIvPSuMw44Zg/jy133xAXypzHpx1kz/1hgHp/fJ+eqh86LTwis30zNTLryvnPkwYbVxbL3yQNZFZ+66U15cMHNJ488eLD+kqSU+Dteulz+cGTXG//pZNEeH7/4g3w85pyD5Q9KvyJ/CDLJNTtYvu3/PniusZr12PMO7jMosCi4lZu+PXnjm/Ityff2v9evlN+OiBgtlTjZ4PS/pJQ4AAAAAGgjMhwijnHr90kf1v/yote4LhvcoAOjaU+G37+ZJh8PPn6voOsHHbenfPzDNIuq/9Cep152pDx47rZ39eWo1zx6voxcop2e/+HOcb/cIz+b+aLX45P5SR643Z7QlzhrXBMb3ufYCw4LeurEhisz/5hvvthvaK/cnk2Wc3bv200+1m+Z5tb27zpI4fJNi2avlDny4LFNXiuvHHjsyNDXjjpihM3euKw+tUtyZk6aPHDVBd7JP1MWb1hTktYl5fBTR5lf5UiwH3POQfJg1p8LRJvV17mnTfhHHhxz7kHm6zJBBi3a1Q0a2S89K8V8RZZE+VhT4Wz283/15q8/fzJZZrsH3r0mdLHqThdU4r6937rkL1/odg0CAAAAANAq7g2HCGL8S14ezPrO/cuLjdno8IsTo6vBueu9pRsr5MHbT3714fPfmZ/yeAJtsXhdmfnimVce89f3M9cs2yCPT730CH056jYo6Jsjv/ScSQuXzFm1aV3ppsLSeX8v0Zej+r3NLEotL6kSDdPf+uwaXH967pInH4sKy5y19QlbNg3Izs0IGmaLC+RCn9+3Dd+1WfGGwFNWm/X2/3sq6KmKkurAW91UYb7YNeSdOByB3xCf19fwksD3ld8n25zqdD36B76vtcs2ijaTP0b5rVltan7v4Bvzde+bO/23+UEXuzQEwSbvreEH6HI1syZ309rSNx76VP4R3P7SZT3654qIZL5PnPTtg6rjXl/P4fJdK36/X2kgGv7mcpM4AAAAAGgJGQ6RSP5jvs9INa2bqNiw+cqc8a6B+9sdiVHzL/zq8hq9Ks6furTZAfUud211XWLy5klGshaN2H9XPcPtefBuYpsUrSt789HPJ/8021nj0q/IcrTnIUNmTlwgv1yzL3HVBsJQamayefNQXUp6ot1hc7s8pRvLE/rk6Bdb2sRTL6jt/a7NKstq9AGz/lzY7GsrSqvNp/GtvhNXw+y8jKy00AH6it3ykuaX6DZLvufAC7NTQxtTelZq6Hg9TbbRnz/MkKHz4OP31BeuRqbqUv/cCY0NsWs/X2Zvn99v0delWiwWAhwAAAAAbBUZDpHFWN2WkK6d+aj13Ws9lRsD/7bftML3wZ1Vp9+dEi0lLi0rRYYtn9f38T9PJacmbHX88vlrv377N/34yZvfev77O0OncbXO5/P/7+Lnls1bk5mdetRZB+62d//cntk5+Zny85w0+Mp6V/Ov6pIT2H60srRavtWgEldd6ZQNTh6kpLX1VmXt/a6bvJPsQDLrvWvB89/fIbab/tmabW36RLmU9CbflN8fvKaytrJxAan+U6oorgqNTZWlVWL76DME+w3pKSKVbHDv3FJVVbx5NmWXPp4xNzktVrvP51NVVTOhxAEAAABAK7g3HCKR/k96WeJOeUBLyd78j3+9xLlqo+MWVKpq0W+atmjmiqCnnLX1KxYWVpsqj8ftfey612W9OvHCwwaN7Lt22cZ3nvhKtNOcSYtkg5MV7NFPbrrwlpP3Gj2koHdgSWZNVZ0+mavZu3elZialZiTJpzasLQl6qqiwVD5m52e2fceAdn3XQfIbJtytXrwudDfV0o0Va1dskj8l0WbdenQVW76FIJvWBS72Hrh5Ea6+j4Sn6Y3zSjdVmjeW7dItLSExzl3v1ZfHmhVvKBfbJysvY/h+A3N7ZYuIFNTgMnrVH3R1qcXqY3MGAAAAAGgvMhwimixxJ9zjSe7q00/1EueuE1Fh3yOGy8ev35wQdP3bd3677Ii7bzz9UePK+89+u2LB2vxe2eddN/aK+86WYeijF35YPHuVMUBtmBnXeuwoKwrM/OrRr1u37l3M179/b6J+4PP5mn3hAccENkD4Ycuwxvf57m/ycY8t24y2Udu/6yDpWSmyRsn4FfraZ25956KDb3vzkc9Fm/UamN9zQN6mwtIpv/xjvu52ecZ/MkkejDhg8/fliA8sbl2xoNA87Pevp5pPFUXZ94gR8uCnj/40Xy8qLJv+2zyxfU666PAH3r1m70OGiMgT1ODSetTtd8Umq73J7yENDgAAAADaiAyHyKIvalNMZIk75g5nUtbmmVCyxH14V3SUOJlXUjOSpv46950nvvZ6NieweX8v/fDZb/Vn9SvL56/98Lnv5cFl95wZF2+X8eiki8fItPHota/qa0KlxMTAzdQ2rC3esLq4pS+X2zMw/2vNsg3yS+hX5Cf59p3fX3vwU/203uVp9oVnXnlMfELcJy//9P4z3xovfO3Bz757d6K8Pvb8Q0UYvutmnXXVcfLx4xd+0Ddv1X3x+i9Txs9RrepRZx0k2sxiUc674QR58PCV46b9urmU1VTV3XXRs8vmrZE/5FFjhusX9Z1JZSVcOne1fmX2X4vefuzLhKb3njvtP0fL38Y3HvnizUe/0G+9N+P3+Ted9ag+03B7TPh8yntPfTP5p9kiwoQ2uH0uWy8bnNIcAQAAAADYGu4Nhwgl/2Fv2SIxQxxxS9X39yXXlgTufL9+qVeWuNPuSrHHi0iWkOS48emLHrv2tXee/OqzcT/2GtRdtVj+mbJYPnXMOQcdcuLeomFbT3056uGnjBqx/676C8+84ui/vp+xdtnGtx774sJbT5FX8ho26JRXzj/glryeXV/9/b7QL7fL8N57Hryb7F/Xn/bI0H0HyB9gWVHl6iXrM7qmypq2blVR0BYHhvSslBuevvCJG96UgemL18bn98mRLa+6vDbOYZfXC7ZsztCB33VLBo/se8kdp736wCf3X/7yc3e8L2NZTWWtzJTyqeuf+FduzyzRHvscOvScq4977+lvbv+/p7r1yErvkrJs/hpZNuXxrS/82+7YvIvC0Wcf9PvX01YvXX/FMffKJJecljj37yWX3X3G3xPmmLdALeidffOzFz181asyVn7x6vjMnLTCFZuyctOH7D1Afnft2pMhyO9fTft7wj9jTttvn8OHiYgR1OBSuzv3+vc6u0M10/96UuIAAP/P3n3AtVE3DBw/SNgQSIBCW7pLB90Tujdd1rbWWUddT936qo/6uNejPuqjPq46q3XPVlurtXTaCR1070EHZZS9RwbvPzl7pBBmCSTw+34wn+TuMgiUnL/73x0AAKglRsPB4Sj/Vy/+D1/+v321Wq0JVokS5xP093guucQ5/pg4UdYW/PncNXdP7da/U8KBM+fPZQwe2+vpD++699/Xywv8sGDFyYNnRQi77YkrlXt5eLnf9dx14sriT1bJu6YGhvjf8ew1onCJ6/l5RTaPkiZ6yFMf3X3Lo7M7R4Qd3Z2wa9Mho9545R2TP1j53OgZ5t1O4/+qcvfJYZP6f7Di2avmTw7r2jrh4NngUO2sWya889uTYrpkh++6GrNvm/jOb09Nv2FMm/bBh+NPlpboRbn7YOWzYy8fKtXd9f8347+LH4u+eoSPn5cokuF9Otz8yOz/LXncui36B/q++cu/RLDrHRmeeT67dcfg//782Ix54yo/2ujLhrz01YPjZg4NCPIzGk0zb57w3m9Ph4TpxCxvP8dOwnVkq8Eleni5ulmoLaxLnHThn60EAAAAAKiaC4f1gUNRTrloMpmMRqPBYNDr9aUX5KYZV77iL4+JE9qEqx1/TByat+duey929Z6nPrhz5LRBUrNQVYNzd3cXDc7Dw8P9AjnJWQ+Lky7sVw4AAAAAqIzRcHA4FUbDif/PF/+3L/9vv1+Q6+THc5xuTByagRfmL7h7yvOHdydYTywtMRzaZT4nbJfeHaRmofpxcHJ6U8bEKQGOBgcAAAAAtUGGg2NR/mde+d97pcTJFUCUuOh/ZVPi0MjadGx18lDid28vV/YINuiNH73wfU5G3vDJAyqcndZJ5ZyvssG5W1EanJzhlPRGgwMAAACA6rFTKhyO/Dup7J1qtDBYWO+dGvOfAPZORaPJyy58cNbLiQmporiFtjefLCI1MT3pVFrPAZ2f//x+jdZHcnJyg8vPrLnBKYeHsz5Fg0SGAwAAAICakOHgiKoqcXqLqkrctc9r3DwlwE5yswoWfxKza+OB5LPpKpWqU4+2g8f2njp3jLePh+TkaHAAAAAA0AjIcHBQ9ShxbXuqr3maEgfUDQ0OAAAAABoHx4aDg1L+914mH4jK+iBxgiZYZX2cuHOHDD+8mKsvlgDUEg0OAAAAABoNGQ6OixIH2BUNDgAAAAAaExkODq32Jc5b9/f5KylxQG3Q4AAAAACgkZHh4OhqWeImPZZJiQNqiQYHAAAAAI2PDAcnUJsSFxCqpsQBtUGDAwAAAIAmQYaDc6DEAQ2CBgcAAAAATYUMB6dR7xInAbCgwQEAAABAE3IpKyuTAOch/8aWXWC0MBgMeotSi+wUw6pXdYWZavku7Xupr3pao3aXgJasQoPTdS4YfPs5GhwAAAAANBpGw8HJ1GNM3JkDhp9ezDWUSkCLZavBMQ4OAAAAABoVGQ7Op0KJE6WAEgdUo4oGp6LBAQAAAEBjIsPBKVmXOLkXUOIAm6pqcO4Xo8EBAAAAgL2R4eCsal/ivLSUOLRQ1TS4ykPhaHAAAAAAYFecogHOzfqMDSaLymdsyDlvXPmytiiLMzagZal9g1NfQIMDAAAAAPthNBycW23GxPm3Uk1+IosxcWhR8tJpcAAAAADgWMhwcHqUOKAC0eC+eZIGBwAAAACOhQyH5oASByjkBpeTRoMDAAAAAMdChkMzQYkDJBocAAAAADgwMhyaD0ocWjgaHAAAAAA4MjIcmhVKHFqsig2uSz4NDgAAAAAcChkOzQ0lDi1Q5QY35PYkGhwAAAAAOBQyHJohShxaFJsNzt3TlQYHAAAAAA6FDIfmiRKHFoIGBwAAAADOggyHZosSh2aPBgcAAAAAToQMh+aMEodmjAYHAAAAAM6FDIdmjhKHZokGBwAAAABOhwyH5o8Sh2amQoPzaZ+nm3ryTFpJRq5UJqlpcAAAAADgmFzKysokoAWQf9XLLEwWRqPRYDDoLUotcs4bV76sLcpSy3dp30t91dMatbsEOI7KDa71jIRik6mo1LWg2KWwxDVI692jk6ZftwAfb3caHAAAAAA4DjIcWhBKHJxdhQbn1yEv5LLyBpdfbL4sKHYtLHA3y0wAABAASURBVHUtLJHC2/uO6B84ZoDW38+NBgcAAAAATY4Mh5aFEgfnZfN4cK5uLln50tnzxjOpxnyrBldc6lJqdNUbxG+7y8AefpMiA8cNDvDzVksAAAAAgCZChkOLQ4mDM6rxnAwGk/rwmdL4o8X7ThQVlfzd4AwmF6PRvLypTFKrXIf31URH6cYODPDy4MCgAAAAANDYyHBoiShxcC51Oi9qfrG0dV/B2p3Z8UcKlQYn/tpbP+C4QQHTRgSO6Ofv4cY+qgAAAADQSMhwaKEocXAWdWpw1udk2Hk4f1Vc1tod2dn5RpuP7OXhOnpAwOQorehxahU9DgAAAADsiwyHlosSB8dX7wannJPBVOay7UBuTGzm2p3Z+YW2e5yvl2rsoIDoSG1UH38Vu6sCAAAAgH2Q4dCiUeLgyC69wVmfF9VgLNu6NzcmLnN9fHZhscnmM/r7qsYP1kZH6gZH+LkyPA4AAAAAGhQZDi0dJQ6OqWEbnDW9oWzT7hzR4zbszikusd3jdBr1xKHmHte/m68LPQ4AAAAAGgIZDqDEweHYr8FZK9GX/RWfLXrc5j05pXrbnwXBWrdJosdF6fp08ZEAAAAAAJeADAeYUeLgOBqnwVkrKjGt22nucVv35hqMtj8UWge5T4o0j4/r2dFbAgAAAADUHRkO+BslDo6g8Ructfwi49od2TGxmdsO5Bpt764qtQvxEDEuOkrbNcxLAgAAAADUGhkOKEeJQ9Nq2gZnLbfAuHp7luhxOw/lmar4lOjUxnNylG7qcF1YKw8JAAAAAFATMhxwEUocmorjNDhr2XmGmLismLjM3Ufzq/q46NbeKzrS3ONCA/lnAAAAAABVIsMBFVHi0Pgcs8FZS8/Rx8Sae9y+4wVVLdOrs7focVOG64L83SQAAAAAwMXIcIANlDg0JsdvcNbSsvQrtmaKHncoobCqZfp3842O1E6O0gX4qSUAAAAAgAUZDrCNEofG4VwNzlpKRukfWzJjYjOPnS2yuYB4XYN6+IkYN3GoVuOjkgAAAACgZSPDAVWixMHenLfBWUs8XyL3uISkYpsLqFylob000ZG68UMCfL3ocQAAAABaKDIcUB1KHOyneTQ4a8cTi+Tjx51NLbG5gFrlMqyvuceNGxTg5eEqAQAAAEBLQoYDakCJgz00vwZn7fDpQtHjVm3LTEortbmAu5vLyH7+0VG60QMCPNwc9xsBAAAAgAZEhgNqRolDw2reDc7a/hMFMXFZq+Iyz2fpbS7g6eE6eoD/5CjdiL7+bmp6HAAAAIDmjAwH1AolDg2l5TQ4a7uP5oset2ZbVnqO7R7n4+k6dpA2Okob1VujVtHjAAAAADRDZDigtihxuHQts8EpxL+hnYfzzD1ue1Z2nsHmMhof1fjB5h43uKdGxeHjAAAAADQjZDigDihxuBQtvMFZM5qk7QdzRY9btyMrt8BocxmtRj1xiDY6Ujegu29z+b4BAAAAtGhkOKBu6lfirnxK4+YhoSWjwdlkMJbF7s+Nic1avzOroNhkc5mgALdJQ7WTo3R9uvpIAAAAAOC0yHBAndWjxLXtrr7mOUpcy0WDq5HeULZ5b47ocRt2ZReV2O5xoYHu0ZHm8XE9O3lLAAAAAOBsyHBAfVDiUHs0uDop0Zdt3JUdE5e1aXe2uG5zmbBWHtFR5h4X3s5LAgAAAAAnQYYD6qmWJW7Vq9qCdEpcy0WDq7fiEtP6eHOP27I3R2+w/VHVsY3n5CjdtOE6EeYkAAAAAHBsZDig/mpT4o4eTNv+QXtD7t9jdihxLQoNrkEUFpvW7sgSPS5uf67BaPszK7ydV7Slx4UGcj4UAAAAAA6KDAdckmpKXHFxyaZte5JT0z3K/LL+GFaU6SbfhRLXQtDgGlx+oXH19qyY2KztB3NNVXx2RXTyFj1uSpQuWOsmAQAAAIAjIcMBl8pmicvMzvn5t/W5+QVBWr/hgyNMhe4xr7B3agtCg7OrnHzjqm2ZosfFH8mr6kOsX7hPdKROJDmdRi0BAAAAgAMgwwENoEKJO34q8aufYwx6Q/cuYdFjBpeZjKWlpbnpRkpcC0GDazSZuYaY2MyYuMw9xwpsLiDeyIHd/SZHaScO1fn7qiQAAAAAaDpkOKBhKCVuzab4pSs3iqIyZWzkyCG9rI8TR4lrCWhwTSItS7/S0uMOnCy0uYDKVRoSoYmO1E4YqvX1oscBAAAAaAJkOKDB6PWGz3/4Y8feoz5enrfPnd61Y5vKZ2ygxDVvNLgml5qpX7ElQ/S4I6eLbC6gVrkM6yN6nG7c4AAvD1cJAAAAABoLGQ5oGFk5ee8sXJKYfD6sdau7583UBfhVde5USlxzRYNzKElppX9YetyJxGKbC7i7uYzo5y963JiBAR5uvPMAAAAA7I4MBzSAYwmJ7y/6taCweEi/7rdcM1WtVpVdYLSgxDV7NDiHdSalxNzjYjNPp5TYXMDTw3V0f//oKN3Ifv5uan4KAAAAAOyFDAdcqpi/tv/8+wZRU665fNy4EQOki8/YQIlrCWhwTuHomaKYuEzR486lldpcwMfTdcyggOhI3bA+GrWKnwgAAACABkaGA+qvVG/49Nvfd+0/5uvjdd8tszt3aKPMosS1HDQ4p3MwoVDEuFXbslIybPc4P2/V+CHa6EjtkAiNisPHAQAAAGggZDignjKyct9ZuDgpNaNz+9Z3z5vlr/GpsAAlriWgwTm1vccL5B6Xnq23uUCAn3qi6HFRuoHdfflBAQAAALhEZDigPg4fP7Pgi6VFxSXjhve/ZuZ4lavtATOUuOaNBtc8iH+mu47kx8Rlrt6elZVrsLlMkL/bxEjt5Chd364+EgAAAADUCxkOqLMV67b9smKDylV167VTh/TvUf3ClLjmigbX/JjKpB0H80SPW7sjKyffaHOZ0ED3SUPN4+MiOnlLAAAAAFAXZDigDpSDwekCNPfeMrtdm+Da3IsS1/zQ4Jo3o0mK258rety6ndn5hbZ7XFgrj+hIc48Lb+clAQAAAEAtkOGA2krLyH7v81+SUjN6dG1/100zvb3qEMkocc0JDa7lMBjLtuzNjYnN/GtXdmGxyeYyHVt7To7STRuhE2FOAgAAAICqkeGAWjlw5NSHXy0rLimdOm7o7Kmj6pFRKHHNAw2uZSrVl23akyN63MbdOcWltntceDuv6EhzjwsNdJcAAAAAoBIyHFCz39fELl25SUSWO66/rG9EF6m+KHHOjgaH4hLThl05MXGZm/fmiDZnc5menbxFj5s6TBesdZMAAAAA4AIyHFCdklL9x1//tvfQyZBg7b23zA4N1kmXhhLnvGhwsFZYbFq/M1v0uK37cg1G25+kfbv6REfpJkfpdBq1BAAAAKDFI8MBVUrLyH574eLUtKy+PTvPv2GGh3vDDGyhxDkjGhyqkl9kXLvd3OO2Hcg12tpdVfzkB3T3FTFu0lCdv69KAgAAANBSkeEA2+SDwZWUls6aPHLahCipQVHinAsNDrWRW2BcvS1L9Lidh/JMtj5aXV2kIRGa6CjtxCFaX296HAAAANDikOEAG35btWVZzBYvT4+7583s0bW9ZAeUOGdBg0NdZecZYuKyYmIzdx3Nt7mAWuUS1dvc48YN0np7ukoAAAAAWgYyHHCRouLST79dvvfQybDWwffeMjtQq5HshhLn+GhwuBTpOfqYWHOP23eiwOYC7m4uI/r6R0fqRg/w9/SgxwEAAADNHBkOKJeSlvnOwsVpGTlD+nW/9dpparXd9xqjxDkyGhwaSmqmfuXWzJi4zEOnCm0u4OnuOqq//+Qo3Yh+/qLNSQAAAACaIzIc8Le9B0989M1yo8F49eXjxo8YIDUWSpxjosHBHpLSSv+09LhjZ4tsLuDt6Tp2YEB0pG5YX41axa8QAAAA0KyQ4QCRwKSlKzf9vibW18frvltmd+7QRmpclDhHQ4ODvSWeL/ljc+bKuMxTScU2F/DzVo0bbO5xQ3tpVOyuCgAAADQLZDi0dEXFpR99tezA0VOd27e+e94sf42P1BQocY6DBofGdOxsUUxcZkxslghzNhcI8FVPGKqNjtQO6uHHbxYAAADg1MhwaNGUg8GNHdb/2lnjVa5NOeaEEucIaHBoKodOFYoetyouKzm91OYCQf5uosdNjtL1C2+arQUAAAAALhEZDi1X/L5jC7//w2Q03XTV5GGDIiQHQIlrWjQ4OIJ9JwpiYjNXb8s6n6W3uUCIzm1SpC46Uters7cEAAAAwHmQ4dASiV/7X/7ctGJtnNbf975b57RrEyw5DEpcU6HBwaGIvwS7j+WLHrdme1ZGjsHmMm2D3aOjzD2uW3svCQAAAIDDI8OhxSksKvngy6WHj5/p0bX9HTfO8PV2uP99pcQ1PhocHJapTNp5KC8mLnPt9uzsfNs9rkOox+Qo3dThge1D+SsAAAAAOC4yHFqWpJT0txcuyczOnTJu6BVTRzlsOqHENSYaHJyC0SRtO5Arety6Hdl5hUaby3QN84qO0k4dFtgm2F0CAAAA4GDIcGhB4vcd+/Tb311cXW67dtrAPuGSY6PENQ4aHJyOwVi2dZ+5x/21M7ug2GRzmZ4dvaMjdZOH6UJ0bhIAAAAAx0CGQ4sgfs8X/75h5V/bQ4K1994yOzRYJzkDSpy90eDg1PSGsk17ckSP27Arp7jEdo/r09VH9Lgpw3Q6jVoCAAAA0KTIcGj+lIPB9e3Zef4NMzzcnWlsCCXOfmhwaDZK9GUbdmXHxGZu3pMjrldeQPyq9u/mO9lyPgd/X5UEAAAAoCmQ4dDM7T144ptf1mTl5M6aPHLahCjJCVHi7IEGh2apqMS0Pt7c47buy9UbbHy+u7pIgyP8RIybNFTr602PAwAAABoVGQ7N2a9/bvp9TayXp/udN86M6NZBclqUuIZFg0Ozl19kXLcjOyYuc9uBPIPRxge9WuUS2VsTHakdP1jr7ekqAQAAALA/Mhyap8Kiko+//u3A0VO6AM2jd18bqNVITo4S11BocGhR8guNq7ZliR6342CeydYHvpvaZURf/+go7ZgBAZ4e9DgAAADAjshwaIaSUtLfXrgkMzu3R9f2d90009urmYQoStylo8GhxcrJN4oYJ752Hcm3+cnv6e46sr//5CjdyH7+7m78ngMAAAANjwyH5iZ+37FPv/1dbzBMGx85a8rIZhZNKHGXggYHCJm5hpWxmTGxmXuPF9hcwNvTdcyAgOgo3fC+GrWK33kAAACgwZDh0HyYTGWLf/8rZsMOEVXuuP6yvhFdpOaIElc/NDiggrQs/Z+WHncwodDmAr7eqvGDzD1uaC+Nit1VAQAAgEtGhkMzkV9YtGDRr8cSzoUEa++9ZXZosE5qvihxdUWDA6qRklG6Yot5f9WjZ4psLhDgqx4/JCA6Ujeop58r/xQAAACA+iLDoTk4m5T27meLs3Ly+/bsPP+GGR7ublJzR4mrPRocUEuJ50vkHnfyXLHNBQL91ROGaCdH6frrx2VgAAAQAElEQVR385UAAAAA1BEZDk5v686DX/600mgyzpo8ctqEKKnFoMTVBg0OqIcTicXy+RzOpJTYXKCV1m1SpC46Utu7i48EAAAAoHbIcHBiRpPph6Vr123Z7eXpcfe8mT26tpdaGEpc9WhwwCU6crpIxLhVcZnn0kptLtAm2D3a3ON03Tt4SQAAAACqRYaDs8rLL3zv819OnkkOax187y2zA7UaqUWixFWFBgc0oAMnC+Uel5qpt7lAh1CP6CjdtOGB7UM5MTMAAABgGxkOTunk6aQFXyzNySsY0q/7rddOU6tVUgtGiauMBgfYyZ5jBaLHrY7LSs+x3eO6hHlGR5p7XJtgdwkAAACAFTIcnM9fW/d8t3SN+NW96rKxE0cNkkCJuxgNDrA38Scn/kh+TGzmmh1ZWbkGm8v06OAdHaWdMiwwRNf8T5sDAAAA1AYZDs7EYDR+8ePK2PiDvj5ed8+bGd4pTMIFlDgZDQ5oTEaTtONQbkxs1todWbkFRpvL9OniEx2lE0kuyJ8eBwAAgBaNDAenkZWT9/7nv54+l9qhbch9t17hr+H0fBVR4mhwQFMxGMvi9ufGxGWt35mdX2S7xw3o5mvucZHaAD+1BAAAALQ8ZDg4h2MJie8v+rWgsHh0ZN/rZk9Qq1r0weCq0ZJLHA0OcASix23ekyN63F/x2UUlpsoLuLpIg3r6iR43cYhW48MfcwAAALQgZDg4gdUbd/60fL1IJPOumjJsUISEarXMEkeDAxxNqb5s4+5s0eM27c4pLrXR49Qql6G9/KIjdROGaL09XSUAAACguSPDwaGV6g2Lflixfc8Rrb/vPTfP7hAWIqEWWlqJo8EBjqy4xPTXruyY2KzNe3P0BhtrHW5ql+F9/aMjtWMHBnh60OMAAADQbJHh4LgysnLfWbg4KTUjvFPbu2+e5evtJaHWWk6Jo8EBzqKw2LRuZ5bocbH7cw1GG6sfHm4uI/sHTI7Sjuof4O7GP0wAAAA0N2Q4OKjDx88s+GJpUXHJxFGDrrpsrGgmEuqoJZQ4GhzgjPILjWu2Z8XEZW0/mGu0sbuq5OXhOmZgQHSkdkQ/f7WKf6QAAABoJshwcEQr1sb98udGtUp9yzVThvTvIaG+6lfirn5G4+4MQw9pcICzy8k3rt6WKXrczsN5NtdHfL1U4waLHqeL7K1RsbsqAAAAnBwZDo6lpFS/8Ls/du0/pgvQPHDbFW1CgyRcmnqUuNZdVNe+4O/gJY4GBzQn2XmGlbHmHrf7aL7NBfx9VRMGa6OjdIN6+jE8GgAAAE6KDAcHkpaR/fbCxalpWb26dZx/wwxvL2c+c6cjqWWJW/Wqf/55d/kuDl7iaHBAc5Weo1+51dzj9p8osLmATqOeONTc4/qH+/LvGAAAAM6FDAdHceDIqQ+/WlZcUjp9QtTMySP5n6uGVZsSl5dhiPlPgOOXOBoc0BKkZur/3JoRE5t1+HShzQVaad3kHteni48EAAAAOAMyHJqe+B38bdUW8eXp4f6PudP7RnSRYAe1LHGrXtXmpbrJd3HAEkeDA1qapLTSFZYedzyxyOYCrYPcoyN10VHaHh28JQAAAMCBkeHQxIqKSz/6atmBo6dCgrUP3DYnODBAgt04e4mjwQEt2ZmUkhVbMmLisk4lF9tcoH2oh/lkDr00A3v4SgAAAIDjIcOhKaWkZb6zcHFaRk7fnp3n3zDDw91Ngp1VVeKE0gscs8TR4ADIjp0tirGczyHxfInNBYK1bpOGaidF6vp2ZX9VAAAAOBAyHJpM/L5jC7//Q6/Xz54yaur4SAmNxRlLHA0OQGWHEgpj4sw9LiWj1OYCoYHukyzHj4voxP6qAAAAaHpkODQB8Vu3+I8NK9dv9/L0uHvezB5d20toXM5V4mhwAKq373iB6HGrtmWlZeltLtA22F3EuOhIXbf2jnoGaAAAALQAZDg0tsKikg++XHr4+Jmw1sH33jI7UKuR0BScpcTR4ADUXvzh/Nj9uStjM6vaX7VDqIfocdOGB7YP9ZAAAACAxkWGQ6M6m5T23ue/ZGbnDunX/dZrp6nVKglNx/FLHA0OQP0cSihcaT5+XGZqpu3xcZ3bekZH6qYO14W1oscBAACgkZDh0Hi27z782fcrTGWmq2eMmzByoAQH4MgljgYH4NLtPpovetzqbVmZuQabC3Rr7yX3uNBAdwkAAACwJzIcGoPJVPbjb+vWbIr39fG675bZnTu0keAwHLPE0eAANCBTmbTjYF5MXOaa7Vm5BUaby0R08o6O0k2J0gVrOW03AAAA7IIMB7vLyy/84MulxxLOdWgbct+tV/hrfCQ4GEcrcTQ4AHZiMJbJB49bvzO7sNhkc5k+XX2iI3VThul0GrUEAAAANBwyHOzrdGLqu58tyckrGB3V77pZ49UqDgbnoBynxNHgADQCvaFs4+4c0eM27sou0dtYFxJ/SPp38xU9LjpSG+BHjwMAAEADIMPBjrbuPPjFT3+KK/OumjJsUIQEx+YIJY4GB6CRFZeY1sVnx8RmbtmbazDaWClydZEG9fQTPW7iUK3Gh41JAAAAqD8yHOzCYDR+98uaDXF7tf6+99w8u0NYiARn0LQljgYHoAnlFxnXbs9eGZu57UCuydbKkcpVGtpLI3rc+CEBvl70OAAAANQZGQ4NLye34N3Plpw+lxreqe3dN8/y9bb/OTXRcJqqxNHgADiInHxjTFym6HG7juTbXECtchnWx9zjxg4K8PZ0lQAAAIDaIcOhgZ08nfTu57/kFxRNGj34yuljRCSR4Gwav8TR4AA4oPQc/cqt5h534GShzQXc3VxG9PWfFKkdMyDA04MeBwAAgBqQ4dCQ1myK/+m39SKO3D53+sA+4RKcVmOWOBocAAeXmqn/Y3OG6HHHzhbZXMDT3XVkf//oSO2o/gGizUkAAACALWQ4NAyDwfjFTytj4w/qAjQP3HZFm9AgCU7OZokT9Hq9aHDyZUGOPubVgJxEd/kurTqp5r6o8fCuw/+C5mWYvn4iN/dCg9OEFUbekejp61ohwLlZ0OAANK0zKSUrtmTExGWdSi62uYCXh+voAQHRUdoRff3d1Px1AgAAwEXIcGgAWTl57yxckpic1qtbx/k3zPD28pDQLNSmxBXmGlb+x79+Ja6uDU5lQYMD0OSOnS2Kic0UPS7xfInNBXw8XccO0ooeF9Vbo1bxlwoAAABmZDhcqsPHz3z41bKCwuJpE6JmTR5JFWlm7FfiaHAAmoFDCYUxceYel5JRanMBP2/V+CHa6EjtkAiNisPHAQAAtGxkOFySFeu2/bJio4gkd1x/Wd+ILhKaI3uUuJzzpm+fpsEBaD72HS8QPW7Vtqy0LL3NBQL81BMsPW5QDz/+gAEAALRMZDjUU0mpfuF3f+zafywkWHvvLbNDg3USmq9alrhVr2myzvy9S3I1JU40uK+fyM3PpMEBaG7EH8vdR/NFj1u9LSsz12BzmUB/9cShOtHj+nfzlQAAANCSkOFQH2kZ2W8vXJyaltW3Z+f5N8zwcHeT0Nw1VImjwQFoCUxl0s5DeTGxmWt2ZOXkG20u00rrNinS3ON6d/GRAAAA0AKQ4VBnew+e+OTb30tKS2dOHjl9QpSEFuPSSxwNDkBLYzRJ2w7kih63dmd2fqHtHtc6yD1a9LgobY8O3hIAAACaLzIc6kD8siyL2bx89VYvT487bpjRq3tHCS3MpZQ4GhyAlsxgLNu6NzcmLnN9fHZhscnmMu1CPOQe1zXMSwIAAECzQ4ZDbRUWlXz89W8Hjp5qExJ4/21zArUaCS1S/UrcZff7/vhintLg/NoURd11lgYHoAUq1Zdt3pMjetyGXTnFpbZ7XKc2ntFRumnDdWGtPCQAAAA0F2Q41EpSSvrbC5dkZucO6B1++9zp7m5qCS1YNSVOznBCQa5+zRsBmQnule+uaVsYeec5T18XGhyAlqxEX/ZXfLbocaLKiTZnc5nwdl7RkbppI3Shge4SAAAAnBwZDjXbvvvw5z/8aTAar5w+OnrMEAmoZYnL0a950z8z4aKhHP5hRUqDs85wNDgALVZRiWndTnOP27o312C0vWLWs6O36HGTh+lCdJwWCQAAwFmR4VAdk6nsp+XrV2/c6ePtec/Ns8I7hUnABcpfD5P4Ram6xK19KyDj5N+DODRhRcPvTvbwkeTiRoMDAGv5Rca1O7JjYjO3Hcg12t5dVerTxSc6ynz8uCB/ehwAAICTIcOhSvmFRQsW/Xos4VxY6+D7b7tC6+8nARerTYkryjOuel2Teco9oF3JyPtS3b3LRGizznA0OACoILfAuHp7luhxOw/lmapYUxvQzdfc4yK1AX4cKQIAAMA5kOFg2+nE1PcX/ZKVkx81MGLeVZNFIZEAW6ovcTJR4vYs84iYlq/2MImyJlqbiG5uVmhwAGBTdp4hJi4rJi5z99F8m6tsri7SoJ5+0ZG6iUO1Gh8+rAEAABwaGQ42bN158Iuf/pTKpGtmjh83vL8EVKuaEmcwGORLcVPMlSxxTc5wcomTr9DgAKB66Tn6mFhzj9t3vMDmAipXaWgvjehx44cE+HrR4wAAABwRGQ4XEbHk21/WbIzb6+vjdd8tszt3aCMBtVC5xIkrhgvkKmed4ZQSp7qABgcAtZGWpV+xNVP0uEMJhTYXUKtchvUx97hxgwO8PFwlAAAAOAwyHMrl5Ba8+9mS0+dSO7dvffe8Wf4aHwmotQolTlwarcgTBZHYRHFTWXG1oMEBQJ2kZJT+sSUzJjbz2Nkimwu4u7mM6OsvetzoAf6e9DgAAAAHQIbD344lJC74Yml+QdGYqH7XzZ4g0ogE1FHlEicTGa7sAjnDVUCDA4B6SzxfIve4hKRimwt4uruO6u8fHaUb2c9ftDkJAAAATYQMB7PVG3f+tHy9KCDzrpoybFCEBNSX8idFznDWl8oycolTLmlwANAgjicWycePO5taYnMBb0/XMQMCRI8b3lejVvEnFwAAoLGR4Vq6Ur1h0Q8rtu85ovX3vefm2R3CQiTg0liXOGvKAkp3c7UMuqTBAUDDOny6UO5xyemlNhfw9VaNGxQQHamL7K1RMfwdAACgsZDhWrSMrNx3Fi5OSs0I79T27ptn+Xp7SUBDsC5xFS4lqwynpDcaHADYw/4TBTFxWaviMs9n6W0u4O+rGj9YK3rc4Ag/V/4SAwAA2BkZruU6cOTUR1//VlRcMnHUoKsuG+vK2jcamvWflwp/aqy7Gw0OAOxt99F80eNWb8vMyDHYXECrUU8cYu5xA7r78lcZAADATshwLdTy1VuXxWxWq9S3XDNlSP8eEmA31fyRIcABQGMSf493Hs4TPW7N9qzsPNs9LijAbdJQbXSUrm9XTpgOAADQwMhwLU5Rcemn3y7fe+ikLkDzwG1XtAkNkgAAQEtiNEnbD+aKHrd2e1ZeodHmMqGB7nKPi+jkLQEAAKAhkOFalpS0zHcWLk7LyOnRtf1dN830XFD+1QAAEABJREFU9vKQAABAS2UwlsXuz42JzVq/M6ug2GRzmbbB7iLGRUfqurXnGLIAAACXhAzXgsTvO7bw+z9KS/XTxkfOmjKS/QEBAIBMbyjbvDdH9Li/dmUXl9jucR1CPUSPmzY8sH0om/EAAADqgwzXIoif8i8rNq5Yt83d3e2O6y/rG9FFAgAAqKREX7ZxV3ZMXNam3dnius1lOrf1jI7UTR2uC2tFjwMAAKgDMlzzV1hU8sGXSw8fPxMc6H//bXNCg3USAABAtYpKTH/Fm3vclr05eoPt1cVu7b3kHhca6C4BAACgJmS4Zu5sUtp7n/+SmZ3bt2fn2+de5uXJWjIAAKiDwmLT2h1ZosfF7c81GG2vN0Z08o6O0k2J0gVr3SQAAABUgQzXnG3fffiz71cYTcbLo0dcNnGYBAAAUF/5hcbV27NiYrO2H8w1VbH+2Lerj+hxk6N0Oo1aAgAAwMXIcM2T0WT6Ydm6dZt3eXq433nj5b26d5QAAAAaQk6+cdW2TNHj4o/k2VyRdHGRBnT3jY40n1/V31clAQAAwIIM1wzl5Re+9/kvJ88ktwkJvPeW2cGBARIAAEBDy8w1xMRmxsRl7jlWYHMBVxdpcISfiHGThmp9velxAACgpSPDNTcnTyct+GJpTl7BgN7ht8+d7u7GLiEAAMC+0rL0Ky097sDJQpsLqFUuQ3uZe9y4wQG+XvQ4AADQQpHhmpX1W3d//+taU1nZnOmjJ48ZIgEAADSilIzSP7eae9yR00U2F3BTuwzro4mO0o0dGODl4SoBAAC0JGS4ZsJgMH7x08rY+IM+3p533nh5j67tJQAAgCaSlFb6x5YM0eNOJBbbXMDDzWVEP3/R40YPCBDXJQAAgBaADNccZOXkvbNwSWJyWljr4Ptvu0Lr7ycBAAA4gDMpJeYeF5t5OqXE5gKeHq6jB/hHR+pG9vN3U9PjAABAc0aGc3qHj5/58KtlBYXFQ/p1v/XaaWo1x1sBAAAO5+iZopi4TNHjzqWV2lzAx9N1zKAA0eOG9dGoVfQ4AADQDJHhnNvK9dsX/7HB1cXl6svHjR8xQAIAAHBsBxMKRYxbtS0rJcN2j/PzVo0bbO5xQ3tpVBw+DgAANCNkOGdVUqpf+N0fu/Yf8/Xxuu+W2Z07tJEAAACcx97jBXKPS8/W21wgwFc9foi5xw3q6efK8DgAAOD8yHBOKS0j++2Fi1PTsjq0Dbnv1iv8NT4SAACAExKroruO5MfEZa7enpWVa7C5TKC/esIQbXSUrn+4rws9DgAAOC0ynPM5cOTUh18tKy4pHR3V77pZ49UqDgYHAACcnqlM2nEwT/S4tTuycvKNNpcJ1rpNGmrucX26sA0SAAA4HzKcMxE/q2Uxm5ev3qpSuc67asqwQRESAABA82I0SXH7c0WPW7cjO7/Ido8LDXSPjtJGR+p6dvSWAAAAnAQZzmkUFZd+9NWyA0dP+fv53HfrFR3CQiQAAIDmy2As27I3NyY2869d2YXFJpvLhLXyiI40j48Lb+clAQAAODYynHNISkl/b9EvaRk54Z3a3nXTTD9fNvwCAICWolRftmlPjuhxG3fnFJfa7nEdW3uKHjd1eGD7UA8JAADAIZHhnED8vmOffvu73mCYMHLg1TPGuXKqMAAA0CIVl5g27MqJicvcvDdHtDmby3QN84qO0k4dFtgm2F0CAABwJGQ4h2Yylf38+1+rNuxQq1S3Xjt1SP8eEgAAQItXWGxavzNb9Lit+3INRttrsz06eIseN2VYYIjOTQIAAHAAZDjHlV9YtGDRr8cSzukCNPfeMrtdm2AJAAAAVvILjWt3mHvctgO5Rtu7q0q9u/hER2onD9MF+dPjAABAUyLDOajTianvL/olKye/R9f2d90009uLo5wAAABUKbfAuHpbluhxOw7lVbV627+br7nHRekC/NQSAABAoyPDOaKtOw9+8dOfRqNp6rihs6eOcnHhYHAAAAC1kp1niInLionN3HU03+YCYsVqUA8/0eMmDtX5+6okAACAxkKGcywGo/G7X9duiN3j7u5227XTBvYJlwAAAFB36Tn6mFhzj9t3osDmAipXaUiERvS4CUO0vt70OAAAYHdkOAeSk1vw7mdLTp9LDQ70v/+2OaHBOgkAAACXJjVTv3JrZkxc5qFThTYXUKtconproqO04wZpvT1dJQAAAPsgwzmKYwmJC75Yml9Q1Ldn59vnXubl6S4BAACg4SSllf5p6XHHzhbZXMBN7TKir7/ocWMGBHh60OMAAEADI8M5hNUbd/60fL3JVHZ59PAZk4ZLAAAAsJszKSWix62MyzyVVGxzAU9315H9/aMjtaP6B7i7cZReAADQMMhwTaxUb1j0w4rte454erjfeePlvbp3lAAAANAojp0tionLjInNSjxfYnMBLw/XMQMDRI8b0c9fraLHAQCAS0KGa2IvvvXlmaTzbUIC771ldnBggAQAAIBGd+hUodzjUjJKbS7g66UaO8jc4yJ7a+hxAACgfshwTeyux9/q06Pz7XOnu7upJQAAADSpfScKYmIzV23LSsvS21xA46MaP1gbHaUd3FOj4vBxAACgLshwTWzl+u2Txw6RAAAA4DDECvLuY/mix63elpWZa7C5TICfeuIQ0eN0A7v7ujA8DgAA1AIZDgAAALDNVCbtPJQXE5e5dnt2dr7tHhfk7zYxUhsdqesX7iMBAABUjQwHAAAA1MBokrYdyBU9bt2O7LxCo81lQnRukyJ1osf16uwtAQAAVEKGAwAAAGrLYCzbus/c4/7amV1QbLK5TJtg90lDddFR2h4d6HEAAKAcGQ4AAACoM72hbNOeHNHjNuzKKS6x3ePah3rIPa5rmJcEAABaPE7vVC47O9vDw8PFxeWhhx6qapmioqIuXbqIZW666SYJAAAALZWb2mXcoIBX7u68dkH/V+7pPG5wgLtbxTM1nEkpWbgs+ZonDl75rwMf/5qceL7E5kP5+PiI1ct//OMfVT1XRESEWGDNmjUSAABwZoyGu8jzzz//3HPPubm57dixo2/fvpUXePTRR19//fWgoKDDhw8HBgZKAAAAgEVRiWndzuyYuMyte3MNRtvr2OHtvKKjdNOG60ID3ZWJIsMVFhaKK1u2bBk2bFjle4kMd+jQodWrV0+YMEECAABOiwx3kZKSkn79+h05cmTEiBGbNm2qMHf//v0DBw7U6/VffPEFo+EAAABgU36Rce2O7JjYzG0Hco22d1eVenbyjo7UXTkh2NvDVclwffr0iY+PV6vVFRYmwwEA0DywU+pFPDw8PvzwQ3Fl8+bNX375pfUs0Svnz58vGtzEiRNpcAAAAKiKr5fq8lGB7z0Svvr9/v+a135IhF/lZQ4lFL79feLSv9KVKe7u7vv27XvjjTckAADQTJHhKho7duwNN9wgrvzrX//Ky8tTpn/88cdbt2718/MTVyQAAACgJhof1VUTgj/8V7e1C/o/dlP7Ad19XVxsLObqal4nf+SRR8TlCy+8kJCQIAEAgOaIDGfD66+/7u/vn5yc/Oyzz8pT0tPTn3rqKXHlueee69Spk7JkRkbGk08+KcqdVqsdNWrU448/np2dXeHRTp069dBDD0VGRmo0mp49e86dO/fzzz83GAwSAAAAWgZ/X9XVE4M/fbJ7zLv9Hr6+XZ+uPpWXue666yZNmlRYWHjHHXfU5jHz8/PvvPPOXr16ie3EAwYMEPfavXu3BAAAHBjHhrNtwYIF99xzj5ubm1ibiYiIuP/++999912xfrN9+3aVSiUvs379+ptuuuns2bMBAQFiBejYsWPnz5/v0KHD119/PXLkSHmZtLS0fv36iaInWQ72IdarTpw4Ia6LZrdq1SoPDw8JAAAALU9KRmlMbFZooFt0lE50NNHU9u/f7+3t3aNHj9LS0h9//PGqq65SFq58bLiEhITJkyeL9U9fX9++ffuKtU0xxd3d/d///rc8qg4AADggRsPZdtdddw0bNkyv1z/44IPHjx9///33RZL79NNPlQaXnZ19zTXXiAb3xBNPiPq2adOm1NTUN9544/Tp02J6QUGBvNjHH38s1oquuOIKMXfv3r3iocQKVqtWrTZu3Pjtt99KAAAAaJFCA91vmh4iGpy4bjKZz+Mgto536tTpySefFNcffvhhEeaquq9Y8rbbbhMN7vLLLxcrmZs3bz558uSSJUtEhnv00UfXrl0rAQAAh0SGs83FxeW9994TV2JiYmbNmiXWjcTK0MCBA5UFxJZGUd/ECtBLL70kCp088aGHHpo/f35SUtJ//vMfecrhw4fFpVhDEulNntKrV6+XX3553rx5yhQAAABA9thjj3Xv3l1s65WPiGLTBx98sG7dug4dOvz000/e3t7yxNmzZz/33HPiyj333GM0GiUAAOB4yHBVEtHtwQcfFFcOHDggVoaeeeYZ67k//PCDuJw7d26Fe1133XXi8ueff5ZvitUjyXK2hy1btijLiHi3aNGi6dOnSwAAAIAVDw+PDz/8UFx59913d+7caXOZr776Slw+8MAD7u7u1tPvvvtujUYjNgPLR0EBAACOhgxXnRdeeMHT01Ncef755728vJTpJSUlSUlJkuWMDZMuJp/V4cyZM/KSYmUoODg4JSVlxIgRnTt3vuGGGz777LP09HQJAAAAsGXs2LE33XSTyWSaP3++zXFtqampkmUfiwrTxfpqeHi4uHLo0CEJAAA4HrWEqvn6+ooNksXFxUFBQdbTMzIy5EN4bNy40eYdCwsLc3NzxdbINm3abN68WdS6n3/+OcHim2++EWtI99xzz4svvig3PgAAAMDam2++uWLFivj4+AULFtx3330V5ubl5YnL1q1bV76jPPH8+fMSAABwPIyGq4+QkBD5eHBZWVllVRANTl5YbJMU6U2sDC1btkysRQUGBhYVFf33v/+95ZZbJAAAAKASscb40ksviSvPPPNMSkpKhbnt2rUTl5WnSxcGyul0OgkAADgeMlx9qFSqnj17iiuxsbEVZuXn5+/duzc7O1u+KTrd7t27DQaDv7//jBkz3nnnneTk5JdfflmyHD9OTJcAAACASm6//fZhw4aJtUr5aMXWunTpIlkdBcVaQkKCZDnGsQQAABwPGa6eZs+eLS7ls6la+/DDD/v16zdu3Dj5ZlRU1IABAzZs2KAs4Obmdv3110uWk7EKEgAAAFCJWFH8+OOP1Wr1999/L8c1xZVXXikuP/300wrbdL/55pv09PRevXp16tRJAgAAjocMV08PP/xwcHDw77///vzzz+v1ennixo0b5d0HxFx5ylVXXSUu77zzTmXcXFlZ2euvvy6uzJw5U6VSSQAAAIAtvXv3fuihh8SV4uJi6+nXXHPNoEGDxOrlnDlzCgsL5Ym//PKLWOcUVx577DEJAAA4JBdRhSRULSAgICcnZ/Xq1RMmTKgwS0ycN29eUlKSn59f//79RVNbv369ZDk76vvvvy8vI7bAwVgAABAASURBVFaMRo4cuWvXLsmy+4DYMpmSkrJ///6ePXvGxMSEhYVJAAAAaNl8fHzESuO+fftEd6swq6ioSEw8efKkZFn5VNZIDx48eN111+3du9fX17dv377JycnyiLmnnnrqxRdflAAAgENiNFz9TZw4Uaz6PP7440OHDt29e/fp06enTJmyePFipcEJ3t7eGzdufO2110SMKygoECtPZ86cue+++7Zt20aDAwAAQPW8vLzeeuutytMjIiK2b98ur2SKJCe2B99www1iKy8NDgAAR8ZoOAAAAAAAAMDu1BIAAAAAAAAAOyPDAQAAAAAAAHZHhgMAAAAAAADsjgwHAAAAAAAA2B0ZDgAAAAAAALA7MhwAAAAAAABgd2Q4AAAAAAAAwO7IcAAAAAAAAIDdkeEuVVlZ2TdLVndsFzpyaB8JAAAAaGgbd2dv3JUjX7/18tahge4SAABwQmS4S1VUXPpX7B6jyUSGAwAAgD0cSihavC5dvn7F+GAyHAAATooMd6n0BoO4dFOrJAAAAAAAAKAKZLiGUVYmAQAAAAAAAFUhwwEAAAAAAAB2R4YDAAAAAAAA7I4MBwAAAAAAANgdGQ4AAAAAAACwOzIcAAAAAAAAYHdkOAAAAAAAAMDuyHAAAAAAAACA3ZHhAAAAAAAAALsjwwEAAAAAAAB2R4YDAAAAAAAA7I4MBwAAAAAAANgdGQ4AAAAAAACwOzIcAAAAAAAAYHdkOAAAAAAAAMDuyHAAAAAAAACA3ZHhAAAAAAAAALsjwwEAAAAAAAB2R4YDAAAAAAAA7I4MBwAAAAAAANgdGQ4AAAAAAACwOzIcAAAAAAAAYHdkOAAAAAAAAMDuyHAAAAAAAACA3ZHhAAAAAAAAALsjwwEAAAAAAAB2R4YDAAAAAAAA7I4MBwAAAAAAANgdGQ4AAAAAAACwOzIcAAAAAAAAYHdkOAAAAAAAAMDuyHAAAAAAAACA3ZHhAAAAAAAAALsjwwEAAAAAAAB2R4YDAAAAAAAA7I4MB1ykrKxMAgAAcCTW6ydlFhIAAGhqLi4uUh2R4YC/VVjBrTwRAACgSVivkJgsJAAA0Liso5t8XXxA17XEkeEAM+vupmxkthnmAAAAGlmFDGc0GiUAANBYlNYmX7G+KX9G1z7GkeEASYluYr02Pz9f3sJsXeJocLWn/Bmyeb2ZXUqAw2iW//Tkb6Gq60ATavx/caWlpcqzFxYW5uUZGu3fINDkmuVnHP/i4IBayL+1ev+Lc7kQ4NQWrq6uLhcnuVoiw6GlK7MaBye2LSclJbXA/y1swD+48h15f1rU+yPxFtXE+j2pPJ33pyqX+P60qHemqum1fMeamQb/i2Stqd63oqJi5Xpubm62T33W4flbVD8N8reI96cF/kVqln+LGhBrj9VrkPdHvgt/ixr8b5G3t7eXl5dYWC5x8mXt31syHGBWZmEymcSlj4+Pv7+/1Ciq//Na1XUHv1Te0jpdB+qKfz78U8Kl4F+Qc/0L8vHJlKS/S5xWqw0O9pTQpPgX5Fz/guBo+BfEvyAnZTAY8vPzjUajuKJSqcSPT1yKjFCnEkeGA8qPByf+/Yh/Nm5ubhqNRgIAAHAMbm55ynWxBd7Hx1sCAACNq7S0VMlwIiCo1WoXy2i4OuVUMhxgVnZhKBybIwAAAAAAgE2iwSnpTVankkCGQ4tWduEMDDJRta0HPwMAAAAAAChMJpNer5fHwcnqdHcyHPA3JcYxGg4AAAAAAFRmNBrlo8LJB4aTM0Lt706GQ0tnPSCO0XAAAAAAAKAqcoYTl9YNjp1SgTqwHgfHaDgAAAAAAGCT0uCUDFenoTx124UVaMaUM6UyGg4A0JLdeOONkZGRixcvrn6xw4cPi8XmzJkj2dP+/fsrPOPMmTOlRrdz507x1MuWLZMc2yOPPCJe5++//y7f/Pbbb8XN559/XgIAAA2k7GJSHZHhgHKMhgMAwEGkpKTccccdH3/8seQAtm7dKi4HDRokAQCAlq3eAU7GTqlAOUbDAQDgIPbv37979+7IyEhlSlBQ0G233ebr6ys1utjY2A4dOrRt21ZyKr179xbvWHh4uAQAABqI9fHlpbojwwHlGA0HAIDDEhlu/vz5UqPLzc09duzYNddcIzmbvhYSAACwm7rGODIcUE45S4MEAABgIe+ROmDAAAkAAODSkOGAcoyGAwDAppSUlB9++GHbtm1nz57t3bv3+PHje/XqZXPJ9evXx8TE7N+/32g09unTZ+rUqWPGjKmwTElJyfLly+Pj40+cOJGcnNypU6eePXvOmjWre/fu8gJXX3316dOnxZW4uLjIyMgePXp88cUXhw8fnjdvXmho6NKlS5WHEh/cixYtWrVqlXgcHx8f8YyTJk0SL8/66cQL8Pb2XrFihbjj2rVrDxw40KpVq8GDB8+dO1c8mlST2NhYNze3qg4Md/PNNx86dOjf//63eF5l4oMPPrhlyxbxMl555RVl4m+//SYWmz59+jPPPCNPEW/mG2+8cfLkyezs7PDw8H79+t10000BAQHKXcS39sEHHzz55JOJiW2U9XaDwSBfWbly5e+//y6+Ha1WO3DgwOuvv77Ca/v222/ffvvtadOmPfvss+KmWPLWW2+dOHGiuLlw4ULx/h8/frxbt27Dhg279tprPT09re+7d+/en376SVzm5+f3799/zpw54k0TTyHet/fff18CAAD1QoYDyjEaDgCAyk6dOnXPPfekp6e7u7t36dJFtLOdO3eKNFNhMRHXXnrpJdGGxPWwsDA/P7+//vpr3bp1kydPfvrpp0XJkhcTWeeOO+4QAUhcFxWsQ4cOR48eFSVryZIld911l6haYrqocq6urgkJCeJBRJ9q166dzRem1+tF8Nq+fbv4+BYvTNwUTydCmyhN4hmtu5L4cBdBSmQp8YDBwcEnLETD+vTTT0UErPa7l0SuEnVPo9HYnDt8+HDx4sUbomQ4kcl27dolruzYscN6SZHzxOWIESPkm5s3b3788cfFm+br69u1a1fxzYp2KV6SiHTKMrJz586tWnVA0k2Vb6rV5hX4//3vf9999538Hnp4eIjGt3r16jZt2kg1KSwsfOCBB8Q31bp1a/HUuy1Ex/z888/Fz1deRvwQn3vuOZPJJBZo3769+EY2bdoUHR0tAQCAS8OZUoFyjIYDAKCyN998UzS4iIiI5cuXL1q0SDSaefPmiXZTYbGvv/5azGrbtu0XX3yxePHib7755pdffunYsaOY+MMPPyiLidwjGtyAAQNEclq6dOmXX375559/XnbZZfIjGI1GceX555+//fbbxRXxpB988METTzxh84V99tlnosGJ5PfTTz+Jp/vxxx/FpchSIkhVOMVqVlaWaHAiP4lZol6J66JYiSAoXoxULVHHUlJSqtkjNSoqSlyKDKdMOXDgQFFRkWQ5qJwomPJEsYIhMpxoi3Jiy8jIEJ1LNDjxba5Zs0Z8I+Ly+uuvz87Ofuqpp8SrlS5+Y728vKyn7N27V3wX4tFEbRTvofiuxTssktmxY8ekmmzZskUkyPfff//XX39dtmzZq6++Kuqb+In88ccf8gLixb/22muiwYkfini7xFskfoLiZcfExEgAAODSkOGAcoyGAwCgApFs4uLiRPF5+eWX/f395Yl33313hZ00RacT9U2tVotm16NHD3miKGL/+9//VCrVp59+qqSlTZs2icv77rsvKChInqLRaB566CFxJS8vLy0tTaqdw4cPiyYoroiQpAyX69Kly0svvSSuiCx19uxZ6+WnTZs2d+5cZbF7771XsvSs6p9FPjCc3Nps6tOnj+hfZ86cEe+APEVOcvJoQXlYnGRpc6L6iZwnj9ETnUtEugkTJvzjH/+QFxBrIPfff//w4cMLCwvffffdCs8yffp065vff/+9uLzMQp7Svn17ec/T2hDf++DBg+UnHTt27OWXXy5ZvRVLliwRL7Vz584iCMrbJsVrFj99nU4nAQCAS0OGA8oxGg4AgAo2bNggLkeNGtW6dWvr6VdffbX1zb/++qukpKR3794dO3a0ni7u1a9fv6Kioi1btshTRCATFanCoeX0er084Ku0tFSqnT///NNkMo0YMaJr167W08VrGDhwoMFg2L59u/X0iRMnWt+U90WVh61VQ3Q0UdlEa6tqAbHaINqZZDmMnTxFZDgxUX5/lAxnvUdqQUHB+vXrxZUbbrihwqPJU5SHkoms6efnp9w0Go2bN28WV6688krrxUQYrfBWVEUUSeubFd6KjRs3yg9uvUYkSlyFpwMAAPXAseFq5f1Fv+4+cLyaBdZv3S2+bM4SazAvPHJLaDDbD50Ao+EAAKhAHlPWvn37CtMr5LbU1FRxeebMmbvuuqvCkvLJFpTBYpKl+4jctm3btoMHDyYlJSUnJ+/Zs0f+/JV3Sq2NzMxMyTKurfIsMTE+Pl7ZIVRWISN6eHhIVqc7sEm8SPE4IupVv4lOZLiYmBhR36ZPny7usm/fvoiIiCFDhkiW48rJy4hvVrqQ4TIyMuSJ3bp1s36clIzShz5Rl0V8lCZJQ2+RVyz7SxEf7TNJ+5amKIvd8uIJqfPb4sqN/xHhrHz9s1dnb/FDkQ+6Vw2tVisfXU4hHxJOeefl963yIfM6d+4sAQCAS0OGq5XrZk04dPx0SYleqrvxIwbQ4JwFo+EAAKigoKBAsrSbCtNbtWplfTM7O1uypDG5jlWmTE9JSXnvvfc2btxYXFwsT1GpVKJkiVCl19dhXUsevaXs2WpNnqjULpm3t7dURyKo5efnV7NHqmzkyJHShd1X9+7dW1JS0q9fP41GEx4efuzYscTERHFddMa2bdvK7bKwsFCy7IpbIYeFBrrfclnogsXJUt25ukgPz227ZnmrGpf08fGxOV3ZDCm+ZXFZeRdUm281AACoEzJcregC/KaPj1qyYmMd7ydp/f1mTRkpwUkwGg4AgAp8fX0lq4imyM3Ntb4ZHBwsLufMmfPoo49W82hGo/Ghhx46ceJEQEDAFVdcMWDAgPbt24s+5ebmNmbMmDplOPkZK7Q2mfxqlSPZ1Zt8lLcaM5yfn1/v3r33799/9uxZ+S7yKR0GDhwoMtyuXbvk/W3lWieEhIRIljfQYDBUKHGXDfN8/5tkF8/WUh3NHBPYu4vPr3l50iUTL0+kQ7mrWqsqsAIAgNrj2HC1NWn04HoMarvysjGeHu4SnASj4QAAqEDeHbXymROSk5MrL3b48OHKj3Dq1KmkpCR5n8cdO3aIBufq6rpw4cIHHnhg9OjRHTt2FA0uLy9PHhxX+41hYWFhlV+G9WursMtnPcTFxYWGhopKWOOSw4YNkyzf3Z49e8SKhHwCBJHhJMv4OOsDw0mWoYVy3Dx37lyFx0lPS3ZJ+U6qoxCd252zzeXO5rtRV/L3K+9lbC0lJUUCAACXhgxXW2q1au7sCXW6S/cu7Yb27yHBeTAaDgCACuTzD2zatKlCifv1118rLCZWPIZSAAAQAElEQVTS0oEDB/bv3289XcS122+/ffbs2fIJUuUHEc1OjmiKJUuWyFeUI5SJNidVa/z48Wq1evPmzRXykKh+8oHYxowZI12C3Nxc8b3UOBROJmc48bziHRD5T94BVj5Z6u7du0WG8/LykqucTD5fhPJdK37++WeXwiNtfZOkurjv6jZajfrkyZPiuaRLNm7cOHG5dOlS64kGg2HZsmUSAAC4NGS4OugZ3mFIv+61XFitUt0wZ5IEp8JoOAAAKggPDxeNqaCg4N5775UjWmZm5jPPPPPnn39aL+bn5zd37lxx5YUXXjhy5Ig8saSk5MUXX8zLyxPRbdSoUWJKu3btJMtpH5RzF4hPXtGeFixYoNxFvqKMF0tMTLT5wkJDQ6+88krxwu655x75PBLCiRMnHnjgAdH+pk+fXvl4dnVSyz1SZREREeLp/vrrL/HUcn0TAgICxLt35swZ8b4NHTrUOiz+4x//cHd3//777z/55BN5ingf3nnnnd9++01Mf/L2Ht6etV1LH9zTNzpSu2HDBvEDqv6ME7U0Y8YM8d6Kb//BBx9MSjIHQVE2xZtc48kfAABAjTg2XN1cednYvYdP1uZcDRNHD+LMDE6H0XAAAFT25JNPigojWsysWbM6d+4sUpfRaBRdSR50prj++utPnz69cuXKm266qbWFqGOiQImg9tprr7m6mrtSnz59IiMj4+Li7rrrLpGrxMT09HQRqkSx8vT0TElJUY71Ju/lKhrcnDlzRBWqMDhLJmKW6HQbN2686qqrunTpotfrxUOJz/FBgwY98sgj0qWR9yQVD1WbhcX6g/i+5DTZr18/Zbp8eDjpwqBCRVBQ0IsWn376qYhxHTp0EG+vSIoi1YmJg/t1vmN22lvfnavxectM+hMbX5y9NVf0Mg8PD/HUe/bskS6NWq1+44037r///i1btsyePbtjx47itYmJY8aMEZ1RPsMsAACoH0bD1Y0uwG/W5JpPuaD195s+oVbbTuFQGA0HAEBlwcHBn3zyyW233SZSV0JCgrg5derUF154ocJioqOJia+++ur48ePFh+nBgwf9/Pyuu+66H374QdxRXkZ0t//+97/z588XOe/QoUPx8fGinc2dO1csM3nyZOnC+UblJxUlSDymZDlbq82zN4jAJx7tmWeeGTlypMh5OTk5opo99thj7777rnxWhEshMlx4eLhGo6nl8kposy538rkaJFt7yI4dO/a7774T74/oXMePHxffrwiOixYtEtPF3KsnBncIrTl4tfM+6mo4n52d3a1bN/FW9OjRMIdD6dq162effTZz5sxOnTplZWWJH+hHH30kf4PyKEUAAFA/DPypM5Op7Nn/fp6SVt25ou6eN3NA73AJDq/MwmQyia36Yv2+qKhIbLT39/cXW90lAACAprPjUP7dr1W3H2iIzu37l3r6eDbSZvUvvvhiwYIFNZ4MFwCA5qq0tDQjIyM/P1+ybH2UuVmoVCqxrbE2Y3oYDVdn4o2t/lwNvbp1pME5KUbDAQAABzG4p+/0EdUd4eTh68Ps0eAWLVo0e/bsxYsXV5guH86ve/faHigZAABURoarj57hHYYN6mVzllqlunbWeAnOiWPDAQAAx/HANW2qOldDVG+/sQP9JTvo3LlzUlLSwoUL09PTlYlLly6NjY0NDg4eP54VXQAA6o9TNNTT1TPGxu8/WvlcDVPHR3JmBufFaDgAAOA4AvzUd8xuXflcDW5ql4euayvZx2iLDRs2zJkzJyIiQkzJzc09fvy4RqN5/fXX/fz8JAAAUF+MhqsnXx+vyudq0Pr7TRsfKcFpMRoOAAA4lKsnBvfs5F1h4s3TQzq28ZTs5pVXXnniiSe6du2akJCwf/9+tVp9/fXXL1q0qGfPnhIAALgEjIarv/EjBsbFHzqVmKJMuW7WeLVaJcFpMRoOAAA4FJWr9NiNYTe/cFSZEqJzmzc9RLIn0d1mWkgAAKBBMRqu/lxdXa6/YqJys3+vrpyZwdkxGg4AADiaiE7e1udqePj6MHc3NhkCAOCUyHCXpGO7UPlcDWqV6rpZEyQ4OUbDAQAAB/TANW0CfM17sYwe4G+nMzMAAIBGQIa7VFfPGOvh4TZ1fKQugAPWOj1GwwEAAAdkPlfDFaFuapd/Xm+vMzMAAIBGwLHhLpWvj9ct10zt17OLBOfHaDgAAOCYZo0J8vdVhwa6SwAAwGmR4RrAoD7dJDQLjIYDAACOSeUqTRwSIAEAAGdGhgPKMRoOANA42OQDoEmwogsATau2GY6VRVwip/jIZzQcAMB+Kny+8HEDoDHJa+PKXx56HAA0iZoznPU6Yo3ri9X/WW9+c5UFLmWu1OzergqzrD/yHfzzntFwAAA7UT5A5SvWlwDQCFwsJKuVc1Z6AaDx1ZDhrFcZWWtEXSmf9MoVB49xjIYDANhDhZUoa9YLAECDs14hV1bLJTY/A0ATqS7DWa8yJiSeT8vMVdYXw0J1rXQaZZUxOS1bfEkX/sq3Dg4IDfJXHic1Pefc+Sxlrrhj2xCtMjc9K/9sSoZSZwL9fdu3CVTmZucWJpxLU+b6+3l3DgtW5ubkF508e16Z6+fj1bV9K2VuQVHJ0VMpylxvT4/unUKVucWl+kMnkpS5Hm7qiK7lJ4Av1RsOHD+nzHVTq3qHh1m/ObsOnVbmCv17tLeeu/vQGVOZSfmWB/TsYD1375GzBqNRmSseWTy+Mlc8b0mpXpkb0aWth3v5j+nwyeTC4hJlbreOoT5eHsrcY6dS8gqLlbld2rXS+Hopc8V7lZ1XqMzt2DZIq/FR5p5OSs/Izlfmtm8dGBjgq8w9m5IpfgGUuW1baVsFapS5yi+AvEBoUEDrYH/lY97V1VW6+LPfYT/yWR0BADQ46/r24ZKUpRuylFUI6huARvPvO9v2D/cRf3nEyrn1NnJWfQGgMdXq2HAmk+lMUsbB44nld1OrRMIRf8Pl1cfE1Kx9R84qc8t6SiFB5SdySs7IFVlKuRkRHtYmRKfcTMvK33XwtHIzvENouzZBys3MnALruaLQdQorD205eUXWc1u30nZpH6LczCsosZ4rolK3Tq2Vm4XFeuu5fj6ePbuWh7ZSg8l6rghhvcLbKTf1eqP1XPHR1a/HRaEt/uAp65u9u7VTq8pD276jZ0tKDcrN7h1bq9XlP4iDx5PyCoqUm53atnJ3d1NuHkpIzrLEMpl4J729PJWbIjumZuQqN4O0fn6+3srNE2fPn03OVG76+/kEaMpD26nEjBNnU5WbXh4eugA/5abIcIdPJCk3VSrX4MDy0pqUlr3H6kfct3tZaHCA+NWQP9JNBoP8YS/3OMmBP/IZDQcAsBM5wxWWmLLzDRIANLqSEoPBslouXdhMLnGEOABodFVmOGXLrWhw4jIsVOfp6a7MDW2lU6nL21C71sFubuU3Wwdrree2aaWTepf/fW+l87ee2yooYGDvzsrNQH8/67mBOn/ruf4aH+u52gCN9VxfHy/ruRqNr/Vcb08P67k+Pt7Wcz3c1NZzPT1drOeqVa7Wc8V167nyFOubA3t1lqw+0Tw8PK3n9u3R0Wgylc/1Ei+7PNL16tauVF++gu7t42394BFdwopKSpWbfr4XvSE9uoS1bV2s3NT6a6zndu3YJjiwPI8G6i6a26l9iL9/+eC4VsEB1nM7tA2x7n2tL/4FCAsNVqnKf5dCg8p/Ab76Zb1ojtdOi/T28hC/SK4WkqOWODYJAgAalvVQOJOFPD28g7ebio8bAHaXmatPSTf/74PRaBQZTnVhcIAyJo61XwBoTFUO/JGnmxRlkquqtqdVBRRyhpsTPdDHy1Nl4XqB5ADb35T/LxLrJXq9vqioKC0tzd/fPzQ0VAIA4JJZr1CJz5q3f0xdvM58pI4vX+zTSucuAYCdLVt/fsFP5v2WXp4fNLC7t7xCrlarldVyiTFxAFA7paWlGRkZ+fnmPRQ9L3CzkP+o1ubPaQ3HhpOJtUbJxVUC6stgIV04Qpz8e+WAn/eMhgMANDjrEzKYrIbDA0BjEmvjYquzZFnjFX+LxP8uOuw6OQA0Y7YznPV5u8Tf6NNJ6Zk5hR3CWgXr/CWg7gx6g8HNUPkMTY72wc+x4QAAdqIc6EMCgKYgGpxYI5dHwFmfqRkA0JiqG+OmHM3kbHLG7kOn06yO/Q/UicF8JAqD0WhUPvId84Of0XAAgAZkvV1TIQFAUxBbAuQV8r+POcRfJABoCjWfooE/0LgUN84eezrhhKtUVvkj3wGDF6PhAAB2wjoVgKZVYW2cP0cA0CRqdWw4CbgE4iNfPgKFgzc4idFwAAB7Yp0KQBNSjlBp/b94rPoCQCOr+eSnrDLiEll/3jvyHqkSo+EAAHZQYddUCQCaQuUGBwBofDVkOPnPdJtWAd5ensGBGgmoOycaVsloOAAAADRLFdbGiXEA0CRqHg0ntAn2b9c6yMvbRwLqzok+4xkNBwCwEz5cADgI/hwBQBNylQB7+uqX9X/tPldqMErOgNFwAAAAAADATmo1Gk6y5AkJaO4YDQcAAAAAAOyk5gxHgEODcPzzM0iMhgMAAAAAAHZTw06pco9ISsvZe+RsWmaOBNTPhfLm4APNGA0HAAAAAADspFbHhjuXmmXOcBm5ElAvZZJzhC1GwwEAAAAAADup7bHhgPq5cfbYo4cPqlTm4Ov4o8wYDQcAAAAAAOykhgxHj0CLwmg4AAAAAABgJzWPhqPE4RIpYcvx8xaj4QAAAAAAgJ3UaqfUNq0CvL08gwM1EtCsMRoOAAAAAADYSa0yXNtWAe3buHl5+0hA3VlXLRcLyVExGg4AAAAAANhJrc6UCtTbV7+s37AnSW80OXiAkzEaDgAAAAAA2EnNo+Gc5ahewKVjNBwAAAAAALCTGjIc9Q0NpcxCcuyTfjAaDgAAAAAA2EmtdkrNKyhJzcgtKCqRgDqzJK0L5c3BB5oxGg4AAAAAANhJrTLckVMpqzbvP514XgLqzDICTnKOsMVoOAAAAAAAYCe1OlMqg4NQbzfOHnv08EGVyhx8Hf8XidFwAAAAAADATmqV4YAWgtFwAAAAAADATmrIcMph9e1qx94j+w+eOJ+RnZya4eHu1ipY2zO8w/DBffw1PpUXTjib3Klda6lRfPDlrwcOJ1w3e+KIIX0k1JcSthw/bzEaDgDgpO574oWVazdYT/Hy9AgM1AUFBET0CL929oweXTtJ9bV1+66vFy+N37tfXJ80ZuR1sy+bedOdHcLarvr5C6kR7Tt4pE9Ed+XmoIkz8/IL/lr6XeuQYKmJ3Hz/o1u2xS947YWJo4dLl+yLH3956c33r5wx9eUnH1YmpqZliBWoVkGBEmryyVc/vP7+J9dfefmz/7xfahTyv7tXn3509vRoCQCAWqjVseH8fDxb6TQ+Xp5SQxO5Y+G3yxd9/4cocWfOpeoNhvzCopOnk35fvfWFtz6PjT9ovbDRaPryxz/f/vgnCbAPRsMBAJqNouKSltabiwAAEABJREFUxHPJuw8c+nbxspk3zv9g0bdSvZxLTr3jn0+uWr8pIzNbfElNQa83PP2ft26892Gphfl2yW9Trrn5XEqqBAAAmoVa7ZTao1Nor/B2Xt4+UkNbvyV+1/5jKlfXkZF9B/bt1iYkSG8wJiWn/756S8LZ5K9/XinaX5+eneWFC4uKt+0+JB9lrHEM6ts9LDS4XZtWEi6BddVysZAcFaPhAABO7c55cx+661b5ek5O3qFjJ44nnP5h6fIjxxPe+vAzTw/3W667Uqqj2J27iktKgwN1zz/2f2OHR6rVqrSMzPv/Mc/Pz1dqLHkFBT/8+ruXp4fUrPWN6C7e2B7hnZUp4rsuKCyS4KimjBvdvUsn6x8ZAADVa+Jjw22M2ysur5g+Zsyw/vIUL0nShLfv3rXdOwt/PnYy8ffVW5UM1/iG9u8p4dJ89cv6klLDqP5hXo4d4GSMhgMANBv+/n5Rg/uLr6tnTbv3sefWb4l799Mvr5wx1c+3bhtW8y0ZaFTUYGW/S5Hk7r3tRgkNbUDvCPElwXlMnzRWAgCgLmo7ssweYUL0jrSMLHGlZ9cOlZ/u8ugR4kpi8vmSEr0ENApGwwEAmh93N7dXn31M66/JLyj8beUaqY6MBqO49LLDwUkAAABamppHw9lvZJB4ZLVKrTcYks9ntArWVpjbIay1KHE6rUZ+/q8Xx8TuPCBZjhB37xNviSv/ffYeTw93cSUnt2DTtr2nE1OSU9OLikvDWgd3CAsdP2qQv5+PvPy/XvpATL/n5it6druo9yWcTX7jg+/FU7zwyG02X2GFUzSsXL/tt5jNV142tk/PLivWxiacSc7NK+jYPnRQn+5Rg3pJ1Xro2XfVavWLj96+ZtOOQ0dPn00+HxyojejWcfzIgfLrlD3w9NsaX59nHr75+1/X7Dt0olWQbvyIgQP7dpMsx9FbsXbrzn1Hs7PzxDfeoV3o4L495FmK4pLStZt2HjhySvRN8fa2a9Oqc4c2Y4YN8PG+aNXZaDKt2xR/8Nips+fO+/h4dWnfetzIgWGt7bvvrXK6D0eOXIyGAwA0S6LBTZs09pufl/21ZdvcOZdbz1q9YcuKNet3HzhkMhj794m4LHrChFHD5Fkbt26/7cHH5evivuLLy9Njz/rfDx09bn2Khn0Hj8y59Z6Zkyf8+8l/fvTFt9t37T10/EREt66jIofccNWsynuSVvOMNj3/33fEU0uWo911i5ooruxa+5uPt5eywLrNsT8tW7Fz975AnbZX9/Db5l7Vo1uXS3xShVin+v6X5Ztitx9LOBWg8evetfPtN1wzqF/vau4inmvD1m1HTyQcO3mqTWirnuFdx42MmjphjLLArv0Hr7n9/itnTL1z3tyX//f+noOH+/fq+dDdt2/ZHq+couH3VesffPrf8vJiYXH50Rv/Xrx8Zcy6jffdfuN9t8+zfka93jD68mszs3PW//pt5RNWXPOP+3ftO/jOS89MmTBamXj3o8+I13lZ9Lg3X3hSmfjLHzGPvfDa1TOn/fvxh+QpWTm5n3/7c/ze/YePnwjv3El84/NvuFajqXl/ZPG+/fzbiv2Hjx45fjIvLz+iR3jfnt1vvPqKIF2Asky/sdNbBQUt//bTl/+3IGb9xq4dO9x0zRWTxpi3xBsMxm+WLNsSt3PvwcNBOu2Avr3mzplZ+9OMpKZlLPj8603bdrir3fpG9Jg1ddKwIQOUue8t/OqdT7645borH3/gTut7WZ9v4Ysflrz01oKowf2/fO+/FR78nkefXbVh8xvPPzFj8vgKp2j47Nuf//POhy889n+jhw395Ovv4/cePJ+WLl589LhRs6ZMrPA4v61cK7L4waPHPTzdowb2n3/jtZvidorf9ofuulX8YkgAgGaqhgwn94i8gpJSY3FQoMrHq4EPydG9a7v9hxN+XLbWw8O9R9f21rNcXV2ixw5VbrYK0nZs1/rU2WRxXaQl8wKW13Y26fw7n/4kKpu4FRIU6OLqevzUOfH119bdd940q0d4e5XKdWCf7pu379ux93CFDLdj92FxOaSOe56mpmWt2vC9CHDi6UTPEk1NfJ04nXT9FZNqvO9HXy89euKsr7dXSJAu5XyG6Ia7Dxx7cP7VARevzfywdG2c5fQU4vuVfwQGo/H9z5ccO5kof5sGk1FEur0HT8TvP3LjlVM83N3kOy5Y9MvJ00mS5eRoIucdPn5GfG2I3fN//7gqtNXfJ9jKyMz55JvlicnnVa6uIcG64pKSuF2Hduw5MnPKyPEjB0kNz5K0LpQ3Bx9oxmg4AEBzJbqAiFk79uwTgUOtVkmWrXfPvfa/Jb/HiOtdOrb38vNbuW6jqD9XTI9+4V8Puru5aTR+w4cMTDmfdvL02bahrTq0C3NTV7nqWFBUdMc/n9yyLb5juzCNn1/sjt3ia8Xav7776G1lRaXGZ7T5yKL3RQ7sFxe/R3xGDxtsjimuruX7c7z76Zci94gqJx5QFI3jCafXbYkVTxreqcOlPKnsyImEOx9+8lzKeU/zmmqXs0nJazZuFV+vP/f4zCkTbN7lyZffEE1QXAnUBoR37ihi3JHjCb+uWPXrH6tER7NeUl9aet8Tz4umKa7/tXXbS0/+03quLsBfvPkiQuUXFPaL6OHj4+2v0cyYNE5kuBVrNlTIcBvjdmRkZQ8fOtDmSWNHRg4RGW7b7j1KhhO/A9t27RFXtu7YZb2kyF7icnTUEPlm3M49j77wn+TUNI2fT9dOHU+dSdy5Z//vMWtff/7xwf36SFU7dOzkLfc9IrKgWA/vEd5FrVJtjtspvr74ccmHr/1btC3rhV95+4PvlvwmmddRs+dde4W4It7wh57+t3jN4jdHdE+x1i1K6C+/r/zX/Xddf+XlUk1OnDpz9e33ZmZlix9Z8vk00RbF11MP3XPT1bOlWps+afyr734k3gHRE8W2c2V6Tk6e+AXz9vacNHZkVfdNOJP48dc/JKekiu9db9Cv/muz+Np74NAzD9+nLPPyWwsW/bBEXGkX1lqr0YjfkFXrN0de/M4AAJqlWh0b7nBC8omz6cMHdo8Ibyc1qNlTR4tOlJNX8N5ni3VaTad2rTu1N3+1axMiMpz1ktFjhgwb1Ovxlz8SH+cP3XGNMv3bJatEgxsd1e/yySPlwXHn07IW/bDiTFLqui07RYYTUyIHRogMJ6KVyVSmPKwoLTv3HBFXogbU7RgcG+P2tAkJevAf1wQF+pfqDSvXb1u5Lm7rjv0TRw0SVauaOxYWFYsGN21C1LQJ5q2vufmFn37zm6hmv63cdONVU5TFxKpG7M4Dg/t279Wz86Ejp3p17ygm/rF6q2hwgTr/e26eLYqkZF5BSfvwi1937z+u9d8yZ7p5+6p4cPFoWn+/22+4rEPbUDElL7/w469/SziT9OfauJuvnSY//lc/rxQNLrxz2C3XTtf4eospR46f+fibZUv+2NCpQxvxI5AamGUEnOQcYYvRcACA5koXYB6FlJdfkJqW3rZ1iLi+6PufRZzq3KHdWy8+2bNbVzFFBJf5Dz8hJor2cct1V/br1WPRu6/JA3zGjox69p/3V/P4qzdsCQrUfvnef0VkER+molX987mX9x86+tvK1VfOmCovU+Mz2nzkm6+dc/mUiVFT5og1PfF6KsxdsWb9f597fOqEMW5u6pTz6Xc/9ox40k+/+uHVZx69lCcVSvX6R557RSQhkcPefflZPz8fvd4gqt+HX3z7zH/eHBU1WJSyCnfZsGW7aHDBgboFr70g3j3JErx++m3Fs6/+b93m2INHjkd076os/Oe6De7u7vfcekP7dm1Pn0ms8GjDhgwQXzNvulN0uiceuls+Zpx4AaKIidRY4aFWrF4vLi+bNM7mNzIyatC7n36xbeceZcreQ0fECqdkKV+isYo3R7JsjBQ5TyTakZYMl5ub/39PvSjq3p3z5t53+03i7ZUujPb6vyf/vfLHLyrsbGHt+dffFg3u1rlXilwoj1s8ffbcv/79uqh4Xy9eap3hUs6f/3bxsisumzxm2NAt2+NHDB0sJj71yhuiwYkp/3nmUVEzxZRt8Xvu/dfzz//3nb4R3ftEdJeqJfpv966dfvz0vZBg80bo9z/7+u2PF73+3sejooZ0ah8m1U6QLkDkyLWbYv9YvW7eNVco01eu3yh+pjOiJ8j/32HT59/9LF7nl+++HtYmVFTghd/8KF7A1z8tFR1QRGqxwJ4Dh0WDE/9T8+rTj11u6bmJSSnzH35y5doNEgCguWu8s47aJLrV0/83T0Q08UmWmZW7c++Rn5evf33Bd4/9e8FXP63MyMqt/u7pGTmp6Vlenu5zpo9VPgtbBWunjI8UV1LSsuQpnTu0EY2vqLjk4JEE5b5HT5zJLyxq3yYkOChAqguVq+vt118mGpxkPtiKesak4SGtzPXtxKlzNd63b0QXucEJIoHNu3qqKD7b9xwWSU5ZxmgyRQ6IENVsSL8eN109xd3d7fS5lFUbdohZ82+YITc4oW1o8K3XTRdXNmzdfT7d/J0mpaZL5s28beUGJ/j5es+eOko8advWf28a3bX/2PFT54ICA+66aZbc4CTzmMT2V11mXm/7edl6qaHdOHvs6H5t3Cznt3X8UWaMhgMANFda/78rT16Bea0jLSPzoy++E6tPH7z+ohynhNYhwR/+9yURXN7/7CuRUaQ6euTuf8iFRXyYThw9/OoZ5k2AoqfIc+3xjMLVM6eLkCFHotBWQXfceK24cvDIsUt/0vWb4w4fO+nn6/POS8/4WQ4hIu7y0F23ijom1ipXrd9U+S5bdphHk912/dVygxNE1bpu9mUD+pgj2rGE09YLl5TqRdl8YP7Ns6dO+r87bpFqQbyA6ZPGiyt/WvUaEXpWbdjk4e42dcJYm/fq36un1l9z9OQp+aDMwvZ4c5KTf1gijckT9x48It6NqMEDvC3HAVyw6GvR4ERCFd+y/PYKoqxdM2v6+fSMT776TqqCKErHE06JqvjwXbcr+w53aNf2jnnXiSsnKr0J186+7D9PPSJC6ov/etDL00P03M1xO7t17vjOK8/KDU4YOrCfaJHiioiAUk3Er9+bLz4lNzhBhM7Rw4aIJ/rCMvqs9uS3euXajdYT/1iz3jxr4rhq7ih+Fm8+/6RocOK6+N0TL0Bupsq/hU++/kFcXn/FzMsvjKkUC4uaLAEAWoAmznBCoM7/6svHv/LkHTdeNaVbl3YqS68pKi6N23XwhTc/373/eDX3FS3sjWfveeSuufK9FPKuCga9QZkin/NUZD5liohf4nJQv25SHYmkpbQwWahlEJz4dK/xvhNGXbTXZ6BW07VTW5OpzLoPCgP6XPSqtsUfEmGoZzeR1y7a0aBT+zZdOrQV2e7wMfMKjXysjZ17D6/fskvpSCJBzr/h8klj/t65QMw1P37vcHf3i3bBGNK/p8iLovfVmD7rRx5fxplSAQBoKsrKkvwpt2bDloLCov59IiqMD2ob2jJ0pQYAABAASURBVGpI/765eQUbYrdLdTRj8kX7aXbqaN4poai4WL5pj2cUxo2Isr7ZxbIvalZO7qU/adzO3eLyqsunVTgU2itPPrL6py+VIX7W/nX/ndtX/jJn+mTriWIV0cvTHLb0+lLr6eInUs2OjVWZbhny9vuadcoU8T0WFhaPHzXc+nh51sSKzZjh5k3Um7fvlKds271XPPsNc2ZK5gy3T564ZXu8ZLVH6h+WEXYzosdXeLTLKnXACkRR2rbylx8+eUeJdzK1q3lX6JLS0grLR4+56E1YueYvcTl5/KgKRxWcPmGsyFvbd+9LSjkvVWviqOHKLsmya2fPkMx7tNTtF0z8dDR+Pjv2lD9jemb21u27RBwcEVndgVz69OzRvl0b6yldO5pfT1GR+d+CaLh/bY4VV+ZevIOtSHWjhg2RAADNXQ07pSqH1bc3N7U6ckBP8aU3GE6cShJdaWPcHrHWsujHP55vf5u/xqeqO4oVi1bB2vzCooNHTyUmiY18OefTspLPZ0iWYWXKYsOH9PlzXdzeQyeMRpNY7RDla8+B4+K+g+t4YDhBG+BX+cVXeLqqtKt0GgSdv/nRUs5nWk9sdfEAvXzLWLk2rYIqP2DrkMATp88lW+7eq3tHEepESvt5+frfYjZ3aBfarXO7Ab3C5cF6suwc8w4Iu/Yfqzx2T25PObn5Ig5KDcqJBpcxGg4A0FzJg+Ak83h8c1RKTTMPoj91JvHm+x6tsGTCmbPiMj09Q6qLkOBA+ZBzCk93854KBqNRvtngzyircDQ0H2/zYH+l/V3KkyacTZQsh5OrML1NaHVntfL39xMrEvH7Dsbv2Xc2KSUlNW377r35ljffYDBe9MpDQyqfv6JGQwf0FZ3rbGLyngOH5TF3K9aau9X0iWOrudeoqCG/rli1Y9feWVMmihXs+D37+/eOiBpkPtDetl175WW2WCKdHOzEMqlp5nfm3U+//OjLiwa+6fXmDc/JqdW1MLFFvEO7ttk5uZu3xR85fjIpJfXkmbP7Dx2VzG+CocLC7dteVKxSLD+ymHWbdu45UGFJlfgFK9Wfz8io/kfQqWPFo+jIVU68acUlpdXsTFqBWHLSmFGLl//5x5r1t19/tZjy+6q14ocr0mSFEQAVVH557lb/Fs4lp4i3VzTKynvIilq3cWt9YjQAwInU6thwGl+vVjqNT6OcqF4krR5d24uvUVH9Xl/wbX5BUdyug9Fjqtw0dOT4mRVr406cTlTKiYeHW4/w9oePnbFeTBfg16ld64SzyfsPn+zXq6u4NJ9sq0s767OU1pKnexWH8q0p3bi7u7lXuq+vr/kFFBaXVFjS+maxZXVHY6tFyoFSXrcT/eieW69Yvmrztl2HxErG0RNnxdfyVVt6hne4bvYknaUe5heal0zPyBZfki25eYWSnTnyWDNGwwEAmqvEJPNJnHy8veSd9eSdMVPOp4svm8unZ2ZLdeHrY3udSllDa/BnlMmBoyqX8qQFlu2gOm0djl4iVsDeW/jl7zFrz1mN2BrYt1dObt6JU2cqLOzjWc9V61lTJ7238Ks/124QGa6gsOivzbEaP59xI6s78evY4ZFi9WbD1m3i+q69B8S9BvTppdH49onovu/gkbPnkv39/LbF7+3coZ3chkRBk7dK7rgwVq4CsSKdl1/g52v7h74tfs+HX363dXu82P4tTwnQaCaOHr56w5bKC3tdfIy5zCzzT+TIiQTpRILNB8+o6fckOCiwwpSgwL+n1HVT64zJ40WGi1m7Uc5wKywj9aZOGlv9vbyrGJYoP3degXmjeKtAXeUVTutzQQAAmqtaZbjuHUMiuoZ5ede5WFVv0Q8rduw5PGVc5GWThleeG6jVDOzbfcPW3SmpVW6lzMjM+eCLX8WWpVbB2sF9e3Ru3yY40F+n1ZxKTKmQ4YTB/XuIDLdr31GR4eIte6cOrftQuEtRWqo3mkwq14u2nuVZjo/r613deliAn3mrtc1AJk/0vlBIvb08rr58/BXTx5w8lXTo+Okduw9l5eQfOnb6jQ+/e/ahW0TdEw+VnpFz8zVTB/frITUWZSXDxUJyYIyGAwA0Vzt2mw8BNrBfb/nYHSHB5lH2N101+6mH75EaReM/4yU+abClV2Zl1yEOvv7ex1/99KuHu9ucy6aMjBzcpUO7sLatfX2873n02coZrt5mTpkoMtzKdRseu2/+yrUbSkr1s6dPrrAHaAV+fj6D+vYWTe3M2aTtu83D34YMMJ/qdHC/PiLDienenp5i/UceCieZD3WiVatVBoNxR8yvFfbJrdG55NT5/3yysLC4Z7cuUyeM6d8rol1Ym9atgg4cPmYzw1XQqlXQsYTT77z0jHJe17oqKKi4zpyRaT4oXnCgznr4YeX1vcKiogpThg0eENY6ZPeBQ4lJKeJm/N4DIlPKp8uot9Bg8/jN9Mysypt+61eiAQDOpSmPDSfvern/8MnqF/OuOlFtjNsrGlxQYMCTD9w0bUJUj/D2gTp/8XmWnZNvnn3xZ+uQ/j1EAtt/JEG0sH1HTqpVKpH5pMaVkVHxMMBZuXniMjQksJp7BQea36isbBtHbcu0HPokrI3541xvMCSlpucXFIlvrVuXdjMnj3zxsX/cddMs8V3n5BacPJ1sfijLUe1OJ6ZWfqjT51LEYlJDi9m4e8/xdIPR5BRDzBgNBwBolgqLin/9I0ayOg5Xx3ZtxeWBo8cqL3zy9FlRUpRxTA2l8Z/xEp9U3llS3jfT2sat2x959pVfVqyqML2gsOi7X34TV/79xD9feeqf0yeN7dGti2hw5gdJN4/Fa6itfB3atR3Ur7cIQ4eOHl9rOcrYtCpOzmBNPu5Y3K498fsOqFSuQwf0k8wxrq9kOXXAZvnAcMOGyguLBeS9cXfvPyRV+jYPHTuZm5tf1RP9/NsK0eC6d+m0+LMFd86bGzW4f9vQViL+plr2/61xY6c8HM/mj+zgkePKWSaqkXI+rcIUeRda+ZdBspw3Q7KcCbfCYqmpFe8o1gmnW46Ot2bT1jUbzQ3xsugJ0qUJbRXk4+0l4mnl6JaaliYBAJq72mY4e4SJof3Nm5ISk9N+XLa28tyMzJz4PeYxaz3DO8pTKhxwRDKPBTNno/BOYRWGmG2MM5/+yVR20XqVt5dnrx6diktK12zcWVKi7xvRxd2tVoMBG9DmHfutb55LSTt5OslNre7bs0s19xrYt5v4Bg8cTahw/oTU85nHTpgPa9K/V7i4/G7J6pff/mrNpp3Wy4hv2d+yDVP+AQ6xDIKLiz8o3gHrxRLOJL3+/ndPv/ZJfmGR1KBS07NzCkorr3A5ZupiNBwAoFn6zzsfZmbn6AL85QP8C6Mih2j9NTv37N9z4LD1kkXFJdff+eC42dev3xInNahLeUb5OLz1+IC+lCedNHaEZD4c2LoKvean5SuWrlyTkZFZYfns3Dz56G8jhl50/P74fQf3HjSv0xovPjZcbbj//Y1XnC6fJ2Hd5riNW7eFBAdGDupX40ONtLyqrTvi9x443Lt7N/l8DoP79Ta/wj37N8Xt0Pj5yEPkZNGW00d8/fOvFR5HpMaZN86/8d6Hq3qiNMs7M3Rgvwqr7j8t/UOyOlZgVaaMHyMuFy//s6Cw2Hr63gNHZs27c+ys67Jzajif2LKVq0VglS5+zeJy4pgR8k1vL/P3fvjYCetl9h86evTkqcqPNnPKRHG5aev2zXE7lZuXQqxqTrLU8MXLV1hPP5dyfgMHhgOAFqDmDGe/XBIU6D9mmPlE6Rti97z32eJTZ83DtUpL9UdPnF0Ws/mVd78WSah1q8CIbh3l5T3c3cVrERstj1rak/wIkvlD9FRWTp48Rdz9q5/+lBco1Vc8BOwQy16oqzfskMyrHY23V6ZizcYdi3//q6jYfIqo82lZHyz6VXw70ycOq/5gsboAzYjIviKcvbPw5/Ppf28DFAnvvc8Xi+9xaP+efr7mDa3y4D7xFLE7Dyira9t2H8rMzvX19urSybwBsFuXduGdw8Qm8U+/+y03/+8R+5nZeV/+vFJcGdy3h28VB7O4dBVO9+GYqYvRcACAZiMvr2D77n2fffvzDXc99P0vy8WU++ffLA/Okix7Kd4y90px5amX3zh89O8eIbZWPvPKmxlZ2V07dRg3IlJqUJfyjKKbqFSuYmHlfAKN8KQDekdMGj3ieMLpefc+cuiYee8Nsdr29U9L/1yzQbyN0WMr7jLZulWQvM/jz7/9oUwUDe7efz379/OWlkh15GNZx9u5e1+FFDh14hjxhohGJnrizKmTarPq0rtnNxHsVq7bmJdfMNBS34QAf02fiO4iPyUmpYwYOtjdrfzwxLdcd5XotiJTvvvpl/oLK9XiN+rDRd+Y5869qqonkkcR/rV1mzKQULzIZ1793zrLwL3i4hrehKED+o4eNiQ9I+uR51/JyPp7vFjK+fQnX/mvuHLF9MniNVf/CIWFxfMfeuLM2ST55hsfLPxj9frWIcHXXfH3mUm7d+ksWfYw/XHpHybLOdaSUs4/9MzLNnfBEb8kfSO6x+7ctXPv/oF9e7UPay1dsrtuuV78yN768PP/ffS5fIjnTbE75t37T/GjkQAAzV0Nw8HkD/W8gpJSY3FQoMrHq86nc6relZeNFWtCcfEHDx8/I74qzO0QFnr79Zcp6xWuri6BuoD0jGxRo8TN5x6+dcSQvpu37cvKyX/57S9bh5iP/SHaloh3bUODRaUSGyRF8PLyLC9cfXt2ETdFhBIrSb17dJYancbXe93m+I2xe4KDtCnnM0TxGdA7fMKowTXeccak4RmZ2QeOnHrxrUUhQYEGk1HcFCGra8e218z8e2x87x6dRJIT3e3rxTGLf18fGhxoNJnOnEt1d1PPu2aqWvX3BsnrZ0/69Nvlh46efvKVj0NbBYo35ExiqtgyKd60q2eOlxqe5ed3obmVWUiOqozRcAAAZ/bhF9+Kr8rTRV+4c97cuVfMsJ4475o5p84kLvk95vKb7ujYLqxNaKsz55JEjtH6a95++RlX14Y/dEm9n1Ekp64dOxw5kSCSori5dsnX4s61e85L+jYf/7+7UtLTd+7ZP/PG+T27dU09n5aZnSO2nr754pOVc4x4KJFX3vzgM/G1+q/Nvj4+JaWl4r5ubup+ET32HDycUfcjf3VqH7ZlW/zr738ivl59+tHZ06Pl6SKQjR8xbNWGzVJN50hViDWcEZGDlyw3b3kddCHDSRcODyeZz6Z60RqpSI1vvPDkYy+8KjLcZ9/+1DO8q/gpxMWb9ziZO+fyWVUPCps9ffL3vy4/k5gk3rQe4eYdPk6cOi2SnHgT9h46UlBYJMKTkoNtevaf9//z2VfEe7h+c6x42/18fHYfOCjiWv9ePf91/51STUYNG7Jl286JV90kymNy6nnxtgcFal99+jFls/eQAX2mTBgtcupTr7z59seLwjt33HPg0MRRw9u3m/Dup19UfsBpE8ftPXikpFQ/tXZX539TAAAQAElEQVRvdY3Ej/WtF5985Pn/LPj8m0U/LA4JCko4kyhCYeTAfuId9nCv7blcAQDOqFYrWIcTkldt3n868bzU0MQKwY1XTn7igRujxw7t3KGNv8ZHfMAHBfqLOPWP62f8867rtP5+1svPnTVR42f+2BaLZefli+UfuWfukH49vLw8E84knzydpPHzuXrGuEfvnSsSnlhs3+GLRpuLe8m7fw7s211EPanR3Xb9ZZPGDGkdEihWCDqGhc6eOurma6fVZuiV6IZ3zZt9w5zoiG4dxbpLUVFx145h4ju9//arPDzKt1veeNVk8SXeSbExM+FssmhwYvl/3XdDz/AOyjJBgQHiTbs8ekT3Lu2yc/JEDWwTEjRryqiH77q29mdwr4syy3/OEbYYDQcAaGY6d2h369wrY378QmS4CrPE2sV/nn50wWsvXBY9Tnz07T142M/X97brr17+7cLwTh0kO7iUZ3z6n/eFtQ4RV8TqyvlKO4Ta6UlFtPv+o7f/efftouycS0nx9vKcNHbk8m8Wjh1uewydeJPfffmZIf37nElM3rI9XuS/mVMmLv3yowfuuEXM3RRX510O77r5eiWZ5eZfdDi26PHm4Xg9u3URoUqqnVGRQ+QrQy2HhJMpO6KOH1XxnGkjhg787ZtP7ph3Xd9ePQ4dO34uJVW8D++98uxzj9xfzbMEB2p/+OSdqy6fGuCv2bZrz9Ydu0KCg/79+EPfffy2eGfEAvIJW6vRrm3rbz586/EH7hwzbGhScuqREydFBHzyoXu+XPCGTy322xgxZNAbzz8h3hnx/oe2Cr752jlLv/w4anB/ZQERTN/+99MvP/nwuBFRJfpS8Rv13KP/9/rzj7u5qWw+4NQJ5v1k1WrVZRf26b500yaO/ex/r86YPF6n1Yrt6zddNXvJog/ahJp/w6s6/ywAoHmwPfBHHrJkMpmMRqNer9+088iJs+kjBvXo2TVMcnKvvf+tiFMP33lNp/ZtpEb00LPvluoNLzx6my5AI7UkKenZZ04lBPp7e3l5eXh4eHp6uruLSOimEk1UpNCmPndqhV/1oqKitLQ0f3//0NDabmMHAKAq8lqWyUJv8c5P53/bbN7v7MsX+7TSMeYF9ffmB599+MW3j91/x21V7x+KBrFx6/bbHnx84ujhIuZK9nTXI0+v2bhVlNzJ4+t5lliblq0/v+An8xF7HrlKNaCbeYVc5mbhasFGaACojdLS0oyMjHzLhjHPC+Q/p0riqPFB6rC7QTPYU+98WpZocCHBukZucC1ZaFBAgG8D78tsP4yGAwAAjk+srixfvc7NTT1r6iQJdrZ81Tpx2YBv9d2PPXv5jfMrnDakpFQvn5c2onu4BABovmrIcA5+JK9aKiwqMRpN4nLxir/EzeGDe0loRErYcvy8xbHhAACAwzKZTLm5+WK19qMvv0s8lzxx9IhAbYAE+8iynJJ1U9zOFWvWhwQHVt5pt946tgs7fOzkgs++Vs68odcbXnrr/Yys7IljRrRr2wBngQAAOCx1bRbS+Hq10ml8vDwl55SWmfX6+9/J1zW+3iMjaz6nO1omRsMBAACH5erqOmbWdQWFRZJlpeXOm6+XYDdP/+etmHUb5esP33itWq2SGsgdN167+q/N6zbHTrn21vZtzNEtMTnlTGJS/149X37iYQkA0KzVaqfU7h1DJo3o1SEsWHJOwboA+Xyp7duE/N/8qz3c3SQ0ogpVy5EjF6PhAACAIxvQ17xXR+uQ4I/feKlneGcJdtO7h3nnUE8P90fu+cdNV82SGo6/v9+Pn75z57y5ARq/g0eOHzlxMqx16L/uv/Pzd18L8G9ZR5EGgBaohlM0GAwGvV5fWlqqUrt5eXPWHtRZzMbdOTm5/cJb+fr8fZYGd3d3tdie6JCnaCguLk5NTdVqtSEhIRIAAJeGUzQAaHKcogEAGkqDnKKhVjulSs5wVC84ptT07JJSQ5mT/AoxGg4AAAAAANhJzRmOAIcG4RSn++DYcAAAAAAAwE5qODac3CPyCkpSM3ILikokoM4sSetCf3PwGMdoOAAAAAAAYCe1OkXD4YTkVZv3n048LwF1Vmb5zznCFqPhAAAAAACAndT22HASe6eiXiaN6n/mVIKbyhx8HX+UGaPhAAAAAACAndRqNJyMNoF6CA0KCPD1kJwEo+EAAAAAAICd1DAazikOqw8Hp4Qtx89bjIYDAAAAAAB2UqudUjW+Xq10Gh8vTwlo1hgNBwAAAAAA7KRWGa57x5CIrmFe3j4SUHcVqpYjRy5GwwEAAAAAADupw7HhgHqI2bh7z/F0g9EkWQKcgw80YzQcAAAAAACwk9qeKZUwgfpJTc8uKTWUOcmvEKPhAAAAAACAndSc4QhwaBBOcboPRsMBAAAAAAA7qWGnVLlH5BWUpGbkFhSVSECdWZLWhf7m4DGO0XAAAAAAAMBOanVsuMMJyas27z+deF4C6qzM8p9zhC1GwwEAAAAAADup7bHhJPZORb1MGtX/zKkEN5U5+Dr+KDNGwwEAAAAAADupw5lSaROoh9CggABfD8lJMBoOAAAAAADYSQ2j4ZzisPpwcErYcvy8xWg4AAAAAABgJ3XYKRVo9hgNBwAAAAAA7KRWGW5I747DBnTz9PKWgLqrULUcOXIxGg4AAAAAANhJbY8NR5hA/cRs3L3neLrBaJIsAc7BB5oxGg4AAAAAANhJbXdKJUygflLTs0tKDZLDBzgZo+EAAAAAAICd1JzhnOXg+nBkzhK2GA0HALArPmIANDn+EAFAE6ohwykNLie/yJhbLE/08/H09fFSlskrKM4vKFJu+nh5aPzKjyJXUFSSm1eo3PT2dPfX+Cg3i4pLs3MLlJuenm5aja9ys7hUn5Wdr9x0d1cHBvgpN0v1hoysPOWmm5sqSKtRbuoNxvTMXOWmSuXaKtDf+ltLPp+lXHd1dQkJCqhqruQitQ7WVjlXklq3umhuSnp2mamsqrmpGdkmY/nc4ECNWqVSbqZl5hoMRuWm+I7E96XczMjOKy01KDd1Ab4e7m7Kzayc/OISvXIzwF/8KNyVm+J9Fu+2ctPfz9vby0O5KX5G4iel3PTz9fL19lRu5uUX5RcWKzfFLLGAclPMEgsoNyv8ApjfPvEOu7gyGg4A0JLJn4PKR8zyjWm+XioJAOzs4Mm//3+K+gYAjqBWo+G27z91/EyaMqVvj/b9enSQr4u1ySMnz+4+eFqZ27NL28F9OitrmcdPJW/fe0KZ26V9yPCB3ZS5pxPTNu08osxt3yZozNCeytyk81lrtx5Q5oYEaaJH9lPmimK1cuNeZa7O32f6uIHK3Ozcwt/XxStzRTmaHT1EmSuK1O/rdipzPdzUV08fJl1YOTYYTNZzhRtnjZKsVp0rzJ07Y4TIfMrcmA27RSJU5s6ZPFQEL2Xu2s17C4rKc9iM8QMDND7K3PVx+3Nyy6vltDH9A7V+ytzN2w+dt2qLE4b1bhOiVebG7j56LiVTmTtqSI+ObYOVuTv3n0g4e16ZG9W/a3jH1srcvYcSDickK3MHRHTs3a2dMvfAsTP7j55V5opZYgFl7pETibsOnlLm9ujUenDfLsrHvLeXe0mp3sWK5MAYDQcAsB/rz8EfY1IkAGhE4u+Pq6ur8oeINV4AaBLVZbiq0kl2VubRwwVGo7HMIjWr2Hpuetr5fXtylLuk5+qt52ZmZuzbs0u68Hc/M++iuTnZWdZzcwoN1nPz8/Kt5xaUmKznFhUVWc8tLr1obklJsfVcvfGi4U4Go8F6rtF08WCosjLruZXt37fH1aV8rsFw0cs+fHC/m7p8LJhef9G3fOzoYU+38rmlJSXWc48fO5rkUT63sLDQeu6phBMZKSplbn5ukfXcs6dP5aUnKnOzsy6am3j2bHFOSvmPKeOiH2JqSnJZUboyNy3zold1PjVlnz5LmXs+p9R6bnpG+oF9+fLHvFqtDvRVZ+VIrqqLPvId9lOf0XAAgAanfOrxP70AmpC8Em5d4iT+LgFAo7NdHMouMFqIclRqRdyUp5tMJunCGLHKj2P9N525jjC38gKXMreap1Y+41UqlShxbhbuFvJ1MVHMshl5G5n8ey5+k+Xf8+Li4tTUVK1WGxISIgEAcMmsV6jEhrpz54tTMor0FuKmvDYlb8BjIxCqV1BYLL50AX5iNUoCakesaassxJp5x9Ye/r7uHhbyKro8y5G3kQOAQxFBLCMjIz/fvLO/5wVy5ZD/0tbmz2mVo+Gs985TkoogHl3clNcalVon1VRwpEqZppq5kj3jEXMbYa6S4eRfG+tfSgcfCc9oOACAPShbnkJ0ap2fZ2mpa2mpi8HgarAwmVyUFSqgKumZxrTMws6t/UVCkYBasN40Lm8IV7aFVxgTBwBoNDXvlKrEFNHd5AYnbposrAPcpRQcqS6RzhnnSi0yw1nXW+VTv0KJczQuHBsOAGAHFdapxGei/HGjrGLZXJsCrJVJLoVFpeK3x8PDQwJqUnk4hfUKOQ0OAJqK7QxnPSBI+dutrC8qDa7CKqP1XSo/ZoPMlVpewrPfm2nXuQr5k151QYVRmo728c9oOABAg1O28cgfi/KnjLxOJe9eIK9W8QGE6okMV1SiV7u5eXp6SkC1XC6cmtl6A4A8Js56nZwSBwCNr4Yx7crGW+WmuF5mRVmyhY93c2nxo+GkSpHOesu/ovb7SzcJRsMBAOxB+UwUnzLio1C6sE5VYdMmUI0yybWwWO/m5k6GQ+1VGIqrXCoZjvVeAGhkNeyUKi6VBidft7nfhM11R5cmOimB9QLMbZy5kq1IZz0SvsIlH/kAgBZCGeNWYbumWKGSV6ukKo7vAVQgfkEKi0vVajd2SkVtuFx8LtRqtouzWg4AjalWp2hQAopYWZR3pmiSNcXqhym1tLkOy/plu1ixeVNyMOwTBACwB+UjTy5xynbNyrsXAFUpc3EtKTWo1Wp3d3cJqDXrNXC2iwNAk6v5REsVkgpriqi9Cr881hMd81PfhZ1SAQANzeXis8/LE5WjfEiMg0NtuZTqja6Ww3tJQK1V2BwuXdge4Mjr5ADQjNWwU6qyG4UyxeaSDrWnpGR1UNJmNldy2l1WK/zmOOznPaPhAAD2UGEnA4kdUVF34ndFbzCpXM3nu5SAuqu8SwoNDgAaX82naJBqsXckcxtnruS0L7seSzYJRsMBAOykwjoVnzioszLJaDRJVgcZBOrEWbaLA0DzVquNaS62zpjpUvWJMplr17lSpXOS1m+u/V62836oMxoOAGBX1oPf+X9g1In4pTFZVlT4zcEl4lcIAJpQfca0V/WHm5FrjTNXctqX7fgYmwAAaAR80KAerI/wJQEAAOfEoSWAcoyGAwAAAAAAdkKGA8oxGg4AAAAAANgJGQ4ox2g4AAAAAABgJ2Q4oByj4QAAAAAAgJ2Q4YByjIYDAAAAAAB2QoYDyjEaDgAAAAAA2AkZDijHaDgAAAAAAGAnZDigHKPhAAAAmA0VPgAAEABJREFUAACAnZDhgHKMhgMAAAAAAHZChgPKMRoOAAAAAADYCRkOKMdoOAAAAAAAYCdkOKAco+EAAAAAAICdkOGAcoyGAwAAAAAAdkKGA8oxGg4AAAAAANgJGQ4ox2g4AAAAAABgJ2Q4oByj4QAAAAAAgJ2Q4YByjIYDAAAAAAB2QoYDyjEaDgAAAAAA2AkZDijHaDgAAAAAAGAnZDigHKPhAAAAAACAnZDhgHKMhgMAAAAAAHZChgPKMRoOAAAAAADYCRkOKMdoOAAAAAAAYCdkOKAco+EAAAAAAICdkOGAcoyGAwAAAAAAdkKGA8oxGg4AAAAAANgJGQ4ox2g4AAAAAABgJ2Q4oByj4QAAAAAAgJ2Q4YByjIYDAAAAAAB2QoYDyjEaDgAAAAAA2AkZDijHaDgAAAAAAGAnZDigHKPhAAAAAACAnZDhgHKMhgMAAAAAAHZChgPKMRoOAAAAAADYCRkOKMdoOAAAAAAAYCdkOKAco+EAAAAAAICdkOGAcoyGAwAAAAAAdkKGA8oxGg4AAAAAANgJGQ4ox2g4AAAAAABgJ2Q4oByj4QAAAAAAgJ2Q4YByjIYDAAAAAAB2QoYDyjEaDgAAAAAA2AkZDijHaDgAAAAAAGAnZDigHKPhAAAAAACAnZDhgHKMhgMAAAAAAHZChgPKMRoOAAAAAADYCRkOKMdoOAAA0FSycvI2bz9Q1dyjJxPF5Ya4vf5+PjYX8HBXTxo9WAIAAA6MDAeUYzQcAABoKlp/v6Mnz8q5rSob4/ZWNeuqy8ZIAADAsblKAC5gNBwAAGhCc2dPUKtUUt11CAsZN3yABAAAHBsZDijHaDgAANCEQoN1E0YNlOruulnjXV1ZgQEAwNGR4YByjIYDAABNa+q4oVp/vzrdJWpgRMewUAkAADg8MhxQjtFwAACgaXl6uF9z+djaL+/r7XXl9NESAABwBmQ4oByj4QAAQJPr36trv4gutVz4immjfH28JAAA4AzIcEA5RsMBAABHcM3l4zw83GpcrENYyPDBvSQAAOAkyHBAOUbDAQAAR6AL8Js6dmj1y4iVlutmjZcAAIDzIMMB5RgNBwAAHMTEUYNCgrXVLDBueH/OzAAAgHMhwwHlGA0HAAAchFqtmjtrQlVztf5+l0cPlwAAgFMhwwHlGA0HAAAcR/cu7aIGRticdc3lYz093CUAAOBUyHBAOUbDAQAAh3Ll9NG+3hVPhBoR3qF/r64SAABwNmQ4oByj4QAAgEPx9fGqsPOpWqW6+vKxEgAAcEJkOKAco+EAAICjGTm0T4ewEOXmlHFDQ4N1EgAAcEJkOKAco+EAAICjcXV1uW7WeHn9JCRYO2XsEAkAADgnMhxQjtFwAADAAXUMCx03vL+4MnfWBLVaJQEAAOeklgBcwGg4AADgmC6PHq5yde3epZ0EAACcFhkOKMdoOAAA4Jg8PdznTB8tAQAAZ0aGA8oxGg4AgDph2xVaCNYPAQANggwHlGM0HAAA1av8KcnnJpo3OcBZ/56T5AAA9UaGA8oxGg4AgKpYZwj5ujKFEofmStlAK68fKkmO1UUAQP2Q4YByjIYDAMAm6+ImU65LZDg0X0p9s77ChlsAQL2R4YByrFQBAFCZdYPbf6LgpzXp8k2TyWS9vx4xDs1JheFvT9zc1k3tKm66urpKrDQCAOqLDAeUYzQcAABVEZ+PorslpZeujMuRgBbmn3MNri4qpcGJK5Q4AEA9kOGAcqxOAQBgU5kVCWh5DIKqTKVSieuiwVkfMA4AgNojwwHlGA0HAEAF1nukmkwmo9Eo33zoxo6jBmgloFl746tTm3ZlSRcynDJdOVocW3ABAHVChgPKMRoOAACbKo+Gc1O5eHm4SkCzZhn9ZqbX69Wqv0fAyaPhWGkEANQDGQ4ox2g4AAAqU87AYLKQgJantLTUTW3eHdVoNLpaSAAA1B2fH0A5RsMBAGATB4ZDC2e8oOxiEgAAdcFoOKAco+EAAKgG3QEtltzgTCYT/woAAJeCDAeUYzQcAABVoT6gJbNucPxbAADUGxkOKMdoOAAAbLI+X6oEtDzKERL5twAAuBRkOKAco+EAAKgG3QEtlvUgOEbDAQDqjQwHlGM0HAAAVVEChAS0PNYNTgIAoL7IcEA5RsMBAACgKjQ4AMAlIsMB5RgNBwAAAAAA7IQMB5RjNBwAAAAAALATMhxQjtFwAAAAAADATshwQDlGwwEAAAAAADshwwHlGA0HAAAAAADshAwHlGM0HAAAAAAAsBMyHFCO0XAAAAAAAMBOyHBAOUbDAQAAAAAAOyHDAeUYDQcAAAAAAOyEDAeUYzQcAAAAAACwEzIcUI7RcAAAAAAAwE7IcEA5RsMBAAAAAAA7IcMB5RgNBwAAAAAA7IQMB5RjNBwAAAAAALATMhxQjtFwAAAAAADATshwQDlGwwEAAAAAADshwwHlGA0HAEBTefODzz784tsKE8Nah7Rv17ZneNdbrpvTKihQaiCHjh6fedOdHcLarvr5C8lu5Gfp0rH9iu8/k2DLzfc/umVb/ILXXpg4ergEAEAL4CoBuIDRcAAAOJTE5FSRaRZ+8+OseXeeOZskAQAAODNGwwHlGA0HAEDTmjx+9LsvPyNfLywqPp+efursuRfffO9sYvIzr/1v0buvSQ0hKFB3/z/m+fn5SgAAAI2IDAeUYzQcAACOw9vLs2O7MPEV1jp02nW3bdkefyYxuX1Ya+mSBQfq7r3tRgkAAKBxsVMqUI7RcAAAOKCunTqEtQ4RV06cPi0BAAA4LUbDAeUYDQcAgGOSN5J5e3opU/qNnd4qKGj5t5++/L8FMes3du3Y4aZrrpg0ZoSYdfh4wrI/Vx86dvzI8ZOeHh4R3cOH9O9z7ewZHu5u8n0rn6Jh0MSZPt5eG5Z9v3j5n6vWb9pz4HBIq6CoQf3nXTOndUhwbV5hcmraVz/9unVH/Kkzif37RESPHdW3Z/cKy3SLmigud8T8qtGU7w9r88X4a/zWLP5q4Tc/bojdvv/Q0S4d2g/q3/v+f9zs7eX515ZtPyz9PX7Pfm9vr6ED+v7znvlBugD5jp99+/N/3vnw2X/e3z280w9Llsft2iPet749e8y5fOr4kVE1fgvFJaW//hGzc/e+owmnzp5LDu/csXePblfNmNqjWxdlmXsefXbVhs0rvv8sMzvnh1+W7zpwUPxkhvbvc/Wsywb2ibB+tILC4u9+WbZ2w9ajJ0+2D2s7fMjAO+fNffo/b/6+av23H701uF+fql5GVk7u59/+HL93/+HjJ8I7dxrUr/f8G661fseEnXv2f7/ktwNHjyelpoZ37Che4dQJY8RTSAAAODYyHFCO0XAAADigg0eOn0s5rwvw79urR4VZr7z9wXdLfhNXMjKz5117hbjyyx8xj71gPoSct7dn9y6dzyYlx6zbKL6++H7xL4s+9Pf3q+pZxArAa+998unXPwRqA1oFB4knFV+//rHqmw/f6tKxvVStk6fP3vbAY+JFyk969HjC5ridUYP7S/VWVia+i19XrArQaNqGhuw5eFh8ZefmTRk/+u5Hn9H4+ooXeSzhdGJSyqFjJ5d8vkClKt/HZfe+Ay+88a5arYoI75qani6qmfh67P47bpt7VTVPmJdfcNO9/zxw+Ji43j6sjQh/+w8f3bXvoGiLj9zzj3/ceI31wms2bHlv4ZeuKldRPw8ePb7k95hf/lj11otPTps4Vl6goLDo9gcfF7FMrFn17NalsLDo4y+/X7dxa43H44vbuefRF/4jmqbGz6drp46iaYoH+T1m7evPP66Uu63bd918/6Pyalufnt3EuyDenB9+/f3WuVf96/47JAAAHBgZDijHaDgAAByKXm9Yu3HLv996X1x/9N75Xp4e1nNTzp//dvGyKy6bPGbY0C3b40cMHZyRlf3Cf98VH+WvP/svkYREipIsZef/nn4xMTn11z9XzbvmiqqeKzUtQzS4Jx+6Z97Vs8VNEbnufezZhDOJoh/9P3v3Ad9Gef9x/KxhedvyjreznNiZjjOcRUggCRAS9gwpq1Aoe1MoZba0tFDa/ltWmWGVvSFACFl2hp1pOztxtve2ZS3/H+kSnSLbwUk8ND7vl17y3enRact3X/2ee/78yH3Hv59//seLIoPLHpH14jNPyknf8y+9/n+vLpROlri39Y0r//X0ozOmTBQR2xffLb77D3/85KtF3y7++cYFl9/261+Jx/j9zytu+91jJdt2iMhv6sSxjut+9t2Pg9JTX37uTwnxsWL26x+WPPDEX579z39nnz410d63t0MvvfWeyOAmjs1+5tEHYqIixZL6+sZn/v2yiLdefecDkXA5J31//fcr82af8eh9dwQHBVTX1v3+6ee+X7L8by/896wZp8nbUW+8/7GIz6Kj9P/9+5+HDuovlixfVXD7Q4+LZ/U4j1rc4h0PPyFexN/86opbr1+g1dp2VeQSvzseevK7/70hbs52Vxe+JzbYxJNwzeUXBQcFiulvfvz5joefFPfzygvnJid2w9EDAQDoIRwbDlBQDQcAQN/6bvHSwRPOcJyypsy+9XePi4Ds0ftuF3GbS+NWo+my8+c8/fC9Iv154oE7RUi3pnCj0WQ6Y8rEubNnyBmcMH7MyAvOsV135569x7/1i849S87gBJFk3X3TdWJi3abi419LREs/rcgXN/e3xx9yVNvdfsPVk8aPkU7BJfPmzJw2WQ6/zp01PSkhXmyiDE5PF2uWo64zT5s06/SpYmLfwUMu1332yYflDE4QceQFc2aLQPPN/31ynJv7eeUqcS4espzBCWFhIfffaisuE7lYeWWVc+P+qclPPXS3HIpFRoQ/fv8dtrux/9DBw+ViwmKxvvWB7bYeuetWOYMTJo8fc9sNV0vH9e/XF4rbEq/CXTddK2dwwrVXXHTpeeeIO/DyW+/KS3bas7zzzjpTZHCS/WdU8RivvuxC8WZoNRolAADcGDEcoKAaDgAA9/R//33ri+8Wt18+87TJzrOzZ0wt/PGLh+++xXmh+OeuUdsiudbWX8hozpo+1Xm2v70valNz8/Gv9dOyPHF+xmmTEo8mX7IrL5wnnYLcMcf0aU1JSpBvxXmhXN1WUXVMRnb6pAkZA9Kdl5w7a4Y4X5q3Wurc52+99M17rw7PPOZ4dmazOSw0WEwYj423Zk6b4q/VOmaj9BFxMVFioqmlRZyvWbexqrpWPBszTz/m1blk7tmhIcHHuQ9f/7DEdm9nTndZPudM25JvFy+VZ5MTbPVud//hj4fLKx1tfnfHTSINHJieKgEA4MbolAooqIYDAKBvzZo+9Z9/fESeFv+RK6qqyyuqPv/ux9ff+0jELg1NTVdccK5z+5TEBJc16Py1/eJiSvcdWLG6YM/e/YcqKou2bNt/8LC4yGqxSMfV79gcLUBn6wNrOXqtqppacTrmtrTa1OTE0v0HxHRaUpLL2vqnJkunIOHYDqQ6rb84j4s9ZrwInb9toXze21UAABAASURBVNV6zKbLgHZRVEKc7XHt3LPXaDI5x2cuBqSltBpN+WvXbSzeevBw2YHDh0WgZrFYxUXmY586lydKsj1Xtso4q9nWbPe+/eI8PS1FpTrmJ//AAF1aStKm4q0d3rq46bIKW574z1fefPHNd50vMplMkm0QjHJ59sYFV6xZ/+C6TcVT516WmTFw9PDMSePGTM0dd5yHBgCAmyCGAxRUwwEA4D7Ef+TY6ChxGjZ0sL+/9qU333vlrfdcYrhAe79IZ+998uX7n30lDzUgS0lKGJ89clXhBumXBAcFtV/o+H1OrPn5l153vkhkQJ++8UJTs60ELOrocKUOcTHR0ikIDAhov1Au6zu+mCi9yxLHfWtobIrSR3R4rYOHy5974dUfl61sbDpS/afVaqZPyl2+em2LodWlcVBgYIcraZNsz1VjY5PtRiM6uKGYSL3Uidq6evmpXrthU4cNxN0Q9z80JHjqxLGvPv/nF994R7ym8kgab3/4uXif3H7D1RfPPUsCAMCNEcMBCqrhAABwTzOmThQx3P5DZVU1tZ0FScI3P/78yJ//LiZOyx13+uQJWUMGJ/aLj46MePWdD7sSw50cuaNlZXWNy/L6hsYO21vbrM6zckfO9k76d8Hq2jqXJZVVNfIKIyPCO7yKxWK9+f5HRJ4lwqzLzj937OjhaclJif3i/LXaMWfMk6RW6UTE2vPHmrq69hdVVdd2dq3oSL1GozabLWsXfRoW9gsDqk4eP0acDpVV5BesW5q3etGS5eWVVQ/98W9Go+nKi+ZKAAC4K2I4QEE1HAAA7snxG5nZfLyOpe989Lk4v+z8OfKgAQ7llbaDiJ3i72y/vXa+OLVfnpqcaLuJiiqX5QcOH3ZZotVqTCaz0d7F0uFwWaXUrdrfE7k75+ABaZ1t5OQXrBcZnEjB3n3x784jjTY0NDXYS9tO6EfKlCTbGsoqOnhcB8rKOruWWq0akJaydcfu9ZtLnAd+lWyH52vZe+BQYlysHM+JxK22vmFw/7R+cTHnnz1TnMT9/N2f/vbd4qXf/7ycGA4A4M4YogFQUA0HAIB7+mm5bRiE2Oio9j0unckDeubmjHZeWF/fuOinZVK7A5x1l8njx9rvYb7LcKIffvGtS8vQYFvdXMm2nc4Lv/5xidStfl65yuUYdv/77GvJNq7C1M6uUm4f5GFgeqpzBie8/9mX8oTZYpW6bPiQjJSkhG079xRs2Oy8/IelK+W6vM7MnGYb0mHhh5+6LH/3ky/mXXXDVbfcLdnCzfLJcy695Ppb5L7AstDQ4OlTcm1T/JYKAHBvxHCAgmo4AADcyuHyyjXrN/33nQ9eevM9yV7m5nLUfxepSbbCtC+//8lRcVZWUXX9nQ/uP2QrwmptPbHOlV00ZGD6jCm5tfX1193xgJzEiRTsgSf+8vGX37m2HDRAnD/34qsVR9OoF994d3n+GqlbVdfWXXXz3Y4jrP39xdc++XpRUkL8NZdf2NlV5Odt55694tmWl4gtonc/+fKZ/3tFnj2hp06jUd909RViDTff98in3/5gsVjFy7Hwg8/uffRPx7/iNZdfHBkRvmTlqn++8qbJZJYXirv0wutv2y694mJxnhgfO3bU8OZmw+0PPX7w8JFBG5qaDe99/IWYOH1yrgQAgBujUyqgoBoOAIC+9d3ipYMnnNHhRbOmT73WHsQcx/VXXbps1Zrvlyyfc8WvE+yjeRZu3GxoNYrgRqQ5xzkw2Sl67P479h88vHXH7hkXzM8Y2L9k+06RIp2WO+7nvNXOzW69fsGGopLirTsmz7lk1LCh4o4dOlz+6j/+vOC390jdRyRuO3aXXnHjnRkD0kUkV1FVHRIc9I+nHhHnnV1lVNaQaRPHi/xr/k13TcgZ5Sf5VVZVb9u1JyYqMigwsHT/AZfyul90wTmzxLPx+nsf3ffo08/++5XWVmNNXf3Esdm79+47VFYR4K/r8FriHv7t8Yfuf/zPIoZ79Z0Phg4aqFar5IP6XXHh3PNmH3ljiGf7shtuW5q35vTzrxw6eEBEWNjOPaUib515+pTLz58jAQDgxojhAAXVcAAAuJvgoMBRwzOvufQil+OFdWjc6BEfvfrvf7z8+tYdu1auKQwM0I3LHnn1ZReNzBoy6ZyLN2/dJsKauJgoqbvFRkct/Pezb37w6dKVq7bt2t0vLnbsqBH33vLrCbOPKUAbM3LYZ2++9Ob7H6/ZsLGypubsGdMumXu2Sz/QUzd5fM6ksdnf/7wib+06EaJdPPes+RfNGzp44HGuolKp/vn0o6+9+8E3Py7dWLSlqbklLTnp+vmX/vqqS99476N/v/b28lVrpk+eIHWZ2Jr63R03pacmL1meL5LHlMSEqy+/6NfzL515ya+ko4NadGjSuOwv3n5ZZHAbi7eIe6KPCJ+SO/bSuWeLiM3RZmB66hcLX3ll4ftrN2zad+CQiDWT+sU9cNtvrrn8QrbiAABujsIf+LQ2O6vVarFYTCZTS0tLRUVFeHh4fHy8BAAAjv6vFP8ozWaz+F/5w5q6pxfa+l3ef3X66WMjJbiTV9/58Ol/vNB+hAr3kTVltslkzv/2o87GbHU3f3pt189rbT2IX7pDGxoSoNPpAgIC/P39tVqtRqNRq9V+dhIAwAcYjcaqqqrGRttI6AFHae3EfwTxm1ZX/iNwbDhAQTUcAADAKTKbLafNu/yyG253GRN2fVGJyOCSk/p5SgYHAEC3I4YDFBwbDgAA4BRpNOr4mJjCjUXywBqymrr6J/72LzEx/8J5EgAAvopjwwEKquEAAABO3e/uvPmK39zxj5ff+GHpioiwMLFkU8nWhsamS+adffVlF0oAAPgqYjhAQTUcAADAqRuZNeTLt1958Y13NpdsW19UHKnXjx8z6uwZ0+bMPF0CAMCHEcMBCqrhAACA57r2iovESXIP6SlJT//+PglOKvdao1M4KBAA+DRiOEBBNRwAAAC6l8UsbVlqWvNZ6551lkeXMjwFAPg0YjhAQTUcAAAAuktdmbXgC1Phl62N1fzKCwCwIYYDFFTDAQAA4BRZLdLONea1n7VuyzO3WZXlwXp+6wUAX0cMByiohgMAAMBJa6xqK/iiteBLU325tf2l8QPVEgDAtxHDAQqq4QAAOD6LxSoBOJbYeNxdaF77qXHLcpPV0mmzmFRiOADwdcRwgIJqOAAAHMT/xMrq+sMV1eWV4lRTVV1XV99YWhkiSQMkAHbNtW3rvjYWfGGsOfjLCfXs2wIkAIBvI4YDFFTDAQB8VkNjc1llTVlFTUV13YHDlRVVtYfLq+WL1CpVgE4TH6NPTozVhujXH5AA7NtsXvd1a/FPZouRX3ABAF1FDAcoqIYDAPgCs8Ui4jY5dBOn8sqawxU1zS0G+VLxbzAyIiwuWp85KDU2Wh8XHREbHREWEmQ2m00m0w9r6qQVVRLg23avM3/8uNFqVFktbDcCAE4AMRygoBoOAOBlxP+0mroGW+JWXl1uL3AT09W19Y7/dQE6//iYyOFD0kXW1i82SpzHx0Zq1GqnNdhYLBYJwFHpozWXPq756LFWQ2NXr6JSE9gBAIjhACdUwwEAPFprq+lgWaWI2xzFbuWVNUaTWb5U/IOLjgzvFxc1etiguOiIuBh9XExkeGiwBODEpY3WXPN/mnfvb6k91KVfcP07Oi7cnvXm+vK2yCS/uP4aLQeOAwAfQAwHKKiGAwB4CovVWnFs3CbO6xubHQ2CAgPiYyPHjBgcF60XE/bupXq1WiUB6CYxKepfvxjy3u9a9m02/2LjkOgOPn2FXxo3LjKJidSRmmv+SSYOAN6PGA5QUA0HAHBPdQ1NZRXV9rit9nCFrWNpZXWd1XrkdyO1ShUdFZ6WHC/iNpG1xcXo42MiQ4IDJQA9LCjc7+rngz99unnT96bjtzzjBl37hZV7j4yvGpveQUj35V9bdq8zRyapMiZpc+b6SwAAz0cMByiohgMA9DmjyXy4vNo+bIKI22rlMjdDq9HRIDQkKD5GPyg9SY7bRO4WExWhUvEbEtA31Frpwt8HxaYZfny59TjNhkzRdnBdzZFPbnRKBzFc2S5r1T7bKTRKJc11vXTbSrPJ0KZPVCVkqCUAgIcghgMUVMMBAHqT+KdTWV1v71Va7ehbWlOnHPJdo1bHRkcMGZhypMwtOiIhPjpAR1EM4HamXBUQk6756LEmU+sJXOu6f9s6otYctPoHdrD9WbbzSF/X6NQOQroV77aWbrA1GDnb//zfUf0KAJ6BGA5QUA0HAOg5jU0t8qHc7JVuttCtoqrW7DQCaXhocFyMfviQ/vLgCSJ3i44M48chwFMMmay59v9C3nmgqaHSdWPS/7gpmT6h44M2zrs/qHKfpXKvNSmzg3q38t1Hvj1i0zq4+sJ7mhpr2vT9VMPP1GaeppUAAO6BGA5QUA0HAOgWIlxTjuMmJqpqD5dXN7cYHA20Go3I2kZmDYiPiYy1D1qaEBvl78+uMuDZ+g1W3/BSyDv3Nx/abnFeHpl4Mv1Gs6aL74SOvxaMzbbD0rXU2/K+mLQOQzprfYX18HZL3ABV+xiuotQSFqPSBbHRCwC9jRgOUFANBwA4UeKfRk1dg6NLqe2wblW1VTV1zv9M9OGhKYmx8TH62Gh9v9iouJgIfXgYP/oAXik0WnXt/4V8+HjT1uXK8KlRKd08SLF/kHTr26GSfZCH0GjXbxNjiyQyOHk6OqWDkO79h5rFFYMi/E6/NmDsefRzB4DeQwwHKKiGAwAcX2ur6VB5lRy6OaI3o0nZ2db5a+NjItNT+sVFR9jGT4jRx8dGajVscQE+RBsgXfZU8OKXDcsWHjlQXExqT42i0OHYDmZjW/Yc/+r91opSS4cJoDxCa3Ntm6ajCO6LZ1p0wX76BFX/HE1UUjcHiADg49goBBRUwwEAHCxWa0VVrdKxtLK2rKK6vrHZ0UD8ahOlDx+YnngkbrN1L9Xrw0MkAD5PfD/MuCEgJk392dPNFrM07Rqd1IuCwv3m3tfp4ejKdikdZmM6Oq5cwRdHhmY+997AqCTXoK5spyUySa3t1QcEAN6DGA5QUA0HAD6rrqGp7GjcJnI3cV5RXWu1Kj/MBAb4x8VEDh2UGh+jj5PHLY3Ra9Q9VeECwAuMmKmN6Bf87oPNkjuJ66++84PQ6gNtFXvMsWmu+4NyoZysw1K7l29sNBulkCi/OXcFDpnCES0B4MQQwwEKquEAwBcYTWY5cZPjNrlvqaHV6Ggg/hfERIVnDU6zFbiJ0C3aVukWFhokAcAJShmuuf4FtyuSDY9ThcdJ6dkd/JDgp5JGzvavOWAt22mJ7e/aoOag1Wz/smysavPvaISHj55oThyqTs5SJw5lTxMAOsCXI6CgGg4AvIz4Vq+sri+vso2c4DiUW01do3Ob4KCAxPjoOPv4CfH2vqUx0RFqFYdDAqCQtw9PbivRsw6vJu7t+b/rtENr+W6rc0uXS+srrJu+N4mTmL7sqSCNHvLvAAAQAElEQVRq5QCgPWI4QEE1HAB4up17Doq4zTZiaYUtdDtUXuXSQKRsIzMHxMu9SqP1CfFRgQEc4qhL/I6SZ8urjTv3tUiAV2tsVg6j5kjifPkn24xJmhteCtm72by/yBIe5xrDVe9XtqJj0l0r6Vqb2p69sCFugFqf4Dd1QUBUMr92APBFxHCAgmo4APAgNXWN9rhN6V5aVVPn/EtKWEjQoPSkOFuv0gi5e2lMZIRKxZd893jt8wPiJAG+waUazpc3FxOGqMVJuqiDi1qb20Kj/RoqbV/E7WvlyndbRIO9m8x7N0mTr3T9/cPYIq37ujUmTS2u2D7gAwCvQQwHKKiGAwD3ZDSZD5VXlVfUlB0tcxMTRqPJuU1kRGjGgJT0lH4idIuJikiKj9Hp6A/VbfiNCj5OrVarRIrvVArHh6K9jEmajElhplapap+l/aUVpUqHVhG3uVxaWWr55nmDPP2bV0PiBzIADgDvRAwHKKiGA4A+J34Kqaqpk4crPVrm5no0t8AAXUJclDxWqXweHxOp0bDP1rPkAKJ/gu7yM0KsVqvFTp4Q55L91ywJ8CJy7ibORQan0ahkLr2z0Z5WJ3UYoqWN0sy5O7D6gNXQ0MF3hfMIre2vXrbT8uZdTdEptlq5GTcEBOt5/gF4KmI4QEE1HAD0stZW08GyyjJ5uFJ5FIXKGrNZKaNQq1TRUeEjhvaPi4mMi46w5W4xkWEhDFraB+Q8IjVee9WsiNbWVqPRaDabTSaT2SxZrX72JI4dY3gVOXfT2Gm1akdBnHwu4QRFJqoiE/07u9TY0hYU4ddc2yaatb+0ar+1qaatqcZcukGadUuAy6WtzW0NlW3RKXRlBeABiOEABdVwANBzrNa2iuracnuBmy13s/Utra5vbHZuExYalJ7cTzmaW7Q+JoqjubkFRwWQSCLE/0qRSsi/WslLrHYSBXHwInLcJpfCCVqtVrzt5Wk/JxK6Sc48f3ESgVp9ubX9pZWlR36eCYny0wW7Pu17N1revq9JTEQlq254KaR9AwBwH8RwgIJqOADoLo1NLXKvUluBm/1obhVVtRarsnPlr9WIlG1Q/yR73BYRF63vFxvF0dzck+Pg9KqjRCQhL5G7prYdJQHewhG0OQri5BhO/ghIHBuuZ+iC/NofNk6ISVUPPU1bc9AaFN7B016++0hI11Tb1j6D27fZvPoTY3SyKipZPWwG/2UA9DFiOEBBNRwAnASLxSqyNtugpUd6ldaKieYWg6OB+FqNjAjLGJB85FBusZHiXB8eytetR3D+gcpxnCx5VkzLx4ZzZHAkcfAOjujZ8Z53YKCGPiEyOHHq7NLKo4M/xHYU4e0vtmz63jakj3+gNGxGuMulzbVthqaOe8ICQE8ghgMUVMMBwC+qq2+yD1daLfcqFdOV1fXO35xBgbojx3GzJ26xURHxsZEaNeMneDw5j3CZlQM4eqTC+zgXgTp3UHUM1CDBbcx7IHDs+f41B6zagA5eF0dIF5PWwc5v0RLTV8+2iImEIeobXgqRAKCHEcMBCqrhAMCZ2Ww5JBe4He1eKtK31laTo4HYH42JirCPn2Arc4uN1sfH6EMZP8EbOf45OrrjyelbmxMJPam+sfn7n9deeM5UCb3FUfXmnMQxWKp7SshQi1PHFw1R11dqREgXN6CDkreKox1a2zo4JJ20dYV5z3pz8jB1yjBNSBSvOIBuQAwHKKiGA+CzxDdfTV19WUWtffyEI4OWVtc2OLcJDw1OTYyzxW0xIm6zdSyNjgxn/ARf4PIzlRxDiCVyNZxEHVyv+HH5iqLte7N27hfBt4Re5NcJiR6pHmLMuf7i1NmljuPKdTjQaul6c977rXnvSxHxqjv+FyoBwCkjhgMUVMMB8BGtRtOh8qqyipryylq5e2l5ZY3RZHY08PfXxkVH9E/pZ+teGqOPjY6wjZ/gz5GtfZfzv0h52hG9kcH1gh17DqzbvFNMfPXj6szBaQE6fwm9xTlxa38OT3flX0LKdplrDrSFRnfUoXXfkZAuJr2DkG7Ja4YN35miklSpozRT5uskAOgCYjhAQTUcAO8jvtMqq+tE0GYvc6uVu5fWNTQ5GogdySh9+MD0RPuIpbZepSJ304fzmz9ctU/iHBfxr7NHmc2W/32xxGyxxQFVNXXf/LT6wrPpmtpLnLO2zqbh0bQBUlKmJimz40s1Wj+Nv2Q2SrHpHfR4Ld9trTloO4np9jHcnnWWhkqrPtEvrr9G3AoAyIjhAAXVcAA8XYuh9WCZXOYmcrca20RVjcWiHPAmKDAgPjZy6KDUuCMdSyNiY/SMn4Aukv9FyqEbkUSv+X7ZavFxdswuydswdtSQtKR4CX2Bd7tPueQJ29FO68qsqo7+T1bscQz+0MHFBV+0bvrBdjTV9Gz1r/7O4A8AjiCGAxRUwwHwIBartaKy1jZsgjyKgu2AbjWNzS2OBmq1bfyEYRnpInezj58QIXK3kOBACTg1xBC9qbq24duf1jhvm4gNlfc+++nBW66QAPSK8DhVh8tn3hxwaJu5+kBb2qgOdqsrjo7QGpvewaVfPNNSusGsT1QNmaw9zqHrAHgfYjhAQTUcALdV39AsD55QfqR7aU1ldZ3Vquyah4cFJ8RH2TuW2uK2uBjb+Al8oQGe7v3Pf5K7ozor3V+2cm3RxJwsCUDfGTRBI06dXer4Bxyd2kGKV77bWrnXdgqNUo051/XS6gNWXZBfsJ5/4oAXIoYDFFTDAXAHYpf7cHm1Y/AEW5lbRXWLwehooPPXipQte/hgR6/SfjGR/oyfAHid9UU7NhTv7PCij79eNmJof+pbAbd1439tHVFFoBYQ3EGaVlF6vBFav/xry64Cs3+QlHtJwOnXMvgD4FWI4QAF1XAAel9NXYN9/AT70dzs3Uura+sdPweIb6QofVj/lAS5Y6l90FK9PpxDzADez9BqfP/zJZ1d2tjc8tmilVeeP0MC4MYiEzvu0DpsurZqn6Vyb1tUcgfHlZM7tBqbJZW6g/qAH140mI2SPsEvbZQmbgBHdwU8DDEcoKAaDkCPMprMh8qrym0Fbkqlm9FocjQIDgqIj4nMGJAcGxUhcjeRuInoTa1WSQB8zzc/rRYx/XEaLF+9adLYLMZqADzRnLs7LWU1NLY1VB4d/CG1g5Rt0w+mujJbg9OuDmgfw1XssYTFqnRBFBYAbooYDlBQDQegu4g8v6qmThk/wT5oaW19o6OBRq2OjY7IHJQaby9wi4vRJ8RFBQbQ8QSAjUjqf1xWePw2YqPl3U8X33/z5SoVmy6A9wgI8bv747Cq/ZbKUmtSlmvKZmyW5AxOsoV0HfxQ9+6DzdUHrEERftOvD8iZy+APgNshhgMUVMMBODmGVuPBsqpye9xmHz+hVkybzcpR1SPCQkTQNiKzv71jqa17aXRkGKE/gM6888mP7UdmaK90f9lPK9fNmJwtAfAiodF+odGatFEdXGRqbcs+x18EbRWllvaDP5iNtqPRiYnm2jb/gA42Mz7/c0tAqF9koqp/jqazDrMAehQxHKCgGg7AL7Ja2yqqam1lbvZepbYDulXUNDQ2OxrodNr46MjRwwbFRUfIiVt8bKS/ln+4ALpq5dqibbv2d7Hx59+vHD96KGM1AD4iWO839/5OP+8Ve5T4vv3gD1aLtO4bY5u9lu7cewMjE6mVA/oAewWAgmo4AC5EviYPnnC0zK2msqrOYj3SGUR8Y0RHhqcmxtrithh9fExkbHRERBjjJwA4eYZW48dfL+t6+9ZW04dfLb36klkSAJ/Xb7D6zg9Cq/ZbRR4Xk+baobXmkLXtyCZMxyO0PjOvPiJeHZnoN/4i/6RMsgKgR/DRAhRUwwG+zGKxltn7kzqVuVU3t7Q6GoQEBcbF6gekJsgjltoGLY1i/AQA3ezzRSsbm1tO6Cr5hcUTc7IG90+SAPi88DiVOPUf08Gefku9VVwkH1ouOsU1pKsvtzbVtDXVmA+USCNnd1Aol/e/VhHtRSaq6M0KnApiOEBBNRzgO2rrG+VhExyjKFTV1Dk+/RqNOjZanzEgWe5VGhcd0S8uOjCAvhsAetae/Yd/WrleOnFvf/LD72+/Snx3SQDQiaRMzZ0fhIqJQ9sswXrXyoOKUqtjOjbNNWhrrG777l8GefrKPwcPyiVJAE4SHx5AQTUc4JVMZrMtaHMMniAmKqtbW02OBvrw0NjoiKzBaY6OpVH6cL4JAPQyq9U28unJ/RwovuJ+WFYw+/RxEgD8kn6DO4jsY9NVc+8LrD5grdpnDYt1jeEqnUK66HYhXUtD298vbogboNYnqqYu0EUlUS4HdIoYDlBQDQd4OvHxra6tlwvc5METxK5pTV2Do0GAzl9kbSOHDrD1KrX3LY2PjdRq+G8IoO+pVH4P3nJFZ5d++UPelz/kP3Tb/OSEGAkAultotCp7TqeF/4amttBov4bKNo2/pO/nmrKV77K0Nrft3WTeu0mafKXrSozNUtESY1KWOiaVil2AGA5wQjUc4FlajaZDZVVlR8dPKK+sFRMms1m+VOzQRkeGJ/WLHjNisH3QUhG6RYaHBksAAAA4EUMma4ZMDjO1StX7Le0vde7Q2j5rq9hr+exp2yEvA0P9rn8hJCqZWjn4NGI4QEE1HOC2xAezoqquzD5sQrl8QLeK6vqGZkeD0JCguGj9uNFDjoyfEK2PiY5Qq9jOAwAA6B5anRQ3oIOKtrRRmtOv0+0vsjTXdrAnVb3vSEjX0tAWGuW6bVZ9wPrjSwZ58IehU7XaAAnwbsRwgIJqOMBNNDa3lJXbsjbH+AkVVbUWy5FtOI1GLVK2gamJcbGRcdERsdH6hLioAB3jJwAAAPSB6BTVab/qND+r3HtkEy48TuUf5Hpp2U5L0U8mSbIdtPeBr8K0Acfsi7U2tTVUtYn1S4C3IIYDFFTDAb1PhGvlVXKv0pryo91Lm5oNjgaREaEidBsyIFnEbfG23E0fGRFGWg4AAOARTr9OlzVdU3OwzdjcwX5WxZ4jvVxDovwCQl238Past7z7YJNkT/pueDnUP1ACPB0xHKCgGg7oaXUNTWUVtkFLyyprD9snKqvrHNl3YIB/XHTksIz02OgI+4il+n6xkRoNR/MFAADwYLHp6tj0ji+KTlUPnaqtOWQN0XewF+YI6Zrr2tpncHs3mdd8ahQJXXSyOmu6VgI8ATEcoKAaDuhGZrNFDtocgyeICUOrUb5UpfKLiYyIj40clTVQhG5x0XqRu4WFBkkAAADwGZmnacWps0vLdx+J4WLSOvhd9kCJZdP3tt6s/kFS1vRwCfAExHCAgmo44OSI7LqmrsF2KDf7cdzs6VttdW29o0FYSFBcTKRtxNIYW9wmQrfoqHDGTwAAAMBxXPBw0ISLLTUHrNrADvbRqvcfOepcdEoHIV3hl8af32iNSlL1G6w+8yaGfoC7IIYDFFTDAV1hNJoO2eM2W9/SiiMTRpNZvlSr0YisLS05bkL2UDER4f4aOgAAEABJREFUGxWREBet09FNAAAAACcsIUMtTh1e5Kfy0wZIJoMUldzBj7sVe6x1ZbZTQ1XbmTe5Xnpwi6V8t0VcMTZdrQumDgO9hxgOUFANB7gQn4jK6np70Hake6mYrqtvcjSIjAiLi4kYmJYYa+9VKqb14YyfAAAAgB539h0B4tRQ2WYxH2/wh5i0DkK6oiWmFe+0iomoJNWt74RKQG8hhgMUVMPBx7UYjIfKKssqa20dS8uryytryitrzZYjWzCBAbr42MghA1LkjqW2URRiIzVqxk8AAABAnwmNFr8Ad/Aj8OT5urTRmuoD1uRhHWyvHj+k++nV1k3fGyMTVWINk6/USUD3IYYDFFTDwXdYrNaKqlp7r9IauVfp4YrqxqYW+VK1ShUdFR4XrR+WkW7rWBodERcTGRbC+AkAAADwDGmjNOLU2aVqjZ/GXzIbpZj0DtqU7bSI/E6c/FRS+xhud6GlscoameQX21+jJaPDCSKGAxRUw8Fb1Tc2y71KyyprbeOWVtRUVNdarUfe6mGhQfExkaPtI5baytxi9DGRESoVeTQAAAC806VP2n5griuzqtQdbPRWlh6plYtN76CSruCL1s0/2kZo7Z+jWfBssAScCGI4QEE1HDxdq9F08HBlWWVNZXWdSqUqs8VtdQcOVYjljjYpibGJ/aLlQUtjoiIS46N1/oyfAAAAAJ8THqfqcPms3wYe2m6u2t+W2lE9XdW+IyO0xqR2ENKtfL+1er81MlGVMkKdlEnkAle8JwAF1XDwIOJ9WlVTd9g+VunR8+r6hmZHA5En28ZPiNZPGjssNlovQjcxrQ8PJWcGAAAAjmNQrkacOru0fPeRWrnIxA42rEt+Nu/bbBYTo87yJ4ZDe7wnAAXVcHBzImjbsfvAjj0HDhyu3HewwuXS6MjwYRlp8bFR9iEU9IPSkyQAAAAA3equD8Oq9lsq93Yy+EPp8QZ/WP526/Z888Bx6mEz/PUJKgm+hxgOUFANB/dUVVOfV1C0al1JRVWdvMRfq0lOiBVZW3xsZHxMpDx0qUbDoKUAAABAzwrW+wXrNSnDO7502HRt1T5bSNdhl9Wda0ylGyylG8wly8w3vBQiwfcQwwEKquHgblqNpo++Xro0f6OY1oeHnD19fEpibEJcdGx0hAQAAADAzcy5O7Czi8xGSWRw8vTESxlj1UcRwwEKquHgVnaWHnz57a9q6xuTE2LPmTF+VNZACQAAAIBnspqlqQt0m34wmQzSsBkMkuajiOEABdVwcB/F20tfePNz8aa84vwZU8ePkAAAAAB4Mv8gado1AeLUUGmV4KuI4QAF1XBwE9t27f/Hfz8WE3fdcPHg/oy0AAAAAHiP0GgGZ/BdvPaAgmo4uIPmFsNr738jJm655nwyOAAAAMDr7dtsfuWmJkMjFSHejxgOUFANB3fw7U9rauoaz5kxYVhGmgQAAADAq33+l5b/3ty0v8i8bGGrBG9HDAcoqIZDnzO0Gpet3hQfE3numbkSAAAAAK93tA5k9UetJoME70YMByiohkOfExlci6F16gTGZAAAAAB8wuT5OnkiNl1dfcAiwasxRAOgoBoOfW795h0atTp3TJYEAAAAwAdEJqou+kNQ6kg1Qzf4AmI4QEE1HPqWeO/tPVA+KD0xMMBfAgAAAOAbhs3QSvANxHCAgmo49K2DZVUmszkhPloCAAAAAHgdYjhAQTUc+lZ1Tb04j4wIlQAAAAAAXocYDlBQDYe+ZTCaxHlwUIAEAAAAAPA6xHCAgmo49K3WVqM4Dw4khgMAAAAAL0QMByiohkPfslptEbBGwzczAAAA4FuWvmmwWmy7ooNzNQlD1BK8FDt7gIJqOAAAAABA71u2sNVksE2ERAYSw3kxYjhAQTUcAAAAAADoIcRwgIJqOAAAAAAA0EOI4QAF1XAAAAAAgN730KJwCT6AGA5QUA2HXvCnf71Tur/sOA2e/+9HnV00ITvz6ktmSQAAAAAAD6SSABxFNRx6weXnTT+595hOp73onKkSAAAAAMAzEcMBCqrh0AvSkuJPnzhKOnFzz5wYEhwoAQAAAAA8EzEcoKAaDr1j7syJ+vDQE7pKalLc6RNHSwAAAAAAj0UMByiohkPvCND5X3D2lK63F2/Ly8+brlIREAMAAACAB2OIBkBBNRx6zdiRGctWbdy2a39XGk8eNzwtKV4CAAAA4KWWvmmwWmy7ooNzNQlD1BK8FNVwgIJqOPSmK86foVH/8v/XkKDAeTMnSgAAAAC817KFrUteM4jTwa0WCd6LGA5QUA2H3hQfEzn79HG/2OyCs6cwMgMAAAAAeAFiOEBBNRx62expY48/VsPg/kkTc7IkAAAAAIDn49hwgIJqOPQyjUZ96dxpL7z1RYeXirfiFefPkAAAAAB4u4cWhUvwAVTDAQqq4dD7RmUNHJk5oMOLTp84Kj4mUgIAAAAAeAViOEBBNRz6xKVzT9fptC4L9eGhcxmZAQAAAAC8CDEcoKAaDn0iMiL0rGmuYzVcOndagM5fAgAAAAB4C2I4QEE1HPrKGVPGxMXoHbOZg1JHZQ2UAAAAAABehBgOUFANh76i0aivOO/IaAwatfqSudMkAAAAAIB3IYYDFFTDoQ9lDEjOGTFYTMw+fRwjMwAAAAA+pXSDec86izg1VFIX4s00EoCjqIZD37rg7KkV1XWzp42VAAAAAPiShfc2mQy2iTl3B+bM4yDRXosYDlBQDYe+FRkR+uAtV0gAAAAAAG9EDAcoqIYDAAAAAAA9hBgOUFAN54w4Er6JbwAAAAD0vocWhUvwAcRwgIJqOJnzM8CzAd8hB3Dye54wDgAAAEC3I4YDFFTDSUczCMe5I4ZzzuOO8xSdRLPjtOxis26/XYkH4kvPjKONn53EVwEAAACAnkEMByiohnOkb7V1DRUVVY4YzvlcPEXJSf20Wo0jpDhwsKy11egS2IlLw8NDoyIjHM3qG5oqK6td1iao1Kr01CTnyGPXnv3SsTctrzAqSh8eFuJoWVlVU1/f2P52/XX+SQlxjmZGo2n/gcPtb1c0SOgXGxCgc7Q8eKjcYGhtv8LQ0OCY6EhHs6amlrLyyg5X2D892fmB7Ck9YLVa2zeLjIyICA91tKyuqautrW+/Qn9//+Sk+GOemd37Orzd+PiYoMAAR8uy8qqmpub2DyQoODA+NtrRrLnFcPhwRVceyN59h8xmc/sVRkSERerDHS3r6hqqqmvbr1CtUaelJHblgcTGRoUEBzlalldUNzY2tb/dwMCAfvExjmatRtOBTl5il/eqy0vsIBr06xcbHBRIEgcAAACg5xDDAQof3/F2roArKt724WffddbyjpsXiFhKnhZP1/8++eaQPc1xMWHsyDmzpzmez83F2z798of2zVQq1eMP3epckfTiq+91GIaeN+eMsdnDHLNLV6zNX7O+fbP4uJhbbrjCOa174dX3pI785trLRM7lmP3sqx93l+5v32zU8CEXnTfLscKt23e999HXHa7wkftv1un8HQ/k9bc/FlFX+2azz5gyZeIYx+yqNRt+WraqfbOI8LB7brvGcbuNTS2dPZAFl5+XMSjNMfv1op9Ltu5s32zI4P7zLz3XscI9pftff/uTDld43+3XiRTV8UDe/fBLOV9zcdrksTOnT3LMrt9U8tV3P7dvJp6T3993k+N2zWZLZw/k4vNmjRox1DG7eGl+4fqi9s1SUxJ//auLHCs8dLi8sxXeeuP8+LhoxwP58NPv9h883GHL63918aABqSo7R3uSOAAAAADdiBgOUFANJ2dwjgKuzqjVWrXG32lBxzmFSqXWaHVKIz+11AnnZschVuh8u35+qg6bieXOK1SpOv2iEw2PeSB+XXogYq6T9UlibV1ZobjhYx6IquNnRrwbj3kCVUapE2J1x65Q1ZUVnsAD6YTfsa+I5Nel27VKZqnT2z3mraXq2gqP8xKrtce+Vzt5QSbnjgkPC7FYLEdXqCJ9AwAAANDtOBo9fJojdRK73yaTyWAwlJWV6fX6uLg4ycc4SuGsditXrfvki++1Wu018y9s3zgpsZ+/v9Yxu//AYaOxg4QoLCw0OkrvmK1vaJQ7pboQeUd6WrLzEnuPxQ6+mqKjI8NCQxyz9k6pDe2b2TulKjVu9k6ph6SOJPSLCwhQ0pyDh8oMhtb2zUJDgmNiohyzTY3NZRWVHa6wf3qK86y9U6qlfbPISH3E0Voz6Uin1Lr2zTQabUpyP+clu3bvlToSFxcTHBTomC0rr2xqam7fzN4pNcYxa++UWi514YHYO6Wa2jeLiAiP1CsjOtk7pda0byZSrbTUJKkLD8TeKTXYMWvvlNrYvpl41cRr55g1tBoPdlLj5vJePXDwcGtrB+/V+NhIkbyJ+6nRaNR2chLn6KMKAH3uyx/yvvwh/6Hb5icnxEgAAK9TusHcZrVteUYlq0Kj2QR1R2K3t6qqSt5DCThKa+fYg/jFlVANByiohnPkkpL9SRBfIy5xTIeSEuOlLhAJmnOIdhz905O70kxkfM4xX2dECtOVRyHZU7muNAsOCeof0qUVpqUmdqWZSLKcw6zj6OIDiYuN7kqzoMCALq7QJQ3sTHh4aLhTvHgcXbzd2JhIcfrFZgE6/y6uMDGh4/dqXW2NeLeLf58ikRdfAuI/KN1RAQAA0JsW3ttksh/PZs7dgTnzfrljCjwUMRyg4FBQ0tEkjjpZ+BSz2eyofvvFTtkAAAAAcHJUEoCjfLwaznlcVGII+BSTySSSOIvFImdw8rnLuKsAAAAAcIqohgMUVMNJRzO44ODAlKR+QUFBEuDVjEbTzytW19fVZQ3pHxsTJR8bkSQaAAAAveyhRV06TA08HTEcoODYcDLxDAwemDYgPTk4JEwCvJrJaPrxpxViIrFfTHSU3qVHKrk8AAAAgG5Ep1RAQTUc4LOc6+A4QiIAAACAnkA1HKCgGg7wWcowwRwPDgAAAEDPIIYDFFTDyXgG4IOcR2agFA4AAABAT6BTKqCgGs4RwDU0Nu/dd2hP6X4J8A2OD377CQAAAADoFlTDAQqq4aSjSdz2HXs+/+Ynnc7/sYfukACfQTUcAAAA+kTpBnOb1bYvFpWsCo2mf5LXIoYDFFTDSVQAwVeRvgEAAKAPLby3yWSwTcy5OzBnnr8EL0UMByiohiODAAAAAACghxDDAQqq4WTUBMF3BIcEPf34fTu2b1OrbQdLZXwSAAAAAD2HGA5QUA0H+Cb5U+8450sAAAAAvWz+M8GOY8NJ8F7EcICCajiJUjj4JPtn/0g1HGEcAAAAel/qSPIZn8DLDCiohnMgiYNP8XMi0TUVAAAAQM8ghgMUVMMBIIkDAAAA0EOI4QAF1XAOY0ZnjRoxJCQ0XAK8WlNj8xN/+ZeYOHf21IH9U/j4AwAAAOg5xHCAgmo4qV3vPMCnUAwLoJeJ/7YqVZcOxX3OjNxZ08bp/LVd/AdtsVgkAADgZojhAAXVcM54HuBTGJwEgLSQJysAABAASURBVJvTaNTi1PX2/LIIAJ6ldIPZMVJqaDT7Yl6LGA5QUA0nkwM4ngf4Gvk933aUBAAAAPSWhfc2mQy2iTl3B+bM85fgpYjhAAXVcPRFhc9ypPCOAI4kDgAAAED3IoYDFFTDOWzbsWdF/rrAwMCr518oAb7BkcFRDQcAAACgJxDDAQqq4RwaG5tL9x3U6aiFhg9xZHASAAAA0LvmPxPsODacBO9FDAcoqIaTyCDgq8jgAAAA0IdSR5LP+AReZkBBNVwvZBAPPv5s3poNzku0Wk14WGhEWNjggWkXnDtjYHqq1N3WrNv80eeLirbsENOTxmc/cMf1YqJ4667MjP5Sb3n17Y/ffO+zC+accduNV0mnxuXhpKcm/ufV986cNvGhu2+UukPx1p2ZGQMk99MTdyw4JOiGay47sH9/TIxeYoBgAH0kODi4ubn5+uuvf/nllztskJmZWVJS8sMPP8yYMUMCAAAei1pHQEE1nKyXD4xlMpkrq2p27C79+vufr7/tkdfe+UTqVofKKh58/Ln8tRsaGpvESSwxm81PP/fyHQ/+UfJA7R9ONyqrqLrlvideXfix5GZ69I71T09J6Bej89fKGRxJHIC+8sorr+Tl5UkAAMB7UQ0HKKiG6zWXnn/WTddeJk/X1Tdu37Vnd+mBz79ZvO/A4Tfe/VSn87/iwnOkblKwbrPI3cLCQu757TUTx4/WqNW1tfXfLl6u1XrkF2D7h7OpePtVl84dmJ4inbKiLTs2l+zIGTVMcjM9fcfsH3yVY6Rgv6MkAOhdN954Y2FhoUbDJjoAAN6JajhAQTWc1BdjRIaHhYh45eJ5s17951NjRmaJJW+++2ljU7PUTZpaDOJ87KhhUyfmiNBK8nDtH87wzEHXzb/wtEljJZwsR+JG+gagD/n7+2/atOlvf/ubBAAAvBQxHKCgGs6hT7JIrVbzyL2/CQ4KNLQav1u8XOomFotFnAcE6CSv4GUPx324JHF8DwDoTSqVbZv83nvvFeePP/747t27JQAA4I2oeAcUVMM5xMfHTJ2UExgYJPWu8PCwaZPHfbXo57zVGy48d6a88MwLrouMCH/rxT8/9583l+cVJCfGX3LeWdMm24q/duwu/faH5dt37929Z79I8Qb3Txs5POOCc8/012rFpXlr1j/4+HPySsQ6xUm0mXn6JDEh2Y9JN+3cX9kuev8Fkf21vzP/XfjRW+9/fv45Z9z+m2MGVZBHmbj31mvPmXmaY+F3i1csWrxix+69/lrN6BGZ8y85d3Xhpn+9/PbVl5939RXnu6x5647dN975qM7f/7N3/i9A5+980TsffvnSGx+cdebU+2+7zuVaHT6c7z/+7/uffOM8RMOm4u233v+kmP3V5ef9/T9vitsaMij9pusu65+avHHz1o+//H77rtKKyprkpH6D0lOmnzZ+XPYIeZ3zb7xv/8EyMbF2/WbxzAzqn/ry849LHZHv5C2/vlKs4eOvftiweav40GQMTJs7e9rk3DEujfcdOPyPF9/as/dAfUNT/7SkYUMHzb94jnihndt01x07CS2G1jff+biluWXKxNFJCXGkbwD60OWXX7569ervv//+xhtvXLRo0S+2b2xsvOeee5YtW7Z3796BAweOGzfupptuGjVqlAQA8EBPzawz2fq9SHPuDsyZ5y/BSxHDAQqq4WTiGUjsF9svLjo4JEzqdbljR4mAafOW7WaLxbkP6d//89Y33y+V7MNlyi/RV9///Mw/XhUTInRLS0k8XF6Zt3a9OH3w6bev/uuP4WEhYaEhw7MGV1bWHCqriIyISEyM1ao1SQnxmRkDxErEFcWl4lx9yj1Vn/vPG599vVhMxETpQ0NDfvw5b3l+wchhGZ21zxiYLsKmffsP/bxizazpk5wvWrx0tTg/c1pu+2t1+HA6uwmTyfS7J/++d99BMV2woTgyPHzNus33PvKMfGn/tORDh8t37t777eLlF5575q03zBcLhwzqr1Kp9u4/FBIclJ6WlJzQTzquTcXbRM6oVqnSUpOqqmtXF24UpxsWXHzFxXMcbVauXvfYn//dajSKdaalJJTuO1iybdein1Y+cMf14oWW23T7HTshVrNl9559YsJgaJX6qA4UABxefPHFIUOGiCTugw8+uPjii4/Tcvfu3bNmzdq+fXtISMiIESMOHTr00ksvvf76608++aRcVQcAANwQMRygoBpOOto1rw+zSH2ELfsTmUhFZXW/uBh5oUh5vv7+5zNOy50wduTaws3jc0bW1Nb944WF4qIH7vy1WC4HdgUbih59+v+qauq++WHpZRecnTVk4D+ffkgu3codN/LeW6+V13bWjMnnXXWrVqsRl0qnrGjLDpHBiWfs/juunz19slhy4FD5fX94Jm/NhuNca9bpE19566Mly1Y7x3D7Dhzesbs0Oko/evjQ9lfp7OF0aHl+oUarufzCc5IT4/ceOBQREbbwgy/E8qsunSuemeCgQPE+/3Fp/pN/feGjL76/4NwzE/vFPXzPbxYvW/X4X/4tYq+/PvHLu3AiQxTXevbJ++Nio8TsDz/nPf33V/678KPTp46XX7jq2to/PfeyyOAWXH7etfaSQHGj/3n1vf99+u3jf/nPuy8/E2F/rbv9jp2c3j8qIgA4WK1Wyf5FlJ6e/tBDD/3hD3+4++67zzrrLBGxddhetLzuuutEBjd37tx33303KMhWvf7JJ58sWLDgvvvuGzNmzPTp0yUAAOB+ODYcoKAazh2Eh4XKE03NyigNZovlrDOmiDhGJG4idwvQ+RduLDGbzeOyR4jky1E0N2Zk1uwZtiBsz96DUm9Z+L4tRZoz6zQ5gxMS+8U+ct/Nx7/WTHvjNes2OQ9G8f2SleJ8xpTxp/4mFM/YHTctuPHqS84+c+pvrr5ULCm1PyezZ0yRe+CKmxBP5nlnzxBLjCaTdFIef/AWOYMTxNpmnj7JYrX+75Nv5SV/+9frDY1NUyfmXHu0W6640Zuvu3zs6OEtBsN/XntPXtgTd+xUtB0lAUBfuP/++zMyMvbt2/fwww931uY///nPTz/9lJqa+sEHH8gZnHD++ec/+uijYuK3v/2tfCBRAIAHmf9M8NXPh4hTxiStBO9FDAcoqIaT9W0QqVYf+V7yk465G1Mn5TjPzpg64ZsPX7r7lqudF4rXTu5hajQapV5haDWKKE1MXHT0SHayjIHpHVa0OcRGR44cPkSEZT+vXONY+IM9hjvj9InSKRMv4rRJ45yX9IuLFueP/fn/yiurHQtFVPfAHdenpyRJJy5n1LAB6SnOS86yZ6CrCmxlgCJeXLFqnZi4/MJzXK54+UVni/M1hUU9dMdOjvzBd/7481UAoE/odLoXXnhBTPzzn/8sKCjosM1bb70lzm+//XZ//2MOHnTzzTeHhYVt2bJl586dEgDAo6SO1KSNVotTaDR1Id6MGA5QUA3nGCDyUFnlzyvW/rQ0X+p1jiK4kJBg5+VJ/eJdWvprtXExUXv3H/roi0XP/eeNBx9/9qKr73jv46/FRRZ7755ecKisXERpapUqJTnB5aK0lMTjX3fmabYDwC1Ztlqe3bpj98HDFSlJ/Qb1T5VOWVRkhMvgD1ddOlecb9u555Jr7vzVzb975p+v/rxijclklk5WWorrQ461V8aJRyFWW11TJy8cNMD14fRPS5bsXVabmlt64o6dtLZjSQDQR6ZNm7ZgwQKr1XrDDTd0WNdWVmYbuCYrK8tleWBg4KBBg8RESUmJBAAA3A8xHKCgGs7h0KHypSvWLlnWBzHcgYPl4lzn7x8TpXdeHhSoc2n5yVc/XP3b3y246YF/vvT2Z18vzluzQcRhmRkDpF7U2GgLksLDwtqnt1GR4ce/7rQp40WSWLChuK6+Ucz++LPt2T5zWjeUwgkuGZwwcdzop/9wl/z8lO478NWin//w9L9EcCkPLnESIiMjXJdEHHnIjU1NBoNtnKfQkGBNuxEwIsJCNRrbkUkr7eVv3X7HTlr7gjgA6CvPPvtsTExMYWHhv//97/aXNjQ0iPN+/ToYskZeWF5eLgEAAPfDEA2Agmo4dygC2li0VZyLUEalOt7vBD/8nPf8C7YuOdkjMidNGD1kUP9+8dGRERHvfPilPApqd7G2uRbWGQxKj9fYmEhxXt/Q0P6dU1NbLx1XcFDgxHGjlqxYs2zlmjmzT1+8bJVkO2bcJKnHTMgZKU5lFVVr12/OW71enOrqG577zxsms/miuTNPdG117R6gowIuIjxM7lPc0NjkMuKtZHu6Gs1mW7Gb4ziA3XvHTg4ZHAC3EhUV9dRTT91www2PPPJI+yFTk5OTKysrDx8+PHz4cJeL5EK5yMhICQAAuB+q4QAF1XB9rsVg+G7xCjFx2qSxx2/58RffS/bj+j/71P0Xnjsza8hAkcGJJZVVNVI3hSlyeGQyufYGqqhSDmEWGx2p8/cXSVN1bZ1LMxEqSb9EDt1WrF63dcducc+HZw6Oi4mSeoZY/649+8SEuIlzzjztyYdu//Ttf+WOHSnZxzyVTlyF/al2VlZeKc6TE+PF5ygiIiwk2HbU8AOHXCsyDpdViPMofbg8Umq337ETotKo09OSxU3r2tUPAkDfuv7663Nzc2tra++8806XiwYMsFUQ7927t/21du/eLc6zs7MlAADgfojhAAXVcLI+rIn7x4sLG5uaRXxzxrTc47eUC69yRh9zWJz6hkY5uDn+CHEara0Q+BcfYkBggDjfsbvUeWHJtl37D5Y5ZsW7ZeK40WLiy2+XODc7XF65dn2R9EvG54wMDwtbt2lL3ur1kn2wUalniPtz0dV3/Oaux+TDsclCQ4Kn5NoGvvBTHXnPa9XyM9OlV3914aaaY8PHT7/+UbJFqEeGhpCz1M/tC519/KVtybickT10x05IYIDuxmsvP3f2lNhovePYiADgDsQ30ksvvaTRaN577z05XHO46KKLxPkrr7wiFxc7vP3225WVlVlZWenp6RIAAHA/xHCAgmq4PtHQ2LR+05Z3Pvzy5nse++aHZWLJNVdeIBdSHUdivzjJNrRonuNY/hVVNXc99JcqezxnNJqOc93AwADxQotdl3Ubi4/TbGC6bSSBbTv2fPbVYqt9zIey8qpH//wvf+0xI4hfc8V54vy1dz554fX3RYYopvPWrr/t/qcMhlbpl6hVqhlTx4mWH3/5g5g+fco4qWfEx0YPHdzfaDI9/NQ/xKOQFza3GD79ypaITbIniUJwSKBkH3fCOWrsjHiwt9z35IZNW+RZ8fAXL1sVFRlx2QVnyUuunX+BeK4++uL7V9/5RF4iPlz//u+73/64TCy/7LzZPXTHToIjffM7SgIANzBs2LC77rpLsh0PweC8/NJLLx0zZkx+fv6FF17YfHRoo08++eQ3v/mNmLj//vslAICneWpm3aNTbae1nxkleC+ODQcoqIaTeqsU7v1PvhGn9stFOnPlxXMuPPfMX1zD/EvmFG4szl/zJgvQAAAQAElEQVS7Yf5v7ouNiZLabHVqIlkTmY6YqKltOM51ReCV2C9WBDp3PvRnMfv2S8+I2fbNRg8fOnHcqJWr1z/3whv/feej1OSEbdv35I4dmZTYb+H/Pnc0S0lOePie3/zp2Zfe++jrjz//PlIffri8Uh8RnpkxoHjrTv9f6up4xrRJIoOrb2gUaw4LDZF6zH23X3fT3Y+L5PHS6+5KTU4MCwveu+9wXX19bs6oC+YcecJTEm0H9j54uGL+jffFxUS9/+qzx1mhSNwOHCq//Xd/SkqIq29sqq9vDND5P/nQ7Y4INUofIZ6ZPz//ypvvfvrx54vEk7zvwGERsWm1GrE89ehIst1+x06C/YN/5Hcp+RuAMA6Am3j00Uc//PDDXbt2uSx/8803L7/88s8//zwuLm7EiBGHDh2SK+Yefvjhq666SgIAAG6JajhAQTWcQ+8/Cf3iYi6Yc8Y7Lz/zq8vP60r70SMyX3j2DzmjhpmMlk1F27Zs3zU8c/DTf7jrmcfv1Wg0u0r3tT9ymbO7f3t1lN42rKdoXFVT22EblUr11MN33HXz1fZbMeu0/nfevODRB27RqF2/Oc84Lfcvj98zZeKYsLAQi8Vy7uxpr/7zifjYaHFRSNAvlPVlZvQXj13q4cEZhPSUpDf+/ac5s6elJPUrq6gUT5pG7XfDry7+4yN3aLVHfpKJjtL/5ppL5VFWm5pbHJWGHRo7evgj9908dWKOyOACdbqZp0/6x9O/EzGocxtx6ev//tOF584UUd2evQejovRzzzr9xWcfFctP5Y65dMLqFs51cARwANxHYGDgc8891355ZmbmmjVr/vKXv0yePLm4uFitVs+fP3/RokVPPPGEBAAA3BWJA3yaXPlltVpFdGIymQwGQ1lZmV6vFz8sSz7G8VSIgEM8FavWbPji2yU6nf9jD90h4aTc+8gza9ZtFkHV9Cnjj9OsvqHxwl/drvP3/+StfzpSJzf3zodfvvTGB7NnTHngjuslz7dr995DBw/GxOjDQkMC7LR2Yp9WRLGUxQHoUeIb5vgjg5808T+d7XwA8CClG8xtVttmZ1SyKjSa7U93ZDQaq6qqGhsbxXTAUS77Dr+4EjqlAgqq4RyyR2WOHJ4REhou4Zfc/+jfDpZVPHD79VlDBjoWGk2mkm22DkQZA9OOf/Uly9eYTOazz5zqKRmcl2lqbH7ptffExLmzp4aHhZK4AQAAoE+kjmR3wCfQKRVQcGw4GUepPyHJifH79h967e1PHF04zWbzc/9+o7GpefyYEfJQEu3JY4zu3X/o/U++lmwZ0DQJboAUHgAAAEDPIW0FFFTDSccOGSmhC666dN6y/IK16zdf/ut7+sXbjvJWVlZZXlk9MD31wbtu6Oxa3y1e8cJr78vTuWNHisYS+pRjcBKSOAAAAAA9hBgOUFANJ5OfAcKILgoPC3nxucfe/fCr1QWbdu7aq1ar01ISzztnxryzZwQHBXZ2rQHpyRq12myxnHFa7p03/0pCX2s7Suqt8YIBAAAA+BoOgwWf5jJEQ0tLS0VFRXh4eHx8vORjHBmE/FQYjUYxERwSJgFeramx+Ym//EtMnDNz8qABqTo7f39/+TCrAh20AfQohmgAAMBTMEQD0M2ohnMoXF/8+Tc/MVIqfEdbOxIAAAAAdCtiOEDBseEAX0b6BgAAgL7y1Mw6k8E2MefuwJx5/hK8FDEcoKAajhgCAAAAAIAeQgwHKKiGkxHGwXcEhwTdcM1lB/bvj4nRSwwQDAAAAKAnEcMBCqrhAB/UPz2lzdJqP6Cq7bPPNwCA3iQPjtSVlj8uK/hheeGt156fEBctAQC8zpT5OqvFtiGakKGW4L2I4QAF1XCAb7J/9lWOQVH9jpIAwG20tBpr6hotFrZSAMA7TV0QIMEHEMMBCqrhJHqkwic5PvWkbwAAAAB6DjEcoKAazoEnAb7GJYkjjAMAAADQ7YjhAAXVcA6DB6Uv0IcHBYdIgFdrMbS++c7HLc0tUyaOTkqI4+MPAAAAoOcQwwEKquFk4kkIDQkKDgoIDgmTAK9mNVt279knJgyGVok6UAAAAAA9iRgOUFANJx3tmkdNEHwNR0UEAAAA0NOI4QAF1XAA2o6SAAAAgN7y1Mw6k8E2MefuwJx5/hK8FDEcoKAaTsYzAB8k527O6RtJHAAAAIDuRQwHKKiGcwwQuW3HnhX56wIDA6+ef6EE+Ia2Y0kAAAAA0K2I4QAF1XAOjY3NpfsO6nTUQsOHtC+IAwAAAHrHlPk6q8W2K5qQoZbgvYjhAAXVcBQBwWeRwQEAAKAPTV0QIMEHEMMBCqrhZCQR8B1af+2M0ydVV1WFh4VIHBgRAAAAQE8ihgMUVMM58CTAR/j7a888fdLOHdtVqiMHRiSJAwAAANBDVBKAo6iGA3yT/MF3DFHiPA0AAAAA3YVqOEBBNZzE4eHgk+TETX7nk74BAAAA6CHEcICCajgHkjj4mvbVcBIAAAAAdCtiOEBBNZxDaGhwSlK/oKAgCfBqRqPp5xWra6qrhw5Oiw0IIIADAABAn1h4T5PZaJuYeJlu8ESyGq/FSwsoqIaTjtYBZQxKH9g/JTgkTAK8mslo+vGnFWIiKSE2NiZKAgAAAPpC6UazyWCbGDZDK8F7EcMBCqrhZC5B5LsffFHf0Ni+WfbIrLFjRjhmN2zekr96XftmAQG6X11xgfOSF199V+rImadP6p+e4phdsjR/647d7ZslxMeee/YMx2xZeeWnX37f4QovueAcfYSSJH70+XeVldXtm2UNHTw5d4xjtmTrzqUrVrdvJp6WG665zHnJK6//z2K1tG85ZeLYzCEDHbMrVxVuKtravllUpP6i82Y7ZuvqGt776EupI+fNOTMuNtox+9W3P+0/eLh9s0ED0qafluuY3bV73/c/Le9whdfMv8jfX/nv/ua7n7S0GNo3G58zctSITMfs2nWbCtZtbt8sNDj4ikvnOmbFqsQKpY6cdea0lOR+jtnvF6/YtWdv+2YpyYlnnTnVMXvgUNmX3yzucIVXXjo3JDjYMfv+R1/V1tW3bzZ6+NBxY0c5Zjdt3rpydaE8bbVaHcudO6VKAAAAANDdiOEABdVwfk7EXFNjg9ls3r1nX4cxXGREaHxMuOPp2lu6V7Rs30zn779vb6mjmdls6bCZULp3r1atPP+7S/d12LLV0Oq8wrKKqs5WuHdvaVNDuGN29+7Syqra9s1CgnSpidGOFZbuKe1shc63K+zcXdphaJuSGBsapFVW2MkzU1/f4LzCmtr6Th9I6V6joUl5Zvbs3X+wrH0zrVq1Lz3B0Wzfvv2drXD/vr3OMdzu3XtbDK3tm8VF66Migh0r3LOn4wcSEhLk/ECaWwzHeUX82ozKCkvFU72/fbM2q8V5hfsPlB3nmQkLVWK4nbv21Dc0tW8WGRHSL06vvFf3dfBAxKUqlYoADgAAAH1iynyd1WLbFk3IUEvwXsRwgMLHq+EcKaScR6hU1tbWVqPROCJrUIvBYLFYrFar8ziq+rCg2toaR/VQcJD/8MwBjrEmHc00arWjmUw0c0w7mokGGpXkvML42Ah/bQcrDAkOdG5mMRk7W6HR0FJTY3HcdP/UhH5xUe1f3+jIMOcVBgVq5RW6vB/EtGgmOZVKjcga6Kilcl5tUIDWeYVR+tAOn5nAAJ3zM2MymjMGprQYjMFBARqN2vl2LRaj8wpTkmL1ESHtH4g+PNS5mVrd1tkz09TU0NSkPJAhg1LNFkv7FYaG6JxXKF7xDh+Iv1br/EBE0trZ7ar82pxXmBAXFRSoa7/C8NBg52Z+ftbOVmgwNFvMrY6bHjwgRbxl2z+Q8FCX96pOvHbS0ZdSvNc1Gk2kPtzvWBIAAADQW6YuCJDgA+h/B58mh0oiSREZk8lkMhgMZWVler0+Li5O8j0uz4bZbBbnRjt5Wk7iXDrxScf24HPO6RylhR02czn362SESscKXZr1wgqdH0hnK+ze262uqT9wuDI9pZ8Ip9z/men92+3eFcpXFBmcWq0WMZxWq/W3k6fFuVhOJAfAfXz5Q96XP+Q/dNv85IQYCQAA9Dqxa1xVVdXYaOsrFnCU1k7sO3Sxbw3VcICCY8PJ7IVU6rajpKP99VwK4tqHII7sw/k57DAEcQlKXFqeRLP2tyt1dKgvt1phB8+Mqqml1SRyIfFt7tLSwx6I27/EzleX/2XKuZu9DlRF9AYAAACgJxDDAQo/jg1nj9ske4QhJ3HycrHQbDY7SuHanHoRugQWcgjid2xfzq40k5ySFJfwRWoXqZzKCjts1u0PpMOWv/hAxNPfbDCpNZr2MVw3PjOn/kDa2mVhffUSS53Ef115II6L5II4uSZOdZTL/QQAAACAU0cMByjaODacU+2b80VySNE+hpM6KVmSjj2Al9TlUqn2zaQu1F51eLsnscJeeCDHX2GbZI/h1BqdTtdzz0xnD6TDFZ7kA+mmV6QbH4jUrhquzanTtKMOzlFM7tIYAAAAAE4dMRyg8PP5ajjJKbBwJHG2wRqsVpduqi6NHUtc4pIOg5KuN5M6inLcaoUdNpPaJT5dXKF4qltaTWqNVsRwUl88Mx0+EMljX+LjPxCXm2sfwzlfEQAAAABOHTEcoPDxajjJKYgUSUTb0ZI3+XhwzkeFa59uODtOyVL7ZtKxtXVSJ5FK11fo0uwXV+heD8RP1Wo0iyzI39//RFfotq9ITz+QU1mhg5y7OQ4Mx+HhAAAA0MsW3tNkNtomJl6mGzyRrMZr8dICCj+q4Y59EuQwTl7iOGbc8cOXk07NTnGFnTXr9hX27APxUxlNIoZTabXann5mfjE1k9zqmemBl9jRxnGpC4lSOAAAAPSW0o1mk8E2MWyGVoL3IoYDFFTDyfycjmfvXAEnX9o+VWnP5TnsYjP3X2Ev3K7ZYvWzDxjQXSs8oWaSGz8zPbRClzZ+nfd1BQAAAIBTRAwHKKiGc5CfBOcwjqelV/hZLLanun0Mh17g/CbnDQ8AAIDeNGW+zmqxbYImZLAv4M2I4QAF1XAunMM4Cb3CeuzhzNAneP4BAADQy6YuCJDgA4jhAAVlXx3iCek1zgcpkwAAAAAA3oUYDlBQDQcAAAAAAHoIMRygoBoOAAAAAAD0EGI4QEE1HAAAAAAA6CHEcICCajgAAAAAANBDiOEABdVwAAAAAIDet/CeJrPRNjHxMt3giWQ1XouXFlBQDQcAAAAA6H2lG80mg21i2AytBO9FDAcoqIYDAAAAAAA9hBgOUFANBwAAAADofakjNHKn1LAYlQTvRQwHKKiGQ9/yU9ki4DaJdyAAAADgW+b/NViCDyCGAxRUw6FvBQboxHlzS6sEAAAAAPA6xHCAgmo49K3gwADJFsMZJAAAAACA1yGGAxRUw6FvBQb6i/OmZmI4AAAAAPBCxHCAgmo49K3gwEBx3kKnVAAAAADwRsRwgIJqOPSt4CDbseGa6JQKAAAAAN6IGA5QUA2HvhUYGwK80AAAEABJREFUoBMhMJ1SAQCd4bdCAPBWC+9pMhttExMv0w2eSFbjtXhpAQXVcOhb4r0nkjiGaAAAtGc0msW5zt9fAgB4o9KNZpN9P2DYDK0E70UMByiohkOfCwoMaDFwbDgAgCv5kAVBgToJAAB4LGI4QEE1HPpccGBAQ1OzBADAseQBfMSvNRIAwBuljtDInVLDYlQSvBcxHKCgGg59LihQd7iyWgIA4FhVNfX68FB+KwQAbzX/r8ESfAAhK6CgGg59LiY6orXV1NjUIgEAcJTYPtl/qCKpX7QEAAA8GTEcoKAaDn0uPbmfON9ZelACAOAokcFZrNakhFgJAAB4MmI4QEE1HPpcenK8ON+995AEAMBRxdtKxXlSPNVwAAB4No4NByiohkOfi4+NDAzw30UMBwBwsmbDVrVKlTk4VQIAAJ6MajhAQTUc3EFacvzuvYeJgwEAsoNlVfsPVYwaNjAwQCcBAABPRjUcoKAaDu6gf0pCyfa9Yo8rmWMAAQAk6bsla8T5pJxhEgDAey1902C12CpCBudqEoaoJXgpYjhAQTUc3EHakcPDHSaGAwDsO1i+al1JWlI8PVIBwLstW9hqMtgmQiIDieG8GJ1SAQXVcHAHA9MSxDmHhwMACO98ulicz7/wDAkAAHg+quEABdVwcAeBAbroyHAGSwUAfPF9nvh3MDEnK6lfjAQA8GqpIzRmo20iLIZ6KW9GDAcoqIaDm0hPjl+zYWtFVV1MVLgEAPBJK9Zs/urH/IT46EvOnSYBALzd/L8GS/ABhKyAgmo4uInhQ/uL8/zCYgkA4JMWLV278OPvw8OC77juwgCdvwQAALwCMRygoBoObmL0sIE6f+3KtZslAIDvefPDRR9/vaxfbNQDv708LDRIAgAA3oJOqYCCaji4Ca1GM3bUkOWrN23fvX9QepIEAPANu0oPvvr+t5XVdUMGptx01VydTisBAAAvQgwHKKiGg/vIzc4UMdyqdVuI4QDAF1RU1X2/bO3S/I1BgborzpsxdcIICQAAeB1iOEBBNRzcx4C0hOjI8DXrt1w+b7pazQEEAMBrFW7evmTl+m279otpkb6dN2tSUGCABAAAvBExHKCgGg5uZVJO1meLVq4r2pEzYrAEAPAuu/ceyi8sWbNha3OLITgo4Kzp46dPHBUawpHgAMBHLX3TYLXYKkIG52oShqgleCliOEBBNRzcyoQxmSKGW1VYTAwHAF6jrqFp5ZrN+etKyipqxOzAtMTcMZljRw3x17JZDgA+bdnCVpPBNhESGUgM58X4fw8oqIaDW9GHhw4dmLJ56576xuYw6iMAwJOZzObCTdvzC4q37NwrNjSiI8PnnJErArgofZgEAAB8BjEcoKAaDu4mNyerZMfeNeu3zJicLQEAPI1I3Lbv3p9fWFywaVtrq0mn0+aOyZqQnTkoPYnNDQCAs9QRGrPRNhEWw4GhvRkxHKCgGg7uZszwwZ98s2zxinXTckcxUAMAeJCqmvq8gmIRwFVW14nELWNASu6YzOzhg7QaNr8BAB2Y/9dgCT6A7QBAQTUc3I2I3s6bPfm197/9cXnhzNNyJACAe2ttNa3duFWkb9t3HxCzcTH6ebMmTczJCg9l5woAABDDAU6ohoMbGj966KKf1369eNWkscOCgwIkAID7ERsPJTv25hUUr9+8w2Q2BwXqpk4YMSE7s39KPwkAAOAoYjhAQTUc3NOF50z9x38//uL7lZfNmy4BANxJeWXtyrWb8wtLausbVSq/rMFpuWOyRmT216gZ5A4AALgihgMUVMPBPWUOSs0YkPxz/sbTJ46Oi9FLAIC+1mJoXbVuS35h8Z59h8VsUr+YGVOyc7MzQ4IDJQAAgE4QwwEKquHgti6ec9qTzy/88Kuff3v1eRIAoI9YrNairXvyCoo2luyyWKyhIUEzJmdPyB6anBArAQAA/BJiOEBBNRzcVlK/mLEjM9Zs2Lp1576MAckSAKB37TtYnl9Ysnr9lobGZrVaNWJo/9wxWVkZaWoVw1gDALrB0jcNVoutImRwriZhCEc28FrEcICCaji4s3mzJhVu2v7+F0t+f/t83qUA0Dsam1ryCotXFZbsP1QhZtOS48+ZMWH86CGBAToJAIDus2xhq8lgmwiJDCSG82LEcICCaji4s+jI8NNyRy5esW75ms1Txg2XAAA9xmyxbCjaKQK44m17rNa2iLCQ2dPGTswZFhsdIQEAAJwsYjhAQTUc3NzZ08evXFv00VdLRw4dEBYaJAEAutuu0oP5hSVrN25tbmnVajRjRmTkjskcOjCFzQMAQI9KHaExG20TYTEc7sCbEcMBCqrh4OZCggMvOXfamx8u+t8XP11/xTkSAKCb1NY35q0tyl9XUlZRI2YHpSdOyM7MGZGh02klAAB63vy/BkvwAcRwgIJqOLi/iTlZ+YXFazdumzh2WOagVAkAcAqMJvO6zdvzCoq37twrfoaLjgyfc0Zu7pjMKH2YBAAA0N2I4QAF1XDwCAsumvno395468NFj91zjb+Wr3EAOGHiX/323fvyC0sKNm1rbTXpdNrcMVkTsjMHpSfxYxwAAOg57L8BCqrh4BGiI8PPPTP3k2+Xf/bdiovnnCYBALqsqqZ+5dqi/MJiMSH+4WcMSMkdkzl62CB+1QAAAL2ADQ5AQTUcPMWZU3NWrStZvGLduNFDUhPjJADAcbW2mtZs2JJfWLJjzwExGxejnzdr0sScrPBQDsQDAAB6DzEcoKAaDp5CpfL71SWznv7Xu2/877uHb79KzEoAgHbEv/WS7XvzCorWF+00mc1BgbqpE0ZMyM7sn9JPAgAA6HXEcICCajh4kNTEuDOmjPl+6doflxecOTVHAgA4KauoWbF286p1JXX1TeK3iqzBabljskZk9teo1RIAAO5n6ZsGq8X24/rgXE3CEP5beS1iOEBBNRw8y7ln5q7bvP3zRXk5IzP04aESAPi85hbDqnVb8guLS/eXidmkfjHiF4vc7MyQ4EAJAAA3tmxhq8lgmwiJDCSG82LEcICCajh4Fn+tZsFFZz770odvfrjo9usulADAV1ms1s1bducVFG/asstisYaGBM2YnD0he2hyQqwEAADgNojhAAXVcPA4g/sni/3M/MKSNeu3jB01RAIAH7P3QHl+YfHq9Vsam1rUatWIof1zx2RlZaSpVSoJAADAzRDDAQqq4eCJLp17+qYtu9/7/KdhQ9IDA3QSAPgAEbrlFRSJHyEOHK4Us2nJ8XPOyB0/eghfgwAAD/XQonAJPoAYDlBQDQdPJPY5RRL36nvffPDlzwsumikBgPcymy3ri3fmFxQVbSsV/7IjwkJmTRs7KWdYbHSEBAAA4PaI4QAF1XDwUONGDckrKFq5tmjy2GH9UxMkAPA6O0sP5heWrN2wtcXQqtVockZm5I7JHDowhR/PAACAByGGAxRUw8FzLbho5iPPvP7GB4t+f8dVGg0jKwHwErX1jeI3hlWFJWWVNWJ2UHrihOzMnBEZOp1WAgAA8DTEcICCajh4Ln146HmzJ33w5c/f/LT63DNzJQDwZEaTuXDTtryC4q0794nZ6MjwOWfk5o7JjNKHSQAAAB6LGA5QUA0HjzZ9UvaqdSXf/LRq3KghcTF6CQA8jfghbPvu/XkFRYWbtrcaTTqddmJO1oTsoYPSk/nnDAAAvAAxHKCgGg4eTeyjXn3xrCf/sfCND7677+bLJADwHJXVdXkFxeJUXVsvvs0yBqTkjskcPWyQv5aNVQCATyjdYG6z2n50ikpWhUbz65PXYssGUFANB0+XEB89a9q4bxavWpq/ceqEERIAuDdDq3HNhq35hcU79xwUs3Ex+nmzJk3MyQoPDZYAAPAlC+9tMhlsE3PuDsyZ5y/BSxHDAQqq4eAFzpk+vnDjto++Xpo5ODU6Mlzyai6fVjJ0wFOID2/x9tK8guL1RTvMZktQoE78cjAhO7N/Sj8JAADAexHDAQqq4eAFNBr1ry6e+Zf/vP/mh4vuuuFiyRt1lpXLy/kIA+6srKJmxZrNq9aV1DU0qVR+mYPTcrMzR2YN0KgZ4hkAAHg/YjhAQTUcvEP/1IQp44YvW71p5dqiiTlZkhdx/ng6pp3Tc8dHmDAOcCvNLYb8wpJVhSWlB8rEbFK/mDOmjhEBXEhwoAQAACTpoUVe3pEFMmI4QEE1HLzGBWdPWb1+ywdfLhmR2T8kyEv2cuV8zXFeV2759CnjnHv99Qm2z6yfndySzzLgJixW66aSXXkFxZu37BbToSFBMyZnT8gempwQKwEAAPgeYjhAQTUcvEZggO6ic6a+/cmP//t8ybWXnSV5Pkf6JquvsL5+q6G+vO31W1uu+rstiZOpVCo5fSOJA/pW6YGyVYUlq9dtaWxuUatV4ieB3DFZWRlpapVKAgAA8FXEcICC/XZ4kynjR+QVFK9ev2XyuGGD+ydLnsw5g7NarXXllrfvNooMTixsrpUW3mW8/BmNPkESGZxoICdx8jmfaKCX1Tc25xcW5xeWHDxcKWbTkuLnnDFh3OghQYEBEgAAgM+j8Ac+zbFXb7FYTCZTS0tLRUVFeHh4fHy8BHi+soqaJ/7+VkR4yCN3LvDXeurvLi4ZXG2ZWWRwtYeOaRMUIV36Fz+RxKnVahHAyefOlXESgJ5kNlvWF+0Q0X/x9lLxUY0ICxmfPXRSzrDY6AgJAADAKxiNxqqqqsbGRjEdcJTWTt4B6cp+B9VwgILaGXiZuBj92TPGf75o5Rff51149hTJA7lkcDWHTe/cY3JkcMERfk21R2ri3rvPctEf26KSrBqN8q+Nmjigp+3cczC/sHjtxq0tBqNWo8kZmZE7JnPowBQ+dAAAAO0RwwEKjg0H7zNr2ti1G7b+sKwgN3toQny05FHaZ3Bv3WFqqDhyaf/R2ot/H/r5s40ly41itqVW9eGDbRf9yRKZ2Ob8KSaJA3pCbX3jijWbV60rKa+sFbOD0hMnZGfmjMjQ6bQSAAA4caUbzG1W2/ZqVLIqNJoNV69F4gCf5tIp1WAwlJWV6fX6uLg4CfAWpQfK/vTPd1ISYx/47RUikpI8RPu+qG/ebnTO4C54IFStFQ2kL547ksQJAWFWkcRFJak1dvROBbpXq9FUuGl7XkHRtl37xWx0ZPj40UMn5mRF6cMkAABwCp6aWWcy2Cbm3B2YM89fgvuhUyrQzaiGg1dKTYybPmn04hXrFq8oPGPKGMkTdDGDk2zJmnTunSGSdCSJM9SrPnxQuvCP5uhjB6WgJg44FeITuW3XPpG+FW7eYTSadDqtiN4mZA8dlJ7MRwoAAKDriOEABXvp8FbnzZ68bvP2z75bOWbEYH14qOTeup7BydoncR8/pL3gKRNJHHDqKqvrVqwtWlVYXF3bID46GQNScsdkjh42yHNHfQEAAOhDFP7ApzFSKnxH8fbSf/z346GDUm6/7kLJjZ1oBud0xWN6pwaGt9mTOA29U4GTYGg1rlm/Jb+wZDRruxoAABAASURBVGfpQck+3suE7MyJOVnhocESAACAT6JTKtDNqJSBF8sclDp21BCxX71mw9axIzMkt3TSGZzUriaupc6PmjjgRImPRtG20vyCovXFO81mS1Cgbur4ERPGZPZP6ScBAADglBHDAQqODQfvduncacXb9rz32eJhGWmBATrJzZxKBicjiQNOWllFzXLbyKfF9Q3N4iOSOTgtNztzZNYAjVotAQAAoJsQwwEK9szh3UKCAi+ec9rr//vuw6+WXnXhmZI7OfUMTkYSB5yQpmbDqnUl+YXFew+Ui9mkfjFnTs0RAVxIcKAEAACA7kYMByiohoPXm5CduXJt0Yo1m8ePHjK4f7LkHrorg5ORxAG/yGKxbtqyK6+gePOW3RarNTQkaMbk7AnZQ5MTYiUAAAD0GBIH+DSXIRoMBkNZWZler4+Li5MAL1VZXffYs2+GhwU/etevNJq+727WvRmc02oZsQHowJ79h/MLS9as39LUbBCfgxFD++eOycrKSBMfCQkAAACdY4gGoJtRDQdfEB0ZPnfWxI++Wvr14lVzZ06U+lQPZXASNXHAseobm/PWFq1aV3KwrErMpiXFn3vG0HGjhwQFBkgAAMANlG4wt1ltW6RRyarQaDZNvRYxHKBgbxw+Ysak7DXrt3y7ZPX40UPjYvRSH+m5DE5GEgeYzZZ1RTvyCopKtu8Vb/KIsJBZ08ZOyhkWGx0hAQAAd7Lw3iaTwTYx5+7AnHn+ErwUMRygoBoOPkLkTldfPOuJ5xe+8cF39950WZ+kTz2dwclI4uCzduw5kF9YUrBxa4vBqNVockZm5I7JHDowhTc5AABAHyKGAxTsh8N3JMRHzzot59sla5au2nDahJFS7+qdDE5GEgefUl3bkFdQJAK4iqpaMTsoPXFCdmbOiAydrps+UQAAADgFxHCAgmo4+JQ5Z+Su3bjt46+Xjc4aFBYaJPWW3szgZCRx8HqtRlPBxm35hcXbdu2X7IeAPGfGhIk5WVH6MAkAAHiChxaFS/ABxHCAgj1w+BSNRr3gojOffenDdz798TdXnSv1it7P4GQkcfBK4vO0defevILidUU7jEaTTqcV0duE7KGD0pN5CwMAALghYjhAQTUcfM3g/smTxg5bsWbzhuKdIzMHHKfle5//dNnc06VT01cZnIwkDt6ksrpOfHLzC0tq6hrEWzVjQErumMzRwwb5a9m0AwAAcF9sqwEK9r3hgy46Z+qmkl1vf/zDkAEpHR49auHHPyxfvWlw/yTp1PRtBicjiYOnazG0rlm/Nb+weNfeQ2I2LkY/b9YkEcBFhIVIAAAAcHvEcICCajj4oMAA3aVzT3/5na8++XbZZfOmu1x6/1Mv1TU0iQmT2SKdAnfI4GQdJnHnP2GOST2mGUkc3IrV2la8bU9eYfGGop1miyUoUDd1/IgJ2UP7pyZIAAAA8BzEcICCvW74pjEjBq9aV7Ikb8O4UUMce/X/efPzDcU7HW1MJrN0stwng5N1lMRpLniKJA7u6FB51co1RavWl9Q3NIu3ZObgtNzszJFZAzRqtQQAAABPQwwHKKiGg8+af8GZv3/m1Tc+WPTIXQvUKtWdj/5fi8EodQd3y+BkLkmcocGWxJ3/pCk27ZhmJHHoK03NhvzC4vzCkn0Hy8VsUr+YM6fmiAAuJDhQAgAA3qh0g7nNatvmjEpWhUaz8em1iOEABfvb8FlhoUHnnzXlvc8WP/LMq1U1De0bmMwnUw3nnhmcrH0S98nDWpI49C2LxbqxZFdeQVHR1j0Wq1WEbjMmZ0/IHpqcECsBAACvtvDeJpPBNjHn7sCcef4SvBQxHKCgGg6+rLnF4Cf5dZjBSbZOqSd8bDh3zuBkJHFwH3v2Hc4vLF69fqv4JKrVquFD++eOyRw2JF2tUkkAAADwFsRwgII9bfisJ/7+1oHDlVL3cf8MTkYSh75V19CUV1AsArjD5dViNi0pfkL20HGjhwQFBkgAAADwOsRwgIJqOPighR//sHz1JqlbeUoGJyOJQ+8zmc3rNu/IKyjasmOv+LhEhIXMmjZ2Us6w2OgICQAA+KT5zwQ7jg0nwXsRwwEK9rHha+5/6qW6hqautDR3+dhwnpXByUji0Gu27z6QX1hcsHGbodWo1WhyRg7JHZM5dGAKbyoAAHxc6kjyGZ/AywwoqIaD7/jPm59vKN7Z9fZdHKLBEzM4GUkcelR1bcPKtZtXrSupqKoTswPTEidkDx07cohO55afBwAAAPQMYjhAwd41fMRjz755qLxK6m6em8HJSOLQ7VqNpoKN2/ILi7ft2i9mo/Rh58yYMDEnS0xIAAAA8D3EcICCajj4iIdvn59XUPTdz2vkwpyu+MWRUj09g5ORxKFbiPfGlp378guK123ebjSZdTqtiN4mZA8dlJ7MWwYAAMCXEcMBCvar4SPUatXkccMn5gxbs2HLNz+tlodoPD6z5XgxnHdkcDKSOJyK8sralQVFqwqLa+oaxVsjY0BK7pjM0cMG+WvZ4gIAAAAxHOCEajj4FJEjjR89dNyoIavXdzWM65A3ZXAykjicqBZDq/gc5ReW7N57SMzGxejnzZyYm5MVERYiAQAAAEcRwwEK9qjhg8QbXg7j1m3e8fXiVfsPVXTW0mQ2azWu/zW8L4OTkcShK6zWtqKtu/MKijeW7DJbLEGBuqnjR0zIHto/NUECAAA4EU/NrDMZbBNz7g7MmecvwUsRwwEKquHgs8Q7P3v4IHHaVLLrq8Wr9uw73L6NyWRxieG8NYOTkcThOA6VVy1fvXnN+i31jc3iLZA5OC03O3Nk1gCNWi0BAAAAnSCGAxTsSwPDh/YXp5Lte79evGr77v3HaendGZyMJA4umpoN+YXF4rTvoO29ntQv5szTckQAFxIcKAEAAAC/hBgOUFANB8iGDkoRp+27D3y9OF9EcvJCk9ksSTp52hcyOBlJHCT7ECUbS3blFRQXbd1ttbaJ0G36pNG5YzKTE2IlAACA7jD/meA2q21LMipZJcF7EcMBCvaiAWeD0hNvv+7CPfsPf/Xjqk0lu0wms7zcdzI4GUmcL9u991B+YcmaDVubWwxqtWrE0AEifRs2JF2tYvsYAAB0p9SR5DM+gcIf+DRHjmCxWEwmU0tLS0VFRXh4eHx8vATAyf5DFUn9YiTfy+AcxOP+4rkjSZwQENpmT+I0MrVIaOzkDI4kztPVNTTlrS0SAdzhCtsIwmlJ8ROyh44bPSQoMEACAACATzIajVVVVY2NjWI64Citnbw70JW9ANJWQEElC9AZH8/gJGrifIPJbC7ctD2/oHjLzr3izR4RFjJr2tiJY7LiYvQSAAAAcMqI4QAFx4YDjsOXMzgZSZwX27Zrf35hccGmba2tJq1GkzMiIzcna+jAFF5EAAAAdCNiOEDBnjPQGTI4GUmcl6mqqc8rsI18WlldJ2YHpiVOyB46duQQnc4H3s0AAADodcRwgIJqOKBDZHDOSOK8QGurae3GrfmFJdt37xezUfqwc2ZMmJiTJSYkAAAAoMcQwwEK9pmB9sjg2iOJ81DitdiyY19eQdH6oh1Gk1nnrxXR24TsoYPSk3mJAABA33pqZp3JYJuYc3dgzjx/CV6KGA5QUA0HuCCD60yHSdy8R43xA49pRhLnJsora1eu3ZxfWFJb3yheisH9k0UAN3rYIH8tG0IAAADoPWx9Agr2lgFnZHDH10ES94j/+Y+TxLmRFkPrqnVb8guL9+w7LGbjYvTzZk7MzcmKCAuRAAAAgF5HDAcoqIYDHMjgusIliTM2kcS5BYvVWrR1T15B0caSXRaLNShQN3X8iAnZQ/unJkgAAABuaf4zwW1W27ZiVLJKgvcihgMU7CcDMjK4riOJcyulB8pWr9uyev2WhsZmMTtsSHpuduaYEYMlAAAA95Y6knzGJ/AyAwqq4QCJDO7EkcT1ucamlrzC4lWFJfsP2d6pSf1iZp6WIwK4kOBACQAAAHAbxHCAgj1kgAzu5JDE9QmzxbKxeFdeQVHRtj1Wa1toSNCMydnjRg9JTYyTAAAAAPdDDAcoqIaDjyODOxUkcb1p995DeYXFazdsbW5pVatVIzMH5I7JGpaRLp5dCQAAAHBXxHCAgn1j+DIyuFNHEtfT6hqa8tYW5ReWHK6oFrNpSfETxmSOHz0kMEAnAQAAAG6PGA5QUA0Hn0UG111I4nqCyWxet3lHXkHRlh17xVs1Iixk1rSxk3KGxUZHSAAAAIDnIIYDFOwVwzeRwXUvkrhutH33gfzC4oKN2wytRq1GkzMiIzcna+jAFJ40AADgZZ6aWWcy2Cbm3B2YM89fgpcihgMUVMPBB5HB9QSSuFNUXduQV1AkAriKqjoxOzAtcUL20LEjh+h0vBcBAADgwYjhAAX7w/A1ZHA9hyTuJLQaTQUbt4n0bduu/WI2Sh92zowJE3OyxIQEAAAAeD5iOEBBNRx8ChlcTyOJ6yLxTty2a19eQVHh5h1Go0nnr80dk5k7JmtQehLhJAAA8BHznwlus9o2faKSVRK8FzEcoKAmBb6DDK53kMQdX2V13UrbyKfF1bUNYjZjQLII4LKHD/bXsn0CAAB8S+pItn98Ai8zoKAaDj6CDK43kcS1Z2g1rtmwNb+geGfpQTEbGx0xd+bEiTlZEWEhEgAAAOC9iOEABdVw8AVkcL2PJE4mHlrJ9r0rC4rWF+0wmy2BAf5Txg2fkJ05IC1BAgAAAHwAMRygoBoOXo8Mrq/4eBJXVlGzYu3mVetK6uqbxEMbOihl4pisUVkDNRq1BAAAAPgMYjhAQTUcvBsZXN/ywSSuucWwet2W/MKSPfsPi9mEuKgZk7InjMkMCwmSAAAAAN9DDAcoqIaDFyODcwc+ksRZrNairXvyCoo2luyyWKzBQQHTJo7Kzc5MTYqTAAAAAB9GDAcoqIaDtyKDcx/encTtO1iRX1i8ev2WhsZmtUo1bEh67pjM4UP6q9UqCQAAAJ17amadyWCbmHN3YM48fwleihgOUFANB69EBuduvC+Ja2o25BUU5ReW7D9ke2MlJ8TOnjZ2QnZmcFCABAAAAOAoYjhAQTUcvA8ZnHvyjiTOYrFuKNmZV1BctHW31doWFhp05pQxE8dm9YuNkgAAAAC0QwwHKKiGg5chg3NnHp3E7dl32N75dGtzi0GjVo/KGpg7JitrcJq4sxIAAABO3JT5OqvFtimVkMFQ8t6MGA5QUA0Hb0IG5/48Lomrb2zOW2vrfHqovErMpqf0y83OHDsqIzBAJwEAAOAUTF3A0Tx8AjEcoKAaDl6DDM5TdJjEzXvUlDD4mGZ9m8SZzZZ1RTtEAFeyY6+4D/rwkNmnj5s4Jis2OkICAAAA0GXEcICCajh4BzI4z9I+ifv099rznnCLJG7HngP5hSUFG7e2GIz+Ws3YkRm5OVlDBiTzPQkAAACcBGI4QEE1HLwAGZwnckniTAbXJE5+WUUSd7R9z6ZgtfWNK9ZsFgFcRVXNJ0D9AAAQAElEQVStmB2UnjQhe2jOiAydjrcOAAAAcPKI4QAF1XDwdGRwnuv4SZxarT7azM9lohsZTebCTdvyCoq37twnZqMjw+eckZs7JjNKHyYBAAAAOGXEcICCajh4NDI4T/eLNXGSUx4ndV8SJ94423fvX7m2aN3m7a1Gk06nnZiTNSE7c1B6Er9KAAAAAN2IGA5QUA0Hz+WSwVXuM79zLxmc5+nlJK6qpn6lbeTTYjEh1pQxICV3TGb28EFaDZsHAAAAveqpmXUmg21izt2BOfP8JXgptrMBBdVw8FDtM7i37jA21x65lAzOs/RCEtfaalqzYUt+YcmOPQfEbFyMft6sSRNzssJDgyUAAAAAPYYYDlBQDQdPRAbnfXooiRPvkJIde/MKitdv3mEym4MCdVPHj5iQPbR/aoIEAAAAoOcRwwEKquHgccjgvFX3JnHllbUr19pGPq2tbxQtswan5o7JGpk1QOO0BgAAAPShKfN1Vottiy4hgy00b0YMByiohoNnIYPzbqeexLUYWlet25JfWLxn32ExmxgfPWPyaBHAhQQHSgAAAHAnUxcESPABxHCAgmo4eJDjZ3BpI8ngvMHJJXFWa1vR1t15BcUbS3aZLRYRuk2fNHpCdmZKYqwEAAAAoO8QwwEKquHgKX4xg7vooVA1X/Be4YSSuEPlVSvXFq9eV1Lf2KxWqYYP7Z87JnPYkHQxLQEAAADoa+ylAQqq4eARyOB8zS8mcc0trYWbtq9aX7LvYIV4d6Qmxs0+fdyE7KFBgXRtAAAAANwIO2qAgmo4uD8yON/UYRI373Fji/+BTVt2l+zYZzSbQ4KCzpwyJndMVnxsJN9jAAAAgBtiXw1QUA0HN0cG58vaJ3Ef/k6tmrLNFFSZlZE6KmvQ0EGparXa8SVGEgcAAAC4G3bXAAXVcHBnZHBwSeIks8ZvxekXPdaakqnTaDQWi0X6pbFTAQAA4J4W3tNktm/iTbxMN3gim/Vei2M2Awqq4eC2yOAgk5O4oZP95VmLUfXlYwEHt5kFy1FtTiQAAAB4gtKN5j3rbaf6CqsE70UMByiohoN7csngyveQwfk0lyROPk4cSRwAAADg/thvAxRUw8ENtc/gFt5pbKk/cumAMdrz7yeD8zm/OHaqRO9UAAAAjzJlvs5qsW2zJWSoJXgvdt0ABdVwcDe/mMFd8ECoin/TPokkDgAAwJtMXRAgwQfQKRVQUA0Ht0IGh+MTwdrcu0KyTnPqnfqI9sAWC71TAQAAAPdEDAcoqIaD+yCDQxedc5vTceJa/D77g4bjxAEAAADuiRgOUFANBzdBBoeuY8QGAAAAwFMQwwEKquHgDsjgcKJI4gAAAACPQAwHKKiGQ58jg8PJ6TCJO1BCEgcAAAC4EUZKBRRUw6FvkcHhVMgjNmi0TZt+apXsSdxnj2nn/t6UlKW0YexUAAAA97Twniaz0TYx8TLd4IlkNV6LajhAQTUc+hAZHLrFWbcEHzNiw2MaauIAAADcX+lG8571tlN9hVWC9yKGAxRUw6GvkMGhu7j0TjW3qj79A0kcAAAA4BYodAQUVMOhT7hkcGU7zW/fQwaHkycncZLUWLLc1rFBTuLOe8ycOFRpQ+9UAAAAtzJlvs5qsW2VJWSw6e/NiOEABdVw6H2udXC7LAvvNhkajlxKBoeTQxIHAADgWaYuCJDgA+iUCiiohkMva5/BvXWX0dBw5B1IBodTQe9UAAAAwN0QwwEKquHQm8jg0NNI4gAAAAC3QgwHKKiGQ68hg0PvIIkDAAAA3AcxHKCgGg69gwwOvYkkDgAAAHATxHCAgmo49AIyOPQ+kjgAAADAHTBSKqCgGg49jQwOfYWxUwEAANzZwnuazLbNNGniZbrBE8lqvBbVcICCajj0KDfM4J67743Zqb/+x+/e6qzBn255STR46Yn/ST3jktF3ivUf3ld5Qtf63fznxLXyvl8v9aInb3pB3OjiT/KlE7R5zY6Hf/X3a6Y8ODfjZnH+0IK/7yreJ/UFauIAAADcVulG8571tlN9hVWC9yKGAxRUw6HnUAfnmz757w/3XPTntUuK6qobB2alNNQ2FfxcdMf5f/r5izVSXyCJAwAAAPoQhY6Agmo49JDjZ3CDxvufd08IGZz3KSnc9cofPxQTZ10x9aZHL/fXaSxmyxt//ex///nm7/e9kZaRmDo4Qep1chKn1jRuXkLvVAAAAHeROkIjd0oNi6Feypvx6gIKquHQE8jgfNbiT/JF7jZ68tDb/jhfZHBiiVqjvvaBC6bOGdvS3PrFmz9JfUR8yZ19a8iwadTEAQAAuIv5fw2++h+2EweG827EcICCajh0O5cM7uA2Mxmc79i0aps4n3nJZJdwf/JZo8X5jk2lUt8hiQMAAAB6HyEroKAaDt3LkcGJAE6ciwzu7buMxpYjl3puBiceywcvfLv0y7Vl+yqDw4KGjO4/dU7OxFmjT66Ziw9e/O6/f/wwKCTgqYV3Dh3dX+qyvO/Xr12yefeW/aVbD8YmRg3ISh43fYS4RUeDj15e9PKTH9z2x6typg0Td6y4YEfl4dqsnIGTZmfPuGCCy9qWfrnmx4/yt6zfFREVNmzCoPOvO7P9LR7eV/nZaz8Wr92xb8ehyHj9wKyU0VMyz7hgglpz5EV97tMHD++tiEuKdrmiWmP75xsQrJP6lJzESRK9UwEAAIBeQgwHKKiGQzfy1gzOZDQ/fsP/rflps1qt6p+ZLGaXfbV2yeerp58/QSRcAUH+J9TMxfcfrJQzuCdeu+2EMrjn7n/ju/eWi4nwqNDUjIQ9Ww6IPO6Hj/J+/CjvsddudW65f9fhD174pvxAtbhXFpN55XfrxGnr+l03P36Fo81/n/rwg5e+ExMJaTG6QO237y4XYWK/5Bjn9dRVNtx1wdPV5XViOi0jsdVgFI9OnBZ9sOJPC++Su6AGBunShyS53FXxZvjyLVt31BHjM6S+1vUkjl8pAAAAgFNHDAco2M9Ed3Hui9o+g8vI9Z97l6f2RX3//74R4VrywPjH/nubSKnEktJtBx/79b8Wf5IfHa+/9oELTqiZsxXfFP79/jdEdCUyuKxxg6QuEzckMrjI2PBHXv7tkFHpYonFbPn2veX/fGjhqsUbd2zeO3BYiqPxx698nzEy7U/v3B2fHG00mD586bs3//bZ52/8NPeaGUnpcZJ9XAWRwak16jv/8qszLswVSw7sKX94wd+3bdzjfKNfv7tUZHCTZo++9an5EdFh8gO877K/Fq3e/tNnq2ZdMqnDuyru2HP3vbFueUlMgv6c+dMkNyAncX6qpk2LW6V2SZyfnUqlcvxKwTckAAAAcNI4NhygoBoO3cLleHCHtlvcPIP7+u2ls1N/3eHp5y/WOLcUkda7//pKTDz8n5vkcE1IHZxw//M3iIlPX/3+4J6KrjdztiFv659ufUmtVf/hlVtOKIMT1q8oEecX3jBTzuAk+0gI58w/LXPMADG9d/tB58b+Os39/7hBZHC26QDtFbfNkUO6koJdcoPPX/9RnM++bLKcwQmJabF3/eVqlxvdt/OwOJ9wxig5g5Mf4LX3XXDmRbkR0aGd3VWRM/7wUZ5IDB9/7bbwqBDJPYhg7azfBg+ffqSTrPNx4uRDxVntHG9sCQAAAMBJIYYDFNR6oHvZ6uC2Wt660+DI4IZM9D/vXg8ek+Hnz1ZbzJaJs0aLyMl5ecaotOwpmcZW88a8LV1v5rBtw57Hrv+X2WT53b9/M2rSEOkE/frhiz/Y8PzMiyc7LxS3ogu0dX01Gs3OyweNTHckg7KUgf3EeWuzvRbMZFm9eJOYOOfK05zbDJ8wePCIVOclsYmR4vzVP39UtHanY+Gsyybf/bdrx08fIXXk8zd++v7DPJEA/untu9p3Vu1btpq4W4JHzHBO4rR7N1ocMRxjNQAAAPSohfc0vX6b7bRtpVmC96JTKqCgGg7dRQ4sag5a37m31dRyJNjtn62dd4+7FEA5O/vKqbf98aoOL/rTLS85F8TVVteL85RB/dq3FIlb4bLivTsOdb2Zw9/ufq3VYDs22d5tBybM6DjDOr7QiCDxhBcX7Cxas+Pw/orKAzWbVm9rbjSIi6xmq3PLuIRIl+tqdVpxbrFaxHnV4dqmhhb5fro0SxrQb9tGZWzTc686/Zt3ltZU1N994dMiWcscM2DExCG5Z4zqrMatbF/V63/+SHzD/P7Fm9uv3E2c9dtgyU/a+IPcO9Xviyc1F//ZEj/AolKp/I6Sjn5VSgAAAOg+pRvNJtvWqzRshlaC9yKGAxRUw+HUOWJcMREa09Z/nF/JT0eW7C82HdxmThjswV+8Lc22sCwyNqL9RfrYcHFeW9XQ9WYOxlbTRTfO+vDF7979x1dTzs7plxojnQijwbTw718s+WJV+f5qx8LMnAENtU37dhx2adzZ+KTy69bcZMvgQvXBjtFOHSLt99whKj7ibx8/8PZzny/7uuDwvkpxWvzpqn8HvDN3wekL7j7PP8B142n5twXNTa2nzxs3ICtZclcVpZbt+UbHbEKWObyf1WpVWSwW+fBwfEMCAAAAp4IYDlBQDYduZHsj+bWdfbeIMEzbltqOAGA0SO8/Wn/po2Gem8RFx9mStZqKuvYX1VbYKuDCIoK73szhjqcXzLpscsXB6p+/WPPvR9594o3bpBPxyp8+/Pz1xf46zcxLJo2ZmpU8ID4+JSYoJOCxX/9f+xju+IJDg8R5Q02TxWxxSeKaG1tcGielx93/j1//9sn5m1ZvW7es+KfPVokrfvjSoopDNQ/+6waXxhUHbBHhoBFpkrsSGdy7v69vaTzyBZg0qnXarc3WNn+rVe3cI5UkDgAAoCekjtCY7b+HhsVw9DBvRgwHKKiGQ3dRDmbv1zbrDvHXsn2ZLdPx9CQu3l6nJvKy9heV2xemDU3qejOHkfbjwV334EX5329Ys2STCONOO3es1DXNTa1fLfxZTNzx519NP3+C80XVZbXSCQ4pEBUfERIW2Fjfcnh/VWJarPNF5QeqnGcbapvFkrSMBNE+94yR4nTDw5d89NJ3r/3lk+VfF7RP8WISI0dPHppgH4zVDblkcP2GN0+8sc5PpWtzIgEAAKDHzP9rsAQfQMgKKKiGQ0/wU0mn39zaf+KRvn5yEnd4p0XyQJNmZfvrNKsWbyw/cEzEtm9X2bplxWIi94xRXW/mIjYx8vJbzxETr/zxAxGuSV3TaK9cExPZUzKdlxcX7Ny6YY+YsFisUpep1arsqcPExDfvLHVevnf7oY3525yX3HneH3979uObVm13LNFo1afPs+eAIspvl+Zf+OuZf3r7rpM78l1Pc8ng4rIax11X7qfqIHrj6xEAAAA4FcRwgIJqOHQX+V3kOKq9WqM67TctaRMM8qUiiXvvDx6ZxMUk6Of+anpDTdNDC547uKdCXli67eAfrnm+qaFl9uVT5AEKutisvQt+PbNfakzFwZrX//Kx1DXRCXpdgG1E033cJQAAEABJREFU1O/eX+5YKDK4J278tzwtD/7Qdedff4Y4//DF7z57/Ud5icgTxQMxGkzOzSafM0ac//N3b5UU7pKXiG+PD1/6Vkzkzhwl4jyX1S7+JP+d57/MW7RecjMuGVzM0Pqx15apNX7OwzI4vhX5egQAAABOBZ1SAQXVcOhGzhGGSDTkJE68u0pXBYpLW5vbRBJ32WNh8QPUkke5/LY5h/ZVrvim8NfTH+6fmWwymvftOGSxWLOnZt74yKUn2syFv07zm0cv+8M1//zijZ/OuHDi4BGpv3h/RFh0xW3nvPaXT8Rp5XfrgkIDja2mojU7NFr1kFHpW9bvrq9skE7E0NH9xX144dH3/vOH9z56eZG/v3b/rrKgYN3I3IwNeVsdzS777Tlrftq0s2jfnef/SUSH8cnR1eV1ImpMHhh/4+87eIA/f75GxHmzLp0sQjrJbbhkcLGZDTnXiAxO7aCycw7jSOIAAACAk0Y1HKCgGg6nzrluSA7gbBmcWq3RaFRqvyk3NKWMa5YbyEmcx9XEBYcG/v6Fm+77+3UTZo6qLq+tr2kcPWXoHU8veOL12wODdCfarL3x00fkTMsSn8R/PPhmF/uTXvrbsx/+z2+GjR90cG/FuuUlIjWbccGEf3/zhwV3nycuXbu0SDpB510z4+l37p589hirpa2uqiFjZNojL98yICvFuU1AkP9fP7z/ugcvyho70NDcKm634mD13KunP//5wzEJeskTtK+DG3P1IY1WpbGTYzgx4XgbO5fFAQAAADgJFP7Ap8nHHbdarRaLxWQytbS0VFRUhIeHx8fHS8DJkr9XxfvKNjSDxWK2E28wo53JaF72UvDe1UFyY12QnyfWxMHTVe23vP27YzK4nGsOa/1tuZu/E61WqznKpSwOAAAA8Clib66qqqqxsVFMBxyltZP7kXRlO5lqOEBBNRy6hfOB4eRSOLmqSHw7i1xDo1VP/nVj8tgmubGH1sTBo9kyuIdd6+CcMzh5Y8JREycQwAEAAPSopW8alrzWKk4Ht7Br4M04Nhyg4Nhw6EaOME5O4uTSS+lordyUG5qWSdK+NbZRyT33OHHwREcyuPpjMjh/nUbO4OQAzrkOzuWXPZI4AACAnrBsYavJPqJbSGRgwhD2C7wW1XCAgmo4dBfnDM5xbDjZkWojf41I4qiJQy/7xQzOuRTOOYOjFA4AAAA4dcRwgIJqOHSjLiZxSaNb5PYkcehpXczgbF2nnTI458EZSOIAAAB6SOoITdoo2ykshqDGm5E4wKe5DNFgMBjKysr0en1cXJwEnDLHF6z8NpPfaeaj5BEbWg2m5S+E7V8XKLfUBfld+VRYTCpV6OhmZHAAAADAqWCIBqCbUQ2H7uV8OK32NXFy5KEL0E7+Tb1zTdy7v6+vKKUmDt2JDA4AAABwB8RwgIJjw6HbHSeJcxwL3yWJa2kkiUN3IoMDAAAA3AQxHKCgGg49gSQOfYgMDgAAAHAfxHCAgmo49BCSOPQJMjgAAADArRDDAQqq4dBzSOLQy8jgAAAAAHdDDAcoqIZDjyKJQ68hgwMAAPAsS980LHmtVZwObmHj35sRwwEKquHQ00ji0AvI4AAAADzOsoUigxNJnOHgVrb8vRkxHKCgGg694KSTOJGtSMAvIYMDAAAA3BYxHKCgGg694+SSOJGtkMTh+FwyuNjM+pxrD5LBAQAAuL/UEZq0UbZTWAxBjTcjcYBPa7OzWq0Wi8VkMhkMhrKyMr1eHxcXJwE9zPH1K78J5feh2c5kZzQaWw2m5S+E7V8XKLcMDPO78smwqCS1BLRDHRwAAADQc8QOWlVVVWNjo5gOOEoupJA3rbuyOU3ICiiohkNvOpmauHpq4tCxrmRwMjI4AAAAoK8QwwEKjg2HXtb1JC5hBEkcOlV9yNqVOjiBDA4AAADoQ8RwgIJqOPS+LiZxp93SQBKHDokM7p2H6qiDAwAAANwfMRygoBoOfaIrSZxIVUji0F7VAVsG11R7dEyGrA7GZJAnyOAAAACAPkcMByiohkNfIYnDSag+ZH3390oGFzO0PnvBITlxoy8qAAAA4IaI4QAF1XDoQyedxIksRoLvkfuiOmdw9EUFAADwXEvfNCx5rVWcDm7hh3ZvRgwHKKiGQ986uSROZDEkcb6mKxkcdXAAAAAeZNlCkcGJJM5wcCsxnDcjhgMUVMOhz51EEieyGJI4n0IdHAAAAOChiOEABdVwcAckcTiOLmZw1MEBAAAAbojEAT6tzc5qtVosFpPJZDAYysrK9Hp9XFycBPQpx5ez/BaV36VmO5OdUWg1//yv0IMbA+WWwRF+VzwVHtmP31e8Vhf7olIHBwAAAHQ7sQdWVVXV2NgopgOOkksl5A3vrmxss7cGKKiGg/ugJg4uyOAAAAAAT0cMByg4NhzcCkkcHMjgAAAAAC9ADAcoqIaDuyGJg0QGBwAAAHgLYjhAQTUc3NBJJ3ENlSRx3oAMDgAAAPAaxHCAgmo4uKeuJ3HxmQa5pUht3n6oniTO05HBAQAAAN6EGA5QUA0Ht9XFJG7abfWOJK6uwkoS59HI4AAAAHzH0jcNS15rFaeDWywSvBcxHKCgGg7urCtJnC6QJM5LkMEBAAD4lGULRQYnkjjDwa3EcN6MGA5QUA0HN0cS5yPI4AAAAACvRAwHKKiGg/vrYhJ32q11sUNI4jwSGRwAAADgrUgc4NPa7KxWq8ViMZlMBoOhrKxMr9fHxcVJgBtzfHXLb2D5PWy2E+9ko52hxbTk+YjyLQFyy/AY1ZVPhYVG8+uLW6stty58gAwOAAAAcDtiJ6uqqqqxsVFMBxwlF0PIm+Vd2RRnfwxQUA0HT3H8mjh/u4BA7bTba6mJ8yAig3vnoXoyOAAAAMBbEcMBCo4NBw9CEudl5AyuoerIq0MGBwAAAHgfYjhAQTUcPAtJnNcggwMAAAB8ATEcoKAaDh6HJM4LkMEBAAAAPoIYDlBQDQdPRBLn0cjgAAAAAN9BDAcoqIaDhyKJ81BkcAAAAJCVbjDvWWcRp4ZK6kK8GTEcoKAaDp6LJM7jkMEBAADAYeG9Ta/f3ihOW1eYJHgvYjhAQTUcPBpJnAchgwMAAAB8EDEcoKAaDp6OJM4jkMEBAAAAvonEAT6tzc5qtVosFpPJZDAYysrK9Hp9XFycBHgsxxe7/PaW3+FmO/E+N9oZWkxLno8o3xIgtwyPUV35VFhoNL/N9DgyOAAAAMATid2oqqqqxsZGMR1wlNZO3mjvyoY6e1yAgmo4eAdq4twWGRwAAADgy4jhAAXHhoPXIIlzQ2RwAAAAgI8jhgMUVMPBm5DEuRUyOAAAAADEcICCajh4GZI4N0EGBwAAAEAihgOcUQ0H70MS1+fI4AAAAADIiOEABdVw8EokcX2IDA4AAABdUbrBvGedRZwaKqkL8WbEcICCajh4K5K4PkEGBwAAgC5aeG/T67c3itPWFSYJ3osYDlBQDQcvRhLXy8TzRgYHAAAAwBkxHKCgGg7ejSSu14hn7G0yOAAAAADHInGAT2uzs1qtFovFZDIZDIaysjK9Xh8XFycBXsrxtS+/+eX3v9lOfAqMdoYW05LnI8q3BMgtw2NUVz4VFhrNLzddImdwIsGUZ8ngAAAAAC8gdpSqqqoaGxvFdMBRWjt5k74rm/HsUwEKquHgC6iJ61FkcAAAAAA6QwwHKDg2HHwESVwPIYMDAAAAcBzEcICCajj4DpK4bkcGBwAAAOD4iOEABdVw8Ckkcd2IDA4AAADALyKGAxRUw8HXkMR1CzI4AAAAAF1BDAcoqIaDDyKJO0VkcAAAADh1pRvMe9ZZxKmhkroQb0YMByiohoNvIok7aWRwAAAA6BYL7216/fZGcdq6wiTBexHDAQqq4eCzSOJOAhkcAAAAgBNCDAcoqIaDLyOJOyFkcAAAAABOlEYCcBTVcPBxjhhaTuI6ayaSuCXPR5RvCZCOJnFXPhUWGu1Dv+uQwQEAAKB7zX8muM1q20SMSqZeypvx6gIKquEAauJ+ERkcAAAAul3qSE3aaLU4hUazrejNiOEABdVwgEQSd1xkcAAAAABOGjEcoKAaDpCRxHWIDA4AAADAqSCGAxRUwwEOJHEuyOAAAAAAnCJiOEBBNRzgjCTOoammjQwOAAAAwCkihgMUVMMBLkjipCMZXB0ZHAAAAHpO6QbznnUWcWqopC7EmxHDAQqq4YD2fDyJkzO4msNkcAAAAOhBC+9tev32RnHausIkwXsRwwEKquGADvlsEkcGBwAAAKAbEcMBCqrhgM74YBJHBgcAAACge2kkAEdRDQcchyOklpO4zpqJJG7J8xHlWwKko0nclU+FhUZ72K8+ZHAAAADoTfOfCW6z2jYgo5Kpl/JmvLqAgmo44Ph8pCaODA4AAAC9LHWkJm20WpxCo9mS9GbEcICCajjgF3l9EkcGBwAAAKCHEMMBCqrhgK7w4iSODA4AAABAzyGGAxRUwwFd5JVJHBkcAAAAgB5FDAcoqIYDus7LkjgyOAAAAAA9jRgOUFANB5wQr0niyOAAAAAA9AJiOEBBNRxworwgiSODAwAAQJ97ambdo1Ntp7WfGSV4L2I4QEE1HHASPDqJI4MDAAAA0GuI4QAF1XDAyfHQJI4MDgAAAEBv0kgAjqIaDjhpjghbTuI6ayaSuCXPR5RvCZCOJnFXPhUWGt0HvwmRwQEAAMB9zH8muM1q27yMSqZeypvx6gIKquGAU+FBNXFkcAAAAHArqSM1aaPV4hQazXamNyOGAxRUwwGnyCOSODI4AAAAAH2CGA5QUA0HnDo3T+Kaa8ngAAAAAPQNYjhAQTUc0C3cNomzZXC/J4MDAAAA0DeI4QAF1XBAd3HDJE7O4KoPkMEBAAAA6BvEcICCajigG7lVEkcGBwAAAKDPEcMBCqrhgO7lJkkcGRwAAADc3FMz6x6dajut/cwowXsRwwEKquGAbtfnSRwZHAAAAAA3QQwHKKiGA3pCHyZxZHAAAAAA3IdGAnAU1XBAD3EE3HIS11kzkcQteT6ifEuAdDSJu/KpsNDok/zFiAwOAAAAnmL+M8FtVtvGZ1Qy9VLejFcXUFANB/ScXq6JI4MDAACAB0kdqUkbrRan0Gi2Qr0ZMRygoBoO6FG9lsSRwQEAAABwQ8RwgIJqOKCn9UISRwYHAAAA4P/Zuw84J8r8j+PPpmy292Vhd+lI7016xwZSBEERQcXuef5FuDvLqeepZy8n1rOBiBUVFREE6b0uHaUtHZbtLbsp+3+SkSQmu8sCm9kk+3m/eIUnkyeTSWYyO/nOb2Z8EzEc4EQ1HKACryZxZHAAAAAAfBYxHOBENRygDi8lcWRwAAAAAHwZMRzgRDUcoJpqT+LI4AAAAAD4OGI4wIlqOEBN1ZjEkcEBAADArz1zRe6T/Wz/Ns0rFQhcxHCAE9VwgMouOokrzHbG5WRwAAAAAPwCMRzgRDUcoL6LTeJylSSODA4AAACAv9AJAPLi4xYAABAASURBVOdQDQfUCEf8rSRxFXUb/FDOkpdjzuwNke3sU7YkbvTfI797Kd81g+s25aQSt5HBAQAAwI9MfDG8zGrbNI2vT71UICOGA5yohgNqStWTuGX/jT65I1TYk7gPH8x1PFSndV7X28jgAAAA4JcadiCfqRUIWQEnquGAGlSVo1NlY+ADefXaFbs9N6lNfrcppxw9Hf3J4AAAAAD4DmI4wIlqOKBmVT2JS0o94XhWUtuC7refVvq4BnCyTQYHAAAAwHcQwwFOVMMBNa6KSVy3pnMSEw7LbknNsnvdddYtfSODAwAAAOCDOPYYcKIaDvAFlZ8nTknTdPn5PS6bsy9iYLtxQm9oJIdo7fTnkMEBAAAA8DXEcIAT1XCAjzhvEqfNywsyGFrH/ay3XmEwGORA16I5pU0GBwAAAMCnEMMBTlTDAb6jkiTOFsMVFASVlJTp9YaysuDgYEc1nIIMDgAAAP7lmStyTUZbY/hDoV1HBgsEKGI4wIlqOMCnVJTE2e7KGE6nkzGczmo1GAxKB9cwjgwOAAAAgK8hhgOcqIYDfE25SZwtbjMa5de1TKvVl8ksTq/EbY5LOjgCODI4AAAAAL6DGA5wohoO8EGeSZwtXTMa5RdVxnC6czGcHO5aAUcGBwAAAD/Sd6LBarFtuCa30AoELmI4wIlqOMA3uSVxtq9qaantrkYjN1J0Op04dwVVt/SNDA4AAAB+od+kEIFagBgOcKIaDvBZyhfT8Q3VWCxlVqscKjM5pQJOeERvfJcBAAAA+BRiOMCJajjAxzmy8pg77hD276yhRQvHkaqu3QQAAAAA+BhiOMCJajjA9ynf0Nh77y03Mef7CwAAAMBnEcMBTlTDAX6ExA0AAACAfyGGA5yohgMAAAAAAF5CDAc4UQ0HAAAAAFDf7GmF5lJbo9cNhua9yGoCFrMWcKIaDgAAAACgvvTtZpPR1mg7WC8QuIjhACeq4QAAAAAAgJcQwwFOVMMB/uJwu3bCYpGNhGefjRg1SgAAAAD+rO9Eg9Vi+yma3EIrELiI4QAnquEAAAAAAOrrNylEoBYghgOcqIYDAAAAAABeQgwHOFENBwAAAAAAvIQYDnCiGg4AAAAAAHgJMRzgRDUcAAAAAADwEmI4wIlqOAAAAAAA4CXEcIAT1XAAAAAAAPXNnlZoLrU1et1gaN6LrCZgMWsBJ6rhAAAAAADqS99uNhltjbaD9QKBixgOcKIaDgAAAAAAeAkxHOBENRzgL+p++KGwJ+b6Jk0EAAAA4Of6TjRYLbafoskttAKBixgOcKIaDvAXId26CQAAACBQ9JsUIlALEMMBTlTDAQAAAAAALyGGA5yohgMAAAAAAF5CDAc4UQ0HAAAAAAC8hBgOcKIaDgAAAAAAeAkxHOBENRwAAAAAAPASYjjAiWo4wF8cbtdOWCyykfDssxGjRgkAAADAn82eVmgutTV63WBo3ousJmAxawEnquEAAAAAAOpL3242GW2NtoP1AoGLGA5wohoOAAAAAAB4CTEc4EQ1HAAAAABAfX0nGqwW20/R5BZagcBFDAc4UQ0HAAAAAFBfv0khArUAMRzgRDUcAAAAAADwEmI4wIlqOAAAAAAA4CXEcIAT1XAAAAAAAMBLiOEAJ6rhgBqh0WjEBUp6/XVh/6oa2rS5iKdbrVYBAAAAAOoihgOcqIYDasRFfOkihg4VAAAAAOBXiOEAJ6rhAAAAAADqmz2t0Fxqa/S6wdC8F1lNwGLWAk5UwwEAAAAA1Je+3Wwy2hptB+sFAhcxHOBENRwAAAAAAPASYjjAiWo4AAAAAID6GrbXKQelRiVe8PXH4EeI4QAnquEAAAAAAOqb+FK4QC1AyAo4UQ0HqC8rK8tgMMjv3dSpUyvqU1xc3LRpU9ln0qRJAgAAAAD8EzEc4EQ1HKC+uLi4Rx55RDZmzJixffv2cvs88cQTBw8eTEhIePXVVwUAAAAA+CdiOMCJajigRvzjH/9o0aKFyWS69957PR/duXPna6+9Jhsvv/xyfHy8AAAAAAD/RAwHOFENB9QIg8HwzjvvyMbq1atnzZrl+pD8Pt55550yoRsyZAhHpAIAAADwa8RwgBPVcEBNGTBgwMSJE4W9Mi4/P98x/L333lu7dm1kZKRsCAAAAADwZ8RwgBPVcEANevHFF6Ojo0+ePPnEE08oQ86ePfvYY4/JxpNPPtm4cWNHz8zMzEcffVQmd7GxsX379n344YdzcnLcxrZ69eqbb765TZs2MsLr0aPHXXfdtWTJEgEAAAD4pNnTCj/+q+3fb2vMAoGLGA5wohoOqEF169Z99tlnhf1aDbt375aNp556SiZxnTp1euCBBxzdli1bJofInmlpaTJl++2335577rmOHTuuWrXK0efXX3/t16/f7Nmz9+7d27p16/3797/33ntDhgyZPn26AAAAAHxP+nbz4W22f3kZVoHARQwHOFENB9Sse+65p2fPniaT6cEHH5TZ2ZtvvqnX699//32tVqt0yMnJGT9+/NGjRx955JEzZ87I6O306dMvv/xyenq6HF5YWKh0e/75561Wq0zxcnNz169fn5GR8cUXX8jhL7300qFDhwQAAAAA1ASdAHAO1XBAzZLfvhkzZnTp0mXRokWjRo2SUdrf/va3zp07Ozo8/fTTMn2bMmXKM8884xg4derUffv2vffee88999y///1vOUQpprv55psjIiKU0Y4bN27dunVFRUVGo1EAAAAAPqZhe5251NaISqReKpBR+INarcxO/tS3WCwmk6m4uDgjIyM6Orpu3boCgFocxW4KGau9+uqrstGiRYutW7eGhoY6Hqpfv/6xY8eWLFkyaNAg16csW7Zs4MCBLVu23LNnj7zbv3//FStW9OrV68svv0xJSfF8RfmVFwAAAABQZaWlpZmZmQUFBbIdco7eTv6i0Wg0VanpIYZDreYWwxmNxtOnT8fGxiYlJQkAanGL4eQftsTERPl9/Pzzz8ePH+8YXlJSEhYWJr+wffv2NRgMrk+RfxFl7iYfVY5L/fnnn6+++mrloc6dO/fs2XPo0KFySHBwsDKQGA4AAADABSGGAy4V1XCAL3CL4aSYmJjc3NzFixcPHjzYMfDEiRPllra5ks+KioqSjV9++eXZZ59dtmyZ46Hk5OSnnnpqypQpghgOAAAAwAWqlhiOQ44BJ84NB/iypKQk+RdONrKzs8sqoGRw0tChQ5cuXXr06NGZM2fecMMNwcHBMsW7/fbb33rrLQEAAAAANYEYDnDiSqmAL5O7mFq1aiUb69atc3tI7pLavn17Tk6OcvfkyZO7du2SjdTU1EmTJn322WdnzpwZO3asHPLtt98KAAAAAKgJxHCAE9VwgI8bPXq0vJ0xY4bb8HfeeadDhw4DBw6U7SNHjiQnJ/fo0UMpF1dER0ePGDFC2L/mAgAAAABqAjEc4EQ1HODjHnroocTExPnz5//rX/8ymUzKwJUrVz7zzDPKo/K2QYMG/fr1kxncuHHjjh49qvQpLCyUUZ1sDB8+XAAAAAA+ZsUs47KPSuS/E3s5i3Eg0wkA51ANB/i4yMjIOXPmTJ48+cknn3z55Zc7duyo1WqV6zDce++9EydOVLrJxK1Xr14LFixo1KiR7BMXF7dnz57jx4+PGTPm7rvvFgAAAICPWTm7xGS0NSLiQpNbagUCFNVwgBPVcIDvGzJkyPbt2x9++OHu3btv27YtPT39qquumjt37ptvvuno06pVqx07dtx///3t27c/cODA4sWL9Xq9jO2++uqr4OBgAQAAAAA1gcQBtZpyaUWr1WqxWEwmk9FoPH36dGxsbFJSkgCgFq1W7d198isvAAAAAJ8xe1qhudTW6HWDoXkvjlz0RaWlpZmZmcoZqEPO0dvJXzQajaYqh9YxawEnquEAAAAAAOqb+FK4QC1ADAc4cW44AAAAAADgJcRwgBPVcAAAAAAAwEuI4QAnquEAAAAAAICXEMMBTlTDAQAAAAAALyGGA5yohgMAAAAAAF5CDAc4UQ0HAAAAAFDfillGq8VWEdK8py65pVYgQBHDAU5UwwEAAAAA1LdydonJaGtExIUSwwUwYjjAiWo4AAAAAADgJcRwgBPVcECNsFgs4gIV/fyz0jC0b69NThYAAACAP2vYXmcutTWiEjUCgYsYDnCiGg7wF2FXXSUAAACAQDHxpXCBWoAYDnCiGg4AAAAAAHgJMRzgRDUcAAAAAADwEmI4wIlqOAAAAAAA4CXEcIAT1XAAAAAAAMBLiOEAJ6rhAAAAAACAlxDDAU5UwwH+4tRttwmLRTZi7rwzpHdvAQAAAPizFbOMVoutIqR5T11yS61AgCKGA5yohgP8hXHjRiWGM48eLQAAAAA/t3J2icloa0TEhRLDBTBiOMCJajgAAAAAAOAlxHCAE9VwAAAAAADAS4jhACeq4QAAAAAA6nt0UbRALUAMBzhRDQcAAAAAALyEGA5wohoOAAAAAAB4CTEc4EQ1HAAAAAAA8BJiOMCJajgAAAAAAOAlxHCAE9VwAAAAAADAS4jhACeq4QB/UffDD4X9q6pv0kQAAAAAfm7FLKPVYqsIad5Tl9xSKxCgiOEAJ6rhAJ9y6o47jKtXi4uj16d8+y0hHQAAAPzCytklJqOtEREXSgwXwDQCwDlUwwE+Jf7hh2WaJi5KzJ13ksEBAAAA8CnEcIAT1XCAT5E5mkzTxIXT1a0bfccdAgAAAAB8CQelAk5UwwG+RqZpBXPnmk+duqBnxT36aFBwsAAAAAD8xKOLogVqAarhACeq4QBfI9M0mald0FPCBg0KGzxYAAAAAICPIYYDnKiGA3yQzNRkslbV3nr9hcZ2AAAAAKAOYjgBOFANB/gmW7JWtWs1xNx5p65ePQEAAAAAvocYDnCiGg7wTTJZq8q1GvSNG3NlBgAAAAA+ixgOcKIaDvBZMl/TN2lSeZ+4f/yDKzMAAAAA8FnEcIAT1XCAz7Jdq+Hvf6+kQ9igQaF9+woAAADAD6WnmQ9vtch/+Wf5QRrIdALAOVTDAb5Mpmwyayv69VfPh4LCw7kyAwAAAPzX7OmFJqOtMfyh0K4jOcIjYFENBzhRDQf4uIqu1RB9xx1cmQEAAACAjyOGA5yohgN8XLnXarBdmeGWWwQAAAAA+DYOSgWcqIYDfF/0HXcULlhgOnjQMST+8ce5MgMAAAD82qOLogVqAarhACeq4QDf53atBkP79iGXXy4AAAAAwOdRDQc4UQ0H+AXXK6KGXXWVAAAAAAB/QDUc4EQ1HOAvUpcssV0d9e9/56xwAAAAAPwF1XCAE9VwgL/Q1auX+OyzYYMGCQAAAADwE8RwgBPVcIAfCRs6VAAAAACA/yCGA5yohvMRzAIAXsKOFgAA4JvS08xlVtuGSnx9TWQCWywBixgOcKIarma5pm8kcQCql7Jud6xbWNUDAACfMnt6ocloawx/KLTryGCBAEUMBzhRDVdTHJ+50nC9BYBqEWSBDbRNAAAQAElEQVQnXPI4kjgAAACojBgOcKIarka4ZnBu3DoAwEUIOse1zQofAAAA6iOGA5yohqtBSu425C+7zJY/Ajh+HgOoRtMn1r3y8hi5YtFoNMoQkjgAAOA7Hl0ULVALEMMBTvwkU5/j+FPJarWWmMpkDOd4UABANSktNUsyg5NrG61WqwxkhQ8AAAA1EcMBTlTD1RRHDKfcjY7QNa0fJgDgkuXkmw4eK5YNuYYxmUw6nW3LR6mJ4yRxAAAAUBkxHOBENVyNcGRwkpKBtmgY/tS9zQQAXLLVaTn/fu+AbFjslIGOc8MJCuIAAACgImI4wIlqOJW5ftSu1XAAUO3MZrPJZBIupXCO6zYAAAAA6tAIAOdQDVcjXKvh+PABeInFYpFJnLx1rb0FAAAA1EQ1HOBENVwNohoOgFcpMZxWq9XpdGXnCAAAAN+QnmYus9qKEuLrayITqE4IWMRwgBPVcDXFcb1UAQDeoVTAWc9RBrLOBwAAPmL29EKT0dYY/lBo15HBAgGKGA5wohpOfY6CFIpTAHiV26VgWOEAAABAfcRwgBPVcDWFH8MAVEAABwAAgJpFDAc4UQ0HAIGKklsAAODLJr4Y7jg3nEDgIoYDnKiGq0H8NgbgVazbAQCAL2vYgXymVmA2A05UwwFAoKIUDgAAADWOGA5wohoOAAAAAAB4CTEc4EQ1HAAAAAAA8BJiOMCJajgAAAAAAOAlxHCAE9VwAAAAAAD1paeZHVdKjUygNCRgEcMBTlTDAQAAAADUN3t6ocloawx/KLTryGCBAEUMBzhRDQcAAAAAALyEGA5wohoOAAAAAAB4CTEc4EQ1HAAAAABAfRNfDHecG04gcBHDAU5UwwEAAAAA1NewA/lMrcBsBpyohgMAAAAAAF5CDAc4UQ0HAAAAAAC8hBgOcKIaDgAAAAAAeAkxHOBENRwAAAAAAPASYjjAiWo4AAAAAADgJcRwgBPVcAAAAAAA9T1zRa7JaGsMfyi068hggQBFDAc4UQ0HAAAAAAC8RCMAnEM1XC3xxvufNO8xRP5bvzlNXKzLr7xOjuHYiVMX9KxX3v5QPuv+R56qvNvKtRtlN/kSlXdbs3GL8kbkvw1bKnwv3/y4UOkz4a4HKx9hsbHktXc/Gjfl/g4Dhl19w2079/wmqlu1T7PvmPnlt3KCH3nm5ap0e/z518Slubgl0JOcC3I8Y2+7T1w4Y0npvgOHBAAAAICqIYYDnKiGqyXm//Kr0vh2wSIRKH5dtbaihxavXCOq5oUZ77710afbdu2RedyBw0fi42KFN1XLNKOmbNy249qb7lixZoMAAADAJZv4Yvgtr0fIfy166wUCFzEc4EQ1XG2wdefug+lHe3brJGf0z78uLywyCj+n1drW5L+uXFfuo4VFxavWbRRVs8Le8/oRVy/99tPf1i2ul5QovKMap9l3tG/d4q93TB7Ut4eoHRb9uiL92HEBAACA6tCwg65RJ638F5nAD9JARgwHOFENVxss+GWZvO3TvWv3zu2Liow/LV4q/FaQsP2Frlc3qWFqyuGjx/buL+fwwBVrNxhLSls1b2brf74/6AX5hfL2rptvTKmXJLyj2qfZd3Rq2/ovU24e0q+3AAAAAIDyEMMBTlTDBTyLxfrDItsRqb26dR7Sv49sfPdTIByXOqS/Lfr5tbwDOZessA28cmBfUQVmi0XehoaFCO+rrmkGAAAAAH/BlVIBJ6rhAt7K9Rszs3NS6yW1aXlZncT4515/e+O2HQcOH2naqIFbz29/WrRg8fL9h9Nz8/Lbtmreuvll40Ze07hBaiUjf//TL194472I8LAP//t8xzathIqG9Ov1wadfLl259t5bb3IdXmoyLVm5pn3rFvXq2A4vrWTRnnDXg5vSdijt3sPGydvp991xx83j7c8q+98nX/y0ZNmxk6eiIiI6tm119eABQ/v/qearw4BhdRISfpzz/rOvvbVo2cpmjRpOGn+dW5/qmubFK9YsWLJs2649VrOlY7vWw68YPLhvz/NOTN3EhDG33Tf6misee/C+GR9+smFr2pFjJ9q1ajGwb8/J40bLZ3302dfL12zYvnuvfN2rBve7a/KEYL3e7XVXrN3w24FDvx88nFy3TqvLmg3s0+Pqwf0dHWZ++e0zr7w59tqrn330IcfA7bv2zflm3qa0nQUFhd27dBg/criomupaAs1my6fffL9m/Wb51hLiYju1bzNhzMiWzRqfdwIq+ZwzMrOUhUR68c3/yX+3Txz/t7/coQw5cvTEf/779m+HDmdl5bRu3kw+Vz4aGx3lGPOO3fvkvBh55eCnH5327sw5G7du37P/gOzZ9/JuE68fFRpiEAAAAECAIoYDnKiGC3jzF9pK4ZQ6uMT4uMu7dFyzYcs38xfKyMm125sfzn79vY9lQyYCLZo22bp919qNW2d/9e1LTz585aB+5Y752/mLlATkvVeeUTmDkzq3b5MQH5u2e++Zs5l1EuIdw1eu21RYVDyk//kPk2zVvGlwsH79lm0Wi7V7p/Y6na6uPQWTodi9f3t8xdqNWq2m5WVNzSbzgiXLf1y0VGYo//rHg2Ghf6qb+8/rb3/2zQ+ykZmVM/mG66p9mo0lpU++8No3820FjDI5DY2MXLh05fxfll037Iqn/vGgW2pW7sTkFxRMuOf/9u0/JPOs0JCQNRu3yH8RYaHHTpySM71R/VQ5B38/lP77+59k5eQ+Me2vjrE9+uzLX32/QDbiY2Mua9JIhnFyJN8t+OW7n3559+WnK3qPi5au/L9/Pi2DMPmshvVTVq3b9POSFT26dhTnU11L4PFTZ6b+8+mtO3YbgvUtmjXJyy/8/Nsfv52/8B9/veemsSMqevXzfs56na5Xt85Hjh0/dvK0/CTrJdWpn1JPee6KNRsfeOwpOQfjYqLlAvP7wXSZdM9bsPg/j07r27Ob66sUFhffNe1R+QWUH3tUZOS6TdvkvwW/Lv/s3dfl1AoAAAAgEHFQKuBENVxgk9HALytXy8YVA/soQ64caEs0ZJJitVod3YqNJR98+qUMAt5+8d+bF3//5QdvbFj03W0TxpaUmp6f8V65Y5ZpyyPPvhQWFiITkK4d2gm1lAn7smpfbpVDOBctXeXaQTm6sypnK/vnQ3/5+I0XwkJDZfvVpx+T7WuvHCTb7878TGZwMotZ+PnH33789g+f/u/72f9rkJo8b+GStz6a7TqGU2fOzJn7/XXDr3z9mX+OHzWsd/eu1T7NH3/+tcyGmjSsP2/WOws+//Cbj95aMnd2i2aN5cBPv55XlYlZvGKNfN25H7658MuPV3z/2YQxtihKBnYfff61nN2Lvvr4128+veeWCXLgp19/LxcY5VkyWpIZnMxtv/pgxtoFX3/+3usbFn77r7//n3xo6ep1u/ftL/edyqf/66U3ZAZ343XXrvnpqy/+99+VP3zZ+/IuMmwSlarGJfCx/7wsM7j+Pbsvm/fZ1x++Kd/g7LdeDg0J/ddL/92xe19FE3DezzkmOkouIYP79pLtsddeLds3jrZV+Z3Nyvn708/LN/5/d9267ue5n7372vqFc++cdINMWh984hmZbLq+ipwXMs2cNeMlOVVLvp711gtPyenfuee3HxYuFgAAAECAIoYDnKiGC2wyqigqMtatk9ClfVtlyNWD+snZnZGZ9esq5yU7T5w6XVBYVLdOncF9e+p0WjkkxBD8wJ23XjGw7+A+PY0lpW6jXb857cHHn9HrdG8//281Mzg3g/vYMpFfV691DLFYrIuWr2zepFGzxg3FRZEB09sffyobrz/7eIP6ycrAyxo3fOVfj8rGzM/nHjl6wtFZhkQ3jB7+3GPTrx7c/9//eLAqhxZe0DTL2SQzQTkvZDilXL1BqpeU+M5Lz+j1ujc//MQ15alkYh68+7Z2rVvIhkajufWGMbKRl1844bqRyhGXco7LCEkmbrJ97OQp5SlrNm2Wt1NuGtehTUtliOwmg6dO7VrL9u+H0st9d/N+XiynWb6XJ6bdr6xVwsNC3nj2CdfDM8tVXUugzLlWr98sJ+C//3kiPjZGGdi9c4dHpt4rG8/9951yX/2CPmc3T78yIzMrZ8SVgx0HGss3Pu3e24f065WXV/DK2x+49Z9+7x1KbaDsJvuMu/Ya2Za5oQAAAKh9nrki98l+tn+b5pUKBC5iOMCJarjANt9+UdSrBw9wJK0x0VG9L+8i7ImJo1tSYoIhWJ9+7Pjjz79WbCxRBsocZ8Z/nnh06n0ynnAd5449++752z9NJvNrzzzes1snUXN6duscExW1btPW/IJCZci6zdtk9nHloIu/0MEPi341my1D+veWUY7r8PZtWvTq3llGXeu2/Kmw64r+fcSFuKBpXrJiTWFRccd2rd3Oj5ZSt063ju1llLZi3cbzToxWq+nRxTmb6qfUUxYG12Ng5ZDU5LqykXE2Sxnyj7/evXHht2OGXek6Kvn2Q0Nsx+SaTOVvJy2zZ7vjRg2TeZ9jYER42OhhV4hKVdcSuHDJcnkrP0y3SHTY4AFy/Bu37Thx6oznq1/o5+wgo8OfFi+TjVvs4aYrZcjq9Zvchl975WDXu43tp2gsNhoFAAAAEKA4NxzgRDVcADublbNynS0FuOLP19+8ckDfVes2LV6+KisnNy4mWtiDkltuHPvuzM+Us2i1b92ya8d2fXp069axnEq3f/z7BSUo2X/w8KA+PUTNkQHToL49vpm/6NdV60ZeZUs3ltiPwK3KEakVycrOEfbyN8+HmjdpvGbDlgOHj7gObJCSLC7EBU3z6Yyz8vbwkWO33P83t4cOHTkqb8+ezTzvxCTGx7lmUjIgk6mWnIPK5SAcgu3nJitzOVQ5OjpSrhy27Ni9JW3H0ROnTp3O2LhtuwyehP0aCKI8h48el7eN67tfVKFxg/qiUtW1BJ6yf2KLlq7anLbL7VlanVaUms5kZibXreP20IV+zg6ZWdnCvhZteVlTt4eaN7VdEeL4qTMy4AsPC1UGJiXGK7V+DiHBtoRRuVwvAAAAEJCI4QAnquEC2A8LFytz9sY7H/B81GKxfvfTL7dNGKvcffCuW+smJs768ptDR45t3LZD/nv74zmtmjd7fNr9Xdq3cX2isaT09onj35/9xVsfz75qUP8GqfVEzRnUt5eMtJatXisjLflmFyxZ3jA1xXFc4UUostclJcbHez6kHLaZZU9eHELDQsQFqvo0K8dCnjpzVv4rd1QyaT3vxCgnv/Pklge5kXN5xgezZFp43KV8rHP7Nrl5+W5BpKv8wgJ5Gx8X6za8TmK8OJ9qWQKVFHXfgUNC/itP5p8/sT+edYGfs0NRse1UenGx0Z4fZkx0lIw75aTKjK9Jwz9SyIjw8HLHwwoYAADUThNfDC+z2ipC4utz2GIgI4YDnKiGC2Dzf1laeYdv5y90xHAajeamsSMmjLl27/5DG7amLfp1hcxB9vy2/+Z7p379wZutWzhDoqcfnnr9iKtPnj49NBvKAAAAEABJREFU/5dl/375jf+9+qyoOX0u7xoWFrJi7cZSk0lOrgxZrrefbOui1bVfwPRsVpbnQ2ftAVzM+U5zdl5Vn+akxAR5O+n60Y89dJ+4WBf37X5xxnuffPWdIVg/ZvhVcoKbNqyfmlIvIjzsvr89UUkMFx0ZKd/O2cxst+F5+YXnfcVqWQLr1En4/VD6f595/KrB/USVXfTnnGSvKMzKzjWbLW5JXF5egXJKu0tfYAAAAAJVww7kM7UCISvgRDVcoJJhxHb7dSHnvPvqb+sWu/17+V+PCHvR0LZde4S9Mu7o8ZPHTpySC0Ory5pMHjf603deXfzVrEb1U2W+sGTlWtcx9+xqOxvX9PvuDA0xLF+7QUYhouaEhYb073l5fkHh2o1bl622nZhscL9e4hKkptqO6yz3DGInTtsGtrisibg0VZ/mRvVT5O2u3373fOhgupxjp+WME15QWFT82bc/yMbTj0z7z2PThg0d0LJ5U5nBySGnz9rqxSpaXyjnVjuT6V5TJiMzUanqWgKVCSj3E9u9b3+GRz6ouOjPOS4mWv6T689jJ0+6PXT8lO1iF6n1kpTjvgEAAIBaixgOcKIaLlDNX/SrsKcS5V7J9IqBfZWLV3730y/y9vtFSwaPufnhp1907dOgfnL3zu2FrUypnMUjuW6du2+xXRryhRnvytRG1JxBfW0Z1vK165evWV8/tZ7jyp4X54r+fQzB+mWr17slcYeOHFuzYbPj5S5RFae57+Xd5GzanLYzbdde1+HFxpKb7n5w4Oiblq1ZL7wgJy9fOftb7+5dXIdv2bFbyXYtFZwbrnf3rvL2q3kLrC7nmDOWlM5bsFhUqrqWwKsG9Ze3c3/8ubDoTxc92L5r36jJdw8YdWNObp7nqKr+OWt1th22rvstrh5ie8XPv53vNs7Pvv3RNuae3QUAAABQuxHDAU5UwwUkOUO/t8dwI64aUm4HmTSNvHqosJ0/bolMSQb37hkWFrJ+S9rzb7znyC9k8KRcBbKi6zDcNuF6GSGdPJ3xytsfiJozqHcPrVaz8NeVe38/OLTfhV231FO9pMSbxo7Kycub8n//OHL0hDLw90Ppd0x9JL+gcNzIa6qluKmK0xwZGX6r/ajhx559ee9vB5SBcn49/p9XMrNzmjVuOLD35cIL6tVJUK7q8PUPPzkGygzuL/944o9pKC0p94mjrhkqP8CtO3dP/9dzJpNZ2D+6yX+ZVslxrIrqWgK7d2rfr2e3s5nZ0//1n8zsP07odurM2Uf/85JsXDfsynIPEa365xwZYTu5257f9+fm5itD7r31ZjnlH8756q2PPlWGyG/fS2+9//m3P8rhk8dfJwAAAIDajWOPASeq4QLS7n37jx23HSU34srBFfW5bvhVH38+V0ZLPy9dMeqqIU/97cFpT/7ng0+/nDN3XqvmzUIMhi3bd8ok4m9/uaOiKx7ILO+xB++766HHZn89b/Q1V7Rt1VxUbOGvK5r3KCcTlHFP2jJnJVF2bl653aQv3v9vp7atPYfLDKVP967L126Q7SH9q6FU7b7bJh47eWrR0pVX3nBLy8uamk3m/YfTLRZr78u7PPzAvaI6VH2aJ48fc/jIsW/mLxox6a5G9VOT69Y5cvzEsROnYqOjXn/2cY3GKzuW5GjvufWmV97+UP5bvHx1RHh4SWnp5rSder2uQ+uWabv3ZlZwyYKI8LAXn3z47mmP/bDwV/nuGqQk79zzmxw+oNfllRfuRUVFVNcS+MS0v0574j9yspetXiefGBkevm3X7qIiY8c2rf7x17srmoAqfs6N7BeBnf/LMvlv7LVXP/voQ4nxsS89+cijz7z02rsfzfrim8YN6x84dETGuHLBlsMdF2cAAAAAai2q4QAnquEC0sr1G+Vtj64d66dUeBnTls0ad7ZfgPK7nxYJW93c4Lkfvjls6IB6SXV27f1tzcYtzZs2/t8rz94+cXwlLzSwd4++PbvJ5eex517x0nnKqkI5t1q9pMQu7duKSxYZET7jP0/IOGlwv94ZZ7OycnJ7de/y9MNT33/lP+EXfl3UilRxmmWa89w///bWC08Nv2KgTMu3794bGREx5aZxP8754LLGDYXX3D15whvPPt6tY7sjx07KhUFGVCOvGjJv1rsP3HWrfHSVfQErV/dO7b/+8M0bRg9PjIs7lH60eZNGMvwaN+r8182oriVQLvOfvvPqww/c3b9n9xMnT+87cLDVZc0enXrfrLdeDg8LrWg8VfycrxzY97phV2i1tg2J/MI/rjsxpF+v72f/T3Zu0rDB3t8P1E1KmDxu9FcfvjmkXzWEwgAAAIC/I3FArVZmZ7VaLRaLyWQyGo2nT5+OjY1NSkoS8D63z1+6Zlq6TA+6t4l+6t5mAgAu2eq0nH+/Zzu6dspVmoGdQhTBdjqdTitzRI2GImgAAFDjnrki12Q/H8nwh0K7jgwW8D2lpaWZmZkFBQWyHXKO3q7qW5UclAo4UQ0HAAAAAAC8hBgOcOLccAAAAAAAwEuI4QAnquEAAAAAAOrrO9FgtdgqQpJbaAUCFzEc4EQ1HAAAAABAff0mVdsF0ODLiOEAJ6rhAAAAAACAlxDDAU5UwwEAAAAAAC8hhgOcqIYDAAAAAABeQgwHOFENBwAAAAAAvIQYDnCiGg4AAAAAAHgJMRzgRDUcAAAAAEB9z1yRazLaGsMfCu06MlggQBHDAU5UwwEAAAAAAC8hhgOcqIYDAAAAAABeQgwHOFENBwAAAABQX9+JBqvFVhGS3EIrELiI4QAnquEAAAAAAOrrNylEoBYghgOcqIYDAAAAAABeQgwHOFENBwAAAAAAvIQYDnCiGg4AAAAAAHgJMRzgRDUcAAAAAADwEmI4wIlqOAAAAAAA4CXEcIAT1XAAAAAAAPXNnlZoLrU1et1gaN6LrCZgMWsBJ6rhAAAAAADqS99uNhltjbaD9QKBixgOcKIaDgAAAAAAeAkxHOBENRwAAAAAQH19JxqsFltFSHILrUDgIoYDnKiGAwAAAACor9+kEIFagBgOcKIaDgAAAAAAeAkxHOBENRwABKogOwEAAADUHGI4wIlqOAAIVKzbAQAAUOOI4QAnquFqkOvHfuyMcdaPJwQAXLJjp41KI+gcAQAAANQQYjjAiWq4GuH5w/hERsmcBScFAFQrZVVDGAcAAICaQgwHOFENV4NcClWIQQFUP7l60dgFuRAAAAC+Yfa0QnOprdHrBkPzXmQ1AYtZCzhRDac+R/SpmPFgUklpqekcq9VqNpvL7ASndoILi8VyNisvPCwkIjxUAB6UiE0J3bR2SXHBmnMcARxJHAAA8BHp280m+7k02g7WCwQuYjjAiWq4GqQUqjRONpSWBsl/JpPtn8zgrFaNDOMcSRygKDUFlRYZ42OC68SzmYLyKeG+XLHIDE5np+RxjuGs7QEAAKAyYjjAiWo4lbmVwjnqVuSvZaWDbFvtmCnwUFpcYpKLT0hIiAAq4FiryIbeTgnjyOAAAICv6TvRYLXYtk+SW2gFAhcxHOBENVxNcS1aURI35a7FYnGUwjFf4MpiFUXGUqsghkP5XNckyrpFifhdj0tlrQIAAHxHv0ls1tYKxHCAE9VwNUL5zOWvYnkrfyeL8jI4ZgrclJosRUaTtUwYDAYBVMAR8StJnCOPc71QgwAAAADUQgwHOFENpz7Xz1z+MBbnfjbLAE4J5gRXZkB5jCXmYqOpjGo4VMqxPtd44CoNAAAAUB8xHOBENVxN8Yzhyv5MAH+m1emKS0xWq9DruUQDKqSsW9xOQEkpHAAAAGoKMRzgRDVcDXIkcY5Z4AjgiOHgSavVlZosZSKIGA6VcC15c+RujsRfUAoHAAAAdRHDAU5Uw9UIx2fu+FVM+obz0mq1ZotVLi+O6+oClXAN3TgcFQAAADWFXy+AE9VwNcVR/ub6I5kYDpWQC4nFYi0TZUplE3Bebut2VvUAAMCnzJ5WaC61NXrdYGjei6wmYDFrASeq4WqW41exa3EcUC7bdTzsRy2znOCCsMAAAADflL7dbDLaGm0Hc9KVQEYMBzhRDecjmAU4L9dT7wsAAAAA8AfEcIAT1XAAAAAAAPX1nWiwWmw7mJNbaAUCFzEc4EQ1HAAAAABAff0mhQjUAsRwgBPVcAAAAAAAwEuI4QAnquEAAAAAAICXEMMBTlTDAQAAAAAALyGGA5yohgMAAAAAAF5CDAc4UQ0HAAAAAAC8hBgOcKIaDgAAAACgvtnTCs2ltkavGwzNe5HVBCxmLeBENRwAAAAAQH3p280mo63RdrBeIHARwwFOVMMBAAAAAAAvIYYDnKiGAwAAAACor2F7nXJQalSiRiBwEcMBTlTDAQAAAADUN/GlcIFagBgOcKIaDgAAAAAAeAkxHOBENRwAAAAAAPASYjjAiWo4AAAAAADgJcRwgBPVcAAAAAAAwEuI4QAnquEAAAAAAICXEMMBTlTDAQAAAADUt2KW0Wqx/RRt3lOX3FIrEKCI4QAnquEAAAAAAOpbObvEZLQ1IuJCieECGDEc4EQ1HAAAAAAA8BJiOMCJajgAAAAAgPoatteZS22NqESNQOAihgOcqIYDAAAAAKhv4kvhArUAMRzgRDUcAAAAAADwEmI4wIlqOAAAAAAA4CXEcIAT1XAAAAAAAMBLiOEAJ6rhAAAAAACAlxDDAX9CNRwAAAAAACiXUrgTZOe4W3XEcICTksFJZrNZeIFrxueovPP3W+XtUEUIlVksFnlrtVqVBgAAAKqOHyY+aOUnJVaLbcqb99TVa6ER8D3y14dwieHERSGGA/7g+C7l5ubm5eXV2tSp2v8QBphq3GQRAUqdjyg7t1Deym/roUOHhF+p9s8nwBanavl8lKfzKbEUCT6fivEpVY7Pp3Ken49rm89HwVJUdXw+ipWzw80ltrdg0eaJKJNjuJe2jgJATa2Lglyq4S7i8ySGA5zfH41GExISYnEh0+6yc9yeUskX3rXtR7fKZF9KO+D513yv+sQoU+5fs9hoNMpbs9lcXFwsqk/VZ3FFbR//avv7fK92AT/HL64d8C5u/lY0PADmfsALyDmuTB7zvVzM8do2xxUXN9997DZMTqOczpKSkvz8wkrmKXNcqD7HFXKcOp1ODpG3GjvXh6qIGA61nev3SqvVRkVFlZaWyhWfyWSSDWGvO3WEcQKAb5DfUGE/NFX5ngIAAAB+Lb5JlMVkL7MKKZQEfEPQudo3rZ38AaLX62UMJ9uOGM7RrSqI4YA/BNmr4ZSvlvxeKQOVmjhHBkcSB/iI4BLbKeHkt9VgMAgAAADAz/X7a6bLPTZxfYIjXHOLC5SGa0Fc1cdJDAf86aBU+V2SwbYyXN51PS5VEMMBPsNgj+HktzUkJEQAAAAAQHVzjeEcBXE6O0cSd6EHAhPDoVZzHDeuZHCyLb9IjmNUlQxOuRgKARzgU4rPxXChoaECAAAAALzGUbjjqN1xjeEuqCCOGA5wHuwtv0KOIam8A/4AABAASURBVLLtdlY4kjjAdwQH204Jx0GpAAAAALzKNTFQauKUME5zDgelAhfArSBOGeiZwQHwKQaDLYbjoFQAAAAAKnA9mZWjMs61FK6KYRwxHGDj+MIoXyQZvSnHqFIHB/gm5RyO8nvquKAKAAAAAHiD20niXAO4IM4NB1woJXdzBNjlpm8kcYBP0Wq1wh7DOa6pAgAAAPivVbNLLWZbo3lPXb0WGgGf4Rq0OXIDtwo4zg0HXBjPJE4ZTvoG+CZHDKc0AAAAAL+26tNSk9HWiErQprZmE9cXeeZxnu3zIoYD/qB8cxzniXMdCMDXKGdydD2lIwAAABAA2MT1IxeRGBDDAX/i+S2iIA4AAAAA4FWNOuhNJbbfnlGJZHA+qlrKdIjhgPOgIA7wQZSsAgAAIJBMeiVSoBYghgMAAAAAAAC8jhgOAAAAAAAA8DpiOAAAAAAAAMDriOEAAAAAAAAAryOGAwAAAAAAALyOGA4AAAAAAKAmLZ9ZbDHbGi17Bye31AoEKGI4AAAAAACAmrR8VrHJaGtExmuI4QIYMRwAAAAAAADgdcRwAAAAAAAAgNcRwwEAAAAAANSkx5fECdQCxHAAAAAAAACA1xHDAQAAAAAAAF5HDAcAAAAAAAB4HTEcAAAAAAAA4HXEcAAAAAAAAIDXEcMBAAAAAADUpOUziy1mW6Nl7+DkllqBAEUMBwAAAAAAUJOWzyo2GW2NyHgNMVwAI4YDAAAAAAAAvI4YDgAAAAAAAPA6YjgAAAAAAICa9PiSOIFagBgOAAAAAAAA8DpiOAAAAAAAAMDriOEAAAAAAAAAryOGAwAAAAAAALyOGA4AAAAAAADwOmI4AAAAAACAmpSeZrZabI2EBtrIhCCBAEUMBwAAAAAAUJNmTs0zGW2NEdPDu40yCAQoYjgAAAAAAADA64jhAAAAAAAAAK8jhgMAAAAAAKhJjy+JE6gFiOEAAAAAAAAAryOGAwAAAAAAALyOGA4AAAAAAADwOmI4AAAAAAAAwOuI4QAAAAAAAACvI4YDAAAAAACoSelpZqvF1khooI1MCBIIUMRwAAAAAAAANWnm1DyT0dYYMT282yiDQIAihgMAAAAAAAC8jhgOAAAAAAAA8DpiOAAAAAAAgJr0+JI4gVqAGA4AAAAAAADwOmI4AAAAAAAAwOuI4QAAAAAAAACvI4YDAAAAAAAAvI4YDgAAAAAAAPA6YjgAAAAAAICalJ5mtlpsjYQG2siEIIEARQwHAAAAAABQk2ZOzTMZbY0R08O7jTIIBChiOAAAAAAAAMDriOEAAAAAAAAAryOGAwAAAAAAqEmTX4lynBtOIHARwwEAAAAAANSkhh3IZ2oFZjMAAAAAAADgdcRwAAAAAAAAgNcRwwEAAAAAAABeRwwHAAAAAAAAeB0xHAAAAAAAQE1KTzM7rpQamRAkEKCI4QAAAAAAAGrSzKl5JqOtMWJ6eLdRBoEARQwHAAAAAAAAeB0xHAAAAAAAAOB1xHAAAAAAAAA1afIrUY5zwwkELmI4AAAAAACAmtSwA/lMrcBsBgAAAAAAALyOGA4AAAAAAADwOmI4AAAAAAAAwOuI4QAAAAAAAACvI4YDAAAAAAAAvI4YTj1lZWUCAFAdHGtUVq0AqigoKEgAAOCrnhqcZTLaGiOmh3cbZRAIUMRwanD9lVhRGwBQdVarVdjXokoDANy4hm5KW9nuIowDAAA1iBjO65RtPset610AwMUhhgNQFUF2cl2hpG+ubQAAAPURw3mXI3QzmUwlJSWEcapxbGc7dn077qp2q0wJm/u1XI0sexUtjYGkuLhY3spVa2FhoUDFHKtB4QNLowDOUWd5k7cajUav1wedI0jiAAC+avIrUVaLrZHQQCsQuIjhvMg1dCsoKDh16pSv/Tjxlx9R/jKdfjSpF/HLXNQEz+kU55tmUdP8ZToVFzT3fWolkJNrS99kGJeZmcnKKrCn84KmWfgGX/42uQqA6TzvNMsYLjY2VsnjJMcIBQAAPqZhB/KZWoHZ7F1lLuQ2X3R0dEhISOWbjD71Q6KmXET4UsmtuITfnMwaN9U7a5gv1aWi+eI6JMDmTlmQXt6GhobGx8cL38a3xpcxd3xTdc2XwsLCMvsRCVqtVhmJTOKCzp0njs8ZAACojxjOW8pcruJntZONCDsBALg0xSW2kv3g4ODIyEgBAOUpKiqyWCwyhpPbYDKJC7KTm2SOMA4AAEBlxHDeVeaCDT4AAACVyRhOaSgxnMzjlLtsmwEAAPURw3lR2blzwzmq4QQAAABUJGM4JYDTaDRKKRwBHAAAqCnEcN5FNRwAAECNUA5BtVgsyvUZlDPEsVsUAADUIGI4NVANBwAAoDJl08tsNssATtkSY/8oAMBnPTU4y2S0NUZMD+82yiAQoIjhvM6x35WtPQAAADXJbTCLxWI9h32iAACgZmkEvMn1eqls+QHVYv369Zefs3nz5oq6zZs3T+kzZcoUUR327t0rxzZmzBhxge655x75xGXLlil358yZI+/+61//Eqp777335EsfP378gp41ePBg+axTp04pd6dPny7vfv/99wJ2yoIxcuRIAcD3yJ2gjvI3AQAAUNOohvM6x2Yf1XBAtVu+fHmXLl0qekjgz2SCWbdu3ZSUFAEAtYPrlbLI4wAAvmzyK1FWi62R0EArELiI4dTAZh9Q7ZQChxUrVkydOtXz0aKiIhk5CZ/Utm3bKVOmXHbZZUJdeXl5O3fuHDVqlLg0Q4YMkRPfvHlzAbuEhAQ5QyMiIgQA38PWFwDAXzTsQD5TKzCb1UM1HFAtlK9SYmKiRqM5efLk77//7hlprVq1ymw2N2nS5ODBg8LHtLcTqlMO4O3Ro4e4NFdeeaWACxnD3XnnnQIAAAAAzodzw6mH/bFA9Ro4cKC8dZxzzZUycNCgQQLnrFu3Tt5WdAwvAAQkdoICAACfQjWcetgQBKrXgAEDPvvss5UrV95xxx2uw00m06pVq5o3b56UlOT5LBmIf/zxx7/88svJkyfDw8PbtWs3dOhQz8Du1KlTX3zxxYYNG44ePdq2bVvZoU2bNuVOxm+//TZ37tzt27efOXOmVatWPXv2vOGGG7TaCk/oMGfOnNdff/2aa6554okn5N1du3bddtttQ4YMkXc/+OCDLVu27N+/X068Mp6QkBDX58pX+eqrr+RtQUFBx44dx4wZU6dOnZtuuqlr165vvvmmqJSM4eQbiYqKqqSP0WiU45chppyGRo0a9ejRY+LEiW59pk+fvmLFikcffXTEiBGOgfIpq1evls86ePBg3bp15fT37dv3iiuucHvueadfPiTnpvxwpkyZ8uKLL+7evVt+7Pfff3/Tpk3dXiU5tVF0/Y6HDh0Soo9j/J988smMGTMefvjh1q1bz5w5c+fOnUVFRXIWjx07tlevXvLdvfXWW9u2bUtPT2/YsOH48eOHDRvmeG7//v0jIyN/+OGHWbNmrVmzZu/evbKPnMh7771XzgW5RH3zzTdpaWmhoaGdO3d+4IEH4uPjlSfKnpMnT5bvet68eY5RhYWFLViwQA759ddf5SyWb1O+xwkTJshurh+IXAjlMrxx48YTJ07IhUcmy3Kq5OeWn5+/du1aAeDSKKcvEAAAAD6DGE49bAgC1atDhw7R0dH79u3LyMhITEx0DJcZSklJiQzpPJ8iE7oHH3xQph7yt5lMduTdpUuXyqBEpmD//Oc/HZnX4cOH77vvvrNnzwYHB8tuBw4c2Lx5s0xkPEf46aefyvzIYrHExcXVr19fpkhy5IsXL37uuefKDQErItMimezIDK5evXoRERHb7GRW+NFHH8lpUPosXLjwySeftFqtskODBg02bdoksyHPqKtcx48fl8Gia+rkqbi4WE6DTJqUDyc3N1fmlcrhvaJSTz311Pz582VDxljKgcDyA1y0aNGPP/743//+19Gt6tNfWloqwz7lgOL169creaXbqxw9fjq6vpCB4OE9G11fRZKLhAw65UfarFmznJwcmdzJSEt+kq+99trWrVsvu+wy+Y5kHzlCnU7neoytXEs//vjjcsplPitn3z47+TnIxeNvf/ubTNZiY2NlLCvfyO+//z579uxKwlY5KjkNMnKVUysXzgN2cvrff//9xo0bK33kG7znnnvkFOr1evmBy0hRTp5MS8/7gQOoIja9AACAryGGUw/VcEC1UH5WyVv5nRo4cOB3330nc7Tx48c7OihHpMqHdu7c6fbcDz/8UMZkqampMpGRqZkcIsORqVOnyuBMxi5//etflW6vvPKKzOBat24tu8mkTw556623Zs6c6TY2GZrIAEiGdzJdUuIkmR/J9pIlS55//nk5ElFlMjqULyQTva5du8q3tnz5chkL7t+//6efflIuqiAzshdeeEFmWMOHD3/sscfkezcajY888ojMjKoy/qockfrFF1/IDC4mJkbmRy1btpRDZMglX0KGlZU8S4ZcMl2Sz3r55Zfbtm0rh8gUSc6UF198USZoe/fuVUZ1QdMv56AMyCZPnizTuiNHjsjwy/NVTp7O/Ners4Q9p3O8iuKbb77p37//tGnT6tSpk5+f/5e//EV2uOuuu2RU+vnnn8sUTA6UL71hwwb5ll1jODnTV65c+eyzz8oMV0ZsCxYskHPz559/lgvYzTffLCMzOdmyLZ8rEzT5kfbu3buijyU7O1tmcDLWnDBhgrAvZnJ6Tpw4IdNAGf8pfV566SWZwckpf+ONN5QqxQ8++OC9996TDY2GU0YAAAAAAYgNffWwSxaodjJtkbcytHIMsVgsMsSR8U2TJk3cOsss5uOPP5YNmZEpGZzUtGnTZ555RthDqKNHjwp7YiKTHZmDyDhGyeCke++91y3Dkt/oV199VTYeeughR0lXcHDwv//9bzlyGRtd6KVaZVokMzhhj+xlDKQc8rl9+3blURktFRQUyDelZFhyiIz/5BTKaKkqI5eZUURERLt27SrqIN+OjKhkQyZHjkirX79+MgurdMRCeZsTJ05U0jFJJmhjx45t1aqVsH+YFzH9Msj7+9//Lj9zmdnJ23JfRalES0hIcH0VxwTIpExmcMJeOjd69GhhP972wQcfVCrR5EAlcj127JjbS8vOgwcPVkZ+9dVXK1WWcrLlZCiTPWjQIGWp83yum2uuuUbJ4IR9MZPzV7jMULk0bt68WS5mMp10HCk8ZcoU+ZkLANWHnaAAAH/x1OCsf/a2/dv4XYlA4CKGUw8bgkC1u/zyy8PDw7du3SojHmXIpk2bioqKZJLi2fnnn3+2Wq29e/du1qyZ63CZ7HTu3FlGPxs3bhT2EjB527dv33r16rl2GzdunOvdw4cP79u3T36vZdriOlwmOEoqV8U6NQe38SiBUXFxsXJ35cqV8lbGW65rEplkySHnG7EtYtuyZYt8j47jWz3JeCg7O1vGjm5Hibq9a09Tp06V79T1PHHCXhUYGhoq7EcBX8T0yz5uZ+sr91WEPXFOENT0AAAQAElEQVRzfRWFjBFjYmIcd5XIVc4XOU8dA1NTU+Vtbm6u23OVJNTtuW4HOKekpMjbzMxMUakhQ4a43nWbocpiJt+m28HLjuQOQLVgJygAAPApHJSqHjYEgWons5U+ffosXLhw+fLlyonPli5dKjxyE0VWVpaw1yV5PiQHyqBKJmuyrdTENWjQwK1Po0aNXO+eOXNG2GOg+++/v9wXOnv2rKiy2NhYJVFyUCIzi8Wi3FWmzXFaMQfPoj9PO3bskDFlp06dKulz5MgRYU+d3CZDBnPx8fGVR06yj1y/paWlbdu2TTkJnWwbjcaLnv7ExETlPH2ffffryTN/eunCwsL8/HwZ85WUmoTGUFpmaNZx4PpdJw6e+Uo+evp0rrwbFhf3ynu2uxNGD66bGKfX62VbhqquCaAyUJLJrOv4k5OTXe8q3ZTCOreBbk/05BbjGgwGYS/0U+5W9IGUu3wCAAAACAzEcOqhGg7whv79+8sYbuXKlTKGk2HQkiVL6tat63qmMAelEEk5jNGNMlAJm2TQI+y5mFsftyxGydpMJpPM70R5srOzRZWFh4eXO9wR3yvlfp6HcJb7dtwoJ4br2bNnJX2KiopEee9a2EOxSmK4kpKSd999V84C19ixdevWeXl5rodtXtD0K5V0Uud2l736vzRRDo3M4OR/wSHh8l92fkl2/h+vFRmbZCoTvx081qNza5nBOZ5QyeUUyn1pV27RZBWFhYVV8mhFH0hUVJR8ufNmfAAAAAgw/SeFWux7bFNaEtQEMuaueqiGA7yhd+/ewcHBa9eulYnYrl27ZPozcuTIcnsq5/kqN1FSMjXlTHARERGOIa7kmF3vKqlc48aNlVOqeVtSUpJMtXJyctyGe06np61bt8po0rPwylVF71qcC4wq8tprr33zzTcyObr66qtl0teoUaPU1FSZKk6dOtU1hru46W/RtL5M09Zt2S0ukMGgHzvMp0+ypiw/nlmt0Wg0m81cogGoLuwEBQD4i/6TQwVqATb01cOGIOANISEhMv2R4cX69euVE5CVe0SqOHc6sJMnT3o+pAxs3ry5OHc4akZGRrl9HBo2bCjshxY6zvblcObMGTm88guMXijlfGSnT592G37q1KnKnyjTwx07dnTu3LnybsrbUY60dSX3H1TyEkVFRd99951sPPLII08++eSVV17ZokULpbJP+QAdux8uevplmiYzNXGBRgztFRHu09sxytLouZid98oPAKpObnqxExQAAPgUYjj1sCEIeIly5cpVdklJSY6LaboZNGiQTqdbvXq1W/QjI7MNGzY4xtOrVy9lbG4RiZI3OSQkJHTq1MlxgVFXzz777Pjx42fMmCGqz8CBA+XtvHnzXAeazebvv/++8idu3rxZBoI9evSovFubNm0iIiLkW16zZo3rcDl+x+nMPOXm5iqHT7qNPy0t7bfffhMu54a76OmXadqAy9uKC6HXWAb26iR8m1waZUCwbNkytwrBb7/9VgCoJmx6AQAAX0MMpx6q4QAv6devn/x+LV26VAZqStxTrrp1644dO7awsPC+++5TrsMgHThw4IEHHjAajcOGDVPOjHbZZZf17NlTdvvLX/6iJHFZWVmPP/74zz//7DbCu+++W97OmjVr4cKFjoFz5sxZu3atRqOpyjVMq+7aa6+V0y8ztQcffPDEiRPCnh7KN7J///7Kn7h161ZxvhPDCfsKavLkybLx6KOPbtu2TdhPezd79uwXXnihkmfJ0FO5XoFrRikzuOnTpytt5UINlzL9tude0bco//zH3ipkLBgbUqrR+Pr6tkGDBldeeWV2dvadd96pzCOZx8lP++uvvxYAAAAAAhTnhlMPu2QBL4mMjOzWrZtS0VbREamKO+644/jx4ytXrrz++uubNm0qk6YjR47I72aXLl0cyZGwR1EyIZI50ahRo5o0aSKjOovF0r17d+UlHDp27PjXv/71zTfflCHdiy++KEeYl5d38OBB+dATTzxRv359UX10Ot3LL78sX27NmjWjR49u1KiRnDw5sH///suXL1euwlmudevWyWAxKirqvC9x00037dy5U47trrvukuM/e/ZsQUGBfBfyU6ro0FGZNt56663v2S1btiwiIqKkpGTXrl1arbZFixb79u1znPvsoqff/lxtl9apu9ILqnLGtLPHf2/QKlX4g4ceeujkyZMytZR5bmpqqmzLxUxmczLVrfwDAVB17AQFAAA+hWo49bAhCHiPkr7Fx8fLaKySbjIneumll2Rq1qdPHxkz5ebmygDu73//+xtvvOF6iczExMT//e9/U6ZMkcnaoUOH5N2rr776qaee8hyhjK4+/vjjESNGpKSkyPiptLR06NChs2fPvuqqq0R1a9as2Ycffjhy5MjGjRvLeGvQoEHvvvuucgitcoEFTzJzTE9PP++J4RQyO3vuuecefvjhTp06ydxNr9fLJ86YMUOmnJU8S35KzzzzTNu2beVrbdmyRcaayidwzz33yEfXrl17KdPv8MB9dzVvmCjOR6/VnDy0Q/gJmY3Kj3fSpEnt2rWTH4j82OUydvvtt4sqfCAAqoidoAAAwKdw5lpvKbOzWCxms9lkMuXk5OTn56empvLjCkA1mjlz5ltvvTVmzJi//e1vwg9VffqNJaWPPf9hQVFxJX0mjb2iV9c2wp/t3LlTJptNmjT57LPPBIBLk5GRYTQaCwsLQ84JDg6W+xh0Op1GowmyEwAA+IanBmeZ7Cd0GTE9vNsojo0IWFTDqYdNPQAX7eOPPx49evTcuXPdhm/ZskXetmjRQvi2S5/+EEPwddf0raRD8yapfpTBbd26ddiwYU8//bTb8M2bN4tzF+0FAAAAEGCI4dRD4SGAi9akSZMTJ0588MEHZ8+edQycN2/eunXrEhMTBw0aJHxbtUy/TNlk1lbuQzqtdsLowcJ/yA8kMzPzhx9+2LRpk2Pg3r17Z82aVe3X9wBqM3aCAgAAn8JBqd7ieVBqQUFBSkoKB6UCuDjTp09fsWJFSEhI69at5d28vLz9+/dHRUX997//bdWqlfB51TL9pzKynn5tttlicRs+fEjP4UN6CL8yZ86c119/XTbat2+v0+nk34u0tDR595FHHhk5cqQAcMlk7l9cXMxBqQAAv7B8ZrHFbGu07B2c3FIrEKCI4byFc8MBqF5yZTJ//vzvv//++PHj8ldlkyZNunTpMmbMGJnvC39QXdP/7c+rFi7b6DokNjry39Nv1en8b2Nl/fr1Mow7fPhwZmZm3bp127ZtO3r06A4dOggA1YFzwwEAAF9DDOctVMMBgDcYS0r/9cqs7Nx8x5C7b762Y5tmAgD+jBgOAAD4Gs4Npx4STwC4dCGG4PEjBjjudmjdlAwOQEUI2gAAgE8hhlMPG4IAUC1k7ibTN9kwGPTjRwwUAFABdoICAACfQgynHjYEAaC6yPRNZnAjhvaKi4kUAAAAAOAPdAJqoRoOAKqLTN9uuf4qpSYOAAAAAPwCMZx6qIYDgGrUqS2nhANwHuwEBQD4i1lT800lttCgz4TQFr31AgGKGE49bAgCqKJyU/ty1yGePSta1VSx50V3q/YRqvNGRO37ZIDaQ34F2AkKAPAXh9NMJqOt0X6oVSBwEcOphw1BAJVwW0W43lXClIrWIW49K1nVOB6q4ggv6HWrfYTV+EYEn4wHEjrUBmx6AQAAX0MMpx5+8wAol+sPRaXteiuqtvaQnatS96F0OO8Iq9jNSyP0xhupkU+mGl/3UkZYbrvqrwsAAAAV9J8UajHbGiktCWoCGXNXPeySBeDJsWYocyH+nMQ5shK30MT1uVXvVu0jrCjxERXniRf3utU+wkB9I44Onv2D7IRLuRxJHAIbSzgAwF/0nxwqUAsQw6mHDUEAblzTk/0Hj/z8ywpxLo8TLjVcsjFy2OA6iXGO1cj8hcuPnzjtyFAc3Zo1bTiwb3dxboVzKP34L7+u9qwIk+3JE0YFB+sdI5z12TyjscRzhN27tOvQrqWj2+ZtuzZv3eXWTYqMCL/x+mGO15WjkiMUHgVcsn3l4D4N6tdzjHDx0rUHDx/1fF3ZR/Z0jPDEqYwfFywtd4TydSPCwxwj/PKbBTm5+Z4j7NC2Rfeu7R3ddu7+fc36rZ5vxGAIlp+McFljv/fRl+W+7sB+lzdr0sDRbcXqTXt/O+j5unKuyXnnGOHZzJxvvl9U7gjHjLwiLjbaMcLvflx8JiPLc4StWjTp07OLY4S/H0hfumK95xuRd++45Xrhkrt9MGtuSnKdYVcOcAxxLBX8eUIAYycoAADwKcRw6mFDEEC55MrBarUWFBQeOHSkoj6FRcVyFaIkdDI0OX7yjEyvPLtFRoZbrcqqxtYtP7+g3G6SxWJVRqjcPZx+rKjY6NmtWZOG9hH+0S0zK6fcEUZFRchujlzJZLZU9LoFhYWOEcr+p86cLbenTqdzfSOFBYUVjbC01FwW5nwj6UdPyIn07CZzPdfXlVFduSOU0aTrG5Eqet0undq6jvBMRma5Pc1ms+sIi4uNFY2wqMgYGxPtmMUnTp45cuykZ7eEhFjXTyY3r8JZrHRT0rndew/8tv+QbMvp0di5lsWRxAEAAADqIIZTDz9yAHhyOxZVatyovme38PBwjda5xk6pl1Rusp9UJ1Grc17dPDIyqtyxSTp9sOsIGzWqX1xeDBcXF+M6wri42HJHGBke7tpNp9NX9LoREVGuPeUEy4TRs1u9enVcu4VFRFQ0QkOIwfWNNKyfEhUV6dktLuZPbyQmOrrcERqCg127iQpmh7Alj5GuPRMTE8rtWbdOgmu3kNCwikYYGhbm+kaSk5O0unL+RicmxLuOUE5GRSN07bZ73wGlYbFYlIXNEcYJAAAAAGrhOu7eovzOkT94zGazyWTKycnJz89PTU2NiIgQAOBydjCr3bbtez798gc55OknHtJptQKoPl/Onb8lbVezJg0njh+udeEoiyOPQ0DKyMgoKSkpKCgIOSc4OFiv1+t0OteaUAAAANVQDaceNvUAeFIieyWJE4A3yWVM7hlS2kEuBNdqQIAKCmJ/MwAA8C3EcOphQxBAReT6ITw8rFGDlCCNhlI4eImM4Uwmk9JWDkp1nIpOAIGITS8AgB+ZNTXfVGL7y9VnQmiL3nqBAEUMpx5+5wBw4zguVWqQWnfyhJGhYRy3Dm+Ri5lyiQatVisjOdczEgIAAKBmHU4zmeznam4/lKNkAplGQC382gFQCTIReJtyUKrFYnHL4FjwEMDYCQoAAHwK1XDqYUMQAFCzHCciJPZFLcFyDgDwF/0nhVrsZ/FNaUlQE8iYu+phQxCAG7fTh7OWgJe0adU8JCQ4JFhH+gYAAOCb+k8OFagFiOHUQzUcgEoUFRtPncowhOQ0adxAANWqTevL6ibFZmdlksEBAAAANYhzw6mHHz8AKpF+5MTMz+a999HnZotFANXN84qojrvsJUIAY/EGAAA+hWo49bAhCACoChY0FwAAEABJREFUKcrfoCC7ih4FAozbgf8AAAA1jhhOPWwIAqgIZ+yCaoLOEaRvCHSsVwEAgK8hhlMPv3YAuCk7RwDetGv37wcOHQ4J1rVt3Uy4VMYJAAAAACoihlMPv7QBVIQwDl61a89vW9J2pSYnKTEcUHsQNwMA/MWsqfmmEtsvgj4TQlv01gsEKGI49bAhCKASrCIAoNqxhwMA4C8Op5lMRluj/VCrQOAihlMPG4IAgJrlehw0f5UAAAAAlRHDqYdSFwCVIBOBajyTONngjxQAAEANatRBrxyUGpWoEQhcxHDq4Tc2gEo0bJB88/hrQ8PCdVqtALyAS4KgFiJfBgD4i0mvRArUAsRw6mFDEEAlwsNCG9SvFxkVIwCvKfszx0D+QiEgyQWb3BkAAPgUYjj1sCEIoHJEIfAqzwWMP0wIbCzhAADA1xDDqYcf2AAqoqwfWEvASxIT41OTk+JiOdIBAAAAqEnEcOphlywAN0HnCA6egjcN7NejXeum2VmZbsNJfhHwWMgBAIBPIYZTDxuCACoi1w/pR08uWbZWo9XedduNAvCCIA+O4QIIUOzeAAAAPoUYTj1sCAKoRFFRcfrRE7Jhtli4WCq8wS19AwAAgO+YNTXfVGILDfpMCG3RWy8QoIjh1MMvHwCVIKkPZGWmIPPZIEuhramNK9PHuT1uzt5UvOcZS/4hffzloW0e14SmCG9yPRRaAAAAwAccTjOZjLZG+6FWgcBFDKcefmMDcFP2ZwKBpMwsrEZd0Rp9aZpWZIigMqHRCotJmHOtJrNF19wcOcQS2kZowsosxqIt92tCk0MaTTSdWli8++nwLm+LapWRkXn8+CmzuTS5Xmi5GRx5HAIVyzYAAPApxHDqYUMQAGqFMkuQJVNXmhZs3iQ0ZWXaYnNhltWYLcxG20MaTZBWryv+VZ/zgyWsS2ncDaUF+TpNaXjT68sShmvCGxfv+Y+obktXrNuStis1Oem6awcJoDZhDwcAwF806qBXDkqNStQIBC5iOPWwIQigIl5dP3w7f/Hr73ziOTw0JKRunYR69RK7dGhz3fAh6u8qGDb+7sKi4i8+fCUpMV5Utzlf/fjerK8iI8K/+3SGVlPhpsy0f764advO8aOuumeK+5Uxjp04fcu9D984dtiUiWNE1ZWZNKWHgs3rdOKUpfi46ewei0ln1dWzlNUtzivUBgeHhAcHlZzVmjJ1QYU68+oQ426haakLLQrJ/rBUp7WWnBG6MAGgmrATFADgLya9EilQCxDDqYcNQQCVUH8VUWw0HjpyTP5bs37r5rRdzzz6QCCtpq4a2kfGcPkFhZu37ezeuX25fXLzCrZs323v3NftIZPJ/Owr75gtFnFByiza0v0GyxqN+XDJyS3GArM28VptTPfgqKZB2hjricOGqITQ6Ehz0XFz7s6SzJUlucvCrJkh2rXFmiBjzlFLwTulBcKQOlZ4jesR0K7hr2zzRwoBiZ2gAADApxDDqYcNQQDl8sxEvKFJw/ofznjadUhRsfHAwSPzf1nx85KVMon75sfFY64dKgJFXExMp3attu7Ys3TVxopiuMXL11it1qaNGzRukOo63Gw2P/HcG7v3HRQXKMh80lC6KMiaWXBwWYloFdHm//QxrTT26jY5f6Pqt9Bo9RqtLjg4Wh/dwlpnQMnxbrl7no1OtIaEGUxl8abQwSEpnXXxlwsvKzeJAwAAAOBtHHKsHgoNAJRLWTmEhYU2rJ/cuFF9nVYrVBEWGtKuTfN//N/t/Xp1lXd/XrxSBJYhA3rK21VrN1us5V9tasnydfL2ioG9XAdm5eQ8+NjzazZsExfOkPuFRmctPrYhPT3k91OttFFtNeeOMJVz2VxU4OgZFKTVhtbRHYrR/BSbeSRP5mHB+tKQmAb6pIGa4BjhNVwMBAAAAKhBxHDq4ZcPgEo0apB807hhd912o1Bd78s7y9ujx0+KwDKgT/dgvT6/oHDjlh2ej57OyNy974BGo3GN4T6b+9O4Wx/aseu3Ni2bDep7YVVpuvxlWn2uOWuPyRwX3XZa3ZZDgjSasrI/EkD5J6AgI91SWqy0y8wma3amiI4P6T45otv7uTklwpKvL1iqLT0gvKbMgwACHTtBAQCAT+GgVPWwIQigchpNTe4a8Xz13w+mfzd/yY49v2dmZjdv1vjyLu2uH3WV6+UO/vbEyxu2bP94xrM5efnf/PjLnn0HZK7ToU2LkcMGt2/d3HVUxpLSb35YtHLt5kPpx+qn1OvWud2NY64pdzLO+6LKRRU+fe/FlWs3fTVvYXh42KA+3W+ZMNpzVOFhob26d1y2euOyVRt7dO3g9uiiX1fL2y4d2sTGRDsGbt+1V4ZVt00YPXH8iDfe+1RUXZlJnz9PxNQvzVitTborpelIuc4vys8tzsuOjE/SG0LKLGZTUZ4xL1MXEl525rRp+ZLSxQtKR46Lufl2rU5nylpcUvBDiGantnCH1XCZCFLpr7Pj0FT+QiEgyQWbuBkAAPgUYjj1sCEIoCJKCFJTUciPi5bJ2yaN67sO/Pybn/438yuL1RoTHZVSL2n33v1bt+/+deX6px99oE5CnGvPFWs3zfrie01QUGpK3cNHji9ZsU7+e2za3UP691Q6FBUbpz/+4q69++UbbFg/Oa+gYM7XP67dsM3zWNGqv+iS5Ws//PQb2cjMysnNK6jorQ0Z2FvGcKvXb5HjdLte6q8r1svbKwf3dh14eZcO99x6Q4P6yeICaYt2aA06S9b20rK6kSlXKbMyNCLy0Pa1J/bvSL6sXWhoqNVsKsk5E3ryrOmrTy0b1hpbtAlr0UpjPwY5tPHNRVuXGyzF2uINZsugMl2CAHDJ2PQCAPiR5TOLLWZbo2Xv4OSWKp2mBuojhlMPtQYAKqf+L8YjR0988uUPO3b9JtsTxgxzDE/bsfedj74IMQQ/fP9tSppWajL9+6W3V67Z/PKMj55/8iHXkcg4bECf7n/765Sw0JCcnLznXn9/3aa0dz/6YnC/Hsp6b+73i2QGFxUV8dK/pjVv1lgOWbVuy79eeNNkMruO54JedNbn89q0bDbi6kGHjhzrc3mXit5gz24dIsLD8gsKN2zZ3rNrR8fwg4ePyieGhBj69vzTc0cNGywuirZwowiLNp/cEBQ1QhuapAwMCtI0att988Ivsk8fTaibGmouCt66vWTDNnFwvzk6NqjvwOCU+spHpA1N1UR3N5f8qi3eIywForpjuIH9elzWpH5pqdFtOH+YAAAAfMTyWcUm+8ZaZLyGGC6AEcOph12yANwEuSg2lpw8eSYkNLdJ4wbCCw6mHx1w7eRyH9JoNLfcMLJX907KXbmy+u//bMdj3n/nREdFW7Be/+Tf/zLp7n+s37xd/ru8i/Pao/WSEh+depdeb/uDEhMT9fcHpoy++a8ZmdmnzpyVD8mxff39L/Khe6fcqGRwUp8enW8cO3zWZ985RnKhL5pcr87rzz1y3stZaDWawf17zPvp1+UrN7rGcL8sWytvB/TubggOFtVBU7JPaEVpcUlw/T+dUS4sMqZRu8t3rvwpPzc7wWII3rg5LP2QJTi4pO+AyIFDdSEhSrcgfZQuppP52CK9OSPInFNmENUrMTE+KMiak53lGOIawBHGIYCxeAMAAJ/CJRrUw4YggEqkHzkx6/Pv3/voc7PFItTSpGH9228e89EbT0+6cZTrlBw4dESusq4c9KcDNmWkNaifLWNaaj+c06Ffr65KBqeIjYmOjoqSjeJi2+68HXt+z83Li4qMcIRrijHDh7revdAXlaFhFS8pe+WgPvJ2+ZpNrsfA/rJsjby9YlAvUU00ptOiMN1cai0t0VvsRWcyWCwtyis8k64zF0bEJ56p1y6t41W/TJyaG5+UnVyvqFunMo3ZaipR9tCYS0pLioOsFqsoM2ssWcJrHLGv4K8Sagd2ggIA/EWjDvpGHXXyX1QiQU0goxpOPWwIAqhBMnH7cMbTSrvUZPr6u4XvzfrqyPGTCfGxDRukuPY8fTZT3up02gcfe95tJDk5efL2bFaO68CkOu5HUIYY9LkyWrLnicoFWJPrJrqlZtFRETKwy87JvbgXTalXR1RN6xZN6yUlnjydsX5TmlLxt2P372czs+PjYjq1ayWqjVUUHLaYygpOHtGGNw4Oj8k7/lthxjFRZjFby07pY4+G1o0PizSFRf7evouhUXS9svyze9fqQsIjky+LrNe04PShwjMnYpU/ymVm4QVBf+YYKAAAAOADJr0SKVALEMOph187ACpSZifUEqzXT7h+uE6ve+uDz5577X2dTudaqpaTmy9vTSazcs44T9m5ea53w0IrOITS/o6KimylYbHR0Z6PJ8TFOGK4C33RkJALOG7zykG9P/7su2WrNiox3JLla+0D+1TnalkTLN+wzqCPbXhZWHyKRqtLaN4tvllnY372r9t2fLhje0rjcENoeEhp4QF9SduIyNimnUNj6ugMYUH2C0dEp7bUmZsEHbUFl2VB1X1I6p85SuE4LhUAAABQGTGceqiGA+Cm7BxRE8aNumrztl3rN29/8b8fNm/S0HF50DoJsfK2QWq9WW8/Jy5ZRHiYvM3KyfF8qLCoyNGu3hd1c80V/WUMt3LtZovVqgkKWrpqoxw47Ip+ovpYdXU1YpdOLzTWszKDUwYGabTHi8tmbz9yqqAkb+++sNzTnURmYkRwbnZ2iUVEhoS7VKVZdCInSKeRcV6ZLl5Ut6Ur1u3e81t8XFS/Xl0EoRtqE5Z2AADgUzjkWD1sCAKoSE2FcdPvvy3EEFxSWvrMK+86Bip53NHjp4qK3S+smZGZfeToCbcrnFZOJmvC45BSYX/LZzKyvPSibuokxLVp2azYaFy/KW1z2q7cvLwWzRql1EsS1ccS0koEafU6c2nG2rKyP05Cl1dsfG3Bsj0nTofptJfXjbo2Kahf+5Ytuw80hIUf2bWxuCDX8XSrKdeUvUmv11r1yWXaKFHdMjIy5Wd7NjNXALWJ3PRiJygAAPApxHDqYUMQQCVqJKlPiI+96fprZWPf/sM//7pKGRgfG9OudXPbFU7nLXTr/8Lr70+69+F3PvpcVFnrFk3Dw0Izs3LWbtrmOnz+wmWuF6Oo3hf1NHSA7WoMq9ZtXbV2i7BdnKG3qFaW8O5CE6zTWkThdnPhUWXgwrTda34/HB0SPKJD8zsH92pVv25c3dQmHXu37nVlaER01onDVssf2aKl4IDI36rVaa0hbYTGi6cFUf4Sef494i8UAhILNgAA8DXEcOqhGg6AD7pxzDX1khJl472Pvio2/lGJdsfNY+XtZ3N/Wmw/jZrii28XbNy6U6PRjBo2RFSZXPXdNHa4bDz1/Nvbd+4T9hPAzZk7/7V3PnHrWY0v6mlQv8t1Wu2mrTs2bdspG0oqV42sIc0toZ00miCDSDce/6HMai4qKZ2zekvHunGPDR9415UDmze9TG8INUQlaHW6+JTGTTv3jUlKtdov3iqTgoAP4wcAABAASURBVKL974YajEHacHNYlzJd9VfDuXIEEzV4QDQAAABQO3FuOPXwaweAD9LpdFPvmzz98ZeycnJmfjbv7lvHy4Ht27a465bx78/66umX3nnt7VmNGiTnFRQdOXpCPvSP/7u9fkrdC3qJ8WOu2blv/5r1W//68LP1U+tlZeUUFhWn1Esym82nMzId3ar3Rd1ERUZ079peToNs9+zWQd4V1StIV1Ln3rCCVcG6ktJTX+07Zs6xpD4zvN9ljRvpg4OVLsERsTKGE/Zo0hBqu2LDmfTfDm1f1zT1jKFwRXBMuDm8qyWskwjSCq8pcyGAWoCdoAAAf7F8ZrFypETL3sHJLb24QYiaRQynHjYEAVSiVYsmj067MzIqRqiuW6d2MplauzHt63kLRw0bXLeOLSq6ccw1XTu1+eaHX34/cGTf/sOJ8bED+nSfOG54s8YNxQXSajRPP/LX+YuWL1q65veD6YZgQ7s29R976O6H//WqEJmuPavxRT1d0b+XEsNdObCP8AJrSEtTzDh97jch5mP6zJkhodc3bzJcpw92dIio01DrclcGYRZTQVD2QiGWRiRFl+kSzVFXlRmq4Z1WxJG+VXRoKhB4WM4BAP5i+axik/3QlMh4DTFcAOPMtd6i/NqxWCxms9lkMuXk5OTn56empkZEVHcJBgD/pKwlrFarXFGYzqmRGA7VJch0xnDqP9r8VSXFRcaypsFN/hIc310bWtd+nnirubhAozdo9QbZs8xiNBUcLjn2jeXEzKioII0+ujR2XGn8LUIbJrzgy7nzt6TtSqlXZ9SwAQaDISQkJNhOr9drtdqgcwQQWDIyMoxGY2FhYcg5ymKv0+k0Gg2LPQDApzw1OEuJ4UZMD+82yiAQoKiGUw+begAqoqwfWEv4uzJ9YmniPYYyS4hmg9Z4uPi3Ry1xQzSxvXQRTYUuJu9EuiEqLjQ6ylJ03JK305K1TFecFh4lNLqw0tjrTHHjvZTBOXguYOyKAwAA8BGNOuhNJbZts6hETuIfyIjh1MOvHQCVI4bzf0FWQ7OSOg/osz/XBy3S6/NLC3405y8z6etZRERZQbHpjD4oVKexnNVYTgdrTLowbZmhcUn8RFPkUOHNKzO0adXcYNAb9BzdgFqH9SoAwF9MeiVSoBYghlMPG4IA3AT9mUAACNJYQ5qWJN5njugbnDknOGiDvsxYZj0o98SEh9sft4ogbVCQLkjo6phjrjZFj7AaGosg7/45btP6sqQ6MdlZme4Ty1KHgGY/HpydoAAAwIcQw6mHDUEAldiz7+Dnc3+SjaefeEinpWrJz+liLBF9isO7aUoO6fMWaYu2aEsOCWuhfKRMG28NbWmK6G2O6FWmqys0wUItQR4cwwUQiNj0AgAAvoYYTj38zgGAWiRII4JCraGtS0Jb/zFEJgI194eg8rpL/kIBAAAAKiCGUw+7ZAFUglVE4PONqItDoVGrsJADAACfwgU41MOGIAA3ZS4E4DUZGZlHj57Mzsn3vCYvf5sQ2Fi7AgAAn0I1nHrYEARQEZI4eNXSFeu2pO1KTU667tpByhDSNwAAAJ+yfGaxxWxrtOwdnNySU0UHLGI49fCbB0AlWEVATcS+AAAAPmX5rGKT0daIjNcQwwUwDkpVD795AAA1S/lL5HkLBCr2cAAAAJ9CNZx62BAEUC7SEKjJ9XSEjqVONvgjhcAjl2pWrQAAf9Gog95UYvuzFZVIvVQgI4ZTDxuCAMqlxB8J8bF9enY2hITqtJSgw1s4CyFqFZZ2AIAfmfRKpEAtQAynHgoNAFSiTmJcv15doqJjBeAdZR4EAAAAABVR66gefvAAqJxGwzoZXuS5N4gDohHw2AkKAAB8CtVw6mFDEEBFlPUDawkAqF6kzAAAwKcQw6mHDUEAnoLslDZrCXjJuDHDBvXvnp2V6Tac5BcAAABQEzGcevi1A8CN4yp+spGZlbttx55gQ8jQgb0F4AWuRZeuf5L48wQAAACogxhOPdS5AKhExtmslWs2y8bAfj24WCq8pKIkDghULOcAAH+xfGaxxWxrtOwdnNySnwMBixhOPWwIAqgEST28KsiD4A8TAp2j4hgAAN+3fFaxyWhrRMZriOECGDGcetgQBODGsVoosxOAN1WSwZHHISCxXgUAAL6GGE49/MgB4IkADir4cu78LWm7UpOTrrt2kNtD/G0CAAAAVEMMpx5+aQOoCOsHAPAGgmYAgL94fEmcQC2gEVALG4IAKsEqAipQAl/X2NdzCBBIWLYBAIBPoRpOPWwIAigXKweoiTMSAgAAADWFGE49lLoAKJeyciAQgQrKXAgAAAAA6iKGUw+/eQBUonXLpo88dEdUdKwAvMO1Dk7wVwm1AztBAQCAT+HccOphQxBA5TQa1snwItc/Q56nhwMCj1zmWbwBAIBPoRpOPWwIAvAU5ELeLS01HTt+styeyfWSQkIMjrsnT50pLjZ6dosID69TJ95xt7Cg6HTG2XJH2KRxA9e7h48ct1osnt3i4mJjoiMdd7Oyc3Nycj27aXW6hvWTXYccPHRElCcpKTE8LNRx9/SZs4WFRZ7dwsJC6yYlOu4WFRtPnTojqvBGjhw7aTaZPLtFR0fFx8U47ubm5mdmZXt2k2Foo4apogpvRH7O8tN23D2TkVVQUODZzRBiSKmX5LhbUlJ6/MSpckeYmlIvOFjvuCu7yc6e3SIjIxITnBfSyi8oyMjIKneEzk/GvnRpNH8sZo7l7UKVGY0le/aY9u6NvPFGAfg8Nr0AAH4kPc1stW+MJzTQRiZQxBOwiOHUQzUcADeOSg0lFpEBUE5u7nsffV5u5ztvu6FBqjPn+n7BkkOHjnp2a9e25fjrrnHc3X8w/bOvfyh3hP/8+18MhmDH3U/mfFNYVOzZbeigPv37dHfc3bg5bemKdZ7dZFQ37YE7HHcLCosqeiOTbhzd/LLGjrsLf1m+e98Bz27NmzWeNGG04+6Ro8c/nj233BFOe+D2mOgox93Pv/ohKzvHs1vf3t2uHNzXcXfb9l0Lflnh2U0GYY//437XIRW9ketHX92hXSvH3eUr123ettOzm5xrct457p4+k1HRCO+/a1JSUoLj7jffLzx+4rRnt65d2o0aNtRxd/fe/d9+v6jcET79+FRlGWvZvEmIQRdqCFYWM0cYp3Sr5M+T5cyZ0r17S/buldGbbJjS02WwEdyyJTEcAABA9Zo5Nc9k38k+Ynp4t1EGgQBFDKcedskCcOWWwSny83Ir6n/wwP78HGddW0F+frnd8nJzdu5IcwQrR4+fqWiEu3ftcK29MpnN5b/uwUNR4bpg/R9/L86cPl1ut9JSk+vrlpSYRAUOHTpYasxz9MzLyyu3W35+nusIT57OrGiE+/buiQh3lteZTKXldjubccZ1hKdOlV+SZrVaXbtZLFZRgaNHjmhFqaNndnb5JWmFRYWuI8zKya9ohL//vu9sxgnH3aKionK7ZWdluY7wxPETFY1QdtPaBWs1bVo0Cg4O1pwjn166a5cmNVVbp47zCVZr6f79pn37bNHbnj2l+/ZZs8spGEz+5hsB+Al2ggIAAJ/CKTO8RbkOncViMZvNJpMpJyenoKAgJSUlIiJCAICdsqKQuY9cV5jOKZEJlkySZKxlMsnh8lHXFbXbT0rPc+27FTpV3q2invJFs3MLcvMKZF5TNzEuJCT44l730qew3BG6/eW6lBFe6CfjX2/EUWWps9PbBdvJu5l33mk5eDC0fXtDixZl+fm2erfffisrKRGV0+kabd8uAH+QkZFhNBoLCwtDzpELv/wWyOVfCaMJ6QAAvuOpwVlUw9UGVMOph8QTQLkcWYlWq1VSOUeVnFsM55oQuV71sqKMRrl1DWjcRlVut1KT+fCxU8aS0ojw0EapdXU67SWOUJQXD7k+y9Gnet+IqDi98vYbqZYRXvobUZYrZdGSlBhOCSDMBw6YDx7UlJaWrF9fsnZtkLXCoj83YYMGCQAAAFS3x5fECdQCxHDqYY8rAE9K2uKIS5TCJWWIpGRwVntE4shoHCuTctMrz55V7Kb0OZOZs3vfYRn+NW2Y3CCljnCJe7z6utU+wkrSqwt93UpG6ONvxFHvIzM43TlKJFe0aJFc8pTnBF3IXqI6r70mAAAAAFwUYjj1lFENB+DPHBlc0LlqOMdw5a4Sw5VbVyXOV0TmGv1XJUWSL7Vt1/7fDx0LCzX07NImNjqi3G7V/rpqjtCtm6NPuXGYW7eqjLDG34jwqIZzLEuOmjhFzMSJhvj4gjlzLGfOiCr/edKlpAjArwSxExQAAPgSYjj1sCEIoFxKUCL+HKDIIVY7JV4J8jgOUVxaqZTbCPMLixf8uv5sVm7D1KTBvTvp9brKR1h2sUdKXsQIPd+IqEJ6VV2fTDW+kaqMsHrfiCOGUxpKGPdHKlenTvAtt8Tcemvm448XVPmSC6m//CIA/xEUxEmQAQCAbyGGUw8bggA8BblcL1WGI47cxDWDc+3sOQbXmCboz6cqq6ib+HMqdCD9xPeLVpvN1oG9OnZp39y1/8WN0LOb2wjP+0aqfYS1840ofZQYznHrSOUUCY8/bjlyxLhpk6gCa26uJjpaAH6CTS8AAOBriOHUU+6PKwAQLusHR0QiG66VUOWGL66/MN1Cn4p6unWzWKw/L9u4bsvumKiISWOH1K0TW9EI3dZgFY3wvK9b7ggv/Y1UfYRefSOXMkIvzeKgCjg7BAcnvvrqiZEjLVlZonJlZUd69gwdMCD6jjtCOnUSAAAAAC4QMZx62CULoFxB584Q59r2PBRRVFpR5TnO8/bMzM6b9dWi46fPtrqs4c3XDTUY9Jc4wmrv5o8j9M034hrJCY8gTxsfL5O4U1OmCLNZVMLeuXjZsrBBg4jh4C+C2AkKAPAT6Wlmq8XWSGigjUzg71fAIoZTDxuCACrimsSJP59BzEu27znwyde/WCzWUVf17d+jfRWfFcSJlvxQUAXHsbreDenWLe6hh7Kef77Cscj5fq56LuKaawTgJ1hlAQD8xcypeSajrTFieni3UQaBAEUMpx42BAFUwhG9VRSaVBez2fLVj8tXbdgRFxt1503D6ycnXtDT2aPg7yqag1GTJ5fs3Fk4f365j4YOGKBv1Kjg22/DBg4MCgtze9R08KB8KOK66/SNGwsAAAAAFSCGUw+/XQGcV0XnBat6h8p7ZmTmvDPr+xNnMtu3anrb+KsNBn0VR1jFQy9FlafwEt9ItXTz/RFe+ute0J+ehKeeKt2zR2Zqng8lvf22vI37+9/LPYVc/pdf5s2alfvBB4Y2bcKvvTZi5Eiu5AAAAAB44vAib1HOrW6xWMxms8lkysnJyc/PT01NjYiIEABQEzZt/23WVwutZWXjhg/oV+UDUVGryAzu5A03WAsKXAfqUlJSf/mloqeUlZYe7dPnT0/R68P69YsYNSqsf3+hY4cfakxGRkZJSUlBQUHIOcHBwXq9XqfTOa6HIwAAAFT+LNFAAAAQAElEQVTExrF62NQDUFNMZvPn85au3rgzMT76nptHJNdNEEB59E2aJL744ul77nEdWEkGJ5mPHdPWqfOnGM5kKlqyRP7TREVFjB4dfdtt2sQLO/YZqBaczhIAAPgajYBa2BAEUCMyMnOefn22zOC6tG/+zwduJoND5UL794++/faq95fJXcqPP9adNSv82muDgoNdH7Lm5eXNmiW0WgHUBDa9AACAr6EaTj1UwwFQn3IgqvwpOvG6IX26txNAFcT+3/+VbNtm3LRJtkN6967KU0K6dpX/rI8+WvDdd/lffWU6cEAZLkM9bVycAAAAAMC54byHc8MBqFkms3nOt0vWbt6dGB993y2j6iYSheACWDIzT44bZz55stHu3eLCGTdvLvjqq8Kff0588cWwoUPdHs1+5RXz8eOR48aFXH65ALyGc8MBAABfQwznLZ4xnNwKTElJIYYDoIJTGVlvz/r+dEZ2l/bNJ4+9Qv7wFMAFKtm168x999VftkxcLGt+viYy0nP40T59lCuu6hs2jBgzJnLsWE1MjACqm4zhjEZjYWEhMRwAAPARxHDeQjUcgJqyasOO2d8slo1JY6/o1bWNAC6WKT1dJmWiWhUtWXLm/vv/NEivDx8yJPL660N69BBA9SGGAwD4kfQ0s9ViayQ00EYm8BcqYHFuOPWwqQfA20pLTTO/XrR5+29JibH3TBrBgai4RNWewQn7dRs0UVHy1jnIZCpcsED+08mdVWPHxtx5pwAAAKhlZk7NMxltjRHTw7uNMggEKGI49VB4CMCrTpw6+/Yn32dk5vbu1vaGkQP1Otbw8EURo0dHXHtt0fLlBd99V7RihczgHA+Zjx0zrlsniOFQfdgJCgAAfAo/0tTDhiAA71mxbvuXPy7TBAXdPmFY1/bNBeDLdLqwwYPlP2tubsEPPxTOm1eya5fySOS4cQKoJnLTi52gAADAp7B14i2cGw6AOkpKTB9+sSBt94HkpPh7Jo1IjOdU9/A/pkOHCubOLV65MnnuXOFWyFlWdvLGGw2dOkWOHatv2lQAVca54QAAgK8hhvMWrpQKQAVHT2S888n3mdl5/Xq0Hzd8gE6nFUBgMW7YcOqWW5R2cMuW4SNGRI4axZVVURXEcAAAwNdwUKp6SDwBVK9fV2+d+9MKnVZ7983XdmzTTACBqODbbx3t0r175b/sl18O7dtXhnFhAwcKvV4AFSNoAwAAPoUYTj1sCAKoLsXGkg8+X7Bz76HUeokyg0uIixZAoNJ61HhaLMXLlsl/msjI2GnTIq+/XgAVYCcoAADwKcRw6mFDEEC1SD92+p1PfsjOzR/Uu9OYa/pptRoBBK6Ep5+Omz7d7UoOCmt+viY0VAAAAAB+ghhOPVTDAbh0v6zY9N3Pq4ODdffdMqpdy8YCqAU00dFREyfKf8qVHGQkZ8nIkMODQkPDhg4VAAAAgJ8ghlMP1XAALkVRsfF/c+bv+f1Iw5Sku26+Ni4mUgC1jL5x49hp02KnTi1etapg3jxtbGyQweDWp3TPnrOPPsqVHKBgJygAwF+kp5mtFlsjoYE2MoG/XwGLGE49bAgCuGgH00+8O/vH3PzCof26jrqqt1bDgaioxTSa0H795L9yHyz47juu5ACF3PRiJygAwF/MnJpnMtoaI6aHdxtlEAhQxHDqYUMQwMX5eemG7xauDgsN+ett17Vu3lAAqIjJVPDjj3+0HVdyiI6OGDYsfORIQ7t2ArUJm14AAMDXEMOph2o4ABfKZDa/P+entN0HmjSod9fEa6OjwgWAipnPntXXq1eSne060Jqbmzdnjvynb9gw8dVXg1u2FAAAAEBNIIZTD7tkAVyQnLyCNz+ed/TEmf49OowfMVCjIcoHzkNXr169r7+2Xcnh668LfvxRuZKDg+n4cV1yskBtwk5QAIC/mPxKlOPccAKBixhOPWwIAqi6w0dPvTlzXmFR8aSxV/Tq2kYAqDLblRymT5f/ilesyJ87t+iXX5Th4UOHaqKi3Dpbs7M1sbECAYqdoAAAf9GwA/lMrcBsVg8bggCq6MDhE6++/7UhWP/QneOaNqJ4B7hIypUcygoLC378sXDevIiRIz37ZL/2WvHq1ZETJ0aOHauJiBAAAACA13ABKW8ps7NYLGaz2WQy5eTkFBQUpKSkRLCJD6BSJ06dff7tz7Ua7d/vuyEpgSIdwIvKSkqO9OpVVlws20FhYTKni7rpJn2TJgIBISMjw2g0FhYWhpwTHBys1+t1Op1GowmyEwAAACrSCKiFxBPAeWVk5r76/lxRJqbeOZYMDvC2oiVLlAxOKisqyv/ss+PDh5+aPNm4ebNAQCBoAwAAPoUYTj1sCAKoXGmp6b8fflNsLHlgynWp9RIFAC/T1a8fPnx4UEiI60Djxo2nbr4589//lsGcgD+Tm17sBAUAAD6Fc8Ophw1BAJWb892vGZk5k8Ze0aQh54MD1GBo1y7xhRfKjMaCH3/Mffdd8/HjjofyP/useOXK1EWLBPwWm14AAD+SnmZ2XCk1MoEinoBFDKcequEAVGLT9t/WbdndsU0zrosKqCwoJCRy7Fj5r/CHH7JnzDAfPaoMj7r5ZgEAAKCKmVPzTEZbY8T08G6jDAIBioNS1cMuWQAVKSo2fjJ3UXxs1C3jrhQAakj4tdemfP999G23CY0mtF8/YrgAwE5QAADgU6iGUw8bggAq8u2CVSUlpvsmjwoxBAsANSfIYIidNi1s6FB948YC/o+doAAAwKcQw6mHDUEA5TpxOnPlhh3tWzVp3iRVAPABhg4dBAAAgIomvxLlODecQOAihlMP1XAAyvX9ojVajWbssP4CgG+z5udrIiMFAABAdWvYgXymVuDccOqhGg6Ap+zcgrTd+7t3alknIUYA8FWl+/aduO66vA8+EPAr7AQFAAA+hRhOPWwIAvC0eOVmGdEP6t1JAPBVOW++eWL06NK9e/M++6ysqEjAT8hNL3aCAgAAn0IMpx42BAG4KTWZV23c0aRhcv3kOgKAr7JkZCgNa35+3pdfCvgJNr0AAICvIYZTD9VwANxs3fl7SYlpQE9OBg/4tOjbb3e08z7+WJjNAgAAALhwxHDqYZcsADc79x2WAX3ntpcJAD5Ml5oaNmiQ0racOVPw008CfoKdoAAAwKcQw6mHDUEArmQyv3PvweZNUnU6LkkO+LqoW291tIuWLhXwE+wEBQD4i6cGZ/2zt+3fxu9KBAIXMZx62BAE4OrQkRPFxtKWzRoIAD4vpEsXTcwflzM2HzokAAAAgAtHDKcequEAuDp45KS8bdKgngDgD4KbNlUapcRwAAAAuCg6AbVQDQfA1ckzWfI2OSleAPAH+iZNjJs321omk/nYMV1qqoDPYycoAMBfTH4lymqxNRIacMqaQEYMpx42BAG4OnUmKyw0JDIiTADwB/pz1XCS6eBBYjjfJze92AkKAPAXDTuQz9QKzGb1sCEIwNXRkxmNUpMEAD8R2qdP7PTp2qgoTUxMcMuWAj6PTS8AAOBriOHUQzUcAIfSUpP8FxsdKQD4CX2TJtFNmggAAADgYhHDqYddsgAcio2l8jY01CAAAF7DTlAAAOBTiOHUw4YgAIfikhJ5G2oIFgAAr2EnKAAA8CnEcOphQxCAg9FeDWcghgMAAACAWoMYTj1UwwG1itVatnD5RovFWu6jZ7Ny5e3+Q8d/NFsqGsOAnh0iwkMFAAAAgED31OAsk9HWGDE9vNsozl0TsIjh1EM1HFCraDRBMoP7cfHaSvrs3HdI/iv3oQ6tm5LBAcAlYicoAADwKcRw6mFDEKhtrhrQbfXGndm5+eICGQz68SMGCgC+xHz06NnHHlPaEaNGRYweLeDb5KYXO0EBAIBPIYZTDxuCQG2j02nHjxjwzic/iAt09YDucTGRAoAvsRYWGjduVNoh3boJ+Dw2vQAAfmTyK1FW++lqEhpoBQIXMZx6qIYDaqGObZp1aN00bfeBqj8lKTF2SN8uAgAAAECt0bAD+UytoBFQC7tkgdpp/IiBBoO+6v0njBqs07EHDACqATtBAQCATyGGUw8bgkDtFBcTefWA7lXs3KNz6xZN6wsAQHVgJygAAPApxHDqYUMQqLWG9O2SlBh73m4RYaFjh/UTAAAAAIBARAynHqrhgFpLp9NOGDX4vN1GXNErIjxUAAAAAAACETGceqiGA2qzFk3r9+jcupIODVOT+nRvJwAA1YedoAAAwKdwJQ71sCEI1HJjh/Xbuuv3khKT50Ny/XDjqEEaDWsJAKg2ctXKTlAAgL94anCWyWhrjJge3m2UQSBAUQ2nHjYEgVouIjx0xNBe5T40sFfHRql1BQCg+rDpBQAAfA3VcOqhGg7AwF6dNmzbm37stOvAiLDQEVf0EgB8m75Bg7off6y0dcnJAgAAALhAxHDqYZcsAI3GdvDp829+7rpCuO6aviGGYAHAtwWFhYV07y7gV9gJCgDwF/0nhVrMtkZKS4KaQMbcVQ8bggCkRql1+3Rvt3L9duVu8yapvbq2EQAAL2AnKADAX/SfHCpQC3BuOPWwIQhAMfKKXhFhtr+yOq12wujBAgAAAABQCxDDqYdqOACKiPDQ667pKxuD+3aumxgnAAAAAAC1AAelqodqOAAOvbq2+e3g0asHcp4pAPAidoICAACfQgynHjYEAbi6ZdxVAgDgNXLTi52gAADAp3BQqnrYEAQAwH+V7t17uHVr5V/OjBkCPo9NLwAA4GuohlMP1XAAHCr6cciKAgAAAKiFnhqcZTLaGiOmh3cbZRAIUMRw6mGXLADx51WBa1sJ4JQhhHEAUC1YnQIAAJ/CQanqYUMQgJKyldlZrdZDWyxWO+WuMlyQ2gNANWF1CgAAfArVcOphQxCo5VwzOGn+yyVb55uvmRrc8RqtsCf1CtenEN8DAAAAtUH/SaEWs62R0pKgJpAxd9XDz2mgNnNkcErV28+vywzOIof89EqpqUTb6VqNXEVo7BxhnHKNP1YdAAAAQMDrPzlUoBYghlMP1XBArVXmQsZwMnrb9pPF8egvb1qExtr+qj9iOEmr1SoPkcEBwKVgLQoAAHwKMZx62BAEaifXDM5iscgMLm2B1a3PL2/Y4rl2V1q0dnKIksc5OrACAYALpdQUCwAAAJ/BJRrUw4YgUAu5ZXA/v+7M4ELCgwZPCXP0XPJm0OZ5FrOd7Om4dAOrDgC4OKw/AQCAr6EaTj0UswC1TSV1cCERQTc9HZXQQBufov36mXyr/RDVlR/otHpz+6v+9LvRURPHOgQAAAAA/BoxnHrYJQvUKlXJ4GS7cUf92EcjHUncsnd0ZWWmDlebXUdFEgf4guCWLRvt3i3gV1htAgAAn0IMpx42BIHao4oZnMItiVv+rj4oyNz+qvKTOMHKBACqjJ2gAAB/MWtqvqnE9merz4TQFr31AgGKc8Ophw1BoJa4oAxOoSRxmnODl72j2/5zWUXniWNlAgAAAASYw2mmw9vM8l9eKWO7zwAAEABJREFUhlUgcBHDqYcCFqA2uIgMTkESBwAAAACBjYNS1cPPZiCwOQKyi8jgFJ7niTOXmjqPKOfoVBnry5cg3AeAyrGeBAD4i/6TQi32Df+UlgQ1gYy5qx42BIEAdukZnMItiVv1oV4IkjgAuBjKelIAAOAP+k8OFagFiOHUw4YgEKiqK4NTkMQBvqmsqKhk506lrUtO1qWmCvg2Nr0AAICv4dxw6uGnMhCQ3DI4s/mSMjiF23niZBK35Xsr54kDapbpyJFTt9yi/Cv47jsBAAAAXCBiOPXwUxkIPJ4Z3A/Pl1xiBqfwTOI2z7PIGM5kMpHEAUAVsRMUAAD4FGI49bAhCASYcjO4XUv+SMQuJYNTuCVxqz8KlkmcRBIHAFXEuhEAAPgUYjj1sCEIBBJvZ3AKkjgAAAAACBhcokE9VMMBAUOdDE7hdsUGmcQJUdpl5J/6cMUGAAAAwK/NmppvKrH9oOgzIbRFb71AgKIaTj0UqgCBwTOD+/GFUi9lcApq4gDg4rBnAgDgLw6nmQ5vM8t/eRlWgcBFDKceNgSBAFBuBrdzcTVck6FyJHEAcKGUGmEBAADgMzgoVT1sCAL+rqYyOAVHpwLABWHTCwDgR/pPCrWYbY2UlgQ1gYy5qx5+EgN+rWYzOAVJHAAAABCQ+k8OFagFiOHUwy5ZwH/5QganIIkDaoomPDykWzelrUtJEfAHrAMBAIBPIYZTDxuCgJ/ynQxOQRIH1Ahd/fp1Z84U8CvsBAUAAD6FSzSohw1BwB/5Wgan4IoNAAAAAOB3iOHUQ0EK4Hd8M4NTkMQBAAAAgH8hhlMPP4MB/+LLGZyi8iROCeNI4gDUZuwEBQAAPoVzw6mHDUHAj/h+BqfwPE+cDOG6j7W1dbo/1vCcJw5A7aSs9wQAAP5g1tR8U4ntz1afCaEteusFAhTVcOphQxDwF/6SwSncauLWzdZv+NpqsVjMcrqpiQNQi7HGAwD4kcNppsPbzPJfXoZVIHBRDaceilAAv+BfGZzCrSZOJnFCmLqN+dPvT2rigEtkOXs2/4svlHZIt24h3bsLAAAA4EIQw6mHXbKA7/PHDE7hmcQV5Zj6TzG79iGJAy6FjOFy3nxTacfcey8xnF9gXQcA8BeNOuiVg1KjEjlsMZARw6mHDUHAx/lvBqdwS+K2/2iriSOJA1CbsRMUAOAvJr0SKVALELKqhw1BwJf5ewancDtPnEziln8g34uZ88QBAAAAQI0jhlMPhSeAzwqMDE5BEgcAAAAAvokYTj383AV8UyBlcAolidOeu8o5SRyAWoudoAAAwKcQw6mHDUHABwVeBqeQSdy4f0aRxAGozZTzYAoAAACfQQynHjYEAV9TeQYXGuWvGZyiQVsdSRyA2ow1GwAA8DVcKVU9VMMBPuX8Gdwz0fEp/r2vQknivvx3nsVku8u1UwEAAADfNGtqvqnE9gulz4TQFr31AgGKajj1sEsW8B21IYNTUBMHoDZj7wIAwF8cTjMd3maW//IyrAKBi2o49bAhCPiI2pPBKaiJA6qFNiEh5r77lHZIt24C/oC9CwAAwKcQw6mHDUHAF9S2DE5BEgdcOtcYDgAAoHo16qBXDkqNSuSwxUBGDKee/2fvPqCjqPY4jl+STa9AAiEJEHpAOiTSBFSKgiLYsAJ2BSs+7CL2Z8MG9gYPC6KCBVF6772G3iGQAOltC+9uRtY1CZiE5GZm9vs5c+bcncyWbLKzd373PzPs1gJVzjMzOA1JHAAAAKBbQ8aGCHgAQlZ1qIYDqlbxDO7X1/I9JIPTcJ44AJ6GEQUAAKArxHDq0BEEqlCJGdyWOX8lTZ6QwWlI4gB4Dq22VwAAAOgGMZw6dASBqlLisagemMFpSOIAeAi2YAAAQG+I4dShGg6oEhyLWhxJHAAAAACoxyUa1GFXFlCvSAYnA6bf3/pHHdxNL4R6Wgan4YoNQFnZDh5MfeYZrR08cGDwoEECuse2CwAA6AoxnDp0BAHFPPm6qKVBEgeUiSM7O2/VKq3tn5AgYAQMggIAjGLBhFx7YU88vqtvdLy3gEkRw6lDRxBQiWsylAZJHAAAAKAHCybmWvOcjZCaXsRwJsa54dRh9xVQhmsylB7niQMAAAAANdgLVYfdV0ANrslQViRxAMyKQVAAgFHEtfGJa2uRU2gkuypmxkGp6tARBBSgDq58ODoVgPlo2ysBAIARDBkbIuAB2BdVh44gUNm4JsP5oCYOgMmwpQIAAHrD7qg6FI8Alap4BvfzK2RwZUMSBwAAAACVhz1SddhlBSpPiRnctvlkcGVGEgfATBgEBQAAusJOqTp0BIFKQgZXsUjiAJgG2ygAAKArXKJBHTqCQGUgg6sMXLEBKM6nXr2or77S2pboaAEAAACUETGcOuymAhWODK7ykMQBRVQLDPRPTBQAAACVYMGEXHthXzu+q290vLeASRHDqUM1HFCxyOAqG0kcAKNjuwQAMIoFE3Otec5GSE0vYjgTYwdVHTqCQAUig1OD88QBMC5thEAAAADoBvuo6tARBCoKGZxKJHEADIotEgDAQOLa+MS1tcgpNJIdGTPjoFR1qIYDKgQZnHocnQoAAABUqiFjQwQ8AHuq6jAkC5w/MriqQk0cACNiVAAAAOgKO6vq0BEEzhMZXNUiiYOHK0hK2teihTaljRsnYARsiwAAgK6wv6oOHUHgfJDB6QFJHAAAAACUG7us6lANB5QbGZx+kMQBAAAAQPmw16oOu6NA+ZDB6Q1JHACjYBAUAADoCldKVYeOIFAOZHD6xLVTAeiftv0RAAAYwYIJufbC3nR8V9/oeG8BkyKGU4eOIFBWZHB6RhIHQOfoegEADGTBxFxrnrMRUtOLGM7E2H1Vh11QoEzI4PSPo1MBAAAAoPTYg1WHXVCg9MjgjIIkDoCeMQgKAAB0hYNS1aEjCJQSGZyxcHQqAN0i/QcAGMXoOTUEPAD7serQEQRKgwzOiKiJAwAAAIB/RTWcOhSAAP+KDM64qImD6fnGx8dt3SoAAACA8mJvVh0KQIBzI4MzOmriAOgNiT8AANAVdmjVoSMInAMZnDmQxAHQD632VgAAAOgG+7Tq0BEEzoYMzkxI4gDoBFsYAACgN5wbTh2q4YASkcGZD+eJAwAAAMpkwYRce2F/Ob6rb3S8t4BJEcOpw5AsUBwZnFmRxAHQA7YtAACjWDAx15rnbITU9CKGMzFiOHXoCAJFkMGZG0kcTOZ0Tk7+5s1a2xIdbYmNFdA9BkEBAICusH+rDh1BwB0ZnCfgPHEwE+uBA8nDhmlT1rRpAgAAACgjquHUodADcCGD8xzUxAEAAAD/avScGgIegL1cdSj0ADRkcJ6GmjgAVYVkHwAA6Ao7uurQEQQEGZynIokDoJ5WYysAAAB0g31ddegIAmRwnowkDoBibEkAAIDesLurDtVw8HBkcCCJAwAAAODJ2ONVh11KeDIyOGhI4gCoxCAoAADQFXZ61aEjCI9FBgd3JHEAlGEbAgAwiv0bbHvXOqfMVL68zIz9XnXoCMIzkcGhOJI4AAAAwN2EkRlfPOCckhYXCJiXRUAVquHggcjgcDZaEvf9ixl2q/OmTOKEsPa4w+a+jpeX839Du9Yhm1BUOa+gIP+EBK1tiYkRAAAAQBkRw6lDQQc8DRkczo0kDsZiqVs3asIEAUNhuwEAAHSFGE4dOoLwKEUyOGuB/Zf/ksGhKJI4AJVH224IAACMYPScGgIegH1gdegIwnMUz+B+eoEMDiXjPHEAKglbDAAAoDfsBqtDEQc8RIkZ3M6lZHA4q3okcQAAAAA8AHvC6rDrCE9ABofyIYkDUBkYBAUAALrCzrA6dARhemRwOB8kcQAqHNsKAACgK1yiQR06gjA3MjicP67YAD2zp6ZmTp6stf0TEvwTEwUAAABQFsRw6rC7CBMjg0NFIYmDbskYLm38eK0dPnw4MRwAAKhA+zfYHHZnI6Ked0gEXVzTYq9YHarhYFZkcKhYHJ0KoKKQ1AMAjGLCyIwvHnBOSYsLBMyLHWN16AjClMjgUBlI4gCcP61mVgAAAOgG+8bq0BGE+ZDBofKQxAE4T2wZAACA3nBuOHWohoPJkMGhsnGeOAAAAHiI0XNqCHgA9pDVYUgWZkIGBzWoiQNwPkjnAQCArrCTrA4dQZgGGRxUIokDUG5sEwAAgK6wn6wOHUGYAxkc1COJAwAAAGAC7CqrQzUcTIAMDlWFJA4AAACA0XGJBnXYLYTRkcGhanHFBlQt74iI8BEjtLZ/QoKAEbAdAAAAukIMpw4dQRgaGRz0gCQOVcg9hoMhaNsBAQCAEezfYHPYnY2Iet4hEXRiTYt9ZnXoCMK4yOCgHxydCqCU2AIAAAxkwsiMLx5wTkmLCwTMi91mdSjKgEGRwUFvSOIAAAAAGBF7zuqwKwgjIoODPpHEASgNBkEBAICucG44degIwnDI4KBnnCcOwL8ihQcAGMXoOTUEPAD7z+rQEYSxkMFB/6iJAwAAAGAgVMOpQyEGDIQMDkZBTRyUsR08mPrMM1o7eODA4EGDBAAAAFAW7EWrQyEGjIIMDsZCTRzUcGRn561apU22w4cFjIDkHQAA6Ao70urQEYQhkMHBiEjiABSn1cAKAAAA3WBfWh06gtA/MjgYF0kcgCL4pAMAAL1hd1odquGgc2RwMDqSOAAAABjU/g22vWudU2Yq3VQzY49aHXb5oGdkcDAHkjgA7hgEBQAYxYSRGV884JySFhcImBc71erQEYRukcHBTEjiALjwGQcAALrCfrU6dAShT2RwMB+SOAAAAAA6ZBFQhWo46BAZHMxKS+K+fzHDbnXelEmcENYed9jc1/Hycv5va9dSZBMNAACAKjR0bKjD7mxE1PMWMC9iOHUouIDekMHB3EjiAPC5BgAYRf025DMegT+zOnQEoSvuGZzD4bAWOL5/umDf2r8yuMCware8GlY9igwOxiaTuBueD508JsNWeKJbmcTZrbZL7iWJQ3n41KsX9dVXWtsSHS1gBAyCAgAAXSGGU4eOIPSDDA6eIzbeMnjM30nclj/lFx9JHMqjWmCgf2KigKHwiQYAALrCbrY6dAShE2Rw8DRaEmfx/eumTOLmfiS4YgPgCfhEAwAAXWFPWx06gtADMjh4JpI4AAAAAFWOnW11qIZDlSODgycrnsTNev80SRwAAAAAZdjfVoedOlQtMjigSBKXNNeHJA4wNwZBAQBG8cKlJ5/t6pxWTcsXMC92udWhI4gqRAYHaEjiAM+hXXdFAAAA6AZ73erQEURVIYMD3BVP4maP4zxx+HcFSUn7WrTQprRx4wR0j88vAADQG4uAKlTDoUqQwQHFaUnc5DEZtgLnzW1z5Lehrdf9Nvd1vLycnwutmoYNOAAAACrV0LGhDruzEVHPW8C8iOHUYUgW6pHBAWdDEgd4Aj65AACjqN+GfMYjsPutDh1BKEYGB5xbkaNTZRLH0amAyfDJBQAAusIeuPvhOOQAABAASURBVDp0BKFSkQyuII8MDigBSRwAAAAAZdgJV4dqOChTQgb3FBkcUDKSOAAAAABqsB+uDjtvUKPEDG7/BjI44KxI4gCzYhAUAADoCrvi6tARhAJkcED5kMQB5qNdX0UAAADoBnvj6tARRGUjgwPOB0kcYDJ8TgEAgN6wQ64O1XCoVGRwwPkjiQMAAABQeSwCqrDDhsqjtwzul6/mfvDct/+6Wt3GUZ/OeVFUsoI865H9x+OaxWg3p30556Mx3/Ud3O2R14ee417aav1u7v7gK7eKivDkzWOPHzrx+YKXRelepxrHD538+v1ft6zcefJ4ep36ke/9+oy397//n+zecnBEvxdi4mqd49cpk82rdn037rfDe46dOJ5es1ZYdIPadzxxTcMWdUVV0JK4yWMybAXOmzKJE8LW636b+zpeXs53STvejSEWz+EbHx+3dauAofAJBQATO3DgwIsvvrho0aKjR482atRo1apV3t7eopK99957Dz300D333PPRRx/Jm8uXL+/cuXOrVq02btwolFi/fn27du2aNGmyY8eOMt1R+05MS0sLCwsTqDqUxqhDRxCVhDq4c9i8Yud9fcesnLdJVKnM9Jytq3e3vLDp2Vaoktcp/2Geu+P9P79bfGjPsZysvIJ8a2kyuAo39fPZ/7n2tdXzt6SfzGp8Qb3MtOw1C7Y8POjVBb+uElWkxJo4q5WaOMB4+IQCgFnJLfyVV1752Wefbd++PSMjIy8vT0EGB5w/quHUoSOIyqDPDG7AsEvk5L7kxo6PnkrJeO7TEZ37tBUKLZ6x5vC+4+5LmrVpMGTkVQ2axwqFNq/YkZ9X0P6iFmdbofjrVCD5QOrepEOycd/zN1x6dZfg0ACh3La1ez575QfZuPym7veNudHXz2K32Se8+fP3H85457EJcc1i6jeNFlWheE2cw2bv/RA1cQAAALqwd+9erQDtvffeGzJkCBVeMAqq4dRhJw0Vjjq4cmjevuFND12hOA3ctGKH3AK0736B0JOcrDw5r1Mv4qphl1ZJBifNnbpc5m7tujV/8JVbZAYnl3hbvG9/4uruVyTk5uT/OnGeqDpFauK2L/Ce9W41auIAAAD0ICMjQ84bNmz4wAMPkMHBQNg/V4edNFQsMjgDWbtoa5NW9UPCAoWeyPxLzv0C/ETVkQGlnPe5vluRgYpul7eT812b9osqRRIHGB2DoABgVrI/JudBQUECMBQOSlWHjiAqkJkyuFXzNk/+8Pej+44XFNiat23Ypmv8wNsu9bZ4l281l5PH029K+I/W/uLVH+V07T1973zq2hIv0bB9/b7f/jdvy+qd2Rm5rTs1u/ym7u4PtWvzgfv7vxgY5PftmrF+Ab7uP/rx05mfvjSl/609HnjplrO9kuSDqfu2Hx48ol+ZXqe25Mi+lE9enLx/55H01IyGLes1b9dI/jSsRnCRBynlai4FedYBzYZrbfnaLqt/l2y8PfXJ5u0bysbepENzflq+Z9vBvdsO+fn7NmpZr2Vik/4399Sq1Uok86iX7/to6Z/r6jWu88bkUWERIdry9JNZP302a+uaXXu3HqzfLOaCjk2uu+8y9zjy7WlPJh9IqR0bUeQBvS3O5/IPqsqIUFPk6FSZxMlfl6NTAUPQPpUCAGAucijUYvmrX7pp0yat97Vs2bJOnTqJwnjugw8+mDVr1sqVK2vXrt2lS5cRI0a0atWqyIOUcrVVq1bJ1RYvXpyent6zZ8+77777bK+qoKDglVde+eOPP/bt29e1a9crrrhiyJAhRU5XJ1/tpEmT1q9fv3HjxoCAgPbt21900UX33nuvn98/Or1Wq3XChAlTpkyRa8qbzZs3v/POO2+66Satz1niG3LddddNnTq1RYsW8+fPj4yMFKUmX/Crr766a9eu/Px8+QZecsklDz74oOvtLf1qgwYNmjZtmvy95Gv+8ccfFy5cWKtWre7du99///2tW7cWcEOljDp0BFFRzJTBffv+9GeHvbt5xU5ff9+6DaPWL0uSqdaj17x2dH9KOVZzZ/GxtOvWvHZsTdmObVhbtuvUK/kLacmMtSOv+e+sH5ZmZ+bFNKi9ZuGWp255e9nM9a4VGres17B5bE52/lK3hZrF09fIeY/+ieLsNi13Fnyd7cRw53idMnm8v9/zy2dvyMnMbdCi7v4dR6Z89Mfwy8asnr/F/RFKuZq7al7V5BM1b+cM3WS8KNtyCgz2lzdn/bDsvr7P//Dxn9tW75avJD+vQL4/Hz8/+a5LnslMyynx0eT/4dj/fKllcP/99lFXBrdh2fb7+78wefzvMoOr1zT60J5j3384Y0S/57es3Om6b0CgX4P4WO2p3R9QpqKy0frCZkIHqImD5nROTt7KldpkO3RIQPf4PAKAKcncrVevXlroFhIS0qtQaGioKLx2ao8ePR566KHZs2fHxcXJzOjjjz9OTEyUUZr7I5RytZ9++kkGal999VVGRkaTJk3+/PPP3r17//zzz8VfUlZWlvzR888/n5OTI+Mnecfbb7/9xhtvdP8mmjhxogykXn/99aVLlzZs2DA3N1fGVQ8//HB8fPypU6dcq8nn6tOnz1133TV37lz5UNWrV1+wYMGtt94q07oS3w35FLfddpuWwc2ZM6dMGdzLL798+eWXy8hMZoLNmjWTz/joo49269Ztz5495VhNevPNN2X4KKNAGR0eO3bs008/lTmjvKOAG2I4dSiRQMXSMrj8XANncOuXJE14c5qMYF786qEvF74y9qcnvln1VvvuLZLW731j5OdlXa2I0OpBr349snNv5zng+gzuJtv9b+lRfDUZro0f/Y3dZu9/a4/v1rwlH/zrVW/KB9+wNMl9tYsHOr/mF89Y477wyL6Ubev21KkX0apTE3F265Zs8/P3bd6+UZleZ1pqxlv/+VK+vKH/GTh53dtv/fD49+vevv6+y08cS3/twU/ST2Rpdy/lakX4+FrkE933/I2yXSs2QrblVL9pdHpq5oejv5Ybq8fevfOHTe/Kd+Pb1W+99t1/wiNCjx06MfunpSU+2ofPfTvnp+WxDWrLDK5Grb9OzJGZnvPKiI9TjpwaPKLfd2vfHvvjE5PXjr3rmeuOHzr5yv0f5+bki7OQf4u3Hv1y3eJtkdHV+9/SU+hDmZI4mJX1wIHkYcO0KWvaNAEAAKqCl5fXrFmz3n//fdmWIdqsQjKEkjdleiVDrn79+smgbcWKFdu3b5eRUFBQ0IgRI1avXu16hNKsJpO1+++/32q13nfffcnJyUuWLDly5IgMyGQIVfwl7d27d9OmTYsWLdpYaObMmTIfnDJliozetBVSUlLko8lX/vXXX8vQTT7a0aNH582bV7t27X379rlWkx577DH5Yho0aLBu3Tr5mElJSTJi8/X1lZHW9OnTiz/1gw8++L///a9p06Yyg4uKihKlJn+RZ555RsaXM2bM2LVrl/aS5C8o3xAZpZV1NY38Ra677joZwMnVjh8/LtM6mSrKd1V2lQXOIIZTh90zVAj3UriCvNPfjMo3aAYnk6N3n5ggG3c8eW3CxS21hcGhAaM/HiGjnK2rd8/+cVnpVyu3eT8tP3k8XSZQI164WcvKAwL9nvnwvtB/HtF58VWJ8qer5m7ULmugmf/LCjnvfkXCOUJ2+Wdas2Bz2y7x5ziis0QfPPedjNguGXjhjQ/015bIZ7n9ias79W4rE64v3/ipTKuV0sYVOwoKbJ16t5EP6Drgt03nZr2v7SIbB3cdLX6Xb9797ZcJ82QW+eo3f2dw0nfvT08/kdl3cLfbHhtk8fnroa65q8/lN3WXEeH3H8w422t45/EJ8m8qH+qFLx8Mq3nW42rVK57EzXxHaEmc4wwK4gC9YRAUADzHL7/8IvOvli1b/vDDD66isB49erzzzjuyISOhMq02adIkmTfJ1caNG6d9m8icTt4lIiKixGf/73//261bN63du3fvJ598UjbeeOMNbcmCBQvy8/MHDBhw0003uY7l7Nmz57Bhw2Rj27Zt2pLU1NSPP/5YNr744gv51NrCgQMHyiBMNr777rsiT/riiy/Kl9ewYcOyZnAyZJRZpGy8/vrrl112mbYwLCxMRn516tSRIZqM9kq/motMReUS7RhbHx8f+eu3atVq8+bNv/76q8AZxHDq0BHE+ftHBpd7evKT+Ue2/bXDH1S92s2vGOmaDBuXbz96IDU8IrTP9V3dl/sH+l5xa0/ZWLd4a+lXK7cVczbIeb+bu3t5/f0JDQz2731NF/fVIupUb3dR84J825I/1rkWzvvZGcP1GHCuI1L3bD2UfjKrXfcWoixk2Lfwt1WyMfCO3kV+dHXhkrWLtpR+tdK7qH+Hn7aMG/78Te4L5T+bt8X5f2XNtxZZ/7eJ8yeO/TmsRrDM4CKjq7v/aEHhC7v4qguL3KVn4du16Pc1Jb4AmejN+mFZVF1ngV6D+FihM84kbvTfSdyOhZbZ71ez2+1aEnf6DEESB+gGH0YA8BxTpkyR82uuuSYgIMB9+eDBg/39/RcuXHjw4MHSr/bbb7/J+d133+1+RraQkJChQ4cWf+patWppgZqLdgzpli1btCM3r7322oyMDK2Cz0V+SWmRXF7eXyP98+Y5T8ySkJAgEzr3NR944AEZZn322WfuCz/88MPRo0fLJFFmcLGxZes5z58/X76w2rVr33bbbe7LAwMDhw93nkJ61qxZpV/N5b777nM/z53MQGTsKBszZpx1DN4DcYkGdegIogLJf6fFkwoObPy7uPf6Z0Nr1DFSsJ6W6rzEeGyj2j6+RTdE9ZvGCGftVXLpVyu3I/uOy3lMXNGxo9iGtYsskfnR2oVbl8xY0/vazqLwug3yqRu2qNuw+bm+89YUBmGtEpuKsjhV+FvL761GLYo+eFy887c+fuhkTnZ+KVcLLMuFDnz9LDJQO7zv+LqFWw/vPZaSfGrXpv3JB1OF8+Sv/9iIpRw9Oe7Zr0XhdRhOHEuX2ZnrRzKvPJGcJhv/e+eXyR/87n4vq9V5cYOUwyeLP/Wxgye+eu1H+es8+/Hw+k2jhS7FtrAMeCT4p9f+Oto3aZ53bCvbBZfaZf+sWiGu0gAAAFAlDhWeufWnn35asmRJkR9padeRI0fq1q1bytV27nSezrhp06Ld+GbNSjh5cZMmTXx9/3Elt+rVqzdo0GDv3r07duxo2NB5RmaZT8mwbNeuXTK6kgvly1izZo1cQRReY0G7l/akzZs3L/L44YXcl8isUAvCUlJS5AuOi4sTZXH8+HHtdynysqULLrhAzpOSkkq/WpGF7uQ7Kefbt28XOIMYTh12zFBRtIqbzjd5H95m37/+r2Rk9ufZ1z0d6uMvjCKv8OxgNSLDi/9IO7bxVGp66Vcrt6zMXDkPP3NVgb8fPKroM3br1/HD0d+umr85My0nJDxw4W/O00b0vCrx3I+/btHWOvUjG7Yo2/BUXrbztw6rGVL8UrCh1YN8/X0K8qwnkk9P1fjpAAAQAElEQVTJeWlWC2xUhgL1379eOOPbhTs37XctiY6LbN2p2cblRb87ZdYmn/rCS1rPnLJk/LNfv//r066XkXkqSxt4cL8ag7v8vILszNygkH+MQC7+Y40MDS++KrHRBXWFXmWfOj1/0t+Xqmjas6BRV9vp035FrtLABh8AAEAxGUiJwquRSiWuoIVKpVwtPd25l1GrVq0iP42OLmG0uE6dOiUulCmbK2L7pJCM3lwrNG7cuGfPnvPnz3ctOduTFpeXlydX69+//5dffjlixIhVq1YVv7zpOWRlZZ3jZct5cnJy6VdzKX5grPa7pKWlCZxBDKcO1XCoEK79fG8fx1WjxdQxpw9udO7wH9xim/x8xuAxoT5lqHyqShG1nTlXiSGaVgEXWj249KuVW3BYoHycUykZRZZnpxe9KmhgkF/nvu3mTl2+dOa6vtd3XTS98KDLARee48FlULV19e6eheeVE2UREeU8wDP9RKbdZi8SsWWm52jpW2j4X794KVcrDZktvveU8/wOCT1bXXhp68at60fF1gyPCP3x05nFYzj5hvz3m5HR9WttWrF9z9aDP3426/p7/zphRHhkqHw98lVN2fhuSFhgKZ9dK5Fr0jpO6FV22ulJT6WnHfurCrVh19wLh+bY7b6uE8NpyOAA/eDzCACeIyYmZsuWLVOmTLn22mvPf7Xq1asfK1RkeYmJUkZGRvGF2n21OjX5dPfcc49s9OvX74orrujQoYNcLiOqsWPHusdwWsanBYXnFhISMnv2bBnkLViwYP369fJxHnvsMVFq8k0QxUI095etnQKvlKu5FH/l2mo1a9YUOINzw6lDRxAVxRXpevucvuJpe0zLvwZYDm+3TR6TYc0XhlCnvnNg5PihE8V/dOywc6F2sGcpVyu32AbOg09PHC/6bZpypISjJrUzna2at2nX5gNHD6S269a8yAnRiti4bHt+XkHLhHNdR7VEYTWDw2oEyz/00cKjQd1pb0Xt2JrOdUq3mii13/43XxSeKe/FCQ9eMaRnfNsGMoOTS04eK4xB/zmWUD0yrEF8rF+A7+1POHswX7/9a8qRvy617u3tVa+xc3wsaW3Rq5jnZOfv2XYos1jKKUXG1JBvaXSD2kKXnBnck39ncPUuzOxwy0mtOFW79hNjLYDeaMeJCwCAZ9AOIF27dm3xH61bt84VqJVptSNHjhRZ58CBA8XvqJ1Ozp3NZtu9e7dsNGrUSM4/+OADOZdJ3PTp0++7777ExEStTEx7fNe3lYzVSnzSo0ePXnfddU888YRrSVRUVKtWrQICAl577TV58/nnn9cOti0l7VXt37+/+I+0ha1bty79ai7FX7n2zhQ/zNaTEcOpQ0cQlUEmcX0fy6vT4q9z5xsoiWvQPDauWcyxQyeWz9novrwgzzr7h6Wy0b57y9KvdjZ/XaPz7J++9t2d5y/487tFDsfpfzz4T8tKWrlFzajwdYu2rlmwWd7seeW/HJG6dtEWuRPYpku8+DfFX2f3KxLk/I9vFhZZc/rX8+W845mLxpZytVI6WRhHtu3yj69JGZktnuEsnrfZSr7Q+EX9O7Tp3EwGjuOenuRa2OWydnL+64SiF3SfPmn+8Muef/yGN4s/zjV39Xn165GdLm0t9KdIBlc3MaPtjSna2Ip2SjgBQH/oegGAR5FBlZx/+eWX2dnZ7stXrVrVvn37evXqnTx5svSr9enTR84/++wzbcBVk5eXV+TaoJpt27ZNnTrVfckXX3wh54MGDfL3d542SOZocn7ppZe6r5OWlvbjjz+KwsxOW9KzZ0+Zry1atMh17VTND4W2bi3h2nTXXnvtxRdfnJOTI9M9UWoyPpMp3r59+7QrUbj/ghMmTJCNvn37ln41F/nmuH/5ylf19dfOc0lfffXVAmcQw6nDfhoqiva/VO0MH79qvR7NjmpeoP3UKEmcl1e1oY8Nko3XH/x01bzN2sKsjNwxd43btfmAjN669m1X+tXOJrDw7GO7txzMTMspcYVe13SOjK6+be2eNx7+zGZ11hXu33HkiZveKvHKD97eXjJ6y87MnfblHBmcdbm8vTinzSt3NmlVv1ZMDfFvir/Omx68IiDQ74dPZn77/nRtifxK++K/P/3+9UK5fOBtvcq0WilFF9YeLvh1pbXgr67AieS00UPfPVZYW1eQV3C2O97/0i3eFu8Vczdqp8wThZlaWI3glfM2TXr7V+2Ndb4hK3ZOHjdd+2nxB5k7dfk37/62bOZ6oTNFMriYjmltbjgu/xlcl2VwJwAAAFAVunfvfvnllycnJ996662uoyMPHz585513ysawYcNq1KhR+tWGDBlSt27dZcuWydWsVmfRg0zBZI5WJCBzkXecPXu21p42bdrDDz8sG88995y2RCtz++677woK/upRHzlyRL4MmXDJdm5urrYwKCho1KhRMuSSIaB8EC0BnD9//rPPPisb8pWU+NQffPCBj4+PTMq0i8CWhuzHvvzyy7Jx8803//HHH9rC9PT0q666au3atTJ6kwFi6VdzkS/1yiuv1ArlZMopf7plyxaZwcmgUOAMzg2nDkOyqBCuSzFKXmf4+ntd8kjmnLHBx5KcZ4bTkjj9nyeuc682tz4y4Jv3fnt22Lt16kdWjwjdteVAQZ5Vtp/+8F5ff58yrVaimMIjHBf8ukpOfQd3e+T1otcXDwz2f+ztO5+74/15P69cPX+zfMwdG51fG4kXt5IRUvEH7HFlwo+fzjyVktGtX4dzn/Xs+OGTOzftH3RHqYKw4q+zemToY+/d+fZjEya8OW3aF7NjG0Ud2HU081S2n7+vXF73zFUXSrlaKV1372VrFm5Z8se6+/qMiSxMD7es3iXf6pYXNpEJWvqJzLPdsW7jKPmb/vDxn5++/H3Hi1sFBvnJN/bx9+5669EvJr3zy0+f/tnggnoyttJOMHfFrT0vvbpT8QdZ8MsqGeTJX79zn7ZCN4pkcNEdTrW5IcXb26LxLqR9DEniTM8rKMg/IUFrWwpPlQL94yMJAB5l/PjxMjCaOnWqzKTatm0bFha2fPnyrKysTp06vfXWW2VaLSQkZNKkSTJU+uabb2bMmNGoUaPVq53jzf37958+fXqR5+3QoYOM1Xr37i3jNtkt3LFjh8zF3nvvvTZt2mgrPPbYY3/++edPP/0ko6t69erJJUuWLJHpm8wEFy5cqF0UQjN8+HCZcH399dcyw2rQoIF8NO3g1jFjxmh1fMXFx8c/8sgjr7/++qOPPiqjveDgUp2URv5qzz///IsvvijvIn+72rVrr1u3Tr4k2ZZxnlbEV/rVNPXr159e6MILL5R5ZUZGRuvWrT/77DMBN1TDqUNHEBXFtbev7fxrcYBM4i5+OKNWszxtHaPUxN388JVv/vh4n+u7BoUE7N9xpEmr+sNGDXrnpyeL5EelXK24bpe3731tF5mTyHZ2Zm6J67Tq1PTdX57ud3P38MjQQ7uT6zeNvuuZ6y6/qXuJKzdtExdb+KQXD/iXI1I3LE2SgWmrC5uKUijxdXbu3fbDGc9dd3ff2MZ19m49GBlVfeBtl77369Nyuft9S7laaWhvRadLWxdYresWb9u6enebzs1e+d8jz3/+gIw7d2zafyL5rBc5uunBK2rUCks5cmriG38V5Le/qMUHf4wZPPzypm0b7N1y4PjhEx17XvDsR/fd/9LNwiBKyuCOy/DNlcFpDVcgThJnbpa6daMmTNCm4H+O/UK3GAQFAI8icyuZao0dO1ZmRvv379+0aZNM2d5999158+a5h1OlXE1mZCtXrrznnnuioqK2b9/esmVLGdLdddddxZ+3bt26s2fP7tatmwyeZJx30003LVq06IEHHijyUDLSys/Pl2suXbq0Z8+eM2fO/PXXXwMCAtasWeM6q5oMtmT8J2O466+/3mq1ykfr0aOHjPBchXUleuaZZ+rUqXPw4EHZEKU2evToxYsX33777TKI3LJliwwTX3755WXLljVr1qwcq0nPPvusfBv79esn3y7506eeekq+8urVqwu44cy1lUW7Xp7dbrfZbPLDk5aWlpmZGRsbW8pkGjgb19UYHQ6H9g+m/Y8VFMrLsc17J/T49r8GJWKaWQx07VRDyEzPuSVxlH+g76QVb/j4UlBsZkUyuKi2ae1uPubjY5Fjm76FtIacu1fGuWI4wjigyqWkpOTl5WVnZ/uf4frMunJzAQAAztugQYOmTZsmA8SbbzbMiHtVoRpOHbp6qCju1XDanr/co/Ap5Bfg3fOh9JqN/qqCM9a1Uw1hyR9r8/MKLhnYiQzO3ErI4G76K4PTuD507oemksEBAAAAOAdiOHUoPESFcO3kawfBuQ6Lc1Xo+AdaLnkkjSSuYqWnOk+Ldnjf8Z8+mSkbfQZ3FTCvkjM4379yN/c6OO8ztAxOW58MDtAPPo8AAEBXiOHUoSOIivKvSVxAMElcBZv7y4rL6t91R4+nD+w62q1fhwbxsQImdbYMzvURK34sapFLpgoA+qBd1EgAAADoBjGcOnQEUeFI4pRp0CzW1895FGqf67uOfPM2AZM6RwZ3tvPBuV+cQQDQE7peAABAbxgkrCzFL9GQlZUVExPDJRpQUVwfXu1yDSVesSE3yzb37fATu/+6RgNXbADO4fwzOJI4c7OnpmZOnqy1/RMS/BMTBfSNSzQAAAC9oRpOHRJPVCz3E1G5LtdATRxQPmRw+FcyhksbP16b8lauFDACPpgAAEBXiOHUoSOICuf6p9KyAJI4oHzI4ACzYhAUAADoCjGcOnQEURlI4oDzRAYHAAAAQA1iOHXYT0MlIYkDyo0MDgAAAIAyxHDqUA2HykMSB5QDGRxgenxIAQBG8d0zmf97LENOO5dbBcyLGE4dOoKoVCRxQJmQwQGmJz+kDIICAIxixzLrjiU2OaUlOwTMixhOHTqCqGwkcUApkcEBnoCuFwAA0BuLgCrss0EB18i/zAscDoecl7BSsJBJ3Ny3w0/s9hNnkrjBY0J9/ATgCcjgAAAAoDc9hgTYbc5GTDxBjZnx11WHIVmoQRIHnAMZHOBR+MACAIyix9AAAQ9ADKcOHUEoQxIHlIgMDufDOyIifMQIre2fkCBgBAyCAgAAXeHMtZXldCG73W6z2axWa1paWmZmZmxsbHBwsACUcH26ZRIn23Ku/UNq/5MFhXKzbK4kToppZiGJg1mRwQGeJiUlJS8vLzs72/8M12fc/aMNAACgDJdoUIeuHhTjig2ACxkcAAAAgCpHDKcOhYdQjyQOEGRwgAfjwwsAAHSFGE4dOoKoEiRx8HBkcIDHcp0pFQAAQCeI4dShI4iqQhIHj0UGB3gyul4AAAOZODLz8xEZctq+xCpgXsRw6rAvhypEEgcPRAYHAAAAo9i3wbpvvU1OGSkOAfMihlOHIVlULZI4eBQyOFQ428GDyUOHalPW1KkCRsAHGQAA6IpFQBU6gqhyrrPkyKzB4XDIeQkrBQuZxM19O/zEZcKh1QAAEABJREFUbj9xJokbPCbUx08ARkEGh8rgyM7OW7VKa/snJAgYAYOgAACj6DEkwG5zNmLiCWrMjL+uOnQEoQckcTA9MjgAAAAYTo+hAQIegINS1WG/DjrB0akwMTI4AAAAALpFDKcO1XDQD5I4mBIZHIAi+FADAABdIYZTh44gdIUkDiZDBgegCNd5GAAAAHSCGE4dOoLQG5I4mAYZHIDi6HoBAAC9IYZTh3086BBJHEyADA4AAACAIRDDqcOQLPSJJA6GRgYH4Bz4gAMAjGLiyMzPR2TIafsSq4B5EcOpQ0cQukUSB4MigwNwbgyCAgCMYt8G6771NjllpDgEzMsioAodQeiZ6zzWMqFwOBxyXsJKwUImcXPfDj+x20+cSeIGjwn18ROAemRwUMw7IiJ8xAit7Z+QIAAAAIAy4gJSleV0IbvdbrPZrFZrWlpaVlZWTExMcHCwAPTKtUGQSZxsy7n2P6z9GxcUys2yuZI4KaaZhSQO6pHBAfhXKSkpeXl52dnZ/me4NgvuWwMAAPRgwYRcu83ZiO/qGx3vLWBSVMOpQ+IJ/aMmDoZQJIOr3TKDDA5AifiwAwCMosfQAAEPwLnh1KEjCEPgPHHQueIZXPshyWRwAIpzjS0BAADoBDGcOnQEYRQkcdCts2Rw3mRwAIqj6wUAAPSGGE4d9v1gICRx0KEiGVytC9LJ4AAAAAAYCDGcOgzJwlhI4qArZHAAyoEPPgAA0BViOHXoCMJwSOKgEyVmcL5+nA8OShUkJe1r0UKb0saNEzACBkEBAICuEMOpQ0cQRkQShypHBgcAAADTmzgy8/MRGXLavsQqYF7EcOqwHwiDIolDFSKDAwAAgCfYt8G6b71NThkpDgHzIoZTh2o4GBdJHKrEuTM4n0JkcADOgY0AAADQFWI4degIwtBI4qDYv2Zwrmo4MjgAJZIbAQZBAQBGEdfGJ66tRU6hkQQ1ZmYRUIWOIIzOtT8jkw6HwyHnJawULGQSN/ft8BO7/cSZJG7wmFAfPwGUHhkcgPNH1wsAYCBDxoYIeABCVnXYJ4QJUBMHBcjgAAAAAJgSMZw6DMnCHEjiUKnI4ABUIDYIAABAV4jh1KEjCNMgiUMlIYMDULEYBAUAALpCDKcOHUGYCUkcKhwZHAAAAABz4xIN6rB/CJPhig2oQJknHN88k0EGBz3zqVcv6quvtLYlOloAAAAAZUQMpw7VcDAfkjhUCJnBTXoqIyOFDA66Vi0w0D8xUcBQ2DgAAIxi4shMa75z36rbTQHNuvoImBQHpapDRxCmxNGpOE9kcAAqiWusCAAA/du3wbpvvU1Oro4xTIkYTh06gjArkjiUGxkcgMpD1wsAAOgNMZw67CvCxEjiUA5kcAAAAIAmro1PXFuLnEIjCWrMjFr9ynK6kN1ut9lsVqs1LS0tMzMzNjY2ODhYACbl2p44HA7ZlnPtI6B9CgoK5WbZXOeJk2KaWThPnGcigwNQ2VJSUvLz87OysvzPcG1V3DcmAAAAyhCyqkNXD6ZHTRxKiQwORnQ6Jydv5Uptsh06JGAEjDcDAABdIYZTh44gPAFJHP4VGRwMynrgQPKwYdqUNW2aAAAAAMqIGE4d9hvhIUjicA5kcAAAAAA8FjGcOlTDwXOQxKFEZHAAFGOjAQAAdIUYTh06gvAoJHEoggwOgGJyo8EgKAAA0BViOHXoCMLTkMTBhQwOgHp0vQAABrJgQu7cz53TkSS7gHkRw6nDPiQ8EEkcBBkcAAAA8G8WTMyd94VzOpxkEzAvYjh1GJKFZyKJ83BkcACqEBsQAACgK8Rw6tARhMciifNYZHAAqhaDoAAAo4hr4xPX1iKn0EiCGjOzCKhCRxCezHWebJmwOBwOOS9hpWAhk7i5b4ef2O0nziRxg8eE+vgJGBEZHAAAAFBKQ8aGCHgAQlZ12J+Eh6MmzqOQwQEAAABAEVzHvbKcLmS32202m9VqTUtLy8zMjI2NDQ4OFoAHc21zHA6HbMu59jHRPikFhXKzbK6aOCmmmYWaOGMhgwOgBykpKfn5+VlZWf5nuLY87hscAAAAZaiGU4euHiDOoyauIFfAEMjgAOiE63wIAAAAOkEMpw4dQUBTviTuu9HpJHH6VySDi2yeQQYHoKrQ9QIAAHpDDKcO+5aASzmSuKO77SRxOlc8g+sw7CgZHAAAAABoiOHUYUgWcEcSZzJkcAB0iA0LAMAoFkzInfu5czqSZBcwL2I4degIAkWQxJkGGRwAfWIQFABgFAsm5s77wjkdTrIJmBcxnDp0BIHiSOJMgAwOHuJ0Tk7eypXaZDt0SAAAAABlRAynDvuZQIlI4gytNBmcTyEyOBid9cCB5GHDtClr2jQBAABQceLa+MS1tcgpNJKgxswsAqpQDQecjQxitA+ITGccDoecl7BSsJBJ3Ow3wk/t9xNnkrgbXgjzDRCoKqXM4OScDA5AlWAjAwAwiiFjQwQ8ACGrOnQEgXMoZU3cpY+mVa9PTZwukMEB0DnXGA8AAIBOEMOpQ0cQOLfSJHGBoSRxukAGB0D/6HoBAAC9IYZTh31O4F+RxBkCGRwAAAAAlAMxnDoMyQKlUTyJc4Vx7klcr/+kk8RVCTI4AAbCBgcAAOgKMZw6dASBUiqSxHmfQRJX5cjgABgLg6AAAEBXiOHUoSMIlN6/JnFyThKnGBkcAAAAUEkWTMid+7lzOpJkFzAvYjh12P8EyoQkTlfI4AAAAIDKs2Bi7rwvnNPhJJuAeRHDqUM1HFBWJHE6QQYHSF5BQf4JCdpkiYkRMAI2PgAAQFcsAqrQEQTKQX5wtAhbZjoOh0PmO8XXCQwVMomb/WbYqf1+4kwSd8MLYb4BAuePDA7QWOrWjZowQcA4XN8gAAAAOkHvpLKcLmS32202m9VqTUtLy8zMjI2NDQ4OFgDKyLWlkkmc9snSaJ+vgoICOc/JsLmSOKlOI2+SuPNHBgfAuFJSUvLy8rKzs/3P0DZZcmPlvpkCAABQhoNS1aGrB5QbR6dWCTI4AAAAAKhAxHDqUHgInA+SOMXI4ACYABsiAACgK8Rw6tARBM4TSZwyZHAAzIFBUAAAoCvEcOrQEQTOH0mcAmRwAAAAAFAZuFKqOuyXAhWCa6dWKjI44GzsqamZkydrbf+EBP/ERAEAAACUBTGcOlTDARWFJK6SkMEB5yBjuLTx47V2+PDhxHCGwEYJAGAUCybk2m3ORnxX3+h4bwGT4qBUdegIAhWo9EenBkRlamtydOq5FcngwpudIoMDYGiuMRsAAPRvwcTceV84p8NJNgHzIoZTh44gULFKk8Tl2nPCeq8MrJOlrUkSdzZFMrigJqmhAzdU86lGBgfAuOh6AQAAvSGGU4d9VKDC/WsSt3HbHqvI54oN51Y8gwsftDFL5O/LPkUGBwAAAAAVhXPDqcOQLFAZznGeuP2Hjx05fqpFk3rVIwI4T9zZlJjB5VazZtgLjqYdaRFVN4gMDoBhsYECABjF6Dk1BDwA1XDq0BEEKsnZauIWLt9YYLW3vaCJ6zxx1MQVUfyaDPVv2KllcOn2/BPWnMUpe8ngABgXg6AAAEBXiOHUoSMIVJ7iSdyufUf2Hz7eMr5h9fBQ9ys21GjwdxL3/QsZnpzElXhd1OiwcC2DK5wKph/akiccZHAAAAAAcP6I4dRhfxWoVEWSuOlzVsjou0fntkWunXrpyL9r4g5vt3lsTVyJGZyvnyXUPzAiOFTL4OT8pDXvf7tWksEBAAAAwPkjhlOHajigsrmCoS3b9x06mnJhhwvCQ4OLXDuVo1PF2TM47bqoCVENMuxWmcFl2AsyHQVf7151oiCHDA6AEbGxAgAAukIMpw4dQUAB7YP288yl1by8el/Uofi1U0nizp3ByfenVkj4BZExWgaX67Bl2gre2TSXDA7wjogIHzFCm/wTEwV0z3UNHwAAAJ0ghlOHjiCgxoatuw8np/S4sHX1sBD3KzaQxIlSZHDa/JomHbJPW2UGJ6f80/aJO1Yczk4jg4OHI4YzHLpeAAAD2b/Btnetc8pM5fvLzIjh1GHfFVBj6h+LZah02cXOneQi104tnsR51BUbimRwEU2zSszg5Dw2rGafehdoGZzttCPXbn19/UzBdgwAAACoHBNGZnzxgHNKWlwgYF7EcOowJAsosGbjjmMppy7u0i4kOFBbcu4kznOu2FBCBnfb4RIzOO1dGtH6YmthBicnufH6MmnZ4ew0AQCGwuABAADQFWI4degIApXN4Tj9y6ylvj6Wvj06imLXTvXko1NLzOD8AkrO4GRDzmNCqt/YNFHL4BynTzvE6RdWTxcAYCgMggIAAF0hhlOHjiBQ2dZs3H4s5dQl3doHBwVoS0jixDkzOJ9CxTM47bqoj7e/zOLlLTM4UfguTtqxcm9GqgAAAABQ0UbPqfHiEueUMNBPwLyI4dShGg6oVA7H6Z9n/l0K5+LhSdy5MzjfQiVmcPK9qhMUNiy+sziz6TpNQRwAAAAAnAdiOHWohgMq1cr121JPpvfu3jHAv+jwkccmcf+awbmq4YpncNqb9kT7y3y8vF0POHnXmu1pxwTgkWwHDyYPHapNWVOnChgBg6AAAEBXiOHUoSMIVB6Hw/Hb7OX+fr69Lmpf4goemMSVJoPTquHOlsHJeVRg6N0tLnI95mlx+kUK4uCpHNnZeatWaZPt8GEB3ZMbMQZBAQCArhDDqUNHEKg8y9ZsTT2ZLjO44qVwLh6VxKUfr4AMTrvvk+0v8/O2uB75xz3rKIgDYAh0vQAAgN4Qw6lDNRxQSQpL4Zb5+/n27t7x3Gt6SBJXgRmcVNM/6N4Lurs//uiVvwgAAAAAQBkRw6nDkCxQSZas2nwqPatvzwQ/X59/Xdn0SZyWwWWdrJgMTjOqbR/3grhf9m3ceIIj8gAYAIOgAACj2L/Btnetc8pMJTowM2I4degIApXBZrP/PndFUKD/JV3blfIuJk7iKiODE4UFcQ+0uth9yZhVvwoA0D0GQQEARjFhZMYXDzinpMUFAuZFDKcOHUGgMizWSuF6lKoUzsWUSVwlZXCa/7TtHWjxdd2ccWALBXEAAAAAUCbEcOpQDQdUOGcp3JzlQYH+F3dpK8rIZElc0QwuPrMCMzgpzDfgwdaXuC95esU0AQAAAAAoNWI4daiGAyrcguUbMrJyLr840cfHUo67myaJK57BdbztSAVmcJqHW1/iXhA3+1DSquP7BADoGIOgAACjGD2nxotLnFPCQD8B8yKGU4eOIFCxrFbb73NXhAYH9ujURpSXCZK4EjM4X78KzuBEYUHcI20udV/yLJdMBaBjcuPGICgAANAVYjh16AgCFWv+svXZOXmXX3Jh+UrhXAydxCnL4DSPtL401MffdXPBkZ2Lj+4SgGfwqVcv6quvtCl44EAB3aPrBQAA9IYYTh2q4YAKZLXa/pi/KjQ48KLEVuK8GTSJK5LBRbbIcGVwWvRWsRmcFOTjV6Qg7snlnCEOntdGGQMAABAASURBVKJaYKB/YqI2WWJjBQAAAFBGxHDqMCQLVKA5S9Zl5+Rd0auzxeItKoLhkrjiGVyHoUddGZxPoYrN4DQPtLq4hl+g6+bqlP1zD28XAKBLDIICAABdIYZTh44gUFHyC6x/zFtZPSy4W2JLUXEMlMT9awbne0bFZnCisCBuZJte7kueW/mrAABdYhAUAADoCjGcOnQEgYoye9GavPyC/pd2krmSqFCGSOJKk8Fp8wrP4DQjWvYsUhD358GtAgAAAEB57d9g27vWOWWmEh2YGTGcOlTDARUiv8A6a+Ga6mHBXTpeICqBzpO4KqyDc/G3+DzWrq/7kmdX/CwAAAAAlNeEkRlfPOCckhYXCJgXMZw6VMMBFUJmcHn5BVf27lLhpXAuuk3iSpnByYb2Uisjg9Pc0+Ki2gEhrpubTh75bf8mAQA6wyAoAADQFWI4degIAucvNy9/5oJVETXCOrVvISqTDpO4MmVwUuVlcKKwIG5Uuz7uS57mkqkwu4KkpH0tWmhT2rhxAronN3oMggIAAF0hhlOHjiBw/mYuXFNgtV3Zu7MMl0Ql01USp6sMTnNX827uBXE70o9P3bteAIBu0PUCABjI0LGht7/vnOK7+QqYFzGcOlTDAecpKzt3zqI1ETXCEtrECyV0ksTpMIOTfL0tT7a/zH3JGC6ZCgAAAJRL/TaWBu2dU0gE0YGZEcOpw5AscJ5mLlxdYLUN7NtVQSmcS5UncUUyuNqt0zoOS3ZlcC6KMzjNbfFdYoLCXTd3pB//fvcaAQC6wSAoAADQFWI4degIAucjKzt37pJ1tSOrd2zTTKhVhUlc8Qyu/a3HfHy9XRmc6wWoz+BESQVxz6381XHaIQBAHxgEBQAAukIMpw4dQeB8/DF/lc1mv6pvV1EVqiSJKzmD87HoJIPTDGvW2b0gbl/miW93rRYAAAAAgGKI4dShGg4ot/TM7PnL1sdERbRv2URUEcVJnCEyOEk+67Md+7sveWn173YHBXEAAAAAUBQxnDpUwwHl9mdhKdyAPl1ElVKWxBklg9Pc0iQxLqSm6+a+zBP/27lCAIAOMAgKADCK/Rtse9c6p8xUogMzI4ZTh44gUD7pmdkLlm+IiYpo06KRqGoKkjhjZXCisCDumY793JdQEAdAD+TGkEFQAIBRTBiZ8cUDzilpcYGAeRHDqUNHECif6XOW2+2OQZd1E/pQqUmc4TI4zY2NO7oXxB3OTvsyaakAgCpF1wsAAOgNMZw6VMMB5XAyLXPJqs1xsbVbxjcQulFJSZxBMzjJq5rXmIQr3Je8tOb3ArtNACbiGx8ft3WrNoXff78AAAAAyogYTh2GZIFy+H3uCrvdMaCKLpB6DhWexBXJ4Oq0O2WUDE4zuHHHpmG1XDeP5WZ+vm2JAIAqxSAoAMAoho4Nvf195xTfzVfAvIjh1KEjCJSVqxSuRZP6Qn8qMIkrnsG1vem4gTI4zXP/LIh7bd2feTarAICqwyAoAMAo6rexNGjvnEIiiA7MjBhOHTqCQFn9NnuZ/OAMuvwioVcVksSZI4OTrm7YrkhB3CdbFwkAAAAAQCFiOHWohgPKJOVE2rI1WxvHxTRrVFfo2HkmcWfL4LT7GiiD07x44VXuNymIAwAAAAAXYjh1qIYDyuS32cvlp+aa/t2F7pU7iUs9YC+SwbW7+a8MznVHA2Vw0oC41q1qRLtunszPGb95vgCAKsIgKAAA0BViOHXoCAKll3IibeX6bfGN6zWoGyWMoJRJ3KX/SXNP4j5/ON2VwcUmOjM4bX2DZnCaMYlXut98fd3MbGu+AIzvdE5O3sqV2mQ7dEhA9+RGkkFQAACgK8Rw6tARBErv55lL5SfmKv1dIPUcSpPEBYX6yCSuRlxBkfvWvTCtzeAUE2RwUr96Ld0L4jKsee9tmicA47MeOJA8bJg2ZU2bJqB7dL0AAIDeEMOpQzUcUErJx0+u3rD9gqZxRimFcylVTVyI5ZJHT7kncfU6pbe9IdV1QQZDZ3CalzsNdL/5zoY5FMQBAAAA5/DCpSef7eqcVk2j52xmxHDqMCQLlNIvM5fK+aDLuwkD+tckTgoK9en1n3QtiavfKavDzafkj/z8/MyRwUm9Y5t3jKzvuplhzRu7cY4AAOUYBAUAALpCDKcOHUGgNJKPn1y7eWer5g1j60QKYypNEhcYaun9WEarAVmdb8+UN7UMzv2IVONmcJoX/nmGuHc2zPnr0rAAoBCDoAAAQFcsAqrQEQRKY+ofi+X8qj5dhJG5zgsuEzSHwyHTtCI/dcZzYfYO11pPn/bTFmo5nRbVaW3jZnDSxTHNOkbWX52yX7uZYyt4a8PsFxKuFAAAAACKGTo21GF3NiLqeQuYF9Vw6lANB/yrQ0dTNmzd3faCxsYthXMpsSbOcoZWE+c6ENWvkDnq4Fxe/ecZ4sZvmn8iL1sAAAAAKKZ+G0uD9s4pJILowMyI4dShGg74V9P+XCLnAw11gdRzOFsS5zr41BXAuR+Uao4MTupWp3GP6Caumzm2gjc3zBIAoBCDoAAAQFeI4dShIwic26GjKZuT9rZv1SSqVg1hFkWSODl3T+LcaQu1DE6L4QydwWleTBzgfvPDzQsoiAOgjOv8AAAAADpBDKcOHUHg3H76fZGMmwb0NvZZ4YpzT+I0RcriXBlckQDO6BmclFAr7tKYeNfNfLvt1bV/CABQgq4XAADQG2I4daiGA85h78HkrTv3d2wTb6ZSOBfXx18riHMlce5ni3NlcOaog3N55Z9niPtk66LknAwBGJBXUJB/QoI2WWJiBAAAAFBGXClVHYZkgXOY9sfiwlK4zsKkXMdGufI11zZBNtxDN9MEcJrWNWMuq3fBHwe2aDetDvura/94t9v1AjAaS926URMmCBgKg6AAAEBXqIZTh44gcDY79x7avvvghe2aR9YMF+blXuOmlcW5N0xWBOfu+YQr3W9+mbT0UNYpAQCVj0FQAIBRvHDpyWe7OqdV0/IFzIsYTh06gsDZ/Dh9oQye+l/aSXgAV9bmahdfIsyldc2YK+q3ct3UCuIEAAAAAHgYYjh1qIYDSpS068C+Q8c6d2hh7lK4IqqdhTCply68yv3mV9uXURAHAAAAwNNwbjh1qIYDSlR4VrhqV/Qy7VnhIDULrz2wQZtpezdoNx2nT7+wevonPW8RAFCZGAQFABjF0LGhDruzEVHPW8C8qIZTh44gUNzWHfv3HTrWLbFVjfAQAVMb888zxE3asXJvRqoAgErjfjEcAAB0rn4bS4P2zikkgujAzIjh1KEjCBT34+8Lvb29rujlEWeF83DNwmtf16i96+Zp4SyIE4Bx2FNT08aP16a8lSsFdI+uFwAA0BtiOHWohgOK2LRtz+Hk1IsSW4WFBAl4gOcTrqwm/t4STt61hoI4GAgxHAAAAM4TMZw6DMkCRUz7c4m3t9fll1wo4BkahEbc0KSj6+ZpcfrZlb8IAKg0DIICAABdIYZTh44g4G79ll2Hk1N7dGpDKZxHebZDP/eCuB/3rNuedkwAQOVgEBQAAOgKMZw6dAQBd1P/WGyxePejFM7DNAiNuKVpovuS0RTEAQAAAPAMxHDqUA0HuKzdtPNYyqmLu7QLDgoQ8DCjO/b3ctse/rJv48YThwUAAADgwV649OSzXZ3Tqmn5AuZFDKcO1XCAxuE4/fPMJRaLd98eHQU8T2xw9aHN/nFt3DGrfhUAUAkYBAUAALpCDKcOHUFAs2bj9mMpp3p1a08pnMd6qv3lPl7erpszDmyhIA5AhZNdLwZBAQCArhDDqUNHEBB/lcIt9fWx9O2ZIOCpYoOrD4vv7L7k6RXTBABUKLpeAAAD6TEk4OLbnVNMvEXAvPjrqkM1HCCtXJ+UejK93yUXBvj7CXiwp9pf/lXSMqvDrt2cfShp1fF9CbXiBAAAAOB5egzlUCGPQDWcOgzJAg6H47fZy/z9fHt37yDg2aICQ+9s0c19ybNcMhX65h0RET5ihDb5JyYKGAGDoAAAQFeohlOHjiCwfO221JPpV/TqRCkcpMfa9vli25J8u027ueDIzsVHd3Wr01gAuqTFcAKGwiAoAADQFarh1KEjCEyfszwwwK93dy6QCqeowNC7W1zkvuTJ5ZwhDgAAAIBpEcOpQzUcPNzqjTtOnMq4tFt7P18fARR6vF1fP++/67JXp+yfe3i7AAAAAAAzIoZTh2o4eLjf5yz3sXj37NxWAGfU9A8a3rKn+5LnVv4qAKCCMAgKAAB0hRhOHTqC8GTbdx88cuxE14SWQYH+AnDzaJtegRZf183VKfv/PLhVAMB5k10vBkEBAEbxwqUnn+3qnFZNyxcwL2I4degIwpPNWrhaBtFcIBXF1fQPur9VT/clz674WQDAeaPrBQAA9IYYTh2q4eCxjqWc2rx9X7uWTWpWDxNAMSP/WRC36eSR3/ZvEoDO2A4eTB46VJuypk4VAAAAQBlZBFRhSBYe64/5K+W8/6WdBFCSMN+Ah9tc+sqaGa4lTy+fdkX9VgLQE0d2dt6qVVrbPyFBwAgYBAUAGEWPIQF2m7MRE09QY2b8ddWhIwjPlJmVs2LdtqYNY2OiIgRwFg+2unjcxnkZ1jzt5o7041P3rh/UgAt6ADgvDIICAIyix9AAAQ/AQanq0BGEZ5q9eK3Dcbp3944CODutIM59yctrfhcAAAAAYCLEcOpQDQcPlJdfMH/p+loR4S2bxQngnB5sdXGoz98X0t1y8uhMLpkKAAAAwESI4dShGg4eaNHKTfkF1st6JhJD418F+fj9p21v9yXvbpwrAOA88O0DAAB0hRhOHTqC8DR2u2P2wjXBQQEXtmsugFK494LuAd4+rptzD29POpUsAKBcZNeLQVAAAKArxHDq0BGEp1m9cXt6Znavbu29vdnUoFRCfP1vb97VfclbG2YLACgXul4AAEBv2DdWh2o4eJpFKzb5WLx7duFilyiDh1tfUk38vbX8dueqYzkZAgAAADC1iSMzPx+RIaftS6wC5kUMpw5DsvAop9Izd+07nNiuub+frwBKLTa4+sAGbVw37acdH2xZIACgXBgEBQAYxb4N1n3rbXLKSHEImJdFQBU6gvAoK9clyXlCm2YCKDUvL+fg0Pvdb+wX18q10M/b4hCnLV7eorxOFxLA+fGpVy/qq6+0tiU6WsAI+OwDAABdIYZTh44gPMqqDdtDggKaNaorgFLThitqBYYMje8sKhRbYJy/aoGB/omJAgAAoBL0GBJgtzkbMfEENWbGX1cdquHgOVJOpB06mnJxl7b82wMAAADAv+oxNEDAAxDDqUMtBjzHsjVb5bwjR6QCAKoUo0EAAEBXiOHUoSMIz7F09Zbw0OBG9Tl3EgCgysiuF4OgAABAV7hSqjp0BOEh9hw4mpaRdWH75gIAgKpD1wsAAOgN1XDqUA0HD7F6w3Y579iaI1IBAAAAAPgb1XDqMCQLTyD/z1etT4qoEVY3OlIAZXfllVepUjIiAAAQAElEQVTKQYvWrVvbbLYSV7j33nvlCs8995wA1CpIStrXooU2pY0bJ2AEDIICAABdIYZTh44gPEHS7oOZ2bmdOCIV52fTpk2vv/66AIDzwyAoAMAoJo7M/HxEhpy2L7EKmBcxnDp0BOEJVq1PkvML2xHD4Xy9/PLLe/fuFQAAAIAH2LfBum+9TU4ZKQ4B8yKGU4dqOJie3W5fs3FHvZhakTXDBXAefH19c3JyRowYIQAAAADALIjh1KEaDqa3Y+/h/AJr6+aNBFBe2ojFww8/HBgYOGPGjMmTJwsAKC8GQQEARtFjSMDFtzunmHiupWlmxHDq0BGE6e3Yc0jOmzaMEcD5iYuLe+qpp0RhHpeVlfWv68txjtdee61Dhw41atRo2LDhTTfdNG3aNAHAs8muF4OgAACj6DE04JI7nFN0vLeAeRHDqUNHEKa3c88hi7d3o/rEcKgAjz/+eLNmzZKTk7U87hwKCgr69+//xBNPbNy4UWZwwcHBU6ZMGTRo0K233pqTkyMAeCq6XgAAQG+I4dShGg7mZrXa9hw40rB+HW9vNiwoP223Wc4tFstHH30k2+PHj1+zZs057vLqq6/OmDGjefPmSUlJq1evlmHchg0bGjduPGnSpBdffFEAAAAAgD6wt6wOQ7Iwtz0Hjjocp5s1qiuACtKzZ8/bbrvN4XDcfffddru9xHXWrVv38ssvy8aUKVMaNfrrvIQtWrT45ptvZOOdd97ZvXu3AOCpGAQFAAC6QgynDh1BmNuZE8PFCqDivPHGG5GRkWvXrn3//fdLXOHbb7+1Wq2DBg264IIL3JcnJCT07t07Ly9v3rx5AoCnYhAUAADoCjGcOnQEYW47Ck8M17BetAAqTs2aNV999VXZGD169KFDh4qvcPz4cVFY/lb8Ry1btpTzbdu2CaAi+MbHx23dqk3h998vAAAAgDIihlOHajiYmNVq273/cOMGMZwYDhXujjvu6NGjR2Zm5siRI4v/NDs7W87r1KlT/EdRUVHiTE4HAAAA6NnEkZmfj8iQ0/YlVgHzYodZHarhYGJ7DyY7HKc5IhWV5OOPP/bx8ZkyZcrMmTOL/Cgmxnll3uTk5OL3OnbsmCispxMAPBWDoAAAo9i3wbpvvU1OGSkOAfMihlOHjiBMbMeeg3LerCHXZ0ClaNas2ahRo2Tjvvvuy8vLE25b1IYNG8r5gQMHit9LW9i6dWsBwCPJDQWDoAAAQFeI4dShIwgT004MF1c3SgCV45lnnmncuPGePXu+/fZb4bZFvfrqq/39/adPn37w4EH39Xfs2DFr1izZGDBggADgkeh6AQAMpMeQgItvd04x8RYB8yKGU4dqOJiV3e7Yc+Bo04axnBgOlScgIGD8+PGyUVBQ4L48Njb2/vvvP3HiRN++fXfv3q0t3Lp1a//+/dPT0++6666IiAgBAAAA6FuPoQGX3OGcouO9BcyLkFUdhmRhVrv3H7HZ7JwYDpWtT58+gwcPnjx5cpHlzz777N69e3/88cf4+Pg2bdrInG7btm02m02u//bbbwuggpzOycnfvFlrW6KjLbFs9AyAQVAAAKArlK6oQ0cQZnXgsPNE+ByRCgXeeeedkJCQIgtDQ0N/+OGHSZMmXXXVVUePHk1NTe3Vq9enn376+++/BwUFCaCCWA8cSB42TJuypk0TMAIGQQEAgK5QDacOHUGY1bHUNDmvHVlDAOft119/PcdPo6KiMjIySvzRzYUEAAAAAOgVMZw6VMPBrI6lnPTz9akeFiwAAAAAAMBZEMOpQzUczCo55WRULUrhAAC6wyAoAADQFWI4degIwpTy8gsyMnOaN64vAADQE9n1YhAUAGAUE0dmWvOdX1vdbgpo1tVHwKSI4dShIwhTOnrshHCeGK66AABAT+h6AQAMZN8GqzXP2Wjd2yFgXsRw6lANB1PSrs/AQakAAAAAAJwbMZw6DMnClI6lnJTzqAiq4QAAusMgKADAKOLa+GgHpYZGegmYFzGcOnQEYUrJKSfl/zbVcAAAHWIQFABgFEPGhgh4AGI4degIwpSOpZyKqBHm5cWIDQCT8woK8k9I0NqWmBgBAAAAlBExnDpUw8GUjqemNW9STwCA2Vnq1o2aMEEAAAAA5UUMpw7VcDCflBPpNrs9qlZNAVQEh+NfLgt1KDvt+VW/um72im0+uHFH8W/Y/AIei0FQAACgK8Rw6tARhPmknkqX85rhnMUAFeNf87IavoH/277CdTPbWnB9ow4CAM6CFB4AAOgKp3NSh44gzCcjM1vOQ0ODBKBEgMWnmvh7SCM9P1cAwNkxCAoAAHSFajh16AjCfNK1GC44UACq1PQPSs3L0toZ1jwBAGfHICgAwCgWTMi125yN+K6+0fHeAiZFDKcOHUGYT2ZmjpyHhVANB3XCfANcMVxmATEcAAAAzGDBxFxtiDmkphcxnIkRw6lDNRzMR6uGq8G54aBQoI+vq51jKxCAKvbU1MzJk7W2f0KCf2KiAAAAAMqCGE4dquFgPjKG8/P18fZmrAbq+Hj9/f9mddgFoIqM4dLGj9fa4cOHE8MZAoOgAACjiGvjY813hgahkZzE38yI4dShIwjzyczKCeWIVKhlIYYDUDqy68UgKADAKIaM5Rgjj0DIqg4dQZhPemY2J4aDYj5ef39z2U47BACcBV0vAACgN1TDqUM1HMwnOycvwN9XAApZqv0dw1ntVMMBAAAAMAxiOHUYkoXJ2B3OQiQfHzYjqDKnBdtVAOfCICgAANAV9p/VoSMIk7FZnYVIPhY2IwAAnWIQFAAA6Ar7z+rQEYTJWG02QTUcAAAAAAClw/6zOlTDwWS0GM6XGA4AAAAAzs+CCbl25w6WiO/qGx3vLWBS7D+rQzUcTMZaeFCqxcI3BABApxgEBQAYxYKJudY8ZyOkphcxnIkRw6lDRxAmc6YazkcAgAfwjogIHzFCa/snJAjonux6MQgKAAB0hRhOHTqCMBkthrN4ewkA8ADuMRwMga4XAMBA4tr4WPOd31yhkexhmRkxnDpUw8FktINSuUQDAAAAAJynIWNDBDwA+8/qMCQLk7HZieFQWeynHXfPn3Qw61TxH208cfi0+Gtzmmu39vn13eLreFfz+l+v2yL8gwUAz8YgKAAA0BX2n9WhIwiTcTgcgn9sVA6Zo/Wtd8HQOV+V+NNq4q//Ojm8sejoruIrjGjZkwwOgGAQFAAA6AyHHKtDRxAASu/6Rh2612kiyi42uPpzCf0FAAAAAOgMMZw6FA0BQJm8d9FgX68yV22/1eXaEB9/AQAAAAA6QwynDtVwAFAmzcJrj2rXu0x36RUbPyCutQAqge3gweShQ7Upa+pUASNgEBQAAOgK54ZTh44gAJTVqLZ9puxeuyPtWGlW9vWyvNnlWgFUDkd2dt6qVVrbPyFBQPdk14tBUACAUSyYkGu3ORvxXX2j470FTIoYTh06ggBQVn7eljc6X33VjA9Ls/Kodr2bhdcWAFCIrhcAwEAWTMy15jkbITW9iOFMjINS1aEaDgDKoU/dFlfUb/WvqzUNrz2qbR8BAAAAAHpFNZw6DMkCQPmM7Xrd/CM7sqz551jnvW6D/bz5UgPwDwyCAgCMIq6NjzXfGRqERlIvZWbssahDRxAAyqducPXRHfs/tuyns61wbaP2PaKbCAD4JwZBAQBGMWRsiIAHIGRVh44gAJTb8JY9mp7lvG/BPn6vXDhQAAAAAIC+EcOpQzUcAJSbdzWv97oNLvFHozv2rxtcXQAAAACAvhHDqUM1HACcjx7RTW5pemGRhe0j6w1v2UMAQEkYBAUAALpCDKcOHUEAOE+vdhpY0z/IddOrWrX3ul3vXY3vMgAlkF0vBkEBAICucIkGdegIAsB5ivAPfuXCgfcs+Fq7eVt8lw6R9QWghE+9elFffaW1LdHRArpH1wsAAOgNMZw6VMMBwPkb0qzTx1sXrU05UNM/aEzCFQJQpVpgoH9iogAAAKgECybk2m3ORnxX3+h4bwGTIoZThyFZAKgQ73W7vvu0t165cGCEf7AAgLNjEBQAYBQLJuZa85yNkJpexHAmRgynDh1BAKgQHSLrf9D9piHNOgkAOCcGQQEAgK4Qw6lDRxAAKspQMjgAAAAARkMMpw7VcEAVIgcHjIKvSwAA4IFGz6kh4AGI4dQhBQCqhPtHz9Xm8wjoh3vuJtvax5MwDhWCfyQAAKArxHDq0BEE1CuSu50+o8hPAVQV7cvRfS7OhHF6+94sSEo6cvXVWjt8+PDw++8X0DdXqgsAAKATxHDq0BEEFHOP25Ym796edrxIDOdwOMjHAT2oGRA0oH7ramcIvSZxMBa6XgAAQG+I4dRhXwKoEnI3TMZtk3asmLBjhQCgSy3Co/rFtPA6Q1vI9yYAAABMhhhOHYZkAZWKHIXKBxDQM/kJtdlsMoDz9vaWN2VDy+AoiMN54v8HAADoCjGcOnQEgSqhVcMRwwF65orh3Be6wjig3Nj4AwCMYsGEXLvN2Yjv6hsd7y1gUsRw6tARBBRz1cEVieHev+TGUB9/AaCqjVr4w/HcTFH4abVarRaLRTs3nHseR0EcAADwBAsm5lrznI2Qml7EcCZGDKcOexGAeq4Mzj2G6xnbLCIgWACoaqOX/SJynQ0thhOFFXCOQrJBAAcAAACTIYZTh2o4oKpwUCqgc66DUu12uxbA8ZlFhSDJBQAAukIMpw4dQUAZ1w48l2gADEF+Qu2FXOWrLnx7otzkPw8bfwCAUYyeU0PAAxDDqUNHEKgSZHCAIWgZXPGjyIFy4x8JAADoDTGcOoznA4oVqYkTAHRM/4WrvvHxcVu3CgAAAKC8iOHUIQUAqoT20SMHB/TMPYPTfx4HA2HjDwAAdIUYTh06gkAVYpce0DnSN1QG/qMAAICuEMOpQ0cQAAAAAADAYxHDqUM1HAAAAAAAKG7/BpvD7mxE1PMOiSA9MC1iOHWohgMAAFCJQVAAgFFMGJlhzXM2BowKShjoJ2BSxHDq0BEEAMC4Tufk5G/erLUt0dGW2FgBfZNdLwZBAQCArhDDqUNHEAAA47IeOJA8bJjWDh8+PPz++wX0ja4XAADQG2I4daiGAwAAAAAAxY2eU0PAAxDDqcOQLAAAgEoMggIAAF0hhlOHjiAAAIBKDIICAABdIYZTh44gAAAAAACAxyKGU4dqOAAAAAAAAI9FDKcO1XAAAAAqMQgKAAB0hRhOHTqCAAAAysiuF4OgAACj2L/B5rA7GxH1vEMiSA9MixhOHTqCAAAAytD1AgAYyISRGdY8Z2PAqKCEgX4CJkUMpw7VcAAAAAAAAB6LGE4dhmQBADAu3/j4uK1bBQyFQVAAAKArxHDq0BEEAABQiUFQAIBRjJ5TQ8ADEMOpQ0cQAAAAAADAYxHDqUM1HAAAAAAAgMcihlOHajjAlDbt2dX30eFFFoYHh9QMC4+OiOzfqdsNvfr6Wnzcf/rxLz8+/+XH1/bs9d5DjwnoXrObgsORHQAAEABJREFUB2XmZC/7aEL92nVcC9ftSGrXNF4A0DcGQQEAgK54CahCRxDwHGlZmbsPH1y0Ye0TH793yUP37Dl6WMAsDqceH/jUyDe+myAA6JvsejEICgAAdIVqOHXoCALmtmfyb/6+vrJhd9h3HTq4df+eFVs3T/zjtz1HDt005snfXn8vIixcW7ND0+Yjr7+5eVwjASMYcfXggoL8sKBg7eaa7dtWbtvcs10HAQ9jT03NnDxZa/snJPgnJgroG10vAACgN8Rw6lANB3gIby/vZvXi5DTookv6dep6w5gnDxxP/nL6z6NuGqqt0DG+hZwEDOLBa24QQGEMlzZ+vNYOHz6cGA4AAFSg/RtsDruzEVHPOySC9MC0OChVHYZkAQ/UvU0HLcSZNHO6zW4XAACFGAQFABjFhJEZXzzgnJIWFwiYF9Vw6tARBDzTrZdd8d6P36Wkp63fuV0rgivxEg1b9+2eMm/2pr27t+3b4+fj07px004XtLrt8gF+Pr7uj7Y6aevn039es31LRk7OhS1aDul7ZXREzUsfvrdb63bfP/+atsKAJx+WD/7I9bc889m4dTu2t28a/+zQu5rViyvNs8gX2e+xBwZedMmr94x489v/Ldm84UDy0daNm/RN7HLPgGvkCh9O+37W6hUbdu6oUzPiyq7dHxl8S5ELUBQn88fPp09bsH71uh07IsLDE+Jb3HnFwBbFjsktzTsQd13/WtWrLxr/xdOfjPt9+ZLGsXXvvvKa2Mha8jUP6Nrj3YdGvT150tItG7ft33dBXMNLOiTedeWgAF8/1933Hzv66S8/rdi2affhQ7Wr12zVqHGPth0HX9LH4u19jtfvfomGi+6/Y/fhg3Lh/HVrogf1adWoyZ9vji/3I2fl5nz227Q5a1bIe3lV82rbpGnH+AuGXnZF9ZBQ9z9H/87dRg+75+Off5C/mvxzXNCwkfxlh152ZZEHL+W/0LFTJyfO+HX22pW7Dh4IDQ6Wb9QD19wo/5fc1zmRkfbhtCkrtm6W72TTuvU6tWj14LU3hgeHCMBoGAQFAAC6QgynDh1BwDPFRNSSYc2m3TtlhnK2Y1G/m/PnyHFvyYZMTJrVjzt4LHnmymVy+vjnH+e+87ErlJm6aO4D77zucDhCg4Ib1IlesnH9rFXLr+p2cfEHLLBab3t1zI6D+2R7/vo17zw4qvTPImXmZF75+MO7Dh+sVysqwM9/+ZZNcgoOCDxw7Oj7P35Xt1bt4ICAPUcPv/vDt6np6W8Mf/jsv704ePzYXW+8uHHXDpkZNatXPyM7W76MH+bPfu62e+7oP7Cs74DmmU/HfzP7D1GYOd4z4FptYXZezk0vPL1s8wb58kIDA1du2yynnxfN+/2N97UcKiX9VP9RD57MTJftRjF1c/Pzflu6SE7fzJ7x00tvFsmqzqZNo6beXl47Du4PCwppEdegYXTM+Tzy0JdHL9uyUTbko9WqWWPu2lVy+nL6tB9eerNJbD3XamlZWVc+/uDxtFPyjx4TWWvVti1yWrhh7ZdPjPHy8irTG7ht/54bn3/q+KmTPhZLfL24A8eOaU/67oOjrru4t7bOkk3rR4x9VT5doH9Ak9i6e48ckWngTwvnfvTo0zLXEwAAAADKixhOHarhAI8VWXhxBq2KqjgZ4jz1yfuy8d5DowZedIlW4iSjkLtef/HYyROT5828tzBpys7LfeKj92UGN/iSPmPvf1RuUnIL8u9546WfF88r/pi/L1/sa/F54JobGkbHyueNCAsv5bNo5qxZJWOg319/v22TZvIZH//o3a9nzXjui4/sdvvnjz93eaeuNrv9ta+/HD/1+69n/f7cbXfLhE6cxSPj3pIZXPc27d9/5PHIsOpyydJN64e9OubZzz7o0LS5fPzSvwOa5JMn5Iu5uvulvRISF6xbc0mHhO3792mvWYZN3z//WrfW7eSwx4zlS0a8/d9t+/dOmT/7lt795AoT//hNJmW9EzrJ3LBWeA25JGn/3kFP/2fdjqQf5s+5ufflohTGPfL4L0sW3Pvmy+2aNv1m9KvawvI98tLNG2QGFxtZ67PHn2vdqIlckpqedtfrL6zYuvndKd/KJ3KtKd8KmYhpv5q8uWnPrttefU4msD8umKNlZ6V8Awts1nvffEVmcDJN+/LJMTL7s9psr33z5QdTp4z64J2L2yfI/5O0rMw7X3sxPTtz+KDrHr/pNpnWyTvKFV6a+Kl8tOUfTwjyDxAAAACoaEPHhrrODSdgXpwbTh2q4QCPFR7srEWSOVqJP126aYPVZu/VMfHanr1dhxl2bdV28CV9ZWPHgf3akv/NnJ6Zk920bpyWwcklAb5+H496JvLMBVjdyZjsv/c+8OQtt8vM7qlb7yj9s7jIe2kZmZeX170Dr5ONnLzcYZdfKTM42ZaPIFeoERImnPVuyeIsfl+2WIZuMgr88qnntQxO6tKq7Ut3jZCNZz77oEzvgOtXu/HSy2RKNbDbxW8/8B/3Y06fGXqnFlTJ96df52439rpMtldt26L9dOfBA3J+2YVdtKRMiq/f4Kkht8vcKqKk97D0yvfIOw8579XpgtZaBifJlZ8Zclf/zt1aNip6xO6Tt9ym/WpSq4aNn7r1dlF4dLO2pJRv4J8rlsknDfTz/+IJZwYnl8iUTT7jhS1ayoRO/rHkkrGTJ8kM7tqeveRyLYOTZCQn/5FOZKS9O+UbARgKg6AAAKOo38bSoL1z4voM5kY1nDp0BAGP5e3tHPM42ybgqm49ZYKTmp7mvlAG95bCe+UVWLUlM1cuk/Pb+w1w35jIEGpov6ve/HZCkceU6/Tv0r0cz+K6e/e27V03G0RFa41+nbq5rxNbu/bJzPSjJ040r99QlOSXJQvk/MouF7mHZdKgiy7+z/ixa3dsO5RyPDayVplem/NldL6oxKe7rmdv95tN6zqP68zNz9Nu1q1VW85fmvBZo+jYxOZ/nQrt1j795STOT/keOTYySs5/XDCnQ7PmQ/peof1ZZfvTx0YXWTM4IPCWPv3cl8h3bOT7Y7fu23M49XhMRGnfwMWb1sv5zb37FTnL2/sPPyFjuPq1na/n50XO4spre15a5DXIYG7y3Jm/LlmopbqAIciPFYOgAABAV4jh1KEjCHgsrQ4uJDDobCv4+fjKMGX3kUML1q/Zdejg0RMpG3btSD55Qv7I4fjr+qpyuZw3qVuvyH2b1a1f/AGjatQsknyV8lk0EaFh7nf38vLytfjIpCY6MvKfD+hTeN+zbtyOnEiR89+WLV55piTNxdvL22a3Hzt5QsZwZXptUoPo6OLPFREWXuSSBX6+zpOyuS5Qe3v/gf+b+fupzIyBT42U709CfMuL2ra7LLHLeZbClfuRL27XoX3T5jKLfPLj91+a+HlCfPMuLdvKNK1xTN0iazaIjilygjn57kVHROxLPrrz4EH5vonSvYF7jhyS88Z1iz6+9ieQ8q0FKYVZ3mvfTHh3yrfu6+RbnVne0ROpAjAOul4AAEBviOHUoRoO8Fj7jh6R87g6MWdbYcIfv07447ek/XtdS2Sk0jG+xeqkra4lGdnZch4ZXr3IfWXuU/wBA0s6gVdpnuUcdxeF6Y8oi5PpzqsW7D588GznxTt+6mRZX5vz5fn5F18YHFDya3bth9epGfHba+++8c2E35cvkfnUr0sXyOnpT8YNu2zAk7fe7u9bqks0lKh8jyzDza9Hv/TWd5Mmz52ZmZM9f90aOb3yv897dUz87z0PRUf8nXjWrl6j+N1rhoXLGC49O1O7Wap/oRznv1BE6FnDwZMZGVpj3Y6kEleQUax8qecIlAEAAACcAzGcOgzJAp7pVGbG1n17ZCMx/oISV5i2eN6THzvPr9+9Tfs+iZ3bNm4aW6t2rfAaH0yd4p6haNVPJ9LTi1RLuZKscyvls2gqatQgKiJyz9HDHz761FXdeooKem3nQ751H496RkZXSzdtnL9+zdSFc7Nycz797acjJ44XPxRUwSOHBYW8cMd9zwy9U/6aizas/WH+nMOpx2evXnnl3ocWf/ClqyCxyNGmfy1Mcy6sUXgJ1FK+gTIu3LR754nCK7qWqFb16jIcdDgcW//3Y5EDVyF5BQX5JyRobUtMjIARMAgKAAB0hRhOHTqCgGf6etYMOa9do+aFLVqWuMIX03+W8xsu7Tv2/kfdlyefdB4A6Arw4+pEyxhOxjpF7q4d+PmvSvksFathnZilm9Zv3L2zeAwnF8r3RKvzUvPaZB56KOV48/oNZPh1eaeucnrpzuHv/zT5zW+dVWw2u73IMa2V/cj51oL9yUdqhoXXDA3v0rKNnB6/+ba5a1cNe2X00ROpa5K2uq7JkFzsUFA5riMDO+E8SNl5SHIp30DtHH/Hij2aDP5+mD/r4vYJgy/pI/9kuw4fXJW0tXfHC4UbmSruT06OiYz05HjOUrdu1IQJAobCICgAwCj2b7C5rpTKVRpMjCulqkNHEPBAMtF45/uvZePWM+fgL+74SWc5m/slEaS0rMxfly6UDfvpv07sdXnh5RG+mfWH+2oy4vmmMOb7V6V8loo18KKecv7dnD+LXCV23Y6ky/4zouOdN58srMxS89rkM/Z9dPjSzetdS3wslut69hKFwySlHyjx8XaOYLlv0sv3yI9/+G7PB+/+7Nep7gsvaZ8QXdN5OKqX292ST56Yv26N+2pfz54h//SdLmilHZJcyjewf+GlLX5aOLfA9o+rXnwz+/dflizQyir7d3b+m30xfWqRV/vVjF97j7x34FMjBQAAACrBhJEZXzzgnJIWFwiYFzGcOlTDAR7C4XDsPHRAO06w36gHcvLz6tWKuvvKQWdbX7vgwNSF81zhyNETqYOfe/xY4fn18/LztYU3XNI3NrLWkk3rb33p6QPHk+US+SzXjR61ze10YOdQymepWF1atrmoTftTmRn3vfVKSvopbeGR1JSH3ntDFF6Os0ZImLLXNqBrDzn/z/i3Xcdpyijt/R+/k43eHS8s/WnvwoKcZ0bbn3x0b+Ep/8r9yFd27Snn4376fsq8Wa5Qb+qiufKPGxEW3rH5Pw5hvuuNFyfPnWkvHCGdsXzJ05+Mk43RQ+/WflrKN7BjfIteHRPly5Zp2pa9zgOl5QN+9tvUP1YsDfD1u6Lw0rojrh4cGhS8YP3a17/5ymqzaXdctmXjO1O+kY3hg64XAAAAAMqLg1LVoRoOMLeGg68ocXnbJs3eeeA/wQGBZ7vjA9fcuHDDulmrll804vbYyNqnxek127fJBES7jGZK2l/plY/FMuHpF24c8+ScNavm3DOkSWw9GcNZvL0v79RV5jL/eoWBUj5LhXvt3ofuefOl2atXtLv9xvh6cWFBwWt3JOVbC1o1bPzincNVvrZHBt8ya/XKHQf3DXjy4eiIyPq16xw7dXLPkUNxUXVeumtE6R+nYeG5+fYlH+06fJgMRld+Mql8j3xph4TrL+79/bxZMpR89vMP5ZtjtdvW7Qj5UCEAABAASURBVEgK9PMf/8gTvhYf15ohgUFWm/WR9998ddIX/j6+Wgj733selP9a2gqlfwNfvHPEkdTU9Tu39x55b9O6ccknUzOys+S/1oePPtWgjjPLk/+oHz369APvvCZzt49+/qF5XENvLy8tXry59+XyBQvAUBgEBQAAukIMpw4dQcCjBPj6tW/WfNjlA7Sj/M6hS8s2M94Y99o3X27Zu2fZlo0yf+l0Qet7BlyTEN+i5dDrtuzbc/REap2aEXLN5vUb/vb6++98P2n1dme2ckWXi+676rot+/fIGC44IKiinqViyShq+mvvffrrj0s2bVizPelIakrzuAZXdes59LIrXdGhmtcm463pr7/7xfSfZ6xYsj/5qHwi+Te6te8Vzw698xwhaXFRNWqOvu3uN76ekFuQn5mTW2CzlvuRx97/6EVt2n0z64+9Rw+v3LZZLumd0Om52+5p+M+L6tYMDf1g5FOT585ctGFtakZ6r46Jgy+5zP3/qvRvoIwI5ZofTJuyZNP6dTu3BwcEXNii5Zjb7tUyOE3Pdh3mv//JB1OnyAhvw64d4cEh3Vq3u7VPvysLi/4AA5FdLwZBAQBGMXRsqOvccALmRe+kspwuZLfbbTab1WpNS0vLzMyMjY0NDg4WgCls2bHv/S+m3nx1r4sSWwmd0bZsjkLWQg8v/+G7/X+dumvTkDERAeb5JI77afIr//tcplqv3vOAgLms37m932MPyChz6YfmvDJAp29f3Z/hPHK2UUD1KR1v9PPz8y/kU8hisXh5eVUr06n7ADcpKSl5eXnZ2dn+Z/j6+vKvBQAAqhDnhlOHrh6A8/Hej991umfIhD9+LbJ82ZYNct6yYWMBoDLZDh5MHjpUm7KmThUAAABAGRHDqUPhIYDz0axu/QPHk9+ePOlY4RUtNV/PmjFv7eqoGjWv6NJNAKhMjuzsvFWrtMl2+LCAETAICgAAdIVzw6lDRxDA+eib2FlOf65c1uXeodq5+dOyMrft3xseHPLlk8+HBYUIAMA/MQgKAAB0hRhOHTqCAM7Tp4+Nnjx35rez/9h56EBmTk7TuvXuveraoZdfWb92HQEAAAAA0DdiOHWohgNwnize3jf3vlxOAp6hbZNmR6bOFAAAAABMgRhOHarhAAAAVGIQFABgFC9cetKa52wMGBWUMNBPwKSI4dShIwgAAKCM7HoxCAoAAHSFGE4dOoIAAADK0PUCAAB6QwynDtVwAAAAAACguKFjQx12ZyOinreAeRHDqcOQLAAAgEoMggIAjKJ+G/IZj8CfWR06ggAAGJd3RET4iBFa2z8hQcAIGAQFAAC6QgynDh1BAACMyz2GAwAAAMqBGE4dquEAAAAAAAA8FjGcOlTDAQAAqMQgKAAA0BViOHXoCAIAACgju14MggIAAF0hhlOHjiAAAIAydL0AAAbywqUnrXnOxoBRQQkD/QRMihhOHarhAAAAAAAAPJaXgCoMyQIAYFwFSUn7WrTQprRx4wSMgEFQAACgK1TDqUNHEAAAQCUGQQEARjF0bKjD7mxE1PMWMC9iOHXoCAIAAAAAgOLqtyGf8Qj8mdWhGg4AAAAAAMBjEcOpQzUcAACASgyCAgAAXSGGU4eOIAAAgDKy68UgKAAA0BViOHXoCAIAAChD1wsAAOgNMZw6VMMBAAAAAAB4LGI4dRiSBQAAUIlBUACAUbxw6UlrnrMxYFRQwkA/AZMihlOHjiBQhfgAAoAHYhAUAADoCjGcOnQEgSrk/gHs8t1/qwlSOaDqZRbkud+sVkjolU+9elFffaW1LdHRAgAAACgjYjh1KMYBqkTxj16RPX8AVU5+Tr28vLRPa7UzhM5UCwz0T0wUAAAAlaDHkAC7zdmIiSeoMTP+uupQDQdUFZ2X2AAQOk7fYGj8RwEAjKLH0AABD0AMpw4dQUAZ+XGTwbd7ZU3j0MjEmvXkQkchuVybk48bkfyr2ex2by9vLy+2q8bm+pDWDwz39pZ/UCfBNyYqiPZdIAAAAHSDGE4dOoKAeq76mvuadbujQWJBIWshu90uk7jThQQMJS+/4MixEzXDQ8JCgwWMyVX4JtM3i8Xi4+MjAzhXEkdlHCoEm3cAAKA3xHDqsDsBVBVtx17b29eK4OTn0RXDCXbVjMZqc+TlW09X8/L19RUwJu07Uftsyg+m9vH0LuSK4QRfnQAAADAXYjh12M8H1NPO+y7jNi2G02rfXAtPnyFgKHkFtpw8q6jm5e/vL2BYWtYmP5hybjnD6wyq4VAh+C8CAAC6QgynDh1BQDFXNY0rg9Nuyrb7EanEcIZjseQ7YzhRzc/PT8CY3D+ermJV13Gp7t+Y+vn2LEhKOnL11Vo7fPjw8PvvF9A9tvAAAEBXiOHUoSMIqOQ6M7e2ny/bciffVX2jXaiBI1INytuSk5NXcFpQDWdsrhPAabmblsEVOT2cAAAA8AwvXHrSmudsDBgVlDCQwWbTIoZTh90JQD1XxY124BuHo5qDxeKTl2+Tf0uq4UzAPYbj+gwAAAAwN2I4ddjhB6qK6/Rwrsq4IhkcH09jkX/EvALr6dPVfHx8BIzJlbK5snJXHucewxHG4TzxLwQAAHSFGE4dOoKAYtpxqa4LMroOQeVYVKPz8va22RzyD0wMZwLucVuR9I3vTZwn19kJAADQvx5DAuw2ZyMmnqDGzPjrqkNHEFDP/Qxx7qkcn0dDq1bNy2Z3xnDe3t4CplCkOE6QwaEisKkHABhIj6EBAh6AGE4d9iiAKuH66LkyOMHn0eDkn8/hkHvXzmMYBcyITygAAABMiRhOHYZkgarlvmPP59HoHKcd/BHNhNwNlYR/LQAAoCvEcOrQEQT0g8+joRX++biYJoB/R14PAAB0hRhOHTqCAAAAAAAAHosYTh2qNgAAMC7f+Pi4rVsFAAAAUF7EcOpQDQcAAKASg6AAAKOYODLTmu8MDbrdFNCsq4+ASRHDqUNHEAAAQBnZ9WIQFABgFPs2WK15zkbr3g4B8yKGU4eOIAAAgDJ0vQAAgN4Qw6lDNRwAAAAAACiux5AAu83ZiIknqDEz/rrqMCQLAACgEoOgAACj6DE0QMADEMOpQ0cQAADjOp2Tk795s9a2REdbYmMFdI9BUAAAoCvEcOrQEQQAwLisBw4kDxumtcOHDw+//34BAAAAlAUxnDpUwwEAAAAAAHgsYjh1qIYDAABQiUFQAACgK8Rw6tARBAAAUEZ2vRgEBQAAukIMpw4dQQAAAGXoegEADGTiyExrvvObq9tNAc26+giYFDGcOlTDAQAAAACA4vZtsFrznI3WvR0C5kUMpw5DsgAAACoxCAoAAHSFGE4dOoIAAAAqMQgKADCKHkMC7DZnIyaeoMbM+OuqQ0cQAAAAAAAU12NogIAHIIZTh2o4AACMyysoyD8hQWtbYmIEAAAAUEbEcOpQDQcAgHFZ6taNmjBBwFAYBAUAALpCDKcOHUEAAABlZNeLQVAAAKArxHDq0BEEAABQhq4XAADQG2I4daiGAwAAAAAA8FjEcOowJAsAAKASg6AAAKOYODLTmu8MDbrdFNCsq4+ASRHDqUNHEAAAQCUGQQEARrFvg9Wa52y07u0QMC9iOHXoCAIAYFz21NTMyZO1tn9Cgn9iogAAAADKghhOHarhAAAwLhnDpY0fr7XDhw8nhgMAABUoro2PdlBqaKSXgHkRw6lDNRwAAIBKDIICAIxiyNgQAQ9ADKcOHUGYjFe1agH+vt7e3gIAAP2RXS8GQQEAgK4Qw6lDRxC6JXdUvLzKXPncMr7hey8+KMrLbrcLAAAqDV0vAACgN8Rw6lANBwAAAAAA4LGI4dRhSBYAAEAlBkEBAICuEMOpQ0cQAABAJQZBAQCArhDDqUNHEAAAAAAAFDdxZKY13xkadLspoFlXHwGTIoZTh2o4AAAAAABQ3L4NVmues9G6t0PAvIjh1KEaDgAA4/KOiAgfMUJr+yckCBgBg6AAAEBXvARUoSMI3Tp27Jifn5/8Fx05cuTZ1snNzW3UqJFcZ8iQIQIAPI8Ww2mTf2KigO7J7ywGQQEARhHXxieurUVOoZEENWbGX1cdOoLQrdq1az/11FOyMW7cuI0bN5a4znPPPbdnz56IiIi3335bAACge3S9AAAGMmRsyB3jQ+XEieHMjRhOHarhoGdPPPFEs2bNrFbr8OHDi/908+bN77zzjmy89dZbNWvWFAAAAAAAoIyI4dRhSBZ65ufn99FHH8nGkiVLJk6c6P4j+a979913y4SuV69eHJEKADAQBkEBAICuEMOpQ0cQOtezZ89bbrlFFFbGZWZmupZ/8skny5YtCwkJkQ0BAIBxMAgKAAB0hRhOHTqC0L833ngjLCzs6NGjzz33nLYkNTX1mWeekY0xY8Y0aNDAteaJEyeefvppmdxVr179oosuevLJJ9PS0oo82pIlS2699dYLLrhARnidOnW655575syZIwAAAAAA8EjEcOpQDQf9i4qKeuWVV0ThtRq2bt0qGy+88IJM4tq1a/fQQw+5Vps/f75cItfcsGGDTNl27Njx3//+t23btosXL3atM3fu3O7du0+aNCkpKalFixa7du365JNPevXqNWrUKAEABmQ7eDB56FBtypo6VQAAAABlRAynDtVwMIT77ruvc+fOVqv1kUcekdnZ+PHjfXx8PvvsM29vb22FtLS0wYMHHzx48Kmnnjp+/LiM3o4dO/bWW2/t379fLs/OztZWe+211xwOh0zx0tPTV6xYkZKSMnnyZLn8zTff3Lt3rwAAo3FkZ+etWqVNtsOHBYyAQVAAgFEsmJA793PndCTJLmBeFgFV6AjCEOQ/6rhx4zp06DBz5syBAwfKKO2xxx5r3769a4WXXnpJpm933HHHyy+/7Fo4cuTI7du3f/LJJ//9739ffPFFuUQrprv11luDg4O1h73++uuXL1+ek5OTl5cnAACoZPKrh0FQAIBRLJiYay3cTwqp6RUd7y1gUlTDqUNHEEYhQ7dHHnlENrZs2dKsWbPRo0e7/1QrarvpppuK3OvGG2+U8x9++EG72bBhQzm/+eabD7vVjIwdO/ajjz5q3ry5AACgktH1AgAAekM1nDpUw8FAXnjhhQ8//DAvL+/5558PCAhwLc/Pzz9y5IgovGLDq6++6n6XgoICOT9w4IB288knn1y4cOHSpUtjY2Nlrte5c+fevXtffvnlvr6+AgAAAADgJq6NjzXfOYAUGkm9lJkRw6nDkCwMJDg42M/PT8ZwERER7stPnDjhcDhkY9GiRSXeMScnJyMjIzQ09LLLLps5c+Yrr7wyf/78tYXGjx8fHR0tA7477rhDAABQ+RgEBQAYxZCxIQIegJBVHTqCMIHatWv7+PjIxqlTp06fhczgtJV79+49b968gwcPTpgw4YYbbvD19T1y5Midd975wQcfCAAAKh+DoAAAQFeI4dShIwgT8Pb21s7stnz58iI/ysrK2rhxY1pamnbz6NGjW7ZhPNwdAAAQAElEQVRskY3Y2NghQ4Z8++23x48fv/baa+WSqVOnCgAAAAAAPAwxnDpUw8EcBg0aJOfjxo0rsvyjjz5q06bNxRdfLArPEBcdHd2pUyeZzblWCAsLGzBggOCzAAAAAADwSMRw6lANB3N49NFHIyMjp0+f/vzzz1utVm3hokWLXn75Ze2ncl6vXr3u3bvLDO76668/ePCgtk52draM6mTjiiuuEAAAVD4GfgAAgK5wiQZ16AjCHEJCQr755puhQ4eOGTPmrbfeatu2rbe39/z58+WPhg8ffsstt2irycStS5cuM2bMiIuLk+vUqFFj27Zthw8fvuaaa+69914BAEbjU69e1FdfaW1LdLSA7smuF4OgAABAV4jh1KEjCNPo1avXxo0bZQa3slBERMRll1121113XX311a51mjdvvmnTptdff33RokW7d+9eu3atzOPkXR555BEiaQBGVC0w0D8xUcA46HoBAAxkwYRcu83ZiO/qGx3vLWBSxHDqED3AWFwXWyhRzZo1X3nlFXFOsbGx7733ngAAAAAAnNOCibnWPGcjpKYXMZyJEcOpw5AsAACASgyCAgAAXSGGU4eOIAAAgEoMggIAjCKujY813/m1FRrJtTTNjBhOHTqCAAAAAACguCFjQwQ8ADGcOlTDAQAAAAAAeCxqHdWhGg4AAOMqSEra16KFNqWNGydgBAyCAgAAXaEaTh06ggAAAMrIrheDoAAAQFeI4dShIwgAAKAMXS8AAKA3xHDqUA0HAAAAAADgsYjh1GFIFgAAQCUGQQEARrFgQq7d5mzEd/WNjvcWMCliOHXoCEK3ZEZst9tFGW3Zse/9L6befHWvixJbCQAA9IdBUACAUSyYmGvNczZCanoRw5kYMZw6dAQBAAAAAAA8FjGcOlTDAQAAAACA4uLa+FjznbU7oZFeAuZFDKcO1XAAAAAqMQgKADCKIWNDBDwAMZw6dAQBAACUkV0vBkEBAICuEMOpQ0cQAADj8o2Pj9u6VcA46HoBAAC9IYZTh2o4AAAAAAAAj0UMpw5DsgAAACoxCAoAAHSFGE4dOoIAAAAqMQgKAAB0hRhOHTqCAAAAAACguAUTcu02ZyO+q290vLeASRHDqUM1HAAAAAAAKG7BxFxrnrMRUtOLGM7EiOHUoRoOAADjOp2Tk795s9a2REdbYmMFdI9BUAAAoCvEcOrQEQQAwLisBw4kDxumtcOHDw+//34BfZNdLwZBAQCArhDDqUNHEAAAQBm6XgAAAxk9p4aAByCGU4dqOAAAAAAAAI9FDKcOQ7IAAAAqMQgKAAB0hRhOHTqCAAAAKjEICgAAdIUYTh06ggAAAAAAAB6LGE4dquEAAAAAAAA8FjGcOlTDAQAAqMQgKADAKPZvsDnszkZEPe+QCL6/TIsYTh06ggAAAMrIrheDoAAAo5gwMsOa52wMGBWUMNBPwKSI4dShIwgAgHF5BQX5JyRobUtMjIDu0fUCAAB6QwynDtVwAAAYl6Vu3agJEwQAAABQXsRw6jAkCwAAoBKDoAAAoxg9p4aAByCGU4eOIAAAgEoMggIAAF0hhlOHjiAAAAAAAIDHIoZTh2o4AAAAAAAAj0UMpw7VcAAAACoxCAoAAHSFGE4dOoIAABiXPTU1c/Jkre2fkOCfmCigb7LrxSAoAADQFWI4degIAkCF8PFxfnnZrDYBKCRjuLTx47V2+PDhxHD6R9cLAGAg+zfYHHZnI6Ked0gERTymRQynDtVwAFAhAv395Twnr0AAAAAApjBhZIY1z9kYMCooYaCfgEkRw6nDkCwAVIjAAGe/JCc3TwDAOTEICgAAdIUYTh06ggBQIYIC/QP8fY+npgkAOCcGQQEAgK4Qw6lDRxAAKkpc3ahde4/I7SojHAAAADCB0XNqCHgALwFV2FcEgIoSV7eO1WbbsmO/AAAAAACDIIZTh2o4AKgobVs0kvPFKzcJADg7BkEBAICuEMOpQ0cQACpK/djacXWjNm3bk5mVIwCgJLLrxSAoAADQFc4Npw4dQQCoQD07t/nq+z+/nTb37luuEABQjMquF908AAA8SrkLrYjh1KEaDgAqUKf2LRau2LR2886ZC1f36d5RAJXMOyIifMQIre2fkCDg8YpEbyRxAAB4Ai3bcX3vlzXqIYZTh84ZAFSse2+58vm3J/z0+6IAf7+LElsJoDK5x3AwisobBHX167SG+xwAgHI4sNHusDsbNet6hURQxKNf1QoJtzyuTP0NYjh1qIYDgIoVGhL4yF3XvvPZj1//NDv1ZPoVvTr5WPheA/C3SsrFikRv7txXAACg9CaNyrHmORuXP+zb/kr6tLrjit7cG5oyJXH8adWhQwYAFS62TuQTI2786vs//5y/auW6bX17JnZo1SQkOFAAQOVw79FlZWUdPXpUlHR8SpF2kT762doKGOu1lfJ16vm1efjf99zvWylfp4e/wnK8Hl39lfnklv51nj4te7DOJ5VfLqmptnO/NrYtVfXJdf6dCsnH8fLyKvJcpXkEYjh1VH5IAMBzRNQI+8+912/YunvaH0u++3munBrUqxPfuF7zxnWbNqwrAKASyN62w+GwF/Lx8fH29i5xtSL7AGrmouLwmk32mo34+kVFO8deOv8hxv0PqZDXrOx/41/fZxnunO1r5RyvnP8QBa/ZUUh+9dtsNvlnkg/rVUiUJfAhhlPnNNVwAFBp2rRoJKfN2/fNXLBqx55Dew8cnTF3hbeXV2TN8NqR1Z1ThHMeFVkjOChAAPAM1Sp6H/70Pw9ElX1xOa9Zs2ZYWJgAAOA8PDNLQOcKCgpOnDghYzir1WopPBmOe8ZXyrCPGE6dalTDAUAla9ksTk7pmdk79x7esefgwSMph4+mJKecdF/Hz88ntk5kZI0wGcxFR0VE1AiLiYoQAEzHva6hwmkZnEQHDwAAjyK//W02m9auVkjrb1TjoFS9oRoOANQICwnq2LqpnLSb6RnZx1JPHks5dSw17VjKyWOpp/YeOLp73xHX+vIbs2b1MK1cTquYqxVRvXpYsADc2A4eTH3mGa0dPHBg8KBBAvpWqRmcqxSODh4AAB7FPYPz8vKqdkYp704Mpw6DpQBQJcJCg+Tkfp44u8ORciKtMJg7JefHC+dbduyTk2sdP18f16Gscl4rsnqdWjV9ffje9FyO7Oy8Vau0tn9CgoCnKnJcKh08AAA8it1uF2dO4SfH5LSTxJX+7uxOqMNgKQDohLeXV1RkDTm5L8zPtx45lnq8MJ5LTjl5PDUt+fjJA4ePu68THhrsdqa5GnIeUSOUnXBAtyrp41nk3HACAAB4DO3bX8vgXD2B0o/MEcOpw34aAOiZn59Pg3p15ORaIr9ST6VnOA9lPX5Sq5uT8x17Dm7ffdC1jsXbu1ZEeK2I6lG1nKlc7YjwOrUjAvx9BQAdqNSMrEwnggEAAOZgt9vlt3+RDK70dyeGU4fBUgAwFrlzXSM8VE7NG9dzLbTZ7X8dzerM5tKOp55KTjl15NgJseXvOwYHBtSuVVgxdyaei4wI9y68ljkAczjtRgBV4Ztvvnn33XeLLAwKCoqIiKhVq1bbtm2vu+66yruG7/Hjx+VeaGRkpPAMGzduvOuuu+rXr//999+fe80LL7xQzmfPnh0SEiLO25o1a4YPH/70008PGDBAlMvIkSOXLFkyevTo/v37n2O1UaNGLVy48Hye6By0/9V+/fo999xzAme3f4PttMM5tFOzrldIBGM8+lXkFLFl7QkQw6nDYCkAmIDF2zsmKqLIxVWzsnO141hlPJd83NnYdzD5n1eBqBZRI0y7/kPtiPDCI1trhIUECQAG5Opwc2446E12of37969ateqXX3755JNPoqKiREWbMmXK+++/P27cOM+J4arKsmXL5LxDhw4CHmDSqGxrnrNxxaMBHa/i0ApdO5+hOGI4dRgsBQCzCg4KaBwU0zguxrVEbvNTT6b/dW3WM9eC2Jy0V06udfz9fP++CkThmeaialX3sfDVDFQYBRkZHTxUrZYtW37++eeum3l5eYcOHVq4cOHHH3987Nix11577e233xYV7aeffsrPzxeofMuXL69fv35MTIyoZL169WrSpEnTpk1FJZD/pXfccYd8fAGYgiuAI4bTOwZLAcBzOA/VqRkup5bN4lwLC6y25L9OM1d4QGvhtSD2Hzrmfsca4SHOM81FVnedb65GeChfIEA5yI9h5WVkZT0fM6CGv79/40IOh+PTTz9dunRpSkoKNWsGlZGRsXPnzsGDB4vK17dvX1FpWhcSgFkUyeA4KFW/GCwFAA/n62OpF1NLTu4L0zOyXcFc4ZGtzqtAJO064FrBx2KpLVO5muG1z1wFIrp2hJ+fjwBwTmq6XnTwoE/XXnutjOFkY+vWrT169BAwIO2I1Hbt2gl4hlveCHKdG07AvIjh1GGwFABQXFhokJyaNox1LbE7HCmFp5nTjmbVrgJx6GiK+71CgwOdx7E6i+bCC883Vz2yZriXF180gGp08KBP4eHhQUFB2dnZ7kePytT4q6++mjVr1tGjR+VPW7Vq1bt370suucT9jjk5Od99993SpUv379/v5eXVvHnz1q1bX3PNNdrVHv7888/Ro0dra951111y/sYbb3Tv3v1sL2Pnzp2///779u3bd+3a5evrGx8fL0Ol6667TrZd6xw+fFg+4/r16+UzRkRENGvWrFOnTv3797e4naVB/nTKlClJSUnHjx9v0KBBkyZN+vTpo10Mwd2OHTt+/PHHjRs3ytXkK+/cufMNN9zg7e3tWkG7XoF8qP+zdx/wTZR/HMeP7tK9S2kpe29o2cgSUZEligoCrr8KOMEJigsHuAW3CIiAiiwZypa99ywbCnTTlrZ08/8lBzGkpaSlPZL0837dK6/r9UlyuaSXp9/nuec5duzYggUL9u7d6+HhIcfhscceCw8PP3HixE8//SQb5bjJbjz99NMNGzY0eYqcnBwpI8dHjqEcGXntPXv2NH4KY6NGjVq7du0jjzzy1FNPGW/Pzc3t0aPHxYsX58+fX8TgfZs2bXJ0dCx6YDgzj4yQt0DefSmfl5cnB0eOcNeuXQ2/NZmi4Zdffpk4caIcrtq1a8+ePXvHjh3y4alfv37v3r2NU10zi5lM0bB///5HH320W7du8qMcTLmX7Js8gvp+ubi4GO+2vJvyAuU2LS2tadOm8lEMDAwcOHBgy5YtJ02apNiW8CbkM+UCb7N2aCwFAJjD3s4uONBXFuONmVnZ52MTY6/Ec1dmgThyItr4Xv5+XroB5gJ8A6/OAiFpnYJS4lilSvCUKeq6Q0iIAmvA2HAotyRNkyxJVqpUuTLZt+RHL7zwwtatW+XvokaNGvLjqlWrVq5cKWnIG2+8Ycg+Ro4cKbGIrEg+JaHYRj3JQb755puqVav6+vo2b978wIEDmZmZElRJllfEZKx//fXXe++9JysSuskznjt3bq3eDD31jklJSZLIJCcny7oEuDcF9QAAEABJREFUYfKwK/UkI5NnVNM62ecRI0aojylhTXR0tOR6CxculMhGXpHh6X799VfJZSRjkp0MCwuT4EbuuHz58g8//DAoKMh4x+bNmyeFJTuT3EryONkxid4+//xzeZaUlBR5mTExMdu2bZPsTF54pUqVjI+qbNy3b5/sqo+Pzzo9yfU++uijQs82krXJ65Xc0ySGk7tIBidHsugJNOSNkIjQ09PzegXMPDJCdmP8+PGSyUoxiTvX691w+lQ5hp9++qkcqJo1a8bHx6v3Gj58+ODBg0tQzIQczOeee05eoxxhd3f3XXpyrH7++WdDSiux71tvvZWfny8F5JMsb4occMkZFcCaEcNph8ZSAECJuTg7VatSSRbDFvnf/0JKamz8lUtZY3RzQSTvPXR8z8HjhjKuLs76Aea8dVezBvoG+nnLjw7XabRH0SpUrOgSGanAqmiQkVHBg2WaNWuW3AYEBBgG3Z88ebKkNqGhoZI3SUolWySBevHFFyWokpTq2WeflS3bt2+XWESyIcmV6tatK1suXLjw6quvSj4i4cjbb78doffggw8eP3581KhRRQz4JfnahAkTZGXs2LGSm6hd2+Tx5dESEhIkKho4cKBs+fPPPyWDa9++/euvv+7n56foO22pUdeSJUt69+4tW+Sp5faxxx4bNGhQxYoV5e966dKlEiHJa7zvvvvkFclvd+7c+eWXX0qYKKmNGtNkZ2fL+ooVK+S1SEhkvG+Swf3vf/976KGHXF1dT548+cgjj0gSJ5lRkyZN3n//fUl8JKiSFEkSpdmzZz/zzDOGO8oWCTe//fZb9UJRCShfeeWVf//9VwJHtROZiU6dOslTSDp26NAh9XiqJGxSbjQc24kTJyQNLDomM+fIqCRyHTJkyMMPPyzpqoRx48aNk4Tr66+/Lvrx5bMhH5WJEyeqcaHc5Z133pGXL9FtiFFzlJnFTGzYsEGiWElOW7ZsKXsuh1HiYHn3Fy9e3KdPHylw6dIliQ4lg+vZs+eYMWPkZCsprXxO5DUqgDUjhtMOjaUAgFIk//v7envKUq9WFcPG3Ly8mLikuMTkWP1cEHH68eZOnD5vci/9rKy+hrkgfL09FAAlQgUPFiUjI+P06dMLFiyQeEt+lLzMzk43yJTEQFP0/Xklk1IzOFGjRg2JYyTE+e233/r27SvbJZOS7c2bNzdkRj4+PiNGjJDcqrhzaErilpub265du7vuusuwsUWLFvfcc488mmRM6hb1GW+77TY1gxM1a9aUCExiNXlqdYtaWAIjSZoUffYtAZbkdBLTSNam6P8M1QlhR44caegq5eTk9O6770ZFRa1fv37z5s3G12nKq5NXra5XrVq1Q4cOkhxJ3COJoWRwir5fniRWEt6dPXvW5HXJ0TAM1tamTRvJtr7//vtp06YVGsNJ+Cj7M3/+fAmqDIdUUjCJnNRfKdenDgzXunXrIsrc8MgY1KpVa9iwYeq6s7Pz888/Ly85Qc/f37+Ip/jwww8NXfbkweVtlZcjMZ8EuCUoZkIOpmRw6p5LZCnHUHLPPXv2qDHcnDlz0tLSqlevrmZwin4GEslJ5bMqIa8CWC1iOO3QWAoAKGsO9vahlQJkMd54MS3DMNKcenv4+JkDR04ZCjg5OV7pMacfb05WKgX6ykYFwI1QwcOtJZlLoQOBKfqUTe1NJv7++2+JmSQUk5DLuEzDhg0ldNuxY8fWrVslhlMvwFyyZIls79evn/rxbtSokYQsSjHdfvvtEq6ZxCWSl6nDqBlCIrW31MSJE6tUqdK0aVN1Y189w72kjDzO6NGjJUM0XF4qiZuhgGR5hw8flr01jvyEPJdEXT/99NPSpUuNj1JERIRxMTWXlHDNEAUadkxSKuOSHh4eJnFb//79JYY7c+ZMdHS0ce8zA8mkJJCSHTBcPbp69Wp5+XJw1OzseiSIlExQDn4RZW54ZAxMxu/z9fWVlPPChQspKSlFxHBy0Ew+MHKE5eVIsmmcr5lZrCCT96tatWqKvhOc+uPatWsV/RE2Ps1KEqcecwWwWsRw2qGxFABwS3i4V5SlZtXKhi3ylZSQlCKRnP6CVl2POcnmzpy7ZhYILw83dYC5IHUWiAAff18vEgdYF8aGQ3nj6Ogo8YqELBK7DB061DB1gBqHSTBX8C6yUWI4tVda69atJYCTaG/8+PESjUkG1KJFCwmMqlatqhSfk5NTcHDw6dOnN23adOrUqbi4uIMHD8bH675r8vLy1DL33XffnDlzJAx68sknAwICGjduHBkZKc9o6AonHn30UUlz5L4Sgcneyl7JfrZv315erFpAHlnRdz0zvoDU+IWbpGnGw72pB01uAwMDTXZeKfAHLoGd4UlVXl5estvyouQFFhrDyQGUArGxsXJU1QkfzLkiVXI6eVMkIS36JHbDI2Ng8uqEm5ubxHCZmZlFPH7BD4za5U0yx5ycHMOzmFnMhLzFxrNwKFePueGzoX4m1WzOWPXq1RUbdWp3rmGmVA9/alw2ixhOO/zrAgCwEPKVFODnLUvDuv/VbnNz8/QDzF2ZnjU2ITn6fHzU8f9mgXBwsA/09zGkckH+PiFB/s7OdJqD5WJsONg8SXZ++umnGxZTexgV2u9J3ZiYmCi3dnZ2n3/++Q8//LBo0aK0tLTNel9//XW7du1eeeUVk4kObujPP/+UiO3o0aOGLZLOSNC2Z88ewxaJhyZPnvzdd9+tXr1awqwVehMmTOjfv/+wYcOcnZ2ljDy77JUUkzse05s3b563t/dTTz2ldppTszZJfNTJJQqSvMn4R5O5OFX2Zgycer0DKHtuCI8Kuvvuu6dMmbJ8+XJ5szIyMjZu3Ojq6mo8kWhBe/fuleNf9BWpihlHxuB6WVjRjLsHmmy5ePGipL3FKmZCcsBCtxvO23IEFH3HPZMCRV9Fa9Wmv5Seo89Fe450bdnbSYGNIobTDo2lAABLJilbwQta09IvqT3m1AtaJZ7be/DEzn3//U/l6V7x6qWsunguMMAnwNfbzo5gAhaB3nCAKiBAd25XszYTaoZlmPDUw8PjxRdffOaZZ9SZRpcsWRITE7N+/frHH3/8jz/+KDTAKtTSpUvHjx8vK5GRkR06dKhfv36lSpUknfnll1+MYzhFPxDb+++/L3mNhGibNm36559/0tPTZ82aFRsba7gYto2e7InskuzMmjVrkpOT5bfZ2dkDBgxQu3pVq1ZNnZii7KiTz5pQD2ARcxEYYrjnn39+2bJlubm5d955p0lHMBPbt29XbjQwnKroI6PcHJP4UjH6CBl3VzSzWHFJ7BsdHa3OomuMgeFg7YjhtENjKQDA6ri7udZ0q2xyQWvihVT1Ulb9DK26bO7Iif86zdnb2QXoR5rTT9Kq7zQX7Ofq4qxYuexDh87166euew8b5n11lB9YMnrDASr1esnz588X/JW6UZ2BQbIbCT58fX29vb1b6D311FMbN24cNWpUXFzcvn371AH1zSGZndzec889Y8aMMd6uXpRq+NtMSUmRHahZs6bEf7fpjRw5curUqd9///3q1aslsZK4Su4ixaRMcHDwPXqS2b3zzjsSOa1atUrCJgnyFP01jJcuXXJ1dTV+OtntjIyMypUrl6w7mAlJBk22yB6qGw0TXxRUpUqVBg0a7N+//9ChQ+p4Zz169FCKtHnzZnmxsttFF7vhkVFujvpmGZO8T9HPa2F86jOzWHHJy5dPY8Fjrj44YL2I4bRDYykAwAZIldrf10uW+rXDDRvVC1oN2ZysSDC3+8AxQwG3ii6GS1nVeE6iOnv9/H2AVaOCB6vQpUuXSZMmrV+/XiIMw4yWij662rJli6Kfq1TRz3e5aNGiRx55RNI3Q5k2bdoEBgaeO3fOEKmokVbRH351OLbIyEjjjampqStWrFCMxv8aMmSIxHBfffWVoaTkbnfddZfEcBX05Ld9+vRxcnL6559/DHMaqJmdhE3qLvn7+zdr1mznzp2zZs2SnTd+xvfff19ixAceeOCFF15QbpqkQrL/Xbt2NWyZP3++or84VL1+9nruuOMOieEkg9u0aZOPj4/km0UUlqMkiac6W2gRzDkyN0k+MElJScaXhc6ZM0dujY+A+cWKq3PnzhJHyhE2HkdPcs8FCxYoNmrQBDfD2HAKbBfvrnZoLAUA2Cr1gtbmjWrd1aXV0Pt7vDzsgU/HDvv4jadeemrA4P7de3SKqFUt9FJm1padh+b+ve6baQve+nTqM2O+fPPjnydNmffnojVrt+yNOh6dmpahANaGCh6sgkRv/fv3T09PHz58+JkzZ9SNx44de+655zIzM++++2714sFu3brJ7bRp0ySMM6RskvJIBicFGjdurG5RR/WS2CsnJ+d6z6j2DpP7GsrExcU988wzajyXlZWlbrz99tvldty4cYYrVeV5p06dKivt27e3t7evVKlSw4YNs7OzX375ZUM3qEuXLs2ePVtWOnTooG5Rc0PZc3lGwz7MmDFDMjg7Ozt57UopeeeddyQbUtdXrlz56aefysqTTz5Z9L26d+8u54o//vhDjoaEjEWfN8y8ItXMI3Mz0tLSnnjiCXmj1R+//vprObwBAQEDBw4sQbHiuueee+RzK0dDIlT5BCr61Fg+wMajDdqY8CYOVZvZy8L8DLaN3nDaobEUAFCuuLu5ylKj6n/D5cg3YeKFFEOnudj4C2djEvYeOmEo4OrirO8rp7umNUi9pjXAx8GMYbOBQjE2HGAgQcnZs2fXrl1733331ahRQ/Kg06dPywe4RYsWL730klqmbdu2EslJBidhkwRMNWvWzM3N3bdvn4uLy7vvvmu4rrNKlSo7duz4Rm/06NG9evUq+HRDhgzZsmXLunXr5OkkMJIn2rt3rzyaOhOrYTSxxx57TMocP35cdi8oKKhy5cqS08mOhYaGjhw5Ui0jT/Hoo49u3bq1d+/esudeXl4nTpyQR5CkSR5cLdO0adNnn3120qRJb7755oQJE6RYamqqPKz8auzYsUVcMVosckBk9+SJJB5Se+pJxvf888/XqVOn6DtKiCnHdv369Yo+kiu68KZNmxT9FKvKjZhzZG6GRGnR0dEScYaHh6ekpCQnJ8snYfz48SazK5hZrLgcHBw++eQTOdobNmzo27dv1apVJYaTjbfddtu///5bdPdDwJIRw2mHxlIAQDkn34RFXNAaG58Um5As8dyegycyLh003MXPx+u/keYCdIu3p7sC3IhUvRgbDjBwd3f/+OOPJWJbtWqVJGKKPujp2rWrJDjGk4SOGTMmIiJiwYIFZ86c2bVrl6LvlSZJk3GS9fjjjx85cmT//v2KfirMQp9OHnzKlCmS0x09elQyO4nwmjVrNnDgwEaNGt1xxx1RUVFxcXGBgYGS10yePPn333+XYEWiHCkpW/r16/fMM88YLrSsXr36rFmzpk6dunPnTkkSjx075u/vP2LEiEGDBhn/AcqDy57/8ccf8uCybxLq3X777VyvSpMAABAASURBVJIG1qpVSykl8pgSUI4bN06CQjlocvQefPBBeUXm3FcKSwxXrVq1unXrFl1SYjjZZ09PT+VGzDwyJdZab+XKldu3b5f3RSLa+++/v+D+m1msBCT3nKy3Z8+epKSkLl26yLssnyj5tMjnWQGsUwVa8MrIZb28vDxp85G2JmkTkK8oadXhfAGbsT/q5FeT5w7s161DpFmVDwAwX1r6pdj4C7G6Yeb0s0Ak6uI5CezU3zo7Owb762Zl1U3PGuinD+l8HB3KtnGRKRqsTnx8fGZmZnp6ustVTk5OkgU4ODjY2dmpw04pxWRcwRMpepUqVTLMMgkAhZo4ceIvv/wyfPjwwYMHKxZPdlV2uOAMGyUrVrokdvz666/vvffel19+WQG0lZ2dnZiYmJaWJuuG2oWjnkTzau3ihg9Cbzjt0FgKAICZCl7QKhKSUmL1l7Kq2dyxk2e37jpk+K2Pl0dQgE9OTq7cBkowp+83F+jnI5UiBSgzVPAA3JDE9//884/8l96zZ08F5pkyZcr8+fMHDRokiZvx9h07dsjtDS8EBiwWMZx26HgIAMDNUC9obVC7qmFLbl5eTFxSXGJybJz+gtbE5OOnzh07dc74XgF+XkEBVy5oDdaveHne1Gg1sCKMDQfgFsrPz09LS3Nzc5NEKS4u7rbbbjOeThRFq169+rlz53766Sc5bv7+/upGCeY2bdoUEBDQpUsXBbBOxHDaobEUAIDS5WCvm6FVFsMW41kg1Mta5XbfoRP7lP8mgnBxdtLlcbpOc97qitw6ODARhA1ibDgAt5CdnV3Pnj0N08I+/vjjCszWUW/NmjX33ntv/fr1ZUtqaurRo0c9PT0nTJjg4eGh2Jxx3VNyMnUrPUe6tuztpMBGEcNph8ZSAADKWqGzQOTk5sbE/ZfKxequaU06GR1jfEdfb8+gAG+1u5w6SauPlwcBC26ICh6AIjRs2HD79u1+fn6vv/567dq1FRTHBx98sGjRogULFpw4cSI9Pb169eoDBw6UVK5y5coKYLWI4bRDYykAALeEo4NDWEigLMYbUy6mx17pMadO0nrh8LEzB4+cNhRwcnS4Osycb6C/t6yH7Nrt5OSoAEao4AEowtdff61YoYf1SqtYiTk4OPTWUwAbQgynHRpLAQCwHF4ebrLUrh5m2JKXnx8vkdzVHnPq7Zlz8Sb3CtJN/uAbdPWCVn9fL4IYi8XYcAAAazFogtvlfN3Xll8Ys0vZMmI47VBHBwDAktnb2QUH+spivDEzK/tcbGKcmsrpg7njp89HHY/+7172doF+6vwPuq5zuk5zQX6uLs4KbjWpejE2HADAWoQ3IZ8pF3ibtUNjKQAAVsfF2al6lUqyGLZcmQUiMVk3SatumLkLcrtr/1Hje7lXdA0K9NENM+fvE6wfaS7A31tiPgUa0qbqRQUPAACYjxhOOzSWAgBgA/6bBaKWySwQ6qWsks0lx8ZfOBeTcOzkOUMBO7sKcpcgdaS5AB91xdOjogIrRwUPAACYjxhOOzSWAgBgq/SzQATIYrxRPwuELpuLi9fNzSrx3P6ok3sPnTAUcHVxClLnZg24MhFEcKCvg729glLC2HAAAMCiEMNph8ZSAACs1+WMjKx9+9R1h5AQh9DQG97l6iwQ/5XUzQKRmGyYAkK9pvXkmRhDAaks+Hp7qpey6idp1SV0Pl4eCkqEseEAAIBFIYbTDo2lAABYr5zTp2OGDlXXvYcN8x4xQik+3SwQAb6yGG/MzMo+H5sYq07SGpcUl5h85MTZA0dOGQo4OTkaeswF+XsHBvhUCvRzcqQWZxGsqIJHXRSAJaNVA+UEFTjtcFoBAAAFuTg7VatSqdq1s0AkJaeqPebUbE5ut+2OM76Xt6d7kL6vnGEWCD8fL+oa2rOWCp4hgyu4AgC3iuEUapjbujz/1zyue0pOpm6l50jXlr2dFNgoYjjtUNcBAADmkP9B/Hw8ZTGeBSI3Ny8mPin26jBzEsydPht7+NgZQwEHe/tAf+/Aq6lckL93pSB/V5dyXY9nbDiVupOGW5VC7RTAraOen41vlathHP1XYNuI4bTD2QQAAJSYg4N9aKUAWYw3pl7MiE1I0neaS9bFc/EX9hw8tmv/UUMBdzdX3aWs+k5zau+5AD9vezs7pRww9K0o62dRLJshcbuYkTt7ZaJxBmf4d5dOKAA0UDBia1i9Yst67hWuUkjiUA4Qw2mH9kYAAFC6PD0qylKr2n+zQOTnX9bNApFwtdOcJHTxSUdPnjUUsLOrEOCrG2BOHWlOn835erpXVGyONlUvC6/gGSduF9Nzv5sbqwCAxRjQ1btpLRe7q9SN5TaDGzTB7XK+7rX7hZWL1rJyixhOOyT6AACgrEnKpvZ6a1yvumFjVlbO+bhEdbA5NZ47dOT03oPHDQVcXZz1l7J66zrNqde0Bvg42NsruBErGhuOJmEAliY/Pz83N9fe3l49QUkSZ+iiWw7/fQ5vQj5TLvA2a4eqDwAAuCWcnR2rhgXLYtgitZILKamx8fpLWfVd52T9xOnzhgL68em8Av291Wta5TbQ38fHy12xKowNp1wN4OR/3by8PHVLp5a+93YJUgDgFolLzn73+2PK1RhOzlEODg7qdalcIw+bRwynHU4lAADAQkitxNfbU5Z6taoYNubm5cXE6frKqXNBxCVKMBdzIOqUoYCzk6PRMHO+6iStTo6WW58s52PDGU+KatwbztvdoVa4DV6GDMBauLle6W0tzQM5OTmK/lwq7OzsGBgONo8YTjv0hgMAAJbMwb6wWSDSMmKvDjOni+cSLuzYeyQvP99QwMfLXTc963+d5rz9fLzKz/9QVtQbjrooAEsj56Xc3FxDBidnKsMIceRxsFXEcNrhJAIAgPWyc3NziYhQ1x0qV1bKDU/3irKYzgKRlBx3JZVLjku4cD4u8fCxM4YCDg72uh5zhmHm/L0rBfm5ODsptsjCK3jGUzTkG4WnAGAJ8vLyJIaT6M3BweGyEf53hg0jhtMOLZAAAFgvh7Cw4KlTFaizQOhTtkbGs0Bk55yP1c0CYbimdd/hEzv2HTEUkCwvSN9jTj89qy6eC/DzlodSyhJjwylGV6QSwwGwNOqpyYDJZFAeEMNph0QfAADYKmenQmeBuKibnjUuKS4xOSZOd0Hr0ZPRhv+w7O3s/P28gq5e0Kq/stXHw73UxiwzDPVdpqxoplQFACyMOnuMIYNTyrdx3VNyMnUrPUe6tuxtm13IoRDDaYnTCgAAKD/0s0B4yFKvZoFZIBKTY/WpXGxC8tGTZ/ccPG4oUNHVWZ2VVR1pTu06Z29vpxSfNlUvK6rgURcFYGkuF2DYSC8W2CpiOO1wHgEAAOVcobNAXEzLiIm/EKdL5S7ExuuWrbsOGWaBkAqUn4+XOivr1Ulafbw93RXLQAUPAG6GyYWoNBjA5hHDaYcTCgAAQEEe7hU9dLNA/DfxRX7+5YSkFEnlYuKT4uJ18Vz0+fj9UScNBZydHYP9fQP1I81dmaQ10NfRwbRmy9hwxqiLArBAxv3gyrkOg5zz83RfWyF17BXYLmI47dBYCgAAYA47uwqB/t6yNKpbzbBRNwtEXGKsrt9ccqxuktYLuw8cy87OMRTw8fLQX8qqH2ZOUjm7y86OZf6fDBU8AECp6DjYRUE5QAynHQJ+AACsV15CwsXfflPXXSIiXCIjFWhLNwtEaLAsxht1s0DEX1CvadV1nUtIPnzstKHO5WBv7+1Z0c/HI8jfp1KQX6VAv9BKgQ4OpVkB1riCdykz29WFcbsBALBWxHDaobEUAADrJTFc8qRJ6rr3sGHEcBbCx8tDlrrXzgKh9pg7dvKMrCQkpZw6G3/4+DlDAU+PisEBvrpLWQN91RV/Xy87uxLW0zSu4H00aeaIR/rIDisAAMAKEcNph95wAAAAZc3B3r5ysL8soUFeWVlZaWlpLi4u+ZcrpKZnXkhJT7iQmpCUGptw4dipc3l5V2aBsLe3C/DTjTEXfDWYCwr0ca/oas7TaVnBW7h8U0x80gcTZwwb3LtG1RAFAABYG2I47dAbDgAAQDNS9TJkZBVdnX19vGpXd3J0dHRwcLCzs5ONujwuPilGt1yQlRNnzu/af9Rwd7eKLmowd2WS1gDdSsFOc1pW8GLiEuU2PSPz0x/+GNy/e6tm9RQAAGBViOG0Q284AAAAzRRd9ZL47MosEPWqGzZm62aB0AdzcbopIOR26+7Dhlkg5C7+vp6SzQX4eQf4efl5e7g42mlZwZO4UF3Jy8v/+be/ZVd7d29HOy8AAFaEGE479IYDAACwZE5OjuGhQbIYb7w6C4Qum5NbCb/2HT5hCN+cHB0kywsJ8g8K8FF7zFUK9HVwKJMZWuOTko1//HvVlvOxiY89cKfstgIAsHLjuqfkZOpWeo50bdmb2XhsFjGcdugNBwAAoKVSaQQ1ngXisl52ds65mHjJ486cjTkfl5h2KWff4ZNbdh0y3MXXWzc3a5B6QatkcwHePl6eN78vWVk5Jlt2Hzg24dvfhw/t7e3prgAAAItHDKcdesMBAABoqYwaQe3t7SoF+QX4eYWH+KampgYHB3t5eaWlX4qNvxCbcEG9mjUuITnqRLRhFgh9pzmfoABdKhfo7y0rlQL9nEujF9uZc3EfTJzxv4d6MmkDAACWjxhOO/SGAwAAsDGGCp67m6ssxlmY/CohKeVKNqe/rPXoybPb90QZCnh5uF29lNVb32nOx9/XqwQNtymp6UzaAADWrsMg5/w83VdASJ0yGdkAFoIYTjv0hgMAALAxRVTw5Ff6yRy8GyrVDBuzc3LPxyXG6bK55Nh43UQQW3YezLo6C4S9vV2gn9ppzkftPRcS5Ofq4iy/+v2v1cr1MWkDAFi7joNdFJQDxHDaoTccAADWy97f33v4cHXdJSJCgTXQoBG0uBU8J0eH8MpBshhvvJByMS4hOUZSOX2nuejz8bv2HzX81q2iS6VAv4SklBs+OJM2AABg4YjhtENvOAAArJdxDAerIFUvDRpBS3EWiDo1wgxb8vLyYxMuxKnDzCUmSzyXnJpuzkMxaQMAAJaMGE479IYDAADQjDZVr7KbBSIkyE8WpcGVLU+/9rmZT6VO2jB8SJ+wkAAFAABYEjsFWqE3HAAAgI3RrIJXrLwvJTX9429/OxkdowAAAEtCbzjt0BsOAABASxY4NpwGnJ0dWzWt1zaiQXjlIOqfAABYFGI47dAbDgAAQEvWMjbcDS1cvsmcYpWD/Tu0aty6eT0XZyeFNmAAsCrTR6XnZutW2j7gXLstWY3N4qJU7VATAgAAsDHaVPBuOE1qZNO6I5+8/43nH+7Upomawd0q9wx8onbrbjP+XFDwV29N+FJ+Jctf/6ws+NthL78pv/rqx6lFPHirO/pJmehz/11sm5mVffjYCQXXUg/U+dh4pZim/j5X7vjmR5+rPx6MOio/3t5/iGLT5BMlL/ODL75VSkoOkTzC/L8pj9HgAAAQAElEQVRXXK9A27vvkwLL16xXykA5eZvKg1N7ck/u0i2p8fkKbBcxnHboDQcAgPXKPXMmZsgQdUmbO1cB9LSp4MUmXCh0e0VX524dWrz70qOPPnBnrWqVFQvQslkjud1z4FDBX23ZsVtd2bxjVyG/3bVHbiOaNlHMtnXXXkn91mzYogA3ITQkuE6Natt271UAoOzR0VE79IYDAMB65aenZ27dqq67REQosAY2MzZcTFyiyZbQSgGd2jSJbFbPydGy6vMtmzT+dfaCvQcOm2w/Hxt/9MSp8NDKp6LPbti6w+S38qvU1DQXZ6emjeoX8eCPDxqQlZ3t6e6u/rh05Rp5NAVlxt/P99knhnh4uCu2rm1kiymz/pQPoaen7b9YWKwOg5zz83RfWyF17BXYLmI47dAbDgAAQDNS9bKZseEuZWarK/Z2ds0a1uzUtmnNqhbR962gyOaN5fbIiVPJKaneXp6G7Zu27ZTb7p3bL1u9/uSZ6OOnzlQPDzP8dufeA3Lbommjoq+ofeLhAQo0FODnO+Kxh5VyIKJZo59nzl67edvdt3dSgFuk42AXBeUAMZx26A0HAACgGW2qXppV8NzdXNtHNurctqmXh5tiwSS4qV29atTxk7v3H7qtbaRh++aduitS20e2zMzMkhhu0/ZdxjHcrn26GK5V82JckQqUosimTVxdnNdv2U4MB6CsEcNph95wAAAANkabCt6jD9zZvGEtBwfruEypRdNGEsPtOXDQOIbbsGW7xBzNmzRMSb34yx/zNm7b+VC/ewy/VXvDRTRtrP7YpNPdgf7+C2f8+P7nXy9dvbZm1fDBA/rdflu7Vnf0u5CSunLOdGdnp3Z3368WnjDpB1keHzTg5RFPqFtyc/N+nbNgw+btew4c8vf1ada4wUP39q5bs9oN9zwzK3ve4qXbd+2NOnHyzNnztapXbVi39n333Fm3dg1DmSdHjlm1fpPsw4q1G6b+NsfD3f3Orh2fGvKQos9kf/jlt8UrVkefj/F0d2/asN6dXTvJbhs/xdBnXt6wdcfX49/u1vGa7YaXFhoSLD8Of3nssjXrl8yanJSc8tvchTv3H5C8N7Jpo/v79Gx+7XW7lzKzZs75a8Wa9QePHKtVrWq7Vi0eeaC/Yp49+w/PmDN/2+59aWnpkS2aDOjd06TAwaijvQc/FR5aedns/6bOiE+8MPuvJfsORR0+evzixbT6dWs1rlfn4fv7+ft6G983PSNz5twFK9dsjDp+vEpo5bYRzeUovfHhp4uWrZ7x3WctmzQq+mCa8ywtuvX28vRY8ecvP/36+5pNW/cdjKoRXqVF04bPPjG0oqvLvxu2/DZ/0Y7d+ypWdI1s1njU8P8Z3/f2/kNORZ99afgTahdLT0/3Zo0abN25x/gl7D1w+N5Hh/e+o+t7o0d9N3WG/Pbg0WP1a9fs0Cpi0H195POs3Jz0jEsfffXdtl17z8XGykFuXL+u/FHUq12zZMWM5eXlP/P628v/XV+zWvgvX3/i5+OtALAYxHDaoTccAACAlmxmbLjIpnUV6yEJiwRDEvEYthw7eTomLkESImcnxzYtmyn6VE4OnfoGSfx09MQpCTWaNKhn/DgffPGNPI6sJCYlD3mgn/GvHB0cJNY5HX02+nxstSqhlYICwypXUn91NibuxTfek1xPnqtOzeqpF9NnzV04d9E/rz779MD+vYrY7Ytp6YNHjNp/6IisVwkNkUBHMiB5HAkNDWGNweLlqz/++kd1vXWLpnKbnZMz7OU312zcam9vV7dWjdyc3CUr/l24dJWEOG+/+oKkQkrxrVizYeJP0+zs7SSIPBB1dM6ipXMXL/vs3dF3deukFpCo66mXRm/evlt9UjmSE3/6ZfWGzbl5eTd88KWr1j7/xnsSWUpGEx5Wed2mbX+vWNO6ZdOi73XwyPFHnnlJwkH1GR3s7ddv3i7L1N/nfDv+PcPdJTl6/IXXtu/eJ29xvdo1MjIufT9t1qq1GwsdZq7gwTTzWXQuX37lnfHzlizz9vSsHBy0+8AhWZJTL/bo0lHeDglD5dUdOXEq+lyMPOacn7+WB7zeS2vZtJEkpPJZrVG1ivH29EuXnhw1esOWHVXDQj09PDZt2yXLkpX/zvzuC/mMKSUlOe+jz70qUWDFii51alSPT0z6bd6iOYv+eeHJRyRTLm4xY/KX9eq749UMburECWRwgKUhhtMOveEAAAC0ZDNjw1kXNSXZvf+/yVI3b9dNjapec+rl5dGwXu19B6N27juoduzarp+hsnWLZsbd/WLi4mb8uaBfzztuaxMp4Ui7yJbGT+Ht5Tnlq/HjPp009fe5/e+50zgjG/PBJ5Kdyb0+fPNlNYDYsmP3iFfffvvjLxvXr9Oofp3r7fb3v8ySDE7SvQlvvRrg5ytbUlPTJnz9g6Qek2f88ehD9xknOF/9OLVViyb397r72MlTndq3li3fTZ0pGZwkON9NeK9KWIiiHyDv6ZfemP/PiqCggFHDHleKT8Kp3j26vfXy824VXSSTeuPDz5atXvfJtz/d2fU29YM348/5ksHJ3v742ftq96hV6zc9P/rdS5lZRT+yxGRvf/yVZHAP9rvnrZeelUeTRG/Ea2Ml6ir6jm9P+EL25NGH+j/z+BC3iq6y5dSZs6++N0ESt+l/zjcEZFN/myNb/P18fvr8o3q1qsuWdZu3Pzf6HTkmBR+z4ME081mE5LCpaRsmfvhW1w5t5Q3665+VI8e+P3fR0r9X/vvk4AeffWKIvLRl/65/9vW3D0YdlVfXse2VCXYG3d/n4sW0Zo3/61ooMfGXP0xdt2W7SQy3fM0GeSHTJn4szyunlBVrN4566335AP/1z3L57CklIo/z+vsfS7jWtUObT94Zraa0S1eve/mdD8dP/KFBndptIpqZX8zEu59OnP/3cgkNJYNTP8kALIqdAq3QGw4AAMDGUMErSP7zr1ktPDk11ZC5bN6hGxguotmVod8im+kuPlWzOcVwRWrzxsYPkpWd80Dfnh+OeUkip3dffcHMCwAlMZGopXb1ql9+MNbQCSiyeZPXXxwmKx9++W0R9/13w2a5Hfn0Y4bkwtPT/ZVnnpSVxAvJcQnXTFZbvWqVn78Yf88dXZ5/8pGmDeodOHz0mym/yvYv3n9TzeBErWrhn749Wlamzvrz9JlzSvFVDw8bN3qkZHCy7uvt9c4rz8vKmejz52LiFP1nb9rvc2RFdtJwiWLndq2f1F/UWTSJaeITk+RAjR31jJroybN89f5YH6NZNQqKPhdz9MRJ2ZORTz+upmMiPKzyk0MelJVjV9/uvLz8X/6YKytvvviMmsGJ9q1aPPu/oYU+rMnBNPNZDO7v3bN7p/ZqSCoPEhoSLEemdrVqz/1vqPrSbr+t3R2dO+oO3bnzhnsNub/viMceVq+NVclTy5Nu27W34B6+NOwJNfuTB+zWse3999ylXP3cXlPsrQ9qt+5W6JKQeMG45Iw//5L8tHJwoHxgDD0l5VVI7CgrEhnLMTS/mLGJP/0y/Y/5oZUrmZPBRR0/+fPM2dN+n6sA0BAxnHZoLAUAALAxVPAK1bKpLt3Ys/+gok+LtuzY7enh1qT+lUtrI5vrEo0t+kkbxO59umKRTU3nZ+h+W3ulmP5Z8a/c3tGlg0lsd3fXTs5Ojlt37VUDrEIt+OX7JbMmm3SXy83N9dTPiZGdnW28vVPbVsZ99/5aujI3N6/bbe0k2DIu1rhBnbaRzSVS3LRjl1J83Tt1cHL877JHCRaDAvwU/WWScrtz38HY+ER/Px/DNaqqgf163fBjuXrdJrm9v8/ddnb//T/o7lax793di7iXJFxb/pn72w9fOjpec02Vg53uUGRdPURbd+5JTEqW8Kh752vewft73eXhXsgEIyYH08xnMWjT4poLaauE6mLQbtcOyVe5UpCiG28uUbk+OWgRzZts3bFb3i+TX91zR1fjH6vpu8tdysxUSmr+kmVyO3hAP+P3VzzUr5e8C8dPnTl99pz5xQxm/Lngyx+mSpg47asJlYICbrgb+w9FffDFt59++5MCyzB9VPqUZ3VL1IZcBbaLi1K1Q2MpAACAlmxmbDir06JJo1lzF+45cPjenj32HzqSeCG5W8e2hqilVfMm8tbs3LtfoitFFycdkKirUf3aJg9SpXKIUkwx8QmKbtSzddt37zf5lb08e3ZOXGJiSHDg9e5eo2oVXWS2bafs+bmY2LMxMZIoqR2OTEZbMwxFp0q6kKzou78VfMza1att2KIbcUwpvkoFdtXFWdclKl9/3E6diZbbqqGhJnN3eHl5BAf6n4+NL+KRT545K7fVwkJNtlerEqYUSWK78LDKySmp67fsOHz0uByl46fP7DsYpegjS7XMCf2OSVZlnPEJyUarVgnde+CwyWOaHEwzn8UgRB+xGTg7OsltUOA1IZSzk25jfv4N/lrbRTT/Z+WaXXsPtGrxXygs0afJEXbRP1rBAfgmvPVa7x5dC33ktnffZ9whLuGCbr1WtaomxeQQyQuXP5ljJ09VqxJqZjF1Y0xc3FsTvpSVpOSU2IREda4PWJdTe3Jz9Oluw64lH3YQlo8YTjs0lgIAYL0cq1QJnjJFXXcIKXY6AO1J1Yux4W4VdRi4vQd1gcsW/eyTrYy6LLlVdG3RuOG23Xv3Hz4iWUZOTm7n9m0KHknXisWe1kCNww4fO6HIUpjEpOTr3fdcTNxn305esXZDWnqGusXR0aFLuzbrtmwrONSaq4ur8Y8Z+o5RAX5+BR9WvTAwKemCUnwVXV0L3X5Z0X2w09N1feJ8fQsZgD84IKDoGO5ieprc+vn6mGwPDPBTirRlx+5vp83cuHWH4XJIb09PyViXr9lgKJOWlq57cO9CdiygwDMqBQ6mmc9idPdCPicO9iWZVrh9K90QhFt37TGO4dzd3AotfDNnl3T9Z8zfv5CjHejnt185on5QzSymkgTZz8f7tnat5iz8552Pv/xz8tc3nFu5713dZVEAaIsYTjs0lgIAYL0qVKzoEhmpwHpoU/Wigleo4ED/GlWrHIw6mp6RqY4Bp44HZxDZvLEuhjsUdSlLl3BFXPvbEgsM9D9y4tSX497s0bVjse4occ+wV948cPhooL/fA33viWjWqGpYaOVKQU6Oji269ZaIo+i7B+uDkoSkpIK/StAHcN7XjrlWsFtWalqaUkzu+qtlEwsL+G74aF4eHpLgmAxYprvjxfQi7nX2fOz/Ro3OyMisV7vGnV1va9qgflhoSKVA//2HjhgHZIEB/opuAtyUgo9QRAxa3GcxKMUoPDQkODy08oYtO0Y89rBSloKDAi+kpCYkJik1q5n8Su0B5+3pYX4xlaTbP381ITw0RILvg1HHfp4522R6X1i+DoOc8/N0n+eQOiXJkWEtiOG0Q2MpAACAjaGCdz0tmzY6dvL0/kOHJW4L8PM1zCGgimze5Ouff5UCakrVqnlTpTRUqxK6fvP2/VFHCsZwz0RF3QAAEABJREFUErEF+PsF+PkUesdN23dJAQcH+5nffW58jeTFi+kX9X27is5bQ/XjkRU68Ny5WN3GOldnKlA7KGVfO/pYXEJiwbH2b0i9pDRWfx2uMdnVaKO5CAq/b5XQ46fOxCWa3vd8bGwR95r91xJJx+rUqGbS0ypWP3+F4RBVCa1U6I6Js0U+frGepYy0b91ixp9/paameXq6K2WmSmiIhNTnYwv5wESf1b139evUMr+Yyt/Xt64+rXt52BPPjn5n4k/TenbvYs4IcbAcHQcXuwswrBFTNGiHxlIAAAAtMTbcLdRCP0vDouWrJcYyvsTvym+bNHJ0dDh68tTeQ1F+Pt51C3T2MYe9g65LgfFb0KPLbXL758K/0zOuGT5/z/7DfYY81anPg8kpqYU+VJx+8P6a1cJNxin7bf5CdSW3yJis+23tnZ0cV6/fbJLEnTgdvWHLdlnp0qGtuqWifurPQ0ePGRdbtGyVUnyN69fx8fKMPhezbtM24+1zFv1TcJIBE+0idVdf/jF/SX7+f68rMyt7/pLlRdwrPlHX3U8iVJOrHf+Yv1gxGiutUd06kh9FHTu5ffc+42LL12wo2P+uxM9SRtpFttBNKrJrt1KWeuhnbpVXpA6PaDD/7xUXUlJrXf0cmlnM9MG7dpS/uEuZWW+N/0IBYHmI4bRDYykAAICWGBvuFmrTopmii+F0AVNkM9MYTkKriKaN9x+Kij57vk1EM6VE1Gk3Dx45mpJyUd0S2axxxzYRkvW89PYHiReuXP8YE5cw+oOPZaXf3XeYXBxqEB5aWW6PnTy9dddedYt8eGbOXThh0o/qj1lZRV2XWikoYGD/PsmpqY89/+rpM1cmrzxy4tQTL74uKeT9ve/y9fZSN9aurgscZ875a/+hI+qWjVt3fvHDFLeKrkoxyWfvf0MelJXn33xPDbyyc3J+njnbnPClz123yz7v3Hfgpbc/zMnJVfd2yIhRRU8loU6a8e/GLbHxV6YclaznzY8+X7VeN+9q5tUR9CQ+e3roQ3IAh7385ry/l+fl5cuOTf9j/ktvfaCYwcxnuUlTf5878adftu3ea7I9sqlu/pD1+vC07Nx9e6cGdWvt2n/wmdfeyrh0JTJeunrd2PGfycrjgx8oVrGC3nrpOXkX5Igt0c8dDMCicFGqdmgsBQAAsDFU8K4nKMCvaljoSf2kmZHNmxQsENGs8YatOxTd5aslHBiuqv6qzEXLVsvS/5473x89Un4cO+rZUWM/WP7v+tXrN9WrXdPDzW3X/gMZGZlNG9R79dmnrvdQTRvU7dS21eoNmwc9/WLrlk0rKBUSEpOijp8M8POt6Op6KvqsIdS7nuGPDoo+H7N01do7Hhhat1aN3JzcoydPSQLVrlWL154bZij20L29lixfLZlX36FP16lZzdvTc8vOPW+OfGbl+o1rN25VimnogHv37D8kUcuDTz5ft1b12LgEtZNUdk6u7HMRd3R3qzjhrdeeGjXmr39WSuAlyZc6D6l6EK53r7533zFr3sLT0ed6P/w/eY2KLrg8JWFZk/p19xw8nJ5xKS09Qx5Z0Seeh4+emDLrz5ff+vDTr3/MysqWHWsb0fzE6TPnY+NdnJyL2Dfzn+VmTP99nhwiZyenlk0aGW/39HRv0bjhuk1lG8OJ8WNfffGN91as3dj27v51alSPT0yKPhcj24c9MrDvnbcXt5iJGlWrDH2g/4/Tf/vwy287toksQcgLoOzQG047NJYCAADYGCp4RYhopgs4ggP9q4eHFfytIZtrVVhIZ447Onfod3d3e3vdfzQX06/MLRBWudKv33722nNP3dYm8tz52MPHjterVXP0i8Onff1JEWGEnZ3dVx++9eLTj0ruI8GW5IOSZD0+aMDCGT/efXsnKbBu8w0yMg93t4kfjJVsq2vHdvEJSUnJKW0jW7z32os/fvqBm9GUr77eXrN++PKZx4dENG0kxaqEhsz47vOB/XspJSKv/bN3R0v+KAnX2fOxTk6OsvLj5x+aM65ZZLPGsydPeqBvzwBf3xOnztSuXlViyvv73FXEXQL8fH774cv7et3p7SXp4e6N23YGBfjLa5z5/RcR+muQ12zcopaUv4vXn3/67Vee79yudXZ2jsR8Lzz16I+ffWCvn8BU7cZ4889SRtpGNpeETk27yo6kpX/+/PXLI55o0aSR5IzyCex9R9fJX3z0/JOPlKBYQZLTSYgsoefn305WAFiSCrTglZHLenl5ebm5uTk5OcnJyRcvXgwNDXV3L8PBPgEt7Y86+dXkuQP7desQ2UgBAFuXfejQuX791HXvYcO8R4xQYNni4+OzsrLS0tJcrnKSlMLR0cHBQf6VraCnFJNxBU+k6FWqVMnLy0uxPOre5ufnyw5LdTQ6NmPwe7rrJft0CnzqvjAF0FyDDj1ycnI3/f2n4SpdlE/n4rIefVt3JXWPlhUGdnNxdnaWU7TcyllaTtES15b4LA2Uqezs7MTExDT9bNSG2oWjnuFze8MH4aJU7XASAQAA0IxUvRgbDtBebm5e13sHVQoKnDbpY0m+Ddt37T8oGVxYaCUyOKBQ00el52brVto+4Fy7LVmNzeKiVO3Q8RAAAEAz2lS9qOABJhwc7IMDAnbs2f/9tFmGjRdSUt/9ZKKsDLq3twKgMKf25J7cpVtS4/MV2C4SVu3QWAoAAGBjqOABBb3+wrCHnnr+yx+mLl+z3ttTNzvt3oOH1Uljhz5wrwIA5RgxnHZoLAUAANCSBhkZFTygoCYN6i789cfvps7YdzBq1/4Dvj4+rVo0vatrp57dOysAriO8sYN6UapnAJct2jJiOO3QWAoAAKAlxoYDbpVqVUI/fONlBYDZBn3spqAcIIbTDo2lAAAANoYKHgAAMB8xnHZoLAUAALAxVPAAAID5iOG0Q2MpAACAlhgbDgAAWBRiOO3QWAoAAKAZqXoxNhwAALAoxHDaobEUAADr5VilSvCUKeq6Q0iIAounTdWLCh4AADAfMZx2aCwFAMB6VahY0SUyUgGuRQUPAFAqpo9Kz83WrbR9wLl2W7Iam8Vbqx0aSwEAALTE2HAAAGtxak9uTqZupWFXRwW2ixhOOzSWAgAAaImx4QAAgEUhhtMOjaUAAAA2hgoeAKBUhDd2UC9K9QywU2C7iOG0Q2MpAACAjaGCBwAoFYM+dlNQDhDDaYfGUgAArNfljIysffvUdYeQEIfQUAUWj7HhAACARSGG0w6NpQAAWK+c06djhg5V172HDfMeMUKBZZOqF2PDoWRi4xPljQ3091N/HP7y2GVr1k9467XePboqmmh1R78LKakr50wPDQlWyplLmVnfTZ2xYcuOw8eOhwQHTRj7asN6tZWbdujoiT8XLN6+d/+587HZOTmVAgPq1Kr+v8EP1a1ZzVBm8ozZH3757Q0fqkbVKktmTTb8mJmV3frOfhkZmW0jmk/5arwCAEUihtMOjaUAAACa0abqRQXP9syY89eEid9P/vIjQwwHLY2f+N2vsxeo68dOnvbz9VFuTlZ2zrjPJs2au9B445ETp2RZuHTVow/1f/XZp5Sb8PeqNZLBycqGrTuiz8WUw+QUQLEQw2mHxlIAAAAbQwXP9vw2b1F6xiXllnp80ICs7GxPd3el/Fmzaavc3tfrzmGPDKpcKUi5aU+OHC0Bmfyp9ure5YF+91QLD7OvYHfwyLH5fy//c+Hfk2fMdnJ0evHpR6WkRHKyGN+37d33JSRe+Hr82906trve4y9Ztlpu27duuW7TtrmL/3nm8SEKAFwfMZx2aCwFAADQEmPDwUo98fAApbxKu5gut08+/GCpZHBzFy+VDM7dreJn7465rW2kYXvrlk1lqVur+rjPvv5u2swH+vYMCQ5Uii/xQvLazVvdKro++kB/XQy3ZPmIxwaTzgMoAvPgaofTMQAAgJYYGw6wOrl5eXLrWtFFuWlyBvjy+ymyMvyxh40zOIPB9/etHh4mxf5YsFgpkYXLVuXm5rWNbNEmormfj3f02fPrN29XgBJZMy1z9c9Zspw7lKfAdtEbTjs0lgIAANgYKni2ZNGy1S+88Z66PuDxZ+X2u0/e69yutaFA1PGTP0ybtX3Pvtzc3Ib16vS58/bundqbPMjBI8d/n79wx54DMbFxjerX6dA6YlD/Pvb21/R+mLt46ZLl/x49eSol9WLDerXr1651f++7qlX5b/7lglM03PAuJabOSzB21LN1alX7bc7CzTt3y6e6cb269/a6s0v7/177D7/8NmHSDx+98XKAv9/n301OSklt0bD+uDGjnBwd5benz5z74Mtvok6cTEpKrl+7ZtNG9R8fNMDHy9PkuYou9tCTL2zbvVddb3f3/XL70vAnbqZj4JYde87GxLlVdH2gT89CC0iMLi88Ly+vScN6SoksXrZKbju1bSVv8d3dOk/7Y+78Jcvat26pAMW3dnpWjm6YQcXd1zWkrr0CG0VvOO3QWAoAAGBjqODZEl9vr7YRzd3dKsp6k/p1Zd3L878gafX6jQ/+77mFy1b6eXunZ1xa/u/6Ea++Nf/vFcaPMPW3Of0fHfbr7AUXkpOrVgndvnvfuM++Hvj0CzFxCYYykyZPf+Wd8as3bE5MulAjvMrOPft/+vX3XoOe+GflmuvtWAnuUly79u4f+NSLi1f+G+TvL5/qZWvWPzVqzE8z/jApdubc+Wdff3vPgcPRZ88fPxOtZnBrNmztPeTJFWs3pqdl1K1V48jxU5LZ3TPwibUbtxrf94bF6tWuIcdcjSwjmzWW9eDAAOUmSGAqt00a1JMk7npl2kQ0k9TMw91NKb7T0ed37j3g4GB/+226keO6d9Zlsn+vWnNRf10tABSK3nDaobEUAABAS4wNh2KRREaW3oOfOhh19PUXhzVrWN/4t4uWrR72yMDHHrrfw8MtMyv7rfGfz1m09IvvJvfu0VUtsG33XgndJMX7+K3X7ux6m6Kfo/P1cRP++mflO5989fVHb8uWS5lZkqA5Ozl+Pu7N29pESoIjD/X5d5Mnz5j90cTv7+jSseBeleAuJTD/nxW1qoX/8NkH6hBpi5evfvXd8Z9+81OPzh2Nx2j74ZdZlYKCRg1/IvvqDBIJScmvvPeR5JLPP/mIHB9F/0fxyTc/fT9t1gtjxy39faqEm2YWe2PkCNneolvvi2npn703JsDPV7k5Z86el1uJ/JSyMW/JUkX3sWnure/QF9GscXCgv0Su8/9ePui+3gpQTOGNHXKzdSueAfSXsmW8u9qhsRQAAEAzUvVibDiUokb160iEJBmcrLs4O7004n+yEn0+Nj4xSdGHSh998Z2svPHiCDWDE5KdjX/zVYm3lv+7fv2WHbLlXExsWnpGcGBg1w5tJFBTH+q5/z3SvXOHru3bSL5W8HlLcBeDPxYs+Xnm7N37Dylm+PS9MYZpCu7q1qlfzx45ObnTfp9rUmzyFx8+1O+eoQ/c26/nHfLje59OTExK7nVHVzVcU7uUFvIAABAASURBVPR/FKOGPd6tY9vU1DQJ8tSNZhYznzkv7WxMjKLv5KiUjXl/L5fbOzp1UH+UVySppXI1ngOKa9DHbkO/1C2129JfypYRw2mHxlIAAADNaFP1ooJXfnRq29r4Rz8f76AAP1lJTr0ot8dPndl94JC9vV3P7l2Mi8mWO7t1kpW/V/4rt0EB/pLNnYo+++ZHn1/KzFLLuLo4T/xg7OgXh0u+VvB5S3AXgx9++e2DL77dunO3ciOd27WuU6Oa8ZZ77tD18luzcYvxxsb16xqGqxOSDy5evlpWJJUzeUB1y/rN28wvVizmvLTcHN0491nZ2UoZ2L57X/TZ8xKMGo8PeHtnXSS358Dhg0eOKwBQGEJW7dBYCgCA9XKqW7fqgQMKcC0qeOVHpSB/ky3ubm6x8YmZl3Rjqqujvzk5Oj7x4usmxRIvXJDb+IRE/V0qDn2w/3dTZ86au3Duon8k1WrZtFH71hERTRtd73lLcJcSqFEt3GRLSJCuZ9yxk6ezc3LUMeBEWOVKxmUSk3QvTf4KCl74WVsf6p2NiUvPuGRmsSJGcCsZX19vuU1JuaiUgUXLdZMztIto4W00E0XLJg3V61Llnar3/NMKABRADKcdGksBAAC0xNhwKEWOjkX1O0u6kKzox3HbsHVHoQUSk5LVlReefCQ4IGDa73NOnI7eumuvLN9MmVGvds03Rz3TonGDQu9bgruolv4xRTFPgJ+PyRY/fYYlLqal+/lcWXd1dTEuk3Hpktz6+nipV8sak3DKxdkpMys7Nj4hKyvLnGLVw8MUs5nz0urUqL501dqjp04VUebUmbNnY2Jbt2hqZ1eMC8VycnKXLNd1b/x345barbsVLDB/ybKXhj/h6Mi/2wBMcV7QDo2lAAAAWmJsOGgmKFDXV65e7Rrzp31XdEmJewb27/XQvfccOnpiy87dS1eukVjtYNTRh4e9OPunSfXr1CyVuxRXUnKKyZaExCtd2IoYWy1IP5Np0oWU3Nw8k4gtNTVNHbfO0FnMzGKlqG1k869+nLp91970jEy3ii6Flpm98O/vps6sW6v6gl++V8wm6VviheQiClxISV2+Zr1hlEAAMGBsOO3QWAoAAGBjqOBBVa2KridX1LETkviY/Co2PvHE6ejsnBxZz8vLP3P2fPS5GIm36tWqPuT+vr9++9nyP6ZVDQuViGrF2o0FH7kEdymBuPhEky3nY+MU3UWjVYvImiWhk0X+CqLPnzf5lTo9QmilILWMOcWU0takft3gQP+s7JwZf84vtIAkgIv0g9Z17dBWKY7F+itSO7SJiNq0vOASHlpZ0XeIUwCgAGI47dBYCgAAYGOo4NkeJwfdBUPFzVcD/HzaRjSXyOzX2fNMfvXW+M/vuH/op99MlvUFS1d0vffh196bYFygSlhIZPPGiq7XWyEfpxLcpQT+3bDZpHvX7/MXy233Th2LvuOd3XQdvmbNXWSyfebchYouqIosVrHS5eBgP/zRh2Xlu19mbt+zv2CB8RO/iz6rSwbv7dlDMVt6xqVlq9fJisl0HAYD+t4tt6vWb44tEG4CRVgzLXP1z1mynDuUp8B2EcNph8ZSAAAALTE2HErAzb2i3G7ftVftv2a+Zx4fLLffT5+lzgqqmvr73BVrN0oe9FDfe+THru3aVKzosnnH7o+++t7Qb+7E6Wj1Ll3aty74sCW4SwkkJac8PGzktt171R8//+7nuYuXhoYEP/LgvUXfcdgjD8vuTZ7xx9c//6pukT+Kj7/+cdbchbJ9yIB+xSpW6vrfc2ebiGapqWmPPPPSuE8nbdmx++LF9PjEpA1bdzw1asz0P3S95Ea/MMx4+tcb+nvlv1nZObLbd3Yp/JrTfnffYW9vJy9w7uJ/FMBsa6dLBidJXOa5w8Rwtoyx4bRDYykAANYrLyHh4m+/qesuEREukWXSdwOlSKpejA2HEqhWJXTDlh0TJv0gy0dvvNz37u5m3rFFk4avP/+03Ov5Me+9+8nEWjWqpqSmHYw6Kr8a/+arVcJCZMXT0/2dl18Y9dYHP/36+4w/59erXdPF2XnHnn2ZWdkvj3hCfiz4sCW4SwlIDnX0xKmHnnyhTo1qEslJUOXuVvHLcW/KbdF3DPDz+fit10eP+1iSu2m/zakWHnbsxOnk1FRXF2fZbph1wcxipU7isB8+ff+9Tyf9sWCxRKKyGP/W19trxGODB93XWymOhct0V6Te2aWTi3Phs3bIw3bv1GHJin/nLFz61JCHFAAwQgynHRpLAQCwXhLDJU+apK57DxtGDGf5tKl6UcGzPU8PHXjoyPHtu/fJempaWrHuO/SBe1u1aDZzzoJDUcd27zsYEhzUu0e3xwYNqFuzmqFMrx5dJembPPOPg1HH9h+KysrOaVy/zjOPD7mt7XXPKiW4S3G1b9WyXUTzZf+u37htZ0VX1/t63Tmof28zM75uHds2qvfDlFl/yks+eORoWOVKvXt0va/P3bWrVy1BsVLn5Oj4zivPP/vE0AV/L9+1/8C+Q0dysrMb1avTvEnDB/r0vGHOaOJ8bLyktLLS646uRRTrd/cdEsOdPBO9ZcfuyOZNFMAM4Y0dcnUTliieAVy2aMsqUHUoI5f18vLycnNzc3JykpOT09LSKleu7O7urgA2YX/Uya8mzx3Yr1uHyEYKANi67EOHzvW7ctmUxHDeI0YosGzx8fGZmZnp6ekuVzk5yf/jjg4ODnZ2dhX0lGIyruCJlJSU1NTU4OBgL6/SH13+5ql7m5+fLzss1dHo2IzB752T7X06BT51X1l1PoLVmTxj9odffvtA356SVSmAJs7FZT36ti7p7tGywsBuLs7OznKKlls5S8sp2t7evsRnaaBMZWdnJyYmpulbaAy1C0c9w+f2hg9CbzjtkHgCAABoibHhAACARSGG0w5ZPgAAgJYYGw4AAFgUYjjt0FgKAABgY6jgAQAA8xHDaYfGUgAAABtDBQ8AAJiPGE47NJYCAABoibHhgBt69KH+sigAAE0Qw2mHxlIAAADNSNWLseEAANZizbTM/Dzdd0rtNg4hde0V2ChiOO3QWAoAAKAZbapeVPAAAKVi7fSsnEzdiruvKzGcDSOG0w6NpQAAWC87NzeXiAh13aFyZQXQo4IHAADMRwynHRpLAQCwXg5hYcFTpyqwKowNBwAALAoxnHZoLAUAANASY8MBAKzF6KVeCsoBYjjt0FgKAABgY6jgAQAA8xHDaYfGUgAAABtDBQ8AAJiPGE47NJYCAABoibHhAACARSGG0w6NpQAAAJqRqhdjwwEAAItCDKcdGksBALBeuWfOJIwZo6679+nj3revAsumTdWLCh4AADAfMZx2aCwFAMB65aenZ27dqq67REQogB4VPABAqVgzLTM/T/edUruNQ0hdewU2ihhOOzSWAgAAaImx4QAA1mLt9KycTN2Ku68rMZwNI4bTDo2lAAAAWmJsOAAAYFGI4bRDYykAAICNoYIHAADMRwynHRpLAQAAbAwVPABAqRi91EtBOUAMpx0aSwEAALTE2HAAAMCiEMNph8ZSAAAAzUjVi7HhAACARSGG0w6NpQAAAJrRpupFBQ8AAJiPGE47NJYCAADYGCp4AADAfMRw2qGxFAAA62Xv7+89fLi67hIRocAaMDYcAACwKMRw2qGxFAAA62Ucw8FaMDYcAMBanNqdezlf953iF2bn4c+Xi80ihtMOjaUAAAA2hgoeAKBUTH8pPSdTt9JzpGvL3k4KbBQxnHZoLAUAALAxVPAA4GZUuEoBygdiOO3QWAoAAKAlxoYzZjgaq7Ym7Y66qADALZKTm6+uFDxLk8fB5hHDaYcTCgAAgGak6sXYcMYMu5qSniuLAgAWwE7PuE9cue0cN3qpl4JygBhOO/SGAwAA0Iw2VS9rqeDJ/7QO9hUq+Tlc1svPz1f3XL3VJrKEzcjLz7fjKkKUlOGTIyueblcyOPVWAcoBYjjtcFoBAMB65Z45kzBmjLru3qePe9++CmDxFbwKRvy8HH56NTg7OzsrKytHLzc3Ny8vT83lFNqMYR751ETHxHu6u/l6eyhAcRg6u0noZm9v7+Dg4OjoaK9n0iEOsGHEcNqhZgMAgPXKT0/P3LpVXXeJiFBgDRgbTqX+Z6v+36v+66vutmy5GsNdpqYKc1XIzczK9XBTnJyYyRHFZnw6knOR/VWGDnEkcbB5xHDa4WwCAACgJcaGU4z+6VWpGZy6Jf8qhQZjmO2ykp2RmZN/uYKLi4sCFJMhaDMkcSrDCHHGJRXAFhHDaYfKDQAAgI2x5Aqe8Yhvhn96Df3g1BhOHSdOoaYKs+XlX87IzM6/rDg7OytAcRjPwCAM/XMN16UyQhzKA2I47XBCAQAAsDFW1BuuYCSnxnAEcCiW3LzLlzJzLisVXF1dFaBEDF101TBOPSNxUeqp3bmX83Wv3S/MzsOf9MBmEcNphyoOAACAlhgbTqUeB0M3E8PlqIwKhxJwcMy5lKW7KJWx4VAyxn3i7K5lPImqUv5Mfyk9J1O30nOka8ve/H3ZLGI47dAbDgAAQDPGl2SW6bMoFkw9CIb0TV2XAE5dV48PMRyKxcEhKzMrN/8yUzSg5EyuTjXuB8d/zbB5xHDaoYoDAACgGW2qXpZfwTNO4gzrJgEc1VSYz97ePjs3Vz4yDg78L4mSMOnyZpy+Gd8CtopTp3Y4mwAAANgYq6jgGSdxytV9No7eiOFgPjs7u9y8/Mv6PE4BisnknFnwKtTy/F/z6KVeCsoBYjjtUL8BAADQEmPDGRiit0L/16WaCvNVqGCXLyncZV0epwAlcr2TMz1XUB4Qw2mHcwoAANbLsUqV4ClT1HWHkBAF1oCx4UxcL3qjmgrzqZ0rL/OxQSnhg4TyhhhOOzQzAgBgvSpUrOgSGakA17LeCh7/+qJk9J8chtIHgBIihtMOX1QAAAA2hgoeAAAwHzGcdugNBwAAoCXGhgMAABaFGE47NJYCAABoRh3BSiljVPAAAKXi1O7cy/m67xS/MDsPf75cbBYxnHZoLAUAANCMNlUvKngAgFIx/aX0nEzdSs+Rri17OymwUcRw2qGxFAAAwMZQwQMAAOazU6AVGksBALBe2YcOnaxfX12SJ05UYA0YGw4AAFgUesNph8ZSAAAALTE2HADAWoxe6qWgHCCG0w6NpQAAADaGCh4AADAfMZx2aCwFAACwMVTwAACA+YjhtENjKQAAgJYYGw4AAFgUYjjt0FgKAACgGal6MTYcAACwKMRw2qGxFAAAQDPaVL2o4AEAAPMRw2mHxlIAAAAbQwUPAFAqTu3OvZyv+07xC7Pz8OfLxWYRw2mHxlIAAAAtMTYcAMBaTH8pPSdTt9JzpGvL3k4KbBQxnHZoLAUAANASY8MBAACLQgynHRpLAQCwXk5161Y9cEABrkUFDwAAmI8YTjs0lgIAANgYKngAgFIxaIKbYWw4BbaLGE47NJYCAABoibHhAADWIrwJ+Uy5wNttCXcKAAAQAElEQVSsHRpLAQAANCNVL8aGAwAAFoUYTjs0lgIAAGhGm6oXFTwAAGA+Yjjt0FgKAABgY6jgAQAA8xHDaYfGUgAArNfljIysffvUdYeQEIfQUAUWj7HhAACARSGG0w6NpQAAWK+c06djhg5V172HDfMeMUKBxWNsOAAAYFGI4bRDYykAAICNoYIHACgV47qn5GTqVnqOdG3Z20mBjSKG0w6NpQAAADaGCh4AADAfMZx2aCwFAADQEmPDAQAAi0IMpx0aSwEAADQjVS/GhgMAWItBE9wu5+u+U/zC7BTYLmI47dBYCgAAoBltql5U8AAApSK8CflMucDbrB0aSwEAAGwMFTwAAGA+Yjjt0FgKAACgJcaGAwAAFoUYTjs0lgIAAGiJseEAAIBFIYbTDo2lAABYLzs3N5eICHXdoXJlBdCjggcAAMxHDKcdGksBALBeDmFhwVOnKsC1qOABAADzEcNph8ZSAAAALTE2HADAWozrnpKTqVvpOdK1ZW8nBTaKGE47NJYCAABoRqpejA0HAAAsCjGcdmgsBQAA0Iw2VS8qeAAAwHzEcNqhsRQAAMDGUMEDAJSKQRPcLufrvlP8wuwU2C5iOO3QWAoAAKAlxoYDAFiL8CbkM+UCb7N2aCwFAMB65SUkXPztN3XdJSLCJTJSgcVjbDgAAGBRiOG0Q2MpAADWS2K45EmT1HXvYcOI4aCiggcAAMxHDKcdGksBAABsDBU8AABgPmI47dBYCgAAoCXGhgMAABaFGE47NJYCAABoRqpejA0HAAAsCjGcdmgsBQAA0Iw2VS8qeACAUjGue0pOpm6l50jXlr2dFNgoYjjt0FgKAABgY6jgAQAA8xHDaYfGUgAAAC0xNhwAALAoxHDaobEUAABAS4wNB5TMN9MW7D5wrIgCy9Zul6XQXznY2495flBwgK8CoDgGTXC7nK/7TvELs1Ngu4jhtENjKQAAgI2hggebNKBX5/2HT+bm5SnF16NzJBkcUALhTchnygXeZu3QWAoAgPWy9/f3Hj5cXXeJiFAAPSp4sEm+3h6Spi1cvlEpJh8vjx6dOEMCwHURw2mHxlIAAKyXcQwHa8HYcECJSZq2dfeh2PgLxbrXgF6dHBzsFQDAdXDJsXZoLAUAANCMVL0YGw4oMUnT7r+nU3HuodSvFd60QU0FAHB9xHDaobEUAABAM9pUvajgwYY1qF21Sf0aZhZ2sLe/v1cnBQBQJGI47dBYCgAAYGOo4MG2DejV2dnZ0ZySzMwAAOYghtMOjaUAAABaYmw44Cb5envc2SnyhsWYmQG4eeO6p7zVUbdsm5+twHYRw2mHxlIAAAAtMTYccPO6dWgRFOBTdBlmZgAAMxHDaYfGUgAArFfumTMxQ4aoS9rcuQqgRwUPNu+GczU0qV+DmRkAwEwOCrRCYykAANYrPz09c+tWdd0lgmuvcAUVPJQH6lwNuw8cK/grB3v7Ab06KwBuWodBzvl5uu+UkDr0LbVlxHDaobEUAABAS4wNB5QWydoOHTudlZVjsr1H50hfbw8FwE3rONhFQTnARanaobEUAABAM1L1Ymw4oLQUOldDUIAPMzMAQLEQw2mHxlIAAADNaFP1ooKH8qPgXA3338PMDABQPMRw2qGxFAAAwMZQwUP5IYnbQ326Gn5sUr9Gg9pVFQBAcRDDaYfGUgAAAC0xNhxQuurUCGvZuLasODs7MjMDAJQAMZx2aCwFAADQEmPDAaWu310dJYO7sxMzMwBASTBTqnZoLAUAALAxVPBQ3kj6NvS+Ho3qVlMAlKpx3VNyMnUrPUe6tuztpMBGEcNph8ZSAAAAG0MFD+VQs4Y1FQBAiRDDaYfGUgAArJdjlSrBU6ao6w4hIQqsAWPDAWXE5JNPHg0AZiKG0w5fTgAAWK8KFSu6REYqsB5S9WJsOKB0Xe9vSt3OnwNwMzoMcs7P0/0RhdSxV2C7iOG0Q2MpAACAZrSpelHBQzlh/FE3rMuKIXozBN+EcUDJdBzsoqAcYKZU7fCFBAAAYGOo4KE8UPO1y3r5+fkXE/MnD89IOJMr63l5eXJ7+SqFbBoAikQMpx2+kAAAALTE2HDAzTPJ4FIT8n4ekRG9P2/KM5ckicu7yhDGKfxdAMD1EcNph8ZSAAAALTE2HHCTCvaD++X5zOTzuo0Zycr0F7LjT+Xl5uYakjg1jFNI4gDgOojhtMNXEQAAgI2hggcbVjCDm/bcpaSz/33m0y8oM1/KjTuZm5OTk6tHEgcARSOG0w6NpQAAWK/sQ4dO1q+vLskTJyqAHhU82CqTDC4lLm/6C1kXzl35rZv3lU9+RrLyx2uX40/lSRJHnzgAuCFiOO3wJQQAAKAlxoYDSqbgeHC/vJBl6AdXvZnjU9/61O/opP6YkVxh9usVEqPz1D5xJHFAyUwflT7lWd0StSFXge0ihtMOjaUAAACakaoXY8MBJVAwg5v2XFZKzJXfSgbX71UPByel57PuhiTuUkqFP161kyROvTSVJA4ogVN7ck/u0i2p8fkKbBcxnHb4+gEAANCMNlUvKniwMeZkcPaOuvUKdtckcZmpdrNfs084k0sSBwBFcFCgFRpLAQAAbAwVPNgS8zM4lZrEKUragTXZij6JmzPasd+4HP+wax7Wzs5O7Z3K3wtQhA6DnPPzdH8jIXXsFdguYjjt0AQEAACgJcaGA8xX3AxOZZLEXUqpQBIHlEzHwS4KygEuStUOXzkAAABaYmw4wEwly+BUJlenqkkcV6cCQKGI4bTDVw4AAICNoYIHG3AzGZyKJA4AzEQMpx0aSwEAAGwMFTxYu5vP4FQkcQBgDmI47fBlAwAAoCXGhgOKVloZnIokDgBuiCkatENjKQAA1supbt2qBw4osB7qePBKGaOCB+tVuhmcihkbAKBoxHDaocEHAABAM9pUvajgwUqVRQanIokDSmb6qPRc3R+N0vYB59ptyWpsFhelaocvGAAAABtDBQ/WqOwyOBVXpwIlcGpP7slduiU1Pl+B7SKG0w5fMAAAAFpibDigoLLO4FQkcQBQKDo6aofGUgAAAC0xNhxgQpsMTsXVqUCxdBjknJ+n+ysIqWOvwHYRw2mHRh4AAAAbQwUPVkTLDE5FEgeYr+NgFwXlADGcdvhSAQDAel3OyMjat09ddwgJcQgNVQAqeLAe2mdwKpI4ADDG2HDaobEUAADrlXP6dMzQoeqSNm+eAmvA2HCA6lZlcCo1iavThnHiAIAYTkM07AAAAGhG7VmjlDEqeLB8tzaDU0kS1+tFkjgAIIbTEF8nAAAAmtGm6kUFDxbOEjI4lZ09SRwAEMNpiMZSAAAAG0MFD5bMJIO7EJNzqzI4FUkcABDDaYcvEgAAAC0xNhzKs4IZ3C/P5xgyuPBGDhpncCqSOOB6po9Kn/KsbonakKvAdhHDaYfGUgAAAC0xNhzKLZMMLjk2VzK4i/FXfisZXP/RntpncCqSOKBQp/bkntylW1Lj8xXYLmI47fAVAgAAYGOo4MECFczgpj2XbZLBOTgptxBJHIByixhOOzSWAgAA2BgqeLA0lp/BqUjiABPhjR2qNtUtngEENbbMQYFW+PIAAADQEmPDobyxlgxOpSZxCz5NO7wxW7maxPUbl+Mfdm0xOzv5W5ZXROoN2zboYzcF5QAhq3b42gAAwHrZubm5RESoi0Plygosnvp/u1LGqODBclhXBqeiTxyA8obecNrhawMAAOvlEBYWPHWqAuuhTdWLCh4shDVmcCr6xAEoV+gNpx2+MAAAAGwMFTxYAuvN4FT0iQNQfhDDaYcvDAAAAC0xNhzKA2vP4FQkcQDKCWI47dBYCgAAoCXGhoPNs40MTkUSB6A8IIbTDl8VAAAANoYKHm4hW8rgVCRxKM+mj0qf8qxuidqQq8B2EcNph8ZSAAAAG0MFD7eK7WVwKpI4lFun9uSe3KVbUuPzFdguZkrVDl8SAABYr7yEhIu//aauu0REuERGKrB4jA0HW2WrGZyKuVMB2DBiOO3w9QAAgPWSGC550iR13XvYMGI4q8DYcLBJRWdwVRpYdwanUpO4ueMvHt2ao1xJ4hzu/SDXr/K1xUjiYEPCGzvk6pJnxTOAyxZtGTGcdmgsBQAA0BK94WB7bpjB3feG1WdwKkni+r7sYZTE2c0d49j3vRySONiqQR+7KSgHCFm1wxcDAACAlugNBxtTfjI4lZrE1YxwVH9MT6ogSVziWcaJA2DFiOG0wxcDAACAjaGCB82UtwxORRIHwMYQw2mHxlIAAAAbQwUP2iifGZyKJA6ALSGG0w5fCQAAAFpibDjYhvKcwalI4gDYDGI47dBYCgAAoBl11HaljFHBQ1kjg1NdJ4nLIYkDYF2I4bTDlwEAAIBmtKl6UcFDmSKDMyZJXJ9RHtWb/ZfEzRntRBIHm7FmWubqn7NkOXcoT4HtIobTDo2lAAAANoYKHsoOGVxB9o5Kv1f/S+IyLpDEwXasnS4ZnCRxmecOE8PZMgcFWuFrAAAA62Xv7+89fLi67hIRocAaMDYcrBcZ3PWoSdycDy8e35mjXE3i+o3L9qt8TTE7Ozv1ynSycgAWhRhOO3wBAABgvYxjOFgLxoaDlSKDKxpJHGxSeGOH3GzdimcAly3aMmI47dBYCgAAYGOo4KHUkcGZQ03iZr9/8eRukjjYiEEfuykoBwhZtcOpHwAAwMZQwUPpIoMznyRx/Ud7VG3COHEArAkxnHY49QMAAGiJseFgXcjgisvegSQOgJUhhtMOjaUAAACaUa9EU8oYFTyUFjK4kiGJA2BdiOG0w0kfAABAM9pUvajgoVSQwd0MkjgAVoQYTjs0lgIAYL1yz5yJGTJEXdLmzlUAPSp4uHlkcDePJA6AtWCmVO1wugcAwHrlp6dnbt2qrrtERCiwBowNB8tHBlda1CRu9jjmToW1WjMtMz9P97Gs3cYhpK69AhtFbzjtcKIHAADQEmPDwcIVzOB+ef6/DC68kcOD75LBFQN94mDV1k7PWv1zpiznDucpsF3EcNrhRA8AAGBjqOChxEwyuKRzun5wqXFXflulgUP/0Z4KiqnQJC7hTC5JHAALQQynHRpLAQAAbAwVPJRMwQzul+dzuBa1VBRM4v583YEkDpYvvLFD1aa6xTOAoMaWMTacdjjFAwAAaImx4WCZCs3g0hKvfJbI4G6eyThxmal2ksTd+36uf9g1xRgnDhZl0MduCsoBQlbtcHIHAADQjPrftVLGqOChuMjgtGHSJ05N4ugTB+CWI4bTDid3AAAAzWhT9aKCh2IxyeASz+ZOf+G/DK5qY0cyuFJUMImbM9qRJA7ArUUMpx0aSwEAAGwMFTyYr2A/OMngLib81w/u3tc9yOBKl0kSdymlAkkcgFuLGE47nNYBAAC0xNhwsBxci3qrkMQBsChM0aAdGksBALBejlWqBE+Zoq47hIQosAaMDQcLQQZ3a5nM2KAmcf3G5TBjAwDtEcNph6YVAACsV4WKXodbkAAAEABJREFUFV0iIxXgWlTwcENkcJaAJA6Wb820zPw83QevdhuHkLr2CmwUF6Vqh1M5AACAjaGCh6KRwVkOrk6FhVs7PWv1z5mynDucp8B2EcNph1M5AACAlhgbDrcWGZylIYkDcMsRw2mHxlIAAADNqFeWKWWMCh6uhwzOMpHEAbi1GBtOO5zEAQAANKNN1YsKHgpFBmfJGCcOlmn0Ui8F5QC94bTD6RsAAMDGUMFDQWRwlo8+cQBuFWI47XD6BgDAemUfOnSyfn11SZ44UYE1YGw4aI8MzlqQxAG4JYjhtENjKQAAgJYYGw4aI4OzLiRxALRHDKcdTtwAAAA2hgoeDMjgrBFJHACNEcNph8ZSAAAAG0MFDyoyOOtFEgdAS8Rw2uGUDQAAoCXGhoM2yOCsHUkcLMGaaZmrf86S5dyhPAW2ixhOOzSWAgAAaEaqXowNBw2QwdkGkjjccmunSwYnSVzmucPEcLaMGE47nKwBAAA0o03ViwpeOUcGZ0tI4gBogBhOOzSWAgAA2BgqeOUZGZztIYkDUNYcFGiF0zQAAICWGBsOZYcMzlapSdzcjy4e256jXE3i+o3L8Q+7ppidnZ165TtZPErL6KVeCsoBesNphxM0AACAlhgbDmWEDM62SRLX71WPGi3oEweg9NEbTjucoAEAsF5OdetWPXBAAa5FBa8cIoMrD+zsdUncnA/pEweglNEbTjucmgEAAGwMFbzyhgyu/FCTOPrEAShdxHDa4dQMAACgJcaGQ+kigytvSOIAlDpiOO3QWAoAAKAZ9UoxpYxRwSs/yODKp0KTuPhTeSRxAEqGGE47nJQBAAA0o03ViwpeOUEGV54VlsQ5kMSh1J3anXtyZ54sFxP4FNkyYjjt0FgKAABgY6jglQdkcDBJ4jIv6pK4uJNcnYrSNP2l9CnPpclyeH2OAttFDKcdTscAAFivyxkZmVu2qEtudLQCa8DYcLh5ZHBQFUzi5o5xJIkDUFzEcNqhsRQAAOuVc/p0zNCh6pI2b54Ca8DYcLhJZHAwRhIH4OY5KNAKJ2IAAAAbQwXPhpHBoSA1iZvz4cVj23WXDapJXN/3cgKrXlvMzk6dJYakHuYbvdRLQTlAbzjtcAoGAACwMVTwbBUZHK6HPnEAbgYxnHY4BQMAAGiJseFQMmRwKBpJHIASI4bTDo2lAAAAmlGvCFPKGBU820MGB3OQxAEoGWI47XDyBQAA0Iw2VS8qeDaGDA7mI4kDUALEcNqhsRQAAMDGUMGzJWRwKC6SOADFRQynHU67AAAAWmJsOJiPDA4lQxKH0nJqd+7JnXmyXEzgc2LLiOG0Q2MpAACAlhgbDmYig8PNIIlDqZj+UvqU59JkObw+R4HtIobTDidcAACsl52bm0tEhLo4VK6sAHpU8GwAGRxuHkkcADM5KNAKjaUAAFgvh7Cw4KlTFeBaVPCsHRkcSouaxM358OKx7bquTGoS1/e9nMCq1xazs1PncebsAZRPxHDaodEDAABAS4wNh6IVncFVbeJ472seZHAwH0kcbsbopV4KygEuStUOJ1kAAADNqP/lKmWMCp71umEG1380GRyKjatTARSNGE47nGQBAAA0o03ViwqelTIng7PnwiGUCEkcgCIQw2mHxlIAAAAbQwXPGpHBoayRxAG4HmI47XB6BQAA0BJjw6EgMjhogyQOQKH4htEOjaUAAFivvISEi7/9pq67RES4REYqsHiMDQcTZHDQEjM2ACiILxnt0MQBa/Tp939EHY8uosCvc5bLUuivggJ8xr4wROoVCgBYP4nhkidNUte9hw0jhoOKCp4VIYOD9kjiYL5Tu3Mv5+s+AH5hdh7+fBJsFhelaodTKqzRQ327OtjbKyXyUJ+uZHAAANtGBc9amGRwCWfI4KARrk6Fmaa/lD7luTRZDq/PUWC7iOG0wykV1ig4wLdH55L0+GjdvH6dGmEKAAC3DmPDQVVYBpdNBgfNkMQBMCCG0w6NpbBSPTpF+Hh5FOsu7hVd+9/dUQEA4NZRr/BSyhgVPMtXaAaXkXzlt2Rw0AZJHAAVMZx2OJnCSjk42A/o1ak491B6dW/r7uaqAABw62hT9aKCZ+HI4GA5SOJQtEET3IZ+4S5LnXaOCmwXMZx2aCyF9WraoGaT+jXMLBweGtQ+spECAEA5QAXPkpHBwdKQxKEI4U0cqjazl4X5GWwbMZx2OI3Cqg3o1dmcuRrkv5EH+3RhZgYAgCVgbLjyjAwOlokkDijniOG0Q2MprJqvt4c5czV0btu0amiwAgCABWBsuHKLDA6WrNAkLuZoDkkcUB4Qw2mHEyisXY9OEUEBPkUUcK/o2qt7WwUAgHKDCp4FIoOD5SskiXvTiSQOKA+I4bRDYymsnYOD/UN9uhZRoN9dHVycnRQAsEV2bm4uERHq4lC5sgLoUcGzNGRwsBYmSVx2OkkcUC7wFaQdTp2wAXVqhLVsXHvbnqiCv6pdPbRtywYKANgoh7Cw4KlTFVgVxoYrb8jgYF3UJG7OhxePbc9RriZxfd/JDq55bTE7Ozmbyaea3N+2ndqdezlf9xb7hdkxS4MNozecdjhpwjb0u6ujs7PpFNoO9vYP9e2qAABgMdT/WpUyRgXPcpDBwRrRJw4G019Kn/JcmiyH1+cosF3EcNrhpAnb4Ovt0et20wHgunZoHhzgqwAAYDG0qXpRwbMQZHCwXiRxQLlCDKcdGkthMzq3bRYeGmT40cfL404zJlEFAMD2UMGzBGRwsHYkcUD5QQynHU6XsBl2dhUe7NPF8OOAXp2YmQEAYIEYG648IIODbSCJw6AJbkO/cJelTjtHBbaLGE47NJbCllQNDW7dvL6sNKlfo2mDmgoAAJaHseFsHhkcbAlJXDkX3sShajN7WZifwbYRw2mHEyVsTP+7O3p7ug/o1VkBgHIg98yZmCFD1CVt7lwF0KOCdwuRwcH2kMQBNo8YTjs0lsLGuLu5fvj6E77eHgoAlAP56emZW7eqS+7ZswqgRwXvViGDg60iiQNsGzGcdjhFAgAAaImx4WwVGRxsG0kcYMP4dtKOLTWWcq4HcD10DAFgIeR0xNhwNokMDuWBmsTN+fDise05ytUkru872cHXjslsZ2ennus4FwHWgi8o7dhMdGV4IcaviGAOKLcM1T51hYogAAuhTeWEKpDGyOBQfqhJ3LyP045szlZI4gBbwXeUdmzjtGjc81mtACnXCeYA2DyTAK7CVeqpgLoggPKAc52WyOBQ3kgS12eUO0lcOTGue0pOpm6l50jXlr2dFNgovqa0YwMRlaHqkxsTk7FmjVIglTMuBsBWmdTw5Efn5s0dq1eXFakFFloGAG4JxoazJWRwKJ9I4gAbwzeVdqz9hGhc9cmKikp+5x0FAPTcR4+2Cw9XMzhDGEdFEMAtx9hwNoMMDuUZSRxgS/iy0o5tNJZevkoBgKvkP6Lc3Fx7e3s5Ocit/EhFEEA5QaVIA2RwAElceTBogtvlfN0b5xdmp8B28X2lHas+FZrUfoS63d7Pr2KbNgqAcilz166c6GhZycvLkxhOzg8ODg5qbzjqfwDKCc51ZY0MDlCRxNm88Cacy8oF3mbt2GRvOKdq1QLHvqUAKJfi3hqrxnC5esq1szRQ/4ONsff39x4+XF13iYhQYA0YG87akcEBxkjiABvAt5Z2bGBsOLUmJHUgapwAjMlpIScnRw3g7PQUwOYYx3CwCoaJm8v6WRSUDTI4oCCSOMDa8Z+SdmxjplRVXl6eAgBXqRelyq36nxIjSAKwBNqciDjdlREyOOB61CSuVisn9Uc1iYs5mqNenSD1MXUQIcMfkQLAkhDDacc2GiLUmpACAEbyriKDA1De0NOkLJDBAUUjiQOsFzGcdmzp9MepHIAxw39KxsNHcqIAcMsxNpw1IoMDzEESB1gpYjjt2ExvOLq6ADBhyOCo7QGwKIwNZ3XI4ADzkcTZmHHdU97qqFu2zc9WYLuI4bTDiQ+ArSKgB1BuceorRWRwQHGRxAFWhxhOOzbQWGo4cXMGB2CC0wJsXvahQyfr11eX5IkTFUCP3nClhQwOKBmSOMC68FWmHVs65VHjBAAAlo+x4awFGRxwM9Qkbt7HaUc26y5mVJO4vu9kB9e8tpidnZwV5a+M/+Ys06AJbpfzdW+NXxj9pWwZ7652ONkBAABoRv1vUyljVPBuHhkccPMK7RN3LiqXPnFWJLyJQ9Vm9rJ4+PPNYsuI4bTDyQ4AAEAz2lS9qODdJDI4oLQUTOLmveFIEgdYGmI47dBYCgAAYGOo4N0MMjigdJkkcTmZpkmcGsYxuRZwCxHDaYfTHAAAgJYYG86SkcEBZYEkDrBwxHDaobEUAABAS4wNZ7HI4ICyU0QSl3fVZSMKAA0Rw2mHExwAAICNoYJXAmRwQFkjiQMsFjGcdmgsBQAAsDFU8IqLDA7QBkmc1RnXPeWtjrpl2/xsBbaLGE47nNoAAAC0xNhwloYMDtASSRxggfiW0w6NpQAAWC/HKlWCp0xR1x1CQhRYPKl6MTacRSGDA7SnJnHzPk47slnXwUpN4vq8mxNS+78y9vb2hnXOaUBZ44tOOzQvAABgvSpUrOgSGanAemhT9aKCZyYyOOBWIYmzFoMmuF3O1x18vzAuW7RlvLva4XQGAABgY6jgmYMMDri1uDrVKoQ3cajazF4WD3++WWwZMZx2OJ0BAABoibHhLAEZHGAJSOIAC0EMpx0aSwEAALTE2HC3HBkcYDlI4gBLQAynHU5kAAAANoYKXhHI4ABLQxIH3HLEcNqhsRQAAOt1OSMjc8sWdcmNjlYAPSp410MGB1gmkjjg1iKG0w6nMAAArFfO6dMxQ4eqS9q8eQqsAWPD3SomGVzcSTI4wIKQxAG3EDGcdmgsLYFpjz/+VsMGH7RpnZ2RUaw7jm/fTu6YGhNTKsW2//677MkHrVt93uOO7X/8odyc3198QZ50lyb/wp3culWe64cHBig2LebgQXmZE3vdo2joljxpoTZPny578tfbbysAACNS9WJsuFuiYAY3/QVLyeAyM7L//m3dG0O+fOy20b3qDBvU+uWR/T+a8+Oy7Kxck5I9wp+QJS31klIOzPt5hbzYL1//RSnfetcZLschKS6l6GI389mQj5985B6KGCXP9UTXNz4ZOflicvH+zSktJHEWaFz3lLc66pZt87MV2C4aobTDyau4JB07sXmTrGRdvLj/n3+a9e2r3Ar7liz+650rAUdWWpqjq4sCAAAsnjZVLyp4JgrN4C6lXvntrc3g9m0+Mv7FH+OikwxbEs5fkGX/1qN/TV359uRnq9SqpABlQ/4i3h/23drF22XdN9Crer3QYwdOnzkas2dT1Ds/PxteO0TRnJrEzfs47chmXeijJnF93s0Jqf1fGXt7e8M6rQ5AqaA3nHY4bRXX3kWL5OuqRtt2sr5n4V/KLXJ0wwa5rdKixeMzZr61b3/jnre+9xMAALAQVPCMWXIGtwge+JEAABAASURBVHPdwVce/FgyuJCqAc+PH/LDqvcWRH3zw4p3n/vg4dAawedPJ7z+8GcxZxIUoGzM+XGZZHByxnhm3KAZWz/+bN5rv2yc0OK2BrHRiRLPZWbcmt5P9IkDtEcMpx1OW8W1d8liuW3/2GMOzs4nNm9OPHVKuRWy09PltlnvPqGNGysAAMB6MDacliw5g8vJzv167Iy8vPzIzo0mLRnbY0D7sOpBTs4OYTWD73yo4ye/vywrCecvzP7uHwUoG8v+0DXtD3r+nrsH3aZu8fJzH/Pt05XCA04dObdp+S7lFiGJsxwdBjl3esRFlpA69gpsFzGcdmgsLZaYgwdjDh2q6O0d3rJl7dt031W75s9XboX8XN1YIVyLCgCA1WFsOM1YcgYnVvy58czRGN9Ar9e/fsq1orPJb738PQYMu0tWVs7ZeDHl1gzUBduWFJdy8vBZWenxQAfj7fJpjOjUUFaO7r01HQ5UJHEWouNgyeAkiXMOqUsMZ8sYG047nLCKZe+SJXJbq2NHO3v7hnf0OLB06e4F8zsPH25nb3pKysnM3Pbbb4dWrog5fDigRo0abdq2GTy44AOaWczYii++WPvD9+r67JdekkUCwYcmfa1uObpu7doffkg6cyY3Kyu0SZPqrVq3GjjQzuG/v6n1P/207LNP+7w3ziMwYOWXX2Ykp4Q1bdL7nXcLPtGZnTt/efJ/2RkZPd98s+X9uukUstPTt8yccWTduoQTJyrY2VVu2DCsSZMW993v6uWl3DT5KMq+7V/6z4Xosy6eHqGNGjfs0aNu164lKPZBm9aOzs7PLl6yZcaMYxs3nN23z79qtZrt2smhcPPzMy65e/78ff/8HX/8+KWUlJAGDSrVq9fi3v5+VasqxZcaE7N5xq/HN21OPHUyrEnTet26Vm7QsNCSh1eu3Pf339F79+bn5UrJRnfdVadzZ5MyaQkJO+f8ee7AgdjDhzMvXqxUv0FIw4atC+y/+U9akCS5W2fN0h2fvXvlYcOaNot88MGg2v+NunFu/77vBwxo3LNnr7ffkQ/Vqe3bYg5HVapXt2bbdpEDBzq6XBMBn923Vx7t9PbtmWlpVSMiW/bvX/AZk6OjN8349cyOHfEnTngGBgbXrVejbdsm99xj/PkEAJQKKniKxWdw4t+FW+X2roduc6noVGiBjj0jsjNz6rWo7u7pWsTjHD8YvWTGmgPbj8afv1CnSdXmHRv0GtLF3v6ang3yOMv/3Lhv6xGJXWJOx1etU7lmo/AeA9pXrx9mKDP2ka82r9wzZd0HG5ftmj95hZuna8e7Ww4Yftf1nvfEoegVczYdP3jmxMFoZxenGg2rNIysdffATk7OVw5r1O6Tz/Ya16Vv6+c/GjJr0qJ9m4+cOHimeoMqLW5r0HtIF2fXa1714V0nF/6yav+2I+mplxq3rnPnQx0V8yybvXHtwq2nj56/mJxeq3F4rQbh3R/sEFY9yLhMbk7e8tkb1izedmz/GfmxSq1KPQZ06NynlZ1dhbJ4Ofc2fNbV3WX6pvH//L5+4987Du46EVDJp0mbun0e7RYQ4mO8YxfiU//5bd2RvSfl2dNSL9VsWKV246p9Hunq7e9Z8JX+M2udfGaO7Dkp713TtnV7Du7s5uFa9MEp+rMhEfCs7Z8kxCT7BXub3NHeQfffjUvFW9zkzzhxgGb4l0w7nKrMJ3U4dTC4ul10oU+t225zcnOTHOTY+vUSzBmXlOhqxojhJ7dskXguqE7dS8nJ/377zZG1a6XFpgTFTPhUrly9dZvYI1HpiYlBdeq4+fgG1qyl/mrN999JsqYrE1bFOyTkxObNR9as2ff3kv4fjfepUsX4QS5ERy/58IOstDRZlxDN3sm08hdz6NCvw4fLHt756mtqBidmPffc8U0bZcXN19cjIPDwqlWybJk5c/CPP/lXq6bchLzs7JnPPnN03Tr1UOTlZB9Y+s++JYslA7pn7FuOrq7FKqb6Y9RIefkegYGBNWpIyimh0oHly4b+NNk9IODK4fru25VffSUrkihJ/CSx44lNmyS56/fBh/W7d1eKQ3JJiSxTzp1zqlhRHkrenWMb1ldr1cqkmGSjC999R52O1r96dVdPzwPLlsr+N+3T5543xxreBYnepj7+WMaFC+rLlJRKHk2WzdN/efCriYaHNfNJCyX3mv3yS2d27XJwdg6qVUuSvu1//C6Z8h0vvRTxwIPGJbN0n9IRxzdu8AsPlx2WD5Us+5cufXTaNLmvWubgsmV/vDRKcj35YEgx2Q15X0z2JD0p6ceHB6XFx8t6YK1aOZlZ8sJl2Tlv7uDvfzA8FACgVFDBs/wMLi8vf8+mKFlp1Lr29cpIAHTXwBukUXMnL//p/dkSM/lX8gmtFrR/y5Gtq/atXbTt9YlPyha1TPrFS68++MkRfc+mkKoBVWpWitpz8sD2YwumrHz0tXvvf6qH8QOuWbh18odz1HVJjq73vBJ+fTJysqLvOVWtXuj50/Hrl+yQZd5PyycuetPDu6KhZEZa5luPfbVj7QHZPXevirs3HJJl3aJtH89+1ZBwyR3fH/F9Xm6el59H5WpB29fsX7t4e5O2dZUbmfHlwmmf6K5NkeCser1QeVG71h+aP3XFy58/3v6uFoaX//bjk/ZsOizxU2iNYHmWvZuidMuWqOc/HFwWL0fRf/Z+fH/27O/+kVfkH+x9dN9pWZb/ueHjP14JqxmslpGM7LWHPklJSpMdkzxUKn471hyQRTLQt34aYfLyf3jv91XztwSG+srx2bs5aue6gxIaTvjtJS9/j+sdHHM+G5L3FYz8khNS//1LlxEX8eHUjPlJnDoPNWc/oGSI4bRDY6n5JKO5GBcn0Zt6OapkN3U6ddq7aNGuBQtMYritM2dKuCZxz6CvvwmuV0+2RP377x8jX8zJzCxBMRPN+/eXZdazzxxaubLD4483vPMuw+5JBufs7n7fxx/XbK/rWJ6ZmvrHqFGSicwZ/fpjv0w3fpD1P0/2Cg6+/YUXcrOyXTxMv7wTT56c/tSTmakpksG1GjRI3Xhq2zbJ4HyrVLnv408q1a8vWyQnkvBFnnfd5J/6vPuechPW/viDhGuSTD00aZJvmC4xjD96dOYzI/YsXOgZFNzthReKVUzR9yaTDK7b8y+0f/xxRZ8B/fnyy7L/q77++p6xYxV9P8T1P/8s6Y+8nFodOkjUJRnZii+/2Dh16tJPPyluDLf04wkSbIU1a/bQxElq30AJ+CTmMym2cdpUyeAksuw/foL6jkuM++uwp2VjUK3abYYMUYstfO9dObbyY+dhw+XzJluSTp+aN2bM6R07tsyaaYi3zHzSQi146y3J4OSF9xn3vmRnsuXk1q2/Pf/covfeq9yoUYhRl7rDK1e6+/sP+WmyPK+cLqJWrfrz1Vck05RPfrN+/RR9H8lF74+TDK7lgAfuHjNGqj6S3v72/PPywTN+xu2z/5AMrl63bj3feFPt0xd35MjUxx49vX373sWLb9WMwwBwSzA2XFmz/AxOxJ1NkjxIVmo2rKKUlAQr3739W0V3F0mdOvZsKVuys3I/e+lnyWu+Hjvzze+HqcV+/3qJZHDN2td76bPHfAN1dYaLKRmTP/xzyYw1f36/9N4nuht3nZv+2YImber0eLDj6SPnIrsWPgZxSsLFb978VT7JL33+2G09W6o9p3ZvPPzBiO9joxOXz9nQ99FuhsKblu3yCfD8aOZIyZXkHdm0fPf4Z3+M2nNq5bxNPQa0lwIZ6VmT3pwhR+Puh28b8e5AedhLGVnvPvm1BFJKkbIuZUvOJeHXa18/FdmpoexGdmbO1I/n/fnDUonADDHcTx/MlgwuOMxfsq2qdSrLlg3/7Hx/+Hd/z1zbpnvTVl0al+7LUSXGJMu+PfXWA30e0bXfn4o6J68o+njs798sHvnJo2qZiWOmSwYnx3/gC70quumaJM+ejPt01M/7tx5dMG2VSQwn7+mTYweoexJ7JnH0w5+dPnp+8vg5L4wfotzEZ6Mg2fOxj32VFJcS2blRYwuI4ZQbJXEV9Ozs7NQMjiQOKBnGhtMOJynzqZMz1O3Sxd7RUd1Sv9vtcnt41UoJvAzFdN/Hv+oyrztGjVKjFiHJXYf//c/40cwsZiaJQiRYkZXbX3xRzeCEi6fnA198ITHfmZ07dy9YYHKXh7/7XnKT1oMHN702AZGo8Zcn/ycxVtdnnzVkcCLh+HG5DW/ZUs3gREUfn67PPic5YHDtOspNOH/gwJrvdZfZ3v/Jp2q4JgJq1rx3wgRZ2TT9l6Qzp80vZiA7pmZwir77Xu9335Wsbde8uRLJKfruYFlpaZ5BQXU6d1YvipRIrsszz9a7/XZJVyWSU8wmUaDkp/Ig/T8ab7g+t8szz6jT6RpICLX2xx/lWR78aqLhHfcMDpYQTT5R/373rURviv7Kzfhjx+TYSoaoZnDCt0p4h8ef0D3XsWPFetJCSbImGVlgrVr3f/a5msGJqhERkrrKyj/jx5uUlz1Rsz85XdTp0qX5vffK+pndV4bs3bPwL3lp8mh3jx6tnk+cKla8/9NPK3pfc3WD+vmp06mz4bpauUvX555v0ru3YR8AoDxQ/0tUyhgVPEMGF38qzwIzOEWXpOjmP3VycbzhdYXXIy/wh3F/yMrTbz2o5iyKvgPdqM8eC68VIknTjrVXYqytq/bK7SMv91MzOOHhVfGJ0ffJSkrixaTYFOOHDa1R6f3pL3TuHTlkVJ96zaoX+tR7NkdlZ+e2vr1Jlz6t1NBK0XWdq3N7/7aycuboeZPyj75yrxoqySezze1N1ZHIDu64UqtZNWeThD7htUOGvzNQ/ei6VnQe883Tnr7uSpEkysxIywyo5NumWxN1N+R4Dh7Zu92dzVt3ayKRnP4Fpi3+dY2svDBhqJrBibZ3NHvomZ6y8u+CraX+cgzuGNBezeCEvDo5/rpi24+rW2LOJJyOOufl6/7IK/3UDE5UrhqoDggoGajJo3Xp29qQBgaF+T0/YaisLP9zoxwEpQDzPxsmJJ99Y+gXR/edbhBR8+Uvn7CcM0kR48SpQ8Xl6xkieAVAMRHDaYeTlJkklzm4fLms1L/9v35SNTt0kKBEfmUcckXv3i1Jlru/f4M7runhHzHgAeNvMjOLmenk1q0Xos9IwNGszzWZmqOra+QDD8jKsY0bjLdXbtjQOzS04ONcSkmRDC757Nk2Q4Z0+N+Txr/yDtVVXHbPn7/9998NH5vQxo37T5jQ+uGHlZsg+WZ+bm7drl0ll7l2JxtVb9NWDu/JzVvML2bQ2ihDFF6VKtVo0yYvJ0ftpeURGCiJWNLp03+9/bah+6Gji8uAzz6XNKpY10geXr1a0V+q7BUSYrxdPfL/FVu1StLSsKZNTcaek3uFt2gpSe7RdesU3XEOfWXd+sd//dWQ9qrs9JXC3OzsYj1pofYv1U24Vq/b7SbjuzXo0UNe+Knt21POX1PdbNyzp/GP6gXI2Rkrcl5JAAAQAElEQVSXruzJv//KbYv+/aUV0lDG2d1d8jXlmpep+/ws//wzCYUNGyXR6zvufbV7KYCScapbt+qBA+riPWKEAounTdWrPFfwDK9dVnT94F7MMmRwNZo7DhhrERmcoh+tTNEP2SbRgVIi0cdiD+06YW9v17nPNQNByJbb7omQlbWLt6tbvv577A8r3q3dpKrJDqhDzmVn5xhvj+zSyBBFXU+Hu1vM2T9x2NsPGW+UA27voKsM5GTlmJTv0veaPQytobsqMyvjSq1m84rdcnvXwI7GI7VVdHe5/d62SpH8gr0lWjp7Mu7L13/JunTl0Zxdnd749umn3npAIjlF16ntkNzWblxVYjXj+94ztMt3y95+/qMhpf5yDDrc1dL4x7CalRRd178r1c7gMP/fd3/x6dzXHByvOdpqz8ScrFyTRzMkeqqGETVrNw7Py83buf6gUoD5nw0TX732y/GD0c3a13vn52eLHpFQe5LE9XvFvV57oyTuTcdzh6/M1aBmcMzVAJQYF6Vqh8ZSM6ld3iR0q9Xhv4mEJMWo27nznoULt/8529BxLOmUbtwN3/Bwk4HnXb28PIKCUmNiilXMTGoPL/+qVQuO8hZQo6ai64t0wnijT1hYoY+z8qsv1Uwq/qhpg1711m3CW7SQjOavd95e9vnnVZo1rdoyok7nziWb0KDgzqv7aSKwVs3jGzfEnzhufjGDoDqmffQ8g3W1n4QTJxV9TtT64cHrfvxBHRNNcskqLVrWbNdOXqNSTGovPL/wcJPtfteOl5cSG6voL/iddrWPnkHCSd27c1E/bpqQPMu3SvillORjGzbERh1JPnc28eSpc/v3ya/yc3KK9aSFStXvycHly4wTMZU62YjsiaSW6hbJK00+og5Ouowy/+oIhuonueDHwL/qNXsi+aAc6rSEhJ8eHiRRY5h+/hD5/FT08VEAAKWtnFfw1H/FLybk/zoyOyP5ykbJ4PqP8VAshvfVIb0uJqUVMbxXEeLP66pGDo4Obwz9wuRXyQkX5fZCbLJhS1jN4Oys3N0bDkbtPhl7NjE2OnHf5ijJLhTdrE35xvcNrhKgmEHyr4AQH4nAdq45cPZEbHzMhaN7T8Xou/jl5V2Tg0hYZpLrOTnrAjL1mlxx7mScousIFmzyFKHXTrNQkER1fR+7/bevlyz+dc3y2RtqN63WMKJWy44NG7b6r8lWffAqtSqZ3NfDq6IsZfFyDAIrX9PfX40FjYtJ7Fi5amDqhfSd6w5I+BV/NjH6eEzUHl3NKrfAo4XXDim4RQqfOxGrFFCsz4bBmoXb1izaVqmK/9gfRlxv2pBbrteL7oqSdnCd/urUSxXmjXV44JN8/7A8OzmaVyn6kwD/55aW6aPSc/Uhc9sHnGu3JauxWby12qG5wEzqHKnZ6envNmta8LdxR45ISqKOqJWVka7or4IsWMzTKF8zs5iZsjN009i7BwQW/JWHfkaCtMQE442OLoW3bkkG1/zeew8sW3Z0/bp9SxYbBp5T9NnQg19N/Pe7b3fPn5+RnBz177+yLP3k47pdutw1eozss1JSOZcu6ffTv+CvPPx0G9MTE80vpnLx9DTp6iXc9IlPVtpF9ceuzz7rFRy0afp0icYkXpRl7fffBderd/fro8OaNVPMlpWuO/gF30rPwGveDjloij4CU1OwgtKTruz/ya1b1/7ww4nNmwxRl4Szdbp0ObxyZXGftPAn0l/9Kh9aWQovYHQkJa+8zsNcOXVk6if6cPMx3ROPa/dEfnxs+q+rJ006sGxpcnS0LHsXLXJwdo588MEuzzzLFA0AyhXGhis7xl3hKvpcrtPebufCKxlT/Jm8i4n5Hn6WctlNWI1gyWWyM3NOHTnf+Pox3PolOxpE1Cx03syUJN1XcFZm9s51Bwu9b3LilTpP3NmkqR/P3bh0V0bala5YDo72kV0b71hzQO5uci/XimZ9KUvytWTmGnXaB1VI1YDGrevs2XTYpKSEZYU+guEzmnZRV8fzLnAQfAtM31nQkJf6+gf7zJ+yIvp47L7NR2SZNXFxjQZhw94Z2KBlDd2Dp+qqTN5+Hpq9HANXN5eii+3ZGPXbN4t3rTuo5qHCw8et9e1NNy3bZXIvT193k4llFd0R011ibLivMfM/G8ZWzd8st/3/18NiMzhxKe1y/Kn/MsrQRnlufnn5+RXy8/PV4eEI4ErdqT25OfozR8OujgpsFzGcdjhJmeNSSkqU/sq7IuyaP1+N4VzcdV/zxkGGQebF/77wzCxmJjXySEuIL/irNP1TmNnnqEmvXve89XalevUWvffe3+PH12zbzuXquGOKPtu646WXuz33fPSePcc3b9678K+kM2cOrVwZG3Vk2Lx5BWOv4u18fEIhO69Pplz1o4yZWUyVmZqan5tr0o1L7U9nGElNgsWIBx5sOeCBuKgoSb4kHpIkLubgwZ8fGfrEjJmGIfBuyEUfVKUVeCtN3kfPIN3+txo48M7XXi/i0ZLPnp0xfJjkqsF16za4447Qxk18w8I8g4PPHzxgHMOZ+aSF8gwMij969P5PPq1/xx3KTXP19JSPsSFDNNqTVJMtfuHh944ff3fqGDnOxzZukBhO/rI2TJmSGhvXXz/AHwCUE4wNp5muwyrk5V3es0R3NFLj86e/njrofU8LSeIkVWnSuu7W1Xt3bTzYuE3hA+FLavbRcz9kZ+WO/WF4m+6mLcH+QbqaT/X6YV8vebOIJ5KY5p3/TTq677RfkNddA29r1Lp2SNWg4FA/RyeHexs+m1XUxGDXtWbhti9f/0VWIjo1atW1cc3G4fKAkhX++cPSgrnVDbl7VUxOSL0Qb1pzSE/JuOF97ewq3DOkc8/BnU4cOitPvW7Jdkniju0/8/KACV/Mf71mwyp++iwvJemiZi/HTLFnEsc++uWljCx5B2/r2bJus+qVqgT6h/gc3XuqYAxX6KFI0UdpwaGFNFGb+dkwEXdWV52rde3FyxZFMrgZo1MTzlyJ4aq0yOrwdMZlxTk/395wUapCVzigRIjhtENvOHPs+3uJZDoSQo1atbpgt52F77677bdZ+xYv7j5ylPzWr6ruOsHUuDiTYnKoJWEx/GhmMTP56i8yNRnSS5VyTjfCa1Bts+Y5qhbZSr60Wtx3/7bff4+Nilrx1Vd3jxmj/io3K+tCdLSbn19Fb+/wli1l6Tx8+LEN62c+88yF6DPRu3cbZvAs9s6H6nc+prCd178idQoIM4sZJJ8761vlmms21fsGVNcNNpyflydHRl6sd2hoUJ06srQaNCjpzOlfn3oq8dSpqH9Xmx/DqVeGXow3fStN3ke/KrppJc4fLKRNMuHECQcnJ8nadBPVz5kjGVxgrVr/m/WbcYx4MVb3+IY/WDOf9Ho7LG/cuYMHC8Zw5w8ckLjT3d9fMZtf1aqy/xfjTCNgk0+jJG5ywOV1yd9Rnc6dZZFId8OUn1d88cWBpf/kf/CBSWYKALgZVPAMo0R1fupybm7ugWW6ThyWlsRJ4iMx3N8z1973VI9C+6Ct+HOjZHBOLo6NWhcyHZY6JNmpw2clyjG5e2JMckZGlpq17d5wSDI4ewf7j2e/WqnKf1/xaamX0vXd0ErwaVn4y2pFP5rbs+9fM0DwldkeivmAodWCoo/FJMaZXiYZfy6p6DtKwhh3NknyluAw/+r1QmXp80jXcyfj3xz6RfSJ2M3Ld0sMF1JV1w6aeO00FOqWb96aWalKwGOv3Vu6L8dM//y+Tt64qnUqf/XXaOOrXNXjYPKmyCtNOH/Bv9I1zerqlaeVwgu5iNjMz4bJveQAevq437Dn4K1iksGFNElv/XhqBTtnRoUrax0GOefn6WLNkDr2CmwXUzRoh4YCc+zTX5Fav3v3Qi+da9ZHNxR9RnLyoZUrZCWkYSMJqpKjo9WpAAx2zZtnPP+mmcXMJCmSBBwSwUTpR+43kIfatWC+rNRsd+MJNA0kDLp7zBuyIvHiuX371I2LP3h/Uu9em3/91bhkjbbt1EHEjIfnL6563brJgY3691+T4Cbx5MljGzfKikQ25hcz2DVvvvGPcUeOnNq2zdndvVaHjvLj3kWLvrizx7w3xhiX8Q2rEh4RUdyXU0N/bOXIX7w2VN0xb+41xdq2k3f89I4dZ/fuMd6ek5n585DBn9/R/cga3TRe6uXDVSMiTGKp7X/OVoxGZDPzSQvVQJ++7Zo3V72W2eDsvr3f3X/fZ7d3u5SSrJitRtu26u5dzv/vmgjdvCV//WVc7MeHHvz2vv7yFhi22Ds6Nr5bP/mDnIU4EQFAqaKCZ6zjE7n1ul259FJN4i4m5isWoPuA9pWrBibFpXz56jR1xgZjZ0/GTZmg+1rv3KdVoYPl+wR4NmtfTwKav6auNPnVV6OnP9F5zFT93eXx5Ta8ViXjDE4smbFGXcnLy1OKKUkfFTVtW89448WUjHVLdAP/5+YW7/A279hAbv+ZtdZ4torszJzlczYWfcdV8zY/0uG1T0dNMd4YUjWgYWtd83MF/YQPjVvXkQO1b0vU6SPXVCDXLdm2bvH2M/oJSUv35ZgpKV73vjRuU8dkpLm/Z6xVdEPImT7pnz8sNf7x+MHoPZui/IK9G7UqpK3dzM+GiZGfPPrBry+aDGlnIUwyuEqN0yIfTahgV0juRhhX6joOdun0iLMsIXWJ4WwZMZx2OE/dkCRlanZwJTIooHKjxurcnbvm63Ifqfi2f/wJWflj1EuSuchKXnb2xqlTF733rvG9zCxmJomNuj77nKz8+eorR9etVTdmpqbOfOaZ8wcOyO7V69qtWA9YpXnzJr17y8fjr3feVqOfBt11U8Su+/GHPQv/Mnxs9v+9RFIwj8DAsCZNrm75+99vv9m3ZLH5z+UZHBz54IPqJK3qzAOKbo6Io78+/VTWxYvN+/dXr6g1s5jBmu+/W/7ZZ1n6kcuSTp+a+eyzEnh1GfGMk5ubbKlz221OFSue3Lp16ScfG9IoeS2y/7JSu+Nt5r+coNq1JQGUHZv+1JNqKJaelDRvzOhdc6+p37h4erYZopuNa/6bb8YcOqRulLjqr7fGSvmAGjXUCUPVTn9H16415Guy23+9/bZ6WbRhUlczn7RQ4S1b1mzfPi0hYc5rr6oX6ir6QesWvKm7bKFp7z6uXjceisWgyT295K2J3r17zquv5ulnkJA3ZepjjyYcv2bGjPr6GYHl4yQl1S3yKVr/88+Kbr7XLurUEABK4HJGRuaWLeqSGx2twBowNpxm1EMtt22GXqrd+coc35aTxDk5O/xv7ABJYVbN3zKq/0d//7buzPFY3WhxUeckc5Et6RcvValZacjIPtd7hIHP95LbP775e83CrYaN835esWn5bnnYuwZ2UnSxlK472Omj5/dtvjImrHw8Fk3/d/KHf6o/ZmXmKMUUEq57zH//2pKTfWVCz8SY5DeHfBEbrbuqMbvAeHNF63Zvm4AQn4M7jk94/kc1jpQj8OpDn5w5eoOxDej1VwAAEABJREFUklt1a+Ja0XnPpsM/jZt9KeNKM7YcwzV/6Y5Gq6662qkU6P/kHdlZua8//NmGf3aqSd/ujYenfayrt3fp16bUX46ZQvS92Lat3ivPpW7JupT95eu/bF6pa6/NvmTaKj/3p+V/fPePenyiT8S++79Jebl5A56+U535oSBzPhsmfpu0eMYXC4/tP6NYGJMMLqhhaoshsXb2ip2+4byCEYVGCKCkuDRJO5ynbujAsmVy6x0aKuHF9cq0vO++xe+/f2z9eglEJJNq/fDDZ/fu3f/P35MHPxxUp87F2NiM5OSAmjUlaEs6fdpwLzOLmUlCmc7Dh//77bfTn3rKJ6yKu5/v+YMHJeWR9fs//awEQ+B3e+75QytWSIq36Zdf2g4dWqNtO4m6dsyeLWnL3x99JDFQXm7u6e3bnT08+r3/gWGG1oMrVkhoVb97d+PpHW7otiefunD27MFlyyb27BlUp25eTraEOBL/yZP2ePmV4hZTeYWErPvpxy0zZ/hXqx5z+FB+bm7jnj0jBw5Uf+vi5XXP2LF/vvLKhp9/3jpzZnC9eo7OLqd37pAjdvuLI+XHYr2cnm+8eSE6OjYq6os7ewTVqhVz+LAEUrU6dDiydq1xsdYPD048dWrXvHnf9r/XLzzcq1JIUvQZyXkrenvf/8mnahe8pn36bJv9R9KZM9/c2y+4Tl3ZEn/8mHyuKjdqdG7fvuz0dAkW1WkTzHzSQt09eowktvL+Sronz+Li4RG9Z7fEkaGNG9/x0ktKccjO3PvhRzNGDN+7eNGRdet8w8LUSV1rdeyo9u9TdXziiSNr18QcPPjjwIfkM+lTuXJaYkLckSP+1asXfO8AmC/n9OmYoUPVde9hw7xHjFBg2aTqxdhwGjD+z1z+V7e3t289JEOO/JHVuskxLefq1FZdGo+fOfKTl34+tOuELCa/bdmpwbPvD/YN9Lre3RtG1HzyzQE/fTD7/eHfT3pzZtU6ldNS0tUY5aXPHg2pqgt66jarHtm50ZZVe18aMKFJ2zpyQJLiUiTnkoeViOrsybhCR+sv2n1P9di+Zv/6v3c+3f2tAH3nqf3bjkqA2LBVLQn7Uor5gBXdXV7+7PGxj30lceS21fsqhQeos4Wqu13EHT28Kj7zwcPjn/vxj+//WTBtVY2GYc4uTuqePPZa/xoNwtRi9zzc+di+0yvnbX7nf18Hh/lXsKtw/pRuMI1Bz/fq2LNlqb8cM93ev93iX9ecOxk/7M63q9fX7apEpRLJ1W1a7fDukxnpWRlpmYbpIOSdqt2k6k/vz/590mI5PvIW5+Xld+nb+s6HOl7v8c35bJiY8eWirMzsgBBfw6GzBIVmcJIkGlOnSVWMkncFQDERw2mHxtIb2qfvHtXknl5FnNAb97xn6SefSIKzc+6cjk8+JXW9/hMm1GzXbu/ixWf373Nyda3euk2f996b9dxzxvcys5j5bnt6WI127bf/8bskMnHHjoU0aFCrffvm/e8rdD7WG5I8sdPTw/6ZMH71N1837NHDMzj4njfHVouM3DlnroRHJ7dsUfQXit4+cqRvWBXl5kiWN+Czz/cs/Etir+jdu+VjKYei/u23N+3b17iflJnFVPdN+FhSoeObNsYdPVqlefP63bq1vH+A8ZvY6O6eflWrbpgyNebQQUkb5e2r3LBhp+HD1atWi0WO1SNTpm6Z8WvUmjUSLXkFB0toK3He+A7tjYs5urj0eW9cvS5d9y5Zcv7ggbP79vqEhbV95JG2Q4YahmOTlcd/mb5y4lend+w4uW3r5bw8eR87Dxsu8dzUxx87tW3b0XVrG/S40/wnLZQ876NTp23+9Vd5CjmSKTEVdDNCdL+jxX33lSCxled9YuasjdOmndq+LeHkicBatZr16StPYRzDObq6yjNunTXr8OpVkjLL+yL5XeRDD0naq/ZPBIByQpuqV7mt4BlSTuMALj8/X24dHBxaDU6X3x79V/e9YzlJXIPIWj+tHrdz7cGtq/ZG7T156vDZytWC6jSr3rl3q3rNq9/w7n0f69akbd1F01cf33/m0I7jgaG+Xfu17v/kHdXqhqoFJKAY892wuT8uXbNoW9SuE5LvhFYLkgKSPc2bvHzmV4t2/LuvddfGSnE0al37iwWjp386//jh6J3rDkr41aRNnb6P3l6nWbUHW46M2ntK4iS/4GJ0rlcfcO5Py/Zujoo+FhNeO6T7/e1CwgOLjuFElz6t5OX8+cPSYwfOHN17Kjsrt06TqoNe6BXRuZGhjJOL48tfPN6yc6NNS3cd2HEsNydPnu6BYXe1uK1BGb0cc/gEeH4659Wpn8zbv/Xonk1R+Xn5tRuHP/x8r9vva/vqwE/3boratnpvx54RamE7e7uxPz3z2aifo/acPHcyTl5dux7NpWTRT3HDz4blK5jBNR8c4+Co+3MW6t+13Kp/7GoYRwYHlEwFsqEyog5dmZeXl5ubm5OTk5ycnJaWVrlyZXd95xqrY3g5Ql5Oxtq1l0aNku2uLVuGfPOtgltk6ccTMpKTJW9SbpEP2rTOunjxxeUrJDpUbtotfzkorri3xl5ctEhWMp980u7OO130nPTUupqhyRSwAdmHDp3r109dpzecVYiPj8/MzExPT3e5Ss5Ojo6OcoIq8f+QxhU8kZKSkpqaGhwc7OXlpZQ/hqkSJX0zHJMcvaysLLndPM1NTeKEZ4Cd5czYAMCYSQYX2CClxZBYRyd7Rz2nq9Tzp8pwFqWmh3IlOzs7MTExTT8ck6F2of6lmP+/D1+E2iHxRKmL3rs3sEZNxVbY2MsBANxyjA1XpgyH19AbTu0yo/7fLreRD6fV6JimlrGoGRsAGFxKMc3gmg+OkQzO+G/ZkDKoCOCAm8FFqdrhPIXSteb77y6cOdP4nnsUm2BjLwcAYAkYG04DhiGi1CRO3Wg48q0Gp8vtsTW6y0Es5+pUACrJ4KaPSUk6eyUfVzM4J2ddfzdDDzj11nBdqnFvYk6ApWv6qPRc/TwlbR9wrt2WrMZm8dZqh95wKF11OnVu2qu3YaQza2djLwcAUE6U8wqeOkKcmsEZbzc+LAWTuIfe9fQKJIkDbrGiMzjDFamGa1FNMjiUulN7cnMydSsNuzoqsF18/2mHsxVKV1Dt2qUyIpuFsLGXAwAoJ6jgGfeGM1yaqv7fbhhVSpI4k6tTU+K4OhW4lW6YwZmMB6dmcHSFA24eveG0Q2842J7XNm5SAACwVIwNp43r9YkzZtwnLi3pytWp9IkDbgkyOMvUYZBzfp7uwIbUsVdgu4jhtMOpCgAAQDNqNqSUMSp4KpI4wFqQwVmsjoNdFJQDxHDaobEUAADrZefm5hIRoa47VK6swOJpU/WigmdAEgdYPjI44JYjhtMOJywAAKyXQ1hY8NSpCnAtKnjGSOIAS0YGB1gCvvC0Q2MpAACAlhgbTnvFnbFBTeKYsQEoa2RwgIUghtMOpy0AAAAtMTbcLUESB1gaMjjAchDDaYfGUgAAABtDBa9QJHGA5SCDAywKY8Nph5MXAACAjaGCdz2MEwdYAjI4KzJ9VHputm6l7QPOtduS1dgsvuS0Q2MpAACAlhgb7taiTxxwa5HBWZdTe3JP7tItqfGcBm0ZCat2OIUBAGC98hISLv72m7ruEhHhEhmpwLKpvbGUMkYFr2j0iQNuFTI4wDIRw2mHxlIAAKyXxHDJkyap697DhhHDWT5tql5U8G6IJA7QHhmcNeowyDk/T3fYQ+rYK7BdxHDa4UQGAABgY6jgmYMkDtASGZyV6jjYRUE5wBebdmgsBQAA0BJjw1kOxokDtEEGB1g4YjjtcDoDAADQEmPDWRSSOKCskcEBlo8YTjs0lgIAANgYKnjFQhIHlB0yOMAqEMNph5MaAACAjaGCV1wkcUBZIIMDrAUxnHZoLAUAANASY8NZJpI4oHSRwQFWhJlStcOpDQAAQDPq7JxKGaOCVzLMnQqUFjI4mzF9VHputm6l7QPOtduS1dgsvsa0Q2MpAACAZrSpelHBKzH6xAE3jwzOlpzak3tyl25JjedEZ8tIWLXDCQ4AAOtl7+/vPXy4uu4SEaEAelTwbgZ94oCbQQYHWCNiOO3QWAoAgPUyjuFgLRgbzvKRxAElQwZne8IbO6gXpXoGcH6zZcRw2uE0BwAAoCXGhrMKJHFAcZHB2aRBH7spKAf46tIOjaUAAAA2hgpeqWCcOMB8ZHCAVSOG044tneyocQIwZqjVAUB5w9mvtJDEAeYggwOsHRelascGoivDKduwcmnHjuOdblMAlEuXs7KurOgvJqJWB8DSMDacdeHqVKBoZHCADSCG047NnPKueSH5+ZfT0xUA5ZuhekcYB8ByqJmOUsY46ZUukjjgesjgANtADKcd22gs5QwOoKCClTzOErA9uWfOJIwZo6679+nj3revAsumTdWL3nCljiQOKIgMDrAZxHDasaXecE4REZfnz8/Ry87OztXLz8+/fJUCW5efnp4bHa2u2wcF2Xt7KyhP1BOaVPJkRSp8jp6edkaMywA2Q857mVu3qusuEREKoMe5riyQxAHGyODKiTXTMvPzdO9U7TYOIXXtFdgoYjjt2MbYcCo7JycHX9/87Oy87GyH3FxFv+TrkcGVE/kVKuTJ+67nULGiva+vgvLkyqlAP4S2rranr/AJw3ZqewAsAWPDWS+SOEBFBld+rJ2elZOpW3H3dSWGs2HEcNqx9tOfcWVIJWd5wxY53dMbrlzJvXw598IFdd0xL8/R2VlBuVFwMjt1GjtDzY/aHgALwdhwVo0kDiCDA2wPMZx2bKo3nP4fb3WjrOfm5sqPZHDlSq6878nJ6rpzfr6Ti4uCcsakQ1yhNT8AsHnUfMoUSRzKMzK48ia8sUNutm7FM4AzmC0jhtOOVZ8EDXONGVeD1PO7eiWaoSucgvJBviAckpLUdaf8fBdiuPLHJJdXbw294UjiAJQTnOvKGkkcyicyuHJo0MduCsoBYjjt2EZvOKVAEicBnBrDGYoRxpUT9ld7wznm5TlzUWp5YlyrM0niDPW/giUBQHuMDWcbzEzi8nIqnNyo+yeWJA7WjgwOsGHEcNqxpbHhJHRTz/LG48FRDS1X5KPgkJamrjteviz1AAXlj3E0b7ilKxwAC2Hoy1/Wz6Kg7JmTxLV5VFczIYmDtSODA2wbMZx2bCalUitAau6mnuLJ4MqhPEWxS09X1x0uX5Z6gIJyyVDbM07fqAICsATaVE6oAmmm6CROrY6SxMHapSdfnvHGfxlcQL1UMjjAxhDDaccGTojGI8QZbtUt1EHLG6nP2mVlXVm/fNkwZQfKoUKjN6qAAMoJTndaok8cbJtkcNNfS0mO/S+DazH0PBkcYGOI4bRjG0GVIXoz/mfb+EeUE7rKbE7OlfXLl4uoDcPmFfzz54QAm+RYpUrwlCnqukNIiAJrwNhwtqfQJM7kXSCJgzUigwPKCWI47djSadHwWow7x6Fckbe8Ql7elRm0lWMAABAASURBVHVyWOjxMYBtq1CxoktkpAKrwthwNok+cbA9ZHAQa6Zl5ufp3sfabRxC6nKxkc0ihtOOTTaWcrovtyoYvfeGr38AAMobesPdEiRxsCVkcFCtnZ6Vk6lbcfd1JYb7P3v3Ad9E2cBx/GmSJunepRRK2SB7bxAVwQGCeyGoCO6JuAevigvcuFBREAeiIDhQFBWQvfcehQKltKW72X2f9CCGtkAp7TXj9/3kE57cXUiacffk/zz3PD6M45B62DkCAAD4GCp4NcV9tm5JBhO6E/THBcokrn734zNKKUlcTrpDAJ6kIhlcYAkyOMA30BtOPTSWAgAAqImx4XwbfeLg7SqYwclrMjh/kNxGZ7M4C+Fx7KN8GTGcethFAgAAqMY1w3t1P4pAzSGJg/cig0MpQyeECPgBDj/qobEUAABANepUvajg1TjOToU3IoMD/BYxnHrYUQIA4L0s27bta9FCuWRPnCiAElTwPMfZJnHH0kjiUDPI4AB/RgynHhpLAQAA1MTYcH7C9UafXRL3ZA5JHNRHBgf4OWI49bC7BAAAUBNjw/mPSiRxhTnFJHFQGRkcAGI49dBYCgAA4GOo4HkOkjh4ODI4AIKZUtXEThMAAMDHUMHzKK7pcSs+d6qSxA19JSIqgQ4KqEZkcDijhVNNDrvzXW7aXZfYXCvgo4jh1ENjKQAAgJoYG84PkcTBA5HBoSIWTTNbTc5CaHQQMZwP40ijHnadAAAAqnHFMdX9KAIehrNT4VHI4AC4ozecemgsBQAAUI06VS8qeJ6JPnHwEGRwqLjkNjqbxVkIj2Mv5MuI4dTDDhQAAMDHUMHzWCRxqHFkcDgrQyeECPgBDjDqobEUAABATYwN5+c4OxU1iAwOQLnoDacedqMAAHgvffPm9bdsEfAqjA0H+sShRpDBATgVDi3qobEUAADAx1DB83z0iYPKyOAAnAYxnHrYmQIAAPgYKnhegSQOqiGDA3B6xHDqobEUAABATYwNBxeSOKiADA7AGTE2nHrYpQIAAKjGNShYdT+KgJdgnDhUKzI4nKOFU00Ou/Mz0LS7LrG5VsBHEcOph8ZSAAAA1ahT9aKC511I4lBNyOBw7hZNM1tNzkJodBAxnA8jhlMPO1YAALxXcWGhedMmpaxLTNTVrSsAKnheiCQOVY4MDkDFEcOph8ZSAAC8l3X//rRbb1XKkffcE3nffQIej7HhUC6SOFQhMjgAZ4UYTj3sXgEAANTE2HA4FZI4VAkyOFShp+dFCPgBDiHqobEUAADAx1DB817MnYpzRAYHoBKI4dTDThYAAMDHUMHzaiRxqDQyOACVQwynHhpLAQAA1MTYcDgjkjhUAhkcgEojhlMPu1oAAADVuAb/qu5HEfByJHE4K2RwAM4FMZx6aCwFAABQjTpVLyp4voEkDhVEBgfgHDFTqnrY4QIAAPgYKng+g7lTcUZkcKhWC6eaHHbnJ6Rpd11ic62AjyKGUw+NpQAAAGpibDicFZI4nAYZHKrbomlmq8lZCI0OIobzYcRw6mG3CwCA99KEhBg7d1bKujp1BLwBY8PhbJHEoVxkcACqCjGcemgsBQDAe+mSkhKmTBHAyajg+R6SOJRCBgegChHDqYedLwAAgI+hgueTSOLgQgYH1Tw9L0LAD3CQUA+NpQAAAGpibDhUGnOnQpDBAagGxHDqYRcMAACgGleHpup+FAEfRRLn5/IyHWRwAKocMZx6aCwFAABQjTpVLyp4vo0kzm85M7incsngAFQ5Yjj1sCMGAADwMVTwfB5JnB9SMrjco2RwAKoeUzSoh8ZSAAC8lz0jI2/6dKVs7NzZ2KWLgMdjbDhUiYrP2OCwB+xfESyYscGbkcEBqFbEcOphdwwAgPeSMVz2++8r5ch77iGG8wqMDYeqUsEkrtfI/H+FIInzXmRwqEEp623FDufnJyZJExbLB8lnEcOph8ZSAAAAH0MFz3+QxPk8MjjUrGljCqwmZ2Hg6KBOg/UCPorjgXrYKQMAAPgYKnh+pSLjxAXqdTKJS+rMOHFehgwOgDqI4dRDYykAAICaGBsOVa6CSVzvUQUkcV6EDA6AajgpVT3smgEAAFTjOoWwuh9FwM9U8OxUmcQtEuLAyhDB2amejQwOHuLpeRECfoDDgHpoLAUAAFCNOlUvKnj+iT5xPoMMDoDKiOHUww4aAADAx1DB81skcT6ADA6A+ojh1ENjKQAAgJoYGw7ViiTOq5HBAagRxHDqYTcNAACgJsaGQ3UjifNSZHAAagpTNKiHxlIAALyXNjY28t57lbKxc2cBlKCCB2Zs8DpkcABqEDGcethZAwDgvdxjOMCFCh4ESZxXIYODx0pZbyt2OD9dMUmasFg+Zj6LGE49NJYCAACoibHhoBqSOK9QKoOLbZpPBgfPMW1MgdXkLAwcHdRpsF7AR7HHVw+7bAAAANW4YpHqfhQBlKj0OHGZBxknTg3lZHC3HSw3g1PeODI4ANWBGE49NJYCAACoRp2qFxU8uKtcEvfV0yRx1a7cDM4QVH4GJwtkcACqCSelqocdNwAAgI+hgodSKnF2alGuM4m7eVxETB06SVSL02RwgSXI4OAJnp4XIeAH2NGrh8ZSAAAANTE2HGpEJfrEKUkcfeKqw+kzuONvBxkcALXQG0497L4BAPBetgMHMp55RimHDhkSeuWVAh6PseFQUyraJ+7O/MUakbL8eJ+4aU/lDB0XHlNXK1BFzpjBuXrDkcEBUAcxnHpoLAUAwHs5CgpMK1cqZWPnzgIoQQUPp1LBJK7nHQUOx/GzU015xV89k8vZqVWlIhmc0huODA6Aati/q4edOAAAgI+hgofT4OzUGkQGB8AzEcOph8ZSAAAANTE2HGocSVyNIIMD4LGI4dTDrhwAAEA1rlMCq/tRBHBaJHEqI4ODl0pZb9u31i4veRk08PgyYjj10FgKAACgGnWqXlTwUBEVTeLuzE/uVqhsKZO4r5/JyUy1C5wNMjh4r2ljCr54MF9eti+2CvguYjj1sEMHAADwMVTwUEEVSuICA3uOyHf1iSvMcc7YQJ+4iiODA+D5iOHUQ2MpAACAmhgbDh6l4menJjbcr2zJ2akVRwYHwCvoBNTCbh0AAEBNjA0HT+MaslBJ4srdxp6W1iHpt2LTwMOHmooTSdzN4yJi6tCF4pTI4OADho4PKXY4P4cxSXzZfRnvrnpoLAUAAPAxVPBwts7YJ862dKk2P7djk59rJ+5QtqRP3OmRwcE3JLfV1W+vlZewWD6QvozecOph5w4AgPcKrFcv4YsvlLIuMVEAJajgoRJO0yfOfvSofeVKbUiILHdqM39dnToHVjrL9Ik7FTI4AN6FGE49NJYCAOC9AoKDjV26CHgVxoaDxzpVEpfz88+aggJRsiqoV6/erQoWCUESdypkcAC8Dntw9bCLBwAAUI0r5qjuRxFApZQ9OzWgoMD0yy+awkJ50dlsoe3bKzM2uOZO5exUd9npZHAAvA8xnHpoLAUAAFCNOlUvKng4F6WSuILvvw/Iy9OYzTKGC+va1RAW5po7lSSuFJnBffssGRwA70MMpx529AAAAD6GCh7O0X9JnM1WMH26sFqdMZzVGn7ppcqMDSRxZSkZXA4ZHHxLynrbvrV2ecnLoIHHlxHDqYfGUgAAADUxNhy8gvJBzZszx56RoXE4ZBIX2ru3vlYt19ypJHHuyODgq6aNKfjiwXx52b7YKuC7iOHUw+4eAABATYwNB28hP0i6+Hh906bC4ZBJXMRNN8nwSHcCSZwLGRwAb0cMpx4aSwEA8F6Wbdv2tWihXLInThRACSp4qCrBffokfv99wmefRd5+u7F5c5kckcSVQgYHwAfoBNTCTh8AAMDHUMFDFZIfJ2PnzvIiyzI8OtVmMolbJMSBlSHiRBJ387iImDo+3sGivAzuEBkcfMnQ8SHFDuenNCaJ/lK+jBhOPTSWAgAAqImx4eB15IdW+VApc6eeajN/S+JOkcFpyeDgS5Lbks/4BUJW9bDrBwAAUBNjw8Eb/Td3akkSV+rs1OOpk17X8478uu2LlC1lEvfNszlZh33z7NSCY8Xfjf0vg4tpUtBpxCkzOLmQDA6AJyOGUw+NpQAAAGqiNxy81GmSuMASMnIyGAN73ZXrSuIKsou/ftoHkziZwX31dM6xtP8yuM53HNQbTpnBSWRwADwZMZx6OAAAAACoid5w8Hw5kycXzp9fdjlJnCCDA+CLiOHUQ2MpAACAj6GCh3Nhz8o6NmFC+v33H7zssoK5c0ut9fMkjgwOgE8ihlMPhwEAAAAfQwUP5yJv6lSlYN23z7prV9kN/DaJI4MD4KuI4dRDYykAAICaGBsOnqzYZMr56qvjNwIDw266qdzN/DCJI4ODfxrXP2dsH+dl1WyLgO8ihlMPBwMAAADVyKoXY8PBk+XNmFFcUKCUw4YM0cbEnGpLv0riyOAA+DadgFpoLAUAwHvpmzevv2WLgPdQp+pFBQ+V5HDkfPaZ61b48OGn39wVKytJ3Kk2k0ncvx+J1LVB4kQSd9O4iOjaXtP3ggwOgM8jhlMPhwQAAAAfQwUPlVPw++/29HSlHNS3b2DDhme8i88ncWRw8HNDx4cUO5yf4ZgkTlv0Zby76qGxFAAAQE2MDQePlTNpkqsccdttFbyXD5+dSgYHJLfV1W+vlZewWD7MvowYTj0cGAAAANTE2HDwTKaVKy3btytlfbNmxs6dK35fn0ziyOAA+A9iOPXQWAoAAOBjqOChEqz79gXo9Uo54s47xVnysSSODA6AXyGGUw+HBwAAAB9DBQ+VEHbttUkLFkQ+8IChZcuQ/v3F2at0Eped7llJHBkcAH9DDKceGksBAPBexYWFphUrlIstNVXAGzA2HDyWJiIi8q67as+YITSV/EVW2SQu13OSODI4AH6IGE49HCQAAPBe1v370269Vbnk//ijgMdzTStZ3Y8igBpSiSQuL9PhIUkcGRwA/0QMpx4aSwEAAFSjTtWLCh5qVsWTuMQ2HpTEFWYXf/0cGRxwknH9c8b2cV5WzbYI+C5iOPVwqAAAAPAxVPBQ4yqYxJ1/X56HJHEyg/vq2Zysg2RwAPwRMZx6aCwFAABQE2PDwaOYVqywZ2WJalCRJE5v0HlCEkcGB8DP6QTUwgEDAABATYwNBw9isx195BF7Xl7ooEERt98e2LChqFKuwRCVJO5Um8kkbsFEcWhDkDiRxN00LjwyXqXOGaUyuNCGOZ3vOEIGByiGjg8pdjg/4TFJ9JfyZby76qGxFAAAwMdQwUMF5f/0k7MrnNWaP3Nm9vvvi2rg4X3iSmVwwQ2yY65bRwYHuCS31dVvr5WXsFg+6r6MGE49HDYAAAB8DBU8VFDOp5+6yhEjR4rq4bFJXNkMLuratXnFJqHRkMEB8CvEcOqhsRQAAEBNjA0HD1G0aJF1716lbOzcWd+8uag2HpjElZvBFQVY8uzOCxkcAL9CDKceDh4AAACqcQ0qzxF4AAAQAElEQVSVVd2PIoAzyfn8c1c54rbbRDXzqCSuVAYX2TjPlcFl283H7CYyOAB+hRhOPTSWAgDgvTQhIcbOnZWLrk4dAY+nTtWLCh7OyLJtm2nZMqUc2KBB0Pnni+rnIUlc2XlR296235XB5dotRyz5ZHAA/AozpaqHQwgAAN5Ll5SUMGWKAE5GBQ9nlDN5sqscfuutQq3PTI3PnVo2g+t8x0GdXp937HgGJ6/3F+WQwQHwK/SGUw+NpQAAAGpibDjUOPuRIwVz5yplbXR02JAhQkU12Ceu3AxOb9DqA/XWgGIlg8uxm/cUZJHBAYpx/XPG9nFeVs22CPguYjj1cCABAABQE2PDocbl//KLsNuVctjNN4vAQKGuGkniTpXBnXhQvZLB5Tks23OPksEB8CvEcOqhsRQAAMDHUMHD6UXcfnvCZ58F9eoVYDSG33STqAkqJ3Gnz+DkQ4UEGZUMLtdmybWbDxXlksEB8B+MDaceDicAAAA+hgoezsjYvbu82LOyNBERooZUepy4W14JD4s9i64bZ8zg5HV0cJiSwRUV20zFtr35mQ2j4snggN5DDQ678/Of2Ewr4LvoDaceGksBAADUxNhw8Bza6GhRoyrXJ+6rp3PzMiraJ64iGZy8rh0e5crgzA77ztx0MjhA6jPM2Pc2g7wkNieG82X0hlMPBxUAALyXPSMjb/p0pWzs3NnYpYuAZ3N1/6nuRxGAl6hEn7ico84k7uZxZ+4TV8EMTqoTFu3K4KzFjp05GWRwAPwHveHUQ2MpAADeS8Zw2e+/r1xMK1YIeDx1ql5U8OBdKtEnTkniTt8nruIZnHy45IhYi7ArGZyt2LEj54gggwPgN4jh1MOhBQAAwMdQwUO57JmZwlNVeRJ3Vhmc8kBJYdFKBidj7B3Z6XyPAPgPYjj10FgKAACgJsaGQ01Jv+eeQ4MH58+cKaxW4XmqMIkryjvrDE4+XP3wWCWDcxQXHyzMNts98VUCgOpADKceGnkAAADUxNhwqBGmtWvNGzdadu7MeOaZI/feKzxSlSRxMoP75tncs83gpEYRcUoGJ0qexdZjRwQA+AdiOPXQWAoAAOBjqOChrNzJk13l0CuuEJ7qHJM4JYM7ut+urKp4BicfrlFEvCuDk3bmpAvA743rnzO2j/OyarZFwHcRw6mHxlIAAAAfQwUPpdhSUwvnz1fK2vj4kEsuER6sgklc3wdySyVx6fvspTK4LqMOVDCDk5pExAu3r86ObHrDAfAXxHDqobEUAABATYwNB/XluHWFC7/1VqHTCc9WkSROXpckcYXKljKJ+/yRHFcGF9ssr+udqXKbCmZw8i7NohLcn8MuesMB8BueflTwJTSWAgAAqEZWvRgbDipz5OTk/fCDUg4ICQm/9lrhDVxfFiWJO9VmfR/IW/BewMH1Qe4L45rndxl5WEnbymZwsiyvS2Vw8jrGGBIaaMi3mpX/ZAcxHCBE76EGh935HUlsphXwXcRw6qGxFAAAQDXqVL2o4MFd7rRprqlRw6+/XiZxwktUMIk7//7cf94Th04kcfHnFXQdlabRnJTBKYXTZHDKfVtGJy4/slcpc1IqIPUZZhTwA8Rw6qGxFAAA76WNjY08MeOhsXNnAZSggof/WK25X355vKzVht9yi/AqFUni5KoLHsj7592Ag+uN8c2Let5zNCAgUDnz1P0M1jNmcFKTiHhXDJdvNacV5iYEhwsA8HXEcOqhsRQAAO/lHsPBWzA2HNSU9+OPjtxcpRx6+eXaWrWEtzl9EhdwwoUP5a+b6Wh+Sa420CBvaksEnlCRDE6UxHDuN3dkHyGGA+APiOHUQ2MpAACAmhgbDmoK6dfPnp6e+/XXjmPHnJMzeKeKJHFyecdrzQ5HoPL5d8VwuhPOmMFJTSNPiil35qT3SWwiAMDXEcOph8ZSAAAAH0MFDy6aqKjIe++Vl8K//tI3by681qmSOFdvOJmy2e324hKu3nCKCmZwUuOIOPebO5mlAYB/IIZTD42lAAAAPoYKHsoKvvBC4eVO0ydOWSLjNofD4brpHsZVJIMTzpNST4rhmKUBgJ8ghlMPjaUAAABqYmw4oNLKTeKUsqOEa62yUFIyOFenOXHa76BBG5gcFp2Sl6XcpDccMO3RApvFWehxg6FpD7Ian8Vbqx4aSwEAAFTjChGq+1EE4KPKJnGu0E05I9W1mXsPuIpkcIomEfGuGG5Pbobd4dCeYoZWwB+kbLBZTc5Cq4sCBXwXMZx6aCwFAMB72Q4cyHjmGaUcOmRI6JVXCng2dapeVPDg20olccpgcMoS9xiubPpWkYS6aWStP1O3KWVHcfGu3KPNIr1velkAOCvEcOqhsRQAAO/lKCgwrVyplI2dOwugBBU8ZI4dK6/Db7stMDlZ+CLlQ64EcOLkfqbuC4Xb16GC34smEfHuN3fmpBPDwZ/1Hmpw2J3fncRmWgHfRQynHhpLAQAA1MTYcKhu9vT0vO++kwV5HXr11bEvvih8lJK+lUriynZ8O6svXdOTQzfnLA3JrQXgr/oMMwr4AWI49dBYCgAAoCbGhkN1y502zVXWJSQIn+b6tLvyuHLXVlyp3nC7mKUBgB8ghlMPjaUAAAA+hgqePys2mXK/+eb4jcDA8KFDhX+oqvQ5KTRKr9FZHDbl5g5iOAB+gJlo1ENjKQAAgI+hgufP8qZPLy4oUMphV16piYgQOEvNo/47L9V5UioA+DpiOPXQWAoAAKAmxoZDNXI4cj7/3HUr4o47BM5eY7fzUo8W5edZTAIAfBoxnHpoLAUAAFCN+3yO1fooAn6p4Lff7OnHT6IMvvBCXd26Amev1CwN27LTBAD4NMaGUw+NpQAAAKpRp+pFBc9v5XzyiascftttApVSapaGHTnpnePrC8AvTXu0wGZxFnrcYGjag6zGZ/HWqofGUgAAAB9DBc8/mVassGzfrpQNrVsbO3YUqJQmEXHuN3flHBWAv0rZYLOWnJbd6qJAAd9FDKceGksBAPBegfXqJXzxhVLWJSYKeAPGhkM1CQgKMnbtalq+XJYjRowQqKzmkQnuN5mlAYDPI4ZTD42lAAB4r4DgYGOXLgJehbHhUE0MrVsnfP65Zdu2/Fmzgvv3F6isML0xLij0aFG+cnNnTroA/FXvoQaH3XlMSWymFfBdxHDqobEUAADAx1DB82f65s2jn3xS4Nw0jazliuG2H6M3HPxXn2FGAT/ATKnqobEUAADAx1DBA85RU7dZGiwO2/78LAEAvosYTj00lgIAAKiJseEAz9f45MlSOS8VgG8jhlMPjaUAAACqkVUvxoYDPF/TyFruN3dmE8MB8GXEcOqhsRQAAEA16lS9qOD5lfyZM/N//FGgSjU5uTfcDnrDAfBpxHDqobEUAADvZdm2bV+LFsole+JEAZSggudXst54I+Oppw707Zs7dapAFWkcHqdx+x7tYJYGAD6NmVLVQ2MpAACAmhgbDlUo/4cfHMeOyYI9Pd28YYNAFdFqNA3DY3flHFVuMjYc/Na0RwtsFmehxw2Gpj3IanwWveHUQ2MpAACAmhgbDlWmuDhn8mTXrYg77hCoOu6zNOzPzzLbrQLwPykbbPvWOS+5Rx0CvosYTj00lgIAAPgYKnh+omjRIuvevUrZ2KWLvnlzgapTapaGHczSAMB30dFRPTSWAgAA+BgqeH7ipK5wt98uUKWanjxLw86c9NYxdQTgZ3oPNTjszmNKYjOtgO8ihlMPjaUAAABqYmw4VAnLtm2mFSuUcmCDBkG9ewtUqSaRpWM4AfifPsOMAn6AGE49NJYCAACoRla9GBsOVSLn009dZWdXON70qtakVG84TkoF4LsYG049NJYCAACoRp2qFxU8n2c/cqRg7lylrI2ODr3iCoGqVjs4IjTQ4Lq5g95wAHwXMZx6aCwFAADwMVTwfJ5l505NaKhSDhs2TAQGClQD91kadhHDAfBdxHDqobEUAABATYwNh3MX1KtX0oIF0c88o2/aNPz66wWqh/t5qcfMhdnmQgEAvoix4dRDYykAAN5L37x5/S1bBLwKY8OhSgQYjeE33SQvAtWmQXis+809uRkd4uoJAPA5xHDqobEUAADAx1DBA6pEcli0+819eZnEcPA30x4tsFmchR43GJr2IKvxWby16qGxFAAAwMdQwQOqRMOTe8PJGE4AfiZlg81qchZaXcQYlL6MGE49NJYCAACoibHhAG9RPyzG/eZeYjgAPooYTj00lgIAAKhGVr0YGw6VZt64URsZqUtKElBFUkiUNkBjL3YoN/fmZAjAzyS30SknpYbHMZemLyOGUw+NpQAAAKpRp+pFBc9XZb30knnTpuCLLgq/9VZjhw4C1Uwm2vXDYnbnHlVuclIq/NDQCSECfoAYTj00lgIA4L2KCwvlb3KlrEtM1NWtKwAqeD7KtHq1eeNGWSj880/bgQOJs2YJVL/ksGj3GE5m3Hy/APgeYjj10FgKAID3sqakpN16q1KOvPdeeRHweIwN5880msqf1aXV6xM++EApG1q2dP+vHA6HwFmq4HvxWo+rU/KzXDctxY4gbSUHqudtAuCxiOHUQ2MOAADey5GX5yprQkMFvAFjw/mtgBKisozt2p3mfyZ7PSsVfy/axtaVFwEAPo0YTj0csOFLAnRuew/aGwH4gZNiuIgIAZSgggcAACqOGE49NJbClwSE/DeAqD03VwCAr3Pk5LjKmrAwAZSgggcAACqOGE49NJbCl7j/BC0uKBAA4Ovcmxw04eEC3oCx4QAA3mLhVJPD7jxsNe2uS2yuFfBRxHDqobEUvsR9XCT3E7UAwFfZU1NdZWI4r6DOGF5U8AAAVWLRNLPV5CyERgcRw/mwys8fhLNFYyl8iSY2VgQen7vK5vbTFAB8lXnTpuOlgIDA5GQBj6dO1YsKHgAAqDhiOPXQWApfEqDRGJo0Ucrm9esFAPg2h8O8ZYtS1DdpEmA0CqAEFTxPNmjQIPkGtWnTxmazlbvBXXfdJTd4/vnnBarNkSNHDAaDfJ0feeSRU21TVFTUqFEjuc2wYcME4K+S2+jqt3NewuMIanwZ7656aCyFjwls2lQpOPLybGlpAgB8l2XHDnHiZ7yhbVsBL8HYcJA2btz4+uuvC9SQWrVqPfXUU7IwceLEDRs2lLuNTEL37NkTGxv71ltvCcBfDZ0Qcuu7zkvTHowe5suI4dRDYyl8jCuGk0xLlggA8F3a2NjIBx4wduggiOG8CmPDQTFu3Li9e/cK1JAnnniiWbNmVqv1nnvuKbt206ZNb7/9tiy88cYbMTExAgB8GjGcemgshY8J6tbNVc7/9VcBAL7LGcPddVfCtGn1li8P7tdPACdQwfN8er2+sLDw3nvvFaghBoPho48+koXFixdPnTrVfZX8Bo0aNUomdP369eOMVAD+gBhOPTSWwsfomzfX1aunlE3LltmzswUA+DpNWBjTpMIdFTxPprw7Dz30UHBw8Ny5c6dPny5QtahKmAAAEABJREFUQ/r27Tt06FBR0jMuLy/PtXzSpElLly4NCwuTBQEAfoAYTj00lsL3hA4ceLzkcOR99ZUAAMCTMDYcpPr16ytjk8k8Lj8//4zby23uuuuuli1bymyoffv2d95557p16wTO2fjx4yMiIg4fPuyaEyMjI+OZZ56RhbFjxzZo0MC1ZWZm5tNPPy2Tu6ioqN69ez/55JPZZZp7Fy9efMsttyhvU7du3eTbNH/+fAEAHo8YTj00lsL3hAwa5CrnTJ5MhzgAgOeQVS/GhoPi8ccfb9asWVpampLHncbevXs7dOjw8ccf79+/v02bNjk5OZMmTeratauMkATOTUJCwssvvyxK5mrYUjL39AsvvCCTOJl1Pvjgg67N/vnnH7lEbrl+/XqZsu3YsePVV19t167dv//+69rmr7/+6tOnz7Rp07Zt29aiRYtdu3bJt6lfv35jxowRAODZiOHUQ2MpfE9gcrKxZ0+lXFxUlPPxxwIAAM+gTtWLCp4nU94dea3T6ZSxyd5///3Vq1efZvsRI0bs3LnziiuuOHLkyOLFi/fs2TNz5ky9Xv/YY4/J6Efg3Nx9993du3e3Wq0PP/ywzM7k2xEYGPjpp59qtVplg+zs7Ouvv/7AgQMyME1PT5fRm3wj3njjjZSUFLm8oKBA2ey1115zOBwyxZM56fLly48ePaqccTxhwgTm4oD3WjjV9M/nZnk5tM0u4LuI4dRDYyl8UvRjj4kTn+3cadPMmzcLAPAV9vT0Q1dfbVqzRgCnQAXPW/Tt2/e2226T2c2oUaPs9vJ/4n744Yd///13cnLyjBkzgoODlYVXXnnl2LFjZeHee+891R1RQfL7MnHiRFmYN2/ekCFD5NsxevToDiWTUCteeuklmb7JMHTcuHEyoVMWPvLII/JdO3To0KuvvqosUTrT3XLLLaGhocp/e91118lo78477zSZTALwToumyQxOJnGmQ9vZ1fgyYjj10FgKn6Rv0iT0yiuP37Db02UNlVNTAfiG4uKjY8ZYtm5NGzo045lnHLm5At6GseHgbvz48XFxcWvWrHnvvffK3eDLL7+U1w8++KBer3dffs8994SHh2/btm337t0C50aGbjIvk4XNmzc3a9bsueeec1+rdGq76aabSt3rxhtvlNfff/+9crNhw4by+uabbz548KBrmzfffPOjjz4677zzBAB4MGI49dBYCl8V/dhj2vh4pWxPTz8yYoTDbQIsAPBSuVOnmlauVMr5P/1kO3xYwNswNhzcxcTEvPLKK7Igo5/U1NSyGxw5ckRet2zZstTyoKCgJk2ayMLWrVsFztkLL7xgNBpl4X//+598bV3LzWbzoUOHRMmMDRefTJnVYf/+/cqWTz75pLxesmRJ3bp1O3bseN99982ePdtisQjAmyW30dVv57yExxHU+DKdgFpoLIWv0oSHx7///mHZSmmzyZvOniO33prwxReasDABAN7JumdP1ptvum5GPfCAvlkzAZRBBc+7jBgx4ssvv1ywYMEjjzzy3XfflVqbV9KOWLt27bJ3VBamp6cLnLPQ0FCDwWAymWJjY92XZ2ZmOhwOWVi0aFG5dywsLMzNzQ0PD7/kkkvmzZv38ssv//PPP2tKvP/++4mJiTLgk2+xALzT0AkhAn6AkFU9NJbChxlatowpaZZUyCTu8A03WFNSBAB4IfvRo0fuvFNYrcpNQ9u2EbffLoDyUMHzKPb09JzPPku7/faCX3891TYff/xxYGDgjBkzZI5TalVSUpK8TktLK3svpaNcdHS0QLWpVauWMh7csWPHik9BZnDKxhdffPHff/994MCBKVOm3HDDDXq9/tChQ3fccccHH3wgAMCDEcOph8ZS+LawG2+MvPde103r3r2HrrmmaOlSAQBexZ6VlXbLLbYT4w0FBAXFvfmmIGrxTowN5w8ceXlFCxZkT5yYNnz4gb59j73xhmnZMuupB3Fr1qzZmDFjRMmsncpw/q7PSaNGjYTbmY/ulPk33ScTQJXTarXKyG7Lli0rtSo/P3/Dhg3ZJwYgPnz48OaSacHq1q07bNiwb775Jj09/ZprrpFLZs2aJQDAgxHDqYfGUvg8GcNFP/6462ZxQcGRESOy3323uLBQAIA3cGZww4ZZT/wID9Dra73/vq68M9Tg+WTVi7HhfFixyXT0scdSBwzY37Xrkbvvzv7gA9dgjmf0zDPPNG7ceM+ePTK+EW5ZqpLjfPrpp7aScTZcvvrqq4yMjJYtWzZo0ECgOl1ZMvGXMpuqu48++qht27YXXHCBKMlJExMTu3XrJrM51wYRERFXXHGF4CsJwOMRw6mHxlL4g/Dhw+M//DCgZPJ4RfZHHx248MLs999n3gYAnq/on3+se/a4btb66CNjt24C3kmdqhcVvJoSYDSali61HThwqrWnuW9QUND7778vC6UG9b/++us7duy4bNmyq6++uvBEI+KsWbPuuusuWXjcra0R1WT06NFxcXG//PLL//73P+uJkQEWLVo0btw4Za28rlevXp8+fWQGd9111x048QEoKCiQUZ0sDBw4UACAByOGUw8tM/ATweefX2f2bH2LFq4ljtxcGcPJMO7YhAn2jAwBAJ4q9Kqrwq69VpT0g0uYPJkMDmdEBa/62FJTC379NfOFFw5dfXXul1+W3cDQsaP7zYCgIGOPHpH33pvw+ecRI0ee/j/v37+/DN3KLp86dWqbNm3mzJlTq1atnj17NmzY8KqrrpKJzzPPPHPLLbcIVLOwsLCvv/46MTFx7NixMTExMm674IIL5HV2dvY999wzdOhQZTOZuEVGRs6dO7d+/foyOb344oubNWu2ZMkSmZ8qmSkAeCxmSlUPjaXwH7ratROnT8+bNSt74kT7iTnFigsKciZPzp02Tf7KjbjjDl1iogAAzxPz/PP2rKzwm28mg/MBjA3nZWw289at5jVrTOvWmdeutbtNS2qqVy+8TApmaNfOlpJiaNNGXvRt2+obNTqrYRzffvvtX3/9Ne/k3votWrRYuXLlO++889dffy1btiw2NlZGP8OGDZNBj4Aq+vXrt2HDhjfeeGNFCfkWXHLJJSNHjpR5qGub8847b+PGja+//vqiRYt27969Zs0amcfJuzz88MMk4/BeC6eaHHbnB7hpd11ic62Ajwqg6lBNlKl87Ha7zWazWq2yAUc2o9WpUyfU7WQ9wOcVm805U6bkfvqpw23wDietNvTyyyNGjQps2FAAAFANjh49ajKZCgoKjCfo9frAwECdTqfRaAJKiLPkXsGTcnJycnNzExISIiIiBM5N4e+/pz/88KnWauPikhYsEBUm31z5Lotq4HA4+AF1VqrvvTgN+SUVgLcZ1z/H6pw2RgwcHdRpsF7A81gslszMTGVgSlftIrCEVqtVahdn/E84KVU9HLDhhwIMhshRo+rOmyevA0JC/ltht+fPmXNw4MD0++83b9kiAEB1jmPHjo4eXTB3rgDOARW8s2XZvj3v22/LLtfWqXOqu+gSE42dOsm2PQEAgJfjpFT10EEafksTGRn50EMRI0fmfPVV7pQp8qeva1Xh/PnyYuzePfLOO41duggAUIVsCch69VVHdrZp1argvn0DgoIEUClU8M5Ixmfm9etNa9ea5WXdOkdurlxoaN9e36yZ+2aG5s0D9PpiZc4ErdbQooXcxtCunbFjR21cnAAAX5fcRmcr2QWGx9FfypcRw6mHxlL4uYCQkMhRoyKGD8/77rucyZPtR464VpmWLk1butTYrl3EqFFBffsKAKg2trS0jCeeMK1Yody0Hz2a/f77UY8+KuCLGBuuBhX9+2/R4sXmNWvMGzeWXWvZtKlUDCd0uvBbbgkIDpa5m6Ft2wCDQQCAPxk6IUTADxDDqYfGUkCUnKYqK9nhN9yQ9+OPuZ99Zt2/37XKtG6d6Z57ZKU8YuTIkEsuERpagQBUsdwpU469806xyeS+MCAwUMAXyaqXChkZFbxTyf3mm6K//z7VWvOGDaFXX11qYdTo0QIAAJ/Gr1z10FgK/CcwMOzaa+v8+mvc+PH6Jk3c11i2bz/66KMHL7ssb8YMYbUKAKgK1n37Dl93XdZrr7lncIbWrRPnzIl88EEBX6RO1cufK3jFBQWmJUuy338/+6OPyq41tG1b7r2cnd9vvz1k4EABAID/oTecemgsBUrTaEIuv1xeCufPz5k0yf2kFev+/ZnPP5/9wQcRt94adv31AUajAIDKMq1enXbLLe5LNKGhUaNHy92LAM6Nv1XwbAcPKkO8mdassezYIRwOuVBXt27kXXeV2tLYurVS0EZHK6O8yWvnQvqfAgD8GDGceugNB5xK8EUXyYtp6VLZnG5audK13H7kSNZrr2VPmhQ+dKi8aMLCBACcPWPbtvrGjS27dik3QwcPjn7sMU1UlICvY2y4quI4dizj+edlAGfPzCy71paaKjco9Z3St24dO26coW3bwIYNBQAAKMFJqeqhNxxwesbu3ROmTEn4+uugPn3cl8uaffZ77x248MJjb75pz8oSAHC2dLqYV18VGk1ggwYJ06bFvvIKGZyfYGy4qiJbwooWLiw3g1OYN2wofZfQ0NArrySDAwDAHb3h1ENvOKAijO3aGT/6yLJ9e/ZHHxXOmydOfHGKCwpyPv00d+rUsGuuCb/jDl1CggCACjO0aJEwaZKxRw8BVCmfqeBZ9+1znm26fr28jrjjjpBBg05ardMZ2rZ177EuGVq21Ldpo2/eXN+ypfyKCQDAOVg41eSwO5t2mnbXJTbXCvgoYjj10BsOqDh9s2bxb71lTUnJ+fjj/J9/FjabsrzYYsn9+uvc6dNDBw6MuOuuwORkAQBuLNu2ZT7/fMxLL5Wa/kUig0N18OIKntVq2rjRvG6dM31bu9a9v7lp7drSMZz8BnXo4MjLcyZuMn2T182be/IobzIetdvtAh6gEu/FzX9OthU7lHLr6MRnOl4mAD+waJrZWjKPVGh0EDGcDyOGUw+94YCzJVO22JdfjnzggZxPPsn/4QeZwR1fYbfnz56dP2dOcL9+EXfeSQs8AMmRn5/99tsyqZflzGefrf3ttwJ+j7HhTiVvxgwZWJ9qrczmyi6MfPBBphWGOn7fv6XAZlbK2aZC0VEAgM9gbDj10BsOqBxdQkLMs8/W/fPPiNtvDwgO/m9FcXHhH38cvuaatJEjS50mA8DfFPz668HLLlMyOFEyTFXOF18I+DdZ9WJsOMm6e3fZhbratU+1fWCDBvrmzQVQc3Sa/36lurrFAYBvoDeceugNB5wLbWxs1KOPRowalfvll7nTpjlyclyrTIsXpy1ebOzQQa4tNb0DAJ9n3b8/8/nnTcuXuy80tGoV1L27gH9Tp+rlcRW84mLr3r2WzZvNmzc7r7dsKS4qSl65MiAkxH0rY/v2/90IDDS2amVo315e5MGUCUxQ4wI1/52OZ3VwcjH8xdPzIgT8ADGceugNB5w7TXh45L33Rtx2W0TRuw0AABAASURBVO433+ROmWLPyHCtMq1ZY7rrLtmAHzFyZMiAAUJDb1/A92W//768uC+RWUPUgw+G33yz4LALVXhIBa/wr7/Ma9aYN240b9okc7dSa01r1wb16uW+RH5Twm68UVe7tjN668gpf/As7jGcjRgOgG8hhlMPveGAqhIQHBwxYkT4Lbfkff997uTJtkOHXKss27YdHT06+7335AahgwcLHXs5wGdlf/BBqQzO2L173CuvaOPjBVDCf8aGy/3sM5m1nWqtTOhKxXBSzLPPCsAj0RsOgA+jt4h66A0HVK0AvT78ppvq/vZb7LhxgQ0auK+y7tuX8eyzqf375375ZbHZLAD4oojhw11nz2nCw+WuIOGzz8jg4M6XxoZz5OcXLVyY/e678tBWdq2hbduyC+WB0tipU+SoUUF9+wrAexDDAfBh9BNRD73hgGqh04VeeWXo4MEF8+blTJpk2bbNtcaWlpb1yivZH30UPmyYDOw0YWECgA8JCAmJeeKJo48/HtSnj8zgtDExAlBdtVbwrCkp5nXrnGebrltn2blTWWho3Tr8lltKbalv1UopyCTa0K6dsX17Q4cOhvPOo1c4vNHJJ6UyRQMAn8KBWT30hgOqkUYTcskl8lK0cGHOxx+7n5jjOHYs+513cj/7TCZxYcOGaaOjBQAv5MjJ0USUHro4ZNAguZC5WVCDqqOCZzt4MOvVV01r1shDWNm15o0byy40du4cN2GCoU0bXd26AvBy7jOl0hsOgI/hpFT10BsOUIH8NZ7w1VcJX3xh7NbNfbkjPz970qTUiy7KGjfOlpYmAHiPYovl2IQJB/r1s6enl11LBofT8NKx4bSRkYXz55ebwSnM69eXvktcXMhll5HBwTcYtIGusq2YGA7+ImW9bd9au7zkZRAd+DJ6w6mH3nCAaoxduiR06WLeuDHn448L//rLtbzYbM796qvc6dNDr7giYuTIwORkAcCzmVatynjqKVtqqixnvfZa3BtvCKBiZNXLY8eGs+7ebVqzxrx2rXnDhujHHw/q3fuk/zMkRN+4sWXXLveFhjZtDK1b61u00J93nr55cwH4rmLx3zfX7iCPgL+YNqbAanIWBo4O6jRYL+CjiOHUQ284QGXy50r8xInyZ4wM4wrmzhWusUVstvyZM/NnzQoZMCDizjv1zZoJAJ7HkZd3bPz4vO+/dy2RX+Swm24yduwogApQp+pVwUcptlhk4nY8elu/3pGd7VplXreuVAwnGTp1CjAY9C1byouhVSt906ZCqxUAAMDLEcOph95wQI3QN24cN3581IMP5kyalDd7trBaj68oLi747Td5CerTJ+Kuu4zt2gkAHqNowYKMp5+2Z2W5Lwy57LJS0yIDNa4iFbycyZOPTZhwqrXu45m6xDz3nAAAAD6HGE499IYDapCubt2YF16IvO++nM8+y5sxo9hkcq0qWrhQXoydOkWMGhXUq5cAUKPsmZmZL75YOG+e+0JdUlLsSy8ZO3cWwNlQf2w46549gQ0bltpGFxd3qrsHNmpEp2wAgPT0vAgBP0AMpx56wwE1ThsfH/3kk5F33537xRc5X31VXFDgWmVatUpeDC1ayDAuuF8/oWEGG6BmZDz7bNE//7gvibz/fvm1FcDZq/ZGUIdDc+CAZe3arN27zZs3W7ZulcuS16wpdRAxtG/vKgcYDIY2bYzt28uFhnbtys7/CwAAfBgxnHroDQd4CE1kZORDD4WPGOGcruHLL92nojNv2ZL+0EOBDRtG3HFH6MCBQsdOElBb9GOPHVy8WDl/3Ni1a+yLLzL5IzxN4c8/mzZvNm/caN2yRW+xFJy8Vh5KDK1auS+Rn+HQwYMDmzUzduggMzgBAAD8Fd091ENvOMCjaMLCIu+6K2n+/KjHHtPGx7uvsu7Zk/HUU6mXXJL79dfFZrMAoKLA+vWj7rtPGxcX98YbCZ9/TgYHD5Tz8cf5X35pXbdOWCxl15rXrCm7MPaVVyJuvZUMDgAAP0cMpx56wwEeKMBolL+Lkv74I2bs2FK/9m2HDmW99FJqv345n3zifvoqgCrk3h3VJWLkyDo//xxy6aUCODeVbgR1ZGcXzJ+f+cYbeT/8UHatvnXrch4rKMjYtWvkPffIawEAAFCeALKhalJcwm6322w2q9WanZ2dn59fp06d0NBQAcAzORwFv/wiQzfLrl2l1mjCwsJvvjl82DBNZKQAUBVshw9nPPecPTW1zpw5IjBQAFUtIyOjqKiooKDAeIJerw8MDNTpdBqNJqCE+/bWPXuKVq82rV1rWrPGunevsjC4d+/an37q2kap4GVPm3Zs3Dh5MyA+3t60aWjXrhHduxuaNRNarQBQMWa7resPr27PPiIqJcYYsvXGsWGBRgEAarFYLJmZmTLbkWVX7SKwhFarVWoXZ/xPiOGqS9kYLi8vr27dusRwgKcrLi6cPz9n0iTzpk2l1gQYjWHXXRdx++2lTmIFcHZstuzJk3M+/FA56Tty1KjIhx4SQFU7evSoyWQ6Ywwnm14yX39dRm+OvLyy/4kmIqLBihWum0oFz5ySUrRhg7Z16zy9Picnp3bt2hHMtACcvb8Pbr/sl4miUj4+/+ZhzboJwIekrLcVO5wHppgkTVgsQ1p5oiqJ4TgpVT2MDQd4h4CA4H79an/3XcInnxg7dXJfU2wy5U6deuDiizOfe86WmioAnD3T6tUHhwzJfvtt18CL2ZMm2Q4fFkAN0RgMhQsWlJvBSY6cHGtKSqmFurp1g/r318TFCSp4wDm4oE6zaxp1EGevT+0mZHDwPdPGFHzxYL68bF9sFfBdTAKoHjoeAt7F2LNnQs+epnXrcj78sGjRov9WWK1533+fN3NmyIABEaNG6Zs1EwAqwHHsWNbrr+fPnu2+UFurVtxLL+lq1xZANTieke3ZY9+1q2Dr1rwtW6JffVXXrp37NrqkJG1srD0j4797GQyGFi0Mbds6r1u2DExOPs1DUMEDzsXLXYf8tn9zvvUsZsTSBAS82/t6AQDeiRhOPTSWAt7I2K6d8eOPLdu3Z3/wQeGffwrXzy2Ho2DuXHkJOv/8iDvvNJ78o67iigsKAkJCBODbiovzZsw49uabjtxc98XhN90U9cgjAcHBAqhSxUVF5vXrrf/+a1u/3rh1qygsdPUrsKxbF1xmjx3UpYs1NdXYurWhVSt50TduLDQVPWWECh5wLpJCo57rdPljS2dW/C53tzy/WWQtAQDeibHhqgtjwwG+x7pnT84nn+T//LOw20utMnbuHCnDuB49xNk4eOmlxq5dY8aOFYBvs9sPDh4sv0GuBYHJyTGvvFLp/Bo4jWNvvSX31adaGzRgQPybb5Y7RUNFuFfwpJwSjA0HnAt7saPjjJcrOFdD3dCoNdc+xcwMAGoEY8N5GRpLAW8X2LBh7Cuv1P3997Drry81saNp5cq0O+44fN11J/WYOxNrSkred9/J+wrAt2m1Mf/73/GyThd511115swhg8O5s+7bV3ahNibmVNvrmjSRe3JRpajgAedIG6B5q+e1Fdx4XNfBZHAAvBq94aoLveEA32bPyMidPDl3+vTioqJSq+RvvIiRI0MHDpTRw2n+h8PXXGPeskWUdAuSkUSpXA/wPUfHjLHu3h03fnxgo0YCqAS73bJzp3nTJsvmzfJi3r5dExJSb8mSUluZN248fP2JcaOCghxNmmhatgxs2zakUyd9ZGTZmVLPCr3hgGoy8p9p03YsP/02fWo3+X3QAwIAakiV9IYjhqsuZWM4+VbVqVOHGA7wJY7c3NwpU3K/+qrUiFeSrk6diNtvD7366gC9vtz77mvRwlWOuOOOqEceEYBPsKWlFRcWlu1zJL8mmvBwAZyl/B9/tGzZIsM18/r1ZdfWnTdPV7duqYVHR482tGtX1KCBJTm5oKDAVVHW6/VVHsPJ40BCQgIxHHCOMkz5530z9jRzNeg1uhXXPMGocABqUJXEcNqxjElUnWRFzVHCZDKZzebw8HD9KX6QA/BGAQaDsWvX8Btv1ISGWnfudO8Z58jLK1q4MP/774XDYWjePODkzm5pw4fbDh1y3TSvWxfUt68uLk4AXq24WKbS6Q88YNm4MfSqq0qtlN8XAZy9w7fcYl692n6k/HGj9C1blp2xOmTAAEPbtkVBQUprqO4EbQlXBlfp80ldFTxZu5N1vLCwMFkLFwDOQbBOH6QL/CN166k2eKjtRdc16igAoObIdriioiIZxgnnOCvl1y7O+J8wNpx6GDoE8FUBISERI0fW/fPP6Kef1iUkuK+yZ2Qce+ONAxdemD1xoiM727W89HhwDkfms88Kq1UAXsu6b9/h66/Pevnl4sJC05o1+bNnC6Bi7FlZhfPmHRs/vvD338uuNXYs54e33PEae/aMvPdeQ6tWokZRwQOqyj2tzu8Yl1zuqrqhUY+37y8AwPvpBNTC+b+AbwswGMJvvjn8+utl+pDz6afWlBTXKkdubvYHH+R8/rlcG37rrUeffrrs3S1bt2ZPmiR/UgrAC2W//768uC859tZboYMHC6BcxcWWHTvM69aZ1641rV1rO3BAWRwyaFDwgAGltjW0bl20cKEs6JKSjO3bG0ou+iZNREWGX6n+jIwKHlBVtAGat3te2/vHCWVXvdHjGmZmgM9LWW8rdjgPWzFJmrBY2nh8FjGcemgsBfyCThd69dWhV15Z8PvvOZMmWbZvd60pLirK+eKLnK++EhZLub8eZQwXdMEFBrcx4wDPZ964MePJJ6179rgvNHbqFPPSSwIow7xhw7F33zWvX19cUFB2rWXTprILQy65RN+smaFDB210tDhLKmRkVPCAKtQpPnlo066l5mroV7f5FfXbCMDXTRtTYDU5CwNHB3UazGBWPouTUtVDYyngRzSakEsvTZw1K37iREPLlietOkUG52S1Ok9NtdsF4A2KTaasV189fMMN7hmcDEpiX301YerUwHr1BFBGsc1mWrKk3AxOsu7d6ygZ9thdYKNGwf36VSKDUwcVPKBqvdJtSIwxxHVTr9FN6HGNAABfQQynHhpLAT8UfOGFtWfMSJg82di1a0W2t2zdmjttmgC8gYxL8mfOFK4MIiAg7Prr6/z2W+gVVwj4MfPmzc6ZOh5+OPXCC22pqaXWlm6ZKBHYoEHYtdfGvPBC4pw5Gm+bU54KHlC1Yo2hz3ca6Lo5pv3FzI4KwJdwUqp6aCwF/JaxW7eEbt3MGzemP/DAqSb7czn23ntB558fWL++ADybNjY2asyYzOefl2V9s2YxL71UbsICnycDWdcob+YNG4oLC12r5EJd3bruGwcYDIYWLSy7dhlatzZ06GBs187Qvr0mMlJUD8aGA7zR7ef1mLJ92eqjKXVDo8a0Y2YG+Iun50UI+AFiOPXQWAr4Ofmb056RccbN5C/YzOeeS5g6VQAeL+zaawvnzw/q3j38lluEhi72/kjmsHkzZpxqrXn9+pBBg0otjHv77VLZXDUBuaS+AAAQAElEQVSRVS/GhgO8kWuuhjd6XGPQ8osVgE+hxqweGksBP5c5dmwFx30zrVqV9+23AvAkptWryx3Pq9ZHH4UPH04G5w/KnmEqaWNiTrW9oUULbXlxmzoZnFCr6kUFD6gOneKTv7hwODMzAPA9tC2oh8ZSwM/lz55d8Y2zJkwIvuACbS0GQ0HNc+TmZo0fn//DD2HXXRcj02T4DUdOzvFTTeVl48bAevUSy+zHDO3aucqa0FB927bG9u2NHToY2rYNCAoSfoAKHlBNrm/cSQCAzyGGUw+NpUD18fzvV9arrzqs1or3GCo2mY7+73+13n9fADUqf+bMrLfecmRny09v7vffB192mbFzZ4GK8caAxrJrl2X9evOGDaY1a6y7d5+0aufO4oKCgJAQ94UybgsZNEhey+hN37y58DCMDac+XhAAnoy2E9Q4Yjj18IUHqpx7Xb/cer/n/BjInTWrWKs9q7sULl6c++OPTDqJmmLZvfvYuHGmdeucN058enPnzNF37Cjg5lTHd/eBySpeB8ifPTt08GBRQ2TKdkg++qn3nDKbC+rd232JJiIi7rXXhKdibDg1lXtQJpUDUONcO2rXoZldN2oQMZx6qIUAVatUFb+4RKlVHiLn448dDocIDKzIxgHBwbq4OE10tDY21pqZ6bwjoK7ioqKczz7L/fZb52iGJz63mpCQyPvuCx0yhM/k6Sk1e/cavyjZKZ25xl9cnPnii/kzZ1Z3DGdPTzetXm1ety64Tx9jz57uqwJCQvTNmlm2bSt1F5m1Gdq2NXToENiggcDJqOApXMdi4XZEdr8GgBrhOi6XCuM8MIlLWW8rdjifVUySJiyWoNBnEcOph8QdqEL/1eytVnNqqvx+yWjAVdH3tJggZ+ZMh+6//a0mLEwbFRUQEaGVl6go+ftWGxkZUFKWS4Re735f0549AlCRZefOnPfftx87Jo9b4sTnVkYwEbffromM5AN5epqSE88D9PrAxMSzq/HbbEefeqrg559FdXA4zNu2ydzNvGaNee1a2+HD4sTTKhXDiZL3WonhZOJmaN/e2L69vA5s2FDgFKjgiZPjti+3LztUmCPKay0TAKAW90NwmM4w6rxe8hjtOjR7ZhI3bUyB1eQsDBwd1GmwXsBHEcOph8oHUFXcv03mvXuPXHWV8Gzakst/cnPFwYPyb7CVXABPoykzk7pj0aJjixYJVIyuUaOY777TlJBVfHl9xgwu/aGHCv/6S1Q107Jl2ZMmmdevLy4qKrvWsmlT2YWhV18d3KePjN5k6iq8H2PDqUw2g03evnRF+j4BAB6jdlD4iKbd5Q5Kc4Lw4D5x8HkVHSwc545vOFC15IHTUUIAgIexlbDb7e67qfKHsLRYSmVwGU8+KaqITN9kElduBieZNmwQZXahhlatgi64wGcyOMaGU4Grs5vyaSeXBOCBrFar66DMngo1i95w6uGrDlShYjfHF2m1uvh4AQA1pFhW8TMyREmHIJnBaU7MjHyaAaGLCwuP3HefTMrcF5pWrhQVZl6/3rR2rfNs0/Xr6/76a+lpTNu1K3sXfePGhk6dDG3aGNq2rfj0zd5InaoXFTxF6YMyAHgSeVx2nzdJ2V95WjvK0PEhrrHhBHwXMZx6aCwFqoT7WDPubVmBiYn1Zs4SAFBDzNu2pd4yVJTsnWSru06nCziZOHmuBpnBpY0YIeOzUv+P7dCh0zyKIyfHOcrb2rXO9G3DhmKz2bVKLgnq1ct9Y01UlC4x0X7smAzdlFHenGebhoYKVB0qeMItg3M/LkcYgr+57A4BADXkgb+/3ZWdLkqax+RxWVnoGixCuelRYVxyW/IZv8DbrB6aB4Eq5F7jFwDgSZQYTpyo67tX910cublH7ryzbAZ3eukPPlj4xx+nWiv/t1IxnJTw+ee6pCThrxgbTk2lYjhdgKZ9fD0BADUkOPC/WQ7kcVlpElNOSj3zsK1AtaGvo3r4kgNVi7HhAHgmJYZTxqBRrkudrGfPzEwbPvw0GdyxN9+0paaWXa6NjT3VXQxt22rLOzHfnzM4oUpGRgVPQdsYAE+mjNnqGhiO8+hRg+gNpx6+5EBVcT92UuMH4GmUfZO9hFardd9lycjGmcENHWpNSTnN/5Dz6acypEuYMqXUcpm15X3zjVLWREbKm4b27Z1nm7ZtG6DXC9QEP6/gueZnECeOzgIAPIzcNdlPcB2XBVBDiOHUQ2MpUOU4ggLwTEpdv2xju+3QofQ77jh9BudUXGzeuLHsYmPHjqFDhhjatZPpm75JEwEPQAVPQe8SAJ7MfYJUdlOoWcRw6uHbDlQHvlkAPJBS1y/VXde6b1/6qFH2087AcFxAQLHJJJM4Q+vW7ot1derEvvyyQIUxNpzKeDUAeCDXyJUe3mCQst7mmik1LJY2Hp9FDKceGkuBqkVzFgCP5ariy2vL/v0Ff/xhaNo059VXHRkZFawNRI0eratVS+AcyKoXY8MBAJTDged31502psBqchYGjg7qNJixJnwWMZx6CAuAKsfXCoAHKtXYbt25M/ebb3RabXFubsUDG8uWLdoRIwTOgTrHCI5EAODhXMOzCsADEMOph689AAB+SH/eefK6uKjorO51mnlU4VGo4AGAF6HtBDWOGE49fOEBAPBDutq1NZGRASZT9N13F86da165UlSgSmCryBByOBPGhgMAeIuh40NcY8MJ+C5iOPXQWAoAgH+Kf+cdQ0yMLjo6/LrrHFlZhX/+WTB3rqlieRzOBWPDAQC8RXJb8hm/QMiqHhpLAQDwT4HJyZrISKWsjYkJu/76hC++SFq4MPqpp4wdOpzqXlmvvCLg8ajgAQCAiiNtVQ+NpQAAwEXmceFDh8qLPT09/9dfneerbtzovgHDw3kFKngAAKDiiOHUQ2MpAAAoSxsfH3HrrfJiO3Qo/+efC3/7zbJtm1xu3bNH4NwwNhwAAPAoxHDqobEUAACchi4xMXLUKHmx7t9fUJLHCZwDWfVibDgAAOBRGBtOPTSWAgCAigisVy/ynnsS58wROAfqVL2o4AEAgIqjN5x6aCwFAADwMVTwAABVYlz/HKvJWRg4OqjTYL2AjyKGUw+NpQAAAGpibDgAAOBRiOHUQ2MpAACAmhgbDgAAeBRiOPXQWAoAAOBjqOABAKrE0PEhxQ5n005MEoP4+zJiOPXQWAoAAOBjqOABAKpEclvyGb/A26weGksBAADUxNhwAADAoxDDqYfGUgAAANXIqhdjwwEAAI9CDKceGksBAABUo07ViwoeAACoOGI49dBYCgAA4GOo4AEAgIojhlMPjaUAAABqYmw4AADgUYjh1ENjKeB7XunezZyXd8bNrnr11TYDB5W76rtHHt4yb96Ql8a1GzJEVLWFH3/013vvdR8+fMCYxyp+r9T16z+9+ab4Jk3umfWjOGf7Vq784rZb67RqNfLb6cIvpW3d+tG118Q2bHjfnJ9EtbGaTIsmTdqzbOmRHTsiEhOvevmVSTdcL5c/sWSpMTxceCTllYmuV++BX+eeapvl06bNffWV9lddNfiFF0V5H6exrVoKz/4zUbMYG85vzVm84I+Vy/YcPrht396QoKAmdev1bd/pugv714qKdt/sg1kzXpr6yQ0XDXjzvtGn+d8+nvPD/z7/+Jq+/d598CyOp57DZLHsPZx6XnJD4bWa3XxlXmHByk+m1YmNFzVHeRpLP5qSXKu2QHnW7tjWvmlzgUoZ1z/HanIWBo4O6jRYL+CjiOHUQ2MpAKCazJswYeW33yjljD17QmNjBQBVUMHzNPIduefNV2b/+49rSZHFnJGTvXTzhvd++PblUfde0/di4U/kH/7gO68PHTDQq2M4eL6DGen3vvlqsNHw9XOvCACnRgynHhpLAd/z5NJl7jdlDvLLSy8ltmw1anpFe361uPjiWk2bJjRrJoBzsGvxYnnd4eqr+4y6M7JOHeEr6rRufcF999VqyhcEnosKnqf5fO4cmcHptNrbLxs8sEefZvWSTVbL9pR947+dunLr5gfeGR8RGn5xp65n9X92bHreI9fdfF79RsILzfl3QerRdIGqcO9V11ss5oiQUIEyVm/fumLrpr7tOwoAp0UMpx4aSwGU1erSywRwzsx5ufK61x13+FIGJ9Vt21ZeBFBZjA3nh6bMdY4A8NId9w67ZKCyJEyExLWJ6tGq7U0vPLVw/Zo3pn95tjFcp+Yt5EX4jY17dv2+fHGbxs36d+4mfNrHc37IK8i/56rrgw3Gimz/wNU3CKDaDB0fUuxwHrZikjQCvot3Vz00lgIAqondbpfXemOQAHCCrHoxNpy/cTgcuw4ekIWebdqVWqXRaB6/6VZZ2LBrR4GpSODUNu3d9eZ3X/29ZqXwdZ/9PEv+pYUmkwA8QHJbXf32WnkJi+XI4svoDaceGksBf/b1vffsWLDgod9+3/b338u+mmYMC2vZv3/vkaNKTdGwdMqU38e/PviFFxNbtlz8+eTUDRvMBQVJ7dp1vv76Rj16WouK/pr43v41azL27YutX7/rzTefauaH0ziyY8eGn39K27b9yI7tOqOx9nnnJXfo2Om663QGQ6kt7RbLwk8+2fXvouxDh+q1b9/0/L5tr7hCo9W6b+Ow2VZ+++3upUsObtwYEhOT1K59lxtvrNW06WmegKWgYMU3X+/899+MvXsDNJo6rVoltW3b8drrgiIixDk71et8/G/fvn3VjBkH1q/LPXw4sVWrxj17dbnpplJ/kST/5EWffJJ14IDNbK7btm3Drt3kS63R6SryKLlpacu//mrPsuWZKfuS2rY7r99FdVq2KvepnvHJnP5vcZk8fNj+1auV8oQL+srrix9+pOeIEeU+6Gn+NFNu7ut9ess39PHFS1zvhTxyvdazh1x1+bPPdr7+vy4Ac55/bs0PP1z58ivyIyGqjsNul9+IbfPnxzVqdOvnX4RER5eaogE4K+pUvajgeRSZtRkD9UUW867UA40S65Za26Zxk2eH35EYGy83K7UqpyDv7e++Wbxp7d7Dh9s0bNy3faf7rrrelbGWmqJh3c7tlz12/+Xdez13650fz/5+yeYN+9MOt2zY6Iqe5w+/ZJCuzGHF3bBxz/y5asWfb324cc/un5csWLZlc0xYeLeWrUcOurplg9Jjt/2xavk7M75OSTtstlo6Nmveu03HUVdcVer//3b+77P//Xv7/pTcgoLWjRq3bdR06IDLG9dJkqvSsjI7jLhR2ezVaZPl5c4rrn7+tjtF9di8d8/nv/64fOvm1PQjtWNiOjVvOfqGW9ynMpBflnd/+PbHRX+nHk0PCwrq1LzFFT37DuzRu9T/I9++z3+Z8+uyf7fu29M4qd4F7TrefeW1p3rEL+bOWblty+HMo+2aNLugQ6eRA6/UarSi2pSaokF5Nxe9P3lbyr5v589dtW1bREhIh2YtHrn+ZvkW7DiQ8tZ3X63eviWvsEi+NU/efFupuQu27Ns94+8/N+7dLf9S3c61iAAAEABJREFUQ2Bgm8ZN5SfhtkuvMASeNDb/qm1bPvtl9urtm3MLC7u2aDVswKDE2JiLHrqrV5v23/3vNfctf1367+x//1m9Y6vNbu/cvMVVfS66tFvPM/5Ry7ds+vzX2Rv37DyUkdEkKall/UZDel9wfrvS55ae/tXufd+I3SUJ+D9rVyde2b91oya/T3hfACgPMZx6aCwFsOm33/58+y2l3KBLl1Ntdnjb1t8nTDDl5tRu0bIgK0umEjKOGfXNt/PeeGPv8mVyoQzIZOw184knZGpzVqe1rp89e9bTT8mCPjhYhmXHUlO3/vGHvCyb9uWd381wD8IsRUVTR96Rsnp1fJMmMg3Z+uef8rJz0aJr33jDtTfLOXTo+8fGHFi3TkZ4tZo0MeXlrZ7x3fo5sweMGdP5hhtP9Ry+ffDBPcuWyoL8b8Pi4rf//be8rPjmm2GffhbboIGoCuW+zsu+/PKPN9+wW63htWrF1K+/f+3aXf/+u3ne79dOeEMucd134aSP/3r3XVmISqoXmZi4d/nynQsXbvpt7jWvvR5Vr97pH0UGi1/eOUq+LMrLe2Tnjt1LFjfoWs6pTxV8MqICn5mEZs10gfp9K1fIDCu5UyetLjC8doIoz+n/NGN4eP1OneVbs2fpkpaXXKrcRX7MZAYnCzL8dY/h5CdBfgya9O4tqo78efbjM08rGdzwTz+THw8BeAMqeJ7m/PYdf1u+5MmP3w0NCurZ+qQ+cTIyuHvIdWXvsufQwQGP3Ls/Pa1pUrJM8ZZu3iAvMlN4+4Exp3mg7Pz8QY8/kJ59rEHtxDpx8Su3bpaXhevXfP7E2LIxXynv/fCdzM6CDUYZM8nE8Lu///hp8cIvn32pR6v/TsN/Y/qXb3z7pSwkxsbViY9fsmnDgnVrfvz3r48ffVY+4vFtvp36xvRpsqDXBTarl7xmxzYZqUz+dfbEh5+QmaA+UNe9ZZs9hw8eycqsF58gn2RyQnXN7zlr0V8PvjNepj+hQcHNkutv27f3+3/+/HXZ4l9ee6dZvfpyA4vNestLzy5av0Z+ZeQSq832y9J/f16ySD7PN+8f7TontMBUdNMLT8lXUtksOy9XJncyjlQ6fbv7aM7346Z8ZnfY4yIiGyTWWbl1k/zPZy/657PHn5evmFDRV/N+/Wj29/LT1TSp3rb9++QHac32LdOeG3fd849n5+U1rpskY8d/N6y9cssmGdglxR8/ysv89JGJb8iCDN3kK3bgSNq8FUvl5ePZP/z19sdRYcen/5Yv7P1vv+5wOMJDQuX7vnjDuj9WLhvc64JSz8FksYx+/61ZC+fLcv2E2hEhoXOXL5Gv8JV9Lnrr/kfkx+NUT16+aNePfUIpyyB43+HDm/bsnv7XvJEDr/rfiLtcm53x1Zb5r1ajkcljREhYi/oNGib61BAZQNUihlMPjaUA/vnwg/pdunS85pqju3Y37dv3VJut+PrrFv0HXPrEE2Hx8TIEmXbXnakbNnx++22hMTH3zp4T27ChXPjD44/JKESmVxWP4WSi98vL42S99qpXX2054BKlD9S+FStmjHk0++DB9XPmdLvlFtfG2amppty826dMrdfR2Rwq46TpDz+8Zd7v62f3UTruSXPGjpUZnMxihox7WQlN9q1cOf2hB3956aU6rVsnltcLLGXVKhn0RNerJ/Om2i2c4+wUHjsmn8DeZcv+nfzZkBdfElWh7Ou8f/Xq31571RAaetUrr7a85BK5xGY2z3722Y2//vLry+NueOdd5Y7yacigSm527YQJjXs5Myb5Us949FH55898+qkRX047/aPMmzBeZnBJ7dvfNPF9JdP86733Fn78UamnV8Enc6pHKeWyp56W169072bOy7t2/ITQuPJ/e1TkT2vUvbt8d/atXOWK4eTHQynsWfbfbCRHtm/PS0+XH4zgqChRdea+/PKGn36KSU6WGdyp/grgbDE2nB966pYR/6xdlZaVee1zjyXXqt2hWYvOzc9r36R5q4aNTtVPasXWTRd26Dz9hdeULk6f/fLjs59+IKOx+6+5sWyXOpfFG9cFG4O++99rvdq0FyXjqd32yvMyIvlhwfxrLzjDZKwyg7uka48PRz8lIxgZSL045ZNPf5712IfvLHzvUyXCkxmHzOCC9IaPxjyjjGSXU5A34rUXl2xcd8+bL88dP1GU9Br7YNYMnVb78aPPXNy5myzILOblLz+T/9XYyR/JeCs6LOKHlyY8+fF7U3776ab+l1XfuGa7D6U+8t6bMoO7Y+CV/7v9Lvm9y8zNvvfNV2Uo+cC745VeUW9/95X8o2RCNO25lxvWdmY02/fvG/riM3MWL5A5znO3Hu/r/dkvs2UGJ5/5N2Nfad2wsVzy+4qld45/SaZ47o+4bPPGFz6fJF+fN+5/bEhJJmW2Wh54+/Wflix84uN3pz6tagdqmcGNuWn4qEFXhRiDdqbuv+yxB2QSd8noezuf12LSmGfDgkN2HTxw3XOPyc/kF3PnPDt8pLzL0ZxjT016TxbefXDMkN4XKj0c5Sdq5Osvysx0+t/z7rriGlESSj7x0Xsyg7v+wv5v3jdavrDyTZevhvz8lHoOH/w4Q2Zw8gM86bFnldftYEb6jWOflAtbNWhQbvqseOeHb+X1I9fdfNeQa2WE6mwS+/dv+d598vPM2y4fXL8kt63Iqz3x4cflW3nXhHHtmzZlplTg9BgbTj00lgKIbdBg2KRPWl92+YUPPFC3TZtTbaYzGAY+95zM4GTZGB7e8RrnuRgyZBkw5jGZwSkL+z38iCxk7d8vKixl5Uq7xdLsggtaXz7QdYqljHjaDXbGakf37Cm1/cUPPaRkcFKjHj1733GHLCz+4nNlyfa//pIJTnyTJte99bar41L9zp0vfeJJWfj99dfLfQ4ZJY+S3KmTksFJMsq56IEHZZiYcNrZMOWfv3TKFHmRAZA4k1Kvs6xT/j5hvFwun5sSe4mSF/nKV16Ja9x42/z5e5YsESVny8pg0fmHP/KIElSJkpf6hnfekanQgbVrZVJ5mkc5umvXjgUL5At7zWuvu/oVXnj//fKlc79XBZ/MqR5FVEoF/7TGvXrJ632r/hsMKGX1Ko1WKz8GBZmZmSkpysLdJc+wSc/Tneeya/G/8s3a+scfomIWfPThim++jqqbNPyzyWRwqEKMDeeHGtdJWvDeZzIPkvFHypHDMoZ4atLES8fc13LYtaMnvlnunKEyBHnjvtGu0ydHXD6kaVJ94RxFbvvpH+vJobcpGZwks4+nbrldlJzBKs6kVnSMksHJcqBOJ6OrRnWS9hxKnbvcuYPNLyp86L0JsvDsrSNds0lEhIRNffoFmU+t37Vj+l/z5JIDR9JkKJMQHXNpt55KjmPU65+85fb+XboP6NJDRnLibDS7+crEK/srF/lCySUyvHMtkZcdB1JOdd/Jv8yWuUz3lm1eGHG38o2ICY/85LFnQ4KCN+7eKZOpDbt3vlsS90x+YqySwTkfsV79SWOekQWZG+45fFCUfGE//WmmLIy9fZSSJUkDunS//5qTAkS52XOTP5CFl0bdO+REvzD5Yn4w+kn5n/+5avk/a1ef6qnKd8f9j1I+D21uvc61RAZJ4izJp/rwtTeHlAzP2qRuvYs7Oee1sDsc7zz4mPwQipLP5D1XOoOw/UcOK3dZsnG91Wbv16nLNX0vdp1l3LN1u+svHCALO/Yff6m/nPdLXmGB/DQqGZxcIrOwj8c8ExcR6f4EZMA38Ydv5Afpy2dfcr1udWLjv3ruZRk9vzH9q4yc7FM9+Z3798nray/sLzM4UbJDu7L3hbdfNviGiwZYrGZxbq82gHIRw6mHxlIATfqc7z7E2KkktmoVHPlfBSsqyTnCizYwsEmfPv8trOtsn8/PyLBXuJ7dYsCAJ5ctVzpPuchdk/KUbBaz+3KZrLl6vSk6XXe9vJZh07GS7G/zvN/l9Xn9Lg40njS5mIyWZKiUsnp1zuHDZZ9DZF1n5Xv97Nmrv/vOtVeU6dI148e798Urqyg39/fxr8tLTlqaOJNSr3Pm3r0HN26UcVLryy9338x5Sm9JELZ5nvP3zL6VK4+lHgiJiWk/5Er3zQKDgrrc4PwBsHvpktM8yvZ//pHXzS+8KCIx0X0z5b5n+2RO9SiVU8E/rVazZjL8Pbp7t/xciZKB/+Qd67Zrl9zBmca6RqDbvdR5TnHjnr1O84hb5s2Tb9ba2T+KClg5/du/J06UgezwTz8NT0gQgFehgueBkuJryTxowxfTJz78+PntOihn5OUW5H8z/7de99w2d9niUtt3at6iVtRJJ8I3S0oWJaednuZRZGwxtP9JHdIH9+orH2vLvj0HM87QYnTbZYPdx/+S2cfV518kC/NXL5fX/25YdzgzIzI07KaLL3W/V7DBeNtlzjFh/1m7SpScrCoTHBkkPTLxjaITB3EZ03zx5P9eufN+GckJtfy7Ya28ltGn+0KZQP3y2turPvlKhlAzF8x3OBz9OnVtnnzS6BPtmzbv3qqtzW5fXPI/rNq2RQZGUWHhQ3pf6L6ZTIXcb8pcb9Oe3fJFu+b8fu7LZeQ0pHdfUdLZUKiod9v27jcblVQDurVsFR/534eqXrzz6CbzMuWm/Kjs+nb2K3c+4H5HuTPRaZ0/z02W413/5q1wHnBvv+wK97hfvsXDT35Bfl+xRKau7Zs0V8YEdJFfhC7ntSw0Ff116tk2kkrS5zsnjDuUcdS18KWR98rgTwmjPe3VBnwAJ6Wqh8ZSANF161Zks8jaJw3doiupScswzn03ojtRvT6rX4AyIJMxR9b+FJmkZO7bl3vkyKEtW7JTU53/z8mjrkQnJ2tPrsEHRURE1q0rN87cnxJVr568r1y49c8/DqxdW+pRlHkG8o4ejahdegyaht26J3fsKEO6n1743x9vv12vfbv6nTo3u+CCmPr1RdUp9TrnliR3Msf86u67S21ZUFIhziupehZkZcnr2Pr1tWV+usQ1crYtZ+zZe5pHyTrgTCdjkpNL3Tfm5AHvKvhkTvUolVPxP63ZBReumv7t7iVL2l5xxYF166wmU732Heq2bi1X7V+7pv1VV1kKC1NWr5JRY+2WLUVVkB+kX150ns9SeOyY/MxEVsXfC6iJCp7HkjnXVX0ukhez1SLznYXr10z+dU5BUeG9b72y9KOp7rlbQnTpTrghQc4WpiLz6Rq6GiTWKTWUvgwmEmNj96Ud3nngQJ3Y+NPcV4n53NUpGWBLmeY1I9fZd6lhYt2yQ3q5khFRkgOOHHTVhz/O+Hb+79//82ebRk27t2x9Yccu3VtWpuv09q9mucoyrxw98c3hlwyScd4Z7yjrIcrzaZJUr9xnK6VnO/+isn+11Lxe/aWb1u8oOYbuPuSskNSvnVhqGgoZzMVHRqVnH1NuHippKwrU6m44MaiZy9GSbdKzs8Qp3HnF1fLiutll1FCZY2744rvYk/uXnZWk+JMakAJLPhW1Y076UP+qt3kAABAASURBVBlKjr8Otzqb/PDID4n8kxesW70r9cDhzKPrd+1QcjqH43iVTC4X5b2wpV5JJUHbeyj16mceLbWlMm3CkRPxX1kPXnvT8HHPbti1o9PIm5vVq9+pWYu+7Ttd3Lmr67N3Lq82zta4/jnWkml7B44O6jRYvSQdKiOGUw+NpQACg4wV2qzkvIZSNNoqmPlr9Xffrfr++8NbNruWRCcl1e/ced/K0s2kYeWdGBgWGytjOIfdIcsFx0rqXjt3yosoT0FmOXW+AI3mxvcmLvj4o/WzZxdmZ+9YsEBe5r0xofmFF1729DOlZidwF1mnzthNm0XFlHqdC0qqiTJRUqaGONVTlQGTvA6NK+eHk/Jq5GdmnOZRzAXOu5edWCA8Pr4ST+ZUj1I5Ff/TGnXvLmO4fStXyBhOXssl9dq3T2rnHON8z3JnHw35UbGZzafvCidd8b8X5EVUgPzf5IvW5Pzz182a9cu4l0Z9O/3ce/8BLowNB1GSd/Rs3U5ebhkw8PIx9x3NyZ65cP7dg/+bfNOoD6zEf1uqA50iJiJSxnA5BXmnv29CdEzZOwpnl70CeV1QVOTcJiam7B1rx8TK64wTgdTTt4xIjI37ZM5M57QAO7bKy/uzvpPh1+t3P9DlvFZCFQWmIqVQ7guiKDI7t6kVXc5fpCxUAp38IufRKi6ynIFHa8XEumK4zFxnwWKzLt28odyHO3piS3UEGco5Up9xwtYpv/005beft6X818InU7lOzVvIyNi1RPk8lH1BSn1+MkvOOZUf7KOnOPk0I/uUJ6Ve3KnrtGfHvT3jK/m42/fvk5ev/vg1JjzysZuH39Lf2W3f015twAdQ01UPjaUAKqp6dhebf/vtpxf+JwtNevdu2rdvYosWkYl1QmJilk6ZUjaGM+cXlP0f8jOdDZ6RJWdbhMfXOrpr13VvvNliwABxNozh4QPGPNbvwYdSN2yQyc7Gn3/KOnBg219/Hdmx854ffyx1imuVCC+ZlSyhefO7vj/deD3KYHz5J3dGU+SXRGOnn5HAGBrq2tKdKS+vEk+malX8T2vYrZsMfPeWzMywb/VqeeRK7tDBEBaW2LLVoc2bsg8eVE5frcI5UvUhIcM+/Sy6Xr2UlavStm2Tn8aeI0YIoCrIDzBjw/mbB955/ft//hx9wy2jry9noIO6cfFDel/4yc8zt6fsE+es3PG2lLwj+sQ0l6eSXia5UP63qLAwcSJrK7cH05FjJQfisOMjkGo0mhGXD7n9ssFb9u39d+PanxYvlEncjgP7rnrm0V9ff69Noyai+oUGBYeHhOYW5Ms/ShkKrayEaOdflH6snG5TR0sWKhODyv/nVJvlFfx3grDS0axpUvI/734iPEAldgE//vv3kx87p2jo07ZD/y7d2zVuWje+Vnxk9AezZrjHcErnysycnFJnm5Z6iWqXdKUcdsnAV08+y7WCLuzQWV4OZqQvWr92/urlvy1fmpmb/fiH71isVvnp8rRXG/ABjA2nHhpLAdSsldOdoyN3vPa6mz/8qPP1N9Rp3SakpKU9N915emmpfVROWumR3Rw227GSc0ZkYiJOnH15aOvWsg90eMsWZXCxsmxm89Hduwuzs7V6fXKnThfce+8Dc3+7ZdIkncFwLPVA6vr1ohooZ7ym79ypdApzl5eenrlvnzK+XnTJGHzlDmmXc+iQvK7VtOnpHqXkBckrM/i3jK4q8WSqVsX/NENoaIOu3eRzlm/T/tWr67RubSj5TZjcyTk83IF1a3cvWaLR6Rp17y6qSGhMjHx0Gb9e/PDDomRm2NwKDP8HVIQ6VS8qeB6lUUlaMW/lstNvFnWmmKwi0jJLH+nkh0EZFa5JeWdfujtyrHTEdvyOdZ13bFAyiUG5s0mkHnUeslvUd87XZHfYZUaTcuSwzIJbNmh45xVX//zaO/9+8HlSfC2Hw/H78iVCLckl82keKfOCvD/ru/vffm35lk31azsb8A6kn/IvatmwkXBOZeAcl6DcF9b91VDe5Z2p+10d8VwOZ2bsOnig1LSqHmjyL7Pl9Q0XDfh27KsyRe3Q9DxlILm0LOff7tqpKK/boczSr9uhzJPa1RomOj8wG3aXc3aCfJX2p6fZHXZxCmlZmUqPvDqx8fL5fPLYc5umfjegi/Mo/8vSRcInXm0v0nuooe9tRnlJbFYFJ8HAYxHDqYfGUgA1K++os9LWsGtX94WmnJytf/4pC8qppi4Ze/Yoy13WznROXtb8ootkZCYLLUs6wa37cVapOOngpo0fX3ftWxf3Kyqvm8Cvr7z8/uArln/1lfvCRj16KqPIBWiq5agUGhvbsFt3h92+4uuvS636+cUX3ht4+fx33xElExTEN2kiE6gdJZMtuMjocN0cZ3W58WnnBm1Uslbet9Rcrmt+nFWJJ1O1zupPU8pLv5xqt1rrdeigLEzu2Eler5/zk/xgNOrRIzAoSFS1FgMG1O/SxWoyyddBAN6DCp5HUcaM37h753OffVh2rcwjZi78SxbOb9dJnDOZX5SaI/KrP+fa7PZuLVsnlHf2pbvv/prnHuAWmk0//O085l7R0zkXU8v6DWX2cSQr87eTozSTxfLtfOf8SBeV7JO//2d+j7uHy5zLfZuGtesoY8NpNMc/mcogX9WaF1/WzTlSwdd//u6+sMhi/mTODz8smK/Tagf26C2v569eXipblCHOovXOEWYv6dJDXrdv0jwsOES+sPNXn9RJ/+s/f7O5jWBbKypavsjOaVV/Lj0R0JgP3upz34hxUz4Tni29ZMzWPu06uC/Mzs/7aclCWbAXH/9jL1Ve2D9+c99MvhRf/zHXfcmFHTrL123dzu1rdpzUOCrfgiueeLjbncPmrSg/mD6QfqTDiBsvHXO/cjqwIiIk7JKuzppAQICzVlbxVztQ6zzTjpaJc9FnmMzgZBJnSGxODOfLiOHUwy4JQM1SerFt+m2uq7+VDIym3X2X0l3LZjaV2v7HZ57es+T4D4Bt8+fPfe1VWeh79z3KkuROnRr36pWfkTHzySeUGQBEyXD7c557ThbaDR4SVN5oxy3795fX/376yYaff3LtFTf/Njdz376w+Piktm1F9eh7j/Np/zt5snws18Ll06Zt//tvjU7X6XrnJLAyBLzogQdl4YcnHt/17yJlG1Nu7jf33394yxYZY513Ub/TPEStpk2bXXBBUU7OtLvuVJI4+bLI13DdrFmVeDJV66z+NCWGWz/bGc/VK5kjVThjOGdh1+J/5XWTXr1E9Rj4zLPyFdixYMHm334TQFVgbDh/k1yr9qhBV8nCpz/PGvri0+t37RAlYcSSTevHfz3l4ofvzszNPi+5wfknxx+VNnL8i9P/mqd0NZq7bPHTkybKwnPDR53xjqu2bbnphSdlLChKxlYbNu65PYcPXty5W682zjk3NRrNU0Nvl4V733zlj1XLlbvkFOQNfemZ7fv3yYTu8u7OtG5Al+6GQL38r8ZO/sjVU0kGWz8tdkY5/UuCLeE80zNYXm/as/NYXq6omBsvuuTQrHkVmZ9BcecVV8dGRM5cOP/h9yYokwzIZzt64lvp2cca10nq0LR5ndj42y4dLLOe654bI/9S5V7yb7lx7JMygrzugouVGRLkF/aBa26UhbveGLd8yyZRMiTZhz9+9+TH75Z6xMdvuk1eT5w5fdaiv1wLP57zw19rVspXb3jJfLIVsWLSNPmXnsv8DJXToGR8j1kL/3Z1JTucmXH9848rZyKbzMfnvb3hwgF14+IXb1x3y0tPK5+Wnan7r31uzNaUk+aMksHZXUOukYUH352wac9uZaEMbR9+d4J8IxrUTlR6t5WVFF+rQ9PzzFbLiNdecCWk8rP0+dw5stC/czdlSQVf7YgQ5ynJKWmH9x4+JACcGmPDqYfGUgA1q9ftI3YvXrz1zz8/uHJIRMlpDvvXrrGZzcrUpaVmBqjdomXe0fSpo0ZGJyXJECczJUXmI5c++WRC8+aubS5/+hkZ68iETuYmCc2aG8PCUjestxQW1m3TZsCYMeU+h0Y9ena45po1338/84knfnvtNRld2W22/atXG8LCrnr5lbLzeFaVeh06XPLY43+89eaMRx/99eWXZfBUlJubVnJG7VWvvBJ9Yg4ymaNdcO+9Cz76aNpdd0Ul1QuNiT68dat8iWT5ujffUroBnsbAZ587lpp6ZMeOdy69pFaTJmnbt9ut1ia9e+9ctKgST6ZqVfxPi2vcWJkSVzjTt+O/VIMiIpTh4YQzhquygeFKiW3YsPuwYYsnT/59wnj5uulDQgRwbhgbzg89d+soGfd8/edvMiOQl1JrOzY7b9KYZ6vkXQsLDrHarDJ4emXaZGOgXklJXr3zgXZNmp3xvvFR0QvWrel257BWDRvtTk2VQaGMq96+/79pLi/t1vPha29++/uvh497NjE2LjYyauu+PVabTZYnP/G8seRwGRkaNv6eBx94Z/ykn2Z+Mfen8+o3CDYYV23fIjd7cujtrRs2Vv4r5YzFX5b+Ky/X9O337oOPiaomn8+7Dz5+31uvylBSXlo2aLjjwH75NGrHxE57bpzyaj964y0p6YfnrVja+97bm9WrL9fuOZQqv6E9WrcbN+o+13911+Cr1+zYKjPNK59+pEndejLUyyssaFi7joyr3HvSdW3R6tlbR748dfK9b7761MfvN6uXnJ2fv+PAPrnq3QfHNCw5q9eT3X/1jQvXr/1j5TL5atSNq1Usildv3ypfExmKyT/fNelBoE435ekXZFg5f/XK+XcOky+IjOF0Wq38eMiXyOhWa7pr8DW7UlNnLZzff/TdMlyT/+fewwflqyc/pZOfGKs59dkGb9738GWPPbho/Zouo4bK9yU6LFw+REZOdv8u3W+77Aplmwq+2g1LTl/dl3a45z23yvRQRpwCQHmI4dRDYymAmpXcqdPIb779+4P3ZU60Z9nSQKOxfufOMvWo27rN+L7nH9qyJS89PezEtJ4RCbWuevnln174X+a+fTKAa33Z5V2HDpX5mvt/GJWUdPuUqcu/+mrfqpWp69fnpAXIkK5l/wEdr732NInVoOeeb9Cly9qZs7JSD+wrmQrgvH79Lh49upriJ5duw4Y16Np15fTpadu2ymcbkZjYZtCgnrfdXmrEt/PvvqdRz16rZ3wnQ7T03bsTW7Zs0qtXh2uuLTsFalny1bvtiykrvv5qx8KF6Tt3RiQkyNf84kdGv967V+WeTNWq+J8mg7aV335Tu0UL9y6NyZ06yhhOhoZR9arxneoz6s71P/2Um5Y2/713L33iSQF4PCp4nkYmDhPufWTUFVfNXrRg2ZaN+9IOZebkyFCgdaMmg3v1HdCle1UlpzHh4R888pRMnWSEkZGb069Tl+svvOTy7hXqLzz6hlsKTaa/16xctX1rg8Q6fdt3vGPgVaVGrBtz0/ALO3b5Yu6cTXt37zqwv2WDRhd17DrsksvjIv6bL+iavhc3rlPv/VnTN+295cUXAAAQAElEQVTZvXnvbpvdLiOwMTfe6urHJA3q2ffP1at+XPSX/KzKSEtUD/knzH/n44k/fCtzwO3799WJjevZuv3zt40KDQpWNpB50BdP/m/G33/8suzf1du2yifTs3W7QT1633Txpe6TisryJ2Oe/Xr+bzMXzN+wa2ew0diqZZt3H3ps+LjnxMkntN49+No+bTpO/uXHTXt3rdu5PTE2Vr6/9199fYv6jYTH69Gq7dzxE1/7+vPNe/cs3bxBrwvs1rLNnVdc3bl5i1bDr928b8/hzAxlpo7zkhv+/Pp7b383TX5UZDw3sEdv+YdvTtkjY7jQoP8aq4L0hvcffvzybj1//Pdv+brJFySpVu0rep5/95XXnWYGW+Gce6H+gvc+eff7b5dv2XjgSJp872pFxzwzbOTdQ65x/6ZU5NVOiI557rZR47+aImPlvMIimZwqJ0QDKCWAqkM1KS5ht9ttNpvVas3Olm0G+XXq1AktmUoPQKUpXy6Hw6F8uUzbtxcMGyaXByYl1Zs5SwBADTFv25Z6y1BZsNeta3nnHYPBYCwRWEKn08l0IKCEgCqOHj1qMpkKCgqMJ+j1+nN8L9wreFJOTk5ubm5CQkJERITwS8pPCXlQVl4Ti8Vy+Z8fr8lydqeNMYZuGj5W+CIZQ1z22P31E2ov+XCKOEvDxj3z56oV7zww5toLLhZApUycOf3lLz8bfsmgip847J8GzHx7w1Hn7iguMPi3rsODgoIMJc79WAC/JQ9zmZmZMtuRZVftQqnpabVa5RN1xv+EseHUQ+IJAACgJsaGA+C93v3h2253Dpvy20+lli/d7JxZvtWJ844BeBdOSlUPKTsAAIBqZNWLseEAeK9mScn709Pemj7tkq49XeeWfvXH3L/XrEqIjhnYo7pmTEJNGdc/x1oyZdrA0UGdBlfXiMmoccRw6qGxFAAAQDXqVL2o4AGoJgO6dJeX31cs7XHXcGXqj+z8vK0peyNDwz5/8n8RIWECgBcihlMPjaUAAAA+hgoegOrzyWPPTf9r3jd//rYzdX9eYWHTpHp3Db5m+KWDkmvVFgC8EzGcemgsBQAAUBNjw6E6tGvS7NCseaJSpj79kgAqTKfV3nzxpfIi4Ad6DzU47M7DVmIzrYDvIoZTD42lAAAAamJsOACAt+gzzCjgB4jh1ENjKQAAgI+hggcAACqOGE49NJYCAAD4GCp4AACg4ojh1ENjKQAAgJoYGw4AAHgUYjj10FgKAACgGln1Ymw4AADgUYjh1ENjKQAAgGrUqXpRwQMAABVHDKceGksBAAB8DBU8AECVmPZogc3iLPS4wdC0B1mNz+KtVQ+NpQAAAGpibDgAgLdI2WCzmpyFVhcFCvguYjj10FgKAP6g2G7Pmz3dtOTvoiPphgZNIgZdHdSxq9BoTn8v64GUgp+/K1iz0mFzBHXoEn7FNfrkhgLAuWFsOMD32A6lWpf8ZVmzzH7wUEB8LcN1twd37ioAwEsQw6mHxlIA8HnFVkvORxNCj2zTCpvJYjZtXFu0YU3UzSMir7pBaLXl38XhKFq51PHT5+GGYpvGnp+bm/fHr6ad2+LHPK9PShYAPBsVPKDKaUSAMUBXWGx1XyiPsI6DB4q+/6p4zRq9NsiRuc9elF+YkmKKTG5GDAef0HuowWF3Nu0kNtMK+C5iOPXQWAoAPi//z9+C0ncWCqOjY/fYa5uZd28r+PefY19+qo2MCrv4snLvYtm9/djXn+utebZ2XYMv7mLIy83/+3fzts15P/0Qc88jAoBno4IHVLlQjV4rNLZih0XY5U1HcXFegUn3/ZTiv/7Qa4ICDGFFxw7ZTfkyAs8usAcUmgTgE/oMMwr4AY2AWmgsBYCzNXXkyLGtWm7/6y9x9g5t3lRqic1sTt+5U1SnwlVLirJyi9udH3HDrcFde0TdeFvUjbcGGI05P3xtz88ru32xxVK4eoXtcKque/+IOx4K7tZLpnWR19wcmFi3YOUSAeDcMDYc4I1MDlthsdUmHLJstdpSDx9btT2taPUGoz7SZsrPP7zDkpsuV9kcItthCIyMFADgPYjh1ENjKQCow261/jR27Be33ea+MGX16g+uHLJz4UJRnWxZmccOZAR36Xl8nx8QENK9tz65vj0rw3Ygpez2jpxs64GUgNCwsH6XBpwYP07foLEuobY9M0MAOAfya8jYcIA3sgi7uViGbMWFJsvWfembU3NEUFhWhz6FR/cWHt1ntxQqm2UUCltIRHjzpgIAvAcxnHpoLAUAdZjz81d/P6PY4XBfuOWPeVn794tqpg0Jk7/KT+r4pgvUxcQLR7HtWFbZ7R2mIkdBni48MiAoyLWw2Gwqtti0oWECwDlQp+pFBQ+oJnkFpg07D6dmW4JjYiwWy+aQ2LSwSFFsV9YWWsXhAqGvFRfdsYMAAO9BDKceGksBwOcZWrQO0Onyfv9JnPhlXmw2W/buKrbZzJvXF9vtpba3ph22ph6wHDlUXPBfcmfausmyf4/8rwQAj0cFD6gOJot17baDGYWO0OjonKNZmYcO5+pDt3cbXBARJ5zxt9ifI+wButhOHY0JCQIAvAcxnHpoLAUAnxd+ySBtVHTB4gWZn060HT1izziaOfkD25G0Yrstd+H8rN9/ttmP99GTB4WCQ4eypn9pO3K4OD8//d3XbYdTHXk5BUsWZE+f6ijID79siABwbhgbDvBkOqEJDdC7bmrE8W+sxWpbsm5flkWEx8XqCvOb6C2twgM6JsXYmrTe0O/WzISGR8zaHIvQhoQkXXu1a0gHAPAKzJSqHhpLAaCsI9u3r/zuu/1rVmcfPBiekJDUrt35o+6MrFu33I0XfPTh3xMndh8+fMCYx9yXf/fIw1vmzRvy0rh2Q4b88tJLK7/9Ri60mkxjW7WUhQd++fXdy4/PUvrHW2/KS8/bb7/4kdHKksLs7KVTpuxfu+bIjh3xjRvXa9+h1+23GyMiXP/54s8+k3eR/3lYfNxf775bmJ2T1K7t4Bde1Or1ZZ+hNjo25u6HMz94M/fnWfl//Fosf6EXFcnl8md6rtAuPVqUmHKkXe0YvVZzQAZu21PrOXT1nb86is1bNh64e5gmJLS4ID8gODhi0DWGZi0EgHPD2HCAJ7MLR1Gx1XXT4Txaivwi87IN+3ItATG142y5udb01K/n/HL4aEbDenWvHTJoZ/J5S4JG5Pz1W0zAji7XXxnasIEAfMW0RwtsFmehxw2Gpj3IanwWb616aCwFgFI2/zZ31tNP28zmoIiIWk2bpm3blrFnz9Y//xwx9cu4xo1FpcTUq1e/c+d9K1fK38YNunaTS3RGY8Nu3bMO7JdJX0z9+hEJtaNOxHz7VqyY+dSTuWlpxvDwuEaNMvft279mzca5v179yqv1OnZ0/2+PpabOffUVc36+LMtnW24Gpwju1F3z8FP5f/9uST0gbLZih8N25LCtoCC1Ycs9CQ337EtLyysKEPY1B48atDrHeZ1i0g9EmPJ1CYkavUE4g7yY4M49grv3lpGcAODxqOABlVbsTOL++wYV22w5+YWLNu47lm2u17xJTkZmoKkg7cCBY7nOcRuOHM08dDhNY4zYlm8+kNyi08UD6l8/QAA+JGWDzWpyFlpdFCjgu4jh1ENjKQC4y9qfMvu552QG13348P6PjpE7ycLs7FlPPrFz0aLZzz93x1dfi0rpNmxYm0GDXu/dS2cwDPv0U2WhLMgQbfm0aR2uvKrniBHKQlNOzoxHRxdkZfUeOarvPfdoA501nqVTpvw+/vUZYx69/+df9MHBrv928eeTIxISLn74YZvZYgw7w+QJxtbt9Q2b2tIOOcwm4XCY9+48smzpzlbdHTqd/Mm+IyO7wGzOKSyy2KwiKqFux96JkcbQdp00Qc6H08XEaWJiOcUG8BZU8IBKkym2PTPLnpFhO5Jhz8g05+ZtjKq9KdtUKyrm2JGj+dk5wYGa6Ojo8NAQk9kcHRURHhG+IzUjLTMzMS7q6v49DEajAABvQwynHhpLAcDdim+/tRQWNuzW3XWGaXBk5DWvj39rwIDU9esz9u6NbVC9Z5osmPSxzODaX3XVRQ8+6FooM0H50Ku/n/Hvp59e+MAD7tvf8vGkU50tW5YmJETfqIlSNrRo7WjdSXewQJjM8qbRqA8JMRp0uvScnPRiR1j/QVHJCbpQ+r4BVY+x4QCPJb87hf/8mzPjR3NmRuGxbHN+fnbD5gf6DbTaHTn5edqSL2+B2REdGnnFpf1NhQXBYeEH8szb9qca9bohF3RKSogVgG/pPdTgsDs/+YnNtAK+ixhOPTSWAoC7vcuXy+uuN9/svtAQFjbiyy8NoaFh8fGimm3+7Td53eayy0stb33ZZTKG2/LHPPcYrk6rVhXP4EoJ0GgikpN76bPmbj/gEKJeUi0Zw23ctDcmLCzOqG3ZKElnNAgAVU1WvRgbDvBYBX8uyPjg0/07thbarA5RbI+MtnXsElI/OexQWlZ+XogxyBAYKL/AWUW2QG1wQGjw0cKiFVt32Bz2y7u163heQw1fPficPsPo4OkXiOHUQ2MpALjIXWL6jh2yENuwYalVcY0aiepnM5vz0tNl4e8PP1h04txVhd3qHB035/Bh94VRSUniHMhfC5FGncVm0Wh0RSZzgCbAZrOFGA1tkuLDyeCA6qFO1YsKHlAJhSvXHH3v4/07tuUV25Ql9ujYoNZtzQZDZGjIsfz8I9nZidHROq1WfsEsdofVZluxZVuh2XxBpxb9u7cO0gcGCq02IMB04u4A4C2I4dRDYykAuFgLC5XfrqHR0aImFOXkKE9g/+rV5W5gNZnMeXmGE8PABRqDxDlwFBcfyC7MzC8I1OmK9x9Rjgg2u+NgTuGxIlNUEI2fgLeiggecLcuBg2nj39m/c1v+iRAtQKvVRMdm24odmVlBGRltd23ZnlDniFYTExqm1+kKikwbdu82W63d2zS9pl/XsGDnEdkq7DYycABeiBhOPTSWAoCLPiQkOCqq8NixgmNZhjPNeFBK2d2ppaBQnKWQmBiNTuew2Z5YvMQYESGqmdVm35WVK1v1c01FcVERDpvDbnfI5ZlFJpnEEcMB1YSx4QAPVKwJKAgLNocEibw8+SU1JtQKbnFedtNW1pzsqD27Exb+UZS67+iI+4/a7enZ2Vq7bV/akQKLtVubpjdf0iMqLOS//0cAgPchhlMPjaUA4C66Xj0Zw+UeSY+ul+y+fMkXXxzdvav9lVfV69Ch1F00WueAtXazpdTy3PQj4izJ/yquYcMjO3akbtzQuFdv91WWgoJjqakRCQlVGM+l5RUdzi0MMwZl5OebhT0pIebw4SyHw5FnshzILmgSE24I5IgMVD3GhgM8UGBCrQbPPB6ycNGxVWsMsTHxHWIstWL2LMmOX7YwYdXy/Kz0I+07G+s1jLRYUlIPHN6zSxMgLryw19X9e0S6ZXAA4KU0AmqhsRQA3DW/4EJ5vW7ObPeFVpNp2bQvlZ4J7gAAEABJREFU186apdGVE0vpg4PlddqO7e4LD23alL5zp/sSbcl9S+11yy5sflE/eb38669LPcqq77778Oqrvhhxu6g669Ky7MXFOq02zGA8cOhIrZjwhATn2bjy2aTmFGSbrAKAd6KCB5wt2RIW2qB+8o3XNx/zcIvbWiW3PRil2Z6wY0vC0kX5mUeOJjcouviKIpvtwJH0ozm5gTbrxfXirr6wCxkcAN9ADKceGksBwF23W24Ji49fN2vWT2PH5h89KpeYcnN/fvGF3LS0Wk2b1mnduuxdajVpKq8PrF275vvvix3OkzpzDh/+4fHHlHjOJTA4WFbxbWZzyqpVroXGklNf07ZvL8rJUZb0GD48OCpq58KF/3zwvt16PAhLWb164SeTStbeKqpIntm67Wj28T8hImJIyybtQoMTa8dERTmf0tFCU1p+kYNf8oB3ooIHVI5Wrw+LPhbqWKA1JGlWmxNXb8jPzU6Pjjp2fv/dRZbV27anpx6os3trn00ruteNCSeDgx+Y9mjBFw84LzuWMPeIL+MUGPXQWAoA7nQGw5UvjZv59FOrv5+x5ofvE1u2PLJzp8zOouom3fjexHJ/2SZ36tSi/4At836fM/b5v96fGN+ocerGDc0vuCAmOfnv9993bSYzuNiGDdN37vz81uHy5kO//R5Zt250vXqyvGnur/LS/qqrBr/woiE09JrXXp/1zNP/fPDBkilTEpo312g0+1aulJt1vv6GNoMGiSqyPi3TYrMr5ea1ovo0qhtu1Js0Gkvd+KIis8lk2ZWR0yw23Mh5qUBVY2w4wHM5CgNz/9Aak3NWWFI//DvHYs6KCM7p0tkmCnvoCw7++k1EXnaQzdlIFp6QEKA53n3EEKCT32omSIVPStlgs5qchVYXBQr4LnrDqYfGUgAopWGPHnfN+L778OF127U7undvZJ06nW+48a7vv5eFcreXtfBr33hDJmhNzz/fZrbojIaBzz571auvlT2D9fKnn1H+Exn25WVkyEKLi/u3GzJEGV3OnJ/vegJ3z5zV646RdVq3Ttu2Lfvw4cY9e13/1tuXP/usqCJ2h2PD4SylHGk0dEiMkRmcLCcHauqEGBMTY3U67Z6s3AILvyiAKiarXowNB3gsXeFmrb2gaI9x7wvfZ9kslqTI3o8Pum6Y8fKB50UsWZCYnZHgCKinDwkPNBri410xnLnYRgYHwKvR8K4eGksBoKzQ2NgBYx471dphn3xSaon8xdv+qqvkxX1h75Gj5MV9SXKnTg/9Ps99iYzqhrw0Tl5K/YfBkZH9HnpInFrPESPkRVTW7sy8XJNzTgmjTtc2Mbp+5PFpYbUaTRNDYH50eGGhKT392LaMnJ4hzJcKVCV1ql5U8IBKKC62BhRu1+oi87ccyQ5waNrW6zD0/IQOQcXmHHNKXtGSlQ30oboAjb3YoYuO0AUHCcAPJLfR2UrmIQuPo7+ULyOGUw+NpQDgbxzFxTszcuyOYnkIqB8d2jYhRqc9Xq+Sh4RQbUCDIH1BfFRBgWnzkWPdkuK0GmpdgJehggdUgsZ2TGs/WqwJjrwgqVZeo4SevaMaaB2mfZbwnml/LonV6GUGJzNui8Ohr19Pd/IIsICvGjqBMRD9AtV99dBYCgD+Js9kTcsvlGFcmCGwZ3KtiCC9+1ptQECCTtsgNLhuYmyWyXK0wCwAVCnGhgM8UbFdY9qlKdolirZr9PubXREYmbDHZk6VGZw1rHdkUuMgrbZYFFuKHUW1YuOvHBQYEyUAwFfQG049NJYCgL8pstqsjmK59+/XuE7tsHIa8/UBom6gJjsyLNWozy4yJ4Rx3g1QlRgbDvBEAVqHsZm51p2OgCBNsVlbuM5hqGczNi7WxQRoDDJ3S/3iG0tuXkFEaMxNV9cacLFWbxAA4CuI4dRDYykA+Ju4UGOLuMiiyNDz4iPL/a0uF4brtEmBxflxEY1iwgQAb0MFD6iE4sAYe2C0PAzaih324OYiQCOERjlMamOiQ68bsu/zL0MGXZJ00w26IBqoAPgUYjj10FgKAP5Gq9H0aVj7jJslGXRJDc68GQAPRAUPqCzndyegJIArtSJq5HDRrVNkm1ZaI5MXAfA1xHDqobEUAABATYwNB3gjTVBQTJdOAgB8ETGcemgsBQAAUI2sejE2HADAW0x7tMBmcRZ63GBo2oOsxmfx1qqHxlIAAADVqFP1ooIHAKgSKRtsVpOz0OqiQAHfRQynHhpLAQAAfAwVPAAAUHHEcOqhsRQAAEBNjA0HAPAWyW10ykmp4XEaAd9FDKceGksBAADUxNhwAABvMXRCiIAfIIZTD42lAAAAPoYKHgAAqDhiOPXQWAoAAOBjqOABAICKI4ZTD42lAAAAamJsOAAA4FGI4dRDYykAAICaGBsOAAB4FGI49dBYCgAAoCZ6wwEAAI9CDKceGksBAADURG84AIC3WDjV5LA7jylNu+sSm2sFfBQxnHpoLAUAAPAxVPAAAFVi0TSz1eQshEYHEcP5MGI49dBYCgAA4GOo4AEAgIojhlMPjaUAAABqYmw4AIC3SG6js1mchfA4jYDvIoZTD42lAAAAqpFVL8aGAwB4i6ETQgT8ADGcemgsBQAAUI06VS8qeAAAoOKI4dRDYykAAICPoYIHAAAqjhhOPTSWAgAAqImx4QAAgEchhlMPjaUAAABqYmw4AADgUYjh1ENjKQAAgI+hggcAACqOGE49NJYCAAD4GCp4AIAqsXCqyWF3HlOadtclNtcK+ChiOPXQWApUOfcfP/bc3GOTPxMAUEPsGZlKIcCNQI1ibLgalG0uvOj7NwQA1JA92RlKQTkiK7trTz40L5pmtpqchdDoIGI4H0YMpx7q4kDVUr5Trm+WIycn68MPBQDUNFnRd2Vw5HE1yPWjq7ofRcCN6zW3Fzu2ZB4WAFDTXMdl9tjwBMRw6qGxFKgOHE0BeBq5X9JoNMq1QM1Rp+pFBc8dv3IBeCD3DM6T87jkNjqbxVkIj6P+4MuI4dRDpQSocvJrpY2O1t14o91udzgcNptN/hxSysoG/DoCoA7lKC9zN61Wq4mO1pSg7d0f8P4qXJ/22kHhdYMi5BJ5LFaOwhyLUTmyPqcJ0PANQ6W59s9xhhDn0bmE8OD99tAJIQJ+gBhOPVRBgCoU4BIVFXTPPWaz2WKxBNhsVovFXsKVxAGAOpQMrlirDQwM1GmPC3AjoLoAxoarZgFuZ/4qn/NJ3a+XR2R5XLaeoByUieRwVopM5iMZx2Iiw8NCgwVwNgLcer3JQ7NOp5PH5ePtZLSQwQMQw6mHrzpQVZRKv3JkVcjj63+D0ZRU9101fgBQgWuPJGv5uhPc+8QJagI1gbHh1OEeN7u+Ba7R0F0xHMdlVJzZajeZbQEarV6vF8BZct8jKUdkmcQpzWPuSRw7cNQIYjj1UPMAqpDr2CmPprJy76ruyyOrrO4XnyAAQBXuOyVXEleq7V0Q2fgijjUu7mG0/MWrLJFljsuohEKTpdBkFQEao9EogLPniuFcSZx785jgiIyaQwynHr7nQJUIcJtuXB5HZVlW8V03ZSRHdR+A+sp2BXJlcK4aP3wSb67C/fPvfph29U/nuIyzIvejRSaL/AwZDAYBnCVX0OZqG1AOze4d4ty3BNREDKceah5AFXI/uMpjqnLOi5LQMQANAPW575RcYQQTNdQ4xoZTh/vn37XE1WOd4zIqQaPVFTh7w2npDYdKCDh5eDhXGFdqsAigRhDDqYevOlBVSnWIE25N7sVuBACoyFWtd9Xy6QpXswLcZg+o1kcR/q3sQVm49Vgng0PlaHU6k9kaoNHSGw6V5j4GnOZknpnELZxqctidz6ppd11ic62AjyKGUw+VD6BquY6dSkXfVeN3/67xvQOgAveqfMApCPIa1alzCOBAo3A/KJdqGxO8Sjh7Go3WOUVDQABTNOBclEriPPy4vGia2WpyFkKjg4jhfBgxnHqofANVKODEZKnCrR2euj6AGudesy97Dd/DOyvKOyhLpdrGODrjrMjMxGKzyX91On6xopJKHYVLpW/svVFT2Kmph8oHULXKVvpdR1O+bgBqRKluceWWoSbGhlNNqQOxUqB/OiotQBNgszvkv8pMXMDZKvcoHMDMDPAAxHDq4asOVDn3Wj6/eAF4IHZHNYux4dTkOiiX+0OXGA5nJUAEOBzFwm3AQeBsnWr/7LH77afnRQj4AWI49VD5AKpJuYdSvnEAVEYc45843JRyquiNLwjOjtvUHwI4Z3yQ4DmI4dTDNx9QE984AIAKONycBi8OKq3kw/PfYF4A4DOI4dRDYykAAICaGBsOAAB4FGI49dCSAwAAoBrXPNrV/SgCAACgYojh1ENjKQAAgGrUqXpRwQMAABVHDKceGksBAAB8DBU8AECVWDjV5LA7jylNu+sSm2sFfBQxnHpoLAUAAFATY8MBALzFomlmq8lZCI0OIobzYcRw6qGxFAAAQE2MDQcAADwKMZx6aCwFAADwMVTwAABAxRHDqYfGUgAAAB9DBQ8AUCWenhch4AeI4dRDYykAAICaGBsOAAB4FGI49dBYCgAAoBpZ9WJsOAAA4FGI4dRDYykAAIBq1Kl6UcEDAAAVRwynHhpLAQAAfAwVPAAAUHHEcOqhsRQAAEBNjA0HAAA8CjGcemgsBQAAUBNjwwEAvEXKeluxw3lMiUnShMVycPFZxHDqobEUAADAx1DBAwBUiWljCqwmZ2Hg6KBOg/UCPooYTj00lgIAAPgYKngAAKDiiOHUQ2MpAACAmhgbDgAAeBRiOPXQWAoAAKAaWfVibDgAgLd4el6EgB8ghlMPjaUAAACqUafqRQUPAABUHDGcemgsBQAA8DFU8AAAQMURw6mHxlIAAAA1MTYcAADwKMRw6qGxFAAAQE2MDQcAADwKMZx6aCwFAADwMVTwAABAxRHDqYfGUgAAAB9DBQ8AUCVS1tuKHc5jSkySJiyWg4vPIoZTD42lAAAAamJsOACAt5g2psBqchYGjg7qNFgv4KOI4VQSUEIAAABAFepUvajgAQCAiiOGq3auAI7GUgAAANUUlwg4QVRPsygVPAAAUHHEcCpRqn2HDx+W10qNUFmolGvqWpy9Gn/O5/j8a+pPUB76VGVvfP6VxvNX7aPuOc/cz195733+yv/jvc/f25+59z5/z/nkOBwOea0pEVBCVIMAesMBAKrC0/MiBPwAMVz1CjhBq9XqdDpZHbTb7cVuXFsWV2dTas3+hKg+Ff9bfPVP89K/y73M3+VdzvgXeelfd1bvmk/uJIUv/l3sQzxKBf9GcW7c/welAib/W80J1ZTEFdMbDgAAVBgxnBpknS8oKEgmcWaz2VLCarXaSyjttFTgAAAAqoSsd8nQTWkBDQwM1Ov1pZK4gKrusSgAAAAqhhiuerlqe67qoMzdlPZeJYYr1ScOAAAA50Kpd0k6N6U6xFVhdkZFDgAAVBwxXDVynWGh1PyUGE5ZIstKV3PCO/IAABAASURBVDhiOAAAgCpUqgVUIcvVdGoqveEAAEDFEcNVL/eKoJK4KTfdMzhiOAAAgKriOhdBe4KrQ1ypweNEVaAiBwAAKo4Yrrq4hiJ2T+LEiem6lAyOgeEAAACqlpKvKaGbUgFTuHrDiSpFbzgAQJVIWW8rdjiPKTFJmrBYDi4+ixiuerkqgq6bMnqTFcFSp6OSxAEAAFQJ1+hvroFB3AtVflIqtTgAQJWYNqbAanIWBo4O6jRYL+CjiOGqkWtsOOHWJFv2XFRqbwAAAFXFlbK5z5QV4EZUaRc2esMBAICKI4ZTQ6nqoJK7kb4BAABUk7JhnHDrKCeqDjU6AABQccRw1Uup5yl94tw7x1FjAwAAqG7uYVypQpU/BAAA5+LpeRECfoAYTg3uYZz7EgAAAKimOipgtK0CAICKI4ZTj3vNjxobAACACqq77ZO2VQAAUHHEcDWDGhsAAIAPoG0VAABUHDEcAAAAUEm0rQIAgIojhgMAAAAqid5wAACg4ojhAAAAgEqiNxwAoEqkrLcVO5zHlJgkTVgsBxefRQwHAAAAVBK94QAAVWLamAKryVkYODqo02C9gI8ihgMAAAAqid5wAACg4ojhAAAAgEqiNxwAAKg4YjgAAACgkugNBwCoEkPHh7jGhhPwXcRwAAAAQCXRGw4AUCWS25LP+AXeZgAAAKCS6A0HAAAqjhgOAAAAqCR6wwEAgIojhgMAAAAqid5wAACg4ojhAAAAgEqiNxwAAKg4JuAAAAAAKonecEB1UL5ZxNzwK6lbbFkHHaY8PvY+jt5wAAAAQCUREwDVwRAYKK9z8woE4B/yMhyf3nX8A3/LGyGNOpPV+CzeWgAAAKCS6A0HVAeDwRnDZecSw8Ff5GX+16gTGs2RxZcRwwEAAACVRG84oDoEGQ3yOjsnTwD+Ie/of0eT8DhGD/NlxHAAAABAJdEbDqgOEWEhgt5w8CfNeuke+Cbs2CFH+h57UDhHFl9GDAcAAABUEr3hgOqg02njYiKzc/IF4Dei62jkhVHhfB59HQEAAIBKojccUE0S4qPzC4vsdocAAB9CDAcAAABUEr3hgGpSOy5aXu9OOSQAwIcQwwEAAACVRG84oJo0qp8or1es2yYAwIcQwwEAAACVRG84oJqc17ieVqtZs3EH56UC8CXEcAAAAEAl0RsOqCZ6fWCLJsmFReYtO/YJwKfNeb1oyz9WS5GAPyCGAwAAACqJ3nBA9enesaXgvFT4um2LrGt+tnz3XOHLA3Iy9tP30/cRwwEAAACVRG84oPq0b9U4KiJ03ebdFqtNAD5q5Y8WpRAep4mtR0Tj+3iPAQAAgEqiNxxQfWTM3a93R6vNNvfvFQLwUQ066CJqOZOZLlfpBfwAMRwAAABQSfSGA6pV7y6tDYbA3/5enpJ6RAC+qNfNhodnhN38WkjHK4jh/AIxHAAAAFBJ9IYDqpVeHzi4f0/5Pfv0m1+sNk5Nhc9q0l0XFEa7jl8ghgMAAAAqid5wQHW7sGf7RvUTj2bmzPhpgQAAL0cMBwAAAFQSveEAFYy6aWBEWMjC5Ru27EgRAODNiOEAAACASqI3HKCCiPCQ+24bEqjTfTztp6279gvAyxXl0oTjv4jhAAAAgEqiNxygjqTE+Dtuusxssb772cy/Fq8VgNeyWcTURwq+HF1QlMcRxB8RwwEAAACVRG84QDVtWzQaceNl8jv33U//TP1+nsNBhAGvNOf1wsM77LtX2j4Ynn9kj13AzxDDAQAAAJVEbzhATZ3bNrvvtiv1+sAlqza//en3AvA2przi9D0OpazRishaZDJ+h7ccAAAAqCR6wwEqa9Ek+ZFR1wQHGXfsSf3oy5/yC4sE4D2MYQEjPghteUFgSFTAjS8HG0I4iPidAFrwAAAAgIooLmG3220lckrUrl07IiJCAFBRbn7hzF8XLVuzxWjQDzi/U78+HQN1OgF4j4JjxTKJE/AqFoslMzMzPz9flo0nBJbQarUajaYijXPEcAAAAECFlI3hcnNzExISiOGAGrF6w47vfvonJ68gLDT4iv49endpLQCg2hDDAQAAAOqhNxzgaaw221//rv317+VmszUhLnrIJT3btWwsAI+Rc8RhNYvYegwI5guI4QAAAAD10BsO8EyFRaa5f634e8k6m93eqH7iDVdckJQYL4Catn2xbeaLhRG1NKM+CdXpBbxdlcRw2rFjxwoAAAAAFSOTOEcJs9lsMpnCwsJkLVwAqDmBgboWTZO7dWyRl1+4adveRcs3pqVn1atTKziI7yZqzLZ/bd8+VWC3ioLs4pz04vN6Bwp4OdkOV1RUJMM4WdadoC2hZHAVieEYxhIAAACoJGZKBTxHdGTY7TdcenGfjjN+XrBqw461m3ed363tZRd1DQ0OEoDqGnfRxTfQpu+1y3Juut1qFoEGAXBSKgAAAFAhjA0HeIvNO/bNmvtv6uGjQUZ9//M79+vdgalUob6j++yf3Jl/4R3GbteSwPkCxoYDAAAA1MPYcIAXkb90l63ZMmfekmM5eVERoYMu7tG9Ywt6sEJlprxiYxifOh9BDAcAAACoh95wgNex2mzz/137+z8rikyWOgmxV17au1Wz+gKoalkHHTq9CI9jRlRfRgwHAAAAqIfecICXKiwy/TJ/+T9L19ntjqYN61478HymUkUV2jDP+tP4wsTmulvfDaHDpQ9jplQAAABAbcyUCnidwEBdy6b1u7Y/Ly+/cGPJVKpHjh6rn5QQZGTELpyrlT9a5rxW5LCLnCMOnT4guQ2jEPqsKpkplQ6TAAAAQCUxzhTgRWKjI0bceNnTD9zcqH7iyvXbnx0/ecbPCwqLTAI4B637BYbHH49WMvY7BHBanJQKAAAAVAhjwwE+Y9O2vTN/+/dQWkaQ0XBJ384X9mrPVKqotNTNtqmjCy57MKjdpXoB38XYcAAAAIB6GBsO8CXy67xk1eaf/lianZsfFRE2eECPru1b0MMVlcOMqP6AGA4AAABQD73hAN9jtdn+XLTm939WmsyWurXjrrq0d4umyQI4hYPb7LH1NIZgEjd/xBQNAAAAgNrcp2iQNfLQ0FCmaAC8l/zp3KRBnV5dW9ts9k3b9i5bs2XHntR6dWqFhwaLszTrt3/lniE+JlLARy2bYf7hf4VHUxytLgwU8D9VMkUDMRwAAABwFpgpFfA9+sDAls2cU6nm5BXIMG7hsg1HM3OS69Y6q6lU3//ix5QDR3p1biV/kAv4nH8+N//5sanYITJSHBG1NLWbaAX8DDOlAgAAADWJmVIBXxIbHTHypsufuO/GRvUTl6/d+tz4z3/4dVEFp1L99OtfbDb74fTMPxetFvBFHQYGGkOP7/OzDzO6FyqJ3nAAAADAWaA3HODbIsNDe3ZqlVyn1v6D6eu37F60YmOAJiC5bq3T93Gb9NUvSmFvalqvzq0Mek5a9DWGkID4htqdy23XvRjS6QpmRPVHVdIbjikaAAAAgAphplTArzgcxUtWbfrpz6U5uQXRkeGDB/To0u68cn9lvzlpxo49qa6b3Tq0uPW6AQK+iBlR/VmVTNHASakAAABAJdGkDfgw+Zu6V5fWL465fdDF3QuKij6f/tuL73y5Y8+Bslu6Z3DSsjVb9uw/LODNUtbbyl1OBodzxEmpAAAAwFlgplTAr2i1mqYN6/bu2tpisW7ZkbJk1eY9KYfrJsa5plJ94e0v8/ILS93r0JHMXp1bCXihYodzNobZrxaZ8kTjrjoBnMBMqQAAAIDaGBsO8EP6wMBWzRt0adc8J7dgw7Y9i5ZvyMjKqZ+UYDTov/nxr7LbZ+fk14qLrpMQK+BtfnmjaOl0syykbrHXbaGLrstJhDiuSmI4kl0AAACgkpgpFfArcTGRo4YO3JeaNn3OP8vWbF21Ycdp5m2YNXdR6+YNZE4n4FW6XqNfNceilDMP2OkQh6pFrAsAAABUEmPDAX6oft2Ex++54a5bBhn0gRaL9VSbZWXnzf17hYC3iauvvfyRoJCogNveC+l6jUEAVYoYDgAAAKgkesMBfqtdy8Z2u+P028xftCYrO1fA23Qeor/vy7DktvSDQ9UjhgMAAAAqid5wgN/6atZ8k9ly+m1sdvvMXxcJeLC9a+zlLg8Kp5UF1YIYDgAAAKgkesMBfuvfFRsrstmqDTu27twv4HnsNvHr26YpD+UvmmYWgFqI4QAAAIBKojcc4J/e/Wxmxb/+3/30j8PBvsLjfPdcwYqZzgBu/iTTwa02AaiCGA4AAACoJHrDAf5py86Uim98OD2zgl3noKaeN/w3/ULWQXJSqIQYDgAAAKgkesMBfmj8h9PFWZrzx5IzDiQHldVrozv/VmNkguauz0Jb9wsUgCqY+AMAAACoJHrDwYeRMp/K7pRDJy9QXqhT7Q2ca/MLiub8vvjaQX0FPEnf2/Tdrws0hATwaa9x/nM8JYYDAAAAKolfbvBJ7h9sPuSlPP/GFxqZFwScCN+c/osPtFqNwRBo1BsMRnkdqA8MNBj0Bn2g0RCoNwTyYtagPatsDTuVE4Dog/mQ1yRX+qa8C/4QxhHDAQAAAJVEbzj4HlckoRSKSwic0Ltza6NBrzfoDM6I7XjQZpQ39fLaoNGcbp/gcDgEVGc1iV/eLNy6yHb5w8Y2/fUCHkMeQ+XuxXUkLXXTVxHDAQAAAJVEPAEf4x69HcspKDJbXDFcRGhQkPG/CCMnv6jIZHHdJSzEGBJkcP1+ziswyTu71oYGG0KDja61cpXcwLU22KgPDw1yrZX/rfzPXWuNhsDIsGDXWpPZmp1X+N9afWBkuNtaizU797+1Bn1glNtai9WWlVPgWqsP1EVHhLjW2h2Oo1l5rrU6rTY2KtQ9EUjLyJHXTRvXk9cajSY+OqzM2sLjPXpEQK3YcPe1RzJyi8V/gWZCbIT72vSsPJnQua8Vbim/fFZ2t7Vx0WFamfadWCv/Ivl3uZ62/Ivk33WqtfK1kq+Ya618reQr9t/asGD5av+3Nq9QvtqutcoHwLU2N7+o8NQfgPxCU37hfx8AuUpucKq1wUGGcLe1pT4AQQZ9RFhQBd/i/7N3H+Bt3Geex4ckWMAG9l5EUVSvtmRJlmzLcu81djZxHCeX5OInvt29zd3tPuvdTe7J8+ylXDa32fQ4m+LYTrGdxHGXiyxblqWoi2IRJfbeCYIVhfcCY/0xBEUZHBEqwPfz6IEweFEGM38AxA/vzExMOgdmVJ95fLTzpCcmbuqtnzviijwpmdFnXMUut6d3wD8AYmKis9NnruIPq7ICcjJTZ6vOXMVdfXZjoh1QDVjFgQNgYNjt9lez0lMsMcEOAHkVTxiq6alJ8XGWWVdxiqwK/wAYGh4dM1QDVnHAAJAXuLzMDat4QtbybANgdExW8WiUj4yrRN/d6tVISOKI4QAAAACT6IZDODFmcOJgdWN9c7eqXrluUUVpnrra8brW2oZOVV2/omz5ogL9BSFXqDnVUXmyVVVXLS5et6xEVU/AGXEyAAAQAElEQVQ1dx843qiqyxbmb1i1UFUb23o/OHJKVctLcrasq1DV9u6Bd/5Sq6rFeRnXblymqj19w2/sOa6qEmfcuGWlqkp888quo6oqgcXt29b6q8PTqhIr3HvD5ao6Nu40ViXp+PitG1VVEhxjVS7/1J1bjG8Pr7x7xBjaf+L2zbGWGLXYd+yu1JMU3f03bkhKjFerY+e+Gj3R0N25fZ2EKar67v5aPVvU3Xr16uyMVFXdd7S+o2dQVa/bvKIwJ03NtqyF5o4+Vb16/eIFhdmqeqy29WRzl6puWlO+eEGeqladbKuu71DVy5aXrqwoUtXahq6jtc2quqqieN1y/wBoaOndf7xBVZeU5W1cXa6qzR397x+qU9WFxTlbL/MPgI7uoZ37qlW1KC9ju2EA9A6MvL7bf1DanIzUm69adcOj8buenJBqdPrYe8drVFVCyTuvXadu6xiZMK5ESY7uu3G9qo5PuoxViyX6E7dtVlXJ0IxV8fBd/gEgV3hl17QBIINHIkJVfeP943oeqrv3hvUSWqmV+M6+Gj221t1+zZrM9BRV3X2wTk8PdTdvXZWbZfMPgGP17d3+AbB90/Ki3HQ124eqmuTlpqpXrV9cZhgAR886AGrqO46fbFPVdctKVy32D4ATjZ1HavwDYGVF4WXLF/hf4+29e0+/xresW7S4LF+P4STd1iIgiSOGAwAAAEyiGw7hR8/gDlU1tncO2FIlDvqwAy45OTk2PkFdLT0tNT97Qk2mpibHJVj91fSU/Ox0w5VTjFW58vRq6vTq2W6blDTttpkZNmM1MXlyenXabROsbmM1NSXRWLW6o4zVRGu8seqJshirsXExxqosI2NVi9KMVZEnVcO7hVQtMdH+ak6ac9Ltn8/ExNh4/4E7c7PSUsb8i9qamGRcEdmZafFxcYZqorGamZFq3HVdUvK0p5yRnup0+beTTU6etrjS0pLzx/xHd5X1Mm0VeweAPxuy2abf1jZtNcldBT8AUlKmV20BAyBx2ipOn3bbxCSnsZrhe9z8xdqDX0vSvN1/I7v3+6spyVbjbeM90waANSHOWJ2KdhmrltiYgFU8bQBogQOgIDfD4/aPAFnFlpgYNSkDYGLCn8P6VqJ/ncoASE70D4Ck6a/ErAxbrMUf7CQmJ00fABLJGQZA0vQBkJY6YRh4yUnJ04dHinEApCRPq9qmr+KAASCT0waAbdpqSk5Kkurg8MjY+KTH43G5XNE+mq/PVAv3n7g4IAgAAAAQFD2ecLvdLp+hoSG73Z6Xl2ez2TTgEqfaZzw+b++tbmjtuWbjiooF+RoAzLedH1SebOq8YmVpeUlOzGl6Hqc2UNUuMpOTk319fQ6HQ84nnBbro898MPNMNxwAAABgEj9pI/yojVI1AAiZbZtWXr6syOmclB+3NF/oJjGW/ubDvuEAAAAAnAH7hkM4UQGc8XABABAi+hapmu/DVO/D1TdKDW/EcAAAAIBJRBUIM1MGGgCEkmRwTqdTMriYmBg9/Vc4RAMAAACAQHTDISzJ9+HivPQ0W3JmWrIGAKHhdrvl3cbtI0lchPwAQAwHAAAAmETHEMKPPqqLctPiEqzxhkMuAsD80o96pAK4CPlIDf/NbgEAAIAQoRsOYYntUgGE2s4PKv+8q6qt2x5pO6OkGw4AAAAwiZwCYYyUGUCoBewSjo1SAQAAAMyKnAIAANPkYzTSem/ZKBUAAAAwiW44hKvWrsHD1U39g8MaAISS/oOW+jwN+w9WYjgAAADAJLrhEK4khjtW29I36NAAIGQicE+UbJQKAAAAmEQ3HMIVYxtASG3btLKiMHVkxJ/1s284AAAAAGdDNxwAAAgeMRwAAABgEh1DAADMiygfLdwRwwEAAAAm0Q2HMKOS5ZL8jDRbcmZasgYAIRN1mhYxiOEAAAAAk+iGQ7gqyE4tsyYmJFg1AAg9lcSFfSTHkVIBAAAAk+iGQ7hibAMIqZ0fVL7y/omu/tFI+0GLbjgAAADAJLrhEGZI3wAgpIjhAAAAAJPILBDGGN4AzoOAt5qw/32LjVIBAAAAk+iGQ7hq7Ro8XN3UPzisAUDITPlokfR5SgwHAAAAmES7EMKVxHDHalv6Bh0aAIRYRP2mxUapAAAAgEl0wyFcMbYBhNS2TSsrClNHRqZl/ZHwzkMMBwAAAJhENxwAAAgeMRwAAABgEh1DAACcI/WbViT8uEUMBwAAAJhENxzCjEqWS/Iz0mzJmWnJGgCETJSPFkmfp8RwAAAAgEl0wyFcFWSnllkTExKsGgCcR2GfxxHDAQAAACbRDYdwFYqxXVnT8KNf/TEpMeEb//RoQGnIPvL4138iZ7IybV/98mcDqg3N7d/+0W+jo6O+/dXHYi3BfoeddLq6eweK8rO1oH3/589X1zU9dN+Nmy5foeHcDAwNyzhKt81DQ+XO9w8dPHaipa070Rp/47Yrrtm8Vrv0TU46X3rzg5q6ps6evjRbymcevGVBcb42H5rbur75/afTbSlf+/vPaRexw1UN9U3thVmJ+fHxWiSJ1gAAAACYQjccwkxIk+XSolw5HRkdl3QsoFR9skk/09s31DdgD6ieamyX0wVF+cFncHX1rV/7t18cqz6l4UJ4e/fB//3tn/cPDmnnbN/h6mdf3Cl5jdPlGhoeiY+L1cLC7/789pvv7m/r7HG7PX39Q6kpSVqEGbSP9NvHnC6PFmHohgMAAABMohsOYWzeh3dKcmJWZlpv32BDS0dOVrqxdOJks5ym21IGhoar6xq3XrHaWJXry2lFebEWtP1HanzdWLgw3tt3zOVya/OhqqZBTksKc++/fdvC0gItXNTUeaPnDWuW3n7DlZkZNm3+SKJ307YrrAmXTItZpH2S0g0HAAAAmEQ3HMJVa9fg4eqm/sF5TrIWLSiU04amjoDLa081yzfxa7es8573RXJG9U3ebrglC+cQwyFsjE1OyumV61eGUwYnxie8z+uW6zbNbwYn0lKT77hxy/VXr9cuKerzNOw/WInhAAAAAJPohkO4khjuWG1L36BDm1cVviitqbXTeGFP7+DQ8MiC4oINa5fJ5In6FmO1r39o2DFqscSU+yI8RBqP27vRYlx8mGyLqng8vucVLtvYmjblo0USNkoFAAAATKIbDuEqRGN7iW/D0vbOXrfbExPzYVNIdV2j5k3oilKSE3Oy07t7BprbukoKc/VqXWObnJaV5KvrD9lH3tt3VLK8jq7esfHJovzs0qK87VddbvPtXWvQ7vinr/9Uv+ZLb+yRf9uuXHf/7dv0S1rau3e+f+hUU/vg4LDNllxWnH/79VdmZQa2I7V19rz61t76pna3x1NcmLPp8pWXr1qsfRSZsXc+OFxV29DVM2C1xhXkZt107caKsiLjdbp7B373wlud3f2O0bHC3Oyy0vybr92YnOQ/Im1DS8e3f/gbebgH777+z6/vrqtv7R8cKsrPWb28XO9ven3nvsqaBnkiNlvSupWLb7t+syUmRr+tfoiJf/nvj7R19u7ef7SppcuaEF9WnHfr9ZtzszNkcb385geNLZ3jE96FdudNW8pKpvWXyZN9+72DVXWNLW3dSUnW8pL8a7deJg8dMG9rVy769AO3yII92dAm9ylPc/mSBddtvVxPlPYdrv7V717Vr/+dH/9OTj//yTvWrFjkXZUNrbv2HG5u7x4acsj8FOZlrV+7dPniBbMtz+df3vXWewf083Kf8m9xefFf/5f79UuOVdfLOuobGHK6XTIAlpSXyPKJifZ3Gn33Z8+eONXy1S9/9lDlCVnpCQnxl63yLq7ZHi6YsfGRD6qvgsf/5lOOkfGdew41tXROaVOLFhRdtWnNotM58je//7SMcP28PlZlrm7Zvumxf/yOt/rPjyZaE9Qdzjzegqw+WSzHaxt7+gbkp6DigpyFpQXXbF6XlJgw20007ytae+WtPQeOnZBnlxAfV1qct3710stWTxvVf/eV/5CV+PXHvyivr0OVdc2tXampSUsWFstzzEhL1ebb2uVlGcmW6CmnFmEfpsRwAAAAgEl0wwFzkpaaLLlGb9+QxEiSTegXnmjwtr8tLS+R04qyYonhJMhQMdwpXwynwizJSr77xO8lfZMXX25WZlR09MnGNvn3zp7DX3z47qUVJRZLjKQSvf2D9uFRyQ7SbMlZpzf6k4ToqWdfl7ApPj42Lyezo7t3f//Q0epTX/7ig4V5/gOqyiWSlDldroLcbEk6qk80yT/npPPsh09t7ej5wc+ftztGJS7My86Ux6852Sz/jMddlRDnZ8+86HK5rQlxBTlZnb19TW2d+w/XyHVWLltovLeR8fFv/fDpnt5BeQpxsbH1ze3yLyEhThbdG+/uz0hLkacg53e885dhx6jc3Hjbd/cdfXv3wejoqNysjM6ePpmThpbOL33mnv/42XMjY+M5WRkDQ8OSiP2/n/5eAju1RWRf/9BPn3qxtaNbQiXJyMYnJvYeqt5/pPaum7du33q58f4lBvrez54/1dQmsyGzJNmc/Dt49MT/euwTsRZLSlKiLH8J8mQBylKV+UzyhYyyTiWi0u9BkrvegUHJOmWNXL157QN3XHvGRZqVnip31dndNzo2kZOVLmGlWk0v7nj/1bf36iMqzZYig0QSN5mHz33i9uysNOOd7DtcJeGjnBkaHnGMjGmzCGZsBP+gkmG9tnNflBYls93R3XfgaK38e/iBm6/w9XsW5mfLKG1obpfoSbI8GTAZ6XMIuX7wiz/om2lLxpqanKQPs10fHPnbz39M5vyMN3G53bLwJdLVXzUuj/tY9amjVacOVtZ+6v6bpx31Ykp79sWdEkd67zwlqau7X/795XD13/3XB/Nzs7R5lZaaNGJLHBmZ55bbix8xHAAAAGAS3XDAXJWXFEp+VN/UoWK42pMtkkSUl3l7hZYsLN6972jtqeabtl2hVxtbvFuwLllUok8+/fwOyeCu3rTmzpu2JsTHySUS2/3it680t3e9/f4BieGSE60SGTzzhzd2/+XY5vUrbtm+Sb+hXO3p53ZIziK3/dgd2yWPkFBGQjHJJp78/Wv/8N8eUnMo8cR1V62XGUi0xk86XU8997pkKC+8/t5ZYjiJOf7zmZckg1tYUvDFT98tN3S7PX967b233jvwzB/fWLGkLCU5UWKgJ599VTK4m6/dePsNV2q+BqXnX35HIrOf//blr/6Pz8p11B3W1DVLgvPlRz9eVpwv7zNPPb/jgwPHn395l8ft+dwn7li7cpE8kRdefe/N9w7I5fffvk1fFDq5w1uv23zd1sslUZIM61s/eEaSuG9876kFJfmf/+QdEq909fR/94lnZX527jl8323X6Ld68tnXJIOrWFj0mY/fluqbk9qTzT956gV50LLSApkN47wlWhMe+8x9srTlKRw+XvfL374iYZPMyVUb1yyrKJV/X/vOL+VRHrjr2vLSD1vAXvMFWLJUb7hmg8yt3PAvR7x9c7v2HN5+5bqszLSZqk3MIQAAEABJREFUS1USOvmn95fdvH2jnmFpvkRP4jCJ/D77V7et8sWXktP95Mk/SRr7n7956e8f+6TxTl57e5/M/NZNq9s7+9YsLz/j6gtmbMzpQSX4W7ey4qH7bpJVIDmpLNuqE42yvjasWSZ3/sl7b9B8rWcyuj7/0B0S6mlBk+BPMrh0W8rnHrq9tDBPLpH7/8mv/yyh3qtv7X3k47ee8VYvv7FHnotErl965B796CiSgf7ol388XHky3fa+GgPCMTomGdzdN1+lt17K1X78qxdk/Midf+avbtMwH9g3HAAAAGAS3XAIMypZLsnPWLWkODNtDgFBkPQDnqrdw7W0d4+NTywsLdC37NPjtlONbW7fnrMkcevs7o2Li11Y4k1zJL/r6h2wJsTdd5s/eMrJTpeMRs509gyc5XHf2n1QwjJ5oAfu3K6/cJOTrF946M74uNjWjh6Jq9Q183Oz7rnlKonS5HxcrOU+3wat9uHRQfusbTtHqk519w7Ilb/46bv0G0qweO+tV5eVFEged/DYCbnkN398Q4KbNSsW6Rmc5n0D0SQBkTBrYtL5h5d3BdznXTdt1cMveZ+58eoNcmZy0rl142rJ4Lz3Hx199y1X69sh9vYPGW9YmJd963Wb4n07U8vLyVy5pEzz7ols6tMP3KIfPTM3O2P7Vd4Gt76BD294qLJO4iTJwh59+O7U02mgrIuP3e7tU3v2hZ2B83bzVplt/SlI3rTRF1DWN7Zrs+vs6ZfTzZev1Fec3FBiNXk6G9ctm3S5tKCNT0z++rnX9HlYdbqFUJb5o4/cI0tDhtOe/ZXG62dm2v72vz6wcd1yWaezHeThI8fGXB80Iz310w/eoq8CSVcfuv8mzbe5dP/AkHZu2rt65bR8QaGewen3L09t9fLywvzsM96kqa1zx679cuYLD92hjlAsg+SzvlhNYlAZusbrr1+zVB3eQa4mT1k7fbTi0ImoD1O64QAAAACT6IZDuCrITi2zJiYkWLX5ttQXtDW1fBjD6cdFXXz6KKgSasg3/7bOnlMNbYvLi+sb2+RFtrA0X/+SnpVp+/ZXvtTTO6j2E6eL9kV4LufZ0hz9yA/bt0zbvlJiqS8/+vGE+Ph0W4q6cNX07UMllkpOtDpGx0ZGx2ZrXKqpa5LTTetXGvfqJR558Ba3252VkSZ54rHqernkhhnHr7zhqg01dc01J5uMF8rzXVZRqibVNo9rV1YYr5NuSx0ZHR8achQZIhjVOajL8iUvCxcU6PvO+/AOM7x3OGQf0ScPHK2RUwnUAo4YsGHtsmf+8IbkOH0D9kzDhpMBjYH5ORlyOuF0arPLTLM5RsaeePrFL3zqzoy0D5f2x++6TpsjGTAy2xKBSYRnvFwis60b17z29t6qE42b169Ul69astC477Yz+sixcbTq5JwedO2KCrXDPs0whMZ9R309F1m+FSfra0Fx3jWb1+mvCwkQv1B652w32XewWj6qli0uNW55rXn3t1hQXlp4qqlNRq+K58T61UuMV8vP9W7oKkmxFhpRPpohiQv7SI4YDgAAADCJbjiEq9CNbUmyMjNs+vFPU5ITa+u9MdxSQ3JUsbBIYriTjd4Y7lSzt8FqcVmxccZystMl0ZDgo7W9p29gqLtnoMPXy6Y30J2RZHl6y09+bkZAqWDGHq/SbYFZW3xCnDzi5OwxnySDcpqXHXjnKroaHv4w8Co+vc87pbDAG47YHaPjE5OqxS8p0WpMxORZS/LodntUgKWLtcRoM34PCLiOxRdZpk8PEC3Tbzg45J29Q5V1+p74jPSRMGR3qOciiVJAsBUb6w0WPLMvf3Hz9o0/fvJPrR3d//LNJ3JzMsqK81csLlu1fKExrgqG3eGd1eyM9Jk3LMjzrsqApsjsM23uahTM2JjrgwasAu30InKfdREFY8WSBRKnSTD67Is7//z67tLiPImw162oyM3JmO0mDseodz5zzrBnN4nYJIbr6O43XpiRMW1HdXEW7zj0nPOcz3S4qqG+qb0wK7EgIUGLJMRwAAAAgEl0wyHMnJ9keVFpgcRwdfWta1dW1De2S/a0oNi/teDS8pKd7x+qb/LmQQ2+GG5JhT+kqz3Z/Mpbe081taoXX3x87NKKkpq65rM84sTpLqRUQ0fYbGItc/6aPD4x4b3z5FnvXG+DSrTGz+zM8qZavohtcGhY7WI/oCtNif6oxi5h3E+cEnXWGzpGvUlNb9+g/DvjFezDo+q8hJJnvM7Z3w1XLVv46MN3v/L23saWDn3H/x8cOC7P/dbrN1+9aY0WtIkJb1tWamrizFJaqnf5O0ZGjRfGxcdqZ7/DIMbGXB/0jKvA65w/MeQV+qXP3vvijt37DlVLbnviVIv8e3HH+8sqSv/qnhtmxn9i3KnP/BmenS3omQ/FZ92gfaTfPpaTlhBpn6TEcAAAAIBJdMMhjIVueFcsLN57qLqxtdNmS5qYdK5YWmZ8KKnKQze3dcmX86bWLgkFSgo+7CCT8O6Hv/yjy+3OyU5fv3rpwpKC7ExbRnqq3NXZYzi5E2tC3Nj45PDwqL5/tPklcUZrR8/wyMhsV9A3eh0dm3B7PAFJ3OjYuGRwmq8DTl14nt9b0lKSe/uGHnnwlvVrlmohIyta/nmPIVvXVFnbUFlT7xgd+90Lb7lcroCDsZ5tVn1JkzEWVOx274UB2wV/pGDGxrw/6Fl4pmdSEzO2Y5Uw94E7t9972zUSYVefbNp/uHpgyFFd1/TtHz3zlb/7zMwAV1burDM/PM8zb07AaA/7VI5DNAAAAAAm0Q2HcNXaNXi4uql/cFgLAX3nZc2tXSdOeffJtWRhsbEaHx+7oChPEitJFiYnnRULi9S39Hf3HpUMLisz7fG/efjW6zYtrSjJzLBJdXDId/CEs74cM9NtcjowFPiMXnt77y9+83JdQ6t2DrIzvbvWGrQHxnCV1fVPPP3nPfsrU5Il6/A2Gc1sN9MPsJCakmg8Uup5lu3bNZiEnjNLTW2dQ/YR7ZxJVNTW2aN5N9hMvXLDqi88dOfXH39UUjm55HDlyeDvJ8e3kenAkH1mST/iRFFeljZHHzk2QvGgM0VHe8e50+k2Xtg/OO3AIE6Xq72r1zEyZomJWVxefNdNW7/2959/9OG7JduV1VTfdIYDKeib5Q4MnmHm+33PqKjgzMd2OM8i5/OUGA4AAAAwiW44hCuJ4Y7VtvQNOrQQSLelZKSndvb01eu7fisvCbiCRG9yuvfAce/5siJ1ud23hzW5JKCh7N29RzRvG5F/91UxM3aatnp5uZwGHNFSYr6dew7vP1obE31OX43XrfIeOWH/kRpJCY2Xv/eXo5Ix6YdYXbPCe513PjgScNt33j8kp8sqFmgXzgZfE9zeg1X61pdKQ3P7t77/zD9/86eO0TFtLvR9qKnF39c/9M/f+Knc1fiEv7cr0Rq/drn3qK9zeiMtLsiRHNY+PHrk+LTwbtLp2nPQO2CW+6K9OfnIsRGKB50p3tfI1tI2LQzdf6TaOPnM82/8678/+eZ7B4wXSppp8+3774wL8rLVi+UpHD/R0DcwLYnr6u6v8+Xga1dUaBfOlI8WSYjhAAAAAJPohkO4CvXYXlRa6BgZq29qT06yGo/yqdODucraBm36cT+zMr1dSzV1japxSbKSJ3//qt5VZzyEgr51YWtHz8jouH7J9VdvSE60Sqryq9+9qudio2MTTz33+rBjNDsrraykQDsH5aWFyypKJWz6tx/+tqW9W/Pu0n5KspLKmoZYi2X9am/IdccNWySc2rXn8Is73tdvJcv4uZfe2XuoWi6feQTV82lxebFEn6Nj408882e748OtF/sHh3/17Gua99CZS5MT53bMXH3/YnX1LXoumZlhKy3Mk/M/fvJPKgySyO+dPd5QMuDQtGcnmd3dN10lZ37x21f0g89qvlX5g58/L7mShGXrVi7W5ugjx0YoHnSmfN8RIf70+nuq/fDlN/foY1u5zHcY0zff3f/BgePqNbrvcHX/oF2eQnlZ4cy7zUhL3bJxtSzt7/7sWf1gFKKts+d7P39OXjJXrF12odow1y4vu2JFUXqK96Wq3nAi4VOVfcMBAAAAJtENB5izqKxQsgOJBpafqQusfEFBTEz0xKRT0rTCPH9It2XD6t37jg0MOf7133+lZxbdPQOO0TG5jsQKLpd7bHxS3/YzN9u7leXRqlNHq364fs3SRx68JS7W8qmP3fyr378ijyv/CnKzunr73W6PLTXpsUfuPfeX8oN3XvfjX7/Q3N71je89lZudYR92yMzIs/jMx2+VKEfz7T/u0w/eIuHOq2/vfWfPoeyM9K6+flkCch25XB2c4UL55D03PPH0i9Unmh7/Pz+RmZHF2NzaJcGZLNsH7tquzZE85VNNbS+9sUf+/dU912/ZsOqT99/wf3/4m7r61q9862e5ORlJ1gR93a1YsmDblnVzuvO1KxfduO2KHe/sk1AvLTU5OSmxo7tXVqWc/+Kn7oyLnXPKEczYmPcHnemOG7d835frPf71nxTl5zhdrkH78GOfvfe7TzynrrNyaZkEZzKTv37u9ede2pmXnen2eJrbumQGZBTNdtjZO264sq9/8Hht49e+84vcrEyXxy2TknctWlD44F3XaRdIWmrSiC1xZCQkLbcXM2I4AAAAwCS64QBzlpzeELVi+o7hdLEWS1lxwcnG1iWLplUlFvmfX/rEn15591Rze0Nzh7wAJTG59bpNWzau/rcf/baptfNYzSkJKeSal69ecrym4eCxWnmNjvkOYyok8fnHv374Vd/BOju6+9JsKRVlRffdts06y6E/5yQr0/YPj33ytZ17JWmSWCQ+PraspOBjt1+rZ3C6dSsrFhTnvbFrv8x8e1dvRlpqxeqiqzevMUaNF0pWZpos2zd37T9R39LU2jVk12TZXrZ68dWb15rImG67/sr2jl4JJeX8qK8hUe7tn/72Yd9RbtsGBuwSNqWmJErwdOM1V5jIQO+8ccvKJWW79hxu6ezp7u0vzM1esbTsqk1rUs02dgUzNub9QQPIIz7+1w/veHe/jHzHyOi6VYuv2bQmKzMt4Gqf+thNSypKJI/u6x9qaPHuDG754gX3374tx7eDvzOSOPvRT9/zwYHjhypPNLV0TWlTixYUyWjcunGNvkO6i0ck/LgVxZ8OAAAAQDD0Xdi43W6Xz9DQkN1uz8vLs9lsGnCJU8NbOJ3OxrZe++hkxYKCDN8xIgFg3rW1NI+MOBJ84uPj4+LiYmNjY3yifLSLzOTkZF9fn8Ph7eBLOC3WR+Y5WkLNIOaZbjgAAADAJH7SRrgqyE4tsyYmJMxtj2AAMCcqblMBVtg3xHGIBgAAAMAk9g2HcMXYBhBSh6sa9la29NvHtQhDDAcAAACYRDccwgzpG4DzY9A+0m8fc7o8kfZJykapAAAAgElkFghjDG8A50HAW03Yp3J0wwEAAAAm0Q2HsCTfiu2O8c6ewdHxSQ0AQi9yPhHzwJAAAA9ESURBVE+J4QAAAACTaBdC+NFHdVV9547dlW2dfRoAhIx+jGYtkrBRKgAAAGAS3XAIP4xqAOfB2uVlGcmW6CmnZnjbiYT3H7rhAAAAAJPohkNYisD+FADnWVpqUqYtMS42RoswdMMBAAAAJhFVAAAwXyLhxy1iOAAAAMAkuuEQZlSybEtOmMhMTUyI1wAgxCLqw5QYDgAAADCJbjiEq2UL89ZaExMSrBoAhEyUj2ZI4sI+kmPfcAAAAIBJdMMBAGDC4aqGvZUt/fZxLcIQwwEAAAAm0Q2HcEXEDCCkBu0j/fYxp8sTaZ+kbJQKAAAAmERUgTBjHNIMbwDnQcBbTdincnTDAQAAACbRDYewJN+K7Y7xzp7B0fFJDQBCL3I+T4nhAAAAAJNoF0K4qqrv3LG7sq2zTwOAkJny0SIJG6UCAAAAJtENh7AUgV+MAZxna5eXZSRboqecmuHDNBLeeeiGAwAAAEyiGw4AABPSUpMybYlxsTFahKEbDgAAADCJjiEAAOZLJPy4RQwHAAAAmEQ3HMKMSpZtyQkTmamJCfEaAIRM1GlaxCCGAwAAAEyiGw7hatnCvLXWxIQEqwYAoaeSuLCP5Ng3HAAAAGAS3XAAAJjQ2Npd19LnGHNG2g9axHAAAACASXTDIVwRMQMIKYnhTrb0jYw5tQjDRqkAAACASUQVCDPGIc3wBoB5RzccAAAAYBLdcAhLEsDZHeOdPYOj45MaAISSnvirz9Ow/2AlhgMAAABMol0I4aqqvnPH7sq2zj4NADB/2CgVAAAAMIluOAAATFhQlKN5nEnWGC3CEMMBAAAAJtENBwCACRLDxWkTo6Mj+g9akfN5SgwHAAAAmEQ3HMLPtC/D078Xv/TWAWPptmsvN1Zf3nlwyuN/Rdx0zVpLjL/PZcfuI5MTLjW5fcsqa3ycmtz5QeXI6ISavPqK5SnJVjX53v7qIfuomtx8+ZIMW7Ka3Hu4rrffriY3rFmUk2lTkwcr6zu6B9TkuhVlBbkZavJIdWNrh3/D25WLS0qLstVk1cmWhuZuNbmkvHBRaZ6aPNHYUVffribLS/OWlheqyYaW7qq6FjVZWpi9ckmJmpQHlYdWkwW56etWLFSTHT0DB4/Vq8mcLNuG1YvUZO+Afe+hOjWZnpZ85WVL1OTQ8Oh7f6lWk8lJ1ms2LleTspBlUavJhITY665crSYnna4d7x5RkxZL9E1Xr9MMpg0ATbtt+7QB8Mo7Bz1u/wC48aq1sbH+AfDm+0fHx/3HxLx288pEa7ya3LX3+PDIuJq8asOy1JRENbn7QM3g0Iia3HzZ4oy0FDW570hdT59/AKxfXZ6blaYmAwbA2uVlhXn+AXCspqm5vVdNrlhc7G3ROq3mVOuppi41uXhhQcWCfDVZ19hxwjAAFpbkLltUpCYbW7uPn/APgJKCrFVLS9VkW2f/4aoGNZmfk37ZSv8A6Ood3H/0lJrMykzduKZCTfYPDu85eEJNptmStly+VE0OO8Z27atSk8mJCddsWqEmR8cm3t4z6wBwutyv7zqsJqNjom655jLN4OwD4LVdh1wuj5q84ao1cbH+xOmt94+NGfY1uW3TyqTEeHm3ifaJOk2LgDyOGA4AAAAwiW44hDFLTHRS7FRne9vk5KTb7XY6XRIPGa9QU3XcmES3d/VPqx6vionxv0Da2vtcHv9X9Nrq6nhDRtPW0TM26VaTJ2prk6yx6s5b2/scY/4E5+SJE6lJ8ara1NJnH/VXT5yo67dZVbWxebB/2J/vpJycsvd1+G/bNtQ9MKaq1ljXmL3bf9sOe0efP/6Li3a6RvpUtbnL0dHjUNXoqUltYlBV23pGOnqGVdXjGre4h1W1e3Cso2dIVZ0To9aoMVXtHRrv6BlU1bGx0RTLhKoOOiaNK8Ix4qhJcKnqyLjTWLXa7TVVU6o6Puk2VuMs0caV6HR7jNXoqGmrWP4PGABVlZXGt0AZAMYfJmpqqizR/nJre4/TENLV1tQkxPkHQHN7z7hhANTW1qYkxvkHQFvfsGEA1J04aUv2V5tb+2WZqOrJupMD3VbD8Bjos/sT3qSTnuF+/wBoaB2SdaGqCRb3uL3HX+20d/T6B0BstNM92u+fq55pA0BzT0RNDqlqe99oR48/HPS4JmI9DlXtmT4AJidGE6P9A0BG7PQBMGKLnVRV+8i0VWwfdmRa3YYBMO11ao2Pqany/2I04Zw2AGJjooyr2BU4AKLmNADaOvs8xgFQXRUb4z8aQWtnz6TT/w5QX38y2Rrv8bhjYmL0JE6/PBI+VaP4BQ8AAAAIxpSP5BEunyGf/Px8m82mAZc4fXh75Guxb4RLsOEYHUtNjJUMzikJnM+gY0JdLToqOtm3Uyf1tXl4zKXuR87IbY1Vx5hr6izVcQmS/NWkBMkAo1R1dMLt9kwFWU1MsFgMVUn3XG5DNd5iifFXJ5yeSZdHVa3xllhDVYIhp+G2CXGWOMust5VUMT42WlWlJFdQ1bjYmITYaPWUnS7PuLFqiUmI81dlhmW2VTXWEmM1VN0eecr+RS3LIjHevyIkB5EgRlVlQcniMtx2ShaXqsrsJlsts63Es1dnrkQJQ+V8kAMgxRorFVWVefYYBkCyVRalFuQAGJtwuzyzruKAASDZX5wl2rCKPU63YQDEWWINq3jSNTXhdM9pAKinLJHThGvWVSz3Oj5tFUdb42JmGwAyv4mzr8SAARBQlYwryVCV+3OMB7uK5cKUuQyAYF7jOrlQkvS4WEusT3x8fFxcnH7eIi9fQ3+cdpGR98O+vj6Hwxu/Jpymz7meJwYzz8RwAAAAQFD0bxfGGM5ut+fl5RHDIQzow9vjI8NbojcZ6noGp58XelV9zdbO1Lpi/IJ5LtWZV6AafFWbvxXBKmYAzGNVpwdtkrhJdKUHcHJqOU01x4VrDMdGqQAAAIBJ/KSNMKP20CRfKb2NNpYPe2FUBqfHcDNvpc3+cgjX6mxXOHtVi9TFxSqO8Kq6gv4Oo5I4PcOS8yrGigr3PcQRwwEAAAAmhfH3BEQg9e1Xvgz7NmeL0TdMk8kztsIZb6WbLaG72KraueUsQVa1S2eBRFpVYwBciKrxQj3rF3pPnHFbVC3cEcMBAAAAJtENh/CjYjh90rsbOF/TisrgzvJN+0LlHRdnVbs0wyOqGgMgNFX9CvqkCt1iTgs4XmoYI4YDAAAATIqE3+0RIaJ8O9dXDXHyrVj/Pjzl22Gcfqr5vkWfpRtOu1h3lXUpVi/aGaN6fqoX7Yyd45NSl+u5m57H6W84qhsuvD9bieEAAAAAk+iGQ1iSL8N6E5w6ow9146lC789sVY1tEiO7v09jFc9SVVmbit4iJ4PTiOEAAAAA08L+2wIiirEhTkVv+mRAABfwddrI+D38jC+Qs9z2I29O9eKvakGvYgZAWFa1j1rFxtsa87gIyeA0YjgAAADANLrhEGb0JE47/cVYpXIBQ92Y0M107lUtlPkOVS2IoCTUq5gBcGGr2oVbxUYB0VskZHAaMRwAAABgWoR8Z0BEMeZuZ/x6rLK5gJtos3z9vuDVs8/zJVTVpj/l0FW1i28lMgACrnDpruKAC89ySbgihgMAAABMMn6pAMJJwFfij9wM7SNLF7CqXawzRvX8VDUWyEVcjZz0TSGGAwAAAEyKwO8PiEwMdQCYF8RwAAAAgEl0wwEAgOARwwEAAAAm0SIEAACCRwwHAAAAmEQ3HAAACB4xHAAAAGAS3XAAACB4xHAAAACASXTDAQCA4BHDAQAAACbRDQcAAIJHDAcAAACYRDccAAAIHjEcAAAAYBLdcAAAIHjEcAAAAIBJdMMBAIDgEcMBAAAAJtENBwAAgkcMBwAAAJhENxwAAAgeMRwAAABgEt1wAAAgeMRwAAAAgEl0wwEAgOARwwEAAAAm0Q0HAACCRwwHAAAAmEQ3HAAACB4xHAAAAGAS3XAAACB4xHAAAACASXTDAQCA4BHDAQAAACbRDQcAAIJHDAcAAACYRDccAAAIHjEcAAAAYBLdcAAAIHjEcAAAAIBJdMMBAIDgEcMBAAAAJtENBwAAgkcMBwAAAJhENxwAAAgeMRwAAABgEt1wAAAgeMRwAAAAgEl0wwEAgOARwwEAAAAm0Q0HAACCRwwHAAAAzI2evskp3XAAAEQU9TeAOjOnm0drAAAAAIKm/uBWf4IDAIAIcY4f/XTDAQAAACZNTU0NDAwMDw9rc2TspNPPq1N1z2c8fxG61J/LzPk3nue5XChBPhdeKedNOI0uo/B4LqbXzkXoYl4jHo9HO/0jnKLNETEcAAAAMDfqj+/o6Ojx8XH1nUFO5RJ1PuCbQzB3e/asYb5O9YcwMW/n4ZT5mZd1d97mJ8hldd7GNq+4kC4rXnFnn5/zNm9acC62tXYxz1sw9yOnEsPp56N9oqZvnRokYjgAAABgzuRvbqvVGhMTMzExMXmay+Xy+EyxzzgAAMKCHrRJ7iYf+rGxsXFxcXIm+jR1nSDvjRgOAAAAmIOo0/S/v+VvcYvFom+oIufdbveUj+ZroNAAAMClSYVreu+b/omv05M4/Y8BuuEAAACAkFDbp+gZnPwhrrI2mZQMTrXCkcEBAHCpU1ueGn97C0ji5nSHxHAAAADAHAS0wulxm/4jecAWqSRxAABcuqKmHxtd/9xXSZzaQxzdcAAAAMD8Uzvh1v/mlj/E1eXyh7jK4IjhAAAIAwExnEriVB6nYjj2DQcAAACEhHH7FHVGb4WbOk0DAADhQgVt0TMYo7pg7ooYDgAAAAiWcd9wqjNOb4Uz7hKOJA4AgLChfoEztsUZJ4O/K2I4AAAAYM7Ur+J64qbOEMABABCWVOJmTN+Mp0HdCX8oAAAAAHMyc+9v7A8OAIAwNnPj07lujvrhlflDAQAAADDhjH9I89c1AABh6Yxx25wyOI0YDgAAADh3/FENAECEmGv0ZsS+4QAAAIBzdS5/kQMAgAhBDAcAAAAAAACEHDEcAAAAAAAAEHLEcAAAAAAAAEDIEcMBAAAAAAAAIUcMBwAAAAAAAIQcMRwAAAAAAAAQcsRwAAAAAAAAQMgRwwEAAAAAAAAhRwwHAAAAAAAAhBwxHAAAAAAAABByxHAAAAAAAABAyBHDAQAAAAAAACFHDAcAAAAAAACEHDEcAAAAAAAAEHLEcAAAAAAAAEDIEcMBAAAAAAAAIUcMBwAAAAAAAIQcMRwAAAAAAAAQcsRwAAAAAAAAQMj9fwAAAP//DkeVhQAAAAZJREFUAwBifhYb799thwAAAABJRU5ErkJggg=="/>
</p:tagLst>
</file>

<file path=ppt/tags/tag2.xml><?xml version="1.0" encoding="utf-8"?>
<p:tagLst xmlns:a="http://schemas.openxmlformats.org/drawingml/2006/main" xmlns:r="http://schemas.openxmlformats.org/officeDocument/2006/relationships" xmlns:p="http://schemas.openxmlformats.org/presentationml/2006/main">
  <p:tag name="MCDIAGRAM" val="mcDiagram:25d9e851-f712-4f1d-accf-4ee7e2a76413:fade689d-cfd2-47d9-b316-86a21a0533fb:0:1"/>
  <p:tag name="MC:BASE64" val="iVBORw0KGgoAAAANSUhEUgAAC6EAAA8ACAIAAAAnGn0HAAAQAElEQVR4nOzdB5xU1f034Dtle4Gl9yoigggiYsFesfcWjSaaGNO7ie8/phhNYhITS0yMXaOxR42994IiolSR3jvsLttn5r2zs6xLM6CCIz6Pw+XMmXPr3Ix+Pveb34mnUqkAAAAAAAAAAACyWDwAAAAAAAAAAIDsJuMCAAAAAAAAAEC2k3EBAAAAAAAAACDbybgAAAAAAAAAAJDtZFwAAAAAAAAAAMh2Mi4AAAAAAAAAAGQ7GRcAAAAAAIAvhFQqFQAAbHWRSCT4NMi4AAAAAAAAbMs2Fm0ReQEAtpB1Qi3N/9XxCcMuMi4AAAAAAADbpubnSes3AhkXAGCLaZllaW6Hjcx/fnzspEvEf74AAAAAAABsezLPgJqXGev0AwBsIZkgS/Ny/Uaw+dRxAQAAAAAA2Na0jLY8Nr48kUy27AlkXACALaxlluWQASU58WjYjkajwZqCLh8j5iLjAgAAAAAAsE1pGWdJJpP/eH6JPAsA8Bka2begOBLLBFw+ScxFxgUAAAAAAGDblMm4ZNqR9MOkAABgq0mlgkzQtr6+viGWisVimf7mmEuwmWRcAAAAAAAAtjWpNZozLl/eq+MBA1oFAABby+jpFX97dkGQybisyad87ImKAhkXAAAAAACAbVIm4NKccQEA+KykMy45kYzwP06aYy6bG3aJBgAAAAAAAGwrwmdFwYbquADbqkj94iDlf+lAVmtolEgkMgHc5v9cCTaTjAsAAAAAAMC2ScYFtnk5laNLp54ZSa4OALJYy4xLcxI32HzmKgIAAAAAANimrFPKJQC2ScmavPInCxb+pabNSaloQQCQxRKNWhZx+XhkXAAAAAAAALY1qbUFkUgAbEMiDcsKlt+Rv/Smhljf2rKjgojHvkBWSyQSmfJynzCD68cOAAAAAABg26SOC2yTYrUzC5dcnVf+RKI+Wtv+xFRulwAguzUHXIJPJhoAAAAAAAAA8HkQr5lQXHltXuXTqbryuuK9atscHURim7WFQ7/8vZ1HnTlx6ozg03bNbfeFW771/scyb8OH2U+8+MZFl/+zecDr70wIB3z/N38NgC+YtcrLrekJNp+MCwAAAAAAAEDWSyXjtRNLKq7JWfVKqq4iVVtf0+UHQawgyFYfzJr3099dPXPuggBgbeYqAgAAAAAAANg2RRIVuVWvFFXdFa2emVq9MKheVdXzd4mCfkE2OfrgfYbvvGP3zh02NmBA317X/+HCViXFAfAF9klmLJJxAQAAAAAAAMhe0foF+dVPFdY8FVTPS61eENSsqGt9YE2HLwdZplun9uHrIwa0KikaPnhAAPBxybgAAAAAAAAAZKlo3ZyiyjtzkxODypmp6qVBbUUq1qa66wVBNC/49Lw4+p37Hnv2vSnTS4oL9xi609dOO+aa2+6999Hn7rjiNwO37x0OOPsnvx07fsq4x2578KmXnnp59PjJ03p167THsMFnHjeqsKDpSK657b5r73jgR187/cvHj7r4qhvD1cPOcZM+2HnUmcMHD7j+Dxe+/s6E837++/33GPbXi77fvOspM2Zfc+u902bNW76qfKft+w7baYfTjj4kPIzmAZuya+ALQsYFAAAAAAAAIBvFameVrPhTPF4erJwa1C4PEvVBbUV19+83FO4UfHr+/dBTv//7rWGje+cOhfn5d/73qZdGj+3ScQMVWW68++ErbrqrbevSnt06Tfpg5tiJU599bcytf74oLzdnnZF7Dx8aj8fvfOipzh3aHnfofh3atdngrh959tX/96d/pFKp1q2Kt+/VfcIHM15/Z8KdDz998Y++vtewwR9v18A2TMYFAAAAAAAAIMsk6+K1k0qXXxbNiwarZqQDLqFINFXULbduXHzejyNBqnlsKpVMJguqu/wwmds52Ewz5yz483W3FxXm/+6n39x3xNCwZ9a8RT+59MrR4yauP/jaO/5z5a9+mBlWXln11Z9cPPmDmY88+8rxh+23zsj9dh/atVP7Ox96qkPbsvNOP3aDu160dMXv/35Lbk78wm+ffezB+4Q9DYnE9f9+6O+333/R5dfd/4/ftyop+hi7BrZh0QAAAAAAAACArBFpWJFf/mDpqr+kAy7ls4KapU390Vg0lsypfiuv/Inc8ifTr1VP5Cz/b96ie1KJhlS0INh8/374qfqGxFdOPDITHwn17Nrxkp+cH4tt4FHyqUcd1DystLjwhFEHhI0JU6cHH8tN9zxcXln1peMOywRcQvFY7BtnHHfQyOFLl6+859Fnttyugc8pGRcAAAAAAACAbBGpX1aw/Kai5TdEU+XBymlB1aIglQySiSCZXGdkKtRQm6qvW93hG9Xd/y8Vbx1svtfHjg+XB+41vGVnv17d+vXqvv7gXQbt0PJtuzbpPdbW1gcfy/TZc8PlIXuPWKf/4JG7hctps+ZtuV0Dn1PmKgIAAAAAAADIDsnagrmXFiy5NUjWpCKxINmY4Ug1/okXRFr3DvLaBKvnB6mGVCoVNNSkGiJV3X9b0+6UIFYYbL5wI7PmLgwbnTu0Xeejzh3aTZ42a53O9m3WitHEG2u9JFPJ4GOZPnt+uOzSod36uw6Xc+Yv2nK7Bj6nZFwAAAAAAAAAskM0t7bj1+vbHLNOdyqaVzr/J5FWXYLalUEqke5K1qcaoqt7/Ka2/ZeCyMecviMSieTl5tTU1iUSyfU+2tD46Kc5T0iysTJNKpna4KfrTJb06e4a+JyScQEAAAAAAADIEpFEYf9E0H/tzmT+8rujhUXpSYtWz0ulEkF9TTLSbnWfi+vKDt9wGmWT9e3ZdcL7MxYtXV5c1LVl/8Ily4MtrFf3LstWli9Yuqx1q+KW/QsWLw2XbctaBQBrE3YDAAAAAAAAyF6x2mn51U8H+e2C8hmpRG1QX12fN7ii91V1bY74hAGX0Mhddw6Xz776VsvOWfMWvT99dvDJ/M9D69apQ7h84oXX1+l/4sV0z66DBwQAa5NxAQAAAAAAAMhWyar88kfi8apg1QepulVBfW1NyeGVva9oaLVX8Gk49aiD83Nzbrr34RfeGJvpmbdwyf/7498bEukZkT5JhCYvNzdI14NZVlNXv8EBJx5+QCQSuePBJ+599LlMT7jTv91237OvjiktLhy17x4BwNrMVQQAAAAAAACQpeI17+cl3wtqFge1K4K6muqyk6q7/iSV2yn4lLRpXfrzb5518VU3ffdXl3fr1L51q5JJH8wsKSps36b1kuUrC/Pzg4+rfduywoL8RUtXHH/eBV06tLv+DxeuM2DwDn0v+MaZf/znvy6+6sarbr27d9fOH8yeV1FZVVSYf+lPzi9rVRIArE0dFwAAAAAAAIBsFEmUF6x+JFo3L7V6YbK2prrdV6p6/u5TDLhkHHvovtdf9v9G7bdHIpmcv3DprjvtcONl/9emdWn4UXFxYfBx5efm/PJ7X21dWjxv4ZK5CxdvcMxpRx8c7mvEkB0L8/MnTZvVs2unr512zP3/+MPeuw0JANYTSaVSAQAAAAAAANuEVKNkMplIJOrr6+vq6s68dUkQiZy1V8cDBrQKgM+V3IpnSpdfFlQvTtRFqzt8s6bTV8MnvMGnas6Cxbk5OR3ato60mJeopq7+wNO/VZCX99S/roxEPuU9Al8co6dX/O3ZBWHj1/vVty7Ky2+Umxv+6uTE4/FYLBZptOkbVMcFAAAAAAAAIOtE6xcXLbo8qJxTH+la2f3Smk7nfOoBl9Bjz716yJnf/euNd7bsvPb2+ytXVx+89wgBFyCrxAMAAAAAAAAAskoqVbD0hmjVlLqcHau6/qqhaHCwZRw8crfbH3zi5nsffe3t8WWlJWHPilUVU2bMHrpjv29/+cQAIJvIuAAAAAAAAABkl5zVr+Ytv7sud+fK7W5MxbfgRGO9e3S55U8X3ff4c2MnvD/xgxm5ubn9e/c4/ZhDjjxoZDwWCwCyiYwLAAAAAAAAQDZJNeSufKK28ODVPX8bRHODLaxX984/+trpAUDWk3EBAAAAAAAAyC51JYfUFw/dCgEXgM8RGRcAAAAAAACAbBKJ17caGQCwNhkXAAAAAAAAAACynYwLAAAAAAAAAADZTsYFAAAAAAAAAIBsJ+MCAAAAAAAAW1sqlQoAtoxIJBLAtkjGBQAAAAAAALaSltEWMRdgS4hEIs0/L8IubGNkXAAAAAAAAGBraH7qnGmklyIvwCe2VpClMeCS6Ym0aMO2QcYFAAAAAAAAtrgPcy1r0i2pxr+CFv0AH1s60RIu03+nF4GYC9siGRcAAAAAAADYspqjLaGHXp9541OTmp86Zz5qObcIwMcT/pIcNLjL+UfsGIlGI6lIEI0GYi5sW2RcAAAAAAAAYItbU7clVVFVN3vJ6gBgC1hSXp1INESS0VgsFiQDMRe2MTIuAAAAAAAAsAV9WKAllUqmkolkIgDYMlLJZKKhIRqLhe1wka7mItrCNkTGBQAAAAAAALa4TB2X8PFzsCbykpeX16lT5wDgE1u2bFllZUXYSKYzLvXp35l40Fi4JZIu5BKNKuLCtkHGBQAAAAAAALaszCxFqXSFhWRzWZdYPF7WpiwA+MQqV1dmMi6pVLKhoT7dFYlEI9HMXEUZpitiGxANAAAAAAAAgK0gk3RpnroI4NOWbCzkEv5Jl41KJVN+c9i2yLgAAAAAAADAFtc0V1GQCjxvBraYVDri0pBMJMJXak3hKDEXthkyLgAAAAAAALA1ZGYsCkwVAmwx4a9MIploruCijgvbGBkXAAAAAAAA2LKanzGn0tOHJAOALSSVmaSoqYJLpOmPUi5sI2RcAAAAAAAAYCvxmBnYolrUbkkFzUVc/PKwrZBxAQAAAAAAAIBtxdqJFtE6tiXxAAAAAAAAAADYVqSaK7jAtkXGBQAAAAAAAACAbCfjAgAAAAAAAABAtpNxAQAAAAAAAAAg28m4AAAAAAAAAACQ7WRcAAAAAAAAAADIdjIuAAAAAAAAAABkOxkXAAAAAAAAAACynYwLAAAAAAAAAADZTsYFAAAAAAAAAIBsJ+MCAAAAAAAAAEC2k3EBAAAAAAAAACDbybgAAAAAAAAAAJDtZFwAAAAAAAAAAMh2Mi4AAAAAAADAugrilUd1/9deHZ/qUTI1N1K7oq7du8t2f2TOaZNWDUmmPGQE4DPgXz8AAAAAAADAh4rjKw/u9tjJAx8uLesapHoF5cuD2gVluUv37fzwnh2fHL1k/9umfm9OVZ8giAQAsBXJuAAAAAAAAABNynIXn9zvzkMGL89vd0IQzQ1SqSBeEix+KEisDj/Nidbt1fGJHkUfXDvlwrHLRgYAsBVFAwAAAAAAAIDw2WEksU+Xpw7YYVZ+20HpgEtaMmgoD1INLYd1L5521nZ/6V44LYAtrCTfE23gQ+q4AAAAAAAAAGkFsdXHbvdwcdkeQTQv/T5ZF6x4I1j+YpCsXWdk75Iph/e489rJF276jEWtC2MnD2/Tu11+p1Y5bYriVbWJVTWJifOr+L9gmQAAEABJREFUb39t2bLVDcFW97V92h87tCxsPDWx/K9PLVx/wEm7tjl7r3bhsX35+unB5utWlnvtl3ut37+yKrGkon5xRcOsZbX/HbeyvDqxzoDcWOTwwa136JzfuVVuh5J4Xk504ar6BavqJsyrvv/tFesMPmvPduFVDRtTF9V8/87ZwSeWF4+cPqLt4O6FPdrkLa2sn7m07i9PLaipTwUf17++1resMBY2fnz37EkLajZr3eN2Kduvf+n3/j0rAGgk4wIAAAAAAACkDS57o0PRyiC3TRCJBInaYOF/gvKxQZAKgli6oEt62RRGiUfr+5WOb5+/YElNl03acreCnx3epVVBrLmntCAWvrqX5e7Xv/SSh+ePmbU6yDKTFlSHy7ZF8Z5tc2ctqws+Ja0LY+GrX8dgr+2K992+9Ed3z6qoSTZ/WpIfvfSE7n3a5bVcJTyA8LV7n+I9tyv50xMLFq6qD7aYC0Z1GdGnKNPuVpZbmh/7JAGXj61DSfyCw7vs0Cl/3soteLLA547KTgAAAAAAAEBa/9bj0tMSJevSrwV3BjWrg6JDg6KDg+JjgtyBQfERQbRN8+DinJVt8hZvymbzcyI/bxFwqa5PzVxaW59oSk7kxSM/PrRTptRHVpk4v3p1XTp9MqRHUfDJTF9aO2VhTfOrvKapdkvXspyTdm3bPCweDf7vyK7NAZdkKlhc0RBeq8xhhAZ0zr/itJ6dW+UEW8zQnoWZxtMTyx8Yu+Lfo5cFn4U+HfJ36JQfAKxNHRcAAAAAAAAgLS9WE9SvCConBpF4ell8Urp8S06vIFoaxDsG9bOCnK5B7fLM4GgkGY9s0hxDQ3oUlTYGXGobUr99eN7YWVWpIMiJRY4Y3Ppr+7QPGmu6jOhT/Pj4VUE2SaaC9xfWDO1ROLBLwYNjVwSfwJ8eX9CyEkx47hce0WW33unozO59i298eUmm//hd2gzqWpBpj5lV9ZcnF6yoakrDHLBD6fn7dyjMjRbnRc/fv+NFD8wNtoD8nEhurGnyqWtfWFxVlww+sTOumxYAfEpkXAAAAAAAAIC0RdXdgkRlsPyFIJVsLOhSGcTKGucnqg+S1UFO96BmTPPg2kRBZUPJpmw2L94Um1ha0fD2rKpMuz6RemDsij7t87qV5YZvi/KaJqAY3qvoV8d0DRuvfFB51+hlxw4t69+poHVRbNL86sfeW/X69MqWWw7XPWrn1oO6FrQrycmNRxasrJ+/su61aZXPTCrPDNhn+5ILRnUOG2HP3BV1RwxuXVoQW7664ef3zVn/OEf2K75gVJdo48H+Z+yK619cMmlB9dAehTt0XqugyG+O7TqsZzqecsG9c8LBxwwt69cxPxJE3pm9+u43l89Z8b9nNQrP/d05VZmMS8v5m44c0jrTeH9RzToplmcnl1fUJDJXZljPwv13KH1ucnmwOcJv4aghZSN6F4UXLR6LTF9S+97cqnveWl7b0FRQ508n9xjQ4kzvOX+7cHnl04uemLCB7FHz4O/cMSu8RLv1Lg6/ysXl9WNnV9315rKWsy/962t9M0V6fnz37EkLajKd4TU+akjr4b2Ke7XLK8yNLq6oHz29MjyYytr0ir88umvm4oS6ts555Hvbh/2n/OOD8O393+qXuZ3Ou3Xm3DWX+qy92p28a7rC0PNTKv74+ILgI7/3xeXpYNaefYsP3LE0/OJyopFpS2rfmF7533ErW55gh9L4abu1HdilsKwoFotGllU2zF5e++SEVW9Mz7pJteALRcYFAAAAAAAASHtz6T7nbH9ZtGFNeKJhdlB8UFA7MYi2DmrfDVp9KUgsynySCiJLazourOq+KZt9f2FTsqFrWc7/HdnlwXdWjJ9bnQlWXP7kwo2tVVYY+8NJPQpymvIxu/YqCl+Pvbfq6mebjqFbWe7vT+zecpKjnm1zw9cefYtbF8buG7NW5ZV+HfMPHFDadPCpIBN0aKl/p/wfHtI5E3B55YPK619M11YZN6fq9BFt2xbFw822LMSSsUvPomOHljUneA4YULr39iV/eWrhC1Mqgv9l4Jp6LfPWBDUGdysId5Rp3/76BmYIenPm6vB4du6enksoPJfNyrh0KIn/8uiuvdbMghQa1LUgfO2/Q+mfn1w4cX518HGdvVe7TOInFG4/fO23Q+nF/503Zc2Xvr4urXN+dUy3rq0/nHGpR5vcHm3ajOhT/MO7Zn8qxWOabfB7/39Hdtmzb3HzmKE9CsNXuPffPzo/E7IJv+7LTupRvCZ3lTnm8BWO+duzi8KbMAA+IzIuAAAAAAAAQNqS6i7jlu8+pO2rkSAdQUnWr0zVzIklVwap2lROn0TllFgqiDQmOmoaCt9aum9tsnBTNrtgVf2TE1YdMrBV2N6jb3H4Wl2XnLygZtKC6jdnVH6wuHaDa+3YJZ0CeX9RzYyltYO6FHYtS0ciRu3Uauzs1a98kK7mctLwNpmAy7LVDWNnV8UiwXYd8ru3SVeFOWxQ63UyLj0a+1dWJQpyo2NmrVuKo31J/BdHdc2kVSbOr77ssfmZ/rAdHmpRbnRIj6L1My6nDG8zb0V9eBbF+dGhPYrC1XNikQMHlK6fcTlulzara5tmHcqNR3fqVtC9sXpN6NH3msqHbN+pKfWSTAVvzdxwsZDwGDIZl/CAg00WntVPR3XJBFwSyfTGK2oTw3sVtSqIdWqV87PDO3/j1plVdckX3y+fuqjm6DW1ZB56Z2UylZq5rPajNz6sZ1FlbXL0jMqi3NiwXkXxaDqc9K0DOn73jlkbW+XsvdpnAi4NyeDtWavDvezSM1w7En535+/f4c9PLHx9WmV9IrXXdukYSkVN8plJq5qLzWyu9b/3Iwe3zgRcwr1PnF+1tLIh/O7CYx7ao/DUEW0z2aaTdm2TCbg8PbF88sLqcO+DuhYcOrBVeCXP2rP9S+9XZKIwwNYn4wIAAAAAAACk1SXznph3Yt+SiaW56YBI+cIFwapXW3ftG6SCZDKyYMxNXfoFscYHjNPKd3xx4ahN3/KVTy9aWtlw7NCywtx0dKAoNzqsZ2H4OmP3tjOW1l79zKLJGyr7cccbyzIVTSJBcNGa+WtOGNYmk3EZPb2yoibRq23etc8vzswQ1KYodtu5fcNGuw1FQJ6dVH7lM4visUhR4zE0hyZi0eBXR3fNxGXmraj/9UPzGtYEGJKpdBGaoT0KB3YpeHDsinU2uKi8/tu3z6xLpBqPquyrI9uHjU6luevv+uAdS4MNeXpiefjKtJsnLQovVLARSyrqM40OpTnBJttvh9LMvEINidSvHpo3dnZ6uqh2xfHLTuresTSnbVH8rD3b/f35xQ+9s7IgN9qccbn1taXVm1BSZdnqhu/dMWtFVTrBE+7lspN6RCNB3/Z5u/ctfn1a5frjt+uQlwmvhFftZ/c2zV4Ujv/raT3DFcPrXJIffWLCqlU1icyw8prEdY25k49tne/9pOFtMv2XPDxv9Ix06iUvHrnmzF6dSnOOGNz6P2NWhGfUqVXTl/jOnKoXppSHt0G4kVnL6lZWNcxcWivgAp8hGRcAAAAAAAAgIzJ++a5vLd1nv84PRyOJIFVXtfDV4rzX4rmplfPSQZNMEZfaRMGdM75RUV+26dtNNc6/8+DYFYcPbn3k4NZtiz98TNm7Xd6lJ3T/1YPz3p1b1XKV2obUXaOXNa/+wNgVmYxLxzXxjlc+qMyEXULd26SnKOrfKT/zNjeWLqlSn1ir+Mctry4Ne8JXJroRWdO/z/al8TWT0lz2+Px1EgyTFlQP7VG4Q+f89U/q7VlVdWt2MXNpU5WXwhYT3GxMMhXc/eby8fOqMnGTpvOtb9pvZOMrRtZ8ltqcsiYj+zXNy/PM5PLmPS6tbPjX68t+dEinsD2sV1HwcT0zsTwTcAnS16omPKnB3dKVZlpORdRS/zXlahoL+TQFm6Ytqf3x3bPnLK/7dCcqymj5vZfkR9s13nvhF5cJuASNd9r4edWdSnPC22Zoz8KnJ5bPW1GXSQX9+NBO39y/w5SFNRPnV4enFg5LfsyCMsCnQ8YFAAAAAAAAaLKirv2LCw/fuc3rbfMXlbQL6muD1StTpe2D5XODnjsH0cZSI0/MPWncsj2CzVdZm7z7zeX3vLl8l55Fg7sVtC6M79O/JDcWyYtHzt2n/Tqz26xY3dDQIvAwf2VTiKRVYSxcJRMuGdS14OThbft1zCvNj62zr9TaMZBw1xurjxJvEUo5dFDrD55d1PLTcXOqTh/Rtm1RvGfb3HWmK1pR9eEGq+qach6xDUVUvvmvmclkevalc/ZpX5QbjUaC/XcoeXbSqpZj5q5o2njb4vj6AZ2M5nxP8+BN0XXNvEjTl6w18dDkBdXNmy3IjVZ/rHzJ4jWlZTKWVDRdk/YlG864dF6TfVm29tcxZUOFfDbRR6SK1vne+3X8MAX1yPe2X398WWH6Afq/31g2qFtBp8arXZgbHdqjMHyF38y8lfWXPTZ/Y7NrAVvB/04RAgAAAAAAAF8YkemVO6yIDQta7xWLBbmNkYBEQxDLaWqHnp5/bDKIbfoW9+1f8tWR7X9xVJfd+zRNUjNm1uqbXln6l6cW3vrq0syY3u3yomunQ/Jy1nqUGWnRiDZ+cvhOrX5/YvdhPQtL82MVNckxs6rCrTWX2WhYO7BRWZsINm5lVSJTQeSwQa16tl1rsqGJ86tXN340pMe6xU7qGz6MoST+Vz5kzoq6Jyas+sOj8xsawysdS3N+fWy34hZFX2Yvb4qthNchvGLrbyHsH967qSJLc+JnUzQf58YqxIRbjn1E9ZiPVLCRr2ljmgfk5XzcXTaKtdhtbnyjT73X+d6jkf+x01aNU1YtLK//zu2zwlt0nVRT19Y5lxzfvUOJQhLwmfE/PwAAAAAAAOBD5XVlVZFuiTbDI3k9auc8kKipjsWD6oqgujyI54UPGHOW1HTerA0eMbj1wC7pGWpi0cjr0ytbfjS3RbAjNx6pqf8wNdKqIFZaECuvbsoodG7dFD1ZtrohHFaQG/3KyPaZwMJfnlr49MTyoLEiy5f3bBc0Tga0jsR6EZfmIQ2J1O8enT+sV9HJu7YJD+OrI9v/8sF5zcPCTb2/sGZoj8LwFB4cu2KDW9h0Y2ZV3f3W8tNHtE2fUaucr+/b4fInF2Y+mr6kdubS2l7twkscHL9Lm8wZtXTooFbN6YoXplQEm2xxRX2f9unN9m5cNtuhc9O0QQvL69eZoWnTdWm9ViSo3ZojXLiqfoPj562pQNNh7UIv3z6gYzSa/vSlqRWLyxs2dnGbq/PktEjlZIIpG7TO996cDaquT514zdRg46rqkve+tTx8hffhrr2Kwhtg734l8VikOC8afhG3vbYsAD4L6rgAAAAAAAAAH6pP5r03u9W4V2cumh5fMbdt5fScZe/GKxfnzZvYatKkXm/MPaA2UbBZGxw3pyrTGN6r6Kw92+WvKeBRkh89Zbe2mfaCVfUtAy5BY+rlxGFtMu1whSj6PcoAABAASURBVKOHtM600wGIIOjRJrcwN/2ss7o+1Rz42L1v8caOoWG92EtzROLFqRXj51Xf/ebyTJ5m115Fw3quVbJlUuOcPjt0zg8+DXe8vqx5spsDB5Rm0j8ZN7/SVNWmZ9vcS47v1q74w4IFo3Zqdc7eHTLt8Ghfm1YZbLIxM1ev2V2rxjl30sKNn7F708V/fnJ58HHt27+k9ZqIyQ6d8gd2adr+vI3MpjR3RVP2JTzHId2bBm/XIe/QQa0OHdjq7L3aZ9Itzd/XOiVaqtZMqJQJA4WK86IDOm/0hlzne5+/sn5OY6yqICeyW++mbzk3Frnh7N5/P7PXRUd17d0ur7Qg9rPDO195es+7vrFdh5L4qurEM5PK//TEwifXpI5K8jejiBHw6VLHBQAAAAAAAFjLK0uOrs5/sVfl+0HZfvG2kWgkqG1fV5+fWF7f9p3lB9Sn8jZra4++u/KwQa3bFKWTAScPb3P8sDZzltfWNaS6luU2T9bz+PhV6694wrCyVoWxcORO3Qq6lzXVC3lqQnpkc5mQgpzIb4/r9sT4VcX50TP2aJfpDA84JxapT2xSpZXMNEPVdcn7315x9l7pLZy7T/sxt61uHjBuTtXpI9q2LYr3bJu7zuQ1H0N4TFc9s/Avp/bMzM30zf07fOv2WZmP3py5OtzXzo3JjyHdC2/6ap+llQ1VtYmOpTkFudHm1W9+ZUmwOV58v+KU3dq2K47Ho8Gvj+n21szVFbWJ4b2KWhU0zctz1+jlwcdVmBu97MQeb86s7NQqZ1jPoswUQnNX1DUHm9Yxfl7V1EU1/TqmA0O/Prbb2Nmra+qTu/YqzlyNN6ZXLq5IZ5gqapoKsLQvyblgVOfwq8wUvJm9vLZNUfr6fH3fDt3KclfXJg/esdVmTR706Hsrz9s3nRa6YFSXx8evnLO87pCBrcKDz5xLeOThvsI7s09jhuYPJ/V4YUp5OGbHLgX7bN80gdSkBTUB8BlRxwUAAAAAAABYy8raVkvzhlQUdM1rlyxtv7yk/dKSTg2rCrvNydlzUUPPZCqyWVtbUZW4/MkF1WsqcMSjQe92ef075TcHXJ6dVH7vW8vXX2vWsrqDBpQevlOr5oDLC1MqnmjMuKyqTjw5oSkWM6hrwY8O7XTevh2KcqN1a3It3dvkBpvpP28vX1rZVCSmuWxMaOL86tWNBz+kR1Hwafhgce3D41Zm2r3a5R07tKz5o989Oj88r0zxkWgk6FASDwc0B1wWltdf/N95m5uxqKxN/vHxBctWp08tFg1G9CkKr2pTwGVV/Z8eX1CX+BjTLjUZN6eqS1lOeAq79ynOzB8UXqu/PrVwY9sMT+3yJxdmrnN4JwzvVbR3v5KCxtI+yyobrnxmUWbYjCW1mWseXoR9ti85cEBpplrM3W8ub2i8j8Lv+qRd25y9V7v2pfFH3l0ZbLL/vrPyoXfS4/NzIuFhf+fAjuGtGL6tT6T+9MSCTC7qL08uzERtwusf7uWHh3Q6bFCrTN2gMbOqnvsEZW+AT0gdFwAAAAAAAGAtK6tzJy6OT148JCc+LJFIphrl5+QU5LdaUlnQYp6fTTV2dtXXbplx8vC2O3cvbFUQKy2IRSPpAioT5lc/+u7Kl6ZWrL9KbUPyh3fNOnW3trv1Lu7cOmdpRcPzU8pvf31Z84Arn160YGX9/gNKu7bOjUSC6Utqn5m0ql1xzgnD0pGRvbYrDnuCzdGQDO4cvezbB3QM26cMb/vkhFWZ6ZOSqeD9hTVDexQO7FLw4NgVwafhlleX7LldcWY2otNGtH12cnlmpqSKmuQVTy96fPyqQwelkz2dWuUW5UUXl9fPX1k/dXHNvW8tr/9YeZTx86q/fsuMUYNa7963uHub3JxYJLw4786tuufN5Z8k4BIKv7t73lp+3C5lO3YuCDc1a1nd355dNHfFR1W7mb287lv/mvmN/ToM6FxQVhRPJlNLKxvCO+S+MU3TRYXCTV39zKIv79muc6ucxRUNM5bUxiLpu27cnKpLH5l33r4dOpamK69MX1r7zxcWF+XFjhjcehMPODzba19YPHVRzd7bl/RomxtuJ9xueNg3vLT4vbnVmTHhxQmP8MidW4/sV9K+OF6YF1tV3bC4vOHZSauemijgAp+lSPhvowAAAAAAAIBtQiaLkEwmE4lEfX19XV3dmbcuCSKRs/bqeMCAVgGfhcw3kkp/KQ0N9XV3vDDt6semhv2FRUXbb799kK2KcpaUFCzJLymqX10daWiIBpG6RENVQ2FlQ7dkqiDYYob3KvrVMV2Dxpol59w0IyAr/enkHgM6p8ufXP3sosfeWxXwWZszZ86ypUvDxkE7tvr+YT1z8vJzw1dufjwnNxqPx6KxSDQaaRTAVjR6esXfnl0QNn69X33rorz8Rrm5uTk5OfHwzozFNve2VMcFAAAAAAAAWFddojAvHi/Iy6+vrq2oqUkmkolUMhVtFQSbPQcQAHwqZFwAAAAAAACAdTUkC6YtWBZZvLi+vr4gHi/Jz8+N5FYn8xOpmEIQAHwmZFwAAAAAAACAdaWCaG1Dp/IlY5LxpkeKeami1u13iHvACMBnxL+CAAAAAAAAgA0ozOuSm1rcMOftIFkXKWif23v3aLww2MLenLn6iCveD8huP757dgCw1cm4AAAAAAAAABsQiefldB8RvgIAyAIyLgAAAAAAAAAAZDsZFwAAAAAAAAAAsp2MCwAAAAAAAAAA2U7GBQAAAAAAAACAbCfjAgAAAAAAAABAtpNxAQAAAAAAAAAg28m4AAAAAAAAAACQ7WRcAAAAAAAAAADIdjIuAAAAAAAAAABkOxkXAAAAAAAAAACynYwLAAAAAAAAAADZTsYFAAAAAAAA4Ivun2f17to6J2xc/PD816dVBgDZR8YFAAAAAAAAAIBsJ+MCAAAAAAAAAEC2k3EBAAAAAAAAACDbybgAAAAAAAAAX3QXH9ttl56FYeOhd1Ze+8Li5v4+7fOuOr1n2KhtSH3pumnVdcn8nMjRQ8r27lfSrjhemBdbvrphwcq6V6dVPjJuZWqTd/e1fdofO7QsbNz95vJbXl2a6bzwiC57bVccNp6bXP6nJxZmOr+5f4cjBrcOG/eNWXHjy0synQO7FBw2qFW/TvmdSnMWrqqfubT20fdWvju3unn7+2xfcsGozmHjmUnlc1fUhVsoLUgf6s/vm7O4vCHsD3d0yMBW/TsVhJ1jZq2+dc0xrOOAHUpH7dSqY6uc1gXx8prE4vL6cXOqHnxnxcqqRACw1cm4AAAAAAAAAF90T09alcm47L19ScuMy8E7tso0XptWWV2XLMiNXnZi9z7t85oHdCiJh6+duxf275j/5ycXbuLu3phemcm4hCs2d+7UtSDTGNC5oLmzecBr0yoyjeN3KfvKyPbRSNOA7m1yw9fI7UseeXflP55bvE7Opl/H/AMHlGbaqVSQCbj84OBOB+3Y1FmSn9uzbe7gboX5OZF1DvK7B3Y8dFCr5rdlhbHw1b9T/og+xT+9Z3ZlbTIA2LqiAQAAAAAAAMAX20vvV6yqTtcmKSuMDe3xYe5k7+1LMo2nJ64Kl/v1L8kEXN6dW33di0sue2zBnaOX1TakgyUHDChtGVj5aOHqmVIo/TrmF+elH9r2bZ9XWhDLfNqpVU6bonS7Q0m8W1lu2FhW2TBpQU3YGNGn6Jy9mwIu81bUPzF+1fh56fItYceRg1ufuGubdXbUo0169XBf4UGOmbU6c0bNAZcFq9JbmLywZrsOeW2L1qqP0Kk0JxNwWbiq/tZXl/7hsQU3vrwkHB/29Gybe9wuZQHAVqeOCwAAAAAAAPBFl0wFL0ypOHpIelag/fqXjp1dFTaG9igsK0xnTRaW12d6urTOzYyfubT2iQmrquvStUxmLK0tyY/NWlY3dVHNpu/x7VmrDxhQGo0EI/oUPzOpfGjPopafhp2Pvbdqr+2aEjZvNcZTQmft2T7TGDNr9cX/nV+fSMdrThvR9ozd22YaL0wpX1zR0HJTz04qv/KZRfFYpCg3HaY5bmhTPOXNmat/89C8ZGPhlzP3aHfqbmvlY3q0bTrTpZUNT08sX7Y6vc335lYP7FoQnvtmnSnAp0UdFwAAAAAAAIDg8fErMxP97NanKDNtz379m+qdPDupPNOYtaw20zh6SOs7z9vu8lN6nLtP+0QyeG5y+cT51ZnEySYaPaMptjKksfrLwC7p+YlWVScyVWF2bJyuaOc1FWXemF4ZLnu3y+vZGD1JpoIrn17UvLt/v7Fs9vK6sJEXj+yydlYmdMurS8OR1XXJpZXpnEqH0pxM//1jViTXHO+D76xYZ61pi5vOdFDXglvP7fOPL/f67kEde7TNfWFK+djZVSYqAj4TMi4AAAAAAAAAwaxldZPmp+f9Kc2P7bldcTyaDruEbxPJ4MkJqzJjXphS8fasqkw7HNC/U/5xQ8v+78gut53bd7/+JZu1u9EzKusaQyqZCi6DuqZDLZMWVE9ZmD6GAV0Kwu0Pagy+VNYmR09PB2L6dsjLrLu0siETWGk2Y2lTJKV3u7yW/eG6LUfmxiKtC5tmRJq/sq65v7w6kanU0ix8e9trS5vfdi/LPXRgqx8c3OmWc/p+dWTTZEkAW5mMCwAAAAAAAEDas5Ob6rWM7Feyx3YlpfnpOMjY2auXrJn9pz6RuuiBuX96YuHE+dUNLUqZFOZGf3JY5z37FgebrLYh9U7j/EdlhbGDdiwtbJxIaMK86vHz0hmXzq1y9tm+tKCxMxyWWrNKZt2PSJhE1v6ssjbR8m3LOjN58f8RVLlz9PKf3jPn9emV1fUfrheNBCcMKzt3n/YBwFYXDwAAAAAAAABonJPoqyPbF+ZGh/QobFgzkU/zREUZYe9zk8vDV148MrRH0c7dC/frX1JakE7DHDWk9avTKoNN9tbM1bv1ThdxOWV420zPO3Oqwr2fPiL99rQRTZ1vzGja5rwVTZVX2hbHywpjK6o+zK9s1z4/02gu6JKRWCviks7oLK9sCFcP293b5s1bWZ/pb1UQKyvcwLPjCfOrw1ckCHbsUhCe6T7bl3Rvk54s6bBBra9/cUlyM6ZmAvgUqOMCAAAAAAAAkFbbkHp5akXQOF3RPtuXho1V1YlXPqhoHnDuPu3/dHKPf3+97wEDSsPBr0+vvPaFxf94fnHm0+L8pmmA2hTFurbOCV/FeR/1QDbcVyYm0qV1TtA4YdD0JbUT5lVX1SWbOxuSwejpTRmX8NPFjRVlopHgB4d0yok1FWI5bUTbrmVNW3jlg7VCNg3r5VAWr6lJc/COpc2dxw4tW2f6oVE7tbr0+G43f7XPdw7smGoMu9zxxrIf3z0782m460zhGYCtSR0XAAAAAAAAgCaPvLvykIGtwka8McLx4vsVLeckyolGBnROV0z55n4dduxcMHFBda+2eSP7NU1R9P7Cmkzjm/t33KNx3qJbX11615vLN7avVdWJqYtq+ndqKsEyfn56lqLFYiwvAAAQAElEQVRUEExaUDOsZ2FT57yqytoPj+DRd1eevVe7sDGsZ9HfvtQr/LRrWe6grgWZT29/fVl5dSL4SE9NXJU5hd37FP9sVOdlqxsKc6MHN55yS5U1yZ27p4/hsEGtSgtib81c3bogNqJP05nOWV7X8qgAtg4ZFwAAAAAAAIAmHyyunbG0tne7vMzbx95b2fLT215b2rNd3k5dCwpyo6N2ahW+mj9aXNEQfhpspjGzVjdnXCbMq17TqGrOuLw1Y3XL8fe8tbxbWe5BjSVYupbldC1rOoBkKnh43MqH3135P/f4xPhVO3cv3Hf7krC9d+MyNHNp7bLVDcN6FjUPe2lqRf+384/bpSxs79m3eM++xc0fNSRS/3h+UQCw1cm4AAAAAAAAAHzoucnlvUe2DxvvL6qZtayu5UeVtcmf3zvngAGlhw5q1alVTquCeFVtYunqhtHTK/87buXKqsTm7uvlqRWnj2ibaY+d3RRneWdO1ZcbG6nGrMk6q/zlqYWPj1958MBWO3Yp6FSas3BV/dTFNY+/t2rC/Opg01z22IJ5K+r261/ariQerv7e3KqbXln6vQM7rjPs+peWvD698vhd2vRql1tWFG9IpFasTkxZVH3/mBUzltYGAFtdJJVKBQAAAAAAAGwTUo2SyWQikaivr6+rqzvz1iVBJHLWXh0PGNAq4LOQ+UZS6S+loaG+7o4Xpl392NSwv7CoaPvttw8APrE5c+YsW5ouI3TQjq2+f1jPnLz83PCVmx/PyY3G47FoLBKNRhoFsBWNnl7xt2cXhI1f71ffuigvv1Fubm5OTk48vDNjsc29LdV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AA2U7GBQAAAAAAAACAbCfjAgAAAAAAAABAtpNxAQAAAAAAAAAg28m4AAAAAAAAAMC2I9IogG2OjAsAAAAAAABsPc0PnhMNDSuWrwgAPrHamtoP36ydbhF2YVsi4wIAAAAAAABbSfiwOZVKZdq1tbWzZs0MAD5VGyjiIubCtiIaAAAAAAAAAFuSOgrAVpIJuKR/cyKBGYvY5qjjAgAAAAAAAFtD5sFzq6Lcbm0KgiCVkfm7ZX0XaBbeE8lEIhqNSiqwMZkfkGDNL0zb4txoLBaNRDO3TfpnpfGnxS3EtkHGBQAAAAAAALa4SNP0IZHDd+l68E7t6+trG+rrEg31DfX1yWQimUikgnTeJYAWamtrFy2Y16Zt2+KSkgA2JhKJRqKxeDz9J54TjcYi0UzKJRpRyoVti4wLAAAAAAAAbBWR9EPnZPgnFosl42sSLZFkMpGKJRvruMi4sJaGhkRNTU145+Tk5gWwIeEvR6TxtyVdviX8E88J/4SvaCS6Jlsn5sK2Q8YFAAAAAAAAtrz0rCHpmUQaAy7JIJ6T6YtFY4lkIpXMZFwCMxbRUiRau3r16vCmiOfIuLABLWcpCn9M0j8vsXQ1l8aaLrHG8i7RALYhMi4AAAAAAACwZTUVUWgsthBJpaLxpod0yWg0GQv/SSZTSRMVsb7qRuF9k5dfEMBGNP7CpEu5NJVzicfDZeMrGgnS8ZcWw+DzTcYFAAAAAAAAtqB0AZdMfqWxqEIk1tgbTz+RTs9SFGos4qKCC+uLxeLV1dWp9FxF+QFsXGa6onSKrjHnEm2s6ZL+yTFXEdsWGRcAAAAAAADY4pqeMUejQTKIxTIzFyXDh9BBOuKSDMxSxIZEY/Gqqqrw9snJNVcRG9VyxqJoJFPNJdoUcEk3BFzYdsi4AAAAAAAAwJaVKeXSHHOJpJvRZDQ9P1EoGmsKuHgQzTqisVhdXV0645KTG8BGpFrEXDJJl0imGY02j5F0Ydsg4wIAAAAAAABbSdNj5nCZSsVS6XYm3bJmMqMAWopEovX19eHf0bgHu2xE00xoTT8fzT8yLacoEnBhm+GnEAAAAAAAALa4TCmXoOXD5kxDBRc2LhKJNjQ0BOnqP7EA/pcNhloEXNiWyLgAAAAAAADA1tD8pPnDeYs8fuajZaJR6TlnogFsJj8vbHtkXAAAAAAAAGCr2tiD56YZi6CFZDLpxuB/EmfhC0LGBQAAAAAAALKCp9SsI3NLRBoFAF94Mi4AAAAAAAAAAGQ7GRcAAAAAAAAAALKdjAsAAAAAAAAAANlOxgUAAAAAAAAAgGwn4wIAAAAAAAAAQLaTcQEAAAAAAAAAINvJuAAAAAAAAAAAkO1kXAAAAAAAAAAAyHYyLgAAAAAAAAAAZDsZFwAAAAAAAAAAsp2MCw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AA2U7GBQAAAAAAAACAbCfjAgAAAAAAAABAtpNxAQAAAAAAAAAg28m4AAAAAAAAAACQ7WRcAAAAAAAAAADIdjIuAAAAAAAAAABkOxkXAAAAAAAAAACynYwLAAAAAAAAAADZTsYFAAAAAAAA4DMz8b13br/p7x8x4P67bg1fG/zogEOPPPDQowKAL4ZoAAAAAAAAAMBnZMedhvTrv2Ow+dp16LjvgaMCgC8MGRcAAAAAAACAz9IRx54Sj2/2FBwfby2Azy8ZFwAAAAAAAIDPUvuOnfY58LDNWmXAoJ2332FgAPBFIuMCAAAAAAAA8Bnb98BR7Tp03MTBuXl5Rx53agDwBSPjAgAAAAAAAPAZi8fjRxx7yiYOPnjUMa3L2gQAXzAyLgAAAAAAAACfve13GDhg0M7/c1jX7j13H7l/APDFI+MCAAAAAAAAkBWOPO7U3Ly8jx5zzIlfikY95wW+iPz2AQAAAAAAAGSF1mVtDh51zEcM2GX4Hl279wwAvpBkXAAAAAAAAACyxe4j92/XoeMGPyoqLj7sqBMDgC8qGRcAAAAAAACAbBGNRo858Usb/OjQI08oKi4OAL6oZFwAAAAAAAAAskif7frvMnyPdTq7du85bLc9A4AvMBkXAAAAAAAAgOxy2FEntizZEolENlbcBeCLQ8YFAAAAAAAAILsUFRcfeOjRzW93H7l/1+49A4AvNhkXAAAAAAAAgKwzfI+9M7mWVq3LDh51TADwhSfjAgAAAAAAAJB1otHoMSd+KRKJHHbUCXn5+QHAF148AAAAAAAAACD7dO3e85Qzz91pyK4BADIuAAAAAAAAAFlLwAWgmYwLAAAAAAAAbG2pVCoA2DIikUgA2yIZFwAAAAAAANh6mtMtYi7AlhCJRJp/XoRd2MbIuAAAAAAAAMDWsE66Jb1sbgB8Mk1xlsaAS6YdadGGbYOMCwAAAAAAAGxxqRZxlkQimQrSAZdmgZgL8EmsCbXEotF0qCXzEnNhmyPjAgAAAAAAAFtDJuDS0NDwxCtvBABbwIhBO7QuLYlEo9EgmonOibmwLZFxAQAAAAAAgC3rw1mKksnwFQBsGclkItHQEI3FUtFULBprjrkEsE2QcQEAAAAAAIAtLtVyZqJGvbu0b9OqOAD4xKpq6ibNmBekp0JrCF9BJIgGQTISiYZ/NwZclHJh2yDjAgAAAAAAAFtFKpUM/0k11XFp27qkR8d2AcAntqqyqinjUl+fTDSku2KNsxRFI4F0C9uQaAAAAAAAAABsMZnCLU0VXFKpZCIRAGwZ6ZmKGuqTyUT4YxMKf3SCFtOlweedjAsAAAAAAABsJanGx84BwJaRTKZTLuEi/VPTmKsLBFzYhpirCAAAAAAAALaGdEGF9MNmz5uBLSUdcEkmMnVcUo0FpALYhqjjAgAAAAAAAFtWZpaiZgHAlpKuFpV+rfm18ZvDtkQdFwAAAAAAANgaIo2lXDxvBracZDKdcEk1zosWCNWxzZFxAQAAAAAAAIBtgXpRbNtkXAAAAAAAAGAr8uwZ2HJSqUjQWDbKLEVsi2RcAAAAAAAAAGAbIdrCNkzGBQAAAAAAAACAbCfjAgAAAAAAAABAtpNxAQAAAAAAAAAg28m4AAAAAAAAAACQ7WRcAAAAAAAAAADIdjIuAAAAAAAAAABkOxkXAAAAAAAAAACynYwLAAAAAAAAAADZTsYFAAAAAAAAAIBsJ+MCAAAAAAAAAEC2k3EBAAAAAAAAACDbybgAAAAAAAAAAJDtZFwAAAAAAAAAAMh2Mi4AAAAAAAAAAGQ7GRcAAAAAAAAAALKdjAsAAAAAAAAAANkuGgAAAAAAAABfSHfc9Z+9Dzz2lxf/aYOfNiQS4afha9HiJcFWl0qlnnr2xYsv/Utzz2tvjAkP5sKLLg22vDfHvBPu66cXXrwpg5985oVw8PgJk4PNV1VVnbnIt//7vg0OyHxHl19xbbA5qmtq/3XHfbfefk/wiX3l6z8ID2Du3AVhu6KiMmyfcMq5wSezWZc3Y/GSpX/8yzWvvzEmAL7AZFwAAAAAAACArDN9xqzfXHL5rDlzg6y3x27DwuVLr7wRfALX3/zvGTPnBJ+SRx576tobbltVXhFsK6685oaHHn6yviERAF9gMi4AAAAAAAAAa+nfr+8Vf7746+eeuSmDS0qKdxyw/eg3xwafQENDw28u+XMymQy+ADbr8gI0k3EBAAAAAAAAWEtpackuQ3bark+vTRw/cs/dPpg+c/GSpcHHVVJSHG7h1tvvDb4ANvfyAmTEAwAAAAAAAID/5a57Hrz6Hzftt8+eF//ypy37Z82ae8ZXv71D/37XXfPHv//zljvu+s/ll/1q+fKVTz/74nvjJ7dp03r33XY59eRjO7Rv13KtFStW/v26W9+bMGnx4qU9e3QfPHCH4487okf3rplPf/fHqx59/JmwMeX9aXsfeOxOgwZcc8XvmtddvmLFv+647+2x7y1ctGTgjv333HP4sUceFout9X/vf+a5l1548fXxEydHsighWQAAEABJREFUo9GdBu5wxOEH77rL4JYDXnpl9EOPPDF92qyK1ZX9t99u0MD+Jx53ZNs2ZZlP3xzzzg9/+qs9Rgy77NJfZHqmTZ/577sfmDBpypIly3r17DFgh+2OPuKQftv1yXw6Yvgu/7zhX2++9c4Row5q3sV53/7pxEnvv/TMA4889vQzz708acrUbl27hFfj9FOOKyjIz4yJRCLhMjz4H3z367+55PKbb7tz37336N2re/CRpk6b8c/rb5s+Y3Z5ecUO/bcbOmSnk44/sqSkOPPpKWd+Y/78hWHj7nsfCl9nnn7i1885Y2ObemvMuOdefGXqBzOmz5hVWFDQtm2bg/Yfefqpx2cO7GPInPWTD995738efvX1tz74YEavXj0O2G/P4485Ii8vNzNm/csbNN5I9z/4yFtvv7tw0eJOHTvsPmLYWV86qbS0ZNHiJSee9rXMmAsvujRchjfYDv22O/y4M9q3a3v/XTe03Pslv7/i8aee+8WFPzjkwH3Dt1f9/cbwCoQ3z7h3J4bHU9a61XHHHH70kYeEH9XV1f/nwUdHv/XOxMnvd2zfbsjggSedcHTXrp1abu2jbxJg65NxAQAAAAAAAP63ww878B/X3fryK29UlFeWlBY39z/8+NPpTw89oLnntjvuHfvO+F2H7XzUkYe8996ke+5/+KVXRl/910s6dmifGTBz1pzzv3NB5eqqnJycPr17Ll6y9L4HH/3Pfx8/5+zTvvylk8IBI/cYnpMTf/C/T7RtU3bUEYe0zMdMnTbzjK98p6KisleP7pFoZPRbY8NXRXnF2WeekhlQU1v7k59f/M648WG7a9dO+bl5Tz/3Uvg69OD9/u9n38+MCd/++rd/jkajHTq0696ty/jxk8LxDzz0+JWX/7Zf397rn/v8BYu+8e0Lwi2XlbXu3avnnDnzprz/QTj+5z/5TnhZwgH9tuvdvl3b0WtnXDJuvf2e6268PbxiXbt0/mDajMlTpr740mvX/f3Pubk5LYcdfMA+zz7/Snh5f3PJn6/7x5/jsViwEY89+eylf7gybBQXFfbq1WPK1GnvvDvhvgceCc9ujxHDwv4TjjvizTfHvj767YE79h8+bMjOgwducDupVOo3l1weXoqwXZCf17NHt/B7WbFyVXiQy5av/O63zgk+gQv+77cTJk4ZueeIAf37vfLa6GuuveWtMe/+4dL/29h5/feRp/58xd8TiWRRYWHvXj2mfjDj7nsfev2NMddd86eioqLwy33uxVdmzZp74P57h99Xl06dNvEwMkmde+57OFw9bCxbvqKhIRE2ps2YdcGFv120eEksFu3bp9fKFeXhHfjgI09+5/xzjj92VGbdzb1JgK1AxgUAAAAAAAC+0J59/uXw9T+HlZQU7z1y9+deeCV89n/cMU05gGQy+dgTz+bm5hx2yP7NI8e+M/4rXz71q2edmhlw6WVXPvHU81dec8Mlv/pZpueSP1xZubrqmKMO/c7552Rqe4Sb/d1lV1534+2Dd9pxyOCB4Y66dOn04H+faNeuzTlnn9byMBYuXLzrLoN/8oNvhgPCTV399xvvuf/h/zz4+FlnnJwJNNxx53/eGTc+3M7/++l3wzFhz7x5Cy+6+LLwGPbcfdcD9huZGRMOvu3GqzKVY6qqqv9+3S0PPPT4zbfdlTnIddx7/8M1tbU//eG3jjri4PBtIpF84qnnfvfHq66+9qbwxKPRaLi1YUMHv/zqG/X19Tk5a4VXbr7t7kt/8/O99xoRtivKK7/x3Qumz5wdXrTw9IPGoEnjMj3yZz/61mnvTfhg+sxbbrt7nbNutnjJ0r9edV08FvvR988/8vB0nqYhkbj51rtu+dfdl/zhijtu/ltpacnJxx8VHlAm47Kx7YReeOm18KssyM/7/SX/F17z8CzC83rq2Rcu+f0VDz78+DfPOyse//hPk997b9Iff//LTO2cs8446Xs/vmj0W2P/8+BjJx1/5PqDFyxc/Ner/xnu/dvf+MrJJx4dXszw9vjj5deEt+X1N93x3W+dE57FjFmzMxmXvffaLXMlN+UwMpf3uRdfOe7oUWecfsKU96cP2nH7sOevV/5z0eIlRx956DfOPTNT/yY8vF9fcvnV/7hx5F7DM5mqzb1JgK0gGgAAAAAAAABsgkyo4omnnm/ueeXV0atWle87co/myXeCxuopZ595cqYdjUZ/9L1vlJQWv/jS68tXrAga4yyTp0wdsEO/H3///ObJa/bfd69zzj49bNx8610ffQzhBi+68EeZ8ErY/vq5Z4YbCbe8bHl641VV1XfcdX8sFv3V/zWNyRzPBT/6dti48dY7Mz3z5y+MRCL5+XmZt4WFBV//6hnf+eZXjzv68A3udMHCReEyv6BpfLj9ww878Cc/OP+H3z0vkUhkOocPH1K5uuq9CZPXWfe4o0dlAi6h8Docc/RhYWPi5PfX30urVqUX/OBbQboQzj1TP5gebMhtd9wbnuNJJxyd+S5C8Vjs3K+cPnLP3cIv4v4HHw02WW5u7kH77/3db31tlyE7hVcyc16HHbx/SUlxXV39qvKK4BMYddgBzZNDpc/rR+nzuu+Bhzc4OLyjwj0ecuC+p5x0TCaoVFxU+P1vnxsuN3YdNssO/fv98HvndWjfbu+9disra/3W2+++8+6Evr17/uh75zVP8LTbrkPP+tJJ9fX1t95+T6Znc28SYCtQxwUAAAAAAAC+0A7Yb+Svf/Hj9fsbEon9DzmhZc/wYUM6dewwYdKU8PF/JkHy2JPPhsvD156g5+gjDs1kJjIKCvJ333WXp5598fXRYw8/9IAZM+eEnQftv/c6uzvwgL2v/sdN02fMCj5S/+37lpW1an6bn5fXrWuXadNnVlSsbte2zYxZs2tr6/pt16d9u7Yt19q+X5/i4qJZs+bW1dXn5uaM2G2XZ59/+avn/fCoIw4euvOgwTvtWFJSfPIJR29sp7vtOvTlV0df8vu/vjVm3O677TJk8KDwGI4+8tCWY/bYbVg8Hn9j9Nu7DNmpZf+QndeaKqhdm7JwWVdbt8Ed7bvPHuGVSc+Sc+nlN137l3VKwoRmzJgdLg86YN2rt/9+e4VHOL3x00205+67hq/mt4lE8v2p06Z+MD1T+yS8UMEncNThh7R8O2CHfuE3Mm/ewkWLlzRPWdVs3HsTwuV+++7ZsrOsrPVjD90RfBqGrUnbZEyZMjVc7jJ0cMu7NDR816HpT99vStVs7k0CbAUyLgAAAAAAAMAmiUQiR4w68Iab//3fx54675wzV6xY9fKrb3bq1GHY0LVSHV06d1xnxQ4d0pO/LFy4OFzOnj2vuaeltm3K4rHYipWrKldXFRcVbuwY2pS1XqcnHo8F6SmQ0vVUZs9Jb3zqB9P3PvDYDa4+c9ac7fv1+db5Z0+bMXPWrLn/uuO+8BWPx3ffbZeTTzh66JBBG1zrmKMOffud955/8dVHH38mfAWNoY2jjzj08MMOaM5JlJQUDxq4w8uvjj7/62e1XLd9uzYt38aijUebmZ1oQ370g/PHjH03PLYbbrnzG+eeuc6nsxqvXqeO68ZEunRKX/O58xYEm6Oqqvq5F16ZN3/h5CkfjJ8wqbqmtvmj1MaPcFN0b5zfp6UO7dstWbps/vxF62dcli1d3jigbbBltGndquXb2XPnh8t77v9v+Fp/8JzGWyi0uTcJsBXIuAAAAAAAAACb6vDGjMuTT77w9a+e8cRTz6VSqcMPPSAzv0yz2NrlMdaRSKXDKKnkBiIUsXisIZH46NWj0chHfJo5kjZlZT16dP2IYR3atbv5uiuef/HVd8aNnz9/0bTps15+dXT4OvXkY7913tkb2mn04l/+dNx7E198+fX58xfOmDV70uSp4Su8Apf97qKCNdPZ7LbrkH/e8K/5Cxa1TPlEG0Mtm664qPBnP/nOBf/vt3fcef8+ayY5apa5eslkcoPrRj/y0q1j7twF533np+WNcxL17Nlt+PCh3bt22X3EsEt+f8XCRYuDrSgnNyf4lDRPHdVSNLbWZcncJOEdEt4nwcZt7k0CbAUyLgAAAAAAAMCmCh/877n7rq++/ta74yc9/dxLYc9hhxywzpglS1es07N48dIgXdEkXaije7eujWOWrTNm2fIVtbV1BQX54Sv4uLp16Rw0xheuuvy3Hz0yHosdtP/ezVMmPfbks5f+4co7737gqFEHbywfs/NOO4avTHvK+9N+eMGv3nl3wuNPPHvcMaMynXvvNeKfN/zrjdFvN/d8POEVHnXIAeEh/frSy4847MAgHcto+qhHt64TJk5ZvGRZ67Vrk8xfuChctmtbtul7uf7mO8rLK0YdesDPfvztluGYysrK4BNbsmTZOsV4Fi9J3wMd2rdbf3C3rl3enzo9PKn+22/Xsv/xp56LRiIj9xxRWFiwzirRePqAG9ZLtKxYuTL4X7o2TrN14H57f/WsUz965Me4SYAtajNyfAAAAAAAAABHjjooXD759PNT3p82fNiQzp06rDPg+Zdeafm2cnXV62++HUmHFYaHb7t2TicMnnn+5XXWeuqZF8LlsF12bnofiQSbb4f+27Vv13bipCmZREWzBQsXjzr69LPO+W51Te3cuQtO/fI3vvm9n7ccMOqQA3YaNCBszJ2/7nQ/qVQqHByuHp5Ic2f/7fsec+ShmS03d/bq2b1Txw4vvzo6+MS+++1zwxOZP3/hvfc/3HgMTf1dG0M8TzZeq5aeeTadN9plzaRRkU24euPenRAujzt6VMuAy7j3JmZOM5lIBp/Acy+sdQ+MnzB5ydJlPXp07dq10/qDu3VNn9SLL73esjP8pv54+TV/+svfY7F0IZxIsNYZ5eXmhsuVK1etrqpqucrEyVOD/2XknunqOC+98sY68zGFV/XwY8+49A9XBo1FbjbrJgG2DhkXAAAAAAAAYDPsscfwsrLWjzz2dNgeddgB6w8Y+874G26+IxMgKC+v+PUlf66oqDz2qMPCtcKe/fbeozGG8v4f/3JNbW1dZpVnn3/5plvuDBsnH39Upic/Nz0B0OIly5rHbIp4PH7qKcfW1dX/7o9XNacfKsorf/XbP1Wurtphh34F+XndunWORqLvjZ/02OPPNq84afLUqVOnB405lXW2GYlEevXsFq5+9d9vTKxJfqxYsfKVxixLr15rjd9t+JC333mvvr4++GSKiwovvOB76R2tXNWy//jGCjH33f/wfx58LNPTkEhce8Ntr77+VmFhwcEH7JvpzM1JR0Ba5m/W1759uqzOtOmzmnsWL1l6ye//mmlX19YEn8C/7/rPS6+8kWlPmz7zksuuCBvnnHXaBgcfdsj+ubk5jz/13AMPPZ7pCW+ef15/W/g9HnTgPnl56XPJbQy1LFi0KDMg/KK7dO6YGVZTWxv2LFy0+FcX/7Gqqjr4X3r36r73yN0/mDbjnzf+qznmMm3GrL9efV14ow4dOih8u7k3CbB1mKsIAAAAAAAA2AzxWAC9iEMAABAASURBVOzwQw+4/c77i4sK999nz/UHdOnS6ebb7r73P4907dJ52vSZDQ0NAwf0P+9rZ2Y+LSktvuj//fDnv7j0oYeffOyJ5/r26bVo8ZIVK9JTzHzly6cOHTIoM6xduzZ5eblh/2lfPr9Tpw7XXPG7YNMcfcQhTzz53Ftjxp1x9re7desS9syYOXvVqvLt+vb+/re/lhnz/372vW997+eX/vHKex94uLCwMJVMvjt+UiqVOvvMU7p07rj+Nr9x7pffHDPukceeHvvOex06tA8acxsVFZXDhg4+5KB9W44cueeI8LzeevvdPUYMCz6ZXXcZfMSogzJZomYDd+z/nW+dc/U1N15+5bX/vOG2bt26zpo9p7q6Jj8v7xc//0FZWdMERt27p0/8pZdfP+Or395t2JDvfuvc9bd/1hkn/+z/LvnTX6+Z+sG0goKCiZPfHz9hSk5OvFu3znPnLli5drZmc7VpW3bhRb/r2KF9eJNMm5GO0Rx39KgD9hu5wcHdu3X50fe+8Yc//+3PV/zj+pvv6NWj28ry8lmz5nZo3+6b531lzZh0rZer/nbDI488deYZJx20/97nf/2sX178p/sffOyRx5/p2rnT9Jmz25SVHX/MqPvXpH8+wjlnnTru3Qn/uuO+l18e3Tq8aKnUexMmJRLJ8IKPWjP31ubeJMBWIOMCAAAAAAAAbJ4+vXuEy0MP3j8e38ADxxOOObx9u7YPPvzExMnvhyP322fPE487sqAgv3nAkMEDb7n+ir9cdd20aTOmTZ/Zvl2b3Q7e78Tjjtihf7/mMXl5uT/94Tcvv+KfS5YuSyY3Y96c/Ly8a6++7Pqb//3qq6M/+GB6Ipns3q3L6accd9wxhxfk52XGDBzQ/5brrrz5trsmTpk6Y+acrp07HXLQvvvuvefee+22wW2WlpZcf82fbvv3faNHvz1lytSSkpKdd9pxxPBdjjz8oHjjTDrNdt1lcHhNXn71jU+ecQl971vnvjH67aXLlrfsPPn4owZsv9211982b/7C8Or17NFtxG67HHf0YR0bwzcZ4RU+6fgj73/w0Vmz5vbr03uDG99rj+FX/Pnim26966nnXqoorywpLT7skP3OPvOUJ556/p83/Gv0W+8MHzYk+Lh+eeEP3x773nMvvjJ33oJdhux02KH7N2dHNujwww7s1bP7NdfeHI6fOHlq504djj9m1FlnnlxcVJgZcNIJR417d8Jbb787febsyorVYU94X/3jqj/cde9Db7/zXiKVDL+Ls844eRMniurbp9dtN17516uuf/+DaRMnTSksKNxp0I7HHnVoyxTO5t4kwFYQWWeOMQAAAAAAAD6/Uo2SyWQikaivr6+rqzvz1iVBJHLWXh0PGNAq4LOQav5WkomGhvq6mpoXx00K+3fdsU+Pju2Cz6cLL7r0pVdG337T33r06Nqy/+//vOWOu/7znfO/evKJRwd8IZ337Z9OnPT+Df+4fPt+fQK2llWVVc+8OT5sbNe+uLS4KDe/IDc3P56TG75isXg0Fos0CmDrGj294m/PLggbv96vvnVRXn6j3NzcnJyceDwe2/w7Ux0XAAAAAAAAYFOlUqlHHnvmpVdGDxs6eJ2ACwBsUTIuAAAAAAAAwCb55vd+/t74SZn26aceFwDAViTjAgAAAAAAAGySHbbfbsLEKYMHDTj5xKN323VoAABbkYwLAAAAAAAAsEm++61zwtdHDDj/62eFr4AvsGuvviwA2DJkXAAAAAAAAAAAyHYyLgAAAAAAAAAAZDsZFwAAAAAAAAAAsp2MCwAAAAAAAAAA2U7GBQAAAAAAAACAbCfjAgAAAAAAAABAtpNxAQAAAAAAAAAg28m4AAAAAAAAAACQ7WRcAAAAAAAAAADIdjIuAAAAAAAAAABkOxkXAAAAAAAAAACynYwLAAAAAAAAAADZTsYFAAAAAAAAAIBsFw0AAAAAAAAA+DRMmjz1Rxf8uqqqOvO2trZu7wOPHXX06cEn1pBIhJs65IhTgs+hk07/enjwK1asCgA+AXVcAAAAAAAAAD4dP/75b8rLKwIAtgAZFwAAAAAAAIBsF4tGr/jzxdFIJAD4opJxAQAAAAAAAMh2kUhklyE7BQBfYDIuAAAAAAAAwOfP8hUr7rrnoXHvTpwxa/Z2fXsPGzr4lJOOLiosbDmmorzywYefmDBpyvtTp68qL2/btk3vnt3P/9pZPXt2ywx46ZXRF1506dfPOaNXz+7X33h7VXXNXnsM//53vnbet386cdL7Lz3zwCOPPf3Mcy9PmjK1W9cuu++2y+mnHFdQkL/B43nsyWcv/cOVmfahR50WLp978r7mT+vr68OjfW30mKlTp/Xt23vozoNOO+nYktLilluY+sH0B/77+Lj3Ji5fvnLQjv1H7jniyMMPikajmU8bEon9DzmhID/vyUfuCt9WVVWHe9lt16HfOv8rf7/25omTp+6804Af/+D8NmVlLbf5tW/+ZPKUqddc8budBg3I9FRX1xxy5Klh4x9X/WHgjv2bLlRF5eHHntGrR/fbbrqq6WCmzfjn9bdNnzG7vLxih/7bDR2y00nHH1lS8uEBn3v+j8JPH7rvlmuuven5F1/r26fXOWefNmTwwPCjV157MzyR8eMntW3XZrdhQ04/9fh1rtWKFav+ffcDY8aOmzV7bqdOHfr16b3P3rvvv+9eAcBHknEBAAAAAAAAPmeefu6lP/zx6pra2oL8vJ49e3wwbca77038z4OPXfLrCwbvtGNmTNjz84t+V15eEbb79OoRiUTmz18Yvsa9O+HGf/61c6cOQbo4Snrk5Pc/uP6mO5LJZJCOzqxs3sutt99z3Y23l5QWd+3SOdzF5ClTX3zptev+/ufc3Jz1D2m7vr3PPvOUf9/9n9raui+ddkJOPB6NRBKNH9XW1Z/99e/Pnj2vrHWrtu3ajJ8wOf2aOPnKP/+2efWr/3HTXfc8GDZat2rVpXOnN8eMe+2NMfc/+OhfLvtVWVnr9XcXaTz01VVVP77g10uWLgvb4ye+X9Z63ZF7jBgWHvZbb49rzri88ebbmcbYd8Y3Z1xee+OtcLnnHrtm3jbndYqLCnv16jFl6rR33p1w3wOP/N/Pvh9usOUh/OaSP4fHGb55Z9z4No3H+cBDj//5in+EjY4d2sejsXvuf/ipZ16qr69vPqSGROIHP7lo2oxZ4cZ7dO+2cuWq8NsMX6MOG3PhT74bAGycjAsAAAAAAADweVJeXnH5FdfW1Nb+8LvnHX3kobFYNJVK3XnPA9dce0vYf+M//5KpfXL5lf8MRx528P7fPv8rrVqVBo2lXy686PcTJk554qnnzz7z5LAnlUpv8MWXXh86ZND3vv21muqaePzDR6g333b3pb/5+d57jQgaS8J847sXTJ85+7Ennj3mqEPXP6p+fXuHr/sffLS2tu7Lp59YWFjQ/FF9fX1tTd2Vf/7tkJ0HRiKR51989Re/vmzsO+NnzprTq2f3oDFuctc9D7ZtU/aLC38wbOjgoLFMyx8vv+bp51666da7fvi989bfXarx0MNz6dih/R8v/UWPHt1mzZ6bCb60tNcew2+69c633xn/lS839Yx9572gMZ8ybvzEM4ITMp2j33onXI7cc7dwuXjJ0r9edV08FvvR988/8vCDgsZUys233nXLv+6+5A9X3HHz30pLSzKHUFdX/+Zb7/z4++fvPXK3MWPf69G967x5C6/42/X5eXkX/b8f7b1XemuzZs294Be/nTdvVfMhvfbam9NmzDrkoP1+8fPvZ3reGz/pZ7+49LHHnz3lhKP79ukVAGxENAAAAAAAAAD4/Lj7vv9WVFQef8yo444ZFYuln3hGIpHTTj5u7712mzZj1rMvvBI0xjJ2GrTDyL1G/OgH38gEXEJtysoOOmDvsJEpfNIsJyfn4ot+2rd3z4E79u+/fd/m/uOOHpUJuIRKSouPOfqwsDFx8vvB5vvet84ZOmRQJoOy3z57Zub0ef+D6ZlPb7j5jsYx52YCLqHCwoILL/huWVnrB/77+DpHu44ffPfru48Y1qVzxxYVVj4Unk54+u+Nn1hX11RJ5a2x74ZnGr7GvTshE5QJl2+MHhsOGzRwh/DtbXfcW1VVfdIJR2cCLqF4LHbuV04fueduq1aV3//goy23f+IJRx1z1KHhhT34gH3Ct+GnDQ0NJ594dCbgEurZs9u3zvtqy1XmL1gULvPz85p7dho04Oc/+c6FP/lu8zcFsEEyLgAAAAAAAMDnyZT3PwiXu+6y8zr9u+4ytPHTaUFjLONH3/vG737z8/y8pizFypWrXnrljffGTw4aC6u0XHH7fn02mK4YsvPAlm/btSkLl3W1dcHm23XXoS3fZqqVVFZUZd5OnDw1XA4fvtaYnJycIYMHplKp96dO/6gtr3cd1rHPyBGJRPLtxvIti5cunT173pCdBw0atEN1dc2kxv1OnvLBylWr9tx910wEZ8aM2eEyEwZqaf/99gqX0xs/bdYcyskYM/bdxj3u3rJz5J7DS0qKm99mTvOhh5/48c9+/dDDT86aNbdxzG6jDjugXds2AcDGmasIAAAAAAAA+DyZPXd+uLzwl7/f4Kfz5s1vbk+aPPWNN8cuXbZs3LiJM2fPae5PJVMtV2lT1mqDm2rfbq3IRSwaC5fJVCrYTIWFBQUtypakNxXPbCoRLhctXpLJ3Iw6+vQNrj5v3oKNbbm4qDAvLzf4SLsPH/bfR54aM/bd3XfbZcxb6QzKkJ0H1jc0PPDQ42+PfW/HAdu/9saYsLO5DMys2fPCZaeO7dfZTpdOHcPl3LUPpk1Z65ZvFy1aHC7bt1/rukUikU4dO1RUVGbe9unV41vnnf23a28Ov5rwld5y546HHrz/Sccf2TIKA7A+GRcAAAAAAADg86Sx2kgwcED/nNyc9T/t2KFDpnHVNTfefd9DYSMvL3fADtsfMbB/v+16N9Q3XP2Pm9ZZJRqLbXBH0eiG+zdXNHPEG5GpnpKbm7PjgP4bHFBUVLjRLcf+9xEOHz40Ho+PeTudbnmrsc7KLkN2ynz0zrvjzzj9hNFvjg0H7D5i10xnojF5k0wmN7zH6FpThWTmimp5MulFsO75FhUWtHx76snH7jNy98efen7W7Llz5s6fMWPWTbfe+fCjT11+2a969eweAGyEjAsAAAAAAADwedK1c+d58xaed+6ZQ4cM2tiYWbPm3n3fQ7m5Odf9/c99evVo7s+kXrJKh/btcnJykonkXy77VTz+6T/ALcjPGzZ0pzfeHFtRXvnWmHH9tutTWloSNNZTeXf8pJUrV02YNGX33XZprjTTo1vXCROnLF6yrHXrtcrbzF+4KFy2a1v2Eftq27assnL1wkVLytau77Jg4eJ1Rnbp0umrZ52aaYfH8POLfjd+wuSbbr3r17/4cQCwEdEAAAAAAAAA4PNj5J67hcsXXnptnf4//uXvx570lfsefDRsj3tvQrgcNnRwy4BhG9xCAAAQAElEQVRL6NXX3go2XqTkk4t8ZMmWjdl7rxENicTLr45u2Rke5Nlf+/5JX/r6hIlTgk9m98Z5iO5/6NHlK1YM3bkpGBQ2qqtrbrjl30F6oqLhzYO7dukcLp985oV1NvLMsy+Fy12G7vQROxoyeGB65PMvt+yc8v4HixYvaX571d9vPOK4M1957c3mntatW2XyLgsaYzQAGyPjAgAAAAAAAHyeHHn4QW3Kyu5/8NHX3hjT3PnkMy889PATK1etGjFsaPi2Xbu24XL23Hn19fXNY26+7e4xjZP1VNfWBltGXm5uuJy3YOFmrXXGaccHjZMrzZ27INOTSCT/etV106bPjMWiA3boF3wye+2RTgXddW+6hs2QNRmXIY1VcB5+5KlwOXLkhxmX448ZFS7vu//h/zz4WKanIZG49obbXn39rcLCgoMP2PcjdnT0EYem1/3PI0889XymJzyj3/7uipZj+vfrU15eccPN/w6Xzdt//InnwkavXiYqAj6KuYoAAAAAAACAz5OcnJxvnnfWpZdd+dMLLx40cId4PF5TUzt5ytTwowt/+t1u3dJlSHbbdcjAAf0nTJpy3rcv2GuP4YuXLH3n3Qnz5y/sv33fKe9PW7lyVbBldO/WJdzXN7/zs3bt21x1+SUlxcWbsla/7focc9ShD/73ibO//r0BO2wf9ixZunTevIWFhQW/+83/i0Y/aeWCzp069OrRfebsOUG6tk1TIZZdhqQbDYnEdn17d2jXrnnwwB37f+db51x9zY2XX3ntP2+4rVu3rrNmz6mursnPy/vFz39QVtbqI3a0fb8+X/vql6678fbf/v6vf//nLWVlrT+YNiP8Rnr06Dp79rzMmEMO2u/5F1996ZXRp551ft/evcKeRYsWL1i4uG2bsnPOOi0A2Dh1XAAAAAAAAIDPmUMP3u+ff/vj0CGDFi9eOn78pBUrVu49cvdrr77skIP2ywyIx+N/vuyXJx1/VHVN9W133PPYE8+2blX6iwt/8Pcrf19QkD95ygcV5ZXBFvDdb5/bpUunmtraJUuWhUe16Sv++Pvn/+Ln3+/dq+esWXMmTJwSi8aOOerQW2+4svenVNpkj913DZf9t+9bWFiQ6SktLdmuT68gXeVl+DqDTz7+qL/99dKdd9oxPz9/2vSZXbt0/tJpJ/zr5qszs0R9tC9/6aSr/nLJ/vvslUgkq6qrjz7y0Gv++rs2ZWUtx/zmop9+/ztf69q58/QZsz6YNqNzp45f+fKpt1x/RccO7QOAjYukUqkAAAAAAACAbUKqUTKZTCQS9fX1dXV1Z966JIhEztqr4wEDWgV8FlLN30oy0dBQX1dT8+K4SWH/rjv26dGxXQDwia2qrHrmzfFhY7v2xaXFRbn5Bbm5+fGc3PAVi8WjsVikUQBb1+jpFX97Nj0F26/3q29dlJffKDc3NycnJx6Pxzb/zjRXEQ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BsCyKNglQA2yQZFwAAAAAAANiKwsfPAFtGMvVhvCXi14ZtjowLAAAAAAAAfAbmLV5esbomAPjEaurqMo10riVTygW2RTIuAAAAAAAAsJVkHj5n2guWrgxfAcCnJxqNNv3OSLqwLZJxAQAAAAAAgK0i87w5EsnPiQeRIJlMplKpYM3EIqkWM4xAs0QikU4tCCuwEc33RqYRi4b/xCKN90wqyARd3DxsO2RcAAAAAAAAYMtKP2wOHzMn061YNDpiYL/6utr6+rqG+rpEQ31DQ30qHXhJpnMuki60UFdbu3DBwjbt2hcXlwSwnkyQJRoJ/4nGYvF4Tk48JzedcUmHXKItC0fBtkHGBQAAAAAAALaGTEGFxkfP6cfRsWQ8U8QlfJtMJBrTLQIurCWRSNbW1oY3TW5efgAbEv5yRDO/Ko0pl/BPtLmUSzQayLiwbZFxAQAAAAAAgC0oXWghlUpXU0jnW6KpZDSVfhSd0/RpNJpMJlKN8xal1HFhbZFobVVVVXhTxHPyAlhPpkxLJjwXi8YisVg65xLPycxYlM6+BBExF7YlMi4AAAAAAACwVTQ+iE7nXIJYc1dTwCVINU9UJOZCs1hVWnjnqOPCBjVNRdSYocuEWprquMTj4a/NmuJRZixi2yHjAgAAAAAAAFtc86Po8BF0upEKMoGXZCrZXMRlzVgZF5pE4znpjEtgriI2qCm50pRiaawUFY3GmuYtisUyMZcAtiEyLgAAAAAAALBlZaYryrSiQbqMS9iTTCYb5y5KpZLJQPkWNiQWi9fU1IS3S06ujAsb1XLGomhjriX9d2PVqOYiLkq5sG2QcQEAAAAAAICtIfOMORUE0SCaSj+AjgbpfEsyiDUFXDyCZh3RWKy2tja8NXJycgPYiFSLmEvTvEXRDycqCmAbIuMCAAAAAAAAW1ymlEvzjEVB2E6lgsbZRTIDUo1voaXw9qivrw//jsY92GUjmkpEtSjWsl7tFkkXthl+CgEAAAAAAGBraBlzaZ69KBIo4sJGRSLRhoaGsBGNxgL4SC2DLNItbKtkXAAAAAAAAGAraZquKBNq8RCa/ymThYo0Tj0Dm8MPC9skGRcAAAAAAADYqjb47DkTfIF1JJNJ9wb/k0QLXxAyLgAAAAAAAPDZ84ia9TXPbOX2AAhkXAAAAAAAAAAAyH4yLgAAAAAAAAAAZDsZFwAAAAAAAAAAsp2MCw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H/27gNAiur+A/jsXuPoR++9SJUuCCiKooBiDZbYUoyaqIkaNTFqjEaN+o+xJZYo1th7RxQrovSO9N57Pa7t/udu8XJBUBDBBT6fbJ5v3rydnZ29W9T5+nskOxkXAAAAAAAAAACSnYwLAAAAAAAAAADJTsYFAAAAAAAAAIBkJ+MCAAAAAAAAAECyk3EBAAAAAAAAACDZybgAAAAAAAAAAJDsZFwAAAAAAAAAAEh2Mi4AAAAAAAAAACQ7GRcAAAAAAAAAAJKdjAsAAAAAAAAAAMlOxgUAAAAAAAAAgGQn4wIAAAAAAAAAQLKTcQEAAAAAAAAAINnJuAAAAAAAAAAAkOxkXAAAAAAAAAAASHYyLgAAAAAAAAAAJDsZFwAAAAAAAAAAkp2MCwAAAAAAAAAAyU7GBQAAAAAAAACAZCfjAgAAAAAAAPCjmTt75qwZU7e7a/26tWE7ddL4tWtXb3dCteq12rTrGAAcGGRcAAAAAAAAAH40VavVePqx+zdt3LijCVMnjw8f3xyPRCIX/e6PAcABIxoAAAAAAAAA8CMpU7Zs72MGBLuua48jatetHwAcMGRcAAAAAAAAAH5Mnbv13NW0SpmyZY/ue0IAcCCRcQEAAAAAAAD4MUWj0RNO/WkkEtn5pxxz3CkZpUoFAAcSGRcAAAAAAACAH1ntuvW79jhiJyc3atK8Y5dDA4ADjIwLAAAAAAAAwI/v6L4nlClb9junpaamDjjlzADgwCPjAgAAAAAAAPDjyyhV6pjjTvnOaYf1PrZq9RoBwIFHxgUAAAAAAAAgKXTscmijJs2/ZUKFilmH9+4bAByQZFwAAAAAAAAAksWAU85MTU3d0d7jTjr9W/YC7N9kXAAAAAAAAACSRdXqNQ7rfex2d7VofXDLNu0CgAOVjAsAAAAAAABAEjm8d98KFbO2GUzPyDjupNMDgAOYjAsAAAAAAABAEklNTf1mnOXovidUzKoUABzAZFwAAAAAAAAAkkvLNu1atD64eLNKtepdexwRABzYZFwAAAAAAAAAks5xJ52enpGR6J9w6k+jUfd2gQOd70EAAAAAAACApFMxq1Kvo/qFnQ6duzVq0jwAOODJuAAAAAAAAAAko+6HH1W/YeNjjz81ACAIUgMAAAAAAAAAkk9qauqvLrkqAKCIjAsAAAAAAAD8COLxeADwQ4tEIgHsp2RcAAAAAAAAYO/ZJtoi6QL8UBLpluJvFWEX9j8yLgAAAAAAALCXFN97TnS2boq5ALsvEgm/UopzLZGizUDShf2LjAsAAAAAAADsDcW5lsJOog03i3puQQO7I16UZYkEkUQn+N+ki5gL+w0ZFwAAAAAAANjjigMusVhs0oxZwTalXIJ4cdEFgF1S9O2xtd+4bu3MUhnRSDT4Ouki4ML+RMYFAAAAAAAA9qySFVxiBQULli4PAPaAOtUqZ6SlBtF4JBINJWIuSrmw35BxAQAAAAAAgL0hnqjiEoslNkuXSk9PSwsAdlusILZ+c3bYyc/LixXkB/GUaEpQuAxaUcBOwIX9howLAAAAAAAA7HGFpVyK/h98vaZIy0Z16lWvEgDstnUbN38wclLYKSjIDx+JwUjhIkYRpVzYn8i4AAAAAAAAwB4U/zrUktgoiBUEAHtGQUF+fl5eYS8SicRikUhUKRf2J9EAAAAAAAAA2MPi8a1LFcW/XqsI4AcXy8+PFYSPgsKvmv+tHQX7ARkXAAAAAAAA2BviwdacSwCwZxQU5MdiBeEjEakTcGE/I+MCAAAAAAAAe1ZRMYV4og0sGALsMbFYrKCgIFYUcIl/LYD9RWoAAAAAAAAA7HmRorBLTB0XYI+JF0ZbYsWhOgEX9jMyLgAAAAAAALC3KOIC7EmJIF1hlk66hf2RjAsAAAAAAAAA7BficVE69mMyLgAAAAAAALAXKa4A7DGRSKRwfaKinIuFitj/yLgAAAAAAAAAwP5AroX9m4wLAAAAAAAAAADJTsYFAAAAAAAAAIBkJ+MCAAAAAAAAAECyk3EBAAAAAAAAACDZybgAAAAAAAAAAJDsZFwAAAAAAAAAAEh2Mi4AAAAAAAAAACQ7GRcAAAAAAAAAAJKdjAsAAAAAQtP0fQAAEABJREFUAAAAAMlOxgUAAAAAAAAAgGQn4wIAAAAAAAAAQLKTcQEAAAAAAAAAINnJuAAAAAAAAAAAkOxkXAAAAAAAAAAASHYyLgAAAAAAAAAAJDsZFwAAAAAAAAAAkp2MCwAAAAAAAOzn+p909vr1G3a0t2qVyi8/90hAkYceeerJp1+86FfnnnnaSd/ce8c//jX0w89ef+nxtLS0YKfl5OSe+JPzNm7afNOfr+p12KE7mvbTn/1m/vxFt9z4x57dD/n2A27YsLHfiWdVq1LlpeceDvYF8Xj88y9Gvfveh9Nnzl6xYlXZsmVq1qh2zFFHDDi+T2pKSvG0e/758Asvv3nlZb8ecFyfYPds8zmGJ/D+h59+8cXo6665LAD2WdEAAAAAAAAAgJ3QpWP7jZs2jxozYZeelZGR3ueow8PO+x9+uqM5U6ZOnz9/UeVKWd27dQ72L2vWrLvksj/94dqbP/rk802bNjdt0jASRML3+497H/zZL3+3es2aYM+bPWfejTffOW/BwgDYl6njAgAAAAAAAAeEh/55R4uDmgbshg7t26Smpo4YObbbIR136YnH9e/z8mvvDBs2YvPm7NKlM785YfCQD8O277FHRqP7VZ2CtWvX/eriK5cuXR7+7F1y0c/btG6RGJ89d/6/Hnj0y5Fjr7jqL/+8+9btXpPdcVzfozp1PLhWzeoBsB9RxwUAAAAAAABgp5QrV7ZDuzYjRo0NdlHTxg2bN2ucX1DwwYeffXNvfn7+ex98EnYG9D8m2L/85ZY7ly5d3qVT+/v+cUtxwCXUqEG9W2+6pknjhjNnz33+pdeDH1qtWjXCT6pG9WrBDyr8BP896D+bN2eXHMzJyQ0Hww8xAPYwdVwAAAAAAACAQvfeP+j5F1//1923jp8w5cVX3syqWOGkE/oNOK5PuGvhwiWvvTV4+vRZM2bNicdiVSpXbtu2xYW/PKdcubKJ515w8VVfTZv57hvPPPfCayNGjZ05a06jBvV7du/y0zNOicViT/znhc+/GDV7zry6dWqfcdqJfXofXvJ1c3PzXnnt7RGjxk35anr1qlXatW31k1MG1K5dI7H3/F9f+dW0GeFZFScksrO39Dnu9LDzwL23tWrZPDG4YcPGfiee1aBe3ScfvTcx8t77H7306tuLFy8riBW0aXVQt0M6Hd+/T0rK1ioAmzdnH3P8GV06tf/NRT+7/8HHpnw14+A2LX5/2UXfvCzhcW669a7MzFL/uP0v4csd0rl9eKEWL1lWXCMkJyf3qH4D2x3c+h+33zDo8WdHj50wb97CFi2aHnFY9+P7Hx2JRBLT+h1z1LTpsz748NNwcJuXGPb5yI0bN3Vs37Zmja2ZjFGjx3/4ybAZM+eEF610ZmblypWOOqLHmaefXHy0kjas39jvpLOqVqn88nOPlBy/+W93vzvkw+uuuazkBZ8xc/arb7w7fuKU1avXtm7ZvMehhxzX76hvLx7Ts/eJ37L3pAF9L//tBdvdNfWrGeEbSU9P+8OVF4ftNnvT0tLOOfPUhx97euOmzTs6eEFBbPCQD0eOGjdz1txFS5ZmVahQvUbVn55+cvGKTjv6HF98+a0nn37xol+de+ZpJ916x71vv/tBODm8/uF7CX+QwhP+2fm/q1ihwqsvPFr8IxEKf1ZPOf2Xa9eue/2lx4t/tkt6+tmXwx/mUWPGhz8Midoz4ad/1TU3jRk3MfxofvmzMwNgT5JxAQAAAAAAAAol8hMvvPTmh58MCzurVq/Jzy8IOy+99vY99z0c3v6PRqNNmzRcvGTZ3PkLwse06bMevO+OkhGB62+8/YsvR5crV7ZihfKTp04LH7F4fPqM2R998nn9+nWyKlacOWvOTbf8o0zp0sUZhVlz5l19zV+XLV8RHqdxowZr16wPX+61t9675KJfnHxi33BCt0M6fjVtxqgx44szLl+OHJPojB03qTjjMvzLUWF7aLdOic3b7/znG28NCTvVq1UNz2fEyLGffzHqpVfeuu2WaxPZlMSb3bR58++v/suKlavC/qQp08Mz3OaafDpsxM233VMccAlHunRuH9wffDlizEkn9C05My8375rrbx3+5ejw+DWqVx01enz4mDpt+tVXXJyY0PeYI/754KDRYyesXrOmUlZWyecO/uDjsO3Xt3fYxuPxG2++8/0PPw37maUy6terM3fegjVr14WXbtXqtZf+5hfBbrjvgUefe+G1sFOxQoVaNWuMHD0+POGXX3v7H7ffkJVVcUfPandw6285Zp06NXe06/2hhe+iW9dOVatU3u6EI3p1Dx87evqaNWsvv+qGmbPnJk64bu2ac+YtWL5y5R+uvfnmG/5wWM+uwc59jj26dU5LS33tjcGVK2Ud379PtapVmjRq0Kxpo/An84sRo4t/FIPCn6LRK1etPrJXj+0GXEJnDDxx9JgJY8ZNvOyqP9/1fzelpkQTAZe2bVqefeapAbCHybgAAAAAAAAAheLxeNh++Mmwkwb0PevMU6ZNn926ZbPVa9YkAi6XXXJB/769MzLSg6JaIL++9I/Tps+aNOWrg9u0TDw9nDN23MS/XPf7w3sempISffq5V+5/6PGHHnmqZo1qj/37rsaNGgRFcZm77nnohZfeKA4WhJvLlq8YcNwxF/7y7ESwYMSosX+5+c77HhjUo3vnalWrhDMffeLZMeMm/eycrecZvkpQFG4YP2nKWcEpicERo8aFbY9DuwRFwZQ33hpSpXKlG6+/MpGMWbt23c233/PFl6Nv//s/7/q/G4vf7OQp06pXq3rHLdfVq1dn3vyF21RJmTBxyvU33p6ellYccAk1qF+3RvVqn30+YpuMy+Sp0+rVrf3ov+9qUvROw0t0wcVXv/n2+6efemL9+nXCkczMUr0O6/7e+x+9N+Tj0wf+tzLKhvUbhw8fWbZM6SMPL0x7fPzp8Pc//DSzVMbfbr62XdtW0Wi0oCA2ZOjHN//t7tfefPfXF5ybmvo9b/KOHTfpuRdeq1wp67prLuvYvm1QVATljjv/Fb7co088t6NaLKF77/xr8L3MnjM3bNu0PCj4Xh5/6oWZs+c2blj/hut+H172oKiEzwP/fvzl19555fW3ExmXnfkce/boWqtWjdfeGFylSqVfnHdGYrD/sUdPn/Hge+9/XDLj8s57Q4PCNNKROzqltLS022+57uo//XX02AlXXXNTmdKZY8ZNDH82/u/W6xO/GsAeFQ0AAAAAAACAA8CvfnNlz94nbvO44uq/bDPtoOZNL//tBdWqVunZvUtWVsWNGzcf06fXwFMGnHxi3+K7+E2bNDrkkA5hZ/mKlSWfe/IJ/Y/s1SNR2eW0U09IpDF+9cuzEwGXUM+iDMqixUsTm6PGTBg3YXLjhvWv+O0FxZUzunRqf+5Pf5KXl/fEf14IN5s3a1yhQvmJk6bk5uZtfdbYCeFTwsf4CZMTEYew/XLE2HBa61aFcYqHHn4ybK++4jfFpV8qVqxw43VXVq6UNXps4SuWPOfLLv1V10M61qpZvdshHYOv64KEzYyZs6+85qbUlJQ7/nZ9ccBl6xl2bjdm3MTwDLe5dBeef06Tr99peIm6Fh1wyrTpxROO63tU2A4Z+knJZ7039OP8goJj+xyZuFzp6elHHdHz0t+c36Fdm8QSQuH1PPboI8LrE16Bdes3BN/XI489Hba//c0vEwGXUOnSmddcfWn4Kb/6xruJIig/rBWrVodt5SqVgu+lVq3qPXt0/eNVlyQCLkFRTmjAcceEneXfONttPsfv1PeYI9LS0j75dPjmzdmJkQ0bNg4bNqJK5UqHdG7/LU8Mfwtuu/natm1ajhs/adjwkc2aNrrzthvCEwuAPU/GBQAAAAAAAPivjh3altysV7f2NVdeesmvf148MnfegsFDPlq6dHnYz8/NLzm53cGtivspKdFKRUvGNG7YoHgwq2KFsF23bl1ic9q0GWHboX3bRJijWOdOhSGDadNnJzYP63FIQUFsTFH5luUrV86fv6jdwa1btz4oO3vL1K8Kj/DVtJlr1607tGunSCQSi8XmLVhYtkzprv+bdcjMLNX90MKKHbNnzy853qnDwSU3E6GZefMX/fbK6zdvzr7wV+e0a9sq+F89Dj0kPz9/1JgJ24x3aN+m5GaVSoULEuXl/jcK075d6xo1qk2fMXvhwiXFg+HFDNuTBmytChO+iz9fe8Vx/Y5KbIZvPHyPr785OHFiubnbBmt23pSia9X5fwMcaWlp4RuMFy0pFfzQEuf8vQ08ZcAtf/lD82ZNEptbcnJGj53w0SfDg/+9qgnbfI7fKfx56N2rR35BwZAPtkaO3hk8NNzs3/eobcrAAMnDWkUAAAAAAABwQHjon3e0OKjpd06rVBRDKamgIPblyDFTv5oxd96CceMnr/06oRKKxWMlZ1asUL7kZrSooEvJwcj/ZlnmL1wcti+8/Eb4CL5hwYJFiU7Xzh3feGvI6LETunbpMHpUYbKk3cGt8vLzX3393TFjJ7Zs0Wz4l6PDwUQBj7nzF8bj8erVq33zgDWKBhcuWlw8UrZM6e0uMfPWO+8nKnO8/Orbx/frk56eVnJvpw5tU1NTP/v8y5IlQ8L5ZUqXLjktJSUlKLp6JQeP73f0vwf95533hp7/85+Gm4sXLw0vbKsWzevVq108Z/Pm7A8/HrZo8dKvps2cNHlq9pac4l3fOzWybPmKROGZvgPO3O6ERYuW7Oi5PXufGOzYSQP67mido8qVsubPX7Ru3frg+1q6bPnHnwxfvnLV5MnTpk6bEYttvZjbXIYdfY7frn+/o94d8mH4OOH4wtowr705OGz7Hdv725+Vk5N79Z/+OmHilA7t2oQ/GF+MGHP5VTfcefsNpUtnBsAeJuMCAAAAAAAA/FcimFIsLy/v4sv+NGVq4YI7FSqUb3FQ01o1qrVu3WLY5yM/+PDTbZ6bWG1n5yUKZtSrV7tSVta3TOvcuX145NFFdVNGjS1sO7TbWjFl3IRJZ515yoiRY8MJXQ/pFI4kYhDxWCzYiTcYLYqhfPOUSpfOvO8fNz/0yFNfjBjz+FPPJ/IoxdLS0sITGDFyXMnBlOhOraFxfL8+Dz/69LuDP0wc8/W3hwT/m6tYuHDJBZdctb5oTaL69euE771u7VpdD+l489/uXrpsebArCgoKtnlf6elpLVs03+7kMmVK7+g47Q5uHexYnTo1d7TroGZNx46bNGHi1FNO7L/dCfkFBbfedk/zZo379jmyXPmy2+z96JPPr7/xjng8Hp58s6aNe/fqUa9enTatD/rd76/fZuY3P8ed0a5tq/DkJ03+atGipRs3bZy/YFH4sdaqWf1bnhL+Olx1zU1jxk1s26bl7bdcF41Gfv+HG8PNy676813/d1NmqYwA2JNkXAAAAAAAAIAdevvdoVOmTm/csP59d99atkQMYuhHw4LdVrtWjbDt3avnz889/VumZZbK6Ni+zZcjx25Yv3HU6PFNmzQqX3u0ZF0AABAASURBVL5cON6oQb0Jk6auXbtu8tRpXbt0SCQM6tauFbbLV6z85nESGZHEEkI7kiiUcsbAk8JXufy3F571s9889cxLvQ7rFm6WnNbj0C533vPg3HkLGtSvG+yKrKwK3bt1/uzzEZOnTGvZotmQ9z8OT/vo3ocVT3j4safXr9/Q95gj//D7i0su4bRx48YdHTOaWjgtv0SiJWHN2rXF/WpVq6SlpcUKYv+4/YZdjSLde+dfg+/l8MO6PvP8K58PH7ly1eoqlSt9c8LwL0a/98HHw0eMPuH4Y7fZVVAQu/efg8KPI7wO/fseVTw+Y+YPuabSgP59/vXg40OGfrKh6PL2PfbIb5//9HOvJAIu//e3Pycqx9x+y3WJ1MvjTz1/4S/PDoA9aaeyhAAAAAAAAMCBadz4SWHb5+heJQMuGzdtHj9xcvCNhXh2VY9DDwnbT4d9uc0SPO998HG/E8+65bZ7ike6Fq0K9PLrb69es6b912VFwk529pZHHn8mKFyoqHNiMCMjvVrVKuEZfvb5iJLHzN6SM+zzkWGnY4e2wXdJLE5Us0a1884+LRaL3XrHfdu800O6dEicebDr+h1TGKQYPOSjUWPGL1+xsveRPRPrIiWMn1B4YU8a0LdkwGX8xCnhOwo7se1d8Iz0wrDF2rXrNm3eXDwYvt8pX80oOa1n90PyCwq2uSzhuzvv/N/95Ke/mjxlWvBDa9WiebuDW2/Jyfn7XQ/EvlFZZ/Pm7AcefjwoKmPzzZWGFi1esnzlyvDKbLN40LDho4IdXIdvU1TG5puOPfrI1JSUL0aMHjlybGapjCMO6x58q5+eccq5Zw2845briku2hGf+t5uvPeenP/n5OacHwB4m4wIAAAAAAADsUNWqVcJ29px5xSP5+fk33HTHhvWFdS+25OYEu6Fhg7o9e3SdOWvOQ4OeKo65zJoz7677/r1hw8b27f+7RE73bl3C9rkXXw9KLJ3Trl1h5823Cpf76dGjc/Hkk0/sF7Z/v+uB8ROnJEbWrVv/5xtvX7V6zcFtWm5TkeXbnTHwxHp1a8+YOfuZ514pOV6rZvVwfMSoccGu635olwoVyg/9eNiQoZ8ERasXldxbtWrlsJ01+78XfPmKlTf/7a5EPztnyzcPmJqaGp5PeAEfevjJLTmFn8jSZcvDz2jz5uyS08464+SwvfdfgxYuXJIYKSiI3XXvv2fNnpuSEm1xUNNgD7j80gvS0tI++3zEVdfcNHnqf2M0U6ZO/92V18+fv6hOnZrnnvmTbz6xapXC65CdvWXx4mXFg6PGTHjiPy8EO7gO36JUemEkZfmKVTk5uSXHs7Iq9Oh+yNSvZsyZt+Doo3p9M2qzjdSUlF/+7MzSpTNLDmaWyjj/5z9N5KKAPcpaRQAAAAAAAMAOnXRC3zfeGjx4yEebs7c0blhv5ux54ydM3rBhY/NmjadNn7V2zbpg9/zi3NPDAz719EuffTaiYlaFIB6fOHlqQUGsf9+j+vb578IxNWtUa1Cv7tz5C8J+x/ZtEoMd2hV28gsKmjRuWK1KleLJZ552UnhuH3487OLfXVO9WtVy5crOnTs/nFajerU/XnlpsCtSU1OvvuI3v/ndNY88/sxhPbvWq1u7eFePQ7s8/9Ib4aVIT0/fpWNGo9H+x/Z++rlXhgz5uHHD+i1bNCu599yzBv7h2pv/765/zZg5KzMzc8pX0ydNnpaWllqnTs2FC5esXbv9C37Rr879803/9/Jr77z17ge1a9aYPXd+paysk0/oG44Uz2napNEJxx/z2huDz/vVb1scVPiiK1auXLRoaenSmbfe+KeSZWN+QA0b1L33H3+98pqbvhw5NnyULVsmvIZLlixbU/RGKlfKuv3m68qVL/vNJ2Zmlhp46oDnX3z9wkuuPr7/0Vu2bBk/ccr0GbNr166xetWajRs35ebm7XyspEqVShkZ6WvWrD3jnItq1Kj2r7tvLd4VfhYfffJ5UFhO5sgASG7quAAAAAAAAAA7VLNGtUceuPOIw7pP+2rmY08+P2LkmDatDnrgvtt+d/H54d6Ro8cHu6dxowZPDrrniMO75xXkTZk6be68hW1at7zh2iuuvuI328zs1rVT2DZv1ri4ikb58uWaNGoQFFZ56VxyZiQSufH6K6/47YVNGjfcvCV70eIlrVo2v+ySC5589N7atWsEu6htm5Z9juqVn59/8213lxw/pEuHcHD4iNHBrjvh+GODonROv35HbbMrfC93//2m8CIM+fDT/zz78szZc4/t0+vJQff2O6ZwyZ4dVY7pddihD9x7W+8jepYuXbogHjuu31EP/vO2uiUSOQm//91F1/3xdw0b1J83b8HkKdNSoiknHH/ME4/c07BB3WCPadWi+XNPPPC7S38VXsnSmZnTp88KBw9q3vSiX5377FMP1K1Ta0dPvPjCn4UfYrVqlZ978bUXXn5zy5acX/3irMf/fU94ceLx+MjRu1BEJyMj/arLf12mdOkVK1ctXry05K4mTRqGbeOG9cPzDIDkFtlmZTsAAAAAAAD2XfEisVisoKAgLy8vNzf37CdWhDf8z+1e/cgWFQJ+DPHiTyVWkJ+fl7tlyyfjp4bjnVo2qle9SgD8qJ5/8fV77x905WUXDTjumGCftW7j5g9GTgo7TaqWLV+2THqpzPT0Uqlp6eEjJSU1mpISKRLA3jVi9oZ/Di1cHO0vvfIqlskoVSQ9PT0tLS01NTVl138yrVUEAAAAAAAAwIFo0uSvnnrmpdKlM/sc3SsAkp6MCwAAAAAAAAAHloceeerJp19M9M8+89RSGRkBkPRkXAAAAAAAAAA4sDRt3DASiTSsX7fP0b3OGHhiAOwLZFwAAAAAAAAAOLAc0at7+AiAfYqMCwAAAAAAAAAAyU7GBQAAAAAAAACAZCfjAgAAAAAAAABAspNxAQAAAAAAAAAg2cm4AAAAAAAAAACQ7GRcAAAAAAAAAABIdjIuAAAAAAAAAAAkOxkXAAAAAAAAAACSnYwLAAAAAAAAAADJTsYFAAAAAAAAAIBkJ+MCAAAAAAAAAECyk3EBAAAAAAAAACDZRQMAAAAAAACA3fDYk8/17H3izX+7e7t78wsKwr3hY9nyFcFOGzl6XPiUq665Kdh33PPPh8Nzfv3N9xKbDz3yVLj59HOvJDbj8fiQoZ/cdMs/gr3utr/fF57JXff++5u7fnb+78Jdhx99cvaWnG12hW8k3PW7318f7AFvvfN+ePA7734w2A3LV6y84x//+uLL0QFwYJBxAQAAAAAAANjjZs+Zd+PNd85bsDDY6zp2ODhsJ06eus34mjVrZ86eG3ZisdgXX47aZu/4iVPCtnPHg4Nkdc+/Hnn9zffy8gsC4MBgrSIAAAAAAAAg6TRv2vjuv99Uvny5YJ91XN+jOnU8uFbN6sGPrVP7tmE7c9bcLTk5pTIyisc//6Iw19K2TcsJE6eMGDX2iMO7l3zWuPGTwrZLlw4BQHJQxwUAAAAAAABIOuXLl+vQrk2TRg2CfVatWjXCt1CjerVgz0gsEXXJ5dd+58yKFSs0a9ooFotNmjyt5PiIUePC9tJf/zw1NfXLEWNL7lqydPnyFSsrZWU1bdwwAEgO6rgAAAAAAAAAe9X9Dz3+9HOv3P33m1JSUl58+c2Jk6aWyszo3LHdmaedXLPG1kTIyNHjLr/qhm6HdLz9luuGfzn6qmtuatWi+QP33VbyOJs3Zx9/yjnhQd546YmMjPRwJDc375XX3h4xatyUr6ZXr1qlXdtWPzllQO3aNYqfcu/9g55/8fV/3X3r+AlTXnzlzayKFU46od+A4/qsWbPumedfHT12/Lz5C2vUqNa0UcPDenbdpq7JwoVLXntr8PTps2bMmhOPxapUrty2bYsLf3lOuXJlt/s2H3rkqSeffvGiX5175mkn3XrHvW+/+0E4OG36rJ69T2zTusXlv73gZ+f/rmKFCq++8GhKyn9rE8RisVNO/+Xatetef+nxHR35e+jQvu30GbMnTJzSqUPbxEg8Hh8xcky1KlWaN2vSrm3LUWMmhO+rONEyblxhEZdOJRYqysvLe/Lplz75dPiSZcvLly8Xfhz9jj2yS6f2xRM+HTbimutv+dUvzmpQv+7Dg/6zOXtL926df3fJ+UHhokjrnnvxtS9GjFm8ZGnb1i2O6XPEN89w1uy54Ucweeq0FStWNahfr8VBTQb079O0SaPtvp1ly1ecesb5iX74omF75+03hD9CO3OewL5LxgUAAAAAAAD4EYweM+HZF16NRCING9RfsGDRq6+/O+T9T+6/97aGDepuM7NLp/YVK1SYPHXa0mXLS5ZF+fDjYbm5eX379EwEXGbNmXf1NX9dtnxFSkq0caMGa9esf+m1t197671LLvrFySf2TTwlfLmwfeGlNz/8ZFjYWbV6TX5+QX5BwWVXXh8+vWyZ0vXq1lm7dt37H34aPvoeO/qaKy9NPDE81D33PRyLxaLRaNMmDRcvWTZ3/oLwMW36rAfvu6NkSGW7enTrnJaW+tobgytXyjq+f59qVas0adSgWdNG02fM/mLE6O7dOhfPHP7l6JWrVh/Zq8d3BlyOOfqItm1ali1TJtgJHdu3ffb5VydOnlo8MmHS1I2bNh95RI+w37lT+1FjJnzx5ejijMvYiYmMy9ZATE5O7gW/uTK8ROEFbNSwfvaWLR98+Gn46NH9kJuuvzI1NbXo2hbO/Gr6zIcffTq8UGF/9Zq1QVHA5eLLr5k/f1FaWlr43MlTp385cmydOjVLnl54PS+8+OotOTlZWRUTPw/Tps8MfyT+eOUl/Y7t/c23U6ZMmfPOPi38EOfNW9j7iJ5169SqVaPGTp4nsO/yOwwAAAAAAAD8CJ74zws/O+f0s844JT09LR6P3/DXvw/96LPHn3r+hmuv2GZmSkq0z9GHP//i6+9/8OlZZ55SPP7+0E/C9pg+vRKbd93z0LLlKwYcd8yFvzw7ERAZMWrsX26+874HBvXo3rla1SpBUfGSsP3wk2EnDegbHmra9NmtWzYbPnzkrDnz+hzV67o//i5xqImTpv7hulveeXfoaacMaNyoweo1axIBl8suuaB/396JSM2MmbN/fekfp02fNWnKVwe3afntb7Znj661atV47Y3BVapU+sV5ZyQG+x979PQZD773/sclMy7vvDc0bPsec2TwXWrWqFZc9uY7dWjXJi0tbcLEKYmYTuHFGVm4OFGi9knnTu3uf+jxcOTsM09NzB8/YUrYHtJ5a/mThx55KrxErVsd9Jfrfp+4kjNnz73uL7d9NuzLp555+byzBwaF17Zw5iefftG+XevfXnz+luwtiUzJ/Q8/Pn/+om6HdLz+T1eULVM6PIFHn3jusSefK3l6L7785pacnKsu/83x/Y8ONwsKYoOHfHjrHffe9+Cjx/Y5InHCJYXHCS/jnHnzExmXnt277Px5AvuuaAAAAAAAAACw1zVp3PDn556enp4WFJWArSodAAAQAElEQVRXSYRXpk6bsd3Jx/crjD588NFnxSOr16wZNWZC1SqVO7RrE26G/XETJjduWP+K315QXAGlS6f25/70J3l5eU/854WSRzuoedPLf3tBtapVenbvkpVVcfGSZeFgqVIZxRPatG7xxysvuebKSytUKB9ubty4+Zg+vQaeMuDkE/smAi6hpk0aHXJIh7CzfMXK4Hvpe8wRaWlpn3w6fPPm7MTIhg0bhw0bUaVypeJwyTZuvPnOnr1P3NGj/0ln7+i1wuvculXz3Ny8GTPnJEa+HDkmJSV6SOfCt9C0ccOsihUmTJoankC4uXLV6sWLl4YfUKWsrKCo2s3zL72emVnqrzdcnQiOhJo0anDDnwrTSOG1zc/PL36h8B3ddP1V4QfRqmXz5s0ahwcc/N5HZcuUvu6Pl4VtOCEajf7ivDMaN2pQ8vSWLC36CDK3fgThifU7tveVl110+aUXFBQUBDtnl84T2Bep4wIAAAAAAAD8CBLZlGJVKlUK29yc3O1OblC/bpPGDWfOmrNg4eK6dWqFI0PeLyzi0ufoXonlh6YVhWM6tG+7Tc2Pzp0KwyLTps8uOdixQ9v/mdO5ffDAo6+/OXjZsuWH9eh2cJuW9evX6XFol+IJ9erWLl60KGHuvMJVipYuXR7283O/Z3IiM7NU71493h3y4ZAPPjnh+GPCkXcGD80vKOjf96jEm/qmevXqtDu49Y4OmAiR7EjH9m3Hjps0YdLU5s0ar1mzNjz/tm1ahueQ2Nulc/vBQz4aM3bi4Yd1Gz1mQuFIp3aJXXPmLgjbTh3aVq6UVfKAzZs1Ca/M/AWLFixcUrzCVLOmjRLBoITRYyfEYrHwnLdZeqlf3973/vOR4s0undp/9vmIm/9216jR47t26dCubeusrAoDjjsm2BW7dJ7AvkjGBQAAAAAAANgtidImeTsokpG9aWuRkoz09JLjVar8TxAhNSUlbAtisWAHjj26132z5gz54JOfn3t6uDmkaKGiAUX1XULzFy4O2xdefiN8fPO5CxYsKrlZqWKFkpuNGtT7zQXn/fPBx74cOfbLohV8atWsfszRR/zk5OOKkxkFBbEvR46Z+tWMufMWjBs/ee26dcVPj8V3eM7fqX+/o94d8mH4SGRcXntzcNj2O7b3juafd/bA4gV3lixdvmTpsrJlyjRr2ijYCZ06Hvzwo09PmvxV+L6GjxgTFC5UdHDx3s4d2w0e8tHY8ZMOP6zbhEmFCxUl4kGheQsWhm21qlW/ecwa1avNX7Bo4cJFxdmRSln/c22XLy8sclO5ctY2T6xZ7X+OFr79MeMmfvTJ52+/+0H4CEdaHNR0QP9j+h175DcXKtqRXTpPYF8k4wIAAAAAAADslrJlCoMgmzdv3u7eFatXJzrly5crOZ4STQl2RZ+jDv/XQ4+/98FHPz/39EWLlk6bPqt5sya1atVI7E0UPqlXr3ZieZ1vF03ZNjZx+sATD+vR9d0hH82bv3DBwsVz5sx79Iln33x7yJ2339Cgft28vLyLL/vTlKnTw5kVKpRvcVDTWjWqtW7dYtjnIz/48NNgN7Rr26pOnZqTJn8VvqONmzbOX7CoQ7s2tWpW35nnDh7y4SOPPdPu4Nb33vnXnZnfonnTsmVKT54yLeyPHj0+bBMLFSV0KUq0jJ8wOWzHjZ+cWSqjXduWiV2xgsIQT3zHUZ5IiRhKNOV/P9aiejTfLEtT+n9LzkSj0Zv+fNX4iVM++eyLxYuXzpk3f+pXM8JH+B5vv/X6zBLLSH2LXTpPYF8k4wIAAAAAAADslrp1aobtjJlztrt37LiJYVu7do3o7iUMsrIqdu3S4fMvRs2eO//Dj4aFI8cc3at4b+2isEvvXj0TVV6+h1q1ahQ/d+3adX+8/tZJk7969Inn/nLd799+d+iUqdMbN6x/3923llwPaGjRaeymAf37/OvBx4cM/WTDxo3hZt9jjwz2jPD6d+jQ9pNPv1i1es2YcRPLlSvbvFnj4r1ZWRWaN2syfcasRYuWzl+w6NCunVJTt95NTiwOtWLlqm8ec+mywtWaqlaptKMXrVS0bNCyZSu2GV+yZPk3Jx/cpmX4SPSnTZ91+dU3jJsw+d3BQ086oW+wE3bnPIF9gpwaAAAAAAAAsFtaHNQsNSVl5arVbw8e+s29r79RuP5O+4NbB7utz1GHh+0nnw4fMvTjSCRy9JE9i3f1OPSQsP102JfxeLzkU9774ON+J551y233fMth771/UP+Tzh42fGTxSMWKFRJ5lyVLlwWFdU0mFb760b1KBlw2bto8fmJh1ZOCgp1bq+gbtUwSjj36yPDqfTFi9MiRYzNLZRxxWPdg55x39mmffvDqThZxSejUvnBxoqEfDQs/rM4d222TOurc6eDw6r357pDCmR3bFY/XrV2YHRk9duKaNWtLzp8xa878BYvKlSvbpHGjHb9i26DoAq5es6bk+Icf/zceFL7or3/7x74DzgwvafFg82aNTziucP2mJUuX7+jgkeB/LununCewT5BxAQAAAAAAAHZLRkb6ySf1Dzu3/d99z73wWk5ObjweX7Z8xagxEy676s+z585PT087+4xTg912WI+uZcuUfvnVtxctWtq9W+eKFSsU72rYoG7PHl1nzprz0KCnimMus+bMu+u+f2/YsLF9+29L2DRv2mj9+g2PPPZM2CZG8gsK3h38Ydhp0KBu2FatWiVsZ8+ZV/yU/Pz8G266Y8P6wsorW3Jzgp1QKr1wwZ3lK1aF16fkeFZWhR7dD5n61Yw58xYcfVSv8GIGe0ynjoUZlxdffiMoXKio/TZ7u3QsHHlvyMeFezv9d2/t2jW6dumweXP2tX+5ffmKlYnBGTNnX/eX28LOKSf2S0nZ4X3n8DM6rGfX7C05N/z172vWrAuKEi2PPfnciFFji+dEIpEG9ets3LT5vvsHFQeG1qxZO+zzEcHXH8F2pacXXqsly5bt/nkC+wRrFQEAAAAAAAC76/yf/3T+/IVfjBhz3wOPho+SuyKRyA1/uqJW0VpCuyktLe2IXt3feKuw0MjRvQ/bZu8vzj19/ITJTz390mefjaiYVSGIxydOnlpQEOvf96i+fb5tAaA+R/X66JPPPx024vRzL2rcsEFQuLbO8iVLl1eulPWLc88IN086oe8bbw0ePOSjzdlbGjesN3P2vPCFNmzY2LxZ42nTZ60tim58pypVKmVkpK9Zs/aMcy6qUaPav+6+tXhX/2N7hycQdvrtsYWKEurWqVW9WtXFSwpDIV0P6bDN3jZtWmSWyli+YmW1qlXq1atdctcfrrzk8iv/PGHilFPPOL9xw/qbt2xZvHhpON6pQ9tzfvqTb3/RS3/9i+nTZ48dN+nk037euHGDRYuXbty4qWf3LuEFL55z4S/PGTl6/FvvvD923MRq1aqGI7Nmzw2vcMf2bRPFe3bwdgoXybr3n4+89daQs8/6yVFH9Nyd8wSSn4wLAAAAAAAAsLtKZWTcfst1Q4Z+8ulnX86ZN3/Z0hVbcgqrm7Rv1/rn55ze7odYqCjhmKOPeOOtIZmZpQ7r0XWbXY0bNXhy0D133fvw9JmzpkydVjqzdJvWLU88/pgje/X4zsPeeP1Vr705+N33Ppo9Z14sFmvWpNGxfY485cR+FSqUD/fWrFHtkQfufODfT06eMu3Tz75IT0/r1OHgc876STwWv+jSP4wcPf5XvzjrO18iIyP9qst/fefdD61YuSp8iZK7mjRpWHj+Deu3atE82MM6tG/zzuChjRrUq5SVtc2u1JSU9u3afP7FqM6d2m2zq3KlrH/f//cH/v3El6PGLFq8pFRm5qFdO/UNL+1hh37nK1avVvXRf9/18qtvffTJ8PkLFrVo3rR/v6OqVK5UMuNSvny5h//1f08+89KIEWOmTZtRrly5g9u0PKRzh+P6HRWe1Y6O/JNTjh8/YfKoMRNmz52/ccOm3TxPIPlFtlmODgAAAAAAgH1XvEh4+7ygoCAvLy83N/fsJ1YEkci53asf2aJCwI8hXvypxAry8/Nyt2z5ZPzUcLxTy0b1qlcJIAief/H1e+8fdOVlFw047pgAdt26jZs/GDkp7DSpWrZ82TLppTLT00ulpqWHj5SU1GhKSqRIAHvXiNkb/jl0Sdj5S6+8imUyShVJT09PS0tLTU1N2fWfTHVcAAAAAAAAAH40kyZ/9dQzL5Uundnn6F4BADsm4wIAAAAAAADwI3jokaeefPrFRP/sM08tlZERALBjMi4AAAAAAAAAP4KmjRtGIpGG9ev2ObrXGQNPDAD4VjIuAAAAAAAAAD+CI3p1Dx8BADtHxgUAAAAAAAAAgGQn4wIAAAAAAAAAQLKTcQEAAAAAAAAAINnJuAAAAAAAAAAAkOxkXAAAAAAAAAAASHYyLgAAAAAAAAAAJDsZFwAAAAAAAAAAkp2MCwAAAAAAAAAAyU7GBQAAAAAAAACAZCfjAgAAAAAAAABAspNxAQAAAAAAAAAg2cm4AAAAAAAAAACQ7GRcAAAAAAAAAABIdtEAAAAAAAAAgANDPB4fMvSTm275RwCwr5FxAQAAAAAAADhQzJ4z78ab75y3YGEAsK+xVhEAAAAAAAAAAMlOxgUAAAAAAAAAgGQn4wIAAAAAAADwbWbOnvv8C6+PnTBp0+bNHdu1PfO0k+bOX3DLbfdc9Ktzw37xtA8+/PTjT76YNOWraDTaptVB/fsd3alD2+K9w78cfdU1N5139mnH9z/68aeeHzdh8vp1G9u3a33SgL5hu80rfvuhPh024prrb/nVL85qUL/uw4P+szl7S/dunX93yfnhrg3rN7725uDJU6dNnzF73fr1lStXali/7kXnn1u/fp1w76133Pv2ux+EnWnTZ/XsfWKb1i3+dfetiWOuXrPmuRdeHz9hypx585s0btixfdvTfjKgTOnSAUDSkHEBAAAAAAAA2KFJk7+6/Ko/Z2/JKVO6dJ06tYYNH/nZsC+7du1Ucs6WnJwr/3jTuPGTwn7t2jVKpWe8/+Gn4eOYo3td+4fflZy5fMXKSy7705Kly5s2abglLefDj4eFjz/94bfHHn3Ezh8qEilsv5o+8+FHn47FYkFhQmVt2E6YOOWP19+6fv2GsN+oQb1IJLJ48dLwMX7C5EEP3VWzRrUe3TqnpaW+9sbgypWyju/fp1rVKokDhse/7Y77wpfOLJVRv369mbPmhId65bV3bv7L1W3btAwAkoOMCwAAAAAAAMD25ebm3XjLndlbcs49a+DPzz09Go1u2rz55tvu+fSzL0pOe/rZV8aNn9S2Tcs/XXVprVo1wpFFi5Zef9Ptg4d8dGjXTkf26lE88+13P+jR/ZD77/1bpayscPOV1965854HH3r4qaOPPDwlJbqTh4rHCw/1yadftG/X+rcXn78le0tqauGd3zvveWj9+g3HHn3ExRf9rEKF8kFRdZZrrv/b5CnTwqefd/bAnj26hsd87Y3BVapU+sV5ZyROB63JMgAAEABJREFUKXzKnXc/uCUn5/JLLxhw3DHhacTj8WdfePVfDz4ejg966B/huw4AkoAvIwAAAAAAAIDt+2TYF0uWLm93cOtf/uzMRNSjTOnSf77m8qpVKhfP2bw5++nnXk5Jid5w7RWJVEpQVILl6isuDjuDnni25AHT09N+/7sLEwGX0Ekn9C1XruyKlatWrlq1q4dKS0u76fqrGjes36pl8+bNGucXFLRpfVCP7odccdmFiYBLKHyho47sGXbCl9jRe3z+pTc2bNh48gl9w5NJ5GwikcgZA0/q2b3LrDnzhn48LABIDjIuAAAAAAAAANs3YtTYsD3isO4lBzMy0nsc2qV4c868+Tk5uY0aNigZfAk1a9qobNky8+YtzM3NKx5sUL9u5UpZJadVKdoMj7CrhwoHi7MsodSUlCt+e+GtN/6xVEZGYmTt2nWfDvty4qSvwn5eXl6wA9OmzwzbTh0O3ma8U4f2RXtnBQDJwVpFAAAAAAAAANu3fNnKsK1atdI24zVqVCvuz1+wKGxnzJzds/eJ2z3I3HkLmjVtlOhXqbztoVJSUsI2Fovt6qEqZVX45oSpX834cuTYlatWjR8/Ze78BcXj8Vg82IH5CxeH7TV//tt29y5atDgASA4yLgAAAAAAAADbl5aeVviX+LYBkUikZL9wo1JWVr16tYPvklgMaEd26VDRonBMSff+a9DzL70eFFWaaXFQs/6tmjdt0jA/L/++Bx4Nvu1FC9tWLZpvfbP/q3q1agFAcpBxAQAAAAAAANi+OrVqhu3yVau3GV9WVN+l5Jx69Wrfe+dfg92zO4eaN2/h8y+9np6e9u/7/96oQb3i8UTq5VvUrllz0aKlF/zy7PbtWgcASSwaAAAAAAAAALA9h3brFLYff/J5ycH8/Pxhw0cWbx7UvEnVKpWnTJ22fMXKktOWLF3ed8CZ5/7i0uwtOcHO2Z1DjZ84OWw7tm9bMuAS+nz4qODrtZAKlSxBU6THoV0K3+Onw7cZv+Mf95/4k5+99NrbAUBykHEBAAAAAAAA2L7OHds1adRg7LhJDz/6dCImkp295dbb7126bHnwdVwkNTX19NNOzM3Nu/WOezdt3px44ob1G2/46/9t3LT5oIOaZpbK2MmX251DValSOWznL1yUl5dXPPjYk8+PHjuh8LRztoZjSqUXHmH5ilU5ObmJkeP6HVUpK+vl194e/uXo4ie+98HHr785eO26dYd0bB8AJAdrFQEAAAAAAADs0O8vv+jqP938+FPPv/jym3Xr1p4zd15OTm7t2jUWLVqaWSozMWdA/z6D3/tw1OjxZ513cZ06tcKROXPnr1u3vknjhr+7+PxdebXvf6gundq1atF88tRpF1x8dfdunZevWDluwuTFi5c2b9Z42vRZa9euS0yrUqVSRkb6mjVrzzjnoho1qv3r7lvT0tJ+fcG5t9x+z1XX3NS61UGpqalbtuR8NW1GOPmaqy6tU6dmAJAcZFwAAAAAAAAAdqhVi+aPPvSPJ/7zwsSJU+fMnVe3Tu1zfnrqmHETFy16t0zZ0ok5pTIyHrzv9ocfe+bzz0fMnDm7IBarW6fWmaeddNIJ/Xa+iMtuHio1NfXvt//5kUefGT5i1JNPvxCLxVsc1PQX551xxGGH9j/p7K+mzdywfmO58mUzMtKvuvzXd9790IqVq4oXMDrm6F4N6tf954OPLlq0dPXqNZUrV+rZo+tZp5/cskWzACBpROLxeAAAAAAAAMB+IV4kvG9dUFCQl5eXm5t79hMrgkjk3O7Vj2xRIeDHEC/+VGIF+fl5uVu2fDJ+ajjeqWWjetWrBCS31WvWbN60pUbNaqkpKSXHf/f760ePnfDEI/c2bFA3gB/buo2bPxg5Kew0qVq2fNky6aUy09NLpaalh4+UlNRoSkqkSAB714jZG/45dEnY+UuvvIplMkoVSU9PT0tLS00Nv1Z3+SczGgAAAAAAAACwPfPmLTrj3It+89s/5ufnFw8OGz5y9NgJDerVFXAB2JusVQQAAAAAAACwfS1aNG3SuOGUqdNPPu0X9esXJlqys7dMmz4zq2KF66+9PABgL5JxAQAAAAAAANi+UhkZd//fja+8/s6IUePmzVuwafPmxo0a/Oyc008a0Dcry/pfAHuVjAsAAAAAAADADpUvX+7cswaGjwCAH5WMCwAAAAAAAAAAyU7GBQAAAAAAAACAZCfjAgAAAAAAAABAspNxAQAAAAAAAAAg2cm4AAAAAAAAAACQ7GRcAAAAAAAAAABIdjIuAAAAAAAAAAAkOxkXAAAAAAAAAACSnYwLAAAAAAAAAADJTsYFAAAAAAAAAIBkJ+MCAAAAAAAAAECyk3EBAAAAAAAAACDZybgAAAAAAAAAAJDsZFwAAAAAAAAAAEh2Mi4AAAAAAAAAACQ7GRcAAAAAAAAAAJKdjAsAAAAAAAAAAMlOxgUAAAAAAAAAgGQn4wIAAAAAAAAAQLKTcQEAAAAAAAAAINnJuAAAAAAAAADA/iBSJIgHsF+ScQEAAAAAAIC9KLz9DLBnxOL/jbdEfNuw35FxAQAAAAAAgB/BomWr12/MDgB2W05eXqJTmGtJlHKB/ZGMCwAAAAAAAOwliZvPif6SVWvDRwDww4lGo1u/ZyJbBbAfkXEBAAAAAACAvSJxszkSKZWeFo/Hwm48Hi/8f4m1RfYnsVgs8daiKSlus8MeEv6WJbIshb9ukUhKSkrhb1w0WjhSNEHMhf2JjAsAAAAAAADsWYU3m8PbzLHCXko0ekjLJnm5OXl5ufl5uQX5eQUF+bGCglg8tt/kXbZkZ69aubygoKBc+QoVKlYqrCsBB4BYLBaNRr85GP4uxIr+UtgU/m/rZlG/sFe7bv3ge0kEWaKRaDQl/GpJSU1LS01LL8y4FIZcCh8CLuxnZFwAAAAAAABgb4gU3naOxopuPYc3oVNiqUFRoiXcjKcU3vIOgn0+4FKQX7Bk8YJ1a9ekp2fUqdcgs3TpAA4YUydNSElNKVUqs6AgPxQ2BQUF3/mslJTU9IxSwfcVfotEE98q4ddKamr4/7CTKOUSFK1YFMB+RMYFAAAAAAAA9qDEGiKRopvNhTGXSDReeCs6beveaDQWK4gXLesT38fruKxasXz2zGnh3f1aderVrd8wfK8BHDAK8vPT0jPWrF65Lli7S0/s1vPI4PtKlGkp+mYpDLYUrlSUkpqampZSFHMpzL4EYi7sV2RcAAAAAAAAYK/YGnGJRoOU4qGtAZcgvk8vVJSTs2XC2JErli0tV65Chy7dy5WvEMCB5+COh0wYM3Lhgrk7/5SMjFIZpTKD3VSUoUuEWrbWcUlNLQyZRf4rgP2CjAsAAAAAAADscVvvMUcK70MXduJBIvASi8eKi7gE+6bZM74aO/qLgvz81gd3bNH6YOVbOJC1btd5zuwZ+fn5Ozn/hJ+cHey2rTGWaPTrei4pRd80KYmYSwD7ERkXAAAAAAAA2LMSyxUletGgsIxLOBKLxQrvR39dwWVfzLhsWL/uw/feWrpkYdVqNY4ccFyFipUCOLClpWe0ad/580+G7szkzNJlwvnBbiu5YlG0KNdS+NeiqlHFRVyUcmH/IOMCAAAAAAAAe0PiHnM8CKJBNB5N5Fv+q3BCsM8IT3jc6C8++2hI2O/R6+h2Hbu6gw4JB3fsOnniuOVLl3znzN9cfm3wQ4iXiLkERdmWRMcqRex/ZFwAAAAAAABgj0uUcilesSgI+/F4UPjXreVb4kWb+4TVK1e89sJ/li5ZWK9ho+NOPL1ClvIt8F/RIOjT76THHrrn24szZVWqHE39Ie7Xx/9bo6X4G2ab2i2SLuw3ZFwAAAAAAABgbygZcylevSgSBPtQEZdYLDbs4/c/+eCd1LS0fgN+0r7LoQHwDbXqNujQ+dAvP//4W+a073xoPBZPSf3BbtmXDLJIt7C/knEBAAAAAACAvWTrckWJUMu+dhN66ZJFL/5n0PJlS5oe1OqkgWeXLVc+AHagd98TJk8cu2H9uu3uTU1NG/zmy8M+fr/fCQNbH9wh2AOkW9gvybgAAAAAAADAXrWje8/fvrLJjyg/P3/oe29+9uF7mZmlf/LTn7dp1ykAvlVGRkb/E097+rEHtrv3+lvvXrRg3pC3Xy0oyA92mzgLBw4ZFwAAAAAAAEgKyXmjeuGCuc8/+ciqlcsP7tDl+JPPyCxdOgB2Qqu27Zs2bzlj2pRtxitXqRr+step1+BnF/6uePCNl55JS08/vHdfv2LwLaIBAAAAAAAAwDfk5ua+9erzD9z1t5ycLedd8NuBZ/3C3XfYJf1PPC01ddvCE5df89dvzpw7Z+anH753+01/mDt7ZgDsgDouAAAAAAAAwLbmzp7xwn8GrV2zulPXHv0G/CSjVKkA2EVVq9c4rPexQwe/WTxSuUrV7c68+IprJ40f/cnQwTVr1w2AHZBxAQAAAAAAAP4rZ8uWt19/YdQXn1XMqnT+xb9v0KhpAHxfh/fuO2HsyJXLlyU2t1vEJShaqqxNu07hI7GZn5//8D//r3PXnu07d4tGLc8CW/llAAAAAAAAALaaMW3KnbdeN/rLYYce1vu3V/9FwAV2U2pq6gmn/jTRr1Grzk4+a/XKFevWrnn5uSf+8bfrA+Br6rgAAAAAAAAAQfbmza+/9PSEsSMrV6l29i9/U6dugwD4ITRq0rxD525jRg6/5PfX7eRTqtWoefWfb5s0fsyqlcsD4GsyLgAAAAAAAHCgmzB25JsvP5udvfnwo/oe2ee41FS3EeGHdOzxp65buybYRa0P7lDcnzt75tuvPX/oYb3btOuUkpISwAHJH04AAAAAAABw4Nqwft3Lzz0xfeqk6jVq/fzXl9eoWTsAfmhlypb9+UWXBbshNzdn86aNL/xn0NRJ484494IADkgyLgAAAAAAAHCAGvXFZ++88WJ+Xl6f/if1PKJPNBoNgKTU7KBWv7/2lpHDP61StXpiJHvz5szSpQM4kMi4AAAAAAAAwAFnzepVL/xn0Lw5M2vXqT/w7F8U3zUHklnnbj2L+2++8uzihfOP6ntCq7btAzgwyLgAAAAAAADAASQej3/x2YfvvfVK2O9/0mndehwRiUQCYF9TuUq1yRPGPP3YAyeffm7HLocGcACQcQEAAAAAAIADxcoVy55/8pFFC+c1bNLsJ2f+vELFrADYNx15zHFdDj384w/eaX1wx8TIpo0by5QtG8D+S8YFAAAAAAAA9n+xWOzToYOHvvdmalrayaed0/GQ7gGwjytbrlz/Ewcm+tmbN//jb9c1aNT0mP4nV61eI4D9UTQAAAAAAAAA9mtLlyy67/9ueu/tVxs1PeiyP9wo4AL7n8zSpY869oT5c2bdddufN23cGMD+SB0XAAAAAAAA2G/l5+cPfe/NT4cOzswsffo557dp1ykA9lNde/Tq0OXQubNnFK9YNGXiuJZt2gWwv5BxAQAAAAAAgP3TwgVzn3/ykVUrlx/coUnfctsAABAASURBVMvxJ5+RWbp0AOzX0tPTmx3UKtEfN/rLF/4zqHad+v1OHNigUZMA9n3WKgIAAAAAAID9TW5u7puvPPfAXX/Lydly3gW/HXjWLwRc4EDTtHmrrt17LV2y8IN3Xw9gv6COCwAAAAAAAOxX5syc/tKzj61ZvarjId37DfhJqczMADjwlClb9vhTzuh55DFbtmQnRlauWB6PxapWrxHAvknGBQAAAAAAAPYTBQUF77/z2idDB1fMqnT+xb9v0KhpABzYwm+D4n74/TBp/Oj2nboe3e/E8hUqBrCvkXEBAAAAAACA/cGa1SuffuzBxQvnd+jc7fhTzkxPTw8ASjiyz3HpGRnjR39Zv2GTTl17BLCvkXEBAAAAAACAfd7CBXMH3f+PeCx++jnnt2nXKQD4hmo1ap582jl9+p9Utmy5xMicmdOr1ahVpmzZAPYFMi4AAAAAAACwb5s5feqTD99XKrP0L39zRdVqNQKAHSsOuISeefzB3NycY447uVvPIwNIetEAAAAAAAAA2GdNHDf6sQfvrphV+deXXSPgAuySC3/3xwaNmr75ynOLFy0IIOmp4wIAAAAAAAD7qq8mT3j2iYfq1m903q8uLZWZGQDsikqVq5x3wW9nzfiqVu26ASQ9dVwAAAAAAABgn7R82ZJnHn+oarUav/j1ZQIuwPfWuOlBic6k8WPmzpoRQLKScQEAAAAAAIB9z6aNGx994K70jPSfXfi7tLT0AGC3fTnso8f/fY+YC3tUpEjwvVirCAAAAAAAYP9U8gbSiNnrF63JCdiPLPj08U3r19c/4levT8kLguUBwG5Lb3dW6vrHHnnw3kZ9L0vNKBPA7lm+PjfRiZRQPBLsOhkXAAAAAACA/VbxDaSpS7LDR8D+InP99MrLZq6r2n3Y0jLB0rUBwA8lq29amTXzZ+UFge8WfjDh35BEo9HvXb6lmIwLAAAAAADAfiXyv+pmpRbECoW7Em08Hi9u2ScV5GYs/SCWXj6jTvuMSF4A8EOKBmUqB4HvFnZLIs5SXLglLTU1WmSbai67SsYFAAAAAABgP5S4gRTeTPpr/wq5ubk5OTlhm5dXkJ+fX1BQGHqRcdl3jR07dkz+5v79+tWsqTYPsKfMmjUr/EOkYcOGAey6xN+EhFJTU9MKRVNSUqJfC74vGRcAAAAAAID9U/HtpfCuUniHKR6PJ0aKqrrIuOyr8vPzJ0+eXKdOnQYNGgQAe0z4VbN58+YmTZqEf4IEsIuKs7apRdLS0sI2EXPZnVIufhYBAAAAAAD2H+Edo0SWpfjeUng/KV6keDMRcJFx2UeNHTs2JyenS5cupUqVCgD2mF69er3wwguTJ08+5JBDAthFxX8fUhxz+WbG5XvEXGRcAAAAAAAA9kOJG0vxeDy8n5QYKQ64yLjsu8JPbeTIkZUqVTrooIMCgD2padOmXbt2bdWqlUQd38M2cdtESblEJxFzKZ62K0eVcQEAAAAAANjvJO4YFd9YStxkCjsFBQXxeDwWiwVFaYmAfc3s2bM3btzYp08ft5yBvaBfv34BfF8lS7kUJ10SfWsVAQAAAAAAUCixXFHwdcYl+PomUywWK163KJBx2TfNnj07bNu3b5+RkREAQLIqjtuWTLokOt874BLIuAAAAAAAAOyXiu8eFd9SipcQsG+aPn169erVa9SoEQDsFXPnzh0+fPgZZ5wRwK5L/N1Ica6lpGDXFyoKZFwAAAAAAAD2P4lSLsU3kL5Zu0XMZV+Um5u7dOnS3r17p6a6xwfsJbNmzRoxYsSRRx5Zu3btAHZFcYSlZE2X4HtFW4r58w8AAAAAAGA/9M2YS2JcumXftXDhwrBt2rRpSkpKALBXNGnSJGyXLFlSr169AHZdyUTLNqmX70HGBQAAAAAAYP+UuIGUCLXs/l0lfnThPeawrVmzZjQaDQD2ioYNGx533HFVqlTxzcMPYjf/PkTGBQAAAAAAYH/2LTeT1HTZtyxatCj8NKtWrRoA7C0ZGRnHHXdcALtoD2VqZVwAAAAAAAAOUGq67FtWr15doUIFCxUBcMBSTQgAAAAAAAD2AdnZ2aVLlw4A9q4FCxbMnTs3gCQg4wIAAAAAAAD7gOzs7MzMzABg73ruuecGDRoUQBKQcQEAAAAAAIB9wJYtW2RcgL0vGo3GYrEAkkBqAAAAAAAAACS9nJycjIyMAAAOVDIuAAAAAAAAsA+Ix+MBwF53+eWXB5AcZFwAAAAAAAAAAEh2Mi4AAAAAAAAAACS7aAAAAAAAAAAAsD3PP//8oEGDAkgC6rgAAAAAAAAAANu3cOHC1atXB5AEZFwAAAAAAAAAAEh2Mi4AAAAAAAAAwPZ169YtOzs7gCQg4wIAAAAAAAAAbF+3bt0CSA4yLgAAAAAAAAAAJLtoAAAAAAAAAACwPcOHDx86dGgASUDGBQAAAAAAAADYPhkXkoe1igAAAAAAAAAASHYyLgAAAAAAAADA9tWpU6dixYoBJAEZFwAAAAAAAABg+wYOHBhAcpBxAQAAAAAAAAAg2cm4AAAAAAAAAACQ7KIBAAAAAAAAAMD23Hnnnddee20ASUAdFwAAAAAAAAAAkp2MCwAAAAAAAAAAyU7GBQAAAAAAAADYvoEDB+bl5QWQBGRcAAAAAAAAAIDtq1OnTgDJQcYFAAAAAAAAAIBkFw0AAAAAAAAAALbn+eefHzRoUABJQB0XAAAAAAAAAGD7Fi5cuHr16gCSgIwLAAAAAAAAAADJTsYFAAAAAAAAANi+bt26ZWdnB5AEZFwAAAAAAAAAgO3r1q1bAMlBxgUAAAAAAAAAgGQXDQAAAAAAAAAAtmfhwoVz5swJIAnIuAAAAAAAAAAA2/f8888/8sgjASQBaxUBAAAAAAAAAJDsZFwAAAAAAAAAAEh2Mi4AAAAAAAAAwPZdfvnlASQHGRcAAAAAAAAAAJKdjAsAAAAAAAAAAMkuGgAAAAAAAAAAbM/zzz8/aNCgAJKAOi4AAAAAAAAAwPYtXLhw9erVASQBGRcAAAAAAAAAAJKdjAsAAAAAAAAAsH0DBw7My8sLIAnIuAAAAAAAAAAA21enTp0AkoOMCwAAAAAAAAAAyS4aAAAAAAAAAABsz/Dhw4cOHRpAEpBxAQAAAAAAAAC2T8aF5GGtIgAAAAAAAAAAkp2MCwAAAAAAAACwfXXq1KlYsWIASUDGBQAAAAAAAPYBkUgkANjrBg4cGEBykHEBAAAAAACAfUM8Hg8A4EAl4wIAAAAAAAD7gEgkIuMCwIEsGgAAAAAAAABJz1pFwI/izjvvvPbaawNIAuq4AAAAAAAAwL5BHRcADmQyLgAAAAAAALAPsFYRAAc4GRcAAAAAAADYB8i4AD+KgQMH5uXlBZAEZFwAAAAAAABgHxCJRAKAva5OnToBJAcZFwAAAAAAANg3qOMCwIEsGgAAAAAAAABJTx0X4Efx/PPPDxo0KIAkoI4LAAAAAAAA7BvUcQH2voULF65evTqAJCDjAgAAAAAAAPuAaDQq4wLAgUzGBQAAAAA4gLg1CMA+LV4kANiLunbtmp2d7cuHH9D3Xn1PxgUAAAAA2P9t82/k/Qt6APZFiTuC/hQD9rKuXbsGvnz4gWzzZ9muhl1kXAAAAACA/Vzxvz9NdEq2ALBviRUJAGDflAi1FLeJfy7b+aSLjAsAAAAAsD8rTrQUCyz0AMA+KxaLFRQUBAB70aJFi/Ly8ho0aBDAbouUUDwS/tPZTsZcZFwAAAAAgP1WyUTLki+ujuWtT/St9QDAviiWE81dt3LJsN8EAHvRsx9G128OLuyviBQ/jAqNzyhdo0c0Gi1Ouux8zEXGBQAAAADYP5UMuMRisY0L3y3YsjIAgH1WPP/IvOwtmxZ8HgDsRQU5h8byMzct+CCAH0J65c7pVbpGo9GUlJSwTQyq4wIAAAAA8N+MS2IzrWzt9DK1AwDYB6WklYqmpZep3iUA2ItSZpSP5qf48mH3bVo2ImwLCgry8/NTUlISg4mCLkHRP7t9Z9JFxgUAAAAA2G8VB1yKMy5ZjU6q2uaSAAD2QaVG/CMtPb3BUdYqAvaqa44K4Acx+T8Hhf+Ulsi4BEW1WxISNTitVQQAAAAAEJSs4wIA+65oNBLeFwwAYF8W/lmWl5cXfJ1xiUajO1PBJUHGBQAAAADYDyX+Q8CSdVwSIwCw74pGovHAH2cA7NsSdVyi0WhKSsqu/pNaNAAAAAAA2N+p4wLA9xTLCXIWBpunB5tnBQUbvrFz9eovL1nwYuMl7/XZsmRosIcDKOHtwIICf6IBe9vzL74+6PFnA/iBJDIuBUXiX9vJ56rjAgAAAADsn0qWctmlf20KwIEulh3krwuyxwdbvgpiy8PtIIgEBTnxvA2RID3IaBZUPCpIrxWPlFo35e68DdOz2t+Uu2bsuqn3pZatn1qucbDHRKNRqU1g71u4aMnqNWsD+IGEf5YVFBQkKrgU/5PaTi5XJOMCAAAAAOy3SsZcwn9hKuQCwHeJBTlLgtxJQd6MeN7K2Ja1+RuWFeSsjxcURIL8aEpKalpqyroJkRUvBxV7xjI6RrbMzKp1UHrNTnmVO6wZe33BlpUyLgDw7UquJ7ur/zWCjAsAAAAAsD9TvgWAXZA9I8gdFeQtyl89OXv5nFha/dSKhxRkVN6wdHFmVtWMzFju+gnB+lGlMnLS4x9EUsalx9fG130VX7glL/3weCwnkpIZ7EkpKTIuwI9g4CnH5+XnB/AD+Wa6xVpFAAAAAABbWagIgJ2SPSu+eUgktm7z7PezcyqXbX1vavmWkdQyQTwlVnZ2mSp1UtPT4wWbCzYv3jj1/7JXDSlXMb9UerBhbU5B3pdrN4wrU//UtPKNvv0VYgUFb78yaOzIjxbOm7Fs8fyq1WvXqde0aYt2A067qGy5CsXTwj+2PnnvpRGfv3flXx4q+fTvXcdl+pQxTz548zW3Pp5ZumwAsIvq1KkVwA+nsMTm911SVsYFAAAAAACAA17eimDds0FGuY3TBm+Md6p8yC1pZaoX7yxfq2k0JSXsRFLSo+kVs7oN2jDmrvXz7yxXI7N8pTK5Fc6sWuWY1PLNIpHot7zC2tUrbrjitBlTxxSPLF4wK3yMGPbu268+dtu/3qpdb+s6R/NmTbn9z79s0rzdNkeIRqMFBd8n43L9ZaduWLc6AIAksDv/BUI0AAAAAAAAgANZwaZg7WtBmRo5c99fsb7xgvUd8wrSS+7fsHRWyRty8bzctOG5wczWmzdlBvEgI+eztMwK3x5wCd1188Uzpo5p3qrzVTc+8q//DH/1k2UPPTfq0j/eW7NOozUrl958zTnfec8vGo2qTAbsfcO/GDX0o88CSALquAAAAAAAAHBgy54aT82NrxifnV22SsdrK0SqRFNSc7dkp5fKDHfGY7HNKxaUqVw7tVSZ+JbsgqmT8seOzOtyWJkKvbM3vZS76ZWMlCXB6reDGj/7lv+8PGdL9shhg8POdbc9lVUQiHbTAAAQAElEQVRla4WY2vWbhI+DOx32m7O6z5s5efyoT9p1PvxbTjMajRQUFAQAe9fwL0evXrP2yF49AvixybgAAAAAAABwAIttCXJmR2JrNi4cl97or6VrtI9EIvl5udNGDK3RoHmlWvXzczYV5GRvWb+qdPaWvJeeKfjs4/XpGRUGnpNWtmywrszGke9kZGwJNowKso4NMmrv6EU2b1wftukZmRUqVd1mV43a9U89+9JxIz9Zt3pFUFTuZcgbT4WdmdPG9e9asUXbrv/30LtffPL2TVed2eHoS3Nz83/900OzN208pGffC6+4LZy2cf3at1999KuJI2dNn7B+7apKVWvUa3DQzy/+S90GzcK9H7z1zJ03XZR4oVOPrBO2r3+2MiW18BZhXm7Omy8+PObLodMmj6pSo06bdt1PPP2imnUaljy3tatXvPz0faO/+GDporkHte7U57izWh7c9bwTW3fufswNf39uzoxJF5/do3zFKv95a1piLaetVzQWO3dAq3VrVz79zsyy5SoEAPADkXEBAAAAAADgAJa7PChYFl8/fXNOuWr1ToxEIuFYSmpatXpNRw1+rkHrLtVq1o7FCrLnfhV9Y3B8xPBYLJ53wx2lypQJp6WWbx6v0Csv9820nIXB5mnfknGpWLla1Rp1VyxdcN9tl51zwbUV/zfpcsbPrwofif4hPfqmpqa/88qgrCo1jh1wbtXqhcdMnNWGdau35KYunjUlKEyfLA/bKeO/uPGqM8PxsF+/cctw2tKFc8LHpHGf//PJT6vVrNewaeszfn71S/+5Jzcn+yfnXBYeORItLDYzb+aUP//+tPB8oimpDZu2Wrt65ZsvPvTuq4+df9ktx53yy8SZrF294ve/OmbJwtnhsxo0aTVj6thxIz86vM+pxacdHrzxQQfP+mr8qOFDuvQ4tnh81OfvrV65pOdRJwu4wP6hTu2aFSv6dSYpyLgAAAAAAABwACtYE+Quzl2/pFSt/pHo1ntnkUikUs36NRoeNH3kR4vKla9Tply5l9+ML1seS0lZ36d/ra7dEqGTsM2s3T970kupGWsiuQu/5UXCmb+4+Ma/Xfvzwa89/v5bT3fselTvvqe37dizfMVK28zsdnj/mrUbvPPKoMqVa5z1qz8mBuPxeNiuXL6obOXG/3rq8+wtm1JT08ORf97x+w3rVh/Z74zzL705cag1q5b/9eqzvpo0Yug7z53+8ysbNWsTPt586d+5OdmnnXdFZumyiQP+6/+uXLF0Qd8Tf3beb25IJFHGfDn09ut/+e+7/tS1R98qRcGah+6+ZsnC2Z0O7XPlDQ+VLV8xPIcXnrzr8X/9peTZ9jn+7Pu/Gj/03edLZlzCNxi2R/c/MwD2CwNPHRBAcogGAAAAAAAAcMDK3xhsmp2XvTFSpkUsPy8oCpQU5OcW5GyqWa9xetnyK9IqfrWl/KzGB+dklFrbslWp/scFBXmJ0Ek8VhAp1SQvJzcSzw/yVgex3G95nZ5HnXTvE58k6qCM+OydW/907hnHNrrw9EMG3ffnpQvnBjshGo2kpKbVb9LyoNadmxx0cEF+fsu2h3Q9vP/FV91ZnJXJqlzt8D6nBIWBmMU7Os64kR9PGjesfpNWv77q78WlVjoccuRp5/0+Py/n2cf+Hm6uX7vq48Evli1X8eobHy5bvmJQFNMZeM5l3Y/4n1vdR/U7IzUt4/OP3sjevDExsnHDui8+fadSlZoduvYOAOAHpY4LAAAAAAAAB7B4frBlWSx388aVa6LlF5euVCt77fLsNUvzszds2bxxQ9nqS6oclFax6op6B6Vmr01v2ySSvTw2a0tGxSqZWTVj+bnrFs+PFKQUHSc3CPKDIP1bXqpRszZX3fjwJX+4a9zIj8eP+mT0F+8vmDstfLz27P1nX/CnU8/+7befabnyWfn5BcWbKampv7nq7yUnrF+7asr4L6ZM+DLs5+Xl7Og4M6aODdt2HQ+LRv/nv4fveMiRDwfBzK/Ghf0RwwaHb6l9lyNKly1fck7P3icN+/D14s1SmWUOO/rkoW8/89HgF/qe9LNwZMib/ynIz+tz/FmJUjcA8AOScQEAAAAAAOAAFokE8dxIUFCqfMX0spUi0ZSMcpVSS5XO3bBm/rx5L89f2KBcrFYQbIkE02tXbdewUblq9TLKV0lJL5WSlhFNSc2sVDMnEis6UDQ81s68YGbpst0O7x8+wv7qlUvfeeWxZx+949F//jktPf2E0y56+tlXZs6cWbX5iTmZZW669a6CgoJYLLZ504Yarc/ITykTPuWKq/8SjoTDhfVmivYmisoE8diSSc8V5G5IvEosMbg9ixbMDNvXnrs/fHxz78L5hXtXLCtceqly1Zrb7K1eq/42I8cMOHvo28988PaziYzLO68+Gl6Ho487KwD2F3fe/eDqNWv/esPVAfzYZFwAAAAAAAA4gEUzgpQyKambIqXy0kuXCwdSMzLDRyytzBODx0xZvn7e+i8b16zaafWk9NJBbjy1dPUGaemltj43JTWzbLQgrSjaEi0dRHZYxOWrSSNnTZ9wcIfD6jRoWnK8UpUaPz3/D/UaNv/btT9766VHTjjtok4d237y2RcZZavFg2Dhwv+uN5SaUS7R2bhx03ZfIiNY3fvYExs1bZOfl/fwPX8KdixRYaVOg2YVs6rtaE5aWkZQtGzTdp9bUut2h9aq23jqxC+XLJyzacO6RfNmtO14WI3a9QMA+KHJuAAAAAAAAHAAi1YI0mukZaxZv3hwmYZbV9jJzc+/692PPps2Oz0l2rh05NSya5s1bb9m/Yalc6ZWrt2gZqOWxc/esuSDjMyMIKVskFEjiKTs6EXefPHhD9997vSfX3X2r6755t52nXsFhaVTFoVts6aNO7Y7aNTYqcGuqFQp689/urFUqcLwzavP3v/tk2vWbhi2h/U++afn/2GHc+o0CttVK5dsM758yYJvTj72xPMG3Xvdx++9uHHD2nDz6P5nBgCwB0QDAAAAAAAAOGClVwlKNUxLSw3Wf5G/aV5ibOSseS+OGF86LfWYFo0uO7rbwQ1q1mjcst2RJ9dr0WH5vBl5OVsS02J5G3OXvFUqMz1Irxoe5FtepF2nw8N2yBtPbVi35pt7R3/xftjWqN0gsdnr0A75ORuDXXHyCX0TAZfQiM/eLTy3goLivdsUX+nas1/YfvHpW9uUaflo8AunHd3gzpt+HfY7dOmVUar0uJEfb964vuSczz587ZuvflS/M1JS00Z+PmT0l0MzSpXp0fvEANiPXP7bCyxURJKQcQEAAAAAAOAAlpoVlG4bpJQpVy7YNO2f8VheTl7+c8PHNq9c4bdHHXpJvyPbtGydkpZeqkLVzHIVGrfvUb9155zswtWC4vF49qJ3M4KZ0ZSUoFTjILPpt7zIEccObNS87aoVi6/+df8vPn5rS/bW9YZWr1z6zKDb/37jRWH/xNMuSgyWLV9+7cLPg53WoH7dzp3aJfrPDrpj/KiPw07Ols3FE9IzMsN2ycI5ic16jQ7qdvhxs6dPfOL+m4pjLvNmTrn/71dt3LD24A49w83MMuWOGXDuxvVrbrv+lxvXr03MefXZ+z8Z8lLYiQT/E5qpkFWl62H9pk8ZPX/21COPHZieUSoAgD3AWkUAAAAAAAAcwCIpQbluwepX0ws2bVn/wcIR963IaTawTcOmDXtnlSubllp4Ny29bFZ62UphJyU1rUKVmvF4bM7EL/LXT68ce6lCRn4QzQyy+hQuV7RjKampN9/96k1X/3TK+OFh+80JfU/6+TEnnJPoV65aM5a9LHvN3MysBsFOWDj1nace2rhyxaKJY4ctXTinSfN2M6eNW7tmZfGE2nUbr1y28Pe/OiY88m33v1WpSo2zzv/jpHGfP//EncM/fbtCxSpBPD5l4pexgvw+A87u3f+MxLMGnnvZlAlfjPr8vZ/2a9agcculS+ZtXL+mZp1GSxbOzsgsvc059DnurGFDC0u8HH38TwMA2DPUcQEAAAAAAODAVqp2UHlgEC1dptTG6NKHomuGdWhav3qlrPS0tEiRCrWbFxZrKVI0EM1ZOzN/3j9LxyampKUGFXsF5Xt+54uUr1jpb/9845wLr6vfuGXxYHiodp17/fnvz1189Z3Fg+kZpS79493Zq8bHCvK+87CVy0VyNy577vG/v//m0xUqVL7yL//++8PvlcosO2Pq2OL6Kxdc9rcadRrmbNm8cvnitatWhCMNmrS6/+kvevY+KT8vd9rkUfPnTmvZtuvVNw269I/3FB85q3K1v/978Jm/+EPTlh3CCWXLVxx4zuXnXHBtuKts2QrbnEajZm3Ctn6TVs1bdQqA/cvzL74+6PFnA0gC6rgAAAAAAABwwKvcN9gyM2XVq9WqbiqTPyy+qmV+au+UzBqRSCQei0VSorH8vGhqWjgxlrsud83EmmnvpNVakZFZKijTLqj9uyAS2ZkXSUlNPe28K8LHd8484tiB4eODDz8Lby1/y7SMjIw//unqcuVu22b8pQ8Xltys37jFIy+O3WZOVuVqf7j50WAHcnO2LFkwu0adhj89/w/ho3j8mUG3h22Dpq22mf/xkJfD9vhTzg+A/c7CRUtWr1kbQBKQcQEAAAAAAOCAF0kLal4YRNLTVr1aNmdJ7rxbNq94L1KuU1pWu3hqpbXzZ5etXic9I563bnJs3ajohmGZKevSy5YJyh8a1PpNkJoV7BlHHH7oFyNGz5+/aEcT+h17ZLlyZYM9IJqS8uuzumeWKXf/fz6vWqNOYnDZ4vmvPnt/alpG1x59S06eOnHEC0/8I7N0uSP7nhYAwB4j4wIAAAAAAABBkFI6qHFukFEzddkTqanL8vOG568aU7A6Kz8/LTV7S/7a9Eh6kBJZnxFsSi0ViaSUCyofF1QdGJSqG+wx0Wj07DNOveX2e+Lx+Df31qxZ/agjv3uNpO8nNTXt2BPOffe1xy44vUuT5u0i0WgsVjBj6tiCgvzL/nRfleq1E9Mev/+m5x//e6I/8NwrMkplBsB+p9shHbO3bAkgCci4AAAAAAAAQJGUckGVU4Jy3YJlg1JXvZkaFATByiA9CEqXnBSNZx4U1LkkKNsx2PPq1at9xOHdh3702Td3/eTk41JT9+DNvt9cfWfzVp0+G/rqgrnTV69aVqN2/aP6n3n8qefXb9yieE6jZm0ikWi9RgcdeexpJ//0kgDYH3Xr2imA5CDjAgAAAAAAACVk1ArqXRtU/0WwYViwaWKQsziIbQkiKUFq1aB086B810iZ1sFedOKAY8aMm7h27bqSgy1bNGvVsnmwJ0Wj0T4Dzgof3zKnZ+8Tw0cAAHuFjAsAAAAAAAB8Q0bNIOPUoMqphf14PIhEgh9JRkbGGQNPvP+hx4tHIpHIwFOODwD2ioULF+fl5zdsUC+AH1s0AAAAAAAAAL7FjxdwSWh3cKuD27Yq3jzi8O41a1YPAPaK519645HHngkgCci4AAAAAAAAmE4k8QAAEABJREFUQLI7Y+AJGRkZYads2TInHN8nAIADj4wLAAAAAAAAJLusrIonHH9M2BlwXJ9SpUoFAHDgSQ0AAAAAAACApHfE4YcuW7aiZ/dDAoC96PLfXhBAcpBxAQAAAAAA+DHF4/EAdkIkEjnjtBMDPzPsovAnJwDYL8i4AAAAAAAA/DiKkwoiC8CekEi3JL5hJF2A/YCMCwAAAAAAwN62TbolXqSoEwDspqI4y9ZcSyLaEraSLnxvd9794Oo1a/96w9UB/NhkXAAAAAAAAPaqkrmWRLilRMYl/nX8xX1o4PuJF0dbotFo0WaiszXpIuYC7LtkXAAAAAAAAPaeklmWWCw+//0ztqyeEAD80CoedGGllr/+OuASTyRbxFyAfZqMCwAAAAAAwF6yTcBl3bw3BVyAPWTtVw+UrntCWukaKSmFXzvRaKKYi5gLu2zgKcfn5ecHkASiAQAAAAAAAHtLccAlFoutnHBnALDHrJ58d15+qKCgIFYkXmJBNNhZderUatigXgBJQB0XAAAAAACAvaH4vnL41/BW86rJ9xdkLyvcjqQ2O+71tDK1AoAfwprZLy8ecWPY2bL43ex6PylVqW08npLYFYmkJAq4KOUC7IvUcQEAAAAAANjjilcpStRSyN28bM20QYldlZufKeAC/ICyGp2UUb5Ror9+8t/y8ooquRSWcokXl3MJYKcN/2LU0I8+CyAJyLgAAAAAAADsDfGvFwkJbzUXrlIU2xIOpmRkVWv1qwDghxSp1emaRK9gw4xNC98sirlsXbIo/BYqTt0FsBOGfzl66EfDAkgCMi4AAAAAAAB71jarFG1Z89XmhW8nRqq3/U00rWwA8IMqXa1T+TpHJvpbZj2Ql7Nha8ilYGsdFwEXYF8k4wIAAAAAALDHJe4oJxYJWTnur4nBjPKNshqfEgDsATXa/z6IpIadeO6qzXOfysvLLyiIba3kEi+uLCXpwnerU7tmo4b1A0gCqQEAAAAAAAB7TPEt5PC+cnhvef28N3LXTEyMFC0mEgkA9oC0MrWqHHTWyqmPhf28Bc/k1T4xJaVmNBqJFkTCNhJJiRR9/YTfUZGILyK+zcBTBwSQHNRxAQAAAAAA2LMSFVzCtiB/y+pJdyYGy9XuVbpapwBgj6na8pcpGVmFvXhe9sx/5hcuVhQriMWsWATso2RcAAAAAAAA9pTE/ePEfeTwjvLqqQ/HclYV7oik1uxwVQCwJ0XTylZve3GiX7Dig9y1kxIxl6/Fi7+jAoB9gYwLAAAAAADAHlEi4FJYxyV387INMx9L7Krc/Iy0MrUCgD0sq/HJGeUbJfrZ0+8ojLgUlCzjopQL3+3Oux+89obbAkgCMi4AAAAAAAB7SvEd5PB28qoJf4/HcsPBaHr5aq0uCAD2hkitTtckevFNs7Ysfjs/vyB/a9SlIPx2UsoF2IfIuAAAAAAAAPzwim8YJ1Ypyl41fvOidxMjNQ6+NJpWNgDYK0pX61SuzhGJfs7sB/NzNxUUxBKlXIrLuQQA+4LUAAAAAAAAgD2geJWiwiIu4/+aGMwo3yir8SkBwF5Us/2VGxZ9GsTzg7zV2XOfSGl6UUpKNBqJRQv9N5MXiUQC+IbLf6v2GMlCHRcAAAAAAIAfWPEN40SZhHVzX8tdOy0xUrRoiLvIwF6VVqZWleY/TfTzFj6Xl72scLmiWOFyRUWlXLZOU9AFSHIyLgAAAAAAAD+8RAWXsC3I3bRm8l2JwXK1Dy9drVMAsNdVbXV+SkZWYS+et3nGvYUZl6IViwoSqxZZsQjYF8i4AAAAAAAA/JAS94kT94vDO8erv3oklrOqcEcktUb7KwKAH0M0rWz1tr9J9GMrP8xdOykRc/lavPi7K4D/9fyLrw96/NkAkoCMCwAAAAAAwA+mRMClsI5L7uZlG2Y9kdhVufkZ6WXrBQA/kqzGp2SUb5ToZ0+/ozDiUlCyjItSLmzfwkVLZs+ZF0ASkHEBAAAAAAD4IRXfKQ5vG6+a8H/xWG44GE0vX63VBQHAjylSq9M1iV5806wti9/Kzy/I3xp1KQi/tZRyAZKcjAsAAAAAAMAPo/jGcGKVouxV4zcvGpwYqd72kmha2QDgR1W6WqdytXsl+jmzHsjP3VRQEEuUciku5xLA/+p2SMcje3UPIAnIuAAAAAAAAPxgilcpKiziMv6vicGM8o0qNTk1AEgCNTtcFURSC3v5a7PnPl5UxyVWtGRRPFHKRdKFbXTr2unIXj0CSAIyLgAAAAAAAD+A4lvCiXII6+e9mrt2WmKkaHGQSACQBNLK1Krc/IxEP2/h87mbFhbGXGKFyxUV5Vy2ThNzAZKQjAsAAAAAAMAPI1HBJWwLcjetnviPxGC5WoeXrtYpAEga1VpdEE0vX9iL52XPun9rKZdYopqLFYvY1sKFi+fMnR9AEpBxAQAAAAAA2F2J+8GJ+8LhHeI10x+O5a4p3BFJrdHhigAgmUTTylZve0miH1v5Ue7aSYmYy9fixd9pAQTB8y+98chjzwSQBGRcAAAAAAAAdkuJgEthHZecjYvWz3gysatys9PTy9YLAJJMpSanZpRvlOhnT78jvyB/62JFsbhSLkDSknEBAAAAAADYXfGtgvDW8OpJ/4jHcsPBaHr5aq0vDACSUaRWp2sSvfimWVsWvZmfX5D/ddAl/DZTyoVidWrXbNSwfgBJIDUAAAAAAADg+yq+AZxYpSh71fjNi95LjFRve3E0rWwAkJRKV+tUrtbhGxZ/HPZzZj+UUf2olJTyBSmxaPi/WCwSiYbfb5FIJOCAN/DUAQEkB3VcAAAAAAAAdkvxKkUFBQWrxv81MZhRvlGlxqcEAEmsRocrgkhRWYT8tZvnPF5UxyW2tZJLvLhClVIuQLKQcQEAAAAAAPieim/9hveDw3vC6+e+krt2WmKkcBGQSEoAkMTSy9ar3Oz0RD9/0fO5mxYWxlxi/12xKEHMBUgSMi4AAAAAAADfX6KCS9gW5G5aM/mexGC5WoeVrtYpAEh61VpfGE0vX9iL522Z9a/8/IKimEuimktMHRdCd9794LU33BZAEpBxAQAA+H/27gM+qmLt4/hsSa9ASEIIAUIgoUsvoiBiA7FRVFRAUEBBEVHx2guKDSwgKk0BEUURUMRGs9BDCTUhEEpISCWQnmy7szvJsgREQMpm8/u+eQ9zzs6e7efez2f+93kAAAAA4EKodV+1/itXgo8lTDeX5lhv0OhDWz8lAKAy0Lr5hrQYpcamrD9Kj+8sb1ekWOzXOgEAVxoZFwAAAAAAAAAAgPPmEHCx1nEpyU85sXe2uqlGo7vdfSMEAFQS1Rv08fCPVOOive8aTcayZkVmC6VcADgVMi4AAAAAAAAAAAAXwlJGyCXg7O3vaoRJHtS6+wc3e0QAQCWi0YW1fU4NLQX7i478UNaxyBZ0kVc5SrlUcf379B46+F4BOAEyLgAAAAAAAAAAAOfHvtCruhQVZmwsOrpSHQlp/qjWzVcAQKXiHdzWL6yrGpckfWooybNmXCjlApvw8LD69ahPBqdAxgUAAAAAAAAAAOC82bsUmUym7Lg31UF33zrVo/oJAKiEQluPFRq9HGhM+YX7Z5SXclExF4udAIArh4wLAAAAAAAAAADAebAv8aryBrkHFhryktSRWm2fExqdAIBKyN03okaje9TYeHSRoeCwyWQ2WYN8JsdwCzGXKmjd+tiVq/8WgBMg4wIAAAAAAAAAAHB+VAUXuTWW5OfsnqIO+oZd4xvaSQBApRXc7BGtu78caISpeP+UslIu1oJVZoWAS9W0bsPmlavXCMAJkHEBAAAAAAAAAAA4V2p9V5U0MJlMOfGfmktzrDdotLVaPy0AoDLTuvmEtBilxqbstcVZsdZSLicDLievgQIArgQyLgAAAAAAAAAAAOfEIeBireNSWpB6Yt88dVONRve4+0YIAKjkqkf18/CPVOOSfe8bjAaj0WhLuZTVryLgUgWF164VWb+uAJwAGRcAAAAAAAAAAIBzZSkj5FJvVtzbGmGSB7Xu/sHNRgoAcAWasLbPq5Gl6FDxkcVlHYtMlHKpuvr3vW3IoHsE4ATIuAAAAAAAAAAAAPw7+4KuLeBiLszYWJy2Wh0JaT5S6+YjAMAleAe38QvrqsYlB6YbS/OtGReziVIuAK44Mi4AAAAAAAAAAADnxN6lyGQyZce9qQ56+EdWj+orAMCFhLYeKzR6OdCY8gv3z3Ao5WIpT7mQdKlCjhxJPXDwsACcABkXAAAAAAAAAACAf2FfylVlDHIPLDTkJakj1qYeGp0AABfi7htRo1FZbxrj0UWGgsO2Qi4myTHcQsyliliw8MeZX8wXgBMg4wIAAAAAAAAAAPDvVAUXuTWW5OfsnqIO+oVd6x3cRgCAywlu9ojW3V8ONMJUvH9KWSkXayErs0LABcDlR8YFAAAAAAAAAADgbNQ6ripdYDKZcuI/NZfmWG/Q6ENbPyUAwBVp3XxCWjymxqbstcVZsdZSLicDLievjQIALhe9AAAAAAAAAAAAwD9wCLhY67iUFqSe2DdPY7upRqO73X0jBAC4qOpRfY/tnV+Sa23NVrLvffcac7RajU6n1Zq1Go1Zo9HKC6NGoxFwdU+OHi4A50AdFwAAAAAAAAAAgLOxlBFmsyV7+9saYZIHte7+wc0eFQDgyjRhbZ9XI0vRoeIji8s6Fpko5QLgyiDjAgAAAAAAAAAAcGb2hVtbwMVcmLGx6OhqdSSkxSitm48AAJfmHdzGr3ZXNS45MN1Ymm/NuJhNZrPFFnOxEHABcDmRcQEAAAAAAAAAAPhH9i5FJpMpO+5NddDDP7J6gz4CAKqA0FZjhUYvBxpTfuH+GQ6lXCzlKReSLi5uwXc/zJr9tQCcABkXAAAAAAAAAACAM7Av2apyBbkHFhryktQRa/MOjU4AQBXg7htRI/peNTYeXWQoOGwr5GKSHMMtxFxc2JGUo0kHDgnACZBxAQAAAAAAAAAAODNVwUVujSX5ObunqIN+YV29g9sIAKgygpuO0Lr7y4FGmIoSJ5eVcrEWuDIrBFwAXB5kXAAAAAAAAAAAACpS67WqRIHJZDoW/6m5NMd6g0Yf2nqsAICqROvmE9rycTU256wrzoq1lnI5GXA5ec0UcEWdOrTp3u1qATgBMi4AAAAAAAAAAACncAi4WOu4lBak5u6bp26q0eged98IAQBVTLUGfTz8I9W4ZN/7BqPBaDTaUi5l9a4IuLiwTh3bdu/WRQBOgIwLAAAAAAAAAABARZYyQi7dZm9/WyNM8qDW3T+42SMCAKoiTVjb59XIUnSo+Mjiso5FJkq5ALh8yLgAAAAAAAAAAACcZF+gtQVczIUZG4uOrlZHQlo8pnXzEQBQJXkHt/Gr3U2NSw5MN5bmWzMuZhOlXFzekSOpBw4eFoATIOMCAAAAAAAAAABwCnuXIpPJlB33pjro4R9ZPaqvAIAqrFbrZ4RGLwcaU37h/hkOpVws5TA310IAABAASURBVCkXki4uaMHCH2d+MV8AToCMCwAAAAAAAAAAQBn70qwqS5B74DtDXpI6YmvSoREAUIW5+YTViB6gxsajiwwFh22FXEySY7iFmAuAS4SMCwAAAAAAAAAAwEmqgovcGkvyj+36SB30q93VO7iNAIAqL7jpcK27v7CG/kxFiZPLSrlYC1+ZFQIurie8dq3I+nUF4ATIuAAAAAAAAAAAAFipdVlVisBkMh2L/9RiyLXeoNGHthorAABygdnNJ7Tl42pszllXnBVrLeVyMuBy8loq4Cr6971tyKB7BOAEyLgAAAAAAAAAAAA4BlysdVxKC1Jz981TN9WIvtfdN0IAAGyqNejj4R+pxiX73jcYDUaj0ZZyKauDRcAFwCVCxgUAAAAAAAAAAMDKUkbIJdrsuLc0wiQPat39g5uOEACAkzRhbZ9XI0vRoaLk78s6Fpko5QLg0iLjAgAAAAAAAAAAqjr7Qqwt4GIuzNhYlPaHOhLa8nGtm48AADjwDm7jF36dGpcenGkszbdmXMwmSrm4pEkffvbCK28LwAmQcQEAAAAAAAAAADjZpchkMmXHvakOevhHVmvQRwAATlOr1dNCo5cDjSm/cP8Mh1IulvKUC0kXABcZGRcAAAAAAAAAAFCl2ZdgVfmB3APfGfKS1BFbMw6NwGVUVFgg4Cr4NF2bm09YjegBamw8ushQcNhWyMUkOYZbiLkAuIjIuAAAAAAAAAAAgKpOVXCRW2NJ/rFdH6mDfrW7eQe3EZXZuJF39rq6lv3v9m71BvdpO3Z4729mf+iE4YOcrIyJ4x//ceEs+5FtsX/Jp/3K0w+IS2PhvKmP3N/tjuvqD7i1+cTXHxNXwpR3x8nX+OuPX4mL58sZ797apXZxUaG4ckpLiud//v6k8Y+LS+CnRbPlm/bZBy+ecffCPPPoHfIke3dvE/9N8sFEeZ5Rg3qcfdrrzz4op21cu1xUcsFNh+s8qglrGNBUlDi5rJSLtSCWWSHg4hr69+k9dPC9AnACZFwAAAAAAAAAAEDVpdZfVckBk8l0LP4TiyHXeoNGX6v1M6Iyk4vMifFxctC4ebtmrTrJv4h6DUuKi+N3xs6Z9taoQdenH00WzmTi+MdX/vxtw5iW9iN7d2+V20YxV4lL4FBSwqyprx8+kBBSK9zHx9/d3VNcCYl7rKGKmCatxcUTHtHAYjGnHN4vrpzv53/25Yx36tRrKC6B+F2b5Ta6Sasz7l4As9mcGL9dp3eLbNRU/Dd7dsaey5PZvWOj3DZr0UFUclo3n5AWI9XYnLOuOCvWWsrlZMDl5DVWoDILDw+rXy9CAE5ALwAAAAAAAAAAAKokh4CLtY5LaUFq7r6vVGuiGtED3HzCRGV26EBCSXGRp5fPe5/+4Hg8Kz110htPxG3+6/VnH/zo89+0Wmf5X0Qn7LEmWhwzLiqj0+g/ZBfOYpOthEaPW+4e88IH4soZNvo1k8lYp34jcfE0aNRcbpMPJTaIbi6ukH0J1s8uKrqFuAQSdlm/KjHN2p5x9wIcSoovLSmKbtpGr3cT/03Cri1yG930bKGltNTDucePhdSK8Pb1E5VftQZ9shO+Ksm1tngr2fe+R43ZWq1Gp9NqzVqNxqzRaOUFVqOh6RuAi4M6LgAAAAAAAAAAoOqylBFmsyU77i2NMMmDOo9qwU2Hi0pur61ASKPGFYugBIWEPffG9MDqNQ/s27V29TLhHI6mHCzMzw0Lj/T1C7AfTLC9hCbN24lLYNd2ayGNjtfeJK6opi07tGh99cVNGtWOaKDRaJP27RZXTmLCdmH97NqLi62kuCg1OUl+gUPDIk7fvTAJu23BlIuRpjqw3/q2Nz5r4CbeVuvlEoW3rgRNWNvn1chSdKgweVFZxyITpVxcx7r1sStX/y0AJ0AdFwAAAAAAAAAAUBXZF1xtARdzYcbGorQ/1JGQFiO1bj6iklONfho2PkOjH1+/gB497/7uyymb1i7v0v1W+/Hjx7K+n/9J/K7N+xK2+/oFRjZs+vDjr9auE+l4X6Oh9Pefvlnzx7ID+3YVFxWG1Ym8vd9DPXr2d5xTWlL87ZdT/lr5Y/rRZB8//zoRDe+8d3j7zj3+6ane26tZ7vFsOUg9ktTr6lq97hz86FMTcrIzszNSa0dE6fS6xd9M27R2hXxitSMa3NZ3aIWHS0rc9esP83bErU9NPhBYvUajxq2Gj369Rs3Qf3q48f8bsu7Pn+1juX39/fmt23e7p2fT6jWCp85d9cO3M77/+lNDaenrE7+KbNSsqLDgx+9m/rVqaWpykt7NPSy8Xveb+t5yxwOONT/63xRTkH/iu9/3bdn4x68/fLln1+a69aPvundE5649807kfPX5pB1b16WlHmrSvN2g4f+zl1eZO+Odrz9/f/CI5/s9MEru/vDtzM8+eGHsi5Plk/n2y8nbt66Tj9i4WduBw55t1OSUz/HP5UtW/vrdru0ba9QIadaq06Bhz8qP7IUx99w9aLScrNVq5edSoVfRwf17Rg7sflPv+0Y+9ZZ8Pzeu/T0xPq5O3YZ33jO82413Oc7csyP2u6+m7t+7PScrMygkLLpp63sHPyFnilO/Bj8v+VI+h0NJCZ5e3o0aXzXw4XHyvZI3vf3yI38uX6ym3de7eUT96E++XC3HfW9sVFxYsHD5Pg9PL/t5PnrrqV9/nPf4s+/JJ6aO/Ou7nbB7i8VijoxqevpuWsqhof07RjZsNvmL3x2frfwuDe3fQavTf/7tBr+AauI0++KtiZzoJq327t72yw9fyg8rP/946/bXPTjiOfkOOM784/fFa/74aX/CjpxjGSG1Iq6/ud9dAx6xR5RKiosO7Nvj7uElv6j2uxzaHz972ls7t62Xp2rbsbv8sBJ2W8Nb0Y1dJuMivIPb+IVfl3dklRyXHpxprHWLThdgK+WikVdXSrm4gHUbNh/LOd69WxcBXGlkXAAAAAAAAAAAQBVl71JkMpmy495UBz38I6s16CMqv322QhqOrX8c1W/QWG73J+60H1mzetlHbz+Vn5tTP6rpTb3vO7g/ftPa5Vs3/fXOx9/bG6+cyMl+ddzAhF1bfHwD2l/dw8fHf82fy95/Y/SRw/sGj3hOzZHv5ktj79uxdW2deo1u6j3gyKF9Wzf9sX3L32Oe/6BHz7tPfyaG0pJedw6SjyWfcMdrb5FPrF0naxpGldYIDqk9eugtyQf3VgsKqRkctj9hu3y4OnUbRjctywf8+uNXU955Rn6G8kneetcg+bTXrFoat3nN1NkragTXOuNrb9mmS2D1mj8vnlOtRvDNt90vj8Q0aZOWcijvxLHW7bvaIxpBIbXrN2yakpz0whP3ZKQlC6Gp2yAmJztj7+6t8m/7ljXPvzlTnTD1yIGC/BOhYXWXfDN97oy3/QOr+/tX27Nj09vx2z+YsWz8c0PTUg7Kd0On02/esEq+53MXb9XqdKI8WtGwcdlnlGjr72M0Gh4deF1BXm69BjGeXt7y3TuYtGfmgvUqGiK/rpPGP77q14V6N49O197s5ua28pdvkw8ltu3QXd7aKKYsChPZsGlS4i7HV63q+lQPCnly+K37E3aEhdcPCq4t3/N3Xx0ZHtEgqvx7MvuzCQvmfCSsQahA+XoP7Nstn/yalUsnTVtqj+YUFeQ/P+Zu+TXQanV1I2NSjyTJj2/Lxj8+mvVrvQaNm1/VyWQ0rFn9U2TDZh263BhRz9qGSb6NRQV5EfWjHQMu9mfVsPxpn8u7Hb9zs3BoBuS4G1q7roen9+GDiRU+8TnT3iopLnpo1CtnDLiI8q5YCbu3yXdDp3eTryLnWMbq3xbm5x1/9b0v1Zz83OMfTHhy3Z8/y4do06FbQLWu8jV+/sn4+F2bX5gwS82R73lpSVGzVp3sqZefF8+dOvF/8lOrU6+hPMPCeR9nZaSmpR5y/NxdQ61WT+el/CUsRo0pv3D/DF3ME9aMi0a+E1qNxiL/1DSSLgD+IzIuAAAAAAAAAACgyrEXcTGbrRmXE0nfGvKS1BFb041KvwpbWlK8L2GHOFOvIsU/sLrcnrBVTxG2AhjvvPyIVqd79b15bTt1Vwe/nPHu/M8nffT20x/PWaGOzJjySsKuLY2atHrhzVmqUMqQkS88/eid3335cbcb7qxny81s3fTnjq1re/S8Z8zz76t7rf/r19efHTx98qtnzLi4uXvc/9DTO7etl+N+942MadZGHVeBj62b/mjb6foX3/pclZOZ9fHrC7+aumHNryrjcuTQvo/fe1Z+go8+9VavOwepO/7x26J3Xn10+pRXn33t0zO+9t59h/y18sefF89pdlUn+dDq4OaNq+V2/17rmzb+/a9jmrU9kZMlvyevjRuUkZZ8W7+HBz78jJePr7DlGJ4b3X/tH8uSDybWqWetbpJoK8uRlZn269J5b3+8qGnLDnIh/6kRt+3ZsWns8Ft73HJ33/tGBtcKNxpKH7ij1fFjmelpybVq1xPl0Yqo6BbqOey3fWQfv/e/vvc9cvfA0e4ennL3scE3JCXuTNi9tUXrznL327mTV/26sHZE1Bvvf10ztLY8cnu/h8YOvy1hl7VsT3STsuRHeESDv1f+WFxU6Onl7Xjyb7/8uG3H6158c5YqTzLtw5eWLJi+Yc3vKuOy8pfvFsz5KLB6Tfn5Nm5u7bZTUlw4+7O35Jxv531sfz/feP4h+TXodO0to55+J7B6kNFo+Hzq+MXfTPv6iw+eff2znncOzDmWsWb1T9dcf1v/Bx5TdymvKnRKqqOkuOjgfmvVE/XNkZ/jubzbqgeT/ZVW2K0bGS0fKys91V5/5dD++N9/+rpW7fq9+w054/fBUFqiTvLrj/OeemlK5649PTy98k7k3H97qy0bVstb5VfU+t2bOn7dnz+3v/rGZ16Z6uVtrfN0z8DRYx+5TR78e+VSVQ8pad8uxyez4e/fprz7TPWg0FffnauK3Pz641cfvTXWdqOmYUwL4ULcfMKCou/Lip8tx8ajiwx17tLr65t0Jq1Jo9Vq5BVXhVso6FJJhdeuFRgYIAAncDF7+wEAAAAAAAAAAFQWqoKL3BpL8nN2T1YH/cKv8w5uIyo/W6DB4u3rH1KrzhknFObny62Pr7/anTrxf0Zj6fAnXrMHXKQBDz4ZGlb34P7dGWlHhK0wzMpfvrMt2H9p7wTk4el9e9+H5Hu5ddNf6khGunWyhy2foXS85qYbet1br0FMdmbaPzxfkbB7q07vFuWw6q+CI1e1vfblt2fb+yVVqx5sO3lZLZBZU8ebjIZBI/5nD7hIXW+8M6RWxKa1y8VZ3h9bliWqUfOTD2eLm2Smp7w9ZVGr9l29vH1Ca9eVLzymadsePe+R74yKXAhbiZRGtkSIPSGUuNdajsXbx2fC5IXNruqolvDVe3vNdbc9+tSE4Frhcqx3c1dVTNTzz0xLOZGTVat2fV8/68pxSXHhoaQEObi594AHHh7nXv4GBgVbsxputk49x7LSv5ruO9HoAAAQAElEQVQ1SQjNixNmqYCL9VXEtOzd90FDabE8Ui0oWB0Mj2ggP5QDtuhG2ZO01fWJqNfwufHT7fkPdXJ7G6DCgrzOXXs+9dIUFXARts/32utvl4Pc48fUkT+XL9m66Y/adRqMe/WTwOpB6u533fuIsLVDUnNOz1ept7dh9CkZF/mNsrYZathUVT05x3c7YZe1cEsDW2Tk9N2IetFym3Ikyf4on7z/vHyUoaNedOwt5Wj/3p1mk1EOXnl3znU39VGfkV9ANTc3N/mdlJ+a7VG2/PrjPPm9+t/rn6mAi/XdCwm7b4g1sLJpXVkILN72ZCKjmghbO6cp747T6vTjJ82PLH96N/Ue0KpdVzmo2yBGvrfCtdRsOkznYa2UoxGmosTJRqNJ/pmshbLMij1ciEqnf9/bhgy6RwBOgDouAAAAAAAAAACgalHrrLY+RcJkMh2L/8RiyLXeoNHXavW0cAl7460BkSbN2/3ThPSjh+VWVRPJzji6ecOqoJDaN946wHGOVqdrEN08LfVQ8sHE4NDwnxfPlQdvvWuwqgFjFxZuPUlK8n6126R5e/lW/rToiyOH99/e/6H2V9+g0WieeG6S+GdHDu0rLSlqEN3CMYWwe2es3A559AXV1kc5dMCaAgmPiFJPe8Pfv/n4Btzeb2iFE4bViZQvMCc7s1qNmmd8xApNgkR5mZN+9z+mchtKaFiEvRqNnXzcw4f2yoF8TxzPdlvfh+R8+7T4XdZeS/cOedJ+JO9ETmZainz3qgeFCOtnZCviUh7rseVCLJ5ePkNGvuD4cKo0SIjtzL/9ON9oLO3ctaeqaGKnKsE0atzKfqSBLb6TfChRpVXMZrNqXTR89Os6/cn1wSRbsyp7EOrWPg/KP8czGw2l27eskYOaIWWRml9+mGd9ox4YpaqbKDVqhv605qh9V/WZatysrf2IerEVqgrttcWY7GVszuXdPpaVnpF2RI7Ve1hhV6oXGSO38rvXsk0XOdi4dvmOrWubterU6dpbxD9Qz7b91Te2aH21/aD8pIoK8+s1aKISS7/++JV61e4O4S0p2vaeHzm8r+xUtmo6MbYXvu7PX45lpbXr3KNugxjHu9SParJ10x/2rlKuROvmE9JiVOqm1+XYnLOuOCtWF9LeZDLrtPILKN9InSriQikXAP8FGRcAAAAAAAAAAFCFOARcrHVcSvMP5+77Si23BkXf5+YTJlzC3j1niBQ4Wvf3r6I8BLPfFnTo0q2XKqfhyFBaKmzthER5sYo5096Sf+Kf1Y2Mfvb1zz774IW4zX/Jv+DQOn0GPFIhOVFBeZGPk0VcUpKTigryQsPqNohu7jhTPVVVtGPTevl8LAX5J+66voE4Twl7toryIIiiUkE39jqlUIHJaJz/xfs/L5l7/Fim/aCnl09xUYG3r78945Jga8TT45b+9jlHUw7m5+bICY6pF9V9qWF5uGFf2W5ZzkZ9ZO06Xe9Y3uP4says9BQvHz+V4di+da3cdu7as8LLKS4ulFvH2ETtiAYajfbI4bLg0YHEXYbSYl//ak2v6uB4R/WgqlWQsAV9pk9+ZVfcBrPZ5Ph6RXl2pKiwwBZ50XS4+kbxD7Iz007kZNWOiFIFUYQtYSPPrNO7Vfg043dvtr0DZZ/7ubzb+/davwDRTcuKLVXYtb0W6/NMsb1ws8n0+dTxcjDiifHinyXssX70V3fr5Xhwn602T2TDJmo3ad8u+X52vf6OCvc1GErk1s1W66WkuCg1OSmwek31odu+n2f4sLIyrWGg6CathCuq1uCu7IR5JbnWOjol+973qDFbq9XodFqtWavRmOV7SMDlwmk9heaKNWkpKiqWn523t5e4gkxF8povUOWRcQEAAAAAAAAAAFWLpYxcerdkb39PI6zL+TqPajWbDhOuoiw18g8Zl4RdW/Zs3yiE5pruvYW1mIe1o01kVLPTZ+6zNbipUTPUZDRmZx718PRSXWlO17TlyfCEPG3na29Z+v3n38z5KCMt+ZNJz+3fu3P0/yaKf6AexbGqyl5baqRJi1Pq0BiNhgOJu7x9/UNr1xW2vkJy27bT9faYSAUBp9absUtLOVSYnxsWHqmaBEmpRw7IIxH1o2sE13Kc+dqzg2PXrahRs9YtdwyMim5et35MnbpRa//8+cMJT0aXF01JPpRYWlIUGlbX3jxIlFcoaXxqHR1V7sUeblCVYxqerONivbV95xsc76JKjNjr8WRlpIozRZcSbVGV6Cat7Ue0Wm1YncgDttotojxeIz8Ux3hBUWFByuF9Hp7e8oXL3Z3b1j83ur/ZZLqq7TXNWnas1yCmTr2GtWrXe7Bfh+KiAvW0szJTLRazfOv8/+G9tT2ZbcIhuyMdSoqXb1HUqXV61CMKh/Iz5/JuqzdENQM6fVdSryUt1VqmaNmSuYcPJNzU+776DhNOt8/27jVrWSH9c/JVyPfkwL49IWER3r5+FV+s7VOrbmvdJZ+MtfVSVFN1U1a6NcvSoGHFn1VKcpJw+Nxdjias7fMHVlpLK1mKDhUmL9LW7afTmbQarfzqya8lpVwunFb+fK5YxsXL201ccZpSYTEKVHlkXAAAAAAAAAAAQFWhirjYBtbaEoUZG4vS/lBHQlqM0rr5CJdQmJ+XYmueEvMPtSKmT35FbrvdeJcKi6SmWBfd9fqKy0Y7tqw7lpUWGla3dp1IeU518P6HTmnnJJf/k/btCqtdXy7/y/HOuPV6nVuTlu11ev3t/R++9a4Hf/tp/ieTnv9t6Ve9+w6JbNj0jM9n315r2sOx1Y6qL+JYn8N6cNdWi8UcU57kKCoskNvmV3Xqe/9Ix2lHUw5qNNrgkNqOTY4cqQCQY02RRFskpVW7ax2nxa5bGbtuRf2ophM/+9FekkTasmG19dk2uar8vraSOae+1WUlW6JPCd+oeiH21jx7dlmrmNiDKaqsS0zzNqc/VXuo5YyvyGgo3bDmN/mSHUNCwlqDpGmC7SGEPV7T9NQnaStdI++l6vfMmjreZDQ89dKU627qY59z+MDerPQUrVaneioV5Fm7egVUq1HhOfy8eK6Xt0+na2/28PQu/zRPPpnyDNMp0Zz4nZuPH8uU88PrWjtPneO7nWDrABXTrM0Zd4Utj+XjG5B29LD8xs6b+Z6Xt+8DD48T/8z6Y0ne7x9YQ/0WTr45e04W3cnMSDUaSk7/gUh/Ll8it23adVOvSFjf5LIPtFSVeHHo6CSscZ+E/Qk73Nw960c1FS7KO7iNX/h1eUdWyXHpwZnGWrfodAG2Ui4aW8siSrkA+E+uWNQLAAAAAAAAAADg8rN3KTKZTNlxb6qDHv6R1RrcJVyFKm4RHBouV+5Pv3XWx6/v2bGpWlDIiCdeV0eq17D2wUlPS3acJt+iuTPeloObeg+QW29fP1//aiXFRaoKhd2COZNHD7npnVcflWONVvvyUw/8b3R/k7Hsf2qv0+tvuf2BTtfeLMfJBxP/6Qnvi9+ud/Owd8wR5RmR6ManZDLKMiLlBTBq1a4nt0n7dzvOyT2e/dSI24b266C62Jz54WwhDMfWSIm2xjQV6sHst03r3LWnY+Qi4+iRdX/+4jhZVfJo1LhCfCTu9BOqgyrUkn40uTA/197QR76xRw7t8/b1Dwuvf/pd7AGa2nUi5dbegUhZ8u3MnOyMupExnl7ejsfDIxpkpqcWFxWefJIxp6RMVLEZ+5u8L2G7VqtzDLhIP3w3U27rRTVx9/CUg6Ca1jo3WZmpjnN2bl0/5d1nvp79oZu7dY6qT+PYB0o94bq2CitKUUH+zKmv296iFiphc47vtuoZZA8GVdhV6jdskpZy8Ju5H8kvwz2DnqhWo6b4Z+rHEnPqGYS1j9IWe2wosFqQsNYNSpVXDcc5setWbt+yxtcvsHO3nrYnY/0q2p+Maq50xJY2s5v92QR5EYqKbq7Tu3IlglqtnhYa6wvUmPIL988wGuUlQV5x5UVFXnstdgIAzh8ZFwAAAAAAAAAAUCXYl1Rt66zmE0nfGvLK4hphbZ+Xq7HCVThmKRT5eo8c2vfrj189OezWhV9N9Q+s/uYHC/wCqqlbr73+drn9ceHnJ3Ky7XeZNfX1XXEb6tRrdNe9I9SRq7v2kttPJj2fdyJHHfnjt0VzZ7yj07vdO3iM3NVoNHUjo42Gkp8WfSHKlZYUHz6wV5zaishR6pEDxUUF1WoEqayDsD3b/Qk75GnrNzylxUxZ3ZHyuEOHLjfKx/zz98Ub/v5NHZFP7LVnHzx+LLPTtbf808OJ8qImjhNULKNCLZbqQdboT9yWv+1HcrIzX3rqPqOxVI7tiZz9tnxMdOOK8ZEKhVWOH8vKzkitGVo7sLo1MKHKhESV15KpEDc5eR5brKdZi7I2OvJ1ye338z8xlJaoI5vWrvji0zfFaXkaYcu4WCzmA/t2W3s87dst3896p7bsqVBepUZQqNls2rl1vX3CD9/O+HnxHGGNpzRSR4JCwmrUrJWZlrLeFj2RsjPTJo5/TA6GjHyxLK2yz9ogSaVhFPXTU72l1FsxdkTv3XEbhENVm3N5t9NSD8sPN6xOpMrBVNi1q1svuqS4aPHX04JD69xx98PirBJ2bxOn1ZhJOby/qCCvflQT1VxJnr9z154lxYUL5ky2z0lLOfT+m0/IwfDRr3t5W0tAqao5DRqVNSfqeLX8foolC6aryJd8E2ZOeW3D3786vmpX5eYTFhRzvxobjy4yFBw2mcwma7DQ5BhuIeYC4ALQqwgAAAAAAAAAAFQVqoKL3BpL8nN2ly1X+4Vf5x3cRrgQlXHZs2vzuFHW4jSFBfmHkuJNRoO6NTg0/KW3Z0eUpxaEranN3YNGfzP7w4fu6dy+8w0htcI3/P37wf27G7do/79XP9W7uatpDzz09Ma1v23duPr+21vJhfyS4iI5x93D69nXPrX3Z3n8mXefHN77sw9e/P7rTzt0vtEvoNrfK39MPpTYo+c9FSqU2BXmW9vfZKalPPHQLQ1jWo586q2D+3aXlhTJc6qEgV2FIIh8IfcNGTtv1nuvjRsUUiuiZmjt/Qk7igrzW7fv9swrU8U/22vLyjhmgOJ3bfH29VdVUuy6dLv169kf7ty6bvz/htRr0Li0pPjXpfO9vX08PL1Ligv9/AKFLY6TGL9do9E2cmgDdPjAXvn860bGOGYv4nfGCodyL/tU5ZhoezEYW+Ql5pToQ0bakdzj2aFhdb19/dSR7jf3XfT1Zzu3rR/Sr2NYnfryI0jcsy04tE5GWnKFPkSivJKKfPPd3Nzkpx/TrK09RVT2oGVZqLI79r1/5NT3nh3//NCedzyg1er2JWzftHZ5vQZN5Kfs51/Nfq+xL370wph733j+oU5db5EvcM2qpfJp3DP4ifade6gJ6gN98ckB1WuGvPHBN/JD7HztLQvnfbzwq09279ik0+nkOxZeN+qWOwb+vHiOPe1xLu+2eg/tr7TCrl1EpLVgjNFYOmTki/Zv7z8p6yp1akIoPGZH7wAAEABJREFUYdfWCgeHj359Z9yGuTPe3rD2t+ZXdTpx/NgfyxfLq8mjT73V/Za+csKxrHT5ecnvpArrSNdcf9uCuZPlhzX07o7tOvXYtumv/PzjV7W9dlvsnxUK6rikmk0ezklaYirJ0QhTUeJkt6ve1Wo18huoNZltjYqsYzoWAbgA1HEBAAAAAAAAAACuTxUMUCUETCbTsT1TLQbrSrzQ6K1tNVxLwm7rCn1WesrOrevkX9LeHSajwcvbt33nG/73+vSZC9bXP7WehzRw2LOjnn7H1zdg9W8LlyyY4evnP+b5D975eFGN4JPVOKoFBX8489eru/UyGkoT92wrKsy/tscdM75eY6unUiayUbNpX/118233u7t7/fbT13/8vjgiMnrM8x8+8dykf3q2kY2aX9+zv7CWNtnmH1jd+vz3qITBKTmAwvy8oykH/ANrOD6lAUPHPjbu3aCQ2ulHDx9I3F27TqTcff39+aqxzhkdTTlobRJUp4E9gHLk0D5rpOa0GipePr7vffJD1xvu3LMzdv7nk1b+tvCGnv2nzllVp26UsNUvEbYGTPK+9Rs2dYzjqOIr9vyKknhqqKWsloy94ZEtbhLV6JSMi6r14lhiRKvVvjt1cfeb+2o0moRdWy1m86vvzVOhipZtulR4/rUj5Gv0PnJ4f6LtsSrUDsnPO5GWeki+n6qljtTrzkHPvDy1ZnDYt19+/M2cj4qKCiZMXvjAw89YX2xWmv2O8oE+mL6sSYt2Wzb+sXHN8kaNW7044fMHHh5nnzDk0Rf1bh6pR6xFktTbEtOsjfwOyO9GUqK1tdCAB5+cNG2pfALCoXbOubzbqhlQTNOyRFqFXTuzyVo3pWnLDtd07y3+zV7bj6Vpi/anHDy1YpCwFbCZPOu3a7rfJj+47+d/ujNu/fU3953+9Rr5pqkJqjdWtMOTkZ/RW5O/k3cpKS6OXbeydfuuU2evUhVfGjVx/YyL1s0npMUoNTbnrCvOirWWcrG2KzLbgoYnr8kCAM6HhgsHAAAAAAAAANdjW8a2VmuQK9kGg6G0tDT9t2vMJdnBLUbVbP6YAFDF2BdTbZcFc3HuweTf7tAIkzwY1HhwSMsnBOD0crIyCgvzQmrVcaxNIg/ef3vLug0aT52zUkCIooL8YQOuOZaV9uGsX12+JZDTs+xb1qck15p20njV9e8w293dw8PD3U2v1+m08k+VcqGay7nS+1X1AhamAmExClRyu+bFyIuDKfwxj/C+njbW64K7u956ZdCdS4Un6rgAAAAAAAAAAADXZykjzGZL9vb3VMBF51GtZpOHBVAZbN64ati9XV4ae7/9SGZaygdvPSkHd/Tna2xVXFT49iuPHMtKu63fQwRcnIAmrO3zamQpOlSYvMhoNMk/Vc2FUi4XJjY2tnfv3vn5+aKSMxqNGo0mMDBQAOdJLwAAAAAAAAAAAFyXfQHVFnAxF2ZsLEr7Qx0JafmY1s1HAJVB247Xe/v6x23+6/EhN3l5+2QcPZKRdkR+r9tffeMNve4RVVvywcQR912rxhH1ox985HkBJ+Ad3MY/vHvuEWuRodKDM421btHpAqyVGswaeTXWaLTy+kwdl/PSu3fvtLQ0AVRhZFwAAAAAAAAAAICLc+xflh33pjro4R9ZLfJOAVQSgdWDPpr16+dTx2/esLq4qEAe8Q+scXu/h/s/MIqUgNFo0OvdjcbSmGZtn3t9mruHp4BzCG31VG7Kn8Ji1Jjyi5Jm6KKfsGZcNKpRkUX+qWl8h6sanU63atUquRXAeSLjAgAAAAAAAAAAXJa9iIvZbM24nEj61pCXpI7YmmiwqorKpFbtes+9MUPgNPWjmiz545CA83HzCQuKuT9rzxdybEhdZAi/S6+vb9KZtCaNVquRV2gVbqGgS1UjP+5u3boJ4PxpBQAAAAAAAAAAgOtSFVzk1liSn7N7sjroH97dO7iNAABcYsFNh+k8qglrqNBUlDjZaDTJP5O1sJZZsYcRcRZLlizRaDSqUZGfn58cG43Gn376SQ7eeeedpUuXtmnTplGjRk8++WTfvn3lwU8++aTCGaZNmyaP/+9//zvLo6xcuXLUqFHXXHONv79/eHh4hw4d3nvvvQofUGZm5vPPP9+uXbtq1ar17NlzwYIFR44ckWe+886TpdFMJtOcOXMGDRrUqlUrHx+fBg0adO/e/eeff7ZPkE9e3iUwMFDtFhcXy90bbrjBYDC8/PLL1157bVBQUK9evWbNmsXXAxVQxwUAAAAAAAAAALgmtTBm61Mk5DLqsT1TLYZc6w0afWirpwQA4NLT6L1DWj6WuvE1OTbnrCvOitWFtDeZzDqtvDBrNBqdKuJCKZezi46Ofu2119599928vLwXXnjB3d3d1u/J+o5t2bJFHjEYDHKckZExePDghQsXzps375FHHnE8w5w5c+RW3nrG88v3X96k5gQEBDRt2nTnzp0pKSkbN25MT0+Xj6umZWZmduvWbffu3V5eXq1atYqNjf35558HDhzoeCo5p1evXps2bZLjsLCwmJiY7du3JyUlrVq1asmSJbfddpv4B6Wlpf3791+8eLG8S7169X755Zdly5bJh5g6daoAylHHBQAAAAAAAAAAuCxbwMVax6U0/3Du/vnqYFDMA24+YQIAcFlUi7zTwz9SjUv2vW8yGUwmVcbFYidwVjExMS+++KKPj48cjxs3To61Wq1637755pvrrrtu586d69evHzt2bM+ePevWrbtmzZr4+Hj73RMSEuSRrl27RkdHn/H8S5YsmTNnTkBAwKpVq44dO7Zu3brjx4/PmzdP3vTpp5+qAI309NNP7969+/bbb09NTZUnTE9Pf+edd1Qyxm7ChAmbNm1q06bNnj17UlJSNm/eLE/1xBNPqFP980sUf/755/79+7dv3y7vGBsbu2XLFm9v708++UQ+eQGUI+MCAAAAAAAAAABckH3FVP4rx1nb3tUIk9zVeVQLbvqwAABcPpqwts+rkaXoUGHyImu7opO9isomkXS5MN7e3vPnz2/atGmHDh1atWql1WpVYZUvv/zSPmfGjBlyW6HgiiNPT0956wcffNCtWzd5BnlEp9MNGDAgODg4Pz//2LFj8kh2dvbcuXPlkTlz5qg2QxqN5umnn77nnnscT1W/fv3+/ftPmzYtJiZGHfHx8Rk6dKgcpKSkiLN68803mzdvrsYtW7a89dZb5SA2NlYA5ci4AAAAAAAAAAAA12QvD1CYvqEo/Q91MKTl4xq9twAAXEbewW386/RQ49KDnxtLT1Qo5SJwodq1a1e9enXHI0OHDtVqtV999ZV6Yw0Gw7x583x9fe++++5/OsnNN988e/Zseycj+eHExsbOnDlTnaGkpERuf/75Z/mB3XDDDf7+/o737du3r+PuY4899s0337Ru3VrtFhUVrVq1atGiRfbznEXXrl0dd2vVqiW3xcXFAiinFwAAAAAAAAAAAC6qrFcRq6cAcKVp9V5lI4vZZDQ5NipSNBqNwPmrWbNmhSN169a98cYbf/nllxUrVvTo0WPp0qVHjx4dOnSoanX0T/Lz8xcuXJiUlLR58+a///77xIkT9pvMZrPcJicny21YWNjpD1fhiJz5/fffp6amrl+/ft26dfZWR+o8/yQwMNDPz8/xiE6nE7bAjQDKkXEBAAAAAAAAAAAuTCPXTT1qtPUMubY4/U+5nx73UWDETZRyAYDLqSh7x/EDP6qxpvYDFp2v+ZQiLqRbLpxef4ZF/wcffPCXX36ZN29ejx49VNOiQYMGneUk+/fv79KlS1pamrA1Cbr55pujoqLkdsiQIYmJiWqOu7u7OFNLqQrhpMWLF/fr189oNMon1r59+wEDBkRHR3fs2LF79+7i/F8IUAHfEgAAAAAAAAAA4LLKl+I0vtGji9LXaITJVJKTsWt6SMvRAgBwuaTGjlcDi3stTc1eKtli71JEzOWiu+OOO4KDgxcvXjxhwoSlS5c2adLkmmuuOcv8V199NS0t7eGHH/7000+1Wq39eE5Ojn0cFRUlt6mpqRXuq+q7KCaTaezYsUaj8YsvvnBM1cTFxQngYtAKAAAAAAAAAAAAV6fzDvcI76PGWfFzDQWpAgBwWRw/sKQ4J0GNTbUfkZdkgQty7u2c3N3dBw4cePz48ddff720tFSOzz7/r7/+ktthw4Y5BlzWrFmTlZUlyrsFde/e3d/ff8WKFbm5uY73/f777+3jJJvAwMAKj7hs2TJB1yFcDGRcAAAAAAAAAACAy7PIdUGfqIeE3s+2Z0zbNlEAAC49i7EwbdsHamz0aW32baWxkbfY55x7dKOK8/a2NtpLSko6l8lDhgyR2xkzZmi12gceeODsk8PDw+V2586d9iMpKSlDhw5V44KCArn18/N7+OGH09PTVXpG3TR58uS5c+eK8g8xLCxMbnNzcw8cOGA/1cqVK8ePtxbyyc/PF8B/Q8YFAAAAAAAAAAC4LLniprHT+bjXK1uuy01eUZgRKwAAl1jG7pmmEmu/G4vQGEIf0mrLLslaK83peRecRcOGDeX2mmuuadasWVpa2tknN27c+Nprry0tLb311ltV9OQsnnvuObkdPnz4mDFjXnjhhZtuuqlRo0YZGRlNmzaVxzMzM9W0Z555pnPnzkuWLJEnlIPQ0NDHH3+8SZMm8iYfHx+1lXPMZrN8ki+//PJTTz3VqVOnG264oV69egEBAceOHSspKRHAf0DGBQAAAAAAAAAAuDi1kir/37P27RqvuupgauybrKoCwCVlKEjNjp+rxqUBN2s8a+ustPJPJVzsOReBczBx4sTGjRvn5uYePnw4PT39X+c3a9ZMbh988MF/nXnLLbesWrWqa9eu8+fPf+ONN+Li4gYPHrxjxw7Vcmj58uVqWnBwsJz2+uuvd+zYcefOndWrV3/xxRdfffVVeVNgYKCa89Zbb02bNi0iImLSpEnyCRcUFEyYMGHz5s3XXHON0WhcuXKlAP4DjcXCf3sDAAAAAAAA4GosNmaz2WQyGQyG0tLS9N+uMZdkB7cYVbP5YwJAFaBWQMxWFqNRXgqMpQZDSYmhKGtjyY4n1Zyw9i9Vi7xLAAAujeQ1T+cm/y4HZq1PcdSnbp6BHu7unp7uHu5uHnLk5qbX6+SfiiEKmhadhbXX3vkVsJD/Hbhu3boeHh779u3T6XTiPysuLt6/f39kZKSXl5fj8QkTJjz33HOffvrp8OHDxaVjKhAWo0Alt2tejPzvaKbwxzzC+3raeFivBe56eSGwZd/+9SJAHRcAAAAAAAAAAOCC1BqJqg5gWz3VyKUTuYDiXr2NtlpHNSc9brLFWCgAF7Jm9bIxD/fse0PDgXe0Hv+/IcsWzTEaDQK4Eoqyd6iAi1RSo7/WzV+vL1vIVtVc1MVZNZUTBFwuqqKiorFjxx49enTYsGEXJeAiyfO0aNGiTp06R44csR88dOjQhx9+6O3tfeuttwrg0tMLAAAAAAAAAAAA14T92bEAABAASURBVKW6YMiVObPZIjd6nd49cmTR5g0aYTGV5GTsmh7ScrQAXMLcGe98/fn7/oHVu914V0lJ0fq/fl335897dsWOfeEjAVx2qbHj1cCkD7HUuFWv0+q01qyhXmet3WLb055L2Qacl9LSUg8PDzUOCQk5l0ZF58jNze2RRx75+OOPmzZt2q5dO/nBmc3mjRs3ykf8/PPPa9euLYBLjzouAAAAAAAAAADAZamAi1pFVXVc5NbNN0Jf6041ISt+rqEgVQCV3+b1q77+/P3QsLpTPl8+6um3x77w0Wfz/gwKqb3y52+T9u4UwOV1/MDi4pwENS4NfUir06u2RLY/fYUiLsRcLiJ3d/d27doFBAT0799/xYoVoaGh4uL56KOPvvjii65dux4+fHjt2rVZWVkPPvjg1q1bBwwYIIDLgjouAAAAAAAAAADANclFU4vFYhsIW8zForOusppNJp1HvSEFGb9pTPnCYkzbNrHO1RMFUMl9PedDuR319Ns1gmupI9WDQm7pff/cGW9vXLM8slEzAVwuFmNh2rYP1djg1cLi187NWr5F7+ZmixqWlXDRqCIuNCq66DZu3CguDfmRDbIRwBVCHRcAAAAAAAAAAODKNGWEKuWiqrnoPfzdIsraN+QmryjMiBXAlTD+f0N6XV1r49rljgdX/vKdPPjea6PU7u64jXL3gzefPJpycMq74wbe0fr+2696/40xJcVF9rsYSkuqVa8ZUiviqnbXOp7qxIljcuvj5y+Ayyhj90xTSY4cWITGEDZClW+xBlzKS7noVCEXDdEWAOeHjAsAAAAAAAAAAHBZ9vIAJzsWabV6W58Mz/A7NZ5halpq7JvWpVjgstu7Z5vcNmnezvFgYnyc3DaMaVk2J946p6SkaNSgHkmJOztde4tGaJYv+/rVZ06WUnBz93hu/PRZ321wTAwc2Lf792Vfe3r5XN2tlwAuF0NBanb8XDUuDbhJ4xFmDRfqbOkWna4s3kIRFwAXhIwLAAAAAAAAAABwZQ4xF2uTBbW+aqsi4KaPHK3mlOQm5SQtEsDldfxYVnbm0eDQOr5+AY7HVfClYXRLx90/ly8e/ezESdN+euTJNz6Yviywes24zX9VKADjKHbdyqcfvcNoMLz41ufVg0IEcLmkbXvfYi6VA4vWyxg8QF5t7QEX27VXq9iLuBBwAXDuyLgAAAAAAAAAAADXp+q42LaqlIt1qdUjqKMmsL2akB432WIsFMBltGfnJrlt2Lil40Gz2ZwYHye/qg2im6sjiXusZV36DHj02h63qyM1gmv1vmuIHMTF/nX6aS0Wy1czJ7781P3yCz/+/flXtb1GAJdLUfaO3OTf1bgk6F6de4BjoyJrwzhr1tAecyHdAuD86AUAAAAAAAAAAIBLk8uoctVfDuSKqsUil1eF2WzR680mk9mjwWNFmwdqhMVUkpOxa3pIy9ECuFwq1GtRkhJ3moyGug0ae3h6yd28EzmpR5K8vH3vGzrWcVr9hk3kNv1o8umn/WTicz8t+iI4tM5rE+fVqddQAJePJTV2vBqZ9CHm6r3cbF2KrAEXnS3joi1rVWQPtxBzOVdmg9DoxBVy6PARg8EY1aCeuIIsZgGQcQEAAAAAAAAAAFWEWkmVa6sWi8XarsiiM5nMbr4RpSF3mNOtjYqy4udWj+rn5hMmgMsiMX673DZqcpXjwfidm+W2YaMWajdh91a5bdvpeg9Pb8dphQV5cuvl7VPhnMsWzflp0RcNoluMn/SVf2ANAVxGxw8sKc5JUOPS0KFaW67F/mdLuJRVb9GoBnI4d+ZiceUs/G7BsZzj418ZJ4ArjV5FAAAAAAAAAADA9dkXU+W/qkeGTmtbdtXpPCOHWnS+1tssxrRtEwVwuSTGx8mvZKOYUzIuO+M2yG3D8uCLbY6o36BxhfumpR6W27DwSMeDpSXFsz+b4Obu+fLbswm44DKzGAvTtn2oxgbPJha/9rZrrN5WxEV1KdJptWVt49Q1mZgLgPNFHRcAAAAAAAAAAFBVlK+qWmzrrBprNRe93uTh7xYx2HhgirwpN3lFYUasd3BbAVxi6UeT83Nz6tRt6OXjaz9oKC3ZuvEP4dDAaK+tjotWe0qPEovF8vtPX8tB86s6OR7fu2dbft7xTtfeUqNmqAAur4zdM00lOXJgEZrS0GF66wVWV6GOi+pSRLSl0nly9HABOAcyLgAAAAAAAAAAoEqQq6oWi0XVD7DWcdFZzGbrEqzJpPMMv6vg6PeW4lQ5LTX2zaieC+V0AVxKyQcT5TYiMtrx4Kyp4/Pzjmt1+gbRzdSRvfHb5DYzPcVx2p/Ll6QfPRxRP7pJy/aOx5td1fGnNUcFcNkZClKz4+eWjQNv0nrXU4Wy1FZXnm+hiAuA/4heRQAAAAAAAAAAoKqwL6yqjkVq3dVWXcBNHzlazSnJTcpJWiSAS8xisQhbNRe1azaZ3nppxA/fzpDj+lFN9Ho3OchMSzl+LNPdw+vPlT9kpB1RM5MPJk5+52mNRjty7Fvya+x4zoRdW7dvWZOdmSaAyytt2/sWc6kcWLRehpoD5FVVBVxsfYq0KuHiWMSFgAuAC0MdFwAAAAAAAAAAULWoOi4Wi9narkirSrmYPYI6GgPbWY5vkhPS4yYHRtys0XsL4JJp1rKDf2D1ffFxjw7s7ucfePTIQYOh9IGHxs2d8XZUoxZqTvzuLXLb8ZqbwiMaDLv3mugmVx3PyUpNPiC/xE++8GGzVh0dT2g2m599rE9pSdH4D76hVxEup6LsHbnJv6txcfW7de4BqjmRm5u+rEtReREXVcZFoLJZ8N0P+QWFQwbdI4ArjTouAAAAAAAAAACgCrEvr6oFV9VDQ3XT8GjwuMXWoshUkpOxa7oALiUvH9+X3prdonWXtJRDxYUFXa679ZO5q/0Dq8ubGjVpqeYkxsdZdxu3um/oU6OefstgKC0pKbqp94Cpc1Z2v7lvhRMeSoovLSmSg+jGrQRw+VhSY8erkUkfYgnqba2PpbMFXHS2Ii5lF1qdPdxCzKXSOZJyNOnAIQE4Aeq4AAAAAAAAAACAKketsNqquVjspVzcfCNKQ243py+WN2XFz60e1c/NJ0wAl0zj5m0nTP7W8UjPOwfKP/vu3t1b5bZhjLWsS4+ed8u/s5ytflSTn9YcFcDldfzAkuKcBDUuCXlQq9Pb2Mq3lDWDU+VbVJ840i0A/hPquAAAAAAAAAAAgKrFvsgq/7X1zrCWGSgr5VJ/iEXna73NYkzbNlEAV47ZbE7YvVWj0TaMaSkAp2QxFqZt+1CNDZ5NhH9HdS21FXFRXYp0WnuPItu1l5hLZdSpQ5vu3a4WgBMg4wIAAAAAAAAAAKoiTRnVtEhjqzegd/MM1Ncpq6KRm7yiMCNWAFdI8oG9pSVF9Ro09vD0EoBTytg901SSIwcWoSkNHaYKtzj+ORZxEai0OnVs271bFwE4ATIuAAAAAAAAAACgyrGXE5CsdVxspQZU+QGvOn01nmUtilJj37Qu3QJXQvzuLXLbqPFVAnBKhoLU7Pi5ZeOAG7Te9dRVVG11Kt9iDRFSxAXARUPGBQAAAAAAAAAAVEUOMRdhi7noVAUCa5ON+qPUnJLcpJykRQK4Em7qPeCnNUcff/Y9ATiltG3vW8ylcmDRehmC75dXTxVwcVM9isqaFGntRVwIuFRe69bHrlz9twCcABkXAAAAAAAAAABQdak6LratpqyUi17nXvNqbWAbNSE9brLFWCgAAA6KsnfkJv+uxiU17ta5B6jrp5ubvqxLUXkRl7JmRajM1m3YvHL1GgE4ATIuAAAAAAAAAACgirIvu9oXYnXlXTbcGzxhEdZbTSU5GbumCwDASZbU2PFqZNKHmKr3stbB0tkCLjpbERdVG0uns4dbiLkAuCjIuAAAAAAAAAAAgCrN1q5IYwu4WKsNqI5Fbr4RutDeakJW/FxDQaoAANgcP7CkOCdBjUtDhuj07np9efmWsqZvZdVb1AVWoJILr10rsn5dATgBMi4AAAAAAAAAAKDqsi++yn/L6rjo9KoQgUe9h4TO23qbxZi2baIAAFiviIVp2z5UY4NnE4t/B3XNtBVxUV2KdPYWReoaS8ylsuvf97Yhg+4RgBMg4wIAAAAAAAAAAKo6TRnVtEiVctG7eQbq6wxWE3KTVxRmxAoAqPIyds80leSocWnoMFW4xfHPsYiLAICLiowLAAAAAAAAAACo0uxlBuwdi+T6rCpL4Fmnr8YzTE1LjX1TCIsAgCrMUJCaHT9XjUsCbtB611NXS7XVqXyLNSxIERcAlwQZFwAAAAAAAAAAUNU5xFzKOhapygQ6nZu+/kg1pyQ3KSdpkQCAKixt2ySLuVQOLFovY/ADtv5u1oCLm+pRVNakSGsv4kLAxTVM+vCzF155WwBOgIwLAAAAAAAAAACAlarjYttqdLaki1y09ajZRfi1UBPS4yZbjIUCAKqkouwducnL1bi0Rn+de4BqTuTmpi/rUlRexKWsWREAXGxkXAAAAAAAAAAAAE4WG7Av0KolW2vHoqgxFmG91VSSk7FrugCAqsiSGjtejUy6IGP1W631rnS2gIvOVsRF1cDS6ezhFmIuAC46vQAAAAAAAAAAAICNWpG1tSuymM1m1bHIzT/SENrblPaDvCkrfm71qH5uPmECAKqSnKTFxTkJamyo9ZBO767Xl5dvKWvuVla9RaMav8GF9O/T22A0CsAJUMcFAAAAAAAAAADAyr4oK//Vql5FOr0qUOBR/2Gh87beZjGmbZsoAKAqsRgL0+M+UmODZxOzX0d1bbQVcVFdinT2FkXqWkrMxZWEh4fVrxchACdAxgUAAAAAAAAAAOAkTRnVtEhjq0+g13sE6OsMUhNyk1cUZsQKAKgyMnbPNJXkqHFp6DBVuMXxz7GIiwCAS4aMCwAAAAAAAAAAQBl7+QHJVsrFWpqgrJRLeB+NZ1mLotTYN4WwCACoAgwFqdnxc9W4xL+H1rueuiqqrU7lW6yhQIq4uKwF3/0wa/bXAnACZFwAAAAAAAAAAABOcoi5lHUsKq9Y4KGv96iaU5KblJO0SABAFZC2bZLFXCoHFq2XMWSgrY+bNeDipnoUlTUp0tqLuBBwcT1HUo4mHTgkACdAxgUAAAAAAAAAAKAiVcfFttXobEkXuZjrEXyN8GuhJqTHTbYYCwUAuLSi7B25ycvVuKRGP517gGpO5OamL+tSVF7EpaxZEQBcSmRcAAAAAAAAAAAATmFfplWlXLSqXZGtK4dn1BiLxdqlyFSSk7FrugAAV2ZJjR2vRiZdkKl6b2tdK50t4KKzFXFRta50Onu4hZiLS+rUoU33blcLwAmQcQEAAAAAAAAAADgDVcrF1q7IWp1AdSxy84/U1eqtJmTFzzUUpAoAcFE5SYuLcxLU2BA6VKd31+vLy7fYLom2Ki4a1aWIdIsL69SxbfduXQTgBMi4AAAAAAAAAAAAVFShlIu1TIG2vJQhyM25AAAQAElEQVRL/eFC5229zWJM2zZRAIArshgL0+M+UmODZxOzfyd1DbQVcVFdinT2FkXqmknMBcClRsYFAAAAAAAAAADgzDRlhFzDtS7nWusW6PUeAfrwB9SE3OQVhRmxAgBcTsbumaaSHDUuDR2mCrc4/jkWcRFwaUeOpB44eFgAToCMCwAAAAAAAAAAwBnYyxKopkWqZIEqY+BRp59wD1HTjm59TwiLAAAXYihIzdozW41L/a/XetdTVz+11al8i1ZDEZcqYsHCH2d+MV8AToCMCwAAAAAAAAAAwJk5xFzKOxaVVTLwcIscqeYU58TnJC0SAOBC0rZNEhajHFi0Xsbg++W1TwVc3FSPorImRVp7ERcCLgAuDzIuAAAAAAAAAAAAZ6PquNi2Gp0t6SIXeT2Cuwq/FmpCetxki7FQAIBLKMrekZu8XI1LqvfVuFdTzYnc3PRlXYrKi7iUNSsCgMtFLwAAAAAAAAAAAPAP5PKtxWKxDYRtPdci13fNZrPJZPaMGlO0ZbCcYCrJydg9I6TF4wIAKj1Laux4NTLpgkw1bnO39SeyBlx0tiIuqqaVTmcPtxBzcXlPjh4uAOdAHRcAAAAAAAAAAIB/oUq52NoVWasWqI5Fbv6RutBb1YSsPXMMBakCACq5nKTFxTkJalwS8qBO767Xl5dvsV36bFVcNKpLEekWAJcZGRcAAAAAAAAAAICzsS/iqlIu1vIFWp0qaOAZOULovK23WYxp2yYKAKjMLMbC9LiP1Njg2UQEXK2udao/kV6VcSlvUaSujcRcAFxOZFwAAAAAAAAAAAD+naaMkGu71mVeaz0Dvd4jQBd+v5qQm7yiKGu7AIBKK2P3DFNJjhqXhg5ThVsc/xyLuAhUGQu++2HW7K8F4ATIuAAAAAAAAAAAAPwLe7kC1bRIlTIoK+VSp79wD1HTUje/KYRFAEAlZChIzdozR41L/a/XetezF3FxU/2KbAVcKOJSBR1JOZp04JAAnAAZFwAAAAAAAAAAgH/nEHMp71hUVuHAwz1ypJpTnBOfk7RIAEAllLZtkrAY5cAs3I3B98trnD3goopXlXcpEgRcAFwpegEAAAAAAAAAAIBzo+q4WCxma8ciW9JFrze7B3ctTWkh8qyNitLjJgdG3KzRewsAqDyKsnfkJi9X49Kgfhr3aqo5kZu1hIutS1F5ERdVxkWgKunfp7fBaBSAE6COCwAAAAAAAAAAwDmxL+uqUi5a1a5IdSyKGmOxWLsUmUpyMnbPEABQmVhSY8erkUkXZKpxh7qyWQMuOlsRF1vtKlXERSHmUqWEh4fVrxchACdAxgUAAAAAAAAAAOA8qFIutnZF1vVe1bHIzT9SF9JLTcjaM8dQkCoAoJLISVpcnJOgxqUhD+r07np9efkW2yVO5VtUBRfSLQCuIDIuAAAAAAAAAAAA56pCKRdbZYOyUi4e9R4SOluLIosxbdtEAQCVgcVYmB73kRobPJtYAq5W1zTVn0ivyrjYexTZroHEXKqadetjV67+WwBOgIwLAAAAAAAAAADA+dGU1zKQa77W5V9rnQO9m3eQrvYANSE3eUVR1nYBAE4vY/cMU0mOGpeGDlOFWxz/ypoUaYi2VF3rNmxeuXqNAJwAGRcAAAAAAAAAAIDzYC9joJoWqRIHquyBZ8Q9wj1ETUvd/KYQFgEATsxQkJq1Z44al/p313rXsxdxcVP9irSqSxFFXAA4BTIuAAAAAAAAAAAA58ch5lLesais8oGHW/1H1JzinPicpEUCAJyYtbGaxSgHZuFuDH5AXsvsARdVpKq8S5Eg4FKVhdeuFVm/rgCcgF4AAAAAAAAAAADg/Kk6LhaL2dqxyJZ00evNHiHXGVK/F3nWRkXpcZMDI27W6L0FADifouwduckr1NgQ1E/jXk01J3KzlnCxdSkqL+KiyrgIVFX9+94mAOdAHRcAAAAAAAAAAIDzZl/uVaVctKpdkepYFDXGYrF2KTKV5GTsniEAwBlZUmPHq5FJF2SscYe6glkDLjpbERdbjSpVxEUh5gLgiiPjAgAAAAAAAAAAcIFUKRdbuyLrOrDqWOTmH6kL6akmZO2ZYyhIFQDgZHKSFhXnJKhxacggnd5dry8v32K7lKl8i6rgQroFgJMg4wIAAAAAAAAAAHAhKpRysVU8KCvl4lHvYYvGw3qbxZi2baIAAGdiMRamx01WY6NnQ0vANerapfoT6VUZF3uPItu1jphLVTbpw89eeOVtATgBMi4AAAAAAAAAAAAXTlNe40CuBVuXha31D/Ru3kH6OverCbnJK4qytgsAcBoZu2eYSnLUuCRkmCrc4vhX1qRIQ7QFgHMh4wIAAAAAAAAAAHCB7OUNypsWaVQJBLlA7Blxr3APUdNSN78phEUAgBMwFKRm7ZmjxqX+3bU+De1FXNxUvyKt6lJEERcAToeMCwAAAAAAAAAAwIVziLkIXRlVEcHDrf4INac4Jz4naZEAACdgbaBmMcqBWbgbgx+Q1yx7wEUVoyrvUiQIuEDp36f30MH3CsAJkHEBAAAAAAAAAAD4r1QdF9vWWspFZ1sw9gjpLnxj1IT0uMkWY6EAgCuqKHtHbvIKNTYE9dW4VyvvT6RX+Tx7EZeyZkWAEOHhYfXrRQjACZBxAQAAAAAAAAAA+E/sy8DyX7UwXLZmrNN5NBhjsVi7FJlKcjJ2zxAAcCVZUmPHq5FJF2QKusPepUhtrWVcbCkXe7iFmAsAp0LGBQAAAAAAAAAA4CJQpVy0WlunD41GVURwD4zRhfRUE7L2zDEUpAoAuEJykhYV5ySocWnwQK3OQ2+ls/+pfIutgIuGdAvsFnz3w6zZXwvACZBxAQAAAAAAAAAA+K8qlHKxVUIoL+VS72GLxsN6m8WYtm2iAIArwWIsTI+brMZGz4aWwGtPL+Jib1GkrmnEXKAcSTmadOCQAJwAGRcAAAAAAAAAAICLQ1Ne+0CuEdt6fmj1er2bd5A+fICakJu8oihruwCAyy5j9wxTSY4al4QMU7WmTi/iIq9gRFsAOC0yLgAAAAAAAAAAABeBvexBedMijVwvVgUSPOveK9xD1LTUzW8KYREAcBkZClKz9sxR41L/blqfhqcWcdHbSrhoKOKCM+rUoU33blcLwAmQcQEAAAAAAAAAALg4HGIuQldGVUrwcqs3TM0pzonPSVokAOAysjZKsxjlwCzcjSGD5LXplC5FZU2KtPYiLgRc4KhTx7bdu3URgBMg4wIAAAAAAAAAAHAxqToutq21lIvOtoTsEdpD+MaoCelxky3GQgEAl0Vhxubc5BVqXFqjj8atWnl/In1Zl6LyIi5lzYoAwFmRcQEAAAAAAAAAALho7MvD8l+1YFy2lqzTeTQYo24yleRk7J4hAOBysKTGvqFGJl2Queadp3Yp0um0OlXIxR5uIeaCCo4cST1w8LAAnAAZFwAAAAAAAAAAgItMlXLRWou4WNeNVcci98AYbfBNakLWnjmGglQBAJdYTtKiktwkNS4NfkCr87CXbykr4qJTRVw0igBOs2DhjzO/mC8AJ0DGBQAAAAAAAAAA4GKqUMrFViGhrGSCZ/0RFo2H9TaLMW3bRAEAl5LFWJgeN1mNjZ4NLYFdTy/iYm9RpK5dxFwAODMyLgAAAAAAAAAAABefprwmglw7tvUC0VpLJ3jV0NUeoCbkJq8oytouAOCSydg13VSSo8YlIcNUTSnHCi5lTYo0RFsAVA56AQAAAAAAAAAAgItKrhZbLBYVcrGVSDDrbH2L5JqyV717C9J/EIZsOS1185sNbpovpwsAuNgMBalZ8XPVuNSvq9an4alFXGxlXKxdiijign/x5OjhAnAO1HEBAAAAAAAAAAC4+OwLxvJfnU157QQvt8hH1JzinPicpEUCAC4Ba0M0i1EOzMLdGDr45FVIV1bEpbxLkSDgAqCyIOMCAAAAAAAAAABwqag6LratxlbKxbq07BFyg/CNURPS4yZbjIUCAC6qwozNuckr1Li0xl0at2ony7eoRkW2fEt5zIV0C4DKgYwLAAAAAAAAAADAJWFfNpb/qoVka7si2zKzR4Mx6iZTSU7G7hkCAC4mS2rsG2pk1lUz17zr1C5F8lKkU4Vc7OEWYi44iwXf/TBr9tcCcAJkXAAAAAAAAAAAAC4hVcpFBVx05TEX98AYbc0b1YSsPXMMBakCAC6SnKRFJblJalwSPEir87CXbykr4qJTRVw0igDO6kjK0aQDhwTgBPQCAAAAAAAAAAAAl4ZcPLZYLKK8lItcWDabLXq9xWTSedQfXpT9hzCXCItx7489BQBcbEbPRpbAbm6nFXGxtyhSARdiLgAqCzIuAAAAAAAAAAAAl1b5KrJFrinL5WWzRavX6928a5bWHmBK/lwAwKVhrDXMzU3vJi84btY/xyIu8rJEtAXnqH+f3gajUQBOgF5FAAAAAAAAAAAAl5C9TIJqWqRKKMhlZrnc7FVvgHCrIQDgEjAGdNP6Ruv1WlvARRVx0dtKuGgo4oLzEh4eVr9ehACcAHVcAAAAAAAAAAAALi3Vsci2oGwp61hksci1ZrPZ26vlR6UFqUajyWQyy/+zWITZbFbtjXB+LOL48RMGozEgwN/d3U0ADoqPHpU/LTXWeXu7VasmXJQ9uWINsvhEubnp3N3crBVcVK8ivb1LkSDgAqAyIuMCAAAAAAAAAABwOag6LhaL2dqxSA70OovkV1fjGaY1GI1Gk9asWOwZF8Iu5y75SGpuoXftsFCvwAABnMrLo3FeQry5pMS6ky9KC939GkVr9K62VGqPrahKLSrXYu9VZM252EpJlaVcSLfgnK1bH1tUXNy9WxcBXGlkXAAAAAAAAAAAAC45VcpF2IorCKGTQ2uSxRZzKe9hZDSZygIutpAL6ZbzcPhwSnp6Ru3atUJDawrgdJ7uXq1aHdu4wXA8R+6Zc4/nHcuu3r6D3t9PuBZNWSUXjbUtms7aFk2vs8VcbKVcVMDFHm4h5oJztG7D5mM5x8m4wBmQcQEAAAAAAAAAALhMyqssWORKs32ZRqMxyUVnufxs7VZUnnERFHE5Z0ePZsQnJIaE1Ixp1IAle/wjD/ewbt0yV68sPHhQ7plFTvayH2t2u867bl3hKux1XFQpF2vKRcVcyiq46Oxdiki3AKikyLgAAAAAAAAAAABcDqqUi3352VrGRa9XRVxMJrPJWsVFZ7GczLhYKzLg32RmZa1Zt7FaYECXzu3kUr4Azqpur1uz/voj+++/1O7xFb/VePQx4Tqslw6N5mQpF1uNKK0KuKiIi2pTJCjigvMRXrtWIG3g4Bz4T3oAAAAAAAAAAIDLxB5zkUvRcsFZozHLodYs15xNcvnZMd9CEZdzkZub9+NPv+n1+p43d/fy8hTAOajdo4d3gF/yN99o9frIEY94eLgJF1KeXxEqP6dVW+3JrQDOX/++twnAOZBxAQAAAAAAAAAAuKzKyydYbPUUrEkXW1kXcWoRF/yLG3wlYQAAEABJREFU4pKSb75bUlRU/NCD9wYG+AngnIVe3cW7Rg1zcXFARB3hijQnlYVdrHE6W8CFIi4AKjUyLgAAAAAAAAAAAJePQykX+1hrr91CwOUcmUzmefO/T0/PHDLonrBaIQI4TzWaNxcurSzhUl7Txb4rCLgAqMzIuAAAAAAAAAAAAFxWjjEXUb7ebEu3aMi4nKN5Xy9K3Jd0b/87GsdECeAiMRw/bjhxwrtuXVH5VajXQsAF/8WkDz87lnN8/CvjBHClkXEBAAAAAAAAAAC43Oy5FseFZ8ddnMWvy//YFLu1e7erO3VsI4CLxFJauvuF5wqPHGn66uuBrVqJyq/C9YTLCwAXQMYFAAAAAAAAAADgynBccibgco6279i9eMnPzZs17nNnL94xXER7JozP27NbDrY/NSbmmWdDbr5FuAR+JgBcCRkXAAAAAAAAAACAK4916HNx6PCR6bO+ql271rCh92m1WgFcPH4No7NWrbKOTKaECW8UJR+uP2yEACDEk6OHC8A58J/9AAAAAAAAAAAAqARyco5/9PFMHx/v0SOHuru7C+Ciirj/gaavv6Et/2od/nLurheesxgMAgDgNMi4AAAAAAAAAAAAwNmVlJR8MGVGaanhiVEPBQT4C+ASCOrardWUT9wCAtRu1p9/bB31qOH4cQEAcA5kXAAAAAAAAAAAAODULBbLJ9PmpKdnPjJsYK1aIQK4ZHxjYlpPm+kVEaF28/bs3jJsqOHYMQFUYQu++2HW7K8F4ATIuAAAAAAAAAAAAMCpzf9m8Z74xIH39WvSuJEALjHPWrXafDotoHkLtevTIMqtWjUBVGFHUo4mHTgkACdAxgUAAAAAAAAAAADOa+Xqv//4a93113Xp3KmtAC4Lna9fyw8nh9x8i2/DqCavvCo0GgFUbVot0QI4Bb0AAAAAAAAAAAAAnNLuPXsXfPdj82aN+/XpLYDLSKPXxzz3gjEvT+vhKYCqrWP7NqWGUgE4ATIuAAAAAAAAAAAAcEZHj6Z/Mm1OWFjosKH3aSikgStB7+cngCqPMlpwHhQUAgAAAAAAAAAAgNM5cSL3gykzvL29Ro8c6u7uLgDnkL327x3PPGUuLhIAgMuOjAsAAAAAAAAAAACcS2lp6YcfzywsLHpi1EMBAf4CcA7Ht27Z9cLzx9av2/LIiNLMDAFUDYcPpxw6dEQAToCMCwAAAAAAAAAAAJyIxWKZNnNeamraI8MG1qoVIgCnkb12jcVolIOC/fs2D3sof2+iAKqA2fO+nff19wJwAmRcAAAAAAAAAAAA4ES+X7xsx8499959R5PGjQTgTBqMfCzykUfVuDQ7e+vIETkbNwjA1RmNRnrGwUmQcQEAAAAAAAAAAICzWLsu9rflf3Tv1qXrNZ0E4Hzq3Htfs7fe1trW+80lxdufHnv0hx8E4NIMBoNOR7QAToEvIgAAAAAAAAAAAJzC3sT9c+Z927xZ4/59ewvAWdXo3KXVlE/cAgKsOxbL3vfe3vfhB8JsFoCLevO1/415fJgAnAAZFwAAAAAAAAAAAFx5GRlZH386OywsdNjQ+zQajQCcmG9MTJvpM73r1VO7KQu/LUjaLwAAlxgZFwAAAAAAAAAAAFxh2dk5H0yZ7u7uNnrkUHdbFxjAyXmE1mo99dPAVq2FVtvsrbd9ohoKAMAlRsYFAAAAAAAAAAAAV1JhYdH7k6fl5RWMHjk0IMBfAJWEztev5YeTr/rwoxqduwjAdT35zCu/Lf9DAE6AjAsAAAAAAAAAAACuGJPJNHnqrMzM7EeGDQwPDxNAZRPQspUAXFdubl5BQWFRUbEAnAAZFwAAAAAAAAAAAFwxX8xdkHTgUO9eNzRp3EgALsFUkH9w1kwBuITi4hK59fLyFIAT0AsAAAAAAAAAAADgSvjp5+UbN21t367VrT1vEIBrMJt3Pve/41u3nIjb1mzC2zpvbwFUZgEBfk+OHh4SHCQAJ0AdFwAAAAAAAAAAAFwBW7bu+GHpbw2jIgc/0F8AruLQ3NnHt26RA7ndMvzhkrSjAqjMPDw8ohs1CAwMEIATIOMCAAAAAAAAAACAyy3pwKGZX8wPDg4aOWKQTqcTgKsIu/1O30bRalx46ODmh4fmx8cLAMDFQMYFAAAAAAAAAAAAl1V2ds7kqbM8PT2eGPWwl5eXAFyIW2Bgq6mfBF3bVe0aTpzYOuqR7LV/C6ByOngo+ceffs/NzROAEyDjAgAAAAAAAAAAgMunqKjogynTS0sNj48cWqNGNQG4HK27R9Pxb9Yd9KDaNZeW7nx2XPL8eQKohHbtTli67HeTySQAJ0DGBQAAAAAAAAAAAJeJXCX9+NPZGRlZQwffWzciXACuq97Qhxq/+LJ9N+mTqWnLlgmgssnLK5BbPz9fATgBvQAAAAAAAAAAAAAuiy/mLkjcl3TXHT1bt2ouAFcXfMONHiEhO8Y9YyrI94tpHHLjjQKobCLrR+Tm5en1RAvgFKjjAgAAAAAAAAAAgMvht+V/bNy0tcvV7W+6oZsAqoaAFi3bfDbdv1mL5m+/qyElgEqofbtWw4beLwDnwGUUAAAAAAAAAACgktPIFR+NcG6pR9MPJaff1rtXr1t6iIvIYhbCJIALo3ETl55X3QatPpkhqhqLQQDAxUbGBQAAAAAAAAAAoJLT+QinFxZe/+GHHxYXncUoTAUCuBBaofMWuESMufL3KVD5HTmSGh4eJgDnQK8iAAAAAAAAAAAAAABQUWmp4fUJH3zz7Q8CcA7UcQEAAAAAAAAAAAAAABVlZWXLbVBQdQE4BzIuAAAAAAAAAAAAAACgouMncuU2wN9PAM6BjAsAAAAAAAAAAAAAAKioSeNG418Z5+PjLQDnQMYFAAAAAAAAAAAAAACcQc2aNQTgNMi4AAAAAAAAAAAAAAAAwNlpBQAAAAAAAAAAACq5559/XqPRfPTRR+I/e+qpp+SpZs2adZY5Bw8elHNat24tgEqusLDw3Xffffvtt4XTKC4ulr+vmjVriv/GYrEsWLDgwQcfFJdLbGxs79698/PzBVzFe+9/On3WPAE4DTIuAAAAAAAAAAAAAKqoL7744plnnjl27JhwObt27br77rsTEhLE5dK7d++lS5cKuJAjKUctFosAnAa9igAAAAAAAAAAAAAAwCny8wuKiopqVK8mAKdBxgUAAAAAAAAAAAAAAJzC3d1tyKB7goODBOA06FUEAAAAAAAAAADgOjZv3jx48OB69eo1bNhwwIABv/76a4UJmZmZw4YNa9asmZ+fX8eOHZ988snExMSzn9NkMk2dOvW6664LCAjo2rXru+++W1paWmHOzp07hw4dKk/r7+9/9dVXjx49Oi4u7uynbd++vUaj2bdvn+PB2bNny4OjRo1Su/L5y92XX35548aNAwcOrFOnTmRkpBxs2rRJAP9ZkyZNRo4cKQfvvPOO+qap4/Ib/sYbb7Rt27Z69erR0dHyK7d8+fLT7759+/bbb789KipK/jRuuOGG8ePHnzhx4l8fVP6g5syZM2jQoFatWvn4+DRo0KB79+4///zz6TMLCwtfeumlNm3ahIWFyZ/zL7/8UuE8kydP7tGjR2hoaO3ate+8884pU6bYf5sjRoxo3ry5HKxbt06+NPkQcvzTTz/JsXyxS5culadt1KiRvAKo+cePH5c/7b59+8qXI3/F8p3p06fP6X2O5JExY8a0aNFCXkDkdty4cTk5OfL4vHnz5JnT0tLkWN4kxzS4cQHu7u4d2reuXy9CAE6DjAsAAAAAAAAAAICL+PLLL9u3by8Xm0NCQlJSUubPn3/zzTf//fff9gnx8fFy6Xr69OkHDhyQ69Nyzvvvv9+0adO33377LKeVC/wjR478888/5Yq4vMszzzxz1113OU44ePDg1VdfPWvWLLnAL08rV8E/+uij1q1by4V8cTGsWbOmS5cue/bskcv8cmFevsBu3bqtWLFCAP/No48+etttt8lB165dX3vtNbmV4+Li4s6dO7/wwgtxcXENGjTQ6XRz58694YYb+vfvbzAY7PeV38NWrVr98MMP8mvfvHnz2NjYF198MSYm5vRgmaPMzMxOnToNGjRI/joyMjLk/MOHD69atapnz57yVI4zCwsL5Y/o9ddfN5vNfn5+8ud8yy23TJo0yT5hzJgxjz/++IYNG+TvPTg4ePHixY899ph85vKO8tZevXrJXTmoW7eufGkPPPCAHGs0GrndsmWL/AnLbWJionwO8sjatWsbN24sf9oLFy4MCAiQJ5Q/t++//17+7uTTsz/i559/Ln/gH3zwQWpqqnzJ8nryzjvvyDctPz9f7spHkc9TTpNvnRwLALgEyLgAAAAAAAAAAAC4iE2bNj399NNy0Voue8tF6B49esiDn332mbpVrpQ/9NBDWVlZcuU7Ozt7zZo1ycnJchnb29v72WefdYzCOPryyy+/+uqrpk2b7t69W55/3759S5culXd0nPPxxx/n5ubOmjVLHpfnSU9Pnz17tnw4uWQut+I/W7Fixc033yyX4d9+++1vv/12+vTpchV/6NChRUVFAvgPRo0addNNN8lBhw4dXnzxRVXs5KWXXtq8eXO3bt0OHjwov/Pym799+3b5E5Dfvffee0/dMSUlRf6O3N3dP//888zMTPm1l9tXXnklLS3twQcfVKVNzmjChAnynG3atNmzZ488iXyg48ePP/HEE/KmTz/91HGm/JKbTKatNgkJCT/99FNAQMDYsWNVESP5E5Y/7WbNmsnfe1xcnJxz5MiRa6+9Vp5QPiU5oXfv3sOGDZODsLAw+dLks5JjVVvlm2++ue6663bu3Ll+/Xp5Qnlk9OjR8pnL35Q8rTxDYmKi/BV37dpVXi7mzZunns/hw4cff/zx0tLSDz74QL5Y+XuUt95///07dux49dVXW7RoIR/Fx8dHzhw3bpwcqzwNKrWt23bu3BUvAGdCxgUAAAAAAAAAAMBFtGvX7q233qpWrZocBwYGPvfcc3Jg7xn0/fffq4IoH330kaenpzp45513yvVpOXjjjTfOeM6PP/5YbuVdoqOj1ZFevXqNGDHCcc6BAwfkVi1vSzqdbuDAgTNmzJg8ebLRaBT/mbu7+5QpU9zc3NTukCFDbr311kOHDi1atEgAF1V6evq7774rfz5ff/117dq11cHmzZurokTjx49XpVzeeeednJycMWPGDB48WM3R6/Uvv/xynz59jh49WiGt4qh+/fr9+/efNm1aTEyMOiJ/OEOHDhW23EyFyfJrf9VVV6lxz549x40bJ8p/kocPHy4tLZU/CvnrUBPks5W/uOnTp6tqNGfh7e09f/78pk2bdujQoVWrVvJH2rlz5379+sm7V69eXc0JDg6Wz1MOUlNT1ZF58+bl5+fL1zt69GiVX/H39580aVJQUNC2bdsEXNGSpb/++NPvAnAmZFwAAAAAAAAAAABchCrcYqdWx48dO6Z2d+3aJbdyJbvCve6++2653Yxt98kAABAASURBVLFjx+knlPddv359jRo1VH0Lu/vuu89x98Ybb5TbBx54YMSIEYsWLcrKypK7ctlePpZ9Af6/kKv7ERERjkfuvPNOuf3jjz8EcFGpn4n8KYWEhDgeb926dfPmzQsLC/ft22efplIgjtTvS916Ro899tg333wjz6Z2i4qKVq1apdJaJSUljjODgoJUjRk79bVfu3at3DZr1qx+/fpbt25t27btxIkTN2zYYDabW7Ro8dBDD8mbxFm1a9fOnmURtnTOhx9+uGDBAi8vL3UkOzt76dKl69atc3xWqtRTnz59HE9Vs2bNzMzM338nBuGCDAbD0aPp4eG1BOBM9AIAAAAAAAAAAAAuITg42HFXFT4xmUxqd+/evXJbISwiybV8T0/PlJSU3Nxcf39/x5sOHz4st+Hh4RXuEhUV5bgrl9VXr149f/78z2zkkS5dugwdOnTgwIFa7UX4X1zLtfwKR9RTOnjwoAAuKvUzqVOnzuk31a1bd8eOHfv27WvcuPGePXvUkdPnyK3KwfwT1SMsNTV1/fr169atU4VhhK2bmOO0evXqVbij+vHu379f2H7ds2bNuvvuu7fZCNvPv2/fvmPGjKnw8zxdzZo1Tz8YGxv7+++/Hz169K+//nKsy2J/VvImYet8JFA1lJSUdu7UtmnjaAE4EzIuAAAAAAAAAAAALuLsgRIVdqmwjq7I9fLi4mKdTlfhuOpIoraO3N3dHR9Ljr/66quRI0f+8MMPcgFeLv//bTNv3rwlS5Z4e3uLc2ZP5Dg6/YkpFotFABeV+gae5aulvo1n+TWJf/7GSosXL+7Xr5/RaNTr9e3btx8wYEB0dHTHjh0rlEo640nUL9EeZevWrVtiYuKXX365devWpKSkLVu2TJ069YsvvpgzZ06FaisVyIeucOSZZ55599135cDPz08+mREjRrRo0aK0tPSJJ56wz/Hw8BCoSnx9fQbd318AToaMCwAAAAAAAAAAQJXQsGFDuT1y5EiF4+np6Xl5eYGBgT4+PhVuUjUbDhw4UOF4cnLy6av7V9uosVx079mz5/Lly+UC/LBhw8SZqCV8udhf4cmcPlMVkHCkXsXpBWaA/6hRo0biTD8T6dChQ3IbGhoqtzExMfK7Kn8INWrU+Kc5pzOZTGPHjpXf+S+++GLQoEH243FxcadPzszMPOMTiI4+WVfD39//0UcfVWN52ieffHLy5MmPP/742TMuFSQkJLz77ru+vr4bNmxo0qSJ/bg8leO0qKio9evXp6am2hstKV999ZVWq7311lvlGQQAXGIXoTocAAAAAAAAAAAAnF9kZKTcfvfddxWOz58/X25vuOGG0+9Ss2bNli1bnjhxYtmyZY7Hv/32W/vYYrF0795dzszNzbUfbNWqlYq2nKWdkKen5+kTVq9effrM5cuXO57c/pxvvvlmAfw3FcoUNWjQQG5XrFhRIWKyffv2Xbt2BQcHy1+EKP81ff311xXO9s033whbhZUzPlaSTWBg4MCBAx2Pq99XhSJGcmZiYqLjEfW7u+WWW+R2wYIF8qk+//zz9lv1ev17770nB6mpqUVFReJMFZjO6O+//5bbHj16OAZcTn9W6p1ZvHix45zCwsLhw4ePGDFC1YY5x0dEpXD0aHpJSYkAnAwZFwAAAAAAAAAAgCrhzjvvrF+//l9//TVq1Kji4mJ1cOHCha+++qocjBw58oz3evjhh+X28ccf37x5szry66+/vvXWW/YJclW7cePGWVlZ48aNsy+HZ2ZmLl26VA4qrJo7UgUzJkyYkJaWJgf5+flvvPHGb7/9dvrM9PT0wYMH5+XlCduK+yuvvLJ8+fJ27drdddddAvhvKmStIiMjb7vttpycnHvuuSclJUUdjIuLu/fee81ms/yZqPpDw4cP12q1H3744bRp09Qco9H40ksvLVq0qFq1anLyGR9LFUbKzc11rI20cuXK8ePHC9tPoMJ8+bXPzs5W4++///7dd98NDAwcMWKE3O3YsePhw4c/++yzHTt22OfPmjVL2GrMeHl5yYHaJicn23/vZ1S7dm253bt3b2lpqf2g/GH+8ssvwpZiUUfuv/9+X1/fzz//fPr06eqIxWJ58cUX5dO+77771NuoGpMlJSUJVH5vvTdlxufzBeBk6FUEAAAAAAAAAABQJcjV8Tlz5tx1110ff/yxXKhu1arVoUOHVE+W119/vWvXrme8l1xQ//XXX3/88ce2bdu2bt1armfLtfA+ffosXLjQPkeu0C9fvvzTTz9dvXq16h+0ffv2jIyMm2+++Z577vmn5/PUU08tXbr0zz//lEvsbdq0Ue1a3nzzzeeee67CzAYNGsjl9tDQ0KuuuiohIUGu+oeFhX3xxRfW0hEWowD+A9XDa8GCBfKr1aNHj/fee2/atGnyd7Fy5cp69erJn4n8zu/Zs0fYCqg8++yz6l4dOnT48MMPx4wZM3z48Oeffz46OnrXrl3Hjx/39/f/8ssvg4KCzvhYPj4+zzzzzDvvvHPNNdc89NBDBQUFa9as2bhxY0xMTEpKyrFjx0pKSjw8PNTkJk2aFBUVyR9Uy5YtMzMzVXBk8uTJAQEBchARETFx4sTRo0fL3861116r0Wjy8vI2bNjg5uY2ZcoUdQb5M/Hz85OvRZ5Kvhb5is74rK6//np5BvlLlNtevXrJZyLH8iV36tRp3bp19no2UVFR8tIhn/awYcNefvllec6srCz5s5U/zwkTJtjfzP3798tXV6dOndj1Kz09PQQqp8zM7OLiksj6EQJwMtRxAQAAAAAAAAAAqCq6dOmydevWfv36yRVoOfD19R0yZEhsbOwLL7zwT3fR6XRLliyZO3fuDTfccODAgerVq7/xxhsLFixwnFOtWjW5Fj5u3DgvL69NmzbJaXKRe9q0aT/88IPqYHJGcjlcPoexY8c2b9788OHDd9xxx2+//da7d+/TZ7Zq1WrNmjW33XZbYmJiSEjIE088IR/uLBVigHMnfxTyS+ju7h4XF6fyHPI7tnbt2qeeekp+x/bu3ZuXl3fnnXcuWrRo2bJlcpr9jqNGjfrzzz+vv/56+TuS3+RGjRrJ39GuXbt69ux5lod766235E8jIiJi0qRJEydOLCgomDBhwubNm+VPxmg0OsZQatSosWrVqhEjRuTn5584caJjx44//vijfFD7hMcff3zp0qXyCSQlJal0y5NPPrljxw55RE3w9PSUjyXPI3+SZ6mtIu8ozyNfr3yg8ePHz5w5Mygo6Ouvv169enVgYKA88/Hjx9XMgQMHyl+iPL98H+Rv0Gw2yx+jfK/8/f3VBPmKGjdunJubK3/RZy8eAyeXc/x4QIB//XpkXOB0NBaLRQAAAAAAAACAa7HYyKUXk8lkMBhKS0vTf7vGXJId3GJUzeaPCQBwMfoA4aJ+/fXXm2++uW/fvt9+++2ZZ1iMwlQggAuhFXo/gUvEmCt/nwIAHOyaFyOvDKbwxzzC+3raeHh4uLu76/V6nU6n1Wo1Gs3Zz0CvIgAAAAAAAAAAAAAAADg7Mi4AAAAAAAAAAAAAAABwdloBAAAAAAAAAAAAAAAgxOHDKU89+9q2uF0CcD7UcQEAAAAAAAAAAICTuummmywWiwAAXC77kg7k5eUH1agmAOdDxgUAAAAAAAAAAAAAAFgl7jvg5qYPCwsVgPMh4wIAAAAAAAAAAAAAAKzu6Xd7uzZXabVaATgfMi4AAAAAAAAAAAAAAMAqIMC/davmAnBKZFwAAAAAAAAAAAAAAADg7KgvBAAAAAAAAAAAAAAAxMwv5n8x9xsBOCvquAAAAAAAAAAAAFRyxhPiCjlw8PBb7065/94+13TpIIBKxnwFfzuXWcp3C/Z/PMViMqndoGu7Nn7xJa2HpwBOtX3Hnsj6EQJwVtRxAQAAAAAAAAAAwAXKy8uXW19fHwHAidXu2/+qKVPdAgPVbtaff2we9lBxSooAHBw5klpcXNw4pqEAnBUZFwAAAAAAAAAAAFwgg8Eot+7ubgKAc/Nv2qztrNn+TZqq3cIDB2KHPpizcYMAyvn7+z0woG/rq5oLwFmRcQEAAAAAAAAAAMAFMhgMcuvmphcAnJ57UFCrT6eF3XGX2jUVFmx/6snjW7YIwMbf36/L1e2DgqoLwFmRcQEAAAAAAAAAAMAFUnVc3Nyo4wJUGg2fHBvz3Asa28+2Wpu2ga1aCQCoJMi4AAAAAAAAAAAA4AIZjNY6Lu5kXIBKJeTmW1p/Mi2geYsmr40XGo0AhNi3/8CiJT/n5eULwImRcQEAAAAAAAAAAMAFMpstgjouQCXk26jRVR9/ovfzE4BN7Obtv/y2ymg0CsCJkXEBAAAAAAAAAADABbJYrBkXs9ksALiEw1/Oyd+bKFD1bN+5Ozy8VrVqgQJwYmRcAAAAAAAAAAAAAAAi/ddfDkz7bMuIh1IXfy9QxVzX9eruXbsIwLnpBQAAAAAAAAAAAACgaivJSN/77jtyYDEaEydNPBEXF/3Ms1ovL4Gq4YbrrxWA06OOCwAAAAAAAAAAAABUdR7BIRH332/fzVixfPPwh4qSkwUAOA0yLgAAAAAAAAAAAAAAUXfwkKumTHWvUUPtFh48GDv0wcxVqwRcWk7O8fnfLM7IyBKA0yPjAgAAAAAAAAAAAACwCmjRst2cedXatVe75uKi3S+/kPj+JIvBIOCitmzbsfrPtSdycwXg9Mi4AAAAAAAAAAAAAADK6P38Wkx8P+qxxzVuburI8S2bLSajgIvasTPe19enYVSkAJweGRcAAAAAAAAAAAAAwClq97u7zafTPWvX1nl5NZvwttbTS8BF+fn5tmjeWACVgV4AAAAAAAAAAAAAAHAqn4YN282anb8/0Ss8XMB1DR18rwAqCeq4AAAAAAAAAAAAAADOQOvl5d+sxenHTfl5AgAuO+q4AAAAAAAAAAAA4Gx++W3VoiU/n2XCy6+/d8bjGo3mf888VjeCChCASynYv2/rqJHRTz1d8/oeApVZUVHR7j2JLZo3dnNzE0BlQB0XAAAAAAAAAAAAnE2P7teEhNQU5++6rlcTcAFcjMVg2PXyi6aC/N2vvrzv/UkWk1Gg0orbvnvazC937d4rgEqCjAsAAAAAAAAAAADORq/X33fPXeI8+fr63N77RgHAtRzbtKHo8GE1Tlm0cNtjo0qzsgQqp7/XbvLy8ryqZVMBVBJkXAAAAAAAAAAAAPAvohs1aNum5Xndpc8dvTw9PQUA11Kjc5fm77yn9/NTu7k7d8QOGXQibptAJeTp6XHN1R0EUHmQcQEAAAAAAAAAAMC/63NHTw8Pj3OcHN2oQedObQUAV1S9Y6d2X8zxi2msdg3Hj8c98fiRb78RqGxGPfJgnzt7CaDyIOMCAAAAAAAAAACAf1e9erXbe990LjM1Gs2Au+8UAFyXe83g1tNmhN99j9q1mEz7J3+059WXBQBcSmRcAAAAAAAAAAAAcE6u69o5JKTmOUy7OjQ0WADRau0MAAAQAElEQVRwdQ1GPtb8nfd0Pr5q117ZBc4vK+vYrt0JAqhsyLgAAAAAAAAAAADgnGi12vvuuevsc6pVC7y9940CQNVg7Vv0+Wy/mMY1Onexl3WB8/vz7/UffTwzMytbAJWKXgAAAAAAAAAAAADnJrpRg04d265bH/tPE/rc0dPT01MAqDI8QkNbT5thKiwQqCQsFsuGTVvrRoTXDKohgEqFOi4AAAAAAAAAAAA4D33v7OXh4XHGm6IbNWjX9ioBoOrReftUOGIuLsrduV3A+eTnF9QMqtGxQ2sBVDZkXAAAAAAAAAAAAHAefH19bu990+nH9Xr9gLvvFABgE//m+K2jRh7+co6wWASciZ+f71NjRnTv1kUAlQ0ZFwAAAAAAAAAAAJyf67p2rhsRXuHg9dd1CQ0NFgAgxNEfFmeuXi3M5gPTPtv+5BPG3FwBAP8ZGRcAAAAAAAAAAACcH61We9+9dzkeqVYtsOfN3QUA2PhERroH1VTjnM2xmwYPpG+Rkzh8OGV/0kEBVE5kXAAAAAAAAAAAAHDe6kaEd+rY1r57T7/bPT09BQDY+Ddr0e6LOdXalF0lSrMytz026vCXcwWutKU/L5/04TSDwSCASoiMCwAAAAAAAAAAAC5E3zt7+fr6yEHLFk2vatlUAIADvb9/i0kf1B82QqPTyV2LyXRg2qc7nh5L36IrqKCwcMfOPW1at3BzcxNAJUTGBQAAAAAAAAAAABfC19fntltv1Ov19/S7TQDA6TSaiPsfuOqjKe5BQerAsQ3rk+fPE7hCco4dDw+v1aFdKwFUTnoBAAAAAAAAAAAAXJBrru7g6+NTvXo1AQD/wL95i3ZfzN398os5m2N9GkTVG/qwwBUSHh72/LjRAqi0yLgAAAAAAAAAAIAzs1gsAjgrjUbTulVzvio4L/JrI1DFWPsWvf/h4bmzg3vcqNGzSA3gAnH5AAAAAAAAAAAAp6iQVyC+AOBiUekW+1WFsEtVE/HAIHGhdr/0fJPX3hD4DxL27vf18a5du5YAKi0yLgAAAAAAAAAAoIx94VkNKuwCwH+h0WjUxURFWyrsoso68vX8kqzMyEce1ej+cfF6Q/8+JZlZJWlHPULJZ1y4OV9+K7dvvPasACotMi4AAAAAAAAAAMDKMddiKVMx7AIAF0xjYxtY7LkWlXQh5lJlFR06lDTtU4vReGL79qavjfcIDT19zs7nni1OS5ODo8uW1RsyVOCCHDp8JCv72G233iiAyoyMCwAAAAAAAAAAOCXasiTul4S0/bZ8i4q2aMi4ALgoNBpxc5PuzcJitFqtPelCzKUq2zP+NYvRKAd58Xtihw6Oef6FGp27VJiT/fdfapD2y7K6Awdp9KxxX4j8/IKaNWt0bN9GAJUZv38AAAAAAAAAAGBlr93yV+LGlQl/CQC4BKKC6jcOaSSvNVorGhVVdTHPv7jzuXFFR47IsTEvb+ez48LvvidyxCP2vkV/XtfVPrkkLS173dqga64VOH9Nm0SPf2WcACo5rQAAAAAAAAAAAFWbvUyLHJjNZqq2ALh0TCaz0SSZrf9vPnnN4cpTNXnXq9d25hfBPW6wHznyzddbHxlRmpkhxxv697GYjI7z035eJgBUYdRxAQAAAAAAAAAAJ4u4OGZc6tWs2zAkSgDAf7Zu34b84nw5MBpNBoPRotfphU6jMWs0OhoVVXFaL6/GL70S2LLV3onvqCN58Xs2DR7oU79+cVpahcnH1q0rSTvqEVpL4HzEbd8VUad2tWqBAqjkyLgAAAAAAAAAAAArFXIxm0+WUmgf2f6h64YIAPjPhs98VGVcTGaz0WjSWFMt1o1Wa43VEXNBrdtv92/WdNeLz6u+RRaT+cT27adPs5iMR5ctqzdkqMA5MxgM02bOa9ok+tHhgwRQydGrCAAAAAAAAAAAKBrVq0gSAHBpyCuMwWA0Gk1mi7msfhRg49Mgyt63yFxc/E/T0n5ZJvjanI8tW3fIn1yHdq0EUPmRcQEAAAAAAAAAAPYiLmbbuiHVFABcKkajyWQ2m6wbdc0h5YKTVN8iva+fxWz6pzklaWnHNm4QOGfyRxcaGtymdQsBVH70KgIAAAAAAAAAoEo7dXlZoyorCAC4NMwq4KLT2QIuOnW9oVcR7OJGP2bMzzv7nNQli6t36Chwbq7u3E7+CcAlUMcFAAAAAAAAAABY0TQEwGVgK99iKWtUJLjmoKLjW7f865xj69YZjh8XAKoeMi4AAAAAAAAAAOAkki4ALjXHFkVcc+Doj65dzmWaxWQ8uvRHgXOwcdPWgoJCAbgKMi4AAAAAAAAAAOAUdAwBcOnYEy2kW1DB2tt7i3P+SqT+sFjw/fk3mVnZM7+Y/+vvqwXgKsi4AAAAAAAAAACAU7DqDODSsVgIt+AM4kY/Zsg5du7zS9LSstb8JXBWa9fFym3HDm0E4CrIuAAAAAAAAAAAAAC4TKgUhTM6vnWLOE/xr79WePCgwFk1jIoMqxUiAFehFwAAAAAAAAAAAACAy46CNoq5pLjdvK9LszNLMrNKs7JKsjJLjx0ryZLjzJKsbHnrGe9lLCzaNHRwx6+/dQ8KEjiT2269UfA1q0qqQoiQjAsAAAAAAAAAAAAAXCYEDk6n9fD0Cg+Xf2e81ZSfV5KVXXosuyTTGnkpzUw/tim2OOWI0Ar/Js0IuAB2jpcXV827kHEBAAAAAAAAAAAAgEvOvvx8+gBnofH28YyQfxH2I5FCZK9bm/r9wmZvvW02mwXOZOOmbS1bNPHwcBeoMlSuRW3l5cUlYy5kXAAAAAAAAAAAAADg0lJxFvvW5uRxQd7lPAW06yD/TPI9M5oETrNzV/z8BYtNJnO7ti0FXJc9xVKebpEba7TFMd3iYkkXMi4AAAAAAAAAAAAAcAk5RluOrVtbmnNMHqiQehHAxZMUu7XhicxaqQfSliULuDTHCItf4yY+9SPlAY3GYq/p4mIFXci4AAAAAAAAAAAAAMClVV67xXJ4zhf58fECuJSCbX9HEncIVCXhQx/2qFNXq9VorVytgotCxgUAAAAAAAAAAAAALhXHbkRms4WSLQAuEZPJbDSadDqtbU9uzVqt1sVKuZBxAQAAAAAAAAAAAIBLqLyGizCbzUJYV5pDrrux4cixAgAuhnUD7zIVFpjMZqPJZBHWIJ0t2uJqjYoEGRcAAAAAAAAAAAAAuNRUyOVkHRetVqNjrRbAxWQymQwGoxB6jTXiorHFXISLxVy4bgIAAAAAAAAAAADApaYxm01mW8hFAMAloHoVaTTWEJ3ForVdbVyqiIsg4wIAAAAAAAAAAAAAl5S9V5GqqSAA4BIw23oVabUak8ms05ptMRfhYrQCAAAAAAAAAAAAAHAJ2BMtZb2KLGZXahoCwKmYzRaTyaR6olmslx3rQRfL1ZFxAQAAAAAAAAAAuMg8itZqLHkCAE5VVs4FAC4Bs9lsi7iYzWU5Fxe82pBxAQAAAAAAAAAAuCAWky77D33OX6ff4H1ivrtpvwAAALhcLPbGaOVt0Vwv5kLGBQAAAAAAAAAA4EJozMX6nBWawv3CYnY8rjUd0xtT9JZUAQA29sVmirgAuHQsZSEX4cL0AgAAAAAAAAAAAOfPYszXn9hgNJcIY65wC7Qf15cmCmHSmVKE3iQ0OgEArlhNAYATcvkrDRkXAAAAAAAAAACA86Mp3O+e/r028xdtUYK+IFFbeMBQvYcxfKDQespb3UriNcKiNR/XijyzCDzHcw4b90hsXOzZ5/j6+P65cJUc3HJ/r/SsDDlY8Mn8qPpR4mJ746M3Fy5bVOGgj7dPnVrhtWvVrh1au/vV17Vo3FxUZi+/98qPy3+Sg3Ejn7m7dz8BXC6EXQBcIhqNRrg6ehUBAAAAAAAAAACcH4tbDbNnLa1Wb7GY5XKSReel8aln0birW/WGvXINW2fJ1VmOCRdSUFgQvz9hxd8r53w3d/CYISogAgAAcNlQxwUAAAAAAAAAAOA8uQUaat1vrH6T546B5sA2JXWfEW7+Zf/TadMJvfGo/FdjzNVZsg0i8hxP2SgySqc9+T9O3rB1oxo0i27q4+2jxh7u7uLyCgkKrlennn23uKQ4bvd2NX7v04k9unT38vQSAAAAlwUZFwAAAAAAAAAAgAui9zZVu8biFSHc/OzH3Er3aSzFQlg05jy9JV1YDELjdi4ne2r4WPvYaDK279Wp7PiIsVewK1DHNp1eHvOC45H4ffGDnhhiMBry8vPWxK7t0eV6UTm9+tQr8k8AAIDKg4wLAAAAAAAAAADAhTBrPY1BNwmtToiyGi4aS5Fn8QaNqdC6Yyp2tyToLO1MmhBxKW3YunHhskWbd2yuGxbRoU2HgXfd5+Xl7TjhyNGUb378ZuuObakZRxtHxbRt0ea+uwa4u11gSZiYqJiQmsHynHKcnXNKM6aNWzf+tGLZtt1xBoOhWUzzrh2v6XV9zwp3t1gsP634+a+Nf+1J3JOblxdRu851nbvdc/vd9nowT7761Op1f8jB+Kdf63n9Lerg9j07Bo8ZIgdR9Rss+ORrOSguLel8Wxfr82kQPW7kM+9+OvFA8oGa1YOeefTpzm06HcvJnv3d3Ni4LUcz00wmY1hwrUaRDW+76bY2zVvbn8nL772i2i3Ju9/du9+4N//3+5/L5e6wAQ+NGDjcPi059cjtQ+6UA18f39/m/+Lp7nHR31IAAHCOyLgAAAAAAAAAAABcCI1GZ/JvpbHvW0wehX96FP0thMm6azTojQd9NCtztX2FOKdSLhfgy++/+uH3H9U453jOtt1xf29cM2vidDd92SMuWPrdxE8nGYwGtbtu83r598vqX99+/q164XXF+UtOPaICLlKDuic7Mb0y8TX7M5HSMtOX/7X8j/V/vfrki/bMTUZ25hMvjYnfn2CftjNhl/xbuXb19Hc+9fTwFOcvtyBv3BvPyjPL8eGU5Eb1G6ampQx+8qGsY1n2OQn5eQlJe5euWDbh2Tdu7HrDGc/T+4ZbVcblp5U/O2Zclq1YpgY9u9+iAi4X/S0FAADniIwLAAAAAAAAAADABdJotMJi1JiLhCnfu2i1V973GnNB2W3GEkvRCU/xt86Uned2q0lTw6LxvOhhlx9+/7F9q3aNo5okpx5etXa1xWLZlbDrtz9+VwVUUtNS7GmMNi3axEQ1itu1fWfCrsQD+97++J1PJnz8r+dPPJA47asZ9t2DyQf/2vC3GjeNbtq2RRs1/nnlLyrg4unu0bFNx5Dg0L83/J2SlrL8r+UN60c9PGComvbJnM9UwEVO635Nd51Gu3Lt6oLCAvmcP5w1ZdwjT4nzl5qWKrfeXt6BAYGhNUOCqge9PfVdFXC57657mzVq5unpuXXH1jkLv5RvzsTPJl3ToYu9Zoyjzm061QqudTTjqHzaO+J3NI8p6w+1tDzjcmuPi/OWAgCAC0bGBQAAAAAAAAAA4HxYSoTQCo2bHGkNaR5F69xKdrsbdmpM+adO+z97+2E/fQAAEABJREFU9wHYVNX3cfwm6W6hA7pp6aItm1L23luQLSiCiAoKIjhA5UEFFRHhdYCIijIEQUWGsoeA7FH2KLSU1VKgE7qb8Z7ktDGUIcgq5fsxXs899+SuhDy+7/35P3olM8WQl2mlSXGz3p+v8c9Th+VZh+Xb1FDunZaNWkwaM1G2P5gyfumaZaJxLOaYzLjMXDBLpjFeGTDk+acGymEffvHx7ysX79y3a9e+XXUi6tx6/0dPHBWv6/vLefuOGf6OefW7whzM1I++qlk1QjRGDHr1mVefjYmLnfPb3J6deriUdj59/szS1UsVYzBINfvzWRWCQkR7YPzZXi89JU5yz4HdWdlZDtfOsnSbIqrUmPLe5NJOpQqruZyV/XVq1G5Yq6FarW5ar0lQQLCbi2uQX8ANAy6CGNa5dacZ874T7TWb18qMy6Hjh+ITjUVrQgKDq4RVUe7FLQUAAP+ZWgEAAAAAAAAAAMBts8k/Zp1/XE5IpNGn2uTutsnbXzTgYpafa8i+oks5o0rcpElaock6rtxTljPvhASEyEZmZpZsHI8pmBWoTo3a5mH1I+vJxt+7tyh3rm5EnU/emTD3yzlhQaGyJys76/T5M4qpmIoMuAg21jbyoJlZmfsO7zOezMljBSdQs54MuAjlff3nT/tp29K/f/1m4X8LuAh9nnzKuVRplUrlWdZDrAaVD5T9w8eObNWn3Vsfjl6wdEGFwOAGkfV9vHxvsZ8nWncUOxGNtZvWGQwGxRR2kZuebNNFNu7HLQUAALeJOi4AAAAAAAAAAAC3T2+Vc8xKfVVrHWJQ2efbVLji9rqV9pJ19m677M0a7cVrhubn6q4m63My88u0yy/TQe9YyWDlptxTPp4+5raNrY1s5OvyZePUuTjZ6P/awOvfm5qepvybLm27jHrlzVNnTi1cuvCPdctFz859u+rVrOdcqrR5TMzpWNnIys6q2a729TtJSUsVy3MX4uWqh7uH5dbg8kHKv9Eb9LfYGuBb3nJ1QI/+4iRj4oxnlZaeum7LevES7fDgsI9HfxjgF3Cz/fh4+TaIrL91z7ZLyZd37d9dq1rk2k3rRL+tjW37Fu3kmLu/pQAA4D+jjgsAAAAAAAAAAMDtUumyrPITrQ2nVYopR6KyNmjK5ttWynLpn+Y+Kdfun4SHPjcr72JsXkZuRtic7JAvtG5t9bZ+Bo2jck/ZWtuY22rVNc99DAaDXqe7xXuTU5KV22BnY1upQsX3Ro5t1ail7Pli5pcy7yLp9fpb7yElLcV4PopBrubk5ii3Qav/5+TzcnNvMdLF2cVytYxbmTmfzxoz/J2q4VUs+4/HRr84aog8mZt5onUn2Vi/Zf2u/bvl5EfNGjR1dXZV7t0tBQAA/w11XAAAAAAAAAAAAG6PwaDRnrPOj7bS5FoZzuaprolQ6K3cslz6q9JybHIPG/R6XWaqXm+fF/653qWO8jCoVCo/X79TZ06J9s9fzzNPLfTfqNXqsSPGHDlx9MKlC2L1068n1a4e6eXupRjLnxTUknEp7bzhl3U320N5Hz/ZSEhMsOz/YuZUg15X3s+/ad0mbq5lxIFkv1abbx5z62CKlZV1kR47W7tu7buKV0Zmxt6DUTv27Vyyellubk5SStLy9Sv7dX/6ZrsyxllcXFPTUjfv+FtTuNtOrTrKxr29pQAA4E5RxwUAAAAAAAAAAODfqXRXbHJ2OVxdpM6P1+dmlMpZaqs7qDakK4XlSQStVfk8u/oGlY1iMOhzs3VuTbWlIsVblYekUa0GsrFl1xZz5/uTx/V4qfebH47avneHciecHJ3eGzFGtjOzMr+Y+ZVse5RxrxxWWTTSrqRHHdonO/O1+b2H9Hl2+ID/ffreedMsRX6+/nLTwWOHDkcfke3T507PXzx/zqKfPpk6SVEZb5STg5N5k/nQW/Zsu8WJ2Vj/k3ERJzb+849eePOl1n3apaSliHNuWr/JqJff7PvkU3JA+pW0W+7KplPLDqJxKfny0pVLRMPbw7teRF3zgHt7SwEAwB2hjgsAAAAAAAAAAMC/sMneYZexxjo/Vq0zTUaTl61O2+ukidVqfHLtm+TaNzao7Y39KlWefaTj1d8UJcugstOVilRsXJWHp+cT3ef+Ps9gMEybNT3xUmL9yPrb925ftvYPsenM+TPDnhuq3KE6EXWeaNVRTlS0euOarm27iB7R7v1Er7HR74nGyA/e6NutT0C5gMUrF5+MixE9GZkZXh6eohEeHFa7Rq3d+/eI9otvvtSsYTN7W/u/tv2Vb6rX0q55WzcXN9GoEFhBHmvB0l+0On2NStVWbVy9cfum2zxDRwfH0+dP7zu8X7RfeGvIE606BPoF7j9yYNm6P+SA6pWr3XoPXdt3nbtonmjk5BknSOrUqoNGozFvvee3FAAA3D7quAAAAAAAAAAAAPwLrU1Ynn2kXu0iVw3a/LyE6LzTe3OvqPNU5YyFWwrpNF46dSnjGCsXvUPgQyziIvh6lZsy9jNHB0fRXrRi8Rvj3xJLuWnMq2/7+/opd27EC6+5OBcEdz75epJMqHRs2f7FvoNE40rGlW/mzBj98ds79+0Sq/b29h+P/tBKY/yPrtVq9Xsj/hdQrrxiio+s+mv14lVL0q6ki9Xyvv5vDXlD7rNL2yfKmyq+aHXaBUsXjJ7wzsbtm17uP+S2T1B5f+R7gf7izitxZ099+cPUER+8Pvu3OalpqaKnTdPWjes0vvXbxRnWqFzdvNqlzROWW+/HLQUAALeJjAsAAAAAAAAAAMC/0Gtcc5w6pnpOznR+RlGstFeS8mxqZNTcnBM0Tu9QSVH9U+dDtLU2oca3qJ31dv7Kw9a0fpMfJ3/fo2O36pWq2draiR5vT59xb3zQpW0X5T9xcXYZPvAV2T597vTcRT8pxvo1qsHPvvT5B1M6tGwfEhisMs06VK1i1a8/mhoeEm5+r4+nz7yv5vTu3KtCYEgpp1JiV5XDKr/09As/TpkpUyOKaUakGZ9+Y06ilPP2/eSdCYP6DFRum59POXGUt4eNjqxa07Osh52Nrb+vX/3IehNGf/jhW+NuZw+dW3eSjboRdXy8fItsvee3FAAA3CaVwWBQAAAAAAAAAKBkMZjo9XqdTpefn5+Xl3dxTWN9brJHtaHuVYcpACzIJwWmPy96rVaXl5//7rIJW+J2iM5edXsOan4H2YLHgUabWDplsiFh45Xgb/WlIm44xi5jRankrzIyPHPCphmsHBUAivLSzJfjLseJxguR/VuHNrOzs7WztbG1tbaxtray0mg0akGmo0oY+RurMyr4jY0eMSw3NsazZbvQoW8qAHAvbHu6sy4r075b79IdutjbF98f2CPzwsXvoq7cMNtyPexMbG1tbWxsrApP9F/P00oBAAAAAAAAAADA7dFpXPNtQlT28Qabcjcbk29TyaCo9bblCbgAeISc2LLl6Pr1l+PiLp065VC6dNmAAPfg4NrdupUpX948RpuTM65BAwcXl9EbNiglVOzOnbOHDKnYrFmfKVNkT/yRIxu//bbnhAk2Dg6HV6/+5e23X5g1y69aNeXOvV+njl6rLdJp7+LiHhBQxt/fr2rVGp06WdnaKnco/ujRHT//fCYqSpuXJ/cgTrjdiBEN+vVT7jODwXBk7doTW7d2++AD2XNy27a5Q4dWbtWq96efKsWM5UcpVsVnIT4RWyendzdvVvCIIOMCAAAAAAAAAABw21S2OpW7oVQ9xcrhZkN0NuV0iqPBKVwBgEeBXqf785NP9ixaZO7JzchITUg4uW3brl9+6fHxx5WaN1ceY/Neey0jOVm2Qxo0UKlU0Zs3/7eMi1Q+IsLKxsa8mpednXjixNn9+/ctW3Z0w4Z+X32lUqtvf29ZaWmzBg8WH1kpd3dXX1+NtbXyAF2Kjf1l9Oi7uRsPkuVHiUcUGRcAAAAAAAAAAIA7kOvYzOBkbdDcokaLVb51Ra1jZQUAHgU75s/fs2hRaU/P5i++6FmhgkdwcM6VK4knT+5csODktm2/jxlT7vffxVbl8eATHv7ct986ODvfcKtdqVL+NWrE7tjRauhQ5b/qNn68q4+PZY9epzuwfPmyjz6K2b79yLp1Vdq0UW5bwvHjuRkZ4qwG/fCD7EmNjw+sVcutXDkFt6TSaMRnfUeJIjx0fFoAAAAAAAAAAAB3QG/lZtCUuvWYq97/05d6NP6jdgA4tnGjWLYbMSKya9dyVarY2NuX9vQMbdSo75QpflWr5mVn712yRHls2Ds7B9aq5Vmhws0GhDVpknDs2JWLF5V7R63RRHTuXK9PH9E+9tdfd/Te/JwcsXSxCM24+vqKS3D28lJwSyqVStyogJo1FTw6qOMCAAAAAAAAAABwj6lUPIIB8MjIycgQS2dv7yL9GhubJoMG7Zg/X6fVFtmky8vbPn9+zPbt8ceO+YSFlY+MbNC3r13p0v/s88qVPb//Hn/kyIXo6IyUFGdPT/fAwFZDh5YNCJADov/+e97w4W2GDy8bGPjXN9/kZWWFNm7c/vXXZz7//Jl9+8Zs3brrl19ObtmScPy4Z4UKlVq0qNOjh5WdneU5ZKakiHM4u39/YkyMOIfA2rXr9elj6/hPkS25q3FRUfuXLTu8bt35w4fF0UPq1WvQr5+Nvf3N7kbszp2zhwyp2KxZnylTDq5Y8duYMbL/w0aNxPL9XbuC69ZdYzCc2rmzRufOd3msImRxl6y0tNu8THHT5FkJ4lTFq7Sn5xsrV2745puN337bbsQIcXSxad3UqZt/+OG5b79VW1ntWrjw3MGD1nZ24ioaPPOMy7XlZLS5ubsXLRKXdu7QIRdv7/I1a9bt3fsW9WCWffSRnOJK7HNszZqBtWqJo1ie+d+zZ5/esyf1wgX/qlVDGzWK7NZNrdFY7uHw2rXH/vrr/MGDKo3Gr3r1iE6dgurUUW5OXnJY48atX31VXJe4z+UjIjqNHu3o5nbrr9wNP0rjsk4dWyendzdvtjztddOmnTtwIO3CBY/gYHFW4rtXpnx5BcUD/4IFAAAAAAAAAAAAAI8vn4oVL548uX7q1A5vvSUe6ltuCmvcWLyKjM/Pzv6mXz/xltIeHs4eHnF794rX+YMHn/36azng7P79C958MyM5WbS9w8MVlepyXJx4nY6KGjxvnospTKMyjUw4dmzdtGl6U4YmMyXFfIgFr79+9sCB8ObNa1WuHL1586opU+J27+4zebLaquAB9+E1a5aOH5+bmWnr5OQZEpIQHX1q9+5dv/7ae+JE/xo1LM/271mz1n75paObW9ny5ROOHxfndmzjxhd+/NHK1lb5Nx4hIS0GD94yZ05eVlbTQYM0VlYqtdorLMzVxydm1y7LjMvdH0uI2b5dLC1LyNz6MsX5iNNLOnv24IoV4j5XbNbsFnka8RltmzNHfBZeoaGXT5/esWDBgVWrBn3/vXtQkBxwKTZ2/siRKefOaaytfcLDM1JSts+bt3vRovYjR9bu0eOG+8GBqHYAABAASURBVAxt1Eicw86FC8VnWrNLF2eLCa0ST56c2rNnZmqquF0qU6RJvLKvXm0ycKAckJ+TM3/EiNidO0XbPTDQ2s7u4PLlB/78M6JLl67vvXezqxDnLxa5WVnzhg9PTUgQ7XOHDjm4uv7rV+6GH6VBry+ye/GWmc8/n5WWZm1rK/aTlpgoboK4wJYvv9x4wAAFxQAZFwAAAAAAAAAAAAB4fDUZOPDk1q2ndu+e2rNnQGRk9Q4dgurUcfX1vdn4/Nzc/Jycgd99V75mTZVKdfSvvxa8/nrMjh2X4+LcAwPFgJWffZaRnFyzS5e2w4fbu7gopvzKwlGjTu/de3DlSplyMJh2dXjNmpB69dq9/npuVpaVtbX5EKf37Xvmiy9kSY8mAwbMGTo0+u+/dy9aVLd3b9GTnZ6+fOLEvKyszu++W/PJJ9UajcFg2D5v3qopU1ZMmvTS3Lkqtdq8q40zZvT9/PPwJk0UU3WZmYMGXTh+/MCKFZFduyr/xis0VLx2/fqrOFbjAQNsHBxkf2Dt2sc3bdLl5WlsbCzH/+djJZ89+9e334p9Wtna1unVS3b+62WKozd78cVjGzceXLHCPShItG9xCHFuLV9+uWG/fuIQYj+L/vc/8a7NP/7Yffx4OUB8ainnzok7LIbZlTJOyRe7c+eiMWNWTZ4c1rhxaYv8ill406bie7Jz4cJS7u5Fjp585kyFhg07jR4tBhj0+tVffLFt7tzdv/3W+LnnVKacilgV+w+qXbvL2LHyy5Zy/vyid9/dt3RpaMOGlVu1uvFlGIxfHPFFcvPze3batDLlyyedPi12+K9fuRt+lEUyLmJ16fjxWWlp4iaI/ci6QUc3bFj8/vtrv/zSv3r18hERCh42tQIAAAAAAAAAAAAAeFyV8fd/ecEC8eDfqUyZ03v3isf8//fEE5+1b79k3Liz+/ff8C3tRo4MiIyUYYVKzZsH160rGhdPnBBLvVbrV61a5VatOo4aJdMGgqObWxVTauHq5cuW+7G2te358cfGGWGqVjWW3yhUs3Nn85w1Yied3n5bNHb98ovs2bFgQWZqar0+fWp17y7nvhFn0uCZZ8RBE44dO7JuneUh6vTuLUMngl3p0uItohF/9KhyF0Lq1ctKSzt78GCR/ts81v916jS2Zk3L1xdPPnlwxQobB4cn//c/89xAd3SZ/6pc5cpNBw2SFWXEfho9+6xoJBSe26ldu2J37vSpWLHDm2/KgIsgPtYmAwfm5+b+PWuWcofUVlbdx42T4RWVWt1yyBBxdemJiZmmUit5WVl/z56tsbbu/uGH5jSVuHD5QW/6/vt/3b84z5D69V19fCo0aHBHX7lbOLJ+vfjCl69RQ+zHPDFWpRYtWgweLBqbZ85UUAyQcQEAAAAAAAAAAACAx5pTmTKtX331jZUrB37/vXiiXz4iIiMpKWrJku8HDlz8/vvanJwi44MLAyiSR0iIWGZfvaqYwg0d3nqr96efWhemBLLS0o5v3nz20CHR1ublWb7Rt0oVcyjBUsS10wD5Vq7s6uNzOS4uPTFRrF44flwxFVMp8i4Zi5FbzcrXrFnkShVTKRrlLoQ0aGBlZxe7Y0eR/ts8lri9wXXrBtWubU6TlKtcud3Ika/88ku1Dh3Mw+7oMv9V+chIy9XS7u6KacKggmMdOyaPZVkCRzHFXIxbo6OVO+RXpYqDq6t5VXwZ3AMCRCP7yhWxvHTqVF5WlndYWCnTaZh5h4c7uLgknjihveUHpFKpgmrVMq/e0VfuFi6fOiWWlVu3LtJftU0bsbwYE6OgGGCuIgAAAAAAAAAAAACAMSsQULOmeDV78cXczMzjGzeunTp137JlednZvSdONA+zK13a2t7e8o0aK+NzZ4NOZ+6JP3IkdufOq5cvn9m/P9EiIVFkdhhHixiEpbLlyxfpcfbySk1ISI2PF43ks2dFz/wRI2743pTz5y1XS5Utq1x7jdefxp2yK1WqfPXq0Zs3txo69D8cq9v48a4+PqKh1+ni9uxZOm7cxZiY8ObNZafZHV3mvyp6bqbCMPrCc0s27W3rnDnidf17L58+rdwhRze3Ij3ybsgjppgu7fzhw2OvTQX9c8S4OMu6PkXYOzub66yY3eZX7haSzpwRy9JeXkX6HcuUsbK1vXLpUm5Ghq2Tk4KHiowLAAAAAAAAAAAAADymUs6fPxsVJZ7rB11bmsXW0bF6x47lIyKm9up1ZO3aq2+8YS65oVb/y2whqz//XEYlbBwc/KpWrd2jh2dIiE6rXfnZZ0VGqkxJi9tnMBjM7YCaNTXW1tePcb42o/CvZ/vfBNert+aLL1ITEiyDKXd6LLVGE1y3bs8JE75/7rl1U6daWVs36NevyJjbvMzbOdYttspppzwrVHC6Lpvy36hufStMhxOXcH2Y6XZcfy23/5W7BZmGuWEmpmCuqDv8uuJ+IOMCAAAAAAAAAAAAAI+pM3v3Lv7gA+PUOddmXCQXHx/3gID4o0fTL14sMq3MzSSdPr11zhwbe/sX58zxCA429+9YsEC5bVcuXXK/tmCGnKVIBjvcypW7HBfXfPDgQIsJax6wsCZN1nzxRez27bW6d1fujl+1ak1ffHHjjBlrvvpKfApeYWGy/0Fepquvr1hWadWq6QsvKPefPFzZ8uX7T5+u3LV78pUTyvj7i+XVS5eK9GcmJ+dlZdmVKmVzbfkiPBT3JbMGAAAAAAAAAAAAACj+ykdGqlSq2J07zx8+fP3W1Pj4S7GxolFkGp1bOLt/v1gG161rmTYQTm7ZolhMjnNrRzdssFw9d/BgakKCZ4UKbuXKKaZ8iVge37SpyLuWT5w4pWPH3b/+qtxbpqIjRbgHBpbx94/evFm5F5oOHOhTsaJeq1324YdiKTsf5GWGNW4sluJyLCvlCIdXr57YsuWSceNu9kbVjW7OvxIXK75R4mO9cvGiZX9aQsInLVpM79s3Pzv79vd2B1+5W56tmyl5c2TduiL9B1etkvtXUAyQcQEAAAAAAAAAAACAx5RbuXL1n35aNOaPGLF38eLMlBTZn5eVdWjVqpmDBuXn5kZ07ux421PYyHIvSWfO6PLyzJ2bf/jh5LZtopGfk3M7O9kye/bxwvjIxZiYpaaMRbPCEiMRTzzh7OW1c8ECuU/p8OrVu3755WpSUnC9eso9ZWNnp5gmdSrSLw4Uu3u35WX+Zxpr627jxqmtrM4fOSKuXXY+yMt0Dwqq3Lq1OPqGb74xx1wuxcYunzQpMzU16OaFZKxsbcUy/eJF7e19spLGNCtTXnb2sg8/zM3MlJ05V64s+t//stLSfCtXtr6Tiim3/5W72UcpVWze3NXH58y+fX9+8on5co6sW/fXt9+KRp1evRQUA8xVBAAAAAAAAAAAAACPr7avvWYwGLbPm7d0/HjxKrK1fEREx1GjbntnSlCdOgE1a56Oipo5aFBoo0ZXLl8+ExV1OS7Or1q1cwcPZqWm3s5OSnt4zH/tNTc/PzsnpwvHj4vTq9enT+VWreRWjY1Nm1dfXTR27NyhQwMjI9VWVvm5ubKYR7dx48S7lHuqjL9/yvnzM59/3tnTc8A33ziVLSv7w5o02fXLL6f27KnQoIFy1zyCgxs/99ym777769tvw5s1E6sP+DKbvfCC+KTECURv3uzo4iJ6xIeoy8+v3aNHtQ4dbvau0mXL2jg4XLl48asePVx8fJ4zxUFuR80uXQ6uWHFi69ZpvXrJSYIuxsZmJCWVq1y53ciRyp24/a9ckY/SwXSZZnalS3cbP/7n118XH+u+pUu9K1ZMu3BBVpppOWTIQ5wYC5ao4wIAAAAAAAAAAAAAjy+VWt3+9dd7TZwYXLeu2uqfKgm+lSp1HDXquW+/tbmTohoaa+unv/ii4bPP5mVlbZo5M2rJEgcXl14TJgz89lu7UqXOHzqUc+XKv+6k6wcftHn1VUcXl5T4+OB69Xp8+GGHN9+0HFC1XbuX5swJqVcv/eLFM/v3ZyQnV27d+sU5c6q2bavca21HjHAPDMzNzExLTBQHMvcH1aplZWd3r6YrEpo9/7xHUJAuP3/J++/LYioP8jI9Q0JeWbiwWvv2ury8cwcPXjp1KqBmTfGt6PT227d4l7gDXf73P3sXl9SEhNT4eOW2WdvZDfz++6aDBtk7O1+Ijo4/etTV27vdiBF3+n1T7uQrd7OP0qx8RMTLP/9cuVUrZ2/vC8eOiTOJ6NLlpZ9+alpYQwgPnarIfFoAAAAAAAAAUAIYTPR6vU4nHhPk5+XlXVzTWJ+b7FFtqHvVYQoAC/JJgenPi16r1eXl57+7bMKWuB2is1fdnoOaD1RgkpWd5WDvoOBBedxueEZmhpOjk1JyvTTz5bjLcaLxQmT/1qHN7Oxs7WxtbG2tbaytraw0Go1aUKlUSokjf2N1RgW/sdEjhuXGxni2bBc69E0F15n5/PNn9u0bMn++d3i4AuD2bHu6sy4r075b79IdutjbF98f2CPzxJ9rg67cMNtyPexMbG1tbWxsrApP9F/Pk7mKAAAAAAAAAABAcfHiqCF7Duy59RgnR6fNi/5S7tDZ+HNPPt9NNMq4lln78yrlDi1dvXT5hlXfTpwu2otWLP7oy4/9ff2WzPxduXPmM7HkUtrZ1cVNnFudGrV7PdGjtFNpy62dBnRJSEwQjV+m/xwSGKI8BixvuNT+mY4Xky4pJfEmJF6++PFXn3Ru06lVo5YKAAC4OTIuAAAAAAAAAAAAN5WSljLm07E7onaGB4fJnsphlRRTVCUhMd7Hy1e5F9KupItX3Nm4PQf2rNm8ZtpHU93dyiqPpetveMm2fP2KSdMnX8m40rlNJwUAANwSGRcAAAAAAAAAAFBchAaFaNRq8+rOfbtko0pYZUcHR9m2tbFRHqBTZ07tiNpp2RMaWMHNxS0lLWXPoX2d7y7jElm1psZKk5qWejklKS09TXbGxMX+b9LY6R9PK5Hztvyr6294yfbnuuVXMq4oAADgNpBxAQAAAAAAAAAAxcUbL71ubmt12jod6xf0D369WsWqyl3w9/WLWrVbuRfUanXNKhHrtqzfd3h/59Z3VXtjwtsflS2s15KSljJt1vTFq5aI9q59u8X+WzduJTf9OWupAgCPh+dnzlQA4CbIuAAAAAAAAAAAgEdGdk52y16tc/JynRydNvyy1kpjfNIRn3j+iQFd5YC/fl3vXKq0HNm0ewutTuvo4Lh+4ZrESxeffL6b6C/jWmbtz6vk4Ny83GVr/1y9cXX8hfj0K+neXj4B5cq3bNiifYt2sobKmEljV6xfKQcfj42u2a62fHtElRqmjEuU5bm17tMuOTXZxdllw8K1a/9et3LDqgPHDvp6+jSq2+jZ7s/Y2drd+tLcXNzeffXt2DOxB48dEqtLVi01Z1w6DeiSkJggGr9M/zkkMER2Ho4+snT10iPRR88nxoudB/gFhASEdG3bpUJQiOVu9xzYs3j10j3795RxK1uneq1BfZ8J9zo6AAAQAElEQVSfNP2zP9YtF5tmfvaduBDReP6NF/Yd3i/3/8UPUw8eO+hgZ9/ziR4Dez8nOsW1rN20LvbsqYSLF9zdypT3LV85tFKvzj3FCctDfPB/H4ozEY25X87Oz8//5c9f9xzY6+7mXrtGrWd7PCOGrd64Zs3mtXsPRvn7+okjDn7mRXt7hxvehJvd8CLDdu7btWjF4r2H9pb38a8bWffZbk8X2eH5C/EL/1i479D+hEsXKoaE16oW+XS3vjbWt6oANPTdV7ft3S4aS39YvPfgno3bNx08fiTA179B7QZ9n3zK4boT3rzzb3FRR6OPXk5JqlihYpWwys907ePmWsZyTEpq8uzf5u45EHXhcqJOp/Xx8A4NqtC5befIqjXF1rizcd1f7GUe/NaHo8Vy1Ctv9X6ipwIAAG6EjAsAAAAAAAAAAHhk2NvZN6jdYMPWvzIyM/YfOVCrWqRijHHsNQ/YGbWzTdPWorEjaqdWpxWNhrUb3DDckJOXO/TdYVGH9pl74s7Giddf2zYePnH0rSGv3+I0IqpGiOXZ+HMJifE+101XNHPBD9NmTZft1LRUYxhl1bKZk7/zcvdUbkmtVvft2vfgsbdF+8DRg/nafGsr6xuO3LF354gPXs/Ny5Wr4m4kpSQZ4yyrlsz5vx/NMZfPv/9yzm9zZftyStLxmOObd21xc3G92QmM/+KjQ8cPi8bVjKvlvP1E47v5M6fP+cY84PyFePHaumfbms1r502dKz4Oy7f/8sevKzas1Ol0oi3O51jMsS27t1YNq7J0zTI5QNwK8Tp19vSX4/7vP8/E9NPv85et/UO2xe3df/TAll1bf5j8nfle/fLnb5O/mSLunlzdvneHeK3auHriu58ElCv/r/v/es701RvXyPb+dOP+l6xe+sUH/xdcPkh26vX6j7/65PeVi81vEXdevMRlvjN0dMtGLWSn+G4MGDlI3AfzsOiMq9GnTvy5fsWE0R/JbykAALgjagUAAAAAAAAAAODR0bhOQ9nYGbVTNvYe/Keeyr4j+2VjR+HWxnUa3XA/m7dvlgGXpvWbvP/62K8+/GLEC685OTqJngVLFxw5cVQ0mtVv2qVtFzne3a3s4Gdfeqbb06IdGlhBVjHZYxGRkdLS06bNmt4gsn7/nv2b1mssOy9curBpx2blNoQWlmnJys46G3/uZsO+/HGqDLjUqFRdHKhLm86+pqhNbm7O4tUFExsdPXnMHHAJDw7r1/3puhF1Tp87HXXdOZvJgEtIYLC1lXWj2g2SUpK+m/e93NSyUYuBvQe0a97W0cFRrJ4+f2bL7q1F3v7H2j9DA0PFgRrXKbjwU2dOLV2zLCzI2Fknorbs3Lp7qywbc72b3XBLy9b+IXYlrrpFw+YyKHMk+siaTWvl1oTEeHPAJdJYvqVPlbDKon0yLmbitE+V27B645qybmV7d+ndsUUHOxtb0z4TPpk60Tzgh4WzzAGXRnUa9e/xbKUKFRVT4Gb0hHdi4mLkprm/z5cBF3EOE0Z/9H/vT362+zNi1WAwTJ4xJTsn28XZRVygv6+fHC/urVitHFpRAQAAN0EdFwAAAAAAAAAA8ChpWq+pSvWRwWDYsW/XKwNeFj27D+wxb406VJB32bbHOO+Mlcaqab0mN9zPuQsFCZKwwNA2TdvY2dg2rNUgNLBC2pW0QP/AoPKBYlOrRi1dSjnLiXjKuJZ5se8g+Ra1Wl2zSoRpuqL9nVt3KrLnJ9t1GfvaGNn+36fvLd+wwni4hLPKbXAu7WxuizO54Zh8bX7fJ/vEnYtLSUsd8+rbGo1GdP61bePr494UjQsX4+Ww2b/OkY22zdp89NZ4cc6ivfCPX28R9XBxdv3u02+CywddTLrkYO+QnZ391stvnok/XcalzIBe/eWYyd9Omff7z4ox+XGhyNu9PX1mTvlO5kKGvP3Kzn27jJ0e3j9M+V5WfBn4+qD9Rw6IxvnE8zVNtXCKuNkNt9SyUYtJYwoSJx9MGS+LxByLOdaxZQfFWERnlgy4vDJgyPNPDZTDPvzi499XLhbns2vfrjoRdZRb8vMpN/fL2aWdjDNePdujX99hz+h0ur2HovYc2FOreq20K+nm3M9bQ15/qstToiEGjJk0dvXGNaIx8etJ302aoRjL/BR84nVq1G5Yq6G4/+KrGBQQ7ObiGuQXIG6IeIkL3HdonwwztWjYXFy+AgAAbo6MCwAAAAAAAAAAeJS4OLvUrBKx91DUkegjySnJVzKuXEy6pJiqj8TExZ6Mi0lJTU69kh6faIx61KoeKUuzXC/Iv2DqmW/nfz/nt7nVK1evWbVmjUrVmjVoamtKadxaRJUapoxL1PWbmjdo9s9RTFkZ4erVq8ptUKn+qcGvzdfecIy1lXWnVh1k22AwHD15bNeB3Tv27pA9mdnZsnHy1EnZ6NPlKRlwEXp16jF99jfipt1wz+2bt5Ez8niW9RDLMm5lenTsJjfl5uXuP3xg76G95gI52dlZRd7euE5Du8Jb51HGXTYa1KpnntLI29NbZlyys7KU/8pylp+QgIKyN5mZBTs8HhMtG3Vq1DYPqx9ZT1Ze+Xv3ln/NuHTt0FUGXIQKQSGN6zTauH2TYpyn6Xyt6rU2bd8oMzRVwirLgIug0WhGDXlzw5a/xCbxzUxLTxPfUvHRbzd9KMPHjnRxdq1VtWbNqjXE1ywsKMz8cdwmuU/lLnh5eFUOraQAAPCII+MCAAAAAAAAAAAeMY3qNNhrqteyY9/OrJyCSMfzvZ97+xNj9ZQ9h/ZdvHxRdjap2+hmO2lct1HrJq3Wbl4n2jl5uTv37ZJ1R1xdXN8fOfZmMxyZRZjKkJyNP5eQGO9jmifIzL0w3iE42DvIhs6gV25DVlaGuV2qVKlbjPxr28Zf/vj1yImjGZkZlv2m2XuMlUVOnz8jezxMgZXCrSpvD6+bZVz8fcsX6cnLz/vtz0UrN64+EXtCZjssd1VksKfFgWxsbGTD29P7n07rggSM3mBQ/isfT59/dmhbcJR8XcG5nToXJxv9Xxt4/XtTbyMp4uPubbnq7eklGxcuJYpl7JlTcjUsONRymIuzi5+v3ynT1uMx0fUi6w7o0V98o2LiYhXjDFap67asFy/FNG/Ux6M/DPALUG7b9/Nnyi/nf/Zkuy5kXAAAJcCdpUQBAAAAAAAAAAAeusZ1G8vGzqidcnIiz7IebZq2KeVkDIXsO7J/R1RBUZMmhSOvZ6Wx+uTtj78YN6VhrQZ2FoVbUtNSh48dsevfIgWhgRXcXNwUU6SmyCYba+t/jmJlrdyJ04UT3Gg0moBy5W82bOL0z14f9+bOfbsyMjPCgkK7d+j6Qt/n5Sa1qRKMQTGYMyiGa+M1Wr32Zrt1KeVsuZqTmzPojRc/mzHlSPQRg8FQs2rEsz36dWjZXm5VaYo+ZrrhxVpb2Sj3lK31PztUq645B3GSep3uFu9NTklW/k12Tta1+7wmymOu8XOLlI5eMd7wMm5l5nw+a8zwd6qGV7Hcejw2+sVRQ1LSUhQAAHCHqOMCAAAAAAAAAAAeMUH+QYH+gXFn43bu2yWTBnVq1FapVHVr1Fm3Zf2ufbsSEhMU02wyRSqsFCHe0rhOY/HKy887eOzQ3oNRS1cvTTTVgFmw7JeCSW2uq1YiqdXqmlUiTNMV7e/cutM1u1VUyn+1fe922ahZNcJcA6aIIyeOLly6UDEle6ZPmCYrgoir/k6ZKU9MMSV4vD295X04e/6ct0dBbZLMrMz4hPibHd3a+pqQyq9/LjocfUQxzfUz4e2P5Aw+M376Tm7VqO/Pf0qt+u93T3yg5mIqP389Lywo9D/s5Ez8OcvVxEsXZMPX2/hdKudd8I06ceqE5bC09LQzhYVzQgMryIadrV239l3FKyMzQ3y7duzbuWT1stzcnKSUpOXrV/br/rRye8SnrAAAAOq4AAAAAAAAAACAR1Hj2g3F8nJKUlJKkmJKhJiWNcQy7mxcbl6uaDSs0/AWe/hu/sxX3h3WoV+nTTs221jb1KoW+dIzL7w7/B25Nf1qumxYaQr+g2HzbDhmEVWMh9t3OEq5R7bs3vrbn7/L9tNd+95s2LGTx2UjvEK4ecobOXmTYpGwqVOjtmwsWlGwT4PB8Nk3U3JMN+eGrK2v+a+jj8cWHKhuRF0ZcBF7+OdAdxFGuYVb3PDb0ahWA9nYsmuLufP9yeN6vNT7zQ9Hbd+741/3sHTNsqsZV2U79nSs+S1+3n5iWb9w/4ejjyxYukC2dTrdxOmTdKYSMk3qNirrVjYzK3P85x+98OZLrfu0S0lLcXJ0alq/yaiX3+z75FPyLelX0opcr06rVQAAwC1RxwUAAAAAAAAAADx6GtVtNGfRT+bVyGq1jMuqtSzHNKnb6BZ7yM/Pk/GFD/5vfJc2XWpUrhZ7JnblX6vk1mrh1WRDzn8knDl39uOvJlhbW785+A3ZE2EK1pyNP5eQGH/rgjE38/aEd62srPQGfeKlxISLF3SF8+w0iKx/i1mWPN3dZWPT9s2fzZjcuE7jQ8cPf//zD7IzT1sQDenarsuSVUtFY92W9WMmjfX19Nl9YM/+IweU2+bh5iEbs36dYzDoKlWo9PuqJXsO7Ck4UG6ech/c4obfjp5PdJ/7+zyDwTBt1nRxV+tH1t++d/uytX8Yd3j+zLDnhv7rHlLTUgePfqVpgybxCefXbd0g81KVKlSsEl5ZNDzKuHdo2X7F+pWi/en0ydv37gryD9x9YPfRk8dEj52N7ZtDXhcNRwfH0+dP7zu8X7RfeGvIE606BPoFipu/bN0f8ijVKxd+wUoVXO+sX+acOhsXHhLevEEzBQAA3AgZFwAAAAAAAAAA8OiJqFzDpbRz2hVjtRXPsh5yBpkKQSGuLq6paami7e3hXTGk4i328FzvASfjTm7a8XdaetrsX2fP/vWfTYH+gQOfGiDb/r5+bi5uKWkpWp32t+XGgiiDn3lJ5jBCAyvITXsO7ev8nzIu5poolny9fN8ZNuoW76pXs171StUOHD0o2vMXLxAv0bC3t8/OzhaN+AsFUxFVDa867LlXvvrROM2NzGQInVs/cTzm+Im4k6JtZaVRbqlHp65L1/6Rlp4qXl/MnCo7HewdsrKzRONC4SQ+99Ytbvjt8PUqN2XsZ2Mmjc3Myly0YrF4mTeNefVtsfN/3UPzBs02bt90LOaYuUecz/sjx1pbFUzkNPrlt5JTknfu2yXaf+/6W7xkv4uz67vDRosTkKvvj3zvtfdHxp2Nizt76ssfploeok3T1o3rFGSYKleovOqv1aIRfeqEePXr/jQZFwAAboa5igAAAAAAAAAAwKNHo9E0Lqx0Ui+yvrm/Xs26stG8YdNb78Hezn7Ke5P/773Jjeo08vf1s7Ox9XL3jKhSY8QLr82aMtMcqrC2sh735vuhgRUUY/YlqGOLDjq9Xm5Sq9U1qxhLuchyHXfJSmNVJazy0Odenjd1zq2rwohT+mr8F8906xvoBclJkgAAEABJREFUHyjug6ODY4uGzb/+aGpD0zQ6Fy5dOHLiqBz5XO8BH48a37hOYxdn1xqVqoudvzfyf+b9ONg7Krfk61Vuzuc/tm3WxtvDW6y6u5V9sl2XX6bPd3J0Eqvb9u7Iyc1R7rVb3PDb1LR+kx8nf9+jY7fqlarZ2tqJHm9Pn3FvfNClbZfbeXubJq1nf/6DuGoXZxdx4WJvP301JyQwxDxAXP70CdO+HP9559ZPiI9A3P9a1Ws9/9Rzv81Y0LJRC/MwP59y876a8/aw0ZFVa3qW9RBfMPE1qx9Zb8LoDz98a5x5WI9O3bq06SzOU3zl6kbUqRAYqgAAgJtQGQwGBQAAAAAAAABKFoOJXq/X6XT5+fl5eXkX1zTW5yZ7VBvqXnWYAsCCfFJg+vOi12p1efn57y6bsCXOOIlPr7o9BzUfqODRtGHrX0mpyc5OpcqWcY+sWlN2ig+67dMdklOTNRrN5t822Ns7KDAZ+u6r2/ZuF40Joz9q26yNgnvtpZkvx12OE40XIvu3Dm1mZ2drZ2tja2ttY21tZSW+j2pBpVIpJY78jdUZFfzGRo8Ylhsb49myXejQNxUAuBe2Pd1Zl5Vp36136Q5d7O2L7w/skXnh4ndRV26Ybbkedia2trY2NjZWhSf6r+fJXEUAAAAAAAAAAAAlUMyZ2G/mzJDtUS+/GegXcCzm2NY9O5JTk0VPjUrVCbgAwEORn529c+FCg6I0HjBAuddmPv/8mX37hsyf7x0ergAlDhkXAAAAAAAAAACAEqhnx+5rNq09deaUaE/8epLlJhdnl1cGvKwAAB6GfcuWrfnyy0b9+ysA7hAZFwAAAAAAAAAAgBLI1dl17hez/ly/Ys3GNZeSL11Kupybl+vi7NqkTqPBz77k5e6pAAAAPFLIuAAAAAAAAAAAAJRM9nb2PTt2Fy8F/2bqR18qAACgeCPjAgAAAAAAAAAAAABAAW1OzrgGDSo0aPDEu+9unzfvdFRUakKCf7Vqtbp3D2/aNCst7a8ZM07v3XslKck3PLz1q696h4dbvj0zJWX7/Pln9+9PjInxCQsLrF27Xp8+to6OcutX3btfjosTjS2zZ4tXsxdfbDF4sFjNuXJlz++/xx85ciE6OiMlxdnT0z0wsNXQoWUDAuQbT27bNnfoUDE+tFGjnQsXxu3Zo9Fo/CMi6vbuXa5Kleuv4tDq1UfWrInbt8/Nx6dc1apimHlXUuKJExumT78UG5uZmir2EFCzZt2nnrIrVco84LsBAxKjo99au3btV18dWbfOKzRUHL18RIQCPDxkXAAAAAAAAAAAAAAAuEZeVtbM559PT0x0DwzUaDQntmyJ2b6996RJG77+OunMGe+wMJWixOzYcf7IkeGLFzu6ucl3HV6zZun48bmZmbZOTp4hIQnR0ad2797166+9J070r1FDDKjTq1fsjh3HN20KiIwMql1bdp7dv3/Bm29mJCeLtjExo1JdjosTr9NRUYPnzXPx9jaflRi5+YcfvENDq7Vrlxoff3DFiqPr1vX9/PPgunUtT/7PCRPOHTpk6+hYtnz5hGPH4o8ePbx2rThPc4RFvHHR//5nMBgcXFw8K1QQA2J37tz5yy9dP/igQoMGcoxKUKt/Hzv22MaNYlUM6DR6tAI8VGRcAAAAAAAAAAAAAAC4xpn9+z2Cgl6aO9e3cmVdXt5vY8YcWbfu55Ejw5s2fW7GDAdXV4PB8Nu77x5atWrvkiVNBg4Ub8lOT18+cWJeVlbnd9+t+eSTao1GjNk+b96qKVNWTJokdqVSq+v27q1SlOObNpWrUqXZiy/KY6387LOM5OSaXbq0HT7c3sVFMRWDWThq1Om9ew+uXCl3Lp3atSu8SZPekyZprK3FatTSpUs++GDpuHHDFi2ytrMzD0s8caL7uHFV2rTR2NgknT49a8iQKxcvHl6zplZ34+x1ov3np5+KTU+8/XZE586iR6/Vbpo5868ZMxa///6wX3+1d3YWneLk87KzT27f3uV//xNXHbdnT5ny5RXgoVIrAAAAAAAAAAAAAADgWm1HjPCtXFk0NDY29fr2lZ2dx4xxcHVVTGVOwho3Fo2Uc+fkph0LFmSmptbr06dW9+5qjUaOafDMM5VbtUo4duzIunU3PIpeq/WrVk2M6ThqlAy4CI5ublVatRKNq5cvWw7WWFt3GDVKBlyEml26iHNIu3Dh2F9/WQ6r07t39U6dxGmLdtmAgFpPPikaiSdPyq1bZs/OuXKlft++MuAiqK2smr/0UuWWLTOSknYvWmS5q/p9+kR27Wo8nzZtFOBhI+MCAAAAAAAAAAAAAEBRAZGR5napMmXEsrSHh5OpIcmwS3Z6uly9cPy4WAbWrl1kP0F16pi3Xk9tZdXhrbd6f/qpuRBLVlra8c2bzx46JNravDzLwaENG1pOXSRUbNFCLOP27r3miNeeg0doqFjmXL0qVy+dOiWWVVq3LnImlU2pmkuxsZadgaaTB4oJ5ioCAAAAAAAAAAAAAOAato6OlrP/qEx1WRzd3CzHqFQqy9Xks2fFcv6IETfcYcr588rNxR85Ertz59XLl8/s358YHW3uN+j1lsNcfH2LvLG0h4dYpickWHYWOU+NlTEYoC/c1eW4OOOurs3KCM6mHnNZmoJdFZaWAYoDMi4AAAAAAAAAAAAAAFzDPB/QnQqoWfOG73X28rrZW1Z//vnWOXNEw8bBwa9q1do9eniGhOi02pWffVZkpJwC6XoGg8FytUj4pgi9Tnf9W252CLUVoQIUI3wdAQAAAAAAAAAAAAC4W27lyl2Oi2s+eHBgrVq3/66k06e3zpljY2//4pw5HsHB5v4dCxZcP/jq5ctFeq5cuiSWpT09ldvmHhiYmZKSnpjocG2NlvQLF8TScjImoLhRKwAAAAAAAAAAAAAA4O6ENWkilsc3bSrSv3zixCkdO+7+9deC9WuLrJzdv18sg+vWtQy4CCe3bFEsJhiSYnfuzM3IsOw5tGqVWFZo0EC5ba6mCY8OrV5dpP/wmjViGXAnAR3gASPjAgAAAAAAAAAAAADA3Yp44glnL6+dCxac3LbN3Hl49epdv/xyNSkpuF492WNtayuWqQkJcrWUu7tYJp05o8vLM79r8w8/yJ3k5+RYHiIzJWXxe+/lZmYqpimHNsyYEbtzp2+lSpVatFBuW63u3VUq1Y4FC/YsWiR79Frt+unTj/71l13p0tXatlWA4oq5igAAAAAAAAAAAAAAuFsaG5s2r766aOzYuUOHBkZGqq2s8nNzZZmWbuPGufn5yWFu/v5ieWTt2q/PnAmqW7f10KEBNWuejoqaOWhQaKNGVy5fPhMVdTkuzq9atXMHD2alploewq1cuRPbt3/aqpV3ePjlM2ey09JKubt3/eADcSzltvlVrdrhrbdWfvbZso8+WjdtWtmAgEuxsTlXr9o6OvYYP97B1VUBiisyLgAAAAAAAAAAALgzefl5KpXK2spaeTxkZWc52DsoAPBvqrZrVzYgYO2XX6acP3/l8uXSHh6VW7du2K9fuSpVzGPKR0Q06Ndv54IFiSdOeIaGaqytn/7ii43ffXdyy5ZNM2ca9Hq/atV6TZhQsXnzia1bnz90KOfKFbvSpeV7vcPDew8c+Pfs2ad27nRyda3RoUP9p5928fZW7lDd3r3FrjZMn55y7tyFY8c8Q0KC69ev1a2bs5eXAhRjZFwAAAAAAAAAAADui04DuiQkGqei+GX6zyGBIcq99t5n7/+xbrlojHrlrd5P9LzFyL6vPHM8Nlo0vp04vVb1WsrdOXjs0LjPP/zu029cnQv+W/8xk8auWL/yds7kkZOTmzNj7ndaff7rL45UADwerOzsxkVFFel09fG5vjO4bt3rO73Dw5/9+mvlltqNGCFe5lVbR8e2r70mXkWGvbNp0/XvFfvvNWGCchPPz5x5fWdY48bXn6d/9eoDvvlGubkXZs1SgGJGrQAAAAAAAAAAAAC3Z/K3UwaMGHjqzCnlMXDkxNG+Q/vN/m2OXq9XAADAw0YdFwAAAAAAAAAAANyueb//rDw2tu7ZdvrcaQUAABQPZFwAAAAAAAAAAADuiz9nLVXupw/eeF+8FAAAgMcDGRcAAAAAAAAAAID7otOALgmJCaLxy/SfQwJDRKN1n3bJqckuzi4bFq5d+/e6lRtWHTh20NfTp1HdRs92f8bO1s783pTU5Nm/zd1zIOrC5USdTuvj4R0aVKFz286RVWuax7z32ft/rFsuGqNeeav3Ez3N/Tv37VqyemnUwSgvD68m9Rr37/nsDU8vMyvz56UL9xzcc/xkdKB/QLWKVft1f6asW9mbXc6iFYs/+vJj82rL3m0sL80sPvH8rF/m7Nq/29rapnb1Wv269fXx8r2b4wo/LPxx6o9fi8b7r7/nWdbjj3V/7j9ywMbapl7Nek937e3rVa7I+OhTJ5au/uPgsYNx5+KC/IPCg0O7dehaMaSi5ZjcvNxla/9cvXF1/IX49Cvp3l4+AeXKt2zYon2LdiqVSgxo/0zHi0mX5OCflywUr7bN2kwY/ZECAA9DhQYNxkVFKcDjjYwLAAAAAAAAAADAgzZzwQ/TZk2X7dS01MPRR5auWjZz8nde7p6iJyExfsDIQUkpSebx0RlXo0+d+HP9igmjP2rTtPUt9jz52ynm6YQupyQdOn54577dmdmZRYbtO7z/rY9GJ6cmy9UDRw+K1x/rln/w+nuN6zRS/qs9B/bM+OnbtPQ0uXrqzKnVm9bOmjLT39fvnhx3R9SOVX+tNq+ePnd66Zql740Y26ZJK3Pn0tVLP/ryE61OK1ePRB8Rr99XLhnYe8DL/YfI/EpOXu7Qd4dFHdpnflfc2Tjx+mvbxsMnjr415HUFAAAUP2oFAAAAAAAAAAAAD1Baetq0WdMbRNbv37N/03qNZeeFSxc27dgs23N/ny8DLk936zNh9Ef/9/7kZ7s/I1YNBsPkGVOyc7Jvtufte3eYAy6hgRWe7dGvXs26ew7sOZdw3nKYVqf9ZNpEGTQJKh8kjtKwVgONRiNO7L3J465mXL3hzsNDwgY/+5J5dUCv/mLVzcXVcsz6LRvKupURO+zSprNLaWfTxabO+W3u3RzX0qq/VltbWbdu0uqpLk95lvUQPdnZ2R99+XFKYWhm76GoD/7vQxlwqRhSUdyBxnUay1s3c8GPv69cIodt3r5ZBlya1m/y/utjv/rwixEvvObk6CR6FixdcOTEUdHo27Vv3Yg6cnyNStXFxTZv0FwBAAAPD3VcAAAAAAAAAAAAHrQn23UZ+9oY2f7fp+8t37BCNM4lnJU9Z+MLGnVq1G5Yq6FarW5ar0lQQLCbi2uQX4C9nf3NdmtOk7Rr3vbDN8eJN5o6f/r8+y8sh636a83JuBjRqBtRZ/qEabJz+foV/5v0Xlp66vzFP7/U78Xrd145tJJ4fTNnhlzt1/1pV2fXImO8PX1mT/nB3t5BtJetrfH+5HGicfTksbMFIQYAABAASURBVLs5riWNRvPj/82sVME469DLz7707GvPnT53+mrG1d9WLn6x7yDR+dUPU+XIts3ajH/zAyuN8VnYwqULJ07/TDS+mPll8wZN3Vzczl04J4eFBYa2adrGzsa2Ya0GoYEV0q6kBfoHBpUPlBeYnZu9c98u0a4YGi73DwAAHiLquAAAAAAAAAAAADxozRs0M7dlokK4evVqkZ7hY0e26tPurQ9HL1i6oEJgcIPI+j5evrfY7bkLBfVanun2tAy4CN07dC0yLPrUcdmoG1nX3NmwVgPZ+HvXFuW/alqviQy4CBUCQ2QjMyvjXh23Ya36MuAiODk6dW33pGyfjzdmVs5fiD947JBoWFtZjxrypgy4CL279K4SVlk0MjIz9hyMEo0g/yC56dv537fo0XLI2698N3+mWq1q1qBpaFAF8xsBAECxwv9CAwAAAAAAAAAAPGjuZdzNbYfCUIjOoJeNAT3679y3KyYuVjHN9bNuy3rxEu3w4LCPR38Y4Bdww33ma/MvXLwg2z4e3uZ+RwdHf1+/s/HnzD1nzxdEYb78/ivxKrKf5MJ5f/4Dbw8vc9vG2lY28vLy7tVxvT19rl0tONyFyxfFMuZ0jFwt51POxdnFcmTFkPDD0UeMY+JOtmnSqnHdRq2btFq7eZ3oycnLFXdb1mtxdXF9f+TYxnUaKQAAoPihjgsAAAAAAAAAAMCDZmNtbW5bWVkX2VrGrcycz2eNGf5O1fAqlv3HY6NfHDUkJS3lhvtUqVTmdm5+nnJzer3uFlsvJV82GAzKf2JjY2Nuqy3O514dNysr03K1yHhbG9sb9l97DsYgkZXG6pO3P/5i3JSGtRrYFb5LSE1LHT52xC5T3gUAABQ31HEBAAAAAAAAAAB40FSK6tYD7GzturXvKl4ZmRl7D0bt2Ldzyeplubk5SSlJy9ev7Nf96evfYqWx8vfxOxN/VrTPxZ/1LOsh+8UeEhIvWI708Syo8vLWkNef6vKU8qDc/XHPJZy3XE28dFE2ypmmcPItnMgp/kL8lYwrpZ1Km0cejj4qGxUCK8iGSqVqXKexeOXl5x08dkjc5KWrlyaa6sEsWPZLnYg6ym18TAAA4EGijgsAAAAAAAAAAEAxkpmVOf7zj15486XWfdqlpKU4OTo1rd9k1Mtv9n2yIBSSfiXtZu81hzz+WPunufO3lb9rdVrLYQ1qN5CNv3dtNXcuWbWk04Auw8YMX7B0gXJz1oVVZ7S6WxVluaG7Oa60/+iB/UcOyHZWdtaS1ctk28+3nFj6+/oF+gcqpmmbJkydaL7qhUsXHos5Jhpe7p6N6jQUje/mz3zl3WEd+nXatGOzjbVNrWqRLz3zwrvD35Hj06+my4ZGU/AoTau944sFAAD3HHVcAAAAAAAAAAAAihFHB8fT50/vO7xftF94a8gTrToE+gXuP3Jg2bo/5IDqlavd7L1d2nXetne7aPyxbrm1tY2Hu0dmZsZPv88vMqxxnUaB/oFxZ+O2793x8jtDu7TpfDbh3NxFP5kqviS0btr6FqfnUtr5ckqSaHz0xUeBfkFd2j4R4Beg3J67Oa7ZyHFv9H6i19XMK39t23zhYoLosbW1a9esrdza98k+H335sWis3rjm7PlztWvUijt7+u9df8utw54bKm6vaOTn54lzEI0P/m98lzZdalSuFnsmduVfq+SwauEFd7hUYSWYDVv/crB3FNfev2c/BQAAPCRkXAAAAAAAAAAAAIqX90e+99r7I+POxsWdPfXlD1MtN7Vp2rpxncY3e2Prxq32dNzz6/JFov37ysWys3qlal4eXqs3rjEPU6vVn42ZOPKDN87En90RtVO8zJtaNmrxRKuOys1VrVh1w9a/RGPzzi3iVaNy9dvPuNzNcaVa1WudOnNqxk/fmns0Gs17r73r4+kjV7t36Hr6fNy8338W7WMxx2T5Fjns+d7PtW/RTq4+13vAybiTm3b8nZaeNvvX2bN//ecQgf6BA58aUHCx4VVkIzk1WQyrHFaZjAsAAA8RGRcAAAAAAAAAAIDixc+n3Lyv5vyxbvmajWvOXziffiXdw93D18u3c+tOLRu3vPV73x42uny58n+s/fN8YnygX0CdGrUHPT1o8jeTiwwL9A+c/cWPPy6cczzmWPSpk2npqQ72Dn2ffGpgn4EqleoW+x/+/KtZ2Vk7onZ6lvWoFFqpjJubcif+83GlIP/Aj0eNn/3bnL93brmamVHex/+V516OrFrTcszrL47s3Krz8vXL9xyKijsXF+QfVCW8ypNtO4cFhZrH2NvZT3lv8uYdfy9aufhs/JlLly+5OLt4e3o3q99MjCzlVEoOCw8Oe23Q8PmL56dfvRIaVKF29VoKAAB4eFQGg0EBAAAAAAAAgJLFYKLX63U6XX5+fl5e3sU1jfW5yR7VhrpXHaYAsCCfFJj+vOi1Wl1efv67yyZsiTNO49Krbs9BzQcqwMP2w8Ifp/74tWj0eqLn6FfeUvAIemnmy3GX40Tjhcj+rUOb2dnZ2tna2Npa21hbW1lpNBq1cDs5p0eO/I3VGRX8xkaPGJYbG+PZsl3o0DcVALgXtj3dWZeVad+td+kOXezti+8P7JF54eJ3UVdumG25HnYmtra2NjY2VoUn+q/nSR0XAAAAAAAAAAAAAAAAFHdkXAAAAAAAAAAAAAAAAFDckXEBAAAAAAAAAAAAAABAcUfGBQAAAAAAAAAAAMXawN7PiZcCAAAeb2RcAAAAAAAAAAAAAAAAUNyRcQEAAAAAAAAAAAAAAEBxR8YFAAAAAAAAAAAAAAAAxR0ZFwAAAAAAAAAAAAAAABR3ZFwAAAAAAAAAAAAA4AFRqVQKANwfJf4HhowLAAAAAAAAAAAAANxHKhMFAO6/kv1jQ8YFAAAAAAAAAAAAAO47y6RL0taNaQejFAC4F3TZWaZ/GuSPTAnO1ZFxAQAAAAAAAAAAAIAHwfzUWZeTI14KANw7apVakr80JTLpQsYFAAAAAAAAAAAAAO4L8YDZYDAohQ+bBbdWbbOr1tBqdYLeYBBLsd1gogDAHZI/LGpTvMUmJFSjMSZcjDEXRaUoJfBXhYwLAAAAAAAAAAAAANx3KtMz5zLtO+bl5efl5+flafPzC7IuAjEXAHfKHHDRaDRWGo2NjbVGoxZt2Wmet0gpQci4AAAAAAAAAAAAAMB9ZHoMbTA9dRb04iG0lV5jsDb2q7Uq0dSLv0zVXBQAuD2FERbjFEWmaIva2lpjbWUl22oZcilpUxWRcQEAAAAAAAAAAACA+6yw3IJaPHo2WGlkp6n6gtpUxIXpigDcscI50BTjb4tGbaXRWFlpTCkXtfzBKXkhFzIuAAAAAAAAAAAAAHAfGau4GAziebNYajQa84Np4yxFGouAi4pSLgDugEr5J+MiYy7Gl1wx5VtUJa6WCxkXAAAAAAAAAAAAALi/TI+ZjTGXwlVjj5WVwVjDpZACAHeosJSLSq1WqU2lWzSmMi4lsoiLQsYFAAAAAAAAAAAAAO4fWcRFPmw2RVxMf4sn0Hq1RbpFRcYFwH8g83Pm2dBkTRcZeTEXcSlJYRcyLgAAAAAAAAAAAABw35ljLuLps8GgqNX/lG8pDLiUwKILAO4ng2WKpbCkyz/FXZQSh4wLAAAAAAAAAAAAANxHspSLYvEc2qJ2CxVcANyVwixL0bzLtVtLCDIuAAAAAAAAAAAAAHB/ycfM5kmLLCcwonwLgHuh6LRE1HEBAAAAAAAAAAAAgIcgOzs77vS5M2fPi6VWq331leeVR5D5kbNFwAUA7rES/PNCxgUAAAAAAAAAAABAsZOXl3f2XPyZs/Fxp8+ePnPu8uVk86YZ0z5VHnEEXADgPyDjAgAAAAAAAAAAAODh0+v1589fMFZqOXP29JnzCQmJBoNBAQCgEBkXAAAAAAAAAAAAAA+IjK3IIiZ5uXmLl6xwc3PJzc07febcufMJeXl5/7qHwAB/BQDwWCLjAgAAAAAAAAAArmGeQeNo/NG5W+YpAHDXUjNTZUNlIhsJFxIPHTmen5+v0+n0ev1tVm0Z/eZQBQDwWCLjAgAAAAAAAAAArmF+zHz4/BHxUgDg3lEVEj82gQH+r77y/NczZmVkZN7m2zUajQIAeFypFQAAAAAAAAAAgMLyLeYSCwBwP4hfGLVarSrMunh6uA95ob+V1e3+l/lhocEKAOBxRR0XAAAAAAAAAAAea+IZs7lwiyneogrzDM7V5ukLGMTfirG4i7G+S4mJv4irydPm6fQ6c4+4NHtrewXAPSV/XmR2ToZa3J3KqNUq08uYdBFDypXz7te3x8xZ829nh8OHDlIAAI8rMi4AAAAAAAAAAEAWcTGIhXjo/HStHj2r5efl5+flafPy8rU6oSDvoljMZPToSs5IOZ92wRxwkQ/dfVy8xDN3BcC9U1gdqqB2i0ajtraysra2Eg1jwMUUfJGNyJpVz55rumbdxlvv0NbWVgEAPMbIuAAAAAAAAAAAACNzlQXx+Fm8rPTiL2OcRa1V6zQ6g0GRBV0eaTn5OYfijydnpJp7HGzsq/tWcnYorQC4P+QPi7Fwi0ptZaWxthYLjfFvU9LFNET81Ki6dmkXn3DhyNHoW+yqapXw2T/9kpWVHVG9SkSNKkReAOBxQ8YFAAAAAAAAAAAYFT6HVqv1evH42VSvxUo8lhbPoUWHsYrLI17BJfpi7N4zB/N1+XJVXGwl79AIvyoatUYBcD8V/LaoVVamGi6ylIvGVMFF1nGRY14Y2HfCpKkXL16+2X5eGPj09G9n7z9wRLy0Wl2jhnUUAMDjhIwLAAAAAAAAAAAwPl02GAziYbNYajQaY5rF2jiHiEan0elMRVwMj3DGJT376vKD686lxpt7XB1dOldr4+XsrgC4z2SExVjGRaVojEyVojRWavOERXLWIkWxt7d/+cX+n3w2LTs7+/r9yKotQ17sn5ycunHztqpVwmX/31t25ublRUZUdXV1UQAAJRoZFwAAAAAAAAAAHncy4GJ6xmwonDpEUelMGReNXq831nSRRLfySBHn/HfMzuUH1+YVlm8RD9pbhDVsW6W5lZqnJMCDYTAHWYwzFqnVpkmK1HKuItW1PypeXh6DnuszdfqP14fqakZUlY0yZVy7d+1o7t+6fXfc6bO/Lvqj/zO9GtSvpQAASi7+7Q0AAAAAAAAAABgVThdSEHMRa8byLaYpikTD+NejJjH98ozNc05eOmXu8XXxernZc+XLlFMAPFgq02+MedIiy4Z5riI5skrl8Cc7t1u8dGWRPQzo1+uGex795tCY2Lg9ew+GVgiSPVu37c7Kzo6MqOrm5qoAAEoQMi4AAAAAAAAAAKCAfOpsqulifPhsLOGiURcUcDF5VKYr0hv0Sw6smrv9tzxtnuyxUmt61ur8VO0ulG8BHjBzeEVmXMxzE1nOUlREuzbNz51P2LP3gLmnVCmnWxwiJDhQvMyrW7fvjj11+rff/+zT+8lmTRooAIBtIo7MAAAQAElEQVSSgn+NAwAAAAAAAAAABdMVKf9Uc5GzF6lF81HJtZidTY7/aNXnxy/EmHuC3cuP6TgyqKy/AuChkoGW62u3XJ906f9Mz7S0KzGxcXK1dmQN5ba99frLO3dFbdy83d/PV/bEnT4rloEB/AgAwKONjAsAAAAAAAAAADC6YcxFblEekQoueoN+7o5F3/09N1+nlT1WGs3zDZ9+tn4PyrcAD1eRFMst0i2SjY3N4Bf6fTTxy9TUNLHau2dn5U7UrVNTvMyrS5atOh4d4+rq0rNbp8ia1RQAwKOJf58DAAAAAAAAAAAFzA+bLcMuRTYVWzGXTo9dNvF44j/lW8K9Qj5+8p2Asn4KgOLnX39VSpVyevnF/p9O+drNzUW5O8/06b5330HxsrOzlT1nzp7X6XRBgeUVAMCjg4wLAAAAAAAAAAAoqvgnWixp9dqZW+Z/+/dP2sLyLTZWNi83G9C/fi+1cbolAI8qf3/fAf161Yqsrtwdd/cy7do0Fy9zzx/L1x46fMzFxblbl/aWFV8AAMUZGRcAAAAAAAAAAPAIi06MHbN0womLp8w9VXzDP+ryNuVbgJLh7gMuN9Sja0c3V5cdu6LMPVevZpQq5aQAAIoxMi4AAAAAAAAAAOCRpNVpZ2ye+8PWn7X6gvIttla2w1o8/3TdbpRvAXBrXl4efZ/q2r1rB3PPH8vXbt+5t1rVis2bNggJDlQAAMUPGRcAAAAAAAAAAPDoOZpwYszSCbGXz5h7avhVHt9ltL+brwIAt8fW1tbcrhheISU1bc/eAxVCAmXGJSMj08nJUQEAFBtkXAAAAAAAAAAAwKMkX5f/9cZZs7Yt1Bv0ssfe2m54qxeeqvWkSqVSAOA/iahRRbxyc3P1+oLflhWr1v+9dVfVKuHNmtQPrRCsAAAeNjIuAAAAAAAAAADgkXHo/LF3l044k3ze3FOrfPVxXUb5ungpAHDXLCu7hIeFXE5K2Rt1MKC8HxkXACgOyLgAAAAAAAAAAIBHQK42d+qGH+bu/M1gMMgeBxuHka1f6hn5hAIA90G1qpXEy7Kyy4aNW/YfOBJRo0qtmtVLlXJSAAAPFhkXAAAAAAAAAABQ3O07e/h/Sz85l5pg7qkbWHNc57e8nD0UALifLCu76HT68/EXok/EJiZe7tP7SQUA8GCRcQEAAAAAAAAAAMVXTn7OF+u/n7/rd3OPk63TG22GdI1orwDAg9W6ZRPxOh4d4+JcWvb8vWXnjl1RkTWr1o6sQWUXALjfyLgAAAAAAAAAAIBiavfp/WOXTkxIv2juaRhc5/3Ob3iUKqsAwEMSHhZibuv0uguJFxf+GhefkNivbw8FAHA/kXEBAAAAAAAAAADFTnZe9pS1M37Zu8zcU9q+1FttXnmiehsFAIqNZk0aiNfx6JjShUVcTpyMPXY8pmaNqn5+PgoA4J4i4wIAAAAAAAAAAIqXHaf2jl326cUrl809TUPrv9fp9TJObgoAFD+WlV2OHD2xas1fK1atr18vckC/3goA4N4h4wIAAAAAAAAAAIqLzNzMSWu+XrxvpbnHxcH57XavtqvSXAGAR0HXLu3r143cE3XA389X9pyKO7P/wJFaNav7+/sqAIC7QMYFAAAAAAAAAAAUC1tidr6/7LPLGcnmnjaVm73d7lU3RxcFAB4dXl4enTq0Nq8ePXZi9dqN4lUrsvoLA59WAAD/FRkXAAAAAAAAAADwkF3NyZi4euofB9aYe1wdnN9/4s1mYQ0UAHjEderQum7tmrv37vf0cJc9KSmpCRcuVqkcrgAA7gQZFwAAAAAAAAAA8DBtjN72wZ+TUzJTzT0dqrYa3W6os31pBQBKBHf3Mh3atTSvbt+5d9mfa+zs7Fo0a9jlibYKAOD2kHEBAAAAAAAAAAAPR3r2lQkrv1x5eIO5x83RdXyXtxqF1FUAoORq3rShi7PznqgDKpVK9qSnXzl7Lr5qlYoKAODmyLgAAAAAAAAAAICHYNOJbWOXTUrLSjf3dI1o/3rrIaXsnBQAKNEcHOwbNqgtXuaenbv3LVq83NbWtmnjet27dlQAADdCxgUAAAAAAAAAADxQWp32szXTf9692Nzj7lTmwydH1wuKVADgsdS4YZ1STo679x4w9+QbaR0c7BUAQCEyLgAAAAAAAAAA4ME5l5Iw8texJy6eMvd0q9nxjdaDHW0dFQB4XNnb29evV0u8zD0HDh797od5FcMr1K8bWbdOTQUAQMYFAAAAAAAAAAA8MAfPHx0yb3RGboZcdbYv/Um3dxsE11YAANfycC/boH6tffsP29vbmTMumZlZjo4OCgA8rsi4AAAAAAAAAACAByHqzMHB897K1ebJ1drla0zsPqaMk5sCALiOv79v/2d6iVd6+hXZc+Dgka9nzA4PC6lbu2aD+rUUAHj8kHEBAAAAAAAAAAD33ZaYna8tHJuvyxdtjVrzcrMBzzfsq1KpFADALTk7l5aNsmXcGjWsE7XvkLW1NRkXAI8nMi4AAAAAAAAAAOD+OhR/bPiCMVq9TrQ1KvWUnh80C2ugAADuhK+vd7++PcTLXNnl0qWk73+c36FdyxrVKysA8BhQKwAAAAAAAAAAAPfN5avJw35+RwZc1Cr1lF7jCLgAwN0wV3ZJTUvPzMqa/u3sd8ZOUADgMUAdFwAAAAAAAAAAcL/kafOG/vx2ala6XH27/TACLgBwr4SFBn/0wehDh49dvZqpAMBjgIwLAAAAAAAAAAC4X2Zsnns8MUa2O1Zt1atWFwUAcE9VrVLR3F60eLmtrU3H9q1UKpUCACUOGRcAAAAAAAAAAHBfnE9NmLVtgWzX8Kv8Qee3FADA/RR3+tzJmFO5uXndu3ZUAKDEUSsAAAAAAAAAAAD3wfvLPtPqdaJha2UzuecH1hr+y1sAuL/eGDG4SuXwNes2paWlKwBQ4vBvkwAAAAAAAAAA4N7bfXr/7jP7ZfvFJv3KOrkpAID778Xnn76QeMnFxVkBgBKHjAsAAAAAAAAAALj35u74VTZ8Xbz71++tAAAeCFtb24DyfgoAlETMVQQAAAAAAAAAAO6x+NQLm05sl+0hTZ9lliIAePDmL1i8eOlKBQBKEDIuAAAAAAAAAADgHpu1/RfZKG1Xqm3l5goA4IHLyMxct+HvjIxMBQBKCjIuAAAAAAAAAADgXjIYDCsOrZPtnpFP2FjZKACAB65D2xZarXbT39sVACgpqA0IAAAAAAAAAADupaMXTmTkFpQN6FClhQIAeBjKlfMZ9FzfShVDFQAoKci4AAAAAAAAAACAe2lH3F7ZcHVwDvEMUgAAD0ntWjUUAChByLgAAAAAAAAAAIB76dD5Y7LRNKy+AgAAANwjagUAAAAAAAAAAODeOZV0Vjaq+VRSAAAP1fwFi9f/tUUBgBKBjAsAAAAAAAAAALhn9Ab92eTzsh3o7q8AAB6qo8dP7D9wWAGAEoG5igAAAAAAAAAAwD1z6vIZg2KQ7YpeFRQAwEPl4uycln5FAYASgYwLAAAAAAAAAAC4Zy5nJMuGm6OLvY29AgB4qJo2rpealq4AQIlAxgUAAAAAAAAAANwz2Xk5slHGqYwCAHjYateqoQBASUHGBQAAAAAAAAAA3DPZedmyYaPhGQQAAADuJbUCAAAAAAAAAABwj2Tn58qGjcZGAQA8bImJl07GnFIAoEQg4wIAAAAAAAAAAO6ZXG3BXEXW1HEBgGJgxeoNn3/1vQIAJQL/fgkAAAAAAAAAAO4Zg6KSDa1eV2TTzK3z9Xq9zqDrUr2dt7OnAgAAANwJMi4AAAAAAAAAAOCOfbpq2rxdi24xIOrswerjWlzfX9W34uAm/RUAAADgDjFXEQAAAAAAAAAAuGNDWzznUdpduXOj2r2iAAAelIH9n5r2xccKAJQIZFwAAAAAAAAAAMAdc7BxeLvdMOUOPVG9bVXfSgoAAABw58i4AAAAAAAAAACA/6JFeKNmYQ1vf7yDjcPIVi8pAAAAwH9CxgUAAAAAAAAAAPxH77QfZm9jf5uDBzXu6+boogAAHqCVqzd8MfV7BQBKBDIuAAAAAAAAAADgP/Is7TG0+cDbGenl7Nmvbg8FAPBgXUi8dOLkKQUASgQyLgAAAAAAAAAA4L/rU/vJit4V/nXYqLav2FjZKAAAAMB/RcYFAAAAAAAAAAD8dxq15r2Or6tVt3ri0CC4dovwRgoA4IGLqF6lY/uWCgCUCGRcAAAAAAAAAADAXanoE9qndtebbVWr1G+0HqIAAB6GiBpVOrQj4wKghCDjAgAAAAAAAAAA7tbQFs95lHa/4aY+tbsGewQoAAAAwN0h4wIAAAAAAAAAAO6Wg43D2+2GXd/v6uD8SvMBCgDgIUlMvHQy5pQCACUCGRcAAAAAAAAAAHAPtAhv1CysYZHOl5s/52jrqAAAHpIVqzd8/tX3CgCUCGRcAAAAAAAAAADAvfFO+2H2Nvbm1aq+FbtHdFQAAACAe4GMCwAAAAAAAAAAuDc8S3uMbP2SeXVUu1c0ao0CAHh4vL08QisEKQBQIpBxAQAAAAAAAAAA90yvyM6R5auLRtvKzav6VlIAAA9V+7Ythg8dpABAiUDGBQAAAAAAAAAA3EvvdRrp4uA8otWLCgAAAHDvWCkAAAAAAAAAANw2g8GgALfk71Zu4+u/K3xbcNtUKpUCAADwb8i4AAAAAAAAAAD+xfVJBbILAO6eOdpi/kkh7ALccz/MXrA36uC0Lz5WAODRR8YFAAAAAAAAAHAr5mfPslFkFQD+M5loMedaREP+sJB0AQAAN0TGBQAAAAAAAABwY5ZxFkk8ei5skHEBcLfMGRcT46+KbMmGAgAAcC0yLgAAAAAAAACAG7AMsuj1+qtnV+WkxxTmWwoGmIsuAMAdsQyylPJvb1s6qDDpYlCr1cRcgHuoQ9sWjRvWUQCgRCDjAgAAAAAAAAC4MXP5lryMhIQdoxSDVgGAey378m6vRt+rjVTib0XRE3MB7iEvLw8vxUMBgBJBrQAAAAAAAAAAcC3LWYr0esOl/RMJuAC4T3KT916N36DV6nQ6vfFvvfjZ0TMnGgAAuB51XAAAAAAAAAAA1zA/WtYbGTIv7cmMXyc3uQZ1s3JwVwDgXsi4sDU7+bBopB2ZbOPeWG9QW2k0pi0aczUXBcDd2bf/8IXEix3atVQA4NFHxgUAAAAAAAAAUFThJEWKTqe9HDVOdtqXrepTZ6wCAPeIS0DHk8ufVAx6fXbClZi5pYKfkf0qI425iAtJF+Bu7DtweG/UQTIuAEoG5ioCAAAAAAAAAPzD/FBZThdyJe73/KunZI9P5DsKANw7Nk7+biG9ZTvr1MzczEvGGYv0euPfhdMVAQAAmJFxAQAAAAAAAABcQ85SJJb5OVdSjnwlO50DOti5VlQA4J7yqDpYbVPa2NJlZZz4Jj9fa4y5GDMuBtPvUGFRKQD/lbeXR2iFIAUASgQyLgAAAAAAAACAAvJBsnygLJ4wpx6foc9LGKHOcgAAEABJREFUFT0qtY1XtdcUALjXNDbOHlVeku38xD9z02NMpVx0Muei1xekW4i5AP9Z+7Ythg8dpABAiUDGBQAAAAAAAABgZBFwMdZxyc2IT4+ZJzeVrfSclYOHAgD3QZkKT9k4+YmGSqXKPjlZq9XJGYtkHRcmLQIAAGZkXAAAAAAAAAAABcyzgohnyskHJ6oUnei0snd3rzRQAYD7RKXxjhwlm/r0g9kXN8jpigqmLDL8k8BTANy5xMRLJ2NOKQBQIpBxAQAAAAAAAAD88/BYzlKUdWlX9oWNsser+nCV2lYBgPvGybuRk1d92c6LnabV5spSLv+UcyHgAvxXK1Zv+Pyr7xUAKBHIuAAAAAAAAAAAjMyzFOl0uuQDH8tOO9dw54BOCgDcZ9613lZUxudWhtyL2WcWaAvmKzLIqYoM5jJTAADgMUbGBQAAAAAAAAAed+bHxqbHyforcb/lXy2Y1MAn8h0FAO4/Gyd/t+Dusp1/dk5+dpIp5WIq5GKasQgAAICMCwAAAAAAAABAkRVcxFKbm5Fy5EvZ6Vy+vX3ZagoAPBAe1YaqrR2NLX1OzqnvtFpdQTEXvcE8YxGlXIA7NbD/U9O++FgBgBKBjAsAAAAAAAAAPNbkA2P54Fin06Ucn27IvyJ6VGobr+ojFAB4UDQ2zh6VB8t2fuKfeVdiCmIuMuiiL0i3EHMBAOCxRcYFAAAAAAAAAB5fFgEXY5mEvIyzV2Lmy01lK/a3cvBQAOABcgt9ysbJTzRUKlX2ySky4CJLuZjLTSkAAOBxRcYFAAAAAAAAAB5r5tk/xLPjpP2TVIpOdFrZu7tXfE4BgAdLpbb2inhdtg1XDuZc3GCKuehl0EX8UpmTeQqA27Ny9YYvpn6vAECJQMYFAAAAAAAAAB5T5ofEpoCLPuvSrpxLm2WPZ7XhKisHBQAeuFK+zRw8ImU779TXWm2uMeai1/9TzoWAC3AnLiReOnHylAIAJQIZFwAAAAAAAAB4fJlnKdJp85MPfCw77VzDXQI7KQDwkPhEviMbhtyLOWd+1sqQi94gpyoymMtPAQCAxwwZFwAAAAAAAAB4HJkfD5seG+vTT/2af7XgP/I2P10GgIfC1jnYNbi7bOednZufnWRKuZgKuZhmLAJw+yKqV+nYvqUCACUCGRcAAAAAAAAAeEzJCi5iqc3NSD02TXY6l29nX7aaAgAPlWf1V9XWjsaWPic7doZWqyso5qI3mGcsopQLcDsialTp0I6MC4ASgowLAAAAAAAAADx25INh+YBYp9OlHp9myL8ielRqG6/qIxUAeNg0Ns7ulV+Ube3FFXnpxwtiLjLooi9ItxBzAQDgsULGBQAAAAAAAAAeLxYBF2M5hLyMs1dif5abylZ81srBQwGAYqBMaF9rR2/RUKlU2Scmy4CLLOViLkOlAPg3+/YfXrFqvQIAJQIZFwAAAAAAAAB47Jhn+RDPiJMOfKoY9KJTY+vqXnGgAgDFg0pt7R3xpmwbMo7lJK4zxVz0pqiLTvyCmRN7CoCb23fg8PKVZFwAlBBkXAAAAAAAAADgMWJ+GGwKuOgzLmzNufi37PGqMUJl5aAAQLFRqlwLB49I2c6L+yY/P8sYczGVciko50LABQCAxwkZFwAAAAAAAAB4vJhnKdJp81MOfiw77VzDXQI7KwBQzPhEviMbhtyLOWcWagtCLgY5VZHBXJYKwE14e3mEVghSAKBEIOMCAAAAAAAAAI8L87wesgRC+qmF2sxzcpP5KTIAFCu2zsGuQd1kO//cT9qcZK1WJ/7SmxBuAf5V+7Ythg8dpABAiUDGBQAAAAAAAAAeI+aaB9rc9NRj02Vnaf829mWrKQBQLHlWG6rS2Blb+pys2K+NlVx0ep1eXzBrEaVcAAB4bJBxAQAAAAAAAIDHgrmIi/ineD6ccmy6If+K6FGpbbyqv6YAQHGlsXPzqPKibOsurs5LP24s5aLV6QsUpFuIuQAAUOKRcQEAAAAAAACAks8i4GKcpSj36pmrpxbITWXC+1k7+igAUIyVCRO/VN6ynX1isqmUyz9lXOQ/FAA38sPsBa8MZ0ZCACUEGRcAAAAAAAAAeCyYZ/MQz4KT9n2kGPSiU2Pr6lHpeQUAijeV2tqrxuuybcg4lntxXcGMRSbil82c5FMAAEDJRcYFAAAAAAAAAEo480NfU8BFfzXhr9yknbLHq8ZwlZWDAgDFXmm/Vg4eNWU7J+ar/PwsY8zFVMqloJwLARcAAEo6Mi4AAAAAAAAAUPLJuTwEnTY/9dBnstPONcwlsIsCAI8In8h3C1r5KTmnf9IWhFwMcqoig7lcFQALHdq2eG3YIAUASgQyLgAAAAAAAABQkpnn75BFXNJi5mszz8lNPrXGKIpKAYBHhK1zsGtwN9nOPzc/P/uSVqsz/iWjLoXhFmIugCUvL48KIUEKAJQIZFwAAAAAAAAAoISThQ3EA2BtXnrasa9lZ2m/1vZlqioA8EjxrDpULWdYM+Rnx36tNeVbdHp9waxF1HEBAKBEI+MCAAAAAAAAACWW4R/GIi7Jh7406LJEv0pt41VjhAIAjxqNnZt75RdlW3dpXV7aYW1BGRfJYC5epQAw2bf/8IpV6xUAKBHIuAAAAAAAAABAyWR+xCuLuOSmx2ScWSR7yoT3s3b0UQDgEVQm7GlrRy/Zzj4xyRhx0VmWcaGUC3CNfQcOL19JxgVACUHGBQAAAAAAAABKrMJZioyvpAMfKQa96NTYunpUel4BgEeTSm3tHfGWbBsyY3MSVmm1Om1B1EVnMCiUcgEAoKQi4wIAAAAAAAAAJZBFERdj+2rChtykKNnjVeM1lZWDAgCPrFLlWjh41JTt3FPT8/OzdDq9LOViLueiADCJqF6lY/uWCgCUCGRcAAAAAAAAAKBkklMUCdr83NRDk2WnnWuYS2AXBQAecT6R7xa08lNyTv+kNRZy0ZumLDLIbB9JF0CKqFGlQzsyLgBKCDIuAAAAAAAAAFDSmOfpEP8Uz3vTY3/WZp6Tm3xqjVEA4NFn6xzsGtxdtvPPzc/PvlSQcinIuRQMI+YCAEBJQsYFAAAAAAAAAEogWcDAWMQlLz3t2HTZWdq/jX2ZqgoAlAie1V9Vy5nXDPnZMdOMGRfTjEU6OWsRdVwAk8TESydjTikAUCKQcQEAAAAAAACAEsXwD2MRl5TDXxp0WaJfpbbxqv6aAgAlhcbG2b3KS7Ktu7w+L+2wjLkUMpiLWinAY2zF6g2ff/W9AgAlAhkXAAAAAAAAACg5zI9yZRGX3PSYq6cXyZ6yFftZO/ooAFCClAnta+3oJdvZJyYZIy46yzIulHIBAKBEIeMCAAAAAAAAACVK4SxFxlfSgY8Ug150amxd3Ss+rwBAyaJSW3vXHCXbhszY3AurtFqdtiDqojMYFEq5AABQkpBxAQAAAAAAAIASwqKIi7F9NX5DblKU7PGqMUJl5aAAQIlTyre5g0dN2c6JnZ6fn6XT6WUpF3M5FwV4jA3s/9S0Lz5WAKBEIOMCAAAAAAAAACWHnKJI0Obnph6eLDvtXMNcAjsrAFBC+US+W9DKT8k5PddUx0VvmrLIIDN/JF0AACgZyLgAAAAAAAAAQElgno9D/FM8102Pma/NPCc3+dQaowBAyWXrHOwa0kO288/9nJ990Rhz0RunKzLlXAqGEXMBAOBRR8YFAAAAAAAAAEoIWajAWMQlLz3t+Deys7R/W/syVRUAKNE8qw1TyxnZDPnZMdMKSrnoZTUXZizCY23l6g1fTP1eAYASgYwLAAAAAAAAADzyDP8wFnFJOfylQZcl+lVqG++INxQAKOk0Ns4eVQbLtu7y+ry0wzLmUshgLnalAI+ZC4mXTpw8pQBAiUDGBQAAAAAAAAAebeZHtrKIS256zNW4X2VP2YrPWtm7KwDwGHAL7WPj5Cfb2ScmGSMuOssyLpRyAQDgkUfGBQAAAAAAAAAeeYWzFBlfSQc+kp1W9mXdKw5UAODxoFJbe0W8LtuGzNjcC6u0Wp22IOqiMxgUSrng8RRRvUrH9i0VACgRyLgAAAAAAAAAwCPMooiLsZ2RsCE3KUr2eFYbrrJyUADgsVHKt5mDR03Zzomdrs3L1On0spSLuZyLAjxmImpU6dCOjAuAEoKMCwAAAAAAAAA82uQURYI2Pzfl0GTZaeca5hL4hAIAjxmfyHcLWvkp2Wd+MtVx0ZumLDLILCBJFwAAHl1kXAAAAAAAAADgUWWed0P8Uzy/TY+Zr808Jzf51BqjAMDjx9Y52C2kp2znn/s5P/uiMeaiN05XZMq5FAwj5oLHx779h1esWq8AQIlAxgUAAAAAAAAAHmGyIIGxiEteetrxb2Snc/l29mWqKgDwWPKoNlQtZ2oz5GfHTCso5aKX1VyYsQiPnX0HDi9fScYFQAlBxgUAAAAAAAAAHkmGfxiLuCQf/sKgyxL9KrWNV43XFQB4XGlsnD2qDJFt3eX1eWmHZcylkMFcBEsBAACPFDIuAAAAAAAAAPDoMT+alUVcctNjMuJ+kz1lK/a3sndXAOAx5hb6lI2Tn2xnn5hkjLjoLMu4UMoFjxFvL4/QCkEKAJQIZFwAAAAAAAAA4JFUOEuR8ZV04CPZaWVf1r3icwoAPN5UamuviDdk25AZmx2/QqvVaQuiLjqDQaGUCx4f7du2GD50kAIAJQIZFwAAAAAAAAB4xFgUcTG2MxI25CZFyR7Paq+prBwUAHjslfJt6uBRU7bz4mZo8zJ1Or0s5WIu56IAAIBHChkXAAAAAAAAAHj0yCmKBG1+bvKBT2SnnWuYS2AnBQBg4hP5rqIyPQvLT8k+85OpjoveNGWRQWYESboAAPBoIeMCAAAAAAAAAI8S8/wa4p/iOW16zDxddqLc5FNrjAIAKGTrHOwW3EO288/9nJ990Rhz0RunKzLlXAqGEXNByfbD7AWvDH9HAYASgYwLAAAAAAAAADxiZOEBYxGXvPS04zNkp3P59vZlqioAAAse1V5RyxncDPnZMdMKSrnoZTUXZiwCAOARQ8YFAAAAAAAAAB4Zhn8Yi7gkH/rcoMsS/Sq1jVeNkQoA4FoaG2ePqi/Ltu7y+ry0wzLmUshgLo6lAACAYo+MCwAAAAAAAAA8GsyPYGURl9z0mIzTi2RP2UoDrOzdFQDAdcqE9rFx8pPt7BOTjBEXnWUZF0q5oITr0LbFa8MGKQBQIpBxAQAAAAAAAIBHRuEsRcZX0oGPZKeVfVn38AEKCmnz88RLeRge4qEB3JRK41XzDdk0ZMZmx6/QanXagqiLzmBQKOWCks3Ly6NCSJACACUCGRcAAAAAAAAAeARYFHExtjMS1ucmRcker+qvqawclEfcsUN7Ojb0fvqJasrd2bjm96H9W6k1Vuaet15+Uuz5xNH9t3jX1EmjxJjVf8xX7umhH65Pxg4WF7V14wqlOBHnM+KFDj1aV3j2yZofvj1wxeI5Wm2+3PTT95M6NfLNyc5S7tDp2IgceKMAABAASURBVGPiSsV7r9+UcTW9Z9swsXXezM+u3zp+9HNi0/yZk9NSkkRjQPdasv/c6ZNiVXyaN1wtPmKjD4kTE/dTwb8p5dPUwaOmbOfFzdDmZep0elnKxVzORQEAAMUeGRcAAAAAAAAAeDTIKYoEbX5u8oGJstPONcw5oJPy6Dt+xBjZCQqprNyFowd2TfrglVIubmp1wf/3W9yuk8cPaqysg0JvteeTx4wJmPBKNZX/6vpDP3TRR/aKZcUqkUqxMff7Tz9+9/nEhDPN2nSrXqvRgait0z4b9cUnr8ut5fyDxXc8/myscoccHUsrxj8g+tycovmY3+ZNy8q4IhqZpqWl2OhDO/5e5eBUulvfIcdN9yq0YoTcdOzwHrEMq3Tj1eLj+FHjn5rQ8BoKboNP5LuKyvTHMz8lK26OqY6L3jRlkUFmB0m6oKTat//wilXrFQAoEYpLnBwAAAAAAAAAcDPmeTTEP8Xz2LSYn3TZiXKTT60xSokQbXpaH1b5v6dMhJPRB8QyJPSfYjBnTh3Py80OqxxpZWV9ize+OHycTqf1CwxV7t2hH66UpIuXEs97eJVzK+upFA97d/y14Mf/8/Ip/+m0xWU8vBXTSY54seOGlb927fViUGiV4NCqovPcmZPBYVXvaM9OpV1kIysz09bun5pGqUmXliz8rnBTRpF3zf3+U7Hs0fdlO3uHkNCqE776zd2zoBJM9JFrvo1FVosPGc2pULG6gttg6xzsFtIz5eRC0dbGL8z366bReKvVKrVOJZYqlUalMg4Tv7Mq2QJKin0HDu+NOtihXUsFAB591HEBAAAAAAAAgEeALDBgLOKSk5x+/FvZ6Vy+vX2ZO0sDFFunTh5RjKUy7i7jctwYNKkQ/k/QpCA6828VOCpXr1utZsO7KcFy/aEfrtgThxVjLKMYFXFZMOcLsRz65kQZcBHcynq2f+IZ0di1dZ1Y+voHq1TqUzFHlTtk7+CoVmtEo0gdF3HE/LwcX79g0c7OvibjcuLo/t3b1pV2cXuy9wtitaynj/gCePsGyK1xscZzqFil1g1Xi4/oI/uUu/5T81jxqPqyWs7sZsjPjplaUMpFL6u5MGMRAACPAOq4AAAAAAAAAECxZviHsYhL8pGvDDrjg3yV2sarxkilREhLSUo4d0o0gkOrmDtPHjvw08xJsScOZWZc9fT2q1W/Re9+r5Zydr3hHlYumTt10luyPXn8MPGa/+dhZ9cyMccPKqaMy4mj+1ct++nQvu0ZGWk16zR/bvA7ZT195Pi533+64Mf/GzD43Z79ht7DQ8vr+v3n6ceP7I2JPuhUyiWoQuUXXv3A1y+oyB42rV2yddPy2OhDqSmXPL39W7br2a3vkH8N3KSnJv86b+qebesTL5xzdXOvVrPhgMHvuJZxl1tluCcopJJ5fGrSpZXLftqzY8PZuGhrG1v/gAoDXx4bVrkg/XPuzMnBfZtUql530tdLLI8ivnKiP/5c7GfTl1WsVlv07Nyy5q81v584ui8l+ZKHp2+9Ju2efeEtK2sb81uW/TpzxudjRo//Vhz9+68+OBC1tUnLLq+8MUGcpLi6GrWbXHMV6Sli6VjKONmQuGQfv6AicxWdjj32yrMt2j7x9CtvfLJk4be7tq09efyAX/kKXZ96qVmbbuZhjqWcr6anZGdnmnsSE86uWDLH1s6ha5+Xpn76lvgoLXf7U0ERl1fEAK02v1vLYI3GatG6GHEOuTnZcTHHbGztff2N4Zgiqzf08buDtm5c/vPyw7EnDs+aMUFcwqBh77Xr/Iw2P2/t8oVbN62IizmSk50lrq5Lz0GtOvQq8vZjh/b8Nv/r2BMHU5Mui69lWOWafQa8Jq7Rcow4SXFj1/wxPykpsWr1et2ffrl8YFj82Rh7B6dy5UPMw/7bp/PaO1OSLyfOmfHJof3bRaOMu1dopYhnnn/Dcs8lg8bG2aPaK4lRk0Rbd3lDXlovTZlq4kPXqMU3XSWIP3ZiSSkXlDAR1at4eborAFAikHEBAAAAAAAAgOLLXFRAFnHJTY/JOP277Clb6Tkr+xLyyOrk8QPi+iwn1tm3a9OYEX1s7exq1mnm7FJm57a1i3/+Zve2dV/9uNbG1u76Pbh7+nZ96qXFC2Y4Ojl37vm8nZ2DTJnI8irRR/dP+uAVjZV1QHDF1JRLG9csyria9sFnP8n3yhyMecKXe3XorRtXfDnxjYwrqYEhlds+8fTp2ONiJ/t2//3ptN/Ns95kXEn7fMLI7ZtX2to5RNZt5uzadOvG5T9O//D4kb1jJvyg3NzZuBOjhna7kpYs3uhXPiQu5ui6FQsO7ds2/aeNtnb2SuH0OuFVCuq4nDi6/4NRz6alXPbyKd+yfa/0tOTtm1e9/lKnsRNn1WnYWgzwLRckHvSfP3OyyIHWLl8Qfy62XpP2FavVFl/Crya+ufqPeYqiqtOgVYOm7cXlLJo37eih3ZO+XmLOBJw8vl8s9Trd8EHtszONyZKKVSOtbWzf+fC7IjsXp712xQI7e8eGzTrKnqAKlWVFH7MTx4x7E1+MkS91io0+5FMusKyHb0z0QfGBlvMPDgkv+NQcnUpfTU/Jyfon4zJv5iS9TvtEn8Fl3Y1hpqzMK+ZNxw7u3rvzLxc39yd6DBSrsdGHddr88Mo1Za5InEBebnaViPo3XL2hE8f3u5X12v73qi8/eUP2VI9slJ6aLO65+CDEF6NOw1aOjqW3bl7xfx8NP382ZsDgd8zvnT1jwi9zvhQNp1Iu5YPDxT1JjD+9dcOfU7790zxnU2rSpQ9G9z95bL/YlbgDe3dtPLhvW69+w8Sm0IoR8s7fzaeTdDFh2MDWV9PTKlWrXbdRm4NR2/5ev1R8Q6bNXlfyYi5lKjyVcmJBXsY50c4+Mcm6ziyNTq3TqNV68Qkbf3EJuKDkiahRJUKpogBAiUDGBQAAAAAAAACKtcJZioyvpAMfyU4r+7LulQYqJUVcjGmiIouJdX6a+Zl4zPz13I1ePv5i9cWcrDEj+x49sHPVsnmdez5//R5q1W9hY2u3eMGM8Mo1nxn0puzMz8uVE9+IB/9vjJ3aoGkHWzv7q+mpz3SJiNq5UWy1trFVCnMwIWHV7uGhE+PPfPreELVG88Fn88SAgj1/P+nnH6d8OfHNaXPWy54fvv5w++aVdRq2eev9r+0dHEXPU88Of31IZ9G5ZcOfjVp0Um4k40raO6/1upKW/Mygt3o+84qVtU3G1fTxowcc3r9j7YqFnboNEGNOxRxRqdRyFhttft7E9wanpVxu06nvK29MkFU9LsSffrlfi2mT365Zp6noEafq6xd07szJ7MwMe0cneSCtNn/ezM/Uas3AIe+K1TV//izuZClnt/c/nSPTM+KbOfXTt1Yt+2nFkjkdu/aX74o9cVi8RbzxiW7PPdFjYF5erqvbDcJYe7Zv+OS9wdr8/PcnzTFnm8r5B2/Z8EdOdpadvUPB3qIPieWvP02rVa/5/z7+QVbf+faLsUt/+W7n1rXmjItTKWexzM4pyLiciT2+YdUie8dSPZ9+5bypMEyWRR2XeT9OEcuezwyVoaWT0dd8AU7FXDNtVpHV64kP4nJivKe3/9zvPh3+9hTxNUtNueTtGzB5/LDoI1GhlSLGfPxDGXcvMXLgK2PefLnrbz9Na9a6a0BwRdGzYdVvv8z50sXNXYypWNU4F1JuTtbsGZ+Iq/t13rTR475RTHmU99/qFxN9sGPXAYNHfqRWq9NSksaN7j/n208Ui2zW3Xw6P8/6vytpKSPe/ULWmBFv/O7L98Q5iEO889H3Sgmj0njVfPPs5ldF05AZm5OwQlOuk7iramMZF0WlspIZF5IuAAAUT/99blEAAAAAAAAAwH1lUcTFOGVMRvy63KQo2eNVfYRKbauUFNFH9ynXTqxzKfG8Sq22trKWq7Z2Dv1fHF0lon52VsbNdhITfU05FsX0OF+v04rG+5PmNG/bXRY4KeXsam1trbGyllGPy4nx6alJ3r6BMiRxrw799eS3tdq8l14bZw64CH2fG+nlU/507FFxCMVUamX1H/M8vf3fHj9DBlyEsp4+Tw98XTR2b19/s8PN/vaT1KSLLdr16PPcCHkV4uTbdX5GMc3so5im6UlLuezjFyQv+Y/ffkxMOBNZr8Wroz8zT1vj7RvQtNWTSRfjz5yKlj1+ARXMe5CW/Toz+fKFDk8+6+sfnJebM3vGBNH53sTZ5vIwKpXqqf6viUbUzo2yJzcn+2zcCb1eV69x2/6D33Yr6+nl4y9Pw0x8sefPnPzeG8+It3/4fz/XqNXYvKmcf7DBoI8zJZOkk6Z76x9Q4Z0PvzNPL1XWw9iwKvyMBAeHUooxyFLwGc0xTkVk6Pn0K06lXewdjJGdjMI6LscP7923a6NrGQ8ZBlIKC/mEhBZkXI4f2atYfBuLrF4v+qixMsrFC2dfHT25Tac+4rPwK19BfCU2rPrNrazXB5N+kgEXxfRd6tJjkLjAfbv/lj1ZmVcbNO3wxtipMuAixzRp2UUxRmdSZM/yxbPF3hq37PLyGxNkLRkXt7KDXnlPbq0QZvzW3eWnI7+QtoVlisQb+70wylS6RqOURKV8mjh61pPt3FMztHmZOp1eJ35kjVFCfcHMcEAJkph46WTMKQUASgQyLgAAAAAAAABQfMkpigSdNi/54Key075MVeeAjkoJImME5mfzQuXqdcU1D32ulXhyn3w5UfRUqVFv4tTfe/cffrOdyHIs8pG/FH3UGAmq07BNtZoNzZ2XE+OzszJ8/YJkkYYTsohLeLV7eOjkSxf27vyrrKdvm059LYepNRo5+8y508YpgVb/MV8se/YbWmQKpLCKEWJ5/mzMDY+Vl5uzbsUviqLqN2iUZX/ztt2Xb70w9M2JijHGsce4n8oRctPKZcZZmfr0f61IXQpv3/KmA8XK1XL+xllpzhZOV5SVcXXhnC/tHUs9/bxx/p1tm1akpyZF1GlmTmNI7l6+ao1VfOFOYqIPiu+sUymXPgNGKDcxffI78374zMOr3JQZf4p7a7kpONR0fwrPQXzz5dRFLw0fr7H6pzL9qZOHxdLT28/c4+hkzLjk5mQrpomZdmxe6eLm3vWpl4ybHGX8paCOy6xvPhbLp/q/Zo77FESUKhV8fNFHjImr8Cq1brh6PVlpplrNRnUatDJ3rlwyVyw7dRtQ2sXNcrBPuQCxjD9XcLs6dX/u3Y9nRtRuYh6gzc87GLVVMc2BJXuW/z5LLLs9NdhyP8FhBdOOhFUyfsp3+elUqW78FCaNGzr5w1dPnTDeW3sHR/GdHz1+hlJC+dR+R1GZnpHlp2TFzdFqdcaYi05GXAqqZ5F0wf2kepCvvzZvnzlr4QM+qAIA9wdzFQEAAAAAAABAcSQfr8rHrOK5a9rJubrsRLnJp9a7SgmSknQxLeWyeWIdaegbn4iH/ds3r/plzpe//TStXuO2z78y1suUybgZGTWwzCJEHzMW2GjY7JrlgQrzAAAQAElEQVQ8UMwJY6AhqEJBWY4Y0zw1FcKr38NDx5oSGI2adZRVNyzl5+WJpZwjSU4n1LTlk0XH5OcaxxQmMIo4sHdrXm52YEhlD+9yyk3IGZrCTXM/xZ87FW+Ky7wxpLNySzLjIsbL1V/nTc24ktp/8DsypbHLVFdm366NHRt632InJ44Z72fdxm3MEx4VsWLxnOWLZwWHVftwyvzSLmWKbPX1Dxb3xBy7iTt5JD8vx6m0a+Uada8/ipzuR3J0LC2W+Vrjrftx+odi2ee5kTI85FTaRTHNAST+HB09uOvQvm1lPHzadX5avlGrzT8de8zG1t6vfAXTsOyEc6dc3NzlTFVFVm9ITnXUol13y05ZhmfOt5/IGYVuRnxzvvvq/SMHdur1OnOnnb2xqE9AULhiLA9z7tyZk+5evqGVali+8fLFBMVY0MVdbFLu+tNp/2S/yxfjl/763YaVv4pXWOWa/V4YZZm8KXlsnPzdQnqlnFwg2tr4hfl+3TQab7VapdapTLMWaWQejBmLcH9oFCsn5QHq0/fZPn2VB017RfwZUgDgXiPjAgAAAAAAAADFlCwkIB7Ma3OS06O/k53OAR3sXMOVEuTYYWMRl4DgipYz2jiVdhkz4YezcSe++/K9qF0bt21asW/35v/7foUMIlwvNyc7/lxsGQ8fF7ey5s4Y0xP9KtWLxCOMwRdzqEXGUypY1HG5+0OfOmmMmASFVLl+sCwZUsbdS6/TxcUc8/TxdzAVILEkZ+dxK5zgpojLF+PFMrRiDeXmZAGboJDK5vF+AaGNmne64WDzFEvlg0LFMsGUcUlNuvT7zzPKevo+2esFuTXJtJ8OXfs7XxdMUYyTB3lbXmDtei1veCw5pY61jd17E2eXvtF+1Gq1j19QnKl2i1IYH2nQpL1lziA7KzP+bIytnYN/YJi507FUabn//Xv+Phi11d3L15xiMX2vxNsNudlZv8z5UjFOGjXinyIux42lTcwJEnHrxKq8ddev3pDp81LVadDa3KPTapMvXxDH7dZnyA3fUtn0nTy8f8c7w3uJb0KNWo2rVK8XEBzuF1DB2zfguZ51c7IzZYEW+fEFV6haZA/nzxhzS6EVC0r13OWnI25v/8Fvd33qpVnffLx+5a/RR6LGvNZ75LtftuzQUym5PKoOSYtbptdmKYb87JipVlXGaTTiC6hX6/QqI2NAjYALAADFDRkXAAAAAAAAACh2DP8wFnFJOvSFQZcl+lVqG6/qI5SSRQYy5BN9IeF8XNKlBN9yQWU8vP0DQ8f/38+iZ8pHrx07uGv2NxPGTPjhFjsJtSjHkpVxNf5cbGmXMkVKsJw8Jgu3FGQajpmmSZIlZO7VoRPijTERK6ui/x/4Q1HbU5ISvXzK+/oFXbxwTpufe/0YYfO6pWIZWbvZDQ+XkZEulkWiDOJiV//5s69/UJ0GrcQX5sTR/Ta29kEVjMmM7KwMxTStzzOD3rR8S1pK0tUrqV4+/rKojGLMwRhDPDJUMX/WFHF6/V8cbZ5HKTvb+A1s1b63eQokKS7mqItLWdeyHnJV1sWJrNv8hid/4tj+jKtp9Zu0L3OTBI9iLLFTOdr0oSimAIpiMemSdPK4KaVUsbplmRwnJ2fFmHHJnfOtcbamfs+PsrKylptUKpWDU6msjCvHj0bt3fmXh5dfm459LPYm55kqCDkdNyWuwirXvOHq9VKTLydfSggKrers+s8nIqdMEorcc71OdyrmiI9voAw2/fD1hzpt/htjpzZv+08NmLNxJ5IuxqvVGjl/Vn7ejYv6bFpv/JKEFWZc/vOncyUt+fSp484uZcsHhZV2cXt19GcDX/nf7BkTViye/e1X75XsjIvGxtmj2iuJUZNEW3d5Q15aL02ZauJLpVGLP0OmkIva+OWhlAsAAMWKWgEAAAAAAAAAFCdyliLZEM9ac9NjMs8ukT3ulQZa2bsrJYss2hEUWlD1ZOtfy98e1mPN8gXmAT7lAoe9+alSWLvihk6awhDBof+Uu5DRk/BKRdMJx49GiYfXsnjJxQvnsjKu+PqHyBIy9+rQbmU8jTtPPGc5THyUc783xi/aPmGcMcLF1Vj05fLFBL1OZzlsz/YNB6O2OpVyadCsww0PV7assSZHUtIFy84lC7/9/qv3dm1ZI9rxZ2NNkxkV1MXx8Q0UyzNxx83fK8X01fps3NDBTzdZ9utMc6etnYO7l29yUuKF+NOrls0LCa/eol0P81ZvU1QoLvaI5XEP798xtH/Ll/s3l6kOsRQ3ytcv+PriNFKVGvWWb71ws7SQVM4/WNyWHFNoQ5a0CQ2/pmjNiaPGjIs53iHJOi5RuzZFH9lbPrhi82tnDnI0nc8fvxmP23fgSLVGY94kS8WEFGZc5DRP5mmziqxe78SxfYoxIlPdslNcvlNpV1OBn1OW/b/M+Wr4wLaffvCyXI2JPqhWaywDLsKy34yfSEBIJZku8vD2UywmkCp44/EDm9cZfxNCKxfcmf/86VyIPyO+8zM+/5+5x6mU88uvT3B2LZtxJTU1+bJSopWp8JSNk59sZ5+YpNWZiD+reouYIQAAKE7IuAAAAAAAAABAsVM4S5HxlXTgI9lpZV+2bKXnlJJFPEyOOWGcLcgcRikfZJyAZuPa3y2fr8eaxgSHVbvZfk6ZgjJuZT3NPdFHZbWPa+IR8WdjszOvBoZUkkU+ZE2XkLCq9/bQTVp2Ecs/Fv2Ynpps7vzh6/FHDuz0Cwjt1mewYppAp0HTDrk5Wb/M+co8JjH+zP99/JpovDR8vL2D4w0PZ0rnqLb+tTz5UkHM5VDU9p9nf+7o5NxngLHGz7HDe8QyMLhSwUUFh/uUC7qcGD/rm49lnkan1c74/H/7dm/y8CrX4clnLXfu519BXPuvc6fqddrBw8dbbqrfuJ1YLpj9+bnTJ2XPmdjjH77zvGg81f81maeR6ZOQitWVm4g+su9g1Nbky4nKzZXzDxbf/biYo1ptvlhqrKwDQipZDpAT7hT5ZB2djBmXA3v/FstnB71lWeJFcHAwpjp2b1vn6xfcsn2va/cmJ6uqXniGxsItwYWJqyKr15NzXYVWKnrJDZt2FMvpU969mp4qezatWTz3+0/F5ciPSShT1kuv1x3et8P8rmW/fr9yyRzRKB8YKnt8ygWK78ypk4f37d4se8RtH2+67YpFtuY/fzq+/sEqlfrIwV1yq3TxwrmrV9LKevpazvxVMqk03jXfkk1DZmxOwgqtVvz5kFEXncFQkDgk6QIAQPHBXEUAAAAAAAAAUIxYFHEx5j+uxq/NTYqSPV7VR6rUtkrJEn829kpaso2tfaBpYh2hTsPWTVo9uXndkmefjKge2SisckRaStKaP3+2s3fs9czQm+0nK/OqWM765uMNq38bOOR/4l2yPkeF8Gue6Ecf2WfZGXPClJYoDArcq0MHVajcu//whbO/GPRUgzoNWnt6l9u5Ze3p2KMVq9V5+4NvrArnnXlp+PjDB3bO/X7izm1rqtaon56WsmndEoNe//Ibn7Ro3+Nmh/MLqPDsi6PmfPvJy/1bNm3ZJfHC2b07Nohn9aPHf1PGw9t0jaa5nyym13n5jQljR/b97aepq5b+FBAcfjHx3OXEeE9v/4+//NXe0cly5+XKh0Tt2rh2xcJ6TdpXrFbbclOzNt3W/LngYNSWwU83DQypZOfgePzQHoNBL660S68X5Bh5z0PDb5xxEd/n0cO65+Vmf/j5wlvMVSQr4pw7c9La2lqnzQ+vUqtIYEXOLmSe3EpycCyoTRISXr1ek3ZF9im36vW6p/q/Zrm33Jzss6eiHZxK+/oHi9WUpIuXEs97eJWTiaUiqzd0w0ozQr9Bb+7atmbfro3PdIkIDq0iDiS+AOJ7PnrcN+aPpsczr3z92egP332+w5P91GpNTPTB3dvWBQRXEiNLlXaVY1QqVb9Bb308ZtD/RvSpXb+lrb3Dtk0r6jdpt/XSBS+f8qWcC4b950/HqZTzsFGffvnJGyNeaB8SVk187VVq9apl8/Q67bODRj0Oc/Q4+TR29KyXedGYNMo9NcPWo7lGU1qn0av1csoiNXMVAQBQrJBxAQAAAAAAAIDiRU5RpNcbdNq8lIOTZKd9marOAR2UEkdWSQkMqWiZPHjzvWmRdZut/vPnUzFHjh3eExJWtWufwZ27Dyzr6XOz/fR6ZmhM9MGUpMTTMcc8TdO7nDhqjLNUrlbHctiJ46biLuaMi2maIcsczD05tPDsi6PdPXx/mfvVxjWL7OwdxX5GvPt5i3Y9LS9T7POrH9Z8P/WDrRuXnzx2wNPHv2W7Hr2fHe7hXU65pd79h3t5+/82/+s1yxeUdnFr2KzjUwNGBBWGhOJijdPrVKxSyzw+onaTiVN///ar904e239CHMirXPenX3nm+TfkbDiWypUPMf7DYBg45N0im8Rj/vFT5s365uMVS+bGxRxxLetZNaL+M4PerFy9rnmMTJ9cH/iQzpw6npdrnDSnyDRDRfj6B9vaOZw/G6vTahWLWYSkjKvpiQlnSruU8fC65i45lXKRjReGvX/9Ph0cnOTVNWvbzbI/NvqQ+NMWElpwiNgTh42nVznyhqs3dDL6gI2tfZFKM4JrWY8vZq6e8fmYrRtXiNvu7unbpNWTg14ZK3NIUseu/Z0cS4vP8defponVStVqT/hqUVbm1fGjByQn/VPqpmHzjqPHzfh59ucHoraKj3X4qMmBFSpt2fBHBYuKLHfz6bR94mn/gDBxGrEnDi777YfygaGNWzzRpmOf0Eo1lMeDT+13Ti5/UjHolfyU7NNzNBWGaDRqtUqvNvond0jSBQCA4kBFgTUAAAAAAAAAJU/hXD96nU6Xn5+fl5d3cU1jfW6yR7Wh7lWHKcWV/H/YFgRcdLrkY9+nHf1Sbgpuu8DONVwBANxrF/ZOTDn5s7Glsnaqt9DOydvGxsraysra2kpjCrzIgAsxF9wjGsXKSSnxtFfEv9coAHCtI/PE/0Vj0JUbZluuh52Jra2tjfjfXSv5v7nqf/1fW7UCAAAAAAAAACg2zOkcbU5yevT3stM5oAMBFwC4TzyqDlbblDa2DPlZJ7/SanU6nV5nTEmaIocmClCc/Prrr126dClbtmxwcPAvv/yiAMBjg4wLAAAAAAAAABQLhn8YS7kkHfrCoMsS/SqNnVf1EQoA4P7Q2Dh7Vhks2/qkv/LSDsuYS6GCjAtJFxQT69ev79Wr17Jlyzw8PEqXLl2qVCkFAB4bZFwAAAAAAAAA4OEzPzqVRVxy02Myzy6RPe4Vn7Oyd1cAAPeNW4XeNk5+sp19YpIx4qKzLONCKRcUIxs3bhTLt99+++jRo/v27Wvfvr0CAI8NMi4AAAAAAAAAUCwUzlJkfCUd+Eh2WtmXLVtpgAIAuK9UGu9a78imITM2J2G5VqvTFkRddAaDQikXFB9ZWcYybwEBAQoAPH7IuAAAAAAAAADAQ2ZRxMXYvnp+TW5SlOzxqvG6Rit9WAAAEABJREFUSm2rAADuMyev+k7eDWU7N/YbbV6mTqeXpVzM5Vz+n737AGyq6vs4frK7J50USnfZU8AFgihDARcOHKAiooC490IFxS2KioPXhYqKjwNBFAFlyB4CLd2s7tI9M9+T3BJr2btNv58nz/Xk5tybNG0u4/z4/wVwKlRWVqpUquHDhyclJY0cOTIsLGzUqFEFBQXKo1u3bp00aVK3bt1CQkKuvPLKOXPmyJ9A5aFffvlFHvj666/L8Z133inHN998sxyfd955np6e5eXlEydOlEddcsklK1euVA5ZunSpPNuFF17o4+MTERHRp0+fV199teEPc79+/fR6fXV19Ysvvjhw4EB/f//+/fvLOfIh+bxyp3KsPHDevHmNvhD5mp944gk5PyAg4OKLL542bVpFRYUAgNNJKwAAAAAAAAAAZ9uBIi5Ws6mueNuryk73wM6+kTQgAIAzJKznI2m/XCFsVmEurc76VBN/l0aj1qjt5bXUavuFWqVSKVsBnATlR6iiouLyyy/PysqS4zVr1gQF2fsSPvroozNmzJCD8PDw2NjYxYsX//DDD++9997ChQvlhLi4uOeee+73339fsWLFFVdc0aNHjw4dOignVKvVY8aMkZPl3SVLlrz77rvyZ3Xs2LGfffaZ3OPr69uxY8ft27dnZ2evW7cuPz//lVdeafiSRo8e/eOPPwYHB4eEhPzlIH9PsmXLlq+++qpr166hoaHyqOuvv97Hx8fZGunbb78dN25ceXm5PHmnTp02b968dOlS+bxy/3nnnScA4PSgjgsAAAAAAAAAnE0Ni7jI9aSy9M8tNXnKnvBeTwgAwJmi92obEHe9MjZnf2OqKbC3K1KKuVDKBaeO8oP0559/ajSaxYsXZ2VlffTRRyqVSu6ZMWNGZGTk0qVLs7OzV61aVVBQcMstt2zYsGHaNHsTw/j4+Keeeuqcc86R46FDh8rx1VdfrZywsrLy119//fDDD/Pz8+fNmxcXF/fjjz9+9tlnvr6+y5YtKy4u/vvvv0tLS+fOnSvnv//++yaTyfl65Fg+43fffZeTk7Nz587XXntN7nzkkUc2bdq0bdu2LVu2pKamvvfee3LnzJkzlUNKSkomTZokn3T27Nn79+9fuXKl3L7++uvyDPfcc4+z8AwAnHJkXAAAAAAAAADgLLMdYK7dX7rzA2WnX9Tlbv6JAgBwBoV0mqDWe9tHNlNN+jsWO2e7ovpoAkkXnCozZ8689NJL27VrN3jwYHn3+eefl9vXX399wIABygQvL68PP/wwIiJi1qxZubm5Rz7bvffeO27cuODg4GuvvVbedXNzu+WWW958882LLrpIrbYvCms0mtGjR8sJlZWVxcXFDY+dNGnS1VdfLSfI8ZQpU9zd3ZXX06lTJ2XC8OHD5TYjI8P5ygsKCu65557x48crR6lUqvvuu++aa67ZuHHj/PnzBQCcHmRcAAAAAAAAAODsUxoVle/+yWapUfa0SrxVAADOLLXeJyD2WmVsKVxqriu2h1xsBFxw6qnVameWRfH333/L7aBBgxru1Ov1/fv3N5vNW7ZsOfIJBw4c2PDukCFDPv3007Fjxyp35U/yhg0bPv74Y+VnuK6uruHkfv36OccajSYsLEwOnAEXSWmlVFBQoNzdtGnTwc/ofPHKowBwOmgFAAAAAAAAAODsU8k1J682l5cmz7ZZquX9op2ftO7zvAAAnEEWY1lJ+nfKWBXY36r2UYq4OOq4qOWFWqVSCeBUCAgIcHNzc97dt29fdbX9NwC+vr6HnJ+WljZ06NAjnFCJoTRUWVk5f/78zMzMjRs3rly5sqyszPlQo3ZCgYGBDe8qpVkanlCpBNPwxcjtiBEjxKGkp6cLADg9yLgAAAAAAAAAwNmn/KNqlS7AK35cRfJMOS7N+jkwfrSbf3sBADhTCrbPthgdOQCVThVxu1JkSynd4rhQE3DBKaPV/mehVolPeXl59e3b95DzD5d9OdwJMzIyLrjggry8PDnu2rXrkCFDYmNj5fa2225TEioN6XQ6cTyUV9uvXz+9Xn/wo23bthUAcHqQcQEAAAAAAACAs+xA/wv7wL3NtVVZ31hr7StSORunRw/6XAAAzghj5Z7itK+VsbnVFTptsLM/ES2KcLq1bt3aw8PDbDYvXLjweBMnhzR16tS8vLw77rjj/fffb1iFpaSkRJy06OjopKSk5557rn///oeeYS4XAHAaqAUAAAAAAAAA4Kw60PnCUcpFrXOPvUfZX1O0rWz3IgEAOCNyN84QNnsDF3uLoqBRtCXCGXbVVVfV1tb+8ssvDXdardZzzjknISFh7dq14nisWLFCbsePH98w4LJq1aqioiI5sFgs4iQMHz5cbn/88cdG+ydPntyuXbv3339fAMDpQcYFAAAAAAAAAJoElZ19qw/up/btquzM2/K6zVonAACnWWXe35W5q5SxKeRmtc5DXpDVarWqASWMCJwmDz74oLLNyMhQ9lgslvvvv3/Dhg1arfacc845npOJiIgIud2+fbtzT3Z29u23366Mq6qqxEkYO3ZsmzZt3n777cWLFzt3zps37913383Nzb3kkksEAJwe9CoCAAAAAAAAgLNPSbc41lPtS6qGmHurN46Vd801hUVJnwZ1Gi8AAKePzZK7YboyNOvbWf0H6dRqxwXZfk1Wgi4COM26du06efLkt99+u3v37n369JF7cnJykpKS/P39v/vuu4blWI7F448/PmzYsDvvvHPr1q2enp7r169fuXKlwWDo2LHjjh07CgsLxUnQ6/UzZswYM2bMkCFDLrroIq1WW1NTs2qVPSX26aefxsTE0KsIwGlCHRcAAAAAAAAAOPsOBFzsNBq1zidGG3qZ8lBh8hxzdYEAAJw2xenfGCv3KmNT2ASNRisvxfab3GgOBF0O1HQRwGkzc+bMr776qkuXLsnJyatXr5Y/f5MnT/7nn3/at28vjtPQoUOXLVvWv39/ecJp06Zt3bp17Nix27Ztu+WWW+SjS5YsESfnhhtuWLt27aWXXrp3796VK1fm5+dfe+2169atu/766wUAnDYqm42iagAAAAAAAABcjc3BarVaLBaTyWQ0GvN/u9Batz+4y6SgzpNFU6L8Ja3VzuZ4tWaT2VJXZ6ypyK/ZeJOwVMtH/aIub93nBYEmr7qywsPL+7gOqamucvfwFC0bbwLOLouxLHXBcKvRXnbC6NnXEvmoXq8z6HVubga5lWO9TqvVauT/nQVdSLrgJGiE1ku4PHsdF5ahATS2Y26ivXhaxGRDxDVuDgb5i61eb/+F1p4qVR/1V1jquAAAAAAAAADA2eRcLlXaFSkVA+ylXDxaaVqPVuaUZi2oLUkWaMIyUrbdP/6y3VkpR5jz5+8/XHZ+2GvP16esjHW1X/3fG6+/cI9whJwuv6D1nHebfZLppacnyK9x1fKFh7x7sIZvgsJsNo3o3/bKgdHyPREnp9Eb3nxZzOav/+/NCaP7ybdlwo395Ve0ZsVigVOnYPtsJeBitanNYWPlddiRaLHXclGquRwo4lI/n4ALAABnCxkXAAAAAAAAADj7GvQqUsnlVK3jXzK6tb1e6EOUCTkbpws0VVar9cG7RqYmbYlr3/UI09J2bpHb+PbdlbvffzX7i49ebtMuTo7lNz68TXT2ngzRzKXs2Ci37Tv1POTdgzV8ExRpyVstZlNixx7yPREnp9Eb3kxZzOYn77v+849mWG22YVfcHNa63dJf5z//6NjfFnwlcCoYK/cUp32tjE2BV6j0oUq6xXEZVjs2ziZFNCoCAOAs0woAAAAAAAAAwFklF01tNptj8dQml1I1Go1czJYLqxaLQRd1lynlWTmnpmhb2e5FvpFDBZqeXRnJxrqa6LhOWq3uCNMuGXZ97/MvaRfdXrmbnrJVbmMTuih3o+M6ZqbtEM1ZcVF+Qd6+4NCIgFYhB989pEZvgnAGUzqcgmBKoze8mfrio1f+2bSq74VDHnt+tlanl3vk3ccmj/q/914YOPhqZQ9ORu7GGcJmLxpkVftYWo1ydCXSHIi5aBRKAFGZT8wFAICziDouAAAAAAAAANAkKHVcHFt7KRelWYYhZIDwrl/+z9vyus1aJ9D0KLGMuMSuR54WGZPYpcf5Pn4B9Uel/CO3HTr3Vu5GtI3J2ZtZW1Mtmq2M1O1ym9Cx5yHvHlKjN0FKSTplxVcaveHNUXVlxfdfve/u4XXvY6874yzyi+rW68Ly0uKUpM0CJ6cy7+/K3FXKuC7oJrXOo75L0YGb2nFNdhZyEQAA4KyijgsAAAAAAAAAnH1KKRfHQDgKBtjruFitVovF6hZ7X82msXKCuaawKOnToE7jBU6Rwrzsn+fP2bh2eW72rsSOPYeOvOnCi0c8eNfIlO0b5y9J1xvc5Byzyfj7L/NW/bkwK31HbU11eJvokaPGDRp2rXKGfbvT7xx9oTJe/PNceXv0udnyJAc/19aNKx+/Z1TPvgOfe23ujGfu+mvJD8r+G4d3bhuV8N4XyyPaxths1uw9GTEJnZ1HTX9i3Krlv3z2v00lJYXzv3xv5/YNtbXVvc69+NYJTzQsjmI2m36c9+HWTauU0EPrNlHXj72v93mDGr6A64d1DAgMfvfzZT99+9H3X79vMhqff+3L6PhOjV7nrozkibcMvPyqW8fc+dic9174a8mPgUGh73yyRK72lxYXff/Vezt3bExP+cfL2y86ruMd90xt3SbaeWxK0ia5jY7tcMi7jRzyTRAHKru079RzxdKfVyz96Z9Nqz09vS8YOPzmcQ81rFlSUlSw6KcvNqxZuicrRac3tG0Xd9vdTyd07H7IN/zIX9fBr+2oJx97dS/5w/Pdb2nunl4ND7zntsEZKf+8+Pb8Lj3Ok3cz03Ys/mnutq1rcvZm+QUExrfvfueU5+XzNjwkLXnrFx+/kpG6raqyIiSsTa9zB1538z3evv7KowX5+zp16+vt4+fcoygtKZJbLy9fgZNhs+RuqG8DZzFEWf0HGQ6Ub6kv4qKuL+LiDLcQcwEA4Owi4wIAAAAAAAAATYVSykWuu2o0NqvVKpdW5SKrzifaGDLMWrBITihMnuMffYXWI1jgpCX/s/7ZR8ZUlpdERMYOHn7j9q1rXnp6gruH166M5Ki4jkrApaxk/9RHbknZscnTy7f3+YM8PX1W/bXwjWlT9u1JHzvhcTnBJmw33Hr/gu8/qSgrHjHqDk8v787dzzvk06Ul26MbcYn2qjydu51rMZtWLf8lOq5TnwsubdsuXu6MibdHW/buTmuYcUnbudXbN2D9mj9mvfqYwc09om1M+a60pYu+ra6seOql/1Pm7M7Y+dIzE/ZkpQQGhZ3f/7Lq6gp55qkP3XznvS+MGHW7Micve7d8hT1693cmS1qFtJZf5sGvU0nJhIS3ffCuEbszd8qx/MLlav+q5QtnznhQvl1RsR3l27UrY+f61Us2r1/x8qzvEzr2qD92hz3Uktip5zjOXHUAABAASURBVCHvNnLIN0F+Xft2p/u3CvngradXLP1JfjvCWrfbnZXy3RfveHv7XXPTROXY1KQt8vtSWlwYGh558dBry0r3//3Xrw/cefnTMz7pff4lB7/hR/i6Dn5hx3LyyKjEwrzsPbvSGgZfli76LiPlnz4XDFYCLot//vKdlx+2Wi3y/bn8qjHyHVu1bMHWjave/fSPwOAw5ZDN6/588r4bDG5uPXpf5OsXuHb17//76n35xr79f78rP4HtYtpPe2teo1e4ZOE3uzKS5GkjYxIFTkJx2jxj5V5lXBcyXmvnrOCiVcItjgIugiIuAAA0EWRcAAAAAAAAAKBJaFTKRaPRWK02rdZmsWgM7e6oLlyqstXZLLX522a27vOCwMmpKCuZ9uS4yvKScZOevfKGO+Ueq8Xy8tSJLzx+u8lYG3+g69BH7zybsmNTfIfuT06fo5TfuG3ikw/dfeV3X8y66JIr28W0bxMZd/3Ye7/5/G29wf2Oe551RJQOLd3RlCc2wR65GHblLSXFBauW/3LhxSOuvXmyMqF12xiVSp2ZnnTRpVcpe8pL9xfk7dPqDHNmvXDfY28MHHqNcMRubhrZbd3qJWazSavVye30p+7Ytzv9xtsevOG2+5Vl+C0bVjx57/Vz3n3hvH5DW4WEiwMtgTJSt8ntC298ndipV1lJ0SHX7DMdDYYW/zy3dZuYB59+Jyg43Gwy5WXvfvmZu+QP5dRX5/Y6d6Ay84uPXvnq/16fOeOhWZ/9UX9s+g75JSR06HHIu40c8k1IcxRxKSnKly/4lXd/TOzcS76l8oud+tDNa1f/rmRczCbjjGcmlBYXXnr56IkPvqgUd8nN3nX3zQNnvfZYj979lT0N3/DDfV0Hv6pjPHlkVMKGv//I3pPhzLgY62r/7/1pGq3u9klPC0eBn1mvPmq1Wu9+8KXLrhyjzPnzt/+9PPXuD9+Z+uhz79e/hx+/Kr8L736+PDS8rbw7vrb6yftHJ21d++tPc535pEa+/r83v/j4leDQNo8994HASbAYy/K3138jTF59hWd7beMiLmpHzOXfLkXEXAAAOOvUAgAAAAAAAADQZKjqCbmu6uiTodZqtTqPVro2NykTSrMW1JYkC5ycLz5+tWR/wYUXj1QCLpJ8r+++f7rVapHjuPbdhCMksfTX7wJahU595QtnfxmDm8fIa8bZbNbN61coe3alJ1nMprjELkcIuIgDKZO4hPr0THqKPW4S73ii+hegVoe3ic5K2+Hck+qoRGI21U1+5BUl4CL5+gfq9QZHCMr+r1h/+PqDfbvT+1961ejbH3AuwHfrdeGAIVebjLVbNq6sf/ad9lMV5mfPeOd/3Xv3d/fwDG0deZjXaZ+pN7g/PeOT6LiO3r7+/q2C333tMbPZeOe9zzkDLtLoW+8PDY/clZFUkLdP3s3L2VNaXCi/BIOb+8F3D+ngN0GpthIYFPbquz926NpbeUsDAu2FiwyG+vP8/N3/5eXs7tl34D2PvursXhTWul3/QVcU5Wfvzkw55Bt+yK/r4Jd0jCdvG5Ugt9nZmc4Dv/9qdnFR3uVXjVWaN8159wX5UzFmwmPOgIvU/9IrQ8Larl+9xLlHvnUqtVqn1Sl35U/XmPGPdup+bk115cGvrbqyYupDt3z+0YyIyNhX3v0hKLS1wEko2D7baiyXA6tNbQod6yzfUh9wcbQpUroUEW0BAKDpIOMCAAAAAAAAAE2Fs1SA0rTIHnNRq5WiAoa2Nwh9iDItZ+N0gZNQV1uzZKG9/8v1Y6Y03O/jFxAabk9+JDpKjyz64XO5vfyqsXJ/w2nhEe3kNntvhnI3bacjS3Gg9MshVVaU5WXv8vVvpVRVEfYwh72PT/tOvRpOi47ruG9PuvNuuuPMXXpccOHA4c6dudm7amuqQsLaKD8ti3/+Um5vvPX+Rs8Yn2gPjjjPluFIk4y6abJfQCtxeFaLJSPVHrK5c8pzzp37C3I3rl3WKqT1pZePbjhZrdEobZX27kqT253bN8its65Jo7uHdPCbkOrIuFxx3fiGAZTdGfZkSUTbGOXuop++kNsbxtzbKHkQ5kjt7Ntj/740esMP+XUd0rGcXNhbCNmbBGXvqc+4lOwv/Obzt7y8/W66/SHheMfWrvzN08t35EG1WMLbRMtvn5yv3O3YtY/VYp5066BPZ7+4vzBP7unUre+Md76/7r8/mcL+Q1v9+L3Xrlv9e4/eF73x4ULnDxJOjLFyT3Ha18rYHDhSpQ/9t4iLPeDybwEX5T+CIi44lSzCXH4mb/O+nvvkk0+e4Se1d/MDgNOAXkUAAAAAAAAA0IQoHYscKRebXGa12YTVZpNrrhaLQRc1wZQyVc6pKdpWtnuRb+RQgROStnNrbU1V6zYx7WLaN3pI7je4ebSJipfj9X/bW/B89sFL8nbEsx0945KWvEVuE9rXBz72F+aVlRS1bhvbqMZJRNuYlUt/rq2pdnP3EAdKj5w/4LKGc1J22HMh7aLtdUTqamty9mXFJHRpfSD/4WQyGeVWd6ASSepO+wu49LLrxRFlpSeZTXUBrUI7devr3JmRZu/yc8FFlx1cqMZkdDyL3iDsnYmS5DaxY0/loUZ3D3bINyHV8Ub1v3hkw5kZafaATlRsB2GPFmVmO4I7D941Qhxeozf8kF/XwY7x5MLRq0ilUsv5yt25H78ivxe33f2Uh5e3vLt+jfzJsVVVll11ccyRzzPpwZfMJuPff/36zWczv/tiVt8LB98+8elDlth5Y/r98osaNPS6KY+9ptZoBE5O7sYZwmaVA6vax9zqWt2B8i0NYy5K0FCZT8AFp9oZzX9cd83l8kboBIBrIOMCAAAAAAAAAE2OUjzAZrMqpVzsbWm0VkPIQFP2PFG5U07I2/K6T5uBKrVB4PgV5mfLbWxil0b79xfm7S/M7dLjfPnmW8xmOTa4uV91w12HPEnHrn2UQXqqPeMS3+FIBUuUvjlK1RNxIIFxcCwmom2M/KZnpSe179zLeVTf8y9tOCc9dZvjWHuZFkd1Flt0bMeDnzHdcazSYilnX1Z1ZXnbqITA4DBxREqq5twLhzTcmZlmT6tEx3Y68rMoRVmcL6bR3UM810FvQmlxkXzPg0JbN3qdqY5GS0pLI+V716Zd/AUDLj/kaePadxUHv+GH+roOdownF45YT3hE1L7d9kDM7oydv/40N6x11LArbml4nl7nXny45JPvgcpAXj5+T744Z09W6oczn9m0bvnqPxduXv/XGx8tbBMZ13B+yo5NK/74MSahy5THXz9ySywci8q8vytzVynjuqAb1TqPA42K6m9q+xW4voIL6RYAAJoUMi4AAAAAAAAA0LQopVwcA+EoJGCv42K1Wi0WqyHmvtot4+UEc01hUdKnQZ3GCxw/jebQfze++s+Fwp5jsGcp6mprlJ03jXuo4Rz5bchM3xHeOkqp2GE2m3ZlJHt4+YRHRInDU7IgsQn1qRolpxLfvnEAIibe0fpnd1r7zr1K9hfuL8gJDA5v1JUmzRH4UHoAZe+z1xHRaht/OXW11etW/S4HPXsPsB+SZE+TdD+nnzgapTtS997/mZmTfehn2bbp7+KivNDwyNZtouXPZ2rSFr3BPTrOHmppdPfQz3XQm5C0bZ2wN4r6T+kXeaqMlG3yVJHR9vZANdWVchsS1qbR96W0uKiivCQ0vK1SVKbxG36or+tgx3hyRWR0QvbejPLS4tlvPW2zWSfc94KzvEpNdZXcdu527jU3TWx4ntzsXSqVOjiktZyZsy+rqCCndUR0YHBY26j459/4Su55fdq9yf+s+/T9F598cU7DAzet+1NuLx5yDQGXU8Bmyd1Q3+7Noouw+l9icJZvcWw16voiLs5wCzEXAACaDn4zBAAAAAAAAABNkVLKRW0v4mJfa5Vbufiq90vUhAxTJhQmzzFXFwgcv9ZtooWjMU3DnTXVVV9/+qY40ODGw8vby8e/rram0bRvPnt7ym2DX556t3I3Ky3JYjbFJXQ98jOmJTuCKR16KHcd9VfqEy3/eWFtY+S3fd+eDDlOTd4sDlXrJTVpi5yjnCogMERu83P3Nprz1Sdv1lRX9uh9UVBoa/uzpx69m1L963REQ9p3OqfhzvpnyfvPs1it1s8/miEHg4ePltvsPRnGupqo2PZK46FGdw/p4DdBie8oGSOnrLQd8lQxCZ2VeEd4a3uWaHfWTiUHppDjV5+bNOHGfj99+3H9qf77hh/y6zrYMZ5coWRuFv34+daNK3qde3Gvcwc6Hwpr3U5uMzOSGs4vL93/4IQRt4/qk5Fq7/20atkvj02+5rdfvv732SOiJj/0shwo5WEauuHW+35ZlTvy2jsETlpx2jxjZf0PszFsvNbOWcFFq4RbHAVcBEVc4DIWLV761jsfCQBwCWRcAAAAAAAAAKDJcS6sKqVcHFUF6ssMGNrdYVPZi0nYLLX522YKHL+ouI7hEdHpO7duXLNM2VNTXTX9iXGlxYXiQE8c6fz+l8nte68/UVFWouz587f/ff7Ryxqt7oax9yl7MtLsQY3AoJAjPF1lRVlB3t6AVqH+gUH1R6XvkNtWQY07B8nvdXib6Kw0+6NKBKRRemZPVqqxrqZtVLySHenS4zz/wOBN65Zv37LGOWfdqt+//fxtnd5twv3T6p/Ocaojd1MSjpo0WelJgUFhfgGtGu7vd/FIuf15/v+Vlex37pzz7vM7tq5t0y7+qhsmyLvJ2zfIbVRMB+XRRncP6eA3oT6Y0v4/rzN155aG70NkTKL83hXmZX/y/nSrxSL3WMzm2W8+tXn9n8GhEUq3oEZv+OG+roMdy8n/nRyVILdfznldpVLfMfnZhg/1ueBS+dn96/cf1q78Tdkjf4See/RW+QN2br+hSsOjyGj74ct//75kf+G/74mjtk1Mwn+6aMnX/8+mVfLmrC2EE2YxluVvf18Zmzz72Dy72K+t6oZFXByxwgZdioi5wAXk5hWkpmUKAHAJ9CoCAAAAAAAAgCbqwAqrTa63ymVXq02t1Wp1Hq20EaMte/9PPlSatSAw/kY3//YCx0MuYN98x8Mznpnw9AM3JnTsodPr92SluLt7yYf8A4OV2ifSzeMeWrf6t83rlt80sntMfKe62ppdGUl6g/ujz70vj1LmVFfZu9ss//2Hgvzsiy65cujImw9+upQdm8R/y6hUV5bL7VP3jw4ICpn25jz5XXU+FB3XMWXHRnGg9Ehc4n/iDqnJjsBHYn0KR6c33PvYG88+dPMjE68657yL5bHpO//ZuHZZQKvQx56brZSrkXbu2OTh5eO8ezi70h01af5bRkV5SdeNmTLv07fGXX9e7/MuCQmLWLvyd/lWtO/S+7Gp72t1eufX6HxbGt09pIPfhJ1Jm1Qqddx/WzilJm1p9D7c/eCLT98/+rsv3vn1xy/axSTm5+0tzMsOCWs7fea37p5e4qA3/HBf1yEd9eROSh0Xs9l4+VW3RkTGNnwoODRZgaaJAAAQAElEQVTixtsemDvn1eceGSOPlT9RGSnblMo6Dz/7rjKn9/mX9Bt0xV9Lfrjliu5de16Q0LF7aXHRbwu+cnP3vPamSQ3Plpa89bHJ18h35ofluwROTsG2961G+w+evJyawm5TyrfodNr6gIujTZHSpYhoCwAATRN1XAAAAAAAAACgKXKWEDjQtEgll16VYgNukTcIfX3hkJyN0wWOX79BI5955fPYhM4Zqdtzs3f36jvwtrufkvu79LzAOce/VfBbHy8+/6LLzCZjWvKWmurKfoOu+OjrVY4qHfUGDr4moWMPq8W8c9vGVkHhh3yutJ32tEpsg+Ic8rm0OkPOPvu/qm8YcJGiYzsU5ufU1lSnpTiKmvw3JpLuCL4kNKjI0uvcgS/P+l/7zr3Wr17y3dx3S0v33zzukQ++XNGha29lwr7d6ca6mkbFUY7wOg/Zd+mW8Y9OeuhlLy/f5b/N//Gbj7y8fe574k35vIHB9VVYshx9edp36nXIu4fU6E3I3pNRU1XRNjqhUXsjJdYT3yCh0v2cfjPe+T6ufbfKitLU5K1uBo+rb5z4/tw/Q8PbNvxCnG/4Eb6ugx315E4Wi1lu3T28brz9gYPPM/r2ByY/8kqrkNb5uXuy0pJat4mWd59/4yu9wc0556FnZsm3MbFzr8z0HT/M+3DfnvQrb5gwe+5fkTGJDU+V5qhkExXXsdGPCo6XsXJPcfo8ZWwKGK7Sh2g0at2BXkUazb8FXJT/CIq4wFUMGzzw3snjBAC4BFXDppIAAAAAAAAA4BpsDlar1WKxmEwmo9GY/9uF1rr9wV0mBXWeLJoP5xditdrMZovJbDYaTXV1puqc30ypzytzIs590TdyqMAxy0zbERAY0qhzzTuvPLLoh88ee/7DCwZeLoCjeebBmzb8/ce4yVOvvH68QHOw+8+Jlbmr5MCq9qmJeVfn5utm0BsMOoPevtXrdc5qLqoDBAAAOKV2zE2091yNmGyIuMbNwWCQvxTrtcqvwQdipkdAHRcAAAAAAAAAaNKcRQWUUi4axyqsIXSQ8Kov9pC35XWbtU7gmL3w2G03Du+ctHWdctdqtf752/9+X/B1cGib8/qTFsJR2Gy2uR+/uuHvP2ITuoy45jaB5qAy728l4CLVtRqt0XvbWxQ5KrjUr6mpVP8WciHdAgBAU6UVAAAAAAAAAICmSi61KtW45ZKro2ORTS7HOurTWA0x99VtvVM+ZK4pLEr6NKgTxSSOVb9BI7/9/O2pj45tF5NYV1uzd1dabU2VVqt/4KmZao1GAId34/AupcWFcmBwc3/gqbc1WtZZmgObJXdDfVs3iy7CGnCpQatxdn9zbJ3/drz+CGIucCWbt2zPzcsfNuRiAQDNH3VcAAAAAAAAAKCpU0q5qO1FXOqLDchFWb1fojp4sDKhMHmOubpA4NiMnfD4XfdP9/dvtX3z32nJW2prqrr16vfGh7906tZXAEckP4VyGxgc/uwrn7eNihdoDorT5hkr9ypjY9h4rZ3mQB0XrRJuUXojUMQFLmnz1u2/LPpDAIBLIF8MAAAAAAAAAE1ao1IuGo3GarVptTaLReMWNaGqcLnKVmez1OZvm9m6zwsCx+byq2+VNwEcp89/3CzQrFiMZfnb31fGRs9zbJ5dNBq1/J+ziIvSoahhlyJiLgAANFnUcQEAAAAAAACAZkBVT8h1WPsCrb2Ui1brHqhpPVqZUJq1oLYkWQAAGijY9r7VWC4HVpvaHDbOUbvFUcRFCbjYL6d2ShEXAbiisNDg+LhoAQAugYwLAAAAAAAAADR1ztICB5oWqTSOvkVyfda93Q1CF6hMy9k4XQAADjBW7ilOn6eMzQHDVfoQeeXUaZUuRY5si9pZwIUiLnBZQwcPnDJpnAAAl0DGBQAAAAAAAACagQYxF6FUHVDWaLVad130XcqcmqJtZbsXCQCAQ8766cJmlQOr2sfUapS8ctYHXA5cQtX1CLgAANA8kHEBAAAAAAAAgGZDqePi2CqlXOxrtIaQS4RXojIhb8vrNmudAIAWrzJ3ZVX+GmVsDBqt0XvbWxTVpwMdJVxUqoaFXAQAAGjyyLgAAAAAAAAAQPPgXIKV/1UqD9jbFTkKEhhi7lMeMtcUFiV9KgCghbNZcjfOUIYWXYTF/1J7rkWt/reIi0bJuaid4RZiLnBVcz79euKUxwUAuAQyLgAAAAAAAADQnCilXJSAi+ZAzEXvl6gOulSZUJg8x1xdIACgBStOm2es3KuMjWHjtY4WRQfquGiVcIujgIugiAsAAM0IGRcAAAAAAAAAaDYalXLR2KsQKAUJNG7Rd9lUBmEvXlCbv22mAICWymIsy9/+vjI2eZ5j8+ziCAVqnEVclA5FDbsUEXMBAKBZIOMCAAAAAAAAAM2Mqp6Q67P2hVt7KRet1j1QGzFamVCataC2JFkAQItUsO19q7FcDqw2tSlsnKN2i6OIixJw0TgCghqNUsRFAK7utjHXz3prugAAl0DGBQAAAAAAAACaE2fJgQNNi1T1HYs0GrfIG4QuUJmWs5HVLAAtkbFyT3H6PGVsCrhMpQ+RV0idVulS5Mi2qJ0FXCjiAgBAM0PGBQAAAAAAAACamQYxF6FUI1DWbrVad13UBGVOTdG2st2LBAC0MDnrpwubVQ6sak9zq+vkFbI+4HKgiMsBBFwAAGh+yLgAAAAAAAAAQLOk1HFxbJVSLvblW0PopcIrUZmQt+V1m7VOAECLUZm7sip/jTI2Bt2k0XvbWxTVpwAdXYocha+chVwE0AIsWrz0rXc+EgDgEsi4AAAAAAAAAEDz41yalf9VKhLY2xU5ChUYYu5THjLXFBYlfSoAoIWwWXI3zlCGFl2ExX+wPdeiVv9bxEVd36rIGW4h5oKWIDevIDUtUwCASyDjAgAAAAAAAADNlVLKRQm4aA7EXPR+iapWg5QJhclzzNUFAgBagP1pXxsr9ypjY9h4rSPVcqCOi5JwUQq4CIq4AADQTJFxAQAAAAAAAIBmqVEpF0d1Ao1SrsAt6k6byiDsRQ1q87fNFADg6izGsoLts5WxybOXzbOLPfbnCLccKOJiD7g07FJEzAUtRPeunS4berEAAJdAxgUAAAAAAAAAmjFVPSHXbZUqBXJFV+cZom19vTKhNGtBbUmyAACXVrDtfauxXA6sNrUp9DZH7RaNvYiLEnBR2hRpNEoRFwG0JN27dRo2hIwLABdBxgUAAAAAAAAAmitnKYIDTYtU9R2LNBq3djcKXaAyLWfjdAEArstYuac4fZ4yNgdcpjKE27sUaZUuRY5si9pZwIUiLgAANGNkXAAAAAAAAACgGWsQc6nvWKSs6Wp17trI8cqcmqJtZbsXCQBwUTnrpwubVQ6sak9Tq+vsV0KN5t8uRY6Ei/pAzEUQcEELk5dXkJaeKQDAJZBxAQAAAAAAAIBm76BSLvaVXbfwIcIrUZmQt+V1m7VOAIDLqcxdWZW/RhnXtRqt0XvrdFp7lyLtgS5FjgJXzkIuAmhhFi5e+ubbHwkAcAlkXAAAAAAAAACgeWtUysVRzaW+Y5Eh5j5ljrmmsCj5MwEALsZmyd04QxladBG2gCFKqOXfIi7q+lZFznALMRcAAJovMi4AAAAAAAAA4AoO1HGpL+WiFDDQ+yWqWg1UJhQmfWyuLhAA4EL2p31trNyrjI1h4zVanbz0HSjioiRclAIugiIuAAC4ADIuAAAAAAAAANDsORdulVIujqoFGqWMgVvUXUKlE/ZiB7X522YKAHAVFmNZwfbZytjk0cvm2cVRwkrboIiLPeDSsEsRMRe0QLeNuX7WW9MFALgEMi4AAAAAAAAA4CKURVzHgq6qvl2RVqvzDFGHX69MKM1aUFuSLADAJRRse89qLJcDq01tCrtNqV9lL+KiBFyUNkUajVLERQAAgOaPjAsAAAAAAAAAuAJniYIDTYvsHYscJQ007lE3C12gMi1nI/+SG4ArMFbuKU7/Rhmb/IeqDOHyimdvUqRVAi71RVycBEVcAABo/si4AAAAAAAAAICLaBBzqe9YpKz1anXuunbjlTk1RdvKdi8SANDM5ayfLmxWObCqPc1BN9iveBrNv12KHAkX9YGYiyDgghZszqdfT5zyuAAAl0DGBQAAAAAAAABcykGlXOwrvvrQwcIjRpmQt+V1m7VOAECzVZmzoip/jTKuC7xBo/fW6bT2LkXaA12KHIWsnIVcBAAAcAlkXAAAAAAAAADAdTQq5eKo5qJW+ncYYu9T5phrCouSPxMA0EzZLLmbXlaGFl2ELXCoEmr5t4iLur5VkTPcQswFAADXQMYFAAAAAAAAAFyNUsfFsVXVr/tqNXr/zqrAAcqEwqSPzdUFAgCaof1pXxsr9ypjY9h4jVYnL3EHirgoCRflEigo4gJIwwYPvHfyOAEALoGMCwAAAAAAAAC4FOeCrlziddRxUUoaqOXir1v03UKlE/YiCLX522YKAGhuLMaygu2zlbHJs6fNs4tyfVOKuCgFXZSrnzPgQswFLVxoaHBcbLQAAJdAxgUAAAAAAAAAXJCyuOtY6FXZF4AdpVx0niGa1tcrE0qzFtSWJAsAaFYKtr1nNZbLgU2oTKG311/c7JVcNMpYoRRxEQAAwLWQcQEAAAAAAAAAV+MsXaA0LXJ0LFJKuWjc2o4WukBlWs7G6QIAmg9j5Z7i9G+UsclvmMoQLq9s9iZFznSL2lnAhSIuQL3NW7Yv/PUPAQAugYwLAAAAAAAAALigBjEX4ehYVF/KRWvw0kaOU+bUFG0r271IAEAzkbN+urBZ5cCq9jQF3aDRaOrLt2iUjIv6AAIuwL82b93+yyIyLgBcBBkXAAAAAAAAAHBZ/y3lolbWgw1hQ1WescqEvC2v26x1AgCavMqcFVX5a5SxsdUNGr23vUWR1tmiSO24yv1byEUAAACXQ8YFAAAAAAAAAFxTo1IuSjUXpa+HPuZeZY65prAo+TMBAE2czZK76WVlaNGGWAOGKqEWe8xFKeKirm9V5Ay3EHMBFGGhwfFx0QIAXAIZFwAAAAAAAABwZUodF8fWXspFKXig9++sbjVAmVCY9LG5ukAAQBO2P+1rY+VeZWwMu1Ot+beCi7Y+4aJc6gRFXIBGhg4eOGXSOAEALoGMCwAAAAAAAAC4LOdCr1z6ddRxUUodqOWisCHqbqHSCXtxhNr8bTMFADRVFmNZwT+zlLHJo4fNq4c92qLRKkVclIIuylXOGXAh5gIAgEsi4wIAAAAAAAAALk5Z9HUsAKvsARf7mrBa5xmiCb9WmVCataC2JFkAQJNUsO09q7laDmxCZQobp5RvsQdcDpRyUShFXAQAAHBdZFwAAAAAAAAAwJU5SxooTYscHYscq8IajaHtjULrp0zL2ThdAEDTY6zcU5z+jTKu8x2iMoQ7ilHVX8ccZVycBVwo4gIcwpxPv5445XEBAC6BjAsAAAAAAAAAuLgGMRfh6Fikrq+C4Oati7pTmVNTvjFWvQAAEABJREFUtK1s9yIBAE1MzvrpwmaVA6va0xJ8g0Zjj7YoXYqUqlQHEHABAMD1kXEBAAAAAAAAgBbhv6Vc1Mo6sT50qMozVpmQt+V1m7VOAECTUZmzoip/jTI2tbpeo/d19idSAi6Oq9m/hVwEAABwaWRcAAAAAAAAAMD1NSrlolRzkTedVquPuVeZY64pLEr+TABAE2Gz5G56WRlatCGWgGFKlyJHERetPeOirm9V5Ay3EHMBDnbbmOtnvUVHQgAugowLAAAAAAAAALQUSh0Xx9ZeykUphKD376wKvEiZUJj0sbm6QABAE7A/7Wtj5V5lbAy7U+3ItfyniIuSb1EJirgAANBCkHEBAAAAAAAAgBbBuQAsl4QddVyUEghquVhsiLpbqHTCXjShNn/bTAEAZ5vFWFbwzyxlbPLobvPqYY+2aLSOIi71XYqUq5kz4ELMBQAAl0fGBQAAAAAAAABaEGUx2LEwrLIHXBy1EPReoZrwUcqE0qwFtSXJAgDOqoJt71nN1XJgEypT2B1K7RZ7wOXfOi52ShEXAeDwFi1e+tY7HwkAcAlkXAAAAAAAAACgpXCWOlCaFjk6FjlWizUaQ9ubhNZPmZazcboAgLPHWLmnOP2b+rHvEJUh3FF0qv565Sjj4izgQhEX4Chy8wpS0zIFALgEMi4AAAAAAAAA0II0iLkIR8cidX11BDdvbeQdypyaom1luxcJADhLctZPFzarHFjVnubgGzQae7RF6VKkVJ9SOIu4EHABAKCFIOMCAAAAAAAAAC3Of0u5qJX1Y0P4ZSrPWGVC3pbXbdY6AQBnXGXOiqr8Ncq4LvBajd7X2Z9ICbg4rlrOmAvpFuAounftdNnQiwUAuAQyLgAAAAAAAADQsjQq5aJUc5E3nVarj7lXmWOuKSxK/kwAwBlms+RuelkZWrQhtsDLlS5FjiIuWnvGRV3fqsgZbiHmAhxZ926dhg0h4wLARZBxAQAAAAAAAICWSKnj4tjaS7ko1RH0/p1VAf2UCYVJH5urCwQAnEH70742Vu5VxsaQ29WOXMt/irho6qu3KPWoBAAAaEnIuAAAAAAAAABAi+NcGJZLxY46LvaFY/sSskZriJ4gVDphL6ZQm79tpgCAM8ViLCv4Z5YyNrl3sfn0Vq5LjiIu9V2KlKuWM+BCzAU4qry8grT0TAEALoGMCwAAAAAAAAC0UMoisWPBWGXvBqKUcvGK0ISPUiaUZi2oLUkWAHBGFGx712qulgObUJnCJyi1W+wBl3/ruNR3KSLaAhy7hYuXvvn2RwIAXAIZFwAAAAAAAABoiZwlEJSmRY6ORY4lZLXa0PYmofVTpuVsnC4A4PSrK8soTv9WGRt9B6sM4fbsnUYpMaWpj7dQxAUAgJaNjAsAAAAAAAAAtFANYi7C0bFIrZRM0Ll5ayPHKXNqiraV7V4kAOA0y9k4TdiscmBTu5uDR2s0GmfARakypXAWcSHgAgBAC0TGBQAAAAAAAABatP+WclEr68qG8MtUnrHKhLwtr9usdQIATpuKnL+qCzYp47pWN2j0vg0bFWk0asfVyRlzId0CHIfbxlw/6y2qsgFwEWRcAAAAAAAAAKDlalTKRanmIm86rU4XPUWZY64pLEr+TADAaWKz5G16RRlatCHWgMuULkX2gIvGkXFR17cqcoZbiLkAANAykXEBAAAAAAAAgJZOqePi2NpLuShVEwwBXVQBFygTCpM+NlcXCAA4DfanfmWs3KuMjaG3qx25FudNCd4p1VuUulMCAAC0VGRcAAAAAAAAAKBFcy4YyyVkRx0X+4KyfWlZozVE320TGmEvslCbv22mAIBTzWIsK9j2rjI2uXWwefdWrj+OIi5KlyKNcnVyBlyIuQDHZc6nX0+c8rgAAJdAxgUAAAAAAAAAUF8dwbGQrLJ3CXHUTtB5ttaEj1ImlGYtqC1JFgBwShX8M8tqrpYDm1AZQ8cr159GdVyULkVEWwAAABkXAAAAAAAAAGjpnKURlKZFjo5F9qVlnVbrFnmL0Pop03I2ThcAcOrUlWUUZ3ynjE2+l6o92jmKuCilpBwcVySKuAAAAIVWAAAAAAAAAABaPLlsbLPZHIvINkfHIqG1aaxWq87NWxt5uznjNTmnpmhbzvrntO5BAgBOhcqclcJmlQObys0cPFqntddt0em0jj5FaiXh0rCICwEX4AQMGzzwwvN7CwBwCWRcAAAAAAAAAAD1nKVcbDabxp500Wg1VrfWIypzfxDVGXJCScb3AgBOtbqg0RqDv718lCPnUt+l6EARF6WMiwBwQkJDg0NFsAAAl0CvIgAAAAAAAACAXYOORUKpnSBXmJWOIW6xkwQAnB5WXagqaHjDLkX1ZVwcnOEWYi4AAIA6LgAAAAAAAACAfx2o42KVK8xWq9rqiLnoA3qaw682V6TZ6on6/+AUslmtRqN9IL8FOr1gOR+njdVYJw58flVarUpzFlaLnP3R7K8neJRWp9dptXq9vUuRTudsVKRSuhSRbgFOxuYt23Pz8ocNuVgAQPNHxgUAAAAAAAAAUE9ZdZYDubQsNxqNxh5n0dkTLe5x9xiNZpPJbLZYLGaL1Wp1hl0ETprNYq5MTbWZzXKs1uu9IuPk2y+A00D+sFXv2mWprq6/bxRqNzf3iAiNu4c4g5Tgivy/vV6URuOIttgbFdX3KrIXcDnQo+hAiSkB4IRs3rp946Z/yLgAcA1kXAAAAAAAAAAA/3FgRdkm15ft1Vxsarnq7My+aMz2BWlLfcaFai6ngs1WumWbrbTUPlap/c45R+PuJoDTRefWvn1N9t6qjEyb1SLvWyvKqgoLPNq29YyKkh9ycfo5YyvykiL/J68zSrTFvnHUcFHapSkhGAEAAHAAGRcAAAAAAAAAwL+cDUSUpkXCHsDQOB9yrEZrLJZ/Iy6OCcRcTkrZP1vNu3cpK/kBffp6BPgL4DRzi4nxCQ0rXremrqBA2VOzrcS0K6PV+RdqfX3FaebMuCh1XBypFo29fIvWXsrFWcRFKeMiKOICnJyw0OD4uGgBAC6BjAsAAAAAAAAA4D+cMRdHxEUuP9tEg9Voe77FqrX3KhIUcTkFqnfvrlz7t7KA79OxY2D7BAGcGe4Gr2FDy3fs2L9yhaWuTu6w1dZ4+vqo3Q3ijFC6FdlLuajtMRelgkuDLkX/ThMATsLQwQPlTQCASyDjAgAAAAAAAAA4BGfHIrngLOpXo4WScbHZbFarVdgruFDE5aSYSkvy530lamvl2BAaGnHJpSotf2+PMyqoe3f/+Njs77+vTEkJu/Jqd18fcfoduLzYx0q9FnvMxTFqWMGFdAsAAGiE3ysDAAAAAAAAABprUMpFbbVaNRqNSmWVy802m9ColTZFwv4/nASbyZT14WxbUYFaLvMbDPG3jtV7eQjgzHMLTLjjjvLt23w6dRZnlsoRd1EuNUrSxTH+N+BCzAU4eXl5BRWVlXGxtCsC4ArIuAAAAAAAAAAADktZe3bkXdTKwGZTtvZHKeJyMjLnfFibulMZx9x9t2dIqADOnsBu3Q/eWbJpg63OGHDueeJUc4ZXlIzLAf+OBQEX4BRZuHjpxk3/zHprugCA5o+MCwAAAAAAAADgEJRSLuLfriKqA9EWVaNkC0mXE1CwbGnRr4uUcfiVVwX17iOAJsZUWpr55uuWykq/XufE3TNF5+cvTpGG4RXHuP5S07A/EQEXAABwMDIuAAAAAAAAAIBDU9aYlaZFokHqRdFgzFL08anKyMh441VhMsuxT/sO0bfeqtKoBdDEpM/5yFJSIgelf6/evO2fmImTgi8eJE6pA0GWxlVbCLgAAIBDIuMCAAAAAAAAADgS52KzM+zSaD+Oi7miYsdTj4vaWvn2abx9Ok19TqPTC6Dpibt7ojAZC/9YIseWstLU6S/kL/wl8bHHDcEh4vTgqgKcDreNuV7eBAC4BDIuAAAAAAAAAIBjwvLzKZE89Rljbq59pFJ1eu55fWCgAJoknY9Ph6eeKRk8ZOeL04z798s9ZZs2bhhzc/SdE8KvuEpwQQAAAGccxQ8BAAAAAAAAADhD9nzxecn6dco46vZxft17CKBp8+/dp/fcr8IuH67ctVRXp73x+s4XpwsAAIAzjowLAAAAAAAAAABnQunmTVkfzlbG/uf0bnvzGAE0BxoPz/iHH+329ixDaKj9vkoVPmK4ANBMLFq89K13PhIA4BLoVQQAAAAAAAAAwGlnKi7e8dQTwmaTY32roA7PPkerFzQvvl279f58bubs2Rp3d59OXQSAZiI3ryA1LVMAgEsg4wIAAAAAAAAAwOlls5i3P/GYubxcjlUabefpL2m9vQXQ3KgNbrH3TDnkQ+aKCn6qAQDA6UavIgAAAAAAAAAATq/Md98t37FdGcfec49XYqIAXEhlSsqaa67c+9VcYbUKAE1M966dLht6sQAAl0DGBQAAAAAAAACA02j/qpX7vp2njIMuuij8yqsF4EosluTpz1tqajLfe3fjHbdW79olADQl3bt1GjaEjAsAF0HGBQAAAAAAAACA06Vm377k555Vxu6tWyc+/qQAXEtFWmp1VpYyrkxLX3/Ljbs++lAAAACcBmRcAAAAAAAAAAA4Lay1Ndsfe8RSUyPHaoNbpxdfVru5C8C1eCe27/PVNz4dOjr37P7sk/U331iZmiYANAF5eQVp6ZkCAFwCGRcAAAAAAAAAAE6LndNfqN69SxknPv6kR7t2AnBFbq1bd39vduy992nc61Nc8id/4/jbMt+dZTMaBYCzauHipW++/ZEAAJdAxgUAAAAAAAAAgFMv54fvC5cvV8bhI68MGjBAAC5MpWp91TXnfD7Xr3uP+j1Wa87PPyl1jAAAAE4JMi4AAAAAAAAAAJxilTt3pr/1ljL2jImNnXKvAFoAQ3BI17feTnjkca2Xl7wbc/dEra+vAHBWhYUGx8dFCwBwCVoBAAAAAAAAAABOHXNFxbbHH7VZzHIsV/o7v/iSSsvfxqMFCb3ssoC+fbPnfxc2fIQAcLYNHTxQ3gQAuATquAAAAAAAAAAAcOrYbEnPPm0sKlTudXj2OUNomABaGH1gYNT4Ow/eX7Ez2VxRIQAAAE4IGRcAAAAAAAAAAE6Z3Z/MKVm/Thm3vekW/959BAAHa13tjiceX3fTDYXLlgoAAIDjR8YFAAAAAAAAAIBTo3Tzpl3/N0cZ+3XrHjXuDgHggKyPPqwrLDCVlCQ989S2Rx4ylRQLAKffnE+/njjlcQEALoGMCwAAAAAAAAAAp4CxsGDHU08oY51/QMfnpwk1fwkP/MtmNDnHxX+vXnfT6LxffhEAAADHjN9eAwAAAAAAAABwsmxm87bHHjWXl8uxSqPpNG261tdXAGgg9r77u7832y08XLlrrqhImTF965TJdQX5AgAA4BiQcQEAAAAAAAAA4GSlvz2zMjVFGUeNv9OnU2cB4CA+HTv1+frbNtff4NxTunnT+ptvLFjyuwBwegwbPCbLN0MAABAASURBVPDeyeMEALgEMi4AAAAAAAAAAJyUwmXLcv43XxkHnndBmxtuFAAOL/ruST0/+sQjsp1y11JTo/PxEQBOj9DQ4LjYaAEALoGMCwAAAAAAAAAAJ656166d019QxobQ0PZPPyMAHI1XfFyv//s0csytKo02aMAA/959BAAAwNFoBQAAAAAAAAAAOCGW6urtjz1srauVY5VO13n6SxoPDwHgGKi02na3jwsaMEDn4ysAnDabt2zPzcsfNuRiAQDNH3VcAAAAAAAAAAA4QcnPTa3JzlbGcVPu94yNEwCOh2d0jL5Vq0Y7TSXFuz7+SAA4FTZv3f7Loj8EALgEMi4AAAAAAAAAAJyIfd/O2796pTIOuXRw2IgRAsCpkP72zN2f/t+60ddV7EwWAAAAB5BxAQAAAAAAAADguFVlZmS+O0sZe0S2S3j4UQHgVCjbsqlgye9yULNv36Y778h4e6bSDgzAiQkLDY6PixYA4BLIuAAAAAAAAAAAcHysxrodTz1hs1jkWOPu3unFGSq9XgA4Fdwj2rTq17/+js2279t5626+sWzrFgHghAwdPHDKpHECAFwCGRcAAAAAAAAAAI5Pxjvv1Ozdq4zj7rvfPSJCADhF9K2COr4wvcurr+tbtVL21OXlbZk8MfWVGZbqKgEAAFowMi4AAAAAAAAAAByHkg3rc374Xhm36n9RyJBhAsCp5t+7T58vv4647nrnntyff1p302gB4Djl5RWkpWcKAHAJWgEAAAAAAAAAQNOh9RVNm3+fi/uv2lZ/R6USp5y5TAAth8ogNG6HfETt5Rsz5Ul5Ezbbgcmn4RN3hpnLhbAJ4AxauHjpxk3/zHprugCA5o+MCwAAAAAAAAAAx8MFVtmB5oUPHQAAcCDjAgAAAAAAAAAAAAAAgKaOjAsAAAAAAAAAAAAAuKbbxlwvbwIAXAIZFwAAAAAAAAAAAAAAADR1ZFwAAAAAAAAAAAAAAADQ1KkFAAAAAAAAAAAAAMAVLVq89K13PhIA4BKo4wIAAAAAAAAAAAAArik3ryA1LVMAgEugjgsAAAAAAAAAAKfSrl27VCpVjx49jjBn4MCBcs6GDRuUu9XV1a+88sqMGTME0CJlZ2dPmjTpt99+E82K/AgPHz68srJSAACAM4KMCwAAAAAAAAAAZ9knn3zy8MMPFxcXC6BFevDBB2fNmmUymUSzMnz48AULFgigaevetdNlQy8WAOAS6FUEAAAAAAAAAMCZ9tprr5WVlSUkJAgAAE6n7t06dRedBAC4BDIuAAAAAAAAAACcad27dxcAAAAAjge9igAAAAAAAAAATdF333134403RkdHx8XFjRkzZunSpQfPkTsnTZp04YUX+vj4RERE9OnT59VXX7XZbM4J5513nqenZ3l5+cSJE0NCQi655JKVK1c+8cQTKpVq+fLlq1atGj16dLt27Tp27DhlypTdu3c3On9dXd1bb701fPjw4ODgXr163X///ZmZmY3mWCyWd999d8CAAb6+vv3793/llVeMRqM4moEDB8rXsGHDBjnu0KGDfHly8PLLL8udVVVVAmgxSkpK5I/9119/LceXX365HP/xxx/KQ4WFhePHj+/UqZO3t3ffvn3lBzAtLe3gM8hj+/Xr17p1a/kZv+qqqz788EP5qTzq85rN5k8++WTYsGFBQUHy2CFDhjifV3rggQfkK5kzZ07DQ3bt2iV3dunSRY7nzp0rx3l5eXIsX54cyxMq047lugGcSZu3bF/46x8CAFwCGRcAAAAAAAAAQNNSU1NzySWXjBo16ssvv3R3d/f19f3iiy8uvvji22+/3TnHZrONGTNG7pw1a9a2bds6duxYVla2bt26hx566OGHH3ZOkwvParVaznz33XcLCgqWLFkiV8GVh5YvXy5XtRcsWBAREZGfnz9z5syePXsmJyc7j92xY4dcXL/33nt/++23mJgYuRL/xhtvyD2zZ89u+GpvueWWiRMn/vXXX/Hx8dnZ2fLZ5Sq7OB533333iBEj5KB///7PPfecTqcTQIvh5uYmf+y7du0qxzfffLMcR0VFyfHOnTs7dOjw4YcfZmVldenSRX645AdQftJnzJjR8HD56bvhhhtWrFjh4eHRrl27RYsWjR8/vlevXrt27TrCk5aWlvbr1+/WW29dvHhxZGSkvErIwaBBgxqFWo6gc+fO8qV6e3vL8ZNPPinH8iTimK8bwJm0eev2XxaRcQHgIsi4AAAAAAAAAACaltdee23JkiUDBw7MzMyUC8YbNmxIS0vr27evXH6eP3++MufHH3/87LPPfH19ly1bVlxc/Pfff8tF67lz58qH3n//fZPJpEyz2WyVlZW//vqrXCnPz8+fN29eXFyc8tDUqVMfffTRwsLClStXyu1NN920f//+F1980fky5Cp1enr6pEmTCgoK5PkzMjJ+//13+Yz333+/XG5X5nzxxRdffvmlXHdPSkpav369nL9gwYK9e/eK4yGfYvDgwXLQp0+fp556Sq/XC6DFcHd3lz/27du3l+PrrrtOjqOjo61W67hx44qKiiZPniw/mKtWrZIfq++//97Dw0N+bOVnVjn2l19+effdd9u1a7d69Wp5lVi7du2+fftGjhy5ZcuWu+666whP+swzz8gPde/eveVnVl5h5MmXLl3q7e0tn05eDcQx6NKli3ypnp6ecvzII4/IsZJxOZbrBgAAOGFkXAAAAAAAAAAATUhlZeXLL7+s1+u/+OILpZyDJNe833vvPTl4/vnnlT1ubm633HLLm2++edFFFylLyxqNZvTo0cHBwfIMxcXFDc8pV53lerl86Nprr3XulMvbTzzxhMFgEI5yLw899JAcKM2DhKML0pIlS3r27PnWW2/J9Wll56BBgx577LHq6mpnJYlZs2bJ7cyZMxMSEpQ9l1122YQJEwSAk/D999+vWrXqggsukB8u+WFXdl555ZVTp06Vg2nTpil7nnzySbmdPXv2ueeeq+wJDAycO3duZGTkr7/+6ozCNFJXV/fpp5/Ki4zcOi8yAwYMGD9+fGho6OrVq8WJOsbrBnCGhYUGx8dFCwBwCWRcAAAAAAAAAABNSFJSUkVFRffu3cPCwhru79atW1BQ0NatW+X6tLw7ZMgQuT49duxY5VGLxbJhw4aPP/7YZrMJxxp2w2MHDhx48BP179+/4d3w8HDhaJOk3N20aZNwLHsrARqnSy65xPlocXHxmjVr5Jp6o/PfeOONAsBJ2LFjh9yOGjWq0f7rrrtObrdt2ya3Vqt1+/btrVq1uvTSSxvO8fT0vPzyy50nOdjGjRvLysp69OiRmJjYcP+rr76akZExcuRIcaKO5boBnHlDBw+cMmmcAACXoBUAAAAAAAAAADQZaWlpcrt27VqVSnXICcnJyd26dROOii/z58/PzMyUK9YrV66Ui9bOOXLxu+EhQUFBB5+nUYZGq7X/hbnZbFbupqenC8eat3TwsTt37pTbPXv2yG1ERESjR2NjYwWAk5Camiq3bdu2bbQ/JCTEzc0tOzu7vLx837598gPbrl27gw9XDlQ+xQfLzc0VB2Jtp9axXDcAAMDJIOMCAAAAAAAAAGhClGhLmzZtnN1/DikjI+OCCy7Iy8uT465duw4ZMiQ2NlZub7vtNiUl05CSX2lEo9GIo72MLl26BAcHH3nOwVkcvV7fqIoDgONisVjEQWE1hU6nq62tlZ/fI8xRHO4zrnQoOwHODNzhHMt1AwAAnAwyLgAAAAAAAACAJiQ6OlpuExMTf/vttyNMmzp1al5e3h133PH+++83DJSUlJSIUyEqKko4WqU8+eSTh5uj1IHIyspqtH/v3r1HWHcHcFRxcXFyu2/fvkb78/PzKyoq/Pz8PD095Rz52VfKKTWi7AwNDT3kyZVKSzk5OY32Z2RkLFmypGfPnr169VLyMY1CLfLZxREdy3UDOPPmfPr1xk3/zHprugCA5o8gOQAAAAAAAACgCZELzHKd+O+//87Ozm64f/fu3UFBQfLR6upqeXfFihVyO378+IYBl1WrVhUVFYkDRSBOxvDhw+X2559/ttlsDffPmzcvJCTkjjvuEI4WSF27di0rK1u4cGHDOd9++604TodrzAS0EI0+AkrW7bvvvms07auvvpLbSy65RG7d3NzktUJ+5Bt9AOUlYsGCBXIwYMCAQz5XbGysVqvdtGlTo2ZG8uQTJkz4/ffflZPL7a5duxpOWL58+ZFf9rFcNwAAwMkg4wIAAAAAAAAAaEJ0Ot39999fWVk5fvz4iooKZWdpaenNN98sF7PPOeccDw8PuSciIkJut2/f7jwwOzv79ttvV8ZVVVXi5LRv3/7aa69dt27dM88841yu3rFjx5QpUwoKCi666CJlj7Jofc8992zcuFHZs3jx4pdeekkcp0MuqAMth/IRcFZFuvLKK6OiolasWDFp0qTa2lpl5/z586dOnSoHEydOVPbcddddyt1Vq1Ype4qLi2+88cbdu3dffPHFXbt2PeRzabVaea0wGo233XabM0snn/r111+Xl5fRo0fLu/Hx8XL7ySefbNq0STgKunz33XevvPJKo1Mpl6PMzEzl7jFeNwAAwAkj4wIAAAAAAAAAaFrk8nPfvn0XLlzYpUuXSxw6dOggV7t79+792muvKXMef/xxub3zzjvvu+++J598cvDgwXJNWq4id+zYUe4vLCwUJ+2pp54KDQ19/vnne/ToobwMOcjPz58wYYJcRFfmyPHw4cMzMjJ69erVs2fPhISEIUOGDBw4UBwnpTPLN998061bt8rKSgG0MMpHYMqUKfJz9O233/r5+X322WdBQUGzZs0KDAy84IIL2rRpc80115SVlcmPZP/+/ZWj7r//fvlh3LVrl5wgz9CnT5/WrVv/8MMPcvzBBx8c4eleeeWVc889V15VoqKizjnnHPnp7tq1a0lJyfTp0yMjI+UE+Vz9+vXLzc2Vr0d+KoODg0eNGnX33Xc36n+kvOwLL7ywU6dOeXl54tiuG8AZNmzwwHsnjxMA4BLIuAAAAAAAAAAAmhZ3d/e//vrrySef9Pf337Jly4YNG+Sq82uvvbZs2TJPT09lztChQ+VdudT91VdfTZs2bevWrWPHjt22bdstt9wiH12yZIk4aXLRWp5WLksbjcY1a9YkJSXJNW+5+v7uu+8652g0mh9//PHzzz+XK9lZWVkBAQHyxXzzzTfiOMkV+gceeECv18tntFqtAmhhJk2aJD/U8odffuRLS0uF40OxefPmUaNGtWnTRg68vLxuu+02eTWQVwbnUSqV6osvvvjggw969+5dUVGRmpp6/vnnv//++/JzpHQ7Ohxvb+8///zzkUcead++fVpa2o4dO/r27fvzzz9PmTJFmeDm5vb777+//PLL8iKze/fuPn36fPjhh9OnT290HnldkmcoLy/fs2dPfn6+OLbrBnCGhYYGx8VGCwBwCapGHQEBAAAAAAAAwAXYHORyqcXeO+KqAAAQAElEQVRiMZlMcq0x/7cLrXX7g7tMCuo8WaAp0/qKFs5cJoCWQ2UQGjfRcpjL5a9RAgCAFmnH3ET566AlYrIh4ho3B4PBoNfrtVqtRqNRq9UqlerIZ6COCwAAAAAAAAAAAAC4ps1bti/89Q8BAC6BjAsAAAAAAAAAAAAAuKbNW7f/soiMCwAXoRUAAAAAAAAAAAAAAABA00bGBQAAAAAAAAAAAABcU/eunUJDggQAuAQyLgAAAAAAAAAAAADgmrp369RddBIA4BLIuAAAAAAAAAAAAAAAAKCpUwsAAAAAAAAAAAAAgCvKyytIS88UAOASyLgAAAAAAAAAAAAAgGtauHjpm29/JADAJdCrCAAAAAAAAADQlFhqxNmz65M5xsJCOQgZMtS3cxcB4HSzGYXFJs6g0q1bCn5bLAeG0LDIm28RZ9oZ/WIBAHAxZFwAAAAAAAAAAE2JXPA+e/Z+PsdqrJODoIsuOLuvBGgxbGf4s1azKz33p+/kwCs+PvKm6wUAAGg+yLgAAAAAAAAAAGBnM5mUgIvkFhwiAABo/m4bc728CQBwCWRcAAAAAAAAAACws9TWOsc6X18BAAAAoCkh4wIAAAAAAAAAgJ2lpto5Vuv1AgAAAEBTQsYFAAAAAAAAAAA7a22dc6x2dxcAXFHYiBHyJoAWY9HipalpmVMmjRMA0PyRcQEAAAAAAAAAwM7Zq0il4S/PAQAuIjevIDUtUwCAS+C36QAAAAAAAAAA2Flqa5SB2kCjIgAAAKDJIeMCAAAAAAAAAICdta6+V5HaYBAAALiE7l07hYYECQBwCWRcAAAAAAAAAACws1mtB0Y2AQCAS+jerVN30UkAgEsg4wIAAAAAAAAAAAAAAICmjowLAAAAAAAAAAAAWori1av2fPWVHHi0bRP/0CMCcHWbt2zPzcsfNuRiAQDNHxkXAAAAAAAAAAAAtBR1RfvLtm6WA0tNlQBagM1bt2/c9A8ZFwCugYwLAAAAAAAAAAAAAAAAmjoyLgAAAAAAAAAAAADgmsJCg+PjogUAuAQyLgAAAAAAAAAAAADgmoYOHihvAgBcAhkXAAAAAAAAAAAAAAAANHVkXAAAAAAAAAAAAAAAANDUqQUAAAAAAAAAAAAAwBW998GnDzwyVQCAS6COCwAAAAAAAAAAAAC4JqPRpNfrBQC4BDIuAAAAAAAAAAAAAOCaamvr3NwMAgBcAhkXAAAAAAAAAAAAtBRhI0bImwBajOtHjVSpVAIAXAIZFwAAAAAAAAAAAABwTZGREQIAXAUZFwAAAAAAAAAAAAAAADR1agEAAAAAAAAAAAAAcDklJaUfzpmbmpYhAMAlkHEBAAAAAAAAAAAAABeUX1C0YePWkpIyAQAugV5FAAAAAAAAAAAAAOCCioqK5TYoKFAAgEsg4wIAAAAAAAAAAICWwlRSvOeLz01lZabS0s6vvi4Al9aqVUDPHl2CWpFxAeAiyLgAAAAAAAAAAGBnM5mUgUqrEwBclEqt2fftN8q4Zt8+94gIAbiuxIRYeRMA4CrUAgAAAAAAAAAACGGuqlIGGg93AcBFaX191XqDMq7NyRYAAKD5IOMCAAAAAAAAAICdcX+RMtD7+gkArssrtr6sRWVGugBcV3V1zZ8r/i4qKhYA4CrIuAAAAAAAAAAAYFe8dq0ycG9D7xLAlfl1764MiteuEYDrSs/I+vLr/+3dlyMAwFWQcQEAAAAAAAAAQNgs5vId25Wxe0RbAcB1+XTurAzKt2+Xn30BuKjMrD1yGxvTTgCAqyDjAgAAAAAAAACAqEhKshqNytj3wPo3AJfk17WbMpCf+pL16wXgompr68LCQry9vQQAuAqtAAAAAAAAAACgxdv37TxloPX29u3SVQBwXRpPL9/OXcq2/SPH+b8tDuh7rgBc0fXXjhQA4FrIuAAAAAA4QTabTQAAAJweKpVKAGdQyfp1hcuXK+PwkVcIfgIBVxcyeKiScSn66y9rXa3a4CYAAECTR8YFAAAAwPFpFG0h6QIAAE4tJd2i/B6DpAvODEt19c4Xpytjtd4Qce31AoCrCx40KH3mm77dukVcdbX84AvA5RQXlwQE+AsAcC1kXAAAAAAcB2W1qeFWEHMBAACnjkqlkr+1UKItyliQdMHpl/XhB8aiQmUcdvlwnZ+fAODqNB4efb+dr/MnAQCX9dpbs0OCg+6ZeLsAABdCxgUAAADAMWmYaHFy3hUAAACnguqAhmNn6gU45SyVFemz3sn7ZYFy1xASEjVunADQMhBwgQvbuzenqKj4vL69BAC4FjIuAAAAAI6DXGGqrq1bl5QlqOMCAABOj4hg/6iwViqVSq1WK3uIueA0KVz6R9pbb5pKipW7ajf3ztNnaLy8BQAAzVzmrt1ye07PbgIAXAsZFwAAAABH5yzZYrVa64ym3Xn7BQAAwOnh4aZvE+SnVqvl7z3UDoJ2RTh1bCZTyaaNxX//vX/N6tqcHOd+Q2hol5de8YiOFgAANH/9Lzy3a+cOfn6+AgBcCxkXAAAAAMekUYsiyc/LXa/jzxQAAOCU2V9WabHaLBaL2WzWaDTivxVcKOWCE1abnV2RmlKZlia3ZVu2WI11jSYED7ok7r4HtN5UcAFatOK1a4z7i0OHDROASyDgAsAl8ffRAAAAAI6iYU8ipZSLcrdbXJsQf5YBAADAKbNg9baqWqP8zYbJZFJ+B6JycI4FcGyq0tMq5c0eapHbFEt19eFmGkJCYu+5t9WF/QSAFsxaU5P+zszcn38SarUhqJX/Ob0F0Jxt257cuVN7AQCuiIwLAAAAgGPiDLg4My4AAACng1LHRUm3qNVq1QGCUi44DKuxriojw16pJTXVnmvZmXzUQzSeXgG9zwkbPtK/1zkCQItnqasrWb/OPrJatz/xeI933/OMjRNA85SfX/jOe/938YALrr1mhAAAl0PGBQAAAMDRNSzlQsYFcA02uX6sVgt5A4AmRqnjogRc5Fhunb8VARSWqsqK1FR7pZaUlIq01OqsrGM5yr1NG+/4BO/2Hfy6dvNKSBAAcIDOz6/La29umnCHuaLCWlvzz4P39/jgI0NwiACaoeV//S23fXr3EADgisi4AAAAADgmtgPIuADNnsWiW7dO9efy2toa1R3jVa0jBAA0JfI3G2azWaPRKAXkCLhAMpUUV6SkVKalyltFWlptdvZRD1FptZ7R0V5x8d7x8V5xcV4xcWp3dwEAh+Hepk3nGa9smTLZZjIZi4s33zWh07QXvRITBdDcFO0vjo6KjGzLH/QAuCYyLgAAAACOlZJxEQCataoqw9Kl6pSUupISc36ueO0V7T332dq21VDQBUCTYbFYrAc4f/tBl6KWpjYnxx5nsfcest+M+/cf9RCNh4dXTKxXXLxy84yOUmn5C3AAx8GnU+cOTz274+kn5LiusGDT3XfG3ftA2Ai6vaCZmThhbEVFpQAAF8Vv8QEAAAAcB2IuQLOmqqrS//WXOjXVXFFuLC4SVqsoKiqdP79w3F3hHgZvnUYAQNPgjLk4Ay4Crs1qrd61qyJNSbSkya258uiLczo/vwNlWuw394gIQRAKwMlpddFFHZ+blvzCc1Zjnc1sTn11hvxFKGzkSAE0K97eXgIAXBQZFwAAAADHgV5FQLOmSUnRZGYay0pq8/KsdXVyj0Wj3dWjT3aVsdRk7eTn7qkl5gLg7HN2SBRwXTajsTIzozI1rTI1pSIttSojQy4nH/Uot9BQe5zF0XvIOy5eHxQsAOBUa3XRRT3attn28EN1BfnurVuHDL5UAM3EXyvXBAe1SkyIFQDgusi4AAAAADhWylITbQKA5spqtchFxNSdprIyYbXIHfIjvXfwZQUJHWvN1jybKajaFu3jLU4dedFYtWbjwsXLU9KzCgr3e3l5hIcGD73koiuGX6LVnLIwTUlp2UeffrNxy/a8vMKE+OjZb72QtDN99pyvXnz2QQ8PdwGgebL9l0DzZ6mustdoSU2tSEuvTE2p3r3LZrEc5Ri12qNtW3ulFqX9UHy81vtU/joFAIfjGR3T86M5yVOfib3nXrUbv6VE81BRUfnt/AVt27Qm4wLAtZFxAQAAAACgZVCrTd5etro6YbXI5WKrRpN7Xr99519UXGfxd9fVVex2r/xC5Xm/TR1ySho9FJeUPf7sK1u2Jcuxn69PfGy73LzCHclp8jb/x1/fee2ZwAB/cSo8/NSMbTtS3N0MUe3aaBzRmfsefaGsvEIAaLYItbgGU0lJZVpqRWqKEm2pyc4+6iFqvd4zKtpepiXenmvxjIlRG9wEAJwNOj+/Lm+8JYDmY/4PC41G41VXDBUA4NLIuAAAAAAA0FJoB11qMZksixaWu3vt6XVezjnnFtepPPTqysqSqJKfQvw36fOnmAIesRq6CtVJ1VkpKS27feKjuXkFHRJj77371i6dEpX9GVl73n7/0zXrt0x5+PkPZk47+TorRqNp244UrUbz47wPfGg5D7gKisY1U7W5ufY4S1qakmsxFhUd9RCNp5dXbJx3fJxXnLzFe7aLEhq65gFo0vIX/1q8dk3cvfdrfXwE0JR079rRYrHERLcTAODSyLgAAAAAANBi6PXqoZcVaAxb9D6FbaMtap3cV11b3bZsYVz5LzqVWuWWryt9x+h7l829h1x5FCfq6Wlv5uYV9OnV7ZUXHtXrdc79MVFt5Z7b7n40LWPX1/MX3HbzKHFyamvr5Nbbx4uACwCcaVZr9Z49lakpFfZciz3aYq44eg0tfUCAl9J4KC7eOz7erXVrAQDNh7msLP3tt8zl5SUbN8Tde3/QgIECaDK6dukobwIAXB0ZFwAAAAAAWhCVXm8YNKiuoNJitNjvW80Rud/11Hwc5JlnqfQz5Ybpwnbpyj82CY3NvbucLo5f0s709Rv/0et1Tz48sWHARaHT6cbeePUH//d1ZVW1suevVesffuqlu8bdGBUZMXvOV1XVNReed84Dk2+XD+3dl/u/Bb+lpmWlpmdZrdagVoFdOyfefcdNSqJl7ISHdqZmykFJSVnfgVfLwV3jRr/30ZfKaQdefpPcrvz9Gy0lAQDgVLCZTFUZGY5ES1plakplRoa1rvaoR7mFh9vjLHFxXvEJcqAPDBQA0Gzt+uT/zOXlwtGOLemZp1ot+S3+wYd1/gECOKuqq2tOvkYmADQXZFwAAAAAAGhZAtz05wd7ryqoNBXt6JT5cmDhTq+YCk2ARa3dbyyzGC0R+ogUfelrdZppQt9OHL/fl66U2/P79gxqdei/7r/4ovPkzXlX6UmSnJI+e85XVqtVjotLSuX22x8WvfHOHLlHrVbHx7bLyS3I2r1X3namZnw8a4ZGox552SW9uud9Me9HdzfDDaNGyEM6to+/7eZRc7/5sa7OePMNV+q0WjUdTwDgRFmqqyvra7SkVqSlV2dl2SzmIx+i0mg8IiMdcZY4b0f7IY0ndbYAuI6oO+6wGutyf/5JuVu0YkXpli2x99wbM5a88QAAEABJREFUMniIAM6SoqLi519885orL7vwgj4CAFoAMi4AAAAAALQ4QW66ISEGVeFSX/V6m39l8T5/tdrm7ms0+JUay9Wm/FBt0D7D/sfrAqcLfeTxVnPJyNott507JBzjfJvNvl2+Ym3P7p3um3hbbW2dVqvdX1yiBFwevOeO4UMHGgx6OSc1PWv85Cd2pmZuS0rp1rn9lcMvLS+v/GLej27ubuNvvV45W6/unef/+GtdnfHWG6/m3zICwHExl5VVpOysTEurSE2pTEut2bfvqIeo9QbPmBhvpf1QQrxXdIxKrxcA4KI0Hp7xDz0SPOiSlBen1eblyT3mioqd054vWPJ7wiOP6lsFCeCM+/iTr2pra0ND+fED0FKQcQEAAAAAoCVyM3iIbg9bPNx1KW/4WcsqcryFTXj4G3VeJaZKlUUEaYKyDfufMPo9YHPvKv8+/9jPXFBULLetWh1fzXadTjft6Qf8fH2Uu7v3Zg+9tL+Pl9c1V/z7j2LjY6PO7dN92V9r8guKBADgpNXl5dl7D6WmKrkWY1HhUQ/Rent7xcZ5OWq0eMcneERGCrVaAEBL4te9xzmfz82cPTv7u2+UPcVr1+x8cXqX194QwJm1f39xQWHR0MED42KjBQC0DGRcAAAAAABoqTRupvh7hFqr2/m6V2WFPeaiEh5+Rq1biblSmEWILiRHV/6BSdxuc+8pxLEuYdqUwizHKSEuyhlwkSLbtH7q4UkNJ9i7FKVk5uYVyLHZZBYAgONltVbv3VOZllaZmqJEW8wVFUc9SN+qlbe991C8kmtxCwsTANDiqQ1usfdMCR4wYOf0F2qys1UaTezEyQI44wIDA55/5mEKWAJoUci4AAAAAADQgmkMppg7bRpP/fapvjVl+zMDre1UXgF1Oo9iU7nNaArXR6Tqy94zaR606toL1TE1LWoV6L97T3ZZWbk4HgH+vo32WCzWNes370hO27V73+Z/kkpKy5wPWW1WAQA4GpvJVJWZWZmWWpGWJreV6enW2pqjHuUeEeFItMR7x9u3On9/AQA4FJ/OXXp9+vmujz9W6/Ue0VTRwNlBwAVAS0PGBQAAAACAlk3rYY4eqzLu16W8GaItyN8VrFbbPPyMep/iulKrKTdCF5apK3reGPKGTRN6LOdLjIvZuHn71u07R1057JATzBbLCzPeSYiLvmzwAB8fL2WnRvOfdkgmk2nCvU/tSE6TYz9fn/aJsa3Dgjt3TFz594bfl64UAIBDsdbUVKbbuw7ZEy1pqVWZu2yWoxS+Umm0HlFR3nGxSq5F3jQeHgIAcGzUekP0XXcf8iFzRYXW21sAp8dX834IDQ0a0P98AQAtDBkXAAAAAABaPLXelHCfXOjUpbwR6L2/LNtX2IS7n1HvW2qq1JjzgzWtcvT5U0ytnrHqEuRy6JFPNqB/37nf/Lhy9Yai/SWtAg/xr/9Xr9n065K/Vq/ddNWIwYc7yYJfl+1ITouNjnz/rRe8PP9dbf1j+WoBADjAXFZ2INFij7bU7NsnjtYwTu3m7hUT4xWf4O3oPeQZHa3S6QQA4JSqTE3dcs/E6DsnhF95tQBOtZWr1i3/a3XPHl3IuABogci4AAAAAAAAITRupoR7hbDpUt/xtlZU5noJlfDwM2o9SsyVwqIK1gTl6YrfMPpNtBm6HrlpUaf28T26ddq0ZfuMN2bPeO5htVrd8NHq6ppZH34uB5cPHWgw6A93ks1bd8jtkEv6Nwy4VFZVb9mWJBxtjMThqY6tpxIANEd1+fn23kOpqUqupa4g/6iHaH18vJUaLfbeQ3EebdqK/16ZAQCnmMWSPO05S3V12huvF/71Z/vHn9QHBQvgFDGZTP/7aVF4eOjYm68VANDykHEBAAAAAAAOGjdT4gM2faB+x/PeVeWle3xtVpVnQJ3OvcRULszmUF14pq56idHQQQj9kc/04D3jxtz50IrV6+9/bNq4sdd1ah+v7N+RnPba2x/t3pPdJiJs7Ogj/ZPWoFaBcpueucu5x2w2P/nca+XllXJcW1d3hGP1entBguzc/LiYdgIAmjWbrWbPngpHnKUyNUUOzOXlRz3IEBzi5ajRolRqMYQeU6c5AMCpUp6cVJ2VpYxLN25cd/ONcffeHzJkqABOBZ1O9/jDk202+QcfvQCAloeMCwAAAAAAOECtN7e7SWWp0iW/EqAuKdrVSqiEp3+dzrPYWGG1VF+i8W+ntlZbNUf5u9Todm3ee/O5+x+btmb9Fnnz9vJs2yY8N6+guKRMPhoY4Pfa9Md9fLyOcIZrrhj64y+///r7XzU1dTFRbdIz92z5J6m8ojIxPnpnamaJ4zyHE9mmdUHh/jsmPR4UFPDeG88fsl8SADRNNrO5KjOrMi2lMjW1Ii2tKiPNUlNzlGNUKvc2bbzry7TEe8cnaH18BADg7PHp1Ln3518mT3+hItlRg7C6euf0F4pWrkh45DGtt7cATlpgYIAAgJaKjAsAAAAAAGhA62GKvVtYzbqU14NUhfv3BqiEcPerM/iW2QJ7qDQBamu5VeMr11SPfJpO7eO/+3zW4j9WLFm2KjevICU108fHq31C7MUXnXfNFUPcDIYjHx4WGvTp7Ffe/XDuth0pf65cq9frzunR5dabr7FZbXdMfnzdxn/uGnfj4Y69d+KtDz81Izsnr6Bwf0lpGRkXAE2ZtbamMj2tMi2tIjWlMi21KjPLZjYf+RCVVusZHe2Is9h7D3nFxKnd3QUAoClxj4zs8d7sfd9+k/XhB1ajvQZh0V9/lm/flvDYEwF9+grghHzz3U++vj6DL7lIAEALprLZbAIAAAAADs/mYLVazWazyWQqKa/8Y3O63H9R9/gQf/4JGuCiLLW6pJd0GbON1dVVqiCvuACtX1sRdodKras2+9g8Oqk0bgIATrUFq7dV1RpDfAzRwT5uDgaDQa/X63Q6jUajVquFvWqJ6hjP5vw9jMVikb+HMRqN+b9daK3bH9xlUlDnyeIsMZeXK3EWe/uhtNTqPXvE0f6GVuPh4RUT6xUXr9w8o6NUWv7tIgA0D7XZ2TtfnFb2z1bnnvN/Xqj19RXAcdq8Zfv7H37WuVP7SXfdKgCg2doxN1H+Wc0SMdkQcU3DP/RptVrlD31H/RMffxYCAAAAAAAH0biZOjxmcwvWZbzn7R2rbjtceLZWqXXykYyMTI+gVmGt2wkAwDGoK8hX4iwVqalyW5eff9RDdH5+SpzFUakl3j0iQhxzsgcA0KS4tW7d7e1ZOT98n/n+e5aamrgHHiTgghPzzfyfg4IC77httACAlo2MCwAAAAAAOBSNwRx9my2ot0ZdrdYLYbP3ziivqF21PsMnSHcFGRcAOCSbrWbfvsrUlApHrkXeTKWlRz3IEBrqHRfv5eg9JAf6oGABAHAZKlX4lVcHnnt+7i8LwkdeKYAT8uiDE6urawxH6/oKAC6PjAsAAAAAADgMjZvFr5dFCKPVpLUWpiRt+GHRuqy9pZ6epSNHXqGiqAAA2Ktsm6szs+yJFqUDUUa6pbr6KMeo1R5t29rLtCjth+Ljtd70fwQAF2cIDW13+7iD95tKSnT+/gI4Gl9fH3kTANDikXEBAAAAAABHo9aZ1eFt2w+9TB+/bt266qMu3wKA67LW1lSmpztqtKRVpKZUZWXZTKYjH6LW6z2jouvLtMQneMbEqA1uAgDQ4llrajbdNV7+GpHw8KMkXXBICxb+bjZbRg4fzL8xAAAFGRcAAAAAAHBMdDpdYmJiQkKCsBdc5y9YAbQU5oqKytTUirQUua1MS6ves1vYbEc+ROPp5RUb6+0ItXjFxXu2ixIajQAA4L/S336rNidH3tbddEPsPfeGDB4igAaSd6b9/MvvcbHRNpuNP4IBgIKMCwAAAAAAOA781SoAl2csLKhwlGlxRFtS6/LyjnqIPiDAS2k8FBfvHR/v1rq1AADgaIylpcrAXFGxc9rzBUv/SHjoYX2rIAE4zPvuJz8/37vG36JWqwUAwIGMCwAAAAAAAIAWzGaryc629x5KTalIS5MDU0nJUQ9yCw+3x1kcZVq84hP0gYECAIDj1Gn6S3kLF6bPfNNSXSXvFv+9et3NN8VOnBR6+XABCPHgvRNKSso8PT0EAOAAMi4AAAAAAAAAWhCbxVKVnlaZlmZPtKSmVKanKyuLR6DSaDwiIx1xlvpci8bTSwAAcNJChw0LOKdX0nNTy7ZukXctVZUpL79U8MeShEcfN4SECLRsXl6e8iYAAA2QcQEAAAAAAADgyqx1tVUpyeU7d1T8JUwFvvs/nm8zf3vkQ9R6g2dMjLfSfigh3is6RqXXCwAATgN9UHC3me/s++6brNnvW41Guadk44bKjDQyLi3WipVrc3LzR119OS2KAOBgZFwAAAAAAKeAzWYTAHAaqFQqARwnS2VFRUpyRUqSvFWl7azes0tYrY5H5I+TTgjrwYdovb29YuO8HDVavOPiPSIjhUYjAAA4M1SqiFHXBfY9L2nqU5WpaUEDBgaed4FAi5SfX/j1tz+Gh4dYrVYyLgBwMDIuAAAAAICT0jDdQtIFwCmkpFucFxbCLjgCY1FhZUpSRWpyZerOytTk2tzsox6ib9VKibN4xduLtbiFhQkAAM4q9zZten70ye5P/y98xEhxovZ++UWb0TcJNFufzf1Or9fdPX6MVssyLgAcAhdHAAAAAMAJci48K4OGWwA4SSqVSl5PlFyLM+xCzAX1bLbanH0VKcmVqUmVKckVqTtNJfuPepAhPEJ47NUEVAedM6z1pQ/p/P0FAABNT+SYWw/eaSwqNJdXeERHH/nYbY88VL59W9jwkVpvb4HmafztNxaXlPr7+wkAwKGQcQEAAAAAnIhGuRang+cAwLFrmGJxBlyciLm0XBZL1a6M6vSUqrQUe7QlbaelqvLIR6g0Wo+oGK+4BM+4RLfoOH27GItWm//bhda6Gs8OYQRcAADNS+qrrxSvWxs5Zmzbm26Wv8Ydblrx36vlNufHH+Q0gebJ19dH3gQA4DDIuAAAAAAAjlvDaMuegpI9+cXiQIkF51YAwPFrGGTx9XDr0C5UuatWqxs9CtdmKcirytlXmbPXuCvDWl5WlZp81EPUBjev2HjvxI6ecQne8e29Ejsqv05ZrVaLxWIymSxGowAAoBkq+nP5/tWr5GDXxx8V/vln+8ee8IyLO3jaqsuGKIPs77+LGDVK/soo0Hzs2ZOdnZN7bt9eAgBwRGRcAAAAAAAnSFk7LK+sySuuEABwqpnN9lyCRqNRq9VWq5WYiyuzWmv27KpK2+m1YpXvvt1uBfuKaquPepDWx9eeZZG3BLlN9GjTTjh+SAAAcDHmyn+rl1Wlp224fWzbm8dE3TG+4Zztjz9qrqj/c5mxqCjv10XhI68UaCaqqqrf+/CzysqqLp07eHp6CADA4ZFxAQAAAAAcn4ZFXKwO8q5GrQryp5wygFOjtKKm1miUFxmLxSIcFxyNRqPEXEi3uAabyTo75JUAABAASURBVFSdmVadnupoP7SzJjPdaqyT+z2PeJQhONQrPtErvr0SbTGEhgkAAFqA0Msu9+3abef0aeXb/1H27Pn808I/l3V48hmvxERlz/6VKxoesu+beWGXDz9CVyM0KZ9/+V1xccnECWMJuADAUfFrGwAAAADgRNgOUO4adPrzuiQIADgV1m5Pzy4sllcYs9msBFyUdkXKZYeYS3Nkqa6uTt9ZnZ5alZZSnZ5Sk5V+1EPUXt7u0XEesQmGgADvhA6+HTrr/fyFo5aPAACghXGPiOj+7ns5/5uf+f57lpoauadmz56N42+PHHNru9vHObsUOdXs3Zu/+LfQYcMEmoMrhg+Jj4vu0rmDAAAcDRkXAAAAAMBxszWg1HEBgFNOybgIR6bB2avI+RBBhybOXFZaneYItaSnyEFt9t6jHqIPDikPCKsJau0eFR3RuaNn6wg3NzeDwaDX63U6nUajEQAAtGzhV14deN4FKS9NL9m4QdmjNugbdilqaM/cz0KHDhX8lqk5CA0NljcBADgGZFwAAAAAACdOrjo7S7kAwKklrzBms1nloPQqkgPSLU2WsSC/Om2nI9Fir9RiLCo4ygEqlXubSI/YBI/YePeYeM+4RK2P74LV26pqjXofgyaQ/ncAAByCISSkyxtv5S34OX3WO4bgoLY33PjngH6HnFmzd2/RyhWtLuwn0FTl5xdu27Fz0MALBQDgmJFxAQAAAACciEa9igDglJNXGIvFotFolJJRSq8igSbCZqvdu9ueaElPrUlPkQNzedmRj1Bpte7tYjxiEzzjEuzRlpg4tZu7AAAAxy/08uEBffuayytWjbjsCNP2fPE5GZcmy2g0vvvBp3l5Bd27dgwMDBAAgGNDxgUAAAAAcBwaLjCTcQFwWikZF2fMReCsspnNNbsyq+2hlpSqtJSazFRLTc2RD9F4eHhEx9njLHGJnrEJbpFRKi1/GwkAwKmhbxWU/s7bh+xS5FSRnFS6eZNf9x4CTc+8737Kyyu4bcz1BFwA4Ljwp0oAAAAAwHFrlHQRAHB6KBVcGhaOUga0KzoDrLU11RlpSqJFbmt2ZdjM5iMfovPzd3QdcpRpiU1wa91G8J0CAOC0KVz6x1Hn7Jn7BRmXpumyIReHBAf16c13BwCODxkXAAAAAMCJo5QLgNPKarUKmqOdKeaK8mpHnKVa6UC0d5c42nuuDwn1jE30sIda4j1jE3StggUAADgjVl025FimlaxbW7Ez2TuxvUATExDgf+mg/gIAcJzIuAAAAAAATpCy3kw1BQBopkz7C6vTUqrSU5RoS11+7lEOUKvd20Taa7TExDs6ECVovX0EAAA445KeffrIXYoa2vv1Vx2efU6gaSguLlm7fvPQwQMFAOCEkHEBAAAAAJwUKisAOH2c/YkEToW6nH1K46HqtJ1V6anm0uIjz1fpdB5RsY7GQ45QS0yc2uAmAADA2XYsXYqcipYtLb9mlE+nzgJNwHsffLZnb3bXzh3Cw0MFAOD4kXEBAAAAAABA00XA5cRZLNV7sqrTUmoyUu3RloxUS1XlkY/QeHgqcRbP2AR3OYiMFhqNAAAATcnfV11xXPPl76a2TJl07vwfdX5+AmfV/P/9smdv9nWjRhBwAYATRsYFAAAAAAAAcAU2o7E6K93RfminPdqSlW41Go98iNYvwDM23iMuwSM20TMuwRDWWtCBDgDQfLTALGzS1Gfq9hcd96/XFpvVZCQ6fNYNGnihXq8b0P98vhfNAq2ZgaaJjAsAAAAAAADQLFmqqxyNh1Kq0lNq0lNr9mTZLJYjH2IIDbeXabGHWuw3XWArAQBAM9QwItCi4gKJTzwZ/8CDllqjta7WUldrNZqstTWWujprbZ2ytZpqrbW19ROqq8q2b6/LzfXp1rVk69bggRcLnFXe3l6XDR1EwKVZUKlUzu8UYRegSSHjAgAAAAAAADQPppLi+sZDjkottTn7jnKAWu3etp0SZ/GIjfeMTdB4eQsAAJoz56qzMvjvVrQAauHmoZE3IXTHdoC5skLr+A2AxWIVOBuqqqtXrV536aCLBJo2R5bFJg4EXJRoS8MxgKaAjAsAAAAAAADQRBnzc6sclVqq01Oq0lJM+wuPPF+t17tHxXrEJXg6ci3u0bFqvUEAAOAqGgZcDqgfi//mXfAvN3ez2Sxw9nz2xbeZWXtiY6Latmkt0FQ5Ey3K1oGYC9AUkXEBAAAAAAAAmgartWbf7ur01Oq0ndUZcptirig/8hFaL2+PmHh7nCUmziMuwaNtlNBoBAAALk0uNlut1i133lFXWNBwJyvQaIJMJlOi0dRFryt6cEORQJPmvIy0mzQlsF9/td0hKrsAOLvIuAAAAAAAAABnh81kqtmdqdRokdvqjDRrbc2RD9EFBCq9h+yVWuISDGH8a2AAQEvhLNNitVrl0FRaai4tFUDTphLCXlXPZKSWTjNiqq42my0ajf2C40i62HcScAGaCDIuAAAAAAAAwBlira2pzkitT7Skp9TsyrQdrXeAITzCM9ZeqcUjLtEjNl7nHygAAGjBlMZEVqtVuevbsatfl+4CAE6azWLZ883ncmCxWM0Wi2OfxlHApT7gQikXoCkg4wIAAAAAAACcLuaKcnvjIXuiJdUeatm7Wzj+DfrhqDQa97ZR7rHxSpkWj9gEjYenAAAADrYDrNb6X0992ndqe+3NAgBOmtVYp2RczGaLvCk7VSp50yh1pAi4AE0BGRcAAAAAAAC4lPLNG3y69xJniamooCo9pdpRqUUOjPl5R56vNrh5RMcq7Yc8YuM9omJVer0AAAD/Zfs3JKpydCuyCgA4PSxWq8lkr7aoUqnUVrVa/W8pFwBnHRkXAAAAAAAAuI7SNSvSpz7qf/5FMU9OE2eAzVabs89epiVtZ1V6ak16iqm05MhHaL19PJTeQzH2rXvbdkKtFgAA4BgcKOIi2WxHLI0GACfMYrGYLRa1Wq3RKJcb+dt1fscONBVkXAAAAAAAAOAiCn/5YffMGTaLpTojVZwm8uS7M2vSU+3FWhwdiCzVVUc+QhcY5Bl3oExLbIIhNFwAAIAT5Ui5CKvNSsYFwGlisVjtN7XFatU4W6QJQR0XoEkg4wIAAAAAAABXkPvN5/s+eFsZ1+7bI04Rq7GuJjO9Km2nkmipyUq3Go1HPsStdRul95BnXIJ7TLzOP0AAAIBTSq430zcEwGlitVotFovVUcXFZhNKoI7LDtBEkHEBAAAAAABAM2ez7f1gZt63cxvuESfKUlVZnZ5SlaaUaUmp2bNL/iX3EearNFq3yChPpf1QXKJHTLzGw0MAAIBTTSncYmtAAMBpYC8W5Qi32MeCSw3QtJBxAQAAAAAAQDNmMxqzXnlu/7LfxIkyleyvTk+tdlRqqUpLqcvNPvJ8tZu7R3SsR1yikmtxbxej0ukEAAA4/ci1ADgDGkXp6FUENClkXAAAAAAAANBcWWtq0p56oHzLhoMf2vXmi+3ufeyQR9Xl5TgSLalV6SlyYCreL45I6+PrGWvvOuQRl+ARG+8eESnUagEAAM4SargAODMoGQU0QWRcAAAAAAAA0CyZSvanPflAVUrSIR+tTk+tH1mtNXt320MtGamO9kOp5oryI59ZHxTi4ajR4hmbILf6kFABAAAAoGUg2gI0ZWRcAAAAAACuprau7tfFy5b+uTJ7X15xSUlgYECbiLBRV484r2+vhtPunPRwUnLqx++/Hh8XLZqz3/748/npb8iBwaBf8L/P3QyGg+eUl1cMv3qM1Wr18vRY9NOX4uTk5OZfd9OdUZFtPpvztrxrtlgGXHq1u5vht1/midNJ+Urfm/lSp46J4jjlFxRec8MdcrDst/lajeZw0+6e8ti27ckfzHqlfWKcODbrN265/+Fnz+3T8+XpT4lT7ZdFS1569Z0rRwy9f8qdyp5nnn916fKVd9855oZrrxQtm7EgP+XBu2pz9h1uQnV66u6ZL9ujLZnp1rraI51LpXKLaOuIs8S7x8R7xiVqff0EAAAAAABoYsi4AAAAAABcSkpqxuNPvVhQVCTHIcFBcXHRu/fs27DpH3kbeNEFTz9+v0bjsh1G6uqMf634+9JBFx380O/LVlitVtHMndu7p9yuWLX2BDIucDHVmWnpTz5gLMw/whyb2VTw03eHfEil1bq3i/Zw1GixR1ti4tXu7gIAAAAAADRtZFwAAAAAAK5jyz877nvoGbPZPGjAhePH3RwWGiwcRYbXb9zy+szZS5evdHd3e/TBScIVuRkMtXV1y/46dMZl+Z+r3d0MNbV14jTQqNVvvfa8WqUSp5m3t1eH9vHr1m++a/wYcXpMmTiuqrq6bdvWAk1Y+ZaNmc89aqmsOPZDNO7u7tHxnrHxHnEJHrGJ7u2iVVr+WgwAAAAAgGaGP8wDAAAAAFxEaWnZs8+/ajabx9587e1jRzv3q1Sq3r26v/7Ss7eMu+eXRUuGDR7YpXMH4UJUjnCJ/KK2J+1cs2ZDVXW1p4dHwwn7i0u2bN0+aMCFS5atEKchiSJfQI9uncUZccF5vT/4+IuCwqLgoFbiNEiIjxFo2srWr8584QlbXd2x/Ch7xCeGjbrJIzbBLaKtOP0xLAAAAAAAcFqRcQEAAAAAuIiFi5fuLy6JiW7XMODiFB4eOnzYpdt27MzOzmuUcfltyfI/lq3c+k9SaGhwp44Jo64cHhkZ0XBCWkbWBx99npm1p7y8IjEhtnu3zqOuutzb26vhHJPJ9PmX8/9a8XdufoGPj3fH9gnDhgzs3at7wzkZmbu++uaHHckphYX720W2bZ8YO+KyS+NioxvOKS4pmfftT/LFZO3eExsT1bN7l+tGjWiUWTkkrVZzUb/zFv76x18r1wy9dGDDh/5YvlJuBw64wJ5xOcgfy1b8+dea7Uk71Wp1546Jlw27pFePLg0nWCzW//20UL5F6elZ8u294Lze/S7o23CC2WIZcOnV7m6G336ZJ+9WlFcOu/KmoFaB38/7uOG0aS+99evvy556/L5LL+4v7773wadfzvvf26+/kJ2Tt/yv1dt37AwOatW1S8c777hZfr2/L/1r0a9L5Xvl7+97ycD+Y24apXVU3ehzTo8PPv5i/YYtlw0d5DzznZMeTkpOXfHHD78sWiJfZ3JKWkTr8L69e4y+7kp3dzdxPO6e8ti27ckfzHqlfWLcCZ85I2v3pHsfr6ysum/ynVddMVTZeSzf2ZKSsnnf/bhm3aac3LwundoPvnTAUV9wXZ1x0LBru3Xt9MbLz8759OuNm//ZvXtf+/ZxA/qdP/yyS1Qul+rYv+TXfe+9bjOZjnG+Sq0JGHCpAAAAAAAALoGMCwAAAADARfzhCHBcPmzQ4SZMmTTu4J0zXnsnNS3TzWCIaB2WnrkrI3PX0j9XzfvsfWeEZdFvS6fPmCkHXp4e7dq1TUnL2PLPjvk//PLko/ee26enMqeuznjnxIcysnarVKroqMia2lr5YuTtgvP7PP8T1OoiAAAQAElEQVT0Q0o4Iyc3f8KkR2rr6vz9/aLaRe7dm52Smv7DT78+9tDkYUMuVs6zZNmKGa+8I+e4uxkiI9umZ2T9sy3pfz8umjb1kWOpPTNo4IULf/1j+Z+rG2Vcli5dGRzUqkP7+Ebz5RM99NjzW7Zul+PWrUPd9Ab5AuRt8CUXya/OOW3qC68t+2uVHMREtyss2j/7489/WbxEnCLfzP9pxap18i2KbNNavoGZu/bk5Rf06tn17XfnyDcqPCxUvgmffD5PvtSJd46V8+Nio4JaBa77b8ZF8dncbz+cM9fbx6t1eJg8amdK2l8r/v7wvdf0ep04Ocd15uzsvPsefLpRwOVYvrMlJWWT7n98z55snU4nf4p2JKeuXb85IiLsWF6hyWh6/OkX/167MTwsJDQkaMPGrfKWnJL6yAOu1pnLWFSgC2xlzNl3jPPrsvcKAAAAAADgKsi4AAAAAABcgc1my8zcLQedO7Y/rgOzdu19/KF7Bl18oU6n27173+QHniwpKV2ydMWVI+3phILCojff/lCr0Txw711KesZssXzy2bxPv/hm2oy3vvxklo+Pt9z5wcdfZGTt7tQxcepTDyo9dNIzdz01dcbKVWu/+Or7sTdfK/d89/2C2rq6h++fOPyyS4SjOMri35e9+Mrb78z+vyGXDlCr1eXlFa+/NVvOuf+eO0dcPlijUcsv6utvf3h39qdy/5wP3pBzjvy19OjWxdvba936zQ3bFeXlF+xITrnxhqvl2ZR3yjn/y6//t2Xr9i6dOzzx8D3h4aHCkc94+vmXF/++/Ly+vQZedIFwVMdZ9teqiIiwl557Qilvs2LVuuemvSZOEXk2+f6Mvu4qd3e37Tt2Trrv8b/Xbly/Ycu0Zx/td6G9Wox8Y8eOmzL/f7/cOe5m+Y1QqVQ9u3dZuXqtyWSS37KGp/rk82+mP/fYhef3EY5aMhPueSRz155Fi5eOHD5YnJxjP3NxSck98keotKxhwOUYv7PvffTpnj3Z5/bp+fQTD3h5elit1v/7bN4nn887llcov8Vt27T+vw/fjI1uJ++mpWfeOemRBQuXXH/NFY2KEjW0YdM/8uchPi5a+TFuFsKuv6X1DWMqt23Z//vC0hVLrbU1R55vrigXAAAAAADAVagFAAAAAADNX0lpqdlikYOgoIDjOvCK4UOGDhmopCUiIyNGXm5va5KemaU8+vmX31VX14y6eoSzPIxWoxl36+gLzutdVlb+/Y8L5Z79xSXfzP/J3d3thWcfUQIuUmx0u2efeEA4SoCYzWY5yM3Ll1s3d4MyQaNRDxty8UP33XX/PXdaHK/8m/k/V1RUXjVy6JUjh8pH5R6VSnXDtVdeeH7vjKzdS/9cdbgvQQmvyK08atCAC+X78Odffzsf/WOZvVHRxQMuaHSU/Lq+nPe9POTZJx9QAi7CUc1Fqfwx57OvlT3z/7dAbh+4Z4IzKiFfz4iTTo04JcTH3j52tNL3p1PHxO5dO8nBZcMGKQEXKSYqUr4qk8lUUFCk7DnnnG6VVdXbduxsdKorRwxVYiiSt4/XyBFD5CBpZ6o4aUc+s0rY+wHJb1ZFeeW9DzxdUFg0+a7bnAEXcWzfWTlh8W/LvTw9nnrsPrmVe9Rq9e1jb4hxZFaOxYQ7bok9MDkuNrqvo8hQUsqRvvz7Hnr6voefSU3LFM2LSuXTrWf0w093//bX6Mef9+nVV7hcSyYAAAAAAHBIZFwAAAAAAK6gQXWS49OrZ9eGd5VIQUVFlXI3K2uPcPQAanTUgIvOl9tMx6NZu+zNUHr16BIY4N9wTkJ8bNs2rU0m0959ufJu717d5XbaS2+++Mrby/5cVVJSJu+OuHzwoAEXKgmblNR0x3m6Nn6FPbo7Hs0Qx2CgI8uyrEEgRo7Dw0PjYqIazczavaeuzhgd1S6oVWDD/fFx0V5enrt37zMaTWVl5alpmZ4eHo3epSGXDhCnSI9unRveDfC3v4fR7do13Onn6yu38sUod8/t3VOr1a5dt6nRqbp17djwbivHt8NYZxQn7chntgn7D191Te0Dj03N2r33on7nXXvNiIbzj+U7u3HzP1artVvXTs4mWYphQy8Wx6ZH984Hv0iT0SRcl9rdPXDg4ISXZnabt7DNuEnubaMOOW3vh+8IAAAAAADgEuhVBAAAAABwBf5+viqVymazlZSWKzmJYxQY4NfwrkZj/5Oy1WZV7u7eky23oSFBjY4KDw2R233Z9vDK7r375DY4KOjgk4eGBO/Zm71vX3ZUuzYjhw/etGXb8r9WL/z1D3mTj7ZPjBtx2eBhQwYqrWr27MuR28efeUkcSnZ2jjgGXTt38Pf3W7dhi9KuKC+/ICU147Yx1x88U74w4Whqc+HFVxzyVLt271UGrQ4qjRPROlycIr6+/+mSo7wVfn6H2Onk7e3VqWPiytXr7ho/puH+oFb/eZ0atUbYv5Unmn46zjNv2bpdbg0G/eo16/fty42ICHM+dCzfWaVKTWBg4x/dsOAgcQzc3d2c3anqX6TG/iItFusRjlrxxw/CJegCAkOvv0XeqnbuKPrtl+JlvzVsUVSdcQpq+QAAAAAAgKaAjAsAAAAAwBWo1erEhNjknWn//JMUExV5yDkZmbvmzf+pa6cOlw0d5NypUh2pxKnFZu8iZLVaD/ek9kcdMQKb7bBhApVjmpz8/DMPb92W9NfKNTk5eVm798hXK2+Lf1/28otPu7sZlHYrHdsn6PS6g08SEhwsjoFKpbrk4n7ffPfTH0tXjrj80sW/L5c7LxnY/5AzhaNuStu2rQ9/NsfW1rgRjE53In+foLRkanwq7Ymcqnevbh98/EVObn54WIhzp9oRPTkdjnxmpVeR9OiDkyoqKmfN/uT5l96Y/c7L/044lu+s8lYf1HPHw9NDHAONmkq9dp6JHeWt7V33lf69oui3X8rWr7ZZLNXpZFwAAAAAAHARZFwAAAAAAC6i/wV9k3em/fLrkitHDj3khIWLly76dWlJcWnDjMuRtY1ovSMppaBwv5+fb8P9OXn5ctvKUXWjTYS9qElh0f6DD8/LLxD/rQLStXMHeVPGKakZ9z/y7JZ/dvy6eKl8za3DwrKz8+4cd3P3bp3ESbhk4IXffPfTilVrRlx+6bI/VyfExzSsKeIUEW7f2bZt67dff+FwpyopKZXb/IKCRvsL8gvF4am19ryF+aBES0lpqThFLjy/zwcff7F23abDfa/PJKVXUa8eXeTPlcVi/fX35UnJqfN/XHj1yGHKhGP5zgY4WgvlH/TG5uYWCBwnlU7n32+gvJlKS/YvWVT02y8CAAAAAAC4BP6VDwAAAADARYy4bLCPj3dKasbX3xyiA0taeuYPPy2Sg5HDh4hj1toRBPntjz8b7f9j6Qq57dG9s9y2cTTu2bh5m5II+fcZM7L27M329vaKjYm22Wx3T3ls6IjRlVXVzgkJ8TEjLx8sB7l59hzDBef1lts/V/zd6LleeeO9K0bdOv/HheLYJCbEhYeHbtj0j3wrMjJ3XTzggsNMiw1qFZiUnFJQWNRwv3wx8nWOuf2emto6f3+/yMgIOVi5el3DOX8sX3mEF2DQ6+W2tLSsqvrfL1aeJGlnmjhF2kW2CQ0JbvSqzi6dzl6jRaNRP/LARDmY/eFnzjf2WL6zvbp3EY6GR8UlJQ3nLPtzlcCJ0vn5h14zutMHcwUAAAAAAHAJZFwAAAAAAC7C28fr7vFj5GDW7E9mzvpYCY4Iexch2+Lflz/46PNGo2lAv/OVwMExuspRJmT+9wv+9+MiZY/ZYpn98eer12zw8HBXegC1bh3at3eP6uqaJ6e+7Iw1pKVnPjV1hhxcfcUwjUatUqnaRUZUVlW/894ci6W+q1FJSekqR0qjXbs2cnv5sEEB/v7f/7jw77UbnS/gtz/+/GnB4tKysv9n7z7gqiofP44f7gUuoCAoe8gSBPfee++dppmaVmbuyiwzM0stLXdmjqwsy5U5c6Q4caHiAtmgIktliOx7+T/c8/N2AzVc/a/6eb/u7/md+5znnPOcIXG9X5+nYd3aUqm1b9OioKDgy6+/EcttWt0742JsbPzygF7imsyeu1gXRrmdkTn9869EP/38fMzNVKKmZ7eiSND8Rcsvh/0voSK69/Ovmx5wdLFnZycHcdmXr1yTk5sracezmf7ZXHGJpCenQf1aZ4Iv5OfnSwbG38+nS6e22dk54sLKNaW5s9bW5Vo0b5Sdkzv9869TU9Ml7XP7w5p1J4POSgAAAAAAANBiriIAAAAAwPOja+d2BQXqrxZ8u+H3beLlYG9Xvrx1TMwVOWlRvZr/lA/GPdQOq1apPHb0iCVLv5+36Lvlq9a4urrEXbmanZ1jplJ9/OFEG5v/TWD0waSx70z65PyFkH4D3/D2dM/Kybl+PVHSzl8z5JWX5DZvvT7k1OlzO/7862zwBXt7O1ETFR17+3Zm3do1OrQrysqYmJi8PXLorDmL3p/yWbWqfsbGxjk5uXKyZMr74+4539D9tG7Z5Mef10dERotTdtAe6556dO2we09A0Olzg4eNcdXOuBQTeyU9PaOSt+eEMW/Ibfr07HLi5OkTp86+8fYkL4+K4tQSE5ObNWnw4DFURr059JPPvvp9y587du1zcXKMjr1S3samT8/Ov9+NCj2+Zk0abt2+J+jM+cYN6z7Uhq079C1ZaWdb4fd1q6QnZMzI1w4dOS4u7J+79nfu1KaUd3bc2yPCw6PPBl/sM2C4t7dH/PXEzMw7zZs2OHzUgIarAQAAAAAA+H9ExgUAAAAA8Fzp2b1jvTo1t2zffSb4QnLKjYjImPI21n7OPr17dGrdsqmRkZH0kPr36e7vW+m7lWvirydGRce6V3Rt2KCO2Jt+dqRCeZsV3369bMVPJ4LOxF9PMDM3b9KoXueObVq1aKJrY2VluXLpV2t+3XTy5JmwsAhLS8ua1as0rF+nW5d2xkql3KZj+1Ye7m7ffLc6Pj7x1q3UChXKN2/WaPDLfar4+0oPw9vLw8XFUeykTaumD2hmplJ9t2TOyh9+DQw8GRkZrdZo3FydBw3o3btnF3kQF0k7+c7c2dP+3BPw5+794RFRri5OXTq2GTq4f8v2fR6wZ3HiyxZ/uW7jVnEX1IUacY5ikyc7tVC9OjWMjY2PBJ542IzLf0A7pNCwOfO+WbR0ZeNGda2ty5XmzoonavWKBb//sePAoWNXrsb7V/bp2qWdbYXyZFwAAAAAAABkRoWFhRIAAAAA3F+hlkajKSgoyM/PT83I3Hc2UtS3qu3rYGMp4QUjf4rUaBVohcYlxSSnW6hUnZrUlADgSThxMTI+5ZalSunrUFalUpmamorSREuhZaQl4bmzPfDCnZw8ByuVl72VmZb8AIhbr1Qqxa0XbUp/63W/w6jVavE7TF5eXtKe5prcm/Y1xthVHysBAJ4pej/VNfn5BXn5BaHDXy24ecOt3yserwyX/nN/LVly6Pvv9WtUZcqUbp5vMwAAEABJREFUtbW1srPzatCgQb9+5tbW+mv3L1t2YPnyThMnNnn1Val0Qg8e/HXixFrdu/f59NN7NhAfyaY3aKAqW/ajQ4fkmoykpEOrV/u1bFmpcWPpgT3vMmlSo4EDpafswWe9/YsvLu7ZM2nXLqWpqfSQzu/cuXHqVM969V5bvlz6/7OwV6+bV658sG+fhY2N9CQUu2Limb+0d2/40aO6ZyAiMHDNmDFV27UbMGeO9BTEX7okOvDS7NmmFhZSiWcs5/btWS1b2ri4TNy2TXrUJ9CQafJyjw7oIhYshrxh1bK1uXnRb6Lig4j4ZdTYWP5tVMHHEOAxXfrFT/x4U7uOVbn20//QZ3z3j9m//ilTSAAAAAAAAAAAAAAeQ+6dOzfj4mKCgvYtXfrNwIHXLl6U/nO7Fiw4uX69uqBAehZ4N2qUlZYWHRQk4T6So6LWf/CBeK6k/8ovEyaEHT4sPapn6wkE8IxiriIAAAAAAAAAAADgoTXo37/bBx/Iy7l37mTeuJGenLz/22+vBAf/MmHCG6tXl3dzk9fW7t7ds1698q6u0pNjpFS+tny5keJZ/QftnnXrGpuZRR0/7tOkiQStp/GcPI4HP2PP+hMI4BlFxgUAAAAAAAAAAAB4LKoyZcSrgru7R+3aP48fH3ns2B8zZgxfsUJea+PiIl7SE2VkZORZr570zDKztPSuXz/q+HEJdz2N5+RxPPgZe9afQADPKDIuAAAAAAAAAAAAwJOhMDbu+fHHX3fpEnv69JXg4Iq1aonK/cuWHVi+vNPEiU1efVVuplGrz+/cGXXqVFJExM3Y2LK2ttZOTk2HDPFt1qyUB9IUFExv0EBVtuxHhw6lJyaKI8r1v4wfL8qh337r3bDhAzaPPnXq1IYN0UFBDl5envXrNxowwNzaWr/BratXT2/enBAWlnD5cmFhoZWDQ8WaNduNHm1maanfh3M7d17cuzf+0iWliYlDpUriFB5w3Au7d2+cMkX0+dUlS9yqV/du1Gjn3Lmp16/bODvLDQpycmY0aSL2MHjRooOrVsWcOpUcE+NWtWqVdu1q9+hhZGQkPaQ7t24dW7tW3IjEyEjnypWLznTgQFWZMvptcjIygn7/XZyCONnMW7fKOTjYeXq2GzPG1sNDv1n4kSOnN22KO3fOyt7eq2HDZndv5f2sHD5cHPf11avFdZNr8rKzZzZrJi7mGz/+KE7/f0e/fXt2q1YOvr5v//qr/nOydebMoE2bRIOr589Pq1PHs16915Yv1z+vwz/+GBsUlJqQULF6dfHY1O3TR6FU3q8zu+bNC/z5516ffFKnZ09dpbjy87t1E3dt9Pr14mncOHWqXP+59iGcfvJkUXn3GSu5z399AoM2bry0b1+3Dz5o0L+//obivMTZNR82rP24cRIAPCQyLgAAAAAAAAAAAMATU87R0aNOndgzZ8RLzrgUc+fWrZ/HjYsPCRHLlnZ2tp6eSRERqfHxMUFBA+fP92/ZUnpIZmXLtnnrrZD9+xPDw2t27VrBze3Bw4Gc3bYt4fJlMysre0/P+EuXRD8v7N49YuXKMuXLyw1ObdiwY+5cTUGBwtjYpUqVW1evJoaFJWrzLiNWrZKzFDkZGWvGjbt6/ryRkZGTn1/mrVuRx46JV7EghU7Y4cObPv5YF3ARNd6NGoky6tixen376rdU5+evnzw59MABWw8PGyeniMDA8KNHxeXq/uGH0sO4uGfPls8+y71zRxzUoVKl62Fh0adOndywYcCXX+ruy5Xg4N8mTcq8eVMsi7OQjIxSYmLES1yTt375xdrJSW52+vfft3z+uVgo7+YmTv/Yzz9f2LWrID//AUf3adJE7Dw2KEiXcYk8frywsFAsxJ0+rcu4iLMTlb5Nmxbb3LdZM6Wx8Yl160QfxPUs5+CgW5UYEbHkpZfupKY6Vq5spL2w4pV9+3aL4cOlR2VfqZJ4hI789FNeVlbL118XhzZSKAo1mlJufs8nsGb37pf27Tu/a1exjEvwjh2irN2jhwQAD4+MCwAAAAAAAAAAAPAkVfDwiD1zJvX69XuuPbR6dXxIiLO/f9/PP7fz9JS0I3zs++abY2vXBm3c+AgZF1XZsq3efDM5JiYxPLxahw6Vmzd/cPuEy5ebDhnSfswYhbFx7p07f0yffmnfvq2ffTZw/nxJG8GRAy7dp0yp3a2bsZmZqEwMC1v1+utXz5+/euGC+93BacRb16pVX/riCzlSE33q1NqJE3d88YXogC4uI7sSHLxu8mQTlUoXcBHEuVeoWDHs0KFiGRdx6YoGF1m3zsHHRz70imHDTm3Y0HjgwGJjqzxAdnr6ji+/zMvK6vHRR3V69VIolYWFhcd++WXXvHk7584duWaNkUIhmv351VeZN2/W6dmz4/jx8kg24vRFV2NPnz7/559yauTWtWs7vvpKVaZMv1mz5Gt7Izb213ffTYmJeUAHfJs127d0aUxQUIsRI+SauNOnRSl6cvXcOV2zSO1sTb4lbplfy5biqp5Yt87Szk7cXP1VN+PifJo27fbBB6JBoUaze+HCwDVrTm3c2Py11x5hqBuZo6+veJ3csEFcsebDhplaWIjK0mdc7vkE2jg7Wzs5iVsvLpT8nEvaSydqPOrWLf2tBAB9CgkAAAAAAAAAAADAk2NpaytpRzq551obF5eq7dv3mDpV98W/qbl5nV69xEJGcrL09LnXrt1xwgSFcdE/hleVKdNz2rQy5cuHHjx46+pVSTt7Tu0ePZoOGVK/Xz854CI4Vq7so53C5ra2hwW5uWe3b1eamPSeMUM3ZoxX/fr1+vYta2t75fz5ovdy3sLIKDEs7OcJE5RK5eBFi3QBF5l3o0ZRp06p8/KK9bDtmDFywEU+tG+LFmLhunbkm1I6/ttvd1JTGw0cKLokDzxjZGTUZPDgqu3aXQ8NvfTXX5J2th23GjVETdfJk3VTNYlLUa1du6IzTUmRa05t3FiQk9N48GBdeMjWw6PDhAkP7oCTn5+4FLFnzohrJddEnzrl7O/vVLlyzJkz8oAuoowMDBTNRDekUhM3ru/dy26kULQdNcrUwiI9MfGOdjQawyH6VrNbN7FwbudOXeXpP/4QZS1tPQA8AjIuAAAAAAAAAAAAwJOkUDzoO7hGL7884Msvnf395bf5OTnRp06F7t8vaafpkZ6+qtoMh46ZpaU8bdCVs2dFWcHdvefUqR31MhwpMTEXdu1KT0go6qE2j3I9NDQ3M9PZz08X05F1mjhx4rZt/q1aFb3RxjhuXrny4+jRORkZ7ceOda9du1hPKrdoUSBOPyioWL1n3br6b+XMUEGJKMwDJFy+XLSf+vWL1Xs1aKBbqzA27vL++wPmzDG5G+XJSku7fOjQlQsX9A8Xq+1esfF1fJs1K2NjIz1QldatxQ2N1V7VjOTkpIgI9zp13GrUyLl9O/7SJUmb2rmdklK5efOHGn/FrVo1C71Di87bacdEyb5Ppur/Ud2ePcWpXfjzTznTI67GuZ07Tc3Nq3XoIAHAI2GuIgAAAAAAAAAAAOBJyr59W9JmR+7XID0xMWT//tspKdcuXLhy/rymoECuL/3sMI/DytGxWE05B4eiXt0dRUajVkcdPx5/6VJKTEzsmTO6EU10Pbx944YoLe3spH9zauNG+TqIhTo9exqrVPprverVMzYzCzt0yKdJE12laK8qU0a/mTwQi+iVVGo3r1wR5dqJE++59ta1a7plcZpRJ06Ic4wLDk4MC9PV6+6FPOeUlb29/h6MjIxsXFzupKZK9+fdpMnJDRtiTp6s1KiRKEWNe506mvz847/9FhsU5FqtWuSxY6LSp2lT6WEUmwdK0oZ1RKn5Tx6eh2Lt7FypceOIwMDokye9GzYMO3w488YN8RiYmptLAPBIyLgAAAAAAAAAAAAAT5IclbD38rrn2pCAgPXvv69RqxVKpWu1ajU6d7Z1d3etXv2HkSOl/0TJYWbkPIe5Noyizsv7YdSoOO3oI0XT6FStau3i4lajRtjhw+d27JDbK01N//Uo8lxFZlZWw7/7bv+yZZcPHjz0ww9t/nmOYj/e9etHHT/+j+5pEy1PhEedOkoTk5L15e6mfHYvWHD0p5/EgqmFhVv16vX79XOoVEldUPDnV1/9686LBXFKqtSggbGZWYx2GBh5rBrPOnXkVVeCg0UpTlw08GncWHoYRoonM1OHLln1VNXu0SMiMPDczp3eDRue105aVKt7dwkAHhUZFwAAAAAAAAAAAOCJyUhKitMmGCrpjU2io1Grd8+bJ8o+06fX6tFDV68/gsjTlpWWVqwmQztSS3l3d1EG79gRd/ass7//a999pypbVtfm0l9/6ZYruLmJUn98F9mtq1ejTpwQ27pUrSrPVdRsyBDHypW7vP9+9MmTh1atqtKqlXirv0nlFi3CZs5MiYkpNu3RYyrv6ir22fqttzzr1btfmxuxsUd/+snU3PzNn36y9/bW1R//7Tf9Zlb29uKKpSUkFBtARR7f5QFMzM0rNWgQdvhwTkaGOH3XatXMy5UT9U5+frFnz4p9iussTt/k6Q9qIsdiioVaMm/dkp4+/1atytjYXD5wIPPGDXEpxF32uBv0AYBH8GRSfgAAAAAAAAAAAACEvUuWaAoKPOvVu2doI/XatdT4eDNLy5r/HM0i/OhR6SGn4ynGqNQto0+d0n+bnZ4edexYGRsb91q1xNtY7QguNTp10g+45GZmxp45U9RDbXKlgpubQqm8fvmyPCWQzoVdu7bNmhV14oSuxlg7jIq1k1OrN98Ul2XrzJnFztFbO4pJ2KFD0hNVuUULUV4+eLBY/Y4vv5zXteupDRuku4OpeDdsqB9wESKOHJH0pv5xr11b+mfER7geGnrr6lXp31Rq3LiwsPDUpk3piYnud7MdHnXr5ty+fWD5crHqARMVGRmV/pb+C3mKqGKhnFjt0DLFDik9hnturDQ1rdW9e9H5rlihzs9nEBcAj4mMCwAAAAAAAAAAAPC4CnJyok+eXP/BB+d27FCVKdP53Xfv2czS3l7SRkZS4+N1lWLDgytWiIW8rCzpUck5hrR/G1xEuPDnn2e2bJGXs9PTf5827U5qasMBA0zMzESNlZ2dKJOio3Xt1fn5m6ZOvaMd9iM/J0eUCmPjOr16ifo/Pv00IylJbibO6Ogvv5ioVDU6dSp50MaDBjlUqnTt4sXANWv0622cnUV9semKHl/t7t3LOTqe+O23iMBAXeXF3btPrl9/+8YN70aNxFtL7ZneiItT5+Xp2hz6/nt5E/lMhTo9e4ry+Lp1F3btkmtuXb36x4wZpemGb/Pmogz8+WdJG22RK+WwS9DmzdLdLM49yTc0PSmp4G5PHpltxYqiPLtt2/XQUEk7oMvFvXuPaCdp0meqfQBuXbsmPZL7PYF1tOMVnf7jDyMjo5pduujqEy5fjgkKKs0TCwA6zFUEAAAAAAAAAAAAPLST69eLV8l6E5Vq4NdfF5uRR8fU3J/4GkcAABAASURBVLzZ0KFHfvxx1YgRdXv3zsvOvhocfO3iRVsPj4yUlOyMjILcXDkr8LAqaHMMO+fMObNlS/Nhw6p16HC/llXatv3j008PLF9uaWeXEBYmjljB3b1B//7y2vr9+p3evPnsli15WVkOXl5JUVGxp09npaW51ahx9fz5O6mpcrOOEyYkRUTEnT07r3t3J19fM0vLqxcuiE06v/eetbNzyYMqTUy6T5mycvjw/cuX+7duXUE7L5KscosWgWvX5ty+LQ/6UkoxQUHT7jXrTa3u3ft8+qnS1LTDuHGbpk1bM2aMZ926CmPj/NxceeCWPjNmlNfOteTVoIFHnTqxZ86sev1132bNxPWPO3MmJSZGPtOsu2fq5OfXfty4vYsWbZgyZe/ixWXLl48PCbHz9HTw8RFX4MGdFJdCPAmJYWFGRkaedzMuntpui8vuWrWqlTbzdE9WtramFhYZSUmL+/UT+3lt+XLpUVVt21bcU3Gmy155xdHXNy0xMScjo/lrr53dulW/mXiEbl27Jp7Mcg4Ow5Yts7C2lh7G/Z5AOy8v+Tr7tWypf7675s0TN7HdmDEthg+XAKB0GMcFAAAAAAAAAAAAeFwKpdK1atXGr7zy9m+/eTVo8ICW7ceN6zl1qrWjY+CaNeKVl50takb98otH7doatbrYREKl13DAAJ+mTQsLCxPDwnIzMx/Qsk6vXgPnzbPz8kqOji7n6Fi7Z8+3fv5ZF2iwdnIauWZN9U6droeE7P/uu4ijR91r1Xrjxx87vfOOpB1yRm6mKlNm+IoVzYYOtfP0vHHlSlJUlFv16oMWLGg8aND9jluxVq3aPXoU5OQUGwTFu1EjURmpN+DKEyFOYeRPP1Vq1Cg9KSkuODjz5s2q7du/+dNP1Tt2lBsoTUxeWbiw6ZAheVlZB1etOvPHH+Ii9J89e/jy5WaWltcuXMjJyJBbNh82bMSqVWKH6oKC3KysBv37v7Z8edny5UvTDZ8mTUTpWr26qYWFXGNerpxLlSpFq5o1e8CGxmZmPT/+2NzaOvX6df1Rfx6B2NXQpUs7jBvnUbduWkKCW7VqYs/tx44t1qzjxInibubeuZOWmCgul/SQHvAEyrNB1dIO6AIAj8OoUDtnHgAAAADcT6GWRqMpKCjIz89PzcjcdzZS1Leq7etgYynhBSN/itRoFWiFxiXFJKdbqFSdmtSUAOBJOHExMj7llqVK6etQVqVSmZqaitJES6FlpCXhubM98MKdnDwHK5WXvZWZlvwAiFuvVCrFrRdtSn/rdb/DqNVq8TtMXl5e0p7mmtyb9jXG2FUfKwEAnil6P9U1+fkFefkFocNfLbh5w63fKx6vMAIEYNDEr2Jfd+1qbGIyYetWhVKpv+q3997zqFu30cCBkgHQ5OUeHVA0lZLFkDesWrY2Ny/6TVR8EBG/jBoby7+NKvgYAjymS7/4if+qq13Hqlz76X/oM777x+xf/5QxVxEAAAAA4LmVeSdr7W+/Hz5yIiEpycnBwdfXu0/PzlWrVP7XDdPTM1b/+NuxU2du3UytVMmzds1q/ft2t7YuV6zZ4SPH123cGh4ZbWVp6e/n065185YtGj/arh7Kt8t/XLtu89hRw/v349/APUiBWt26Q19zM9WeHeuk593yVT+vWbtx1JtDBw3oLQEAAACAYcjPydmzcGHmjRvtxowpFnDJSkuLO3u24csvSwBQamRcAAAAAADPp8w7WW+8/e61awliuZKXR2JySuxfV//af2j6R++2btX0ARsmJCaPGT8l+caNsmXLuLu7hkdEXbx0eV/A4R9WLDQ3N9M1kyMFYsHb010c68ChQPF6d/xbvXp0ethdAQAAAADwnFHn5X3aqJG8XKZ8+TolJira8eWXvs2be9arJwFAqZFxAQAAAAA8n75d/sO1awkd2rUaP3qElZVlYWHhiZNnJk+dOXvuonp1alpalb3fhp9/sSD5xo3+/XqMHjlMoVDczsh854NPL4dFrPrx1zFvvSa3OX32/Jq1G+1tbed88bG3p7uo+XPP/llfLlr63ermzRpWKG9T+l3h6VEqFAu//kzxYgwl3a1zu3p1azo7OUgAAAAAYACUpqYuVarcuHKlUuPGrd98s6ytbbEGXSdPtrC2lgDgYSgkAAAAAACeO2q1JuBgoFiYMOZ1KytLsWBkZNSoYd16dWpm5+SeCb5wvw0vhYSdvxBiXa6cnEoRNZZWZT+Z8o5Y2LxlZ3Z2jtzs13WbRTlgQE854CJ07tCmbevmYud/bN31ULvC0yNuep1a1WvVrCa9AJydHcXJOjrYSwAAAABgGEb+/PNHhw4N+PJLe2/vkmsJuAB4BIzjAgAAAAB4DimVil9Wf3Pj1i1Ly3+M16Ip1Dx4w7PBF0XZoX1LOZUic3V1quzrHRYeFXTmXPOmDTUazfkLIeIQHdu21N+2bevm+wIOBx4/NWLYwFLu6n7dKFCrd+0O2Bdw6HJYpLGxiZdnxcGD+tavW6tYs8thEes3bjsTfMHY2Njfz6dLp7aNG9bVb3DtWsKWHbvDw6MiomIKNRrbChVq1PB/6/Uhusuy+Nvv12/cunTh7HPnQzZu3m5jXa53zy49unUodqDc3Lx2XfrXrV1j8ntjflu/OfjcpcTklKr+lXv36NS8WaO0tPQVq9cGn7t482aqr6/XmLeG+/p46W8edPpcwKGjEZEx0TFxFubmFSqUb9e62aCX+xhpR1gRx124ZKWVleUvq5dYW5eTN7kUEjZq3AcmJsbfL5vv7u4qPRJxGVt36GtuptqzY93TPgtZZHTs+g1bz56/eCcrq26tGoMG9I69cnXWl4tGvTlULOuaRURG/7Ft17kLIbdupVWrUrlZk4bdurTTf05SU9N/Xf/H6bPn4q5cc3S09/HybNG8UeuWD5pjS548S3egkWPeDwkNP7zvjx1//rUv4EhoWISri3OjBnXEWubJAgAAAAAAzygyLgAAAACA55ONTTnx0q+5HBZx4WKojY11/Xq17rdVeES0KKv4+RSrr+LnGxYeFR0T17xpw9gr17Jzcj0qupUrZ6XfplqVyqKMib2q0WgUCkVpdnXPPtzOyJw4+RPRRix7e7rfSks/E3xBvCZNfFs/ffLn7v2Lv/3eyMjI28sjNu7qgUOB4rV4/sxaNarKDTZt2bloyUq5Mz6VPK8nJMVeuSpeYs/fLZmrVBYlKuR8xoZN2wMOHRULN2+lFhSopfvIys5+a8zkW6mpzs6OSqXy1OngoDPnPpv2/vLvf46/nuDl6WGkMDobfHHMxCnr1iwT11lsUlhYOGPmvL8CDotlczOVe0VX0dXUtPTIqJibt9LGjR4h6vv17nbw8PHgcxfnL17x6cfviZo7WVnTZswV2749ctgjB1z+47MQLl66/M77n4hno4yFhaur89Fjp44cPdGoUfGp5ZcsW71uwxaxYF2unLOT46nT546dOP37lp3z50yXD1egVk+cNC0qJq5sGYuKbq5paeni0OLVudPpKZPGSQ/jp182rPj+F0ursi7OTqK34o/AocPHVnz7tampiQQAAAAAAPCsIeMCAAAAAHjOXU9I+nP3/uSUG3v+OlimjMVXs6dZWJjfr3FaRrooy1hYFKuXJzxKT88oKtOKSrGrYm3KlStqk5+ff+dOlqVl2dLs6p6Wr/45LDyqkrfnzOmTnZ0dRc3ps+cnf/T5giUrmjdtIMcgJO2QIQNe6jlkUD+xw9sZmVM+mR18/tLmLX/KGZdbqalywGXi2JFdO7dVqUwl7fAhb4/7UOz8YsjlmtWrSNr0higDDh3t3aPz4EF9w8Kjq1XxvV/HQi9HuLo6ffH5XH8/H3Ga0z776sjRE1M//bJRgzpL5s+ysSkn9vbJjK/E3rZs3z3s1QFik4OHj/0VcNjcTPXFzKmiYwqFQq3W7N1/cOYXC7ds3/X2yKHGxkV/NTH1g/FDRozbf+BIuzYtxDl+MXeJuF8N6tXu26urdH9BZ86LE/D18ZIvaSk9pbPIy8ufMWtedk7u0MH9hw99WbS5k5U188tFh48c1z/62eCL6zZsqVDe5uMpE+vWriFqsrKy585bKva/+qd174wfKWqOHTsVFRPXoV2rjz+cIG914WLoBx/P+nPX/gF9e3h7eUil9sOa9bNmfCinqcRD8ta4ydGxV8Qfh57dO0oAAAAAAADPGoUEAAAAAMBz7WLI5R/WrNu5a19BQYGfr7fexDL3kJWVLcqyZcsUq7fS5leyc3JEmXknS7pXxkWhUMhzAGXn5pRyVyXl5eXv3hOgVCo++egdOeAi1K1do0fXDjblyp2/EKprWcnLY8xbr8nxDkurssOGFKUxIqNi5LWZmVkdO7Tq37dHn16d5YCL4FPJq2HDOmIhOeWG/kH9Kvu8M36kvZ2tfobmnsaOGuGvHZnGxMTk5Zd6ypUfTBorD5ljZGTUpEnRsCXx8YnyKlNT03atm48b/UadWtXluXjEqXVq31pcKHGm6Rm35WYO9nYTRr8hFhYuWbFtx94DhwJFgw8mjZEeaOKkaRPf/0QeL+ehPI2zOHT0eEJicq2a1V5/bZDcpoyFxSdT3rGzraB/6FU/rBXl+NGvywEXwcLCfMrkceKy/7FtV8qNm5I2lSVKMzOVbqvq1fw/nDR2yqRxxYYO+le9e3TWDRckHpKePTqJhZDL4RIAAAAAAMAziHFcAAAAAADPuTq1qu/YvCYrO3vPXwdXrl576vS5zz95v3mzRvdsLA8rUqAuPl+PkVQUjVEolFJRMKKojVp9rzl9tAEapbZZaXZV0uWwiOycXF8fLw93N/36caNfFy/9mvr1auu/9fH2FOXt25ny24puLsXmtYmNK5qlKDExuahXeQX6q+rWqSGVTp3a1XXLFWxsRGljXa5CeRtdpXW5ophIesb/Rqlp0qheE73JetRqTXhEVERktDx+TF5evm5V505tDhwODDweNH/xcvF28juji6VDnqCncRYng86KsnWLpvoHUqlMmzVpsHnrn7qakMsRoqxf/x/3zsTEpFaNqgEHj4ZHRIuzLlq7bPXW7buTkpJbNGtcs3oVd3dXsR/p4dWqWVX/ra32HPNy8yQAAAAAAIBnEBkXAAAAAMBzzrZCeUk7Q9CQV15SGCm+W7Vm2co198u42NoWNb59d3wRnQxtjaV2UBY7bZuMu2kSncLCwtsZRZXltUOhlGZXJd24eUt7iH+Pd5TXDjqiI0dq1BqNrkat1pw4dSb0ckRs3NXgc5fS0tN1qzSFmn/syrqcVApmKpV46d4qlEWjlVj/c2QRpbL4kLFZWdkBB4/GX0+8HBZ58VJodk6ubpWcEdH54L0xfQaMyM/Pb92iacsWjaV/c3jfH9LDe0pnkZxUNDSOnV35Yhs6OtrrlpOSU8TZiYXOPQZJ9xIfnyBKL4+Ko0cO++a7H06cOiteosbZyaFj+9Yv9ekmDxRUevKz+vd5aZNVmn9edgAAAAAAgGcFGRcAAAA97RT3AAAQAElEQVQAwAvkpb7dV/7wy5Wr8TdvpeqP26Fjqx3V43bmnWL1GdohPRzs7aS7oZnbmcUzLunpRW1sbKyNtPMhlWZXJZmYmEilI0+Icz/5+fljJn4UElo0K025clb+fj7OjvbVqvkfDTy1L+Bw8V0pSzWXsbGxUnpI164ljBz7vhzrcXd3rV+/tpuLc6OGdWd+sTAxKblY45NBwfKwN2fPXRSbyNMwPXFP6SxMTLU3rkR8RH9uLPnBMDU1qeJf+Z4H0k2A9XL/Xi2aNdq190DclWtXr12PiYlb/dNv23funTdnerEBfh7sfsMFAQAAAAAAPIvIuAAAAAAAnkMJick//rzewtx83OgR+vVGdxMHJsb3/kRsqx1AJTQsokuntvr1IZcjRent5S5pIyPGSmViYnKxoMwlbaBEblPKXZXk5uosypQbN4vVX7uWcDIo2N+vkr+fj1QKO3ftDwkN9/Z0X7Jwdtm7yQlh/4Gj0n9o5Q9rMzJud+7Y5oP3xuiHcjJLJISSb9xYsGSFuEHt27TYs+/gl/O+mTn9A8kwlOYsXJ2dRJmsHYZHX5J2fBeZvZ2tiYmJRq2ZP2e6sfG//J2Ms7Pj8KEvy8tpaekfTpt98dLl1T+t+/Tj9yQAAAAAAIAXUqn+nRYAAAAAAM8W63JWu/cEbN6y8/Y/ZxQ6fuK0Wq1xdLS/3xghjRvVFWXAwUDRTFd57VrC5bAIU1MTn0pe/2vWuL4oiw2I8te+Q6KsVqXyQ+2qGFdXZyMjo6jo2KvXruvX79l3cP7i706cOiOVTvC5i6Ls0L6VfsAl807WuQuXJO00RtJ/4tz5osP17tFZPxpy7kKI6IlY0Oh1Y85X32Rm3nn5pV4fTBrj7u566PDx3XsPSIahNGfRpHE9UR48FKi/YUFBwdFjp/RrmjdtWKBWHwk8qV+p0WiGvTHhpVfevBQSJt4u/vb7rr1f1d/Q2rqcnHdJSEySAAAAAAAAXlRkXAAAAAAAzyFzc7MO7VsVqNVfL/xOnv5G0g7u8s3yH8TCqwP7yTWFhYVngi+Ily4K4+3l0ahBnfT0jNlzF8lBkMw7WZ/OmicWenbrJHYrNxv8ch9R/rBmvTwZkKTNoOw/eFSlMu3Ts+tD7aoYY6Wyc8c2ov3nXyxITvnfECDXryeu27jFxMSkY/vWUunY2dmKMjomTldTUFAw/bO5tzOKzjQnL1f6T9jZFQ1mExX9dzfESc38YoG8nJ2bIy9s3b7nxKmzjo72w4e9LE7zg3fHiMr5i5aXHM/m/0VpzqJ+3VqVvDzOBl9cuXqtRlN0u7Ozc2bPWSxPZqSbsWjwwKInZ/HS769dS5BrxL1esHhFVHSsUqmQB+mp7OOVkXF71Q+/yrMjCeIZ3rU7QCx4eDzEREUAAAAAAADPGeYqAgAAAAA8nyaMeePy5Yh9AYdDQsMcHOxFTWRk9J2s7EEDevfo1kFuo9Zoxr/7sVhYPH9mrRpV5crXX3vl/MXQ3XsPHD12ysXZKSY2Li8vv3o1/9dfG6TbeRV/3w5tW+7Zd3DkmPe9PCpm5eQkJiYrFIop74+zsSmna1aaXZU0bvSIqOjYkNDwlwa96elR0dKybOjl8NzcvDFvvebkaC+VTu+enbft2C0OnZWd4+1ZMTI67tz5S7dvZ1b29Q4Lj0pLTZf+E0MH9/9g6syvFiyNiIwyNzcPuRx+8VKYiYmxq6vTtWsJaWlF3UhITF7y7SqxMGXSODOVSixUq+rXo1vHrdt3z5g1f/G8z6X/b6U5C+G9d0ZN/mjmjz+v3/j7djc3F3G7xV1zcXGMj080NzOX2/hU8urZveOWbbuHvTne389XKpqX6oZoYGFhPnvGR/I4MR3atTpwKPDw0ZMvDx3l7ekhFU14lCyuUoXyNiOGDpQAAAAAAABeVIzjAgAAAAB4Ppmbm6349utXXu5jqjK9fDkiIz2jbZvmP61aNOrNoQ/esLKv98pvv65bu4aZShUTG+fi5DhyxKsL5s6wsDDXb/bxlIkjhg3yqOiWkJiUm5PbpFG9FUu/atOq2SPsqpgyFhbLFn854KWerq5O168nxMRe8ffznTXjQ1EjlZqTo/2qZfNat2gadjnyhzXrT546U72q37IlX04Y84ZYe+r0Oek/0bRx/YVff1a9WpW9AYd/+e33yOjYTh1arfl+cZeObcXak0HBovxs9vzsnNzOHdvUrlVNt+HokcNsbKyDz11cv2mr9P+tNGchVPWvvHr5/F49Ojk62Inb7ebqMmPapPp1a4lVZcr+PWPUexNGffzhBE8P97i4q5dCwpQKZc/uHcWT6ak3RsuMae9PGPuGi5NTdExcZFSMk6PDa0Ne/nHlQgd7OwkAAAAAAOBFZVRYWCgBAAAAwP0Vamk0moKCgvz8/NSMzH1nI0V9q9q+DjaWEl4w8qdIjVaBVmhcUkxyuoVK1alJTenZ1LH7wMXzZvr6eEnAo7qVmpp1J8fRyd5YqdSvn/DetNNnz/+0arEn0ww9jBMXI+NTblmqlL4OZVUqlampqShNtBRaRloSnjvbAy/cyclzsFJ52VuZackPgLj1SqVSHuuo9Lde9zuMWq0Wv8Pk5eUl7Wmuyb1pX2OMXfWxEgDgmaL3U12Tn1+Ql18QOvzVgps33Pq94vHKcAkAHpsmL/fogC5iwWLIG1YtW5ubF/0mKj6IiF9GjY3l30YVfAwBHtOlX/zEf9XVrmNVrv30P/QZ3/1j9q9/yhjHBQAAAADwQjt1Olh89+nq4iQBjyEuLn7g0FGjx39YUFCgqzx67NTps+c9KroRcAEAAMCLKSMpafsXX0QeOyY9hl3z50+rU+fMli0SAOCFZywBAAAAAPCiUqs1n89eOH70Gw+ePAj4V/7+PpW8PUNCw/sMGOHuXpRoyc7OCQuPtLEuN23qOxIAAADwQtq1YMHF3bt9mjaVAAB4Esi4AAAAAABeXEqlYs33i6ysmHULj8tMpVr41YzNW/88GRQcF3f1TlaWt5fHa0Ne7t2js41NOQkAAAAAAACPjYwLAAAAAOCFRsAFT4p4loYO7i9eEgAAAAAAAJ4CMi4AAAAAAAAAAAAAihTk5Mxo0sS7YcPBixYdXLUq5tSp5JgYt6pVq7RrV7tHDyMjI/3GF3bvPrl+/a1r1zQFBe61avk0bVq7Z0+FUilWpScmft2li9zsl/HjRTn022/Fbu933OiTJ89s2XL1/PmstDSHSpVqd++u29U9JYaFBW3efCU4+HZKSsWaNSu3bCk2MVIoxKqcjIw5HTuKhcl//aUqU0Z/q9VvvBFz+vTwlSs96tSRay7u3RsaEHDt/HkjpdKtZs3a3bp5NWigax92+LDofIfx4209PQOWLcvLyvJt3rz96NGlv0QP6KcsKzX16M8/xwYFJUVFlXd1dfD19W/VqkqbNroGGrX65IYNlw8cSIqMFBfEtWpVr4YN6/XurTQ1lQDgxUPGBQAAAAAAAAAAAMDf1Pn56ydPDj1wwNbDw8bJKSIwMPzo0fiQkO4ffqhrs3327JMbNoiF8m5uFlZW4YGBIQEBJzZsGPj11zbOzmZly7Z5662Q/fsTw8Nrdu1awc3NxsXlfofb8vnnp3//XSyINhUqVrxy7px4xQYH950x457t9yxceOTHH8WCpZ2daB9x/Ljo6qkNGwYvWlSmfHkzKyv/1q0v7NoVun9/re7ddVulJybGnD4t+iYHXPJzctZOnBh14oRYtvP0NDEzO79jx7nt22v37Nn7k0/kTeS4yvXQ0L+++UZTUCCW79y6VfpL9OB+inqxz5/GjBH7t7C2tvfyEjsXHRCvun369Jw6Vd7Jn199dWLdOlNzcxtXVyOFQuxBvM5u3Tpi5UoTc3MJAF4wZFwAAAAAAAAAAAAA/C32zBmHSpVGr1vn4OMjaQcjWTFs2KkNGxoPHGjr4SFpBzg5uWGDtZNTv1mzKtasKWqy0tK2fPpp6MGD22fNenXJElXZsq3efDM5JiYxPLxahw6Vmze/37Eu7t17+vffy1ao0G/mTHkMlbTr138eN+7c9u1V27b1a9myWPuYoKAjP/4oDt1r+nSv+vVFTV5W1rYvvhDtD65a1WXSJFFTo3PnC7t2hezbp59xObdzpyhr360JXLMm6sQJsYee06bJ+Ztb165t+uijs1u2+DZtWrVdO1FTKPdwz55KjRp1evfd3KwsYxOTUl6i0vQz/OjR66GhtXv06D19urzbK+fO/fbee+KCNHr5ZbF/cVWDfv/d3tt75Jo1JmZmokFGUtLGjz4SRz+zdWvDAQMkAHjBKCQAAAAAAAAAAAAA0NN2zBg5vSE4Vq7s26KFWLgeEiLX7Fu6VJQ9pk6VAy6ChbV131mzrLUjmsSdPVvq40hnt24VZbsxY3STBFk7O7cZPbpshQrxdw+n7+DKlaLs+M47cnBEMLWw6DV1qpWDw8n162+npIganyZNLO3swgMDs9PTdRsGb98uyprduknauMnhH39Umpj0/fxz3QAz5V1du2lHYZEPoWOiUr00a5a9t7db9epOfn6lvESl6WdqfHxRvd5wLOJ69po2re+MGWWsrSXt2DPq/HzRT+XdbI3YvMv77/f8+GOPunUlAHjxkHEBAAAAAAAAAAAA8A+e/4xQWNrairIgL0+UhRpNcmSkhbV1pcaN9duYmpv7asdrSY6KkkqnsLAw5vRpsSCPm6JTpXXr9/fubTtqVMlNrp47J8pKDRvqVypNTT3q1NGo1QlhYeKtQqms3qmTpqAgZP9+uUHC5cs3YmM96taVEy3J0dF5WVlOlStb2tnp78fJz0+cV2J4eEFurq7SpVo1c23ipJgHXKJS9tNbu/bEunVrJ0w4s2WL6KF4K65hzW7dymr3Zu/tbePsLDq/bPDgoz/9dPXCBXHxHX196/bu7VCpkgQALx7mKgIAAAAAAAAAAADwNzNLS1WZMvo1CqVSlBq1WpQpMTFiwcbZueSG1k5OknbSH6l0stPSCnJyzKysih3uftITE/O16ZOZ2kFTSrp19aq8ULNz58A1ay7t3Vu3d2/x9sLu3aKs0anT/5pduSLKaxcvTqtT5577EeeoG7KljI1NyQYPvkSl7Ke9t3fnd9/dNW/e5UOHxEvU2Hp41OzSpeGAAWL/4q3SxKTX9OnrJ09ODAtL1MZiRGeqtmvX+JVXKlSsKAHAi4eMCwAAAAAAAAAAAIC/yXGN+ynUaESp0Zb3ZGRkJJWObgqeUpL3bGpu7lajxj0bmN3NnTj5+Tn4+ESdOJF582aZ8uXP//mnsUpVrX173Y5EUc7R0dbdXfrXg97rajz4EpW+n41fecWvVavzO3emxMXdunIlMSJi39KlZ/74Y/DixXaenqKBZ716E7ZsObdjx/WwsLT4+OuXL5/csOHs1q19Pvus2OA3APAiIOMCAAAAAAAAAAAAoLQquLkZGRmlJyaWXJWWkCDdnbWnNFRly1o5OGQkJeXeuaM/LIpGrT7x228VKlaUFgik+QAAEABJREFUJz/SEY1NVCqNRjN40aJ/zcfU7t5917x5ofv323p6ZiQnV+vQwczKSl4lz1hk6+4+9NtvpafgofopOtPyjTfk5ay0tHWTJsWcPn1w1ap+n38uV4qr1GDAAHlZU1Dw59dfn1i3bufcuWRcALyAFBIAAAAAAAAAAAAAlI6xmZmNi0tWWlr44cP69fnZ2XKNZ716ck1phnOx1c65E7pvn35l3NmzcpKjZHv/tm0LcnPDjhzRryzUaL4bPHhh795XL1zQVdbo3FmhVF4+eDBEu/PqnTvrVjn7+9s4O189fz4jKUl/P2nXr3/Rps23gwaJc5EeT2n6uWfhwjnt24frtbGwtm7x+utiIf36dVFe3LNnfvfufy1ZomugMDbuNHGiWLidkpKfkyMBwAuGjAsAAAAAAAAAAACAh1C/Xz9Rbv/ii7jgYLkmOy1t40cfpSUkeDVo4Fi5slxprFJJ2uDIA3ZVp2dPUf61dOmVu7vKz84OWLZMLNTq3r1k+2avvirKPfPn37p6Va7RqNV/fv11fEiIQqFwrVpV17JshQq+zZpFBAZe+uuvMuXL+zZpolulNDFp8uqrednZWz//PPfOHbkyJyNj08cfZ6WluVStamJuLj2e0vTTyc8v8+bNA8uXZ6en/69NQcG5nTvFgq2Xlyhdq1dPT0w89fvvSRERuj2f2bKlqIGHh4mZmQQALxjmKgIAAAAAAAAAAADwEJq8+mpCWNj5P/9cNXx4eTc3CyurxMjIgtzcChUr9pg6VdesgnaMlp1z5pzZsqX5sGHVOnQouasaXbrEBQef2rhx5fDhFdzdrR0db165kpaQUKVNm+odO5Zs71i5csMBA06sW7d04EC36tVFTUZyckpMjJmV1ctz5xop/vEv/Kt36nT54MHMmzcbDRxYbM6gOj17nt+5M/zo0W/695f7mRQVlXnjhmvVqp3eeUd6bKXppzjBkH37Lv3116K+fR19fERNelLSjdhYayenVtrRXMSC6MzOuXO/feUVjzp1jIyMcu/cuXbxosLYuOvkyRIAvHjIuAAAAAAAAAAAAAB4CEZGRv1mzvSsW/f05s2pCQlZaWkVa9as2q5drW7d9AcXaThgQNzZsxFHjyaGheVmZt5vb92nTHGpWjVo40axq2s3bth7ezcbMqROr173a9918uSKtWqdWLcuJSYmOz29vJubOFCzoUPLOToWa+nfsqWZpWXO7ds19CYqkol+Dl+58sCKFeFHjiSEhWnUajsPj2avvlq/X7/HH8Sl9P0suoz16p3ftSspMlL0wdnfv2aXLg369TO3tpYbNBo40MbV9eS6dTdiY++kpTn5+jYZPLhenz62Hh4SALx4jAoLCyUAAAAAuL9CLY1GU1BQkJ+fn5qRue9spKhvVdvXwcZSwgtG/hSp0SrQCo1LiklOt1CpOjWpKQHAk3DiYmR8yi1LldLXoaxKpTI1NRWliZZCy0hLwnNne+CFOzl5DlYqL3srMy35ARC3XqlUKrT/3Ln0t173O4xarRa/w+Tl5SXtaa7JvWlfY4xd9bESAOCZovdTXZOfX5CXXxA6/NWCmzfc+r3i8cpwCQAemyYv9+iALmLBYsgbVi1bm5sX/SYqPoiIX0aNjeXfRhV8DAEe06Vf/MR/1dWuY1Wu/fQ/9Bnf/WP2r3/KFBIAAAAAAPhvib+d37v/0Gez5kuGbeYXC5u37bX/wBHpMRSo1WInHboOkPB4npXHBgAAAAAA4Ckh4wIAAAAAwH8tOiZuxsx5cVevSUCp8dgAAAAAAIAXnLEEAAAAAADw1CgVioVff6ZgPGcAAAAAAAA8HjIuAAAAAADgKTIyMqpTq7oEAAAAAAAAPB4yLgAAAAAAFBk55v2Q0PA923/buHl74PGgyMgYD4+KbVo16dOzq0plqt8yIipm+co10TFXMjJu+1WuVLtW9Zf6dLO0LKtroFZrNv2x/dDh49FxV5RGSn+/SvXq1erdvZOJiYlYO3vu4p279omFsPCo5m17Va/mv3ThbOkxFKjVu3YH7As4dDks0tjYxMuz4uBBfevXraXfZs9fBzb9sfP69SS1Rl29ql/jhvW6d+2gVP5jCuOomLh167ecCb6Qk5tbt3aNl1/qec/D7Qs4fPDQ8YshlxUKhdhV1y7t69Wp8eDute7Q19xMtWfHOvE2NzevXZf+tWpWmz9n+vc//nb67Pm4uGv+/j6tWzTt3rW90b8N9yIa/75lR9CZ84lJyY4O9o0a1h36yktWVpa6Bv96d8SNFhdq17Zf123YcjLobGRUjJeHe/OmDV4Z2Fej0fz0ywZx96Nj4txcXQYO6NWhbUt5K7nb4rJMfm/Mb+s3B5+7lJicUtW/cu8enZo3a5SWlr5i9drgcxdv3kz19fUa89ZwXx8v/W5HREb/sW3XuQsht26lVatSuVmTht26tBMXUH/nD74m93tsoqJjf13/x6XQsJSUmx7uFcXD1qNrB59KXhIAAAAAAMBzh4wLAAAAAAB/mzz180shYc2aNPSv7HP02Mml3/0YdPr8l7OmGiuVcoM/9+yf9eUisVC2jIWHR8WwiKjg85c2/bFj6gcTGjesK7eZv/i7Ldt2m5qaODraKyTFsROnxWvnzr++XTLH3EzVrHF9ExNj0aBCeZvuXTvY29lKj+F2RubEyZ+EhUeJZW9P91tp6WeCL4jXpIlv9+jWQW4zZ94323bsFQsO9naWlmVPnjobeDxo0+Yd4rycnRzkNpdCwya+Ny07J7ds2TIuzk6Hj544cCjQwf4ffcvJzZ304WfB5y6KZRcXRzNT1V8Bh8WrY/tW4vSlh5Gflz9l2mxxWUQHHB3sgk6fE6/QsPDJ7455wFbiLL5e+K1arSljYeHpUTEiMmb9xq3HT5xesfQrCwtzqXR3RzZtxhyxobga1uWsxLmLl6awMDwiWpy1u7urjbV1ZFTMZ7PmiwM1bVxft1VWdvZbYybfSk11dnZUKpWnTgcHnTn32bT3l3//c/z1BC9PDyOF0dngi2MmTlm3ZpmNjbW81ZJlq9dt2CIWrMuVc3ZyPHX6nDjx37fsnD9nuq7Nv16Tez421xOSRH/EfRH78fRwv3o1Piw88o+tuz6cNLZLp7YSAAAAAADA84WMCwAAAAAAf7twIXTuF5/IA5MMHfzS+PemnQw6u3nLny/16SZqklNuLFi8wlipfHfCqG5d2knaQUp++Gndjz+vn/nlwrU/fGNlZZmWlr595143V+fvl883U6nkraZ9OvdSaJioF/tp3qyRs7Pjlm27bW3Ljxg28AGdCQuPun0708nRwcXF8X5tlq/+WTSr5O05c/pksVtRc/rs+ckffb5gyYrmTRvY2FgfPnpy2469thXKz5g2qXo1f9FA9HDmnEXHT5ye8/U3C76aUXQWBQUzZs3Pzskd9uqA4UNfNjIyEsedMXu+aKN/rLW/bQ4+d7FG9SofvT9OPlZ8fOK0z+bs3nugSaN6bVo1k0pNXI2Kbi6rVyyo5OUhaYc5GTlm8vadf73cr5e7u+s9N0lITF6wZLlarRnz1mv9+/UQncy8kzV33tL9B46sXL123OgRpbk78q40Gs3Z4Auffvxey+ZNlErF2nWbv13+4/JVPzs52v+wYoG3tkubtuxcsGj5hk3b9DMuoZcjXF2dvvh8rr+fT35+/rTPvjpy9MTUT79s1KDOkvmzbGzKFRYWfjLjq4BDR7ds3y0uptjkbPDFdRu2VChv8/GUiXVrFz1XWVnZott/BRxe/dO6d8aPLOU1uedjs/H37Tm5ue+/M7p71/aSdgCh3XsDZs9dvOS71Z06tNaNEwMAAAAAAPB84C87AAAAAAD4W+dObXQz75QrZzX53dFiYdMf2+WaNWs3ZmVlv9S3hxyhEIyVytdfG9SsSYP09Izft+wUNUnJN9Rqjag3MTaR29jb2b478a33JoyqU6ua9DCWrfhx4vuf7Ny9734N8vLyd+8JUCoVn3z0jhw6EerWrtGjawebcuXOXwgVb5evXCNKcSJywEWwti434+NJFcrbnD57Pvj8JVFz7MTp69cTa1SvMmLYQHlmHEvLsh9/MMHY+O9/GyNOfO2638Wxpk99V3csFxdHeZSR73/6TXpIb70xRA5zCD6VvBppx1kJCQu/X/vdew+I8+3QtuWAl3rKnSxbxmLCmNdFGREZLZXu7uj06dm1Tatm8mxNA/r1lM/0zddf9b7bpeZNGogy/npisW6MHTXC389HLJiYmOimc/pg0lgbm3JiQXSsSZN6kjb9I69a9cNaUY4f/boccBEsLMynTB5nY2P9x7ZdKTduPs41SUhMEqWZuUp+K06nS6e2kyaOemfcSLVaLQEAAAAAADxfyLgAAAAAAPC37l066L/19/Oxs60QH5+YlJwi3sbEXBFluzbNi23VulVTUUZr13p7uYtNYuKuDnt9/C+//X4pJEyj0fh4e/bs3lGXn3hSLodFZOfkit16uLvp148b/fqmdStbtmgsDh139VrZMhaN/jlTj7m5WdMmRcOTREcX9fn0mfOibNG0oX4bKyvLxo3q6d7GxF3Jzc3z8vQQZ6ffzNfHq2zZMnFx1/Ly8qWHUad2df23tuVtJO18Pfdrf+5CURynVcsm+pU2NtZ/bl27eP5MqXR3R6dWzaq6ZaVSUd66aM4gb0+Pv/dsXZRZSU9Pl+7f7Qo2NnLLCtrOy6zLaTfMyJDfhlyOEGX9+rX1d2JiYlKrRtVC7exI99u5VIpr0qBe0W5nfrFg9tzFAQePpqYW9bZHt47tWjcXh5AAAAAAAACeL8xVBAAAAADA39zcXIrV2NvZpty4ef16koO9XdyVeFHj6GBXrI2zo4Mor8UniNLY2HjqhxOmTv8y9srVZSt+krRjorRq0Xhg/95urs7Sw5g/d8aDG9y4eUuUxUIn+mKvXCssLHRwsC+5ylFbeS3+ulQ0m1JRgqeCbfnibez/PtMrV4vOPSIyunnbXvc+VtxVXx8vqXTMzc3KWFjo1yiVSkk72879Nrl5o+hk7e3ue7KluTs61uWs9N8qtAO66Fca3WuiHzOVSp5/6n5baU/k7w2TklPy84sSKp17DJLuJV6vV49wTXp273gm+MKBQ4E7d+0TL0mbyurRtWOXTm2YqAgAAAAAADx/yLgAAAAAAFBa6sKi+V80mntnDnSpgjq1qq//ZfmuPfvDw6PjExIjIqO37di7a8+BqR+Mb9OqmfTk/OtYHXJXCzX3DUnIKY1CqWjqH6MSa8uUMdcty9MDlbexqVjRRXpsyodPYJiY/svJlvLuyPSnYSo9Y2PlQ7WXL5qpqUkV/8r3bFCmzN+hlke4JuKkPvvk/XMXQg4dOX79emJM3JXQyxHitXtvwJzZ08zNVBIAAAAAAMBzhIwLAAAAAAB/S0m5WbbMP8bSSE65IWlHcxFlRVeXSyFhySk3rbUT2ehcT0wSpW2FvyesETvp17ubvFygVi9YvHzLtt3zF614ss6vu2YAABAASURBVBkXeWCYlBs3i9Vfu5ZwMijY36+Sl6e77hSKSUxKlu7OhlOhfNFMPUnJxZslJCbrll2dnURZsaLL4nmfS/8fXF2cwyOixcWv7FtJv37X3gCFkVGzJg1Lf3f+M+KxMTEx0ag18+dMf7RUTWnUrF5FvOTlsPCodyZPDz5/adfu/b17dpYAAAAAAACeI4xbCwAAAADA3wIOHtV/e/HS5ZQbNytWdHFxcRRvXbQ5jz37Dhbbat/+w6KsU7u6KPfuP9R3wOvfLv9Rt9ZYqRw/+nWxkJaenpObW1RlZCQ9Ca6uzkZGRlHRsVevXdevFz2cv/i7E6fOqFSm9na2mXeyjgSe1G+QnZN7NPCUWKhbp4Yoa9WsVnQWAYf/0SY7J/BEkO6tX+VKdrYVQkLDiiVmEhKTO/cYNHTEOLFP6WlydSm6+IcOH9evFAedO2/pV/O/VSqVpbk7/73mTRsWqNXFrr9Goxn2xoSXXnnzUkhY6XdV7LEpLCx8e/yH4uKL+6urrOzr3bNbR+mf+SQAAAAAAIDnAxkXAAAAAAD+9uu6zYePnpCXo6JjZ85ZKBZGDB0o1/TRDoyx6fftm7f8KdcUqNXfrVoTeDzIwsK8fZuWoqZaFb+Umze3bNsdGR2r2+3WnXtF6ezkYKYqmj7GzLSoTE65mZubJz0GY6Wyc8c2arXm8y8W6KIn168nrtu4xcTEpGP71kV97tVFlF8vWHbuQojcID0945MZc27eSq1ZvYpPJS9R06xJAzvbCuER0QuXrBRnJGqysrI/+2LB7YzMv49lbPzygF55efmz5y6+k/W/UIVoMP3zrzLvZPn5+TztmXE6dWhtamqya2/AH1t3yTWFhYXLV64RXWrXtoVKZVqau/PfGzywjygXL/3+2rUEuUbcrwWLV4inS6lU+Pv5lH5XxR4bIyMjD3dXcfGXfPu92KfcJjU17ag2T+Ph4SYBAAAAAAA8X5irCAAAAACAv5WvYDNl2mwHe7uyZSyiYuJETe8enXUTDFWtUnns6BFLln4/b9F3y1etcXV1ibtyNTs7x0yl+vjDiTY2RVPkODnaj3nrtcXffj9i5DvVq/oZKRR37mRFREYrFIr3Jo6S92NrW16lMk1NTRs4ZJSjo/3ShbOlRzVu9Iio6NiQ0PCXBr3p6VHR0rJs6OXw3Nw80QfRE9Fg0IDeYeFRAQePjpkwRZyXaBAbe6VArXZ0sP9w0jh5J6L/H74/9sOPZ23cvH3Hrr/cK7oVJTAUirq1a5w+e153rB5dO+zeExB0+tzgYWNctdMkxcReSU/PqOTtOWHMG9JT5ubq/O74t778+puvFy5b+cNaj4quaRkZcXHX7O1s3x75mlS6u/Pf86nk1bN7xy3bdg97c7y/n69UNLfUjfj4RAsL89kzPhJPRel3VfKxeev1IadOn9vx519ngy/Y29tJ2mDW7duZ4sZ1aPf/k+kBAAAAAAB4esi4AAAAAADwt0+mvHPm7IWAQ0evxSfUqVW9U8fWnTu00W/Qv093f99K361cE389MSo61r2ia8MGdXr36OSgTRj8r02/Hk5Ojps2b79yNT7j9m0vT/d+vbv16t7J3d1VbqBSmb7/ztvzFi5PuXFTo9FIj6GMhcWyxV8uW7nm2Img69cTTFUqfz/f/n27N2/aUG5gZGQ0Y9qkP7ZW37J9d1JKiuhP1SqV27Rq3qVzG3lQGVn9urV+XLFo/aYtx0+djU9IaNSw7qsD+wYeD9LPuIj23y2Zs/KHXwMDT0ZGRqs1GjdX50EDevfu2eVpD+Ii69KprYe729LvfhB3J+RyhJOjfZ+enYe+2r9sGQu5QWnuzn/vvQmjalTz3/D7jri4q5l3skS3e3bv+Oqgfg/bq5KPjZWV5cqlX635ddPJk2fCwiIsLS1rVq/SsH6dbl3aGSuVEgAAAAAAwPPFqLCwUAIAAACA+yvUEt+nFhQU5Ofnp2Zk7jsbKepb1fZ1sLGU8IKRP0VqtAq0QuOSYpLTLVSqTk1qSs+ykWPeDwkNX7Vsnq+PlwTg/9WJi5HxKbcsVUpfh7IqlcrU1FSUJloKLSMtCc+d7YEX7uTkOVipvOytzLTkB0DceqVSKQ99VPpbr/sdRq1Wi99h8vLykvY01+TetK8xxq76WAkA8EzR+6muyc8vyMsvCB3+asHNG279XvF4ZbgEAI9Nk5d7dEDRbL8WQ96watna3LzoN1HxQUT8MmpsLP82quBjCPCYLv3iJ/6rrnYdq3Ltp/+hz/juH7N//VPGOC4AAAAAAAAAAAAAAAAwdGRcAAAAAAAAAAAAAAAAYOjIuAAAAAAAAAAAAAAAAMDQkXEBAAAAAKDId0vmSAAAAAAAAAAMFRkXAAAAAAAAAAAAAAAAGDoyLgAAAAAAAAAAAAAAADB0ZFwAAAAAAAAAAAAAAABg6Mi4AAAAAAAAAAAAAADwP0ZGRhIAg0TGBQAAAAAAAAAAAM8MvnsG8FTpfsgYaUkADAkZFwAAAAAAAAAAADxLdF8634mOSNi1VQKAx1aoVuuWi6VbSLoAhoOMCwAAAAAAAAAAAJ4Bum+ddQu3zpwULwkAnhyFQmFk9HfKhYALYFDIuAAAAAAAAAAAAMDQia+ZCwsLJV3ARby9+92zXA8AT4SRwqgo5SL972eN+BkjkXQBDAYZFwAAAAAAAAAAADwb7o6tYOS7fHVeXkFunpCfX6Au+p9ardEUkncB8AgURYyMjZXiZWpioiyikCtJtwAGhYwLAAAAAAAAAAAAngHab5oLRaEoGmVBIb6BFt9G3x3cRdJolBo55ELKBUCpyT9Y5DyLUlH0U8XERBRyxsVIf9IiAIaAjAsAAAAAAAAAAAAMmt5ERUXLcsClsPB/AZeitwVqXcCFkAuA0pMDLNrwnDyUS1HARQ65KBV/51wkAIaBjAsAAAAAAAAAAACeDXLApbCwUHzzLH/NJWrUCrX4QlqbcSHgAuBRyDkWhVFRfk47RtQ/hnKR7kZhAPy/I+MCAAAAAAAAAACAZ8Ddb5oLteO4aGtMjMQ30PIsRRpNUbqFjAuAR6Cbk0geJko7gkvRjxd5cBcCLoDhIOMCAAAAAAAAAAAAQ6c3XVHRF8/aBUmjKVQU1UuaQo28lowLgEegm5BIG2v5X7RFG2/5exVJF8AQkHEBAAAAAAAAAADAs+Hud8yF2pEVlApFoUZjpJ2iSCE3IOMC4BHoUiy6UItuWBcJgCEh4wIAAAAAAAAAAIBngDyUi+6r6MIi4htoY0ZwAfBE3P3x8r9l3QguEoO4AAaDjAsAAAAAAAAAAACeDSVjLlJRuuV/KyUAeDz3DLUQcAEMBxkXAAAAAAAAAAAAPDPkL5vldIsu7CIBwFPAjxfA0JBxAQAAAAAAAAAAwDOm5BfPzFUE4PERagEMHBkXAAAAAAAAAAAAPPP4ZhoAgOceGRcAAAAAAAAYLiMtCQAAAAAAvPDIuAAAAAAAHhEz3wN42vgJAwAAAAAAdMi4AAAAAACegLyC/KDQaAkAnoTU25nygtE/SQAAAAAA4AVGxgUAAAAA8NB03zTrFgrUmiuJNyQAeKJ040URcAEAAAAAAGRcAAAAAAAPQXzNXFhYqFsWzFQmVhamGo1Gri+8S16WgLvUGnWBpkAsKIwUJkoTCShBfwY0UVqojBVa+uO4kHcBAAAAAOCFRcYFAAAAAPAodF8zV7Qr52RtkZeXl5+fX6ClVqvlyAsZF+hLvp2cmJ4kFizNLD1tPCSgBN0PFmNjY6VSaawlForFXAAAAAAAwIuJjAsAAAAA4NHJQyzIX0XLiRbxDbSo0R/NBZDlFxak56aLBWMTY1NTUwkoQZdikXMtJiYm8oIu4yIBAAAAAIAXGBkXAAAAAMCj0I2pIH/9bGxsLFeKL6Q1WgRcUEyBUUF6XoZYKKMpo1KpJKAEeTY0xV3yIC4yhnIBAAAAAABkXAAAAAAAD03+jlk3ZIsu4CJ/P60/URFJF+gUSAWpuWliwVptzTguuCf9ny1yZk4XcCk2lAtJFwAAAAAAXkBkXAAAAAAAD0cOskh3Qy3i62fp7sQicuRFN4gLARfoK5AK0rUZl2x1NuO44H6M9OgGdBE/YfTrJQAAAAAA8EIi4wIAAAAAeBTy18ziu2eNRiN//SynWyRttEWXbiHmAp2ijIt2rqJsdQ7juOCeig3Tosu46CIvEgAAAAAAeIGRcQEAAAAAPDQ50aL7ElpeFqVSqZRjLhLpFpSgltR38u+IhTxNromJiQTci37MRTd1kS7goquRAAAAAADAi4eMCwAAAADg0em+b9aN3aL/3TMxF+hTS5qcghyxkK8pkKe4AkoqNpSLfsylWAMAAAAAAPCiIeMCAAAAAHgUcq5F+mfMRV5FtAX3VCgV5mvyJe2ALmRc8GD6QZb7LQMAAAAAgBcNGRcAAAAAwCPSfdlcbAQXvoTGPRUaFRYUqsWCplAjzzsDlB4/WAAAAAAAABkXAAAAAMDj4rtnlJKmUCNpB3ThmQEAAAAAAMDDIu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Mi4AAAAAAAAAAAAAAAAwNCRcQEAAAAAAAAAAAAAAIChI+MCAAAAAAAAAAAAAAAAQ0fGBQAAAAAAAAAAAAAAAP8Fo7ukh0fGBQAAAAAAAMBzTv/vT9Ov7M5Jj5IAAAAAAP+1Qv03uk9qpc+7kHEBAAAAAAAA8NzS/zvTwsKiv07NTYsQLwkAAAAA8P9BfDpTaD1swEUi4wIAAAAAAADgeaXLtchJF9MK9Qtybmo0GlEpl2KVfgkAAAAAeOL0sywKhUJp7qBUKhV3PdSuyLgAAAAAAAAAeJ7p5nq3qTsvNzc3Tys/P7+goECtVsthFzIuAAAAAPCU6AZuUQomReSMi9E/lWZXZFwAAAAAAAAAPLd0/15Q/htVY2NjOdQi12i0CLgAAAAAwFMlJ1qUSqX4UGZiYiJKpZZuxqJSIuMCAAAAAAAA4DmkP1GR7p8MykO2yDXirf4gLiRdAAAAAODJ0uVX9D+XGd8lB1weKuZCxgUAAAAAAABEEXZZAAAQAElEQVTA80we9VqXcZHkCeCVSrVaXXiXBAAAAAB4anSfy/RjLsVmLCrNfsi4AAAAAAAAAHhu6c9VJNfo/lKVQVwAAAAA4GnTfSiT7n4c030oY64iAAAAAAAAAPgf3XRFcsBF/qeBGo1GvBX1YkEi3QIAAAAA/wndeC26KYqKDeJSmrALGRcAAAAAAAAAzzM56SL+8lROt8h/l6o/RRExFwAAAAB4enThFf2BNo30lH5XZFwAAAAAAAAAPLfkgItuWGz9mYmKRVtIugAAAADAE1cswqKLuRQbu6WUSRcyLgAAAAAAAACeZ7oZi+S/RdVFXiRyLQAAAADwH9IPsjxsukVGxgUAAAAAAADAc04/1HLPv1QFAAAAAPzHHuETGRkXAAAAAAAAAC8KQi0AAAAA8Owi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DgiVFr1J/vmJV8O6XkqoT0xMLCQrFwMf7S6LXjSjZQKBQzeky3sbCWAAAAAAAAgBLIuAAAAAAAgCdGqVA29m78ydZP77nWyMhIlBk5GWeunC25dkC9lwi4AAAAAAAA4H4UEgAAAAAAwJPToUq7uu51pIdkb2n/RvMREgAAAAAAAHAfZFwAAAAAAMATNqnDOyZKk4faZHTrUWVUZSQAAAAAAADgPsi4AAAAAACAJ8y9gvuAei+Vvn1d9zodqrSTAAAAAAAAgPsj4wIAAAAAAJ68YU2G2Fval6alidJkUod3JAAAAAAAAOCByLgAAAAAAIAnr4yqzDvtx5em5YB6L7lXcJcAAAAAAACAByLjAgAAAAAAnoqWvi2a+zR7cBt7S/thTYZIAAAAAAAAwL8h4wIAAAAAAJ6Wd9tPMFGaPKDBO+3Hl1GVkQAAAAAAAIB/Q8YFAAAAAAA8LQ5WDkMaDb7f2uY+zVr6tpAAAAAAAACAUiDjAgAAAAAAnqIhjQdXLF+xZL2J0uTd9hMkAAAAAAAAoHTIuAAAAAAAgKfI1Nh0YrtxJeuHNBrsYOUgAQAAAAAAAKVDxgUAAAAAADxdjbwaNvdppl9TsXzFIY0HSwAAAAAAAECpkXEBAAAAAABP3bvtJ1iYWujeTur4jqmxqQQAAAAAAACUGhkXAAAAAADw1DlYObzRfIS83M6/bT33uhIAAAAAAADwMMi4AAAAAACA/8JLdftWLF/RwtRiTOtREgAAAAAAAPCQjCUAAAAAAICnT6lQTur4TmRylIOVgwQAAAAAAAA8JDIuAAAAAADgP1LPvS6zFAEAAAAAAODRkHEBAAAAADwBhYWFEgA8BUZGRhIAAAAAAAAZFwAAAADA4ygWbSHpAuAJktMtuh8shF0AAAAAAHjBkXEBAAAAADwi3RfP8oJ+CQCPz0hLtyx+vBBzAQAAAADgRUbGBQAAAADwKIrlWnT01wLAI9DPtUh6SRdiLgAAAAAAvODIuAAAAAAAHpp+tCUm4eaVpFsS8xYBeEJ0iZZyZc2reTjKGReFQiERcwEAAAAA4MVGxgUAAAAA8IjkjMud7NyU9DsSADxp4idMQUGBUqlUKBQajYaYCwAAAAAALzgyLgAAAACAh6M/iIv41ll+K76DdixvLQHAk5CacScrN1f8eFGr1ZL2B45SqZRjLqRbAAAAAAB4YZFxAQAAAAA8ikI94q3K2KRhtUoSADwJJy5GZqXkyuO4iNLY2Fierkj+mUPMBQAAAACAFxMZFwAAAADAQ9OlWzRaEgA8BeLHS0FBgaSdn0jOuOhWkXQBAAAAAOAFRMYFAAAAAPDodOO4AMATJ4/jIgdc5LmKxALpFgAAAAAAXlgKCQAAAACAh6cbx0UCgKdD/JBRq9Xi54z804ZQHQAAAAAALzgyLgAAAACAh6D/BTNfNgN4quSMiy7mIgEAAAAAgBcbGRcAAAAAwEPTfdnMsAoAnir9EVzknzb82AEAAAAA4IVlLAEAAAAA8Bj4shnA0yNPiKafcQEAAAAAAC8sMi4AAAAAgEfE980AAAAAAAAA/jNkXAAAAAAAAGCgdPMTSQAAAAAA4IVHxgUAAAAAAACGi4ALAAAAAACQkXEBAAAAAAAAAAAAAACAoSPjAgAAAAAAAAAAAAAAAENHxgUAAAAAAAAAAAAAAACGjowLAAAAAAAAAAAAAAAADB0ZFwAAAAAAAAAAAAAAABg6Mi4AAAAAAAAAAAAAAAAwdGRcAAAAAAAAAAAAAAAAYOjIuAAAAAAAAAAAAAAAAMDQkXEBAAAAAAAAAAAAAACAoSPjAgAAAAAAAAAAAAAAAENHxgUAAAAAAAAAAAAAAACGjowLAAAAAAAAAAAAAAAADB0ZFwAAAAAAAAAAAAAAABg6Mi4AAAAAAAAAAAAAAAAwdGRcAAAAAAAAAAAAAAAAYOjIuAAAAAAAAAAAAAAAAMDQkXEBAAAAADwDomOvbNq848KFkMTkFKVCYW9nW79+7SGD+llZWera5ObmtevSv2wZiz+3rpWeWRcvXR417oN/bfbmiMGvDuonPbZDh49/NP2LDm1bfjxl4tz5S/cHHNm66UcTExPpIe3Zd/CzWfPFgkplun3zGjOVqmSbjIzb3fsO1Wg0z8Q9env8hxcuhi7/Zq6/n8/92sz8YuGuvQGffvxem1bNpP/Q7LmLd+7aJx4A8Rjcr01Sckq/gW+IhYA9m4yVyvs1Ezd96/Y9YqFG9SrfLJh1zzYBB45O+2yuWGjetMGsGVMkAAAAAACA/ycKCQAAAAAAA6ZWaxYuWTl0xLit23dfT0yq6OZiVc4qOvbKug1bBrz61oWLoRKekAZ1a2feyQo6c156DLm5eYcOH7vnqr0BhzUajQSDdP5CyM1bqfdcFXAwUAIAAAAAADAAjOMCAAAAADBchYWFU6bNCjweVKG8zcg3Xu3UvrWRkZGov5Wa+suvm9dv2vr+lM+WLJjl7eUhPS+qVfU7vO8P/ZoOXQdk5+T+sGLB0z7NOrWrGxsbnzx1tnHDutIjMVOpcnJzAw4d69CuVcm1Bw4GmpupxLlIz4Lxo1+/k5VVsaKL9AKQb9y+gMP9+/Yotio7O+fo8ZPP0I0DAAAAAADPMcZxAQAAAAAYrjVrNwYeD3J0tP928ZedO7SRAy5CeRubsW8P79m9Y+adrMVLv5fwJFhalq1Tq/rJoLPSw5NvTY3qVSwszI8fD7qTlVWswc1bqcHnLjZt3EBuLRm8yr7e4mqUsbCQnnNF96Jpk6L7cs/xWo4cO5mXly/fuELpGbhxAAAAAADgOcY4LgAAAAAAA1VQUPDr+qIRTca+NdzJ0b5kg6GD+x8+ctLcwvxOVpZ+FiE/P3/dhq3HTp6OiIjy9vasXbPawJd6WVqV1d92z18HNv2x8/r1JLVGXb2qX+OG9bp37aBU/uOfgqSmpn274qcLl0KTk2+4V3SrUdWvT++uFd3+HthDrdZs+mP7ocPHo+OuKI2U/n6V6tWr1bt7JxMTE/39RERG/7Ft17kLIbdupVWrUrlZk4bdurRTKB73n538a/dKf6Y6DevXXvzt99cTkpydHOSa3Ny8dl3616pZbf6c6d//+Nvps+fj4q75+/u0btG0e9f2Rv9MqxgbK1u1aLJz175DR4537tBGf9W+A0dE2aZ1s78CDpc87r6AwwcPHb8YcllcFtHJrl3a16tTQ7dWdGn9xq1LF84+dz5k4+btNtblevfs0rF9K9GxurVrTH5vzG/rNwefu5SYnFLVv3LvHp2aN2uUlpa+YvXa4HMXb95M9fX1GvPWcF8fL/0jBp0+F3DoaERkTHRMnIW5eYUK5du1bjbo5T66M3p7/IcXLoYu/2auv5+PXBMVE7du/ZYzwRdycnPFcV9+qaf0vKjs6yVO9uKlyzdvpVYob6O/KuBgoLm5WYMGte954wAAAAAAAP5LZFwAAAAAAAbq2InTmZl3ypWzatG80T0b2NlW2LJxdbHK3Lz8YW9OuHIl3sa6XAXb8uJr+6JXyOVFX3+uazNn3jfbduwVCw72dpaWZU+eOht4PGjT5h1fzpqqy3bExl0dNXZy5p0sExMTL0/35JQbm7bs3Lxt14hhA4e88pLcZv7i77Zs221qauLoaK+QFKLD4rVz51/fLpljbqaS2yxZtnrdhi1iwbpcOWcnx1Onz4k2v2/ZOX/OdBsba+lRlaZ7pTxTfQ3q15a+lU6cPNO7Z2f9+vy8/CnTZouei60cHeyCTp8Tr9Cw8Mnvjim2h3Ztmu/cte/AwcBiGZf9+4/Y29lW8fct1j4nN3fSh58Fn7soll1cHM1MVX8FHBavju1bTf1ggtxGzp1s2LQ94NBRSTskTEGBWl6VlZ391pjJt1JTnZ0dlUrlqdPBQWfOfTbt/eXf/xx/PcHL08NIYXQ2+OKYiVPWrVkmX/DCwsIZM+fJiQ1xm9wruoqLmZqWHhkVc/NW2rjRI6R7uRQaNvG9adk5uWXLlnFxdjp89MSBQ4EO9rbS80Jc8DVrN+7568DA/r11lXeyso4dO9W+bUtxbaWiIV8KJQAAAAAAgP8/ZFwAAAAAAAYqKjpOlNWr+j3UVvn5+bk5eYu+/rxWzapGRkYHLPtVGAAAEABJREFUDgV+/Omcs8EXY+Oueri7iQaHj57ctmOvbYXyM6ZNql7NX9SkpaXPnLPo+InTc77+ZsFXM0SNRqOZ+eWizDtZPbt3HDtqhEplKhUNaHF09pxFK77/pUb1KrVqVBVbbd+5183V+fvl881URYmW5JQb0z6deyk0TNS/1KebqBHHXbdhS4XyNh9PmVi3dtHAJFlZ2XPnLf0r4PDqn9a9M36k9EhK071Snmkx4hI5OtgfCTxZLOMiTqqim8vqFQsqeXlI2pFpRo6ZvH3nXy/36+Xu7qrfsk6tGnKYRn9wncSkZLGHVwb2LSzUhiQK/45KrP1tc/C5i6LPH70/ztnZUdTExydO+2zO7r0HmjSq16ZVM23zovYBh4727tF58KC+YeHR1ar8LysTejnC1dXpi8+LRlsRt37aZ18dOXpi6qdfNmpQZ8n8WTY25cS2n8z4Smy7ZfvuYa8OEJscPHxMXH9zM9UXM6eKC6VQKNRqzd79B2d+sXDL9l1vjxxqbFz8b0sKCgpmzJqfnZMr9jB86Mviubp9O3PG7PniSkrPi7atm61ZuzHgYKB+xuXQoeMFanWb1s0ybt+WAAAAAAAA/r897sDIAAAAAAA8JTdu3hRlhQo2D7vh+NEjateqJg/+0apFEznwER4ZLa9dvnKNKCe/O1qOfQjW1uVmfDypQnmb02fPB5+/JGnzIpfDIvz9fN6bMEpOkAitWzYdMWyQWPjhp3WiTEq+oVZrjJVKE+P/zUxkb2f77sS3xCZ1alWTa1b9sFbbn9flgItgYWE+ZfI4GxvrP7btSrlxU3okpeleKc+0pAb1a50JvpCfn1+s/q03hsgBF8GnklejhnXFQkhYuFwjx1BEqVQq2rVuXqBWHzx0TLftvoCiiYratm5WbJ9ZWdlr1/0uNpk+9V054CJpR3ORh4f5/qff9Bv7VfZ5Z/xIcZGbN22gPwTO2FEj5OmETExMdPMHfTBprI1NOUk7BkyTJvUkbXRGXmVqaip6OG70G3VqVZdnjBId6NS+taVl2by8/PSMe4Q5jp04ff16Yo3qVUYMGyg/V6Lxxx9MKJmGeQbJN07y9vIQVz70ckRiUrJu3f5DR8WZ1q9bSwIAAAAAADAAZFwAAAAAAAaq8FHnRalXr7b+W29tMiPzdpakHQEl7uq1smUs5IiGjrm5WdMm9cVCdPQVUcbEXhVlu9bNi+25bZuimuiYOO1u3e1sK8TEXR32+vhffvv9UkiY2LmPt2fP7h2972ZBQi5HiLJ+/X/0x8TEpFaNqoWFheER0dIjKU33SnmmJTVr0rCgoCDozPli9XVqV9d/a1u+KHuUn5dfcg9ttFmWgINHdTVi2dnZUVycYi1j4q7k5uZ5eXqIK6lf7+vjVbZsmbi4a3l6+69bp4Z0L/odq2BT1KuiaarK/x2Nsi5XFHZJz8iQ3zZpVO+Tqe9269JOfqtWa0IvR2zdvluO6eTd64xOa69Gi6YN9SutrCwbN6onPUc6tW8tyn37D8tv72RlnTx1tk2rpkolf30EAAAAAAAMAnMVAQAAAAAMlBxTSE9/uElSLCzMzc1U+jVKY6UoNYVqUcZeuVZYWOjgYF9yQ0dt5bX466K8ciVelPb2tiW7ZKxUpqalZ97JKlvGYuqHE6ZO/zL2ytVlK36StGN7tGrReGD/3m6uzlLRQC8p8mgonXsMumdX4+MTpEdSmu4lp9wozZmWVK9ODWNj4yOBJxrrhWPENdVNPCRTKouuqlqtKbmHmtWr2NhYnwwKlqcrSkxKDguPGj705ZItr1wtOpGIyOjmbXtJ9xIbd9XXx0teLm9drmQDM5VKnihKptCmMazLWf2zq8UjGllZ2QEHj8ZfT7wcFnnxUmh2Tq5uVeG9olXJKSmirGBbvli9o72ddH9r122WT/CRVavip8vi/Afatm6+6odfAw4FvjKwr1QUdjmi0WhKRqmE10e9FxYeqV+z6OvPa98dvggAAAAAAOApIeMCAAAAADBQfpUrifL8hdDCwkJ5gpiSVq5eq1Ao2rVpXtHNRa5R3KelTHxnL8pCjeZ+DeSQhFobiCnU3CPuoDRWFqjVSu0cN3VqVV//y/Jde/aHh0fHJyRGREZv27F3154DUz8Y36ZVM7nPpqYmVfwr3/NYZcpYSI+kNN0r5ZmWZGJiIs7r5Kngf+xW8RAjeYgTb9+2xfqNW/ftP9KjW4fdew+IyvZtWt6zpSjL29hUrOjyr7u9Z4eNtQGmh3LtWsLIse9naOckcnd3rV+/tpuLc6OGdWd+sVB/mh59hVJRP0s+WGXKmD/gQMdOnA4+d1F6DBq15r/MuLi5Olf29Q4LjxLXwdHBPuDQURsb65raqb4AAAAAAAAMARkXAAAAAICBalCvVhkLi1upqUePnWrWpEHJBunpGb/8uqlArW7YoHYp9+nmUjTCSnLKjZKr5HyDPAWPm2tR5CLlxs1ibW7eSs3NzTM3NxMvuaZsGYt+vbvJy6InCxYv37Jt9/xFK9q0amZvZ2tiYqJRa+bPmW5s/CQ/gJeme6U803sSV3veou9i4656uLtJj6R9m+brN249fPR4j24dAg4GVvb1dnV1KtnM1bmosmJFl8XzPpf+Kyt/WJuRcbtzxzYfvDdGoZfdyczMvN8mFcpbS0UD8xS/mAmJydL9/Zcn9aS0bd0sLDxq3/7DXTq1PXP2Qr8+3e4ZL1v57VcSAAAAAADAf44JlQEAAAAABsrY2Lh/vx5iYfHSVWlp6SUbzFu0vECt9qnkVfU+A6WUpFKZ2tvZZt7JOhJ4Ur8+Oyf3aOApsVC3Tg1Rujg5inLfgSPFNt+776C2Tc2i5f2H+g54/dvlP/7dYaVy/OjXxUJaenpObtH0N82bNhQ9LHYsjUYz7I0JL73y5qWQMOmRlKZ7pTzTe2rYoI4oDx89IT0qv8o+zs6OQWfOh4VHRUXHtm3d7D7NKtnZVggJDSuWxUlITO7cY9DQEeP0ZxF6Us6dvyTK3j066wdczl0IEddK0g6dUnKTWjWLZuHZF3BYvzI7OyfwRJD0fGndsqkoA0+cDjh4TDyo7ds0lwAAAAAAAAwGGRcAAAAAgOEaPLCvm6vz9YSkUeM/OHz0hPpu/iA55cann3+9/8ARlcp08rtvP8wupT69uojy6wXLzl0IkWvS0zM+mTHn5q3UmtWr+FTyEjWtmjfWZi/C585fmpubJzcTh1v9429ioX+f7qKsVsUv5ebNLdt2R0bH6na+dedeUTo7OZipVNr+95GKMjrfX7uWIDcQp7Bg8Yqo6FilUuHv5yM9ktJ0r5Rnek+i/xXdXE4GBUuPoX2bFgUFBV9+/Y1YbtPq3hkXY2Pjlwf0ysvLnz138Z2sLLnydkbm9M+/yryT5efnY26mkp40O7sKooyKjtPViMdp5hcL5OXs3JySmzRr0kBc8PCI6IVLVhaoiyaKysrK/uyLBaKr0vPF0cFePBsXLoZu27HbxcXRr/IjPqIAAAAAAABPA3MVAQAAAAAMl6mpyZIFM9+dPCMyKmbKtNniraeHe3pGRqJ2jhhjY+Mp74+r7FvpofY5aEDvsPCogINHx0yY4mBvZ2lZNjb2SoFaLb7d/3DSOLmNpVXZaR+98+HHs7Zu3/Pn7gBvL4+k5JTU1DSx6rUhL9euVTSqh5Oj/Zi3Xlv87fcjRr5TvaqfkUJx505WRGS0QqF4b+IoeT8+lbx6du+4ZdvuYW+O9/fzlYomGLoRH59oYWE+e8ZH+uOIPJTSdK+UZ3o/zZo0WL9p2+3bmaamptIjad2yyY8/rxcXpHo1f3H0+zXr0bXD7j0BQafPDR42xtW1aH6lmNgr6ekZlbw9J4x5Q3oKhg7u/8HUmV8tWBoRGWVubh5yOfzipTATE2NXV6dr1xLuOWKQmUr14ftjxQXfuHn7jl1/uVd0K0opKRR1a9c4ffa89P9kzdqN4lWyftLEt3t066B727pD35Jt7Gwr/L5ulXQvrVo2OXchJDI69tVB/SQAAAAAAABDQsYFAAAAAGDQytvYrPj2q8OHj+/cve9q/PXYuCsmxsae7m41alQZMvgle1tb6SEZGRnNmDbpj63Vt2zfnZSSknH7dtUqldu0at6lcxt58BVZrRpVf1y5cP7iFVFRMVHRsXa25Ru0b9Wvd1f9kS369+vh5OS4afP2K1fjxX68PN379e7Wq3snd3dXXZv3JoyqUc1/w+874uKuZt7JcnK079m946uD+j0g9lEapeleKc/0nho2qLN23eZjJ0+3bNZYeiTeXh4uLo7x8YltWjV9QDPRk++WzFn5w6+BgScjI6PVGo2bq/OgAb179+zyNAZxEZo2rr/w689W/7Rub8Dh2xmZllZlO3VoNezVAbv3Hli+6ueTQcH169YquZWo/HHFovWbthw/dTY+IaFRw7qvDuwbeDzo/zHj8pS0btl04ZKVYuF+M0wBAAAAAAD8fzEqLCyUAAAAAOD+CrU0Gk1BQUF+fn5qRua+s5GivlVtXwcbSwkvGPlTpEarQCs0LikmOd1CperUpKYEAE/CiYuR8Sm3LFVKX4eyKpXK1NRUlCZaCi0jLQnPne2BF+7k5DlYqbzsrcy05AdA3HqlUikPf8WtBwAAAIAXFuO4AAAAAAAAAAAAAAAAwNCRcQEAAAAAAAAAAAAAAIChI+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BQSAAAAAAAotcLCwr37D302a76uZvmqn5u37bV23WbJMKjVmh9/Xv/W2Mntuwx4echbV69dl15UJW9WaeTm5okb2rnHoAc3W/TNStFs6/Y9EgAAAAAAAP4TjOMCAAAAAMBDiI6JmzFzXmVfb8lQrfzhl5/XblIqFV6eHikpN21tK0gvKsO/WQAAAAAAACg9Mi4AAAAAADyWbp3b1atb09nJQTIMZ4MvinLWjClNGtWTAAAAAAAAgOcFGRcAAAAAAB6Ls7OjeEkGIzcnV5SGk7kBAAAAAAAAnggyLgAAAACA59+3y39cu27zwq8/UyqVG3/ffuFiqJm5qn7dWoMG9HFytNdvee1awpYdu8PDoyKiYgo1GtsKFWrU8H/r9SGWlmXF2tlzF+/ctU8shIVHNW/bq3o1/6ULZy9f9fOatRtHvTl00IDe8oFeebnPW28M0d/tyaCz707+tE6t6qIPcs2t1NR1G7aeOx8SE3elkrdn3do1BrzUo4yFhfQYFn/7/fqNW5mfNiwAABAASURBVOXlV4ePFeU740Z2bN+qY/eBDerVHj3qtW+/+yHkckTN6v7vTRxV3sZGNIiIjP5j265zF0Ju3UqrVqVysyYNu3Vpp1Ao9Hebl5e/ecvOk0HBIZfDHexsa9Wo+lLfHi4ujxvryc3Na9elv7iGM6ZN+nntptNnzqfcuOnv79O9S/s2rZoVa7znrwOb/th5/XqSWqOuXtWvccN63bt2UCr/18+srOyS52hqqtoXcFj6582S2wedPhdw6GhEZEx0TJyFuXmFCuXbtW426OU+RkZG+gfNzsn96Zf1gYGnbqam1a5ZrXPHNv86NE5prucjKP0DnJqa9u2Kny5cCk1OvuFe0a1GVb8+vbtWdHORAAAAAAAAnn1kXAAAAAAAL4rTZ87/tuEPIyMjTw/3q1fj/9i6a+9fh75d/KWnh5vcYNOWnYuWrNRoNAqFwqeS5/WEpNgrV8UrLDzquyVzlUpFs8b1TUyMt2zbXaG8TfeuHeztbIsdonPHNmvXbd6771CxjIs4kCg7tm8lv/0r4PCXc5fk5Oaam6nc3StGRsWcvxCyecufMz+dXKN6FelR1a9by8LcfMv23ampab17dC5XzsqvciU5t3EnK+u9yZ+m3Lgpli+GhNtYW4uFJctWr9uwRSxYlyvn7OR46vS5YydO/75l5/w5021srOV9RsXETZ7yeVJyijh9by+PtNQMcZW27NgzdtSIPr06S48tNS3t9bfeFQvNmzXMzc07fOR40OlzV67GD3t1gK7NnHnfbNuxVyw42NtZWpY9eeps4PGgTZt3fDlrqjxczT3P8b0JI8uWtSh2swoLC2fMnPeXNvtSdPErusbGXU1NSxe34OattHGjR+gOmpuXP3TE2ITEZI+KbubmZgcOBYqXnGS637mU5no+jn99gMW5jBo7OfNOlomJiZene3LKDXGzNm/bNWLYwCGvvCQBAAAAAAA848i4AAAAAABeFD/9suG1IS8PHtjX1NSksLBw+udf7z9w5Mef10+fWpSxuJWaKgdcJo4d2bVzW5XKVNIOy/H2uA/DwqMuhlyuWb1K82aNnJ0dt2zbbWtbfsSwgSUP4eHuVtnXW7S/FBJWtUpluTI3N+/gkWPioK1aNBFvMzJuz1v4XU5u7jvjRvbo1lGpVIjO/Lbhj6Xf/Sjqv18+/wHDfgSdOS8VFvr6eFlZWZZc26hBHfE6cvREampan15dRGck7RgnohT9cbC3mzvr44oVXeOuXDMyMjobfHHdhi0Vytt8PGVi3do15JZz5y39K+Dw6p/WvTN+pLzPBYuWJyWniH6+9fqr8mA2J4POfjpz3pJl3zdrWr9kykdHXITbtzOdHB0ePOLLtWsJomPfLJwlyqKtenUZ/+60VT/82qRRfXGaoubw0ZPbduy1rVB+xrRJ1av5i5q0tPSZcxYdP3F6ztffLPhqhqRNrpQ8x8YN67o4OxW7WQcPHxMnaG6m+mLm1Fo1qopLrVZr9u4/OPOLhVu273p75FBj4//9VUl+fr5GU7hq2Ty5G0cCT86Y+fW3y38UW1Xx9y15IqW8niWJqySulVioV7em9EAPfoDFozvzy0WZd7J6du84dtQI+QEOOHh09pxFK77/pUb1KqLnEgAAAAAAwLPscQfLBQAAAADgWVHJ23P40JdNTU0k7cgfgwf1FQuhYRHy2szMrI4dWvXv26NPr85yPkDwqeTVsGEdsZCccqOUR+nYvrUo5VlyZIcDT2Rn57Rs1tjCwly8Xb9p2+3bmX16du7ds7M8247ozMD+vZs3bRAVE7f/4NEH7HzipGkT3/8kPCJaengTx73ZqGFdZyeHxg3rirerflgryvGjX5cDGYLo3pTJ42xsrP/YtkseDSXozPng85e8Pd3fHT9SDrgIDerVHvrKS/n5+T/9suEBh1u24kfR1Z2790n/5s0Rr8gBF6Gyb6VXBvYRC79v2SnXLF+5RpST3x0tB1wEa+tyMz6eVKG8zemzRd17wDmWZGpq2q5183Gj36hTq7qcJRK3oFP71uLs8vLy0zNu6zd+d8JbcsBFaNakwaCXizq28fft99xzaa7nPUXHXhEXSrykf/PgBzjg4NHLYRH+fj7vTRile4Bbt2w6YtggsfDDT+skAAAAAACAZxwZFwAAAADAi6JOrer6b23LlxdlXm6e/Laim8uUSePGvj1c1yA27uruvQcSE5PFckFegVQ6ndq1UigUfwUckQcXEfbtL8q7dLg7UVFYeKQo69UpPmhHvTq1tWujpKej2BFDLhdlI+rXr61faWJiUqtGVdFzOUYTps1P1Kldo9jQMvXryV19lKhNMRYW5u3atNCvkUe7ORt8QdKOTRJ39VrZMhaN/plZMTc3a9qkvliIjr6iX1/yqhbTpFG9T6a+261LO/mtWq0JvRyxdftu+Wbl5eXrWoqDFgvKyB27cOnyPfdcmuv5mB78AMfEXhVlu9bNi23Vtk1RTXRMnAQAAAAAAPCMY64iAAAAAMCLwtbWRv+tsVIpSrVGo6tRqzUnTp0JvRwRG3c1+NyltPR03SpNoUYqHUursk0a1TsSeFLsoXatahkZt4+fOG1drlzDu+mHK9eui3LKJ1/cc/P4+OsP2PnhfX9Ij6RsGQvd2B5CUnJKfn5RnqNzj0HSvbuRoOvqht+3iVfJNlevxkv3N3/uDKkUnBwdigVonJwcRHk9IamwsDD2yjVROjjYl9zQUVt5Te9yFTvH+8nKyg44eDT+euLlsMiLl0Kzc3J1q3SxJKHkQeWaxKTkkvss5fW8p5rVq5Tytj74Ab5ypeh22NsXnz2qQnkb0TI1LT3zTpa4RBIAAAAAAMAzi4wLAAAAAOBFoVQoH7A2Pz9/zMSPQkLDxXK5clb+fj7OjvbVqvkfDTylP/FQaXRo1/JI4Ml9Bw7XrlVt/4GjBWp1xw6tjIyM5LXy/1f1r2yinXSmGAd7e+kpUCj/ce5yZ0xNTar4V75n+zLaMITcrGJFl/I2NtLTUSzgUoxGG+Ao1Nw3YKRQKvSWH3R/ZdeuJYwc+36Gdk4id3fX+vVru7k4N2pYd+YXC4uFV0p2TL5xVlaWJXdbyuv5mB78AKsL1VLRtSq8x4bGSvEQKhWM5gsAAAAAAJ5tZFwAAAAAACiyc9f+kNBwb0/3JQtn6w93sf/AUekhNW/a0NKy7MFDx98d/9a+A0dETZdObXVrXZyc4uMTR77+au1a1aT/J/Z2tiYmJhq1Zv6c6cbG9/3LARdnR1G2bdV8+NCXpafjxo2bxWoSEpLkHhoZGbm5OIvl5JQbJTeUIym25R8ufLPyh7UZGbc7d2zzwXtj9FMsmZmZxVqmp2UUP6J21io3V+eSuy3l9Xyq3FxdRJlS4nrevJWam5tnbm4mXhIAAAAAAMCzjH/BAwAAAABAkeBzF0XZoX0r/YBL5p2scxcuSdppjP5XdXc4lgcwNjZu27pZWnr6/gNHxG4reXt6eVTUrW3WpIEoDx4+VmyrufO/7fXSa5u27JT+E82bNixQq48EntSv1Gg0w96Y8NIrb14KCdN2taEoDx89oT+Jj7Bn38EuvQbP+nKR9NhS09LPXwjRr5FHzWnUsK4oVSpTeztbcReK9TM7J/do4CmxULdOjQftvcTNOne+6G727tFZP+By7kKIOIRY0Kj/HjAm+caNK/+cjGlfQFFcqUmjevc8VGmu51Pl4lQUSJIzVfr27jsoFV2omhIAAAAAAMAzjowLAAAAAABF7OxsRRkdE6erKSgomP7Z3NsZRSN85OTlypVmpiqpaGSRm7m5eQ/YW6cOrUW5cMnKouX2rfRXdevSrryNze9bdh47cVpXuWffwa3bd6elpzesW1v6Twwe2EeUi5d+f+1aglyjVmsWLF4RFR2rVCr8/XxEjaeHW/NmjSKjYpZ//7Mu5hIVE7dgyYrbtzNr134y49B88dUSXZrkwKHAX3793dTUZPDAvnJNn15dRPn1gmXn7kZh0tMzPpkx5+at1JrVq/hU8nrAnkveLDu7CkWnEP33XU5OuTHziwXycnZujv7mM2bNT0tLl5cDDhz9df1mc3Oz3j063/NYpbmeT1Wr5o3tbCuEhIbPnb9Ud777DxxZ/eNvYqF/n+4SAAAAAADAM465igAAAAAAKNK7Z+dtO3bv3nsgKzvH27NiZHTcufOXbt/OrOzrHRYelZb6v6yDrW15lco0NTVt4JBRjo72SxfOvufeqvpXdnK0T0hMVigUHdq11F9lYmLy9sihs+Ysen/KZ9Wq+hkbG+fk5F4OixCrprw/ztXVSfpP+FTy6tm945Ztu4e9Od7fz1cqmubmRnx8ooWF+ewZH+mGORkx9GVxHX5eu+nIkZPWNuWkwsILl0LVak3Xzu06d2gjPTZxNcTpvzJstLeXx+2MzOQbN8Shp02ZKK6e3GDQgN7i+gccPDpmwhQHeztLy7KxsVcK1GpHB/sPJ4178M5L3qyhg/t/MHXmVwuWRkRGmZubh1wOv3gpzMTEWFz2a9cSdIkWwcXFMS83t3f/4Z6e7ulpGaJjonLs6BGiA9JjXM+nx9Kq7LSP3vnw41lbt+/5c3eAuJ5JySni3MWq14a8/P84MRYAAAAAAMCTwjguAAAAAAAUcXK0X7VsXusWTcMuR/6wZv3JU2eqV/VbtuTLCWPeEGtPnT4nN1OpTN9/5+0yFhYpN25ev574gB126dROlA3q1bKxsS62qmP7Vsu/mVu7VrXk5BsXL4ampqY1b9bouyVzOrRrJf2H3psw6uMPJ3h6uMfFXb0UEqZUKHt27/jTqkWeHm66Nt5eHmu+X9S6ZdN8dX5IaFhs3LXq1apMn/ru5HdHS0+CytRk1bKv+/bqeicrq0CtbtOq2TcLZrVt3VzXwMjIaMa0Se+Of6uSt2dWTnb89YSqVSpPHDtyzerFLi6O/7LzEjeraeP6C7/+TJzC3oDDv/z2e2R0bKcOrdZ8v7hLx7Zi7cmgYN225aysvlk4u0e3Dtk52aJvvj5es2Z8+ODRUEpzPZ+qWjWq/rhyYbOmDW0r2ERFx5qbqcSTtmLp3OFDX5YAAAAAAACefUbFZtQGAAAAgGIKtTQaTUFBQX5+fmpG5r6zkaK+VW1fBxtLCS8Y+VOkRqtAKzQuKSY53UKl6tSkpgSUWm5uXrsu/cuWsfhz61oJ+KcTFyPjU25ZqpS+DmVVKpWpqakoTbQUWkZaEp472wMv3MnJc7BSedlbmWnJD4C49UqlUh4SiVsPAAAAAC8s5ioCAAAAAAAAAAAAAACAoSPjAgAAAAAAAAAAAAAAAENHxgUAAAAAAAAAAAAAAACGjowLAAAAAAD4f6BSmR7e94cEAAAAAAAAlA4ZFwAAAAAAAAAAAAAAABg6Mi4AAAAAAAAAAAAAAAAwdGRcAAAAAAAAAAAAAAAAYOjIuAAAAAAAAAAAAAAAAMDQkXEBAAAAAAAAAAAAAACAoSPjAgAAAAAAAAAAAAAAAENHxgUAAAAAAADRsprfAAAQAElEQVT/x959gEdV5X0AvjNJSKEGQq+iKEWaYK+4NhSxrX3tq66961rXFbura+9rX9vaxYKuvawNQUB6FYhUKQklZZLvkqvzRUClBJmQ933mufzvuWfu3LnJzPPA+XEOAAAAQKqTcQEAAAAAAAAAINXJuAAAAAAAAAAAkOpkXAAAAAAAAAAASHUyLgAAAAAAAAAApDoZFwAAAAAAAAAAUp2MCwAAAAAAAAAAqS4eAAAAANXNwUectOMf9p83b0FQdb4cPDQ854WXDAjWn3XxvgAAAADYMJjHBQAAAAAAAACAVCfjAgAAACyzWYeNb7t5QL16dQMAAAAASD0yLgAAAMAy9erV3aJH1wAAAAAAUpKMCwAAAKS6T/735UuvvjlixKhGeQ236tXjiMMOXLFPcXHJiy+//sVXQ0eOHtu0cV6Pbl0OPqh/y5bNKvf56JMvXnlt0MQJUwoWFW626Sabd9nsjwf0a9QwNzr65eCh51545bZb97rx2st/9pSBb44cPa5O7Zyttux53NGH3vfgE6+/+c79d93UqWOHsMPJp184ctTYj9556bU3/vvOex+PGjOuVcsW22y1xRGHHpCdnbX27yv0znsfffDhZyNGjo7H4127dNxn7917b9FtuT6/eZ1/PuW8iZO+e+X5R+++7+H3P/zfxu3bnXDs4eFdCg/9MG/eM/955ZthIydN+W6TjTfq1bPboQf3r52Ts7q3FwAAAIB1SsYFAAAAUtpLr7x58233hkXTJo3T42n/eWHg2+98VFJSUrnPhElTLrrk6pmzZqelxTdu327+vIXPv/z6y6+9dcYpJxy4f9+oz3/f++jvV98cj8ebNMlr3arFiBGjhn4zIjz57bdc3WHjjVb60s++8Oodd/0rLJo0zsvOzg47f/rpV82aN1mx52P//s8DD/27br06LVs0Hz9h0ugx4z786H8P3HNzrVoZa/O+lhYVXXDxgPA6w7ply2ZZtTLDdxE+9tx9l8v+evZqXmcsFguuuubm/30+ONwJz9kwt0F0W2646c7whbKzMtu2bRNe/LDhI198+Y1r/n5Rt66dV/32AgAAALCuybgAAABA6po+fcZtdz2YlZl5xaXn7bj9VmHLlCnTLrr86unTF1Tuduvt98+cNbt/vz3/8uej6tatE7Z88dWQv19zy533PrTD9ls2aZwXtjz59IuxWOzxh+5o07pluLt48ZJ7Hnj0pVfefOTxZ6658q8rvnT4Qnff+3DFS5+74/Zbhy1Tp+Vfcvl1w4aPXLHzI48/e+1VF0fdChYW/uXMiyZO/u6NQe/ut++ea/O+wmse+s2Ibl07X3rhmS1aNIueeMWAGwe9/f522/TedZcdVuc6y4uLS778auj5Z5+y4w5bDR4yPLwPCxcW3HLbfUuLis498+Tw7qWlxcvLy5/+z0t33/do2P7Q/f+Mx+OreHsBAAAAWNfiAQAAAJCqXnj59dLS0kP+2D8KgoTatm112snHV+7z1dfDhg77duON2p531slRAiO0Ve+exxx5cElJyWP//k/Ukp8/IxaLZWVlRrs5OdknHf+nM049/oD+e6/0pf/z4quJRNnhhx4QBUdCrVu1uPLy85ZNh7KCA/r3TXarW6/Ofv33CouRo8cGa/G+Fi9e8uQzL6Slxa+87Lwo4BJUzOZy0Xmnh8VDjz29Btf5x4P23W/fPRvm5u6+607h7rPPv1pQUHjgfn0P2K9v+EJBxWQvhx8SnmqrCZOmvPvBJ6t+ewEAAABY12RcAAAAIHUNHjIs3O60wzaVG3fYbstk2CI0Zsy4cLtFz27RpCNJW/buuezo2InR7tZbbVFWVnb8yefe96/Hv/hqyNKiovAkhxzUv/cW3Vb60l9+NTTc9tl5+8qNG7dv165NqxU79+jepfJuXsPccFtcVBysxfuaNOW7oqLi9hu1a5zXqHK3TTu0r1On9pQp04qLS1b3Onv1/NmbHTN2fLjtvUX35br13iK6dROCVb69AAAAAKxr1ioCAACA1DVz5qxw27hxw8qNsVisWdMmBQWF0e530/LD7X9eeDV8rHiGqVOnR8Vppxw7YdLkKVOmPfHk8+EjPT19m622OOSg/j17bL7is8rLy/O/nxkWzZo1We5Q2DJpytTlGhvn/ewK0+Jp4basvDxYm/dVceXjxk/c8Q/7r/Qkk6dM7bDJRqt1nQ1zG1TejW7dJX+7fqXnnz49P1jl2wsAAADAuibjAgAAACmsYsGdWLD8sju1c7IrdVl2tE2blg1zc3/lTE3y8h554Lb3P/x06Dcj8vNnTpg45eNPvwgfhx2y/2knH7vCy8YyMjJKSkoSicSKh1Y8ebwi1LIaVvl9hW8qfGu/fJrVu85oQaKfX0XQpdNmGbUyVuzctEmTYJVvLwAAAADrmowLAAAApK5GjXILCxfNmDk79+cTkHw/Y1aybtmiWbj9wy47Hn/MYb9+tvS0tN367Bg+ot033nr32htuf/rZl/btu/uKOZK2rVuOnzh51uw5dWq3qdw+c9acYK2tyvtq1aJ5UBEuueOWq3/lVGtznS2bN58+fcbJfz5qpZPZ/NhnlW8vAAAAAOtUPAAAAABSVY9uXcLtO+9/XLlxzNjxM2fNTu7usN3W4fajTz4v//naQG+988He+//p2htuD+tp074/7Oi/nHrWxZU79N1j166bd1p2NP/7FV962216h9v3P/i0cuPUafmTJn8XrLVVeV8dN9ukcV6jkaPGzJr9s7TK9zNm9e1/xDEnnLlkadFaXucO220Vbj/46H/Ltd/0z3v2P/i4519+PVi12wsAAADA70DGBQAAAFJX/332DLfPv/jaoLffj1qmTfv+6utuq9xno3atd9xhm/ETJt3/0BPJHMaESVNuvfOBgoLCnj2XzVDSqlXzeCw+fMSoN958N/nEUaPHjRs3MSzatW294ksffGC/9PT0p5558aNPPo9a8r+f+bcB/ygrKwt+WuVnnb6v8NUPO3T/4uKS6266Y9HixVFjwcLCK6/+R+GixR07dsjOylzL6+y3924Nc3NfePn1/30+ONn41jsfvDJw0PwFC7bu1TNYtdsLAAAAwO/AWkUAAACQujbt0P7E44984KF/X339rffc/2huboPxEya1atW8TZuW3303PdnthGMO+2bYt088+fzHH3/RILd+UF4+/NtRiUTZPn1367vHrlGfS/961mlnXXztTbc/99LAnJyc8rKyYSNGlZeXH3vUoS2aN13xpcPXOueMk26+7d5LrriuSV5evfp1J0ycnJOd3aB+/fkLFmRnZQdrYRXfV/999hj01ntfDf7mT8ee3qpVi7Bl0uTvFixYuMnGG519+olrf50ZGRmnnnzMtTfefuElAzbv0jE9PX3p0qLRY8aFhy658Mzwelb99gIAAACwrpnHBQAAAFLa0UcefMc/r+mz0/aJRNniJUv699vz7luva5ibW7nPxu3bPf7Q7X123r4kUTJy1JjJU6Z13bzzlZedd9F5pyX7dOm02aMP3L5bnx0LFy3+duSYBQsK9tht52uvuuSEYw//pZfu32+PO265etlLlyVmzprdbfNOd99xfYP69cJDderWDtbOqryvrMzM++688cjDD6pbp/b48RPHjB3ftEneKScdc/ft12dnZ1XJde65+y7333VTzx6bz5o1Z8SIUfPmzd9xh23CF91jt12SfVbl9gIAAACwrsWWW0waAABgOeUVysrKSktLS0pK5i0sfGfI+LB9l56bNs2tG1DDRH+LLKtQWmHUlJmTZi3Iyczca7vuARuQ6dNnZNRKb5zXKFZpvZ+iouJ9DzwqMzPrlecfia3lekVVpLpcJ6vl8xHjp8/+oW5m2qZN62RmZtaqVSvcZlSIV4hVCNjgDPx0+KKlxU3rZbZvUi+rQvQLEP7o09LSwh99sGwNMj96AACAGso8LgAAAMBKDPrv+wcd9uc773m4cuODjzy5ZGlRn523S50x5upynQAAAACspfQAAAAAYAW77rL9s8+98uzzr3zx5ZAGufXDlnnz50+ZMq3jZh1OPvGoIGVUl+sEAAAAYC3JuAAAAAAr0a5t6/vuvPHlgW8OHTZy7LgJGRkZm7Rvd8iB/ffu+4f0tLQgZVSX6wQAAABgLcm4AAAAACvXtm2rM0/7c5Dyqst1AgAAALA2ZFwAAAAAAAAAAEh1Mi4AAAAAAAAAAKQ6GRcAAAAAAAAAAFKdjAsAAAAAAAAAAKlOxgUAAAAAAAAAgFQn4wIAAAAAAAAAQKqTcQEAAAAAAAAAINXJuAAAAAAAAAAAkOpkXAAAAAAAAAAASHUyLgAAAAAAAAAApDoZFwAAAAAAAAAAUp2MCwAAAAAAAAAAqU7GBQAAAAAAAACAVCfjAgAAAAAAAABAqpNxAQAAAAAAAAAg1cm4AAAAAAAAAACQ6mRcAAAAAAAAAABIdTIuAAAAAAAAAACkOhkXAAAAAAAAAABSnYwLAAAAAAAAAACpTsYFAACAtRKLxQKAdSZWIQAAAABqPBkXAAAA1lA06lxeXh4ArBvSLQAAAECSjAsAAABrJRqBLiot+fzb8QFAVfhhYWFUxH4uAAAAAGowGRcAAABWW3KkOTnqnEiUTZ/1QwBQpaJvGAEXAAAAIJBxAQAAYLWEw8zJxYmiUefszPSGdbLKfhIdKv9JAD8pLy0tLy1ZVsXT4rVqBbCCyomWUE5merxC5Xlc5F0AAACgxpJxAQAAYE0kh5lb5dVvWj+n5CelpaWJRKK8vLysrEzGhcqKZ80rnjsjLNLq1s1u2j6AFSSzLGkV0itEteWKAAAAABkXAAAA1lw0xUI4/JxIJMJteXl5NDgt4MKKyhKlJQULwiKtVkZmZmYAKxMFWaIvlpUGXMRcAAAAoMaScQEAAGBNJIeco5hLRkZGUBF5SSQS0aJFUcbFaDRJJYnS2IL5YRHPqS3jwkpFObnkF0sy4xJKrlgUAAAAADWVjAsAAACrLTmbQjjqHI5Jh+PQ0dhzcjYX87iworTSkmDBvGVFg9xatWoFsDKV83NRtCXaLpdxEXYBAACAGkjGBQAAgNUTDi0n52iJViZKtoeD0GVlZUHFZAxRH0kXktJKSoKKeVxiSxfLuLCiyvmVyjGX6HsmVkkAAAAA1EgyLgAAAKyJaJg5CrVEw88rBlygsoyyRLxwYVikFS21VhG/IhlkSS5alIy8BAAAAEANJuMCAADAaoumcknGXKI63EYLFSUDLpIuVBZPlJYvKgyLWFFRerp/kWDllpvNJVlEAZdkSwAAAADUPP5FCQAAgDWXHG+2OBG/KV5eFi9aGlSEXWRc+E2V4yyVlygScAEAAIAay78oAQAAsCaiXEvw85hLdEjMhZWKlZWVFxcvq0pLLTrDr6scZPmlGgAAAKhpZFwAAABYQ8nB5sphl8AgNL8gVl4eK0tUFGUyLqwW3yoAAABAIOMCAADA2jP8zKpY9ltSVhZEYRe/MwAAAACsJhkXwsnbzQAAEABJREFU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AAAAAAg1cm4AAAAAAAAAACQ6mRcAAAAAAAAAABIdTIuAAAAAAAAAACkOhkX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KpOIjHxpqtKZs9a8UjRjO+D8vKwWDRy+JjzTlnJc9Pi7S+5OqNBbgAAAAAAK5BxAQAAAKpOWlr9rbabeO3lKz8ai4Wb0oKFC78ZvOLBpgceJuACAAAAwC+JBwAAAABVp9Gue9br0TtYTRn1G7Q89uQAAAAAAH6BjAsAAABQxdqeeWEsI2O1ntLqpDPTcmoHAAAAAPALZFwAAACAKpbVpl3TAw9f9f71evTO27NfAAAAAAC/TMYFAAAAqHotjjyuVuOmq9IzlpHR9swLAwAAAAD4VTIuAAAAQNVLy6nd5vTzVqVn0wMPz2rTLgAAAACAXyXjAgAAAKwTudvvUq/3Nr/ep1bjpi2OPC4AAAAAgN8i4wIAAACsK21PPTeWkfErHdqcfl5aTu0AAAAAAH6LjAsAAACwrmS1adf8sGN+6WiD7XbK3X6XAAAAAABWgYwLAAAAsA61OPzYrNZtV2yPZWS0Pf2CAAAAAABWjYwLAAAAsA7FatVqc+q5K7Y3P+yYWk2aBgAAAACwamRcAAAAgHWr/pbbNthup8otWa3btjj82AAAAAAAVpmMCwAAALDOtT39grScnP/fPfOiWK1aAQAAAACsMhkXAAAAYJ2r1aRpi2NOiuqGu+xer2fvAAAAAABWh4wLAAAA8Htotv+hWa3bpuXktD7pzAAAAAAAVlN6AAAAAPA7SEtre+ZFiyeOrdWkaQAAAAAAq0nGBQAAAPid1OvZ2ypFAAAAAKwZGRcAAACqQHl5eQCwDsRisQAAAABAxgUAAIC1sVy0RdIFqEJRuiX5xSLsAgAAADWcjAsAAABrKDnwHBWVtwBrL1YhWYdfL2IuAAAAUJPJuAAAALAmlsu1JFU+CrAGKudagkpJFzEXAAAAqOFkXAAAAFhtlaMtk76fO2XmD5XbAdZeLBarn5PVtX3zKOMSj8cDMRcAAACo2WRcAAAAWENRxmXRkqI5CxYFAFWuvLy0tDQtLS0ej5eVlYm5AAAAQA0n4wIAAMDqqTyJSzjqHO2GY9AtGuUGAFVh7sLCxUuLwq+XRCIRVHzhpKWlRTEX6RYAAACosWRcAAAAWBPllYS7mekZW3bZOACoCp+PGB9lXEpLS8Ntenp6tFxR9J0j5gIAAAA1k4wLAAAAqy2ZbimrEACsA+HXS2lpaVCxPlGUcUkeknQBAACAGkjGBQAAgDWXnMcFoMpF87hEAZdoraKwkG4BAACAGiseAAAAwOpLzuMSAKwb4ZdMIpEIv2eibxuhOgAAAKjhZFwAAABYDZUHmA02A+tUlHFJxlwCAAAAoGaTcQEAAGC1JQebTasArFOVZ3CJvm187QAAAECNlR4AAADAWjDYDKw70YJolTMuAAAAQI0l4wIAAMAaMt4MAAAAAPxuZFwAAAAASFHJ9YkCAAAAoMaTcQEAAAAgdQm4AAAAABEZFwAAAAAAAAAAUp2MCwAAAAAAAAAAqU7GBQAAAAAAAACAVCfjAgAAAAAAAABAqpNxAQAAAAAAAAAg1cm4AAAAAAAAAACQ6mRcAAAAAAAAAABIdTIuAAAAAAAAAACkOhkXAAAAAAAAAABSnYwLAAAAAAAAAACpTsYFAAAAAAAAAIBUJ+MCAAAAAAAAAECqk3EBAAAAAAAAACDVybgAAAAAAAAAAJDqZFwAAAAAAAAAAEh1Mi4AAAAAAAAAAKQ6GRcAAABqonvuf/TJZ16s3JKVmdkgt37jvEa9t+h+0P57169fL6g68+cveOjRp7/+ZvjMGbM33XTjO/95zX/f++izzwZffsk54dGb/nn3u+99/Mrzj2ZkZASradTocSeddkFuboNXnntkpR1OPevi4SNGXXLRmX332DWoUvf/64nHn3zulJOOOeLQA4L157yL/v7FV0N+vU94Y9998z//+3zwhZcM2HH7ra696pJgHStNJPrscVB2VuZbrz0TAAAAAFAV4gEAAAAQBEuLimbMmDV8xKiHH3v6qBPO/HbUmKDqXHzFdS++8sasmbPbtWsTj8cnTppy1TW3TJk6LTq6Va+ehYsWf/X1sAAAAAAA+AXmcQEAAKDm6t9vjwvOOTWqFy1ePHfuvNlz5t77wOOjx4y74JIB999xU6tWzYO1VlxcMuLb0elpac8//a+6deuELRMmTq7cYYueXdPT07/4csi2W/cKWE033/C3yrtPPvPiPfc/uvNO2179t4uC9SctHr/t5gHxWCwAAAAAoIqYxwUAAACWqZ2T06Z1y149u91zx/Vb9OhasLDw6htuDapC0dKicFu3Xt0o4LKisD18xd9ccIdqJBaLhT/THt03DwAAAACoIuZxAQAAgJ9JT0u7+MIzDj7ipG9Hjhk2fGS3rp3DxjvueejZ5165+7brvhk28rkXB+Y2qH/Afnv377dHeGjatO9ffm3Q2LETxk2YVF5WlteoUbdunf7y56OjRMufTzlvzNgJYTFv3vwd/7B/WOy0wzYffvxZWITtYUvXzTuFp916y57hS+R/P7NF86bRZRQVFe+29yE9um/+zxuvfOjRpwcPGTZlyrROnTr02Wn7fffZPbZ2E4SEl3r/g49PnPTdwoUFHTfbpGePrgcf2G+5CE54wfc88Njwb0fNmjWnbZvW3bp0PPCAfdq0bvkrp33rv+8PuO7W7Oysf9749y6dNwtS1Q/z5j3x5PNfDxk+Y+bs8Dq3227L/fvtlZb2s/8I9M57H33w4WcjRo6Ox+Ndu3TcZ+/de2/RrXKHCRMnP/XsS9+OGjN79tx2bdt06rhJ/3326LBJ++hoaSLRZ4+DsrMy33rtmVXpDwAAAMBvknEBAACA5TVr2qRLp82+HTXm66HDo4xLlCn5z/MD3/vwk7CY+8O80tJEWDz/8uu33/lgWVlZPB7vsMlG+d/PnPzd1PAxZuyE++68KS0tvu/ee/TqOePJZ17Mzso89OBlGZcWzZvm5tZ/+dVBjRrm7rvPHk0a54WNW23ZM7gn+PyLrw/Yr2/lKykpLrnkiuv+9/ng8FnNmjb+avA34WPUmLEXnXd6sKbeeOvda2+4PSzq1M5p167NmHEThg779vmXXrvsr2cnF0uaPGXqKWdcVLhocUZGRvuN2s6aPSd8py+++uYJxx5+9JEHr/S0H33yxTU33J76AZdxEyb/6bgzCgoK27VpHYvHvvhqSPgoWFhw7FGHRh2WFhVdcPGAod+MCOuWLZtl1cr873sfhY89d98lvEVRn/AH/ZfTLwp75uY22Khd26lTp48ZO/6lV968+IIz9t7rDyu+6Or2BwAAAGBFMi4AAACwEm3atvx21Jj8GTOj3fLy8nD73oefHNC/75+OOGjM2Imbd970h3nzooDLOWecvE/fP2Rm1gr7jBs/8dQzLx4zdsKIkaO7d+283757FiwsfPKZF7Oys0849vDobJt2aP/yq4Py8homW9q1bd2saZOPP/1iuYxLeA1tWrd8+IFbN2nfLjr5yadfNPD1/x72x/3btm2V7JacJOY3zZo959Y7HkhPSzvv7FP67b1bUDHjyCOPPfPoE89ec8NtTz5yV716dcN3dM0NtxcuWhxe/BmnnBC9r/c++OS6G29/4KF/d+vauUe3LsuddtjwkVdcdWOtjIwqDLgsWLDww48/33ef3YMqNWPGrN5bdLvgnFNbtGgWvtM773noPy8MfPHlN4/50yFRkunJp18c+s2I8G1eeuGZYZ+wZfr0GVcMuHHQ2+9vt03vXXfZIWx57oWBS4uKLjz3tOjyEomyQW+/d91Nd9x538N77dEnHl9+bejV7b8Gnn3h1QP23SsjIyMAAAAA2EBVwb+hAAAAwIYnr2HDcFtQsKhyY8fNOpx71slNGuftuP1WubkNCgsX77nHLocc1P/A/ftGQZBQh03ab731FkFFmiRYHVtt2eProcNLSkqWa//LiUdHAZfo5NtUTLUycszYYI08/uRzixcvOfig/lHAJahYm+nPxx2xw3ZbLViw8IWXXw8q4iyjx4zr1LHD+WefknxffXbe/oRjjwiLRx77cfGdKBESbsaNn3jBJQPC89x0/RVVOINL/fr13v/w02effyWoUvF4/IpLzovCK2F90p+PCt/jD/Pmzf1hXtgS3pwnn3khLS1+5WU/9gkqZnOJJs556LGno5bvK8JPWdmZ0W7Yf++9/nDBOaece+bJiURixRdd3f5roGhp0d8G3FRWVhYAAAAAbKDM4wIAAAArkZaWFm5jQXnlxl5bdKu826Z1y0suOLNyy+Qpy1YpmjFjVliXFpcGq2OH7bZ+ZeBbX309LLlgUGSLnl0r7+Y1zA0q1jCq3Jib2+CV5x5Z6WlPPevi4SNGJXcnTfou3O62647Ldeuzy/Yff/rFxIqjkyZPXdanz/J9/rDrjnfe+/DESVOi3WhumynfTX/8qecXL15y9hknrji/y1o69eRjjjvpnPDkyYWE1t5mm26cm1s/uZuVmdmqZYsJEycXFCzKa9Rw0pTvioqKO2zSvnFeo8rP2rRD+zp1ak+ZMq24uKRWrYytevcMb9c119/61eBvttlqix7dNg/P2b/fnr/0oqvbfw0cclD/I4897dK/XX/lZecnk0kAAAAAGxIZFwAAAFiJgoLCcFunTp3KjQ0b1F+uWyJR9vmXX48aPW7ylKlDv/l2/oIFyUNl5as3o0bvLbqlp6d//OnnlTMu2dlZtXNyKneLwjfh6wZrZMp308Nts6aNl2tv0axpuJ02/ftw+11FnyZN8pbr06hhbnpa2rz5CwoXLa5T+8ereu2N/4YXGRYvvPT6vmo4lfwAABAASURBVHvvUavWr62V893U6XPm/hCsjj122/lfjzw1dvykC87+S25ug2CtNVzhJOnpy25pWVkiusKgYk2oX1r7KfxBb9qh/X777vn10OHvf/jp62++Ez7C9k4dO/TfZ8+999p1pQsPrW7/oGL9qUlTpgar448H7HPXfY+ceMp5V1x2XnLuHwAAAIANhowLAAAArMTY8RPDbft2bSo3xtN+FkcoKSk5/ZxLR45atmxQ/fr1OnXs0KJZk8037/TJp1++895HwWrKyMjYokfXL74cWrkxLV7FqwwnypclOX5pRZsobxH1KS8rX7FDWnpaaSIRXVW0VlFOTvad/7zm/n898dkXXz/6xLMnHn9k8Muee2Hgi6+8Eay+jz7+bOmSpTded3l6RcRnbcTjsV85Gr2phrm5bdq0/NWTxAf87cJvho/88OPP8vNnTJry3ajR48LHoLffu/G6K7KzMteyf2jINyP+NuAfweqbNGXqxZdde/stVzdv1iQAAAAA2IDIuAAAAMDyZs2e8+3IMWGxzc+XDVrO62++O3LU2I03anvnbdcl5zUJvfv+J8Ea2WG7rW65/b7JU6a2a9s6WDfatGoZvrVZs+c2+PmcNPkzZobbvEbLFkJq3WpZvGP2nLnLPXfuD/OKioqzs7OiiVuitYoOP+SADpu0P/esv/zpuNOeeOr5XXbaNtz9pVc/96yTw0ewOu598PF/P/X8KScdc8ShBwTrXqsWzcNtmzYt77jl6t/s3L1r5/AR1WPGTjj3oiuHDvv2zUHvHrBf37Xvv+suO4SPYHUMHjLs7POv2HbrXtdedXF6un/zAQAAADY0Vfy/wQAAAGADcPd9j5aVlXXdvNOvZ02GfjMi3O6x+y6VAy6FixZ/M/zb4NeXE4qtfCqRrbfaItx+9MnnwTrTsiLD8dY7HyzX/s67yyae2aJn12V9mjdb1vL+x8v1ebviWb226F65MVqcqHmzJscedWh406676c41XkdpRUOGjnjy6RcuOOeU3yfgEuq42SaN8xqNHDVm1uw5ldu/nzGrb/8jjjnhzCVLi8rLy0896+JwN/xZJztstunG+/XbM+q53DlXt/+amTdvweVX3bjn7rtcN+BSARcAAABggyTjAgAAAD8qKir+6uthl155/TvvfZSVmXnOGSf+ev/GjfPC7cRJU5ItpaWlVw64qWBhYVgvLS76pSdm1Vq2Ns2s2XPDV6zc3qJ50zatW37x1dBgnTmwYsqQ518Y+OLLP64ZVJpI3Pevxz/97KucnOzdd905bNllx20rch5jb/rn3ckrfPf9jx9+9OmwOOTAfVd65sMP2T+8+HHjJz71zItBVUgkym694/6r/3ZR/4osyO8jPT39sEP3Ly4uue6mOxYt/jGSEv5Ar7z6H4WLFnfs2CE7KzMWi7Vr2yrcvfOeh5KBnnnz5n/y6Rdh0a7d8rmo1e2/Zu5/6PFdd97+sr+enZbmX3sAAACADZP/1gMAAEDN9crAt8LHiu0ZGRnXDbjkV9bciRywX99XXxs06O33Fy9ZuvFGbcZPnPLNsG8LCgo323TjMWMnzJ+34JeemJfXMDOz1rx58w8/+pRmzZrcfdt1yUM7bLfVs8+/Gp6kVq1awTrQpfNmZ5x2wp13P3TL7ffd/6/HW7VqOeW7qUuWLM3KzLz84nNyc5ctYFS3Xp0rLj334suvDW/OG4Pe27h9u5mzZodXGx467ujDevbYfKVnTk9Pv+i80047+5J/PfrUTjtu06Z1y2DtLFm69G+Xn9++XZvg99V/nz0GvfXeV4O/+dOxp7dq1SJsmTT5uwULFm6y8UZnn/5j7Okvfz76y8HfvPbGf4cMHd6kSeOwZcLEyeFPrVfPbnvstvOK51zd/mug7x67dvtpISQAAACADZL/2QMAAAA/isVim2y80UH77f3IA7f27tX9N/s3b9bkX/fe0men7ceMHv/I489+8eXXXbt0vPfOG6IkxJeDv/mlJ2Zm1rrw3FNr5+TMnjM3P39G5UNbb7VFaWnp/74YHKwzhxy47123Xtu9a+esrKwJEye3bNH8yMMPeuKRO3fYbqtknx7dujz64G07bL91XqPcsE92Vuaeu+/ywN03HX/MYb9y5m5dO++x2y7h9V9zw23BWqtTO+f3D7iEsjIz77vzxvCe1K1Te/z4iWPGjm/aJO+Uk465+/brs7Ozoj716tV98O5/HHrwfpm1ao0ZMy78IYb387yz/vKP669IT0tb8Zyr238NCLgAAAAAG7xYeXl5AAAA8MvKK5SVlYXj1iUlJfMWFr4zZHzYvkvPTZvm1g2oYaK/RZZVKK0wasrMSbMW5GRm7rXdb4dCAFbF5yPGT5/9Q93MtE2b1snMzKxVq1a4zagQrxCrELDBGfjp8EVLi5vWy2zfpF5WhegXIPzRp6WlhT/6oCKPGAAAAFAjWasIAAAAAAAAAIBUJ+MCAAAAAAAAAECqk3EBAAAAAAAAACDVybgAAAAAAAAAAJDqZFwAAAAAAAAAAEh1Mi4AAAAAAAAAAKQ6GRcAAAAAAAAAAFKdjAsAAAAAAAAAAKlOxgUAAAAAAAAAgFQn4wIAAAAAAAAAQKqTcQEAAAAAAAAAINXJuAAAAAAAAAAAkOpkXAAAAAAAAAAASHUyLgAAAAAAAAAApDoZFwAAAAAAAAAAUp2MCwAAAAAAAAAAqU7GBQAAgJrrnvsfffKZFyu3ZGVmNsit3zivUe8tuh+0/97169erfPTUsy4ePmLU/Xfd1Kljh4BV87/PB194yYDlGuvWq9O4YcMWLZt337zTnrv3yc2tH/xeEomyJ556LryqCRMmN8rLvenaK1q3ahH8vn6YN++lVwZ9/uXX0/NnLFmypEmTvM06bHL80Ye1adMy2WfXvQ4uKSn59fNs1bvnzTf8Lbl76x0PPP/Sa7FY7Jkn7mverEkAAAAAsGGJBwAAAMBPlhYVzZgxa/iIUQ8/9vRRJ5z57agxAetAwcLCiZO/+/iTz++675GzzrtsydKi4Pfy4CP/fvDhJ0ePGde6dctFhUvy8hoFv6/XB7170GEnhr9gY8dOqF+vbpvWrWbMmP3Oex/96fjTn33+lWBNlZSUvPXOB2lp8fLy8ldfeysAAAAA2OCYxwUAAICarn+/PS4459SoXrR48dy582bPmXvvA4+PHjPugksG3H/HTa1aNY+OnnXan8MOlSfbYBW1ad3y34/ctVzj10OHn3fR3ydNmfrQo0+ddvKxwe9iyNAR4fbaqy7Zbpvewe/uqWdfvPu+R9PS4scdfdjhh+yfnZ0VNhYVFQ96+/3b737wjrsfqlu3Tt89dg0b333zP5WfeOElA/73+eCzTv/zHw/ot9Izf/jxZwUFhf377fnKwEEvDxx0/LGHp6elBQAAAAAbEPO4AAAAwP+rnZPTpnXLXj273XPH9Vv06FqwsPDqG25NHt1s043DxrBPQFUIb+aRhx0YFp9+9mXweymqmDOmRfOmwe9u2PCRd9/3aHp6+o3XXn78MYdFAZdQZmat/v32+OsFZ4T1HXc/tGjx4mD1vTHo3XC7W58dt+zVY+HCgg8+/DQAAAAA2LCYxwUAAABWIj0t7eILzzj4iJO+HTlm2PCR3bp2DhtPPevi4SNG3X/XTZ06doi6FSwsfHngoG9HjRk7buKChQsbNWq4UdvWp5x4TNu2rSqf7aNPvnhl4JsjR4+rUztnqy17Hnf0ofc9+MTrb76TPNWfTzlv4qTvXnn+0bvve/j9D/+3cft2Jxx7eI9uXcJDXw3+5r0PPxk3ftLESVNysrPDl9itzw5HHHZgLBaLTn7y6ReOHjP+zVefeuY/L3/x1ZDxEya1b9d2x+23OvLwg8rKyh77938+/eyr8LmtW7U8/ND99/jDzkEq6dxp03C7cEFhtHvHPQ89+9wrd9923TfDRj734sDcBvUP2G/v/v32CA/Nmzf/ngceG/7tqFmz5rRt07pbl44HHrBPm9bLz6nz1n/ff/6l1/PzZybKEl27dNx269777rNHWlo8efKo21HHLwuUnHvmyQfs1zf4vTzx1PPh9oD+e23Vu+eKR3frs+PTz76Uk5M9ecrULp02C1bHjJmzPv9ySHi7unfrPHtuny8HDw1/Lf/QZ8cAAAAAYAMi4wIAAAAr16xpky6dNvt21Jivhw6PMi7LGTZ85MVXXLdwYUFYt2/XJhaL5efPCB/fDPv2oftvbd6sSdTt2RdeveOuf4VFk8Z52dnZL73y5qefftWseZOfn2xZZOWqa27+3+eDw52h34xomNugvLz8qmtu+e97H4Ut2VmZbdu0mjxl6rz5C8ZPmDT3h/lnnnZC5edfcdWNn30+uG7dOg3q1wuvOXyUlZePHTfx/Q8/bdu2VW6DBuGzBlz7z9o5Odtvu2WQMkaNHhtuW7duEe1GwZ3/PD/wvQ8/CYu5P8wrLU2ERfjGTznjosJFizMyMtpv1HbW7DnPv/z6i6++ecKxhx995MHJs914y12vvvZ2WDRt0ji8FV98OeTTz756/sXXbrj2shbNm27Zq0dOdvbLAwfNmzf/gP5969ev13GzTYLfy4IFC7/4akhY7NN3t1/q8+A9NwdrJJrEZfc/7ByPx3fZcbt/1r5vyNARU6flt27VIgAAAADYUMi4AAAAwC9q07blt6PG5M+YudKjt9x+/8KFBXvt3uf0U46rX79e2PLDvHmXXHH9tyPHDHr7/WOPOiRsmTJl2t33PpyVmXnFpefuuP3WYcvUafmXXH7dsOEjf36y8uLiki+/Gnr+2afsuMNWg4cMb9O65fsffvrf9z7Kzsq8/prLenTrEo/HE4myt9/94Jrrb3t54JunnnxMevqPf68vKysbMnT43y8/f+cdt0tLiz/5zIv33P/o/f96onmzJo88cOvG7duFfZ5/+fVbb7//P8+/WiUZlwULFn748ef77rN7sKbC9/LuBx8/9exLYb3zDttEjeXl5eH2vQ8/OaB/3z8dcdCYsRM377xp+O6uueH2wkWL99t3zzNOOSEzs9ayPh98ct2Ntz/w0L+7de0cTXjz0SdfvPra23mNGl51xQVdN+8Utsyfv+CaG2//7PPBN958163/uGqbrbYIHx9/8vm8efMP3H/vdm1bB1Xh2RdePWDfvTIyMn692+TvpoVvuXZOTvTjqELhTXu9IuOyX789w22tWhl77bHrcy8OfOGl1886/c8BAAAAwIYiHgAAAAC/IK9hw3BbULBoxUOliUTXzTvusP3W553zlyjgEmqYm7vbrssWiJk9Z27U8p8XX00kyg4/9IAo4BJq3arFlZefl1xpqLI/HrTvfvvuGZ5k9113CpaFFWrt1mfHM087cYseXePxZX+FT0uL77V7n7p16xQXlyyomD8m6cD99tl1lx2iRXkO/eN+UfzlpD8flUxU7LjdVuF2ev6MoCqEb/n9Dz999vlXVrH/d1On7/iH/Ss/dtnjwKuuuaWoqLhHty5/PHAgCZLOAAAQAElEQVTfyp07btbh3LNObtI4b8ftt8rNbfDeB5+MHjOuU8cO5599ShRwCfXZefsTjj0iLB557Jmo5f4HHw+3F513WhRwCTVoUP+qyy9o1DB38JBhQ4d9G6wbRUuL/jbgprKysl/vFv1K5DVuGFS1wUOGz5gxq0vnzdq0+XHlpgP6L1uA6Y1B74a/JwEAAADAhkLGBQAAAH5RWlpauI0F5SseSk9LO++sv1x31cVZmZlRy/z5Cz765PPhI0aHdUnJj9mCL78aGlQEMio/d+P27dq1abXiOXv17FZ5d7ttev/tsvP67f3j0jaJRNmo0eNeGTgomuxkufhCj+5dKl12vGGDBsteaKN2ycbcBvWDZfOvLAiqyKknH3PnPQ8/8vgzwerLzsps3qxJt66dL77gjNtvuTqK5iT12uJn92HS5Knhdrc+Oy53kj9UxIkmTpoSVMxkM2XqtDq1c7bZutfPXig7a/vtls1bM3Hid8G6cchB/ceOm3Tp364vKir+lW7RT21deO31Zcsz7bPX/y+B1KZNyy6dNlu0ePGgt98PAAAAADYU1ioCAACAX1RQUBhu69Sp80sdRo0e9/mXQ+bMnfvNNyMnfzc12V5etizQUF5env/9snWOmjVrstwTw5ZJU6Yu19gwt8FyLYsXL3nvg0+m588YPWb8iG9HLVla9P8v8fPMRIOf5pKJxCtSI5UbY/Hf+I8u302dPmfuD8Hq2GO3nf/1yFNjx0+64Oy/5K5w8ZW1ad3y34/cFayahhVxnP+/sO+mh9smTfKW69aoYW56Wtq8+QsKFy2eNXtOeEOaNm2y4tmaVTROm54frJp58+av+KP5dX88YJ+77nvkxFPOu+Ky8zb5haWIojmB5s2rsoxRpGBh4YeffBYWr77+1lvvfJBsj6aNCRvXZj0pAAAAgJQi4wIAAAC/aOz4ieG2fbs2Kz16x90PRYv1ZGbW6tRx0326bNZhk41KS0rvvPfhqEMsFsvIyCgpKUkkEss9d6VrFS03ncm0ad+ffMaFCyvWJGrbttWWW/Zs3bLFNlv3uub622bMnLXcc6PFidbGcy8MfPGVN4LV99HHny1dsvTG6y5Pr5j2Zu3Ff34fEuXL7l4UG1pOWnpaaSKRFo9HSwWV//KCQcud81cM+WbE3wb8I1h9k6ZMvfiya2+/5ermzVYStdl00/bh/Ql/mpOnTG3XtvVKz/DWf98fPWbCjttv3bPH5sGqeeu9D6MZfUaNHrfi0bBx9JhxHTfrEAAAAABUfzIuAAAAsHKzZs/5duSYsFhu+ZvIlCnTnn3+lVq1Mh645+bKIZgo9ZLUtnXL8RMnh6eqU/tnQZmZs+YEv+XBR55cuLCg7567/vX80+OVZmEpLCwM1oFzzzo5fKzWU+598PF/P/X8KScdc8ShBwTrTOtWLYOfJiapbO4P84qKirOzs8JH65Ytgoof2YpPj/JAeQ1zg1Wz6y47hI9gdQweMuzs86/Ydute11518S+FjWrn5PTu1f2zL74e+MZ/T//LcSvt8+zzr44ZO6FRwwarnnF54813wu21f//rjjtss9yhq6655e13P3zxlTcvvkDGBQAAANgQrOr/YQIAAICa5u77Hi0rK+u6eaeVzrrxzfBvw22vnt2Wm+Xl0/99FW7LfppQZNtteofb9z/4tHKfqdPyJ03+Lvgt3wxb9hIH9O9bOeDyzfCRhYsWL3uJRFmwXg0ZOuLJp1+44JxT1mnAJdSyebNw+877Hy/X/nbF0jy9tugeVEyl06RxXnhnPv70i8p9liwt+uTTLyu6dQvWjXnzFlx+1Y177r7LdQMu/fXZdI48/KBg2Xw5r0bZqeW8+trbY8ZOCM+wT9/dglUzbsKk8Cl169aJfs2W03evXYNld+nD6BcGAAAAoLqTcQEAAICfKSoq/urrYZdeef07732UlZl5zhknrrRbXl6jcPvdtOklJSXJxkcef3bwkGFhsaSoKGo5+MB+6enpTz3z4keffB615H8/828D/hGFYFa2YNH/a9x42UtMmDgl2TJr9pxrrr81qpcULQ3Wn0Si7NY77r/6bxf177dnsI7tsuO2jfMajRw19qZ/3h3+dKLGd9//+OFHnw6LQw7cN2o5cP+9w+3Nt977zfCRUcuCBQv/dtWNc3+Y171r5w6btA/WjfsfenzXnbe/7K9np/3Wckg9unXpu8eu4a0754IrXnjpjUWLf4yeLC0qeuTxZ26+7Z6wPvPUExo0qB+smtde/2+43WWnbVearem9Rfe8Rg3D38/XB70TAAAAAFR/1ioCAACgpntl4FvhY8X2jIyM6wZc8kvZiK169+jSabNvR405+fSLtt92y1mz5wwd9m1+/ozNNt14zNgJ8+cviLrl5jY454yTbr7t3kuuuK5JXl69+nUnTJyck53doH79+QsWZGdlB7/smD8d8tfLrvnHrXePGz8hOzt75OixI74dk5GR3qpV82nTvk++xHqxZOnSv11+/nJz2KwjdevVueLScy++/Nrwx/TGoPc2bt9u5qzZ8+bNDw8dd/RhyWV9jjj0gPDOv/fBJ6effUnTJo3r1q0zefJ3pYlEs6ZNLr7gzGCd6bvHrt26dl7Fzhedf3p5efmbb7/3zzvuu/XO+8MbmEiUTcv/vrS0NDx6yB/7H7Bf31U8VfiUQW+/Fxa777rzSjvEYrG+e+76+JPPvfDSa8kkEAAAAED1JeMCAAAAPxOLxTZu36775p0OPGCfNq1b/lK39PT0m2/8278efup/X3z1+JP/KSsr79SxwwnHHt5np+32OeCo0WPGFywsrFuvTtizf7892rVt9dwLrw0bMXLmrNndNu907tl/+dvfb5q/YEGdurV/5Uq233bL224e8PBjz7z93kfR2fbaY5djjzp00Nvv3/+vJ774auiWvXoE60md2jl1av8eAZdIj25dHn3wtn/e8cCECZMmTJzcOK/hVrvv8scD9um4WYdkn/AHd9UVF7z0SteXBw6aOXv2woKCLp0323WXHffuu2tWZmawzqx6wCWUlha/9K9n7bP3bi+/8mb4RmbOnlNSUtK0aV77jdodfcRBld/Ob3r/o/8VLlrcJC+vR/cuv9SnX9/dHn/yuenTZwwZOiIZBgIAAACopmLl5eUBAADALyuvUFZWVlpaGo7FzltY+M6Q8WH7Lj03bZpbN6CGif4WWVahtMKoKTMnzVqQk5m513bdA1YwffqMjFrpjfMaxSqtS1RUVLzvgUdlZma98vwjsV9frwhqpM9HjJ8++4e6mWmbNq2TmZlZq1atcJtRIV4hViFggzPw0+GLlhY3rZfZvkm9rArRL0D4o09LSwt/9EFFoC0AAACgRooHAAAAwDoz6L/vH3TYn++85+HKjQ8+8uSSpUV9dt7OSC0AAAAArCJrFQEAAMA6tOsu2z/73CvPPv/KF18OaZBbP2yZN3/+lCnTOm7W4eQTjwoAAAAAgFUj4wIAAADrULu2re+788aXB745dNjIseMmZGRkbNK+3SEH9t+77x/S09ICAAAAAGDVyLgAAADAutW2baszT/tzAAAAAACsBRkX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AAAAAAg1cm4AAAAsFZisVgAsG7EfhIAAAAANZ6MCwAAAGuo8qhzoqxs9vyFAUBVKCopiQrpFgAAACBJxgUAAIDVlhx1ThbhgPRHQ0YHAFWnvLw89nMBAAAAUIPJuAAAALDmjDoD604y2hKPxyt/2/jaAQAAgJpJxgUAAIDVEA4tl5eXB5XSLW2bNGhSP7u4uDiRSJSWlpaUlJRViPpHnVktiSVLimfPDBKJaDeWnl6rWYt4RkYA615R/rTysrKMhnnlZYny4uKykuJwW15a+uvPyt5o46AqRN8waWlp8Xg83Gakp6dVEHABAAAAAhkXAAAA1lg06pxZKz0tHpSkx0uWiSXS42U/CWRcVl/R9Kkl075L/nU9vUFuzkYbxdLSAmqqskoyMjLKVhB+yhKJROU63NaqVatJkybBaipbsrhkVv6yYs6MqCW+Cs+KZ2bmZFZNBqvyrC3pFaK8S5KACwAAANRkMi4AAACsiWikOZprIRxZD7fhsHrYWFpaGg20RwJWWVlx0cKvvyyZM/vHMfx4rPZmXXI27hBQg82YMWPSpEnB6tt2222D1bf4u8mxhfPDD3ZQthof3rx+BwRVJPnFEmVcwiKZdIlVEgAAAAA1kowLAAAAqy1aTySabiEKuESN0UQLlWdwEXNZdTNe+U9pQUFUp+XkNOqzZ62mzQJqtjZt2kyaNGnRokWr9awWLVpkZmYGqy9z8245eXnFc2Yv+OLT1XjWGr3WSiXzK1F+Lsq4JKdysWIRAAAA1HAyLgAAAKyeZMAlGmNOBlyijEs0oYt5XNZAo97bzHrp2bDIbtu+yf4Hx7OyAwiCrl27vvvuu6veP/wMbr311sGaqtWmXdCmXdn30wtHDF2V/tkbbVKrVq2gikTfKtH3STR3SxRwibbJowEAAABQI8m4AAAAsIaiKVuSQ9FR9kXAZY1ldutZMmFcRv16DXfdK4CftGvXrnHjxlOnTl3F/j179lz7iVVa9jtgysSxRTO//82ebY86IahSlWMuydmhkpO4CLgAAABATSbjAgAAwJqovFxR5SKZbpFxWQOtDjkygBXstNNODz300Kp8pmrXrh12DtZeRkabY06acPWlZcVFv9atvHzKVRc32LFP7vY7p9WuE1SR2M8FFYm6yruSLgAAAFAzybgAAACw2pIBl2Qt2rK6CkZ8U3fz7gGsgubNm3ft2nXw4MG/2fOcc84JqkhG241aH3ncd3ff8mudyoOiiWNnThyblkg06X9QUNWWS7qItgAAAEANJ+MCAADAmqgccwl+GntOBlwkXX5NIpH/5MMz/vPvJvse2OrEMwJYBbvtttvQoUOLin5tVpXc3Nx4PB5Unbxd9ywcNuSHdwet/HD4Mf/pGyBv1z2ilw47l5clGu22d7B2lvtuWW4XAAAAqJlkXAAAAFhDyVzLikkX49C/pOSHuRMGXFw4akRYz3rxmTqduzbccdcAfku9evV22223V1555Vf6/PWvfw2qWrtTz1ky+tsl301a8VC9Xls3P/zYuW8NDD/ztRrkRo35j91fPGvm9AfubHfeZQ222SFYUyt+h/hWAQAAAGRcAAAAWCuVB56j6VsMCk9qpwAAEABJREFURf+Shd98PWHAxaUL5ke7tZo0zWrRyu1iFe24446ff/75jBkzVnq0SZMm0e/SkiVLsrOzgyqSlp2z8aVXjzz9uLKipcsd2uzaW8Ntva49ki0LvvqseMb3YRH+kid/twuGD81q0TKjUeNgjfiAAAAAAEkyLgAAAFQZo9G/qKxs+uMP5j/xr6C8PLpH9bfctv2l16TXqRPAqklLS9tvv/3uu+++lR69+OKLo+KNN94YPXp03759e/bsWSUfyZyNNm535oWTbrqqcmNG/QYrnrxWo7zGe/Wf//F7OR275LRrHzV+d/sNSyZPzN2hT8tjTsreaOMAAAAAYE1V5SLNAAAAwIpK5s8bff4p+Y8/GETz3KSltz7pzE2vu03AhdXVsWPHzTbbbMX2nj17JuuGDRsWFBQ8/vjjn376aVBF8vbs12j3fSq3NNqr/4rdctp32Oj8y3q+9E77C66IWgq//WbJ5IlhMe/j9xKLCgMAAACAtSDjAgAAAOvWjGceKxg2JKozGuV1uvX+Zof8KYA1sv/++6en/2xe3nD36KOPTu726dPnsssu23nnnXv37h1UnXZnXZjddqPkbusTT/+VzuHveVQUz5mdVntZliu7Tbs6m3ePGicMuHjitZf/8ME7ZcVFAQAAAMAqk3EBAACAdavlcadkb7RJWNTrueXmDzxVu9PmAaypZs2a7bTTTpVbltsN1alTZ//998/MzAzr0tLSW2+99eOPP04kEsFaiGdlb3z5dfHMrLCu222LVXxWw5136/GfNzY6//LmfzohaimZO/uHD96Z++6gCQMuLvwp+wUAAACwKmRcAAAAYN2K16rV4aqbWp1w2mY33ZVer34Aa2f33Xev89NCV3Xr1t13331/pfOiRYtq1679/PPPX3/99cXFxcFayG7Xvu2ZF4ZFx1vuXfVnxWtl5u21b6Nd94x25wwaGBWZTZvX671NVH//1CPzPnw3AAAAAPhV6QEAAACwjmU2b9n88GMCqApZWVl77bXXc889F9ZXXXXVr3euX7/+iSeeOHHixClTptSqVStYO3l79lsyeUKwFhrve1B6/dwfPni7Xs8to5bSBfOn/evusKjVtFmHv/8jZ5NNAwAAAICVkXEBAACAqrTgy/+Vl5Q02G6nANaZbbfd9uOPP171eVnaV4jqCRMmvPHGG/vtt1/r1q2D1df65LOCtZBet17jffYPH8mWOW+9FhWl8+ZltmgV1cWzZtZq0jQAAAAAqETGBQAAAKpIIjHt4Xu+f/qxeFZ2l/ueyGq5JgECWBXxeHy//fbr2LFjsPomT548YcKEW265Zc8999xrr72C9S1no43rdOlW+O2whrvslpaTEzWOPPXoWGZmw53+0OzgP2U0bBQAAAAAyLgAAABAlSiZO2fC1ZcUDB8a1mVLl0wYcHGXe58IYJ1Zs4BL6A9/+EOnTp1effXVNm3aBCmgXu9twsfiieNiaT/+O9Wct18vmT8vLGb859/NDj06AAAAAKgg4wIAAABra8HXX0y85rLSBfOj3VpNmrY7//IAUlWLFi1OPvnk5O5TTz1Vr169XXfdNTs7O1hPctp3SNalc+dERcOdd8tokBvVI08/rn7vbZr0/6NpXQAAAKDGknEBAACAtVBWNv2xB/L//VBQXh41NNh2x40u+nt6nToBVBOTJk2aPXv2J598cvrpp7do0SJY35oddnRe3/6zX3+5zubdo5aFX3+5aPS34SP/iX91e/zFzOYtAwAAAKDmkXEBAACANVQyf96Eq/5aMGxItBtLS2914unN/nhEANXKX//61y+++OKzzz5r1qxZkBrS6zdofvgxyd05b74SFTkbd0gGXKbe888GO/Sp27VHAAAAANQMMi4AAACwhhKLCheNHR3VGY0ab/L3G+t07BJAdROPx7epEO0WFRW9+eabffr0qVevXpAaWhx9Ynr9BnPefKXxPgdELYUjh894/qnwkbPRxpvedHdySSMAAABgAxYPAAAAgDWS1bL1xpdeHRb1t9x28weeFHBhwzBhwoT3339/wIABr7/+epAaslq1aXPaeT2efTNv932iltmvvRgVZaWlyYBLyby5AQAAALDhknEBAACANddg2x03veGOTa+7Lb1e/QA2CJ07d77yyit79+6dSCSCVBLPzg4fUV138+5ZLVqFReO++0UtJT/MHXpw33GXnbvgs48DAAAAYENkrSIAAABYK/V7bR3AhqV+/fqHHnpocnfUqFEFBQVbbbVVkDLy+u4XPhYM/jynfYeoZc6gV8Pt/M8+Lvx2WPenXo1nZQcAAADAhsU8LgAAALBKFn79xZgLTg2g5vnvf//71FNP3XDDDZMnTw5SSf1eW2fkNozqBV98GhV5ffeLAi6lBQtH/PmwmS8+k1hUGAAAAADVn4wLAAAA/LY5b7025q9nLhzy1eRbrg2ghvnzn//cp0+fuXPnxuOp+09JHf95f8db7m3S/49N+h8Utcx9+/Ulkyd+d9fNw/60fwAAAABUf9YqAgAAgN8w7cE7v3/6saie/fpLzQ49Kqtl6wBqjOzs7P79+//hD3+oXbt21DJo0KDu3bs3a9YsSCV1u20RPpK7swe+GBX1t94+2Thn0MDcHXdNy8kJAAAAgOrGPC4AAADwaybdNCAZcEmrU7fTHQ8JuFAzJQMuM2fOfPPNN2+44YbnnnsuSGHtzru00e57h0XjvX+cx2XBZx9Puumqr/vvMu6K8wMAAACgupFxAQAAgF80+bbr5wx6NaozW7bufM9jdTptHkDN1rRp07PPPrtt27YjRowoLi4OUlWdLt3aX3Rlj2ffqNutZ9Qy+42XoyKe/v9zG5cumB8AAAAA1YG1igAAAGDlvrv7ltmvvhDVdTbv3uHqf6bXqRMAQdC2bduzzz573rx5tWrVilqWLFmSnZ0dpJ6Mho0q7cWiP5IzuxQM+3rc5ec37ndgs4MO/3lPAAAAIOXIuAAAAMBKzHz+qZkvPB3Vdbv22PSGO+K1MgOgktzc3Kh48803Bw8efMIJJzRr1ixIYZv8/cbEosL5n31cr/c2Ucvs114KW2Y889jsV5/r8Z8345lZAQAAAJCqrFUEAAAAK9Foz351e/QOi+x27Ttc808BF/gVrVu3LigouPXWWydMmBCktrTadRr9Ya/k7vz/fRgVjfc5IBlwKS1YGAAAAACpR8YFAAAAViK9Tt2O/7i75TEnbXbjXWk5tQPgl3Xp0uWss85q2bJl8+bNg2ql60PPNun/x4xGjZsdenTUMvedN4cfd8jCr78IAAAAgBQTKy8vDwAAAH5ZeYWysrLS0tKSkpJ5CwvfGTI+bN+l56ZNc+sGALChKF0wf/hxB5cuXBBLS9v48mtzd+gT8Psa+OnwRUuLm9bLbN+kXlaFzMzMWrVqZWRkpKWlxePL/sNeLBYLAAAAqJHM4wIAAABAVXr66adHjhwZVEPzP/+kdOGCsChPJMpLSwMAAAAglci4AAAAAFBl5s2b9/nnnz/22GMLFiwIqpu8PfbZ7Ka703JyNrroyoa77B4AAAAAqUTGBQAAAH60eOyoknlzA2At5Obm/ulPfyoqKnrzzTeDaqhez97d/v1K3u57R7sl835YOnVKAAAAAKSA9AAAAACoMPW+2wtHf9tk/0OaH3Z0et16AbBGevXqlZmZ2aFDh6B6Sn78F43+dtzl52U2b9nptgeDWCwAAAAA1ivzuAAAAMAyS/OnLfxmcFnR0hnPPFYw9KsAWAubb755ZmZmUJ0tmTBu5OnHlcz7oXDk8DlvvRYAAAAA65uMCwAAACwz66VnoyI9t2GD7XcJgLW2aNGiiRMnBtVT9sYd6nTuGtUL5d4AAAAgBci4AAAAQFBWXDz7zVejusk+B8Ti/r4MVeDWW2996qmngmqr7RkX1N60U8d/3t/+oisDAAAAYH3zb3YAAAAQLPz687LFi5ZVsViT/n8MgKrQo0ePOXPmTJo0Kaiecjp07Hz3o3W79ggAAACAFCDjAgAAAEHBsKFRUafT5hkNGwVAVejdu3e4nTp1alD9lS1ZUlqwMAAAAADWn/QAAAAAarzC4UOiom63ngFQRZo2bXrllVfWr18/qM7mf/LB7Ddfmf+/j9qcem7TAw8LAAAAgPXEPC4AAADUdGXFRYVjRkV13e69AqDqVPeAS2jeJ+/P/99HYVEwfGgAAAAArD8yLgAAANR0hSOGBWWJZVUsVmfz7gFAJXU6d4uKJRPHBQAAAMD6Y60iAAAAarp6W2zZ9dHnl06dXDp/flp2TgBUnYULF95xxx3bbbddnz59guqpXq+tNjrv0qzW7bLabhQAAAAA64+MCwAAAARZLVuHjwCoavXq1ZszZ86MGTOCaiuzecvwEQAAAADrm4wLAAAAAOtQgwYN5s+fHwAAAACsHRkXAAAAANah448/PhaLBdXZ908+XFZSEhaN9+pfq2mzAAAAAFgfZFwAAAAAWIdat672C4HlP/lI2dIlYVGv55YyLgAAALC+yLgAAAAAwK8qL09WAQAAALCeyLgAAABQ0y0a/W2iYoaG7LYbZeQ2CoAqNXjw4IULF/bp0yeotup27VFWXBwWabXrBAAAAMB6IuMCAABATTfpHwOWTJ4YlJfX32q7rJaty0pLyktKyktLy0uKy0qW1Vmt27Y57bwAWCODBw/Oz8+v1hmXTa+/PQAAAADWNxkXAAAAaoTSBfO/PflPxXNm/WKPWGzBl/8LHyseafrHIwIAAAAAYL2KBwAAAFADpNdv0OaM84PV13CX3ev33iYA1lSLFi3atWsXAAAAAKwd87gAAABQU+Ruv0uD7Xaa/+mHq/6UWEZG6xPPCIC10K9fv6CaG7zPTmVFS8Oi4y331u22RQAAAACsD+ZxAQAAoAZpe8YFadnZq96/6YGH12raLAAAAAAA1jcZFwAAAGqQWo2btjj25FXt3KRpiyOPC4C1k5+fP3ny5AAAAABg7VirCAAAgJql2f6Hzv/kw4JhX/9mz1Z/Pj0tp3YArJ2BAwfm5+dfeeWVQbXV67XVWOMMAAAAWEfM4wIAAEANk5bW7pyLYxkZv96rdscujXbdMwAAAAAAUoOMCwAAADVOVuu2zQ875td6xONtTzsvAAAAAABShrWKAAAAqIlaHH7sD++9tXTadys92njv/Wp32jwAqsJJJ50UVHNj/3pmWXFxWLQ57dycjTcNAAAAgPXBPC4AAADURLFatdqdc/FKD6Xl5LQ85uQA4CcFw4cWDPs6fCQWFQYAAADAeiLjAgAAQA1Vt3uvxv0OWLG9xTEnZeQ2DAAAAACAVGKtIgAAAGqu1iedteCzT4rnzEq2ZLfdqNn+hwZA1Rk4cOCcOXOOPfbYoNpqceRxZSUlYZHZtHkAAAAArCcyLgAAANRcaTk5bc44f/zfLky2tP7L2UFaWgBUnfwKQXXW/IjjAgAAAGB9s1YRAAAANVru9rs02G6nqK7Xe5v6W24bAAAAAEf5mDUAABAASURBVACpxzwuAAAA1HTNDjlq4eDPyhNlTfv/MQCqWq9evTp06BBUZwXDhpSXJcKi9iabpdWpGwAAAADrg4wLAAAANd2CLz4tW1oUBLE5b72WnNMFqCq9evUKqrmxF59VVrQ0LDrecm/dblsEAAAAwPog4wIAALAelJeXB6SMvL796/bsHRbp9Rv40aSgWCwWAAAAAFDjybgAAAD8fpbLT4hTpIhaTZuHj6j2Q0kpUbol+qFIulRf+fn5xcXF7dq1CwAAAADWgowLAADA7yQZnoiKyltgRbFYLPyARNGWqA4kXaqngQMH5ufnX3nllUG11eu1DwMAAABgfZNxAQAA+D0kEy1JwQqpFyCSDLIkAy5JydQLAAAAADWNjAsAAMA6VzngUrJo6g+D/2oSF/hN8fSshr1vi6XnJAMu8XhczKU6atGiRa1atQIAAACAtSPjAgAAsG4l4yxlZWXhdt6wG4rmfBEAq2DBmPvqbHZGPB5PS0sLd8MPkZhLddSvX7+gmhu8z05lRUvDouMt99bttkUAAAAArA/xAAAAgHVmuYDL0jlfLf1+UACsmsWTHikunJZIJEpLS6MPUbQNTIMEAAAAUPOYxwUAAGDdKv9JODY/f9iAqDE9u3HuxgcGwC+YPeK+ZX+UFS8ac2udbtdF87iE4vF4lG4xjwsAAABATSPjAgAAsK4k55mIMi6LpjxXunB01NKs+1n121X7xTtgHSpPzP72wfDPkpmDls45OLNRz6i58kJFViyqLu6///78/Pwrr7wyqLY2ve628rJEWOS07xAAAAAA64mMCwAAwDoUTd8SShQXFoz6Z9SYlbuZgAv8usadjv9h/POJonlhvXTsDfHej8cqJBKJqEM8Hhdw4XdTt1vPAAAAAFjf4gEAAADrQDSJS3KhooVj7ysr/iE61KL3ZQHwq2LpOc16nBvV5YvGFeUPLCkpKS0tTSQSyY9VUGm2JAAAAAA2eOZxAQAAqHrLBVyKC79bMunR6FD9tn2zG3UNgN/SYKN95459Yum8MWFdOvmesia7JuJ14/F4IpGIViyyVlF10a9fv+Li4qA6+/7Jh8tKSsKi8V771mraPAAAAADWBxkXAACAdSIZcCkrKysYeXN52bLx3Vi8VnJqCuA3teh92cS3j1pWlcwtmvJobONT0tLSovW/ophL1E3SJcW1aNEiqOby//1wWdHSsKjXs7eMCwAAAKwv1ioCAACoYslx9yjjUjR3SNGMt6KWvM7HpWc3DoBVk92oa/22e0V1YvqTpYtnRMsVJVcsig5ZsQgAAACgJpBxAQAAqHrJGVzCkfiFIwZEjenZeY07Hx8Aq6NZj/Ni8VrLqvKS4ol3hJ+paB6XqKicdCFlDR48+L333guqs7pde9TttkX4SKtdJwAAAADWE2sVAQAAVKXkcHs0+r5k6oulC0dHLc26nxOLZwbA6kjPbpzX6ZjZ3z4Q1uVz3ymZd3C8Uc9YLBavEH7Qwm20bpEVi1LW4MGD8/Pz+/TpE1Rbm15/ewAAAACsb+ZxAQAAqGLRDC7hNlFcWDDqlqhx2ZIr7fYJgNXXuNNx6dl5UV0y4R/JqVyS87iYygUAAACgJpBxAQAAqDLRQHty0L1g3P1lxT9Eh1r0vjQA1kgsPadpt7N/3Fk8vvj710orVI65BJVmUSLVtGjRol27dgEAAADA2rFWEQAAQNVYLuBSXPjdkkmPRofqt9s7K7djAKypBhv1mzv28aXzxoR1Ysq9icZ90tLqJxKJaNGi6ENnraKU1a9fv6CaG7zPTmVFS8Oi4y331u22RQAAAACsD+ZxAQAAqDLJgEtZWVnBqFvKy4rDxlhaVrPu5wTA2mnR+7Ifq5K5JdOeWOmKRaZyAQAAANiAybgAAABUgeTIejTKXjR3SNH3g6KWxp2OS89uHABrJ7tR1/pt+0Z1Ytq/SxfPKC0tTVSonG4Rc0lB+fn5kydPDgAAAADWjrWKAAAAqkZyBpdwxH3hiAFRY3p2Xl7nYwOgKjTrce7Cqe8smyGpvKR44h1pXa5OS0uLPnTh0WitIisWpaCBAwfm5+dfeeWVQbXV67UPAwAAAGB9M48LAADA2krOGxGtmbJk6oulC0dHLc16nBeLZwZAVUjPbpwMjZXPfadk3jfRVC7RRy/aBqZyAQAAANhAybgAAABUgeT4eqK4sGDULVFj5aVVgCrRuOOx6dl5UV0y4R9RwCVS/pMAAAAAgA2RtYoAAADWSnLeiEjh+PvLin+IDrXofWkAVKlYek6z7mdP++yyZTuLx5fOfCPefJ9YLBaPx2MVwo9hchuQGk466aSgmhv71zPLiovDos1p5+ZsvGkAAAAArA/mcQEAAFhzywVcigu/Wzzx0ehQg436ZeV2DICqVr9d+OHaLKpLJt1dWrK4rKwsuWKRqVxYFwqGDy0Y9nX4SCwqDAAAAID1RMYFAABgrSTH1MPx9YJRt5SXLfuP/rG0rKbdzgqAdaNF78t+rErmlnz36EpXLJJ0AQAAANjAWKsIAABgDSVH0KPR9KK5Q4q+HxS1NO58Qnp24wBYN7Ibda3ftu+CKW+Eddn0J0ubHxCPt4jWKorH48mFiqxYlCIGDhw4Z86cY489Nqi2Whx5XFlJSVhkNm0eAAAAAOuJjAsAAMCaS87gkkgkFo4YEDWmZ+fldTo6ANalZj3OXTj1nWUzJ5WXFE+8I63L1WlpadGHMTwaRVsEXFJEfoWgOmt+xHEBAAAAsL5ZqwgAAGBNJCdxidZGWTLtpdKFo6OWZj3Pj8UzA2BdSs9unNf5x9hB+dx3SuZ9U1paGi1aFCXPog+pFYsAAAAANhgyLgAAAGsoOY6eKC4sGHlz1LhsCZU2ewXAute48/Hp2XlRXTLhH1HAJVL+k4AU0KtXr5133jmozgqGDVk49KvwkSgsCAAAAID1xFpFAAAAqy05P0SkcPz9ZcU/RIda9L40AH4XsXhms+7nTPus4kO3eHzpzDfizfeJxWLxeDxWIfx4JrcB60+vXr2Cam7sxWeVFS0Ni4633Fu32xYBAAAAsD6YxwUAAGD1LBdwKVn0/eKJj0aHGmy0b1ZuxwD4vdRvt092o65RXTLp7tKSxWVlZckVi0zlAgAAALAhkXEBAABYbcmx83AcfeHIG8vLisPGWFpWs+7nBMDv6/8nTyqZWzr18ZWuWCTpsn7l5+dPnjw5AAAAAFg71ioCAABYDcmR8mjUvGjukKLv34xaGnf+c1pWwwD4fWXldqzfbu8Fk18P68S0J0qb7RePt4jWKorH48mFiqxYtB4NHDgwPz//yiuvDKqtXq99GAAAAADrm3lcAAAAVk9yBpdEIrFwxICoMaN2s7xORwXA+tCs+zmxeK1lVXlJ8aQ7k1O5VF60KAAAAACgmpNxAQAAWFXJYfJo1HzJtJdKF46OWiqG2DMDYH1Iz27cuPPxUV0+578l874pLS1NBlyibVDpI8zvrEWLFu3atQsAAAAA1o61igAAAFZDcrw8UVxYMPLmqDG7Udd6bfYMgPUnr/NxP0x4rnTJnLAumfCP9AaPpaWlRbO5xGKxaCoXaxWtL/369QuqucH77FRWtDQsOt5yb91uWwQAAADA+mAeFwAAgFWSnAciUjj+gbLiH6JDLXpfGgDrVSye2az7uT/uLB5fMuON0gpRzCW5XJGpXAAAAACqLxkXAACA37ZcwKVk0feLJz4SHWqw0X5ZuR0DYH2r327v7EZdo7p08t2lJYvLysqSKxYlYy4AAAAAVFPWKgIAAFglyTHycLx84cgby8uKw8ZYWlaz7mcFQGpo0fvSCYMOW1aVzE1MeyKx0UnLrVgUdbNo0e/s/vvvz8/Pv/LKK4Nqa9PrbisvS4RFTvsOAQAAALCeyLgAAAD8huS4eJRxKZo7pOj7N6OWJl3+nJbVMABSQ1Zux/rt9l4w+fWwLp36eFrT/vF4i1iFeDwefn6jdEuygFVUt1vPAAAAAFjfrFUEAADw25IzuCQSiYUjBkSNGbWbNep4VACkkmbdz4mlZS2rykuKJ90ZrVW03KJFAQAAAADVkHlcAAAAfk1yODwaHV8y7eXShaOjlmY9zovFMwMglaRnN27c6bhZI+4J6/I5/y1deES8QZdoHpdQ+EEOt9G6RaZy+d3069evuLg4qM6+f/LhspKSsGi81761mjYPAAAAgPVBxgUAAOA3RDO4hNtEcWHh6FujxuxGXeu13j0AUk9e52N/mPCf0iVzwrp4/E1pPf+VlpYWzeYSpVsEXH5nLVq0CKq5/H8/XFa0NCzq9ewt4wIAAADri7WKAAAAflE0iUv5TwrHP5BYOis61KL3pQGQkmLxzGY9zvtxp3BUyYw3SktLk4sWJZcrsmgRAAAAQPUi4wIAALByywVcShZ9v3jiI9GhBhvtn5XbMQBSVf22fbMbdY3q0sl3l5YsTlRIZlwEXH5PgwcPfu+994LqrG7XHnW7bRE+0mrXCQAAAID1xFpFAAAAvyg5Fh6Oiy8ceWN5WXHYGEvLatb9zABIbS16Xzph0GHLqpK5iWlPJDY6abkVi6JuFi36HQwePDg/P79Pnz5BtbXp9bcHAAAAwPpmHhcAAICVSI5/RxmXorlDir5/M2pp0uXEtKyGAZDasnI7NtioX1SXTn28dPGMaMWiUOV5XEzoAgAAAFBdyLgAAACsXHIGl3BEfOGIAVFjRu1mjToeHQDVQdNuZ8XSspZV5SXFk+6K1iqKPtTJRYsC1r1evXrtvPPOQXVWMGzIwqFfhY9EYUEAAAAArCfWKgIAAFhectg7GgVfMu3l0oWjo5ZmPc6PxTMCoDpIz27cuNPxs0bcHdblc94uXXh4vEGXWCwWrxB+wMNttG6RFYvWqV69egXV3NiLzyorWhoWHW+5t263LQIAAABgfTCPCwAAwEpEM7iE20RxYeHoW6PGnCZb1Gu9WwBUH3mdj0nPzovq4vE3JadySc7jYioXAAAAgOpCxgUAAOBnogHv5OB3wbgHEktnRYda9Lo0AKqVWDyzWY/zftwpHFU6c1BpaWky6ZLMuEi6rFP5+fmTJ08OAAAAANaOtYoAAAD+33IBl5JF3y+Z9Eh0KLf9gZn1Nw6A6qZ+275zxz65ZO7wsC6ZdGc8b+e0tLRolaJwG33YrVW0Tg0cODA/P//KK68Mqq1er30YAAAAAOubeVwAAAB+JhlwKSsrWzjypvKy4rAxnp7TtNvpAVA9tej90yRMJXNLpz4RzeOSXJLMokUAAAAA1YKMCwAAwI+SI9zRaPfS2Z8Xff9G1JLX6fi0rIYBUD1l5Xas327vqE5Me7xk0bTSColEonK6RcwFAAAAIJVZqwgAAOD/JWdwSSRKC0ZcHTWmZzfO63RUAFRnzbqdvfC7/y6bmam8pGTinembXxevkEgkwqPRWkVWLFpHTjrppKCaG/vXM8uKl03r1ea0c3M23jQAAAAA1gfzuAAAACyTnL8hWrtk8ZTnSgsnRC1Hn/fsAAAQAElEQVTNep4Xi2cGQHWWntMkr/NxUV3+w/ulC4YnKlRetCgwlQu/oGD40IJhX4ePxKLCAAAAAFhPZFwAAAB+lBznThQXFI65PWrMzutav81eAVD9Ne58fHp246guHndDIlFa9pPynwQAAAAApCprFQEAAATJ+RuimEvBmLvLin+IDrXodUkAbBBi8cxm3c+a9tlly3YWTyj5/tV4y/1jsVg8Ho9VCL8BktuAqjNw4MA5c+Yce+yxQbXV4sjjykpKwiKzafMAAAAAWE9kXAAAgJqucsAlVLJo2qJJj0fj2w026peV2ykANhT12/WbM+aJpfNGh3Xp5HvTG++WllY/kUhESZfoS0DApcrlVwiqs+ZHHBcAAAAA65u1igAAAP4/4LJsEpdvr4sFibAxlpbVtOuZAbBh+f/JmUrnl0x9JJFIrLhikUWLAAAAAFKQeVwAAIAaLTmSHY1qL539edHM96KWxp2OT89pEgAbluy8bvXb9l0w5Y2wLp32VGnzA+Lx1tFaRdFULtE8LiZ0qUK9evXq0KFDsC7l5OQEG4TFixcHAAAAwC8wjwsAAFDTJWdwSSRKC0ZcHTWmZzfO63xMAGyImnU/JxavFRaxIFE84bZEhYovgURyNpeAqtOrV68+ffoEAAAAAGtHxgUAAKi5ksPY0aj2osnPlBZOiFqa9Tg3Fs8MgA1Rek6TvE5HR3X5Dx8Wz/0yGXOJEm/Rl4OkCwAAAEBKkXEBAABqtOR4dqK4oHDMbVFjdl7X+m37BsCGq3Gn49Myc6M6MfGW0tKSsp+U/ySgigwePPi9994LAAAAANaOjAsAAFBDJedpiGIuBWPuKC9ZGB1q0euSANigxdJzmvU4J6rLl0wunfFqaYXKMZfAVC5VZPDgwR988EEAAAAAsHZkXAAAgJqocsAlVFI4edGkJ6ND9dvtnZXbKQA2dA026p+V2zGqSyfflyguqLxikalcAAAAAFKNjAsAAFBDJceww/HshSOujwWJsDEWr9Ws29kBUDP8/6RNpfNLvnu47OckXapKixYt2rVrFwAAAACsnfQAAACghkmOWEej10tnf148+8OopXHn49NzmgT8jkpLisNtekatAH532Xnd6rXZY+F3b4V16fRnSlscFI+3jlWIx+Ph90NYBBXfFVHBmunXr18AAAAAsNbM4wIAANREyRlcEqXFBSOujhrTsxvndT4uqM6+GfzxPts3r/w4tG/nU/60y7WXnTjymy+C1PP+Wy+cfsxu8bT//w8YF566f3jZY0cODdaBdXryFYX3PHy5y885fMVDw77+JDz05afvBGvk+iv+Ej79k/dfD34XE8YMD1/unBP3TrYkSkuffvjWvxyx0wG7tv/LkTvfPOCMzz4aFFRPzbqfHYsvi1jFgkTxhFuTyxVF22g2lwBWQWlpaSwWa9CgQbJl+vTpp59++ltvvRUAAAAAVUHGBQAAqFmSw9XR0PWiyU+XFk6IWiqGujOD6mzMyCHhtmFes817bhs+Onffuk6det9Pn/LJewMvOHW/Zx+7PUglI7/54qa/n1a3QcN4/Me/nIY/lHGjh6WlZ7TftEtQ1dbpyVdqzKhlYZpNO/dY8VCrNpuE22nfTQjWyJhvB4fbTpv3Cn4Xo0d+HW437fjjG0mUll52zmGPP3hD+BHae/+jmrds9+6bzw/467HvvvFcUA1l1G7RqONRUV3+w0fFc79Mxlwqr1Uk6cIaOP/88++6666SkpIAAAAAqArWKgIAAGqcaAaXcJsoLigce2fUmJXbsX67fYJqblxFqGL/Q0866IhTko3hO33njWdvu/78R++7rlXbTbbbee8gNYwb80243WTTbsmWKRNHFxct2axLr/T0jKCqrdOTr9TYUcsiRx06riTj0jCvaYOGjadNGResvh/mzJw1Y1qTZq3CkwS/i9EVkZoOnbpHu088eNOwrz/ZZse9Lh5wX7TIVLh78RkHP/Gvm3bt+8egGmrS+YR5E15IFM0L68TEW0pzn4jH42lpaeEXRSwWi2Iu1ipaG/fff39+fv6VV14ZbNDC35n33nsv3AYAAADAumEeFwAAoAZJzscQxVwWjr6tvGRhdKhFr0uC6i9KjWz681BFODa/296HHnXihWH9+AM3Bilj3OhlV9uh4/9nXMZUzBeyWeeewTqwTk++UmMrIkcdu6x8tpVWbTeZNGFksPomjB0Rbjfr8jtN4hIsmzZmWVhns85bhNvFhQUvPHVvdk6dsy++JQq4hLptsX2P3jsuXDgvqJ5i6TlNu58Z1eVLJpfkv1RaIblWkalcWBXhl+0uu+yy4447BgAAAMC6IeMCAADUFJUDLqGSwslLpjwVHarftm92Xregmps3Z9bsGdNjsfhKF8fZ98Dj0tNrfTdpzKzvp1Vu/+Dtl6697MQTDt7mwD+0P+VPuzz3xF3hoP5yz5047tt7br7k1KN33b/PRsce1DvsP3f2jOX6jBv1zd/O/9Of+nc/YNf2fzly5wfv/HvBgl9MPLzx0uP7bN/8vUHPh/XNA84I6wXz5ob1+NHDgooYytiRQ2+//vwTD93+8H263PT30+fMzK/89NKS4vAMl51z+JH7djtot03OOG6P/77+bPBbVvHkq3hP5v8w56G7Blx46v5hn6P33+LKC46aPnVi5Q6LCwtmTJ/cpFmrBg3zopbwhcJzhm82fPXwN7BV642nThm/3GkP27tLeGFh8dG7r/79gqMP3atT+JTHH7ghUVqa7BOFddpv0jnZsmTxomcfuz28D+HdOLRv53NO3PvV5x4qLS1Z3TMvu7elJS88de9fjtjpj3tsGnYbMfSz8Oc4/bvx2Tl1WrVdtr7SrJnTNu+xTe9tdq1bP/dnN2TenKA6y22/f1Zux6gunXJvWUnhSlcsIpVddNFFsVjsf//730033dSuXbutttrqoYceig4VFRXddttt++67b5MmTXr37n3uuedOnPj/H9gddtghemKyZdGiRWlpaWHj559/nmxcsGBB2NizZ89feq3S0tKwsUGDBmGHadOmhfXTTz8d1v369Qvrd955J3mq55577sgjj2zf/v/Yuw/4qKq0j+NnanpPZpJASCOhhxKq9CYgsXcRxIZdFPuKLpa197aIr4JiWzsYG72KIKH33jKk9zr1PcmF6xiKgQBpv+/O3s8zZ86UzCQRuX+fJy4hIeGGG25YsGCBAAAAAAAAtUDGBQAAAEDzojZxKdzwtHBVBRc0WmN45/tF47e9ejJOq9hED0+vY2/18vE1R7YSVb1eNigrJUUFzz5200tT7li9YkFcQochI68syM+Z/t9nn3v8Fvc7/vbj5xNvGpH63XRPT6+Uy25oGdV6+cLUO8cNyc06rO5Zu2rxfbeM2rj297YdkoeMuLykpPD7L6Y+eMdF1sqK477UMHOLS6+5TRY+vgHX3jjpxjsmBwSFiKOdXbZvWXf/raPm/fKVfM02q3XRnG/ffvlh9b6F+bkP33XpOy8/vGPL2q49BgwbdVV+Xtbr/5k4Y+pz4qRq8+C1fE+WL/r5tjEDvv38vbLSkhEXjmkRFf/n7/PuHDtk++Y16p4tG/+Ux8SjbWNyMi0P3XlxhmX/mJsfuvfRV+QJ77jEjmUlRXk5mepdMiwHigvzouPavPXCgy88MWH3zk2miKiszPQvZ7wx+5uP1G3Ks7TteKSPS/rBPXeOHfzx+8/v2bFJfsRarVa+M1Nff/zFJ28/1UfOz8l68PaLPnznqbzcrMiWsWmrFv37wet//uGTqi+kXVdlWE9MfLv/vPm/R5953/0NmffzV/t2b0lo01k0Yhq1mZPGUWLd/39ONy43AqcuJSVl/Pjx4ixTvkXfeeedhx9+eP/+/X/++afNVpX02rx5c8eOHe+77745c+bEx8fn5+e//vrrcuX99498G48aNUoeFy5cqD7U3LlzlWTbkiVL1MVffvlFLl5wwQUneS6Vv7//008/3blz1Q/F2LFjZR0bGyvr8vLy4cOHX3nllZ9//rmXl1dAQMCnn346dOjQm2++WQAAAAAAgH9CxgUAAABAM6Kepa7IXGzL/UNZDG13g97bJBq/HdUZl9ZtT9iQxr+68UZRYa5y9aP3nl2x5Jeefc//7McNjz/34d0Pvfj2R3NCzS3k4rIFqcqeQ/t3vfvKo/K07p0PvvDatJ9uuWfKs298+fC/3yspyv/gnafUR/70w6rQxnszF01+/qN7Hnn5w//93r5zL3nfX2d/dtxX0r3PEPm8omqOT7frb3noiuvvkrXNWrlnV9Xsnt9+/OzBJ9/5+rftb3302/RvVukNHmtWLpK3Kvf9v3embN+8JrF91/9+ukhuu+OB5+TTxbdJ+ubTd/ft3nqir72WD16b9yQjff9L/77DWlnx1CufvfPxvNvue+b5t7++9sZJdlvlWy8+5PZxVA0qUuZGKQGX7EzL3Q+/dN1Nk5QNUdVtUZTBQwolhfPnigVbNv756vupn/yw5u3pc/717DS5uHLZb+q2Pbs2azRaZXKQ/GiefuSGrIyDF1156zdzdrz3yYIvftr09ox5fgHBvy/++eC+nbV/ZKfDMeXhsTu3rht96fgvf9ki359Pvl8THdfmk2kvyFsT2p0wv/Ll9DfeeO5+U3jUg0+8JRozr9Ak/6ihSu2wfGMr2XfsuCKcnsjIyJiYGHGWKZ/R559/PnHixEOHDqWmpl522WVy5b777tu1a9fdd9+dlZW1YsWK3bt3z507NyAgYNKkSenp6XKDEltZtGiR+lCLFy+WR71ev3z5cnVR3ktU53VO8lwqf3//J554ol27drK++uqrZR0XFyfrV199dd68eUOGDNmzZ8/mzZtXr169c+fO3r17f/TRR99++60AAAAAAAAnRcYFAAAAQLPgPqhInrEu2vyisq73Cglrf5NoEnZsrcoxKKGK4yorK5FHHx9/Ud0L5LcfPzNHtHrsmfe9vH2UDaHmyDE3PSCqwhBHZmp89N6zDrvthtsfG33pDerjDDz/UnnHP3+fp65kZRzSaLUGvUG56uHpfcOERzt27VNe/YzHtau6nYx7cmL3jk1OR9XcnCkvfzJ4xOVKNxq/gCCDwaDTy8c2Kvda8Os3waHhT738aUhYuPp0F19xi/xg1/659ERPV5sHr+V78t6rj9nt1tvue7p7nyHq419346TwyOh9u7fIt0JZ2VmdcWnTvpsScMnLzZ78/EejLh6r3qVlq6qMy95dm2u8J/K0+pSXZ6ptWsJMkVWL1a9QVHdkKcjLjoyKU74E+XRtO3QfdsE18vV4+fgqe+ISOiS2rXpjCwtya//IP33/sdzWf+jFdz74vFZb9dcFgcGht9z1b+XW4/ZoKSspfuqhcTP/78WW0a1ffu+HEFOEaOTCuzygFBrhsO15Ww24uMdcCLs0cH379n3jjTdatGgxevTosLCwBQsWzJs3Lzk5+c033wwICFD2DBs27LHHHisrK3vxxap/FnTt2jUiImLxs1cKHgAAEABJREFU4sWVlUfibvJe8i5yXS6qn/uvv/4qt/Xu3ftEz/WPr62kpOSll14yGo2ffvqp0tZFiouL++9//yuLZ555RgAAAAAAgJMi4wIAAACguVDPU1ZmL3OU7lMWQ9vdpNF5iSZBCVUknCDj4nQ4lPhFZMsYUT2BSB6vHHu30cPTfVubdlWzdQ4d2CWPuVmHVy6b4+MbcPGVNYdoREbFVZSX5udmK1c7dO7ldNjvvnHYx+8/n5udIVc6dun94jvfXX3DRHGiV1vdWcQ9ObF9S9UInp59z0/q1lddzM5ILy8raREVp0wG+eWHmfKYctl4/8Dgv72e6i8q/eDuEz1dbR68lu9J2sqFoeYW56dc575Hq9PFt+kkC7V1yrYtaUJogkLCHrn7MvnO3/3QC737j3C/S3CoOTA47GD1wyp2batKolx+3Z3h1VOlFLt3VjV6MYe3PPKwm1ZXvaQOR0YgyZ33P/66vLg/snyRB/bvkIXp6L1q88g/fTdDHi+75nb3h4pv0/HIm3B06JKqsqLsX/ddter3ud16Dnr9g59DzZGi8TP4RAbFX67UrvzljvLDjmoEXOooLS3NfRLQWTV48GD3q2vWrFEWleSWavjw4eqt0qWXXmq1WpXJRBaLZcOGDQMGDOjTp09BQcHq1auVL0Gup6SkKL8ujvtc/2jLli3FxcVKpMZ9vUuXLmFhYevXr1dDNgAAAAAA4Lj0AgAAAACaDeX8tD64j84n1lG6V9YF+1JDEseIxs9yaG9JcYFWp49P7HDcDevTlpWXFnt6+cQlVkUxlHk3A4deUmObzVZ1htVQ3dvjzz/my/estKTwsqHxJ3/2ux98wW6zrljy61efvPXNp+/27j/i5rueDG8RfZK77N6+UR7bduyurmyvzuj0HTTafduuHVXhjLiE9spVpZnKJ9NeUAbo1F5tHrw274mSC+k3aHSN8+VV26zWqm1GD1GdnikqyAsKNT/54PX5eVVJoJ1b1w8ffU2Nu7SMbp1+4K9czo5tVS+y3+AU9z07tlQtRse1PfoiqyYute1wpBeLw27/Ysbrv8yaWZCXrd5FfsoV5aXevv5qxuUfHznz8MGD+3eGhbdIbP+3jFR2pkVUNXQJkzfVePGvPzdp59Z1w0ZdPfGxV7U6nWgSXPayYsuiI1cC+jh0IWofF51OJwv3fANqTwmInGoi5PTU6Keya1dVjOyVasdu3rZtm1KMGDHivffeW7BgwfDhw+fPr/o9M2DAAKvV+tZbby1atKhHjx6//VY11WvUqFEnea5/tHNnVQZu5cqVJ/pG2rp1a2JiogAAAAAAACdAxgUAAABA86LEXHzaPlCUdrcsKvK2FuydFRh7sWjkdmxZK4+t23RSR8/U8P3/pomqlMOFWq3W6XDs3bXVHNnK29evxrad1UNtgqvHAGVnpstj9z5DE9p2Pu5jBhxtpuLrHzj5+Y8O7N3xwVv/XrNq0e+Lf17755LX/+/nqOiE496xsqI8/eDuEFNkYHCouriretZSx869/vZ1HWlOU/UCHHZ7bvZhD0+vy66947gP2+Hv93X3jw9ey/dkz86qiElc647HeYrqbcoEpW2b0+QxPyczOr7dfz9ddNt1A+b98tWt905REjCqllHxC+d853Q65YdiObS3rKQovEVMq9i/neHetaMqDKS2UVEa0sS1PpJkevrR8atXzA8Jixh1yTj56UfHto2Kbv37kl/efH6S0n5GVOef/vGRlc86PqFTjS/q0P6qfEBiu5pNXLZvXrN0/qz4NkkT//XasXGfxitry//Zy6sHPGm0rqiqljY1BhWh4dPr//aXXUqaJCkpyWQyneRew4YN8/LyUprNKMeBAwcqNy1duvShhx6aM2eO3DBixIiTPNc/Ul5MVFRUmzZtBAAAAAAAOHVkXAAAAAA0O/JctTaojz64lz1vpbyase6NgKjhGr23aMyUuEbrNknHvXXd6qVpfyzQanVXjLlTXs3Osthtlcc9O7tk3ix5TO4xSB7Ly0rlsVOXPldcf5f7nsPp+zQarcncQqvTWQ7tzcmytGgZF2KKaBWb+MzrX8iV1/5z39YNqz6e+vzk5z867utRghqJbtGZspLi9IO7/QNDanR/2VmdTVEGMFVWlCuL19/ykPsep8OxZ9fmyBaxx8ZTav/gtXxPLOl7xPFObG9csyIvJyM8MrpFVJw4+nEktu/63Btfefn49hkwcsm8H+b/+vXIi653v1dcYsdfZ3+alXEoPLLVzuquKmqDFoXdbtu7a4tOb1AGITmdzh1b1hk9vOISqjIuq1csWL1ifmzrDq++/6OH518jt9asXFT97Ec6stTmkW3Wv3rVuFs8v+prb3NMxmXNqsXyOHTkFU0p4GIrteRs/USpHcEXCkOEkmvRVBMMKqqD5OTkhIQEUR9iY2Pl8corr5w8efJJtnl7ew8bNuynn34qKCiYN29er169goKC5Hq3bt2WLl2am5u7bNmylJQUuU3UQVxc1e+Htm3bzpkz50R7ysrKBAAAAAAAOIGm81dRAAAAAHBKDK0fFJqqfydyVOZnb/1QNHI7tilxjeM0XLEc2vvK01VNa8be+nBUTNVp5sCgqu4p2ZkWp8PhvnP1igUb1iz39Qs8b9AF8mpEixh53LN7i/ueooLcB2+/6OYre+3eUTW1Z/nCnx6754o5P32pbohsGXvPQy+Joy1AjmvntqqWJ/GJf3UNUVIvbdt3q7Fz25Y1Go02oV3V1+Xt6+frH1TdA2aP+56vPnl74k0jXnrqzhM9XW0evJbvSXCIWR4zMw6673E6nTP/70VZjLjwuqNfYNXHcdcDz3v5+IqqLMiV8vjbj5/XeAFR0a3l8eC+qvElO6sHJyW0/VtKaff2TQ67LT6xo15vkFfTD+y2VpbHtm6nJFp2VzdiOW/gBe4Bl6zDh1Ys+VW4fTPU5pFNEVFVj//3N3bXtvVL5v0gi8QOXWq88mtvvP+n5YcvvupW0YRkrHtNuOyycGp9rGHXqetqExcGFZ225OTkczOo6FgXXnihPP744481Ikr/+9//zGbzrbf+9T08cuRI+bM8derUgwcPDhgwQFkcOHBgQUHB008/LW+64IILxCmq8T0j34fY2NgVK1akp6e7r+/fvz8sLEzeSsAFAAAAAICTI+MCAAAAoHnRHKX1itKaL1EWc7bOtJdliUarqpFJddzBvVdHWUnxhjW/T3vzyXvGD8/Pzbrg0huuGnevcpOHp9d5Ay+orCj76pO31f0Z6ftff+4+Wdw28Rkvbx9Z9Op3vnzDlsz9YeWyIy0Higvzn370xoK87D4DRinRkOi4qokbi+Z+l5+brT6Ukr2IP0FTGVE18WezPAaHmtWV7dW9RhLa/S1LkX5gd3lpcWzr9koOQ+o7cLQ8/ve1x+UrUVYWz/l+5v+9pNMbrh1//4merjYPXsv3ZMDQqrFWP347vTA/V9320XvPbF6/Miom8bJrq6bbyHPh27eslS8ppnV7ZUO3ngP9A0N2bFm7b/dW99fQslVVxmXvrqp3Y/f2qjctse3fXuTO7evdF7duWi2PsfFHHlZ5A9evWabul5/Ckw+Osdutso6Jb6cs1uaRI1vGyte/Z+emtX8uUVb27972zL9uVuqENn/LTtnttg1rlsuL2lmnCSjP2VB0cJ5S28Ku0+h9tVqtElBQf2kINELt2rW76qqrVq1a9e9//1uNuWzevHnixIlZWVmDBg1Sd44eXfXr5fXXXxdug4qUsMu0aVWz3pS4zCnx9PSUx7179ypXDQbDpEmTSkpKJkyYUFxcrCwWFBSMHTs2JyenR48edewTAwAAAABAk8esIgAAAADNTlXApZoh5taKrF80znKX03p43atR570oGqf9e7craYN3Xn5Yfm1Op/Nw+r78nMyjt2suuvLWCROfcr/LbROf2bR+5cz/e3Hl73M6delTWJC3eN4PLqfzzgdfGDLqCmWPKbzlmJse+OyjV55+5AZzRKuw8Ba7t28sLyvp1nPQw1PeU/b07Dt8wLBLlsz7YdwlXTsn92vToWtBXs6c1C88vXyuuv7uE73gstKqk7szpj634LdvbrrjCXkvJXJRow/N9s1rayyOveWhVb/PWbtq0fUXd41P7Ci/6n27txg9vB59emqbDt1O9HS1fPDavCdxCR2uvmHi/z5+85Zrzut53nBzRMuVy+bK19AuqedjT03VV8/6Obh3h7WyvHWbJDWao9Xpho266rsv/pv63Yy7H/rr2yw41BwYHHbwQFXDm22bq5rKKJOD/nrlyjSlo+mc7ZurGtKoX2m/QSlffvzmprUrnn3sppj4dtbKit9Sv/D29vHw9K6sKPPzC1S21eaR5Q/F2Fsefm7yLU/cf22PPkM9vLx/X/xznwEjl2cdDo+M9gsIqnHfx+65Qj7mD4v2iSbCZUl7TqmchnBH8Gh9dcBFexQBlzqyWCxWqzUmJkbUhyeeeGLJkiXPPPPMjz/+GBpa1bFJXpWv5/bbbx8zZoy6LTo6ukuXLuvWrZOfuJpxUYqKioqePXtGRkaKU6RMaJo4ceL06dMfffTRK6+88uabb/7ss89+/vnnpKSk1q2rUm6bN28+fPiwfPxXX31VAAAAAACAk6KPCwAAAIDm4q8OLtV0kjFQ1+oW5daiA7+V52wQjZMyi0favH7lprUrtqxfqQRcouPbXTX23g+//uO2+56ucZI+1Bz59kdz+g+5aNe2Dd99MXXT+j+Gjrzigy+Xj770Bvdt1938wD2PvBxqbpF5+MDenVtaRMXJq8+8/oXRw1Pd89C/373/8Tfaduq+Z9fmH/73waEDuy699vb3P1sSHd/2RC/4quvvDg4NLyrI3bdrq7l6Ss6OLVWJkw5JPd237dhW3X/FLYYSFGp688Pf+g4abbdZd25dV15WMmDYJf/35fLqljMnVMsHr+V7Mm7Co3c/9JKvb8CiOd/O+ur/fP385Zf/0rvfh5gilA3bqj+O+MS/tbE5P+VaeVzw6zc2a6X7elzrDukHdh/av8taWd4qro371CFp1/aq78k2HboqV/dWz41q17G7ctXLx/eV/84eOPzSrZtWfzH9tQVzvh1+wVXvfbJQGYGUm50hqidG1eaRpb6DRz/69Pty5/o1y4sL8yc+8urV4ya6XE6lYY+7ndVvXWxCBzXE09jl7/mhIn+bUpebJgiNTvkVoXUjmFVUB6mpqTNmzBD1pGPHjuvXrx8zZozVav3jjz+2bNkyYMCAr7/++r333quxc9SoUfLYq1cvX19fZSUoKKhHjx6yOI1BRdLdd98tH9PpdK5bt66goECueHl5LVmyZPLkyfKR5eLq1aujo6NfffXVhQsX+vj4CAAAAAAAcFKaGtOIAQAAAKAGVzV5is5ut9tstvyikvlrq9pODOqaaA7yE42H+oU4HA7la6lirahMu1ZUWuQGz6C28SO+FACaE5e9bPuPox2VVdOvbN5dK1tNMVYzGAweHoz6GvAAABAASURBVB6Ganq9Xkm9qNOLBE7FtGnTLBbLlClTxFnTZKb8lJWVieYt9feNpRVWs79HnMnfs5r8SVR+JJXkmeBnEAAAAACaMfq4AAAAAGh2lFYuumpanUEbc4+yXpG/rWDvbAGgOcna8qEScHEJTaX5VuUkujzq9fojvyWqZxWp59Q5uQ4AAAAAAFBf9AIAAAAAmg0l3eJyuf4aVyTPZIf0s/p1FsXr5YaMda8HRA3T6JtIPwAAJ2crteRs/ViprQGjNJ4ta6RbFOqkM4HTMmHCBAEAAAAAAFBn9HEBAAAA0Fyo56eVM9Zqq4YqcZNcoupWR2V+9taPBIDmIWPda8Jll4VT62MNu/Zvvxaqky7qrwumFAEAAAAAANQ7Mi4AAAAAmhelGYNyJvuvoUW+8VrTRcqGnK2f2MuyBICmrjxnQ9HBeUpdEXyVzhiodnBRm7gcO6sIAAAAAAAA9YWMCwAAAIBmRD1LrZyxdm/YoI+ZIHRVI4pcTuvhda8KAE2cy5L2nFI59GZnyIVKosVgMKhNXJQknPvvDYHTkpqaOmPGDAEAAAAAAFA3ZFwAAAAANDuao9yHFumMgZoW45UNRQd+K8/ZIAA0Xfl7fqjI36bUlaZbNNq/OrioTVzUDi6kW+rIYrHs27dPAAAAAAAA1A0ZFwAAAADNi3KuWj1v7X5W29DiSo1nC2Wb2uABQNPjspdlrn9LqW1eSU7/nkrvFoPBoARc3EcUqb80BAAAAAAAAOoVGRcAAAAAzU6NmItyPrtqNIneQxt9l7KnIn9bwd4fBYCmKGvLh47KfFm4hKYy/HYl5abMJ1LCLu5NXATqLCUlZfz48QIAAAAAAKBu9AIAAAAAmiUl3eJyudShJFVnuUP6232TNCVVg4oyN7wVEDVUo/cWAJoQW6kld9vMI3XgSI1nSzXgcqIpRSRd6igyMlKcZeXl5Wf1Y9o5+UGXvVIWUbfd6xWbIAAAAAAAQH0g4wIAAACgOZKnQl0ulzjazUWez5ZnuOWKU4p/wLZunFy0l2dnb/3I1OluAaAJyVj3mstplYVL61UZep1eybcd7eDClKJGylVNnDUFaX84KytkYb7mBg+nUwAAAAAAgPrArCIAAAAAzZeSblE6uKhDi3S+8RrThcqGnK2f2MuyBICmojxnQ9HBeUfqoKt1xkB1RJHaxEUtSLecKWlpaQsXLhSNmV+nLn5J3eRF5+MrAAAAAABAPaGPCwAAAIBmqkYrF3lWW2kDUNXKJfYOW94C4ShzOa0Z619r2ecFAaApcFnSnlMqh97sDL1IaeJiMBjUJi5K4k1NtxBzOSPS0tIsFsvgwYNFo5X4wlsCAAAAAADUN/q4AAAAAGjW1Ikk2qOqTnEbAzUtxikbCvf/Wp6zQQBo/PL3/FCRv02pK0w3abRHQi0K9ZeA+6AiAAAAAAAANBxkXAAAAAA0X8o5bPV8tvvZbkOLq4XRrGxTGz8AaLxc9rLM9Udacdg827v8eyu9WwwGgxJwUY7uARdiLmdKZGRkTEyMAAAAAAAAqBtmFQEAAABo1pSJRe7dXOR5bnna2+n00MXc49gxWe6pyN9WsPfHwNgLBYBGK2vLh47KfFm4hKbSfNuRpk3VlLCLexMXgTMqJSVFNHJpowc4Kytk0fa1qX5J3QQAAAAAAKgP9HEBAAAAAKGkW2pOLAod6PJNUjZkbnjLZS8TABonW6kld9vMI3XA+RrvWCXXcpIpRSRdAAAAAAAAGhoyLgAAAACaO/VMttrKRX+UIf4Bl8slb7KXZ2dvnS4ANE4Z615zOa2ycGm9KsOuV5u4KIOKmFIEAAAAAADQKDCrCAAAAACqKOkWpXY6nUdOgfvG28NGi5yf5WLO1o+D46/Ue5sEgEalPGdD0cF5Sl0RdJXOGKh0cDm2j4uSdBE406ZNm2axWKZMmSIarcTn33Q5HbLwjksQAAAAAACgntDHBQAAAABqtnJRTnsf6eUSPUHovOVNLqc1Y/1rAkAj47KkPadUDr3ZHnKhkmAzGAxqxkXt46JsI+aCY/kldfXv0l1edL5+AgAAAAAA1BMyLgAAAABwhDqpRO3oUJV08QrTRF6vbCjc/2t5zgYBoPEo2DurIn+bUleabtLqjO65FrWJi/ugIgAAAAAAADRMzCoCAAAAgCry3LbL5VLPc8sz3/Kq0+ms6vfQ8lpr5ixhzZTbLGnPxY/4UgBoDFz2sox1byq1zbO907+3obo9k8FgqNHBRQ24EHM5G1JSUqxWq2jMDn8+3WmzySJs5IVGc4QAAAAAAAD1gYwLAAAAABxRI+ZypI+LXu90emij73Tu/LfcU5G/rWBvamBsigDQ4GVt+dBRma/UlebblB9q92Fk7k1cBM6ayMhI0chZPpvurKyQhX/X7mRcAAAAAACoL8wqAgAAAIC/UdItNScWhQ1x+bRVNmRueNNlLxMAGjZbqSV320ylrvQfrvGOVXItavuWY6cUkXQBAAAAAABoyOjjAgAAAAB/UVq5KIUSc5FnxJWhRY64B+wbbpGL9vLs7K3TTZ3uEgAasIx1r7ucVfNxXFovq2mc/mgTF3VQEQGXcyY1NTUnJ2f8+PGi0Yocc6Myq8iDJi4AAAAAANQfMi4AAAAAUJOSblFqp9N5pJWLfztH2AUi5xe5mLP14+D4K/XeJgGgQSrP2VB0cK5SVwRfqTMGKh1cju3joiRdBM4mSzXRmEVcd6MAAAAAAAD1jVlFAAAAAPA36tlupbuDcjpcGXGij77NpfGQN7mc1oz1rwsADZTLkvacUjl0ofbgi5SkmsFgUDMuah8XZRsxFwAAAAAAgIaPjAsAAAAAHIc6wUTt9FCVdPEK07a4XtlQuP+X8pwNAkDDU7B3VkX+NqW2mm/R6ozuuRa1iYv7oCKcVcnJyQMHDhSNWfGGtUXrVsuLo6RYAAAAAACAesKsIgAAAACoSZ7zdrlc7jEXeVLc6XRW9YGIus6alSqsmXKbJe25+BFfCgANictelrHuTaW2ebZ3+PcxVLdhMhgMNTq4qAEXYi5nW3Jysmjkdjw20VlZIYu2r031S+omAAAAAABAfaCPCwAAAAAch3rmW23lokws0um9tK1uV/ZU5G8r3JcqADQkWVs+dFTmK3Wl+Tblh9d96Jh7ExcBAAAAAACAxoOMCwAAAACckBJwqTmxyDTM5dNW2ZCx/k2XvUwAaBhspZbcbTOV2uo/TOMdq+Ra1PYtx04pIulyDlgsln379gkAAAAAAIC6IeMCAAAAAMennvlWu7noVXEPKDfZy7Ozt80QABqGjHWvu5xWWbi0Xtaw69UmLuqgIgIu9SI1NXXGjBmiMUv+aUmPeavkhUFFAAAAAADUIzIuAAAAAHAy7rOKlLqqlYt/O03YSGVDzpYZ9rIsAaC+ledsKDo4V6krgi7XGIOVDi7H9nFRki4CAAAAAAAAjQoZFwAAAAA4oRqtXJTT5EdauUTf4dJ4yJtcTmvG+tcFgHrmsqQ9p1QOXag95BK1g4uacVH7uCjbiLkAAAAAAAA0LnoBAAAAADgpdaaJ2gGi6lS5Z6gmcoxI/0jeVLj/l5CEa71CkwSAelKwd1ZF/jalrjTdpNUZ3XMtahMX90FFOGcmTJggGrkdj97rtFaNwWp11yTv+EQBAAAAAADqA31cAAAAAOBk1ICLQj1ZLo/GVmOEIUTZpjaQAHDuuexlGeveVGqbZ3tnQF/9UUdCaUc7uKgBF2IuOCXFG9cVb1gjL47SEgEAAAAAAOoJGRcAAAAA+AfuMRelFYRy7lyn99JG36nsqcjfVrgvVQCoD1lbPnRU5it1pfk2NdeiDhdzb+IiAAAAAAAA0DgxqwgAAAAAakUJuLhcLveJRXrT+ZWHv9aUVk1IyVj/pn+r4RqthwBwDtlKLbnbZiq11X+oxjv2SAqtOuBy3ClFJF3OsdTU1JycnPHjx4tGK3LMjU6bTRYe5ggBAAAAAADqCRkXAAAAAPhn8oy4y+USbt1c5IlzueJ0Oh1xDzg23ipvspdnZ2/5yNTxDgHgHMpY97rLaZWFUxitYWN1R5u4GAwGphQ1EJZqojGLuO5GAQAAAAAA6huzigAAAACgttRZRWpniKpGEf7tRMhwZUPOlun2siwB4Fwpz9lQdHCuUltDrtQYg907uKg/qmorFwEAAAAAAIBGiz4uAAAAAFArNVq5KH1cjrRyib7dlrdE46p0Oa0Z619v2ed5AeBccFnSnlMqhy7UFnKp4WgHFzXjIqkdXARNXOpJSkqK1WoVjdnhz6crs4rCRl5oZFwRAAAAAAD1hIwLAAAAAJwCddaJ2hmiqmOEd7gj8lpX+gx5U+H+X0ISrvUKTRIAzrKCvbMq8rcpdaVpvFZnVHMt7v2W1FlFAvUkMjJSNHKWz6Y7Kytk4d+1OxkXAAAAAADqC7OKAAAAAKC21ICLQj2JXtU3otVYYQhRtqmNJQCcPS57Wca6N5Xa7pngDOivP0r5qVR+PNUfWEETFwAAAAAAgEaOjAsAAAAAnAL3mIvSH0I5p67Te2miblf2VORvK9z3kwBwNmVt+dBRma/UFabb1FxLVWulo0kXOrg0EGlpaQsXLhSNmV+nLn5J3eRF5+MrAAAAAABAPWFWEQAAAACcMvdWLurEIkP4yMrMbzWlVZNTMta/4d9qmEbrIQCcBbZSS+62mUpt9R+i8Uk8kjarDrioU4po4tJApKWlWSyWwYMHi0Yr8YW3BAAAAAAAqG/0cQEAAACAU3PciUVHWkfEPaDssZdnZ2/5SAA4OzLWve5yWmXhFEZr2Dj1x9BgMDClCAAAAAAAoKki4wIAAAAAp8O9ictfMRf/diJkqLIhZ8t0e1mWAHCmledsKDo4V6mtIVdqjMFK7xYl2qI2cVFbuQjUt8jIyJiYGAEAAAAAAFA3zCoCAAAAgFMmz5q7XC5xtJuLPKfuquZ0Oh3Rd9rzlgiXzeW0Zmx4o2Xv5wSAM8qSduTHyqELtYdeolcbKR0dVySpHVwETVwagJSUFNHIpY0e4KyskEXb16b6JXUTAAAAAACgPtDHBQAAAABOkzqryL2bi947XERcq2wo3PdzRf5WAeDMKdg7qyJ/m1JXho3TaD10f+fewYV0CwAAAAAAQFNCxgUAAAAATody7lxzlDohRR6N0TcIQ4iyTW04AaDuXPayjHVvKLXdM8EZOLBG+xblx1D9wRQ0cQEAAAAAAGhCmFUEAAAAAKdJmVikZlxkLU+0V08s8tJETXDteV7uKc/ZWLjvp4CY0QJAnWVt+dBRma/UFabblFSZ7uisIrWJCx1cGppp06ZZLJYpU6aIRivx+TddTocsvOMSBAAAAAAAqCdkXAAAAACgTtxbufw1scg8ypbxtSjbJTdkrH/Dv9UwjdZDAKgDW6kld9tMpbb6DdL4JNbo4EITF5w9fkldBQAAAAAAqG/MKgIAAACA03fciUWSwWDQxU5S9tjLs3O2TBcA6iZj/Rsup1UWTmFWuwgyAAAQAElEQVS0msarP25q0oWACwAAAAAAQNNGHxcAAAAAqCt1VpHax8XpdOoDk5whQ1y5C+SG7C0fBcVdpvc2CQCnpTxnQ9GBOUpdGXyZxhh8bAcXFemWhiYlJcVqtYrG7PDn0502myzCRl5oNEcIAAAAAABQH8i4AAAAAECdyLPpLpdLFkrMRZ5rl8eqjIte74i+y563VLhsLqc1Y8MbLXs/JwCcFkvakR8fpy7IEXa53q2Dixp2UTu4CJq4NDCRkZGikbN8Nt1ZWSEL/67dybgAAAAAAFBfmFUEAAAAAGeAOqtIbeVSdQLeO1wTcbWyoXDfzxX5WwWAU1ewd1ZF/jalLg+9QaP10P2dewcX0i0AAAAAAABNFX1cAAAAAKCulFYumqOUjIvD4aiKubQca8tKFfYCUd2IIm7YTAHgVLjsZRnr3lBqu2eCK2iw4e/tW5SMi/oDKGji0vCkpqbm5OSMHz9eNFqRY25UZhV50MQFAAAAAID6Q8YFAAAAAM4A95iLMrRInoCvGlrk4eeIvt25+wW5pzxnY+G+nwNiLhAAai1ry4eOynylrjDdpvZJUmYVqU1c6ODSkFmqicYs4robBQAAAAAAqG/MKgIAAACAM8a9lctfQ4tMF2h8EpQNGetfdzkrBYDasZVacrcd6X5k9Rug8Uk8toMLTVwAAAAAAACaCTIuAAAAAHBmqOfX3ScWSQaDQRtzv7LHXp6ds2WGAFA7GevfcDmtsnAJvTXsBvXHyj3pQsCl4UtOTh44cKBozIo3rC1at1peHCXFAgAAAAAA1BNmFQEAAADAmaTOKlL7uDidTn1gkiN4kMhbJDdkb/kwKO5SvbdJADip8pwNRQfmKLU15HKNR5h7Bxf3Ji7KUaChSk5OFo3cjscmOisrZNH2tal+Sd0EAAAAAACoD/RxAQAAAIAzRj3LrpxxV8/EV52Yj75daAzyJpfTmrHhDQHgn1jSnlMKpy7IFnqFewcX9yYu8sdN2UbMBQAAAAAAoGkj4wIAAAAAZ5g6q0ht5SKPBp8oEX6VsqFw388V+VsFgBMr2DurIn+bUleG3aDReuj+Tv0RUwcVocGyWCz79u0TAAAAAAAAdcOsIgAAAAA4k+S5dpfLpTlKybgoE4uM0eMrs3/S2AtEdYMKc9K9AsAJZG54SynsHgmOwMGGv7dvUTIu7ukWYi4NWWpqqsVimTJlimi0kn9aIgAAAAAAQH0j4wIAAAAAZ5h7zEWehpe1PDEvj06nj67Vbc49L8o95Tkb9y24VQD4J9bwW93btygxF+WHSw2TCQAAAAAAADQDzCoCAAAAgLPCvZWLOrRIH57i8motANSOzX+gy7ut3o0adnEPuBBzAQAAAAAAaA7o4wIAAAAAZ96xE4uUVi5V3VziH7BvukMA+CcuobebbzQYquYUKUcl40IHl0ZnwoQJopHb8ei9TqtVFq3umuQdnygAAAAAAEB9IOMCAAAAAGeLkm5RapfLJc/NO51OQ1Bn0XuxzWaz2+0Oh8N5lGjq5Nd4+PBh+YaEh4c3+WhCbmleZlGmqP4eaGtuQxTjVKkNkJRcS42Ai/usIkETF5wTxRvXOSsrZOEoLREAAAAAAKCekHEBAAAAgLNCaeUijg4tUscVuS/Kqw6Hw+VGNF379u0rKyuLj483Go2iqQvxC96ZvVOp8ysKzP4mgdpRAitKfkX5kTEYDFVzvv4+pUhNjxFwAQAAAAAAaD7IuAAAAADAWaT2mVCbT6jrktPpVDMuorrXi2iiDh06lJ2dnZCQ4O/vL5oBD+Fh9PDILs6S9YHCA63CogRqR/2RUUJgSisXJeMiKVkxBhU1OtOmTbNYLFOmTBGNVuLzb7qcDll4xyUIAAAAAABQT8i4AAAAAMDZorRyUfu4KIsGg0Ft66JMKZJ75LEJn7DPz8/ftm2b2WyOjo4WzUZUaMsdOTtkUZBddF5iH2+jt0DtyJ8ItY+LEg5TMi5qUEwNuBBzwTnjl9RVAAAAAACA+kbGBQAAAADOIjXmotTyDL0s1HYUSgcXJeYimiibzbZs2TJZ9OzZ02AwiGajXYu232+YJT9eWW/L2t47rpdArSkBF/duLmrARVkXAAAAAAAAaH7IuAAAAADAWaecklcatygn7GWhdHZRAy5NNeYyb968vLy8K664wsfHRzQnRqMx1hSz5sBaWa/Y98eAtv0Fasd9XJHazUWtaeLSGKWkpFitVtGYHf58utNmk0XYyAuN5ggBAAAAAADqAxkXAAAAADi73Fu5qL1blLP1ykwWZVuTzLisW7duy5YtgwYNatmypWh+esR1X7xrqSw2Ht6cV5Fv9jMJ1IJ7hEVzPIKAS2MTGRkpGjnLZ9OdlRWy8O/anYwLAAAAAAD1hYwLAAAAAJx1NSYWKTEXcTTX0lQ7uOTm5v78888tW7bs37+ZtjDpGddDr9eVVJbKevHOJdf1vEag1o5NutRYBAAAAAAAQHNDxgUAAAAAzoVjYy7KelMNuNhsts8++0yr1V5zzTU6nU40S/IL7xPf56dNP8v6182/je0zRuBUuGdZ1JqAS2OUlpZWVFQ0ePBg0Wj5derirB63pPPxFQAAAAAAoJ6QcQEAAACAc0Q9N6+GXUTTPWE/e/bsw4cP33zzzQEBAaIZG9Z+yOwNP8riUEH69swd7SLaCpwu0i2NV1pamsViadQZl8QX3hIAAAAAAKC+aQUAAAAA4NzS/J1ocjZs2LBixYq+ffu2a9dONG9dojoH+wQ7XA55+W3zHIFT0eR/UgAAAAAAAHBK6OMCAAAAAPWsiZ28Lygo+OKLLyIiIi666CJyCfIdGNFh+KcrP5f13K3z7h16t07bTCc3oTmLjIw0Go0CAAAAAACgbujjAgAAAAA4YxwOx/Tp0+Vx/Pjxej3/WUWVER2GK0V+WcGf+9ME0PykpKTI3wmiMUsbPeDPYT3lpXjDGgEAAAAAAOoJGRcAAAAAwBnzyy+/HDhw4PLLLzeZTALVWptax4REK/Vvm34TAAAAAAAAAE4LGRcAAAAAwJmxY8eO+fPnJyUl9e7dW8DNBZ1GKcXiHUsr7ZUCAAAAAAAAwKkj4wIAAAAAOANKSkpmzpwZGBh47bXXCvzdiPZHxhWV28oX71gqgGZm2rRpU6ZMEY1Z4vNvtnnlPXnxjksQAAAAAACgnpBxAQAAAACcATNnziwtLR0/frynp6fA35n8TV2iOiv1nM1zBYDGxi+pq3+X7vKi8/UTAAAAAACgnpBxAQAAAADU1cKFC3fs2DFq1Kjo6GiB4xnR4XylWLHnj6KKYgEAAAAAAADgFOkFAAAAAAB1kJ6enpqaGh8fP2zYMIETGNJ28CtzXnM4HU6Xc96WeZd1u1QAzcaECRNEI7fj0XudVqssWt01yTs+UQAAAAAAgPpAHxcAAAAAwOmrqKj46KOPPD09x40bp9FoBE7A39PvvPg+Sv3bFsYVAY1M8cZ1xRvWyIujtEQAAAAAAIB6QsYFAAAAAHD6Pv/887y8vDFjxvj7+wuc1Ij2w5Viw6GNWUVZAgAAAAAAAMCpYFYRAAAAAOA0/fHHHxs3buzfv3/79u0F/snAxAFeBq9yW7msf9n82w19xgqgeUhNTc3JyRk/frxotCLH3Oi02WThYY4QAAAAAACgnpBxAQAAAACcjuzs7G+//TYiIuKiiy4SqAW9Tj+47aCfN/4i69nrfiTjgubDUk00ZhHX3SgAAAAAAEB9Y1YRAAAAAOCU2Wy2jz76SBbjx4/X6/nPJ2prZIfzlcJSeHhH5k4BAAAAAAAAoNb4i0gAAAAAwCmbNWtWRkbG1VdfbTKZBGqte3RykHdgflmBrH/bPCfRnCCAZiA5OTkhoXF/txdvWOtyOmTh07qNztdPAAAAAACA+kAfFwAAAADAqdmyZcvy5cuTkpJ69+4tcCo0Gs3IjiOU+pdNv7pcLgE0A8nJyYMHDxaN2Y7HJm5/8E55KdtDByYAAAAAAOoNGRcAAAAAwCkoKCj49NNPAwMDr732WoFTN6L9cKXILytI279GAAAAAAAAAKgdMi4AAAAAgNpyuVzTp0+vqKgYP368p6enwKlrE94mOiRaqedunSeAZsBisezbt08AAAAAAADUDRkXAAAAAEBt/fzzzwcOHBg5cmR0dLTA6RrR4Ugrl/nbFjKuCM1BamrqjBkzRGOW/NOSHvNWyYtfUjcBAAAAAADqCRkXAAAAAECt7NmzZ968efHx8cOHDxeoA3VcUWll6dqD6wQAAAAAAACAWiDjAgAAAAD4ZyUlJTNmzPD29h43bpxGoxGog8jASHVc0dKdywQAAAAAAACAWtALAAAAAAD+ycyZM4uLi2+99VZ/f3+BOhuQ0G9m7n5ZLN6xdOLQewTQpE2YMEE0cjsevddptcqi1V2TvOMTBQAAAAAAqA/0cQEAAAAA/IOFCxfu2LGjX79+7du3FzgTBiT0V4rDhYd3Z+0WABq24o3rijeskRdHaYkAAAAAAAD1hIwLAAAAAOBkLBbL7NmzIyIiLr/8coEzpENk+wCvAKVesotxRQAAAAAAAMA/I+MCAAAAADiZjz/+2GAwjB8/XuDM0Wg0AxMHKPWSHUsF0KRNmzZtypQpojFLfP7NNq+8Jy/ecQkCAAAAAADUEzIuAAAAAIATmj17dlZW1ujRo00mk8AZNSCxn1Jsy9ieXZwjADRgfkld/bt0lxedr58AAAAAAAD1hIwLAAAAAOD4Dh48uHDhwpiYmAEDBgicaT1jenjoPZR66U5auQAAAAAAAAD/QC8AAAAAADiGzWb75JNPjEbjuHHjNBqNwJlm0BnOi++9cPtiWS/ZueyybpcKoIlKSUmxWq2iMTv8+XSnzSaLsJEXGs0RAgAAAAAA1AcyLgAAAADQCOiqiXMoKyvr4osvbtWqVWho6D9ubuxnr2vJaDSKM2rSiPvP73S+LDQajc6g02nO6UescDqddrtdAGdTZGSkaOQsn013VlbIwr9rdzIuAAAAAADUFzIuAAAAANAIaLVavf6c/htcTLVabm4mGZcz/hG0Co2SF1GvHA4HGRcAAAAAAAA0CmRcAAAAAAAAcBalpaUVFRUNHjxYNFp+nbo4q8N8Oh9fAQAAAAAA6gkZFwAAAAAAAJxFaWlpFoulUWdcEl94SwAAAAAAgPpGxgUAAAAAAAAAAAAAAAANHRkXAAAAAAAAnEWRkZFGo1EAAAAAAADUDRkXAAAAAAAAnEUpKSmikUsbPcBZWSGLtq9N9UvqJgAAAAAAQH0g4wIAAAAAAAAAAAAAAICGTisAAAAAAI3B7NmzNRrNjTfeKM6VxMRE+Yw5OTkCR5WVlb388ssvvviiaDBWr1594YUXlpSUKFftdrv81AIDA933fP311xdffHFoaGh8fPxXX33lcDheeOGFQYMGBQQEjB07VgBnmcVi2bdvnwAAAAAAAKgb+rgAAAAAAFBbM2bMeLiaaDAuvPDCjIyMk2yYP3/+VVddUP/iVAAAEABJREFUJYt27dp5eHj4+fk99dRTzzzzjNFo7Nq1qxqOAc6e1NRUi8UyZcoU0Wgl/7REAAAAAACA+kbGBQAAAACApkOn0y1cuFAe1ZVFixbJ42OPPfbcc88pK0ofmlmzZo0cOdLhcFRWVgoAAAAAAACgwSPjAgAAAABA06HRaAYNGuS+UlZWJo8xMTEnWQEAAAAAAAAaPq0AAAAAADRaCxYsuPvuu/v37+/v79+yZctevXq98sorLpdL3TBgwACNRiOLjz/+OCUlxWQy9evX75lnniktLa3xUL/88ssll1wSFhbWpUuXBx988NjxNw6H4+233x42bFh4eHiLFi0uvfTSd955x2q1imajffv2d911lyxeeukl+a7++9//Vm/68ssv5Vst3xaz2XzZZZd98MEH8u2qcffs7OwJEyZ07NjRz8+vd+/ekyZN2rlz5z8+6aZNm26++WZ5L/kR9+3bd+LEievXr1du+uyzz+TLUD4p+ZiytleTRWBgoFz86aefZP3aa6/J+rbbbpN1hw4d5PHPP/8U1aOLZD179mwBnGXyO79RDyqSdjx677ZJt8tL2e4dAgAAAAAA1BP6uAAAAABAo+RyucaPH//JJ5/IOiAgoEOHDps2bUpPT1+1alVmZubLL7/svvnFF1989NFHzWZzQkLCmjVrli9f/sMPP/z+++8eHh7Khg8++ECehJZF69at9Xr966+//sUXX9QYYXP//fe//fbbvr6+cXFxWq32h2ozZsxYsmSJaB7uvPPOuXPnzp49e+DAgUOHDu3bt6+yftddd7333nui+t0LDg7+5Zdfvv/+e7kij2qvlG3btvXv3z8nJ8fb27tLly4HDhyQb/I777zzzDPPPPLIIyd6xn379slnKSoqatmyZVJSknwQ+anJe02fPn3cuHGdOnV6+umn5WddXFw8efJko9EoPxen06neXX7ccoN8zUuXLr3kkku6detms9muueaaadOmHTp0aOLEiSEhIYmJiQLAPyneuM5ZWSELR2mJAAAAAAAA9YQ+LgAAAADQKM2aNeuTTz4JCAhYuHBhXl7eihUrCgoKPvvsM3nT1KlTbTab++ann376xx9/zMjIWL58ucVi6dSp05o1a2bOnKncumfPnokTJ/r7+6empu7cuXP16tVbtmwJDAzMzc1VH0HW77//fseOHbOystavX7927dpDhw4NGDAgLS1t+vTponm4++67R4wYIYtevXo98cQTQ4YMEdW9Ut57772YmJjff/9dvnsrV66U78zFF1+8bt26O+64Q7mj0+m85ZZbcnJy7rnnHvlOyk/h4MGD3333nbe396OPPrps2bITPeO7775bVFT00Ucfyf1yW2Zm5scffywf7eGHH5bHpKQk+TJ8fHzkzkceeUTWWu3f/jU/MTFRLvbo0UPWo0aNkrX8TpDHiIgIuXL77bfLum3btgIAAAAAAABoDMi4AAAAAECj5OnpOW7cuDfeeGPQoEFKskGn01133XUmk6mkpCQvL89981133ZWSkqLUgYGBSsuW1atXKytTp04tLy+///77R48eray0adPmpZdecn+EAwcOWK1Wg8FgNBqVlRYtWrz99tsffPDBwIEDRTM2efJkeXz//ff79OmjrISEhHz22WfR0dG//vqrkl/57rvvli9f3q9fv7feekt+cMq2Sy+99KmnnpLFf/7znxM9+N69e+VRSbGI6o9Yfuj/93//J995u90ugEYiNTV1xowZojGLHHNj5Nhb5MXDHCEAAAAAAEA9YVYRAAAAADRKI6upVx0Ox9q1a9evX+9yueTVGmOGBgwY4H5VaeNRXl6uXF24cKE8Xnzxxe57LrjgApPJlJWVpVzt2LFjbGysfIru3btff/31/fr169GjR1I1eWtZWZlolpxO56ZNm0JDQ88//3z3dR8fn5SUlHfffXfz5s3yvZJHuXjllVfWuPvVV1993333bdy48USPLx/222+/HTt27IIFC0aMGNG/f3/5XDfffLMAGhVLNdGYRVx3owAAAAAAAPWNjAsAAAAANFYlJSXffvvtnj170tLSli1bVlhYqN7kdDrddyqhFpVer3ffs2/fPlHdl8V9j0ajiY2NVTMuBoPho48+uvrqq9dVkysmk+mKK664//77W7duLZqrbdu22e32mJiYY29q1aqVPO7atUsed+zYoa64M5vNnp6e6enpRUVF/v7+xz7ILbfcsmjRoi+++OL9anKlX79+N99887hx42qMJQIAAAAAAACaPDIuAAAAANAo7d69u1+/fhkZGbLu3LnzyJEjW7duLY833XTTzp07a2zW6XQneSiNRqMe3fn5+blfHTRokHzkTz/9dO3atXv27FmzZs177703Y8aMTz75ZNSoUaJZcjgc4phEkTvlnT/JNoPBUFFRcaIPSKvVfv7553fdddfs2bPlJ75169Zl1T777LNZs2Z5e3sLoDFITk5OSEgQjVnxhrUuZ9UPsk/rNjpfPwEAAAAAAOoDGRcAAAAAaJSeeuqpjIyMW2+9derUqe4tPfLz88UpioyMzM7O3r9/f1hYmPu60t/Fnb+//5133qnUdrt90qRJb7/99r333ntsqqaZkKft5Zt/4MCBY29SFsPDw5Vt8njo0KEaezIzM4uLiwMDA318fE7yLH2rKfXatWsvuOCCefPmffrppxMmTBBAY5CcnCwauR2PTXRWVsii7WtT/ZK6CQAAAAAAUB/obAwAAAAAjdLSpUvlccKECe4Bl+XLl+fk5IijjUNqacCAAfL4zTffuC+uWbNGmbOj+Oqrr+Lj4x9//HF1Ra/Xv/LKK7KwWCwul0s0DzW63Xh6esbGxsr3/Oeff3ZfLysrS01NlcXgwYPlMS4uThzzDktffPGFPA4fPvy4zyXf1SFDhoSFhRUVFamLXbt2VaItagLp2AY8AAAAAAAAQJNExgUAAAAAGqWWLVvK46ZNm9SV9PT0m2++WalLS0tFrd10003y+NZbbymRC1E9CEl9KEXv3r0PHDjw/vvvb9y4UV386KOP5LFt27bNJ2bh6ekp/t7h5o477pDHu+66a/ny5cpKXl7emDFj9u/fP3To0M6dO8uVSy+9NDY2dunSpXfffXdFRYWy7dtvv33qqaeU+x73ueS72q5du5ycnEceeUQNLWVnZyvpmfbt2ysrysSiPXv2CKChslgsx/aFAgAAAAAAOFVkXAAAAACgUfrXv/4lj7fddtv9998/efLkESNGJCYmZmVldejQQVQnIWr/UF26dHnhhRfKy8uvu+66mJiYXr16yYey2WxJSUnqnlatWr366qu5ubnJycnDhg0bPnx4796977jjDoPB8M4774hmQ5k69NVXX8k37cEHH5T1pEmTxowZI8/f9+vXT94q370WLVr88MMPsp42bZpyr8DAwE8++SQsLOzdd98NCQmRO6Oioq644orCwsJnnnlm4MCBJ3q6Z599Vn4WU6dO7dix4/BqslizZs3IkSOvueYa95fUv39/eVNGRoYAGp7U1NQZM2aIxiz5pyU95q2SFwYVAQAAAABQj8i4AAAAAECjNGrUqIULFw4cOPCLL774z3/+s379+vHjx2/cuHHcuHHy1nnz5p3Soz3yyCNLly697rrrbDZbcXHxnXfeKR/cZDK577n33nvlieqhQ4fu2bNn5cqVBoNh0qRJ8hnlimg2+vXr98ADDxiNRvmGK0EijUbz6aefTps2rWfPnvKt27FjR9++fadOnSo3KCOK1DuuXbv2yiuvjIqKkoWvr+9NN920evXqyZMnn+TpgoKCVqxYIT8dLy+vP//8c+/evf3795fPNXv2bL1er+x59dVX27VrV1RUdODAgczMTAEAAAAAAAA0UZrmMzQdAAAAwOlxVXM6nXa73Waz5ReVzF+7S64P6ppoDvITOCcM1URDVVZWJpoBZSpQE+NwOCorKwVwNqWmpubk5IwfP14A/yT1942lFVazv0ecyd+zmoeHh9FolP8Q1Ol0Wm3Vf7DXfAbkAQAAAABq0AsAAAAAAADgrElJSRGNXNroAc7KClm0fW0q44oAAAAAAKgvZFwAAAAAAAAAAAAAAADQ0JFxAQAAAAAAAAAAAAAAQENHxgUAAAAAAABn0bRp0ywWy5QpU0Sjlfj8my6nQxbecQkCAAAAAADUEzIuAAAAAAAAwMn4JXUVAAAAAACgvpFxAQAAAAAAAAAAAAAAQENHxgUAAAAAAABnUUpKitVqFY3Z4c+nO202WYSNvNBojhAAAAAAAKA+kHEBAAAAAADAWRQZGSkaOctn052VFbLw79qdjAsAAAAAAPWFjAsAAAAANALOauIMsdlsBw8eDKomUGtn8CM4kbzS/IN5B2ThZfRONCeIs+8cfFEAAAAAAADAGUHGBQAAAAAaAUc1cYbs3Lnzvffeu/baa3v27ClQaxUVFeIsW7lr1b++nyyL6JDoL2/9VABNQlpaWlFR0eDBg0Wj5depi7N63JLOx1cAAAAAAIB6QsYFAAAAAJqdgoICeQwMDBRoYLwMnkpRbi0XQFORlpZmsVgadcYl8YW3BAAAAAAAqG9kXAAAAACg2SktLZVHBhU1QJ5HMy4V9rPeMwYAAAAAAABoXMi4AAAAAECzY62euOHj4yPQwHjSxwVNUWRkpNFoFAAAAAAAAHVDxgUAAAAAmh0l42IwGAQaGA+9h1LYHDa7067X8q/taApSUlJEI5c2eoCzsqq7UtvXpvoldRMAAAAAAKA+aAUAAAAAoJmx2WyCjEuD5GX0UusKG+OKAAAAAAAAgL+QcQEAAACAZqeyslKvp0FIQ6T2cRFVGZdKATQJFotl3759AgAAAAAAoG74O00AAAAAaHZsNhtNXBomL4OnWpfbygXQJKSmploslilTpohGK/mnJQIAAAAAANQ3Mi4AAAAA0OxYrVYyLg2Tp1vGhVlFAAAAAAAAgDtmFQEAAABAs+N0OgUaKjXmUm6ljwsAAAAAAADwF/q4AAAAAADQgHgZPJUOLswqQpMxYcIE0cjtePRep9Uqi1Z3TfKOTxQAAAAAAKA+kHEBAAAAAKABMeo9lKLSXikANAzFG9c5K6vCZ47SEgEAAAAAAOoJGRcAAAAAABoQzdHCwUgpAAAAAAAAwA0ZFwAAAAAAAJxFqampOTk548ePF41W5JgbnTabLDzMEQIAAAAAANQTMi4AAAAAAAA4iyzVRGMWcd2NAgAAAAAA1DcyLgAAAAAAAAAAAAAAAGjoyLgAAAAAAADgLEpOTk5ISBCNWfGGtS6nQxY+rdvofP0EAAAAAACoD2RcAAAAAAAAcBYlJyeLRm7HYxOdlRWyaPvaVL+kbgIAAAAAANQHMi4AAAAAAAAAAAAAAABo6LQCAAAAAAAAOGssFsu+ffsEAAAAAABA3dDHBQAAAAAAAGdRamqqxWKZMmWKaLSSf1oiAAAAAABAfSPjAgAAAAAAAAAAAAAAgIaOjAsAAAAAAADOosjISG29YTwAABAASURBVKPRKAAAAAAAAOqGjAsAAAAAAADOopSUFNHIpY0e4KyskEXb16b6JXUTAAAAAACgPpBxAQAAAAAAAAAAAAAAQENHxgUAAAAAAAAAAAAAAAANHRkXAAAAAAAAnEXTpk2zWCxTpkwRjVbi82+6nA5ZeMclCAAAAAAAUE/IuAAAAABAs+N0OjUajQAA1I5fUlcBAAAAAADqGxkXAAAAAGh2KioqvLy8BAAAAAAAAAA0HmRcAAAAAKDZKS8v9/HxEQBwTqSkpFitVtFole3akfHVTM9WMd6xrQP7DhQAAAAAAKCekHEBAAAAgObF5XLl5eWFhoYKADgnIiMjRWNWum1z7oLfZOHVKoaMCwAAAAAA9YiMCwAAAAA0LxaLxWazmUwmAQCohZKtG5XCOz5RAAAAAACA+kPGBQAAAACal4MHD8pjYiJnagGcI2lpaUVFRYMHDxaNU8iwC/S+/kXrV/t17S4AAAAAAED9IeMCAAAAAM3LunXrPD09ExISBACcE2lpaRaLpfFmXPy7dvcn3QIAAAAAQANwahkXl8slAAAAcAyNRiMAoDGQp5m3b98+aNAgnU4nAAAAAAAAAKDx0P7jDpcbAQAAgOPhj0wAGgWHw/HFF1/I4rzzzhMAcK4kJycPHDhQNELl+/ZsvvW6nF9muaxWAQAAAAAA6ts/9HFRT9IcWwAAAECl9nGRhfLnJTq7AGiAvv7660OHDvXv3z8sLEwAwLmSnJwsGqe9Lz9dtnfX3lf/k7dkQeLzbwoAAAAAAFCvTphxcQ+1qP9FsvtRkHcBAADNmHuERak11dQV+SclYi4AGg75S2nmzJlr166NjIy8+OKLBQDgn1QcOmDNzlTqyLG3CAAAAAAAUN/+uY/Lvpx96w9scG+8XyPpAgAA0DypQRbJy+g1tN0QrVarJl2IuQBoODIyMj7//PODBw/GxcXdeOONOp1OAMA5ZLFYrFZrTEyMaFQ8W7bq8P5nu5580KdtB9/2nQQAAAAAAKhvx8+4qCkWaeXuVS/88rIAAADAiYX6hgxKHOh0OrVHCWIuABqAzMzMxYsXr1ixQtbnn3/+qFGjBACcc6mpqRaLZcqUKaKRSP94WosbJsjCEBTc7u2PnBXlAgAAAAAANADHybi4B1zkeRr6tQAAAPwj+Ucmm82mtkZQW7kIADi3rFZrRkZGZmZmenr6/v379+3bJxcjIyOvueaaqKgoAQA4qbLdO/a99lzp9i3WrIzYh55UFrWeXgIAAAAAADQAJ5tVpGRcJFF9hmbuE3MFAAAA/u6TxZ/IiyxsNpsaDpZ/dtJqtTRxAXC2ZWdn5+bmZmRkZGVl5eTkZGZmFhUVqbf6+/v36dOnV69e0dHRAgBQC4V/LCvdvkUWOb+l+ndODjl/tAAAAAAAAA3GCTMuLjfKilFvFAAAAPg7naaqd4vSx0VZUQIu6gaSLgDOiOLi4uzsbDXLImt5rLEnICAgISEhNDQ0KioqPj7eZDIJAGgAJkyYIBqwivSDlQf3B/TuJ+uIMTdl//pj5eH0sAsuCRo0TAAAAAAAgIbk+BkXNd3CrCIAAIDaUDIuSrpF6YRHHxcAp81ut2dlZWVXy6omi7KyMvc9Xl5erVq1CgsLM5lM6tFo5L9MAIBTULZrx96XnyrbvVPr4dn5y1S9n79cjJn4iNNmC+zTXwAAAAAAgAamtrOKAKAG+96v9LFXCQDAUfKctFar1VVzb4YHACchf1cUFBRkZmbm5OSocZb8/Hz33yF6vT40NDQ+Pj4sLMxsNstaFn5+fgIAcOpsBfllu3cEJPeStSEktGz3Tlk4KyuyU7+LuHa8rP279xYAAAAAAKBB+oeMixJzEQBwDM3ud40iw9pyvDD4CwBAdcZFnodWIsLuYx9p5QJAVVFRkZmZqfZoUaIt6qQzUT3sLDAwMCEhwb07S3BwML9JADRqqamp8tfd+PHjRb2qtBxK/3ha7vxfDUHBXb7+Va7IIrB3v4I/lvl26OyT0FYAAAAAAICG7YQZF/7jYwAnp9FqrIdmb98mWvUd4+UfIgCgeVMb4KkBFwGgeXM4HPKErpplUYri4mL3Pb6+vi1atFCzLEqh1+sFADQtlmqinthysgyhJlk4Kspz51dFW2z5eYWr/wio7tcSOfaWyDE3+bTrKAAAAAAAQIN3/L88Vc/KcIYGwAlpxL7DIjt9UXysVnheJ4zBAgCaNzXgIgA0P0VFRTXmDeXm5ro3xTQYDKGhoXFxcWqixWw2e3l5CQDA2VFpOZT5/f9yF841hoZ2mPqpXPGOS/BqFVt+YK/Ox9deWKBs82nTXgAAAAAAgEbin/8DQXpiAziRxDaOhNZ5Wbt+3LzG0e+6ieIsGHv32LQNae4rnkYPsyk83BTetnXbgX0G9k4+p4PSN2/fPPPrmavXr7barNNe/aBtfBsBANXUyUTiaFyYsAvQVFmtVjXIovZoqaysVDfIf4cKCQlJTEx0784SGBjIv1sBaLaSk5MTEhLEueUoLcn8/n+ysBfkVRzY59kqRtbh14wTTkfwkBFao4cAAAAAAACNzT9kXOjjAuAk5F8J5ubq5i718PX8xbjHVRF9l1ZnEGdZhbVy/6H98rJyzcqPv/r4hckvXHT+ReKcKCjMv+m+m4pLi00hYS0jWmo1WgEAR6mnrgm4AE2J/FnOzc3Nzs5WQy3yWFhY6L5HnTdkNptDQ0OVUItOpxMAgKOSk5PFWea0VhauXJ63cI7QaOOfeE6ueCe09WzZquLQAVkXrU9TMi6h548WAAAAAACg0WLQO4DTJ0/g5uToolra+/SoKNr53bb1ms4XjNV4nPmhRa/8+9ULho5yXyktL3361ad/nPOjPA7o1T8wIEicfVt2bC0uLe7Wsdun730qAABAk1NSUqIGWZRjTk6Ow+FQN3h4eKjzhpTuLGazWS4KAEB9K/rzj11PParU0fc9qvfzl0XENePsRYXBA4cZzRECAAAAAAA0fmRcAJw+rVa0jrfFxdmMBrFxs7dwzNMc0LmirtF4hoqzzMfL5/H7/rVo+aLi0uIVaStHDRkpzr7yynJ5bBHZQgAAgEbObrerw4bUHi1lZWXqBq1WGxIS0qZNG1O10NBQeQwICBAAgFOXlpZWVFQ0ePBgcYY4K8oL/liWv2S+xmCMe+xpuRLQq6/Oy8tRXvVvbfmL54WlXCaL0JHnqOsnAAAAAAA4N8i4AKgT/ZHZRJq27W3eHuU70uZmrjN0u3Cc0dNLnGX+vgEJcQlrNq4pLC4Q1Z1deozoMajPoEl3THrj/dc3bN3YrVPyE5MmhwSFyFt/nv/zF99/cTD9gN3h6Nqp24De/S674PIaQwTyCnLfmPbWuk1rLJmHW8e07tKpyzWXXBPTMkZ9cGXbj3N+lJfwMPOCbxcKAADQ4LlcroKCgszMzJycHDXOkp+f7z5TzN/fPzIyUu3OIo+hoaFaLXMJAeDMSEtLs1gsZzDjUrhqxe5nH1fq6Hsf1vn4avT6kOGjrVmZQQOGBPUdKAAAAAAAQFNExgXAmREc7Ny3z7BoqTgv+Tvv9Ap7/ERxlpWWl+7cu0sW0S2j5VEj/ycXy0rveOTO9MOHZL1hy7rgwKrBSc+89vQXP3wpi1YtWgX4ByxbuXT+0nlffP/l2/95q0VES+XR9uzfff3d4woK8z09PNsltDucafnkq08+//bze2+595Yxtxj0hrtvvnv/wf0/zvlR3jp0wFBvT28BAAAanoqKiszMTLVHixJtsdls6gYvL6/Q0NDY2Fg1ziKPRqNRAAAaMFtebt6iuUKjMV96tbwa0LuvztvbUd1/K3/pwtCRF4rqsIsAAAAAAABNGhkXAGdMXp6ue/fKzl0qDq79bssfhoHXjBe6sxUEOZx1+OV3XyouKYo0Rya1T5IrLlH1n2L/uf7PVi1affDKBzFR0XsP7tNoNItWLPrihy8jw1u8/ORLXTt2lXsKCvMnv/jEgmULnnr16WmvTJMrTqfzyRf/LdfHXD7mgTse9DR6yMV5S+Y+/vzk195/rWunrslJyXfecOf8ZfN/nPNj69jWshYAAKC+ORyOnJwcNcuiFMXFxeoGnU4XGhrapk0bNc4i+fv7CwDAuRUZGVmXNGHewjm7/zNZFvrAYCXjojV6BA8ZYcvNCRowNKjvIAEAAAAAAJoHMi4AzgyH3dGtm1UWdrt2yz6v+FbfiT2OcvO1Xv6hos4efOoBeTl23cPo8cSkJ3y8fNwX/zXxX3179pWF0qPlrQ/eksenHpyiBFykwICgl5546aJxFy1btSxtQ1pyUvLcJXPWbFrTrVO3xyc+rj7OsAHDLZkZL7z9/PufvK9EYQAAQD0qKiqqMW8oNzfX6XSqG4KCgiIiIpKSktRES0hIiEajEQCA+paSkiJOUe68X5wV5WEpl8nar3OysmgvyCtMWxmQ3EvWMfc9JgAAAAAAQDNDxgXAmZGT6fILqPD29dTrxeAhFR46x/L5C5wmY9fR1+g8AsSZU/UfZAeFBAeHtktod8e429RhQwp5Hqtnt17qVXnea+fenYEBQUrqReXt5T3ovIGff//Frr27kpOSd+3dLRdHDB5Z47lGDRn5wtvP79yzQwAAgHPIarWqQRa1R0tlZaW6wdvbOywsLDo62mw2h4aGyloWej3/dgMATUHhqt/3vvSUrSDfGGZWMi6G4JCAbj1Ld24LGjDEGBImAAAAAABAc8XfAgM4M7za3ZOx/qtwke7t6+nj41q00GvbNvsw8yzjoQpH3J1CYxB18Mq/X71g6Kja7AzwD1QmDSn2HNjjcDhahEceuzPCHCGPB9IPyOO+g/vkMdIcXmNPaHCoh9EjMyeruLTYz8dPAACAM83lcuXm5mZnZ6uhFnksLCxUN+j1epPJVGPekK+vrwAANCFlu7Y7ysv9OnWRtSEo2FaQLwtrdmbx+jSliUvsw08aQk0CAAAAAAA0b2RcAJwZBr9I/96vZK68N0Kb4+nt4efvHDmqvFWk7advftRH6/tdc5c4J/Q6nftVh6NqfoHT5TrRfq22ar/T6ag+Oo/3gPpKUanT6gQAAKizkpISNciiHHNychwOh3KrRqMJCgoKDw9PSkoymUyhoaHyKFeYNwQAjd20adMsFsuUKVOOvalw5fL9775aaTnk07ZD+3emyxXvhLaeLaIq0g8GDxyq9w9UthFwAQAAAAAAgowLgDPIIzDG3umJrB2vm8TB5Opp6fn5Om8/Q8+IL+1bnRUR1/sGBolzKzoqWp4VO5x5+NiblMWw4NCqbS1j5DEjO6vGnpy8nNLyUj9ff28vbwEAAE6F3W5Xhw2pPVrKysrUDb6+vmFhYcnJyWp3Fol5QwDQHFgzD9vycn3adZS1zs+/0nJIFqXbNsvCI7JqHG30/Y95RUUbGEsEAAAAAAD+jr9BBnAm+UT2cDnvydr+apjL4uXjERTkGjqkvLhAtzx1vn8bQ9eRVwljsDiHPI0eLSNaHrQcXLzT0P7RAAAQAElEQVRi8cA+A9X18oryRb8vlkWPbj3lsWX136LOWfTb2Cuud7/7z/N/lsfzuvcRAADgxFwuV0FBQWZmZk5Ojhpnyc/Pdx1tpWY0GkNDQxMTE9V5Q2az2dPTUwAAmpnSbZvTP55W+OeKgG49E196R674tu/kER5ZmWHxahVjzclSMi7+XboLAAAAAACAY5BxAXCG+bbsU26ccnjNk+GhFm8/L5tdk/qrj9Np6+kz27rLrosfp/PwF+fQNZdc8/J7Lz/z+rN+vn7dOnWTKwVFBZNfeMKSaemd3Ltd67ZyZdiAof/9eGrahrRnX3/mwbse9jR6yMU5i397b/p7srj2smsFAAA4qqKiIv3QoeyDeypKi37YvbYwPy8nJ8dmsym3arXa4OBgs9ncqVMnpTWLyWQKDAwUAIBmbOSA/k5PL1lUZh4u/HOFLArXrLIXFer9A2QdM+lfhtAwr1axAgAAAAAA4KTIuAA487xMHXV9Xs/8Y2K4JtPTx7NjR2tMjM1ld/301dyOA7Uxg+8U59D4q8dv3bk1dW7q9Xdd36pFqwD/gB27d1RaK6NbRj/10FPKHn/fgBcef/7ex+/9/Psvvvv5+/YJ7S2Z6RnZmfKme26+p2eXngIAgGbJ4XBkZ2dnZmZmVJNFVlZWcXGxusHXz89sMiUnJ6sNWkJDQ3U6nQAAQIjS7Vsyv/9fwe9LAnv3i/vXM3IlsE9/nZeXo7y86tYtGwN695OFfzf+nQsAAAAAANQKGRcAZ4bWekBbvkG96mFw+be9pnDPBwZPW6dOVSs5ubpuXUqjjZ8XrnfoEm/28PIW54RGo3npiZd6dOn+Teq3lgxLfmFB105dRwwacfHIiz09/hqRkJyU/O1H37349gs7du/YsnNLhDnysgsuu/bSazu06SAAAGgeCgsLMzIysrKylDiLMnvI6XQqt3p4eJhMpoSEhNDQUC8fv905ZV6+/kN7dDAH+QkAAI6n4tCB3Hm/yCJ/2SJnebnWy0tr9Ii8/madj29gv8GGwCABAAAAAABwKsi4ADgzPLI/8Pj7iq/8f6T8/5H/kjs0xBkc5Erfb/z+83m9L9K3G3y1MAb/48POfGemqB0fL58tS7ac6NYrL7xKXsRJhYeZX3/69ZNsGNpv6EmeAgCARsRqtapBFqVNizxWVlYqt+p0urCwsPDw8M6dO5urmUwmf39/p9Npt9ttNlt+UUnm2l0CAAA3jpLighVLcuf/5t06seUtd8uVoPMGao0eTmvlHi+/7G+/Gnn9DXIx/OpxAgAAAAAA4LSQcQFw7hQVaect9mnfztred3beRqex9bU+Af8ccwEAAHXhcrlycnLcsyxSQUGBuiEwMNBsNvfq1Ss8PNxkMsk6NDRUq9XWeBBJAABwYtk/fX/wg3dkUb5/r5Jx0Xp5RV5/kz4gaM1+y+Zde0cKAAAAAACAOiHjAuDc8fJyDR5UHhHuyM/TrJi3oMcIjU/PW4XWIAAAwBlSUlJSo0FLdna2w+FQbvXy8jKbzW3atDG7MRqNAgCAU1e8cV32j996tIhqccMEeTV4yAgl42LNzixat9q/S3dZR1x3ozxqpk0TAAAAAAAAdUbGBcC54+EhYmKqzrH5B4rBA/NDtJ/Z91mtcfcJAABwisrLyw8fPpyRkZGXl6fVajMzM7OystLT09V5Q1JERER4eHhSUpI8KnEWPz8/AQDAmWD59MP0Ge/LwiM8Usm4GMPMAT36GAICg/oPUQIuquTk5ISEBAEAAAAAAFA3ZFwAnKZiZ8uc7Rni9LmKCzxcB2fpS80hna4VAADgBBwOR1ZWltqdRRbyaklJibpBo9EEBQWZzeY+ffqo3VlCQkLkugAA4AyptBzKWzTXo0Wr4IFD5VX/bj2VjEtlhqVk8wbfDkmyTnz+zePeNzk5WQAAAAAAANQZGRcAp8m718tedquoM43BWwAAgKPy8/PVLItS5ObmulwudYNerzebzQkJCfKoNGiJi4sTAACcTWrXFr+krkrGxbd9J4+IFjpfP/MlV3kntBEAAAAAAABnHxkXAKfJ4BshAABAHVRWVh4+fDjzKKVBi9X6V4RUo9EEBwe3a9dOibOYTCZZyBUatAAAzjZHWWnOnJ+MYaagvoNEdbRFWS/esNaamWE0h8u63Zv/ZwgOqc2jWSwW+Q+4mJgYAQAAAAAAUAdkXAAAAICzzuFwZGdnu48ckoqKitz3+Pr6RkVFmd2YTCa9nj+xAwDOtazZ3xx8/y1nZYV/1+5HMy7djGFmodUEDxiq0euUbbUMuEipqakWi2XKlCkCAAAAAACgDvgbcwAAAOAMKywsdO/OIo85OTlOp1PdYDQaTSaTMm9IER4e7uXlJQAAqCfF69N0/gHesa1lrfPxdVZWyKJo7WpbbrYhJEzW7d74QGnfAgAAAAAAUF/IuAAAAACnz2q1KjOG3Bu0VFRUqBs0Gk1oaKg6b0jpzhIUFMS8IaCZ2521e+H2xce9qaSiRLiqivlbF8htx24w+Ydd1PlCAZwh2anfp38yzZaXGzJ8dNwj/5YrQecNVG4KG3WxcLmUmoALAAAAAACod2RcgDPJdfTv/gDgjON0OFDv5D/oc3JyajRoKSgocN/j5+fXsmVLJc5iMpmURItOpxMA8HdRwVFzt84/kHfg+DdX/2N//rYFx73xhcv+I4C6cVaUO61WvX+ArLVGoy0vVxYFyxc6rY9qjR5aL6/E597waddR7+cvzoQJEyYIAAAAAACAOiPjApwB7tEWYi4Azjgl3aL+eiHsApwbxcXFmW4yMjKys7MdDoe6wcPDw2QytW7dWp03FBERIRcFANSCUW98aMSke764T5yi/gn9BiYOEMDpKlz9R/ZPPxSuXG6+4rqWN90hVwL7Huna4hkVY83O8mwRJeuAnucJAAAAAACABoaMC1BX6llnpXBVU1Y4Cw2gLtTEnKaacAu7EHMBziy73a6kWNxHDpWVlakbtFptaGho+/btTSaTMm9ICgwMFABQB92jk4e1Gzpv6/za38WgMzww/JRjMYBkLy5SmrKUbtucv7SqRVDegt+UjIvOx7f1Uy/5JLQzmswCAAAAAACgASPjAtSJe66lqj5y9a91AQB1cCTdoqn+baL5CzEX4LTJH5+8vDy1NYsSapEr7nsCAgJatGihzBtShg2FhYUxbwjA2XD34Dt+372izFpWy/3jel9v9ieFgFNgzTycOfvb3N9+NF18ZeTYW+RKyJAR6TPel0VlhqXi4H7PqGhZB/UdJM6m1NTUnJyc8ePHCwAAAAAAgDog4wKcPveAy7R50/7ctepoqOWv08/EXACcHveWLWP7X9+vbX+NxqXRal1HbyXmAtRGeXl5RjV15FBWVpbNZlM3eHh4mM3m+Pj48PBwk8mkzBsyGo0CAM4Js7/51v43vzn/7dpsbhXcalyf6wVwKg5/8XFW6neyyJ33i5Jx8YhsGX7FdV7xiUF9B+m8vcU5YakmAAAAAAAA6oaMC1AnR/q3OJ2H8w/vytwtAOAsKCgpcNjtWq3W5RI63V8xFwHAjcPhyMrKUhu0KEVJSYm6QafThYaGtmvXzuwmICBAAEC9ujL58t82z9mWsf0fdz40YpJRTwgPJ2PLycpbPD9/6YLQkReGjrxIrgQPOV/JuFSkH6y0HPKIbCnrqNuZeAUAAAAAABolMi7AaVIbtFRHXFycagZw9sgz9w67w6UTOiGcGo1G+7cuLwJolgoKCty7s0g5OTnu7dMCAwNbtGhhMpmUeUNSaGioVqsVANDA6LS6h0c8eMsntzldzpNsG9VxZPfoZAGc1KGP/psz5ydZaAwGJePi16mrT5v2gb36hqVcZggOEfUkJSXFarUKAAAAAACAuiHjApw+pYfL0V4uR06qdY9N7t+2nwCAOvt8+ReZRVmycDqcdptdV/V7Ri80Gp1GS7oFzUplZaUSZ3EPtbifJ/Py8jKZTD169FDiLEquhXlDABqRdhFtr0y+/H+rvz7RhkDvwHuG3CWAGpzOglXLs374OnjIiNDzR4uqri0jlIxL0drVtvxcQ1CI/NNj+3dniPoWGRkpAAAAAAAA6oyMC1AnShOX6v8fybjEhsWM6jxSAECdpa75Scm4OOx2u81e1cBF63Q5NS6tVknXEXNB0+N0OnNyctQsiyyysrIKCwvVDTqdLiwsrMa8IX9/fwEAjdyt/W/+bcvcgrKCE90a5B0ogL/b8+KU3Pm/VlUajZJxCeje2ys61rdTl+ABQ6sCLgAAAAAAAE0LGRegbqpPM1dHXFwCAM4Op8PpsNu1Wo2m6qLVulxaQboFTUFRUZGaZVHnDTkcDnVDUFBQREREly5d1DhLaGgo6S4ATZKPh8/dg+949qfnj72pbXibiztfKAAhSjZvKFi5PLB3P9/2neRV/+ReSsal8M8Vtvw8Q1CwrDt++D/R8KSlpcl/7g8ePFgAAAAAAADUARkX4PQpuRZlXJEAgLPGKTmcDodT5/xrPhon+dG42Gw2dcyQ0p1FFmVlZeoGHx8fs9kcFxenDhuShV7PH1YBNCOjO13wy6bf0vavcV/UarQPj3hQp9UJNHt7/jM5d+EcWdjz85SMS1C/wfvfeN6vY5ewiy5XAi4NVlpamsViIeMCAAAAAADqiNMGwOlw79qiqT79LEi5ADhrqgMuDp1T51Qmox0N2NHNAg2T/ObMyclRUixqg5b8/Hx1g8FgMJlMbdq0UYIsSqjF19dXAECz99D5k8Z+dKPNYVNXrky+vF1EW4HmqnDlcq+YeKM5XNZ+nZOVjEv+0gUxDzwuC523d9Jnsxt4ugUAAAAAAOAMIuMC1InSTUH8PfUCAGdW9VA0lzsBNBjFxcWZf5ednW2325VbNRpNSEhIZGRk165d1XlDQUFBJLQA4LiiQ6Kv7n7lpys/V64Gegfe2v9mgWYpfcb7md996SgrbXHDhMixt8iVoIFD973xvHds68B+gxxlZTpvb7nYWAIu8g8DRqNRAAAAAAAA1A0ZF6COqk7Rcb4ZwFmlJls0bisEBHDu2e12tS+Lyn3ekJ+fnzpvSG3QotMxXwMATsH488bN2TIvqzhL1ncPvsPHw0eg2Shen+bZIsoQalKuOspK5TFn7s9KxkXv55/0yXcekS1FI5SSkiIAAAAAAADqjIwLAACNgNoyilAdzg35nZabm6ukWJRcS1ZWVl5enrrBaDSazeb27durcZbw8HBPT08BAKgbHw+fScMnPvrd48nR3UZ3ukCgecid89PhLz8pP7C35c13RVx7g1wJGTLC8umHsvAIj7AXF+n9/KvqxhlwAQAAAAAAOFPIuAAA0NAdybWQbsFZU1JSkpGRkZWVpbZpcZ83pNVqQ0NDW7Ro0a1bNzXREhgYKAAAZ8fAxAFD2w25td9NAk2ao6RYo9drPb1kXbRudfmBvbLInf+LknHxbBUT9+hTAT3P0/sHCAAAAAAAAFQj4wIAANCM/OO8oYCAALPZ3Lp16y/sGQAAEABJREFUazXOEhoayrwhADjHnr34KYGmK3fBbzm/pRalrYx9ZEro8KpuPcFDR+bM+UkWWk8vR1mpzrtqRlXIsFGiqZg2bZrFYpkyZYoAAAAAAACoAzIuAAAATZP7vCFl5FCNeUOenp5ms7ljx47u84aMRqMAcDYxdQ5onhxlpVVdW4wesi5c9XvhmlVCo8md/6sSZPHv1jPswsvDRl7ondhOnNYvCo1GIwAAAAAAAJo6Mi4AAABNgTpvSImz1Jg3pNPpwsLCoqKiunfvriZa/P39BYBzpcYZa5IuQPNRtndX9qxvchfNjZn0r+ABQ+VK0KDhOQvnyKJkx1ZHZYUSfGl1z0OiDukW9Y6EXQAAAAAAQBNGxgUAAKCRUecNZWVlqYOH3OcNBQUFmc3mxMRE93lDnPEC6pF67lkp3I8AmryD094u3rhOFrkL5wX2GywLv+69g4dfENRnQECvvvKq0+kUdaD8I149Kr9bGto/91NSUqxWqwAAAAAAAKgbMi4AAAANV415Qwr3eUPe3t5mszkpKcnsxmAwCAANhppoUai1ANAUVVoO5a9YWrhqecsb7/Rp216uBA4cVrxjmyxKdm5T4yyt7n1E1DndotIcpV6Vv2QaVMwlMjJSAAAAAAAA1BkZFwAAgIaipKTEPcuSkZHhPm9Ir9ebTKbo6OiePXuqcRZfX18BoAFzD7UcmvqGvbiYJi5A01a8Ya2juEgWB9560TsuQRYuu11vMBhN4UZz+P5XnhVniHuKJSzlUu+2HdyTLg0w5gIAAAAAAFB3ZFwAAADqgd1uV1Isx503JM9IBQcHm83mtm3bqnEWucKZKqBxcQ+4OJ3OvEVz7fl5AkDzYN23W17Uq+V5OeXbNomzw6drd4+EtlqtVv5RQTmKBiY1NTUnJ2f8+PECAAAAAACgDsi4AAAAnF3y3HZeXp4aZDl23pCvr6/ZbO7SpYsaZzGZTHo9f04Dmg4l5qKcdfYINXmEhAoAqDOXw1G8a7ssHA6H3W7XarU6nU65SUm6NJxWLpZqAgAAAAAAoG44dwIAAHAmlZWVZWZmFhQU5Obm5uTkyNp93pDRaDSZTLGxsb1791biLBEREZ6engJAE+U6yul0KivhQ0e2uuYGAQB15igv+/26C2Uhf8PIP2zo9XplVpF7rg4AAAAAAKApIeMCAABwmuTJpOzM7KKDhS1KI/xL/L766quCgoKKigrlVnliKTQ01Gw2t2/fXm3QEhQUJAA0MzUyLgBwxil9XET1Hz8aZswlOTk5ISFBAAAAAAAA1A0ZFwAAgH8mzxIV5OVnZWRlZ2bnZCrH7Py8fOXWKNHCrrPrAnWJiYkmkymiWnh4uIeHhzIpgP+QGmiG5O8N4dbHRSEA4CxwVJN/6nA6nfIoGp7k5GQBAAAAAABQZ2RcAAAAaiotKVFSLNnVl5zMrJysHHXekIeHR6g5LDo+pnvfnqGmsBUHVny17it/b/9JF0/yPMpoNOp0OgEA1ejjAuCsUjMu8o8f8rcNoToAAAAAANBUkXEBGhlXZaXGw0MAAM4QZd6Q2ppFHrMyssrLypRb5YmikLDQUFNoYoe2YeawUHNYmNnkH+Dv/gjrStY7tZxGAnAcx7ZyEQBwFjirqb9n1GPD6SRnsVisVmtMTIwAAAAAAACoAzIuQKNhsGT6z1ti27ylvEsH62UXknQBgFOlzBtSUixKa5bsjCx13pAUEBgQag7r3L2LKdwUYgoNM4cFh4Y0zIb/ABoL95gLY8sAnCVKs6iG3MElNTXVYrFMmTJFAAAAAAAA1AEZF6AxcDg8duzx+321yMmz5eVpFy7RazTWC0dpfbw5TwIAJ1JaUqKkWI47b8jTy8sUbopNiOtR3ZolLNwUago1Go0CAM4a+rgAOEuUjEuNPi4AAAAAAABNDxkXoBEwHsrw+321Jie33JLurKyQK64Vqw6376qLjw731vIfBAOAlJeTW5BfsG/X3uyMrNzs3Iz0wxUVFeqt5ghzqNnUtlN7dd6Qr5+vAIBzhUFFAAAAAAAAAFB3ZFyARsDnz7UiK7siK9NWUDVQw6XRFETHH/IKKst3OF2uSB8dMZe6KCsv8/byFgAaj9KSkuq+LNnHNmiRvw8Dg4PCzGHdeieHmk2yMIWb5Aq/JwEAQHPQYFu5TJgwQQAAAAAAANQZGRegoXNVVjpXr6nIz3dWlCt/T1ka0eLgwGF5Ru8Qo35HfmWwh9PLUNfhGpaM9JTxl5x8T6+uPf/7/Luibt6Z/u5H/5shixuuGDfxlnvE2fHy1Fe++OF/srh93G0TrrvlJDtn/TbrpwW/Tnvxv+rKqOtHZ+ZkyeKr/37ROra1ONPkMz71+rPuK/LUe3BgcHBgkCnENKz/kIvOv8j9ZLy6f8Sg859/9D+iqfj25+//89ZzrVpE/fDhd+IUrVy76o7H7vrHbfffet/Yy8coTyRq8Qb++5UpP877SRaP3PXw1RdeKdAw2Gw2JcXiHmopLytTbtXr9aGm0FCzqV1Sh7DwqkRLdFyMAAAAaGboFAUAAAAAAJoJMi5AQ6fx8Cj38dQcPhJwsXn77LnwssPmlj5abanN4V+0yM9wwGEa59J6CZyKvIK8yS89+cealW3j24h6JT/Y3Pxcedm5d9fy1b//sXbVMw89pdc18d/PHdq0l8cD6QctGemR4S0Ezo4Vi5f3GdhXNBLyZyEvJ1dtzaKEWgryC5Rb1QYtXXt2DQs3KyOHgmjQAgAAAAAAAAAA0GyQcQEaAevN4/Qff+48aMkKb7n3/JTsiCi7zWnUuUTBjk6VnwYEVFQUeZb5XerS+YszoVunrga94dj1hLPQ1KQe7dm/5481K0X98fby7tS2o93hyM3PzcrJKis/0pfit0VzoiNb3T7uNtGkJcYmBAcG5xXkrd649qJTzLj4+fr16tpTvWrJtBy0HJJFUGCQfFh13RxqEs2Y0+n84Yvv/ljye4PNuJQUl2RlZOYcSbRUHXOzcxwOh3Krt49PmDksvm2CMmwoxBQmC72eP7cAAAA0SqmpqTk5OePHjxcAAAAAAAB1wLkioDGIMJddeem+rYd2RCVW+PoLm1OuGUt3JOe8GKI56Cr289L85HI5ywKuFVpPUWfPPvxMeJhZ4CyLDI9wn/20fc+O599+YcPWjbKe/tXHl6dcHhYcKuuLR1wsL6LJ0Wq13Tp2nbds/tpN6y4annJK922f0M79rZv6yfvTPv8/WXRM7Pjm06+J0/XUg1PkRTQJpSUln30wc9e2nbKe/b/vL7r6UlGvrFZrdkZWTlZOdmaWLKriLFk55eXlyq16vb4qyBJh7ti1U6g5TKm9vOhNBQAA0HRYqgkAAAAAAIC6IeMCNAYajSY2xhrU0lbgEC6XcDl9i7Z1K30z0et3ndNgz3JptMJb/KQR9tKAsWck5nJys+emTnn1KVncf+t9wwcMm/HVx6s3pMnT1T279Lj64qvaxrfZtH3Ttz99/8eaPzw9PJPadbrxmhtjWkYf+zjZeTnvz5y2cu0qLy/P7kk9rr/s2khzpPsGp9P549wfl6xctn7LhqDAwI6JHS8ZeXHn9kk1HufQ4fRPv/tMvgabzdq3R79brr3xn74CMfnlJ3+e/4tSb9u9vdvIHiFBIXO/+LXGNvnavv35+7SNadGRrXol9xp32RgvL+8aT/2/H/+3duM6S9bhdq3bdk9KHnPZdUaDUZy6NnGJL01+8fJbrywtK7XZbbPnzL75mpvk+qzfZj31+rOyGDHo/Ocf/Y+yuaKyQr7Dy/5cdvDwodz8vJYRkTEtY7p37n7ZqEvce/C4XC75OPOWLdy8Y3NCbOv+PfuPufTaC2+8xJJh0ev0q35aUfVQ1srzLuonC/nBPXLXwy9PfXXvwb1hwaEP3/nQecl9MrIzv/v5uz/Xr5ZfqXzSuFaxMVExQ84bPLDPAOUpLBnpKeMvkcWgPgOff+w/n3zz6YrVK/al7+/aocvooRcM6Ts4Kzf78+8+/3N92uHsjK4dOl8++jL5sMp9u3bsUp1xWeP+Pjz2wuO/LZoji8/f/dTlcn7x/Zfrt26QX0i/nv3HXTEmPCxc1EF5edmHX05fte7Pw1kZ3TsnXz7qUvmmqbf++5UpP877SRbyfbj6wiuVxZ17dn387Sfbd28/nJnh5ekVFdkyqV3SZaMubdUiSjRUWRmZH771QX5u3tGrWeIckj+2yryhnMzsrKpcS1VRWFCo3KrOG4runRxqNjFvCAAAAAAAAAAAALVHxgVoHAw6TdsgndXh2ltQGX3oi/i9n4X45ehjHBq9Qy8O2yxafZTwdv2scVWUBN56DmIuivVb1s/4+uP8gnzl6qw5s+cunTf28uvf/3Saumd/+oHVG9fOfHN6cGCw+3137N0x5u6xOXk5ytVde3f/OPfHKZOeHNpviLKSm5d79+R7t+/ZoVzNK8jbvW9P6vyf7hh3201X/5Vi+WXBr8+88WyFtVK5+uWsLxf9vjD6eJGaU/Xpd5/PnvujUsuvcd2W9ctWLf/o1Q/UEMlXqd+8OvU1m92mXF2R9oe8/LrotxcffyHmtF6AKSQsZXjK/2b9T9brNq0/0Ta7w/7A0w/J51JX5DsjL/OXLdi0ddMzDz+lLMr35J7JE9M2pClX/1y3Wl5WrfvTarUe92GLSosf+c+jWbnZsj6QfjAxNiEjO/PWh25Lz0hX92zctklefpyb+sR9/7p05N9ag8iP8sZJt2zbtU25uvD3RfJyw5U3zJ47W/0OkStLVy5777m3lWRJ105dleeyZKRHHjOuaOWaVR9++VFJaYlyVX6ys+bMevFfz/frcZqTdzKyMsZPunnn3l3K1d8WzZGXlya/MKzf0BPdZfGKJZOeftDlcilXy8rLcvNz121enzrvpw9emhrbKlY0PDu37pg5dUZFRYW6kn02My5FhUXZmVnu84bycnJrzBtq3S7RFF4VZ2HeEAAAQLOVkpJyon8TAQAAAAAAqD3OMwGNhl6r7RJmaOuRG7brGx//nYWFvvkHfIOiSnUeVpfzsP1AC0OM8BSLXLqgMr9LXVofcbouGHv8wTHfTvuqxkn9BcsXhoeZrxh9mc3u+HXhr5XWyrLysvc/nWYKCRt03qDi0uJ5S+bb7LbDmZbvf/1B6UqiWpH2h6fRY+TgEQH+gfOXzs/JyyktK33h3Zd6dOnu7+svN7z/2TQl4BIUGDSg1wCrrXLpymUlpSXvTH+vW8duXTp0FtU5mBfee0kJuMgnHdJvaH5h3qLfF2dkZ4qTGtRnoEFvnPXbLFmHBYdennK5h8Gjxp7Zc3/s2bVHu9btD1oOLPx9kcvl2rx985zFc0cPvUBU9y9RAy7JScltWyeu37xh0/bNO/fuevHdl9wn6ZyShJh4pdhxNNxzrMUrligBF/lGyS8kOCh4556dy1f/Lld+WvDz/bfeGxwUIuuvZn+tBlz6dj8vLjr2jzUrl61adqKHtWRUdQ739vIODAiUH2tocBOfvKEAABAASURBVOgr77+qBFxatYjq17Ovw+GUX6B8E6of/JsaGRd5k4eH5wVDRwUFyA90gfIRfPz1xx7Kp+wXMHfJvLyCPLvDPv2rj5WMS2JsQnBgsFxcvXHtRcdkXN788K12rdt1S+pSVFS0cMVi+dGXl5f/NP/n0864rN+yQX5RF59/ka+vz7KVy/enH5CL73089SQZl/c++a/83H28fW6+7qb4VrElJaVzl85btGKxfM1vT3/3tX+/IhqYZQuW/vjVD2ooR1GQXyDOhMrKSmXMUHWW5UghF5VbDQZDqCnUHBneqVsS84YAAABQQ2RkpAAAAAAAAKgzMi5AY6LVaLwDIir7vGzc8Eyg9o/CQs+CA97+keV6rwohDtn2R+ojhJdmtnA5yvyvcmnPxdnlt55+o3Vsa1mEm8zvzzzSvuWNp15r27pt1WJY+PT/zZDFIUt6jTsa9IZP3/kkrlWcrG8bc+uVt12dm58rL7N++3Hs5WMsmZZvfvpO3hQaHPrV1C8D/QNkfdBy6Krbr6m0Vr73ydRpL/5Xrnz76/fFJcWyiG7R6pM3Z/j5+sl6844tY++94eQve1i/oYF+AUrGJSQoZMJ1txy7Z2i/IS9PflGpn3rtmVlzZsti666tSsblwy9nKAGXu8bfocZ3nn3zue9++X7l2lWr1q7q2bWnOHX+fv5KkVeYf6I98ou975aJe/bvGdp/cP+e/ZXFMXePk69NFpasw0rGZea3nyo3PXLnQ1dfdJWoHiIz+eUnf13424keuWvHLq/9+1V/Xz+lm4t88AC/wJ17d02aMFEZElRYXDT4yqpEyMHDh469+/23Trwq5QpZDOjZ/7ZH71QW773p7msvuUYW/Xr2vWfyRFE14OnIfbVabbeOXavHFa27aHjNZFV8TNyMNz5UuuZ0+fX7Z954Thb7Dx0QdfDW068r35nXXHTVheOrMjr7Du4rKCwIDAg87v59B/fLo5+P74Ce/ZTv1cH9Bn//8/etY+IT4hJFQ2K327/++Mu1q9Yce1ONyEttOByO3OwctTWLEmopLipWblXnDcXEx4SFm0NNocwbAgAAAAAAAAAAwDlAxgVofOyBnUo6Pea39skA55riMu9ii5dfi3K9V6WmwmLPDNcJ4SVS5bbSgKuF5nSGFnXr1FUdx+PO07Pmo7WOjVcCLlJ4qEkpYlvFKjECKcIUoRRlFWU17juk32AlNCAF+geMHHz+Z999IY4GILbt2q7c1D6hrRJwkaIiW8oH37Zr2+r1qwuLiwL8/NMtR9ISl4++XAm4SB0S23fp0Hnd5hPO+qml8wcOV+vWMUe+zNLSI1+I+gp7dumhbuuT3Pu7X76XxdI/l51exkWr0SqFw+GwO+x63XF+S8v3XH3bi0qK/khbuWHbhoycjCOvsKzqFR7OOpybnysLH2+fK6tzJ6I6UzLm0utOknG59pJrAqpDNubqT7NX1569jn4V8gGX/fn7pq0blatl5WXHvrwh5w1SCnN1IEYxuO9gpYgwHVksKStVb+3asUt1xuU4yYx+Pfqr34exR79V5NcrTlebuET1O7NFeEtfH19lEFJpecmJMi4Jsa237NyakZ15xYSrW0a06NG5R+cOnfv36i9r0ZCUlpTMePej/Xv2idNSkF/g3ppFmTekJmN8fH1DTaGJHdoq84ZCzSZ5lXlDAAAAOCVpaWlFRUWDBw8WAAAAAAAAdcA5KqAR0mhtwd0Ku78WuPIOX9fm0nKfonSvgJZlWo9KvTXDlqnRa4S3a5bWWVgSeOtpdHN59uFnwsPMtdlpDv0rymDQG5Uiwi3fYDQeWXQ5a3aSCA+LcL8a0/LIFKTDWVVZjYOWI+06lqxc1m1kD3GMvPzcAD//w0dnEqn5CUV0y5i6Z1wizX810zZ6HPlCbA6bUuw5uFcpbrjvpmPvm194mtNh1PyHn6/fcQMuipy8nA//N2PlmpX7Du6rcZPSSeNg+kHlqinUpNVq1VtrvFE1xLSIrrGybff2GV99vG7TOqWzy9+f6G9NOzyMHqHBoUqtfu46nU79XvI0HpkG5d5WpGunrvJ4IP2gJSM98u/jikwhoWrt43lk9pbDbhenK8L8t285Lw9PJeNitdpOdJcH73hg4pP3K72CDh1Ol5fvf/1B1sP6D3ti4r/UWFX9Sj9w6JOpM/Jz82qzuaKiIutwZk5WTk5mdlZGZnZmdm5WjtVqVW5V5g1FRrXo3L0L84YAAABwBqWlpVksFjIuAAAAAACgjsi4AI2UxhHQJm/QtyHzL/DV7Cks0hUc8gmJLdF5VArXYWu61hgnPMsWCI2uOPAWofEQZ4fheL0c1HzDyVVaK4+7rgQgHE7nSe8tcgvyYlvFarVHYhbqSfozyMPw1xeitldRyBfpdDhOct/cvFxxWg4c2q8Uca1iT7Rn38F9Nz04oaB6mJGvj2/n9p27dEhatGLJ5u2bRXWzlqpXqL7Uv7+TJ39ja7Qz+W3Rb/968QnlEwkLDu3aqWu3Tt1e/u8rjuqvXafTuW82GI7T+8fL8x/iEYmxCcGBwXkFeas3rr3o7xkXg9v7r9frRJ15ePztB8E9+nMiXdp3/mbaV59/98XCFQsPHI0NSfOWzisuKXrvuXfqfTrPpnUb//fR5//4/f/iE8/5+/tnZWSWlvzVRCcoJDjMHBaXEBdqNpnCTSGm0OCQYAEAAAAAAAAAAAA0VGRcgEbMZQzKP29GwNpHA7R/FhaIvL2+/i3K9J6VBle6dU9LQ5S3h1jg1PiW+V3i0gWIBmbn3p3uV/cdOtIWJSoySh4jjw45GtZ/2EuPP3+iB1FbrRzMOOS+vv+Y7ibHUYd0gkajiWoRtWf/Hll/8d5nbeISxRmy/M/flaJ3114n2vPWR+8oAZcbrx5/+9gJykCfP9evVm7VaqviIOqUqMNZGeUV5WrWZMeeHeLE9G4zqiqslS9NfVUJuLz65MuDq+cQORyOF955URwTcDltWq22W8eu1eOK1l00PMX9pnqPjyjCgkMn3nKPvGTlZq9cu2rJH0vmL1sg12W9ZefWDontRf1Z9NuCObN/de+LcyL5OXm+vr7tkjqEVXdnYd4QAAAAzrHIyMha/ucQAAAAAAAAJ/HP/xU7gIbM4Z9QnPSELTg5IKBMX2ItTveyW7V6r0qD4ZA9vcRZUuFV+pN38WxRi7Pg51jahrR5y+YrdWlZ6U/zf1XqFtWxlZ5deiijbTZsWZ9fnecQVTmY/UOuPn/CI3c8/86LdkfVzJqWEUc6f8xdMreiskKpN23fvG7LPw8qUicBqeOHTkm/7ucpxbJVy9TFKa8+fcVtVz/07CMr0v4Qp+69j/+7vTqD4uXldWXK5SfatmXHFqUYfN4gJeBSUFiwbed2ZVGJhkRFtmzVoiotVGmtnPXbLOWm4pLi92ZMPckLMLr1YrFkpOcXVL3zgf4B/Xv1UxZXr08TZ1rXjl3kce2mNaKB2bZr2+MvPXH9vTfc+tBtTqfTFBJ24bDRL09+sUuHzsqGwuJCUU9sNtt3n30zL3VOLfd7+3jf9ci9V91wzeCRQzt2TQqPDCfgAgAAgHMpJSVl/PjxAgAAAAAAoG44xQU0chqtLahLUZen/ddN9nOuKi33Lk738mtRrveq1FRa7JlmucXLlWr1v8Sm8avlQ05+6QmD3nDcm1598mVvL29xhvzr+ckLBiyMiYpZsXqF0pjE39d/+MBhsggOChk1ZNT3v/6QlZt984MTrrn4aqNe//HXM+W21etXtwhvoSRURg48/8Mvp5eXl+/et+eBpx/q3KGzy+X66seva/Psfr5H3pD9Bw889/bzBoPhodsfFLV25YWXz/zuM/l07874b0ZWRp/kPivSVsye+2PVAx7af8+Nd//jI1gyDt/x2F2ysNqs6YfT5Veq3nTzNTfKd+BEdww3hSubn3nj2esvvz7QP+D9Tz8oKilSbpWPJqqTLpeMuuSt/3tb1q9NezMzO9slXItXLN6ffkDUjinEpBQFRYUPPv3QZRdcVlRc/Mb/vaksOhwOu8Ou5oTqomunrvJ4IP2gJSM98u/jiupXhDly8YolZeVlsr7r8XuG9R8mv2fk9+r6LRtEdSeb9gn11sRl3ao1m9dtqv3+kuISAQAAAAAAAAAAADRyZFyAxk+jtQclFXZ/K2jZdT5iT3GptijdOyi6RGus1ItMR1GYCDzP25FVqK1txmXNxrUnuknpnnJG3HDFuFlzZ/+68Dd1xcPo8eT9k00hYcrV+2+dmJWTtXz17/sO7lPm4yhiW8Xef+u9Sh0Z3mLyPf968tUpDodjRdofSveUkKCQcVeM/eSbmSd/Aa1aRAUHBucV5Mkv6pufvpMrt19/mxp8+Uctwlu+9uQrk19+srSs9Nufv5cX9abJ9z6m9FA5ubLyspVrVx273ie5t3z9J7njjVeNv/+pB0TVvKdd/35lirLo7eWtpDEysg4rK9dedPWmrZsWLF8ov8CPv/lEWbz3lnuU4IvBaBAn5evjO/byMTO//UzWS1Yuk5caT2TJOFybL/MfJcYmKB/E6o1rL2pIGZcAP/8XH3/+0ef+JT9i+UnV+LAevP2BQP96GwHWo2+vDl2T0lb8uWrZH4UF9dZOBgAAAAAAAAAAADiXmFUENA0ah19s3sBv7cFd/X3LdUXWvAO+LqdG51FpCDFpfZI87Xlal1U0JB3atv/w5WkXDhsdGR4ZFBjUrVPXqS+8N6TvYHWDr4/vm0+//uBtkwafN0juURZThl7w7n/e9vf1V7eNGjJS3rFL+86BAUGtWkRdOvKSmW/NSIxN+McXYNAbnn5oirIztlXc6CEXOJxOcSoG9hkw/dX/u2L0ZZ3bJ3l4eIrqzh9PP/jUxSMuFqfOx9und7dezzz01NvPvHny/ijyeac+/26vrj3lWySvto1vc9uYW9+Y8qpy6+I/liqFh9HjhX89d9vYCfK9DfQP6Nuj7ytPvHTR0NHKrb5ePuKf3HfLxH/d81jHNh3kQ+l0uu6du8uv7qZrxh99oiXiTNBqtd06VrVyWbtpnWhg+nY/77v/+2bs5WPaJ7ST32DyM4qPiRsx6PwPXn7/6guvFPXKz993yAXDHvnP49fdMja2dZwAAAAAGrBp06ZNmTJFAAAAAAAA1I3G5XLVWJIrzmp2u91qtX6z+tu3Fr+r0WgWP7VYAKim/OBU/Zw4nA673Wa1vfDjC0t3VjW6uLLn5bcOuUXUE33hZv81jxny1hTke2lamPxjQkTIaOHbWaPRZtkjXH5noOsGGosvZ31pNHr4+/nHtoyJj4lXFnfs2XnNndfJomvHLh++8oFAw3bX9Ht2Zu6SxQ3dxg5rN8zD08PoaTR4GA1Gg06v0+p0Wq1W/gNabjicfnj5gqXrVq2R/+A+7kMNTxkx/MIRAmfH9AXTpy+aHugZ8N7Fb3seZTQaDQaDXq9XPiblkwIaL1c15d8RbDZbflHJ/LVVv6AGdU00B9W2C1pzo75pkq3anltXx6qTAAAQAElEQVSudhTkR189rtU1NwgAqDNHednv110oC8/xd/j2HeTh4WGsJv8Qoqum/nGx3k2bNs1isRBzQW2k/r6xtMJq9veIM/krf7RWvreVb2z5XS2q5/MKAAAAAECzxKwioEmx+7cr7vxv362vBnhttcVeISI7avR+QlP1F0Ab1m5s3T3Uy9tLoHlY/MdSZbxOSFDI5Hv/pdPr1mxcu2TlkS4vyZ26CTQhES0irhh71ejLU/5cvmrF4t9zs3NqbMjKyBQAANTa/rVrP7z55mPXA8LDQ6OjQ1q1ij/vvHYDB4r6sHvlyo/vuKPdoEHXvvaaspK+efOiadOufP55o7e3qJsaD2WvqHj6vPO8AwMfXbBANAOpL7ywac6ch379VWc0ilO04eefv5k8ObZ79xunTatxk3wbP3/ggV0rVvibTDe+/35IdPT0CRP2rl5928yZLTp0kBumjR17aPPm+2bNCo6KOvbqsVwu1+a5c3csX37ZU08pKzt//33m3Xd3GDbs6pdeEgAAAAAAAGi6yLgATYtGawvqWtTlec/KQx6e3hqNXf4NsFzeuTdn4dLN3ubE+DatBZqHO2+4ffOOLSWlJbn5ufc/9YD7TW3iEq++8CqBJsfL23vA8EH9hw3ctW3n74uWb1m/Se3Wlp2RJQAAOEUGD49WXbq4r5Tk5e1NS9u9cuWqr78eescdA2+9VTQAn913X0lurjgTzuBDNUbxvXuv+uqrPatXJ5x3njhD1IBLYETEjdOmBbVoIeosa/furx59NCopSaDxSElJOVHHQQAAAAAAgNoj4wI0ORqtwye6VF6ES+8st+XuXbRo1dwl27Va3Z6de8i4NB+d2nb6+v3/ff7952s3rcvOzc7KzXa5XK1aRI0aPOqGq8Z5Gj0EmiiNRpPQLlFe8vPy/1j8+6plK0tLSvJz8wUAAKfI32y+4b//rbFYUVy86IMPfv/00wVTp3a75BK/sDBxbkW2bXvjtGneAQECZ1pscrLe03P3H3+cqYyLGnAJjooaP3VqYESEsj5y0qSKkpLQmBiBZiMyMlIAAAAAAADUGRkXoAnT2LXemrAOXYZGGkI2b9+yLTA4UKA5MYea7r/1PoHmKig4aNSlo4dfOGLdn2t/X7hMAABwJnj6+Y2cNGn/mjXpW7ZsXbiw51XnujmcV0BAbPfuAmeB/HDje/TY/ccf4kxQAy6hMTHjp071N5nUmyLathUAAAAAAADAqSPjAjR98jx3vyH9+g7uKwA0P3q9vnufHvIiAAA4c4KjotK3bCkrKHBfLM3LW/H55wfWrcvYtSuyTZvYHj16X3uth4+PqO7+8sLQoQZPz8cWLNDqj/x76LYlSz6/7z5PP7/HFi3SaDTK4tZFi76YNKn3Nddc8PDDH4wfn7F9+8Nz5859++3N8+aFJyYOmjDBbrV+fMcd7QYNuva11zb8/PM3kycrd3y2Xz95nLJqlfL49srKP7/9ds/KlQc3bgyMiIju1q3X1VcHt2x5oq/ouA+l3uqwWuWXtmvFivStW+WXFp2cfN5113n6+7s/wqa5c7cuXHhowwaNThfVuXPXlJS4nj3FP5Fv2rx33z24fn3B4cOm+Hh5x55XXBESHa1umPfOO0s++uiG//63LD9/42+/7V+/3i8kpPV558kX4G82uz/UP37JH9588/61a59es2bd7Nmb5s07tGlTaExM6969zxs71ujlpeyJ793755dfzrdYgo523bBXVDx93nnxvXpd/9Zbiz/8cO+ff2bt3RvVoUP7YcO6XnSR+sHVoAZcTHFxN06b5hMc7H7r9AkT9q5efdvMmS06dBCnaPZ//rP6229lcXDDhie7dYvt3l0+vvv7ufTjj/etXp1/+HCrTp0S+/VLvuwyrU7n/gin90mhjlJTU3NycsaPHy8AAAAAAADqgIwL0Fyc6G+fAQAA/p+9+wCoqvz/OP7cwZQlIlMRkOVWcM+cmSNzlFqZNjRz1D+tbGc2/bXVhlpqlqW5zcyVOXLvDSIgCIgDQWVzx/+598ANcaFXE+H9+p//6TnPfe65Z1z5Uefj9wFuSn5OTvzu3bLhFRpq6Ty0evXS997Ly8qyc3LyCg5OiY6O27lzx/z5/SdO9G/Y0N7ZOahx4+PbtiUeOBAQEaG8JX7nTmGOvyQdOlS9Xj2lM3brVrkOMadM5G+wKrV60dtvH12/3vTS9u09Xn01IzXV8qGewcEdhg//Z/bs/Ozsds88o9Fq5XjZfyY29pcxY86fPKmxsfEND888f37rnDk7Fy58YMyYJv36XfWkrrUrqSAn57tBg07HxLh4erp6espzl0vSgQNPfPNN4YDc3F9efFEenmxXDQy0sbc/8Mcf+5cvb9SrV+933hHXdjY+/oenn87OyLCxs/MJD5enJo9z+7x5HUeMaHN5FGDzjz/KqxfaqlXjhx46eeDAlp9+it6wYch337l6eysDSn/Km2bNWjNpUiV3d48aNVKiohL37ZOXd+jMmVo701yWNZs3V+5C4759i79LX1Dw27hxcqRHQEBlH5+YLVuObd6cfORIz9deu/K89Pn5SsDFOyxsyLffOrrdznKSoa1by7sjr5Kbj09Er16uxYI+qTExUx5+OCs9XX6u/Jef6E2b5JJz6VLbp55SBtzynYL1UswEAAAAAACAdci4AAAAAABKxWgwJB0+/Ocnn2SeO1c1MDDMnESRci5c+GPixPzs7AffeCPioYfUGo3RaNw6Z87Kzz9f8cknz/70k0qtDmnd+vi2bQm7d1syLid279bY2OgLChL37rVkXI5v3Wrn5BTUxFSBTO4kPycnZuvWXm+9Fd6uXfyuXVVq1CiecfEODZXLjvnz5Ue3GTLE1tFR6f/z00/PnzzZrH//jiNG2Ds7C3M+ZuGbb6787LOwNm1KlD+5/q6kgry8gtzcp6ZPrxERoVKpjvz999yxY+W5nI2PlxdBDtjy009y//KYe739dmU/P9lzPilp4Rtv7F26NLRVqzqdOl3rYi59773sjAx5nPe/8ILW3l52Hlm3bvH48WsmTfJv0KBGo0aWwfLj5Lm0e+YZ5Y1L3ntP7nzVl18+8vHHN3vK66dOffTLL8PbtpXt3IsXf3jmmVNRUftXrIjs3VuYkx9V/P2jN24skXE5sWePV3DwyHnzvEJC5GZqdPT0IUN2zp/fYuBAj4CA4iP1+fnzXnlF3kf5NXhi8uTbG3CR5DdBXuTt8+Y5V61637BhxV9KS0gIadWqx6uvygHyKq366it5a3YuWNDmySeVxP+t3SkAAAAAAACUHWoBAAAAAMAV0hIT346IKL6807jx9MGDkw4dcq9eve/771tmHdo2d25WenrzgQMb9+2rzAujUqlaPv54nU6dUo4ePbx2rewJadlSruN37VLekpmWdioqqkH37rKdsHev0nkmNvZ8UpIcqbGxsRxGi4EDI3v3ruTuXrdLl9IcdtyOHbHbt/vWqtXt5ZeVtIdUs1mztk89VZCXt2nWLHHzuo4ZExAZqeQkardvL/cmG6ePHZPr/OzsTT/+KA9YXhAlNiG5V6vWw1zgZMP3319rn4f/+itx374aDRt2HzdOCbiYdt6hQ4fhw2Vj4w8/FB9cNTDQUoxEpVZ3f+UVeUEOrV6ddf78zZ5y0/79lYCLZO/iomRZko8csQyo2bx57M6d+vz8EgfccdQoJeAieYeFhZp3kmJ5o/niGHS6ea+8ErVxo6mt16+/9unfCfIL2XfCBOUuyKvU8bnnbB0dL6SmZqWlCSvuFG6LyMjIdu3aCQAAAAAAAOuQcQEAAAAAXIWNnV3NZs3k4t+woTKRjVSnY8eH3nnnuTlzfGvVsow8FRUl14Hm4ivFBTVtannVIyCgamBgwr59+dnZomiiotA2bbzDwk7s2WPQ6+Xm8S1b5NpSHkYRaN5J6Z06elQ5GMtkQwolmHIqOlrcvJqXH4NncLBc51y6JNdn4uLkGfmEhTlXrVp8jE94uKObW+qxY7q8vKvu82xcnFzX6dy5RH89c5Tn9PHjxTsjH3qo+OnYOjiEtGolzGVvxE2eco2iOjoKpypVhLlWjaUnrG1bXW5uXFEaySIwMrL4prOHh1zrLo/CyPsbtXFj9fr1+//vf3Jzx2+/Hfn7b/FfqV63rmPlypZNG3v7quYaMzkXLwor7hRui8jIyPbt2wsAAAAAAADrMFcRAAAAAOAqXLy8Bn/7rdLOvXTp6Lp1Sz/4IOXo0UYPPmjn5FR8ZFpiolz/8uKLV93P+aQkpRHSuvWWn346sWdPaOvWceaMS2BERHzDhqnR0clHjlSvV+/41q0qlUpJb1hUusnJbtLMH7d59my5XPnq2RMnxE2yd3GxcXAo3qMxF7AxmnM5583nnnTo0NuXZ0f+/cT4eJ/w8Cv7zyUkyLWLt3eJ/kpVqmjt7C6eOZOXmWm5zm7VqpUY5uLpKdcZp06JmzxlJZtioRTjMRoMlp6gxo219vbRGzcqpXcU9s7OdpUqXfZGc8EeJZxkYjQq/wyIiHh88mRbB4dWTzwhj2fJu+/6hIVV9vUVd14ld/cSPcrZGcxnd8t3CgAAAAAAAGUHGRcAAAAAwA3YOzs36tUrOyNj1VdfzX3llSHffeffoEGJMQEREcXnGLJwLYpxhLRsueWnn+J37Qpt3Tpmyxa/2rUdXF1rNGq0fd68hN27vYOD43btkjspXopDFMUUSk+ZUcgrJMTpisTDrVGr1df/PGE+R48aNcTNUGIlxcMl/36iMt+TeX2DYzAnS27qlG9wOkJobG1rNmkSu23blYd0Qx4BAYOmTLExT73UacSIE7t2JR85suD115/+/vubvY+3QHVn7hRui5SUlPz8/ABzZR0AAAAAAIBbRsYFAAAAAFAqLZ94ImbLlridOxePH//cL7/YFlU3ca9W7Wx8fPvhwwMbN77O2+WrdpUqxe/cmZaYePH06brmSXmU+XQS9+1zr1HDoNOVKOJyCyr7+cl13U6d2g0dKu485eM8atSw1LwppSr+/nJ96cyZEv1ZaWn52dn2zs62xYrHXDp7tsSwi+Y3KtVcbvsph7VtG/3BB/KeVg0MvKk3Ont4KAEXYc7K9H3//e8ee+zkgQNrpky5///+T9xVt3yncFssX748JSVl/PjxAgAAAAAAwApqAQAAAABAKahUql7vvGPn5JSWkLB2yhRLf1jbtnIdtWFDifF/TJz4effuO+fPVzbVGk1I69YpR48eXrtWbgZERsq1g6urb61acTt3Htu40bKrmz2s4lthbdrIdfTGjcai2XMUh1atmtix45IJE0q/q9KQB1/Z1/fkgQMXT58u3p+RkvJxhw7fPvpoQU7OVd/obo5cKJeiuAMrV4qi6I/F0XXrim/mZWbG/POPvJ6h5pO16pSvpmaLFsoOhXU8AgKUaMvm2bOP/fOPuE1UN3+bhBV3CgAAAAAAAGUHGRcAAAAAQGlV9vXtPGqUbGz79deEvXuVzkY9e7p6eJPwdQAAEABJREFUe2+fOzdmyxbLyEOrVu347bdL587VbN7c0hlqDk9snTNHrgMjIpTOGhER+Tk5B1au9AgIqBoUJG6SrblwyPmkJGVT7qFO585Jhw+v++47S+bjTGzsH598kpWeHnTdSjMldlUaGhubloMGyeNf9v77eVlZSmfuxYsL33orOyPDr04dm2LlWIqr1b69vJjyGi7/+GNdbq7SeXjt2r+nTZONpo88Unzw8W3b1k+dqpxOzoULi956S56LHFPJPDmRNad8VfLAvIKDS0xXdGuaPPywUptn0dtvZ547J24HrZ2dXF84fdpy3Urjlu8UAAAAAAAAyg7mKgIAAAAA3IQmDz98cNWqhL17l7z77oi5c23s7TW2tl2ef37h22//NGpUYGSkWqstyMtL3LdPDu4zYYJ79eqW94a2aaNSqbLS06vXq2fn5KR01oiI2Dpnji4vT6lKcrOq+PufT0r64emnXb28hnz3nZOHx31Dhybs2bNh+vTojRsrubnJMSf27NEXFDTp169+t26l35V90RFeX0SvXgdWrDi2efPXjzyizEB0OjY289y5anXqdB0z5lrvsndx6fPee7+OHbvjt9/2Ll3qU6tWxqlTSomRjs89V2LWp6qBgeumTt02b55HjRop0dG63NyAiIiOI0ZYBtzyKV9LWNu2W375JffSJa2NjbBO3wkTpvTvLy/IgjfeGPzttyq1tX/ZxsXDw9bRUV6ryf36ufn6PmlOBZXGrd0p3BbDhg0TAAAAAAAAVqOOCwAAAADgJqhUqofefltrb5+WmPj31KlKZ72uXZ+dPTu4efMLp08n7NuXmZZWp3PnYbNn17v//uLvdaxc2b9BA2HOtVg6LQVdQs0FP27W/S++WDUwMC8rKyM1VX6u7PEKDh45b179Bx7Q5+efPHDgTFxcQETEIxMn9njttZvdVWnY2Ns/9f337Z55xsHV9VR0dPKRI5V9fLq++OKT06bZXrc0SI1GjUb8+mudTp1cfXxOHT0qBzfq1evZn39uN3RoiZFN+vXr/8knfrVry3PxCQnp8sILj0+ebFepkmXALZ/ytdRs3lyXm3u8WGGeWyZvet/33pONuJ07N0yfLqwmv3u93nrLwc0tPSUlPTm59G+85TsFAAAAAACAMkJVYrpuSfYYzHQ6XX5+/oJdCydt+Fr+R8wN724QAMyUPzimPyd6g16nK8gv+Pj3jzfFmCaYf7hp36EdnhEoJjMr06lSqf4KLHBV+QX58n+GbLTW/h3ie87ImaNjTh+XjcERgzrV6mRnb2drb2tjZ2tja6PRatQajVqtlldG4G6buW7mzPUz3exdv+k12b6Ira2tjY2NVqtVbhN3Cvc6o5ny7wgFBQXpFzP/2mv6AXVfo1Cvys4CV2O5aFKBWdwz/fUZ6TX6P+E/YLAASmftlCkbZ8zo9vLLzQcOFMDl9DnZWx7tKRv2Q55zanWfnZ2drZn8JURjxq+LuBct33IwKzffy8UuyNNF+dVa+W4rX2y1uRYUX2wAAAAAqLCo4wLgDko9e/r5t1/ctne7pSeiaxNlWbV+tQBK4cDRg4+OGpSZlWnpefOTt5Vv0bzf5wsAAAAAZd60adPGjx8vAAAAAAAArKMVAHBn/PHXik++/exi5sUHu/QQwC35bNrncxb9KgAAAAAAAAAAAABUeGRcANwpy9f+cTHzogCsQMAFAAAAAAAAAAAAgIKMC4D/VHBgzePxsbLh4+UjAAAAAFxXp1Gj5CKAe1yPHj3y8/MFAAAAAACAdci4AOXfqDee37J7q2wsnbF494Fd67duOBB1OMDPv2WTlo8+NMDRwbH44PyC/OVr//h7y4bj8TH5uoK6oXWbNGz8SM9+tja2xYfFxB3/ceHs6NjoU6dTHewdqvtWq1+rfp8Hevv7VZevxifG9x32iGXwK++/KtfjRr7Sv+fDoUGhx+NjtRptcEBN5dXz6Wk/Lvhp1/49p86m6vU6X0+f0KCQB+9/MLJexA1P7dz5c0tWLdu2Z9uxuJgqbu5hwWEdW3fo3KaT8uqu/buGjXtONto2a/3lu18oncvW/D7+swmyERIYPO/bwhoh8vrIqyQbLSNbTPlg0rzf50/8+n9y8+XhYx/o8MAPc3/Yc2DfmbQzjRtEPty9X0S9Rtc5pBnzZk6Z+Y1sjB/7jpeH5+9rl+87vF9eveYRzR/r3d/Pu5oyLDc/r+WDrWUjvGaYvDKffPdZ/Mn4qu4er4x4WR5D6W+ElHo29bffFxyMOnQ05miVyu5hNcMHPzyoTmjt4mOysrN+XTpv14FdUTHRgf4B9WvVG9T3cQ93j+JjNm7fNP/3BYkpiWfOna3iXqW6T7Vmkc36du3t7ORsGXMLNyv9QnrH/l3EdS2ftcTX269E58IViz+Y9KFlU9nJb9/+GhwYXHxYcmrSrN9m79i308bGtkmDxoP6PFpiV0mnkuf9Pm/vwX0pZ07VCg5vXD/ysT6PXnkZAQAAANw5vr6+AgAAAAAAwGpkXIAK5JvZ365av1pp77uQvu/I/iWrln717hc1awQpneczzo+d8PL+Iwcsb9m0Y5Ncfl/z+3svTwgNClE6N2zdOGbCS0ajUdnMzslOS0/bd3j/8rV/TP/fd4H+gdc5hmaNmqWdT6viXkXJ1qSkJg8Z88y58+csA6IzL0XHHVv+14qPXv2gS7vO19nVoejDL014+UzaWWUzMyszITlx9YY1K1r8+c6Lb7u5uDaq20iuMy5e2L5vV15+np2tnRy2+8AeZXxM/PELly66OrvI9lZzBkhq06x18Y9IOZPy9EtD4xPjlU159eTy7KBhzz42VNzItj3bVv69yrJ54uSJpauXygPr0rZT8WEXsy6N++BV5SwSk0+GBpoucilvhDR36dyvfpgiz07ZlPfiZErS2k1r5dW7/77CZMneQ/te+eBVeY+UTblbufy+9o93x77Tpmnh+X75/aTZC37698RTU+Syfe+Ov//5+7uPv3GwdxDW3aw7ZNf+XVN/npZxIUPZjEuIW7VhzazPf1CyVtJvyxd89t3nBboCZXPr7m1yWbl+1cQ3Pg6oVkMAAAAAAAAAAAAAuHeoBYAKY9X61R7uHv179e/eoZu9OfCRkpry8ZSJyqtGo/GtT95RchV2tnZyzKO9B/h4mmYUiok//soH43LzcpWR38z+Vg6u5Fjp+WdGfzXh8w9eee++Fu2EOZkxeebXsuHm6jb8iWctOYOu7e+Xm3VCa8l2z07dv/3o6/dfnqC89NOiX5TMxGN9Bn706gdfjP/sib6PKwfz2dTPc3JzrnUu8rNefu8VJRriXdVrQK8B8oDt7OyFOYLz6dTPZEOj0SgZjry83D0H9ypv3LF3h2Un2/dsVxrbihodWnco/ilzFv2am5v7UNde8vD8iqqDLFi+UJTCyr9X2WhtOrftJI/Ny8NT9uTk5Hww6cPzRVkThbwF8iwcHRx9vX0j6jWSN6j0N+JEUoIl4FIruNbjfR4NDw5XXhr/xXunzpySDZ1e9/HXE5WAS1CNIHkirRq3lFcm40LGO59NuJR5SfannU9TAi4hgcGvjho35YNJb/3f60ra5mDUoQV/LBJW3CytRtusUdPrL7bmb2MJ4cFh8mtj2RzyyGC56e5WufiYv/5Z5+FeRR5Pry4Purm4yp6MC+mWsE5KarIl4BJpKt8ysG5YHeUyKnV6AAAAAPw3du/e/ffffwsAAAAAAADrUMcFqECq+1b7adKPLk6myiVP9Bv06OjH9Xr97oN7du3f1bhB4392/rN19zb5kp2d/fT/fVs3rK5sPzPg6aHjno09EZeYfHLG3JkjBpum/jlxMkGunSs5tW3aOsjfVAOmfev2i1csDg6oGRIUKjcru1Ye9ugzew/ule+Smx1ate/UuuNVDykxOVFpNG3YpFXjVmq1ul3ztkEBNd3dKgdVD1DKh1zVTwvmnD53RjZqBgRN/fhbdzd32e4f/cjQV4bn5eWu+OvPnh17NIto2rpZ69/X/iHMVVVaRDY/cfKE8i7F3sP7urTrnHr2tDxBuVk3rE7Vy6fv0Wq03338jbxust23W98+z/STjbT0tIwLGW6ubuK6NBrNzC9+qB1iSvaMeOLZJ/7vSfnplzIvLfhzsbw4xUc2qtvw83c+c3FyViI7pb8RM36doQRcHujQ9f2XJ6hUKtl+94v3l65aaqPVrt+yYeBDA1b+vTom/rgwVdBp+u1HXyuf+MdfK9765J2MC+m/LP712UHDEorugndVny5tOythkYa1Gx44eiCoRlBwQLA1N8vZydnyuTelTmhtuXw3e6qyOajvY/J7VWKMj5fvj5/PcDDXBFq2pqEyC9WRmKPKqz/MnaUEXEYOee7pAU8pne9/9eGiPxdv37tjx94dTRs1FQAAAADuvN27d6ekpLRv314AAAAAAABYgTouQAXSu1tvJeAihQQFW+apSTqVJNdrN/6lbPbv0U/JVQhzRZZRQ0Yq7Y3bNhW+N9AUekg9e7rfsP4PPvnQe19+sHrDmjbN2jRp2ESJR5ReUI3CiY1eeHtMp4FdX3n/1blL54YE1mwZ2cK3qG7KVa35Z63SkIenBFyEOaQiD15pr9++Ua7lfjQajTCVb9kp17uLqrkEB9aU632H9gnTNED/KJ1tm7ct8Sl1wmorARcpoFoNu6JyIxfN5U+ur1XjFkrARXKq5NS760NKO8mc+ylu4EMDXJ1dVCqVUu6l9DfiyPEopdGvW18l4CKNfnLE8h+Xblz4t9yt3IyOKxzTLLJZsWNrqTSUcw8qmqxq045NHR7p9Pjzg7+c/lVCcuJ9LdvXC69nCa/c8s26c9o1b6sEXETR11LKys5UGlHHo5VG04ZNLG9pEdlcaWza+Y8AAAAAAAAAAAAAcO+gjgtQgfhW9Sm+6ePlrTROnUmV69jEeGUz1FyLxaJWUVAjNjEuNz/P3tbupefGvvD2i8o0N0mnkuWyeOUS2e7UptNbL7zu7OQsSm1Iv8Hb9+44Hh8rzLPMrP3nL7nIdnjNsA9ffT+gesBV3yU/OiU1RWmH1Qwr/lJ4cOHm8bgYua7kWKllZMtNOzZFxx1LPXt698HdstPLw7Nnp55fTP9Sdl64dHHrrq3KW9o0a13ig6q6Vy2+Kfem1E3R63XiRny8fC/fLLraZ0+XGBngV6P4ZilvhI1Gm5hUWFjFq6qnZZgl8aNITEpSGpO+nywXcTllDiM3F9dxI1+xTN9z5NgRucxe+LNWox3+xLAhDw9Wq02ByFu7WekX0jv27yKua/msJbeWkvHx9La0bW0KE0j5+flKI+5k4ZUc/H9PiascWIYAAAAA8J/w9fW1tbUVAAAAAAAA1qGOC1CB5ORmF980GlXFN+3tCiMCRvl/V6PX640GgzDNYtNgwbTfBvd7wt+vevEBazetfeWDV43Gq7/9qqq4V5n95aw3X3i9Xnjd4v1RsdHDxj13PuP8Vd9lb29fbOvqH2cwGpSGJbmybVMADn0AABAASURBVPfW7Xt3CHNVj8YNIpTOf3b8s3XPdmFKS/iEXZ4pkWxsbS7b1N5ELjA7O6v45nUuS4lpj0p/IyxycnPFNRgMenFtZ9LOKgfWv+fDv34zp0fHbsUr8ej0uikzv5n+6w/K5q3drDuq+H8lV6su+z7L8zLor3fuaefTBAAAAID/RI8ePYYMGSIAAAAAAACsQx0XoAJJuHyWnNQzp5SGn4+phIafl+8e81Q+MXExouO/w47GHFUawYE1LdPWVHX3eOGZ0XI5k3Z2+94dG7dt/OufdbJfto/EHK0TWluUmr2dfZ8HesslMytz94E92/ZuX7JqWV5e7rnz5/74689BfR+78i02Whtfb1+llEt07DHvqv8W87BMTxMSGKI0TBkXc/mSecvmp2eky0ZEvUZhQWFurm4ZFzJ+XjhHfpbs7Nym45UfpLo8NnFTTqYkFd9MPVNYvqXaFQVLtNrLkjSlvxE1qvvHnoiTjZTTyTWL5hs6evzor4vnBvgH1A2t07RRU1+vwuI9rzw3dkCvAeLawoJCJ7z8rtFoPBYfs/fgnj/WrTwcfVj2z1n0y9CBTyulXG7hZmk12maNmorrsi2aBOo2kveuul/1uATT9fn1mzlXBpgAAAAAAAAAAAAA3FvIuAAVyNLVy558ZLAyl1Dsiditu7cp/dV9TOVYWjZu8fvaP2Tjt9/nd2rbsW6YqVZHxoWMKbO+Vob17NRTmEIkUT8tmpOQlOhgZz914reeVar27NRdLk+NfWbf4f1ywIVLF5TxWk3hTxi97uoz+2RlZ30+7cvE5MQTSQnzvv3F3c29XYu2cnF0cJw5b5ZpVxevOZtMq8Yt5y9fIBvy8OqF1XGvXEW2D0UflgdfeLSdeygNLw/PumF15EvRcceUnoh6kWq1unH9xms3rbV0tmrSUtxW+47slxekYZ0Gsp2dk71k1TKlv7pftRIjbW0uy7iU8kZI/r6FGZfFfy5t3aS1ksiZt3T+8r9WyMajvQc0bdS0ZZOW8/9YKDc37dhsybgsWbnk+7kzA6sFtGrSQnau3rBm1YbV8SdPtGvW9oVnRocFhcql1/29Wj3UVpiKxOTk5ecZDIZbu1ny+/btR1+LW2WjtSnQFQhTURn9zb63deOWSsblnx3/WDIu4z+bcOjY4cDqAX0e6N0isrkAAAAAAAAAAAAAcI8g4wJUIOkZ6cNfHdmuZdvklKS1m9fl5efJztohteqG15GNts3bBlSrcSIpITc/b+jLwzu17ujq6vL35g2nzOVeggNrDuj1iGz4ePlu2LoxO8c07dHIN0Z3atPJ2cl5666t+48ckD0ajaZ2SGERF2dnZ6Ux67fZcYnx4cHh7VveV/x4KjlWOpF0Yu+hfbI99JXnenbqFlg9cN/h/cvW/q4MaFCn/rXOpW+3PstW/y5PIfZE3OPPD76vZftLly5aTqpf9z7Fa8m0adbmkLkkiTBHXqr7mlImkfUard20Vul0c3GNqBchbrcxE17q3/ORS1kX/96y8dRpU9UZOzv7rvfdf/13lfJGSI/0fPjvLetlY/3WDY+NGtS0YZMDUQeVpJGN1qbvA31M5960daB/YHxi/Nbd20a8PqpXlwcTU07+tPDnzKzMlNSUzu06yzEuTi7Kfk6cPJF+Ib1V05bpFzL+3vy38inySiplY275ZllD3pqz58/JxgdffRBYPajX/T0DqgeU8r0P9+z706I5RqPx61nfpp5JbRHZYuvurcvWmA44ISlh9JOjBAAAAID/xLRp01JSUsaPHy8AAAAAAACsQMYFqEDat7xv/dYNR48ftfS4u7mPH/O2jXmuHAd7hw9f+2DcB6+eTEnKy8/7Y90Ky7CQwOD3X35PGebq7DLxjY9e/fD1rOys7Xt3yKX4R7w0fKybi6vSrhNSZ+Xfq2QjOu6YXAb1faxExkUaP+ad/xs/Jj4xPj4xbtKMKcVf6tKuc5umbcQ1hAaFvP1/b3445WN5GKlnT89dOtfyUsfWHUY9ObL44DZNW307+zul3TyisHRH4/qRlgFtm7XVaDTitmrcoHFcQtzUn6dZeuRHvPN/b/h6+V7/jaW8EVKzRk1HPzly8kxTlZSo2Gi5WEaOGfpCoH+gbKjV6k/fnDjm3ZcSkhO37dkuF8sYeaF6duouG80jm40Y/Nw3P34r28vW/K6kQBR2dvbjRr6stG/5ZlmjXq1668xpm43b/5FLwzoNSp9x8fOu9vnbn775ydvyS7JwxWK5WF568/nX/P2qCwAAAAAAAAAAAAD3DjIuQAXSpW3nJ/sPnrP41+17dzjYOYTWDBk34hXvql6WAeE1w377bu7K9av+3vx3THxsTl5uvbC6zRo1ebhnP0uuQpjnCVr0/YKfF/68+8CelDOpBQX53p5ewQHB/br3jSxWDaVfjz7HTxxfuWG1rY1N7ZBaIYGhVx5Sdd9qcybP/n3tH6vXr046lXTh4gXPqp5+3n4Pdu7RsU3H65/OAx26Nm3YZNma37fs3hZ74rirs2tYcFinNh07tS75xvDgcB8vX6WSSqN6jZTOmgE1K7tVTs9IF6ZCL63F7RbkH/jhuPd+XDB70/Z/LmVl1vD1H/nkiMjSVYsp5Y2Qnuw/pG5Ynem/zkhOTUlPT5NXL8g/qH/PR5pFNLWMCfQP/PGrmTPnzY46fjQ6LibjQrqjg+OjDw14auBTyvRG0jMDn2rdtNWchb9ExUWdOp1qZ2fn7eFdv079xx4aWM3HTxljzc26ZS88/Xx2Tva2Pdu9PDxrh9au4u5+U29v16LtzM++/235/Jj441Gxx/LycuU34blBz/bo1E0AAAAAAAAAAAAAuKeojEZjiS7ZYzDT6XT5+fkLdi2ctOFr+Rx0w7sbBAAz5Q+O6c+J3qDX6QryCz7+/eNNMf/Izoeb9h3a4RlRlox64/ktu7fKxkevfnD/fV0E7qQZ82ZOmfmNME8k9OrIVwRghZEzR8ecPi4bgyMGdarVyc7eztbe1sbO1sbWRqPVqDUatVptCSrhLpq5bubM9TPd7F2/6TXZvoitra2NjY1Wq1VuE3cK9zqjmfLvCAUFBekXM//aa/oBdV+jUK/KzgJXY7loUoFZ3DP99RnpNfo/4T9gsKiQjm7Y8OuLLzbs2bPPu++Ke9+h1asP/Plnwv799pUqdR49eueCBfG7dj37009+deoIK6SnpHzRo4dPePhzv/xyrTEFOTnb582T/07SZsgQpWftlCkbZ8zo9vLLzQcOFLfbHd35nSP/AB5es+bY5s3l4/t2Vfqc7C2P9pQN+yHPObW6z87OztZM/hKiMePXRdyLlm85mJWb7+ViF+TpovxqrXy3lS+2/FbLMXyxAQAAAKDCUgsAAAAAAHAzYrdv/+3VV6M2bHCqXNnOycnW0VH8h/YuW7Z60qScCxcEru1MbKy8R2kJCQIAAAAAAADlBXMVAQAAAABwc07s3i3XbZ58svPo0UqPs4dHbmamR0CAAAAAAAAAAHBnkHEBAAAAAODmFOTmynVlX19Lj094uABwDcuXLz937tyQotm1AAAAAAAAbg0ZF6D8m/LBJIH/ylP9n5SLAAAAqKjOnTixc8GCuB070pOTK/v5hbRq1WbIEAdX12uNzzp/fusvvyTu25d6/LhvWFhgkybNBw60q1RJefWHp59O2Lv3ia+/Dm7Rovi7/vr22w3Tp3caObLt008rPanR0bsWL5b7uXT2rH+DBmHt2jXq2VOlLpyfN3rTpjkvvNDlhRc8AgP//u67/Ozs0DZtHhg7Vtw8ZVdKe9kHH8ilfrdu/d5/f+awYfG7dj37009+depYjnzCnj37li07tHZt0qFDHgEBwc2btxw0yNbBwbI3g16/a8GCw2vXpkRF+YSFhbZuHX7ffdc/gMl9+56Nj5eNf378US73DRvWYfhwy6vJR45snzfvxK5daq3Wr3bthj17hrRsWfztury8nQsXxm3ffvLgQTcfnxoREc3693evVk2Uwg13Lu/m2q+/Prl/f8apU541a1Zv0KBpv35VatSwDFg7ZcrGGTOenDZN7mHHvHknDxywsbev2axZy8cfdysWGCrlccp7sWfRIvnNybl4UR5Ptfr1mz3yiFOVKsqt2bVwoWzIj3g7IiKwcWP5oQJ3T4qZAAAAAAAAsA4ZFwAAAADA7bF36dJlH36oLyhwcHPzCglJPnLk9PHjMZs3D501y9bR8crxh1avXvree3lZWXZOTl7BwSnR0XE7d+6YP7//xIn+DRvKAfW7dk3Yu/fQmjUlMi4HVqyQ64Y9eiibq7/66p8ff5QN56pVq/j7x2zbdnT9+p3z5z8+aVIld3fZrzIPSzl6dO3XXxt0OmFOY4hbUqV69Q7Dh8du3y4PrNZ99/mEh1cNCrrW4E2zZq0xH4NHjRopUVGJ+/bJAxs6c6bWzk4ZsPCttw6uXKlSqXxr1bp45szqSZP2LV9+/QNo+sgjsdu2RW3YEBAZGdSkiXKhFPv/+OPPTz9VqdW+4eGpsbHnV606uGrV0z/8UKNRI2XAmdjYX8aMOX/ypMbGRo7JPH9+65w5OxcufGDMmCb9+l3/c2+487Px8T88/XR2RoaNnZ28LBmpqXLn2+fN6zhiRJvLq3fE7969ZfZsoVJ5h4aePXFi29y5+1eufOb77y1XsjTHKb88v736qlqrreznVzUgIGHfPnlT5E0f8t13crehrVtrtFr56W4+PhG9erl6eQkAAAAAAADc+8i4AAAAAABug4xTp/743//0BQUPvPRS84EDVSpVXmbm7x9/fGDFir+nTbv///6vxPicCxf+mDgxPzv7wTfeiHjoIbVGYzQat86Zs/Lzz1d88smzP/2kUqvr3X//n59/fmTdup6vvaaxsVHemLBvX3pycs1mzVzMwYX4Xbv++fFHNx+fh8aPD2rSRPbIfcrP3b98+YYffuj28suyx2h+46HVq4ObN+86dmxedra2aG9XituxQ659wsKuWn7GIyDgvmHDcjMzE/buDWnVqnHfvuLa1k+d+uiXX4a3bSvbuRcv/vDMM6eiovavWBHZu7cwp0YOrlzpGRQ04NNP5W6FuTDJgtdfF9fVrH9/lRBRGzZUq1tXHknxl5KPHGk9eLBSOEd+3Lxx40yxj4ULLTGUPz/99PzJk3IPHUeMsHd2lj1ywMI331z52Wdhbdq4XDcIcv2dGw2Gpe+9l52RIXd+/wsvaO3tZae8cYvHj18zaZJ/gwaWY1AuizyAVoMGae3s5E1f+NZb8kuycebMvu+9V/rj3PLzz/I7M3r+fKVOjLzpa6dM2TZ37sYZMx75+OPwdu0q+/ltnzfPuWrVElcJd0VkZGRISIgAAAAAAACwjloAAAAAAGC1A3/+mZ+T07BnzxaPPqpSmSqn2Dk5PTBmjKObW2p09JXjt82dm5We3nzgwMZ9+6o1Gtkj39Xy8cfrdOqUcvTo4bVrZY+9i0t4u3a5Fy8e27LF8sZDq1bJdb2uXZXNDd+jHgmTAAAQAElEQVR/L9f3jxmjBFwkW0fHh95808XLa8dvv106e9byRhs7u4c//NA0h069ej7h4dc6kVnDh8vl1NWO+WY17d9fCbgo56IEYpKPHFF65OHJdbdXXlECLlJYmzY3rKdyHX61a3d54QUlmiM/rs1TT8nG6WPHlFfjduyI3b7dt1atbi+/rARHpJrNmrV96qmCvLxNs2ZZs/PDf/2VuG9fjYYNu48bpwRcpNodOijzKG384Yfiu6pWp067Z55RitnIm976iSdkI6XospTyONOSkuSbbYo+S970Ds89Jy9m4z59BMqeyMjI9u3bCwAAAAAAAOuQcQEAAAAA3AaJe/fKde2OHYt3VnJ3f3XdusHffnvl+FNRUXIdWBRMsQhq2tTyqlTvgQfk+og58iIZ9PpDq1fbOjjU7dxZ6Tm5f79cBzdrVnwnGlvbgIgIObh4VMWvbl0HNzfxH6oREVF806lKFbkuyMuT65yMjJMHD8rjUc7Xor75fG9N0OUXwSc01PRBFy8qm6eOHhXmC65SX/afAmqa33XDTM/1d342Lk6u6xTdFIt6XbrI9enjx4t31oiMLL7pUrWqXBfk5t7UcYa0bGnQ6b4bNOivb7+N3b5dvt3e2bn5gAElricAAAAAAADKE+YqAgAAAADcBpfS0kRRXqE00hIT5fqXF1+86qvnk5KURmjLlo5ubkf//rsgN9fG3j5my5as9PT63brZOjrKVy+kpiqRkQ+KyqWU3M/Jk5Z2pcqVRSlM2LNH3CbOHh7FN9Va07+DGw0Guc5ITZVrV0/PEm+pUr26uFVO7u7FN5XZnQx6vbKZZr6km2fPlsuV7z174oSwYufnEhLk2sXbu8S7KlWporWzu3jmTF5mpp2Tk9JZ8rKYq/gYzJel9MfZ5fnnzxw/nnrs2Ibp0zfI/7phbx/WqlXT/v0DGzcWKHtSUlLy8/MDikoWAQAAAAAA3BoyLgAAAACA20BrDj3crICICM3V3uhalJaQrzbo3n3rnDnRGzfW7dLloHmiovr336+8qkyKZOvgUL1+/avu375SJUtbZc5S/JfU6msWT1WOXCjrYuT5qq7oLCWV+nq1WpXdeoWElEir3JadK8EdY1FOpbjCiaiKXXz1dW9EKY/TxdNz+M8/H1m3LmHv3vTk5NPHjx/+6y+5tBkypPPzzwuUMcuXL09JSRk/frwAAAAAAACwAhkXAAAAAMBtULl69ZMHD148e9a3Vq3i/Qf+/FOlVoe1aVNivHu1amfj49sPH37Dwhv1H3hg65w5R9evD23TJurvv52rVg1u0UJ5ycXLy8bOzmAwPD5pkuaWQjZ3i7O54E16cnKJ/gunTxuNRnEHVPbzk+u6nTq1GzpU3G5V/P3l+tKZMyX6s9LS8rOz7Z2dbR0cROmU/jjVWm3dLl3qmqdDkg6sWLHwrbc2zZrV6MEHPagXAgAAAAAAUB6pBQAAAAAAVnM3T7IT9fffxTsLcnKWvf/+sg8+uLKiSZh5dqGoDRtK9P8xceLn3bvvnD/f0uNXu7ZXSEjM5s1H1q7Nz8mp17WrMumPolbHjrq8vOh//im+E6PBMPXxx7/q3fvkwYOiTKrk7u4dGpqXmXls06bi/YfXrr3xm2+p0IsSM4reuLFEhubQqlUTO3ZcMmGCsIK7OZhy5cEfWLlSrms2ayZKrTTHef7kycl9+84cNqz4gPrdugVERoqi5NAtl8MBAAAAAABAmUXGBQAAAABwGzR44AFbB4e9y5btXrRI6TEajX99+21+To58SWtvX2J8o549Xb29t8+dG7Nli6Xz0KpVO3777dK5czWbNy8+uGG3brmXLq39+mvlg4q/1HrQILle/cUX50+eVHoMev2fn32WfOSIWq2uVqeOKKsie/eW6xWffCIPVemRl2LjzJk3fKONnZ1cp6ekiJtRNSioTufOSYcPr/vuO0t85Exs7B+ffJKVnh50o2o611erffvKvr4Je/cu//hjXW6u0nl47dq/p02TjaaPPFL6XZXmON2rV1ep1fG7du1fvtzyxuTDh1OOHpUNj8BAudaar9KF06ctx4O7aNiwYUxUBAAAAAAArMdcRQAAAACA26CKv3+PV19d8t57S99//6/vvvMMCsrOyEg9dsy9WrXOo0dfOV5ja9vl+ecXvv32T6NGBUZGqrXagry8xH375Et9JkxQqsJY1OvadfWkSRfPnPEODfUJDy/+kndYWLP+/bfPm/fNwIHV69WTPXLY2fh4exeXAZ98olKX3b/a0aRfv9itW6M2bpz6+OPypPJzctISEup07Hj4r7+u/0Z388RAh9es+SYhIahZs64vvihK576hQxP27NkwfXr0xo2V3Nxkz4k9e/QFBfJI6nfrJqwgr3af9977dezYHb/9tnfpUp9atTJOnbp4+rR8qeNzzwXeZICmNMf50Dvv/PD00/L7s2P+fFtHR6PReGL3boNe32H48Mq+vnKAi4eH7JfHMLlfPzdf3yfNaRsAAAAAAADc06jjAgAAAAC4PRr27PnMjBlBTZtqbWxO7t9vNBhaPPro0Fmz7Jycrjq+Xteuz86eHdy8+YXTpxP27ctMS6vTufOw2bPr3X9/iZEuXl7BLVuKK4q4KLqPG/fwRx95h4aejY9P3LdPrdE0699/5Ny5VYOCRBkmj3PgF1/0fe+9ms2apaekOLq4dBo58pGJE2/4xhqNGrUcNEhjY5N67FhWerooNa/g4JHz5tV/4AF9fv7JAwfOxMUFRETIT+zx2mvCavKoRvz6a51OnVx9fE4dPWrr4NCoV69nf/653dCh4iaV5jir1a0rxzTo0SM3M1Pe9OwLF2T7sa++uq9oAiOtvX2vt95ycHOT11aZvQgAAAAAAAD3OlWJ+a2FuZq0wUyn0+Xn5y/YtXDShq9VKtWGdzcIAGbKHxzTnxO9Qa/TFeQXfPz7x5ti/pGdDzftO7TDMwIArDZy5uiY08dlY3DEoE61OtnZ29na29rY2drY2mi0GvlUTK1Wy/+BFrjbZq6bOXP9TDd71296TbYvYmtra2Njo9VqldvEncK9zmim/DtCQUFB+sXMv/aafkDd1yjUq7KzwNVYLppUYBb3TH99RnqN/k/4DxgsAMBq+pzsLY/2lA37Ic85tbrPzs7O1kz+EqIxKzu/Lk6bNi0lJYXpilAay7cczMrN93KxC/J0UX61Vr7byhdbba7OxW/XAAAAAFBhUccFAMqJnkMeiujaRC6xJ2IFAAAAAAAAAAAAAJQvWgEAAAAAAAAAAAAAAACUbWRcAAAAAAAAcAf16NEjPz9fAAAAAAAAWIeMCwAAAAAAAO4gX19fAQAAAAAAYDUyLgAqqKzsrF+Xztt1YFdUTHSgf0D9WvUG9X3cw91DeXX1xrWvfvia0n7v5Xe7d+wmG6fPnXlk+IBLmZdk+6n+Q0Y9OVIZsGbT2jUb1sYmxqWcPlXVvUoNvxp1Qms/8uDD7m7uyoB3v3h/6aqlsvHTpB8LCgp+Wz5/1/7dVd2rNmnY+Il+j8thq9avXr1xze4De/z9qjeq23D448McHByV94564/ktu7fKxtIZi3cf2LV+64YDUYcD/PxbNmn56EMDHIuGXYvBYPh9ze8bt/+z/8iBym5udUPrPtS1V4Pa9QUAAAAAAAAAAAAA3FPIuACoiPYe2vfKB6+mpacpm/uPHJDL72v/eHfsO22atpY9Xdp22rzjH9kj219+P6lV45Zurm7vffG+EnAJCQwe9vhQ5b3Tf/nh29nfWfacdCpZLpt3bVm9cc2cKT852DsU/9zffp+/Yt2fer1ets+dP3f0+NF/dm6uF1Z36eplyoBD0YflEpd4YtKEL1QqVfH3fjP721XrVyvtfRfS9x3Zv2TV0q/e/aJmjaBrnWba+bRRbz4fHXdM2TyfcT72RNzyv/547olnn+r/pAAAAACA/8Tu3bsvXrzYvn17AQAAAAAAYAW1AIAKRqfXffz1RCXgElQj6LE+A1s1bqnRaDIuZLzz2QQlxSK9/NxLPp4+siFHfvXD5KWrlir1VGy0Nu+9PMHWxlaYcyrT53yvjO/YusNT/Yd0bX9/JcdKcvNEUsI/OzeX+Ojf1ywPDQwd1PexNk3bKD1xCXFLVy8LCzJ1Nm3UROncvHPz3kP7Srx31frVHu4e/Xv1796hm72tnexJSU35eMrEa5+omDpnmhJwqexWudf9vR7o0NWpkpNer58y85t9h/cLAAAAAPhP7N69e8OGDQIAAAAAAMA61HEBUOGs/Ht1TPxx2WjWqOm3H32tdP7x14q3Pnkn40L6L4t/fXbQMNnjVMnp3bFvDxv3nGwvXb3sr83rlJHDBw0LDQpR2iqhemXEywnJJ6q4VRnyyGCl87Npn89Z9KswZVBOlfhoHy/fHz6friRUnntt5Pa9O0ydnj4zPv9eqfjy1NhnlPRJUmpSRL1Gxd9b3bfaT5N+dHFyke0n+g16dPTjer1+98E9u/bvatyg8ZWnmXI6ZcEfi2TDw93jt+/murm4yvbJlKRHhg/Iy8/7ZvZ30yZ+KwAAAAAAAAAAAADgHkEdFwAVTnRclNJoFtnM0tmqcUulsWnHP5bOxg0aP9H3caWdmZUp1/Vr1Rv88BOWAVXcq/Tr3mfssDFDHhmcl5+3fc+Ob378dtue7cqrOTnZJT66TdNWSsBF8qxSVWm0bNzcMqWRj5dP4XuzS763d7feSsBFCgkKVuZUEqbZkZLE1UQdj1YatUPClYCLMAdlAv0DZWPX/l0XLl0UAAAAAHDn+fr6BgQECAAAAAAAAOtQxwVAhZOYVBgKmfT9ZLmUeFWZw8jiucHD/9r8d3JqsrL53ssT1OrL0oH5BfkLli/8c/2qY7HHCnQFxV9SqVQldu7l4Wlp29raKg1LrsXUaVOYgDEYjSXe61vVp/imj5e30jh1JlVczcmURKWxcfs/EV2bXDngfHqaq7OLAAAAAIA7rEePHgIAAAAAAMBqZFwAVDgGg/46r55JO2s0Gi3xlBNJCaln/w2RbNi28fE+j1o2c/Nyh70y/FD0YdnWarQR9RrVDat7Lv3cir/+lD0qTclaWVqtzZWfaKO1FaWQk3tZZRd5jNcfrzcYrj8gLeO8UtMFAAAAAAAAAAAAAMo+Mi4AKhzforoprzw3dkCvAdcZmV+Q/84n4/X6fzMx38z6plXjFpZoyPzlC5WAS4vI5h+99oEyl9DUn6crr2rUt3M+uITkk8U3U8+cUhp+Pn5XHe/rWXiandp0+t8bHwkAAAAAuEtSUlLy8/OZrggAAAAAAFjpdj5/BYB7QssmLZXGph2bLZ1LVi7pMaTX6DdfmLt0rqXz+19+OBYfI0wTA/m2iGwuG7n5eW9/9q5Or1MGRMVGKY1mjZopARej0bj74B6l88q5iqyxdPWyS5mXlHbsiditu7cp7eo+1a86vmnDJva2ppmPDhzZn34hXek8kZTQoX+XYeOe+2jKRMtZAAAAAMAdtXz58lmzBi+XRAAAEABJREFUZgkAAAAAAADrUMcFQIXTpmnrQP/A+MT4rbu3jXh9VK8uDyamnPxp4c+ZWZkpqSmd23VWhh2KPjzztx+V9ivPjQ0OCOr37MC8vNzD0Yd/+GXGs4OGyX5Pd09lwKz5s41Gfe2Q2otWLtm1f5fSmZ+XL26f9Iz04a+ObNeybXJK0trN6/Ly82Rn7ZBadcPrXHW8e+UqD3R4YPHKJWfSzj790rABvfrbarU/zv8p40K6PEI/bz+thv8JAAAAAAAAAAAAAHDP4AEngApHrVZ/+ubEMe++lJCcuG3PdrlYXurYukPPTt2FMkvRZ+8qsxTdf1+Xds3bysazjz0zacYU2fh+7ow2zdvUDqnVr0fvpWt+z7iQLpevfpii7MTRwTE7J1s2ThVNJ3RbtG953/qtG44eP2rpcXdzHz/mbRutzbXe8uLQF86cO7N515YTJ098PGWipT/QP/DFoc8LAAAAAAAAAAAAALh3MFcRgIoo0D/wx69mDn54cLNGTd1cKwtzMOWZgU+998oEZYKh736aFp8YLxturm4vDRujvOvxvo/VDAiSDb1e/9Yn7+Tm5/l5V5v95cz77+vi4+kj+6u6ezzUtddv3/7iVMlJbm7ZvS03L1fcJl3adv7xyxnys+QhyY9r16Ltz5NnBwcGX+ct8jC+mvDFS8+Oad/yPl9vX6WzR8duX38wWZlZCQAAAAD+A8OGDRs/frwAAAAAAACwDnVcAFRQLk4uLzw96lqvPv/UKLmU6NRqtPO/m1eis5qP30evflCic+PCv4tvvvPim3IpMeaN51+XS4nOq460qBtW98rPsvh91pIrO9Vq9aO9B8pFAAAAAAAAAAAAAMC9jIwLAAAAAAAAAAAAAAAAyjrmKgIAAAAAAMAdtHz58lmzZgkAAAAAAADrUMcFAAAAAAAAd1CKmQAAAAAAALAOGRcAKNOmfDBJAAAAAAAAAAAAAECFR8YFAAAAAAAAd1BkZGRISIgAAAAAAACwDhkXAAAAAAAA3EGRkZECAAAAAADAamRcAAAAAAAAAAAAAAAAUNapBQAAAAAAAO5ZKpVKlG0pKSknTpwQAAAAAAAA1iHjAgAAAAAAUB6ozETZs3z58lmzZgkAAAAAAADrMFcRAAAAANxZxZ8667Kz8s6kCgCwmj4391ovlf3KLgAAAAAAALeAjAsAAAAA/BeUR87Jvy+UiwCA20dVjCiTARdfX19bW1sBAAAAAABgHTIuAAAAAHCnWJ43S0ajUQDAHaBWqzUajVwXrxpVppIuPXr0EAAAAAAAAFYj4wIAAAAAd4SSa7EUV/B+8XVdTk5+fr5er9fpdHItxxgMBssaAEqjeHhOibbYBtQs43VcAAAAAAAAbgsyLgAAAABwx8mH0I51GhQUFGgLTJSMi8HMaCYAoHSUCIu6iLaIkncpUc0FAAAAAACgPCHjAgAAAAC3X/EiLvKRs8FgkI+fZY9SskX26HQ6YzECAErN8rNFrpV0S/GAiyh7pk2blpKSMn78eAEAAAAAAGAFMi4AAAAAcAdZKi4oMRcbGxvlObQSeSHjAuAWWCq1KD9MJOq4AAAAAACAioCMCwAAAADcKUo1F/nIWbbl42e5ls+hZadsWyYqUsYIACgdS35FybLInyfKunjAhZgLAAAAAAAol8i4AAAAAMAdpDxmtjyHVqq5KOkWZd4iAi4AboHqckrGxTKBkShjevTokZ+fLwAAAAAAAKxDxgUAAAAA7gilQEvxuYqUKgtKo/gURcRcAJRe8TouyrpE+RZLEZeyE3bx9fUVAAAAAAAAViPjAgAAAAB3liXmomRZmJwIwO111WhLGazmAgAAAAAAYCUyLgAAAABwp1jiLMUfOSs9xFwA3BZXzbWUtYDL7t27L1682L59ewEAAAAAAGAFMi4AAAAAcAdZci3Fnz0X3wQAKxX/eVI2f7bs3r07JSWFjAsAAAAAALASGRcAAAAAuOOKP3Um4ALgtuOnCgAAAAAAqAjIuAAAAADAf4pH0QAqGl9fX1tbWwEAAAAAAGAdMi4AAAAAAAC4g3r06CEAAAAAAACsRsYFAICyrvCv+/OX/gEAAAAAAAAAAFCBkXEBbrMNUZtiTh8XAGC1pPRkS1uJuajMBAAAAHBPSUlJyc/PDwgIEAAAAAAAAFYg4wJYySguf+p85uIZuQgAuH1UqqIfMyRdAAAAcA9avnx5SkrK+PHjBQAAAAAAgBXIuABW4UkzgP+A2sxSykXp5IcPAAAAAAAAAAAAKhQyLsCtkI+WjUaj0jaaHz+3C78vwD1Ar9Mb9AadTmc0GA0G0/8XjikaXA4YcnMN2dn/bquExslJZWMrANwOyo+XwjiLEm1Rq2p6BKk1apUl6UK6BQAAAAAAAAAAABUPGRfg1ilPmpV1s5pNI6s3KsjX6fILdAUFep1ep9MbDQajmSgXjAUFuXGxel2mKAq0aFxd7QMCVDY2AsDtowRczOkWtUaj1mg1GhutWmNqq9SqYhMXAQAAAPeGYcOGCQAAAAAAAKuRcQGsYjQ/jVYr5RU0Go1WibQYTdsatRJxKR8PovOSk3OOHDbqdMrpqGxsHGvVtvPzE0AZkxsXl592Vsg/fXl5mkpOQmUqh2Jeq4oqoKiEkhQR5s2iRevibOvtI8qIohyL+QeLXLTKUlTJRWX64SMAAAAAAAAAAACACoSMC2AVJeBiMKhMz6GL6rWYevQGhSgvkxRlxR8XaWeVZ+q21f1dWrbUODgKoOxReXvm7NiqtA038TaV2+AnRZmiEmqFqZSLVqOV/zBl6Uw/dFSCOi4AAAAAAAAAAACoaMi4ALdOecZsNMVc1LJlNGqUToPeVMHFHHApPxMVeXTslPrDNGEwVu7cxbFWLQGUVba+PpmVHPNTkm/qXc6Nm9ja24oyozDCovx4Uas0pimLzEkXjSn0wnRFAAAAuLcsX7783LlzQ4YMEQAAAAAAAFYg4wLcItNcIeb8SmEpF6HWaoXeXHfBoFEbDYXplnKTcRH2dn4DBmorV1ZXqiSAsq1K27ap074r/Xitq5tn9+6ijFEiLKYkS+FsaOZpiijiAgAAgHtQipkAAAAAAACwDhkXwCqFT5pNdRUMRpVGbgujqYKL0WhKtyhPoe/FmEvmvn1ODRuW6LQJChTAvcC1Xt3M4ODMvXtKOb7m5CmijLHUcVFWSu0W88RFquJFXAi7AAAAAAAAAAAAoOIg4wLcOqWUiyXmYpqsSKU29ch2sWjLvZVxKTh7LmXSF1mHD/mNfsG1fQcB3Ju8+vTN3LKpNCOdmzTT2JS5/zW0hFeUhnk+NHPahYALAAAA7kGRkZEhISECAAAAAADAOmRcgNvA8rxZqd1SOIeR+aV7KeBiNKb9/vvpH6brc3PlwadO/sqpbj07H28B3IO0ocGuEZEXt265/jCNvX3gW2+JMkn5wWIsapNrAQAAwL0rMjJSAAAAAAAAWI2MC2CVwofQRdVcLJv/DhD3hvxTpxI/eC/70CFRdMyu7e6zdXVWazQCuDd5PzH40qaN1x9TZ8kyVdn+klt+hhRPt5B0AQAAAAAAAAAAQAVExgW4DSzPmwsruNxbj58NhrPzfzs1baohL1fp0Dg5VX/1dbf72gvgXuYYGurSosWFf645Y5HKxsao06ltbMQ9gmgLAAAA7lEpKSn5+fkBAQECAAAAAADACmRcgNvpnnsCrctIj3/5pazD/5ZvcW7azP/Nt208PARw7/N5eujFa5VyMRqDP/tS6+gom7rz5wvSzzvUDBYAAAAA7oDly5enpKSMHz9eAAAAAAAAWEEtAFRgGmcXQ36+0lbbO1R76eWaX04i4IJywyE01LVN26u+VLnrA06RkUo7edKX0YMeS502VQAAAAAAAAAAAAAoq8i4ABWaSqPxf+ddodE4hNcK+2mOR59+AihfvJ8eemWnXXX/GvKbb5a5a2f66lWykTprxplffhYAAAAAbjdfX18mKgIAAAAAANZjriKgonMICgqeNNmpUaQAyiOllMuFy2csqjVvvqWtv3RJ4+Cgz8mx9fb26EvMCwAAALj9evToIQAAAAAAAKxGHRegAsk9EX92wfwr+wm4oHwrUcrF/YHuxTdd23cIn7fApWWr6uNeU9vZyx5DXm7M0Kczd+8WAAAAAAAAAAAAAMoMMi5AxWA0np3767EhTyR//mn2sWgBVCRKKRelrXFx9X/r7RIDbDw8gj793LlZc2Uz9Ycfsg4fOj56RMI7bwkAAAAAAAAAAAAAZQMZF6D8yz97JmbE8ORJXxry8+Vm4rvvGHU6AVQkllIu9Vauvv7IgrNnzvw8W2mrtDYCAAAAgNWmTZs2fvx4AQAAAAAAYB0yLkA5d37FH9EDB2Tt36dsqu3sq/TspVLzZx8Vi1LKxalhxA1H2lT1rPnFVzYeVTWVnHxHjVI6c47H5J9KEQAAAAAAAAAAAADuHq0AUE7pLlxIfH/Cxc3/WHoq1atfY/y7tj6+Aqh4vJ8e6hAaWpqRzs2a15o3PyfmmLayu9w05OedeOP1vJOJVfsP9H7qKY2ziwAAAAAAAAAAAADwnyPjApRPWQf3x497RZeRoWxqHBx8Rozy6NtPABVVKQMuCrWDQ6X6DZT2qW+/yTuZKBtn5/1a+f77HcPJuAAAAAA3p0ePHvnmyXMBAAAAAACswXwlQPlk61vNqNcrbadGEWG/zCPgAtwa19ZtlepHVR9+xDG8ltKpv3RRAAAAACgdX1/fgIAAAQAAAAAAYB0yLkD5ZFOlSo23x2scK1Uf91rw19/aenkJALfEKTIy/JdfvQY/6f3scKUnc8/uIw89eG7hfAEAAAAAAAAAAADgv8JcRUC55dKqde3FSzTOzKsCWEttZ+9TFHCRTv5voj4nJ+mzT7MOHqwxfoIAAAAAcF27d+++ePFi+/btBQAAAAAAgBWo4wKUBxnr/rq0Y/uV/QRcgNsuc/++vMQEpV35/q4CAAAAwI3s3r17w4YNAgAAAAAAwDpkXIB7m/7ihRNvvi6XxPff02dnCwB3mFODhuG/zq1Up67rfR1cWrRUOs8tXJATHSUAAAAAAAAAAAAA3DHMVQTcwy5s2pj40Qf6jAzZLjh39tS3X1cb+7IAcIfZ1wgMmf6D/tJFZTM3Pi7ps09kw/PxJ3xHjBQAAAAALhcZGRkSEiIAAAAAAACsQ8YFuCfpL15I+uzT9DWrLT1aDw+39h0EgP+KZS6wxI8+UBppy5d5Pj5I68IcYQAAAMBlIiMjBQAAAAAAgNWYqwi492QdOXz00QHFAy7uPR6sNfc3pwj+oyFwF3gOGGjrV002arzxlhJw0Wdn6TLSBQAAAAAAAAAAAIDbhzouwD0mdcb3qd9Pt2zaeHj4v/m2c9NmAsBd4tahk1wubNzg0qq10nPqm68z/v67xvh3nZs0FQAAAECFl5KSkp+fHxAQIAAAAAAAAKxAHRfgHmNnLhehcO/WPfyXuQRcgLLAtW07pZF99OLWEToAABAASURBVMi5RQt16edjXxh96rtvBQAAAFDhLV++fNasWQIAAAAAAMA61HEB7jGV7++afeTwhU0bq7/2BiUigDLIkJNj6+WVf/q02t6hSs+eAgAAAAAAAAAAAMDtQMYFuPf4vTjW+9nhGsdKAkDZ4xQRGf7rvIR333Xv1s22qPCSPvOSxslZAAAAAAAAAAAAALhVZFyAexIBF6AsU9s7BH70sWUzY91fJyd+HPz1Nw7BIQIAAACoeIYNGyYAAAAAAACsphYAyrbMfXsFgHvWhU0bT7z9pv7SxZjnns06eFAAAAAAAAAAAAAAuCVkXIAyLXXG98dHPnfml58FgHuT2tFRpbUxtYySQQAAAAAAbkT+65MAAAAAAOAKZFyAsivrwP7U76fL/66TMmXyuUULBIB7kHNk48APPtS6uoVMne5Uv4EAAAAAKp7ly5fPmjVLAKWmUqkEAAAAAABX0AoAZZL+0qUTb72htG29fSrf/4AAcG9yadW61vwFGidnZVN/6aLG2UUAwL3M8lerU9MuZOfmCwAAris2PuHc2dPxp9IEcCN6g+nXDNUVBAAAAAAAZFyAMuvE+LcLzp41tTSawI//p6lUSQC4Z1kCLmlLl6RMnhT46adODSMEANyDlIdManVhPcioxNMCAIAbycjMzi/Q7zh6QgClJn/fIN0CAAAAACiBuYqAsujils2Xtm5R2r7PDncIDRUA7n1Jn31ycuJH+uys5E8/FQBwz+JREwDgZnlUC/QOChdAqSmZ2uIxF34DAQAAAAAI6rgAZdOpqd8pDVu/alUffVwAKBfcH+h2buEC2ciJi724dYtLi5YCAO4plskCnB3tH2gSWlBQkGemMzOYGc0EAADFefA3N3A9lhSLxkyr1drZ2cmGuggxFwAAAACAgowLUOZc2rkjJ+aY0vYZ9qxKTb0loJxwrF3HtXWb/DOnfYaPcGneQgDAPUU+VTIajZa5imy0WqPBYLSxEUajfAAlF0vAhYwLAAC4WZbfMZSMi/xNQ2Ep5ULABQAAAAAgyLgAZdDpmTOUhq1fNbeOnQSAcqT6629o3SoLALg3WR4+WZ4/KXEWZVO2lZiLAADgclFRUVlZWZGRkQK4BkuQxVLKxcbGRmkrv3sIAAAAAADIuABlkN//jTk7b27GX2so4gKUP8UDLrr089rK7gIA7gVKERdLW0m0KG0l4GKZqEgZQ9IFAFBcTEzMmTNnWrVqJYBrsGRclESLVqtVki5KxqV4HRcKugAAAABARUbGBShzHEJD/d9623fUKB5+A+VV5q6dZxcuvLBpQ625v9lVqy4A4N6hPHkyGo3ygZPlQZQl4ELGBQBwVUpGwd7eXgBXUzy/oi6iKcJ0RQAAAAAACzIuQBlFwAUox+JfHafPzpKNCxvWez42SADAPcLyYEmZL8AyoYAl4EK0BQBwVX5+fvZmArg25TcNJeZSPOxSoo4LAAAAAKAiI+MCAMB/zbVNm/OrVsrGpe3bybgAuFco0xUpj5csT55KpFvIuAAArurBBx8UQClYsizFa7cwUREAAAAAwIKMCwAA/7XK3bprnJycIiOdGkUIALjXWP6OtRJ5uWq6hbALAAC4KSVSLJZ1iU0BAAAAAKjYyLgAAPBfc27SVC4CAO41lkRLiadQJFoAAMDtdWXhFgIuAAAAAABBxgUoU9JXrVRXqmQfEGBXrboAAAAoeyyPlyzzFgmeOQEAbmTKlClJSUkff/yxAG4ev2kAAAAAACzIuABlSMrXkwvOnZONwI8+dm3XXgAov3KiozL37c09caJSnbruPXoKALjXlHjaRCkXAABwuxBqAQAAAABcCxkXoKww6vVKwEWy9fEVAMq1c0uXpC1ZLBvGggIyLgDKAZ5FAQBuiP+xAAAAAAAAViLjApQV+SnJlratj48AUK7ZeHgoDf2FCwIAAAAo1/r06ZOXlycAAAAAAACsQ8YFKCt0GRmWtsbZRQAo1+wDAp0aRsiGrS91mwAAAFDO+fn5CQAAAAAAAKuRcQHKCmNBgdLQODgIAOWdW4eOchEAAAAAAAAAAAAASkctAJQNloyLys5OAAAAAABQXuzYsWPNmjUCAAAAAADAOmRcgLLCaDAUtlQqAQAAAABAebF9+/a1a9cKAAAAAAAA65BxAQDgLji/4o99LZvJJeqxAQIAAAAAAAAAAADAjWgFAAAAAAAAcMc0a9YsPDxcAAAAAAAAWIeMC1BWVKpTJ3jKN7KhsuEPJgAAAACg/GjatKkAAAAAAACwGo/SgbJC4+LqFBEpAFQMLs1bKLE2tYODAAAAAAAAAAAAAHAjZFwAALgLtO7uTu7uAgAAAKgAkpOT8/LygoKCBAAAAAAAgBXUAgAAAAAAALhjFi1aNHXqVAEAAAAAAGAd6rgAAHAXXNq+7fSPP8qGra+P/5tvCwAAAAAAAAAAAADXRcYFAIC7oCAtLXPfHtmwvxAoAAAAAAAAAAAAANwIGRegrNBfupgTEyMbKhttpXoNBAAAAAAA5cLo0aMFAAAAAACA1ci4AGVF9pEjsS++IBtaN7e6K1YJAOWaQ0io91PPyIa2spsAAAAAAAAAAAAAcCNkXIAyQ6VS/mk0GAWA8s4hJEQuAgAAAAAAAAAAAEDpqAWAMqIo4yKMZFwAAAAAAOXH4sWLp06dKgAAAAAAAKxDHRegrFBZMi4AKgDd+fO5J+JlQ+3g4FirtgAAAADKryQzAQAAAAAAYB0yLkDZQR0XoAK5uG1r4vsTZMM+MDB8zlwBAAAAAAAAAAAA4LrIuABlhroo42IwCAAAAAAAyos+ffrk5eUJAAAAAAAA65BxAcqMf6cqoo4LAAAAAKD88PPzEwAAAAAAAFYj4wKUGSrmKgIqEPdu3eUiAAAAAAAAAAAAAJSOWgAoI1SFfx6NBjIuAAAAAIDyY8eOHWvWrBEAAAAAAADWoY4LUFY41KwZPOUbU0tN+AwAAAAAUH5s3749KSmpc+fOAgAAAAAAwApkXICyQuPk7BQRKQBUDJe2bzv944+yYevr4//m2wIAAAAAAAAAAADAdZFxAQDgLihIS8vct0c27C8ECgAAAKBcq1atmq2trQAAAAAAALAOGRcAAAAAAADcQb179xYAAAAAAABWI+MCAMBd4NK8RfCUb2RD7eAgAAAAAAAAAAAAANwIGRcAAO4Crbu7k7u7AAAAAAAAAAAAAFA6ZFyAssKQm5N95IjSdoqIFAAAAAAAlAuTJ09OSkqaOHGiAAAAAAAAsAIZF6CsyE9NPT5qhNKu//cGtZ29AFB+5cTEXNiwXja0ld08+j4sAAAAAAAAAAAAAFwXGRegrFCp1Za2UW8QAMq1nJhjqTO+lw37wEAyLgAAAAAAAAAAAMANkXEBygqVRvPvhl4nAAAAAAAoF/r06ZOXlycAAAAAAACsQ8YFKDOKZ1wM1HEByjmbKlWcGkbIhq2vjwAAAADKNT8/PwEAAAAAAGA1Mi5AmVF8riIyLkB559ysuVwEAAAAAAAAAAAAgNJRCwBlg1prY2kb9WRcAAAAAADlxOLFi6dOnSoAAAAAAACsQx0XoMxQ/ds06vUCAAAAAIByIclMAAAAAAAAWIc6LkBZodJo/t0wkHEByrnzK/7Y17KZXKIeGyAAAAAAAAAAAAAA3Ah1XIAyo1jGhTouAAAAAIByo1mzZuHh4QIAAAAAAMA6ZFyAskJTySl4yjdK26ZqVQEAAAAAQLnQtGlTAQAAAAAAYDUyLkAZ4hQRKQBUDC7NWyixNrWDgwAAAAAAAAAAAABwI2RcAAC4C7Tu7k7u7gIAAACoAJKTk/Py8oKCggQAAAAAAIAV1AIAAAAAAAC4YxYtWjR16lQBAAAAAABgHeq4AABwF1zavu30jz/Khq2vj/+bbwsAAAAAAAAAAAAA10XGBbhrUqZMNhr0wmAw6vVCbzDKhsHUEAa90dxpNLeVAcqrTg0aej89VAC49xWkpWXu2yMb9hcCBQAAAAAAAAAAAIAbIeMC/Nf02dnRA/vnnz0jbpZaXW3MSwIAAAAAgHvK6NGjBQAAAAAAgNXIuAD/NY2jo9/YsfGvjhM3qWq/h+0DqPcAlBMOIaHeTz0jG9rKbgIAAAAAAAAAAADAjZBxAe4C17b3ubZpe2HTxtK/Revm5j3sWQGgvHAICZGLAAAAAAAAAAAAAFA6agHgbvAb+5LGxbX0431HjtY4VhIAAAAAANxrFi9ePHXqVAEAAAAAAGAdMi7A3WHr6eU3+vlSDnasVdu9ew8BoBzRnT+fuWe3XLKPHhEAAABAuZaUlBQXFycAAAAAAACsw1xFwF3j3r3H+T/+yNy354Yjq419SQAoXy5u25r4/gTZsA8MDJ8zVwAAAAAAAAAAAAC4LjIuwN1U/dVXowY9ZiwouM4Y9we6O9auIwAAAAAAuDf16dMnLy9PAAAAAAAAWIe5ioC7yc6/htegwdcZoHF09B01SgAAAAAAcM/y8/MLCgoSAAAAAAAA1qGOC3CXeT0xOH3N6ryTiVd91fOJIdrK7gJAuePerbtcBAAAAAAAAAAAAIDSoY4LcJepbG2rv/rqVV+yrxHoOWCgAAAAAADgXrZjx441a9YIAAAAAAAA65BxAe4+p0aR7g9cpZyD7wsvqGxtBQAAAAAA97Lt27evXbtWAAAAAAAAWIe5ioAywe/55zN37cw/e8bS49ysuUvzFgJAOXVp+7bTP/4oG7a+Pv5vvi0AAAAAAAAAAAAAXBd1XIAyQePq5jd2rGVTZWPj98L/CQDlV0FaWua+PXLJPnpEAAAAAOVatWrVgoKCBAAAAAAAgHWo4wKUFa5t73Nt0/bCpo2yXbX/QPuAQAEAAAAAwL2vd+/eAgAAAAAAwGpkXIAyxG/sS5m7dqrs7LyGDBEAyjWX5i2Cp3wjG2oHBwEAAAAAAAAAAADgRsi4AGWIraeX97BnNU7OGsdKAkC5pnV3d3J3FwAAAAAAAAAAAABKh4zLf8RoNAqgFDweGSD4wuBmqFQqAQAAAABl2OTJk5OSkiZOnCgAAAAAAACsQMblziqRVCC4AOD2UqlUlh8shF3uLTkxMRc2rJcNbWU3j74PCwAAAAAAAAAAAADXRcblDrI8eFYaxdcSz6IB3ILiQTkl4KJEWyxhF5Iu94qcmGOpM76XDfvAQDIuAAAAAAAAAAAAwA2RcblTLIkWhSjcLJl0AYBbYMm1mP6pUhkL26riqRcAAAAAKCP69OmTl5cnAAAAAAAArEPG5Y6wBFkMBkPB+cOXdn9coqYLAFhP41DVpcWnKrXaFGpRGYVaLS4v7oKyzKZKFaeGEbJh6+sjAAAAgHLNz89PAAAAAAAAWI2My+1XPOAi///irg8Lzu4SAHC76YTIqtrcPrCPWq1SazRqYTCqVGpz5IWYS9nn3Ky5XAQAAAAAAAAAAACA0lEL3FYlAi45CSsJuAC4c3IOT9LnXtLr9Hqd/H+DZYI0AQAAAABlxuLFi6dOnSoAAACWyFX1AAAQAElEQVQAAACsQx2X26/wAbMp5mLM3Pep0unk3cKj9lMCAG4Hoz4vYcMoUyMvLevodIfaozRGjfKS6R/qwvwipVwAAAAAlAVJZgIAAAAAAMA6ZFxuJ0sRF1MVF4Mx6/BUQ3ay6QWV2qfxa7ZO/gIAbpOqdZ45e/h72dDF/1xQ/SHhXE2YQy0GlUqtKpyoiBmLyrLzK/5IfH+CbNgHBobPmSsAAAAAAAAAAAAAXBdzFd1mlnlCdFlnso8UluGtEjKQgAuA26tqrac0dpVNLWNB3pEvdAU6vU5v0JtmSTMtzFgEAAAAoMxo1qxZp06dBAAAAAAAgHXIuNw2Rku8xWjU6/WZB74UhlzZr7Z18aw3QgDAbaXSOno3fFFpG8+uL0jbr9eZ6PWmOlJKzEUU1ZcCAAAAgLuoadOmnTt3FgAAAAAAANZhrqLbw/IU2TxPkVF3/kh+wmKlx6veCLVNJQEAt5tb4INpx37JTY+SbX3U//TNf1SpFYUzFjFXUVnm3q27XAQAAAAAAAAAAACA0qGOy21TWMXFPEtI5u4JSqedS5B78MMCAO4M38jXlYYx83h+4hK9Tm9aTKVcDKJouiJKuQAAAAC4u5KTk+Pi4gQAAAAAAIB1yLjcBv8+PzZHXHIT/tSlH1Q6fBu/IVQaAQB3hoNHfZfqhRW/jXHT9XmZBr1eLkaDecaiopgLAAAAANxFixYtmjp1qgAAAAAAALAOGZfbw1zAxfRE2aDLyTrwqdLp5NvG0TNSAMCd5N3wRZXa1tTSZehiZ+h1eoPeIBdjUSkXki5l06Xt246PeE4uie9PEAAAAAAAAAAAAABuhIyLtf6dCsQcc8k+OsuQk2p6QaX2iXhZAMAdZlPJt0r4IKVtSJqny0rW60zzFZlnLDL9aFJeIuZS1hSkpWXu2yOX7KNHBAAAAAAAAAAAAIAb0QpYTamRYCriknMuJ2q60lkldICtk78AgDvPs/bT6bGL9HnpKqHXR3+lbzRRpTYxqFWSWmVKt8iGAAAAAIC7YfTo0QIAAAAAAMBqZFys8u8kIOYiLpn7PxOGXNmvtnXxrDtSAMB/QqV19GowOmWHacobY9qmgrM71d7NTTMWaYwqg8EUblGb0i7yhxVJl7LDISTU+6lnZENb2U0AAAAAAAAAAAAAuBEyLrfOWGwGEIPBqDt/JC9hqdLjVW+E2qaSAID/SuWg3mlRP+ddjJNtw7HPdVV+VmvUar1arVYZzKVcCLiUNQ4hIXIRAAAAAAAAAAAAAEpHLWAF47/TFBkyd09QOu1cgtyDHxYA8J9S+TZ+vbCZk6A7uUyv05sWvUFSflqJYuE8AAAAAPjPTJ48edy4cQIAAAAAAMA6ZFxu0b/Pic0Rl9yEFbr0g0qHb+M3hEojAOC/5ejZ2KVaB6VtjJ9uyMvU63QGvd40lZqhaGI1lBm68+cz9+yWS/bRIwIAAAAAAAAAAADAjZBxuXXmAi6mJ8cGXU7Wgc+UTiffNo6ekQIA7gbvRi8JlXkSOl1GQewMg96gLMaiUi4kXcqOi9u2Hh81Qi6J708QAAAAAAAAAAAAAG5EK3Dz/p3ywxxzyYmaZchJNb2gUvtEvCwA4C6xqeTrEfbYuagfZduQNE/n30etqa5Sq1RqtVw0KqNQqYT5x5fK3AAAAACA/0CfPn3y8vIEAAAAAACAdajjcouUWgimIi4557KPTlc6q4QOsHXyFwBw91StM1RjV1k2VEKvj/5Kr9PLxaA3L6Z6LgbquAAAAAD4j/n5+QUFBQkAAAAAAADrUMflpv072Yc55JK571NhyJX9alsXz7ojBQDcVWobJ6/6I1N2vi/bxrRNBWd3qr2bm2Ys0hhVcqVSK0VcKOVy17l36y4XAQAAAAAAAAAAAKB0qONyc/6tf2Au4lJw/khe4jKlw6veSLVNJQEAd1vlmn3tXAr/iqTh2Oe6gnydTmfQ601VXAxFKT0AAAAA+K/s2LFjzZo1AgAAAAAAwDpkXG5a0SxFpjk/MndPUDrl42T34H4CAMoElW/j1wubOQm6pN+LZiwyhVxEUcaFpAsAAACA/8b27dvXrl0rAAAAAAAArEPG5SZYngcrtRByTizXpR9UenwbvyFUGgEAZYOjZ2PXGl2VtjFumjE/U6/T6SnlUpacX/HHvpbN5BL12AABAAAAAAAAAAAA4EbIuNycwgouRmHQ5WTt/0TpdPZt6+gZKQCgLPFuMEaltjW1dBm6uJmmIi7mxWguQ2U0knQBAAAA8B+pVq1aUFCQAAAAAAAAsI5WoHT+ndrDHHPJPvKDMe+c6QWV2jviJQEAZYzW0dOj1uCzh6fLtv7kPF31PmpNdZVapVKr5SJ/lAmVSph/rKnMDQAAAAC4Q3r37i0AAAAAAACsRsalVCwBF3MdF6M++3RO9AzlpSqhA2yd/AUAlD1Vaz2ZHrdEl3NWJfS66K80jSaq1CYGtcpEGGSbgMvd4tK8RfCUb2RD7eAgAAAAAAAAAAAAANwIcxWVVuGkHuaQS9b+z4UhV3aqbV08644UAFAmqbSOXvWfL9xI21RwdmfhjEWm2YoMomiuImYsuiu07u5OEZFycaxVWwAAAAAAAAAAAAC4ETIuN/bv019zEZeC80fyEn9XOrzqjVTbVBIAUFa5Bfa0rxyutA3HPtcV5Ot0OoNebwq5GIzGopgLAAAAANw5kydPHjdunAAAAAAAALAOGZdSKZqlyFT6IHP3BKXTziXIPbifAICyzTfy9cJWToLu5DK9Ti8XczUXSrncTTkxManfT5fLuYXzBQAAAAAAAAAAAIAbIeNyA5bnvkrNg5wTy3XpB5Ue38ZvCJVGAEDZ5uBR37VGV6VtjJ9uzM/U63R6SrncbTkxx1JnfC+Xc4sWCgAAAAAAAAAAAAA3ohW4kcIKLkZh0OVk7f9E6XT2bevoGSkA4F7g3WDMxZPrjIZ8ocvQxc5Q13per9OrTQxGlTCqVMowVVEDAAAAAG6j0aNHCwAAAAAAAKtRx+V6/p3CwxxzyT7yvTHvnOkFldo74iUBAPcIraOnR63BSluf9JsuK9mgV5gCfMJSsIqCLv8hmypVnBpGyMWxVm0BAAAAAAAAAAAA4Eao43JNloCLuY6LUZeVmhv9g/JSldABtk7+AgDuHVVrPZket0SXc1Yl9LroLzWN/qdSCrmoVSbCINvUcfkvOTdrLhcBAAAAAAAAAAAAoHSo43I9SsBFmawo+8Dnpmk+5CWzdfGsO1IAwD1FpXX0qv984UbaPwVndxr0BtNiMNWpUn7eCUq5AAAAALgDFi9ePHXqVAEAAAAAAGAdMi5X9+9TXnMRl4LzR/ISlysdXvVGqm0qCQC417gF9rSvHK60Dcc+1xXk63Q6g15vCrkYjMaimAsAAAAA3F5JSUlxcXECAAAAAADAOmRcrqloliJTiYPM3ROUTjuXIPfgfgIA7k2+ka8XtnISdCeX6HV6uZiruVDK5b92fsUf+1o2k0vUYwMEAAAAAAAAAAAAgBsh43IVlue7Sm2DnPhluvSDSo9v4zeESiMA4N7k4FHftUZXpW2Im2rMz9TrdHpKuQAAAAC4k5o1a9apUycBAAAAAABgHTIuV1dYwcUoDLqcrAOfKZ3Ovm0dPSMFANzLvBuMUaltZUOlzyyI/d6gNyilXIzmslVGI0kXAAAAALdZ06ZNO3fuLAAAAAAAAKyjFbjcv1N1mGMuWYenG/POmV5Qab0jXhIAcI/TOnp61Bp89vB02TYkLdD5P6zWVNfr1Sq1aZE/+oRKJcw/BlXmBu4Q927d5SIAAAAAAAAAAAAAlA51XC5jCbiY67gYdVmpecdmKC9VCe1v6+QvAODeV7XWk1qHqrKhEnp99Bd6nd5cysW8GJQqVtRxAQAAAHDbJCcnx8XFCQAAAAAAAOuQcSmpcJIOc8gla98nRkO+7FTbunjWHSEAoFxQaR296j+vtI1pmwvO7jToDabFHHARRXMVkXQBAAAAcFssWrRo6tSpAgAAAAAAwDpkXP7179NccxGX/HP785P+VDq86o1U21QSAFBeuAX2tK8crrQNxz7XFeTrdDqDXm8KuRiMxqKYC+6cS9u3HR/xnFwS358gAAAAAAAAAAAAANwIGZfLFM1SZCplkLWn8KGjnUuQe3A/AQDli2/k64WtnATdySVFMxYZKOXy3yhIS8vct0cu2UePCAAAAAAAAAAAAAA3ohUwszzHVWoY5MQv1WVEKT2+jd8QKo0AgPLFwaO+a42uFxJWyrYhbqrRt6te46LWqFVqlcGgVqtMMReVSiUAAAAAwDqjR48WAAAAAAAAViPj8q/CCi5GYcjPyjrwudLp7NvW0TNSAEB55N1gzMWT64yGfJU+Mz9mmrrOGL1OrzYxGFXCWBRwIelyJziEhHo/9YxsaCu7CQAAAAAAAAAAAAA3QsbF5N8pOcwxl6yj3xvzzpleUGm9I14SAFBOaR09PWoNPnt4umwbUxbp/Puq3QL1erVKbVrkj0RhTrdQ0OVOcAgJkYsAAAAAAAAAAAAAUDpqUeFZAi7mOi5GXVZq3rGZyktVQvvbOvkLACi/qtZ6UutQVTZUQq+LnqTX6eVi0JsXg1LdyigAAAAAwAqTJ08eN26cAAAAAAAAsA4ZFxMl4KJMVpS17xOjIV92qm1dPOuOEABQrqm0jl71ny/cSN9ScHanQW8wLeaAi/LzURTFAXEb6c6fz9yzWy7ZR48IAAAAAAAAAAAAADdS0TMu/z61NRdxyT+3Pz/pT6XDq/4otU0lAQDlnVtgT/vK4UrbcOxzfUGeTqcz6PWmkIvBaCyKueD2urht6/FRI+SS+P4EAQAAAAAAAAAAAOBGqONimaXIVLIga0/hg0Y7lyD3mn0FAFQMvpGvF7ZyEvITFxfNWGSglAsAAAAA6/Xp0+fZZ58VAAAAAAAA1tGKCszyvFapVZATv0SXEaX0+DZ+Q6g0AgAqBgeP+q41ul5IWCnbxvjpBt8H9BpXtUatUqsMBrVaZYq5qFQqgdvHpkoVp4YRsmHr6yMAAACAcs3Pz08AAAAAAABYrUJnXIQ55mKeikMY8rOyDnyhdDr7tnP0jBQAUJF4Nxhz8eQ6oyFfpc/UxU5X13pRrdGrTQxGlTAWBVxIutwuzs2ay0UAAAAAAAAAAAAAKJ2KO1fRv1NvmGMu2UenG/POmV5Qab0jxgoAqGC0jp4etQYrbUPyIn1mokGvMAUBhaXwFTMWAQAAALhJO3bsWLNmjQAAAAAAALBOBc24WAIu5jouRl1Wau6xWcpLVUL72zr5CwCoeKrWelLrUFU2VEKvPzZJr9PLxaA3Lwal6hUBFwAAAAA3bfv27WvXrhUAAAAAAADWqdB1XJQiLvKxbda+/xkN+bJTbeviWXeEAIAKSaV19Kr/vNI2nt9ScHanQW8wLeaAi/JzU1DK5TY5v+KPfS2bySXqsQECAAAAAAAAAAAAwI1UxIzLv09nzUVc8s/tz09aqXR4IIUQAQAAEABJREFU1R+ltqkkAKCicgvsaV85XGkbjn2uL8jT6XQGvd4UcjEYjUUxFwAAAAAovWrVqgUFBQkAAAAAAADraEWFVDRLkak0QdaeCUqnnUuQe82+AgAqNt/I1+PWPmFq5SQUJC5WBT6i1+jVarVQqdRqlfzhqVIVrgUAAAAAlELv3r0FAAAAAACA1SpcxsVSgUCpSZATv1iXEaX0+DZ+Q6g0AgAqNgeP+q41ul5IMBW4MsRPN/g+oNe4qjVqlVplMCgpFwIut4FL8xbBU76RDbWDgwAAAAAAAAAAAABwIxWxjkthBRejMORnZe3/XOl09m3n6BkpAABCeDcYc/HkOqMhX6XP1MVOU9caozaXclGrDUaVMBYFXEi6WEPr7u7k7i4AAACACiA5OTkvL4/pigAAAAAAgJXUoiJRiriY1uaYS/bRacb886YXVFrviLECAGCmdfT0qDVYaRuSF+ozE/U6vZkpICgsBbGKGgAAAABwHYsWLZo6daoAAAAAAACwTgXKuFgCLuY6LkbdpaTcYz8qL1UJ7W/r5C8AAEWq1npS61BVNlTCqDv2lUGv1+v0cm1aDEo1LAIuVsmJiUn9frpczi2cLwAAAAAAAAAAAADcSIWr46IUcZGPZ7MOfGY05MtOta2LZ90RAgBQjErr6FX/+cKN81vzT2816A0GJeJiMCg/TwWlXKyQE3Msdcb3cjm3aKEAAAAAAAAAAAAAcCNaUTH8+xTWXMQl/9z+/KRVSodX/VFqm0oCAHA5t8Ceacfm5KZHybYx5nN91SYqtUouRo3aYP6npFKpBAAAAABc1+jRowUAAAAAAIDVKtZcRcosRQa9LmvPBKXTziXIvWZfAQC4Gt/I1wtbucm6xIXm6YpM1Vwo5WI9mypVnBpGyMWxVm0BAAAAAAAAAAAA4EYqRB0Xy/NXo+mxrCEnbpEuI0rp8W38hlBpBFA6OdlZDo5U/SnPsjMvOTo5CxRx8KjvWqPrhYSVsq2P/0Hj212vcVVr1Cq1ymBQU8rFGs7NmstFAAAAAAAAAAAAACidilLHxVzBxWA0CkN+VvbBr5ROZ992jp6RAkVGP9mleyufLRtWXPXV1ct/la++NPxBUSHl5+X+OvOLz99/3tKj0xU82M6/d4cgU0GLu+Tjt4fLm7J5/YrSv0Wv082d+eXwR9vKIx/+WLvP3hu9bVPhvF3yRHq09pvxzfvilhTk5/VsW10ej2Xp2yl4aP9Wb7zQf92fC0TZIy+CPMjU5ARlMzb64Jhh3RPiowUu591gjEptKxsqfWbB8al6nV6p5mKui2UwFhEAAAAAcA2LFy+eOnWqAAAAAAAAsE75r+Py71Qa5phL1pGpxvzzphdUWu+IsQJFdLqC+JjDslGnfrOrDog6tEeuQ8Ibigpp0a9Tf/7+f/0Hv2DpiTm6X68rqFO/qVp917Ji0Yd3y3WtuqWNaul1ujdfHHBgz2Y//+BuDw1KSTqxbuXCdSsXvPDa5116DJQn4ls9KDkxVtyS2GOHDHqdnb1DSC3zl8RovJCedu5cakpS3L5dGzetW/bGh99rbWxF2ZCXm3MyIcahkrO3Xw1hzve89Fyvgvy8kFoNBC6ndfT0qDX47OHpsm1MWaSr3k+tCTKXcjEt8kYLcx0XCrrcLN3587kn4mVD7eDAdEUAAAAo35LMBAAAAAAAgHXKecbFEnAx13Ex6i4l5cXMVl6qEjrA1slfoMixw3vlRfL2reFaucpVB0QdMcUpQsLriwrpePR+uQ4O+/f0Y6L2yXVo7UbiLjl/7vSZ1CRP72ruHl6lfMvP339yYM/m5m26vvbeVCVuIjdfG/3wzG/f73B/X9kTFFInzhx1ugXHju6V6wYRrd/5ZPZl/Uf2ffjWMzu2rPl+yoThL95ikZjbTv5M+GjyAkdHJ2XzROzR/LycoJC6Wq2NwBWq1noyPW6JLuesShh10V9qIj9Xa9SSQa0yEQbZJuBysy5u25r4/gTZsA8MDJ8zVwAAAAAAAAAAAAC4rvI/V1HhJBrmkEvmvv8ZDfmyU23r4ln3OYFioo+aEhth16gIkp+XmxhnmsMlrE6EqJBiog/Ide16TS090UfMGZdady3jEnvskDDdkdIWccnOvLTo1+8cHJ3+77XPLfVU6ke0ati4zcWM89FHTAmVav41U07G5eZki5sXE2WKAYWEl6yDElq74avvmkpS/7Fo1vlzp0XZYO/gKM89uOholcTSlQcPhUrr6FW/cKIuVcZ23dntynRFer3BNFdX0VxFzFgEAAAA4KqaNWvWqVMnAQAAAAAAYJ3yXMfl36et5iIu+ef2F6SsVTq86o9S21QSKEZ5xl/rGoGJw/u3y6voUMnZr3qQpfPowV0Lfvkm9tiB9HNnPbx8w+pEDBzyf9VrhFgGzJ311U/TPx7zxiQPL5/lC2fu2/2Pi6t7156PPTxolGWMfEDet1Owu4fXlJlrFv767bZNq1JPJYbXiRz9yv+8fKorY1b9/sukj8c++PDQZ/9vQvGj2v7P6gnjBofVifx82vIrj/nI/h0vj+jVufvA/oOfX/jLtzs2rzEYDZFN248Y+6GdvUPxkWdOJf328+QDe7acPnXS1c1dnkLPfk81b3O/8urEd57buHaJ0n6sZz3/wLBvf14viiq71KobuWnd75vWLZNvr1TJuXWHnoOeefn6M/LodAVL503fv2ezEivxqx44YMiLTVte9h/7BnSr4+zsNn3eZrnzdX/OP3Jwp5Oz631dej/65FiNtvCPbfQR0+xRQcG1S3mJzpxOqtuwubOLm7Nr5eJjMtLPybWTk6swZ1zkjU5OjK0ZVs8y4MM3ntm8/o/Zi/ekp5+VVzLq0K7c3OzGLTo+OfyN4iVklNBP4URFlwuvGymPIfrw7j071nfq1t/Sfzxq//JFP8YdP5wQF+3h6dMwsvUzo95xqORU/L3p5878ueznXdvWJcZH29ja+QeEPDXi7bA6l0WL0s6mzp768cF9W2WjSlXv0NqNHn/6pWo1gsW1jRvZ+9C+bZ9P+6OSk8uzj7ZROlf9Pkcur06Y2qbjgwKXcwvsmXZsTm56lGwbjn1m8GisM01XpDJq1AaV6Z/MVQQAAADgWpo2bSoAAAAAAACsVs7ruFhmKTLodVl7Cp/927kEudfsK3C5Y+aAQq1r1HE5esg0UVF4sQTMj1M/eml4z20b/8zJyqpRM/xMatKG1YtGPdEpNvqgZUyMOQVy5OCON18cqCsoaNnmgbSzqbO++2DuzC8tY04cP5Kfl+Pu4fXisO7rVi6o06CZj2+NvTvW/98zXS9dSFfGBATVkuuUpLjih2TQ67+f/K5sjBj74dXPyJzaycvLGTW4U1zMoRZtH1AJ1doVc999ZXDxYTs2rxn+eNs/l8w+fepkQFBY5qUL+3ZtfO/VIb8vmKEMqNewRav7ustGUEjdgU+OGTjkRWGuiZKUcLyyh9e0r97++K1he7avr+rpe/ZMyoKfpyyZN11cW0Js1OghnWd8896J2KOt2nVv1KRtTNSBd18etGz+D5YxqSmJly6crxEUNunjl+TOY2MOefpUP3M6ee6sL5cVHZUUfdiUcQk337LSXKKAmrU++Greq+9NLT5m7YrfTsQeCasTIW+i3KwZaoq2nEyIKT4mJmq/s6v7zm1/vTi0+86tf7lW9sjPy1v35/yvP33VMkZekOTE47IRdo3JmwJrmo5QqT2j+Gn6RLnDv/78rVIl524PDbKxsV257OcRT3TIycq0jJFfy1FPdprzwycX0s91fOCRBpGtow7vHftsD3nXLGPOnU4ZNaTjXyvne3j6dOv9hIOj06a/lo4c3EneIHFtx47uV6nUNcPqGYVR3lZ5grLzwYeHyna9Ri0FrsY38vXCVm6yLmGBUsrFUKyUi7GooAtKw71b94ZbtsuFiYoAAAAAAAAAAACA0ii3dVwsz1mNpsevhuzYhbqMKKXHt/EbQqURKObShfRTyfGyMXXSO2r1VZJPSlwgtFbhTC7rVi74bfYkN/eqb344o1a9xrInLzf7x6kfL/1t+vw5X7864TtlWPRhUzJmy8YVU2atrREUJtv3den95osDfvt50gMPDXKtXMU05qiplsmR/du79R48YuxHKpVKpyt48/8GHNy7Zf7PU54a+ZYwBS/qyHVy4mUBjhVLZqckxXV44OHgsPpXPalj5tmXNq5dMu7d79p26iXbjzw+6vmn79+/e9OOLWuVuilnTiW9//rTBr3+xTe+ksem1drIb8umv5b9b/xzc3/8sme/p+SYbr2fSD9/ZvP6P9p0fPCRQaOVnSvxnfRzp2OiD3zyzdLweo3ldZO7ffflQdu3rOn3+MirHpI8tQ/fGiov5mNPvTTwqTFK0Yt9uzbJ853xzfst2z7g4eUriib92bl1nY9fjc+mLldSLFs3/vn+a09t/2dV7wHDlL3FHT+sUqnDakfc8iWaO/PLn3/4xNO7+msTpik9fv415T7jjh+5r0sfpediRtqZ1CStjd2Mr99/8bUvOjzQT3ZeSE97vFdDeb7yjORFs9xHuSsXN/erfpaLOURyISNN2ZRfobmzvvStFjTh8zk+fgGmi1OQ/+4rg/fsWD9r6kfPjflA6Zn4zvCM82e79Hh05EsfKdVxTiWfGDGow9efvRbRtJ3Ss3zxrIsZ5+Ud7NTtEWH+sz990jvyqzh72sevf/D9VQ8mMf5Yfl5OUGg9efDVa4QMGPJ/v/002dbOYejz46/6/YfCwaO+a42uFxJWyrb+xAy1b1e9poraXM3FYFCrVdRxAQAAAHB1ycnJeXl5QUFBAgAAAAAAwArl+WmuuYKLwWgUhvysnEOTlE5n33aOnpECl1MmzRHmrMmhvVuvXDLOn5WvhoQXZlyysy61bNftpbenKAEXyc7esW1HU47kYsZ5pSftzKn0tDOyMeaNSUrARWrUtF3Dxm3zcnOOHtyp9MQcNeU5wus2fm7Mh8oDcq3WZtDQV2Rj3+5/lDFaG1tv3xqnTyUa9PrCA8i89NP3n9jZOzw94u1rnZSy576PjlACLlIVT5+efUyxlf27Nik9ySdjW7fv8fTItzt1e0TJaqjV6nadH7Kxtb94Id2SlDpuLk4TWmwWHuWKVanq8+k3S2s3aKoEI9yreJouhZ3DtQ5pydxpSQnH23Xp8+jTYy1pgIaN27Tv2rcgP9dyvsejD5ivg3b8Jz+FF1XWqerpq1wKZTM1JVHeFN/qQcq8Szd7ieSr7778xE/fT6xWI/iTb5ZU9fZT+uWJyH3Gxxy2jDxmvoy6grzR4z5RAi6Sa+UqtrZ2arVGoynMyR0zX5DQ2leZqKjwE7NN1VkqObnIdU5W5oxv3lOp1G//b5YScFFOYdQr/5ONXVv/Unp+XzAzNSUhsnmH51/91HLicny7Tg+dO52cEBet9JxJTTJfdntlU17YQUPH1W3UQh7etQ5G+W4EhxbOx3Ti+BG9riAkvD4BlxvybjBGpTbdC89gAEsAABAASURBVJU+Ux/7g16nV6q5mOtlGSjlAgAAAOCqFi1aNHXqVAEAAAAAAGCd8lnHRXnCalqbYy5ZR74z5puDFyqtd8RYgSsohUN69H1KqZ9RQnJi7LCBrYVpJqMmSk+Pvk/KpfgYXUH+gT2bZaOqV2FaIso8k079iFZNWnYsPjIwpPa+XRtPp55UNpWwyJBnXy8eL1BmzDmdkmjpqREUnpqSkHwyrnpAiNyc++OXmRfTH3v6ZTd3D3E1ly6kpyTFOTg6Pfb02BKfbtrzqcJPb9S0nVyKD5Bfm0N7txXk53r71rDEUKKP7DGffmPLMCXS8VD/YZU9PC2dCbGm1EU1/5riGlb9/otcP/bkmBL9oeEN1/05PymxcG6d41GmjEvfR0d4+/pbxsTGmGb58fKupmxGHdol12F1Gt3CJcrLzX79/x6JObovoul9r3/wvYNjpeKvBoXUUQrwFD+Y+hGt23Toaek8lXwiNyfLzz/YcomUr1BIWANxDadPme6mkmjZumlletqZdp17V68RUnyMl4+pDExqSmJBfp6Nrd2fy36WnQMH/1+J6iA+fjXkOikxtmaY6XtSt0HzDWsWfzJh1I6ta3s/MiwotK48o4lTFolrO37MdFKWzFZM1GWbuA6to6dHrSfOHjYVyDGkLNJV76fWBJlLuaiFSq6Mwnyz5J+j8lHTxUbcwaJfOcdjL/5jyttp3dyqPPSQuGMMwqAXBI8AAABwN4WFhVWtWlUAAAAAAABYpxxmXCwBF3MdF6PuUlJO9CzlWWuV0AG2Tv4CV1Cm9QkOq3fVV5WUQxVPX0taIjb64PTJ4w/v324w6C3D7B1MUYmAoPDCfUaZ9tm6WDBCkZ2ZaRmcl5uTEBfl4lalXkSL4mOyMi/KtUOlf7MXNYLCtv+zKinxePWAkDOpSUvn/yCPp99jI8Q1KNGZxi062tk7XvbpWZdMey5KdWScPydPZOvGP/Nys0ucSI2iE0k7m3oh/Zyff7BSMUUUu2LtOvYqvvPYGFO5l8Dg2lc9JHmyKUnxNcPq+10RgikoyJdrm6JSJYWXrn2P4mOOHdlX/Kjijh+R6/A6/xYlKv0l+uLDMTFH93V6oP8Lr32m1pR8hF/Nv+Y/637Pzcm2dzBdOmVWplbtuxcfE20OMAUUlecxH7NpWGjtRuJqsjMv7dmxQTbq1G8q1/Hmg2/b4cErR+bn5alUKo3WJvlkXLI59PPScw+K63rgoUFnTycvnT993Z/z5RJWJ2LQ0HGNmrS9zltiosm43LqqtZ5Kj1uqyzmrEkZ99Gf6yK/UGrWZacYilTCYWuUi4KIWKkdhL+4Yx+A6VYLriDtPJ/RZIlcAAAAAd0+XLl0EAAAAAACA1cptHReliIvRYMjcN1ElTDkMta2LZ93nBK4myly341rP+JUKIqFFrx7at+31Fx4x6PUNG7ep26B5QM3w6gEhPn4BTz7cLDcnK6wo5aBMBxNUs2TgIzUlQa79qpsm4Y6J2i9vUs3QktmaU8kn5NrX79+Juv0DQk3vTTbVApnx9Xu6grwhz75ma3fNx89KWZHAmrWu+HTTHnyrmfZ8MSPthWe6njudHBhcJ6LZfXJwjcCwajWCJ3/yyro/54fWspzIvhIXJ+P8ubSzp6p6+1Xx9Cm+88KcR62rz9cTa5rwyBh0tUfayuREVap6y3VKUnx25kVvvwD/wNDLxhwzBWgsl1cpLVN8b6W8RNGH92z6a2nNsPovvP75VafmqeZfU96U+ONHlImolDhI81ZdrjyYkPDCM00/dybtTIpKpb7WV+iPxT/qdQU+foEh5oujZFyuvO/JibHyK1Slqo88sLOnk2VP9YDQElkfi5BahZ+lUqkGD3+t94BnZ3334V9/zpcn+Ob/9R/zxqSO3R6+6hsNBoO8FxqtjVLURxSVdblWQAclqLSOXvWfT97+lmkjY5f+7Ba1dxuNRqNXG1Rqg0alVoq4lJtSLgAAAAAAAAAAAADKiPKWcVGKuCgtg8GYd3pHQcpfSodX/dFqm0oCVzhzKuliRpqdvYN/YNhVB8QeM2dciqIbM755X68reOntKe3v72sZkxh/7NzpZLVaExxeX+k5ap5Mp0SZkHOnUw7s2ay1sVPm/VGqrVyZtFi3cqFc123Y3NITYE6rpJ5KPHpw16Z1y4LDG3To2k9c27HCPV/26fLrseaPubJRr6GpbMzCX7+Tx3x/z8eff/UTyxiDXr9n+3pRbBogJc8RWuvf9MaRgzvkOrx2ZPGdK8kJWzsHS6mVEpKT4uRaqy35hy4vN3vH5jWyEdm0vVzHmOu1FC/QIul0BfHHj2i0NsrsPPKzjh3ZJz8rKKTOzV4ipZ5Kx679rhpwEUXRk5MJMbXqNU5PO5t2JqWKp6+Hl2/xMUqEyHKJoo6YMlLVagSXmPZIkXH+3Nwfv5SNfo+PUD40+aRyKWxKjNywZolcRzS9T65zsk31frx8qj/+zMsl9nbpYrq3r7+NrZ383p6Ii3J186gRFObi5v78q58+NfKtH6d+tGLxj9Mmv3OtjMvJ+GP5eTnBYfWVA5DX9kTsUUcnF99qgQKl4xbYM+3YnNz0KNnWH/tS49FMb5quSGXUqA0q0z8JuAAAAAAAAAAAAAC47dSi3LHMUmTQ67L2vK902rkEuQf3E7ia6KOmOEhgcJ1rhR6UqXNCijIux6MPqNWa4gEXadmCH+Q6ILi2UjjkZEJMfl6ObJxJTSo+bO7sr+TN6dJjgMYc9VCiEkrFDovTp06u/XOe1sauc7f+ls4aQeHy0bnc27dfvCE3R7/yP3FdyjGX2PPGtUtPn0r0Dwyr3cA0Y46S3elw+YlsWvd7xvmzoljhFnP9lcuKjiiHHXJ5vZb4mMPylGuG1bvWZXSv4qWcXYn+X2d9mZOdGdH0vqrefqadH1PmzalffExs9CG9rqBmaF0llpGcGCs/KzC4VvHpk0p5iQY++eIfm0/1emSouAY//5pyP0mJscI0JdNecbUCP8eO7JNjwmpHFG4qpW5qXaWIS25O9kdvDc3NyZIn2PXBxwsvhYfpUqSeSiw+8mxq8u+LZsjG/T0fFaYqPqbESUJ81L/BNfOf7k8njBr+WNtl803ft1PJCa+N7jf1y7csA5ycXUeM/ci1skfmxfT0tLPiapTvRnBY4RWOjzkir21IGBMV3RzfyNcLW7nJusQFOp3eoDfIRf7wLfwprNTTAgAAAAAAAAAAAIDbpFxlXCzPU+VDViknbqH+UqzS49tYPvWnqMDVKXPxBF8xcYzi9KmT2ZkXZSOsaO6eKh7e8lH2ob3bLGOWzf/+zyWzZaNG0fQ6xw6b9mlr5/D7whkF+XlK57qVC+SwKlV9BhVV5lDCIqkpiUohE2EuajJh3BC9ruDRJ19UMh8KtVpdPSBkz/b1sdEH7uvS1xJQuKqzqckZ58/KT9+4bpklZHPyRMzk/72sUqlHjv1YiaG4e3jK9YG9WyxvPLJ/x6SJL8mGh5efk7Or0hl7/LCpp6pPsSu2v/gFKTxlJQl07ahE/YiWlat47tmx/tC+fy+dPPH5P022sbUfPuaDwo8zR2pCwy8L0MRE7y/eqdTICbx8HqjSXCKdruDAns1yycvNEdcg9+NbPSg+5rDlYEqcVKK5Dop/YKglYXM8ypTLsUReJHnTj0ft/232pOcebyfPN6xOxOsffG95tV2nXnI998cv5fEoPfK+f/reqIsZ57v0eFSZI6lGzXDfakHyVs767kOD3jTdmF6nm/rlW3t3bvD0rtbtoSdEURzn8IEdx8zFbxTyG3vpYoa8g27uHlc9wePmk7IUHIqNMW1WqeolcDMcPOq71uiqtPXxM/S56fIG6fV6809f0i0AAAAAAAAAAAAAbr9yOFeR+fmqMORdyj44Sel09m3n6BkpcA1KEQ5lEpwrKfEFP/9gRydnpaff4yO/+fTV9994uttDg9RqzfHoAzu3rA2oWftE7BFnl8pF+zTV/3h65Fvb/ln95MPN/KoFpp46ee50smtlj/Gf/OTiVkW+ejEjLTX5hJt71bFvTRr/8hPBYfXkM/LEE6YCMN16D+4/+IUSR1IjMCwxPlprY/fUc2+I64o6skeum7e5v5p/zWED24TVbpiRfi7lZLxQqca8+VXdRoVTIPXq98zfqxb9OvPzixfOOzm7nj93es2KefJT4o8fdnZ2s+xNifi8NeZR96peH3w5T6u1kftXqdQlypYoMYsS9VeKs7G1+7/Xvhj/8qBxI/s0adkxKKSOvLa7t//t7uH92oSpftWDCg/+sGnnJW6HkqqxVI6JPmw6wbA6ETd7ieR+XhvdT+5/yfoT4trksUUfNk0/FBN9laIyhVVbiqVwjpmzSiuWzN60bplsnDtz6nRKovyzqLxaP6LVGx/+UHwaox59n9q8YcWurX8N7d+qactONra269cuST93+oGHnnj2hQmWYSNe+ujtMY8u+HnKyqU/B9QMP5168mxqspeP/4eT5jtUchLmqi2jx/1v0scvvTj0geCw+g0iW6vU6pXL5hj0uieeGXetuXKOF55U4e3LzjJNirR+zZIzp5Pv69z7gV6DBErHu8GYiyfXGQ35Kn2m7vh0TZ2X1Rq92sRgVAlj0fVn0iIAAAAAAAAAAAAAt0X5ybgoZQNMa6NRr9dnHfnOmH/e9IJK6x0xVuAaDAZD9JGrz0ejUKpchBbLc3TvPdipksuCX76Z//PXcrN2/SYfTV6YnXXpvVeHpJ1LVcYodUdq1W3cqVv/xXOnrl7+q4ure8eu/R56ZJiLm7syJtocCgmvExnR9L6PJy1Y8tu0/bs3Rza7r3P3Ac1ad7nySPR6nTAlbEZU8fQR16WUhwmt1aj3gGFePtVXLJmdl5dzf89Hez0ytHpAiGVYzbB6X05f8f2Ud+Xh5eVm+weGjXzpo9bte/bvGp527pRl2P+zdx+ATZT/H8efXJLukQ46aCm0lLI3AipLhjJcoKCAIEtBEf27NyIi/twDBzhAFBSV4UJFUUQZAmVvWsrqprulM8n9n+TaUItAtbS05f3yfvd7cvfkcknTeOb59PtMuPvpeW9OT4yP820QaDAYE44fLjiV27jp3+YJEmXJj6i/T2BUQZfL+770zor5783asmH1ts1rmzRtOWbSozeMmKQlNqT4Y7HFRQVnHlyLZTRvXVo55sjhfdrLK/7lSxRjLzYT3qy1NufR2UREtlr323eFBfnaz7FCmKb0ZFqVnkzCibi8nEzZOHZ4f/lufgENO3buKV92bWao8hRFmfXa55+8/+KP33z6/fIFPv6BLVp1umnU3VoFF4eOl/V68e3l7895Jmb/jkP7dwYGhd40euptEx/S5sPSXHPd6LAmzeW78fChXd8und84PKpn3+uuHjIyqtU//yDkG16+PfQGY0SzNtqWvtfcvG7Ndwf3bjuwe+vNo6YKVJrBLcC/5diTe20VetSkr81hIxR9hKJXdIoidHKlCnu6RX4sE3MBAACMgy7wAAAQAElEQVQAAAAAAAAAUHW6M2eU0EqhSGazubi4eGn0srfWviNHKNc+u1bUVo6Ai+28LdaSnBMZPwzSCdv8Jn7Nbwvq+JBADTKbS4b1ayobX685qs0K9I8Wf/TKZ/NfvW3SIyPH33++Q9oKkPzfpIE+/oEffbHB2cXt3J0fu+em3ds3vPjOijYduotLxr96iYALQjXnH1p5g7ngpO2GqYtT5zeNzk5GJ6PBaNAbDDpb3EXR2Yk6SBE6T/Hff5UKCwtdXV39/f1Pnjwpqkb+69hoNHp7e2dlZcmb2dnZJpMpIiLi8OHD57hXVFRUTEyMfHSTv88pUShQnRb8tmDB7wtMLt7v3jDHpYyTk5P8wRkMhjr9iwAAAOq0b7/99oYbbhg3btyCBQtE7dCrV68///xz+/btHTp0ENWsb9++a9as2bJlS5cuXQQAAAAAAKgXFFFfqHZaziV3+wtawEVx8gpoc5dAzTp8cI/FXNKsRftzBFxE5QqfaJISjs5+apJsTH3whfOmN7TKNLa5hM5SmaZe+lcvEXCh6Axuge3uLb2RFW1OWWcxW6zyH4stcKh9LouyGCIAAAAAAAAAAAAAVEV9mKvo9OipLd+iFqVsNiet0TYEtpumGN0Fatah/bbJj84bXtm7a7P4pwl3ylu5YuG7rzymtQcMGXl5r0HifE4cOVRcVBAe2brCdD/11X94iYALyBR+XfqhxYWZB2TbGvuWNeByi226Ip3VXrdCsRULY66iqtLr9WvWrJFrAQAAAAAAAAAAAFzC6kkdF62Ii9WqWi3mU9tmaRudvSJ8I28WqHFaxuXcZVSSE44VnMptGBrh5uF5jm5yqFxr9B90y7RHXhKVcGDfNlG58jD1w394iYALq2HnJ0pbhQnm40vN9lIuqtX2oVz66VxW0AX/jU6n69OnT8+ePQUAAAAAAAAAAABwCavzGRfHuKlqmxnDWnB4qSX3sLalYZcn5cigQI178Ok5K9cn9R14roBRUEhj2eeDL9aLcxp04xjZTS73P/WG3lCpskPXXDdK9r/3sVfEpeE/vETAheXq38678UCtbY37wFKYaTGbLdp8RdY6n2654oor3N3dc3Jypk6dGhgYOGDAgHXr1mm7du7cec8993To0EFuHzp06Pz5820zNJ0hPz9/+vTpnTt3btiw4ahRo3766afyex988EGdTifvW37j0aNH5cZ27dppN81ms7xpMpnOcZ4//vjjjTfe2KBBA3k+Dz30UHJysgAAAAD+ya5du2644YbIyEhvb295fTtr1qzs7OwKfU6ePHnnnXe2adPG09Oze/fuDzzwQExMTPkOTz75pLxG/fXXXz///HN5NH9//7Zt28oL0YSEhMqdhfjwww/79+/v6+t77bXXzp07V170Vujw22+/yevtnj17enl5hYaGduvW7ZVXXqnw3xcZGRkvvPBCjx49ZJ9mzZqNGTPm0KFD53jQO+64Q552+/bt5RMUAAAAAACgDqoPdVzsFVzkOKqwFuXm75mjbfQM6e0W0FkAAKpfUPsHdIqTrWUtsBz+wGK2WEqrudiXulzKxTbjkqLcfvvt7777bmpq6urVqwMDA+X2xx57rEOHDu+88478clwOD6xatWrixInya/cK35Xn5+d36tTpueeek/+eksMDcgBg0KBBr732mrigPvjgg8GDB3/zzTcmk8lgMLz++uudO3eWX/cLAAAA4O8WL17csWPHb7/9Njs7u23bttHR0U8//XSLFi3kBa2jz4EDB1q1aiUvMo8cOdKuXbuEhAR5hdm6desXX3yxwtFeeumlUaNGmc3mO+64w9fX99VXX73qqqvi4+PPexry4lne5fDhw82aNfvxxx/vuuuuW265xREZl//tIK/A+/XrJ6+3d+/eLR9anu3mzZsffvjhRx55xHEQefJt2rR54okntm3bJhvyUnzRokVdunSRd/nHB33wwQc//PBD+YzkVX2DBg0EAAAAAACog+p2xkUbMbWt7TGXU3vfU4vtQ3o6Q1DHBwUAoEYY3AL8W47V2tbEry05h62WUrbPaUfBrToYc5HnnJeX99NPP8mv+FNSUr744gv5LfzatWvl9/uNGzf+7bff5Df+69evT01NHTt2rPyS/fnnny9/9/z8fPkibLc7ePDgypUrvb295XfrW7ZsERdIXFzcfffd5+Xl9f3338fExMhz2Ldvn8lkSk9PFwAAAEA58tp12rRpTk5OCxYsOHny5Lp16+R6xowZycnJ48ePz8zMlH3ktyuTJk1KS0uTPeUlpbzWPXHixPLly93c3B577DFHUUPNzz//PGvWLHmV+8ILL6xZs2bChAnyivShhx4675kcOHBAXlofOXJk06ZNst2uXTv5EK+//rq295tvvvnkk0/klbM8ZkZGxsaNG7OyshYvXix3zZ07t6SkRDvPiRMnJiUljRkzRl6Nb9iwQZ6zPEJubq7cfuYjvvzyy6+99lqrVq0IuAAAAAAAUKfVh7mKtOoA5rz4gphPtY1+Ubc6eYQJAEBNadBygsHV9k2xTqjmAy+X1XFRVceURXV50qL/+7//k1/0BwQEjBgxQt587rnn5Fp+RX7VVVdpHTw8PD744IPQ0NB33nlHfs9e/r5vv/12hw4dtPbgwYMfffRR2ZDdxAUiv+UvKCi4//77hwwZom1p3rz5Sy+9JAAAAIC/k1eJmZmZ8tJx3Lhx2haDwfDMM8/cdNNN8iJWXljKLcuXL1+/fn2PHj3eeustFxcXrdvQoUOfffZZ2agQ6W7VqtXjjz+utRVFkXcJDAz84osvUlNTz30m8gJbu7SWmjVr9t5778nGnDmlpXnl444dO/aNN97o06ePPKzcotfrR40aJS/I8/LytIKFGzdu3LVrV4sWLT788EN5Na49F3nY7t27nzp16sSJE8JelFFbL1y48JFHHpFn++uvvxJwAQAAAACgTqvDGRfHcKnO/uc7edv/pxMWeVPv7BPQ5i4BAKhBOoNbYLv7Sm/k7LKkrtdKuWhzydXpgIvUt2/f8jfl9+ly3b9///IbnZycevfubTabd+zY4djo7+9/zTXXlO8mhwfkesOGDeICWbNmjVzfcMMN5TcOHjxYDgAIAAAAoJy9e/fKtSNc4jB8+HDHXm2tbSnvlltukesK0wBNnDhRy6Bo3N3dBw4cKOz1XcQ5VTj+FVdcERoaeuzYsaNHj8qb8iALFy50BHHkf1ZER0d/9NFH2n9WFBUVyfWff/4p19ddd528Di9/KHmtLp9Co0aNRNkXR8uXL58wYYJsLFu2LCgoSAAAAAAAgLrMIOq40toAqmpO36ltcfVpoRjdBQCgZnkEXqbTO6sW2zfO1sztlsAeelsdl9JPaa2PbGt/TFm3lP9bz/j4+Pz8fNnw9vb+x84xMTGDBg3S2k2aNKmwNyzMVmbs8OHD4gLRhgFCQkLKb5Qvcnh4+Hn/fBYAAACXlP3798t148aNK2zXtsTGxsr1oUOHRNlVa3mBgYEuLi4JCQk5OTleXl7axoiIiArdQkND5frYsWPinM48B3nlLK+0jx8/rl1C5+XlLVu2LC4ubuvWrevWrcvOznb0tFqtcp2cnCzXDRs2FOcze/Zsk8mUlZX1+uuvz5s3TwAAAAAAgLqsbmdctL/I0SoEuLa6J3+7rXBuXvLG/NRot4AuAgBQg5J3vakFXITiaml4i8FaSl/6WV0n0y0ag+H0vy61Z+Hh4dG9e/d/7Fw++6LX6yvs1e5+7iIrZrNZVJqjAHuF7Z6engIAAAAox2Kxlb/VMiJn0q5dz9HHaDQWFhaWv8Q983JXc946jmfeUXtEX19fYU+E9+jRQ0uxtG/ffuDAgZGRkXI9YcKEmJgYrX+F8i3/SLtI7tix4zfffHPllVe+//77o0eP7tWrlwAAAAAAAHVWPanjIhnDblAOfWI9dURuTIyeHTl4mX0WIwBATShI35199AetXRI8xqD3tH2tXZZukf9fbz6RQ0JC3NzczGbzDz/8IL/lP3fnkydPVtii/Ulr8+bNtZval/sVQi0pKSmi0ho2bCgfRR62fLEZUVbfBQAAAHBo0aKFvNQ8ceKEn59f+e3aNao2j0+zZs2EvXhhhfvKO+bm5ppMJnf306VzExMTK3TT7lihyuCZ5BWsoxiM5vjx44qiREZGyvazzz6bnJx8xx13zJ07t/xcSJmZmY621vPME/j999/llfBVV13VuHFjLWozZ86cRo0avfbaa8OHD580adLOnTtdXV0FAAAAAAComxRRX8gvLoytH9HaRTlxGbFfCQBATUmMnqU1VKdgS4PrSieSq8RfcNZFw4YNKywsXLlyZfmNVqv1sssua968+aZNmxwb4+LiHH9pqvnqK9u/nhyTGbm4uIgz8ijye3lRadrfoS5durT8xm3btmml5gEAAAAHbWqhJUuWVNj+xRdfyHWfPn0cfSpcXkqff/65XA8YMKD8xuXLl5e/mZOT8+OPPxoMhmuvvVac06+//lr+5tq1a+Pj4+VFsnZ5/Oeff8r1nXfeWT7gsn79+rS0NFFWaUbLuHz//fclJSXlDzV79uzx48efOHHCscXZ2Vmub7755quvvlpenD/55JMCAAAAAADUWfUn46LT6fS+nZQGvbWbKbvetpbkCQBA9cs+urIw86DWLgyaqFMMOjtxeg6depV0eeihh7T14cOHtS3ye/YHHnggOjpafqF/2WWXle88bty49PR0rS3HAF5++WWTyTRlyhRtS1RUlFx//PHH27ZtE/aCLnI4QfYRlTZhwgS5fuutt7RRB2Ev7T5x4kQBAAAA/N3kyZMVRXnzzTfff/99bYu8/pw+ffqKFSt8fHxGjhwptwwdOjQ8PPzPP/+85557CgsLtW7Lli179lnb9NBTp04tf8Cff/555syZWq49MzNz7Nixqampsk+FEoNneuaZZ+TFs9betWuXPDFRdpkthYaGyvWePXsc/RMSEhyXuKdOnZLrK6+8sn379vv377/33nuLioq0XV9//fUvv/zStm1buffMB33vvffc3Nzk0y+fSgcAAAAAAHVLnc+46P5OaTZNFbZ5H6zFOal75goAQDVTrUXJO1/X2iWu7SxeXXWKUhpxKff5LOoR+WX6tGnTDh8+3LFjxwF27dq1k9+Vy4GBpUuXlv9j01atWhUUFMjv6Lt37960adObbropNzf3ueee8/b21jrcfPPNvXr1SkpK6ty5c4cOHQICAoYPH3733XdrheIrQ97rf//7n3yUUaNGNWnSpFu3blFRUSUlJfKUBAAAAFCOvFaUV61ms3ny5MkNGjTo0aOHXMurUy8vr0WLFvn7+8s+JpPpk08+kdvfeecdPz8/2adRo0byqjU7O1v27N27d/kDtmzZ8plnngkMDLzyyitDQkK++eYbeXEru533THr27ClPpnXr1vIyWF5dHzx4UD6EVkhGeuKJJ4Q9kXP//fc/9dRT11xzjbzETU1Nlf1F2Xygzs7OTZs14AAAEABJREFUCxYskJfNc+fOlVfR8nHluQ0dOtRoNH700Uf/+B8gERERjz/+uNVqnThxYnFxsQAAAAAAAHVQ3c64lBUJKBtFVRS9W0Ol0a3a3vRDS4rzjgsAQHU6uW++ucBWM1wVuoLgyYperyg6RS//Z6N9RovTBV3qCa1uSrt27fbv379hwwa9Xj9t2rRdu3bJb/nLd5OjAmvWrJkyZUpeXp4cFejevft33313zz33ODq4uLj88ssvL730kvxG/tixY/KL/g8++GD27Nni33j00Uf//PPPUaNGlZSU5Obm3n333fJB5Rf9AgAAAPg7eS36xx9/9OvXz8PDY/v27VFRUU899dTevXsHDx7s6NOjRw+5a/jw4Y0aNZIN2XPChAnR0dGyZ4WjyQvdZcuWde7ced++fe3bt3/xxRd/+OEHT0/P857GwoULX3jhBR8fn9jYWHlR/fzzz3/55ZeOvYMGDZIXtPIKWV5yy107d+4cN27c7t27x44dK/euXr1a69axY0ftPIODg7du3ZqYmHjrrbfKRoXCiuU9/PDDLVq0kM9XHlYAAAAAAIA6SKdVlC1PbrHamc3m4uLipdHL3lr7jhybXPvsWlHLqBrbqVosZou5uKSkuKT4VJZ54widJVt28GzYO6zXmwI4J3OJ7e+3DEYngSoryD/l6uYucMkwF5w89N0Q1Wr7JSoyDSoOmeLk7GR0dnJycXZyNsqGwWjQGwyK3pZ3qVsFXRSh8xRuou4zC8spUShQnRb8tmDB7wtMLt7v3jDHpYyTk5PRaDTI939de/MDAACc15NPPjl79uw333zz3nvvFQAAAAAAADWlzs9VJGyVA4S9WICtbIBc9M4eSsRkbVdu4tr81GiBOig54djT94+87fr2N14VfsctV+7fteV/06cMuTJ4/e8/iAvq95+X33N7f0VvkO1H7xn2wJ1DRG01+rp21/YIycpIO1uHt19+VL5Eq7777BwHOXxwt+xz/x2DxYVWXFT4+YLXX5t1+vtNearyscbd1EVUA4vZvGTBG1NG9RraN2LK6N6vPjftrz9XCdS45J2vawEXVedSFDBKDufrbYveVsxFbw+2lIVbBAAAAAAAAAAAAABUQZ3PuNhnKFJsU2EotvFUG4NBaThEdYvQOiRGz7bHYFDHzH9v1rbNv5/Kyw2PbJmTk+kXEHxw71a5vWWbzuLC2bdz88vPTvU0+dpmVBEitFHTE8diRa2UnHg8K+Nkw0YRJl//s/WJ2b9Drlu06nSO4xzYt02uo1p0EBfa8s/nLfrwpUZNmp1+LPuPLKplR3GhWczmp+6/9dMPX7Sq6uAbxwSHNPntp2XPPTbu5+8/F6hBBem7s4+Wxs4K/EcqTt6lWUN7zMU+XZHtM1pXRgAAAAAAAAAAAADAf2UQdZkcMS2da8medFEVqza8ajAarVEPqzvuknuKcuIyYr/yjRwhUHdYrdZtm36XjbmL1wYGN5KNjLSU1OT4gKBQX/9AceHEHNwp15FR7bSbEVFtfvp2kXysC/soF8SBPbaKRM1bnysvcud9My0Wc6PwqHMdx547adayvbjQYrUXs3k7x5bIqLYvzFnaIDBEXGiLPnx517b13XsOfPy5edokU/Lm49OGL3hvVt9rbmLaqRqTGD1La1gMgRb/6+wpQ719ciJb3FCLHSqKTpSlW4i5AAAAAAAAAAAAAPjP6sNcRRVLudiKB+j1Pm2FX2+tQ8qut60leQJ1R9yh3QX5eRFRbbWAi3T40B5hS3hcyCIuUswBWyyjWYvSWEajxpGOx6pt4mL3yXWLc74Crdt3a9fpSq0mzdkc3Ltdrpufs9bLfxNzcJdct2rb1bHFP7ChPJ/gkCbigsrPy13++VxXN4//e/w1R5xFPlCHLj1zsjIO7tsuUCOyj64szDyotQsDJ+n0ZdEWg23CIi1xKD+WBUVcAAAAgHrn+eefV1X13nvvFQAAAAAAADWobtdxEeVKudgLuahCr6hWvdVgVa1WS9O71YwNQi2xFuek7pkb1PEhgRo0+8lJ639f+fnKPYcP7fl43gsJxw9PmvbMwOtvM5cU/7Lyi/VrfzgSu7ewIL9ho4gbhk/qP7i00E5czN5p4/qXtg/tHnJlcMu2l70y99uD9hl2IiJbOY6fmZb647eLov/67fiRg0Yn57AmzSbcPf3MMid//bnqu6XzjxzeJx+rSdOW1w4d13fQzXL7j19/+vbLj2h9Xn1umlw++35PaJgt4xJ//PBlV/RzHOHbrz6a98ZTDz49p1PXPl8tmrNr+8bEE3Et23QZe+djUa1Oz/hz6+DWvn4B73665tuvPly+ZG5JcfFzr34WEdVGPqNV3y7evfOvxBNHTL5+US07Tr7vOb8GQeVP0mq1/rH66x+/+fT40ZiiwvzA4LAu3fsOv+0eL5Ovo0/ZK9BanMWnH760ZMHr46Y8OXzMPdoWs7lEnvzP332Wlpbctn33m0bf3Ti8ecLxWFc3j1B7msfW55w/DofUpPgv5XPftiEl6YS3ybdR42bX3Tyhe89rtL0vPnOXPH+tPfq6tmHhzd9b9Lt89GH9mur1hmWrYx2xm9gDO79fvjAudu+xuIP+AcEdOveYdM8zru4e/+rVTk2Jb9Ohu6eXydPbp/xJZmWmybWHh7dA9VOtRck7X9faJa7trN5d7eGW0iIuit622D6WldMBF2IuAAAAAAAAAAAAAKqizmdcNKUDqHI0VRWKHFo16K0Wi8EjtCRkhIhfLHelH1ri22yEk0eYQE05dGCHr3/Qxj9/eut/pemi9p17ZGemP/vo2IN7t7l7eHe9sr+7u9f6P354/fn74o/HjpvyhOwjf3ojxz+w7rfvThyL6dnvhtCwpk2j2ghb9RFbwqNFm9IqJof27ZDHyco4GdSwcb9BI7Kz0jf+8dODk6+d/uLHXa8c4DiHd195fOWKj2UjJCxSVdWDe7fKpaioYNCNYxoEhgy9dfKKJfPkmVw/fKKLi5u3j5/safJtEH8spvwT0eYzMptL7h571ancnCZNW7i4um3fsvZo3P6PvvzL2cVV7k1OOJabndGpa29H2sM/MCS8WetV33329kuPWK2W5q07XTvs9qOHD6xf8/3OrevfXfirX0CwdvyC/FPPPzFRHlC2A4JCvU1+x48clMv631e+s/BXLf9htVrlU3Zydo1odtaMS+wBWxkVxyREmWmpzz52e8z+HfIJNgwN37r5913bN4wYM03uimrZUfuVOe+PQ7N5/S//mz65qLDAYHRuEtH8xLHYHdF/yGXK/c9fd/ME2aFth8st5hJ5whHN2nTrcXVYE9tkSYcP7pEbW7Tu5Ai4fPrBi19+Mkc22nToPvjGMdu3/PHTt4u2bV777ie/OWIulXm1mzRt+fybX1R4+qt/+PLo4X3ydW7ctIVA9Tu5b765wBYqUoWuqOEU+wevwWA02ku52Be9LeEiqOACAAAAAAAAAAAA4AKpDxkXrZSLVipAUXRW+4RFVoPBYrEqjcdYk1cKc5ZQzcnbXg3r9aZAjcjJSj+ZnBAYHPbpBy/d9/hrV/QenJmRGhzS5NXnph3cuy2qVcenZs/XaplMmPrUw3cPXbronT4DhjZp2rJx0xZy2bD2B7lr9IQHGzVpph0wLnav/PFqM+yYS4pffGZKVsbJq68dNfWhF7TZapISjt49pu87rz7eqWtvbcuXn85ZueLjRo2bPfbcPHlkueXPX7/93/TJn3zw4qAbx3S5vK+Ts8uKJfNatO5026SHHWce2jjyyOF95Z/L4YO75fqdVx6/efRdt4y9T95L3pw2bkBczJ6D+7a363SFKJum5/AhW89Zry9p0aZLdmZawvHD77zymNVqvfuh/w0Zert2tLU/r3jp2bs/ePvZx2bO1bZ88NYz27esbd2+20NPvx0QHCq3ZGWkvfD0HXt2/PXbz8u0O8pDFRcVNG/dSQt5/CNt3qXI5rZ5l6wWy4xHxsQe3DVk6LgpDzyvKIo85szHbv/k/f+JcjmYD9+ece4fh7BXcJn1xER5wPuffLPP1UMNBqN8RvKVfGnGXUsWvqFlXAYPHSt/vut/X9mz3/VajEaUpVW085F++2npko/faBgaMfO1xdrsRfLn+Owjt2/b/PvH816464HnK/9qn2nJgjcWffRyQFCjx2e+L1D9zAUn0/Yt0NpF3oNUlxCDI9pisMdbKOICAAAAAAAAAAAA4EJTRL1wegxVZx9XtZdysU2Z4eyhC79T65ObuDY/NVqgRhzct0OuU5KO3/vYq1dfO9LD07tR42axB3f99tNSX/+gZ19e5Jisx9nF7YabJ6mqdfuWP7UtRYUFx48ccnJ2dQRckhOPZ2WcbNgoQkt4fLd0QXLisc7d+9772CtanEUKDmnSu/+NaSkJx+IOCnsyY/GHr8g3wZMvfKRlNaSe/a4PadQ0Jys9M/2kvBl78G+FTzShjZoePXzAarWWnUy+dsCB140ac8ejWuRC8g9oKNdGg1G7qeVLTqYkvPj2io5de7u6uQeFNJ7/7iyLueT2KY87Ai5S76uHBgaHbdmwWrtptVjkk+rW45rHn/tAC7gIWy0Zf/nshC0qlKFt2b/H9tYNb9pKnMXJ5ITszLTgkHD5UsubK1cslM+uZ78b7n7oBa2MijzmpKnPaJ2bNW+vPf3K/DgSThzucdW1E6dO7z94hMH+fOUBew+40ejkkpOdqc0UZj+aLZsS1fL05E1aXZnIKFvGpeBU3vx3n5O/ndNf+lgLuEjyZ3fPIy/JRvTGX//Vq11efl7usw+P/fTDF0MbR7787tcNgkIEql/yjtdUa7FsWBX34sCRer3eXsTFoMVcFFsFF135Ii4EXAAAAAAAAAAAAABUXT2Zq0jjKOWiqvZaLnqrwWi0NhxiTliqy4+THRKjZ0cOXiY7ClQzrRpHu049ul7R37Hxx68/letrh43zMvmW79wwtImwZykc91VVa1S56MkBe8KjeeuOpcf5dpFcj7z9/yoMnAeHNJbr+OOHmzZv++tPX5nNxf0Gj2jUuFn5Pu8vWedoa8EULfDhEBHV5qdvF6Umxwc1tM1sZY9uqC6u7hOmPlW+W1zsXrkObBhW/vkOv22ayddf25KemrRp3c/uHt43DJ8o/q5ho4iUpOOZ6Sd9/BrIN+rk/3uuQof8vNxD+7bLRoPA0sSGNlVT89adxFkc0oq4tCgtmrJy+cdyPezWKeX7NG3eRms0b2V7JSv54+jYtbdcyndQVXXP9r9KiguDGjZ2/AgO7rOdYcs2XRzdSiNErWwv78Y/f8pMT+09YGiFH0dgcCP56MmJx0uKi4xOzpV8tR2KCvOf+L8RMft3dOra54nnP3R1cxeofgXpu7OP/ai1i/xvUZy8T1dw0QIutkVvK+JiL+QiAAAAAAAAAAAAAOBCqD8ZF8eMRaq9lIuqWLWhVlvMJephdcddsk9RTlxG7FLfyOEC1Uybp6bvwJvKb9xiL9fxyfv/02bMORo7p8kAABAASURBVJvYQ7ZsRNOoto4tcbG2yYNatO4sbNmLuITjsbLx0F3Xn+MgWzbaCqV0u/Kac/TRgiktysUypEaNI+X6xNEYLeNyaL/tiVx2eT9nFzdHn6yMtLSUBFd3T1//QG3LoQO2ujVXD7n19An8JZ+seiove1i/puKc/vz128XzXz1x9JBji5Oza3FRgWw0adpC26JNn9Ty76daXqz9BW/WwhYoSUk6ceJYTIOgkKhWHcr3OZmSKGwFXRpoxU4q+eOQT/aDOTM2/vFjUWG+Y6OLqy1N0jii9PTSTyZnZ6aFhEU6plIym0uOHt5vK8ZjD7Ucsf8Ee/X9hx9ZcVGR/LXV22u0VPLVdnh99gMx+3f0H3TLfY+/quj1AjUiMXqW1rAYAs1+19qLuNjqZhnKJirS2wMuoizdUndjLlahZotTotpk/LDy+KyZsuESHt5i8RIBAAAAAAAAAAAA4JzqVR0XYR9MVRTFqlps/2cbebWqVqvep22Jb29dxlrZIWXXHFPjQYrRQ6A6xdhqeOi6XjHAscViNqefTHJ2cR028q5/vEvr9t1K76uVJGnezrFLqxESEdla2OcDkutGTaJ6XHXtPx5Hm3soNTlerlu06ijOoqiwIOHEYb+Aho7KK5rQMFvG5Ujs3suu6CfKipGUfyKO82nV9jLtZmL8kfy8nLDw5n4BwY4+2nl2ubyfljs5k7e9esrSRe8seG+Ws4tbz343NG/VqUnTFo3CIs0W88Th3ZycXbXJieSpHom15UVCws4al9HyOs3sdVy0h27arG2FPvHHbNmgqJa216SSP46crPT7Jg1MS0kIj2zdqVuf8KYtG4c3D20cOeflR3778SvtUFLM/h2iLGGjiT2wy1aMpyxko2VcyueWNAnHDxcWnPJrEKxNqFSZV/v09r3b/vz1m6bN2933xGva3VEDso9+X5h5UGsXBE3R6Q1lFVxOF3HRlc1SRBGXc3NtFhU0YZJsGHxMAgAAAAAAAAAAAMD51Le5ilRVtTVshVxUoVdUq17+YzBYLZF3q1s2CLXEWpyTumduUMeHBKpNZvrJ9NTEiKi23j5+jo1FhQVa47ZJD5fvbLVY4mL3NgwJd/Pw1LbEanGNsrmKrFbroX07nJxdI5rZMi4F+XnCPsdNheNkZaTl5mQGNQwzOjnLm3m5OXLt4xdQvs+mdT9nZ6V36NIzIChUS05EnRFA8fUPNPk2OGEvFSPK6qO0aNu5fB8thRPVsjTAEbPPlvDoeFmv8n0K8m3lH9p2uPzm26aW356UcFSnUwICQxS9Pi8na9FHr8inNufjX0IaRTj6fG+faSiyRTu9wfYbGhezt7iooE3Hy8+R5Ni/d6uwTUJkm8yopLhIro1Gpwp91v76ja2PPZhSyR/Hss/npqUkXHPdbfc+9nL5Pts2/S7KzR4Ve2i3/QVpX+ElalYWVEo4YZsszGAv1vK3U/rla7nu1LVP6XEq8Wo7bNtsS631G3gzAZcao1qLkne+obVL3DqqXp1Kwy1GLeBiW2wfv8rpgAsxl3NwbdZMLgIAAAAAAAAAAABA5dTDseHSwVVFsZdyUbTSAgaPULXhCK1D+qElxXnHBarNof3bhS3f8Lf4iJuHp4eXj716Slz57V9+Mue+Cde89Ozd2k3Z4cTRGMccN8Je6qO4qCA8sqU2D07DkHC5PnbkgJZn0sj2KzPvmTK617dffaRt8W9gK6mSaq9oosnLzX71uXvfefkx7WbMgYozIjmENo6UD6qdTPyxWDcPr4ah4eU7lKYuyorExNgnV6pQryU4pIlcx9nnGHLIyUp/aMr1E4d3O3xoj7DPiFRSXNiidefyARezueSnbxaJcgGRuNi9oiy/8o9Skk7k5+U4pgoKCG4kymIlDrEHdv6x2hYoiWptC4tU8sehnWffa/4259Sfv32XlXGy/FPWqsiUfzG1yaocxXi0aYaSk/72e3cyOeG75fNl45rrRolKv9oOI8ffv3J90g0j7hCoKSf3zTcXpMmGKnRFwXdoFVwMRqO9YV/0toSLoIILAAAAgL+bM2fOo48+KgAAAAAAAKqmvmVcHJUDtJSLzj5hkTaJhr7JGGGwzwehmpO3vSpQbbTEQ1SriiVSruw9RK7fe+3J3OxMbcvan1d8+uFLeoNx5Lj7tS2xB/82x420f0+0XGuz9kiNm7ZoGBpxMjnh47mzrRaLsE+7M++Np7dvWRsQFDr4xrFatyh7iZFvvvxQu1lcVPjqc/eeysu+YcQk2U3Yi6OIsuxFBaGNmh49fECrHyPKCp+Ud8g+NU+bdt3+/nz/1q1bj6vlO/GPX77etO5nbYt81jMfG5+VcfLyXoO0KjW+DYLsZ7InPy9X6yOfy8vPTj1iD7U0jmiubTxgr9ESEdlKnEXMfi1QUhoxaRga3qhJlDzs9i1/aFuOHT7w3BMTtbYje1SZH4evv60Qzq7tGxyPtW/n5rdetJVB8g8M8fD0Ln0F7Ces5Yo0pcV4ykIwvfvfINdLFr5hNpdoW4oK81957p6crIyrrx3Vsm0X26tauVdbI4+za9t6uTgK0qC6mQtOpu1boLULvQepLiFaiLB0riKKuPx7BTExyR9+IJe0ZV8JAAAAAAAAAAAAAOdTr+Yq0mgzFtnWtoiLIvSqHIK1Wq16Zw9rkztF7EuyT27i2vzUaLeALgLVIOagra5JVIuKk8uMmfTw5g0/b9/8+203dGwa1aaosODo4X1Ozq6PzZzbvHVpkZJY+30jy1UEObjXNqmQo4N090MvTH9g1NJFb//0zaImTVukJJ84mZwQGBw2+62vXN09tD53TH1m17b13371weFDu8IjW2/886f01MR2na4cN+UJrUP+KVus5OO5s39btXTCXU87pt2RIqLa/PTtotTk+NJiJC3alX8WcntOVnpQw8aOyZUO7N3m5uFVvhaLFBAUOnrCg4vnvzLz0dvluTUICjl8cHdBfl6nrn0emfGu1icwuNGVfYas/33lo9Nu6nblAFWo6377LjU5ISikSXLCUQ9Pn7JXwFYXp0Wbs75dY7VCMmXhFfnmHzPpkdlPTXr6/pGXXd7P2dVtw9ofLu81cH1qkjxtT2+fyv84brh50ppVyz9f8FpOdoaHp3dGWsovP3zROLz5kdi9np4mxwnk59lmhnr6gVG+DQKff+MLi9l8PO6g7TUJa6p1uPamCevX/hC98dc7brmy6xX9jU5Ov6/+OjMtZdCNYyffN1PrU8lXu7Tz/p2PT7tZ/op//ftRgRqRvOM11VosG1bFvSRwpEGvFXExaDEXxVbBRVe+iAsBl/MqiDmUPN+Ww3MJD/e/abgAAAAAAAAAAAAAcE71cK4iTflSLvZaLnrbhBoh16pupUGExOjZtgk3UA1iDu50cnZtckbdER//gDc/WnVlnyHmkuKY/TsK8vN69b/xwyXr7SVPyu574G9z3EhH7NP9tCyX8Oh4Wa8X317erGWHvNysQ/t3uji73TR66tzFa4MahpV/rLcXrO7R97qkhGM/f/+5j4//5P+bNfPVxfLNoHUYcds9vv5BOVnpR2P3B9on93GIiGwt7BMJlZ5M1N9SF1rRFPno2s34Y7HFRQVnVh+RRk18cNqjL/sHhqQkHT8Ssy+kUYS8+dzrnzs5uzj6PDLj3VvH/V9+Xs7nC17/esn74ZGt3/30t8t7XiN3ZaQlC/sMPokn4ky+Dco/uwpiD1ScLOnKq4Y8NnNeWETzndvW52Zn3vfoq7eMvU9VrVr9mMr/OJo2b/vGBz+06dBdvoafL3ht/57oqQ+98L+3l8ld6WlJjm4T7n7aYHROjLdNe2QwGA8f3C0fq/zrJn8LZ732+bCRd+XmZH6/fMHvq79u0arTK3O/u+fhF41OzqUvbCVe7dPbD9iKu4Q3ay0fTqD6FaTvzj72o9Yu8r9VcfI+XcFFC7jYFr0WcyHdAgAAAKCCYcOGTZ48WQAAAAAAAFSNreRJhU1yi9XObDYXFxcvjV721tp35Jjl2mfXirpDtZPPQrWqFvlMSuQ4fom5uKQ4bae64y6tT3CXJ30j+dN5ADiPw6tuKcw8KBsWQ2B+s/f0Ts5OzkYnF7l2Mjo7GYylBV10jpmKiLlUQu6mv1IWLpQNp4bBYU9NF6jLFvy2YMHvC0wu3u/eMMeljJOTk9Eofz0Mjkm8BAAAAAAAAAAAAKqgHs5V5GCv46JYVUtpKReDVbVa9T5tS/yu0qWvkR1Sds0xNR6kGD0EAOAsso9+rwVcpIKgKTq9oayCy+kiLrqyWYoYxa88z27d5SIAAAAAAAAAAAAAVE59nquotKHY/nxar7elXBT7sKy+2TShs81vYi3OSd0zVwAAzkK1FiXvfENrl7h1Ur066bVwi1ELuNgW7WPWEXAh5gIAAACggs2bN//yyy8CAAAAAACgauptxkVTOuiqKPZSLopWckDvFihCbtE6pB9aUpx3XAAA/snJffPNBWmyoQpdUfAkrYKLwWi0N+yLPUEoqOACAAAA4Ow2bdq0evVqAQAAAAAAUDX1OePiqCigpVx09gmLSifXaHybMJhsnVRz8rZXBQDgDOaCk2n7FmjtYtMQ1SVECwuWzlVUVsRFftZSxOU/yPhh5Y4rusnlwOhbBQAAAAAAAAAAAIDzqf91XErXOvtkGmWjswYXT13EFK1PbuLa/NRoAQD4u+Qdr6nWYtmwKu5FAaO0mKA2S5FWFsteJEsnCLgAAAAAOKdu3br1799fAAAAAAAAVE09z7hoypdysddysQ3TKsGDVbcIrUNi9GzbRBwAgDIF6buzj/2otYv8RypOHmXpFkNpwMW22HIutqgL6RYAAAAAZ9e1a9cBAwYIAAAAAACAqjGI+k6OvKqqalvbIy6qYtWGZuVgrTXqYXXHXbJPUU5cRuxS38jhAgBglxg9S2tYjKFmv8H2mYmU0zEXO62Ii9aNmMu/5dX98si335UNxdVVAAAAAAAAAAAAADif+p9x0djruChW1VJaysVgVa1WvU9bs39fkfab7JCya46p8SDF6CEA4JKXffT7wsyDWrsweIpiMDoquBjKirjIj9PSMlmkW/4Tg6+vh6+vAAAAAC4BCQkJRUVFERERAgAAAAAAoAoulbmKShv2KTVsxQjs/7ON1EbeI3RGuctanJO6Z64AgEueas5P3vmG1i5x72z1aGur4GLQ24u4GBT756eudIai0oALMRcAAAAA57B8+fJ58+YJAAAAAACAqrlU6riIsiFYOS6rU4Ucr9Ub9FaLRe8WaA25VcR/KnelH1ri22yEk0eYAIBL2MkDH5sL0mRDFbqioIlaBReDUSvlYl/sSUFBBZeqKYiJyV77u2wYfEz+NzFZHgAAAAAAAAAAAHAel0QdF+EIuNjZag/YJyzS5t1QGo8WRvtsEao5efurAgAuYeaCk2n7PtbaxT5DVJcQWxEXWwUX+2dmWREX+ZlKEZcqKog5lDz/Q7mkLV8mAAAAAAAAAAAAAJyAVQTdAAAQAElEQVTPpVXHRVVV29oWcVGEXrWVcrFaDS6eRU0m62JekH1yE9bmp0a7BXQRAHBJSt7xmmotlg2r4l7UYJShLA6oLYreNkWRlhQk4AIAAACgkqZNmyYAAAAAAACq7BLKuGgcpVxUVavlYrUaDIaGg8wJX+jy42SHxOjZkYOXyY4CAC4xBem7s4/9qLUL/UYqTh4Go8FexMVQGnCxLfacCxMVVZlrs6igCZOEfa4iAQAAAAAAAAAAAOB8Lq2MS4VSLqpi1YZs5QiuNephdcddsk9RTlxG7FLfyOECAC4xidGztIbFGGrxH2wwGOQnZFkRF1tJF9tcRYptmiKtGzGXqnBt1kwuAgAAAAAAAAAAAEDlKOLSY6/josiRWdv/6Usn4ND7tBX+/bQOKbvmWEvyBABcSrKPfl+YeVBrFwZPUQxGewTQqLeXcdESgfJjs7QcFukWAAAAAJW2YsWKefPmCQAAAAAAgKq55DIujnFZW8BF0en1tpSLYq9QoEROFTqj3GUtzkndM1cAwCVDNecn73xDa5e4dbF6tLUFXMoquCj2z0ntY9MRcCHmUkXmjIy8bVvlkr9/nwAAAADqtfj4+Li4OAEAAAAAAFA1l2IdFyHKyhAoir2Ui20mDtvaLVCEjtQ6pB9aUpx3XADApeHkgY/NBWmyYVWVouAJWrRFK+JSutgTgYIKLhdOzl8bY++5Wy7HZ80UAAAAAAAAAAAAAM7nEp2rSJTFXGw1CewTFtkKuRj0StgoYfS1dVLNydtfFQBwCTAXnEzb97HWLvYZrLqE2GcpMmhJF31ZERfbFG8UcQEAAADw73Xr1q1///4CAAAAAACgai7dOi6la5198g17KRe5GFw8RfgUrU9uwtr81GgBAPVd8o7XVGuxbFgV9+KAUY7Yn7bIT0h70SstFUjABQAAAMC/1rVr1wEDBggAAAAAAICqMYhLmKOUi6pqtVysVjmsGzzQHL9El2+bJToxenbk4GWyowCAeqogfXf2sR+1dqH/KMXJw2A02Iu4GEoDLrbFnnNhoqILynfwELkIAAAAAAAAAAAAAJVzidZxEWeWclF02lCuHNlVoh7W+hTlxGXELhUAUH8lRs/SGhZjqNlvsN5gcJS20iYqss1VpNg+KrVuxFwAAAAA/FubN2/+5ZdfBAAAAAAAQNVcuhkXjb2Oi2ILuij2Ui7asK5PW9Wvr9YhZdcca0meAID6KOvI94WZB7V2YfAULeBiMBr19jIuWvJPfjyWlr0i3QIAAADgP9m0adPq1asFAAAAAABA1VzSGRfHeK29kItOr7elXBStckGze4TOKHdZi3NS98wVAFDvqOb8lF1vaO0S9y5Wj7a2gIujgost76LXPh4dARdiLhdQ7qa/Yu++Sy7HZ80UAAAAAAAAAAAAAM7nUq/jIkRZeQLbZEWKNkOHbe0WqIaM1DqkH1pSnHdcAED9cvLAx+aCNNmwqkpR0AQt2qIVcSn9JLQn/wQVXKpHSXp63o5tcsnfv08AAAAA9VpoaGhERIQAAAAAAACoGoO4tMmBW1VVHSkXq33CIqvBYLWqhoixlpTvRUmGUM3J218N6/mmAID6wlxwMm3fx1q72HeI6hJin6XIUFrExR5v0WlTuVHEBQAAAEDVDB06VAAAAAAAAFTZpZ5xEeViLqot5qIIvSqHeK2S0dUSfpc49Lzsk5uwNj812i2giwCAeiF5x2uqtVg2rIp7cYORtlSLQQu4lBZxsRe3sqf/CLhUD9dmUUETJsmGwcckAAAAAAAAAAAAAJwPGZdSjlIuqmqv5aK3WuVwb/A1lsTlIm+/7JAYPTty8DLZUQBAHVeQvjv72I9au6jBbYqTh8FosBdxMZQGXGyLPefCREXVxrVZM7kIAAAAAAAAAAAAAJWjCJTVJ9DZ5+RQFHv1AvsQrxzxFZEPaH2KcuIyYpcKAKj7EqNnaQ2LMbTEd6DeYJCfeGVFXGwlXWxzFSm2j0StGzEXAAAAAFUxZ86cRx99VAAAAAAAAFQNdVxOs9dxUayqxfZ/tmk7rKrVavBpWeLfT5f2q+yQsmuOqfEgxeghAKDOyjryfWHmQa1dGDxFq91iMBr19jIuWsJPfgyWlrci3VJtCmJistf+LuxzFfnfNFwAAAAAAAAAAAAAOCfquJRyjOPaC7no9Hr7hEX2oV995FShM8pd1uKc1D1zBQDUWao5P2XXG1q7xP0yq0dbWwWX0iIuBntBF732MegIuBBzqSYFMYeS538ol7TlywQAAAAAAAAAAACA86GOy9+UDujK0V1V2IoZWBU55mt1C7SGjhInFspd6YeW+DYb4eQRJgCgDjp54GNzQZpsWFWlMGiSFm3Rirjo7UVctISfoIILAAAAgAtn2LBhRUVFAgAAAAAAoGqo43Kao2KBfdIi2//02mCvHPoNHyOMvrZOqjl5+6sCAOogc8HJtH0fa+1i32uFS5CiVwxGQ2kRF/snnv3jT1DEpQYY/fw8OnSSi1vLVgIAAACo10JCQiIiIgQAAAAAAEDVUMflb+RorqqqtrUt4qIIvSqHfq2S0dXc5C5dzPOyT27C2vzUaLeALgIA6pTkHa+p1mLZsCpexQ1utSVbyiq4aEVcFKU04UfApQZ4dusuFwEAAAAAAAAAAACgcqjj8g/Kl3Kx1XGxlXIxGEMGCo+WWofE6NlCqAIA6o6C9N3Zx37U2kUNRilOHqcruGgBF9tiz7kwUREAAACAC2rz5s2//PKLAAAAAAAAqBoyLhWdrl5gj7jYqhrYh37lGLCIfEDrU5QTlxG7VABA3ZEYPUtrWIyhJb7X6A0G7ZPNMVGRba4ixfbRp3Uj5gIAAADgQtm0adPq1asFAAAAAABA1ZBx+We6soBLaSkX+zCwwael6t9f65Cya461JE8AQF2QdeT7wsyDWrsweIpWu0WbqMhQVsRFftyVlrEi3VIjMn5YueOKbnI5MPpWAQAAAAAAAAAAAOB8yLj8g9Pju/YZi/R6RZuuyJZ0ibxb1TnLPdbinNQ9cwUA1HqqOT9l1xtau9j9MqtHW1sFl9IiLgZ7QRe9TnFMUlRWywoAAAAALpBu3br1799fAAAAAAAAVA0Zl7MqHey1TVakaEUObLN5uAXqQkdpHdIPLSnOOy4AoHY7uX+BuSBNNqyqUhQ0SYu2aEVc9PYiLlqST1DBBQAAAED16Nq164ABAwQAAAAAAEDVGAT+iRzoVVXVkXKx2mcsUvRWvcFqDR9tSf5GlGQI1Zy8/dWwnm8KAKitzAUn0/Yv1NolvtcJlyBbYs9oKC3iYo+32D7mdIIiLjXMq/vlkW+/KxuKq6sAAAAAAAAAAAAAcD5kXM7KEXNRbTEXRehV1aC3SkZXc/jdukOzZJ/chLX5qdFuAV0EANRKyTteU63FsmFVvIoa3GJLtpRVcCmt46LYIy72mYoEAZcaZPD19fD1FQAAAMAlICEhoaioKCIiQgAAAAAAAFQBcxWdh6OUi33GIjuDwdjwGuHRUuuQGD1bCFUAQO1TkL47+9iPWrvQf5Ti5HG6got9liKd/EevV+wBF9ItAAAAAKrJ8uXL582bJwAAAAAAAKqGjMu5nK5qYI+42KodyLFgOS5s0IvIB7Q+RTlxGbFLBQDUPonRs7SGxRhq9rtGbzBon2BazMWgzVWk2D7itG7EXGpS7qa/Yu++Sy7HZ80UAAAAAAAAAAAAAM6HjMv56U4HXPSO4WGDT0vRYIDWIWXXHGtJngCA2iTryPeFmQe1dmHwFK12izZRkaGsiIv8dCstV0W6pcaVpKfn7dgml/z9+wQAAAAAAAAAAACA8zEInJMc91VVVWspik6v16tWVTWoeovV2vQuS9ofOrXIWpyTumduUMeHBADUDtaSvJRdb2jtEo9uVo+2tlhLaUrPYC/oorfH904HXIi5AAAAAKgm06ZNEwAAAAAAAFVGxqVStKFfVavoolcUqyLHiK1ugdZGo8Xx+XJX+qElvs1GOHmECQCoBU7u/cBckCYbVlUpCJxg0CYnshdx0duLuNjyLnq9oILLxePaLCpowiTZMPiYBAAAAAAAAAAAAIDzIeNyflopF63UgaLorLaYixwctuoNVmuTUZakr0VJhlDNydtfDev5pgCAi63kVGLawcVau9j3Op1LkKJXDEZDaREXe7zF9nGmExRxuYhcmzWTiwAAAAAAAAAAAABQOYpAJZweA9YquZTO96HXG11F03u0PrkJa/NTowUAXGxJ218Wqlk2rIpXScBIQ7kKLqV1XBR7xMU+U5Eg4AIAAACgmq1YsWLevHkCAAAAAACgasi4/AuOUi5azsVGjhwHDRAeLbUOidGzhVAFAFw8+anRufFrtHZhg9E6o1tZtMWgzVKkk//o9Yo94EK65SIyZ2Tkbdsql/z9+wQAAABQr8XHx8fFxQkAAAAAAICqIeNSWRVKudiqIJRVcxGRD2h9inLiMmKXCgC4aFR72M7GYgw1+16tNxgcH1a2WJ42V5Fi+yjTuhFzuVhy/toYe8/dcjk+a6YAAAAAAAAAAAAAcD4GgX/DXsdFUYVVlYPEVqtitY0cG3xamhtcLU7+LDuk7JpjajxIMXoIAKhxmXErinJK/ziyMHiKVrtFm6jIUFbERX6KlZalIt0CAAAAoEYMGzasqKhIAAAAAAAAVA11XP6F0+PB9hmL9GXTFdmqI0ROVXXOco+1OCd1z1wBADVONeen7JyjtUs8ulk92toquJQWcTHYC7ro7XWoTgdciLkAAAAAqAEhISERERECAAAAAACgaqjj8q9pQ8KqVtFFryhWRY4dW139ROhocWK+3JV+aIlvsxFOHmECAGpQ6t4PLEWZsmFVlcLACaWTE9mLuOjtRVxseRe9XlDBpXbwHTxELgIAAAAAAAAAAABA5VDH5d9xVD6wR1y0mIt90FgOJIePEk4Btk6qOXn7qwIAalDJqcS0A59q7WLf64RLkKJXDEZDaREX+yeV/WNLUMQFAAAAQA3bvHnzL7/8IgAAAAAAAKqGjMu/dnpsWKdNV6TNA6LXG111EXdpfXIT1uanRgsAqCnJO14Tqlk2rIpXScBIQ7kKLqV1XJTSZB4BFwAAAAA1bNOmTatXrxYAAAAAAABVQ8blP9KmKrIFXeylXPT2Ui76oP7Co6XWITF6thCqAIDqV5C2K+dE6ffFhQ1G64xuZdEWrY6LXqfobEWn7AEX0i21RO6mv2Lvvksux2fNFAAAAAAAAAAAAADOh4zLf3F6hNiedLFVRyir5iIiH9D2FOXEZcQuFQBQ7dTErbO1ltmpsdn3ake0xTFRka3klGKrPqV1I+ZSG5Skp+ft2CaX/P37BAAAAFCvhYaGRkRECAAAAAAAgKoxCPxXWikXVVhVOXhstSpWW8zF4NPSHHCNSF0lO6TsmmNqPEgxeggAqDZZR74pzDygtQuD7y4LuNjWcqXoFZ19iiKh01HEBQAAAMBFMXToUAEAAAAAAFBlZFz+vmAMEgAAEABJREFUIzlOrKqq1lIUnV6vV62qalD1Fqva9G7zyd91apG1OCd1z9ygjg8JAKgeqjk/ecebWrvE43LVvYWhfAUXg8E2RZG9iIsj4ELMpZbw6n555Nvvyobi6ioAAAAAAAAAAAAAnA8ZlyrRhopVraKLHES2KnJM2erqJxrdJo5/JHelH1ri22yEk0eYAIBqkLrvI0tRpmyowlAQOM5euEVvKJurSNHyLWVFXARqE4Ovr4evrwAAAAAAAAAAAABQOYrAf+WoiGCPuGgxF9t4sm14uclI4RRg66Sak7e/KgCgGpScSkw/8KnWLvK9XucSZJufyHh6riL5iWT/eBKKvZCLoIgLAAAAgIthzpw5jz76qAAAAAAAAKga6rhUiTZjkW2ts01XJOQNg94qGV0t4XeJg8/KPrkJa/NTo90CuggAuKCSd76hWotlw6p4lTQYYS/fYtA75iqyUbQEntafgEutUhATk732d9kw+Jj8bxouAAAAAAAAAAAAAJwTdVwuAG2qIjl2rJVy0WulXIL7C4+WWofE6Nm2iUQA4MIpSNuVc/xnrV3YYIzO6FaWbimNuei0+lL2Ci6kW2qhgphDyfM/lEva8mUCAAAAAAAAAAAAwPmQcamq0yPHZaPJjiIKumYPqKot2lKUE5cRu1QAwIWTuHW21rA4N7H4Xf23Ci4GRxUXnSj7jCLmAgAAAOBiGTZs2OTJkwUAAAAAAEDVMFfRhaGVclGFVdXb5ipS9IptmNnUUg0cLFJ/lB1Sdr6ZffwnAQAXgmouLMw8oLULgyaXr+AiV/IjSCviInQ6irjUWkY/P48OnWTDqWGwAAAAAOq1kJAQAQAAAAAAUGVkXC4AOX6s1Wuxl3LR6fV61aqqBlVvsVqbTrakrdFZC60lefmpWwUAXFDFnj1Vz9a2cIvRHnAxGvUGg6LXK/YiLo6ACzGXWsizW3e5CAAAAAAAAAAAAACVw1xFF0zpWLJW0UWvaKVcDG4NdI1uEwBQDVRhMIdMMhgNZQEXQ+mHj942cZqgggsAAACA2mHFihXz5s0TAAAAAAAAVUMdlwtDK+WixVwURafKEWarajCoqlxHjDN7tjKXmK1Wq8VsEapqsVjlXUpLv6Da5GRnlxSXeHl7GZ2cBC6E/KJTmaeytHaQKVCv8AFycTgCdTonk+LawBZwKYu56G0TFeltH0M6odgLuQiKuAAAAAC42OLtBAAAAAAAQNUwRH3BOGIuqlbJRa8IVa/aiQZddSVmc0mJaraoVqveqpZuJ+lSbbIys1Lykk2+Pk4BgQIXiJOlJClvh9X+ps0v8o4KjhKocY6SUYqikx80Wq7F6GQ0GO2LwWAv4mLb7egvUCtl/LDy+KyZsuESHt5i8RIBAAAAAAAAAAAA4JzIuFxg2lRFqrCqelvARa/qhaPogqLTG6wWiy3moiVbCLhUk6LCwhNHj8vx/pDGoYrChFwXjJNwbuAbcCjxkGxnF2UH+QX5ezUQqFk6XVnKxTYfkaJlXOxFXAz2Ii6KPfyi6JioCAAAAECt0a1btxYtWggAAAAAAICqIeNyIWmlXLSWNmNRuV1C0eutFovBarDaMi6l6RZiLheeKrZt3pqXl9e91+Uubi4CF1TLxi33Ju09VXhKtjcc3nhT95sIUtQwXXn2Ui620i1lARdbCSlF5wi48NMBAAAAUBt07dpVAAAAAAAAVBkZlwtPG1RWdTrbdEVlW2xFXKyqxWIRqr2Miz3awuBzddi3a19KUnLrDm0bBAUIVINuLbsv37RcNrKKs3cn7ukaeZlADdJicfaSUTqtlIuit81ZpFVw0TYSbakTvLpfHvn2u7KhuLoKAAAAAAAAAAAAAOdDxuUC00q5aDMWWa1WOe5sb1t1ik61qnqDbQIj2RBUcKke6SfTt2zY5Ovv16FrR4b5q0nb8LZr9q85knpEtr/b8V3HyI5uzm4CNai0Rou9Xost1aJo69MBF4q41AkGX18PX18BAAAAXAISEhKKiooiIiIEAAAAAABAFZBxufDKx1xkQxFWVaeXN0rrt6haERfGni88i9m86psfS0pKBt44yMnFWaDajOw98qnPn7IKNc986uutX99+1TiBmqXFV2wpFi3mohNy7ZjHSBBwAQAAAFCbLF++PD4+/sUXXxQAAAAAAABVQMalGpWOMcuBZ1vSRacqOlWlfEs1+n3Vb8lJSdfcMMgvsIFAdQoLbNynbe+V236Q7R92/nBNp2tC/RsJ1Cz7J4xaGmr5e7SFgEudkLvpr5SFC2XDqWFw2FPTBQAAAAAAAAAAAIBzIuNSLbQBZq2ai1bWRdhva8POxFyqw/Ejx9av+bNp88iuPbsLVL/Rvces2v3LqcJTsj1n1dsvj31ZoGY5giwVci0EXOqKkvT0vB3bZMMlO1wAAAAAAAAAAAAAOB8yLtWofNLlzJu4gIqKir5c8LnRyenmsSNsM7ag+rm7uo/vO/7171+X7R3Hdvyx/48+rfsI1KwKHyZ8tgAAAAConaZNmyYAAAAAAACqjIxLtSs/6kzApZp8+8XXGekZt989wdPLS6CmXNv52q83f3045bBsz/lxzpUtrnQyOAnUOD5V6ijXZlFBEybJhsHHJAAAAAAAAAAAAACcDxmXGsVQdHXYs2P31o1bOnfv0rp9G4EaJN/PD9/w8OT3J8t2el76Z+s+G3/VeAGgclybNZOLAAAAAAAAAAAAAFA5zOqCui0vN/erhV+YfEzX3zpUoMa1DG05oN0Arb3oj0XpuekCAAAAAIC/W7Fixbx58wQAAAAAAEDVkHFB3bZk/mcF+fmj7xzr6uoqcDHcfc3dzkZn2SixlMz5cY4AUDnmjIy8bVvlkr9/nwAAAADqtfj4+Li4OAEAAAAAAFA1ZFxQh21e99ehfQd7X31V44gmAheJn6ff2N5jtfZve37bF89oPVApOX9tjL3nbrkcnzVTAAAAAAAAAAAAADgfMi6oqzIzMr/94uvgkOBrbhgkcFGNvHJkgHeA1n7l21dUVRUAAAAAAJQZNmzY5MmTBQAAAAAAQNWQcUGdpKrqZx98arFYRt851mAwCFxUBr3h/mvv19qxybHfbf1OAAAAAABQJiQkJCIiQgAAAAAAAFQN4QDUSWt/XnMs7ui1N18fEBQoUAtc2fzKzhGdt8Ztle25P8/t37a/m7ObAHB2voOHyEUAAAAAAAAAAAAAqBzquKDuSU1OWfXNj2HhjXv27y1Qazx0/UN6RS8beYV5H/72kQAAAAAAwG7z5s2//PKLAAAAAAAAqBoyLqhjzGbz4vc/MRqNo+8cq9PpBGqNEN+Qm7vfrLWX/7UsPj1eAAAAAAAgxKZNm1avXi0AAAAAAACqhowL6phV3/yYlJB0w8hhPr4+ArXM+KvGe7t5y4ZVtb72/WsCwNnlbvor9u675HJ81kwBAAAAAAAAAAAA4HzIuKAuOXr4yNqf17Rq17pz9y4CtY+bs9tdV9+ltaMPR68/uEEAOIuS9PS8Hdvkkr9/nwAAAADqtdDQ0IiICAEAAAAAAFA1ZFxQZxQVFX3+4SIvb69bxo8UqK0GdxrcNLCp1n77xzlmi1kAAAAAAC5tQ4cOnTx5sgAAAAAAAKgaMi6oM7778pvMjMyRk25zdXMTqMUeueERrZGQkfDlxi8FgH/i1f3yyLfflUvYU9MFAAAAAAAAAAAAgPMh44K64eDeA5vX/XVFnyubRkUK1G4tQ1sO7DhIay9YsyDrVJYAcAaDr69Hp85ycWvZSgAAAAAAAAAAAAA4HzIuqAMK8vOXzF/s6+835ObrBeqCu6++y9XJVTaKSore/fk9AQAAAAC4hM2ZM+fRRx8VAAAAAAAAVUPGBXXAlx8vKcgvGDP5dqPRKFAXmNxN468ap7V/2v5jTFKMAPB3BTExyR9+IJe0ZV8JAAAAAAAAAAAAAOdDxgW1XfTGLXt37ul/7dUhYaECdcfN3Yc39GmotV/59hUB4O8KYg4lz/9QLmnLlwkAAAAAAAAAAAAA50PGBbVaZkbm158tCwkL7Td4gECdYtAbHrr+Ia29P2H/qp0/CwAAAADAJWnatGkvvviiAAAAAAAAqBoyLqi9VFX97INPZeO2O8fqdDqBuqZL0y5XRF2htd9b9W5hcaEAUMbo5+fRoZNc3Fq2EgAAAAAAAAAAAADOxyCA2urP1WuPxR296bbhfg38Beqm+4bcu+HQBtnIyMv4fN3n4/uOFwDsPLt1l4sAAAAAAAAAAAAAUDnUcUEtlZqc8uOKlVGtmnfreblAnRXs0/C2nrdp7S82fJFbkCMAAAAAAJeYFStWzJs3TwAAAAAAAFQNGRfURhaLZfH7nzg5O986YZRAHTeyx0gPFw/ZyC/OX/znZwIAAAAAcImJj4+Pi4sTAAAAAAAAVUPGBbXRmp9+TUpIGjHuVg9PT4E6ztPV89Yrb9XaS/9amnUqSwAQIuOHlTuu6CaXA6NvFQAAAAAAAAAAAADOh4wLap2MtPTffljdrnP71u3bCNQLN3e/2dvNWzaKzcWf/PGpAAAAAABcSrp169a/f38BAAAAAABQNWRcUOt8uXCJXq+//pahAvWFm7Pb6J6l0059vXlFem66AAAAAABcMrp27TpgwAABAAAAAABQNWRcULvs3rYz7tDhq68f6OXtJVCPDO06zNfDVzbMFvPC3xcK4JLnO3hIhw2b5NJi8RIBAAAAAAAAAAAA4HzIuKAWKS4u/vrz5UENg67s21OgfnE2Ot/Wa4zW/m7rdylZKQIAAAAAcGlISEiIi4sTAAAAAAAAVUPGpS7R1fflj1W/64Ru5MTb9Ipy0U+mwlJ7XPSX4j8vN3a5ITIw0t/D38fN56uNX13087mICwAAAABcUpYvXz5v3jwBAAAAAABQNQaBusNLuIt67abrhspF1EpWoeaKfHGxuQijs3ASdZRBLJv6hYAQ2eKUwCUvd9NfKQsXyoZTw+Cwp6YLAAAAAAAAAAAAAOdExgUAgIugJD09b8c22XDJDhcAAAAAAAAAAAAAzoeMCwAAAAAAAKrRtGnTBAAAAAAAQJWRcQEA4CJwbRYVNGGSbBh8TAIAAAAAAAAAAADA+ZBxAQDgInBt1kwuAgAAAAAAAAAAAEDlKAIAAAAAAACoNnPmzHn00UcFAAAAAABA1VDHBQCAi8CckVF49IhsKK6ubi1bCQAAAAAAAAAAAADnRMYFAICLIOevjcdnzZQNl/DwFouXCAAAAAAAAAAAAADnxFxFqO169eql0+l27Nhxjj6//vqr7DN06FBRNc8884w8zmuvvabdVFX1yy+/HD9+vEDV1PArmZ2dLX+OTZs21W6azWZ502QyCQAAAADAxTBs2LDJkycLAAAAAACAqiHjApzV3r17b7nlloMHDwpUDa8kAAAAAFzKQkJCIiIiBAAAAAAAQNUwVxHqg06dOq1Zs8bPz09Uzbhx46666ipH/Q/UD3q9Xr495FoAtYnv4CFyEQAAAAAAANK4BlYAABAASURBVAAAAAAqh4wL6gMfH58+ffqIKgu3E6hfdDrdBXl7AAAAAAD+m82bN2dnZw8YMEAAAAAAAABUAXMV1SVvvfWWHK0fNWpUhe0HDx6U23v06OHYkpqa+uSTT/bu3dvX17dfv37PP/98bm5u+btYLJY5c+b0798/KCgoJCRk6NChb7/9dnFxsahxlT+TJUuWDBs2zN/f/7LLLrv33nvLT3zz66+/yldA3le7uWrVKnnzmWeekV+ijR07tlGjRhEREbKxZcuWc5+MvIu842uvvSbbU6ZMadu2rWxs3LhRbhx560hROxQWFsrzkd8MlpSUyBPu1auXfE2GDBkyf/58VVXL95Qvo/zRd+nSRb4NmjdvLl+B1atXixpX4ZXs27evY9euXbtuuOGGyMhIb29v+YxmzZolv/SscPeqPwuz2Swf12QyaTe1t8dzzz2XkJBwzz33tG/fXr7xbrvttrVr155536VLl44ePVq+f5o1a3b77bf/9ttvZ/aRG+Vxevbs6eXlFRoa2q1bt1deeaX8z+KKK65wd3fPycmZOnVqYGCgfKayLQAAAADgkrFp06aL8h+kAAAAAACgniHjUpfIIXYXF5cVK1ZkZWWV3/7xxx/LtRz7125+9dVXcjx+9uzZO3fubNWq1fbt25966qkWLVps2LDBcZf777//3nvvld8xyRH3gICAr7/+etq0aXIkPj8/X9SsSp7JXXfdNXLkyF9//TUiImLbtm1z5szp3bv3mXmI8tavX9+jR4/9+/ePGjWqc+fOixcv7tOnjzyCqJwhQ4bIM5GNxo0bz5w5c9iwoaI2KS4uHjFihDyxkydPNmnS5Keffpo4ceLUqVMdHQoLC+XLKH/08m3QtGlTvV7/6aefDhgwQN6rpKRE1KAKr+SYMWO07fIn0rFjx2+//Vb+HNu2bRsdHf3000/LN+qqVatE9T+LhISE/v37z5s3z83NTf5aaW+Pzz77zNGhoKBAPtDw4cPlRldXV29v70WLFvXr10++zo4+qqrK30q58Z133tm9e3fr1q3lc9m8efPDDz/8yCOPOLrpdDpFUWTPd999NzU1VX6xazQaBS55GT+s3HFFN7kcGH2rAAAAAAAAAAAAAHA+ZFzqEjnKftNNN8lR/y+//NKx0Wq1Lly40MPDY/To0fJmZmbmPffck5eXJwfv09PT161bJ9evvfZaYmLivffeKzvLPnKL3NumTRs53L5z587t27fHx8f36tVr69atCxYsEDWo8meya9euTz755OTJk5s3b963b19oaGhKSsoXX3xxjoP/+uuvAwcO3LBhw4svvvjVV1998MEH+fn5EydOLCgoEJVw3XXX3XnnnbLRsGHDp59+eviIEaI2+eOPPw4fPixflv3790dHR2/bts3Nze29995zlLeZPn26fBn79Olz9OjRLVu2yBdNdm7durV8KV555RVRgyq8kuPHjxf2iMm0adOcnJzkD1r+WOUbVa5nzJiRnJwsO8i3cXU/C/nGa9u2rTyNjRs3yldS3pQbn3rqKYvFonV49dVXV69e3bdv37i4uL1798oXOSYmpnv37vPnz1+2bJnW55tvvpFvS/mLuWbNmoyMDHmorKysxYsXy11z5851pHBUVZW/kj/99JN8E2rvW1dXVwEAAAAAlwz5X/ERERECAAAAAACgasi41DHjxo0T9gIYji0rV65MSkq66aab3N3dhX0+o9TU1HvvvffOO+/U6/XCXkPi/vvvv/nmm7du3aqNzR8/fry4uNhoNDo5OWkHCQkJmTNnjhyA7927t6hBlT+Tu+++e8yYMVq35s2b33HHHcIefDnHwWXnt99+21EwY8KECddee+2xY8dWrFgh6oXZs2drcwBJ7du3l89ONqKjo+U6JSXl5ZdfNplMS5YskS+p1kd2/uSTT2Rj1qxZNVzK5UwvvfRSZmamfGdqb2nJYDA888wz8p0s389z584V1fwsPDw85DstICBAuyl/X2T7yJEj8tHlzby8PHmG8i20aNGi8PBwrY/8Qva9996Tjeeee07b4uLiMnbs2DfeeKNPnz6KYvs4lb90o0aNkoeSR8jIyCj/iP/3f/83adIkuWtELctLAQAAAEB1Gzp06OTJkwUAAAAAAEDVkHGpY/r169esWbM//vhDDsZrW7TxfsdERdu2bZPrvn37Vrhj//79HXvbtGkjh+23b9/epUuXV199ddOmTVartV27dnIAXu4SNajyZyKfePmbso9cV5izqYLBgweHhYWV3yK/U5PrtWvXinqhQgwoODhY2Cf3keu9e/cK+w89MDCwfJ9OnTq1bds2Pz8/NjZWXFTaGZ6Z9hg+fLhjb7U+C/kGq3BYLUajlfnZt29fbm5ux44dtVfVoUOHDg0aNNi5c2dRUZG8OXDgwIULFzpiOhaLJTo6+qOPPlJVVd7U+jic+VuJS5xX98sj335XLmFPTRcAAAAAAAAAAAAAzscgUKfodLrx48c/8cQTCxYsmDlzZlpa2tdffx0VFXXVVVdpHWJiYuT6+uuv/8e7a5kAo9E4f/78W265ZYed3BIQEHDzzTfff//9kZGR/3jHu+66S1TNmDFjrrjiigobK38mjnobjjsKe6Tg7A8oHOU3HEJDQ+X66NGjou4zmUyenp7lt2hle7TX5NChQ3LdqFGjM+/YuHHj3bt3y3dCy5YtK+z6/vvvV65cKarAz89v1qxZlem5f/9+7WTEGacnyt6o/+1ZVFKF8IqwF5IRZS+g9nu0adMm+RsnznL+HTp0EPaKL8uWLYuLi9u6deu6deuys7MdfbSpwRwaNGgggHIMvr4evr4CAAAAAAAAAAAAQOWQcal7br/99qeeemrx4sXPPvvsokWLzGaz3OIYidcavXr1csz+U56jrkmfPn3kKL68+/bt2+Xw/LZt2959992PP/74k08+uemmm868ozZ3TFVcfvnlZ2ZcKn8m2kQw/4qW+TiTVmOjrtMCGWejBTXO8Uz/8cXZsWNHFX/QUVFRlcy4aGdYIQXiUD6v82+fRSWd+77a71GjRo2aN29+jm6HDx/u0aNHcnKysE8XNXDgwMjISLmeMGGClpIp79w/MgAAAACox+bMmRMfH//iiy8KAAAAAACAKmDMte5p2LDhDTfcsGLFig0bNnz55Zdyy2233ebYGxERsW/fvpkzZ1aYyOZMXl5ed999t9Y2m80PPPCA/Mrp3nvv/ceMS7XmQv7VmVReUlJShS3yCzVRVs2lfouKihJlz7eCY8eOyXVQUNCZu56yEzWiRYsWKSkpJ06c8PPzE2c5vf/2LC4I+XukneTPP/98jm7PPvtscnLyHXfcMXfu3PIxrMzMTAGcT0FMTPba32XD4GPyv2m4AAAAAAAAAAAAAHBO/7o2BmqD8ePHy/Xnn3++cePGIUOGOKqzSNddd51cf/PNNxXuMm3atCZNmmhVOr788sumTZs++eSTjr0Gg+GVV16RjcTExIKCAlFTqvVMVq9enZOTU36LfMXkeuDAgZU8wtnmqan95Ksq17/++uvJkyfLb9+1a9fevXsDAgLat28vatCZr6QWIlmyZEmF7V988YWwV/cRF/VZdO7cOTw8XP5+JSQklN9+7NixBg0ayL35+fny5p9//inXd955Z/mAy/r169PS0sT55tICCmIOJc//UC5py5cJAAAAAAAAAAAAAOdDxqVOGjRoUGho6AcffCDbY8eOLb9r3LhxjRo1mjNnzqpVqxwbv/jii3fffTcpKWnAgAHyZvfu3Y8fPz5v3rzdu3c7+syfP1/YC1e4urqKmlKtZ5KSkiJfjdzcXGFPG8yYMWP16tWXXXbZsGHDKnkE7QROnDhRWFgo6pSIiIjrr78+MzPz1ltvdaQ0du7cOXLkSKvVOnXq1KrM8vMfnPlKTp48WVGUN9988/3339e2mM3m6dOnr1ixwsfHR57nxX0WRqPxgQceyMvLu/POO7W3kJSVlTVmzJi0tDT5LnJzcxNlNYH27NnjuKM8z4kTJ2rtU6dOCQAAAACA/Q9vmKgIAAAAAABUHXMV1UkGg+H2229//vnn/f39hw4dWn6Xk5OT/NpI7h04cGCfPn1kz4KCgvXr18tdCxcu1ApjhIWFvfrqq/fdd1/nzp179eql0+nkKP6mTZvkuP7bb78talC1nol8sj/99FNQUFCHDh0OHjyYnp7esGHDjz/+WL4mlTyC7O/p6RkfH9+qVavLunZ9f8lHou54//335Zn/9ttvTZo06dixY15e3v79+4U9IPXYY4+JmlX+lZTnI8+qW7dub7755v333z958uQnn3yyefPme/fuzcrK8vLyWrRokXxjX/RnMXHixMWLF//www/t2rWLjIyUW+QZJiUlde3aVb5ptT5PPPHE4MGD5VPYuXOnu7v7li1b1q1b5+zs3Lp1a9m5QvkZoAKjn59Hh06y4dQwWAAAAAAAAAAAAAA4H+q41FVt2rSR6zFjxhiNxgq7Ro4cuWnTpquvvvrEiRNyxD0lJWXEiBGbN2++9dZbHX3uvffe77//vl+/fnFxcVqm5IEHHti9e7fcImpW9Z1Jx44d169ff/3118fExAQGBv7f//3fxo0bW7VqVfkjuLi4vP/++35+fkeOHDl+7JioU+RT3rBhw0MPPSSf8qFDh3Jzc4cOHbpixYoffvjByclJ1Kzyr6T8QWsb77nnnj/++EP+oD08PLZv3x4VFfXUU0/t3bt38ODBohY8C1dXV3l68pR8fHx27NgRHR3duHHjV199dc2aNe7u7lqfQYMGyZu9e/f+/PPPn3/++Z07d44bN06+e7XqSqtXrxbA2Xl26x757ntyCXtqugAAAAAAAAAAAABwPjpVVStsklusdmazubi4eGn0srfWvqPT6dY+u1bgovIW7o728OHDly5devDgwaioKIG/W7Vq1cCBA2+++eavvvpKXCBWoeaKfHGxuQijs6jphAouuGzBNEZAvbLgtwULfl9gcvF+94Y5LmWcnJyMRqPBYFAURWcnAAAALlUrVqxITU2dPHmyAAAAAAAAqALmKqp7VFVduHDh8uXLBw4cSMAFAAAAAADUcvF2AgAAAAAAoGrIuNQxffv2XbNmjdZ+8MEHBQCgbsr4YeXxWTNlwyU8vMXiJQIAAAAAAAAAAADAOSkCdUrnzp2NRmP//v2/++47uRYAAAAAAAC1W7du3fgSAwAAAAAAVB11XOqYl+0Ezumaa65RVVUAAAAAAIBaoGvXrgIAAAAAAKDKyLgAAHAR+A4eIhcBAAAAAAAAAAAAoHKYqwgAAAAAAADVKCEhIS4uTgAAAAAAAFQNGRcAAAAAAABUo+XLl8+bN08AAAAAAABUDXMVAQBwEeRu+itl4ULZcGoYHPbUdAEAAAAAAAAAAADgnMi41CU54pSos7LSs959ec5V1/S9/KorRR2kilqhUJQUiRJRH1ms1lteu0Vrv3jb/5oGNRVAvVaSnp63Y5tsuGSHCwDd9AOVAAAQAElEQVQAAAAAAAAAAADnQ8alLqklMYv/JjExMTMz08PHq04/i9qgvr6AiqTXJ2UmynZc6pEIMi4AAAAAUF9MmzZNAAAAAAAAVBkZF9SQU7l5cu3p5SmAs/BxN2kZl6z8bAHUd67NooImTJINg49JAAAAAAAAAAAAADgfMi6oIbk5uYKMC87J5FY60p99KksA9Z1rs2ZyEQAAAAAAAAAAAAAqRxFAjciz13HxplwBzs7bvSzjQh0XAAAAAKhH5syZ8+ijjwoAAAAAAICqoY4LakhhQaFOp9Pr9QI4C5O7t9bIpI4LLgHmjIzCo0dkQ3F1dWvZSgAAAAAAAAAAAAA4JzIuqCHmkhKj0SiAs3N3dtcaBcX5Aqjvcv7aeHzWTNlwCQ9vsXiJAAAAAAAAAAAAAHBOZFxQQ8xmi97A+w3n4mQoTUEVm4sFAAAAAKC+GDZsWFFRkQAAAAAAAKgaMgeoIeaSEoOBiYpwLnp9acbFbDELoL4z+vl5dOgkG04NgwUAAABQr4WEhAgAAAAAAIAqI+OCGmI2mw3UccE5OZVlXIotJQKo7zy7dZeLAAAAAAAAAAAAAFA5igBqhKqqip46LjgXx1xFZuYqAgAAAIB6ZPPmzb/88osAAAAAAACoGjIuqCGqqgrgnAxldVxKmKsIAAAAAOqRTZs2rV69WgAAAAAAAFQNGRcAtYVBKa30YybjgktAxg8rd1zRTS4HRt8qAAAAAAAAAAAAAJyPQQAAAAAAAADVJjQ01MnJSQAAAAAAAFQNGRcAAAAAAABUo6FDhwoAAAAAAIAqI+MCAMBF4NX98si335UNxdVVAAAAAAAAAAAAADgfMi4AAFwEBl9fD19fAQAAAFwCEhISioqKIiIiBAAAAAAAQBUoAgAAAAAAAKg2y5cvnzdvngAAAAAAAKga6rgAAHAR5O/fl7N+vWw4BQb4XneDAAAAAAAAAAAAAHBOZFwAALgI8rZtTZ7/oWx4dOpMxgUAAAAAAAAAAAA4LzIuAABcBNZT+VpD7+EhAAAAgHpt2rRpAgAAAAAAoMrIuAAAcBG4tWnjP/Qmc3amW/OWAgAAAAAAAAAAAMD5kHEBAOAi8LriSrkIAAAAAAAAAAAAAJWjCACoHQz60tSdqloFAAAAAKC+WLFixbx58wQAAAAAAEDVUMcFQG3h6uSmNfKK8gVQ3xUcPKC4uRlMJr2nlwAAAADqtXg7AQAAAAAAUDVkXADUFm7OrlrjVFGeAOq7gxPHC6utZFGzee+7t20vAAAAAAAAAAAAAJwTGRcAtYWjjouqqoUlhS5GFwHUU8VJiVrARXIJaywAAACAeq1bt24tWrQQAAAAAAAAVUPGBUBt4ers5min5aaF+oYKoJ6yZGc7BQYWp6To3T303iYBAAAA1Gtdu3YVAAAAAAAAVUbGBTXEYDBYLRYBnF2AZwOdTqeqqmwfST1CxgX1mGuLlq1WfGstLChOShIAAAAAAAAAAAAAKkERQI1wdnEuLCgUwNkpihIREKG1j6YeFUB9p7i4uoRHCAAAAKC+S0hIiIuLEwAAAAAAAFVDxgU1xNXNraCgQCvRAZxNZFBTrUHGBfVb0fFjAgAAALhkLF++fN68eQIAAAAAAKBqyLighvg18JPrtNSTAji7pkGRWmPbkW0CqKfMWZn7bx2xZ/A1Rx5/TLYFAAAAAAAAAAAAgEog44Ia0qhJmFwfO3xUAGfXMbyj1kjPTY9NPiyA+ihvmy3CZc7Kyt30l8HkIwAAAID6LjQ0NCKCaToBAAAAAEBVGQRQIxqFh+l0uj3bd3e5oqsAzqJ5w+a+Hr4ZeRmyvf7gOsfURUB9UhQfrzXc27UTAAAAwCVg6NChAgAAAAAAoMqo44Ia4uTkFNWq+f7d+3KycwRwdle17qM1ftj2g6qqAqh3Asfe3mr51yH33OtzzTUCAAAAAAAAAAAAQOVQxwU1p2f/3gf3Hli59NuRE28TwFn0bNVr2ablspGUmbQxZuMVUVcIoN5xCgpuMGq0AP4NYn8AAADAv6XT6QQAAAAAoB4h44KaE9WqebOWUds3b2vXuX3rDm0F8E86NO4QZApKzkqW7a82fEXGBfVMyclUY4MAAVRa+WgLMRcAAFBHvfPOO/Hx8S+88IIAaoqWbtEuoUm6AAAAAEC9QcYFNWrEuJGvTP/f5x8tvuP+KY0jmgjgDIqijO099qVvXpLtrXFbj5482qRBEwHUF0eferI4Id6791X+I4a7NA4XwDlp38ifuRbkXQAAQJ2iXbpYLBYBVDNHnEVnpzVIugAAAABAvUHGBTXK2+R968TRC9+d//5r7w0ddVOXK7oK4AwDOwz86LeP0nPTZfutH9567fbXBFAvFKeknNq9SzbSViwz9esnyLjgnByhlgrEGXkXAACAWk67jDGbzQKoTo5QS3mOXfJNSMwFAAAAAOo6Mi6oaa3bt7n3ifs/eW/BlwuX/Pbjr32uuaptp3aubm4CKGPQG+7sf+cLK2xVrKMPR/+0Y9XADtcIoO7L2xatNYx+fh6dOgvg7MoHXH76+tTanwtEuULrpFsAAEDdYhF9hCiefl+2AGqEs4vuyRe9FLvyBV0EAAAAAKCOI+OCiyC0caOHn3v8959+++X7VUs//VIuEc2ahjQODQkLDQgKMPmaPDw9BS5tgzoO+jb6270n9sr2myvfuDyqu7ebtwDqON9BQ1yjmqd9+aXi5iqA89ECLlartbDAUpBfPtRCwAUAANQ5gfJ/JQKoIVarMJvNer1eXlE7ki7Cfo1N0gUAAAAA6jQyLrg4jEbjgOuuubJvj60bozev+ysu5rBcHHudnJxMvj4+fj7a2sfP1+RrkmtvkzffRFw6Hh/6+O1v326xWk4VnXrq86feGP+GXtELoI5zbRrZ6PEnBHBOjjItjsmJJDc3Xa8BHgIAAADA2R09XHxgT5G8ii4pKbFarQaD7ctPRylEvlYCAAAAgLqOjAsuJjd39579e8slJzsnJTE5OTE542RaVmZ2dmZWVkZmanLKmXfx8fP1sQdffP39vH28bTf9fPwDGgjUO2H+YVOunvLOT+/I9s5jO1/65qXHhz4ugDrLnJlh8PEVQOWoZax2couLq9J7gLsAAACog7Zt35yTm92n1wABVDNFLxwZF61qS3mCUi4AAAAAUMeRcUGt4OXtJZdmLaPKb7RYLDlZ2Vm2vEtWdqZt0eIvqckp5Yu+OI5wRukXH78Gfk5OTgJ11i1X3LL72O4/9v8h2z9u/9HF6HL/tfcLoA6y5GTvG3qDe/sO/iNGeF/RQ/CNKirBkXFxlHIBAACoo7Zt35SYFE/GBTWppMQ2O5YWbVEURbu6Jt0CAAAAAHUdGRfUXnq93l6m5Z/LHqSfTMvOyj4df8nIysrMij0QcyrvVPluLq6u3iZb/EUu3j7etgRMWUMrV4ta7qmbnpry/pS41DjZXrF5hVwTc0FddPKrL63FxblbNufv39/6m+8UV1cBVAIZFwCoMYX7thas/br4wDY1L1vpcWPA+IcEAKAuKykp0dIt8vsleVEtG4IiLgAAAABQ9zHGj7rKr4G/XP5xV7ptwiNb6iXHHoLJzcnNyshMPJEgG+W7uXt4mHxNJh+TNueRt72hhWAEag0XJ5cXb3tx3DvjThXZ0ksrNq8osZQ8fP3DfCeFuiUvOlpr+N04lIALKkktRwAAqkwObjq5iKICUf5j1ZJxsmjvlsKfv9QlJ+oUveXkEYu55MiST8m4ABdWcHCo0UiZVdQos9mspVvKX1fzZQIAAAAA1HVkXFAPnS3+ok1+lJmRqVV/ybI3MtMz4mLiCvLzHd3k9x3eJm9vH5PJ12Rf+/iUNTw8PQRqXKAp8M0Jbz7w8QM5BTny5vdbv0/PTZ8xYoarE0EB1BmR783L/vOP5PkfBYwaJYBz0hItjjUBFwC4UAxOQtELvUGYbZNXCIvVmpia6vHZq/qjMU7CUKKqBRknVEtJbpHIO1UkAFxQQwYNFUDNkt8CWctwUQ0AAAAA9QYZF1xCzjH5UUlJSWZ6Rmn2JTMrMz1TNpLik/bv2ldcXOzoZjAYtOyLyR550UIw2hZXCjNUp6jgqLl3zn1g4QPJWcny5sZDGye9N+mF0S+E+YcJoI7w7tlLLgL4l4i5AMCFUlIsLCXCarW1C4pL9iTEp2ZndTlV6GpR8zOPlpzKkh+6VlVkFgpjMBeZAFDnURYRAAAAAOolMi6AjdFoDAgKlMuZu/JPncrKzM7KyLSXfsmyN7LjYuJysrItFoujm4uLizbVkVxKG1oaxtfHYOAX7QII9Qv98K4PZnz5bPRh25wvJ9JPTHpv0kPXP3R1+6sFUIulLFzg2bWbW8tWAviXHF/H86U8AFwQqlVol+9Z+fnRR46ccjJ6NAxObNQkcPtq1VKaaz9VLLKKRMhlV5z3aEcPp3y7dEPswcS4w0kWs7VpVMNGTRr0vbrDZZc3L9/trrFv7twa9/GyR6JahJztUFv+OnTfxHd69m374pxJAqinkpISioqLmjSOEECNkJfQ5Su4kHQBAAAAgHqDoXfgPNzc3eXSMLRhhe3yy5HcnFxH9iXTnn2xV39JlNvLf3Xi7uGuZV9M9uyLYxYkb5O3oigClebl6v3q2FcXrl24YM0C+QoXlhTOWjZrzZ41jw993MvNSwC1T96ObUnz5srFdFXfRo88qvc2CQAAcFFl5xesPxxb5OLs5eOTlpiU4h5oCAjzSYrV2WYvEhmFokjVN7zqPCnqb5dufG320uIis2PLts0xcvnmyw2jx/ed+tANAsDfrfxxeWJS/PQnXxQAAAAAAABVQMYF+I90Op2Xt5dcRHjjCrssFktOVnZmRmbp5Ef2+EtmWnrcocMF+fkVjuCY80g2fMoaHp4eAv9Evmjj+ozr0KTD00uezs7PllvWH1w/+q3Rj974aI8WPQRQyyS89abWyN+/X3Hn9xr/BX9vCgD/gU6RH6DC8Qmq05W2U3Jythw7ZnZ19fZ0L0pJUk5li9Dw2CuHRq5b5pN8JKdIPXlKBF3R06tJ5DkOfmDvif89s0SvVybfO6R9p6Zh4QHOLk4xB+J//Wn7ss//XLzgtzYdwnv3bycqrXnL0LcX3OPt7S4AABeO40KaK2oAAAAAqE/IuAAXnl6v9/HzlcuZu0pKSjLTM0qzL2WTHyXFJ+3fta+4uNjRzWAwaOVeTD621IuPn636i7bF1dVVXPI6NOnw6bRPX/z6xfUH1wvbH+NmP/HZE33b9H3guvu9XL0FUGsEjRuf+PbbRfEnQu5/QMe0ZQAA1BRFsYVa1NMziwo5vJmUmbXp6BGdp6ebm4suMy1p/86c3NyGIaEiqt1+vTFo9x8nt+wweuob9h/kZPI5x8F/X71Trofe2uP2yafLvXTo0lQuBoPyxadrl33257/KuHh5u3Xq2kwAAAAAAAAAOB/G24AaZTQaA4IC5XLmroL8/MyMLMfkR1r1l7iYuJysbIvl9NfzxDzPYAAAEABJREFULi4u3uXmPLJPgVTaMFxKI+gmd9MLo1/4eefPb/7wVm5Bjtzy257ftsZtfXLYk92jugugdvDu1Ucu2ev+9O7RUwAAgJpiMf/tpqqKhIzM6KNH9CZvJ1fXooy0lKMxq9auzy8ojApP6dW7d25I5PY8c1aJ75XhjQOv6KMYjec4eH5eoVwHBP3DFIQjx/WNi0lycv6Hu//yw7Zff9q+Izq2Yahfmw7hN43s2Tg8QNu15a9D9018p2ffti/OmSRv/rVu/wOT546/65orerVe9vmf2zYfMuj17To3vXlUr1ZtwwRQN02aME0AAAAAAABUGRkXoLZwdXOTS8PQhhW2q6qam5OrZV+yM7Mz0jPkWraT4hPl9vIVd9093MtHXuylX+xpGJO3oiiiPrq6/dVdmnZ5YcULm2I2CXtBl0cWPTKg3YD7r/0/DxdPAVw8ORs3eF1+hdYm4AIAwMVktZ5MTvz5wMECVTQLaZgYd8RTL06dOmU224Iw+YWFZnNJSmb2oYxs/4io7kNvdPXzP/fxolo1kuuli/8Ibxp0Ze/W5XcFBJne/GjqmXd5ZeYXe3Yec/dwDmsSeGDvCbn8+tP2Jd8/6el11hqNu7cd+fSDXyKbhwwY3CUxPm3Vd9G//7zjxXfuvKx7lAAAAAAAAAAuVWRcgNpOp9N5eXvJRYQ3rrDLYrHkZGVn2iu+ZGVkaqVfMtIz4mLiCvLzKxzBFn/x1SY88jHZsy9y8fD0EHWcr4fvy2Ne/mnHT2/98FZeYZ7c8suuX6IPRz8+9HEKuuBiSVm4IGneXO9evRs9+pjBx1cAAICapKpF8ScKdm8riDmYf+hgwfHjhztcdqx9Z3cXl6P7Dsj92Youomlk0yPHUk6mtW3Z3Gxw2nf0gF5Rbr7iisjg4PMefsCgTt9+tWHPzqMP3/1+WHjAgEGde/ZrGxnVUFF0Z7tL7MHEp2ff1n9QJ6OT/tiR1PsmvZ2anP3bT9tvGHHF2e4SvelQjz6tZ78x0WDUy5vfLf/rhac/f+Hpzz777kkXF6MAAAAAAAAALklkXIA6TK/X+/j5yuXMXSUlJZn2ii+27It98iN76Zek/bv2FRcXO7oZDIbSOY98TN7lCsDIhqurq6g7BnYY2CWiy/PLn98at1XezDyV+ciiR+TG+4bc5+7sLoAalLdzR9K8ubKR/cdavadn2JNPCwAAUIPyNm2Mf/uVtNiDRVZLiWrNb9Yy96oBbvkFuQX5Hi6uBr3ebFWT8s3XDBosVEtaXuEfew6WmEuGdOnSr327yhzf2cX49oJp3y3fuOKL9XExSR+9+6NcPD1dO1wW2X9Qp/6DOup0FcMuw27tOeiGy7R24/CA62+64sN3fow9lHiORzEY9Q88OVwLuEjXDev+x+pd69fuXbt61zXXdhZAXbPyxxVpaam3j5ksAAAAAAAAqoCMC1A/GY3GgKBAuZy5qyA/PzMjS5v8SMu+yHVcTFxOVrbFYnF0c3Z2Lh95KT8LksFQGz86/L38Xx/3+sptK9/+8e1TRafklp92/LTl8JYnhz3ZpWkXAdQUp8BA18hmBbExTgGBIffeJwAAQE2xzfK5/s/Et185EXcw12rWJvUs7NHXu3FY/vETufn56bm5/l5eekUpMlvj0nNLzOZ9R46m5WT3ad3mpiu6KzqdoheqVZSbDvSfOTkbbhrZUy6HDyVt3XQo+q+D27bE/vnbbrks/eyPGS+ODQ75Wwy9898nGIpsbpufNC83/xwPcXnPVkENfcpv6dW/3fq1e3dEx5JxQV2UlBSfmBQvAAAAAAAAqoaMC3DJcXVzk0vD0IYVttuGBHJytexLdqZtCqSy6i+Jcrta7pt+dw93LfLi7ePt4+frbW/Y0jAmb0VRxEU1pNOQbpHdZi6duePoDnkzPTf9gYUPyI33DLqHgi6oGU5Bwc0++PD4rOf8b7hR7+klAABATcn9fXXC3Lfi4g4UqlbHxpLIlgV5p/SqCC3IO3HKelKoDby89Ypitlh2HT6cnp1zRYvmt/S40sPFRXa2BVz+xQOKplHBchkxpre5xLJj2+H33/x+9/Yj94ybs+jbx11dnRzdfPz+NkOo3mCrzmKxnOuhQkL9KmwJCDTJdVJCugAAAAAAAAAuVWRcAJTS6XRe3l5yEeGNK+yyWCw5WbbUS+nkR/ZGRnrGkdgj+adOVTiCvfSLLfJiz8GUNjw8PURN8ffyf2vCW99Gf/vuT+/mF9v+OnbltpV/xfw1/ebpHcM7CqDa5G7e5Nm1m2wozi5NnnteAACAmpW1a1vciVhHwEUxGPx79kszGC2JSY3X/uy5YW3xjbeccHa1WlWTm9vuuCPp2dmdI5veftVVfl6e2l3OW8ElN6dg0/r9JcUWx9xDGoNR36VbVPuP75s67s09O4+tW7NnwOBOjr3/IQh+truo/yqDA9QanTp2i4xsIQAAAAAAAKqGjAuA89Pr9T5+vnI5c1dJSUlmekZ2ZnZ2Zpaj9EtyQvLBPQeKiooc3QwGg1buxads8iP72kc2XF1dRTW4vsv13Zt1n7VslqOgy30L7pMbpw6c6upULY+IS1zmz6uOzZju3btP42efU5ycBAAAqHFB4++yRjQ9+s2XxVmZfm1aNBrSb+3RNJdjsWGb/3LdtSXR19eldYdgi+V4UuL+bdFmq7VTu/Z3DxzoCLhURk52/vSHFrq5O/e5un35Si0ao5O+TfvwPTuPpaZkiapJT8uusEU7plbNBahzOnXsKgAAAAAAAKqMjAuAKjEajQFBgXI5c1dBfn6mPfKSVZZ9keu4mLicrGyLxeLo5uzsbPI1mcqyL6ay7ItcGwxV+owK8A54a8JbKzYvn7tqbkFJodzybfS3Gw9tfOqmpyjoggurICbm2IzpspG99vdjz0wPf+F/AgAA1DgnL68m190c3LNf3tGdPiFxVutWp2hL4O+7nU8cTfbwyOl/rVlRMjIz0zKz1PxTV4YETRgyxPRvAi5ScIhvWJOA40dTV3yxbtS4vhX2lhRbdm6Lk42GIX6iajZvPJSXW+jh6eLYsnrlVrnu3rOlAAAAAAAAAC5VZFwAVBdXNze5NAxtWGG7qqq5Obla9iU7U5sCyRZ/SYpPlNvVcuXX3T08tNSLY/IjreFt8q58vfehXYd1b3b5c0uf23Nij7x5MufkfQvuu7HrjXdfc7eL0UUAF4Le29slMrIwNlbn5Bw06Q4BAAAuHmdvT9fIk3rzvsITnpF/bcs7fjzJoMu47PLEgJDjsbE5WVkBCUebHI+5rk8Pk5dX6X108iK1UgdXFN1d91/3xP/Nf+eVb3Oy868Z0iU8MkhuN5ute7Yfee+N7/bvOd44IrBHnzaiajLTc2c9ufjp2be5ezhbLNYFc1dt+etQyzZhvfu3F0AdtG37ZvlfgX16DRAAAAAAAABVQMYFQE3T6XRe3l5yadQkrMIuq9WaVZZ9ySrLvmSkZxyJPZJ/6lSFIzgiL7ZFy774mDz/6S9xg32C35n0ztJNyz745f1Ce0GXrzd//dehv56++em2YW0FUGVOAQFRH3x0bMYM30EDXZs2FQAA4OJRLWlK4W/F2Y2TFmwtjI1PEua85i3zg/yaluS5/bTUOzfbszDfUFLkHXw6iu3sIooLhVq5mEvv/u2enj36xWe/+OT9X+RSYW+DQO/Zr08wOulF1YQ08tu0fv91vZ9s1iL02JGUnOx8/wCvp54fbTBUNuoN1Crbtm9KTIon4wIAAAAAAKqIjAuAWkRRFF8/X7mcuctsNmekpWdnZmdnZmWWTX6UnJB8cM+BoqIiRzeDweCt1X0pm/PIu6wxvPvNPZpfOePLGfsT9sueyVnJUz+cenP3m+4cMJmCLvjPcjdv8uzaTTYUZxemKAIAoDYwFHxrLXJNXXo4adOhFL252S1XNhvZNjXdLeXbo24JRz0Ug4/BKcvg7BYc6rhLUYH4VwZef1mTyKDP5v+2ad3+3NzSOwcEeV997WW3Tezv5eUqqiyqZeis169e/NGv0X8d9PX3HHT9ZbeMvSqooY8AAAAAAAAALmFkXADUDQaDISAoUC5n7irIz8+0R16yyrIvcn308NHs6B0Wi8XRzdnZ2eRr6mzq4O/vtzHjL7PVLDcu/WvZn/vXPXvLs61CWwngX8pc/cux6U959+7T+NnnFCcnAQAALjbVki8K/rKa22YnrTsV6NHy+stajLpM5O0wlTQ9un1HhLOHQadYVKvRx6R3rlLKuUWrRjNfuf283d775L4zN17Zu/WGvW86bl7WPar8TYfmLUMr8xBAnRAcHGo0csEMAAAAAACqiowLgDrP1c1NLg1DG1bYrqpqbk5udmZp6iWzbPIj1wynNqdaxnrF5Rlt8x+lZKdMeX9KpBJxZYMr/Hz9tDmPTL626i/eJm9FoRo8/lnBwQPHpj8lG9lrfz/2zHSKuAAAUBsoJbt1OtXYwNTwtohAtaNfqyCRv91iaJa2r8QtPcugU+QlYqHV4hLRVO9CJT+g5gwZNFQAAAAAAABUGRkXAPWWTqfz8vaSS6MmYRV2Wa3WjIyML9Z9sWznMrPFVtAl1hqXlJLc4khzY66+whHsqRdvLfvio2VffEyeXp4Clza9j69LeHjhkSM6J+egSXcIAABw0VkL9AU/C2uemr/F1MQi1DRdQaLFuY/Vrb93yO5irx8s+QVmYS1u2DD8plFGdw8BAAAAAAAAoE4h4wLgUqQoir+//9Qbp17X47qZX808lHRIbjwl8re57xjRf8TQdjeeyj6VnamVfsnOyshMTkg+uOdAUVGR4wgGg8Hbx2TLvtiKvviYfE3eWsPH29XNTeAS4BQQEDX/42MzZvgOGujatKkAAAAXneJq8bpXVS2q4qoU79WJYrOxvaJ3l3tM3a481bRZbnJytqtz2Lg7g/sMEAAAAAAAAADqGjIuAC5pYf5h7095f/GfixesWWC2mFVV/WLDFxsObpg+fHqXll0rdC7Iz8/M0GY+Ks2+ZGVkHT18NDt6h8VicXRzdnY+HXnxNWkhGG/5j5+vwcCnbn2Qu+kvz27dZUNxdmGKIgAAahVV7y3XOtlw6aLKf1mXbdcZDV7XDk2OPeB39aCwIbV6zpTuPVpu2PumAOqXD+fPSUyKn/7kiwIAAAAAAKAKGG0FcKlTdMqYXmN6t+r9zBfPHE45LLecSD8xed7kUT1GTeg7waA//Tnp6uYml4ahDSscQVXV3Jzc7Mwse+kXLQEj11kH9+zPyc6Rex093T08ykq/lM55VNoweSuKIlAXZP686tiM6aZ+/cOefkZxchIAAKCO8Oh6edjDT/u266TjugsAAAAAAACom8i4AIBNmH/YB3d9sOiPRZ/8/onZaraq1kV/Llp3YN304dMjgyLPfV+dTufl7SWXRk3CKuyyWq1ZmVrpl9PZF7nl6OGj+adOVTiCd7nsi09Zw9PLU6DWKDh06NiM6bKR9etq+dNt8vwLAgAA1BGKs3NA94qVyksAABAASURBVB4CAAAAAAAAQJ1FxgUAShkUw7g+43q36j3zq5laQZejJ4/eMfeO23rednuf28sXdKk8RVF8/XzlcuYus9mcmZ6hzXmUWTb5UXJC8sE9B4qKik6flcHgZfIuP+eRfQokH5OPt6ubm0DN0ptMLuHhhUeO6JydAydMFAAAAAAqYcigYUXFRQIAAAAAAKBqyLgAwN+EB4R/cNcHn/7+6Sd/fGKxWuSycO3CtfvWPnvLs3KXuHAMBkODwAC5nLmrID8/yx55ySrLvmRl2Eq/ZEfvsFgsjm7Ozs4mX5N3WfbFx559sTX8fOXBBaqBU0BA1PyPj82Y4XvN1a5NIwUAAACASggODhEAAAAAAABVxiAoAFRkUAzj+47v2arnzK9mHj15VNgLukx8d+KYPmPG9Boj94pq5urmJpfgkOAzd+Vk59gnPLJlX7KzsjPSMuTNA7v3ye3lu7m5u3t6eZjKUi9y7VPWIP7y3+RFb/HocpmwTXPgEv7C/wQAAAAAAAAAAACAmsVIJwD8s8igyPl3z1+wZsFn6z6zWC1mq3nBbwv+2PvH9OHTL2xBl3/Fy9tLLo2ahJ25KzM9I8sWf8nSCsDsjN6ZkpRyZjd3Dw8fPx9vk7dj2iNHCEbgLDJ/XnVsxnRTv/5hTz+jODkJAPivVFUVAHCB6HQ6AdQR27ZvzsnN7tNrgAAAAAAAAKgCMi4AcFYGveGO/nf0atVr5lczT6SfkFsOpxye+N7E8VeNH91ztKJTKnmcpMzEYJ+Gopr5+PnKxXFz6KibzWZzZnqGNttRZtm0R9mZWSeTU+OPnahwdzlGYg++mBzzH/mUNTw8PcQlrODQwWMzpstG1q+rhdXa5PkXBABUGqEWANWn/CcMeRfUctu2b0pMiifjAgAAAAAAqoiMCwCcR/OGzT++5+OPfv1oyfolVtVqtpg/WP3B2r1rpw+fHuYfVpkjzPnx7dmjZosaZzAYGgQGyOXMXQX5+Vn2yEtWWfZFqwGTcDz+WNzRM4+jZV9M9siLFoLRtri6uor6Tu/l5RIeXnjkiM7ZOejOyQIAKs0x/HxmAwCqzpFrkQ3t44WkCwAAAAAAAOo3Mi4AcH5GvXHK1VOuanPVjC9nJGQkyC2Hkg6Nf2f8hL4TRvYYee6CLtc8d3VBSeGJ9OON/CoViKkZrm5ucgkOCT5zV25ObrYt75KZmZGlNbLsjbhDh88cmnVxcakw55FJS8P4+hgM9eRfMU5BwVHzPz42Y4bvNVe7NG4iAKBytM9Mx9pGqNqO8h0AoPL+FmGRbVXobNv+lnQh5oLaqVPHbpGRLQQAAAAAAEDVkHEBgMrSCrp8uPrDLzd+KccPSiwl836Zt2bPmhkjZoT6hf7jXaZ+OLWgpFA2vlj/5UPXPyTqAk8vT7mENm5UYbvVas3OynZEXrRGVqZsZ6ckpZx5HHcPdy37YrJnXxyzIHmbvBWlstM8XVy5WzZ7XtZVNhRnl/AX/icAoNIc0Za83OLov1K0tpZxKY22EHAB8N+UBVkkNzdDl+4B8spK2yCIuaAW69SxqwAAAAAAAKgyMi4A8C84G5ynDpx6VZurnlv6nKOgy7h3xk3qN2nEFSPOLOiy+/hurbFqx6rbrxrXwNNf1Fly+MTH10cuZ+4ym82Z6Rnl5zyyT4GUlZZyMuF4fIXOctDFy9vLMeeRyXbM0oaHp4eoNTJ/XnVsxnRTv/5hTz+jODkJAKi08rVbTqbkz3tzrwCAatAgyKVjVz+r1arX61Uhr0Rt16IEXAAAAAAAAFCPkXEBgH+tVWirj+/5eN4v7y/d+JW8WWwufnfVu2v2rHn65qfLF3Tp+2xfR7vIXLRs49IpV08R9ZHBYGgQGCCXM3cV5Odn2bMv2WXZF630S8Lx+GNxR888jlbuxeRjS734+Nmqv2hbXF1dRQ0qOHTw2IzpspH162qhWpvMekEAwL+hBVysqlUuAgCqh/ycMZtL9Ipe6ISiU1S9Tid02naSLqhtkpISioqLmjSOEAAAAAAAAFVAxgUA/gtng/O9g6Zd1brPc0ufS85Kllv2J+wf/874OwfceXP3m+WgwtQPp5ot5vJ3+Tb6u3FXjXMxuohLiaubm1yCQ4LP3JWbk6vNeZRZNvmRVgkm7tBh9YwpPFxcXLzLzXlknwKptGEwXPh/l+m9vFzCwwuPHNE5OQfdUT+TSQCqm31uIrX8B5pR/iuAQWcAVWa1WC2WYq1tNpeoetV2MaQXOqv8x1Z7j4ALaqGVPy5PTIqf/uSLAgAAAAAAoArIuADAf9c2rO0n0z6Z+/N7yzetEPZiLXN+nKMVdHHMUuSQV5j7XfR3wy8fLmDn6eUpl9DGjSpst1qt2Vn2aY/KZV8y7euUpJQzj+Pu4V4+8mIv/WJPw5i85RiP+E+cgoKj5n98bMYM30EDXRo3FgBQaY5QiypUq43FsSs0tCUDzwCqLi8vMzX1iCir4yLs8xNJqu70zJmUcgEAAAAAAEC9RMYFAKrExejyf0Pu79e2/4wvZ5zMOSm37DmxZ8TrI3T/9Kf6n6/7bGi3oQaFz95zURTFx9dHLmfuMpvNWvZFm/NIa2RnZqWlnEw4Hl+hsxzX8fL2ssVffLUJj3xM9uyLXDw8Pc726LlbNnte1tV2Gs4u4S/8TwDAv6dNVKSzx1zOLEwFABeMPeMir3nk5ZNVp+h0cqXITx7SLQAAAAAAAKivGGcFgAugbVjbT+/99L1V732z5RvbuMJZ5qJIy03/fe/a/m37CfwnBoPBP6CBXM7cVVBQ4Ii8OEIw2ZnZCcfjj8UdPfM4pXMe+Zi8yxWAUXZuS5o109Svf9jTzyhOTgIA/itVtRVx0dYCAKqHvOy0WMx6vd5isSiKXrEn65gTDbXTpAnTBAAAAAAAQJWRcQGAC8PNye3B6x7s26bvfQvuO0e3pRu/IuNSHVylENfgkOAzd+Xm5GpzHmVlalMg2aY9kuu4Q4fL11fwzc8deHiXbGT9ulruyrh2mJZ9ccyCZDDwL00A/45qtcoBZwEA1cZitUh6vdWWblFPo5QLAAAAAAAA6iWG6wDgQnrwkwfP3WFf/L7tR7Z3DO8oUFM8vTzlEtq4UYXtVqs1OyvbEXnJPXq0MO2ES3amWVE2uJhy1v1Vob+7h7sWefH28fbx8/W2N2wFYEzeiqIIAPgnDDIDqFZWq8Wq2qtG2dcCAAAAAAAAqNfIuADABTPh3fFmi/m83Rb/uZiMS22gKIqPr49cHFus40YdmzHD95qrO/ToZa/4UjrnkWxolWDSUk4mHI+vcBydTufl7WWf7cgWebHnYEobHp4eAsClSVdaT4G5igBUK9VevoWPGtR+K39ckZaWevuYyQIAAAAAAKAKyLgAwAUTm3y4Mt02x24+kX68kV+YQO2Qu2Wz52VdZUNxdgl/4X/aRv+ABnI5s3NBQYGWfckuy75k2ivBJByPPxZ3tEJng8GglXvxsSVgbHMe2dc+suHq6ioA1Hs6wXQhAKqPY2YirS2AWiwpKT4xKV4AAAAAAABUDRkXALgw+j7bt/KdP1276IlhTwjUApk/rzo2Y7qpX/+wp59RnJzO299VCnENDgk+c1debp69+ktmln3yI8csSEdi4uLOGHZydnY2+ZpMZdkXU1n2Ra4NBv7tDNQfjDoDqFalGRfSdAAAAAAAALg0MIoGABdAJWcpcvhl1y93DLizgae/wEVVcPDAsRnTZSPr19VyjKjJrNmiCjw8PeQS2rhRhe1WqzU7K1uLvNjqvqRn2LIv9smPUpJSzjyOu4eHlnpxTH6kNbxN3oqiCAAAgH9CqA61WaeO3SIjWwgAAAAAAICqIeMCoHpdIl+1V3KWIgeL1bJ0w1dTrp4icFEpXl7O4eGFR47onJ0DJ91RTW9XnU5nK9PiYzpzl9lstld8ydIiL9rkR3JJSzmZcDz+zON4eXt5l8u+mLTsi4/J08tT1DvM8AIAAFBvdOrYVQAAAAAAAFQZGRcAF8wl+5ej769+/8bLbsgvKsgvys8vzretiwoKik8VFBXml+Sf7V4ro1fe1mu0h0s9jCbUIU5BwVEfLTg2c6bv1QNcGjcRNc5gMPgHNJDLmbsKCgpKIy/2BIxs2NfZSfGJJ44eP/M43j4mL/mPNueRbJfmYEyurq6ibvrHjxSCLwAAAAAAAAAAAJcsMi4ALgDHUHT5MelLJ/Iyqe+kc+wtsKVeCm2Rl+LC/KL8guKC/OL8AnvDzcndarUKXAx50Vs8ulxmaxmdGj83S9hnFBK1ibOzc2BwoFzO3HUq91RWZqa94kuObORkZdsmP8rIPB537Jh69MzjePt4e5m0ii/e3rLhY2/4mgyG2n4ZUD7RorW1DxaSLgAAAHXLtu2bc3Kz+/QaIAAAAAAAAKqAjAuAqtKGnB1rSXephl3+kbPe2dnN2cfN+8xdVotF4GLIWrMm/uUXvXr2Cn3wYcXJKOoaVzcXV7fg4JDgCtutVjUnOycnKysnK9cWfJGNzJxsKTMr/WT6mcdxc3e3lX4xmTxNnt4m2fL29vGSt728vRTl4odIdDqdWtbSburKGrbPGWIuAAAAdce27ZsSk+LJuAAAAAAAgCoi4wKgShzRFkteXmF8vH2TbeUoiXGJB1xQCxUnxCe88YbQG3M2bDx26tmA28aIesQohJ9cXI3C1V8E+zu2Wy2WvNy8U3mnbEv5Rnx82pEjaX8/iE6nc3Vzdff0cJfkWv7j6e7u4eHm4S63i5riyLIoBr1L00ihs9/4f/buAzDKIu/j+GzfTe+NmgQIHRI6KEVAqiCCIp7Y+6nnWV/rIWc5zzs9e+/lRATUo1gA6b33AEkoKSSQXre/s/tsliW0wBLq93PrOjs7++w8z7MsyT0//0PMBQAAAAAAAAAA4FJFxgXA6fOt3VKxYf3e/3tcABcCbzKiasnCPUsWikuJ/Is/1H07JQ4hyt23c0JtMrX63xyV2kWlVnJ0xFwAAAAuJPHxjXU6vQAAAAAAAPAPGRcAflECLk6Hw1u4BQDOOLvNrlI7hEYjhEalFkRbAAAALiwjho0RAAAAAAAAfiPjAuA0eRchcodcXP9SHrZ7+kVdaJgAAL8VLJqXO3O6bNisNrVGLYRKftFohNohhKumC0kXAAAAAAAAAACASwkZFwB+ccVbPGVcPHVcgpJa6COiBAD4rWzbZqVhs9o0To3KRTjVanXtAJYrAgAAAAAAAAAAuHSoBQCcLqWUixJzqS3jAgBnmN1u37UtfV/m3oP5B6urqp0Oh9PJlw4AAMCF5ONP35r84hMCAAAAAADAP9RxAeAX5UKzQ15yrq3jAgBnlvyG2bphi8ViqampMZvNsicgKCAoJDgkLDQkLCQiMiIsIjxU/i8yQqvlBxsAAAAAAAAAAICLFpeCAJwBSiUXAQANQKPVdO6aWlNTU15eXlZaVlJcUnio8EDuAd9V0hQBgYEhocHuyEtYeKTrPiwiLNz9UKPRCAAAAAAAAAD7PO4BAAAQAElEQVQAAFzIyLgA8IvKU8qFdUMANBiniIqJ0hsNOoNeb9Br9TqtTut0OkpLSstKXJGXkqLi0uJSee9qlJQdyD1w9DaCQ4LDIyNCwkLDIsIiIiNCw0OVKExIaIgAAABAAxsx7BqzxSwAAAAAAAD8Q8YFgF+UdIuSdBEA0ABUKpV7PTSH04dGq42KiY6OjZHP1hlvs9mKC4tKikpKi0uKXcEXV0Pe5+ce2Je1t85grVbrLfeirHkU5mqEhUdG6PV6AQAAgDMhPr6RAAAAAAAA8BsZFwBngCvgQsQFQMM4XCzKJ0unOv54rVYbHRsjb0c/VV1VVVyk1H1xpV6UAjDFRcV7dmdl2HfXGWwKCAirjby4710NVyAmPEytVgsAAAAAAAAAAACcXWRcAPhLJQCgwanOxJeNKSBA3hIaJ9Tpdzqd5WXlntWO3KkXpfqLvOXl5NWdiUoVEhpyOPISEV6WXRpoDdDoCL4AOEuCQtQVZQ4BABeOdetXlZWX9u87WAAAAAAAAPiBjAsAADjfeVdDUxZHO+OU2Iq8NU1sVucpu92urHlUWlxacnjlo+L8vPy9mXu8wzqItqJIvPvuu8HBwWFhYREREZE+oqOjdTqdAM5Xtz8Y1rmb0bfHXOOsqZY3R0mxY9kfVetW1ohTZDSqXv0oVmk/cW9+VcVxC75dMSxwzA3BsrFto/m9fxXLRuNm2ideiBKu2kvOx+/OF/U2eGTgqPHuTW0yv/dq8THHNEvSPfp8pGy89OShvGybOHUvvBkTGn440ya/n5RjJWebn2ubP6dyT4ZVNJjYeM2E28NWLqlavqBanC29+ptuuD1UNvZmWP81qVD4cY4AXLLWrV+Zm5dNxgUAAAAAAPiJjAsAAMBxaTSaiKhIeTv6KYvFUlxYVFJUMnv5rFXbVgWLoA4R7SsqKvbv35+VlVVncGBgYIRbeHh4ZGSkvFcehoWFqVTUw8J5x2BUyVtouDo2QaS008cmVMyZUSEuCvv3WKurnKYAldyv08u41CH/BMutmQI04ZEioYm2farx4zeLt200iwbQb3DAqPHBeoNq5RIBAAAAAAAAAJcgMi4AAACnQ6/Xx8bHyduy/OU5+/LCjKHPjR5jdLPb7ZWVleVuxT5ycnIcjiOWF1Gr1UrdF2/qRWmEhobK7Qjg7KoodxQW2JW2Tq9KaOL5ZeHKUUErFlUVF14Mi+PIP4L7Mq0p7fXJKfoFv1YJPxwqsFeWe45JUIg6MlojXMdNjJkQ3EAZl259THrDqaXimiXplKozu3dYqiqdAgDOkbTUHi1atBYAAAAAAAD+IeMCAABwhgUGBoaHh+t0Oq1Wq1arVW7CvdZSSUlJUVFRcXFxkZvSOHDgwO7du+tsRK/Xy42EhoaWFwfbdaFVtrBdu5uFhUWEh0XIzQqgAezcZvns7RLvw7Sexlv/HCYb8hPX4/KAX348S6VcsvfaHph4QDSYzF2WlPb6xBZ64Z8/fqlc9PvhlMz4W0MuuyJANuIaaZNa6jJ3NeCKRfU3aGSgshDVa5MLs87clBr6HAG4+KSldhcAAAAAAAB+4wIJAADAWaJSqcLdjn7KZrMVHUmJv+zdu9dsNgudKLOK9z/0DA4KCg4LDXflXcIjlNSLvJc9ISGhrHyEM2jdipoho2xKNRelSIn0wJMRrdq60iFTvyzzJjzadNDf93iEbBQetE96+ODRmxowLLBLD2NsI23OXuvGNeYFv1Y6j19SpHEz7RMvRMlGdZXz8bvzlU69QdV/SEBqd1NYhNoUoC4rsR/Mt29cU7N4btUxNxUQqBp5bXDL1vrQcE3WLsvSP6o2rfXUVknfahk2RoSGq+Mba73LFQ0ZHTRyXJBszJlRIQePHBec1EofHKKWr100t2rrhpPXZfnf1HIl4yLFxGt9My7d+pjSehgbN9MFBqvzsq37sqy//6+y6JDd9+URUZqhVwclp+hDQtVqtSgtcci5rVhYtXm9662bJekeff7womk33B4qbzN/qPj1pzMfPAoKVsuZtGyjl1PK2m2dN+sYb3HMcyT17i/31BQTrwkO1VRWuMoC7d9jnTe7srjwiJ3t2MXQu39AYgt9RYUjY4fl56nlE24LlZ3yqff/XSyPttGoevWjWPnw4AH71K/Kxv4pODJaKzc4/dsy+bE0mlRXDAts09EQGaUxBapLi+2HCuy7tlvmz66w1h71F96MkafYahEP335gwFBX0KdRU21+nm3bRvNvP1doNKpBI11biG+ky822ys7Z0y+S1bgAAAAAAACAixsZFwAAgHNPq9XGuDndl+sdDofdbrfZbBaL5ecpJSuXlgaFlA+6ylFcUlTiuhWXlhbvSN8iB/huRKPRhIaEhYW7Ui+hoeFK9kW5N5lMAjh1NpsnP6JWi9N2411hHVINSjs5xbVIUJdexrdfLqqpqe/SOUaj6i/PRDZudviXl/BIjby1aqtvlqT76oPSOuPDwjWPTY6KivHkctp2Msjbt5+ULl9QLR9m7bJUVzlNAaqUdnpvxsV3y4/8LVLe+752wa9V074uO+Echc3qWghJOVCq2sMlH958X1haj8NLjzVN1Mlb116m6d+ULV9YrXTGN9Y+9ExkQODhjFp0rEbeOqQZpnxWtvQPv9ZUOiVJrXR3PhQeFOzZgTYd9CltI7ZvrtfSS9fcEDxgWKD3YWiYWt7kBjt1Nb705EF5zJX+CbeH9u7v+UYKCNLExJladzBUVhx7JSyjSXXzvWGBQa4jExqu3pdp1erEfY9FJLbUecdERmvkTZ7NZsm6D18r9n25SiUHh7fp6Pn4KQe/SXNdZIwmLsHzcZIfIXnT6VU/fVcuADSYvLwcs8XcvFmSAAAAAAAA8AMZFwAAgPOaVmtUO41GbUKvntF1niovLyspLS4pKSoudmdf3O1DhwqysnY7jyxtYTAYvHkXT92XsHClrdFoBHAsvQeYmiZ6kgQHcmzidHVINRQcsO/eYWnUVNssybVBeT90TNCP/61vpKBLL5MScNm13bJ5nbms1B6XoB04PEinF90vM61cXL1zm8V3fEITbVWlc+PqmupqZ+sOhrBwV2Jj2NXBSsbF4RD7Mq0p7V1pmwW/1o2P9OxrqihzrF9VY65xtu1oCAlzvbbH5aYTZ1x0OnHtTSHeJFDuPs/hGn19sDfgkpFuzc+1JbfWx8ZrjCbVhNtDD+TalPWDBl8VpARcViyq3pthtVicLVL0vfqbVCox6rrgdSur5S7/8UtlWg9TqHtftm4wFxyw7cmwiDPtuptDlYCLwy52bDFXlDvadTa262w46QujYjT9hngCLulbLXJ6EZGaVu0M8siERahTuxuXuQ9+q7Z6b8DloPxUpFsSGmubJevCI4+dogoOdfVbraKmylFa4jhUYO/Vz6QEXCxm5/bN5vIyR0JjXVIrV4/8pEVEaXwL5Gh1ok1HQ+ZOqzzU8nTLIy87ld3Zs9vVKecjXyIf9r8ycPa0cut5scAUcHGaNWd6bl72c0+/IgAAAAAAAPxAxgUAAOBCFRwcIm9NGjer0+9wOEpKir2pl+KSotJS19pH+/Zl7UjfevRGvHVfwiMiPasghUXIfoFLjLze/+gkz4I48sK/Ei+Q7HaxflWNOF2b1po/fqNYiV1dPSF44HBXEqLvoMCfvit31q+SS3ScJ4mVu9+2fEGVUgBGtgOD1LnupX+Ofol8x13bXRGQhCbaJ19yraoTHqkOi1CXFLnqhWTusqS01ye20B/9QodDvP1KUY47pNKkufbxv7teawpQeV/rNWBoYPc+rriGSi1i47UGo6cKS8EB+95M15RCw9X9a2Mfs6dXzJnhWg1HoxF3PRzetqNBpRLX3RT6yrOHZGdU7VJQO7ea166okXNYtaRa7lpFmSNnv626yilv078pT2qpVzIuG9fWKHmdY3ru1WjvEfN6+LnDSx1N+7rs6HCPcC8h1Kip6zdEeV7efLkwI921F8Eh5U/9I8pb2eV45Etm/lAeE6ctL3P8PMWTXvrTnaE9+7oOUUTtDg4aGaQ0tm00f/BascN9RL0LRR2TPBfvvVpUVuqIinVt5ECu7defKuIaaTeurlm9zPOxfPbV6Bj3Lssdr7MI1PZN5ndfdRV3MRpVr3wQq+SQ0rdY5FkWrkIyqpffcXVqdfK1WvmhEgAAAAAAAADOY2RcAAAALjZqtToiIlLejn7KarUWFRcq8ZfSkmLZLi0tlu0DO7daLEfUhNBqtUrexVvxRbkPD4/U6/UCF6OgYPXRUQaHQ8z6ofxQgV2crt9nVnizLH/8UqlkXHR6ERmjOZRfr816q8j0uzLgsoEB2XusmTstu9Mtq5ZWW8zHiMkczLcrARfhjsJYLa63kwICPTmV9K2WYWNcGZT4xto6yxXJ98qprcKyf4/NYRdqdzxDHpk6GZeoGI13OSSvqkrnD1961k7q2sukJCrkNpWAi3AHhv77Senzr8fIpxo31yrRmfw8m1Kb5KZ7w667xbk3w5ohd3CHJSPd4jj2Gj4NIjrW8+uhPHpKwEUqL3NsWFUjD/uJX1t40P77/yqVtt6gatfJ0KK1vmUbz3eF0ej5XMU38rzFgl8rvbv2288VV14VKF91zC0v/L2ytMQ19OAB16cla5dVKX4jhYSpO6Qa5aELqc1jmUx1P8Cb1noWWqqpcVaWO5Tk1qZ1nnBMVYUrP6SshWQ0HXsCAAAAAAAAAM4fZFwAAAAuITqdLjYmTt6OfqqySl5ILi4uKfItAFNYdDBrz267/YgggsloCguvXfOotu6L7JFttVotLjqz5sxQqVRDrxx1Ue7d8TidorjQVY9k3qxKpSrJCcjjc4JnC/IOh0hKix0V5Q4lSRMdq61nxmXN8uq0nqY2HVyBCY1GNEvWyduAYYE11c4pn5euWVa3xoycue9Dq8Wp07tmqNN55pm1y1Jd5TQFqFLa6etkXMpLjwiVmM2uYe73PdE+yj8icjd377D8+nOF3EelM642z5F75FuUFDnkDCPdpU0SW+rXr6z55ceKlm30So/RpEppr5c34U51fP5uyTEL1TSE8EhPZKfOAczPq1d1E71BNWhEYGoPY0yc9ph/VuS5C4vwPOFbbUV+2EpLHNGxx1437eh1sqJiNMOvCWrR2nD0CkdHJ55838hm8zxfeNCn0yo7XSf3xB9jAH6647YHBAAAAAAAgN/IuAAAAMAlMCBQ3hISGtfpdzqdZWWlngWPlASMeyGkffv3bNu+2XekvEIcEhJ6OPXiKvriWQUpKChYXLDKy0tXr1metWf3LTfdKw+RuHitW1nz2dsl9RzsG2LQGU4UDjAY1VWVx8iy1D9QYLOK914t6trLeNnAwGbJOk1tFsJoUt18b5jVUrJxzRExF2+UQeFwOuu8m8Mh9mVaU9rrk1P0dVbtqfNau915vJlO/bJs0e9V4vislpMvxaTEKgoP2v/x9KHLBgZ072OKb3z4d7ToOM2fn4iQT9UJnZzY5McOetu3BoNl0gAAEABJREFUPxjWuZtRNl6bXOgtf3I83nI73jBQ/clz8cjfIpVYjzy82Xtt+7KsIaHq9qkGd49r0yq16y2UXa4TKDlBfqxO6qhpou6BJyOUmitWi9i/x5q129KusyEuwb3KkqPuMa9zQhX1OTUAAAAAAAAAzkNkXAAAAHAi8lJ0aGiYvB39lN1u96ZeSksPr3y0c9e26upq35Farda72lFoWLjvykc6nU6c3wqLDsn7zMxdr7/xwsQ/3dWsaaK4hHljEFqfGERIyIkq3DRP1nkjGqHhh5dDysupV3UQ7/uuXlYjb3qDq/hKq7aGrr2Nyqb6Dg6ok3Gpj8xdlpT2+sQW+qPf6EzxFgtJaHzEr11hEeqIKE9OZ19tjZyaaufcmZXyFhSibtvR0LqDIbW7UasVAYGq3v1Ns6a5ljpq6FxG4UHPGVEqynjFJpz818aBwwOVgEvWLuvHbxaXuVcXGntjiPKssiyRzSoqyjyrBcU31h7I9bydPI9hEZrjbdlqPWK/R18frARclsyrmv5NmdV9/LyLItlPf00tAAAAAAAAABcAMi4AAAA4TRqNJioyWt6OfspisRQXFx6x8lGxq521Z7fNdkSyIcAUEOZe6uhwCMZd+iU0NOw8WRtI7khto+id914dfdV1fXr3F5eqmmpPUY3Y+MO/SrTtZDjBS4aOCdqxxVxd5Uoq9LvSUwjHYnbWvzbJNTcEN2+hj47TzPi2fNWS6s3rzPK2J8Nyy32u6FVg0Ol8TtK3WoaNcWVu4htr6yxXdKZsWltz9QRXBaO4RtphY4LmzHDlVDQaMeH2UKWIye4dlkMF9qBg9XU3h0THaiNjNC8/5SrZIvdR3szVIZcNDJDDAmtTQY7aA3bihZNO28HapaOaJukaN9Nm73UdFjm9tB6mk762SXNPWG3nNrMScJH7mNSqboJtd7oltburrkyfAQHrV9Uow66/NURz3IhL3YxLo6aebW5YXaMEXMIi1HEJ/GILnO9mzZlx6FDBzRPvFgAAAAAAAH7g/woEAADAmafX62Nj4+Xt6KcqKso9Kx8VH07A5OTs2759s9OnhoZSP8YVf3EvfhQRHunKvoS7cjBnecGg0tLDy/fY7fbpP/53d0b6hPG3yn0Ul57c/bZOXV2N7peZ1GqRudOa1tPYqu2JDkVCY+1jz0ft3G5Wq1U9+3rSEquWVIt602hViS1dyYZrbw5JaqWTbxrfWKtEJaS9GVZx6rJ2WaqrnKYAV1WYBsq4HMy3b1lvVhbrGX5NkHyj/Fx7cmt9bLwr0GG3u1Y7ko2KckdMvLZRU9evZg89E7F2Rc2BHFtyK708sJ6p7rQojeoqT8DoimGuoinZe6wrFp3CYTyp9K3m/Dy7nJ5KJe76a8SG1a6Nt+lgCAg8eaSmtNgzt35XBsoTvSfD0mdAQNNETx5Fq/VsYdkfVcqJS2mvv/vh8MJD9hYpemXf66m0xB4Y5Bp//W2hC3+rlEdv6Oggfe1qWaexyhKAsyMvLzs3L1sAAAAAAAD4h4wLAAAAzqqgoGB5a9K4WZ1+h8NRWlqixF9KXAmYQnkvO3bt3lFZWeE7Uq/Xe7Mv4UfWgNFqz/zPtw6Ho07Pps3rDh7Kv3niPdFRMeISs2huVa/+AWHhriI73S8zyZvsnD+n8ophxw4eHSqw5+XYOqQaouMCvJ3Ze2wz/lsu6m3mD+UJTbQtWuuNRlWfAQF9Bhx+qrjQLp8Vp06e1X2Z1pT2+uQU/YJfq0TD+Obj0nseCW+W5Ip6yDdKTvH011Q7p39Tlrvfk6356oOSux8OD4/URERpBo884khu32RevcyzEtO+LGu7zq7ETHSspt/ggOULq0+acfnkzRJRbzar+PajkrsfiQgIVIVHqgcMdc3E6RRzZ1UOGnGSYNnC3yvTehqNJpW8Db5KDnaNt1qFshaZ3DVl2I4tlrkzKwe591FJ/0gb19Q0aqKLinVHf2wnWZFp3qzKiXeHykZUjMa7FpL3jeqssgQAAAAAAADgIkPGBQAAAOcFtVodHh4hb0c/ZbPZlGWPXAmYkmLvEkh792WazWbfkYGBQZ68S7hnzSMl+xISEqpSnckCD3l5Oa+/8cL4a2/u1LGLuJRUlDnefLHwT3eGJqe4areUljhmTy9f9kf18TIuTof48LXi4dcEtetsiG+sqyizp2+1TP2yzGJ21v9Nq6ucb75U1K2PqXf/gKgYTVCIurrKUVrs2LyuZtHvVeVlDnFaMndZUtrrE1s0YD0eebj+9bfCrr2MnbsbmybqgkI0ednWvRnW32dW+i7VlLPP9tKTh/oODkjtZgqLVJsC1PKFRYfsq5ZWr1h0OH8zd1ZlQmNtu1Sjw+7My7bl7DudAjYnlrnL+trzh8bfGhrfSKvVqfZkWJfMqzqQYz1pxiV3v+0/LxSOGh/ctLncTXVVhTN9m3nOjIrHno/S6UXLNnqjSVVT7TrpP00pl7vWpZexUVOdbGzbZP55Svlzr3qWPFPGnIBrFaca5+CrAhMa6+SWDx5wbWHnNvOdD4UL97JZ82ZXCgDnnxHDrjFbzAIAAAAAAMA/Kt+C8ArZ43CT1xIsFssPa6a9ufAdeUlg4fMLBQDUcro57Ha7zW6z2kqXLC54YZLs7/HJFH1ElAAAv+X8NDXz8/eFwRD81idGk1Fv1OsMer1Br9FptVqNSq1WuYlz7bP5n3224LMwY+i7o98y1tLr9Tqda6LqU5yn8rOZ/EnM9f3q/mFs9rSa5QtERKTmseejBY5SVV3lTb14lkCS7eKi0rISeQy9wzQaTWhIWGjY4dSLpxJMeESAKeDEb/HI43ef4NnLL7ti1MhrXVVN3Dx/P8q/IeX5s1szdxW/8OQW5anExNTz4RMLnEM9+5pCwzSVlY7SIvvm9Z6r3fJPzz/eizUFyF9Oxf/dm19VeQr5p0tTRUVxQUGWbIRHaR6d1NigNxqMJvl3pE4r/+rRq9Ua9XnzVyQAnH2L51fOnl6u0TrueKTIZDLJn8wNbqf3wzkAAAAA4HxDHRcAF61J3bs7bLY6naawsOjmzSObNm3SoUPnkSO1BoM4FXPffnvRp58Of+yxnhMmCP98dtddWWvW3P3VV43atZMPP5w4MXvr1od++imiSZPjvWTDzz9PnzRJvrWcwMx//GPLb7899ssvGr1f//V5VXHxv4YPt5nNXceOHfX00/V8le9MTjDsjauvLty37//mzQsIDz/mgF9ef33ZV19d/be/pY0eLS4uVSUlCz76aM/atcU5OY3atr3lgw/E6cpYufKLe+9t07//hNdeEwCOEmAKkLf4+EZ1+p1OZ3l52eGVj4rcKx+VFu/OSJf9vjlvec3jiNSLuwaM0qPRnHzdk8VL5ufk7p94w50hIaECwAklNNEqSyBJs6ZV5OXYmiXqUtrrTQGua405e20EXAAAAAAAAACcABkXABe5ZqmpWp8UiKW6+sDOnfs2bFj/88/b5s+f+NZbqtr/8v7Cktyz56rvv89cs6Zl797CDxtnz7aZzRqdbtOcOUMeesgQGChwJkx57LGstWsNQUGxLVteoJ8x4EKnUqlCQkLduZPEo58tLDpUUlykpF6KiguV6i9792ZW11T7DgsKChb1uOCembnrtTdemHjDncnJrQSA4/vjl8qOXYyR0a702IixQb5P1dQ4//dDuQBwkVq3flVZeWn/voMFAAAAAACAH8i4ALjIXfP3v4cnJPj2OOz2jbNm/fzii7uXL986d277K68U58LQhx+uqaiIat5cnJbELl20RmPGihV+ZlzW/fSTRqfres01K6dM2ThzZvfx4wX8ZjObs9au1RoMj8yaZQwOFgDOP5ERUZHHWlnPYrEoax55Vj4qKd66fZOoh/Lysvc+fG340KsH9B8iABxHcaHjlWcOXT4oILWbKThUHRyiVmtETbUzfav5f9+X5+fZBYCL1Lr1K3Pzssm4AAAAAAAAP5FxAXDJUWs0qaNGFWRmLv3yy+1//HGuMi7xrVsLPxiDg5O7dctYsUL4Yf/mzfm7d7fo2bPD0KErp0xZM2MGGZczwmY2y/uAsDACLsAFR6/Xx8TEyZu35z9vvlRZWVGf1zqdzllzZhQczL9u3EQB4Diqq5y//VwpbwIAAAAAAAAAThEZFwCXKKW4S1VJiW+nzWxePW1a5sqV+zdvDouPb5aW1mP8+IjGjY9+eebq1aunTs1csyY2KSmxW7ee48ebwsKUp2rKyl7q319u/68zZ/q+5Mfnn1/300/Xvfxy+yGu/8T/s7vuylqz5u6vvmrUrt0xZ1hVXLzs228zli8v3L+/eWpqx+HD6wxI7tlz9quvFufmegvV2GpqJvfundyjx41vvrnwk0+yVq8uyMpq0q5d20GDUkeNUqlUdbawwT3DNgMGNO3UKSY5+cDOnXvWrm3epcupzkSxc8mStdOm7d24MSQmJqlHj8smnuYl3s2//rrq+++LsrMdNluzzp1b9umTOnq0WqPxHSOnOv+99woyMiqLixu3b99cnqnrr/cNlHxy++17169/ZulSualdS5bk7tgR27Jl2yuu6D5unNZo9A7L37172Tff5GzeXHLgQFzLlglt2qSNHh2XkiL88NEtt+zf5Kr6UJaf/1xammw8MG1adGJifaYtX3sgPf3x33///a23ts6dG9eqVf+77jr6LeQWPr3zTvnpveqpp7qNGyfc52jp11/vWbMmPyNDfmJjW7Vq07+/3F8BwG+HCgvqOTIoKLjvZQN79ewnAADAkeLjG+t0egEAAAAAAOAfMi4ALlG7ly+X97EtW3p7CjIyvn344aL9+zU6XULr1hVFRcu/+Wb1tGnDHn5YiRF4rf/f//J27DCGhMQkJuZs3bpn3brNv/56+8cfB0ZEiDOkqrj4s3vuyd+1S2cwxLduvW/Tph2LFsUkJfmOSe7ZU95nLF/edexY33671fr9E09sX7Agqnnz8Pj4XcuW7Vy6NGfbtquefNJ3mK2mZtOcOVqDocPQofJh6lVX/fqf/6yZMaNOxqU+M5HWTp/+0wsvyEZEkyZqjWb5119v/uUXm9UqTtHMl19eNXWqsp2AkJCdy5Zt++OPlVOnTvj3v71Rnk2zZ0979lmn0xkQFibPoNy1jJUrV37//Zjnn6+zctN3jzyyb+PG1gMGdG3XLn3Rol9eey1r9Wq5KbXW9ddfcW7ux7feaq6sDImNjWvV6uCePXLwyilTxkya1Pmqq8TpShs9OrFr10WffmoICupz442yJ9Cdf6rPtFWSWj39uefk6ZMP5YCR//d/JQcO+G6/KDv7yz//2Tfg4rDZvrz//tzt2+WW5ampLCraOHOmvHW55prRzzwjAPinurr6pGOio2MH9LuyS1pPrVbrdBMAAMDHiGFjBAAAAAAAgN/IuAC45BTu2/fHhx/uWLhQazB0v+46b/+cf/2raP/+HuPHD7zvPqW0RsbKldOeeeaXf/875fLLQ2JjvSPzduzoc9NNg++/X0DH9u8AABAASURBVK3Vmisrf5w0aeu8eT///e8TXn9dnCG/v/NO/q5dbfr3v2byZENQkNPhWPjxx/Pff993THRiYmTTpumLFtXJuOxZty62RYs/T5miJHgOpKd/dMstq6dO7TVhQlTz5t5hW377zVxR0XHYMGVnU6+6at577239/ffhjz4aUFuTpp4zKcrOnvWvfxkCA8e99JI8VrLn0J49/33kkYNZWeJUpC9evGrq1LD4eLmdpp06CXehnZ+ef377woUzX3pp4ttvC3dxlJn//KdGr7/qySdTR40S7oTHwk8++eODD2ZMmvTA1Kmm0NDDh2L9+hvfeCOpe3fZ7nvLLV/ef798i9XTpvVwL8m06vvv5ekb87e/pY4e7dqO3b5p9uzpf/vbr2+80WnECJVafcxJ1pSX527fLhvKZo/WZcyYmrIyV8YlMNBbhaWe05bXxS3V1buWLx/97LOt+/XLWrMmslkz34xLZVHRl/fdV1ZQ4A24SDuXLpVTkpsdM2mS0rNv48bvHn107fTpPa+/Xn4YTm9HANRHk8bNBvQf0rFD2tG1sgAAAAAAAAAAwJmlFgBwUXt95Mjn0tJ8b29cffWm2bP1AQFXP/usdx2izFWrMlauTGjTZvhjj3nXjknu0aPvbbdZzebFn3/uu81mqalDHnpIqQViCAwc/dxzgRER2xcuLNq/X5wJNeXl63/+OSAsbMzzzxuCgmSPSq3uf9ddjdq2rTMyuWfPjNWr7RZLnf6B99/vLVETl5LSqm9f2cjdts13zIbZs+W9t2BJQHh46/797Vbr2h9/PNWZrP7hB1tNTa8bb1QCLlJU8+ZXPvSQOEXz3n1X3o965hkl4OKaVVjY2JdeCnNXo9m7fr3sWfLFFzVlZb1uuEFJikjyRAy4++52AwdWHDq0eto03w2mjRrlDXCYwsJGuivZrPr+e6WnJCdH3utMJs92NBp5NK5+7rkRjz/usNmON8n8jIzP77lH3sSpOKVp95owocuYMfJD1f7KK4W7uItyL7fw5f33F2Vny0+pb22hYveO6Gt3RJIHUO7I2MmTA33iSmdkRwB4tU5pd9/djzz04FOdOnYh4AIAAAAAAAAAwFlAxgXARa5Zampyjx5J3bp5kyuN27Ub+vDDf/7++47Dh3uH5bkLWiR261aneod8revZ9HTfznaDBvk+lFtWlg3a5w5h+C9zzRqHzZbYpYt3zoqjF9BJ6dvXVlMjx9fpTzxyvaHgqCh5b/OJwhTn5mauWhUWH6/soCLNHb9YO2OGd5WNes5kj3sCbfr18+1sddllgeHhot6cDkfB7t0BYWEtevXy7debTK3c0ZmCjAzXfWamvG8/eHCdlysnRRnj5Q2UKBq1axeekHAwK6vUXRlFOWvTnn325xdf3DZ/flVxsesgXH11+yuv1Oj14ow6pWknHllYRTkd5qqqbx56KG/Hjg5DhvScMMF3gHISV06Z8u1DD6376adDe/bIh/KgdRo5Msh96gGcQRqNpluXXo8/MunO2x9MTm4lAABAPXz86VuTX3xCAAAAAAAA+Ie1igBc5K75+9/DExKEeyWarDVrfpo8OX/37tYDBiidXoXZ2fJ+6ZdfytvRGznoDg14hcTF1RkQ6l7JqLSgQJwJZe4ExtHphNCj3jepa1et0Zi+aFHL3r29ncbgYENgoO8wtUYj3EfA27POXaxF9nx53311tlm0f//uZcta9ulT/5kU5+bK+5CYGN9OlUoV3qhRpTs4Uh8Hs7LkfOqcF0VYfLxwr4ikDPP2HDElZcyRpXSimjUTR81czrY4J0c2uowZIz8Sm3/9dc20aWvclVSade6cdvXVnUeOPN5CRcqYyevWiVN0StM+ZvGVjJUr5SHVBwTI0y3HRzRp4n0qJjl52COP/PLaazsWLZI34a6j02n48B7jx9cJJ/m/I8Cl5tff/+dt6/X6Ht0vG9BvSGhomAAAAAAAAAAAAGcdGRcAlwq1RpPco8e1L7/88a23zn37ba1O13viRO+zyjITsS1bBkVEnHxTRwUgnA6HvDcdP08gOdxj6qV2bZo63fqAgDo9Gr0+uVu3jBUrfDuVRMsJyNkqCxKVFRSUHSuXs3b6dCXjUv+ZHFOdqM1JZyVOeJSUaShJHW+lmTpOuu+e93K/XKVWy89D9/Hj0xcuLM7OLsjM3Lthg7xtmjPnhtde0/ks/eO/U5q2sgyWl/f4j/nb36rLy+f8+98zJk26/ZNPfMf0+tOfWvfvv2n27IN79xbt23dg165577677scfb3zrrejERAHgdBUXF8r7oKDgvpcN7NWrX4CpXt9+AAAAAAAAAACgIZBxAXBpadKxY7+77lrwwQe/vfVWUvfucSkpSn94o0byvv2gQf3uvPOkG6kqKanTU3bwoLyPcFcNUbnzCnafoimKyqIiUT9KzkZZT8dXaV7e0YNT+vZNf/HFg1lZ9Y8y7Fy6tOLQocbt2991VNGa4pyc16+6avuCBSV5eWHx8fWcSUhMjDwm8iWBRyaElPou9RTZpIlKpTr6vaQS99spKy7J3ZRHUg4LOLLYiTKloMhI386ygoLooKAjhrm371uHplnnzvKmtPN27PjqgQcyVq7cOHt217FjxZlzStOuQ0nGtOzTp/OoUQ67fdOcOXvXr189dWq3a6/1HSY/w95PrzwdUx57LGvt2oWffDLuhRcEgNOl1erGjL6+Z4/LtVp+bAYA4PSNGHaN2WIWAAAAAAAA/lELALjE9LvttoQ2bRw2288vvCDvlc6Uyy+X9+mLFtWptLHl119fGTjwx8mTfTszV6/2fVhdWpqxfHlgeLgSldDq9fK+4tAhc2Wld4y1unr/5s2ifpK6d1epVJlr1tSJxWybN+/owcm9eikzF/W24X+upTfaDx589FPhjRoldu0qD4JS6KWeM2mWmirvt86d69uZu317nSV4TkxrNMp3ryop2bl4sW+/PHRKj5yYqE0jbf711zov3/Lbb/K+uXvM4XnOn+/7cP+mTcW5ubEtW0Y0biz38bO77vrHFVeYKyq8A+Jbt1aiLaeUzqmPU5r2MWl1OuGu+DLyySdl4/e33y7Lz1ee+u2NN/45ePDOJUu8gwPCwvrecYdslJ7pHQEuNeOu+dNlfQYQcAEAwE/x8Y2aN0sSAAAAAAAA/iHjAuCSo9Hprpk8Wa3VZm/duuSLL5TO6KSkdoMHy57577/vjbkUZGTMevXVyuLipCMjCJvnzFn3009Ku7q0dPpzz8kxPcaP1xmNyvajmjd32O3z33vPWlMj3LVDpj3zTE1ZWf0m6AooyMmYKyrkq6qKi4W7kseiTz9NPzL8oQhPSIht0aLOckUnIDe4/Y8/VCpVpxEjjjlA6V87fbrDZqvnTNJGj5b3K6ZM2fzLL0pP0f79dYJB9dFt3Dh5P/Mf/9i7YYPSU11S8sPTT5fk5XmL7nQdO1ZOfsV3362ZNk0ZI+c57733tv3xhzEkpOOQIb4blOd3R236J3/37p/cU+rvLnYiNxKdmFhVUvLbm286aovuVBYVKWmhmKQz/P+/n9K0T6xRu3ZyazXl5T/XFmiJb926orBwwYcfyk+jd+MbZ8+WjagkLiQAAAAAAAAAAADgIsF/kwrgUhSTnHz5rbcu/OijPz78sHX//vKhcEcf9q5bJzvTFy0KdC8os2fdOrvV2m3cuI7Dh/u+vO3AgT8+//yCDz8Mjo7OS0+3mc2RzZp1v+4674BBDzzw/RNPLP/227U//hjZtGnejh2hcXG9brhB9tRzhkMeeki+aveKFf8aPjw+JaVw376qkpJ2gwbVqZWiSOnbd9m339aUlyulPk5sw8yZDrs9uUePOusKebW/8srZ//xnRWHhtvnzZbs+M4lv3Xrwgw/+/uabU5966ve33gqKiMjZti06MTG2Zcv8XbtEvfWeOFEez01z5nxy220RTZoEhIQc2L3bdXibNh31zDPKmCYdOgx//PE5//rXzy++OPedd6KaNy/IyJD7bggMHPf3vweEh/tuMCQm5tuHHpKbMgYFyb1wOp09J0yQk1eeHXjffRmrVq3+4YesNWtCY2Nlz4GdOyuLi1v27t3hVEIn9XFK0z6pKx94YNu8eTuXLt04c2ankSPlbOVDeUbeHDs2rmVLOaA0P//Qnj1h8fH93dVcAAAAgHNr1pwZhw4V3DzxbgEAAAAAAOAH6rgAuET1v/32mKQku9X646RJSuGW2BYt/jxlSsdhw+wWy/5NmwoyM5unpV33yivK0jC+0q6+esJrr0UnJckxoXFxqaNH3/P11wHuWIyi7YABd372WacRI4zBwU6Ho9u1197x6aeRTZqIepObldsc/OCDcS1bHszKSmjT5rqXX/aN0fhK7tnTVlOze9my+mx5vXuhohNkOPQmU1t3CmTtjBn1n8nlt9xy+yefdBg61G6zmauq5IBbP/ww6DgxmuNRqVTjXnxx9DPPNG7XzlxZeWjfvqadOl311FP3ffddROPG3mE9xo+/7eOPk7p3l1PN2749qmnTfnfccf/Uqa3cC075GvP881c++GBgWFhRTo48SuNeeGH4Y495nzWFht712WeX3XyzzmjM3rq1OCdHnnH57je8/rq6AdYlqf+0T8oYEjLkL3+RjTmvvVZVUiIb8riN/L//i2zaNH/37rz09LD4+IH33XfvN9/I0ycAAACAcy0vL3vvvkwBAAAAAADgH5V3SQ4v2eNws9lsFovlhzXT3lz4jrzuuPD5hQIAajndHHa73Wa3WW2lSxYXvDBJ9vf4ZIo+IkoA59Qnt9++d/36e7/9Nr51a4ELVs5PUzM/f18YDMFvfWI0GfVGvc6g1xv0Gp1Wq9Wo1GqVmzjXPpv/2WcLPgszhr47+i1jLb1er9O5Jqo+xXkqP5vJn8Rc36/uH8ZmT6tZvkBERGoeez5a4Lzn+ftR/g0pz5/dmrmr+IUntyhPJSamng+fWOASFxCkqqpwigtZRUVxQUGWbIRHaR6d1NigNxqMJvl3pE4r/+rRq9Ua9XnzVyTg9fGnb+XmZT/39CsCaGCL51fOnl6u0TrueKTIZDLJn8wNbqf3wzkAAAAA4HzDWkUAAADAxWng8MCrJwTLxrZN5vdeLRZoeBPvDu1+mUk2/vilcvo35QKnpVmS7tHnI2Wjusr5+N354gwxmlRjJoSoNeKbj0oFgLMrLbVHixakzwEAAAAAgL/IuAAAAAAALnKt2upvvCssPFK9akm1AHDWpaV2FwAAAAAAAH4j4wIAAADggtSmg16nV9lsYttGswBOqH2qITxSfUovaZakCw13vWT3DktV5YW9vBEAAAAAAABwcSDjAgC4CN3+yScCAC5582ZXypu4eP3pzrDQcPWZXc4G8Bo0MrBzN6NsvDa5MGuXVQDwQ15ejtlibt4sSQAAAAAAAPiBjAsAAABwcRo4PPDqCcGysW2T+b1Xi2Wj/5CAsTeGyMYvP1asWVY99OrgxJY6g0GVkW7549cqeZ+OJxLyAAAQAElEQVTSXn/5FQHJrfU2m9iXaf3lx/L9e2zeDRpNqiuGBbbpaIiM0pgC1aXF9kMF9l3bLfNnV1h9AgABgaqhVweltDNERGn2ZVlXLKzKy7E98UKUfCpzl/X1yYXekY2aavsPCUxsqQ8NV+ftt8kJzPmxwmJuwIIZcm6DRgQltdI3bqaV+1h40LZiUfWSeVXOI98zOUXXu39AsyRdZLT20EFb7n6bHCP3tM7W5Pzl1uQx1GpV6VvNM3+oON77dupq7H6ZSW5QoxXZe21b1tUs/L1KnEy3PqbLrgiIjNYEh6grKxxFh+zpWy0Lfq0sL3PUf6eMRtWrH8XKxsED9qlflY39U7DcKbm16d+WrVtRI+p3FtRqMWBoYNtOhibNdVWVjuw91qULqrdvOlw+Rx6Eh5+LlI30LZZ3Xy266trgVu30MfFaeeg2rq6ZP6fyNPbLa8iooPZphrhG2tx9tk1rXVurc76iYjSXDwpo1dYQG6+trHTk7bduWF2zbMHhNYlefjcmKNhTxEWeCHnz/qEAcHbMmjM9Ny/7uadfEQAAAAAAAH4g4wIAAABcchJb6vsPCTSaVMrDTt2MbTsbl86v6j8kwDsmrIshsaXu1ecKiwvt8qFWJ+57LEL2eAdERmvkLaWdvlmy7sPXPHGB5sm6u/4aHhzqyRO0aquXt01rj7GW0JBRQcPHBqnV3inp5K1zd+OnbxX7BmvOoI5dDH+6Mywg0LPXBiECg3RNE3UtWus/e7vEO2zg8MBR44O9E4tL0MpbanfjknlVU78s86YrLh/kCgxpNJ6H3S8zte1kOFRgP/p97/hLWKeuRu/D1u318tY+zfjZ28UnWAFnwu2hvfubvA/lIZU3eag7pBle/3thdZXzlHZKuCNKN98bFhjkGhkart6X6col1ecsyLP85yciomM9u2oKcJ33jl2N8+dU/vjf8jrT1ulV9/9fRMs2euVhUkudvKX1MP77+ULl0NVzvxRyYnJr8jPm2VornbzFN9Z+/WGpd4x89tb7w5X9ksL06rBwQ5uOhq69TV+8V1JafOzcDAAAAAAAAIAL0amtRw4AAADgIpDSTm+zOdetqNmwusbhTmXodK4qL5UVzjXLarZuMDvcwYDgEHW/Kz2pl269TUrAxWJ2blxTs2R+VeZOT/GWDqmuki1Ke9T4YCXgYreLzevNq5dWV1U4O3Yx1JlAfGOtN1qxf4+r7siBHFeiIipGM/7WUNEA9AbVuIkhShakotyxakl15i6rkrpI62HsPcDk3ZerJ3gCLgUH7MsWVGeku8q3qFSuUMugEYHKsMhozdXXBysBF3nQ5Na2bTQHBKibJ+vqvK98lRJwkQdk5zaLPCBlJa6D27q9fujooOPNVm5fCYIcKrDPnFrx2TslP31XfijfdarkobtiWOAp7ZRCnpfAIJXVKspLHdl7bXLL9TwLo64LVgIuNdVO+YGRHw+rxXVABg53VXapM/OkVrrEFvptm8xL/6jKy/akZJol65q30NV/v7wMRlXLNvodWyxya7n7PVvrfplJDlba4ZGaW/7sCe4oR0B+6mzugfKF19fuxZJ5VXszPB9XuZ0/fqmUn2EBAAAAAAAA4EJDHRcAAADgUvTh68VZu1xX/cfeGOIt3/LJm8XKijzjbwm5bKCrMyraE145kGv79aeKuEbajatrVi/z5AOefTU6Js41IDpOU3TIntRKpxTwcDrFWy8XZqS7th8cUv74C1Fh4UfE64dd7YlWzJt9uBbIrfeHpfUwNkvSdepmlO9y9JzDI9WT/xNTp9MUoHrrqzjvw5eePOSNVvi6fGBAeKRrqiVFjleeOVRR7gqaKIs3ORyiQ6px2R+upW1GXhesjN+2yfzRf4pt7lzE0KuDRox15VGGjQles7ymuNDe78oAvcGVqygpdvzzmUPKIjut2uofeDKizvteeZUnyCK3tnWDq56NfOFTL0dFRmsuGxQ4b07lMQuNyOOsNEqL7SsWVylj5KlJTtHn7rfuzbSe0k555eyzvfdqUVmpI8qdWanPWZAzSevpyuhUVTpfevKgMpNGTbWPT45Sa4Q8LNs21i3S89OUsgW/ulZi0miEPF8hYa73iEvQys9bPffLl/zUzZ7uWgRKTvX5/8TID5JK5SoXpJzloaODlEWICg/a33ixSKk5lNJOf8+jEVqtaJ9qSO1uXL+qZta0CoNR1cydQMrea53+Tbk4judejY6O09TpVJZhUkz72rN3AE7JHbc9IAAAAAAAAPxGxgUAAAC45BQetCsBF+GKR3iW1ykutCsBF6mo0NOpN3qyKXK89yUhYeoOqcbElrqQ2jWJTCZXo0lzTxWTzJ0WJeAilZc5ViysGnr1ETVLGjXzjNyx+XBCQrbTerjiFO07G46ZcfGHd25rV1QrWRBp2YLqrN3W7D1Wu3t3GzXVJrgLhDgc4r+flNpqExe//FjRpacxrpFWpxdtOuqX/VEdGe35TUrumhJwkXZus+Tss8mNeN80IEgVFuE6MlarUAIuwl0IZ/cOS2S0SacTbToYViyqPnq22Xs9752con/hzZj8XFvmTmvGTsva5dWlJY5T2ilfC3+vVF5+8IDrufqcBW9lmtz9Vm8cR+7moYP2mDhN00RdaJjad0pOp1hTG4GSEzhUYFcyLgGB6vrvl69lCzyBEnlS5PiwcFeIymjyfPA6pHkKycyeXlFc+6FN32pZvaS6l7tgjBywfhUlWwAAAAAAAICLBBkXAAAA4JLjWzvEanUqjeIin06Lp1OtOvyqqBjN8GuCWrQ2hEfWXfPU6RlQW6XjyLyCN3zg5V3b6M9P1C18IimVOc6syBjPO3ozPcIdN/EuYSM1rs18lBbbS4qO2IWcfTalBkmjJnJMtZJckYoOHbFrB/OPyLg0S/RsUKcTvsVmvIJDjr2n8gTN/KFi5DhPMCg2QStvvfqbHA4xf07l/74vVxaTqs9O+VKWIvKqz1mIifPsTovW+mPuQliExvd0m81Ob9rG9bDG01YKxtRzv7ysFuF7Imy1n1Wte1Ly6AXXpqz2Zlh8X7h/j7WXcGVc4hvVXT0KAAAAAAAAwIWLjAsAAABwybHZnMfotDpP8JKmiboHnowwmlyZF6vFlSHI2m1p19kQl+D6ncLpcL1WVRuIUR35WrXmiA45TH3CEEvQcZIfxYWOByYe8D584c2Y0HB1dZXz8bvzxcl4Z6CsMXRM3mTPUXvgs50jp6bVHXeke/CJnhXHz7gI9xo9u3eYBw4PatVWbzB6tiOP26ARgVqtatrXZaJ+O+WrvPRwXqSeZ0F1sriRUqbFy37kOlFH15Kpz3551fmgOo/8hNZU+yRiVMc+AqpTjEtNfuygt337g2Gdu7lK2rw2udBbxAjA6Zk1Z8ahQwU3T7xbAAAAAAAA+IGMCwAAAICTG319sBJwWTKvavo3ZVb3Ff+WbfTKs0qUwVuvJSr2iF80GjU54qHT6RoZGe0qIvKfFwq9qxo1qIMF9mbuZXciow5PRm9Q3fFgWMEBe36ebfnCqoIDnoBGaLg6JExd5rsqUG1Fltx9rjGFB+1N3T3RsRrfd/FWPfG8ae0GzTXOR+88eRCnDnlkMtKLVSqR1ErXqq0hradRSRT1GRAw49syh6NeO+W7QatPjKmeZ6HooOec7thieeeVInEyTqfzpGNOul/1JD+E5aUOpZRLsyRdfu7hfI13Fae87NrOk88LQAPKy8vOzcsWAAAAAAAA/jnzNcABAAAAXHwaNfWEBjasrlECLmERaiWa4LV9s1lpNGmuTU7xjE9sqevRN6DO1nZu9aws0yHN6O284y9hk16Lvv//ItJ6GMWZdijfk3Xo3M3orRPT54qANh0N/a4MGDAk0GYV2XttSkxHrRZ/ujNUW7vKzdCrg2LiXFmQinKH3H3hs0RRxy5GJfojpbTTJxyZ5jmYbz/gDl4YjKp2nQ1Kp04n/vbv6Kf/EXXXw+G+Cxv56jMg4IEnIyb/J2bCbaFOpysUMmdGxWvPFyrPyokpFVDqs1O+rEeW6qnPWdi60awEmJo013nXqJLn99UPYx+bHHnzfWHaU1kLqJ77VX/p2zy7MPyaIO/SS/JEdL/cpLS9KR97bXSmTlUhAAAAAAAAABcQ6rgAAAAAOLnSEntgkOvXh+tvC134W2VFuWPo6CDvEjk695I9ufttu3dYWrR2FXe54y/hq5dWB4doOqQZdEfFIBb8Vtmzn0mlEgOHB4ZHarZvMrfpaOjU1RWqiIjS/PjfMnGmrVxS3X9IoNGkCghSPf2PqG0bzWERGmWq0pL5niTE4rlVo8YHy0bbjoYnX4qWuxMbr0lO8QybPb1C7rhra4ur+w0O1OpEZLTmvsci9mRYVCpVz76mo993ybyqcRNDZOO2+8OW/lF1INfWu19AVIwrjWE0qfPzbMecbVWVo1Vb15v2HmAKDFbJ2coj2T7Nk5LJy7FVVznrv1PHU5+zUHTIvmlNTWoPY2CQ6q/PRi2dX2WzOfsPdb1p00SdfNZ2KlV46rlf9bd4bmVad6Na4zoRj02OlBs0BarbdDBo3HGXdStqdtaGYKqrPCGXdp0M198WIs/jzKkVAsDZMmLYNWaLWQAAAAAAAPiHjAsAAACAk5s3q3Li3aGyERWjGXtjiNJptQolv6IseSN991nZfY+FR0RpgoLVA4YGyh6L2bl4XtXlA12lXBx2T4Ihd7/t6w9Lr78tVL48rYfRt3DLj/8tz95rq8+UnnmwQNTboXz7fz8pvfGuMJ1eyLl1v+xwHmXHFsv8OZVK+/eZlTHxWiWtEhOniYnzDHM6xaLfqxbP9aRG8rJt078tu/amEJXKVahG3oQrReFctqC6d/8jki7yVdGx2n5XBugNKuWAKGxW8eX7JccLiKxfWTM/ufKKYa7xnboaldyJ54U28cOXZae0U8dTz7Pw/ZdloeGapFauOi4jrw3yjikutE/98tTSSPXcr/rL3Gn94euyMTeEyF2ocwTSt1qmfXN4g97FmEwBqj4DAg7k2k6acfnkzRIB4AyJj28kAAAAAAAA/EbGBQAAAMDJrVpSba5xDr4qMKGxTqcXBw/Yt20y79xmvvOhcPls206GebNdiYr8XNsbLxaNHBeU2EIfEKjO2m35fWZFbO2SRnILvhs8mG/rf2VgXCNtTLxWqxXlZY5ff6pY+FuVaBjrVtbk5RwaNzEkJk4bFKKuqXYUFzpWL6teMveILMg3H5UuX1DVs29AUitdZLT20EHb/izr0j+qvCEJxeK5VSWF9pHXBkdEaeR+Ze60zJpekdJOL8QRGRenU/zwVdneTGtaD2N8Y60crFKJ3Gzbj/8t37XdcoLZzvi2fNNa88AR8oBrQ8I0dpuzrNSxN8Mij3POPtup7tTx1OcsVJQ53nixcOjVQckp+vhG2uBQ14pFm9eZf/qurKzEIU5RPfer/uSJ2LbRfNkVASntDTFxmupqZ95+6/rVNcsXVPsOy0i3yP26bGCg0d9xjwAAEABJREFUyaTKz7PtTrcIAAAAAAAAABcaMi4AAADAxWne7Eold+K14NcqeaszbNHvVfJWp/OYIzeuqZG3Op0PTDzgbUdEaXr1M1VVOdO3WmbPqDiUb1f6W7bxLEZTVGj3fW3WLmvWrrNaKiMv2/bWy0UnHZa5y5q5q/SkwzavN8ubb09+ru3ogymtXlotb+IUZaRbMuoRxTjxTtXUOH3P0dHqcxYcDtc6TSfeyDHf5YPXio/uPOl+7c08ha1JhQftP00pF/J2QjN/qJA3AeBcWLd+VVl5af++gwUAAAAAAIAf1AIALlg/Pv/8c2lpW+fOFWdFcW6ufLv3brhBnDtnbZc/uf12+UZ5O3aIC4q1unrJ558v/vxzcWnI2br1m7/8xVLVUAUPAOBUVVU4rrwq6Jobgm+8K/SOB8M7dzP27m+67f6wAUM8a/ScuHIJAOBitW79ykWLz9IvbgAAAAAA4CJGHRcAwMVj/c8///bmm5fdfLO4NHzz0EMVhYUCAM4bNTXO2dMrRl4bJNuNmmpvfzDM99ltG80bVtUIAAAAAAAAAABOCxkXAAAAAGfMrz9XZO6yDBgWGJegDQ5RG00qp1McyLEtnV+18HfqTgHAJSo+vrFOpxcAAAAAAAD+IeMCAAAA4Ezatd3CmkQAAF8jho0RAAAAAAAAfiPjAuCCUZCRseybb/asXWuprk7q3r3XhAnHHHYgPX3NjBn7NmwoP3iwaadOKf36pV51lUqt9h1TtH//2hkz8tLT83bscDqdIbGxcuSgP//ZGBzsHeOw29f88MPWuXNzd+yIT0lpddllrfv3F/VgM5tXT5uWuXLl/s2bw+Ljm6Wl9Rg/PqJxY++AuW+/vejTT2/98EO1VrtqypT9mzbpjMbkHj1633hjWELCqe5y+uLF66ZPP7B7d3VZWaO2bRt37NjjuuuCIiPFGbL511+3/vZb1vr1EQkJjTt0kPsS1by574ADO3fOf+89OdXK4uLG7ds3l/t7/fXeI2mrqZncu7fcuxvffHPhJ59krV5dkJXVpF27toMGpY4apVKpjtjUyc5dVXHx0q+/3rNmTX5Ghjyksa1atenfv+0VVyjPvjV27MGsLNlY8sUX8tb/rruuuOeeOrvz+5tvLv7888EPPnj5Lbd4Oz+6+WZ5sq588MHLfDo/uPHG3O3bn5g7d/+WLd/85S9X/uUvUYmJf7z/vqWqqtXllw975BE5xm6xLPnyy+1//FGUkxMYHi53v/PIkXJnvRvZtWzZV/ffL6eRNnr0os8+27t+fVVJSWLXrl3GjJH3vhOrLCpa/u23GStWFO7f36RjR7nj8v7fw4fLHZzw2mtHn5dNs2f/8MwzSvuFyy6T95NWrZJze6l///CEhL/OnOk7+Mfnn1/300/Xvfxy+yFD5MPf3nhDHp87Pvts3/r1q6ZOlTPvdu21HYcMqc+Zkn8u5Et2LFiQv3u3WqNp3K5dUo8eXceM0ej5r3IBAAAAAAAAAADQsMi4ALgwZG/Z8sV995krKgLCwqKaNds+b96W337zDY4olIv3shEcHR3ZtOmuFSu2L1iweupUedk+MCJCGSMfznr1VYfNptZqG7VtW7R//4H09APuvMvtn3wiL9srw6Y9++zmX36Rl/YT2rQpKyj47c03NxyZGzimgoyMbx9+WG5To9MltG5dUVS0/JtvVk+bNuzhh7uNG+c7Mmvt2mVffilUqrhWrQ7u2bPiu+82/vLLHR9/HJ2UVP9dlj3f/9//yR0Jb9QounnzvRs2ZKxcKXfwlvffl5sVfpv58sv7N282BAbKCeRu356zbduW33//y4wZ3gjLptmz5YFyOp1ykrEtW8oBcgIrv/9+zPPPt+zd27sdu9X6/RNPyHMR1bx5eHz8rmXLdi5dKgdf9eST3jEnPXfylH15//1yGvK9YpKSKouKNs6cKW9drrlmtDvt0f266zJWrNixcGHzLl2SunVr2rnz0XvUsk+fxZ9/nrV6tTfjUl1aKg+1bOzbsME7TG5cTq9ZampAeLgS7pDvO/edd+QclGeFO77z8e23y375mYlPSbFUV2+cNUve2g0aNO7FF+UHwLu1soMHP7/3XvmpkJ83i16/ac4ceZNjOg4b5n27T++882BWltZoTEhJydm6ddfSpZ1GjhTHF9OixRX33LPkyy8tVVX97rhDo9XWCXKd1MopU+QnXDZK8vLSrFZRvzM151//ki/Um0zhjRvLd5Qj5W39zz/f/vHHOpNJAAAAAAAAAAAAAA2GjAuAC4C87j7jb38zV1TIi/r97rxTpVLVlJfPeO657QsX+g7LWrNmyRdfhMXHXz1pUlK3brJHXv7/3z/+sXHmzIWffDL8sceEO0ygBFyueuqp1JEjtUajcJcP+eSOO/Zv2rR/8+Zm7mDExlmz5OX/mKSk6//1L6VsSfrixT889dRJpzrnX/8q2r+/x/jxA++7TwmCZKxcOe2ZZ375979TLr88JDbWO3LBBx/IMX0mTtQaDE6nc9qzz26aPXvRZ5+N/fvf67/Ly77+Wq3RPDB1amSzZsr+zn377RXffbfo00+v+8c/jjfJvB07qsvKwhISjg4J1XFg586xkye3v/JKjV5/aM+ez++9tyw/f8tvv3UdO1Y+K9sz//lP+dRVTz6ZOmqUcMdQ5KH+44MPZkyaJGdlCg1VtrNn3brYFi3+PGVKbMuWygH/6JZbVk+d2mvCBOXw1ufc7Vy6NHf7dvlGYyZNUja7b+PG7x59dO306T2vv15uXx52lRA7Fi5s3L59/7vuOuYeNe3cOSAsbO+6dTazWR552ZO5Zo08/hqdbs/69Q67XQk57VyyRN63uvxyee90v1DudYuePYc+8oi5qkrrzq/Me/99OZ/ELl3GvvCCcmbzd+2a+uSTW+fOjW/duu9tt3nfdM20ae0GDbr944+VsI58+POLL8575x15YJW3+/WNNw5mZbXp12/M888bQ0LkfJZ+8cVvb755glMT16qVvK2aOlUeqMtvuUUfECBOkfyE95ww4bKbbsrbubNxu3aiHmeqqqRkzfTpMcnJd3/1lc79Z0d+Bn54+mn5qnU//yyPvwAAAACO5eNP38rNy37u6VcEAAAAAACAH07tv/kGgHNi1/LlB7Oykrp163/XXcqaKcbg4KsnTVISKl4LP/5Y3g95+GElJCHJC/9XP/NMSGzsqu+/Lz94UPbUlJenjhrV56abuo0b5315XEpKS/dqL+UFBUqPHC/vhz/+uHddnpTLL69TiOVomatWZaxcmdCmzfDHHvNWOknu0aPvbbdZzebFn3/uO7hxu3b97rhDiVnInbrspptkI3fbtlPa5cLsbPliXW2n3N8r7r1XTrvrNdecYJ5z33nn83vu2TBrljiZ7uPHdxo5UlmGRh6KrldfLRsHdu1Snl3yxRc1ZWW9brhBCbhIaq12wN13txs4sOLQodXTpvluauD99yuxCeE+4K369vXd3/qcu+KcHFe/T7GQpp06Xf3cc2MnTw4MCxP1o9ZoWvTuLU/Hvo0blZ49a9bI+07Dh8vPRu727Urn7uXL5X2rPn28L9QZDNe+9FJMcnKTDh3iW7euKCxc+uWX8qRc+49/eKNLcgevcUeUFn70kb22Mooy5xFPPOGtJNR17NjA8PDi3Fxlv6pKSjbOnCl75GuNISFC+TzccouyrlDDadq5s/ygysnLz7Z3buKEZ6r0wAG5XxqdzlulRr5cft5GP/ts8y5dBAAAAAAAAAAAANCQyLgAuABkrV4t71P69fPtNIWGprjLbHjtd6cWWvTo4dup0eubp6U57Pa89HT5MLJZs9HPPDPkoYe8Aw5mZW3+5ZfSvDzZtlss8r66pGT/5s2msLCk7t19N+VdWeZ48twJicRu3eqsGpPsnpIyAa9mR2YCQqKj5b21puaUdrll794Om+39iRPnvfdexsqV8uXG4OCe119fZ+anzZs4UcS41z+qKS9XHhZkZsr79oMH13lVu0GDhHvZJt/OxCP3NzgqSt7b3Adc1O/cKYdx5ZQp3z700Lqffjq0Z49wl1rpNHJkkHtr9aQcwyx3tEW4D3Wjtm1buFdW2rtunXBXo9m1bJn8qHijHlKj9u1NPkkaZe/klIIiI303ntCmTWyLFlazuWj/fm+n7KkzTInF2Mxmeb9r6VKn05ncs6chKMh3TLuBA0VDSuza9dj9xz9TMcnJ4QkJeTt2vH/jjUu//FL+MXE6HHGtWnUZM0buowAAAAAAAAAAAAAaEmsVAbgAlOXni9pr7b7C4uO97dIDB6zuxMCL7rITR/NmDhx2e8aKFTlbtx7Mytqzbp1SS0MhL9jL+5IDB+R9aExMnS1ENmkiTshVVUUIee1f3o5+9qA7k+FVZ3eUNWsc7gmI+u2ydOWDDxbs3n1g586FH320UH6nG40pffp0Hz/+ePEFxcS33hL141veQ9Jotb6TlAfw6ClJoe4e35CHMTjYEBjoO8azv3a7qPe5i0lOHvbII7+89tqORYvkTbhLy3QaPrzH+PHeqjn10bJ3b5VKpWRcSvLyCjIze/3pT8nuVNDedev63HTTvo0blXo/vq8KDA/3fVi4d6+ojarUIQ9I/u7dhfv3RyclKT1Hn0e1OwWlHMlS5Vy7Q051tiMaUp09Upz4TGl0uqsnTfr+iScOpKcfcAeP5EbaDRokD2Bk06YCAAAAOI47bntAAAAAAAAA+I2MC4ALh3vJHl8Gn2VrlAV99CZTk44dj/lqo/vKvd1i+fzee/euXy/bQVFRTdq1C2vUSL4kffHijbVr9yibOvrt5AV+1VGdR07Q9Wxsy5ZBR0ZDjkmJDpzECXdZComJuefrr7fNny/3qDgnJ3/37q3z5snb5bfcMvjBB4XfTry/Su7B6XQe81nfHTzxztbz3Em9/vSn1v37b5o9++DevUX79h3YtWveu++u+/HHG996KzoxUdSPMTi4eZcue9autVRXZ61aJXvkQ1NoaFyrVnvWr5e7s3vFCtnZyr181eFJHrkLnqDPcfZd1KZYjvnaOpTk0DGc8OCfEm8syZdafYxabif9WCZ27frQTz/JPyy56eklOTm5O3asmjp1/c8/X/P3vyv1ewAAAAAAAAAAAIAGQsYFwAVAWeelzF1exVexT09IbKzOYJDX8m98802NTne8TW2YNWvv+vUJbdrc+sEHvkvDbJ0719tWKmoU5+TUeW1pfr7z+JkGKbxRI3nfftCgfnfeKfxTn11WqLXa9ldeKW/Kw02zZ0979tnFn3+eOmpUVPPmoiFFJyZWFhWVHjgQ4LOIj6Qs/FRndZ4TqOe5U8iD7D28VSUlUx57LGvt2oWffDLuhRdEvbXs3TtrzZrdy5dnrVunUqmap6YKd3pj+bffZm/ZkrF8uSEw8MS1cCKbNZP3ZQUFRz9Voux+vZdPinBXQDl6U0p9l1OihGns7uyRL3maxJkj/+B0Hz9eaTtstjn//vfKKVNmv/oqGRcAAKnL8fQAABAASURBVAAAAAAAAAA0KLUAgPNeM3cEwTeGIlmqq3cuXuzb02bgQJvZnL5kiW+n0+H44MYb3xgzZv/mzfLhHncFl45Dh/oGXMwVFXvWrZMNhzvCEhgREdeqleyss/06EzhayuWXy/v0RYvqRGG2/PrrKwMH/jh5sqi3+uxy0f79b40d+9ldd/mO6Th8ePMuXcSxMjpnnJLp2fzrr3X6t/z2m7xvfsKMSB31OXe/vfHGPwcP3ukzJiAsrO8dd8hGaW6up6t+tU9aumu0ZK1evWfNmsbt25tCQ+XDZmlprt2ZMydn27aUvn1PXNEkonFjeZ+xalWd+MiBnTsLMjICw8PlR0jUT1K3bobAwMxVq+RHzrd/+/z5J3/xkfur1evlfcWhQ+bKSm+ntbpaOYD+k2f29auumvv2294etVY79K9/lY3ygwetNTUCAAAAOJZZc2Z88dUHAgAAAAAAwD9kXABcAFL69g1PSJDX6X957TWHzSZ7LFVVMyZNqhMvuGziRHn/2+uvF+3fr/Q47PY5//53zrZtarW6cbt2sifEXaMlPzPT+yq71TrtmWeUTXkv0ncZM0bez371VflapWfXsmWLPvvsxPOMTkpqN3hw9tat899/3xtzKcjImPXqq5XFxUmnkvmozy5HNGmiUquz1qzZOHOmtzNn69bc7dtlI6rea/ectq5jx6pUqhXffbdm2jSlR0513nvvbfvjD2NISMchQ+q/qfqcu/jWrSsKCxd8+GF1aan37TbOni0bUUlJSo/OYJD3xd7Iy3HEtmghj96W334ryctToi1SojsbtGbGDHHUQkVHi2jcuHW/fjVlZVOffLKstuDKgfR0+VCe+h7XXVevtajcDIGBXa65Rp7Z6c8+KzeodMqjqiyedeLlovRGo7wvys5WHmp0uqjmzeWhm//ee8qHufTAAfnx9m7WT407dJAbXD19ev6uXd7OdT/9JO/l++rckwEAAACOlpeXvXdfpgAAAAAAAPAPaxUBuADIa+ejnn32v488suzrr+UF9Zjk5Lzt29VabcvevXctW+YdFpeS0mP8+JVTprw7YUKTDh2Ee/2Xg1lZxpCQ6199VaV2pfq6jRu3dsaM9T/9ZKmqik1Kys/I2LN2bVVJSZOOHfdv2lRZXKxsSg7LWL58x6JFH9x4Y3zr1pbq6sK9e9sNHLh13rwTT7X/nXfuXbdu4UcfpS9aFOhewWfPunV2q1VusOPw4aLe6rnLV//tb5/cfvu0555bNXWqPiDA6XTK3XHY7Vfcc094QoJoYPIgD3/88Tn/+tfPL7449513opo3L8jIqCkvNwQGjvv73wPCw+u/qfqcuw5DhmybN2/r3Llvjh0b17KlcK/mc2jPnrD4+P7uai6idt2frb///u7evUk9eiglRo6pVZ8+K777TjaaukvmSKbQ0EZt2+Zs26ZSqZSSPCc26pln5AQyV69+beTI+JQU+SGRE5b9Lfv0ufzWW8WpuPzmm7M3bdq+cOGuoUPjW7Uqys6uLCqKTkyUG9SaTCd4YWTTpnKw/AyExsbe8v77QVFRgx544Psnnlj+7bdrf/xRPpu3Y0doXFyvG26QPcJv8lAPffjh2a+++t6f/tQ8LU0eKHNlZfaWLfKTOeKJJwQAAAAAAAAAAADQkKjjAuDCkNyjx33ffScv1QdHRRXu29eqb195Rb9Jx451hskL7de+/HJcq1YHs7L2bdig1mh6jB//5+++i66t8yEv0t/91Vcdhg7N3bZt/gcf7Fq6tFnnznd+8YW8ci+fzVy1ShkmXzjh9dfH/v3v8n2Lc3MDQkIG/fnP173yyknnGduixZ+nTOk4bJjdYtm/aVNBZmbztDT5wpFPPilOUX12uXH79vLtOo0cWVNRIfe3qrRUtv/0xhv9j1zAqOHIw3vbxx8nde+uN5nytm+Patq03x133D91aqt6ZETqOOm5k8a9+OLI//u/yKZN83fvzktPl2dz4H333fvNN6FxccqAZqmpvSdO1Oh0B3bu9CaWjqllnz7CXSXFt76OUtMlsVs336WsjicoMvLOzz7rc9NNcoaH9u0zV1W1HTDg+n//e+Jbb2ncawbVX2BExK0ffDDw3nubtG8vdy0gNLTfnXcOuOce+ZQpOPgELxzy179GJyaaKytLDhyoKCyUPXIOcladRowwBgc7HY5u1157x6efRjZpIs6QnhMmyA9YcvfuxdnZ+zdv1mi1vW+88f7vv5cfVwEAAAAcR1pqj76XDxIAAAAAAAD+UXlX0/CSPQ43m81msVh+WDPtzYXvyKuAC59fKACgltPNYbfbbXab1Va6ZHHBC5Nkf49PpugjogSA+rHV1BTl5IQ3alRnrZ9Fn3469+23r3rqqW7jxolLVc5PUzM/f18YDMFvfWI0GfVGvc6g1xv0Gp1Wq9Wo1GqVmzjXPpv/2WcLPgszhr47+i1jLb1er9O5Jqo+xXkqP5vJn8Rc36/uH8ZmT6tZvkBERGoeez5a4Lzn+ftR/g0pz5/dmrmr+IUntyhPJSamng+fWOBiFRSirihziEtARUVxQYGrelx4lObRSY0NeqPBaJJ/R+q08q8evVqtUZ83f0UCwNm3eH7l7OnlGq3jjkeKTCaT/Mnc4HZ6P5wDAAAAAM43rFUEAMC5pNJo3rnuOmNo6H3ffustSFOSm7v82291BkPKqVfEAQD477lXo6PjNLLx0X+KN601Cz+89HZMcKirfOZrkwuzdlkFGkBsvGbC7WErl1QtX1AtAAAAAAAAAFy8yLgAAHAuaXS6btdeu+r779++9tpG7dqpVCqnw5G9ZYvdZhszaVJIbKwAAADH129wwKjxwXqDauUSAeC8lZeXY7aYmzdLEgAAAAAAAH4g4wIAwDk24vHHG7dtu23+/IN79pTl50c0bZo6alS3ceNikpMFAAA4oW59THoDS04A57tZc6bn5mU/9/QrAgAAAAAAwA9kXAAAOMdUanXnUaPkTQAALjpP3V8gAAAAAAAAAABnAhkXAAAAACeX1tN465/DZGPVkur8PNvlAwMDg9VlJfY3XyoqOmSPjdf0HRzYorU+PFKj1akO5dsO5ts3rqmRg+VLrvlT8IChgbLx28+V/5tarmzwjgfDOnUzysbqZTVfvleidF53S8jlAwNkY97syh//W368ycQmaPsPCWiWpI9rpK2qcOTl2H7/X8XObZY6w7r1MaX1MDZuppNTzcu27suy/v6/SjnbOsM6dzP26mdqnqwvLbFv22Se+cOx31etFnIv2nYyNGmuq6p0ZO+xLl1QvX2TWZzQS2/HBIeqZeO1yYVZu6yyce9j4W07GmTjPy8UKdtsmqgTKpG+xfzb/yrzc20n3qBKJfoODmjX2ZjQRGsyqeTubFkvX1hRXeX0HRYVo7l8UECrtobYeG1lpSNvv3XD6pplC6p9x7zwZkxouNpqEQ/ffkBOQx6HRk218uRu22j+7ecKjUY1aGRgm46G+Ea63Gyr7Jw9vUJ5YXxj7VMvR8mGPOYfvFY8cmxQSntDRLRmX6Z19dLqFYuqo2M1g0cGJbfWh4Sq5WFf+kfVuhU1vm8dFKwefJXrAxOXoD1UYN+baZXvKBveAUNGB40cFyQbc2ZUyJePHBec1EofHKLO2mVZNLdq6wbXYW+WpHv0+UjvS264PVTeZv5Q8etPrnkmtdQNvipITjUkTGOzOuWBku+yeG5l9t6THGEAAAAAAAAA5y0yLgAAAABOQdNEXffLTErb6RBKwOXBpyJDwtTeMfGNtfLWsYshJFQ9d1bl5nVmJePSqp1eTPWMSW6tVxqJLXTeF7Zqa1Aam9bUHG8Cw8YEDR0dpNZ4HoaGq0PD9a3bR0z5rGzJ/CqlU60WN98XltbD6DtteevayzT9m7LlCw9HPf50Z2jPvp7dCQhyTbtlG/3Ra99ERmv+/EREdKznXU0BGtnTsatx/pwTZXFOrE1H/RVDg3SewyDkUU3rYfrmo5I1y4+773IC9z4aER2n8fbENdLKW/s0w78nFdZUe2IuKe30t94fHhjk2YswvTos3NCmo6Frb9MX75WUFjt8t6lSifseC2/T0XPklQPVpLkuMkYTl+D5hbFZkk7edHrVT98dsbPy/D7xQlRM7XxatdXLW/MWui49TUaTytvZorXeZi3etNaTB2rX2XDzvWGmAM+AhCZaeUvtYZzyWemaZXX3PTxS88jfIuW98rBtJ4O8Lfi1atrXZeL45MG88a5QVe1p1OlUjZpq5S21u/GdV4r2ZloFgLPrjtseEAAAAAAAAH5TCwAAAACot7hGrtxDeZnDahHbN7tSC4OvClICLqXFjpWLq1cvqzlQW4yk9wBXUZZd2y1yvHDnJwICXbmDxs21QcGeX0aiYjSh7peHR2pi411RhpJiR+auY6cQmjTXegMuBQfsKxZVy3vlqbETQ7yZjNHXB3sDLhnp1mV/VOfnuYYZTaoJt4cmtvSkauQYb8DlUL592YLqPbutcpKh4XV/URp1XbAScKmpdm5YXbN1g1nuvkolBg53VXYRp2XIqKDiItcubFrr2pqk1YlutfmhYxo1PlgJuNjtYst6s+uF7uMkd/y6m0OUMfIw3vLnMCXgUlHuWLWkevN6s819Qlq20V9/a2idbco3bdPRkLnTKndfOUrCHUOR25RHQ07PW/mm/5WBOt0Rr5UfhogojZyJHCbfS+nsMyBAr1fJQyQ/CUp1GbVaDBoR5H27cRNDlIBL4UHX7su3djqF0agaf0tocEjdIy9PkE6nWr+qRo4sK/G8RY/LXUeprNT+xy+V3siOfEf5cE+G61AOGxMkz448OL/9XPnleyXff1GmlPmR7yuPoQAAAAAAAABwYaKOCwAAAIBTs2pJ9X8/LdVqVEZ3UmHLenNVhSO+ie6Hr8qUpXZCw9QvvBUjG2ERnvIb2zeZu19mUqtF+1SjfHnr9kfkQmTn0j+qOnf3pFK2bzzuAkDDxgQrAZetG8wfvFbsdBcuuf3BsM7djE6Ha0Gl2dMrQsPV/YcEKuPlwzkzXCvXaDTiroddiwSpVOK6m0JfefaQ7LximGeY3NqHrxc73GGJkeOChowO8n3TuEZauWXZqKp0vvTkQSVU0aip9vHJUXIyI8YGbdt4khWLjqnwoP0fTx1UQiqDRgSOvt6VvYiKOe7vaE2aazu7V3eSe/3mi4VKDKhxc+1jz0fJA5vUSh8QpKqqcA4dHaTkh+T233ixqLjQlVBJaae/59EIrVYeakNqd+P6VUeUS5Fn591Xi2XDaFS98kGs2p0zSd9iefuVIuEqb6N6+R1Xp1YnouO0ufuPWOvnlxkVv/7sOsIduxjufChc6ZQ9ysJGXXoZb7nPtcRVRJTnk9BnQEBUjKu9N8P6r0mFSme/wQHjbgoxmlTyyMtPke/25UmR08jZZ1OOwON/d62RZApQhUWoiwsd078pT2qpVzJJG9fWLK9djEl5O3ONY9O6GvlGsr16SfUVwwOz91op4gKVz4NsAAAQAElEQVQAAAAAAABcuMi4AAAAADg1/5tabrMKm9VZU+PKmGxYXSNvylNxCdqOXQ3NkjwL8Oh0rmCEHLxlg1lZ4SilnX7VkurkVq4BFWUOvUElb0mtdEv/ECltPa/avO64i/UkNPH8CrN4XpXTszKPmP5N+axpFQdyPNmLrr1MSkpD9igBF+EufPLfT0qffz1GPtW4uTYsQl1S5PAGL+bPqXTULuCz4NeqOhmX5sme6iW5+63eqiE5+2yHDtpj4jSuui9h6tIShzhFO7Z4qrC4t+yZvMmkOt745sme45O12+qtc5O9x/b65MIDuTbvQkUd0jz5odnTK5SAi5S+1bJ6SXWv/iZlQJ2Mi3cVIXlCK8sdwaGuw7ep9ixUVTirq5xKYRjjUdNbu8ITK/GWe3F1Lvd0HirwdBqMnhc2bqbzTsk7fuPamnE3uerQtO5QtyiOPIlKwEXav8fmsAsl5BQU7DqD4jgO5ruW0JJjHp0UKU9NZrolc5dl45oa76YAnGUff/pWbl72c0+/IgAAAAAAAPxAxgUAAADAKaiuch6dLUhO0Q8ZFdg0Sa8kIXw53WNdi/tYXZEXpYJLi9auuEbWbqvBqGrVVp/UUq/RiGR3p9z+lg3HLosix4RHelIphQcPJyq8SQ6FspqSlJt9RKBBTluOjIx2bSGxpX7Lupqg2pVxCg4cHllR7igtdvguVxQT59mgnPZbX8WJo4RFaE4j41Lm85Kaak9bdfzlZJXFkoRrTagj9ndPxuHCJMEhaiWhIlyFUiy+w/bvsfYSroxLfCNdnS37xlNsNk9WxvcI26yy03VmVaojzq/DfjjFYrV4Xuh0Cu+aRxZzbRBJVXcvrhwVKG91ZnL056e89IgDazY7lXWONJrjhoGk6V+X3f5gmN7gGhMapk7tYUx1r121Y4vly/dKlJWzAAAAAAAAAFxw1AIAAAAA6q2qsm4+4LKBAX95OqJNR0Oge62c7ZvMM6dWeIus2N1pB4vZuXOrK7kSEqbu2deklAPJSLfIm2xExWrSepqM7lIfO7aYva89AaPxuBEHb9jiBFQq4TtIpz9RYEJ1sl+b5E6JU2e1Hp6C3V6PF9TOUX/82XqzMu7xxx529O54cy1HTK8eh/GY07adcC0glepEhzowSF3n+Tpzs9vr8eEQYtsm88tPH1r2R7W37o6idXv93Q+Hn3AKAAAAAAAAAM5f1HEBAAAAcArqxBqMRtXo8cFKaOCbj0pXLHItUqPRiJHXupb78U2rbN1gbtfZVcTlylGelYDSt5oNRvWwMa72sDGezi3rzSd4a28hluhYjbd+Scs2+gFDA/PzbLJn4+oabwGShMZH/L4TFqH2Lk60L9Nqs4rSEkeYu15LfCPtwQOeVwX5lEJRFNVucMcWyzuvFIkzpV5pjcMKamcYXrsXiutvC1GrVAUHbOtW1hQdspeXehYbapaky889XJ+mSXNP+Za87HO5Xo+76I5rJrOnV3hXkjqBkwaejvf8oXz7fz8tFe6PivzgtU81prRzFQpqlqyTH5id2ywCwFk0Ytg1ZotZAAAAAAAA+Ic6LgAAAABOQZ26GrGNtEpRFnONc83yaqWzYxfj0S9cv7rG4a6poaxWU1HuyN5ry9xpqal2ejvtdrF5XY04Pm9+pWe/AG81jn5XBnRIMwwaEdgh1ZWh2bTWs4W4RlpvdEajERNuD1VesnuHRVlhx7tGT4/LA7xvMWBIoPrI35O2bjQryZ4mzXXhkZ7nmjTXvvph7GOTI2++L0yrE2dBQZ4nm5LQWKvENaSmibpe/QJ69TdddV2wEgdJr01vDL8myJvpkeO7X25S2ssXVolzZ9smz0XuNh0M3s6BwwNfejvmr89Ges9X/TlqQ1fe1YtattHf80j4M69EPfH3KHkqD+bbF/xa9fY/inL2eQ6gd40qAGdNfHyj5s2SBAAAAAAAgH+o4wIAAADg9HlDJwaj6s+PRyxbUB0QqBoxNljpVKmEVudZvKaizLEvy9o82ZMHUVYpcjpF1i5Lm46euMPuHZbqqhMV7lg8t6pVW1e8Q94/+89oOb5pkq5RU9fvNQ6H61nZOJhv37Le3N6ddxl+TVBKO31+rj25tT423hOjmfplmbK1lYuqklqGClcox3Dr/WGlxXajybWUUp03LTpk37SmJrWHMTBI9ddno5bOr7LZnP2HBhpNqqaJOvnsiVfnOVPkzsoDKN9Rtu99LGLHZrPF7GzbyaAkcuQuu0ukyINQmdbdqNaIyGjNY5Mjt200mwLVbToYNO64y7oVNee2hMmaZdUjxwWFR2oSW+oe+VvkysXVMXGaywYG6vQiOFS9flX1qW6wusqzGtEVwwLjGmmz91i3bzK3amfQuT9oD/8tcuPqmspKR9sOhoQmrs+J/Mgpnz0AAAAAAAAAFxz+8zUAAAAAp6+izLF8oSeX0KK1/qZ7QsdNDDEFqKy1sY+4hMPB+u2bDi9UkZFurdMQ7oop4oQ2rK6ZO7NSaUfHaXr1NykBF2nOjIq9mZ5NffNxqbednKLvPcCkBFxqqp1TPivN3e+p57FsQfXa5Z6iL2k9jAOGBvbqZ8rLtm3bVHca339ZlrnTtcHwSPXIa4OunhCsLHJUXGj3JmYamsMhvvqgtKTIFenQaES7zobUHkaD0VW8pKTY8d9PSpVhcp4/fF2mHP+gYHX3y0wdUg1a90FK32qZ9s1Zmu3xyL345M0SOWHZbt5CN/7WkAHDXAEXZXoLfzvlGjP7sjwnOjpW029wQFIrfWmJ45uPSpQj0CxJN2p88ITbQjt1MypVfGZNqygtdggAZ9e69asWLPpdAAAAAAAA+Ic6LgAAAAD88t9PSg/m27r3McXEaVVqsX+PddWS6rAIzaARgfLZTl2N2XsrlJHrV9V4F6PZscWTI9mx1TzyWlen0ynWrzx5GY+fppRn7bYMGe2qBRIQqK4oc+Tn2ZbMq5Ib946Rnf/6W2HXXsbO3Y1NE3VBIZq8bOveDOvvMyuVYiden79bUnAgqGtvk5xwYYFt1w7Lz9+VT7gjtM6byg2+8WLh0KuDklP08Y20waGugMvmdeafvisrKzl7gYkDObaXnzo47qbQxBa6kFC1wylKiuzpWyxzZ1VUlB+exuK5Vds2mi+7IiClvSEmTlNd7czbb12/umb5glOuktIQ9mZaX33u0PBrgho11cUluNa6slrF8gVV//u+3Ok85a3NnVWZ0FjbLtXosDvzsm05+1zZlrXLa/ZmHrzyqqCkVvrQMLVGqyorsbs+J3OrNq83CwBn3br1K3Pzsvv3HSwAAAAAAAD8oHIe9X8iyh6Hm81ms1gsP6yZ9ubCd1Qq1cLnFwoAqOV0c9jtdpvdZrWVLllc8MIk2d/jkyn6iCgBAH7L+Wlq5ufvC4Mh+K1PjCaj3qjXGfR6g16j02q1GpVarXIT59pn8z/7bMFnYcbQd0e/Zayl1+t1OtdE1ac4T+VnM/mTmOv71f3D2Oxp8rK0iIjUPPZ8tMB5z/P3o/wbUp4/uzVzV/ELT25RnkpMTD0fPrEALnQVFcUFBVmyER6leXRSY4PeaDCa5N+ROq38q0evVmvU581fkYDXx5++lZuX/dzTrwiggS2eXzl7erlG67jjkSKTySR/Mje4nd4P5wAAAACA8w11XAAAAAAAANCA4uMb65RlyQAAAAAAAPxAxgUAAAAAAAANaMSwMQIAAAAAAMBvZFwAAAAAAAAAAAAAAABwviPjAgAAAAAAAAAAAAAAgPOdWgAAAAAAAAAN5uNP35r84hMCAAAAAADAP9RxAQAAAAAAAAAAAAAAwPmOjAsAAAAAAAAAAAAAAADOd2RcAADA+U6lUtVpAAAA4AJyx20PCAAAAAAAAL+RcQHgL6cAgAbnrP2y4TsHAAAAAAAAAADg0kTGBcAZ4KqsUFtbYdfb/1Lr9QIA/FadlyPc3zAK4S7iopRycQpBRRcAAAAAAAAAAIBLChkXAP6S15udPguIFK1fLQDgzHE6nWq1Si3/UZIurFgEAABwoZk1Z8ahQwU3T7xbAAAAAAAA+IGMCwD/1NZX0IaFG1O7OB1Oh8Mhr0jb7Xan01VlQV6cFgBwirzFWlzJFoNRrdG4Qi5qV8ko8i0AAAAXnLy87Ny8bAEAAAAAAOAfMi4AzgB5ydnYuk3s3/5utVjlzSZvVpvD7nAnXZzyMjVJFwD1pyx/Ju/VGo1Wq9HotBp5r3HXcqmt5kIpFwAAAAAAAAAAgEsNGRcAflEuNKsV8hq01ulwOF2JFpXKYXdoHBqnmwCAU+GOuahcwRb5P638btG4vmHkQ7Va1OZbiLkAAABcKNJSe7Ro0VoAAAAAAAD4h4wLgNMnLzA7nU7lUrS8Dq12qDVOjbtfyEvRriIuDle6hYwLgFPlKdXiLt3izrhotTqt2lXKReUt5SIAAABwgUhL7S4AAAAAAAD8RsYFwGnyBlzkP67KCk6nvAgtaiu7OBxOrcOFfAuA06B8k7hjLmpX9RaNp5SLe7ki1xPeYQIAAAAAAAAAAACXBjIuAPzlvggtnE61q4SL0LgXLVI77A5nLS5BAzhVztpSLq5Ii7t2i1rjWROttsYLXy0AAAAXjLy8HLPF3LxZkgAAAAAAAPADGRcAflEuM8ur0RqN2uGuuuB0OFQOles6tJOFigCcPtXhWi6egi5K3oV0CwAAwAVn1pzpuXnZzz39igAAAAAAAPADGRcAp8+7XJFQii6ohUaldsqr0EdWcCHmAuBUHf5iOazOAxYqAgAAAAAAAAAAuLSQcQFwBnivN7viLK5oi0qQawFwJri+WGobvtEWAi4AAAAAAAAAAACXGjIuAPziqbVQW83FE3OpRQUXAP7wfLEc+VAQcAEAALjQ3HHbAwIAAAAAAMBvZFwAnAHepIs48toz16EBnFl8qwAAAAAAAAAAAFyyyLgAOGO49gwAAAAAAAAAAAAAaCBqAQAAAAAAADSYjz99a/KLTwgAAAAAAAD/UMcFAAAAAAAAAAAAAAAA5zsyLgAAAEDDcB6xkF9VVakQrOsHwF9mS5W3rXKT3zaClUMBAAAAAABwCSDjAgAAADQUp9PpbefnZwoAOHNUtQQBF5z3Rgy7xmwxCwAAAAAAAP+QcQEAAADONKfn2rNarRYA0GBc0Rb3V42KMlE4v8XHNxIAAAAAAAB+I+MCAAAANBSNRh0appWXnp215AVppbiLb4kXwMXhEMqnQq0W1OTAsfgWa5HtwCC1Wq1Rq9RK0kXU1nQBAAAAAAAALlZkXAAAAIAzT6niktAk4B9vd7baLFarRd7bbFa73Wa32x1Oh4qYC45UvS/DUVUpG/rYBF14pACOomRZ5D8aF61Wq9OoXS2VO+bCokU4n61bv6qsvLR/38ECAAAAAADAD2RcAAAAgDOp9kqz615ee3Y4NBqn1uFwOIXT/aza1edwCDIuOJK5uspRXiobmqhYnc4ggKOoDlNrNVol5qJ2x1xc1VyEShBzji5cnAAAEABJREFUwflq3fqVuXnZZFwAAAAAAICfyLgAAAAAZ55TCHnJ2alSuy8/e1Ypkj12jd3hXpJGibwAXlXVVaoyV8ZFa3cYDEYBHIsrxqJ2cwXm3KVcNFr5PaN0qliuCAAAAAAAABc1Mi4AAADAGSOvLitxFpXTvaSIvPKs1ihPuS9Aa7ROh7emC3Vc4EtdWSlKioQr42LT68m44Bg8qxEJlTvOolZWLHIF6dSuOi6uTqHyHQmcP+LjG+t0egEAAAAAAOAfMi4AAADAmee6wCwvOTudQqtV2d2hF4emdpUip5JuIeMCX+rqSlVpiXBlXOwGMi44FtXhpYiUSItaCdK50i6uOJ2KOi44b40YNkYAAAAAAAD4jYwLAAAAcIZ5rjE7XVehNU6VsraI012+xVXEhWgLjkVdXa0qL5MNrcNBHRecgPINo1RtcVd0UeIuh4u4AAAAAAAAABcrMi4AAADAmeRdrki21ULtFE6NRqVyqJwqtezXaCjfgmNTW8yqqgrZ0DicrOiBE3N9wzjdMRd3iM71j08RF0q54DyUl5djtpibN0sSAAAAAAAAfiDjAgAAADQI78Vmp9OpVFhwZV9YogjHobJYRE21bKgdDq2G39RwIq4vltqkS51oCwEXnJ9mzZmem5f93NOvCAAAAAAAAD/w/5wCAAAAZ5hyjdlbzeVwj3C62wI4Wqvn3xNAvamVrxLl7sivGgAAAAAAAOBiRcYFAAAAaBDHS7oAwBnH1wsAAAAAAAAuBWRcAAAAgAZ0zAvPLFcEwB8kWnDBueO2BwQAAAAAAIDfyLgAAAAAZxvXpwEAAAAAAAAAOFVkXAAAAAAAAAAAAAAAAHC+UwsAAAAAAACgwcyaM+OLrz4QAAAAAAAA/qGOCwAAAACce/vff7kqM102Yq66IfzyKwUAXETy8rJz87IFAAAAAACAf8i4AAAAAMC5V5WxvWLLOtkI632FAAAAAAAAAAAchYwLAAAAAAAAGlBaao8WLVoLAAAAAAAA/5BxAQAAAAAAQANKS+0uAAAAAAAA/EbGBQAAAAAAAAAAAAAAAOc7tQAAAAAAAAAaTF5ezp69mQIAAAAAAMA/ZFwAAAAAAADQgGbNmf7l1x8IAAAAAAAA/7BWEQAAAAAAAAAAAAAAAM53ZFwAAAAAAADQgOLjG+t0egEAAAAAAOAfMi4AAAAAcO4FJLcRKtdisvrIOAEAF5cRw8YIAAAAAAAAv5FxAQAAAIBzr8k9TwoAAAAAAAAAwPGRcQEAAAAAAAAAAAAAAMD5Ti0AAAAAAACABvPxp29NfvEJAQAAAAAA4B/quAAAAAAAAAAAAAAAAOB8R8YFAAAAAAAAAAAAAAAA5zsyLgAAAAAAAGhAI4ZdY7aYBQAAAAAAgH/IuAAAAADAubf//ZerMtNlI+aqG8Ivv1IAwEUkPr6RAAAAAAAA8BsZFwAAAAA496oytldsWScbYb2vEAAAAAAAAACAo6gFAAAAAAAA0GDWrV+1YNHvAgAAAAAAwD9kXAAAAAAAANCA1q1fuWjxXAEAAAAAAOAf1ioCAAAAAAAAAAAAAADA+e7kGReVSiUAAABwKvgJCgAAwCs+vrFOpxcAAAAAAAD+OUnGhcszAAAA9aSq5X0oAAAAIMSIYWMEAAAAAACA346dcTn6kozT6Rz+4nABAACAI5ltZqWh8iEAAAAAAAAAAABwRp2ojkudizQV5goBAACA41C7EXMBAACoIy8vx2wxN2+WJAAAAAAAAPxw3IyL9/JMu4R2d/S6zW6329wcDodsO2vJAfJeAAAAXEp8FySStFptgCFAo9EQcwFw2gKS2wiVWjb0kXECAC4us+ZMz83Lfu7pVwQAAAAAAIAftCd+Wl6baRXbsnl4M4ub1c1utzvchHsNIwEAAHDpUSIsarVa46bT6bRarW/MRdQmYAQA1EOTe54UAAAAAAAAAIDjO0kdF+UijbxaI6/ZKFVb5EMl46LUcREAAACXKu/PS1o335gL6RYAAAAAAAAAAIAz69gZF2UFIuXajLxO482yKHkX37WKBAAAwKXKNxOspFvqZFy81VwEAADAJeyO2x4QAAAAAAAAfjt5HRen0ykv1Sg9djeliItgoSIAAHBp8wZZvCsWKXyXKwIAAAAAAAAAAMAZcYyMi1LERWnIyzPeTuXijXeVIgIuAAAAvjEX5Yclb8CF5YoAAAAAAAAAAADOoBPVcVEaSsxF3ivpFnkvaiu4EHMBAACXLO8PSyof3oALdVwAAAC8Zs2ZcehQwc0T7xYAAAAAAAB+OHbGRSnlolyY8Q271KngQsYFAABcsnwzLuLIpItvuoWkC4B62v/+y1WZ6bIRc9UN4ZdfKQDgIpKXl52bly0AAAAAAAD8oz3x08pVGaWUS531iQi4AACAS9zRWZY6EWECLgDqrypje8WWdbIR1vsKAQAAAAAAAAA4yknWKlKCLN6rNeRaAAAAToB0CwAAwNHSUnu0aNFaAAAAAAAA+KdedVwU3tWLAAAAcDz8vAQAAFBHWmp3AQAAAAAA4Ddt/YdywQYAAAAAAAAAAAAAAADnhFoAAAAAAAAADWbd+lULFv0uAAAAAAAA/EPGBQAAAAAAAA1o3fqVixbPFQAAAAAAAP45hbWKAAAAAAAAAAAAAAAAgHOCjAsAAAAAAAAaUHx8Y51OLwAAAAAAAPxDxgUAAAAAzr2A5DZC5VpMVh8ZJwDg4jJi2BgBAAAAAADgNzIuAAAAAHDuNbnnSQEAAAAAAAAAOD4yLgAAAAAAAAAAAAAAADjfqQUAAAAAAADQYD7+9K3JLz4hAAAAAAAA/EMdFwAAAAAAAAAAAAAAAJzvyLgAAAAAAAAAAAAAAADgfEfGBQAAAAAAAA1oxLBrzBazAAAAAAAA8A8ZFwAAAAA49/Z/8I+qjB2yEXPVDeGXXykA4CISH99IAAAAAAAA+I2MCwAAAACce1UZOyo2r5GNsF5XCAAAAAAAAADAUdQCAAAAAAAAaDDr1q9asOh3AQAAAAAA4B8yLgAAAABw7qnk/xROpwCAi8u69SsXLZ4rAAAAAAAA/MNaRQAAAABwHlCRcQEAAAAAAACAEyHjAgAAAADnAW/ERZBxAXCxSUvt0aJFawEAAAAAAOAfMi4AAAAAcB6gjguAi1daancBAAAAAADgNzIuAAAAAHDuqQQZFwAAAAAAAAA4EbUAAAAAAAAAGkxeXs6evZkCAAAAAADAP9RxAQAAAIBzLyC5tcNukw19dLwAgIvLrDnTc/Oyn3v6FQEAAAAAAOAHMi4AAAAAcO41uuNRAQAAAAAAAAA4PjIuAAAAAAAAAAAAAAAAON+RcQEAAAAAAEADuuO2BwQAAAAAAIDfyLgAAAAAAAAAAAAAAADgfEfGBQAAAAAAAAAAAAAAAOc7tQAAAAAAAAAazKw5M7746gMBAAAAAADgH+q4AAAAAMC5l/v1O+WbVstG5BUjo4aOEwBwEcnLy87NyxYAAAAAAAD+IeMCAAAAAOdezb7Mis1rZCOwdScBAAAAAAAAADgKGRcAAAAAOPdUGo2n4bALALi4pKX2aNGitQAAAAAAAPAPGRcAAAAAOPdUarXScNodAgAuLmmp3QUAAAAAAIDfyLgAAAAAwHlA7anj4nRSxwUAAAAAAAAAjkEtAAAAAADnnLeOi4M6LgAuNuvWr1qw6HcBAAAAAADgHzIuAAAAAHDuqWrruAg7dVwAXGzWrV+5aPFcAQAAAAAA4B/WKgIAAACAc09FHRcAAAAAAAAAOCEyLgAAAABwHtB46rg4HdRxAXCxiY9vrNPpBQAAAAAAgH/IuAAAAADAuWdsnBjUoatsmBo1FwBwcRkxbIwAAAAAAADwGxkXAAAAADj3YkbdIG8CAAAAAAAAAHAcZFwAAAAAAAAAAAAAAABwvlMLAAAAAAAAoMF8/Olbk198QgAAAAAAAPiHOi4AAAAAAAAAAAAAAAA435FxAQAAAAAAAAAAAAAAwPmOjAsAAAAAAAAa0Ihh15gtZgEAAAAAAOAfMi4AAAAAcO4VL/6t4H/fykZAUkqTe54UAHARiY9vJAAAAAAAAPxGxgUAAAAAzj1bSWHF5jWult0mAAAAAAAAAABHIeMCAAAAAGfP7skPlC7/4wQDKrZtWDus/dH9xiZJbd/+QaXXCwC40Kxbv6qsvLR/38ECAAAAAADAD2oBAAAAADhbmt77tMZkEqeu8V2PE3ABcIFat37losVzBQAAAAAAgH/IuAAAAADA2aOPjou/6QFxikK69AntepkAAAAAAAAAgEsYGRcAAAAAOKtir/pTQHKb+o9X6XRN7npCAMAFKy21R9/LBwkAAAAAAAD/kHEBAAAAgLNLo2n20PMqna6ew2OuvsnYNEkAwAUrLbV7/76DBQAAAAAAgH/IuAAAAADA2RbQom3cdXfUZ6Q2NDz++rsEAAAAAAAAAFzyyLgAAAAAwDkQf92dxkbNTjqs0e2PaAICBQBcyPLycvbszRQAAAAAAAD+IeMCAAAAAOeASq9v9uCkE48JbNU+avDVAgAucLPmTP/y6w8EAAAAAACAf8i4AAAAAMC5EdSxW+Sg0cd9Wq1uct/TAgAAAAAAAADgRsYFAAAAAM6Zxnc+po+KPeZTUUPHBqZ0EAAAAAAAAAAAN60AAAAAAJwj2pCwJvc9lTH5L3X6NQEBjSY+IADgonDHbXyhAQAAAACAM4A6LgAAAABwLoX1Ghjaa0CdzviJ92vDIgQAAAAAAAAAoBYZFwAAAAA4x5re+7TGZPI+NDZJir3qTwIAAAAAAAAA4IOMCwAAAACcY/rouPibDi/k0fiux4VGIwDgYjFrzowvvvpAAAAAAAAA+IeMCwAAAACce5GXDdUEBMmGJjg0qG2qAICLSF5e9t59mQIAAAAAAMA/ZFwAAAAA4NxzCqe9slw4nfayEqelRgAAAAAAAAAAjqQVAAAAABqe0+kUwPGpA4LjbrzPVlqkDY0QOgMfGNSHSqUSwIVgxLBrzBazAAAAAAAA8A8ZFwAAAKChHDOmQHYBx6QyGuNvuNf7kM8JTsAbbfF+Tgi74DwXH99IAAAAAAAA+I2MCwAAANAgvNeelUadhwBw2ryJFqUh75UvFpIuAAAAAAAAuLiRcQEAAADOMN84i0Ko3J1Hhl0A4PR4siyuf7lu8ltF5aY0BHD+Wbd+VVl5af++gwUAAAAAAIAfyLgAAAAAZ5Jv1RaHw1GVO9NWvsPVdjq8A7xFFwDglPgGWUzxI3XBKUrQReVUqdVqYi44b61bvzI3L5uMCwAAAAAA8BMZFwAAAOAM8wZc7NV5JRsedDosAgDONEvhorBuP7izLfIftcMhiLkAAAAAAADg4qYWAAAAAM4Qb3UWh8PhdDpKtv+dgAuABmIt3lCdN8tutzkcdkl+57i/eVgTDeej+PjGzZomCQAAAAAAAP9QxwUAAAA4M7yXlpWAS03h6prcn5WnDKEtNIZQAQBngrksyztWu1oAABAASURBVF5TJBuVO1/WRA1yqB1ajeu3e41GeKu5COB8MmLYGAEAAAAAAOA3Mi4AAADAGeN0k/92OBxl255VOjWG8OTBX6q0AQIAzoSqgjVZ8++QDaf5QHXWe4Zmdwv3r/cqlUqtUXmLuJB0AQAAAAAAwEWGtYoAAACAM+DwKkXu5UIqs3+wlW1TeuI6P0TABcAZFBDTNTihn9K27PvYVp1vt9vsDru8OWuXKwIAAAAAAAAuPmRcAAAAgDPD6V6lSP7Lbimv3PlPpdMYnhKWOFoAwBkVl/aIULkrszpqzFlv2GxWu93mcNgdTtdaac5aAjg/fPzpW5NffEIAAAAAAAD4h4wLAAAA4C/lQrL7erIr5lKR9b7DXKA8ldD1GQEAZ5o+qGlkq+uVtr3gZ0vpZlfGxe4u5iI5HcpTxFwAAAAAAABwMSHjAgAAAPjlcMDFXcjFVpVbnfWh8lRI0ytNkR0EADSAmPb3qPUhsqFSqWxZ/7DbbTb3ikWugIu7rBQBFwAAAAAAAFxkyLgAAAAA/qpdE8QpLy2Xp7/kdFhkp0qtj+v0kACAhqHWBcV2vN/zoGKbpeBXz3JFdhencHoTeAI410YMu+amG+8WAAAAAAAA/iHjAgAAAJw+78VjZZUiS9Fa84GZSk9Um4m6wAQBAA0mInmsISRJaTv2vWm31dhrS7k43XVcCLjgPBEf36h5syQBAAAAAADgHzIuAAAAgF+8qxTJ68pl255VOjWG8Og2twsAaFAqTULXp5Sm03zAlvuVzeYq5eL6SnI6vN9PJF0AAAAAAABwcSDjAgAAAJwm72VjV8EEh6MmZ7q9fLvSE9f5ryptgACABhYQ0zU4oZ/Stmd/aq8pcJVysdncX0sOpyDdgvPCrDkzvvjqAwEAAAAAAOAfMi4AAADA6XMXcHHIfzns1RU7/6l0GsNTwhJHCQA4K+LSHhEqravlqLHte9fmXq6ozopFlHLBuZWXl713X6YAAAAAAADwDxkXAAAA4HQoF4zd141dMZfy3e84zAXKUwldnxEAcLbog5pGtrpeadsLfrKV73SVcrHbXEEXh7JokQsxFwAAAAAAAFzoyLgAAAAAp+xwwMVdyMVWlVuz50PlqZCmQ0yRHQQAnEUx7e9R60NkQ6VS2bJecWdcPKVchLvcFAEXnFtpqT36Xj5IAAAAAAAA+IeMCwAAAHA6ahf/cK0FUr7zZafDIjtVan186qMCAM4utS4otuP9ngflG6yH5rrquDjsSikXp3B6k3kCOBfSUrv37ztYAAAAAAAA+IeMCwAAAHBqvBeJne7yCNbSzea8/yk9UW0mak3RAgDOuojksYaQJKXt2Psfu63GVc3FFXKxO911XAi4AAAAAAAA4EJHxgUAAAA4Zd5VihxOR9m2Z5VOjSE8us3tAgDOCZUmoetTStNpPmDN+cpmc5VycX1VOR3e7y2SLjgn8vJy9uzNFAAAAAAAAP4h4wIAAACcAu/lYYcr4eKozvnRVrJR6Ynr/FeVNkAAwDkSENM1OKGf0nbkfm6vKXCtWGS3u7+uXCsWCeAcmTVn+pdffyAAAAAAAAD8Q8YFAAAAODVKARfXOkX26or0l5VOY3hKWOIoAQDnVFzaI0KldbXsVda979jsNpt7xSKH0+FdsYhSLgAAAAAAALhAkXEBAAAA6ku5MOy+PuyKuVRkvOswFyhPJXR9RgDAuaYPahrZ6nql7Tj4s618p91uU6q5uGu5OJSniLkAAAAAAADgQqQVAAAAAOrhcMDFXcjFVpVbneVZdiGk6RBTZAcBAOeBmPb3FGf97LCUqVQqW9Yr2g4fq9UatdquUqvVTrXD4ZD/lk8J4Cy647YHBAAAAAAAgN+o4wIAAADUV+0iH641Pyp2veJ0WGSnSq2PT31UAMD5Qa0Liu14v+dB+QbbwXmuOi4Ou1LKxSmc3sSeAAAAAAAAAC4oZFwAAACAk/NeDHZdHnY4rKWba3J/Unqi2kzUmqIFAJw3IpLHGkKSlLZ93+t2W41rxSJXyMUuv8E8aT0AAAAAAADgQkPGBQAAAKgX7ypFDqejbNuzSqfGEB7d5nYBAOcVlSah61NK02k+YM39xmZzlXJxfYU5Hd7vM5IuOGtmzZnxxVcfCAAAAAAAAP+QcQEAAABOwnsZ2OFKuDiqcn60lWxUeuI6/1WlDRAAcJ4JiOkanNBPaTtyPrVZilwrFtnt7q8x14pFAjiL8vKy9+7LFAAAAAAAAP4h4wIAAACcnFLAxbVOkb26Mv1lpdMYnhKWOEoAwHkpLu0RodK6WvYq2563bHabzb1ikcPp8K5YRCkXAAAAAAAAXEC0AgAAAMDxKReA3deBXTGXioz3HeYC5amErs8IADhf6YOaRra6vjD9a9l2FPxoi79eE9pGLanUKiH/p9KoNML9/aZSqQTQkEYMu8ZsMQsAAAAAAAD/UMcFAAAAOK7DARd3IRdbVW5V1gfKUyFNh5giOwgAOI/FtL9HrQ+RDZVKZct6xW632SV3KRfhLk9FHRecHfHxjZo3SxIAAAAAAAD+IeMCAAAAnEjtYh6utT0qdv1TOGpkp0qtj099VADA+U2tC4rteL/nQfkG26E/7Habw2F32O2ugItwepN8AgAAAAAAADjvkXEBAAAAjs170dfpLndgLd1ck/uj0hPV5iatKVoAwHkvInmsIcRTP8O+9z92W42rmosr5GJ3uuu4EHDBWbBu/aoFi34XAAAAAAAA/iHjAgAAAByXd5Uih9NRtu1ZpVNjCI9uc5sAgAuCSpPQ9Sml6TTn2HL/a7O5Srm4vtqcDu/3HEkXNKh161cuWjxXAAAAAAAA+IeMCwAAAHAM3su9DlfCxVGV86OtZKPSE9f5ryptgACAC0RATNfghH5K257zsc1S5FqxyG53f725ViwSAAAAAAAAwIWAjAsAAABwbEoBF9c6RfbqyvSXlU5jeEpY4igBABeUuLRHhErratmr7HvfsdltNveKRQ6nw7tiEaVc0HDi4xs3a5okAAAAAAAA/KMVAAAAAI6kXOh1X+91xVwqsz50mAuUpxK6PiMA4EKjD2oa2er6wvSvZdueP90Wd50mtI1GrXGo1Coh/6fSqDTC/b2nUqkE/p+9+wCMotjjOD5X0gvplVQCITTpIF0ElCYgqFiwIPYu+LBixY7YFVGxgA0QlaaCSJHeewKBECC993blzd4mR6QZTQLJ5fvx3Dc3N7d3u3e3T5yf/0FdGz50jAAAAAAAAKg16rgAAAAAZ1FZ08BkMpZlFB35SO10D73Cybu9AIBGyK/d3Vp7d9nQaDSGhNeM1Uq5CEvZKuq4AAAAAAAAoIEj4wIAAAD8jfnUoh3KGh4FsS8LU6ns12jtAztNEQDQOGntXP073F95p2BXRcafRqPBZDKajEYl4CLM1hJWAgAAAAAAAGiQyLgAAAAAp1gnd9UiLhV5e0uTF6k9PjE36518BQA0Wl4txjq4R6pt0/G3jYZSo6WUi7yZLXVcCLignnz6+XsvTJ8qAAAAAAAAaoeMCwAAAPA3ZusyRWZT/oFn1E6dg6dvzEQBAI2aRhfU9Um1aS5Lqkj+1mBQSrmoV7y/1bECAAAAAAAAGh4yLgAAAEClU0VchJzvNRUn/2zI3a32BHR8VKN3FgDQyDn7dXUL6q+2TUmfGsqzlRWLjEodF3XFIgEAAAAAAAA0VHoBAAAAoIqlfotJ2RhLimJfVjsdPaM9IkYKALAJAZ0nF6SsF2aDMBYbEz80tHxKq9VptFrlZtKYtRp1mEajEUAdmTTxAQEAAAAAAFBr1HEBAAAAFGoRF8sSHUrMpShhtqksXX0oqOvTAgBshb1rqHer69S2MX2RoeCQWspFuZnURYsUrFgEAAAAAACAhoaMCwAAAFDJrDKZjGUZRUc+VDvdQ69w8m4vAMCG+LW7R2vvLhsaYTYkvGY0GgxGg9FkVAIuleWsCLgAAAAAAACgwSHjAgAAAFSlW9QiLmZTftwrwlQq+zVa+8BOUwQA2Batnat/h/sr7xTsKs9crZRyMVWWcjGrNa0o5YK6s3T5oi+/niUAAAAAAABqh4wLAAAAmjrrJK5axKUib29Z0o9qj0/MzXonXwEANserxVgH90i1bU6caTKWGy2lXOTNbKnjQsAFdSgl5WTi8aMCAAAAAACgdsi4AAAAANY6LialiMuBZ9ROvZOPb8xEAQA2SaML6vqk2jSXJVWkfGcwKKVc1Cvh3+pbAQAAAAAAAA0DGRcAAAA0aaeKuAg5r2sqSV5syN2t9vh3eEijdxYAYKOc/bq6BfVX28YTswzl2cqKRUaljovJUspFAHWkc6ce/foOEgAAAAAAALVDxgUAAABNnaV+i0n521hSGPeq2unoGe0RMVIAgE0L6DxZaPRKy1hsPP6xwWgwWFYsktdEs9lEKRfUlc6dug/oN1gAAAAAAADUDhkXAAAANF3qxK1l/laJuBQlzDaVJqsPBXV9WgCArbN3DfVudZ3aNqYtNBQlqKVclJvJJK+N6kPEXAAAAAAAANAQkHEBAABAk1ZZo8BkMpZlFB35UO1sFnalk3d7AQBNgF+7e7T27rKhEWbj0deM1Uu5sGgR6khKStKxxKMCAAAAAACgdsi4AAAAoIkyn1qEQ5nGzY97VZhKZb9Gax/QcbIAgKZBa+fq3+F+tW3O32rIXqeUcjGdKuViLXklgP9q6fIfv5o7SwAAAAAAANQOGRcAAAA0RdbJWrWIS0X+3rKkhWqPT8zNeidfAQBNhleLsQ7ukWrbmPCmyVhurFbKpTINCAAAAAAAAFxsZFwAAADQRJmtyxSZTfkHnlE79U4+vjETBQA0KRpdUNcn1aa5LKk8+VuDwVLKRY25VK97BQAAAAAAAFw8egEAAAA0MaeKuFhWKSpJWWLI3a32+Hd4SKN3FgDQxDj7dXUL6l+QvEa2jSc/NfiN0Ol8dVqdVqM1a0xmrUYSwH81aeIDAgAAAAAAoNao4wIAAICmyFK/RVmDw2QsK4x9Re109Iz2iBgpAKBJCug8WWiU/xJGYyw0Hp9lMBoM1hWLzCZKuQAAAAAAAOCiI+MCAACApkWdoLXM0yoRl6KET0ylyepDQV2fFgDQVNm7hnq3uk5tG9MWGIoSjEaDyWhUbiZlxSL1IWIuAAAAAAAAuFjIuAAAAKDJqaxFoNRwySg68oHa2SzsSifv9gIAmjC/dvdo7d1lQyPMxoQ3jdVLuZgUBFzw33z6+XsvTJ8qAAAAAAAAaoeMCwAAAJoQ86nFNpTp2oK414WpVPZrtPYBHScLAGjatHau/h3uV9vmvE0V2euVUi6mU6VcrKWwBAAAAAAAAHDBkXEBAABAU2GdlFWLuFTk7y1Nmq/2+MTconfyFQDQ5Hm1GOvgHqm2TQmvm4zlSjGXqlIulSlBAAAAAAAA4GIg4wIAAIAmxGxdpshsyj/wjNqpd/LxjblNAAAkjS6o65Nq01yWVJ7yvUEt5aLGXCjlgv9zdqqNAAAQAElEQVRk+NCrb77pLgEAAAAAAFA7ZFwAAADQJJwq4mJZpag4eYkhd7fa49/hIY3eWQAALJz9uroF9VfbxhOfGMpzlRWLjEZLPpBSLvgvAgODw8MiBQAAAAAAQO2QcQEAAEBTYanfokzQmoxlRXGvqJ2OntEeESMFAKCagM6ThUYvGxpjofH4xwZlvaKqFYvMpqqaWCRdAAAAAAAAcEGRcQEAAIDts66soRZxKUqYbSpNVh8K6vq0AAD8nb1rqHer69S2MW2+oShBLeWiVHOxXEvVh4i5oIZ27Nyyeu0KAQAAAAAAUDtkXAAAANAkVNYcUGq4ZBQdeV/tbBZ2pZN3ewEAOINfu3u09u6yoRFm47G3jFWlXORNSQtaFi0SQM3s2Ll57bqVAgAAAAAAoHbIuAAAAMDGmU8tqqFMyxbEvSFMpbJfo7UP6DhZoHYMFeXyJoD/pKS4SNSn+t6/bdPaufp3uF9tm3M3GHK3mExGkzXgIszWElkCAAAAAAAAuCDIuAAAAMCWWSdf1SIuFQVxpUk/qD0+MbfonXyFTZh635jhvQOtt1EDwm8d23XyXSO///Kds87x331DPzksNSnxPPtc9N0ncsznH7x4njGrf//x/lsGaXV69a7BUHFV/9AxAyPl/Le4GN5/Y6p8z78t/kZccK9Ou1u+9PrVy841YOmiL+WAWW8/Iy6II3F75cs9cscw+VmM6BP8+Ycvif/EUFE+46UHJ47rMap/mPxS/TL/M1FHcjLT5Z4XL/xc1I/ystJv58x866UHrT0X/fvZGHm1GOvgHqm2K468ZjSUKcVcTEaTWf5lqkwPAjUQGNg8LDRSAAAAAAAA1A4ZFwAAANg4s3WZIrOp4MA0tVPv5OMbc5uwCSaj8XDsbtmIad+tXadL5S00vGVZaWnsvm1fffLq/bdcnpZyovr4stKSE4mHnVzcAoLDzrPbuAM75LZlTMdzDTiwe8sbz9/n5uGl1Vb+seLwwd1GQ0Xrtp2tPRfY4YO75LZ1m87igovbv11uY9p1OdeAWMuA6DadxAURa/n4WrXuKD+LoJDIpONHxH+y/Oe5q5bPl1+hsBat5U/IxcVd1JEZLz0o99yy9SWifvz47ay5n74eEt7S2nPRv5+NkkYX1PXJymZZYnnyfGW5IqPBUtCFUi74F4YPHXPLhLsEAAAAAABA7egFAAAAYKNOFXGxrFJUkrK8ImeL2uPf4SGN3lnYhMSEuLLSEkcnlzc//qV6f2Za8lvTH969fd2Lj9/27pzfrfP68rS88t4CZ2fX8+9WDW1Ex5wzk3E4TgnWRLXqcKonVomYtLpQMY4z3fnQC3L2PSSilbiwsjPT0lNP+gU09/LxP9eYuP075bZ1u67iglAjNS1jlARJZMu2Rw/vF//Jtk2r5PaRp2YOGnadqFNxB5UTUn8Zl3j1+xndgL6fjZSzX1e3oP4FyWtk23jyY4PfMJ3OW6vVaTVaJTqo1chLikajEQAAAAAAAED94z9fAwAAgC2z1G9R1tQwGcsKYyuXa3H0jPaIGClsxSFL8ZJWZxRc8fEPenL6bA8v34T4/RuqraHj6OTcoXPvqPNmC/JystJTT7p7ePsFNj/XGLV4TMvWpzIEcQfUd3LRMgRtL+khD+3CV+k4cmif3Ea3PWcRl7LSkuQTR+VnERAUKi4INVITbSlp0zy0hXz10pJi8S/J383+3ZuF0PTsc4WoUylJx4oL84OaR7q6NRP143DcHrlt0767teeifz8br4DOk4VG+S9kNMZC44mP1VIulSsWmU1VtbIo5QIAAAAAAIB6Rx0XAAAA2CbrChpqEZeihE9NpcnqQ0FdnxY25NABSz2Msy0q5OrWbNCw6xbMfX/rhpV9Bo5QO6feN2bfrk1vfbI0um3lmj55OVlzP3tj81+/yxnrTt363XrnE2qNjZhzFB1Z/tPX77/xP7U948UH5O2bJfuaeXqrlTNi2nVZt2rxulW/7NmxwcXFrc/AkRMmPaa3s7c+PSczffkvc7dtWnU8Ic7O3iE0vOXEe6dFtz1f8uCmqy6Rb/Ln1Ylana56/3uvPfbrL3NvvP2xGyY++vWnr383Z+atdz91zYT71UdXLV+wZNEX8lV0On1AcNjg4eOHXnWTTl/5h6Cff5j9yTvTxt5w78T7nrHuMCs95eYxnX38g7/8cZu18+DebQu++fDIoT05mRk+/kHyvF1/68MhYacWwVHXdYqManOu9y8HmM2myKi21p6S4qLFCz5b9+eS5BNH5ckJah4+8IpxQ0dP0OvtrGPGD2vr5uYx+/v18nyuWj7/wN6t8gMdMGTMDbdNth6FZDBU/DL/s98Xf5OZmdr+kp5jb7w3LCI66Xi8k7Nr87AoYcm4yFdPOn6kRXR767NefmrS+tVLv1q0IycnY+E3H8Xu21ZaWtz10stvu/sptRrNuCGtSooK1MHXDY3RaLQLV8Y7ODrJX9PalT8t//nr48cOl5UW+weGdu058Jqb7nf38Kp+yOc5+dcPb5efmyUbySePDu8dOHzMrfdOeUU5kIryFUu/X79mWUL8/tKS4qCQyFHXTBo07Nrqu1Xf9rdL9x05tO+LWa/Ig5r0wLNXXnVT9TGvPXuPfIdq+8aR7UMjoj+au1pUVXb5x+9nHX40NsPeNdS71XVZcfNk25g63xh4ndG1hU6rM2m0SjUXYdYIpY4LBV1wHp9+/l5yyslpT70mAAAAAAAAaoGMCwAAAGxWZW0BpYZLRnHCh2pns7ArnbzbCxsSb6lXca41XyJaxMjtkcP7rD2HDu7WaLTWuEPc/h3PT70lLyfT2y/I3c1TTtgfPrCr7SU9zrNPX//gMePvWvTdLBfXZlddc7ujo3MzT+/iwoKTifGePv6fvDNt3apfnJxdA4PDExPiFsx9383NY9xN91W++oFdz0+9OTc7IyAo7PKh1+blZm1c++vku0ZMe+2L7r0Hi3NoHhqVk5V+4tjhsBatrZ2pSYm/L/m2mafPuBvvVc5DrOU8xFS+568+efX7L9/x8PLtd/mo4uJC+SofzXhCHtojT79deeCW+jenHWOsGhiqtsDNl7Ne+eGrd4USGPKQr54QfyA16dj6VUve+mRJ9XMolHWIzlnHJXafZeGnqlBR0omjTz88Pj31hBAauU95aIcO7JS3PTvWP/XyZ5VHl3y8IC+73SU93n11ym+L53n7BvoFhhw7cvC7L952dfMcM/5OdVhOZvrzj99y+OAu+VkENY/YvmX1np0brp3wgLAULFEDBy1aKe/zROLh6hmXw7G73Zp5bd30xwdvPuHg6NQ8tEX+scPy05ef4zOvziktKR597R2HDu7avmlVdNsunbv3d3P3kMNKioumP3n7zq3KsjV+Ac2beXgfT4iTt/Wrl37w5R9OLq7/ePIrysuGj7ll64aV8nvbs99Q+f3sdukgYQlayS+GPJPyQLr3HuTi4r5+7bKZ0x86eTz+1ruftL7tQ7G7vHwCNq77VZ4WteeSLn1OO9vtO15qNFTItxTZsl2PPkNCw5W1q2r4/azDj8bG+LW7Jydhsak8XyPMhoS39G3fNRgNSsTFpJVfM5NGaLVaAi4AAAAAAACob2RcAAAAYIPMpxbPUIq45Me+bjYUyX6N1j6g42RhQ8rLSuPj9oqzrVWkUqtr5FnKZkjHEw6Vl5VEtmqvFqXISE164sFrDIaKKdPev+yKsbLn6OH9Tz507a+/zBXnzrh0vXSgvYPjou9mtW7b+aZJj6mdhy1FMnIy0w7H7Xnjw59bt+8q57y3bFj5/GMTNm9YoWYIDBXlrz17d252xpARN9w35RW1eEZK0rF7Jwz8YMYTnbv3r15Oo7rmYVF7d244kRhfPeMy5+PpJpPxlruekG9GVK2dFGWJp5SVFs//+v3g0KgPvlxpZ+8gLIGYBydesXL591dff7e6k/iDyvhWbf5WP+Zw7C7LTioPfNWvC3746l0PL9+nX/48pn1Xdc9fznr15x9mz5/3weMvfKwOOxq/X6PRqgsDndXR+AOiauUg+YV8Yeot6aknrrrmjpvv+J+aC1FP+4Y1y04cOxwS3tJ6OFs3rgoMDpsxa4kaoNm4dvlLT0zc/NdvapDCZDQ+978J8XF7ho+59e5Hp8sTnpud+cLjt3z1yauiWtwnOLSFfHvyPQwYcrXak5+rrEWlt3P4/IOXHnli5sCh44QlZXLTqI7yI5PfB0cnZ/nJfjRDCZdcPvSa4WNuUZ84+91nd25d0/aSHlOeeV9dx0q+4ivP3LFv16ZVvy9Uh/3jyZd7luNl/zU33mcNBn36/nNx+3fIj0Oeam/fANkz8b6nH7t3zIK5HwwYPCbcEtWSb1t+Y/0DQ7+e/fpDT7zVq/+wnOz0wODw0872sDE3y/71q5f2vfwqNe5Tw+9nHX40tkdr5+rf4f6UbS/Ltjl3fUXOZq13L/kDNJt0Jo1Jq9OoRVwo5QIAAAAAAIB6daEXqgcAAADqm7pKkdowm0wVBXFlyfPVHp+YW/ROvsKGHFECLmZnV3f/wJCzDiguLJRbF1d39e5hS7AjqlVlPY/Z7z9XVlp898MvqQEXKbJl29HXVk7St4q55FyvW1k8ptqAOEsFFG/fwDc//LnNJd21WuXPGl7efnLr4OCkjlm8YE5qcmKXngMffPxNa5wlMDi8/6DRmWlJiUfjzvVyoZZsQdKJI9aehPgDf61aHBoRPXj4eGEJ6+TlZAYGR7i6NZN3M9NT5Oy7nZ29rmp9mYDgsJsmPdau06VpaSctp6VA7u3M86aen5atK+u4FBcV9Oo/bMq099WAi3Isjs79Lh8llLxFttqTmnw8NzsjKCTSwdHpXO8/br9Sx6VFq3Zym556snXbroOGjb/r4ReshU/kaW9lSRRZ00jqGdbr9c+98bU1COLrF6R0Vp26pYu+lMP6Xj7q3imvqCfcw8tn0n3Pqo+2rErqyIfk20s4vN/6fg5ZDtNQUfbA1DfUgIvUzNPb3t5Bq9XpdJX/LUT8ISU+FdWq8myYjEZ5jD36XPHEi7PVgIv6ivIDrX5C/vHkC8u3RT4aVXWe5VGs+nWBl0/A82/MVQMu6qkeNW6S/A3v3Lqu6llKAikt5fiDj88YMuJ6+VlXXzGqujODXzX5ftbhR2OTvFqMdXCPVNuGo68bDWVGg8FoMprM8i9TZaoQOIdJEx9goSIAAAAAAFB71HEBAACADTJblykymwoOTFM79U4+vjG3CdtyyFJ3pE37bucakJZyXFhyJOrd+EOnFjbKyUxf/+dSF9dmQ0ZeX/0pkS3bCCWXEO7u4X2u3aqlLKwpCuWdWDIEo6+709PHz9qZeESJrTQPbaHeXW4pD3P9LQ+fVukhMDhMbk8eP1J9MZ3qmodFWQbEW3s+eUdJctxjKV5iOQ+W7E5VZiIgKMzLJ+DYkQP33NR/9LV3DrxynIOj01XX3C5v6oC4A8rqQjHtup72QnEHlaOwLio0Yuxt8lZ9gKGior6Y6gAAEABJREFUfM+O9cKyYJPaE7tvm+UpncQ5ZGempaee9Ato7uXjb3lvoY88NfO0MVnpKccTDwnLAkBqj7r00tgb7pXjrcPUNaf8q8Ys/fELub16/N3Vd9Uiup3aiK5WoiayZVs1Z1N95x069+k7cKS1MyXpWGlJUXBolPrpmEwm+SlblrWq3KFWp7vr4RdPe+fFhQXqR289If948k8mxpeXlbSI7qCvCsEs/+lruR1x9a1q2SGroObholq2yZLoUt52916DxHmd+fnW5PtZhx+NbdLogro+mbBqktIuPVaWPF/T/AatUaesUiTkN0VLKRcAAAAAAADUNzIuAAAAsCmnirhYgi6lKb9W5GxRe/w7PKzROwvbohbkONdCRdLGv34T1UIwh+NOZVy2bV4lz1OPvkOsUQNVVkbq+fcpqtIGratnCA4qaZv+lhonp4YdVoZFRCmhmaQTR5MsIZUp91wl/qWQULWOy1H17s4ta/bs+KtLj8s6dO6t9sTH7RbVFlfS6fUvvvXNmy88kBC///03/vfZBy8MHj7+5jsfd3J2qf5uW/69UE3i0biSogL/wFC1GIx6mLPfe27/7s0mk9E6zNFJ2Ul4ZOWqSeo6RK3bdjnXmz9ySEk/RFcNMBoM334xc/nPX+dmZ1TfZ2lJkbOruzVIoaaX+lw2ovquDlkKmYRZXjot5cSJxMO+AcGt2vztk8pISxZKeRVf+ZC1s3loi79WLS4tKXZ0Un4C6sI9vS8bXv2Jcft3WI4ruupsxBoNFdZlrVTr/vhl3uczThw7ZO2xd3AqLytRnli1jNQ/nvyqgFQH6062bvxDbr/65FV1laVzUd/2wCvHivOSX+C8nMzg0KjqlXX+8fsp6u6jsWHOfl3dgvoXJK+RbdPJjw1+w3Q6b61Wp9VolUihloALAAAAAAAA6hcZFwAAANgaS/0Wk9wYDaUFsZVlJxw9oz0iRgibUxkXOEceJW7/joN7tgihUct1yNNyJG6vTm8XYanUkpmeIreRUe1Oe5ZaLsWaFzlTWWlJ0okj3n5BHl4+ak9udmZWRopvQLC3X2D1kWp5FTUuk5GWJLch4a1OCwdYtTz30khyzw6OzknHKzMucz5+WR7U7fdNsw5QMzfWNYaEErmIef/LlVs3/PHZBy+cOHbol/mf7tq27u1Pl6u5h8q1lqL/9or7dm8S1cI9+3ZtevKha01GY8eufdtd0jO8ReuQ8JaBweG3XdOjtKTIWiVFLRkSGdX2XG++akBlkOKFx2/dtvEPb9/AoaNvjopuHxbROiQsasPa5e+88mh0TOU+k08mFBfmBwSHh0a0qr4rdfEg9aXV89mi5emVb04mxluO4m91ZZqHtpC/iIT4A+qiS2rUqWfvIWfuvGXrysOvjAFVS6IsmPvBnI9ekh9E38tHRbfprJyQ0CiD0XD7NT3sHZwiWrT5dye/6uM2GgzyyyMfuvr6e8TZtL2kh9qwvG1N916DxXkdVt95tS9wTb6fou4+GtsW0HlyQcp6YTZojIUVx2fpov6nZFy0Wo28mTVmc2XAhaQLTrN0+aLMzPRbJtwlAAAAAAAAaoGMCwAAAGyHWsRFqd8ilJhL0bHPTaXJ6kNBXZ8WNqe4sECtjNL6HDPrs997Tm4HDLk6wLIY0ImEQ+VlJVFVa8SUl5fKrZ29ffWnGAwVG9YsF+edrVdDG62qZQgO7N1ieRt/q2WiRmrsHZzU4hYlxYVy6x8YctOkx6oPy83OLMjPCQgKtbN3EOcWGtHq8MFdJcVFWzesPBK354qRN4a1OFUz46BlIZ7oNsoaQ4cP7i4pKZTv38HRuVuvy+Vt9/a/3nzhgeMJcb/+MnfUtXcIJWax1zreavM6peZNVFWq4/MPXzIaKqZMe/+yK04VDjmecCgzLUlO6qvrIsljPHRglzzGyJbnzrhY6qO0bqecnG0bV23b+EdEVNsZsxZXrzKyY/Nq5ZRWVWQ5bCkKclptGPnRJMQf0Ont1BWdKsrL5NbOzv60l1vzx8/Kof0949KilfKUE4mHY9p3zcnKyEpP9vYL8vEPqj5GzUtZF11SY0PWs1GYnzv3szflkb73xYrgkEjrs5ZY1kuSZ0OnV/50WaOTb4mDWFM4ZaUlauO0L4bJaDwavz8oOMLZ1U3eVd92ZKv2zTzPuYSWqmr//+77WYcfjW2zdw31bnVdVtw82TanLTAGXWtyi5IflkkJuWjltVcjlHQLBV1wmpSUk8kpJwUAAAAAAEDtaAUAAABgQ8wqk8lYkVN89H21s1nYUCdvG5x7VrMmfgHN3T3OMuv/+QcvHty71dPH/+6HK4vZqGusWFML/oEhcmstjqJaPP/z9NQTWq3uPHVcDscqdTjU2ERVz1nKySQc3l9eViJn/bVa5c8dQcERcpuYEGtdT0pYPq83X7j/7hv7/TL/M3FeIWFRcpuecuLLWa84ODpVz0OkpZwoLsy3rk3z9aevP/HAOPVNqi7p0ue6mx8USshDiQSVl5XKY3T38PL09rWO+WvVku2b/xTV6ovEx+2R56F6wEX6ZYHyPsOj2tg7OArl7B2RxxgRFVM9FXGao/H7NRqtmqc5Yolf9Oo/rPr49JSTG9f+KqqVHjl8SF1SqkP1/RyJ22c0VLRo1U6NKPmpH9+Jv3188bG71678STZatf3bZxEc2kK+h5PHjwilQMtOcbY6PYcO7LK+T1GVFLF+W04cO1xRXtq6bZfqAReDoeLXn+eKauVe/vHkW97kHr2dQ3iLGPWus6ubq7unpTjQ347lh6/ee2jiFa8/f2/l21PfdvQ5v5bVTpTyzv/t97MOPxqb59fuHq29u2xohNFwbKbRaDAYDUYl52JU0oVKGS2zAAAAAAAAAOoBGRcAAADYCLOVpYhLQeyrZkOR7Ndo7QM6PipsUWXhjWrFSOSBn0yM/23xN4/eOWLhNx+6e3i9/PYPbs081UfV4iVRVdPzXXsM1OntVq9YmJ2ZpvasW7X4i1mvCKVoSrSa4Tiro4f3y62Xj/+pd3LQ8k7+XjtEjdRYQwlhLVoHNY/MSE364uOX5Wy4sCxSM+vtZ3ZuXeMX0HzY6JvFeYWEtZTbxQs/T01OHHfDfWe+elRVCY2wiGi5XfbTV2qlk78du2WMOgFfUlxcmJ+rPrp00ZevPHOH2m5VtViPt0+AyWTct3OTdSe/zP90+U9fWV6icp2ag/u2yW31ZXpOk5p8PDc7IygkUk1OqG97946/rANysjKmTbnRYCgXliV+1E41pWF9J5WHGbe7emdQ84iQ8FZHD+/buXWt2pN4JPbFJ29X26dlQbRarXwPCZYPrnJdp78POG6p8RMa0Up9n/KLFB+3R349IltV1qfx8g0Qyke/r7iwQO2RH98bz9+XEK/sMywyWu38x5OffDKhtKTI09tHTZaoevcfLrcfvfVUQV6O2rPm90Vff/q6fAPX3/rI385JmxpkXCxvycf31LJENfl+1uFHY/O0dq7+He5X2+acvypyNstfiskacFFraVX90ABV5049+vUdJAAAAAAAAGqHtYoAAABgC6yTqWoRl4qCuNKT36s9PjG36J18hS1SMy4H92+fev/VslFcVJh4NNZoqFAf9QtoPu21L0Or0hjCUphEVKtI4eMfNGz0zYsXfHbH+N59BoxIST52cO+2XgOG/bVqcauY883WFxcpKYcvPn551W8LJt7zTHTbTrEHdmg02pYxf8sfHLKs6lK94sW9U16Z9ugNC+a+/+vPc8NbtE5LPZGRmuQfGPryu/OdXFzFeQWHKnVcflvyraeP/9gb763+ULxaWqMqrHD9rY9s2bBizYpFW9av6NLzspCwlvLAt25YGRbZesBg5UQ5ODp16j5g55bV9906KCAotCA/98Sxw7fd8/Q3c97y8Q20vpNxN9334ZuPv/TU7cNGT9BqdepOwlu0OXbkgJt7ZWxIXYcoum3nc73tWEsIxroAkDzP3335zr6dG196YmJ4i5jyslJ5RM7OLg6OzmWlxW5uHpXP2q+cz9MWvlGDGtZiJBqNZsKk/7389KRnHrm+26WXOzg5b1iz7NJ+V65PTwkICrMGm6wiW7aNs6zodDjuLJVIDh1UP6zKnR87clApTFK1rJWwVP3pPWD4+tVLpz4wtkfvwWZhlt+T9NSkgODw1KRjrm6eNTz5xYX5cis/94cnDZVfxfumvCrvTpj02JYNv8tP5KZRnVq0aldWWiJPsr2D0+MvfGw9t+rbrkmORH2JZx69wcvXf/rb38tDqMn3sw4/mqbAq8XY7EPfleUrpXcMR1/XNftBq9HKn4myYJFJY9ZqWKsIp+ncqbsAAAAAAACoNeq4AAAAwEaYrcsUmU0FB6apnXonH9+Y24SNijugrN6SmZYkJ+bl7eihvUZDhZOza/deg594cfZnP2yKiDpVX8RkMh2O3a1U5mjZztp550MvXDvhQfdmnhvX/erh5fvmx7+0ad9N9p8/43LtTfd7+QTk52Ydiz/oHxiSdPxISVFBaGT0aev1qLGJ6rvq1K3fa+//2DKmY2FB7qGDux0dnMfeeN/H89YEBIWKfxIartRxMRkNN90+5bQXio/9W3bH2dXt7dnLJ0yaGtg8YtvGVb8unieP/bZ7np45e6mjk7M65uHHZ/QfcnVpcVF2RlqLlm1nfrKkR98hZaXFUdViEMPH3PK/Zz/09QuaP/eD7796t6Sk6JX3Fk6443/yoazMVHVMwpEDchvTruu53vbReGVA67Zd1LtOLq5vfvRL/8FjDu7b9u2ct1b9vnDwsGs//OpPdSWmrAxltycT45WSKmecTzWiZI3LSL0vG/74C7PkyN071hfk5Tw0dcZ1Nz8kfwKnhTlUkVFtMtKSS0uK1aIjp+VyKnfepnLnh9VlrVr9LQfzv+c+HH/rw8WF+d/OmfnTd59ERLX98OtVl/a9Qj6UXXVC/vHkR7Zqf/mwa5WXOLjL3cNLfZanj987n/3We8BwQ0W57C8pLuw3aPSn363v0WeI9dXl27Z3cAqPOmfJHKuJ9z6jt3NIPqnEL/R6uxp+P+v2o7F9Gl1Q1ycr26XHKlIWKMsVGQ2Wgi6UcgEAAAAAAEB90fCvnAAAABoO9Z/N5AShUU4VGgzl5eXLFpZuXC28vHWPPW+blUjqhHUy1WRWzl1xyvK8nXerDwX3eMkjYoQAANS142sfKkheIxtmnat9518cnLzt7Bzs9HY6nV6r1Wm1Wo2FAIRISUkqKy8LD4sUQD1bt6po2Y8FOr1p0uRsJycnR0dHBws7Ozu9Xs+lCQAAAAAaO+q4AAAAwBZY6rdYIi6G0oKDL6idjp7RBFwAoJ4EdJ4sNMoKyBpjYcWJ2WopF6PJKK/FSuawigCEWLr8x6/mzhIAAAAAAAC1Q8YFAAAAjZu1iItZKDGX4mNzTKXJ6kNBXZ8WAID6Ye8a6t3qOrVtTv3BVHpSWavIqNzUa3LlQ8RcAAAAAAAAUEfIuAAAAKDRq6wVINl6bxsAABAASURBVCdXK3KKjr6ndjYLG+rk3V4AAOqNX7t7tPbusqERxvKjbyrr7FlKucibkjo0mQi4AAAAAAAAoA7pBQAAANBomU8thqFMpxbEvW42FMl+jdY+oOOjAgBQn7R2rv4d7k/Z9rJyJ2ddRc5mrXcvkxJw0Zk0Jq1OIy/PGk3lVqAJmzTxAQEAAAAAAFBr1HEBAABAY2UtD6AWcakoiCs98a3a49PmVr2TrwAA1DOvFmMd3CPVtuHo6wZDuVLMxWQ0meVfpsoUIgAAAAAAAFAXyLgAAACgEauaPVWmUgsOTFM79U4+vq1vFQCAC0CjC+r6ZGW79Jgh9UdlrSKjQVmwyGQyi8qMC0kXAAAAAAAA1B4ZFwAAADRK1Yu4yGnU0tTfK3K2qD3+HR7W6J0FAOCCcPbr6hbUT20bT3xsKM81KQkXSrnglE8/f++F6VMFAAAAAABA7ZBxAQAAQCOmFnExGssK46arPY6e0R4RIwQA4AIK6DxFaPRKy5BrOPGpwWAwmYyVARdKuQAAAAAAAKCOkHEBAABAY2WuUnpyvrH4uNoZ2OkxAQC4sOxdQ71bjVfbppR5xvIMk7JSkXITBFwAAAAAAABQR/QCAAAAaLw0wmwy6zy6WjsK07c4+3UVAIALqzB1U2XLqYW8Lqt1XKxpRI1GI9CEDR96dVl5mQAAAAAAAKgd6rgAAACgEVOnTnUukfbNb1B7Mg98YShOFwCACyjnyIKyvHi1bQp+wGyylHGpSrgI8i1NXmBgcHhYpAAAAAAAAKgdMi4AAABo3NQJVIfw+4TWSblrKk/dPVMAAC4UU0VR2p4P1LbB7VKTSwdz1fpELFEEAAAAAACAOkTGBQAAALZAo2+mD7tXbeclLi/J3CMAABdE+v5ZxrIc2TALXYX/XQI4w46dW1avXSEAAAAAAABqh4wLAAAAGjeNZNnYB1+vcWyudiZvf1kAAOpfRVFyVtw3arvc8yphH6D5OwEoGZfNa9etFAAAAAAAALVDxgUAAACNmJpuqaLXhj6i9pfmxOYmLBEAgHqWsuN1YTbIhknrXu49XqvV6rQ6jVZhvUQLFiwCAAAAAABAXSDjAgAAgMZNmT6VM6mWCVW9dz/h1lXtT9vzjtlQLAAA9aY4fXtB0mq1XeY7QWfnpgZclK1GKxuCai6wCAxsHhYaKQAAAAAAAGqHjAsAAAAaq8p5U8vfOp1OmVTV6vSRU81CmUw1lGRkHJwjAAD1xZy8bbraMtmHGDyusIRbJL3W8j9KyEVDzAWK4UPH3DLhLgEAAAAAAFA7ZFwAAADQKKnTpWrIxbIkRuXMqtYpTOM7Rh2TefBLQ3G6AC6sRd99Mrx34OcfvCjq2dJFX8oXmvX2M+LiWb962SN3DBs3uOXNozu/9MTEZYu+MhgqBJqGnCMLy/KPqu0Sv7t1Wr1ep9fJm7waW+q4yP9Vr9LqGGIuAAAAAAAAqCUyLgAAAGjcLEsVKcUC1OIByi30LrPOVT5kNpWn7p4pgAsr7sAOuW0Z01HUs9j92+U2uk0ncZF8/enrLz91e2py4oAhV1/Stc/uHes/eHPqO69OFmgCTBVFqbvfVdsVLj1MLh2U8i3W67BeSbpoLcsVUcQFUkpK0rHEowIAAAAAAKB2yLgAAACgEauaOlXmUS1ZFzmvqtfbe2mCJqoD8hKXl2TuEcAFFKdGT2LqPXoSt3+n3LZu11VcDNs3/fndnJkBQWHvz1l5/2OvTX763Vnz1vr4B69aPv/ooX0Cti59/yxTeb5smMzaUt9Jesv6RHq9nVrKRV20SAkgCgIuUCxd/uNXc2cJAAAAAACA2iHjAgAAgMbq1HJFllou6uoYagkBu6DxGodgdVjy9pcFcKHk5WSlp5509/D2C2wu6lNZaUnyiaMeXr4BQaHiYvjuq3fk9v7HXpOHqvZ4+fgPHXmTbGxZv1LAplUUJWfFfaO2yz2v0jgEymuwnd6usoiLsm6cUsSl6gJdea0WAAAAAAAAQO3oBQAAANBoyUlTs9mszKCalSouSsrFbJIzrCaTvTHsEfOhKXJMaU5sbsISj4gRArZuZL8QJyeXH36LtfZ8O2fm3E9fd2vm9d2y/dbOj956asnCzx+Y+saVVymBDIOh4ufvZ+/esT7ugFIWJTgkYvytj3TvNaj6nscPa+vl7ffh13/+Mv/TH7/7uKK8/MUZ30S2apeXkzX3szc2//W7yWzq1K3frXc+EXdQ2UlMtdoqWRmpX816de+ujbLh7RvQqk2nm26f0jws6vzHkp5y8oe57+3ZsSEt5UQzD6+QsJYjx03s2fcK64C4AzvMZlNkVFtrTw0PxM3NY/b369etWrxq+fwDe7e6ujUbMGTMDbdN1ulP/fEwJzN9+S9zt21adTwhzs7eITS85cR7p0W3PVWZpqK8zNPL1z8wtGO3ftX3n5eXLbcubu4CNi1lx+vCbJANk9bd4HODpYKWNeCi3CxXZK2lwhYBFwAAAAAAANQZMi4AAABo9CxlXLRGk1nOp+q0OrOScTHqvPoa3bpoCpRVY9L2vNMsZKBG7yxg0/z8g1OTEw2GCjndLu8aDYbFCz+XjYK8HOsY2f59ybdePgGDh42XdxOPxL767N3HE+K8fQN79x9eXFywfvXS5x+bcNfDL111ze3qU1KTEgvysjt37//as/esXfmT7PHxD45o2TZu/47np96Sl5Pp7Rfk7ua5avn8wwd2tb2khxzQsvUl6nMz05IfmDi4IC+3TYduPfoM2bNjw7o/ft649tcPvlx5npjLlvUrXp12V1lpid7OITwy+kRi/K5ta+Xt7kemjxxXuQ5X7D7LikhtO6t3a3QgycflgbS7pMe7r075bfE8OdIvMOTYkYPfffG2q5vnmPF3qsMOHdj1/NSbc7MzAoLCLh96bV5ulnzDk+8aMe21L7r3HqyOsbN3ePKl2ae97YT4AyuWfefo5NJ7wHAB21Wcvr0gabXaLvW5SaN30VdFW5SGpYKL3MrrsrWICzBp4gMCAAAAAACg1si4AAAAoHFTS7nIhrIuhtZsMivVXHQmvc5k1EdMNey5TiPMhpKMjINz/NrfJ2DTvH0DUpMTszPS1HWC/vx9YV5OppOza0lxYUlxkZOzi+xc9tNX5WUlY+74n5yONxgqXn7mjpOJ8TdOnHL9xEfVyfhd29Y9/fD4zz98qVe/oT7+QbLncNweuT1yaK/cvjTzu9btusrdZqYlP/HgNXIPU6a9f9kVY+VDRw/vf/Kha3/9Za6olnFZsuiL/NzsR556Z9Cwa+Vd+V2d/e6zP/8w+6tPXn1y+qdnPYr0lJMvPXm7yWiUzxowZIxeb2cymdb98cvrz93z3ZdvWzMuR+MPyG10GyXjUtMDid0tt1s3rgoMDpsxa0nrdl3k3Y1rl7/0xMTNf/2mZlwMFeWvPXt3bnbGkBE33DflFb2dvexMSTp274SBH8x4onP3/mrPmbZtXPXqs3cbKiqee+MrLx9/AZtlTt42XW0Z7ZobPK6w1+nlZdcac5G/LKWkllarEZXpFmIuAAAAAAAAqCtaAQAAADR+arUAjVYpHqCzzLYqE67O4Rrfq9UBmQe/NBSnC9g0L58Auc3Jrvygf/p+toOj86X9h4qqUi6GivKffpjt4tps+JiblQHffXIyMb7/kKtvuH2ydRq+Y9e+l105tqK8dNf2v9QeNRqSkZb02vuLOnXv7+TsEhAcNvv958pKi+9++CU14CJFtmw7+trKUiitYiozLumpJ+XWwcFRvStfZcIdU9t1ulR+Vc91FEknjvS5bMTt900bNOxatSCNVqvtP3i0nb1jfl6OmuiS4vYrdVxatGpX8wOJt4R19Hr9c298rQZcJF8/Jf5iTa4sXjAnNTmxS8+BDz7+prUzMDi8/6DRmWlJiUfjznzD8i1989mMZ6fcJF/6pZnfytcVsF05RxaW5R9V26X+9+h1dsr11rJQkSS/2MqFWKO1XpUFAAAAAAAAUHfIuAAAAKDRs06jaoSyaJHyt05XWVEg9E6zzlU+ZDaVp+6eKWDTPL385DYrM1Vud2//KyF+/5AR17u5eci7hYV5crty+Q/5uVkjr5no4KgsXPXb4m/k9sbbHj1tP61ad5Tbk8fj1btH4pQKLtfc9ICHl4/ak5OZvv7PpS6uzYaMvL76EyNbtpHbgOBwdw9vtafdJT3l9o0X7p/x0oNHD+2TbSdnl9fe//HxF2ed6yg6de//v+c+HHP9XdYes9m8d8fGivJSP/9g9duenZmWnnrSL6C5WjGlhgcSH6tkXMbecG9AUKh1zJHDyrvyD2iu3l1uqUNz/S0Pn5ZOCAwOs+zqyJlv+KMZT877/E35Zt6ataRdx54CtstUUZS6+121XeHSw+TSQQ0W6qxFXCwLFVVfpYiYC1RLly/68utZAgAAAAAAoHZYqwgAAAA2Qp1JNZuV+VWTJeei1+tN9l7m4Emm42/Lh/ISl3u3vN7Jp4OAjfLxVeq45OVkCUsRF/mlGHXtpD+Wz5d3iwryzWbzou9m2dk7jhp3u+wpKy1JPpnQIrpDcGiL0/ZTUVEut3ZVVUwOxe6S2yHDx1sHbNu8Sn7XevQdotZZscrKUOI1rWI6WnuGjp6QkZb08/zZq5bPl7fotp0n3DG1U7d+4txyszNnv/fcxrXLy0qLrZ2OTspCS2GRrdW7Ryxxmei2Xf7DgfS5bET1MYcO7LLuOenE0SRLIGbKPVeJmlm26Kuli76Qr/7SW99Ykz2wVen7Z5nK82XDZNaW+k5S1yeSvwK1UZV30WkEFVxwupSUk8kpJwUAAAAAAEDtkHEBAACALZDzqWaz+dSKRWadWWsyK9OuRlPgtea0+eayJDksefvLLa74TsBGeXordVzy87KTjh/Zsv73nv2GBgaHu7o1k53FxQXbNq46mRg/6to71CiGpTqLOTKq7Zn7Udf08bYkZpJPJhQX5odGRHv7BVoHZKanyG1kVLvTnqhWTGnZ+hJrj/w+3nL3E2PG3/XFxy//sXx+3P4dTz983aNPvXv5sGvOegj5uVkPTboyMy0pIqpt5x4DIlrEhEVENw+Leu+N/61aPr9VTCd1WNyBHZY30ObfHkhAcHhoRKu/jTmkVKmJbqPsOSNN+ZmEhLc6LQdj1TLmkup3y8tKv5z1ip2947OvfUnAxeZVFCVnxX1T2fYarXEIlNdaO8sqRZabTi3iUrVIEUVcAAAAAAAAUPfIuAAAAMBGnIq5mJUqLlo532o2yZlXk8neEDZFHHpEjinNic1NWOIRMULAFvlYYigFBblLfvxCNkZdM0luXVzdhaXYyW+Lv5Ffi6vH360OTjp5VG71+tP/TFRWWrxl/QrZ6NL9Mrk9bClzclrllfLyUrm1s7ev3mkwVGxYs1xU5UXyc7OOHY1t5uETFhnt7uH14ONvTrzvmS9nvbJs0ZefvPfsuTIuC7/9ODMt6YqRNz34+BvWTpPRuGPzamXPbasyLvuVjEu29thuAAAQAElEQVTrdl3+7YG0tpR+qf6eE+IP6PR2LaLby7slxYVy6x8YctOkx6oPy83OLMjPCQgKtbN3qN5/6OCuwoLcS/sNVWM0sG0pO14XZoNsmLTuFd7jlQIupwIuys1y5VWWiyPggjN17tQjKqq1AAAAAAAAqB2tAAAAAGyIpYyLUkhAzrPqtLrKpTS8egn3HuqAtD3vmA3FArbI28eyVlFu1uoVP0a2bNehcy9RlXE5mRi/a9vagVde4+MfpA728vaX27SUE6ft5Nsv3i4pLuzcfYBvQLC8e/iQUgqlemkWYUmByG3S8aPVOxfP/zw99YRWq1MHpyQlPvHAuFlvP2Md4OrW7N7JrzTz9CnMz8nJyjjrIaiLEA28Ymz1znWrFudmZ1R/G0fj98vveHSbzv/+QP62VteRuH1GQ0WLVu3URZeCgiPkNjEh1mw2W8fI9psv3H/3jf1+mf/ZaS/RrmPPpetTnn7lcwFbV5y+vSBptdou9blJo3fRV0VblIalgovcyuuvtYgLUF3nTt0H9BssAAAAAAAAaoeMCwAAAGyHdWJVq1GrCSjVXCprDIRPNgvlUUNJRsbBOQK2yNtXqeOye9tf+bnZV11zu9rp6uYht78uUdZYueam+6yDO3Tu5entt2PL6n27Nlk7t6xfMf/r9+zsHe9+dLraY1kJSLRq06n6C3XtMVCnt1u9YmF2Zpras27V4i9mvSIboRHR9g6OshEc2kKj0e7fs+WQpYCKKi3lREF+ro9/sIeXz1kPwctHWW5pz84N1p4Du7e8+9oU2ZDPUtddSk0+npudERQS6eDo9K8PpHXH6i93OG539c6wFq2DmkdmpCZ98fHLJqNR9hgNhllvP7Nz6xq/gObDRt982ruN279zz471WRmpAjbOnLyt8otktGtu8LhCXlS1VSFC5abXK6Wz5FVXVF6EibkAAAAAAACgPrBWEQAAAGxN5TIZcgLWrFNqUCjLFRlNzuFGv7EifYF8KPPgl14trtE7+wnYFkcnZwdH56yMFA8v3wGDx6idLi5ucpuVntyr/7DmYVHWwXb2Dg8/MfO5xyZMve/qbr0uj2zZNj52z/bNf3r5BDzxwqzgkEh1WOz+Hc6u7ta7Kh//oGGjb1684LM7xvfuM2BESvKxg3u39Row7K9Vi1vFVOZFXN2aPTD19XdfnfLIHUOjojtc0qWP/E7++ss8k9Fw86Sp50oAjBo36c/ffvx2zlv5edlyD9mZaSuWfR8WEZ0Qv9/NEtZR3tK+baLaukU1PxCNRquuSWR1+KCScWkZcyr4cu+UV6Y9esOCue//+vPc8Bat01JPZKQm+QeGvvzufCcX1+rPNZlMjz8wtrys5KW3v2etItuWc2RhWX5l1aJS/3v0Ojsl1WJZqEiS11qlfpZGa7n6UsQFZ5eSklRWXhYeFikAAAAAAABqgTouAAAAsCnW6VWNUGddq5VyCbnDrFMm6c2m8tTdMwVskY+llMvQURPs7B3UHhdL7RPp2gkPnja466UDX/9gUUz7rls3rFww78Pc3KwJk6Z+8s26Npd0VwecTIwvLyuJjul05gvd+dALcofuzTw3rvvVw8v3zY9/adO+m+xvVS0vcsXIG9/8eHHPfkPz8rJ+WfD5rq1r+w4cOXP28suHXSPOoUV0+7dnL2vXsefvS779ds5bB/dtu2/KK6++v1A+lJWZoo45Gn9Ablu37fJvDyQ0Mlot/WIVH6csYGSNy0iduvV77f0fW8Z0LCzIPXRwt6OD89gb7/t43pqAoNDT3mri0Vi5T+XpZzs/sBmmiqLU3e+q7QrXniaXDlplVaKq62rVQkXVVyki5oIzLV3+41dzZwkAAAAAAIDa0VRfZx0AAAAXl/rPZiaTyWg0GgyG8vLyZQtLN64WXt66x573FagZ9TTKrUlhNCjnssJyOssqkuaZjr+tDosc9JWTTwcBADi31F0zsmK/lg2TWVsUMUvv3Fyvt3dwcLS3c7BTbvZ6vVLWRaOuEEfGBefw6efvJaecnPbUawKoZ+tWFS37sUCnN02anO3k5OTo6OhgYWdnZyk9paXiFAAAAAA0atRxAQAAgK2xTrIq1IID2qqSA4HXahyC1WHJ218WAIBzqyhKzor7Vm2Xe43WOATKa6qdZZUiy02nFnGpuuAScME5BQY2DwtloSIAAAAAAFBbegEAAADYHDnJajablRlXs6W2gJyHNZvkjKzJZG8ImyIOPSLHlObE5iYs8YgYIQAAZ5Oy43VhNsiGSetu8B6v00t2p1Yp0uktV1hlWTgCLji/4UPHCAAAAAAAgFqjjgsAAABslqWMi1JgQM6/6rRyPlaZkdV79RLuPdQBaXveMRuKBQDgDMXp2wuSVqvtUp+bNHoXfVW0RW+5qZdWDQt/AAAAAAAA4EIh4wIAAADbZJ1w1ap1BtQFi9QJ2vDJZqE8aijJyDg4RwAATmdO3jZdbRnswwweV1jTLWpDvagqNVxE5cWWmAsAAAAAAADqGxkXAAAA2DK1uoDGspSGWspFmaB1Dtf4jVUHZB780lCcLgAA1eQcWViWf1Rtl/rfp9fZnSriotdrtTrlwqrRWq+yAjivTz9/74XpUwUAAAAAAEDtkHEBAACAzbJOu2qEOhurPVXKJeQOs85VPmQ2lafunikAAFVMFUWpu99V2xWul5qdY3RVAZfKm6WKS/VVioi5AAAAAAAA4AIg4wIAAAAbV1VkQKOVf1lyLkoVAnsvbfAkdUBe4vKSzD0CAGCRvv9jU3m+bJjM2lKfiXqdUrhFuXSqqxRpT61SRLQFAAAAAAAAFxIZFwAAANgya4EBdcUitfZA5XIbgddqHILVYcnbXxYAACEqipKz4r5V2+VeozUOgfKCaae3qyriolxFlVWK1FXgKOKCmhk+9Oqbb7pLAAAAAAAA1A4ZFwAAANi4UzEXoczIWsoPqDEXexE2RR1TmhObm7BEAECTl7LjNWE2yIZJ627wHq/T609bqEgt4qLEXCwIuKAmAgODw8MiBQAAAAAAQO2QcQEAAECTYCnjYik8oFGquagrbui9egn3nuqAtD3vmA3FAgCasOL07QVJa9R2qc8Ejd5FXxVt0Vtu8hKqrPtmqeBCugUAAAAAAAAXGBkXAAAA2D7rRKzWUsmlcsEideI2/FGzUB41lGRkHJwjAKDpMidvm662DPZhBo8h1nTLqQouliIuGlF5USXmghrasXPL6rUrBAAAAAAAQO2QcQEAAEBToVYd0FiW2FBLuSgTt87hGt+x6oDMg18aitMFADRJ2fELyvKPqu1S//v0OrtTRVz0eq1Wp9GoSxRpKOKCf2vHzs1r160UAAAAAAAAtUPGBQAAAE2CdTpWI9RZWq21lIs+9B6zzlU+ZDaVp+6eKQCg6TFVFKXteU9tV7heanaO0VUFXCpvliou1VcpIuYCAAAAAACAC4yMCwAAAJqQquIDGq38y5Jz0ev1Ont3bfAd6oC8xOUlmXsEADQx6fs/NpXny4ZZ6Et9Jup1SuEWyyXSskqR9tQqRURb8B8EBjYPC40UAAAAAAAAtUPGBQAAAE2FtfCAumKRWpOgspRL4DUah2B1WPL2lwUANCXlhcez4r5V22WeozQOgfLCaKe3q7xCWoq4KKsUqau9UcQF/97woWNumXCXAAAAAAAAqB0yLgAAAGhCTsVchDJTaylLoMZc7EXYFHVMaU5sbsISAQBNRurOGcJskA2T1t3gfZ0Sa6m2SpEaCFSumZrKf4dAwAUAAAAAAAAXBRkXAAAANDmWMi6WggQapZqLuhKH3quX2b2nOiBtzztmQ7EAgCagOH17QdIatV3me7NG76KvSrfoLTd5qVTWd7NUcCHdgv8mJSXpWOJRAQAAAAAAUDtkXAAAANC0WCdotZZKLpULFqmzueGPmoXyqKEkI+PgHAEAts+cvG262jLYh1U0G3xqfaK/F3HRiMqLJzEX/AdLl//41dxZAgAAAAAAoHbIuAAAAKApUqsRaCxLb6ilXJQJXedwje9YdUDmwS8NxekCAGxadvyCsvzK6hql/vfpdXanirjo9VqtTqNRlyjSUMQFAAAAAAAAFx0ZFwAAADQ51mlajVBnb7WnSrmE3mPWucqHzKby1N0zBQDYLlNFUdqe99R2uculZucYXVXApfJmqeJSfZUiYi4AAAAAAAC4iPQCAAAAaJIq52vNGq1Ga7LkXPQ6vcne3Rh8h/m4km7JS1zu3fJ6J58OAgBsUfr+j03l+bJhFvoy34nyGqgk/vSVCxVptadWKSLaglqaNPEBAQAAAAAAUGvUcQEAAEBTZC1IoK5YpNYqUBYskn8HXiMcwtRhydtfFgBgi8oLj2fFfau2yzxHaxwC5QXQTm9XWdTKUsRFWaVIXdWNIi4AAAAAAABoAMi4AAAAoIk6FXMRygyupVyBumKRvTb8MXVMaU5sbsISAQA2J3XnDGE2yIZJ627wvlYN+VlvavBPuTZqKv+9AQEXAAAAAAAAXHRkXAAAANCkWcq4WAoVaJRqLuoKHTrPbmb3nuqAtD3vmA3FAgBsSHH69oKkNWq7zPdmjd5FX5Vu0Vtu8pKo1Vg2GhYqQh1YunzRl1/PEgAAAAAAALVDxgUAAABNl3XiVmup5KLWLaic5Q1/1CyURw0lGRmxXwgAsB3m5G3T1ZbRIbyi2eBT6xP9vYiLRlReJIm5oJZSUk4mHj8qAAAAAAAAaoeMCwAAAJo6tUqBxrIkh1rKRZnodQ7X+o9TB2Qe+MJQnC4AwCZkxy8oy69MG5T43avX2Z0q4qLXa7U6jUZdokhDERcAAAAAAAA0KGRcAAAA0KRZp281Qp3V1VpLueia323WucqHzKby1N0zBQA0fqaKorQ976ntcpdLzc4xuqqAS+XNUsWl+ipFxFxQe5079ejXd5AAAAAAAACoHTIuAAAAgLVYgUYNuWgt1Vx09u7a4DvVAXmJy0sy9wgAaOTS931kKs+XDbPQl/lOlNc6Jdmnr1yoSLkAVq1SRLQFdahzp+4D+g0WAAAAAAAAtUPGBQAAAE2dtVBB9RWLlAWL5N+B44RDmDosefvLAgAas/LC41mHvlPbZZ6jNQ6B8kJnp7erXKjIUsRFWaVIvRZSxAUAAAAAAAANDBkXAAAAoFrMRSgzu5YyBjpLZQMHbfhj6pjSnNjchCUCABqt1J0zhNkgGyatu8H7WjXMZ71ZFilSirgoMRcLAi6oKzt2blm9doUAAAAAAACoHTIuAAAAQCW1jItSwMBSyqVyCQ/PbppmvdQBaXveMRuKBQA0QsXp2wuS1qjtUp+bNXoXfVW6RW+5KYu1WVZsq1y9Dag7O3ZuXrtupQAAAAAAAKgdMi4AAACAwjqhq7VUclHrGVTWNgh72CyURw0lGRmxXwgAaHzMydumqy2jQ7jBY8ip9Yn+XsRFIyovhsRcAAAAAAAA0NCQcQEAAABOUasXaCxLdailXJQJYOdwjd84dUDmgS8MxekCloBvDgAAEABJREFUABqV7PgFZflH1XaJ3736aukWSavVaTTqEkUairigPgQGNg8LjRQAAAAAAAC1Q8YFAAAAqGSd1tUIdbZXay3log+526xzlQ+ZTeWpu2cKAGg8TBVFaXveU9vlrr3MzjG6qoBL5c1SxaX6KkXEXFC3hg8dc8uEuwQAAAAAAEDtkHEBAAAA/qaqiIFGDbloLdVcdPbu2uA71QF5ictLMvcIAGgk0vd9ZCrPlw2z0Jf53FZZwUVfWcpFudBVrVJEtAUAAAAAAAANGRkXAAAA4BRrAYPqKxYpa3rIvwPHCYcwdVjy9pcFADQG5YXHsw59p7bLPEdpHAJ11RcqshRxUVYpUq95FHEBAAAAAABAA0bGBQAAAPibUzEXocz4WsobKCsW6fUO2vDH1DGlObG5CUsEADR4qTtmCLNBNkxad4P3dWpoz3qzLFKkFHFRYi4WBFxQHz79/L0Xpk8VAAAAAAAAtUPGBQAAADgLtYyLUtjAUspFb1nOQ+fZTbj3Ugek7XnHbCgWANCAFadvL0heo7ZLfW/R6F2qV3BRrmwaJd2isVRwId0CAAAAAACABo6MCwAAAHA660Sv1lLJRa1zUFn2IPxhs9DJhwwlGRmxXwgAaLjMydumqy2jQ7ih2eBT6xP9vYiLRlRe9Ii5AAAAAAAAoCHTCwAAAABnU7lokZz+NZvlPLBZpzeZjCbncKPf1SJ9vnwo88AXXpHj9M5+AgAanuz4BWX5R9V2id+9+mrpFkmr1Wk06hJFGoq4oL4NH3p1WXmZAAAAAAAAqB3quAAAAABnYZ3u1Qh1FlhrLeWiD7nbrHOVD5lN5am7ZwoAaHhMFUVpe95T2+Wuvc3OMbqqgEvlzVLFpfoqRcRcUH8CA4PDwyIFAAAAAABA7ZBxAQAAAM6pqriBRg25yJtSBcHeXdv8LnVAXuLyksw9AgAamPR9H5nK82XDLPRlvpMqK7joK0u5KBe0qlWKiLYAAAAAAACgsSDjAgAAAJydtbCBQpkKtswJ6y2lXALGCocwdVjy9pcFADQk5YXHsw59p7bLPEdp7H111RcqshRxUVYpUq9tFHFB/duxc8vqtSsEAAAAAABA7ZBxAQAAAM7pVMxFKDPBlrIHyopFer2DNvwxdUxpTmxuwhIBAA1G6o4ZwmyQDZPW3eB9nRrOs94sixQpRVyUmIsFARfUtx07N69dt1IAAAAAAADUDhkXAAAA4B+oZVyUggeWUi56yzIfOs9uwr2XOiBtzztmQ7EAgAagOH17QfIatV3qe4tG71K9gou1iIvGUsGFdAsAAAAAAAAaETIuAAAAwPlYJ4C1lkouav2DynII4Q+bhU4+ZCjJyIj9QgDARWc2Jm+brjaNDuGGZoNPrU9UVcRFvZhpROXFjZgLLoDOnXr06ztIAAAAAAAA1A4ZFwAAAOCfqdUONJalPdRSLsqEsXO41n+cOiDzwBeG4nQBABdV9pGFZflH1XaJ3736aukWSavVKRcyZYkiDUVccCF17tR9QL/BAgAAAAAAoHbIuAAAAAD/wDoNrBHq7LD2VCmX5neada7yIbOpPHX3TAEAF4+poihtz/tqu9y1t9k5RlcVcKm8WUpRVV+liJgLAAAAAAAAGhEyLgAAAECNVBU90KghF62lmovO3l3b/G51QF7i8pLMPQIALpL0fR+ZyvNlwyz0Zb6TKiu46CtLuSgXLp1OXaWIaAsusJSUpGOJRwUAAAAAAEDtkHEBAAAA/pm14EH1FYuUNUDkzHHAWOEQpg5L3v6yAICLobzweNah79R2medojb2vrvpCRZYiLsoqReo1jCIuuLCWLv/xq7mzBAAAAAAAQO2QcQEAAABq5FTMRSgzxJZyCMqKRXZ6e234Y+qY0pzY3IQlAgAuuNQdM4TZIBtGbTOD97WVIbyqm2WRIqWIixJzsSDgAgAAAAAAgEaHjAsAAADwL6hlXJRCCJZSLnrL8h86z24aj97qgLQ975gNxQIALqDi9O0FyWvUdpnvLRq9S/UKLtYiLhpLBRfSLQAAAAAAAGik9AIAAABAzciJYbPZLBtKIQStbOm0ZpPOpNeZjKbQhwy5mzTCaCjJyIj9wq/dvQIALgyzMXnbdLVpdAg3NBtkb12fqKqIi6X8lFYjKtMtxFxwgU2a+IAAAAAAAACoNeq4AAAAAP+OWgVBY1nyQy3lokwkO4dr/MepAzIPfGEoThcAcEFkH1lYln9UbZf43auvlm6RtFqdcsFSlijSUMQFAAAAAAAAjRoZFwAAAOBfsE4Pa4Q6a6wsVVQ5l9z8TrPOVT5kNpWn7p4pAKD+mSqK0va8r7Yr3PqYnWN0VQGXypu8SGl11VcpIuYCAAAAAACARoqMCwAAAPCvVRVD0KghF62lmovO3l0bcp86IC9xeUnmHgEA9Sxt7wem8nzZMAn7Mt87T1VwUVcp0loiLpZVigi44CJaunzRl1/PEgAAAAAAALVDxgUAAAD4d6zzxNYVi/TqgkVy6z/a7NRCHZa8/WUhzAIA6k154fHsw9+p7TKvccLOqzLdoq+KuWh1yipF6rWKdAsunpSUk4nHjwoAAAAAAIDaIeMCAAAA/GunYi5CTbmoSxbp7fT2uojH1TGlObE5R38SAFBvUra/Lswm2TDpfYw+Y09bpciySJFSxEWJuVgQcwEAAAAAAECjRsYFAAAA+I/UMi5KgQSNshyI3rIsiN79EuE5QB2Qtvtds6FYAEA9KE7fVpjyl9ou9b5Fo3XU6/+2UJFaxEW5RGk0pFtwcXXu1KNf30ECAAAAAACgdsi4AAAAAP+FdcJYreKi1kvQqUuEhD4oNHbyIWNZTvqBzwQA1DmzMXnby2rT4NDS6DHgb+kW5aZTL07WgAsxF1xEnTt1H9BvsAAAAAAAAKgdMi4AAADAf6eppFVLuaiFE/TOIZqA8eqArNivK4qSBQDUqez4BWX5R9V2qf+9ldefqpiLVl6QLEVcKhdVAwAAAAAAAGwCGRcAAADgP7KWRqhMuWgslVzUaeag24TeQz5qNpWn7n5bAEDdMVUUpu39QG2Xuw0UTi3/VsFFb4m5KKuoUcQFDcWOnVtWr10hAAAAAAAAakcvAAAAAPxXctrYbDYrc8hmZVUQs1AyLiaTSe/gbmh+jzj2ihyTf/z3NOdAjd5RAEBdKMk+YCrPlw2zxr7c9xZtVbrOTm+nsxRxqVylSBBwQUOxY+fm5JSTLFcEAAAAAABqiYwLAAAAUFvWUi5as1mn1Zl0OpNJbxcwuiJ9oSg+JAdkxn4pAKCulXlfp7H3UaMtenVrWTFNLeKibEm3AAAAAAAAwIawVhEAAABQK6dWLBLqnLJUtWJR+BQBAPXDqPc1+oxXoy1qzEUp4qLTKTdLERd1GDEXNASBgc3DQiMFAAAAAABA7VDHBQAAAKgDahkXo0mp42LWmuRNr9Obm3UyBYw3FR40m82i8m+FQEMlP52Kigq9Xi8/TQH8ncFgNJmMlhSb/uLmRtTSURVeY/V6O+WmU7fKKkWVRVwsFVxIt6DhGD50jAAAAAAAAKg1Mi4AAABAbcmJZDW5IqeWzVqhlHERVYmW8EcrDOUGQ4XRKOfHDWaTyVwVdhFoeNLSUkpFaWhImIaMC85gMpmyszMLCvI1Zo1HM0+PZl7igmdI1JJRllCdTikYZQm42NnZK9Vc9MoqRRrLKkXWgAsxFwAAAAAAANgSMi4AAABA3VDnks1mjSXpotNqTXLW2Zp9MVoWMDKZjGYz1VwaqNLSkuzsLH//QAcHJwGcTVBgSKFbwfETx1JSkrOzs0NDwp2dXcSFYo2taC1BFp3lqqKWcrEuVCSpIRgBAAAAAAAA2BwyLgAAAEAdUEu5qLUTlLln2aUzWx/SWlY30RmNJrNJLeMiLMviCDQk8fFxZWVlwYGhej1/UMI5OXg5enh4JSTEJyWfyM3NCQ4KiYiI0ll+9PWtMrliucwoaxKpkRZLuqUy5qLVKUVcBEVc0OB8+vl7ySknpz31mgAAAAAAAKgF/tUtAAAAUDesMRetUFYsMpt1+srJaMuqIiajSW+qXKuIdEvDU1RUcPxEYsuo1i4ubgL4J23bdAwOCt2+c/Ph+LikpBOdO/Xw8fETF4TGGqazpOf0leVbCLgAAAAAAADA9pFxAQAAAOqSdcUiOedcdV/JuKirFJlMJssoYi4NzsZN68rKymJad7C3dxBADfj5BV4x+Ko9e3fI2+8rl0ZFRnfv3tve3l7Um6rYirJV8i1VKxZZt0qPhoWKAAAAAAAAYLPIuAAAAAB15lQpF61WNrQ6oTFZMi7CbDbpzOoyRaRbGp683JzYuP2XdOji7u4hgH+je7c+US1a/75yyb4Du48eOzyg35CoqNainlliLFXFXCwFXeS96gEXYi5oaIYPvbqsvEwAAAAAAADUDhkXAAAAoO6pE8yWRYuUSWgl2aJV1yhSAi7EXBqaTVvWVVRUdO/WR6+3E8C/5OcXeOP1k7Zt27hm3YpFP3/fokWrYVeOcXWtl0WvrOEVTdWaRcKadyHgggYsMDBYAAAAAAAA1BoZFwAAAKAuqaVcRNU0s3rXLMzynhpwEepCIyRdGozc3Jydu7Z17tTdo5mnAP6rS3v2a9263aKfv4uN3X/s2JEhg0Z27dJT1KnKpdCsbXNlo/r6RARcAAAAAAAAYMPIuAAAAAB1rHIe2rJokaiWelFZ28xENxCr164wGo0D+g3RanUCqAVvL99Jtz2wfcfmZct/XPTzdzt3bb1m7I1eXr6iTmmsQRZ1U+1SQsAFDdaOnVvyC/IG9BssAAAAAAAAaoGMCwAAAFAvrJPN1rDLaf1oCPLz87Zu29C5U3cvLx8B1IVuXS9tE9P+x5++3bN3x1vvTB8yeGT/voPq9YfPVQUN346dm5NTTpJxAQAAAAAAtUTGBQAAAKhfTD83ZCtXLTOZTIMGDuNjQh1ydXW7+aY7Dxzc+8OCr5YsXbhjx+Ybxk8MDAwWAAAAAAAAAGpBKwAAAACgScrPz9u85a9LOnTx8fETQF1rE9P+8cde7NG9T3LKybfeeWnZrz8ZDAYBNEmdO/Xo13eQAAAAAAAAqB3quAAAAABoov5c/ZvRaBw8aLgA6oejo+O14yZ07dLz2++/+GPV8t27t98w/rawsEgBNDGdO3UXAAAAAAAAtUYdFwAAAABNUWFR4YZNa9u17RjgHySA+hQZ0XLqlOcH9B+SlZ3x7gevLVz0TVlZmQAAAAAAAADwL5FxAQAAANAU/bn6N4OhYghFXHBB6PX6kcPHPvLQUwEBQRs2rnntzWlxhw4IoMlISUk6lnhUAAAAAAAA1A4ZFwAAAABNTklJ8V/r/2wd3TY4OFQAF0pwUMjkh58ZduXooqLCTz59Z963n8mGAJqApct//GruLAEAAAAAAFA7egEAAAAATczqtSsMhorBFHHBBafVai8fOLRDh87ffDdnx84tcYcOjBp5bZfOPQQAAAAAAACAf7LsGQAAABAASURBVEIdFwAAAABNS1lZ6dp1f0S1iA4PayGAi8HXx//B+6aOHXODwVDxzXefz5r9dm5ujgAAAAAAAABwXtRxAQAAANC0rF33R3l52aDLhwng4tFoNL0u7d+ubcdvv59z6PDB12c8O3zo1bJH9gvA5kya+IAAAAAAAACoNeq4AAAAAGhCyspKV69dERQU0jKqtQAuNnf3Znfd8fCN19+u19v9+NO3737wWkZmmgAAAAAAAABwNmRcAAAAADQh6zesLi0tGXrFKAE0GJ07dX/8fy/K7fHjCW++9cLKP5aZTCYBAAAAAAAA4O/IuAAAAABoKioqylev+T0oKKRNTHsBNCTOTs43Xn/7nZMecnFxXf7bzzPefjEp+YQAbMXS5Yu+/HqWAAAAAAAAqB0yLgAAAACaivUb1xQVFw0ZNFwADVJ0qzZTp7zQu9eA1NTkme9MX7xkgcFgEEDjl5JyMvH4UQEAAAAAAFA7ZFwAAAAANAkGg2HVquX+foHt2nYUQEPl4OBw9ejrH7xvqreX7+q1K15789mjCYcFAAAAAAAAADIuAAAAAJqITZvXFRUXDbp8mEajEUDDFhYW+djkZ+XXNS8v54OP3vxhwdclJSUCaLSGD7365pvuEgAAAAAAALWjFwAAAABg6wwGw8pVy7y9fTte0lUAjYFerx96xajOHbvP/ebTzVv+2r9/93XX3tImpr0AGqHAwGABAAAAAABQa9RxAQAAAGD7tm3fWFCQP+jyYVotfwhCY+LvH/jow0+PHDGuvKLssznvf/n1rMLCAgEAAAAAAAA0SdRxAQAAAGDjjEbjij+Wenh4dunUQwCNjUajGdBvcIf2nb/59vM9e3fEx8eOHHlN9669BNB4bN+xuaiosF/fywUAAAAAAEAt8J8wAgAAALBx23duzs3NufyyoTqdTgCNk5en9/33PnbtuAlms/n7H778cNaM7JwsATQSW7auX7/hTwEAAAAAAFA7ZFwAAAAA2DKTybTyj2Vubu7du/UWQCPXo3ufqf97IaZ1uyNHDr0x47m1f/1hNpsF0OAZTUYtKUMAAAAAAFBrZFwAAAAA2LKdu7ZmZWUMvOxKvZ6lWmEL3FzdJ018YMKNd9jbO/z8yw/vf/h6Rma6ABq2oMDmYaGRAgAAAAAAoHb4l7wAAAAAbJbZbP5txWIXZ5dLe/QVgA3peEnXVq3a/PzL99u2b3rzreevGHLVZf2HaDQaATRIV4++XgAAAAAAANQadVwAAAAA2KzYuP1ZWRkD+g+xs7MXgG1xdnK+/rrbJk18wNnZZemyH99+9+XU1GQBAAAAAAAA2C4yLgAAAABs1l/rV+l0+p4UcYHtimndbuqUF3p073My6fhb77y0YuVSo9EoAAAAAAAAAFtExgUAAACAbcrKyoiN29+5YzdnZxcB2C5HR8drx024565HXV3df/39l5nvvpycfEIADcm05yd/8dXHAgAAAAAAoHbIuAAAAACwTX+t/1Nu+/YZKIAmIKpF9NQpz/fuNSAl5eTMd19e/tvPFHRBw1FUVOjo4CgAAAAAAABqh4wLAAAAABtUXl6+eetfYaERwcGhAmgaHBwcrh59/f33Pubp6b3yj2Uz3n7xxMlEAVxs8oIstw6OZFwAAAAAAEBtkXEBAAAAYIN27NxcVlbWu9dlAmhiIsKjHnv02f59B6Wnp77z3iuLly6sqKgQwMVjb2//3DNvDOg3RAAAAAAAANSOXgAAAABoSjQa4egsbF5Ei+DJkydHRrSUx9uIlBQJ4D9wcvn7XWF33fhrRo0ekZqWUlFRnp13PMA/yNHRSTQe/BZsjJubuwAAAAAAAKg1Mi4AAABA06LVCl0T+HNAixaRAmgyzvqjdnF1auHKDwEAAAAAAAC2g7WKAAAAAAAAUF+OJsR/+/2ctPRUAQAAAAAAUDtkXAAAAAAAAFBfMjJSt23fVFJSLAAAAAAAAGqHtYoAAAAAAABQX4qKCuXW1dVNAAAAAAAA1A4ZFwAAAAAAANSXkJDwIYNHNHP3EAAAAAAAALVDxgUAAAAAAAD1pWVUa3kTAAAAAAAAtUbGBQAAAAAAAAAAAAAAAA2dVgAAAABoYkpLSzUaja+v7/mHPfvss3LYW2+9Jep6zxfYL7/8It/VbbfdZu3Ztm3byJEjCwsL1bsGg0EO8PD4d+to9OjRQz7ryJEj6t2BAwfKu3LPAmg8/tuXv/60atVKvp/MzEwBG7J5y1+JxxMEAAAAAABArVHHBQAAAECTM3LkyNTUVAEAqGdms3nBj/M6dewWFhohAAAAAAAAaoeMCwAAAICzu/XWWy+77LIWLVoIW6fT6f7880+5FbUwY8aMvLy86OhoATQedfLlB86joCDfZDJ5efkIAAAAAACAWiPjAgAAAODsIixEE6DRaAYMGCBqp1OnTgJobOrkyw+cR1l5mZent0czTwEAAAAAAFBrWgEAAACgqSovL3/jjTcuv/xyDw+Pyy677Nlnn83NzbU+Ku/K+e+33nrL2mMwGD788EM5I+7p6dmnT59XXnlF9rRp00Y+/V/t+UxPPfWUfK1169Z9+eWXo0aN8vX17dKly8MPP1xQUCAf/eGHH0aMGOHl5dW2bdsXX3yxoqLC+sTu3bvLJ8bHx1ffm9yJ7Lz//vvPfKF58+bJh9SFitzc3GTbYCEb1qP47bff5F35nrds2XLzzTeHhIRERkbKxtatW8W5DRw4UD5r27Zt1TsXLFhw4403yqe3bNnylltuWbVqVfVHly5dKp/y+uuvL1myRB5vq1at5HkTwH/Sr18/e3v74uJi+cOU30b5I+3fv/+bb74pHzKZTLKzb9++7u7uPXr0+P77763POu3LL2VmZj755JOXXnqpHNyxY0f5vV20aFH1F/rHAarzf/lVy5cvHz16tPy9y/1MmTKFFcRskq+P31NPvNyzR18BAAAAAABQa9RxAQAAAJooORferVu3PXv2BAcHN2/efLXFpk2bfvvtt7OON5vNN910k5wd12q1nTp1SktLk/Pcct5a7qeWe7Z699135by4k5NTmzZtdu7cuWPHjsTERDlb/+CDD8r9yJnybdu2TZs2TZ3FF/9J+/btX3jhhTfeeKOgoODpp5+2t7eXh2Mymc4cuX79evkql1xyyQ033HD06NF58+YtXLjwl19+ufzyy2vyQiUlJVddddXKlStlWx6OPKi5c+d+9dVXEydO/Oyzz9QxGo1GbuVhyneiBnfkSRZALciv688//+zn5+fv77/WQn69d+3a9e2338ovc0BAwJYtW8aPH+/u7j506NAzn24wGK688srt27f7+PjI7216evpXFnfeeeesWbNqMkDU7MsvzZ49Wz5LNqKiovR6/cyZM+WbLCsrEwAAAAAAAMA5UMcFAAAAaKKKLdasWXPixIl9+/aplRh+//332NjYs46fM2fO999/L2es9+/fv23btsOHD8vBcu48MTGxlnu2WrBgwfPPP5+RkSH3v379ent7+59++ul///ufnLOXu9q8efOePXuEJQojJ9rFf9KhQ4dnnnnGxcVFtqdOnSrbWu3Z/1j0xx9/yLn8DRs2vPbaa/Pnz5fz8fKgbr/9djl/X5MXmjFjhpzjHzhw4NGjR61nrGfPnp9//vnChQvVMWqiRZ7Vyy67TJ6oTZs22dnZCeC/qqioWLVqlfwdJScny5+b/BIKy/d8x44de/fulb/WQ4cOffTRR8LyIzrrHpYvX759+/bbbrtN/gzlF1J+e+VPICAg4JNPPpFf0ZoMEDX78suHHnroIXd39yVLlshH5ZgDBw54eHhkZWUJAAAAAAAA4BzIuAAAAABN11tvvdWvXz+1msjo0aMHDRokG7t37z7rYHVS/LPPPmvdurXaM3jw4Oeff772e7bq1avXtGnT1ACKnBFXK6bccccdV111lTqgbdu2bdq0KS4uPnnypKhn9vb277//vjV0MnHixBEjRiQmJp51WZbTFBYWvv7663IPc+fOjYiIUDsjIyPVeMGLL75YfbCzs/O3334rD61Hjx7nCtwANXT//fePHTtWp9PJ9kMPPeTk5CQsX7l27dqpA0aOHCm3R44cOevTjx49Krfqb1B16aWXyl/9V1995ePjU5MBNfzyf/zxxyUlJY888sjw4cPVnujoaPlEAZvz2Zz3Z3/2rgAAAAAAAKgL/PtTAAAAoOk6bdmd9u3by21ubu6ZI5OSknbv3h0cHNyzZ8/q/ddee20t91xd//79q9/19/cXllxL9U5fX1+5zczMFPVs2LBhoaGh1XvGjBkjt2vWrPnH5x44cKCgoKBTp06BgYHV+zt27CjfvzyT1Rdk6datm5eXlwDqQr9+/axtnU6nfgOtARdR9QtKT08/69MHDx4st++///5VV131+eefx8XFCctvYcKECQEBATUZUMMv/59//im3o0aNqj5G7sfPz0/AtiSnnDQajQIAAAAAAKAukHEBAAAAmihPT09nZ+fqPWrNkrNORiYkJMhtSEjIaf0+Pj5ubm612XN13t7e1e+qtSjU4hBWF6zSibUEhVXz5s3l9tixY//43MOHD8vt5s2bNWfIyMiQDx08eNA6WM0cAHXirD+i6t+x8/+C2rRpM3PmTDlm8eLFt99+e+vWrWNiYqZPn56Xl1fDATX88qu/o+Dg4OqvLsec+btDo1ZWVpabmxMQECQAAAAAAADqgl4AAAAAaJLUye8acnBwkFuz2VyTwf9qz9VZFwaqpTqpGXCuo6jJSVAXaQoJCYmOjv7HwXo9fy5Dnan9j+jhhx8eNWrUvHnz4uLiDh8+vHv37qeffvqzzz5btmyZuk7Z+QfU8MuvDlO31Z2ZmUOjJv+/Y9pTrwkAAAAAAIA6wr9LBQAAAPDP1OnqEydOnNafk5NTUFDQrFkzcZGoSRSDwVC9My0tTdRaSkrKaT0nT54UVdVczi8yMlJu5Xz/77//LoDGJiIi4umnn1bbWVlZ48aNW7169fTp07/++ut/HFDDL39QUFBGRkZiYuJpdYxqUicJjUuzZh4CAAAAAACgjrBWEQAAAIB/5u7uftlllyUnJ2/YsKF6/8KFC8VF5ejoKM6YF5fT7ed/1pnVI860cuXK/Pz86j3ffvut3F555ZX/+NwuXbpERERs3LgxKSmper86oy8fLS4uFkDDM3Xq1MDAwOXLl1t7vL291TiL+iv7xwE1/PL369dPbhcsWFB9zI4dO+Lj4wUAAAAAAABwDmRcAAAAANTIww8/LLd33HFHbGys2rNq1apnnnlG1CwyUk9atWolt6+88kpqaqpsFBYWTp8+/R+rpzg7O8vt0aNHzzMmLS3t1ltvLSgoEJbFj5577rmVK1d269bt6quvFv/Ezs7u0UcflW/mzjvvVPcg5ebmTpgwITMzU+5EfQNAQ9OpUyf5U3r++edzcnLUHoPBMHfuXNlo06ZNTQbU8Ms/ceJEuX333XfV6Jh05MiR22+/XcC2LPv1p99Nsz/IAAAQAElEQVRWLBYAAAAAAAB1hLWKAAAAANTIyJEj77jjjtmzZ7dt27Zjx45FRUVxcXFyVltOeLu5uYmLZMqUKUuWLFm7dm1wcHCXLl12794tO19++eUnn3zyPM9q2bKlnFDv27dvSEjIypUrfXx8zhzTokWLX3/9NSAgQB6sPNKsrKygoKAvvvhCr6/RH6PkbP28efOWLVvWoUOHqKgo2bN///6UlJTu3bvPmDFDAA3S+PHjFy5cuGDBgpiYmPbt2wvLCmXy+x8WFqYG2v5xgKjZl1/+rF599dXHH3/8hhtueOKJJ/z9/bdt2yb3KZ+yZ88eAVuxfccmf79AAQAAAAAAUEeo4wIAAACgRjQazSeffPLFF1+MGDEiMTGxrKzsxhtvXLJkiXzI09NTXCQtW7bcuXPn5MmT5XT78ePHR48e/fvvv48cOfL8z5IT7XI2PT8/Xz4lLS3trGM6deq0fv36q6666vDhw3IC/uGHH964caNaqaImnJyc1q5d+/TTT8uTs2vXLjl/HxYWJl/3zz//dHFxEUBD9c0333z44YdRUVH79u3bvXt3eHj4Sy+9tGPHjubNm9dwQA2//FOnTl23bt0NN9xQUVFRUFBw7733ygF+fn4CtqKkpCQ3NycwIFgAAAAAAADUEY3ZbBYAAABoGNR/NjOZTEaj0WAwlJeXL1tYunG18PLWPfa8rwDqgk4nnFzFf7B///7AwEAvL6/qnX/99Vffvn1vvPFGdbES2/Dbb79deeWV48aNmz9/vriwCvME8B+4NhM2ht+CDSgpKflr/armzcNiWrcTwIWyblXRsh8LdHrTpMnZTk5Ojo6ODhZ2dnZ6vV6r1WosBAAAAACgcaKOCwAAAIAaeeSRR7y9vdXCLaqKioqnn35aNsaMGSMAAKjGyclp8KDhBFwAAAAAAEAdqtFC8gAAAABwxx13rFixYsyYMT169JAzl7Jn7969aWlpDz744NixYwUAAAAAAAAAAPWJOi4AAAAAauSaa675448/rr/++vz8/E2bNh07dmzgwIG///77O++8IwAA+LuNm9aeOJkoAAAAAAAA6g51XAAAAADU1EALYeuuuOIKs9ksAAD/VWFR4YIf5w3oPySkeZgAAAAAAACoI2RcAAAAAAAAUJeOJcTLbUR4CwEAAAAAAFB3yLgAAAAAAACgLun0en//wKDAEAEAAAAAAFB3yLgAAAAAAACgLsW0bidvAgAAAAAAoE6RcQEAAAAAAAAAAAAAAEBDR8YFAAAAaFpMJmGoEDbjaMLh8vLy1tFtBdCENZYfdUVF+YmTx4uKCnQ6XXBQaLNmHgK2qKi4qLS0xNvLRwAAAAAAANQpMi4AAABA02I2i9JiYTO+/+4Ho8k45REyLmjSGs+P2j7IP2rDxjWLly4oLy/v3Kn7mNHXOzs5C9iWLVvXL1m68H+Tn/P3DxQAAAAAAAB1h4wLAAAAgEasrKzUxdVNAGg8el3aP7pVm3nffb5j55bDh2NvvH5iy5YxAjYkPj7Wzc2dgAsAAAAAAKhzWgEAAAAAjVZZeZmjg6MA0Kh4e/s+cO//hg8dU1xS9PHstxcu+qa8vFzAVqSkJkVGtBQAAAAAAAB1jTouAAAAABqxsrJSR0cnAaCx0Wg0Ay+7MqZ1+7nffrph45rYuP03jp8YHt5CoPGb9tRr+fl5AgAAAAAAoK5RxwUAAABAI1ZWVuZAHReg0QoMDH70oacvHzg0Jyfr/Y/eWLx0ocFgEGj83N2bCQAAAAAAgLpGxgUAAABAY1VaWiq3rFUENGo6nW7YlaMfvP9xby/f1Wt+n/H2iykpSQKNVl5ergAAAAAAAKgfZFwAAAAANFZlZZaMC2sVAY1faEj4lEen9el9WXp66sx3p6/8Y5nJZBJobAoK8l+YPnXFyqUCAAAAAACgHpBxAQAAANBYlVoyLvYODgJA42dnZzdm1Pi773jYxcVt+W8/v/v+qxmZaQKNStyhA3IbFBQiAAAAAAAA6gEZFwAAAACNldFgkFt7O3sBwFa0bBnzv8nPdenc48TJxFdfn7Z23R8CjUf8kVidTtcyqrUAAAAAAACoB2RcAAAAADRWZvkXAJvj5OR0w/iJE2+919XF7efFP3zw0Zv5BXkCjcHVo2+Y/PAz9vZEDwEAAAAAQL0g4wIAAAAAABqctm0ueWzys23bXnI04fDrbzy7e892gQbP3t7e3z9QAAAAAAAA1A8yLgAAAAAAoCFydXWbeMu9115zs8ls+mruJ99893lZWZkAAAAAAABAU0XGBQAAAAAANFw9uvWe8uizYWGR23dsfmPGc8eOHRFokN774LUVK5cKAAAAAACAekPGBQAAAAAANGhent4P3Pu/4UPH5Bfkvf/RG8t+/cloNAo0JNnZWccSj5aVU2gHAAAAAADUIzIuAAAAAACgodNoNAMvu/KRB5/y9fX/Y9Xyt997JSMzTaDB2LV7q9y2b9dJAAAAAAAA1BsyLgAAAAAAoHEIDAye/PAzA/oNTkk5+dbbL23YuEagYbi0Z/8br789LDRCAAAAAAAA1BsyLgAAAAAAoNHQ6/UjR4y7565HHR2dFy765pNP3y0ozBe42JycnDp36i4AAAAAAADqk14AAAAAQANWVFT42pvPyu25BshJbnk760NyFjyqRbQAYHNaRLb63+Tnfvrlu23bN73+5nM3Xj+xdXQ7AQAAAAAAAJtGHRcAAAAADZqLi+uVQ64S/163rpcScAFsmJOT0/XX3Tbx1ntle/Zn781fOLe8vLzmT1+8ZIFAHflq7ifnyhoCAAAAAADUITIuAAAAABq6nj36hjQP+1dPcXFxHTl8nABg69q2ueR/U56LbtV20+Z1b7z1fFLS8Zo8a8myH1evXZGenipQawaDYd/+XcXFRQIAAAAAAKCekXEBAAAA0NBptdqxV9+o0Whq/pQrh1zl4uIqADQBbq7ud056cNzVNxYW5r/93isrVi41mUznf8rqNb/L7Zp1KwVq7dDhg0ajsV3bjgIAAAAAAKCekXEBAAAA0AiENA/r0/uymg/u2aOvANCUXNqz35RHpgUHhfz6+y/vvv9qdk7WuUY+/9L/zGazbOzYubmI6iO15ucXcPXo61tHtxMAAAAAAAD1jIwLAAAAgMbhyiGjalKaRaPRjL36Rq2WP+wATY63t++D9z9+5ZCrklNOvvnW81u2bThzzNfzZufn56nt8vLyzZvXCdSOj7dv714DnJycBAAAAAAAQD3jX/sCAAAAaBwcHR1HDB/7j8P69L4spHmYANAkabXawYOGP3T/426uzb7/4cvP5nxQUlJcfcCu3duq3/1rw59Go1EAAAAAAACgMSDjAgAAAKDR6N61V1SL6PMMcHFxvXLIKAGgaQsODp3y6LS+fQYeOLjntTeePXz4oNr/zLOPnDYyLy93z94dAv/V5i1/rVm3UgAAAAAAAFwQZFwAAAAANCZXj7lBr9ef69ERw8c6OjoKAE2enZ3d6Kuuu/uOh2X749lv//TL97Nmv13895ouqnV//SHwX61Zt5ITCAAAAAAALhgyLgAAAAAaE3+/gL59Lj/rQ1Etort37SUAoErLljH/e+z5Th27rftr1aGqai6nSTyecCzxqMC/l52dlZaW0vGSbgIAAAAAAOCCIOMCAAAAoJEZNHCYh4fnaZ16vf7qMTcIAPg7Zyfnm26YpNWe71+AUInkv9HpdAP6D+l4SVcBAAAAAABwQZBxAQAAANDIODo6jhk1/rTOvn0u9/cLEABwhjdnvmAymc4zYM/eHbm5OQL/UrNmHiOHj20eHCoAAAAAAAAuCDIuAAAAABqfdm07RrdqY73r4eE5aOAwAQBnk5KSdP4BJpPprw1/CgAAAAAAADRsZFwAAAAANEqjrrpOr9er7TGjxjs6OgoAOMOUqXfXZNjmzevKy8sFamzvvp0r/1hWVlYmAAAAAAAALhQyLgAAAAAaJX+/gIGXXSkbbdte0q5tRwEAZ3j51afMZnNNRhaXFG/bvlGgxjZtXvfnmt90Op0AAAAAAAC4UMi4AAAAAGisLr9saGBg8JirxgsAOMN3P3yRlZ1Z8/Hr1q+qYSAGJSUlcYcOxLRub62nBQAAAAAAcAGQcQEAAADQWMm51SmPTPP09BIAcIat2/5dXZb09NT9B3YL1IBZmAddPqx7t94CAAAAAADgAuK/tgEAAEBDxH9JD6D+aDQa0WQ02cvp7M/e9fH2LSktKSkpNplMNXzWn6t/a9vmEoF/4uTodMXgkYL/v26SmtQlFAAAAADQ0JBxAQAAQANSfaqMaTMA9UHOzlovL7Y6U3vm9bMJXlEnTXzA2i4rKyspKZa30tLiktJStW25qyRg1BxMaZnsKUnPSE08fjQ0JEIAOIN6zax+PSHvAgAAAAC4wMi4AAAAoKGwTpmoDbOFcl9D3gVArSizsObKhryeqJOy1du25Mxr6Wn9TZCdopm7e7Majq953ZemKSs7Mzs7s2VUa4GmxBoQtF5CheXCQswFAAAAAHAhkXEBAABAg1A912LJtpg11e4KyroA+K+qT8cqW2WeVmOTMZfqcZbKi6eaEeQqijq1Y+emv9b/ec+dj/r5BQg0GZWXSstlVJiV/1URcwEAAAAAXEhkXAAAAHDxVQ+4fLt//XPrfqy+mMhpwwDgX7FOvspryKiWnV8ZcJ0yK6vVasxyo7W9CVp5OOVpyVkrf7JGW8yisnHWSyvwb5Xt3NLFZDKtXJQq0CT8rQKW0Phdf5fSIzRaoRW2WxMLAAAAANAwkXEBAABAQ6FOxBZVlKcV5QsAqAc5JYVGo0Gj1erkHa3Wuu6GDUzQVg8LlqadTP3mYwHUjxDLNiN+n0CT5H3NRI1Op9VoTVphq2FBAAAAAECDRcYFAAAAF9nfVykymU0mAQD1Q15lDIYKnV75s7BOCJNShUBrS2sVqZdRISqLtdi5N5PzzwIAas1YXm4sLpKNCnkVldcane60sKAAAAAAAKD+kXEBAABAg6AWcTFJ5qqMi5ODiGwuAKD2UjNFVp78X6PJaDAalB6dMiOrM2vMlsuPbRRxqWyYzUajUb3bYfpM5+ZhAgBqLXXF0sMfviUbBkOFcl9z6iqqXkIp5QIAAAAAuADIuAAAAODiq5ydVedmq2ZqhV4nvD0EANRebtUKaGazwajOzirLbJg1Wo3W+ogtJF3UsOCpCykA1DUl46KxJFws/6PVkWsBAAAAAFw4ZFwAAADQIFQtVcRaRQDqkbzEyNlZrUZrNutMJpNGY9JotdYiBI2aNSwoj9Fs5kIKoL4YjBXyyimZ5N/y+kkFFwAAAADABcSy3AAAAGgYNFUxF8oPAKg3yoJoRqPyt9yaTWahVI8StqLyEsqFFEB9MhoN8iYvpCYL/vkNAAAAAHAhkXEBAABAg6BOjSjzzfxnwADqj9lstARchLDZGVlLSSzquACoLyZLRtCSbjERqgMAAAAAXGBkXAAAANBQmAX/HTCATkjjjwAAEABJREFU+qVcZ0xK+RZloSJxqnyUjVx5rAWxBBdSAPXFaDKaqyq4CAAAAAAALiy9AAAAAC425kgAXDDmqgoucmtjdaMqr6UaodFQEQtAfalcokhUXkj5pzgAAAAAwIVExgUAAAANCDMlAOqbpcqJLS9UJAgOAqhPGsvfmtO7AAAAAAC4EMi4AAAAAACaiqYQ/iAsCKBeVa+GRboFAAAAAHCBkXEBAAAAAAAAAAAAAABAQ0fGBQAAAAAAAAAAAAAAAA0dGRcAAAAAAAAAAAAAAAA0dGRcAAAAAAAAAAAAAAAA0NCRcQEAAAAAAAAAAAAAAEBDR8YFAAAAAAAAAAAAAAAADR0ZFwAAAAAAAAAAAAAAADR0ZFwAAAAAAAAAAAAAAADQ0JFxAQAAAAAAAAAAAAAAQENHxgUAAAAAAAAAAAAAAAANHRkXAAAAAAAAAAAAAAAANHRkXAAAAAAAAAAAAAAAANDQkXEBAAAAzsZsthNGrTCJ/8oktBVCKzRaAQAAAAAAAAAAao2MCwAAAHA6V3PJZab97U0ntMIs/hOz2VxcYjxk8lnj3qNQ5yIAAAAAAAAAAEDtkHEBAAAATudrymtlStYK4ah3cbZvptfaaTRag6kiq+hkDfeg0Wjs7TThhan7yrMLHZ3lfQEAAAAAAAAAAGqBjAsAAABwOp1G2AmTs51bULNWep2dyWwsrSgylOf+4xPtdc6uDp6FZdnlxhKNQv4Dt1EoxWDIuAAAAAAAAAAAUCtkXAAAAICzc3Hw0Gl1BmNFbklqfmlWubH0/OOd7Nx6h18T3Cw6pyT1t7hPDIYCAQAAAAAAAAAA6ggZFwAAAODs9Fp7ITRZRSdzS9LMSi2Wf9C1+fAeYaP1WrtQc7sTufu3Jv56nsHj/FvM73jlP+7zpSPbnonf/HhE51daXSrv/pp5fOj2xeKCSL3sNn97Z9novXnhhtxUURduCmw12j+ylYtHC6dmOYayA4XZ63NS3jy2s8hoEPWshZP7Uy269vIIbO7oEluUuyLz+A+p8Tt6XScfyjWUef7xqWiQJjVvM7vtZbKxJS+tx6YFizsPH+EbvjDtyLhdv/7bXb0b0/eB0A7/OGzQ1p//yD6pvpC8+8zhzS8d3SaA+rHg6af3LFt25aOP9rrpJrUnPy1t7Zw5rfv3j7r0UnFBmM3m/StWHFq//urnn6/hU+SbnDFs2OAHH+xzyy3i3/v6/vsPb9hwWqedg4NPRIR3WFhAy5ZdRo928fIS/1Jxbu7q2bOPbd+ek5QU3KZN34kTv7znnpgBA65/6y1xkbwzenTW8eOP//GHs6envDvnzjsTtm276+uvg9u2FQAAAAAAAP8JGRcAAADg7DQajdFUkVNSo3hHlHfXAVE3aTU69a7RZBKoxlVn915Mv1uDW1t7nHX6YAeXwd4htzdv80jsXwvTjoh646LTr+1xdZCDi3q3i7tvUmmhaIS252eM8A2/1CNAADbq17ff3vfbby179xYXSvqRIz88/nhIh39OgFm5+/sHxcTErV373zIuKv+oKFdvb+tdk8GQfvRoSmysPPwt8+ffPXdu9Udr4vvHHkvYvt3B1dW/ZUuNVisAAAAAAABsERkXAAAA4OwqjOW5hvSajAz1aHt1h6lqwMVkNsWmb9ifuub8T8muKN2Sl2a929zRVU1g5BvKY4tyrP0nG2cU40x/dBvVvZm/2i40Vhwpzmvh3MxVZyfvhji6zuswOHlr0cY6qhZzpks9AtTTW2SsmH3ygGz8mXVSNEKrsk4+26KbPJZ2rl77CrP/1XMTSwqqf+XauHqp519+x5LLiqz9eYYyAeCftOjZc92cOaUFBY5ubuI/6X3TTR2vuuq0zoRt23556aWs48fXfPrp8KlTRY0ZysoStm/XOzhMXrpUfUsleXm3ffKJc7NmosG48tFHSwsLfcLDBQAAAAAAwH9FxgUAAAA4u/zSDKPpn9fQ8XMNGxA1wcnOVVjWvDiZe/CPw18YzRXnf9aq7KQemxZY71rXkdldkNlvyyLRAAT8OUfUkYfDLlEDLgaz6bn4LdOPbpdtrRB3hbSb0bq3k1bvoNW907pv903zRf3wtnNUG0eK8x+J/cvar/ntA9GobMhNyTOUN9PbD/IO+bcZlxnHdsmb9e62S6/t4u4rG3OT4544vEkA+Dei+/Vb+/nn8Rs2tLviClF3Irp2veKRR7555JF9K1b824yL3Dp7eFgzN07Nmsm9iYYksHVrAQAAAAAAUDtkXAAAAICzKzMUy62rvWdws+is4qSsoiSzOH0FIme7Zj1CR4c0i1HvZhcnbzi2IKc4RdQbLzuHl1r27O8ZFOTosjE39ZMT+39KT6g+wNfO8fHILv28gmJcPI+W5G/NS3/5yLYjJfnVx/T2CJBj2rl6Bzg4l5oMx0sKt+SlfXh8786CTOuY1Mtu87d3VgZvXrihqsLKhKDou0LaRji5+9k7ZVWUJpYU/JF18p3E3WnlJed6w4EOzs+0qJxnfT1hpxpwkeSp/OjEvnKT8dN2A7MrSuVNvvOMilLrE+VrXRsQ1dHNx8feaX9h9ra89FcTth8rKbAO6OURsL7HWNlYmXVi6PbF01v2HOjdPNrFc29B1o9pR6x5DsOQe3Uajdru4OZtvuI+2Qhb86W3neOOXtfJdq6hzPOPT2XDXWeXN+hO2ThcnPvgwXUzW/eRRyoPc3Lsenmi5F350EtHts1LiXumRbdeHoEuOv26nOR3EveszUke7B1yd0jbfl7BZSajfKsvHtm6PT+j+nm42j/y5qDW3Zr52Wt1O/MzFqcnvHd872nnSp6BZ6K6DfAKDnN025SX9kbCjtMGGMzmrXlpg7xD+ngGvp2429qfc/kkD71DgbHCfeUndzRvc31gqy7uvidLC3/POvFc/JY8Q7mohQ6u3k+16CpfsdxkWp+b8urR7afFa2rylQP+UV5q6oxhw9T2vIcekttbPvqoRY8eas++FSsO/vnnyT17NDpdyCWXdBoxIrJ7d+tz49atk08Z8tBDPhERf378cXlxcau+fYdOniwfyj5xYvuiRSlxcSmxsWaz2d3fP/SSSwbdd5+aBfll+vRtCxfKxok9e6Z17hzRtettn3yi7rMoO3vjN98c37UrNT4+KDo6olu3ntdf7+BSueRZ8/btnT084jdtqp5xWfn++2s//1zuQavXb/n+e7lPO0dHeQi9brrJIyhI1IxX8+ZyW5yTYzIY5H7UTkNZ2daFC49u3nxi716PwMCwzp17XHedOlKafeut8rVkIz8tTR6FbDywcGF+evqX99wTM2DA9W+9JXsOb9jw9f33D7z77s6jRq2dMydx587i3Fx5vF3GjDkzCnP+s30uh/76a/vChYm7d7v7+UX26NFnwoTTBsy5886Ebdvu+vrr4LZt1Z7S/PxtP/6YtH+//IAKs7Ob+fv7RkQMuv/+02q9yM93+48/nty3T35qUT179p806Y+PPpIfnLor+XG/1KdPdN++gx98UH4EclhYp04jHn/cxcvLZDTuWbbsyNataYcPZx075urjI89e75tvbtWnT+WJLS19oVevlr16jXzqqY3z5h3bsSMnOTm0Q4euY8e27t9fnqI/Z806tn17fmZmcOvWcv//GNNJPXRo1UcfpR85UpST07xdu3D5SY0fX73Yj/ywUuPi/rdixYr33tu/cmVAq1YD7rxTvmEBAAAAAABqhowLAAAAcE5aobupy3Qv56Di8rzvd7+Ykh9f/VGdRt82oF+HoIF6rb1QMjElW44vPpSx5cwoTF0JdnTZeum1kU7u6t2hPmHydsf+Pz+1rL8jDfcNm9thsIfeQb3b3tVb3q4JiLpn/+p5KYfUzluCWs9pf7mmap+OWp2Hm0MHN2XYkG0/b8k75/JMs9teNql5G+tdf3tneevezP8qv4i+m3/MOccaN6P8IrwsZVTyDeWvVAVcrL5Mjt1VkHlaHESv0czrMOTagChrTxd3X3m7PrDlo7F/fZZ08LSdOOn0K7qOGuAVrN7t5REgb/Lpl25a8N8+CXe9vTyNavWXIAeXrXlpI/0i1Icu9Qh4MKyDHKDevdq/xTDf8E9O7Jed1qcH+0XIYd03zk8srUzk/Nhx6Bj/SOuAwd4h8ib3OX73b9kVleetj0fgos7DfKpKzgzxDhnoFfx75onT3tv63NRB3iFy/2d9529G954c3lFtt3H1krcbA1v12/JjbFGu+E/kWf1fZGc3y6pGUriT20jf8AFbFlnjUDX5ygE14ejqOvDuuw+sWpV66NAlw4d7h4R4Bis/6orS0m8eeeTI5s2y7RsRYefouGfp0t1LlnQaNWrMs8+qz1UvaMkHD6784AOTQam/VZStJLG2zp+/9I031LBIcJs22SdOpMbFpVryLrd/9plWp2vVp49Or9/8/fcegYGdR41q5l+5pNq+33//+cUXy4qKHFxd/aOikuPijm7dumX+/Oteey20o/IT02g0Ub16JWzdajabNRpN9QNJ2L59w1dfyREBrVplHDu26bvvdv/666RPP/WNjKzJeTi8fr3cBsXEWAMu6UeOfPPoo/LN6+zsglq3LszO3jhv3taFC4c++mi3cePkAPnOI7p2Xfv55/Ld9r7pJtnj4uGRn36Wi3l+RsYX99wjdyXPRrm9/Z7ly+Vt3PTpHYYOVQfU5Gyf1fYff/z5pZdkwyskRJ7YjXPn7v31V0PF+UqaHd+167vHHivMyhJqiReNJiMhQd6O7dhx97x58hNRh8lPZ+lrrwlL+sfB2VnejVu3zrN6Zshy/suKi+c99FBOcrJsn9i719nTU34H5j74YNIB5f8f3Xx9fSIi0g4fzklKSti27fqZM2P697fuoLy4+LPbb89LTZWHrNPpDv31V/zGjde98caqDz/MTEwMjI6WLxC/adPJ/fsfWrTIxcvrXEe0Z9myhc88I78Szh4e/i1bypeWZ3LzDz+Mef75lr16Vb1ZjUar/XHatIOrV8u7csCIxx8XAAAAAACgxsi4AAAAAOfk7xYhb7LRzMmvjX/f0zIuIZ5tBkRNUAMuck4rLn3j9pPL6i/gIiwBgpyKsh/TjuQbKgb7hAQ7KBUFprXopmZcHLW6d2P6qWmDYyUFq7OTWro0u9QjwE1n92Gb/iuzTqjVVqZFdZPTdaUm48xjuw4UZjezcxjr3+Iyr+BmevtXW/UauPWns750pJO7GnA5WpL/+ckDR4rzQ51c72zetoVzs7auXo+Gd3wmfvNZnxjmWPnfrx8vLSw0nj7faTCbTwu4SK+16mUNuPyVk3KwKLufZ3C0i4e73v6TdpcdLMqx1pVR9fYILDMZf808fry0QLbl+5Gd3Zv59/QIkCPfSdwt3+QoS0glrbz425TDslFgqLAuYHQmtYCNPEV5hrKUsuLqJUku926eWVH6fephvUYr9ym38rQ/GNYhq6L0t8zj8hxe6ROm02j87J0eCOswJU6Zq74vtL0acKkwm+ThJAp/+FYAABAASURBVJUWDvIOCXBwHuwd8nRk10ctY6QP2vRXAy4Gs2lF1onM8tJhvmHydtp7W5V18tkW3YIcXNq5ep1WT0V+0JPDO8pD3leYFe3i2d9TmQP2tXca5x/10tFt4j+Rx5tQkr8w+4i73m6IT6irzk5+Co9Hdrlu92+ixl85oCYcXF0H3HlnekJC6qFD7YYMie7bV+3f8PXXRzZvjuzWbdS0aWrqJfvkyYVPPbXz559b9e7ddtAg2WO2jNz3++9RPXteOXlyWXGx3s6uKDtbDbiMfPLJTiNG6B2V31dqXNxnkyad2LPnxN69YR07tu7fX+5z8/ffu/n6yldXX7EkL2/pa6+VFxdf9dRTnUeP1up08gq/cd68X996a9kbb9z19dcarVYOi+refc+yZSf37g3p0KH6gayeNevye+/tPWGC3sFBPnHhM8/IYWvnzBn74ovnPwPFubk7fvpp5YcfyvalN9xg7V/+5pvZJ070uO46uVu1Iog8IQuffvrXGTPkWXL39+8yZkxpfr6ScXFxsR7FWW1buFCesds//VQNasi7v0yf/scHH8gTLg+zhmf7THLM0jfflK8+7uWX1Q8u89ixbydPzkhIOM+bkcdVmJXVedSoKx56yMnDQ1iSSd9PnXps+/Y9y5f3mzhR3Y887XLPY6dPb92vn+zJOn5cjjm6deupHZmVz18+yysk5OYPPvAOC5PP0mg08pwnHTgQFBMz9qWXfCOU/wsoLymRB7vxm2+2LVhQPeOSuGuXX2SkWhXGWF6+4Omn969c+e2jj8qvx22zZjl7esrP8f/s3QdgFGXex/HZlmx6r6QTamgJJXRUmqKCBUG4U7FgF0VPT1/Ffnqop2c5Cx6cYKOIigrSld4hJIRAIAnpvZKe7O777E6yLGkkIeqC38/t7T07Ozv7zDPjmMv88n++efbZuPXrD33/vdyx5spyc3964w2Vjc31zzwTOXWqWCLOvW2LF//yySffvfjiI6tW2bm4mDprEN04tWfPtAULxPZTDh4UHZYAAAAAAEC7kXEBAAAAWlVanV9dX6FVG6Mkvb1H/nr6c52hXn7L1ynsuj7z7DUNAY6UwpiNiZ/qDHXSb+ymmJ9/LcqUTDPIHB11q2gEah3FI726/N6ACLnEy/7S3Oi938jrPxLU/70+Y53VNs92HzIvYYfUGDop19WtyUvZV5or2p9nnng8NPJoWcF+08sW9XVs+Mv1zOryzzJPZNZUiLboyRg3/7izhQdar/4SZNcwRLk1lVI7dLN1eDR4oNx+8fT+l5KMNzJtFMo1Udde7RmklBQf9BkbtWdlk0/9PXH3u6mx8pqp4+7wtTWGVPo4uO0uyXni5K5bfXvIGZecmsr5J3bKHwmRnNroxtGzBVMO/SjWD7d3bfLWtMNr5ZDNv3uPNnd1esx6+bh81Hfc/YH9RCO0ccefDo2SGzcd+fmn/DOi4aBSx42aFWrn/EBQ/3+diRGDeYN36AAnD8k4hZPhqgPf7yg2TnflY2N3bPRsz/OzOLtLskvra13UNhM8AptkXIRvcpNuiVkvt3+IuvZ6rxDRCHdwkTorr7ZqyJ6VcrGZ+cED3zZN2DTI2VN+t52nHNBptZWVO5YuVWk0N7/6qpOXl7zQPSDgumee+Wj27G3//a9l6kJja3vLa6/JaQmhMDU1cupUraOjXOxE5turV4/Ro49t2HA2r9Wr1t7lyyuKi0fMnj3k5pvlJQqFYuRf/5oeGxu/ebN49Js0SSwMi44Wy5P27m2ScQmIiBh3zz3mD46+/fbYdeuyjh9v8i3fvviieLTYAfFdAxqnbUrevz9p3z7/Pn2mPPmknK0RukdHj73rrnVvvrnjs8+u/fvfpXazsbMT65srkYgd3PLhh8VZWWfz8118fTs02pYOfPNNfXX16PvuMyeTPENCJj32mDznVIv09fVi3Fz9/UV/NNqGq5zoWL8JE84cOiT6Iy/Zt2KFrq7uirlz5YCL4BEUdPMrr3w0a5Zep2uyTTFE4SNGiIZc5cWtW7eIiRPHzJkjB1zk3Y+64YY9X33VvMjN5Pnz5RmUVDY2w2fPFkdZtKc+95y9m5tkOo5i1+LWry9KT29tj3YuXVpdVjbmzjvlgIugVKuvvO++vNOn47dsObB6tWU4ZsSsWYNvvFE05HMJAAAAAAC0n1ICAAAA0IrKutLUoji57W7v7+/cQ267an0m9Ljbw6FhcpycsqR1Jz6sqO3kdDDtd7qyVA5SCLHlhVX6hsCNm6mQRqRzwy3JLYUZ5o98n9fwZ/STPILMGxHPnhrt3uHTs664c+XAyXcF9P0uN+m7vGQ5udKiI43VVsa4+WdcMSdh9Oz/RlzZ19H96+zEjYXprU1UJNirGoL1hoZSCxcwy6+HyjTxxPHyIjngItQa9PfG/6Iz/bG+2M1AraPlR8TSr7ISzWsmVZXKbTeNrdRZH6TFZdVU6iUpsfK8w5pSVWauIpNRXS430qrPmo9LWuNCR9N8Rh4abYCpt9V6nRxwESp09duLjRNqaJWqSZ6BohFu3xBDEduRAy6SsepM1Tc5p5t0rN5gOGCKIo1282ve7e9zk83thMYEjHkioU7YUJBmnk0ppnF+IsfGqYvaecoBnZaXnFxbWenXq5c5ciHz693b3tU1JzGxvubcxadbv37mgIvgERw87bnnJj/2mHlJfkpK3Pr1pdnGf8R0tbWtfWn2iRPiOXTo0CbLw4YNM78rOPv4BA0aJE/rYyl48GDLl86mntdVVzdZzSc8vHt0tHiYp90RG7zivvvmLl169eOPn+tMQoLcGXPARSY+aHz35EmpI8SXOnp4nNc90/RM8jB2aLQtnTlorBRlWRlF6Dl6tIMpINIipVo95amnZr7xhjngUllScmL79rQ4479z6xuPjjy8fa+6qsle+PTo0WSDCoUibMgQyyXDb7115sKF/n36yC/FIUg+cCBh61bR1jWbRCnE4qg5mYbI2dvbcqzksEtVaanUCjF64rnfxIlNlsvBoLykJMuFoaZzCQAAAAAAdAJ1XAAAAIC2xOds7+U9XDSUCuWgbpPTSxO0asex3WeHuDf84X5JVd6WU/8rrMyQfnvpjfkJWZWu3k5p/JFea5pjoru9s7z8mbDB4tHksx42DfcR55/Y8c2ga+ToiZ+t/S2+4beYJgbaVJh+W+ym1iaXyaypWHBq3ys9ouWXvR3cxOPugL46g+HtMzH/d2pPvaHlCEtyZcNEP36mmZUuyFwwpkmRErHv4hFiKo4ywtU33SL8Ua6ry687d/+4vL7h5qVa0flM//FmJVJkWRYxoGp9QxWBjOpzC8VBkRvydw9pTIFolSrD5Ieab1CeF8lc7abJIT5Z0UJwaldJzgSPQDEIzd+y/Lh5Zig5M9Q5qVVnzW3zrtkoVXKjnacc0GlFaWniOePYseejolpcIT8lxa93b7ndPFGh1+mS9u7NjI8Xq505fNhcHUQw6FudV67Q9KVfzZ/fcpcyzl3tu0dH//LJJ2W5uXJSRObk6Wm5vjwHkL7Z1436618HNRb8yDl5cuO7757eu7c4I8M3PPy8zpi+bteyZeIhNZN/5ozUEU36ZuyeKTojd69Do22pOMsY2nP29rZcqFAo3Lp1qygullonDk3Svn3iuKTGxORY5HXko2MwGApTU0XD1a9ppM/V19ccNpLZubiotU2vOaU5Oce3bhXbz4iLS4uN1dfXW27fzNbBQWPxWYXpkJmr3Zh3R2qTPDFT8666mJY0KQDj4OoqAQAAAACATiHjAgAAALQlqyyxtCrPxc54666X9/BNiQ5RAVdH+IxRmcIldbqavanfJhcdlX4XNfrzpmZocstU2eYdOA+NVmn6yM8FaQN3L38qNPJarxB/i9zJRI/AH6KuHbH3m9Zu/L6afHBbcebfQiKv8ggwV/JQKRRPhkbaKJWPNc4B1ERiY0qjt4NbmJ1zclWZ5bt+tvZ7hk/fUpixJjd5XUFqvcFgDlK0QSmdt6e15w9LnUEvXbTWZlaqbem+eJPjYkl1oZyNt42dZLyV2/BS2xgfacPWwowXug8Vx66fo3uTJJBlT+r0XTAOlhvUN6vE085TDug80znm4uvrGRx84XVV5/3jo6ut/eyBB1KPHBFtR0/PwIgI127dAgcMOLljx9G1ay+4tZCoKJVG03y56Iy53X348K0ff5y8b585rSI1hlo6xLdXrxn//OdHs2eLjtWUl89+5x3zW3K0wqdHD8fzIxedo2i7bx0Z7fawdWgr2rjh3/+Wgzs29vaB/fsPnT7dJzxcV1//81tvNXZHobaxqaupaT4tUfPESfNhP/7LLyufekp8VrwV0K/fgGuuEfsV0L//Z/fd12TNFg90R8mdNLQS92zSPaWaX8cBAAAAANBJ/J9qAAAAoC2VdWUpRUcHdTPOPmCrshvfY04Pr2gbtTGXoNPXHcv59WjWFr3hwrGM30F6Vblk+svwF0/vN8/y06LTlaX3xv8qGj3sXaZ4BV/vFTreI0C8HObic6V7wJaiVmvS7CjOFg+lJI1y87vKPWCmX48+DsbCCfcGRvzt5K4WS7kcr2gIYagUikeDBz56Yoflu2JJsNbprm59bvPvFb7987Tq8pTGEEw/x/Nu6AZqHYPsGqYokifrMWvXHEgdVN16bKVDTjVOdVSuq3PavKi11ZIb51cKtXO2XN7boYWZPnaXZJfW17qobSZ4BDbJuBh+k8FoVftPOaBz3LoZp4TzDA6+46OPpA6KWbs29cgR/z597vzkE1vHcxOcxW/e3PYH3QMC8lNSrrz//tDz575pLqB/fzd//9P791tmXDpH6+w8dcGCpQ88cGLbtgOrVg295RZ5uTwC/SZMGDd3rvQb6/RoO3t7V5aUlGRnN6l9Itd3aVHBmTO7li2zsbO7d9ky7+7dzcv3Ll9uuZp4K/P48dLcXG/H86aoE0ukNul1ug1vvy2eb3rxRcujk9PB2Z3azys0tKKoqDQnx/78Gi3y3FhNpogCAAAAAACd1vna3QAAAMCfQU19RXpJQr3eOO2LSqmJ7DbZRdsw+0x6yfFdKauq68sl6/BzQarcmOwZZF74ZEhkzpV37oy+6YXuQ8XLK9y7/RR1bcLo2YdHzFArFKcqS99NjZ1wcE3s2UJ5fS9TWZHm7guI2DJ0Wtq4OxZFXKE3hV1eSjowau9q+V1bpcpJZdPiB3cVZ+8pyZHbDwb1mx88UG6Lb38iZNCToZHyy+9yk9NM8+ysyUuRl/R1dJf7LNgolIsirpTLt2wvzko6vxjMb6HrMi6lCRXGqTocVZrrvELkhXZKVdLY2+JHzfoh6tqBTsYbn6crGzIuQ1y8I50aJhPx0mhn+IY332a9wSCnfEa7+Ul/qPacckCHNKnO4d+nj5u/f3psbNn5mYaSrKx/XnXVR7Nn11VVtbapM6YKLgOuvtoy4FJTXn7m8GHR0Ddm8ppXBOk1dqx4PrFtW5PlaxcufPvaaw+sWnW9/YLKAAAQAElEQVSutwpF6NChp3fv1tXWShete3T0iNmzRWPje++VmIIRxs6MGSOeT27f3qRAyLENGxaOH//9yy9LXafTox0cabySNwkPZSUkNJmgx1JaTIxk2mXLgItwaqexJJh5aqceo0eL54RffrFcpzAtLTsxUWpTcUZGcWam1slp4PXXWy5P3LVLaqy50rXkhFDchg1Nlh/buFE8h1woLwUAAAAAANqJjAsAAADQFr1Bn1eeWlqVJ5luZ6qUDTMaFFdm/3zi48LKTMlqfJWdmFZ9VjRGuPruib75/sCIt3uNeqnHMB8b+1GufqX1xluwiRXF4z0Cezu4RTp77Y6e/nRo1L0BEasHXd3flLTQS4YdxS3/2X1xfc1V7gGBWse5ARHfDrpmbkDfZ8MG/zyk4d7h8fJisUKLHxQ3Km+L3VRieletUL7de3Tx+HuOjry1dPy9b/UaJcdWMqrLnzq5W17/VGXpT/ln5PaL4cO2D7txUcQVsaNmXW1KUdQZ9I8c3y5dUj5OOyY3lg+c9E7v0WLAfx12Y5idc19H90gnz5OmuZy2FGbIDTEga6KuFauJh1jNTWPb4jZ3mWJD4kBLf6j2nHJAh6htjed8SWP9D5VGM/K222qrqn549dWaigp5YXVZ2eoFCypLSrpFRGjs7FrblLOXMY+Ym5xsXqKrq1v93HMVRcbqR3XV1ZbfWJqbW9+4JPL66118ffctX35q927zZ49t2LB/5cqzBQXdhw+3/Jbw4cNFT9JiY6WuMOHhh938/cWefv/ii/ISr7CwiIkTM+Ljt378sTnmkpeUtPbNNyuKi8O6NDnR6dGOmjZNPO9dsSJu/Xp5SVF6etv5GyfT0SlITbWMB21fskQec/PRiZ4xQ63V7ly69MT2hit/cVaWOIj6elP5tNanS3PyNs4wWFNeXpx57l/Tyfv3b/v0U9GorayUutqQm28WPyTsXb784OqG9Kfo5JaPPjr+yy9aZ+cBkydLAAAAAACgKzBXEQAAAHABhZUZ4uHh0M28pLquYm3Cf/LKz0jWpN5guCVm/beRU7rZOgx39R1uEYDYUpjxXupR0ciqqbzr2JYl/cZrlaqhLt7iYbmFF07tz6ypaHHjK3NOR7v4PB4ySLRv9AkTD/NbtQb9vIS2cidJVWXj9n33ccQVcibDVW3r6nQuupFXWzX18NpUU1RCdvexrT9FXSf3bYybv3jIy8vqax8/sTO2vFC6pHyQFhvu4PJI0AAHleaxxjI2Qo1ed1vcZrlgjHi++9iWH6Ouc9PYBmod5dX0kuHNlCPmUjeWthZmvNB9qL+tQz9H9ybTFf2e2nPKAR3iEWRMs617443Da9aMmTOn36RJUdOmxa5bl7hr139mzJDfzU1KKi8oCIiIuPrxx9vY1NDp0w99992RNWtqKyt9wsLEp84cOlRZUhI4YEB6bGxFcbG8mrOnp429fVlu7vvTp7v6+9+5aJHKxmbSvHmrn3/+84cfDh08WKlW19XUyHVHbnr5ZffAQMtvCR85Uq3VJu3dG9oVcRONVivPWJR84IAYATk7csXcuamHD2/79NOT27c7mObBOXP4sK6uTuzggClTpC7VudH269174rx5m957b9X//d+m9993dHfPPH7cKzTUp0eP3FOnWvxI2LBhIVFRYkcW33NPz9Gjy/LzxT7mp6TIR6ey8eg4uLtf9/e///CPf3z12GNu3bqJ3c86ccLWycnJy+tsfr6tvX1rXbKxsxt9xx07ly5dfPfdg2+8sbaqKj0mJuPYMc+QEPFdVWVl9TU1crypqwT27z/lqad+fust0dvN//mP+KK8pKTqs2dtHRymv/KKvZubBAAAAAAAugJ1XAAAAIALqKoryyw9VadrqFNSW1/1y+nPzxRZ4/37/aV5Q/esXJQRv680t8xURaNar/tPWtxNR9bpG9f5OvtU/11fL8lMOFlRItYRK5ypOru+IG3a4bWvJh9sY+NPnNw1bv93P+afEeuLT4nPJlaWfJF1ctielb8UXaCeTWx54ch9qx9J2L4mL+V4eVGNXldQVx1XXvha8qGeO744crbAcuW82qphe1f9JXajaQIj43cdKsv/MC1uwK7lizMTpEuNGPl5CTtuj9v8U/6ZlKoyuQ7DsfKiG46s+9Vi3HaV5Izc941Ykl9bJcZ2U2H6LTHrl2Qeb3Gbu0uy5SopEzwCpT9Ue045oP2iZ87sMWqUwWDIOXmyptw4f5lGq73rv/8dd889di4u2SdPZh4/7ubnd/X8+XcuWmTTehEXwdXP777PP+9/9dVZx49v/eSTU7t2BQ8aNHfpUjmrkbx/v7yaWqudtmCBnatrcVaWueaH+NR9y5aFDx9empubGhNTXlgYMXHivcuW9W9WjUPr5BQ8cODJ7V1WX6p7dHTUDTeIxvq335ZLzviEhz+0YsWAa67R1damx8bmJSeHREXNWLjwumeekbpap0d7zJw5dy9eLMZNV19fU1k5bMYM8RFHd/fW1ldpNH95991Rt99eW1m5bfHiw99/b+/qOuP11+9atEgMaUZcXHVZw5x0UdOmiYViywa9XhyjkMGD7/70UwfTlsWabXRp4rx50557ztXXd/fnn4tHbVWVWPLAl1+GREbqdbrkAwekribOXjF6YcOGibHKTkjwDAoSI/nwqlU9TRNOAQAAAACALqFoMqMzAAAA/kDyz2Z6vbj5Im4S1dfW1q5bXb3nV8ndQ/XkS17SZUrstdhlvUHsdX1dXe2So9ue2/W98Q0neymyj/RHCNfnTNftVUvn7tEHuUZM6/e4u71/va72SObGbclfVtSWtL2R+np9eXntz44jk7RBkoJwOfCHSkqTMvPF/04J7PX6iKm2NlobG6141mhsVCq1UqlSKpUKE+nSZDDR6U3/8tDVlcXuz375MbF88PtL7AOCJeDSVJSRodZonLy9Lf/ZrK+uXjhpko2d3d/Wr790/5m9FOVsWnvqw7dFw+WDr21s7bS2dhqNrY2NrVqlUanVSoW1XEV3bK1Y9+1ZlVp/zxNFdnZ2Wq3W1kSj0ahFPy/xqz0AAAAAgF+1AwAAABeWWZq4Lemro1lbd535Zk/q6gsGXAAAwEWK+/nnt665ZuO771ou/GXRopry8ogJE4gpAAAAAADwJ6SWAAAAAJxPbyyHYFBbBMJ1hrpjOb8kFR6q09XU6qouuAVjQQVjRQVmawEAoJP6Tpiw++uvdy1blrRvn4Orq1hSUVyck5gYNGjQ+AcflAAAAAAAwJ8PGRcAAACgqRqdVHhWZ2+obfIn4sVSZTu3YDAY6uuNU0/VK8SP3PyhOQAAHeYVGjp3yZKD332XduRIZkKC2sbGr2fP4bNmDbr2WqWa32gBAAAAAPBnxG8EAAAAgKYK1G5HtL1CqzOUUmcLsSgkg0aRrfHKs/GUmEwBAIBO8QwJuXr+fAkAAAAAAMCEjAsAAADQVI1Se8Sxv3hIAAAAAAAAAADAOpBxAQAAAAAAAAAAAAAAgLUj4wIAAAAAAAAAAAAAAABrR8YFAAAAAAAAAAAAAAAA1o6MCwAAAAAAAAAAAAAAAKwdGRcAAAAAAAAAAAAAAABYOzIuAAAAAAAAAAAAAAAAsHZkXAAAAAAAAAAAAAAAAGDtyLgAAAAAAAAAAAAAAADA2pFxAQAAAAAAAAAAAAAAgLUj4wIAAAAAAAAAAAAAAABrp5QAAAAAXCK8bewkWBMPjVYCAAAAAAAAAPwuqOMCAAAA/E7+FjLozV6jRGN9Qdo1h37s0Gd7O7h+GnHV0qwT/804LqGLBGkdU8fdIbcVG/7T2mrfR06Z5h0qGgtO7Xs1+aB5+RMhg2b59RyyZ6V0GWnnmAC/v2MbN8b+/HPq0aNaB4eJjzzSb9IkCc0YDIb4TZsSd+266aWXpMtaZnz8r4sW3fL66zb29tJvqaKo6OC3357es6cwPb22osLVz8+vT59xd9/tGRIidZ0mp3evMWP2rVhhkKQxc+ZIAAAAAADAAhkXAAAAwNo9EtT/9Z4jHFSapVknJFiBYK3T8oGThrv6nqoskQD89pL27Vv59NOi4RUaqrKx+a1jDZeuvKQkMVCBAwZIl7svH3usvLBQ+o0dXbt2zT/+UV9drba19QgMdPXxyUlKyktOjlu//uonnhh+661SV2h+eh/54YeN7703+o47JAAAAAAAcD4yLgAAAIC1+6t/LweVRoLViHT2HO7qKwH4vZw5dEg8j7nzzomPPCIBv4vdX3yx/u23VRrN+AcfHPGXv9jYGacLrK+ujt2wYd2bb6574w17Z+cBU6ZIF6356b1/xQoJAAAAAAC0hIwLAAAA8Dt560yMeEi41NxwZJ0E4A9VV10tnt38/SXgd5EWE7PhnXfUWu1f3nmne3S0eblYEjVtmo2d3cqnn/75X//qNW6crYODdHE4vQEAAAAAaD8yLgAAAMBFudYr+Keo60RjdW7Sa8mHHgseGO3q42Njv7sk+5P0+DV5KeY1/xYy6M1eo0RjfUHaNYd+NC9319g+GRI52s1/kLNnjV6XUlX2WeaJj9Li9JI0zMV73/BbzGt+GnGleCw4te/V5IOvhEc/132IWLgy5/TMoxvM69RMesBGoRSN8O2fJ1WViUbMyJkDnTxFY9S+1W/0Ghnp5FWpr/8sM+HJk7vFQi+N9umwwWPd/fs4uCVXlR0ozXst6aD8wbbd5BN2u3/voS7eNkrVkbL8H/NS3k+La7LO3IC+M3zDezq4+to6FNZWJ1eVHi7L/1dKTGr1WXmFD/uOeyCwn2g8cPzXMW7+V3sGaZSq/SW5Ew6u+Xnw9eKleGvc/u9UCoUY2CEu3gpJsbkw/fXkQwkVxZZfNNDJ47HgQSNcff21DsfOFu4ozno56UCFrt5yHTEoT4VGXecdMsDJU6yzLOvEuvxUqR2+j5wyzTtUNOSR/zHq2uu8QuS3eti7GiY/VFJf47blv+JliJ3Tgu5DR7v5+drYqxXKrJqK+PKiJRnHf8g/09rG9w2fPszFRzQmH/xhY2G6vDDzijn+tsabpvfH//pJRry80Hwcrzv809rGnt/m30uM8CAnT08bO/FdB0vz/ply6EzVWfP22xjh9o+Jo0ozL3jALb7hAVpHF7VNdk3F6crS73KTPzSdpUA7fTpnTs7Jk09t2rTp/ffjN2/27dnzinvvDY6MFG9VFBXt+eqrtJiYnNOn/Xv1Ch06dPisWXJ04OSOHV8++qi8hR/+8Q/xGDBlyvRXX21ja8n79x/fujU3MTE7MVHr6Ojs5RUxYcLI229XKBTydhbffXd6XNyz27bt+frrpL17s0+e9O3Ro9eYMaPuuMOg1+/47LNTO3eKz3qHho7861/7TZ5suRdtdLU1mz/4YPuSJXd89FFlcXHchg2pR486eXiEjxw5cvZsZx+fJhvf/J//pB89WpKd7d29e+DAgcOmT/cIDrZcRwzI4W+/Fd9eVVbWrW/fgAEDomfMcPTwkMfn4OrVopEemrRfwwAAEABJREFUG/t8VFTokCF3LlokddbGd9/duXTpPf/7X9qRI/tXrXJwcxt6yy1R06aJt+prag6sXp28b58YRlc/v+CoqOiZM90DAtqz2QsOoDg6qUeOvHz4cMwPPxzbvDnj2DHPkJDw4cNH3nabXEkldt26b557Tl751dGjxfOL+/cr1er2dKyN06aJXcuWGQyGYbfcYhlwMes3aZLYC1t7+/yUlIB+/drechsnZIund3ZCgtisWCLGXzzEdq66/34JAAAAAACYkHEBAAAAuoavrf22YTc6Nk4qdI1nsHgsyoi/L/7XNj51g3fokn7j3TS28kvxcQ+Ndoiz91g3f8vkSpdYFHFlhKO7aNir1KcqSiVTQOeLARNd1Q3f3t/RQzxu8Q1/IP7XL7MT29jUt4OuudEnzPxyokegeFzvHXrr0Q1FdTXywrd7jZofMsi8jp+tvXiMcvW70TtswK7lxfU1lht8OGiA3Dchu6bC8q3JnkHzQwbaKRv+z4uc6rjr2Javsk/JS54NG/xSeLSq8e71CFdf8ZjuGz4jZv2hsnx5oRjVLUOnyRkR8zrf5SZLXaefo/v2YTeZD6UQbu8iHlO9Qx+wiKo0sb4gTc64XO0ZJGdcBjl5ygEXYYy7v/xBHxu7AabOl9TX/GyKoagVii8HTBJDYd7UYGcv8Zjl1+PxEzsXZyY0+aLmI9zOMXFWabZF3zSocTUhSOskHle5B4ie3x63WQLaR9zRVyiV3z7/fMKvv4qXSfv2Xff006JxbOPGNa+8UlNRYevo6BMennXyZPKBA/tXrZq5cGHQoEEegYHiBr9YOfXIkT5XXOHXu7dXWFhrWzMYDN++8MLRn34SS4xb69499/Tpsry8jPj48uLiyY89Ztmfb/7v/xK2bXNwc3P08Dhz+LB4GMQ/HSdOxG3Y4Nuzp5Onp/jUymeesXFw6GkKUlywq23v/q6lS0/v3dtz1KghN9yQHhu7+/PPT27bNufjj118GyY+y09JWXz33ZUlJRpbW7GbJTk5e778ct+KFeMffHDMnDnmDqx8+mmlWu3WrZtXSEhqTIzY8QOrVontiD6LfqrUavERVz+/qGnTXM4P0HSO2Frc+vWiUZKdHVVXJxp5SUlfPf54UXq6SqPx7927vKhI9PPA6tXXPP740OnT295a+wdwx2efbXrvPQd3d8/g4KwTJ9JiYsSBnvu//6ltbb3Dw8UpsXPZstrKynH33CN2WZwJ7exYaydhE1UlJYm7dolG5PXXt7Yvcz/7zPJl507IFk/vwP79k/buPbFtW8jgwWFDh17w1AIAAAAA4E+FjAsAAADQNUa5+onnA6V5sWcLxrj797R3FS/vDYjYWJC+OjepxY84qNTv9hkjpyIK6qrX5Z8Jt3cd4eqrkKQZvuFbCjPWF6T+O/WoaMuhh3X5qYmVJftKc6VOkSMOKVVlQVon0SWtUvVen7FywOVM1dlfizJ7OLiIb3dSaT7sO25zYXpubVWL23koqL8ccKkz6HcWZ2dWl0/wCPS1tZ/oEfhc2JDHTxrvC3a3c54XPFBeX+yI6Haw1ukqjwDxpQFax+m+3T/NON68b6nVZwO1jj+dX/Xk/8IGi4/vLs4RAzXJM9BOqbZVqm7z7y1nXPo5upsDLofL8mPPFg5z8e7r6B5m5/xR3yuG7V0lb+TVHtHmMMfekpxj5UVXunezjOm035q8lBq97maf7qJdVFe9LOtkpalgzNNhg+VD+VnmiX2lOWLhWDf/uwP6ip691nP4ypzTTWI9slU5p5/vPlQ0rvRoqDQghtH8rjgccuMmn+5yhEecTnLplIU9R5oDLuIoJFQUjXXr1svB1Vlts6jflQkVxbtLcqQ2R7idYzLLr6cccBFnyA95KTm1lX0d3J8IHSQOxG3+vZZmnthSlCEB7SDu99dWVZ3as2faggW9x41LOXjQIzi4qrR07cKFtZWVU599NuqGG5QqlVhtz5dfrn/77XVvvnnf5597hoRcce+91eXlqUeO9Bg1asjNN7exteO//HL0p59sHR1nv/12SFSUQqnU63THNm785tlnD6xaNeGhh1Sahhiivr4+6cCBmW+80efKK8WX7v788/XvvLPx3XfF1z20cqVPuPEfLvGRH19/fd/y5XLG5YJdlZMWrTm9d+/4Bx8cd889xs7r9d+/8sqRNWs2/PvfM/75T3nJmldeqSwpiZ45c/Kjj6q1WrHw+Nat37344qb33gsaOFCuCLL7iy/E9z6yapVc3EV0ZvMHH+xdvnz7kiViO2Ic3Lp127dihZOXlxi0NjpTnJVVnJEhBqpb375Sm+LWrx8+a9bo22/PTkwMiIgQS35+662i9HTRT7E7WicnyZTnWP3cc+v/9a9eY8Y4tx6s6dAA/vrJJ7P//e/eY8eKdnVZ2eJ77sk+ceLounWDb7zRt2dP8di/apXY1Jg5c2zs7eWPtKdjLZ42zbuad+aMrq7OztVVPhPao3MnZGunt7jgn9i2LaBfv7aPIwAAAAAAf0JkXAAAAIAu81LSgRdP75dMU8CsaZzR5qnQyNYyLg8G9g/SGu/DZVSXR+1ekV9XLdqPBQ98p/doncFwvXfIooz4+Sd2jnT1lTMu3+Ul//f8aEiHlNXXTj74w97S3J72roV11fOCBoTZOYvl+0tzo/d+I6/zSFD/9/qMdVbbPNt9yLyEHS1u5+nQKLlx05Gf5bSEg0odN2pWqJ3zA0H9/3UmJrOmwiBJC07vE1+UW1v5dOIeef3/9Rs/p1tvyTinj3PzzT50fNuH6ceCtI6FpnEwO1N1dtCu5VV6nWQazIU9R4pGmH3DFp7vPlQOuIjv/ZspXiOsGDh5hm/4UBfvm326i8EX3bsnoOE+rjzfkGSqg7JhyNSr3Ns1uYYlcQgKaqvkjIvoqjhA8vKwxp3aUpi+POdUvcGwLOvksfKivNrK2LOFLQZcBLHC6crScHuXgU6efrb22TWVY939ze+Kbfrb2mfVVJqDL2tNA97N1uHRxgiROOXEiScaNgqlOOuu9gxSSooP+oyN2rOyyXdZjnD7x6SHg6vciCsvXJxxvExnLOQQe7bAw0Z77GzRwbI8CeiIEbNmDb7xRsk024t43rt8eUVx8YjZs8/d3VcoRv71r+mxsfGbN4uHvFo7t6axsRl43XVhQ4aEDhkir6BUqQZcc83Pb70lvqWqrEye00cWPXNmxIQJcnv47NmbP/qovrr6qvvvN8caeo0d++PrrxdlNKS4LrKrXqGhY++6q+GDSuW1Tz2VuGPHsY0bRcPB3T1+y5a0mJjgQYOu/fvfzR/pe9VVpTk5ovPbFy++7YMPxJJC0RmFQmNKwAg29vZXPfCAe1CQd1jHEntx69dv/uCDsKFD53zySdtrBg0aNOXJJ0VDzogk79+ftG+ff58+YqE5ktI9Olrs2ro339zx2WeW/W+iQwM4bOZMOeAiaJ2dxUfWLlyYefy4fLib61DHmpw2zZ3NM17ZXLy9pQ66mBMSAAAAAAC0h1ICAAAA0BWq9PWvJR2U23pJ+veZo3K7xTyHLMrZS24szzmV3xjs+DQjfvjeb+w3fXz94bVSl/o+L3mvqQZMYmWJeI5s/PYthRkW66TIjUkeQS1uxEOjDdA6ika1XmcuuFKhq99enCUaWqVqkqcxjZFcVfZ68qE7j215OnGPo0pzi0/3D/qMvcK9m7y+k1rTZLOnKks+TD8mGmnV5RWmsihmGwvT5ICLEHe2UG64qG3kxkDnhkokGwvSzn2ksS3HjHrau6oVxv/vU66rey254RjVGwwXExhq7mRFidz4fMDEwqvu2TRk6gvdhx49W7Ay5/Sx8qI2PrjB1FtFY2/lgkApVWXyu9eaFspDJ8b8e9NcQrP8esjJnuPlRXLARag16O+N/0VnMEimgxtoOkxmTUa4/WMSX94w5o8EDSgYf8++4dPf7jVKrPlFVuLOkuzqxkMDtFPosGGWL7NPnDAuHDq0yWphptXkd9u/tR6jRt388suRU6fKL/U6XWZ8/OHvvzeY/rmor621XDkkKsrcVqpUTqa0gWXdDgc3N/FcXlTUJV0dfMMNlnVKbOzsRG9F4/QeYwowP9n4j3bExIlNPtXfFJXIPX26YQdHjtTX1398221bPvooad++uupqrZPT8FtvDTt/HLqQOZwhy04wzoMmBqFJ0Zru0dHGd0+ebGNTHRrAYIujI8hZkLqalsOCHe1Y6G83XBdxQgIAAAAAgPagjgsAAADQNbJrKmsNevPLU5UNiQcvcSdTqapqKQoQ2liMJKO63LywQlff6dmIpDZj7KcqSi1fdm/89mfCBotHk5U9bLQtbmRIYzJGq1QZJj/UfAUfm4ZpIxxU6idDo2b4hve0d5UDGW1Iqixr7S0xsOZ2WX3DHUGVomFHzRGiDUOmNv+sp2kvutu7yC+zair0Fu+aEzNd4pWkA+Pc/UNN/XFW20zwCJxgKr4izoTZRzceLMtv7YM/5qU8FNRfNMT6okvyhEcfpx97ofswe5V6rJt/cmWZvHBHcZZcRqWvaeIhyVQGxnJT6dXl4hFiZywONMLVNz3ntPmtJiPc/jH5OvvUrX49J5n2RaNQDnPxEY/5IYPEsXjw+LYvsxMloCMcXF0tXxamGTNeX82f3+LK5hoq7dyaZJq+5/jmzUVZWVnHj6fGxNSUn7u6ysECMzsXF8uXSpVKasy1yJqkJS6yq64BTatGOZvKhJRkZ4vngtRU4xJf3ybrOHh4qG1ty/LyxI7YOjpOmjcv7/TpnMTEbZ9+uk38Tker7TVq1LCZM5skUS5o7F13mYvKtM1yQCS5kIwk7Vq2TDyar5x/5ox43vjuuzuXLrVcPv6BB8bNnduhAXTy9LR8qVQbf39l0OulVrSnY2bNT5sm5EhNeWGH/x1xMSckAAAAAABoDzIuAAAAQNdwUJ3307VCUjQ25EBGCxkXxbnPaqTOahIfUStaTbkU1FVZvlS2mTvx0GiVpoI0zb7uAsUgvW3sJFOdld3RN8tRDJ3BEHO24GBpnq+tvVyqRNfsxl7R+fMTWaqxiAfVGc7rkeiKSmprL7xMndFLDV9nq1RJv5nkqrLI3SvuD+x3m3+viMYMitDD3nXjkGnirdTqsy1+cFNhekl9javadoJHgDlisqkgfZJH0HiPgBGuvrm1DQduXX6q3Kg6v9RNi5Tnj0yTEW7/mFTrddcc/GG2X8/7g/oNc/HRNJ4AzmqbLwZMrNLXf2sqLQO0kxxWaCIkKkqlaeEy6NIs89H21orS0/97111yNMG3Z88eI0e6BwaK5+9fekkOWFhSqTvzK5HOd1XZysXTdD2U0xstZjjk8I3C9Ozs7X3/F18c37o19ciR4szM3NOn47dsEY8xc+ZMnDdP+g006bbC9C8Onx49HN3dpU5p5wC2Olyt6FDHlBc69H69e6ttbcWJlJ+S4hUa2uI6cRs2ZCUk9Bw92jJgdDEnJAAAAAAAaA8yLgAAAEDX8OBNHkwAABAASURBVNTYeWm05imHwi3qZJSbam80l1RZNszFRzIWI3EyL3RQqVcPuiaxsuRkRcnijOPVel2Lf+jdYkahh72L1Lra8++epleVS6Y/OH/x9H7zfDcXZK5PI3bKafOi1lb7W0ikHHDZU5Jzc8zPci2Wd3uPkd9tnnGpbf2v89v4S3e9qXKJPHpj93+7ozi7xdXMswj52tiL4TXPhTTAyUPqlNY6VFpfuzDlsHh429hd4xk80TPwFt9wG4XSTWN7T0DfBaf3Sa3sxfr8tFv9erhrtHd06y2W5NVWHTlbsLMke7xHQHd7lxu8jXdYxaCtaqzLYp7JqJ/jeXdzA7WOQXYNUxQdOL8aUJMR7tCYiE9+kZ0oHmLNCR6BV7kHzPbv6akx1sh5OGgAGRdcDPeAgPyUlCvvv7+jlUha9MuiReWFhYNvvHHqs89aVmGpKiuTLtpFdvVsftNiTmV5eVJjNRePIOP0cGdNSyxVFBbWVlZqnZxs7OzkJUq1ut+kSf1McxgJsevWrV6wYMdnn0VOneoZEiL9xty6GedN6zdhwri5c1tbZ9Kjj4pH8+Vde6w70bH2s3VwCB8+/MS2bUd++KHFfRH2fv11emyso5tbG7vzm56QAAAAAAD8OXXsz2IAAAAAtEalUDwZGiW3xc/ZjwQPkNtnqs629pHTjXmRm326y+VPhPsC+032DHokaMCjwQOqTSVM6huLl2gsaqiUNs7a08P+3MwIN/qESa2rPX++pJ8LGoqCiK8zL3wyJDLnyjt3Rt/0QvehLW7kVGVpQkWxaDiqNHJRFsFOqUoae1v8qFk/RF070BSSiHRumGZia1GGHHARXR/l5icvNDRLidQZdFKnbClMlxvTvM/t+7eDrkkZe/vmIdNm+oaLlwnlRfIY2ipV9wZEmFe7P7Cf1Cl1evMRaQgYeWm0KwdOPjxiRvH4e4K1Tnm1VUuzTvw1dtOSjOPyCq3N/SQzHws5GrW7JNty1+R5hQ6X5WfWVMhL1uSlyI2+ju7mI2WjUC6KuFIu37K9OCup6rx7qE1GuP1j8navUbujb86/6u7b/XtV6OrFVz96Yse8hO3yu+6mSZSATus1dqx4PrFtW5PlaxcufPvaaw+sWiV1ROrhw+J5yE03WeYJUmNiKkuMF1uDrpPXmS7pasLWrZYva8rLT+3cqVSpeo4xhv/cTRGN+M2bm3wqdv168dw9OloyFQV5/+ab/3fvvZYrDJgyJWSwcbK54sxMqbGcyW+nl6m3J7dvb5I+PLZhw8Lx479/+eW2Ptulx1o6f08vpmMtGnX77eJ5z1dfpcfFNX/3yJo16bGxaq02ctq0NjbS+RPyNz6OAAAAAABcusi4AAAAAF3mydDIz/qP/6jvuPjRs6d5N8xu8L/MhNbWX5Z1sswUVXHXaMVHlvWfsGXotDd6jpTf/SQ9Xm6U1jXEWR4PGfR+n7F3mkp9HClrKAnQy8H112E3zg3o+8WAia/1GCG121fZiWmm2XNGuPruib75/sCIt3uNeqnHMB8b+1GufuYMTXMfpx2TG8sHTnqn9+h7AyJEB8LsnPs6ukc6ecoFQrIa0xiPBA14vcfwG73Dfhp83WBnL3lhF84Z9F5qrHw/84mQQSsGTr6rWx/xfKNPWIid05Ue3RJNndFL0tfZp+T13+g18r0+Y0S3NwyZOsbNX+oU87w/gVpHMQhL+4/Pr6vu6eAa6ezlqrbdFn3jP3uOuMO/96KIK2b79ZTX3N1KjRnZ6twky2mY5II04rnM4iiYczCSKWn0U/4Zuf1i+LDtw24U3xU7atbVpriS2NQjx7dLbWr/mNgoVeIM8dRoP+g77pOIK2737yVOUfOZtv/8ajFAR0Vef72Lr+++5ctP7d5tXnhsw4b9K1eeLSjoPny41BEuPsbKWHlJSeYlZbm5axrzDbVVVdJFuMiunt6799dPPpETGFWlpd8uWFBRXDxsxgwH09w6fa680s3fP/XIkZ/++c/66oYrTPzmzb8sMpbLEquJZ/fAQIVSmXLw4NGffjJvNjM+PivB+G8ZT9OUOmpbY+ysNDfXvJGu5RUWFjFxYkZ8/NaPPzanScSAr33zTbE7YW0WaOnaY22jNQYHizIyLr5jLQqOjIy64QZdXd2yhx468M03NRUN/1Krq67evmTJD6+9JtpTnnjC3tW1jY10+oTUmI5jcVaWBAAAAAAAzsdcRQAAAEDXyK2tzK+tvsO/t+XCr7NP/bexkkdzpytL743/5X/9x9sp1Z4a7W3+vcxvbSpM/9eZGLl9sCxvilewZCry8XBQ/yWZCf/LPPFLUeb6gjQ50zDOzX+cKZqwrTjLVW0z0MlTaod6g+GWmPXfRk7pZusw3NVXPMxvbSnMeC/1aGsf/CAtNtzB5ZGgAQ4qzWPBA83La/S62+I2y7VnPkiNm+nbw1ltIx5Phw2WVxBvaU3pliCtk9RFYssL74zb8nHEFWLLM3zDZ5gKt8ieOrn7yNkCuT3/xM5IZ69+ju5qhVL0XF64Muf0CFffQK2j1EFHzxaU1te6qG1UCoXYTfm75sRtWRM1RexasNbp740VfWQbCtK+yE5sY4MVuvrtRVnjPQLkl5sLGiq47CrJvsYzWG6bJyqS3X1s609R1w11Mc5yMsbN35xNKauvffzETjEs0oW0c0wWnNrXz8lDnGBOKs29ARGWRV/Sqs+KdyXgIqhsbCbNm7f6+ec/f/jh0MGDlWp1XU1NWozx6nfTyy+7BwZ2aGtj7rordd68H/7xj5zERI2dXVZ8fOqRIypbW++wsLzk5IriYukiXGRXvUJDt37yyd4VKzyDg7NOnqyvrg6Jihr/4IPyu1pn55teeeXrJ57Yv3LlkTVr/Pr0KcnOLss1ZsjGP/CAeTacG154YfHdd4s+7F+1ysbe3mAwnDl0SK/TXXX//W7+xouAs6enWC4++P706a7+/ncuWiR1tSvmzk09fHjbp5+e3L7dwZTwOHP4sK6ubuj06QOmTGnjg117rD2CgooyMsRouPj4zPn4Y0dPz053rDVTn31WMhgOr1nz42uvrV240LdnT71eX5CaKueHRt9xx5Cbb257C50+Id1Nc1fFb9r0YWpqWHT01fPnSwAAAAAAwIQ6LgAAAEDXqNTVj9j7zcKUw/HlRdV63enK0peSDsyO3dj2p1bknB62Z9VWcaeuurzWoC+oqz5clv/EyV3TDq81r/NmypFvc5PEu+Ir9pfmHi1ryG3cdGTd51kndaY/WBdvvZcaO+nAmhp9Bybj2F+aN3TPykUZ8ftKc+WSIaLn/0mLE1vWt/4p8da8hB23x23+Kf9MSlWZ/Pfyx8qLbjiy7teiTHmd2PLCsfu/XV+Qll9r/Dv1orrqb3KTxHdV6evFy3Hu/i5qG6mLLM06Mf7A9ytyTsWVF9aaqqHk1VY9mrDDHBISCuuqxdH5KjtRjLPYR7G/z57aO/PohuazJrVHlV53f/yvSZWlop1affbH/DNqhTLmbMGAXcvFZo+U5YvjWGfQZ9VU7CnJefD4NjEyF9ymuUyL+Kw5obKjsfpLYmWJGGHL9cU+Dtu76i+xG7/LTU6rPit26lBZ/odpcaIPi1svHWSpnWNSXF9z1f7v5sRt2VmcLfaoznSWHj1b8GrSQXHq5tZeVGEMQOh/9dX3LVsWPnx4aW5uakxMeWFhxMSJ9y5b1n/yZKmDeo4efeeiRSFRUbHr129fvDg7MTFy6tSHV6wYdP314t3kfRcbybqYrg6dPn3mm29269s3LznZr0ePSY8++tf337d1cDCvEBwZ+eDXX0dMmODi55edkGBjZxc5bdp9X3wxbu5c8zoB/fo9tGLFwOuuqy4vT4uJqSwtFe2/vPvuFY0TGKm12mkLFti5uhZnZcmzF3U5n/Bw0YcB11yjq61Nj40VuyMGfMbChdc988wFP9uFx3ry/PleoaE1FRUlOTliOxfZsRYpVaobXnjh7sWLxSD79OhRkp1dlJ7u5ucn+iyOiziCF9xCp09IcTKMvO02lUaTk5h4kdksAAAAAAAuM4omExUDAADgDyT/bKbX63U6XX19fW1t7brV1Xt+ldw9VE++5CVdpsRei13WG8Re19fV1S45uu25Xd8b33CylyL7SFbvWq/gn6KuE42UqrKw7Z9LAKxQUpqUaZzea0pgr9dHTLW10drYaMWzRmOjUqmVSpVSqVSYSJcmg4lOb/qXh66uLHZ/9suPieWD319iHxAs4Q+1+YMPti9ZMuXJJ4fPmiUBl6ycTWtPffi2aLh88LWNrZ3W1k6jsbWxsVWrNCq1Wqmwlqvojq0V6749q1Lr73miyM7OTqvV2ppoNBq16OclfrUHAAAAADBXEQAAAAAAAAAAAAAAAKwdGRcAAAAAAAAAAAAAAABYOzIuAAAAAAAAAAAAAAAAsHZkXAAAAICLsjY/VbHhPxIAAC2Z8PDD4iEBAAAAAADgopFxAQAAAAAAAAAAAAAAgLUj4wIAAAAAAAAAAAAAAABrR8YFAAAAAAAAAAAAAAAA1o6MCwAAAAAAAAAAAAAAAKwdGRcAAAAAAAAAAAAAAABYOzIuAAAAAAAAAAAAAAAAsHZkXAAAAAAAAAAAAAAAAGDtyLgAAAAAAAAAAAAAAADA2pFxAQAAAAAAAAAAAAAAgLUj4wIAAAAAAAAAAAAAAABrR8YFAAAAAAAAAAAAAAAA1o6MCwAAAAAAAAAAAAAAAKwdGRcAAAAAAAAAAAAAAABYOzIuAAAAAAAAAAAAAAAAsHZkXAAAAAAAAAAAAAAAAGDtyLgAAAAAAAAAAAAAAADA2pFxAQAAAAAAAAAAAAAAgLUj4wIAAAAAAAAAAAAAAABrR8YFAAAAAAAAAAAAAAAA1o6MCwAAAAAAAAAAAAAAAKwdGRcAAAAAAAAAAAAAAABYOzIuAAAAAIA/C4VCIf0J/El2E8Afw8BFBgAAAADwhyHjAgAAACuiMGl4UVcvZedLAHDxKqrl/zUYDMaLjOWl5vKiuHx3DYC1EBcZg/iPKelikAAAAAAA+D2RcQEAAMAfz/IeibgD3dCqrpVOpUkA0HVMAZDLNgLSkG6xuOV86JG7JADoUkql0nwtPXfZIVwHAAAAAPhdkHEBAACA1TBQgQDAb8t4U1ahUCqUcjWXhovOZXPZMZh3iAspgN+K8RIjx1wUFjEXAAAAAAB+F2RcAAAAYBUa7pQYJA87x34e/gbJoNfrTUVdDHJll3P1XQCggxpzH4oARzeVSmUqQqC0vC97Od2jFfti4xvkcdd8na6+vr5Opxf/0ekN4j960+wijRM2AcCFmC8XpniguHQqleISqlIbG6aXEhcTAAAAAMDvi4wLAAAArIOp/IC4XXJ990FXB/etq6utq68Vz+IGrV7cntXp5LALN1IAdIhBkhruxYobsyq1Rq0RDUXDksZqLpcReY80Hl7OE6aKq6i4hNYbL6emC6leZ7qOkhoE0F7nKrUoFCqlSlw/xVVUrdZQqDTdAAAHzElEQVSo1GrRPlc5iqQLAAAAAOD3QsYFAAAA1kK+g6JovBVtrDpg+uthnU6nUukNjbdmAaD9zBVcjNcVcVfWFHNRq41FCOTJiqTLqIiLaUdMO2vaXYNBLZkum+K6qtPVqw0N9bEkbkYDaD+DJNdwkYu4yBdSlamci3FJYykXYi4AAAAAgN8HGRcAAAD88eR70Ab5vqxSJankQItB3KkVL/VqfcO8RWRcAHSCxd1Z461Z00O0G6bauFwSH/INZuOFVKk0SCpV40Rv8vQiYpeNcxWZAi5cSwG0nzyVpELRMFeRMeJifNKYUi4qRUNCmZgLAAAAAOB3QsYFAAAAVsEUcjHePdEbxO1ZlUZtXKJSqYyzFBnOFXExSNyaBdAB5kot5qiHuLAoGysQSBZTbFzSd2eNV1A50SInekRbqZJMF1Kl3rizelPARVxC5Z0k5gKgPRrDc5Ki8TracP1UNVxFFfKkbwAAAAAA/F7IuAAAAOAPdu7WrKmUi7GOS+O8RQZxa1alN0+uwU1ZAJ3QMIOPnHIxTeJjaqrkIi4Ki5jLpa6hlIIpL9j4WqFXiktow+xvEukWAB1nLtMiRwPlslhKhfLyu4oCAAAAAKwfGRcAAABYBfnuiFJS6pWSSpL0plIExpk1JMO5Ii7cmgXQcea7s4qGeXvk/yobpvG57G7NmvZI3IFWKPSmXZbM11HTJZQ70QA6Sr54KBonJmq8liou06soAAAAAMCakXEBAADAH08u5WKOuRhM95+N5VtM82vId2QJuADotIaYi7negKmyS0OxE4sVLmmWF1K5bTCWrVFKxAQBdAXz5cUi7aJo8i4AAAAAAL81Mi4AAACwIpZ3Z01/Hmy8Cy2Z6g5wdxZA55jmQWtsN96UtZxc43Kaq8gcczG/PDfRGzegAVyMxmouTZ4lAi4AAAAAgN8RGRcAAABYhYZ7sefHXExvSI3LJQDoHMX5t2Av49oDLV5Luf0MoAs0Xkgo3wIAAAAA+AORcQEAAIC1MN8msbxBK3H7BMBv43K9tljuFwEXAL8Rri0AAAAAgD8EGRcAAABYHe6aAECX4HIKAAAAAACAywkZFwAAAAAAAAAAAAAAAFg7Mi4AAAAAAAAAAAAAAACwdmRcAAAAAAAAAAAAAAAAYO3IuAAAAAAAAAAAAAAAAMDakXEBAAAAAAAAAAAAAACAtSPjAgAAAAAAAAAAAAAAAGtHxgUAAAAAAAAAAAAAAADWjowLAAAAAAAAAAAAAAAArB0ZFwAAAAAAAAAAAAAAAFg7Mi4AAAAAAAAAAAAAAACwdmRcAAAAAAAAAAAAAAAAYO3IuAAAAAAAAAAAAAAAAMDakXEBAAAAAAAAAAAAAACAtSPjAgAAAAAAAAAAAAAAAGtHxgUAAAAAAAAAAAAAAADWjowLAAAAAAAAAAAAAAAArB0ZFwAAAAAAAAAAAAAAAFg7Mi4AAAAAAAAAAAAAAACwdmRcAAAAAAAAAAAAAAAAYO3IuAAAAAAAAAAAAAAAAMDakXEBAAAAAAAAAAAAAACAtSPjAgAAAAAAAAAAAAAAAGtHxgUAAAAAAAAAAAAAAADWjowLAAAAAAAAAAAAAAAArJ1SAgAAgLVSmEgAAAAAOsL8UzQ/TgMAAADA5YQ6LgAAAFbNYDDIjbo6CQAAAEAb9DoJAAAAAHAZI+MCAABgjcwVXJRKpfhdfVGh7vn5ORIAAACACxE/SCtNFI0kAAAAAMBlgYwLAACA1aGyOgAAAHAx5ICLKS9uxM/VAAAAAHB5IOMCAABgRcQv382TE8l/cto/SuXhra+rq6s30el0ehODiQQAAAD86SksqFQqjUYlk2MuBFwAAAAA4LJBxgUAAMAayb+gF7+R7xas8vLT1dYqamsNdXX6urqGmAsZFwAAAMDMPD+RWi1pNOK5IefCjEUAAAAAcDkh4wIAAGClzDEX8at5tVptMBjklzqdTrT1er1Yh5gLAAAAIOdX5IyL/MOzRqMRz3LGxVzKhZgLAAAAAFzqyLgAAABYHfNfmjb+KWrDz2zyr+zNcxVJAAAAABrJWRa5fIvapHkdF2IuAAAAAHBJI+MCAABgjSyLuJiXyLMUMVERAAAA0Jz887M55mKeq8hcxwUAAAAAcKkj4wIAAGBdxO/f5fyK/Dt680JzERfLgAtJFwAAAPzJmfMrljMWmYkfoS3ruAAAAAAALmlkXAAAAKyR+VfwcsxFPJvTLRRxAQAAAJozz0ZkLuhi+SwBAAAAAC59ZFwAAACsjlzKxfw7enmh+NW8Od1CxgUAAABozjLm0rx8C0kXAAAAALjUkXEBAACwXuZy61JjroV0CwAAANA2y7B4k5mMAAAAAACXNAW3SQAAAKxWkx/V+MkNAAAAaA/KtwAAAADAZYmMCwAAwKWBH9sAAACA9iPaAgAAAACXH+YqAgAAuDTwO3oAAAAAAAAAAPBnRsYFAAAAAAAAAAAAAAAA1o6MCwAAAAAAAAAAAAAAAKwdGRcAAAAAAAAAAAAAAABYOzIuAAAAAAAAAAAAAAAAsHZkXAAAAAAAAAAAAAAAAGDtyLgAAAAAAAAAAAAAAADA2pFxAQAAAAAAAAAAAAAAgLUj4wIAAAAAAAAAAAAAAABrR8YFAAAAAAAAAAAAAAAA1o6MCwAAAAAAAAAAAAAAAKzd/wMAAP//xculnwAAAAZJREFUAwAwiry+zkJypgAAAABJRU5ErkJggg=="/>
</p:tagLst>
</file>

<file path=ppt/tags/tag3.xml><?xml version="1.0" encoding="utf-8"?>
<p:tagLst xmlns:a="http://schemas.openxmlformats.org/drawingml/2006/main" xmlns:r="http://schemas.openxmlformats.org/officeDocument/2006/relationships" xmlns:p="http://schemas.openxmlformats.org/presentationml/2006/main">
  <p:tag name="MCDIAGRAM" val="mcDiagram:25d9e851-f712-4f1d-accf-4ee7e2a76413:2f015a7f-4589-4a27-8cc4-5b2d7bcd9d83:0:1"/>
  <p:tag name="MC:BASE64" val="iVBORw0KGgoAAAANSUhEUgAABlUAAA8ACAIAAAD1KRzjAAAQAElEQVR4nOzdBXgU1xrG8bOWjTtBE4K7uxYoUEppKS1QWure3robdeqlhbq7e4sXSqG4uxOIEKLEbfWeZMIw7G5CgADZ5P979tl79szsJNnd5DJvv/ON0el0CgAAAAAAAKCWMgoAAAAAAACg9iL/AgAAAAAAQG1G/gUAAAAAAIDajPwLAAAAAAAAtRn5FwAAAAAAAGoz8i8AAAAAAADUZuRfAAAAAAAAqM3IvwAAAAAAAFCbkX8BAAAAAACgNiP/AgAAADxzOp0CACql0+kEgBqP/AsAAAAoVcW0i1AMqMvc0y73vwkkYkANpOP/vwEAAFA3VfIv4Yo28Y9nAMJTwlVJ5kUcBtQE5F8AAACoWzz+A9hlUnnovif/eAbgkmdpH6pjj5kXQRhwFpF/AQAAoE6oPMxyCbw8PqzkUADqAo/Jl0vm5R6BnVCxGIDThPwLAAAAtVklsZc25FLvj261F5Xk7rIVxFny4xzWLOEocdiLnI5ip63I6SwpvXdYBIDaSm/UG/yE3izvdfKmN5feG4NM/k1NgS3lTWcM0QZe6r029qooGlMRhAFnDPkXAAAAaqeKirbUkMsl8yrOXFmU8Z81b6e1IM6av89hSRMAUAGZfxkDmpsCWhgDW5nD+vhG9NcbA7QpmEsi5n5/9FCkYMDpR/4FAACA2qaiZl6usZfDVpK9oTDt36KMJcWZy4S9QADAydH7+IT0MEcM8qt3jozD9EY/oQnCPCZiooLeYQBOB/IvAAAA1B7uLb3EscmXIj/pp4KDPxemLXTa8gUAVDefiHP8G44LbDJBbwrReSLcSsMUpGDAaUL+BQAAgNqgkuRLVZTxX37i9/mJPzrteaLKTP6NTX4N9QazzmDW6311RnlfOpY3AaCWcjqsTluJw1HstJc47CXO0g6AJbbiDEt+3Akdx7f+xQFNJvg1uFCv1yuBlxzIeeWhIAUDzhTyLwAAAHg3j5dx1A5KcrbmJXyTn/iDvfhg5YfS6c1+YR19Apv6BESbA5v5+DfxCYoVAKBhLTxoKUyy5B8oyUuwFCYWZW11WHMrf4rOEOTfaJx/k8t9IwYqEVglRWFHn0UKBlQf8i8AAAB4Mffwy+FwKGM5KMpYlrXjmeKMJZUcwehbzy+si39EF/+wLr4hbeR5qgCAE2HJO1CYtanw8KairE2W/PhK9jQEtAlu9UhAo3E6vUFJwdyzMEEKBpwG5F8AAADwShWVfSkK05dm7XiuOOPfip7uG9o+tMmFgfX7m/wbCwCoJnZLdkH6yuzEWQXpKyrax+DfKqjVgwGNL9OXOW4KRgQGnDryLwAAAHiZU0m+jL5RIU1Gh8aM9QmIFgBw2tgth2UKlpM4syRvn8cdDAFtglo+HNBonN5g1KZgaoMwQSEYUH3IvwAAAOBNXMIvLVtxSvqGuwoP/eH+LJ3BN6jB0NDoMQGRvYROLwDgTCnO2Zkjg7CDc+2WLPethoD24V0/9AnppD/CpRxMUAgGVAfyLwAAAHgN7YUdhSb/ctht2XvfztrxrNOe7/IUvTEgvNllES2u0puCBACcJU6HNTv+94y9n9uKU103CX1AzE3BbaYYTEF6DfcVkQpSMOAkkH8BAADAC3jsc6+EX8VZ69PW3mTN2+ryFCX5Cm8+2eATIgCgBihNwRJ+y9gjU7A0l006nwYh7V7yb3Sx/lgUggHVgvwLAAAANV0lZV+Hd7yQvftF4bQf+wxdSPSY+u3uNphDBQDUME57Sca+LzL3fOF0lLhsMkeNDevyrsEU6B6BuXQEIwIDTgj5FwAAAGo0j+GXw+GwFaUcWjnJkuV6hTVzcOtGXab4hrYTAFCDWQuTU7a9lp+yxGXe4N8spMtX5pAOBoOhouWQyp5EYEDVkX8BAACg5nIJv5Q1j/K+MG1R2uorHdZM7c56n5CoNreFxV4q/5UrAMAbFKStOLT1ZWtB0jGzOp+gNs8HNL1RicCUe21ffEEhGHCCyL8AAABQQ2nDL82aR2vm9qdzdr9W2jP6KH1o04uj2v6PVl8AvI5TZvl7v8zY+5nTXqydN9cbHdL5faNPsBqBaVMwQQQGnAjyLwAAANQ4Lt3uNWseD6WsnFiStVq7s8EnrEmPl/wjewgA8FqW/ITEtfdb8vZrJ/W+0WHdvvYJ6ey+FpJ2YMAJIf8CAABAzVJRw6+SnC3J/53vsKRrd/YL79Kk58tGc6QAAC/ntBcf2vJKTuKf2kmd3hzU6RP/BqO1ayFpBwacKPIvAAAA1CDu4ZfS86soc/Whpec77fmafXURLa+Oanu70BkEANQWuQfnJm96zmk/emlIp1MX1H56QPRkQxltRzAiMKCKyL8AAABQU1TU7b4gZX7a6suc9iJ1T71PSONuzwZGDRAAUOtY8vYnrrnfUpCgnQxo/UJA05sNR7hfF1LZjQgM8Ij8CwAAADVCReFXXuIP6etuEE6buqfJr2HT/h+a/BsKAKilHLaChFV3FR3epJ30jbkzuM1TRGDASSD/AgAAwNlXUfiVE/dB5qa7tXuag1rE9HuHhl8A6oLENffnpyzWzpgbXRnc/g2j0UgEBpwQ8i8AAACcfWq3L6Gt/Er4Pn3dtdrd/MI6x/R9S28MEABQFzgdyZuezUmcqZ0zN7wiuMN0GX4pKRgRGFAVegEAAACcVdr/Iqte7bEw9e/09TdodwuI6t+0//uEXwDqEJ2+UdenI1peq50rOfRt/t5XbGXsdrvjCOcRAoAb6r8AAABwNmlXPirJl1SUuTJl2fnahvch0WPkSaAAgDrpcNy3qdumaWf8W7/iH32tsUxFVWCUgAEqowAAAADOEpfwS8m/SnK2pSwbow2/AusPatTlSQEAdVV48ysc9pL0ne+oMwW7Htb7RPnWH63dTRt4ybH8o0oEBihY/wgAAICzw2P4ZS1IOLR0lNOer+7mH9GjSc9XhI5/uAKo0yJbXRcWO1F9KNOt/O03F2cutx+hXQUpju2rCIB/RgAAAOAs8Bh+2W1Fh5Zf6LCkq7uZg1vH9Jmu05sEANR5DTo9GNRw+NHHDkv+lqst+fuVRmBqCqb8RVX3IgIDBPkXAAAAziK1PEE5W8tYf5stf5e61eTfuGm/d3UGXwEAKKVr0uN5/4heRyfsuXlbrrVZirQlYO698InAAPIvAAAAnGnaMzG1VCF3/6f5Sd+p8waf8Nj+Hxh8QgUAQKUzxvSe5hvaQZ1wFGzP3/2YewkYl4MEtMi/AAAAcEZ57nmfvfnwlvuO7iRP8PpMN/o1EACAY+mMfvIvpMEnQp2xpnxddOg3JQJzaGgjMIIw1HHkXwAAADgLtLUJNktuyopLnY4SdWv9Dnf7hrYTAABPDD6h0b1e1p7RF+2+z5K3w1bG4xJIQQSGuo38CwAAAGeOy1XJlJO0tDXX2IsT1X0C6w8Ob3a5AABUzC+8a702txx97CjKL20ElmfX8JiCAXUT+RcAAADOEJcyBEVe/NfFaXPUeZNfw8bdnxcAPLLbBXBEZOvr/SN6Hn1cEl+4b6qMvdQSMPdGYARhqLPIvwAAAHBGadt+2S1Zh7c+fHSbzhjde5re6C+AOsBxKE3YbSf0FNvSdVXdVaYgu/cL1HK6Jj1fOrYR2JeW3K1KBKb2AqP+CxDkXwAAADgz3Fc+yvvMrU84rIfVfeq1vskc3EoAdYROV/zKJ86i4qo/w/rL3470zOPv53CUTP/KmXZYoLYz+IQ26vbk0cdOe+Gu+2w2K43wARfkXwAAADij1NOw4sPr8uM/Ved9AptGtrpGAHWGvkE9XVBA0a1P2xatquJTnIezrN/8dZydrLaiR6fZN2w19O4kUAcERg0IajhMfegs2FKS/LW2BRirIAFB/gUAAIAzQD3j0ix+tGdsuFnOqfs06vKU0BkFUJf43DBeF+Rv/er9kqnvOXPyK9/ZWVis80t17FgnLJYK98nOK54yTZe90Th6iM7HR6BuaNDpIb0xQH1YvP8FW3G6xwhMAHUV+RcAAABOL/e29/JMLDfufWvednU+pMkFfuGdBVDH6Px8fa67RP5m6M2/Fd/ziG3hiko6gjlT0nVBxaYWu0o++snjDo7ktJLn3jCE/OPIMRsHdBeoM4zmyHptb1Uf6hx5RXHPaVuAKcSRP8KCEjDUPfwXNgAAAJwJ2rb3Dlth1o5n1U16U1D9DvcK1D1ZhzOWLP578+Z1iYn701NTfMy+kZFRTWNbdO7cY+CgcwODgkWNdOH5fRwO+4CBwx6b8oo4ZYYeHQ0DxjhTPvEdtarktwzr0v7m2ybroyLc93Qmp+n9LIYmOZa5a5xXXqQLCdJudSQcKnnpTVObNfrgYnvaIH1MI4G6JDx2Ynb8HyV5e5WHtrSfrY1v1od01Ov1ujJyIP/6Kg8FUPdQ/wUAAIDTyHPx1/4PnbYcdb5+u7sNPqECdcycmb/cfOP4D99/feXyfw8mxlssJfl5OQf271m8aO5b06fefMP4pUsWirrBZ9IFtk0tnRaD75C9prDfi+6cYv17mSir1tFyHErX+Vl1Pnafjttts5doN9kTDxU/9pK5+zJDo1zrjoY+/7tKoK7RGRp1fVL+T/kjnShJfFu7/pEuYKjjyL8AAABw2h3T+ctekrPnTXWTT0BMaNOxAnXM22+9KG+FBaUdrxo3aTpo8IhLJ1x94UWX9e0/JDS0tPQpJ+fwi1Mfnjfnd1EXBPj5Tr2/ZEkbp0MYG+X6XbjOPmd60QMvOw/naPdypqTpAizCx2hokm39c6Yzq3yrY9OOksem+g5bqw8tFhaDPSVW35Tir7rIN7R9cKOR6kNH5kxbYbzHCEwAdQ/rHwEAAHAmqMVfefFfOiyp6nxk6xvUggXUEVs2rZsz8xc5MJt977rniXOGnqddkGW1WGbO/OnjD96Q47dnvNixU/fGTWJEbadv2VQX29e2P8XUIlPvazf3i7MfSi9+NNk46iLTuBHKPo7DuYYoq4gMFdYMY+sk2/L1pguGWmcvsf30ue+IHXp/qwgNtG82Gvp0FyZO9OqoyNbX5SbPP3JpEYcl6W1Dq1f0Gtr6L/l7Jwcsh0QdQf0XAAAAThf3yz46HfbcPa+pO5j8GoY0Pk+gjlmwYJYyuPeBp4YMG+Vy+m3y8Rl3yeTJV94sxw6H/bffvhF1gU7ne//11riujnyT0Ot0LZsYY4t8B692LH+/6PHXHXGJchdnfmFp/Vegv65JlKnDIdsff1i++dP25/u+528uDb86NhfFFuueGJ/JFwrUVeagloH1B6kPbem/2IqSHceiBAx1E/kXAAAATrujxV9JP9iLE9X5iJbXCB2FKnXOwYPxyqBP38EV7XPBhROUwd7dO0Ud4Ws2TRxn2RDrtDtFUqoY0l3XJNjcJ96n0V8lzzxj/XOhyM3T+VmFj79o1VJn0OnDEpxrvvYdtlsnz+paNhFWu/2gURfaQRdaQ68bgDOjXusb1bHOabUe/MB+hEsLMLqAoU7hXxsAAAA4LTwUfzkdVu7NJwAAEABJREFUubteVHcw+ISGxtD5qy7y8/VXBlmHM+s38NypKiQ07OZb78/Ly/Xz89POP/zgLVs3r1OuvTh39m+rVv23P253bk52VP1GXbv2unTCVfWiGng84L69OxcumJ0QH5eScjA9PTUiol6jRtGxsS0GDxnZuk0H7Z5rVi97esrdcvD5VzNTU5J/+P6z7ds3yZ2bNm1x8y33BYdWeK2Gjz9887dfvpaDxtFNX33tY/kjiBNkOrevY91We3ymMfawSEwTfYeKxK2GzXt8x2y0LMlyFgaVlsqZzCKwlTCvM/dKKH9a4yjROlb8u8a2P8o4YoBA3eYb2t4/oldh5hrloS3tW3v03Xp9pMFgUOq/lMtBsvIRdQ35FwAAAE4vJQiTJ11F6f/ZCvep8xEtrtbpTQJ1T5u2HdevWyEHL7/42L33Px0dE+txt7HjLq/kIG/PeGHOrF/Vh4kJcfI2Z/avDz06VaZj2j2tFsuHH0ybPfNn7WRqykF527B+5W+/fnPt9XdOuOwa9y9x4MC+5595wGazynHcvl3Z2YeDQkJEBb756sNTDL8UPjdOKLp7XWn+teOAiGosmp0voqJ169ea+8Y7Swyle/iahSFctG0uNu4ofVgvVHQfKhI2isISx+Fm5iG9lOPYlm+w/bfWfP91OiMnfXVOZOvrElaU5186Z4k17UdD9K12u12JwJQuYOLIH2dSMNQR/CkEAABA9dMWf4my8EsOCg7+dHQPnTEs5mKBOmnMRRNmzfwpNyd7186tt940oVfvAd179O3SrVfTpi2qeITt2zZlZWXqdPrLJ984ZOgo/4AAOTPttaeLiwpfeO7hF195r3OXnurOn336thJ+NWveumev/k2iY4ODQw8ejN+6ef2qlf85nY7PP32re48+LVq2dfkqn3w0XYZfRqNJPiX+wL4BA4ZVlBT88tOX3379oTjl8EvShYf4XHt10S/ZvkP36LZvE/2aiYBuon8jEb9Kt22fsAlh8hW6UNG4pdi2RwT6iZ7nCIcQu/bb9ofrIptYPvnFEZcgcnbZU/Xmu64n/KqbAiJ7mwKirQXli81tGX/aG90kwy8ZgcnwSxuBKR9pasFQF/DXEAAAAKfXkcb31oKDv6iTQfUH6n3oUlRHhYaGv/jy+09NuTsjPVV+QNasXipvcj4sLELmVp06de87YIgcV3IEGX7JWGrK06/17FW+3G/AwGENGjS67+7rZGL1xuvPfvjxzyYfHzkvU7aZf/4oB42bNH1t2ie+R1dTDhx3yeRff/76k4/elA+WLP7bPf9KTIi7dMLVV0y+ST6rqLCgxFLi8Zv5848fPv14hjjB8MuZnWs/cFAfFKAL9BeBAbqAo8s8DYN6Whf2dKSkGHTZYv8a0XKUMDYUzUeJiO1i4+rS/l/6MGHuKaLXixZdhW9HcfB3UWyxpQYJxwpdVq5Pu1x7Qpiu3STDOb0F6qrQJhek73q//EHhVntRkt3QVKn/UroxysBLPhRAnUH+BQAAgNNIbf1VnP6PsOeo8yGNzxeow2KbtXznve8//+yt+XP/tNttyqRMtRb/O0/e3n3nlUHnjLj8ihsrWhopjRw1Vg2/FDLAOn/0JX/9+UNaavL6dSv79Cttrh8Xt7tBo8ZZhzMnXnat77GtxKQhQ0cp+Vd6Wor7l5AZ3LXX/U9flhH4+QfIm/s+c2b9+sG7r4oTr/zShQQ51m8rmfOfEEU6s004DfqISBFWTxcapqsfaejdpfirfX7j1ut37RONdoiArkInt54nBrUSjjyhCxKGYNFxhPDpIUp2ik275QF9+8YLQ+n1zRzZJuveDn7Tx1HRU5eFRo85mn8JYU37xeh/j8sSSLVEl48K6gLyLwAAAFQz98738nQrX7P4UWf0D2pwjkDdFhgUdMddj10x+eZ1a5fHxe3Zs2f7vj07LWU1Vg6HffGiuf8t/nvyVTdPuuIG9+fq9YZJl1/vPn/BhRNk/iUH69eX519du/X+8ONfKvoewiMidToZBDgsVov71k6de+g9FsgoWYFOt+DvmW/PKL2kw8kse9TpfK4fbzy3X8mTM4ytNxtbpysRhNMhAy5fZ4aPqZO/M9tX+OaLjWtF3+bC2EDo/IRP39J7XVnjPL8xwlEgUv8TVpvwN4vWTUWA2fnftuK/O/nOeEwXGiRQhxn9GviFdS7K2qw8dGbNskffqbbA10ZgLIFEHUH+BQAAgNNFDb+cdktRyp/qfEij4ULPP0RRSiZQI867SBnLj8qBA3vXrl72z8LZiQn7ZQr21RfvmX19x10y2eVZUfUbRERGuR+tUeMmyuBgUoLHL5eWlnIwKT4zMz0n+3Bi4oFNG9fKT6ict1mt7js3a97a40FEacArdu7Yuuy/f5QHkRH1T67nl75pY7/3nyn5+MeiOX/7jdypMzp14YGGUKcoKhSNcst3Sj0sDi0X0a2Fzl/oAoXeXwhzWQhnE7bNIiRAjLpKmBuL9Pli5Qbrpoam88/XR558AzLUGiFNRqn5lyjeYy/a7zC2UsIvbfEXyRfqCP7ZAQAAgNNIOcUqylwq7AXqZEiT0QJwo9frmzdvLW8TJ10nI7A3Xn/GYbd/9fl7w4ePCQo+5sKLDRtGezyCwWAMDgnLzcnKzj6snV+5YvGihXO2btmQnZ0pqiw4OKSSrZkZqaJsXWRRYcGmjavnzv5t1Ohx4iT4+Zpvn2xb07novQ98euwy6vNEWLBo30yENRCOIGErFrYi4bQL20ZhPl/o/UojMJ2ffLWEs0SYuoiwjsKRKZI/F2s22eID7db+vldeJIDS/9IwKmXr66UfnjL2zLmOgBYODaUETIZfRGCoC/QCAAAAqG4uxQXFGf+pm3RGf//w7gJ1VXz8voV/z/rlp68KC/Ir2W3YuaMnT75ZDkpKipcvW+SyVZ63V/zUsn5G4ujJ/Jefv/vc0/cv/W/BkfBLFx3T/Jyho27730MffvyLXl9hC/AKv8qRY7dq3eG9D35QsrmPPnyjrJ3/SZG5Xd+ufi88bU0aadnQ0JmWK1ZuFWvWiuwEERApIgaIqEuFabAQptKbzlfoAkpbgMkUzBApnIXi4Bdi5RpngdO6va35jqsJMqDQ+wT7h3dWHzrzVmvDL+0S9fIdjgyAWon6LwAAAFQnlzMo5eTKcni5OhMQ0V3o+K+wdde//8z78ftP5aB5i9bduvepZM8u3Xp99eV7cnDwoOtixjRP7epFWViWm5MtB2ER5ZePXLJ4/g/flX658Ih6Yy6c0LlLzxYt2/j4mJWtdrvN4bCLE1X2Ga/foPGzz08PDgm95bYHXnt5SnFR4Yw3pz47dYY4WbrG9X1fesj68U8li+b69Nmtc2brMtaJ0F2ifRsRNUAYOyl7ld3ry8fOApH5iVi/TjgctvhIUVRi/eZ34+gh+qZN6P8FyT+iR2HmhvIHBescpR94o3v4Rf0X6gL+5QEAAIDTQtP93mrJXqvOy/MxgTospmkzZfDfkgWV76kkWZK/n+uFF9NSkz0+JeVQkjJo2bKtMpg7+3dl8OzzMy67/Pp27Tur4ZcoXcOYLk5Wy5ZtZPglB0OHnd+xc+mnet3a5X/P+1OcAp1e73PzZcbLbyv6q6MoKStWyCsUJUXCaS1L3SylN2eJcOaV3QqF8BERN4jzJolBXU0DbH4XbzY1+dz65ZTCax8seuwNe3ySQN0WoP176yhwFG5Xwi+PXcAEUKuRfwEAAKD6aS8BWZS5svSM/YjS+i/UYT179vcPCJSDhX/P3LVzayV7zp9fniW1aNXWZVNJSfGqFUvcn7JwwWxl0KfPYGWQknJQ3svMq1nzVu77/7tonjKw20+8Ckzj3vumKLHahx9My8o6gRZj7ixf/m79+gP/SzYJs03ENhQjLxDRQ4SzSBT/Lkr+E85i4cgWznzhzC29d6SJvK/EwU0iKV0UW4RerzM5dHqH0AnjgO6GyAiBus0vrLPQHV3h68hd7b74UbsEEqjFyL8AAABQzbThlzzRshxepm7SGf19Q9oJ1GFBwSHXXX+nHNhs1iefuPvbrz5Ui7ZUhzMz3nj92ZXL/5Xjrt169+o9wP04H3/0ZmbmMdVbmzet+/3Xb0VpiVmL1m07KJP16tWX9xZLSdy+XS5H2LB+1ddfvq+MT2YVpEaDhk0un3yTHBQW5E+f9pw4Kc6cvOLH33Du/Nz33C26+mbdoC6iYaTYt0Us/VYs/F5sWicMDYV1mzj0srDtFY4cUfynzDOET1dxIF7sP+hIsZYsiS7+b6hh1AMBX08zXXCOCPATqNt0BrNfWCf1oUsLMDUIO7oDQRhqL/p/AQAAoNpo+yirp1UlmUfzr4DwbjT/wugxl8bH75v554/5eTnffP2hvMU2axXbrGVERL3k5MSE+LiDSQlKk63mLdo8+vjLHg+SfDDhtpsnXnLJlc2atyoozN+1Y+vMv35SnvW/Ox9Rmxl179F365b1cvDMU/dNvvLmbt37+Pn57969/Z8Fsxf9M6e8lZcQRcVF4tSMn3CVPGBC/L41q5fKwdBh55/Q0+0bd1je+sjYdqup2WFhNAiTUSzfLGQ6YdHrfErruUSfHsJ6QOxYIBKSxcj6wm+M2Dlb+CwUzYaInn3FPwvsySFOYx+/F+8WZh8BHBEQ2aPo8EZl7Mxf697/Xhz5i00LMNRu5F8AAAA4XZRzKlveFnWG5l9Q3Hr7gw0bNfn803esltK1sQf275E3l3369Bv84EPP+fkHuD89JCR88Dkj/vrzB6VBvnb+7nuf6Nipmzoz4bJrZdq1cvm/Gemp0984pjJLrzdcdvn1+/fvkVsPJSeKU6M3GO5/4Om777xafvDff/e1Hj36Kd3Bjq/EYp292Pb71+bhu3Rmm7PI6CgyOffr7Iei7RmROkOh33k7hb9vaeevZT87DxWUXttyz3rRtr44lOLMLtAdPCg6dxBd25hsO+zztzgSkvWtYgVwhH/pkvNPlLHOkeMsOeg0xXpc/EgEhtqN/AsAAADVTNtN2W7Nc1iPtkPyDW0jAHkertNdPO6KXj0HzJv3x9L/FqaWdemS02HhEfXrN2rZqm237n369junkqff+r8HY5u1/P67T9LTUmRGFhPTbNDgEaPOH+fn76/dU6/XT3nqtX//mfvXnz+mpiZnHZafRmdoaESnzj0mX3VzdEzs7Jm/yPwrNyd708Y1Xbr2EqegZet2F4wZP2vmT/l5OW+/9eJjT7x83Kc4CwqLH39TZ91s6pZu3RBjS44SwkfftJFxQDefa3ra5iwWcWUrNFtHi3/XOXKNxQs6GxpnmAMTRew6kVdoWRtjbHpYn7lC176paBBu6pJQ8sEPfq89LIAjfIOPaZ9nL9rv8I/x2AWM8Au1m471vQAAAKguRy/56HDYyxRmrM5YMUzdoeW5f5j8GwvgZD384C1bN6+TAdY3P8wTXs6+cUfxKx8Lq9XQpa2xTxdD5zbCz1fedKbyMoWie18wd5mpD7TIZMK2s6VayJYAABAASURBVJ51bwfzI7eXvPiK/5g1olGkSM4oWjRCF9XQEb/Gd/gufZDBWWK1rI01nP+w8ZxTCvJQy+yaO9RhzVPGzsZP+jS8yucIk8lkNBoNBoO+jK6MAGoj6r8AAABwupQufizYd/SxzmDyayAAiNJLTur8ff2nP64LDxYGD+dlzuw8GXqVhl8WfcnyFvqW5/lNH68LDjSef6F1b5xJZNgSQvWduvrceKl9087i9z43Ntxt6pRsanew+JMfjf26Ch+TAMr4BEQXZ28vf1CSoK350rbAV0rAKARDbUXzUQAAAFQP9+b3pflXYZy6g8m/kYzABADJYNC3bqarF+4x/JKs3/5pjD1kz/AvXtLDMOpmn7uuluGXnDcO7mXd1MRp09niIo29O+qMRmOPjv7vTBWtri9e2M2R42dqt8Xy3V8COMLHv4k6dpbEu3T+0t4DtRj5FwAAAE6L8vxLU/+lPQcDUBm73bZqi6PAp2TjQPN9D5vGDBX68nM3fcN6hg7dHTm+zqIwQ4eW5fubzT5XX+zz0BTr/uGOwwHWP+Y5EpIFUMYnMFod6ywJ7p2/tP/1QgC1FPkXAAAAqp9aUGArOFr/Rf4FVJEjL9+Zm++wjPSf8Yy+dazLVtPNk0r+a2foOUjGXtp5Q4sYvzceM5x3vzD4Wr78Q5BloMwxf3s16x+VIEwQe6FuIP8CAABAdXJZU+OwpKqbfALJv4AqsX79l/nOK32f+Z/HNl76iFAR0tjQr5vH5xqH9/f/9AVhMthXbBRA6dpzTf2XsDpt2do/1C4DoLai/z0AAACqjcsiGmUBpLrVYA4XwKl5+dUPRK3ndBpHn2NoHl3hDgaD+Y4r9Y3rV7RdFxTg+/DNzswsAcjT/mP/9jrtBdq294L6L9QN5F8AAAA4LcpPqByF6oxe7ysAHJdOV1n4VcbQroU47mEiwgQg//Yajlknq/xZ9tgFX8ElIFErkX8BAADgdHE67E5HsfpQb/QTAIAzS2c49r892As8Nr8Hajf6fwEAAKA6aVvJOO152k066r8A4IzTH5t/Oe0FLjuwEBJ1AfkXAAAAqpl6BuWw5mvn9UbyLwA403THrn90Hlv/dXSe8Au1GvkXAAAAqoHHEyeXKgOXGgQAwJmhMxxdfq5zFrnHXpSAodYj/wIAAED1U86gHPZC7aRObxYAgDPumP/8cOxfZkHmhbqB/vcAAAA4LUqvIKZ3aTpTLAAAZ5zTYTn6QGcSbmVfQK1H/gUAAIBqpp5Q6YwB2nmHvUgAAM44h02zGl3vr/wv4RfqFPIvAAAAnC46g7/2IfkXAJx5LrW3Tp0fbe9RB5F/AQAA4HTR6Y/Nv2zkXwBwprm0YnQe+5cZqCPofw8AAIDTRm8WuqP/wdXh1nQZAHC6OazH/u3V+wmg7iH/AgAAwOmkO9oCn/ovADjzXNeeH1v/pdPpBFAHkH8BAADgNNK2AHNw/UcAOOMctmPXP+r8yLxQB5F/AQAAoJppz6z05ih1bCvJEACAM8tWrPnbqzPoTBECqHvIvwAAAFD9lAhM3uv9mqmTloIEAQA4s0o0f3sdhgYyAhNlf58VAqgbyL8AAABwWiinVUb/5uqMJY/8CwDONEtBojp2mpq470AKhrrAKAAAAIDT5tj6r3hxlpQUF18ydqA4QZ98/keDho3F6VRcVJSZkdY4uqk4DfLz8i4bP1QOzr/gkjvuekx4p++++fjrL9+Xg3fe/z62WUvhbT547/U/f/9ODr7+bm5YeKQy+djDt2/auDooOOT7nxa67L9v784WLduKOmbmnz+tXvXfgQP7crIPh0fUGzFizBVX3SxOp61bNjz8wE1ycMvtD1409jJRq2lrb50+0S5lX2q5rvYhUPtQ/wUAAIBqUNG5k94vVh07HRZbUarAEZs3rb3lpvHbtm0UQFkY+vZbLz7/7EOijvnz9+/fe+fldWuXZ2ak2mzWtNRko8kkUH0s+R7yL4/rHwm/UItR/wUAAIBqplYTSMaAFtpNlsJEo199ccYZjMbLJ9/kPv/rL1+XFBcZDMaJk65z3xoYGCROmx3bNz/60K0COOKF5x+WGVBUVENRx/z801fKIKp+o959BgYFhfTpO0igmjhshXbL4aOPfWLc93EpAQNqJfIvAAAAVL+j/e99ooTORzgtynxxzi7/iJ7ijDMajVdefYv7/JxZv8r8y2gyedx6WhUXFwlUweWTb5Q3Ubu88PK77pOFRQWi7snLzcnMKC0LbdO247Tpn4szpWOnbrPmrRV1QHHODu1D9/ovYi/UEax/BAAAwGlxNAIL7KJOFmSuFwBwRFFRoTJo166zwGlQmLlBHTuFjzDHCs3FHz2mYCRiqJXIvwAAAFBttCsf1YFPWD91h6LD9LoCcJTD4VAGPmZfgdNAm3/ZfbsInZHKL9RNrH8EAABAdZInVE6nU2jqC4whfdStdktOSV6cOai58B4rly9e+t/ChIS4pKT4sLCI2GYt27fvMvbiSdoW3fJHfvC+G3ds3yTHl4y/6oab7tYeQZ7hP3DfDbt2bJHje+57skl07AP3Xq9unf7Gc/ImBz//tsTP3/+438++vTsXLpidEB+XknIwPT01IqJeo0bRsbEtBg8Z2bpNB1FlhQX5f/7+w86dW+Li9hQXF8Y0bd60aYsRIy9s266Ty55ff/nBd998FBER9eW3s0uKixf9M2fTxjWbN60zGI0tWrTu2KnbeaMuDgwK9vhVqvLqVa6i6z+mpaX89MPne/fsSE9LycvPq9+gYZMmTZs1bz1s6PlVvJ7m5k1rlRZs8si+vn6//fLN7t3b4g/s8w8IjIlpPuK8C88Zcp5e77liIPlg4uyZP+/Zu3N/3G6z2Ve+dM2at7r4kivk21GVL+1y/ccpj925ft2KIz/XoQvOK10jPO6SyTfecq/2Waf+Yqri4/fJd3/b1o1pqckmH5+I8HpduvW+/PIbgkND3Xc+TR+VH7//7IvP3lGf++P3n8qbHFwwZsLtdz68bOk/LzxXeimABx9+fsiwUS5fSH3vbr/jkQsuHK/Ol5QU//TDF3KrfBmzDmeGhUc0bhwT07RFv/7ndO5yzMrryq//WPX39+EHb9m6ed05Q0c99Mjz8qO4ZPHfmzat2b5tU1RUw6ZNm/fo1X/YsPP1BoM4W5yOQs1/dXD4dxeeir+E5r9bALUV+RcAAACqn/ZykMbQ3k5naSymzBRmbvCW/Mtms3343uuzZv6kzqQcSpK3lcv/nTfv9wcfeq5V6/bKvPzx5NnvrTdPLCku+v3Xb2Vu0rJVW/VZ33/zsRJ+DRg4bMR5F+3YvlmcFKvF8uEH0+RpuXYyNeWgvG1Yv/K3X7+59vo7J1x2TVUONeuvn7/68r283Bx1Zse2TfI2d/avF118+TXX3u7r5+f+rMyMtKen3BsXt0szk7p61X9//vHDq9M+iYpqoN256q/eSYg/sPeRh27NzclWZw4mxsvbqhVLfvj206efe6NnrwFVP1pSYvybbzxbVFjefktmKFmHM2Q+NX/un089M83lpZCxzscfvTl39m8Oh12ZKcjPO5yZLt+CObN/vfGme847/+JqzxGq98WUqZPMntSH8ufNz8uVidj8eX9Meeq1rt16a3c+Ax+V6iLfwcceuX33rm3qjAyk5G3jhtV//v7dZZdff/W1tx/3ICf9/m7fuvHZZ+5XXyj5EZW3JYvn/7Ng9rNTZxiNZ+fUuzhnh9NRoj50+HU3VBB+CaC2I/8CAADAaaGeXOmNQYbAjo6CLcp84eGNYbGXCm8w5bE7Nm8q7ZDduk2HweeMbNykqTy53b9/zx+/fyejlgfuveHtd7+NbtpM2TmqfsNbbr1/xpvPy9Pm11996p33vlWKPvbu3vHtNx/LQWS9+vfe/5QctGvfeda8tRvWr3ri0f/Jh3ffO2XkqLFV+X4++/RtJfxq1rx1z179m0THBgeHHjwYv3Xz+lUr/3M6HZ9/+lb3Hn1atGxb+XH+WTDr3bdfkgMfH/P4idc0iW5qNvseTEr45aevcnIOy6RAHvPZ52e4PKuwqODuO67Kysrs029wn77nBAYGbdm0bvHi+bk5WRnpqV9+9u4DDz970q/eCXE6nVOff1iGXyYf86DBw1u2bNuwYZPkQ4m7dmxd+t9C+fpPe/WZTz7/vSrFdIr33nlFRietWneYdMX1Xbr0Sks/9N3Xn/y3ZP7mTWuefvKel179QLvz+++9On/uH3IQFdXwoosnNWoUXVxcdODA3p9/+lIe5K3pUwsK8i6dcLU4Ec+98Ja8f+C+G3aU1Q199tVfLjtU44v57lsvKzlaVP1GYy4c36hRjPyG16xeJl+64qLC55998I3pX0THxCo7n9aPysRJ18lbyqGDN1w7tuzh9ddcd/x8qhIfffCGEn716NW/Y8fu0dGx+fm5+/bu+m/JguzszB+++7RPn8Ft2nWs/CAn9/7KUPu/xX/LT+ZFYye1bdfJarWsW7ti6dKFDrtdBqkL/54pUzNxNmiLv5zC4PTrpC/jsQRMEIShViP/AgAAQPVwX/l4dAlkaF+Lmn9lesc11+SZv5I4uBdVnTv8gsceuU3mLzNmTH319Y/VeXmKu3LF4tWr/kuI3/frL1/LvKC4qOjFFx6RyZReb3jksRf9/APEyZJfbuafP8qBzD5em/aJpuhm4LhLJv/689effPSmfLBk8d+V519paSnvvvOKHASHhD7/wtvanYcMGzXl0Tvi4/etW7N8yeL5MmfRPlGe/MvblVffql6NccDAYRMmXXvLjePlvDzVv/Oex8xHWjidxKtXddu3bZKhjxzIuET+7Ec3jBMd//pZ5jUymvl30dzzL7ikigeU4Uj3Hv2mPP2aTHnkw6ZNWzz82FT5ri39b8GWzevmzPpVPdTypYuUcKRl6/bPPTdDXS14jjivV68BT065W74UX3/5waBzRlZjiVM1vphr1yxTwq8uXXtPeeo1NSIcPvJC+WO+PeMF+f3/8cd3d9z5qDhTH5XqYrPZFi6cLQcydHvy6Wnq/IjzxAVjxt968wQ5lnHhQ+2mVnKQk35/01KTDQbj1Jfe7dylhzIjX9Jhq5c9PaV0KfSif+actfxL0/zL4dtJZ/DVeSJY/4g6gP73AAAAOC20p1XaFmC24vSS3D2iZpNnuZ9+XFrV0q17X/cVhc2at7r6mtJCle1bN8bt26XddOfdjyvtjb7+6sO01ENvzXgh5dBB+XDyVTe3a39Kl7eLi9vdoFFj/4DAiZdd677ibMjQ8gZJ6WkplR9n9syflYV+111/p0tSFhFR774HnlbGM//8yf257Tp0URMN9SkDBp4rStdmlqQeSlYmT/rVq6KMjNTyQzVr5bLpnCHnDRw0/Jrr/nfcMh8to9F0z/1PKuGXQn5ob7ntAVPZzNy5v6vzv/z8lbyXScdDDz/v0iqrfceu8l2WA4ulZN6c30Q1qd4X84/fvpf3Mo29657HXerjZMbXsmwR5X9Na8mbAAAQAElEQVSLFyhB9hn4qFSjvLwcm9UiPH0qops2Gz1m/MRJ1w8bPrryg5zK+3vphKvV8EvRq/eABg0by0FC/H5xNjjtJfkZq9WHdt9uuooJoLYj/wIAAEB10naTKV//qNebwgc7NSsPcpLmiJpt3dqVWVmZcjBo8HCPO/TuM1AZ7N61XTsfHhF51z1PiLKT/CefuOvff0p/0k6de1x2+fXi1HTt1vvDj3/56dd/h4+80H2r/LrylZYDS1kEUIk9u0u/4QYNm4w47yL3rS1bt+s/cJgc7N2zQ70wn2r48DHuT2nUqIkyKCouVAYn/epVUePG5e3t35r+wro1yx12u7opMCjo0SdemjjpuubNW4sqky+pe19z+ZL27XuOKF3Buj0nO0uUXcdgX1nGNPTc0Y2bxLgf58KLLgsJCRcn+3N5VI0vZmFB/qaNa0RplNZHyWVcPPrYC+9/+NMnn/2u/P6egY9KNQoLiwgIDJKDn3/8cv7cP4oKj/kS/7vzkWuuu73yrnCn+P4OH+HhR27YMFreF5+Gn7cq8lL/ddqOfmlH0GC9RkX9v8jCUFux/hEAAADVTFkIqYZfSgswY8RIe+ZsZYfsxFlR7e+UO4qaKj29vIpqxpvPy1sle+7Zs2OUGKedGTBw2OBzRi5ZPD8xobToIzAo+KFHplb7KWVaWsrBpPjMzPSc7MOJiQc2bVzrdJZmEDartfIn7iprkNSseauKviWZHC1f+k9JSfGBA3tdUqSo+g3d9/fzKy8jstlsyuBUXr2qaNmqbecuvTZvWpNyKEmGjPIVlkFVn76De/bur63hqrqKSvPqNyj/eZMPJoSEhu2P2y1jTVH6ErXyuL/RaIxt1nLTxtU7d24R1aQaX8z4+Di7vfQ9iqrveW2mjLq0D8/AR6V6XXLJlV99+Z7NZp3+xnPvvPWSjPn69junX/8h8r2rytNP8f2t7/FHLiuys9qO81t5muQkzVXHDkOUw7eTUVPwVUkEBtRK5F8AAAA4LVxKwHyixhUdyb/slszCjLX+kb1ETZV2vFWEqgP797pP3nn3Y2vXLi8syJfji8ddER4RKarJyhWLFy2cs3XLhuzsTHHiDiYlKCvaGtRvVNE+DY+EIHt2bXcJNSI8/iBHTpuVRXPilF+9qnjy6ddff+2pFcsWyXF+Xu6Cv/+SNxl+dezUXSYUw0eOadq0RdWP1rhRtMf5evXqK4PDZRVYe3bvUB7Wb1Dxq9eoicxH5Ft/KDmpYaMm4pRV44uZn5+nDCIj64vjOTMfleo1afINTuH8+ssP5FeQKdia1Uvl7a3pL7Rt10l+KmQW1qt3ZfVfp/L+BoeEGk0m9/2P/MDizHNYcvPTlqsPrUEX6I/F4kfUNeRfAAAAqDY6TQt8tQRMYQofXqQPEI4CZc/spDk1Of+yWkuUwV33TmnoaaWYSi1p0dq4YY0Sfkl//vHDmAsnBAWHiFP25efv/vDdp5oJXXRMs+YtWrdv37lbtz633jzR4bBXfgSLpUScAr3OUJXdTvHVqwo/f/8nnnx1396dK5YvXrViSVxc6bI1+dOtX7dC3n7/7dvXpn3Spm1VW4DJgNbjvPNIbqEryzFO8dU7OdX4Yvr5+okqOzMflZNWUYJ2+eQbR5530dL/Fq5e9d/mzevK1sY6d+7YLG9zZ/964y33HnPBhGOdyo98un/ek5CTPFc4j/5BsAdfZDw281JSMHHsFUsEUHuRfwEAAKCauYRf5cUGRrMxcowt7Qdln7xDC52dHtIZqvkacNVF6doj+fv7d+7S80SeKrKzD8+YXrpOzezrV1JclJuT9ea0Z6c8/bo4NUsWz1fCr/CIejJQk99Vi5Zt1OV+drvtuOGX1KRJeees1LRDFe2TdmRTFVeNuTuVV++EtGjZVt6uvPqW9LSUNauXrVu3YtPGNUWFBTL1ePftl6e//VUVjyN/5LbtOrnPp6aUvxRKd7BGjct/rrTUil+9I5tCQ8NFdajGF7Phke9fvYBAJc7MR6USuiO1Uw6nw31rQX5+RU+MiIwaO+5yeSsqLFy7dpn8YGxcvzozM01u+vKzd4cNG13Rd3tW3t/TR9tm0WZqJczRR/8au/X/UhGBoRaj/z0AAACqn3bxo3YJpLqDw1ZQk7vgq92vK7pwW15uzs8/frHg75nuF917/ZWn5FY5ePiRqX37lTZQX7li8YL5f4lTM3d2+VUIn31+xmWXX9+ufWdtr6vMjPSqHMTk4xNZtqZPuSqlR6lHzvBbtWonTsqpvHpVYbVY5PevfW69qAajx1w65anXvvluXmzZ5f/27tlxODOjigdMT/OcByn5jtFoim3eUmj67qekVHj5wtS00k31GzR2ubriSavGF1OmeL5lNWIZ6Wked5g985fLxg+79aaJ8Qf2npmPSiUMhvKKKqunlnbuEZ4MPTMz0vbs3i4/HsqMfAsGDR5x3wNPf/ntbKWFv8VSsmH9KlGBs/L+niYlefuKso42KbMFnucSfrEEEnUQ+RcAAABOC/eFNsawAcJ4tCtQxt7PhKfKjppALX6RsUJJSbH7Dn/98cNnn7z1xmtPb9+2STsvE4T161aI0qv1jezTb/Dd90xRVj6+/95rmZnHRFTq6X0VeyGlpJTGEDLzauapOfe/i+YpA7v9OFVggwaVXkbwwP69++P2uG/NSE/9b8nfctA0tmVEZJQ4KSf96lXRm288d8O1Y+++82olZ9Qy+/p26NBVGSvtq6ri30Vz3SdzsrPWr1spB1269TKbSwsVGzZq0qysy9WypQs9/lxrVi87mBgvB5X3maqIwVC6Osel3Kl6X8z+A4bK+82b1mYd9hAOrlu7PD8vNysrIzq6mTgjH5VK+PkHKINDyYnuW1evWuoyM3/en1dPHn3PnVevK/sFdNGjZz9lUFRU4aUYT/f7eyal7/pA80jnCB5VSfJFBIY6gvwLAAAA1cl9NY0mAjOYGl6tbrIWJuce+lvUSE2iY3v07C9Klzslz3hzqstFFbdv3fjDD5+LslP0ESMvUueTDyZ++ME0UXrNx5Db73hIDoJDQ2+6+T5RlsW8+tIT2oMokYqUlVWlTvZKL3aLpcS9zGfD+lVff/m+Mj7uKsiJl10nv22527RXn3apkEo4EPfUlHsKyrqkDx48Qpysk3v1qm7gwHNFWb3Pe++84rIpPy9v8+a1ouwtUJf7HZd8SX/8/jPtjHydZcqmJGjDR4xR52+46W5RFv2889ZLLj/XyhWLX3tlijIefM5IceJ8yz4SeXm52iNX74s56fIb5K+hDHfemvGCS7urTRvXyB9BDvr1H6IvC2fPwEelErFHrmDwz8I52ihT5sV//v79hvUrXfaX0Z78MyMHn3/6TlHhMSGXw+FYsexfZdymbQdRsdP6/p4xlvyEvEOLjj70Gyh8GriEXxWtfwRqMfp/AQAAoPrpjr34o3rGZW5yk/XgB2oX/IzdnwY3Ok/USPc/+Mztt0zKzs789585e3ZvP3/0JY0aRefmZm/auHbJ4vl2u03uc/sdD5t9y2MseY798ouPWcsyBRl+BYeEKvPnjrhg0T+zZUS1ZfO633/79uJxVyjzav8gmbwUFhb4+JjHT7ja16/CDuXde/TdumW9HDzz1H2Tr7y5W/c+fn7+u3dv/2fB7EX/zFGvMFdUXCQqJSO5Sy698puvPoiL23XbLRPHXnx54yYxTodz7Zrl6s/Vpl2nCZOuEafgRF+9E9Kn3+BOnXvI13Pxv/MO7N87eMjI2GYt5WsYt2/3/Hl/KKHMTTffo9efwH/s/+Kzd3bu3NKnz+CIyHqJCQfmzP71YFJppU/nLr20YYd82ZUvvfDvmbt3bTtv1MXy5zqUkrRm1dKNG1Yr+4y7ZHKHjl3FiVP6UpUUFz3x2B0dO3Vv1aqd/ElFtb6Y8r0eNvyCBfP/XLViyR23XSEP1bhJU19f3337dpVdNlGEhUVcMfkmZecz81GpiPzqPXr1X7dmeWZG6kP333z55Bv9/P337N6xYMFfBxPju/foJwM75Xso3z8kVO7z7dcfJibE3XjdOPl716x5K7OPb0J83N9//5VyKEmU/jKOad6iTSVf9LS+v2dMaWmt5pKT1vAbDccWfxkMBo8RGFkYajfyLwAAAJxGbl3wgwwNrrYnv6dsLcnbl5+6NLD+QFHzyDDijRmfz3hz6ob1K2UU8vGHbxy7XTf5qpuHnTtaffz9t5/s3bNDlK6NGnjOkGNCvXvue/Km6y+xWEo+//Sd3r0HKW226zdo1LJVO/mUkpLiX376svSJvQa0aVfhJQsnXHatTLtWLv83Iz11+hvPaTfJ89nLLr9+//49cqvHxWIuJl1+vdlslnlHfl6uTDdctspz/ptuuVdZi3fSTvTVOyHyc/TY4y/ff9/1yQcT4uP3ffXFey4Hv/nW+4aPvLDKxxMXXnTZ0v8WyEhI3rTzgwaPvOOuR1x2fnzKKx9/NF1GSIkJ+11+LrPZ96prb1MjzhM1cOC5MnaRA5m/yJtMf5T8q3pfTBnOysBr5p8/uh8qOqbZgw8/F1W/oTpzBj4qlbjxxnt27dwqv7QM4KY+96A6LxPJBx5+9pKxg8WxxY5XXHlT3L5dK1csllmh8julJd/Nu+994rhf9PS9v2eGrTgjJ2m2+tDq21v4tVcyL6mi+i+SL9QF5F8AAACoZsr1H4XmQpDaugPfJjfnH/pU5yxfe5W++8OamX9JMgh4/sW3//1n7rp1K5ISDyQk7Jfff3h4vRYt20ycdG3TI+uzpLi43d99+7Ec+AcE3n3fFJfjRNarf+31d3z4/utWS8nLLz72xowvlNKkp5994/tvP926dUP8gX0mkyk7+3Al34x8ypSnXpPfzF9//piampx1OFMIZ2hoRKfOPWT8ER0TO3vmLzL/ys3J3rRxTZeuvSo7lMFw6YSr+w8Y9ucfPyTE74uPjyssLGhQv5E81JiLJspDiepQ9VfvJASHhr734Y/z5/6xaNGcjLTUrOzD8rWVP1fXrr0vnXBV1269T+hoMveZ/s7XH7z32vKlpavG6jdo2Lp1h3GXTm7dxsNauaDgkHvvf3LosFGL/52XmHDgwIG9RqOxYcMm/foPkXnQqVwJsXffQfc98MzixfN27dyWn5ej9nEX1fpiyhDntv89NGjwiIULZsq3PiE+LjQ0vFWrdn37nyNzJZcc5Mx8VCoSE9v8/Y9+klHdvDm/Z2Vl1otq0L17367de8tv3mNeIyenPP36mtXL/vrzh0PJSfIpysLJFi3bjjxv7JiLJlTli56+9/fMyNjzqXAezQUtYTe6VH65tAAThF+oM3RVbLcJAAAAVJ3yj0x57yhjt9ttZaxWeVJvKdz7lD3lU3XnJj1fC2o4RABn1uZNax996FZRWhL1yAUXjheAl7MWHty3aILTUZ6c2sxdi5t8aCrjc4Ty0FiGIAx1Cv3vAQAAcBq5rn8s49P4FqfOpO6Tsu1Vp71YAABOQfLGZ9XwBw7egQAAEABJREFUS5QWf12nln1p1z+6XwJSEH6hDiD/AgAAQPXTnlC5RGClJ2G+DY0NblB3thWlpu/+UAAATlZu8t+FmevUhzbfHo6Afi6dvzwmX0AdQf4FAACA00g5v9I2XVbOx3yi7xI+R9tsZ+771pJ/QAAATpzDVpiy9bWjD52G4sjHtOGXSwmYS/hFEIa6gPwLAAAAp4V6QuWh/ksyBRpjnjy6t9OWvOk5AQA4cem73reXZKoPLaFXCXO0S/jlsfM9yRfqDvIvAAAAnEYuJ1ray5CZIkfpQ4aoexYd3pSTNEsAAE5ESd7ew/t/UB/aDVHW8BtcOn9VFIEBdQfXfwQAAMDpol4FsqILQVoLEko2DRPO8obNelNQiyE/GH2jBACgCpwOS9ySyZa8/epMftTrImiQetlH9V657KPLKkjB4kfUGdR/AQAA4HRx6X/vUv9Vyq+JvsGt6v4Oa17imgeF0yYAAFWQsuUlbfhl8RvoCBhg8ITiL9RxegEAAACcftoITNuSxhx9h/Brq+5WnL0tddt0AQA4npyk2dkJf6oPnfqQkshH1cBLrfZyaXuvvfgjQRjqDvIvAAAAnEYuJWDqOdjRszKj2dTqfWEIVp9yeP93eSmLBQCgYpa8/Yc2Pa+Z0BVGvSBMkR7Dr4qu/AjUHeRfAAAAOEM8XwhSnqf5NzU0m6bdM3nDk9bCZAEA8MRpL05Yc5/TYVFnikOutfv1cAm/jGXcFz9S/IU6iPwLAAAAp5e2BEwO9BpHI7DwoSLyavUpDltBwqo7HdY8AQBw4bQnrn3IWpCoTlhNHUpCb9QGXmoK5jH5Auog8i8AAACcOco5mGv4VcYn9jGnX0d1T0t+fPzKO5wOqwAAaCRveKYgbbn60KELLqr/ssFocvmjqul9b1D+8FL8hbqM/AsAAACnnfZ0y+MSyLIzNrOp1XtOfZD6rOLsbUnrHhZOhwAAlMnY9VHOwdmaCV1Bvak6n3pq7OWx7T2dvwDyLwAAAJwJHhvhu0Zgvo30Ld536kzqs/JTlhzaPFUAAMou+Ji++wPtTGHYvc6AXsf8p4RjUzCXtvcUf6HOIv8CAADAmeZeAqaesJlC++hj39T+MzU74Y/MPZ8LAKjbCjPWJG98RjtTHHyNNWSCy19R9/ovVj4CgvwLAAAAZ4xLCVhFEZgxYqSz8ePaJ6btfFumYAIA6qqiw5sSVt8rnHZ1pth/dHHYLR7DL4+d7wVQt5F/AQAA4Mw57irI8iqwBleJ+rdpn3ho03OZe78QAFD3FGSsil9xu9NerM5YfPuU1HvMJfnyWP+l/U8OguIv1GHkXwAAADg73COwY87fGt/jDLtEu3/ajrdStrwihFMAQJ2Rc3BOwsq7nI4SdcZqalcU9bLeYFKrvdzDL70G4RcgGQUAAABwBskTMKfTqZ6GKRGYMna6iH3Bbi/Q5c5Tn5t14Ee7JadxDzriA6gTMvd+IaN/7Yzdp3Vh/Tf1Rj8l+TKZTJWEX9rKL6COo/4LAAAAZ5p2FaS2SEFtW3P0XK7Fm87w8drn5ibPS1h5h3YdEADUSilbXnIJv6w+XfPqv6M3hcq/k2ryZSqjXfaoXfmoPpcUDHVc6X98EwAAAMCZpf4rVA4cDodyby9jK2O1WpV7yZ78tj7tHe3TzUEto3u/bvJvLACg1nFY85PWP1aQtlw7WeI7sDjqBb3RrK38Mh3h0vlL+a8LrHwEVORfAAAAODuUf4iqix0dZdQITN4fE4Glfa9Pflbb/EtvDGjc7dnABucIAKhFinN2Jq55wFaUcsyk/+iiyMdk3nX0OiFHYi/tEkiPl30k/AIE+RcAAADOosojMJdCMPvhubqEB3XCpj1CePMr6re/S+hoawugNsg68HPqtmlOh0U7WRh0bUnYTdrl4e7hl8vKR+VeeTr5FyDIvwAAAHB2uUdgMvyS90oJmGsElrNcH3+XcBRoj+Ab2iG616tG3ygBAF7LaSs6uOnpvOSFx07r8sMetgVfpGRb2mWPlYdfQtNpUQAg/wIAAMBZp43AlF5gdg3XCKxwv9h/h94apz2C3hQU1faOsNhL5L9vBQB4m4K0Fcmbn7cVpWonHbqQgnrP2f16aq8Kom1773LNR6Xtl/aaj4RfgIr8CwAAAGeZthe+ugpSXQjpvhbSZi0UB1/UZ/3kchzfkLaNuj1rDmouAMBL2EoyUra8knfoH5d5i0+3onrPClOkemFcbZ8vwi/gRJF/AQAA4OyrJAJT1kK6kEGYI+tv/cHH9M6iYw6kM4Q3mxTV9jadwVcAQE3mdBw+8EP6zvcdtmPWdDuFvij4hpLQa2TwpS57dIm9CL+AE0X+BQAAgBqhoghMScG07cCOFoIVxhsS79eX7HA5lNG3foOODwY1HCIAoEYqztmZvOGZkrw9LvMOfURe5FSnX2e1pZc28PLY8IvwC6gK8i8AAADUFGojMOXeJQLT5l+aSrASkfGVPv0910IwIfzCu0S2vC6w/kABADVGcfb2jL2f5x1aVFrppeEU+uKAi0vCbtUZgzyGXy5lX9qG94RfwHGRfwEAAKAGcY/AlHb4HtuBKUqnig/pD71iyP/b/YDmoJaRra4NbjRC6AwCAM6egoxVGXu+KMxY7b7JampXEPaQ8Guj1HOpPb/cky/lXtmN8AuoOvIvAAAA1CwuEVjlHfG16yKduSuMqc/rrUnuxzT5N45ocVVo9IU6g1kAwBnlzDu0KGPvF8XZ29y3OXTBhSG3WoMvOhJ8GbT5l8lkUlMwl7Ivwi/ghJB/AQAAoMZx6QXm3hFfzbxcBg57iUj71Hj4E52zxP2welNQUIOhIY1GBNTrTTkYgNOtKGtrbvLfuckLbMWpnrbriv0vKA6/QxiC1ZIubdrlUvOlTb4Iv4ATRf4FAACAmsg9AlNTMPux1PBLvXdYMnQZXxiyf9Y7Czwe3OATEtRwWEijkf4RPYROLwCg+hTn7MxNni9jL2thsscdHE6DJWBEScjVTp9YJcxyKftyv9cmX2r+JY7EXoRfwHGRfwEAAKCGqiQCcykEc7kvZ83TZf7gk/u9zpZe0ZfQm4L8w7v4h3f3j+juF9qOojAAJ6ckb29hxobCwxsKM9fbSjIq2s0h/IoDLrSEXimMkWqSpU2+XErAPJZ9qcVfyjEJv4CqIP8CAABAzaWNwOS90g5fWwjm0hTMZaDsoM/+zXj4M499wbR0Bl+/sM7+EV3NAU19AqLNgc10Rj8BAJ7IwMuSn2ApSCzM2lx4eKPDklP5/g5dSHHQxJKg8TpjkEvy5d72SxmoTe4ravglCL+AKiP/AgAAQE3nsSO+cq9GYPL+mOKvY8mtomCDPm+BMf9vvT2jil/X4BNhDorxCYgx+TbQGcx6o1mn99Ub5L1Zb/DVGXwEgFrK6bA67CVOR7HDVuK0lzgcpfe24gxLQXxJQYKtKKWKx3EIX4vfOdaAYTb/gUrplpp8ueRfLgVfLhd5JPwCThH5FwAAALyAewSmVoHJgUshmEvypR3IO1GwXqZghryFBmeWAIDTwKHzs/oOKPEfZvfvr9P7qBmWtpjLUDFtTKYEXi4NvwThF3CCyL8AAADgHVzWQqpVYC5NwdyzMLcITNnVprfs0RWsNhav0xdu0ItCAQCnwClMNp/2Vt/udt8eNnNHbexVSfjlEoRpYy/WPALViPwLAAAAXsM9AnNZDunSF8w9+Tqafx2hPFFfvNVQuFZfvMFg2a+3V3VlE4A6zq4PdxhjbOZONr+ednMnofdVsypt7OWy7FHNvLQD7VaX2IvwCzh15F8AAADwMh5TMDXJUpdDarMwbRCm3eSSnamBms5yQGc9qLcm6Evvk3SOXOG06JwlwlGiE3IgbwUCQK3m0PkJndmp8ym9Fz5CL8cBdmNDh7Gxw6ep09jIbmyiBl6iLJlScyuP4ZdL5y+Xh9r9XWIvwi/g1JF/AQAAwPtUVAjmshzSRUX5lzY706Zg2oO7f1H3MWqx/Pz8rKwss9kcFRUlUJdoIyeXHEobUWlDq0rCL/c6Ly3dsX3uBckXUH2MAgAAAPA2yqlgaaGW5uTwaPXWkVNQbbYlyXNObfhlNBpdVkG6518uQZhwC7zIv+oI+UZbLBZTGYG6xD3/0oZfQpOCaZMv9/xLmXFJvlyafMmBODZWc/8eAJwc8i8AAAB4KyXzEseWSKgRmHIvzyddirzULEz78CTyL5KvukbmX/7+/j4+PgJ1j3s11nHDr8qDMPdqL8q+gNOK/AsAAABeTC0EExWnYC5BmNOt5xf5F45LfjCKi4vtdjv5V93kMf9SVz4KzfpH7cA9BXPJvNwLvki+gNOE/AsAAABezyUFU5dAaldEKgNtClb5wD38qjz5Ig6r3WTyJfMv+S6Tf9URHuMnnaf1jy75l85TF3ydW5mYNvAi+QLOAPIvAAAA1BI6t6ZgQlMLJjRt8pUUTFVRzdcJ5V+o3Zxl/b/kvdlsFqiTdJ4WP4oj+ZfHeMsl9nLZWbiVlQnCL+C0If8CAABAraKreEWk7ki/MJd4SzkjlSmY+yZxvOs/VjSDWsZmsyn1X/S/ryOqUv8l3JYueuRxN5evQuwFnG7kXwAAAKiF3FMwbQTmEoQpA6UozGXSWcGVHwm86hq73W6xWOQnh/WPdZOu4qtACk/t8IWnIi+PaRfJF3BmkH8BAACg1tKmYMLtnNMlCKvkXlRc/EUQVkdYrVaZf8mB0cg5VB3iHk55LN3SVbA0UldpYy+SL+BM4m83AAAAajn1JLOiRZGiCmkXax7rOFsZg8FA/lU3VRSEVbSSsZIKL2Iv4KzgbzcAAADqCpcgTFSQhQliL7hR8i+9Xi8jMIE6rKIw67ghF7EXcHaRfwEAAKDO0Z6IVrI6UridsjqPvbgk6g673e5wOGT4pVwtAXWWruK++FWfB3DmkX8BAACgTvOYhYmqneVSC1Z32Gw2mX/J8ItEo6450XecTwhQM5F/AQAAAOXcT1wrT7g40a07ZP4lPwxGo5E3HVp8HgBvQf4FAAAAVIiTWyjsdrsou/gjHwkA8EbkXwAAAABwHEr+RfN7APBS5F8AAAAAcBzkXwDg1ci/AAAAAOA4yL8AwKuRfwEAAADAcZB/AYBXI/8CAAAAgOMg/wIAr0b+BQAAAADHQf4FAF6N/AsAAAAAjoP8CwC8GvkXAAAAAByHzWaT90YjJ1AA4JX48w0AAAAAx0H9FwB4NfIvAAAAADgO8i8A8GrkXwAAAABwHORfAODVyL8AAAAA4DiU/Iv+XwDgpfjzDQAAAADHQf0XAHg18i8AAAAAOA7yLwDwauRfAAAAAFAZp9OpDPR6vQAAeCHyLwAAAACojMPhUAY6nU4AALwQ+RcAAAAAVIb6LwDwduRfAAAAAFAZtf6L/AsAvBT5FwAAAABUhvwLALwd+RcAAAAAVEZd/0j/LwDwUuRfAAAAAFAZ6r8AwNuRfwEAAABAZbj+IwB4O/IvAAAAAKgM9V8A4O3Iv4i8+U8AABAASURBVAAAAACgMvT/AgBvR/4FAAAAAJWh/gsAvB35FwAAAABURq3/Iv8CAC9F/gUAAAAAlaH+CwC8HfkXAAAAAFSG/l8A4O3IvwAAAACgMtR/AYC3I/8CAAAAgMoo+RfFXwDgvci/AAAAAKAySv5F8RcAeC/yLwAAAACojNL/i/ovAPBe5F8AAAAAUBnqvwDA25F/AQAAAEBl6P8FAN6O/AsAAAAAKqOsf6T+CwC8F/kXAAAAAFSG+i8A8HbkXwAAAABQGeq/AMDbkX8BAAAAAACgNiP/AgAAAIDKKCsflSowAIA3Iv8CAAAAgMooKx+VLmAAAG9E/gUAAAAAlaH+CwC8HfkXAAAAAFRGyb+o/wIA70X+BQAAAACVYf0jAHg78i8AAAAAqAzrHwHA25F/AQAAAEBlqP8CAG9H/gUAAAAAlaH+CwC8nV4AAAAAACqm5F+CCAwAvBb5FwAAAABURln/KMi/AMBrkX8BAAAAQGXU+i9agAGAl6L/FwAAAABURq3/Iv8CAC9F/gUAAAAAlaH/FwB4O/IvAAAAAKgM6x8BwNuRfwEAAABAZeh/DwDejvwLAAAAACpD/RcAeDvyLwAAAACoDPVfAODtyL8AAAAAoDLUfwGAtyP/AgAAAIDKUP8FAN6O/AsAAAAAKkP9FwB4O/IvAAAAAKgM9V8A4O3IvwAAAACgMtR/AYC30wsAAAAAQMUMBoMyOG7915w5c1atWiUAADWMjgpeAAAAAHXWwoULf/zxR1F97rrrrg4dOggAQE1C/RcAAACAumvo0KExMTGimrRv357wCwBqIPIvAAAAAHWXXq+/6qqrjMZq6IwsDzJx4kQBAKh5yL8AAAAA1GkxMTGjRo0Sp+zcc89t2LChAADUPORfAAAAAOq6888/PyoqSpyCwMDA0aNHCwBAjUT+BQAAAKCuMxqNV111lTgFl156qa+vrwAA1EjkXwAAAAAgWrdu3a9fP3FSYmNj+/fvLwAANRX5FwAAAACUGj9+fEBAgDhxkyZNEgCAGoz8CwAAAABKBQYGXn755eIE9evXr1mzZgIAUIORfwEAAABAuV69enXp0qXq+5vN5ksvvVQAAGo28i8AAAAAOOryyy+XqVYVdx49enRQUJAAANRs5F8AAAAAcFRYWNjYsWOrsmd4ePjw4cMFAKDGI/8CAAAAgGMMHTo0JibmuLtddtllRqNRAABqPPIvAAAAADiGXq+/6qqrdDpdJfu0b9++a9euAgDgDci/AAAAAMBVTEzM0KFDK9oqo7GJEycKAICXIP8CAAAAAA8uvvji0NBQj5tkNNawYUMBAPAS5F8AAAAA4IHZbL7iiivc5wMDA6vYIB8AUEOQfwEAAACAZ126dOnXr5/L5EUXXeTr6ysAAN6D/AsAAAAAKjR+/PiAgAD1YcOGDQcNGiQAAF5FLwAAAAAAFQgMDJQRmPpw4sSJej2nUQDgZfjDDQAAAACV6d+/f6tWreSgZ8+e7du3FwAAb0P+BQAAAADHcdVVV/n6+l566aUCAOCFdE6nUwAAAAAAAAC1lFEAAAAAqKX4r92o4XQ6nQCA04/8CwAAAKgNqhh1kYjhLHJPuzx+IAnFAFQ71j8CAAAA3qqif8yf6DxwJnmMtyrJvIjDAJw68i8AAADAy7j/G95lRn1Y0TxwFrnkWepD7fyJZmQAUDnyLwAAAMALePx3u0vO5R57ucxXfjTgdPOYcLkMKpqv6DgAUBXkXwAAAECNVkl65Swjjs25lPusAtuu5IKcIntBiSO30CrvCy323CJb6aDEkV9sL7LaBXDamAx6s1Hn56P3M+nlva9JH+RnaBhqbhRmahLu2zTSLI4NvNR790n3hyqCMABVRP4FAAAA1EQVxV4u92oEdiC9eGtSwfakgm0HC7cnFabkWARQg9ULMkVH+LRr5NehsX+XpkEdmviLY1OwShKxilZQAkBFyL8AAACAmqWSZl4usdfhfOu/27O/Xpa2/WBBQYlDAF7LbNTJCKxr04D+rYLP7RDqEoRVkoipSMEAVIL8CwAAAKgpPCZf7rHXhgP5/+7I/mdb1sb4gsoP6G82yFuAvPc1BpaN/c36ALNRDnx99AI4bWx2Z7HFUWy1l92X3oos9tTskuTDxcd9rszC+rcOHtEhZHin8HpBRp0nooIgjBQMgEfkXwAAAMDZV0nypdqVXPjZ4pTZmw5nFdgqOk6zKP9OTYPaNQnqGBPYISZIADVPWo7lUFbxoaySlKyS7Yn56+OyD+dbK9q5U7T/pT3Dx/eODPAtD8L0+tLoVt6TggGoOvIvAAAA4GyqSvL148q0r5amVlTtdU6HiI4xMvAKksmXv9kgAG9zIK1o7b6cdfuy1+3Lycj10Lou0Fd/Sc/wqwdENa/vp0RgahZGCgagKsi/AAAAgLNG+69x9+Rrf1rRJ4sO/bImI6/Y9VqNZpO+V8vQwR0ihnSMiAwyCaC22HOo4L/th+Vtc3yu+9nqgFZBk/tHjugUZtCXhl9K/lVJCkYEBkBB/gUAAACcBZUnX3FpxS/9ET9702GXZ/kY9SO6RJ7bJbJvqzAaeKF2yymwLduZtXBLxqItGS6bYuuZ7x/VcHTXcCX80qZgFIIB8Ij8CwAAADjTtJd0FMcmX2m51pf/jP9pVbrj2H+nd4wJGtu7wahu9QJ8WeGIuiUj1/L9suRflh/KKTym892QdsF3Dq/fNTaoKikYERhQx5F/AQAAAGdORWVfDocjt9A2Y17i50vSiq0OdZ/wQNPoHlGX9G0YG+UngDqs2OKYuS7tq3+TEjOKtPNju4VOubhJWKCPmn9pIzA1CFOQggF1FvkXAAAAcIZUVPYlw6+/1mdO+Wl/Zv7R8pZgP+MNw2MuG9jIx8gZO1BO/urMWp/2/tz45MPF6mRkoPGZSxqP7BSm19DWggkKwYA6j/wLAAAAOBM8hl8y+crMt9771d5/tmWre/oY9ZMGNrpxeEygH0sdAQ8sNudPy5N/Xn4oPv1oLdh5nYKfHhcdGWQyGAzaFIxCMACC/AsAAAA43VzWPGrLvn5enf7ML/HZmq5GfduEPTG+VaNwswBQKYdTfLko6f15B2QcpsyE+OmfuKjR2B4RLhEYhWAAyL8AAACA06iisq+CEse9X+7RXuExPNB0/0Utzu9RTwCosgNpRY9/s3NHUr46M6h14NTx0Q3DzO6FYHIgiMCAOon8CwAAADhdXMIvGXsp+de+lMKr398Zn1Gi7nlxnwb3Xtg8iAWPwIlzOMVX/ya9NzfeYiu/dkSAWffomEYT+0RqIzCX5ZDKnkRgQB1B/gUAAACcFh7Dr7JW9xkPfBNXaCk/UW8W5f/UpFadmwYLAKcgMb3o8W93bU3IU2fGdguZOj7a7GNUUjB5r10LSQQG1CnkXwAAAED104ZfKovV/swvBz7/L1XdbVT3ek9f1oYrPALVwuEU3yw++M6cA2ohWP+WAe9cHRvgWxqBuS+HFEfCLyIwoNYj/wIAAACqmcfwK7/Yfs1721fuLS9OkZnXAxe3HN+vgQBQrXYdzL/9g61ZBVblYcfGvh9fHxseZHZZC6mkYIIIDKgbyL8AAACA6uQefjkcjqx8y2Vv7dh+sFDZVC/EZ/r1Hdo2CRQAToPkwyW3frA5KaNYeRgb6fPxdU2jI/3cq8DoiA/UEeRfAAAAQLXxGH6l5VrGv7ktLq38VLxLbPCb13cICTAKAKdNToHt7k+2bY7PVR5GBBq+uKlZy/rlEZiaghGBAXUE+RcAAABQPTyGX/EZRROnbz+YZVE2jegSOXVyW6OBE2zgtCuxOR/5csfibZnKw0Cz/sNrY7o3C6o8AiP/Amol8i8AAACgGngMv3YeLLj87R3peeV9iMb3a/jY+JYCwBn0ym/7vl+arIzNRt20SU2GdQgxGo9eFJIIDKgLyL8AAACAU+Ux/ErKLL7g1S2Z+TZl0xWDGj9wcXMB4Iz7evHBaX/GKWODXvfBNdEDWgcTgQF1CvkXAAAAcEoq6vk19rUtiYfLlz3eMTr2+nOjBYCzZNHWzEe/2mGxlf62+pl0X94U2zE6QCZfMgUjAgPqAr0AAAAAcLI8hl+5hdbLZmxTw6/bzmtK+AWcXUM7Rrx+bXt9WaJVZHXe+Fl8XFqRvYzjCOX3Vxz5vaZYBKhNyL8AAACAk+Qx/Cq22K96b+eelPKrPY7v1/CmkTECwNk2oF34M5e3UcY5RY7rPzmQfLjYZrNpUzDlF1l9ChEYUGuQfwEAAACnRC0Vkaw2x82f7F63P1/ZdG7nyEcvpeE9UFNc0CPq3ovK2/Cl5tqv/zQ+K9/iEoG5pGBEYEDtQP4FAAAAnAztCil15dTLfyX8sy1b2aFHi9AXr2xLByGgRrnqnMbXDG2ijOMzrXd9k2i12rQRmFNDAKgtyL8AAACAE+ayQkoJvxZtz3p/4SFlsn1M0IwbOxgNpF9AjXP3mGaju0cp47UHit5blG4/wqUEjEZgQK1B/gUAAACcGI9tvxIyiu/4fJ8yHxFoevvGjn4+/GMbqKGentRahtTK+L1FGSv25lXUCIwIDKgd+L9kAAAA4GRow68Sq/2GD3flFtnkvE4nXruufWiAUQCoqYwG3bRr24f4K7+nugd+SE7JLnGpAlMvB6kgAgO8GvkXAAAAcAI8rnx89tf4nYeKlMk7RjfrEhssANRsUSE+r1zTThnnFDnu//6gxWqrZBUkAK9G/gUAAABUlceVj/M3H/5yaZoy37dN2HXDmggA3qBXy9CbRsYo401JJTP+TlNXQXrshU8QBngv8i8AAADgxGjDr4w8y33f7Ffm64X4vHRlWwHAe9wysmnPlqHK+LNl2ZsTCpQIzKUETADwcuRfAAAAQJW4NMNWToyf/y1eaftlNOjeuK5DsD9tvwBvoteJV65uFxFoUh4+9UeqWgHGtSCB2oT8CwAAADgx6snw6n25v6zJVCavOze6fXSgAOBtQgOMj09spYz3pVu/WZHp8VqQRGCAVyP/AgAAAI5PPe9VVz5abY4Hv41TttYPNV9/bowA4J2GdIgY0DZcGb+zKCsjz+J+LUhiL8CrkX8BAAAAx+F+zUfp40WH9qeXKJOPXNLCbNQJAF7r8fEtfcp+i4uszlfmpLt0AWMVJODtaE8AAAAAVIm2+Cs1u2TanIPK/IC24ed0iBA1xsALrs7IzHKfDw0OCgkOCg4OjIoM79uz84XnDQ0Nqc4FmyvWbPrpj7l79yfGJx2KCAtt36bFtVeMvfKWR+SmJx+49YrxFwicJbl5Bb1HTJKDyRMumHL/reJkffDFT2+896Uc/PHN221aNBW1S4Mw87XDoj+cnyDH87YVXNwtv3+rYL1er9OQv/7yXgDwQuRfAAAAQGXci79k/vXa7KRiq0PO+Bh1j49vKbxBdm6evCnjhUtWfvfL7PdffyqmSQNRHbbt3HvjPU/a7Q7lYXJKWusWsQLwKtedG/PH6lSZbsvxq3Mzf24eoC+HD1yfAAAQAElEQVQjf+Xlvbb+iywM8DrkXwAAAMDxaRtgp+ZYfj3S9n5C/0YNwsyi5vHxMd16zUT1oc1hP5SSnpScmnDwUGpa6TcfF5901e2P/Pjx6/WjqqF47eufZyrhV0RYyDkDejVpWL9DuxYC8Cpmo+7O0c2e+HanHMdlWJfsyhvSLkSNwCgBA7wa+RcAAABQIY/FX+8tSLbaS+dNBt3VQ5uIGsnsY7r9hkkeN23Zvuex597csz9BBmG3P/z8N++/7Gv2Eadm9754eR/g7zfr+/e1yyp3rvxLoLa45ZoJ8iZqtVHd670zZ/+hrNISsM+WZQ9qHajkXy6rIAUlYIC3of89AAAAcBzazl/ZBdZvl6cr8xf3bVAv+FSTozOvU/tW33z4SvOmpcndth17v/1lljhlhQVF8r5ls5jq7SkGnGF6nbh5ZHlrs01JlvXxRe5XgaT5PeCNyL8AAAAAzzxe9vHDRSklttJ5g1534/AY4Z2CgwJmvPSYMv70618LCovEqZHJgLz39a2JS0GBE3JBj6iGRxY1f7o0y+UqkFwIEvBSrH8EAAAAKqPt/JVXZP1scaoyP6ZnlDcWf6laNoseMqD3v8tWZxzOXr56w4gh/V122LUv/sff58QdSNqzL95oMrZuHtuudbOrJl4YGRGm7rNx685JNz6oPly1bnPbvhfKQbvWzX/7cvraTdvcr//47iffz/jomyaN6i/49eOiopLZC5asXrdl5frNPiZTm5bNundpf+mY4SHBnovIFi1dPf/f5XH7k+LiE6MiI1q1iOnSse3k8WN8TCd8XrNnf8J3v8xev3lH0sFDZh+f+lGRfXp0uvmaCWEhwe475+UXfvvLrM3bdu/ed6CgoLBVi9gWzaLHnj+0S4c2Lnu+8d6XH3zxU4vY6Fnfv/vLzAW//rVgT9yBdq1bdO/S7u6br1R3y80r+OSbX3fvPbB3f0JOXn7bls1aNo8ZN/rcTu1biRMk376f/pi3eNnaxIOHSiyWhvWj2rVqdvO1E+X7W8UjzPtn2Yo1GxOSUhKTUzKzsps2aRTduGHblrGXjBneoH6kdk+P13+8/s4py9dsvPTCEVMfv2vX3gPyhVq3cduh1IzYpo379+p65YQx9euVNpgrLCyeOX/xyrUbl67eGOjv3yym8e03TOrRpb2oeYwG3TVDo1/6da8cr4gr3p1S3K6xwb0RPisfAe9C/gUAAAAch7r48dc1GYWW0i7vOs0iKe815rxzZP4lB6vXbXXJv3756+8X3vhIWxeWkpqxZMXan/+c/9BdN8joR5yy1PTMOx5+Ycv23epM4sGUBYtXfPfrrC/ffqFhg3rana1W26tvffrlj0e7iclMat+BxLkLl/02c8ELT9zTsd0JXIVz+odfv/fpD+rD/IKizKyc7bv2yZ96+guP9uvVRbvzD7/NfevjbzMys9QZGfPJ27c/z7ruiovvvHGyv7+v+5eQh3p86gx1/wb1jl5kYOuOvfdOeTkxKUWdWb1+i7z9+PvcGyZf8r8br6h6nLdwycpHnn1DvhTqzJ64eHn7a/7iB++49vrJl1T+dPkWyKevWLNJO7ljd5y8zV+0TCZ07702pXf3TqJqPvn619fe+Vyth9q2Y6+8/T5r4efvTI0MD7v9wefXbdqmbMrNzU9OSVu2esMbUx86/9xBoua5uE+DjxckZORa5Pi71blPXeRrMBjU+i+XLmACgDcg/wIAAAA8UBc3af2+7rCydXT3oyukvFfXjuXlS3sPJGjn1TKf6MYNxl80smWzaLvdnpCU8sUPf6ZnHH74mWl2u+OSMeeWHaGt0uH+vPG3xCcl9+nR+Yt3pooqyM0vuOzGB2SmNnLogCEDegUHB6xdv3XWgv/k8WUwNOPjb1584h7t/rc88OzyVRvkoEeX9iOHDWge3TgrN2/3vgNffP/H7n3xk299+Ncv3mwRW6WKpxemfajkaLHRjSeOGxUb3VDmR/+tXDtr/n+5eQX3Pv7ytx+VN0eT/pq7+KmX3xFlrf1vvPLS2KaN/HzN+xOSP/v297T0THkfn3jo3VefcPkS+YWFb7z/lSi7GmZEeKj8DkcM7adskjnX9XdNsdnsgQF+Ey8+v22rZmHBQQkHU2bOX7xhyw75yqdnZr3wxN1V+UHmLlx6z+Mvy0FQoP9Vl13UvGm0n6/PmvVbf/5rvkz0Xnnrs/pR9S4YUWG6JD/Pdz3y4qZtu+R42KA+nTu0btU8Rr7R8idatHT1+s07ZPr50DPT5v30odnHdNxvRmZ8MvIzmYzjLjh3UN/uObn53/w8S+Zo8sd5ZcZn6ZmHZbx4+aWje3btWFxSIr/z/1ask8+a/v435w7udxLle6ebj1F37bDo137fJ8cLdhQ+cr7dYLBXVAJGLRjgFci/AAAAgMqoxV+HskrWHyhQJicMaCi8X3BQ+TLDjMxsdVLmXO99Vlobdf65A19++n5tNiGzsDsfeWHNhq2vv/PZ4P49IsNDxcnKzc2Xt3tvu1q9nuDwwX2vv/KSi664Izs3b94/y5564Da1m5gMoZTw66E7r3OpabrwvCE33v2kDFmee+39z98+fvS2dOV6Jfwa2K/H9KkPy1RLmR97/tC+Pbo88cJb8qt/+/OsJ+6/RU4eSkl/btr7clAvIuzDN55u17q5svOQAeKCEYNvvf9Zmen8898qmeaMOneg9qukpmWazT5vTH1o5JABBoM+NT0zJDhIlFWxTZ32oQy/msU0/vK9F+tpVpJeNm7Uy9M/+eqnv36duUD+UC41aO7kMZ986W05aNKo/qczno9p0kCZP3dwX5lAXXHLwzK9+uDzHyrJvxYvX6OEX/Jnf/mp+7Sbbrp6/J2PvPj3v8tlQLlm/ZaBfbuL40lKTpUx3AfTnu7euZ0yM/yc/mOuuD0jM0t+Iflw6uN3XXrhCGXTpWOGy2/+x9/nHUg8uGnbzl5dO4qaZ2yv+m/+FWezO4uszn93FZzX0aCUgLlk4oISMMBL0P8eAAAA8Ezb4lr6YWX5ZR+jQsydmwYL7ycDC+XUPfPw0cV9L775UXFxSb3I8Ocfv8ulMCc0JOi5x+4o3T8rZ86C/8Sp6dOjsxp+KaIiw0cOK12GWVhYnHQoTZnMLyh6/b3P5eCc/r3cF/S1aRl79y2lfbVWrt28c3ecOJ6vfyq92KXRaHj6wdvU8Esh071unUqzG5lnKe/7D3/MkyGdHNx3+zVq+KV+q889eocy/uH3ue5faOSQfuefO0iGX3Jcv16Er7m0VZyMt3btPSAHLz11rzb8Ur6lh+++oWmTRmUHnCOO56+5/+bmlaaxt10/SQ2/FG1aNbv80tFysHtfvPLlPIqLPyhjOPkZuPOmye5b1UQvJS1DVM3NV09Qwy9R+mkJHDVsgDLu27OzGn65HD9Bsw60RgnwNQxuX75qdc6W/Epa4Au64APegPovAAAAwJXHKz/+vDpTmRndo56oLZSf1Ga3Kw+zc/IWLS3tCDawbzeXeEgRG924VbOYPfsTtu3cK07NRaOGuE9GNyqPcoqOtB5bsWZDSmppBKNEY+4G9euhDLbt2tf22JTKRV5+4fI1pXVkg/r2aNKovvsOrzx9n8VqrRcRrsSCys/YIjb64tHD3Hfu0Lbl6OEDZy9YumX7bmVNnHZr7+6d3Z8ya/4SUbaq1L1xviiLwPr17hKflLx1x/Ff23+XrRVlCeY4T9/bDVdecuHIcyIjw8NDKwxqr79inLxVtDWqXnk8V1xsEVUzdFAfl5mG9ct/U0a5NfmKCCsvHkxLzxQ11XldI//ZUvrZW7G/JKvAGmk4WgKmdAETALwH+RcAAABQITX82nAgLymrPAg4r2styb8ys3KUQUhIkDJITimvuvpt5kJ5q+S523ftE6fG5dqCCn+/8tDNYrOVf0up5fVHjz8/Xd4qOaDMv1yKjFzsO5BgsVjloFFDz++gTKa0D7dsK+3N37pF04qSjjatmsv8K7+gaM+++Datmmk3tW7p4fIIBxIOirI2/8pVMiuSJH/mw9mVLy/dunNP6Q/SIMold1OEhQR7vJBlRWSaExd/MCU1XX7hzMysHbvj1mzYqmxS34jKmUzGFrFNXCePNA5r0sD1BVcK4iSno+ZWTg1qH2E26UusDrtD/L294LLePna7XYnA1BZgLIEEvAX5FwAAAOBBRZ3vm0T4tmkcKGqFhKRDyiC6YXnucyg1vYrP3b0v3mK1nUrn8nqR4e6TaozgFOWxSEqVvyUZQlW+Q35eefu2+pER4njiE5Ozc/NEaVgWVdE+TY5Uq23dtc8l/woNDnLZOTevQHs9zcrt2rM/sk+3irYWl1iKi0tE6crKSHEKbDb7z3/9vXjZmrUbt2ovInkSggMDKsmAAoMChBfy9dEP7RQxd33pJ3DetsIJPUPc1z/SBR/wFuRfAAAAwDFcWvkoa53+2VZeKjW6R5SoLTZv360M2rUpXzZYYikv9rl20tihg3pX/nSD/pS6CVfx6RarVRm88MQ9jRtWVnkX4O8vKmX2O4FLdsqMSZwCg8HgMmOxlB+wf6+ut1w7ofKnt24ZW8lWk1EyyPRKnAL5A/7v4anLVq5XZ8xmn45tW7Zv3aJLx7b+/ubbH3y+6kcz1rxrOFaL87rWU/KvLcnWw/m2eiEGNQJTSsAEAC9B/gUAAAB4ptZ3pOVY1MWPg9qFi9piwb8rlUGvbh2UQcyRBYDy9L5Pj86iBlBrrAL8fU/xW1K6y0upGcfvORUb01gZHDqyJtSduiki7PiLDSMjwnx9zcXFJVk5uaf4gxgM+mYxTfbExaemV7U5vbvX3/5cCb+6dWp3yZjhndu3atm8qdKwX5S2XdskIESf1mEGvc5etkhzU1LxsCCT+yUgWQIJeAWu/wgAAAB4oD25Xb4nV5n0MerbRQeJWmHVus1rN5b2eIqqFzG4X09lUg199h1IquiJ3/w065e//j5j+UizmPLQKq6Cbyk7J//Tb3/7Y+6i417/MSoyPLhsIV5Kquf868ff5w04/8qLr757d1y82ccUXXZdxaTkChdgJh9Zm9mudQtRBW1blq6R3Llnv9XquanWP/+t+v63uX//u7ywsLjyQzWNLn1ZDh5K9bg1Lj6p1/DLxlx++x9zFnncwWK1/TLrb1EaL9b/dMZzE8aObNOqmRp+SWkZhwWE8DXpO8WU/8pvSCj2eAlIrgIJeAXyLwAAAOAo5QxWe0IrT3TXxOUrD7s3D9HXiiIPu93xwhsfKeNrJ12k9lAPDPBr1KB0gefqDVtkBuT+xDUbtj73+vuPT53xy8z54oxoGl0eyckoR2l65eK7X2e9MuPTh5+etmHrruMebcSQ0otIrlq3KSMzy33rstUbMrNy0tMzWzSNlg9Hlu28fffeXXsPuO+cmpY5d8F/ouxCkPXrHb+hWOnP0qShKPtQ/fzX3+5bCwqLHnn2jadffuf5aR/6HOkcX5FzB5debDG/oGjx8jXuW5eu2pCXX7h3f2Kbjt6nIgAAEABJREFUFk09Pj0j87ASsbVu2czP07LQ2X//pwwc9lNaZVkLdGseogw2JVkcx9KGXwBqOPIvAAAAwANtccfquDxlsnvzE7imXo2VeDDlkWenKZlOs5jGV4wfo9165YQL5L3Vanv0uTddQqKMw9nPvPKuMr5s3PnijJDf4dCBpZ3IDiQefObV9yzHVk6t37zjgy9+EmX95i8+f9hxj3bz1eONRoOMjZ597QOXDl8r126e988yORg+pJ9SCXXjVZcGBwfabPYnXngr/diXQkZLtz/8/OHs0sLAkUP7i6q5fPxoZZXctHc/37TtmLROJpKPPjc9t6xD/+WXjJbfZOWHuvC8Ic2bll5v8ZUZnx1KOaZCTb5N73/6vSh76dq2bu7x6RHhYcp3snN3XFGRa6ooX1I1VrM7HKJuU3/rd6XZiix2l+IvoflbIQDUYPT/AgAAADxTzmmzCmz70sqDErUSpOYrsVjf/eR79aE8X09Jyzh4KHXXnv1KaiMFBfq/9uwDvmYf7ROvu2LcsjWblq1cv23H3guvuOOay8fGRjcymowbNu/4Y/Y/MluR+0wYO7JX147iTJn6xN3jrr4rNS3zt1kLt+7YO37syNjohlnZeavWb541f4nFUtog/4n7b/WrQnv7ptGNLhkz/Mff581ftGx/fJI8VPPoxj5m06598W9/9I3coUH9yFuuKW9OHxYSfP0V4958/6st23dffOWdV112UdPohjIOWrpqnfp1e3bteMPkS0TVdO3Y9q6bJ0//4Ou8/MJJNz541YQxHdq1Cg8J3r4nbua8xXvKCu46tm917aSxxz2UDMhuuW7iw09P23cgcdzVd183eZx8m0JDgg5n58z44Bv5FssI7/F7b6ro6WYf0+B+PWXIlZySdsv9z9x05aVdO7fLy8/fsGXXz3/O0y5uLSwqFnVb12YhMiqU6Za8bUoqGdDKRykLJfYCvAv5FwAAAHAMl8qO1fvKi78Mel2HGK9p/iXTmRllgU5FZHAz9fG7ZKDjMq/T6d564dG3P/nus29/y8rJlemPyw7DBvV58oHbxBkUHhr83YevPPPK+zKvkSHRi0dWbirkN3z3LVeOOW9wFY/22D03+fv6fv79H+6HatOq2UtT7lFWgCpuumq8j4/POx9/m5mV4/5STLrk/Af+d91xa7W0br12YlRk+OvvfC4jqi9//Mtla2x047dffMzXt0rXqRw7amhRUclrb3+anZv3xntfajdFRoQ9cveNA/v1qOTpL0y5++rbHpXx2er1W+TN5elPP3z70y+/m5GZlXjwkKjbAnwNrRsF7jpYugh6Y6KlX4vy+i+XFmD0vwdqOPIvAAAAwDPltHZHcpHysEUDf1+T1/cPiW7coF3rFqOHDzxv2ICKztj9/X0fuvO6888d+Mecf/bHH9yzP6GgoLBBVGRMk4aTLx1deapymshM6oNpT876+7/lqzccSDgooyujwRAVFdmuVbPrr7ykVbOYqh9KpkuP3HPj8KH9Zs79d+/+pN1xB6Iiwjq0aTlkUK9Rwwa6vCYGg/76Ky4ePrjvd7/O2rs/cd/+xLz8/OjGDXt17XDZJecrKxBPiDz+pReOOGdAr69++HPP/sT9BxKTU9Oj6oU3jKp3wYjB48YM9zGdwDnapHGjzunX46ufZu6Oi9+z74DMbDu3b927R6cJF448bjVcRFjIL1+8+enXvy5cuio1NUOp7JM/0dBBvWXqFxoSNH/hsj/n/bt01Yac3PyQ4EBRh7VpHKDkX3vSrB7DL3VPgjCgxtJRrgkAAAAo1JovpcWP3W632Wz3fh3354bSaGB453qvXNNWAKhjPl2Y+PbsA3IQE6b/9ob6PkeYTCZjGf0RoiziFABqHvrfAwAAAB6olR0JmeXNv2Lq+QoAdU/Ten7KICVXxuLHVH5p678oLgFqMvIvAAAA4Bguq5kSMsuvjhd95BwYQJ0Sc+R332IX6fnll4B0WQJJ+AXUcORfAAAAwFHqEkhFic15uMCubIqJJP8C6qKYev7qOCnLRuYFeCPyLwAAAMAzeXK7L7VIfRhD/RdQJ5mNuvqh5dcTcMm/PLbAFwBqHvIvAAAA4BjaErD4I82//M2GiECTAFAnqeWfyTl2ki/AG5F/AQAAAKU8nsem55bnX/WCfQSAuioyuDz+PlzocAm/tPcAaizyLwAAAMAD5eS2yOJQHvr7GgWAusrfbFAG8m+CyzUfuQQk4BX4f3EAAADAlXoSW1hS3vze38cgANRVfkf+AhRZnS5XyRAAvAH5FwAAAOBZaf2XtfzkVq3+AFAHqX8BSmyl95R9AV6H9Y8AAADAUS49fdT1j35m/uUM1F1q/lVsdbqvf9QOANRM1H8BAAAA5VxOX+VD1j8CEJr1j8U21+QLgFcg/wIAAABcqae1RdYj/e/Jv4A6TFP/JTzWfwGo4ci/AAAAAA+Uc1qHU6c8NBp0AkBd5WMs/wtgsXtIu4jAgJqP/AsAAACokPnISa+6EBJAHVR4pBWgeiUMl8ovIjCghiP/AgAAACrkayrPv4os5F9A3VV0JAH3M+mIugBvRP4FAAAAeCbPcv181PzLIQDUVWoFqPI3gQgM8DrkXwAAAECF/H30yqCQ+i+gDlP/AvhyDg14J353AQAAgAoFqBd9o/8XUIdp1z8KAF6I/AsAAADwTKfT+ZnK67+KrKx/BOquQvIvwMuRfwEAAAAV8jeX51+ZeRYBoK46nG9TBr6m0mRcEgC8il4AAAAAqEBkYPl/MM7ItRTTAh+oq5IyipRBuD8n0YBX4lcXAAAA8ECp72ga4aPOJB0uFgDqpIOHy/OvxqHlJ9EuVWBUhAE1HPkXAAAAUKEm4T76I2e1SZlFAkDdk5ZjsdicyrhxSOk1MdS0S3eEAFCz0f8LAAAAcKWczcp7g140CfNJOFza/Csp4yzXf33786xnX3vf46bg4MDwkJCw0OA2rWIvGDG4V7eOLjvceO/TS1esi4wIWzrrS3EKCguL0zIzY6MbCy9x3vhb4pOSK9oaGR5aLzK8QVRk44ZRA/t2GzKgt6iUzWZfuGTl6g1bdu4+kHQoJSs7NzI8LDw8pFO7VjdddWmjBlEVPXF3XPxFV9whB6POHfDm1EfECdq8bdeb7399IDE5Myu7cYOoTu1b3Xf7NfXrRYgTlJScOvySGyvaajDo5asRFRHRoH5kTJMGl144olnMcd7orJzcBf+uXLN+yz75Kh9KK7Fa5Asiv7Ghg/pMuniUv7+v+1NemPbhlz/+JQfy4L9//ZbZx1T5l7j53meWrFgrB5dfOvqpB28TZ4O6+FGKCTeofx8EAO9B/gUAAACUkye0TqdTe3Ir76PDjUr+dbAGr3/Mzc2XtwOJBzds2fH9r3M6tW/9ziuPR0WGi2q1at3mJ1586/brJnlR/lW5jMPZ8rZjd5wcf/3TzHEXnPvilHsq2nnpyvUvTf947/5E7WRySpq8bd2+56c/5k28eNQDt1/rMfQ5Fb/89fdTL78jozflYVx8krwtWLzy87ee79Shtag+drsjJTVD3jZv3yUffvbtb889etclY871uLP8TZGv2Dsff5edm6edTyg8lJB0aM2GrR998dMt1028dtJYlyfefetV/yxdLZO4/QkH3/vsh3tuubKSb+nPuf8q4VfTJo0e/N914ixJPPK7H+Jbev1HteCLCAzwIuRfAAAAwFFKBKaOpaaR5mV7C0UNqP9SDe7Xs2vHNtqZ/MKizMNZaRmHV6zZJB9u2b775vue+e6DV/z8zKKabNy685r/PS681l03TXafzMrOPZSWsXzNhsLC0jf3t1kLB/btccGIQS67yY/EO598//bH3yoPTSZjm1bNWsQ0adCgXkpqukzEtu3cK/Opb3+etWnbrrdffKxhg3qimqzdtO3Jl96WyVRUvYhrLx8b3aj+rL+XzF24rKCw6LHnp//y5XQf08mc08k4aez5Q10m5Y+Zlnk4MSll+ZqNoiwOe/a193p27SB/UJc9c/MKHn5m2qKlq5WHgQF+7Vq3aBHbJDg4KOngoc3b98h4Kysn96U3P96xc98zj97haz7aRy/A3++5R++87s4n5PiTr38ZPWJQ6+ZNPX6T8givvPWpKPtNfGHK3dUeLFZdUmb5736TUIM6qfNEAKipyL8AAAAAV9rz2JiI8vVZu5LzRc3Qt1eX66+42OOm7bv23XL/s+kZh3fujvv4m1/uvPEKZf7jN54Wp6awyLvb/99+w6SKNmUczn7ypXf+WbJSjt/95LvRwwe6BBnvf/ajGn6Nv2jk/f+7JiwkWLuDDAdnfPTt8lUbtu3Ye9lND/7w0avVFYF9+vVvMocym32+fHeqUnY3Ykj/h4yv/znv3z37E7bt3NOtUztx4ho3jKrkBdm198B9T7yy70BicXHJx1///Owjd2i3ypjsnsdeUjIymUn97/rLr77sIpMmhpPf8KKlq16e8WniwZQ/5i5Kzcj8ZPpzBsPR3tP9enWZePF5P/4+z2q1TZn61vcfv+oxOXpx2kcZmVlycM2ksT26tBdnz+6DBcqgcYjeJeoi8wK8Bf3vAQAAAA/Us9x2DcurTjJyLYnpNb0Ffvs2LV56snwF39+LlgtUQWR46ItP3F0vIkyOZeizeftu7db1m3fM+OgbOQgK9P/sreeff+xOl/BL6tqx7UfTnp40bpQcp6Vn3vvEKyUWq6gOW8q+mfatW2jXnA4dXN6nLC7+oDgN2rSMfe6xO5Xxn3P/VSsiFZ9+85sSfskP2+9fvnXDlZeYjq1Bk1HX8HP6/fjp6z26dJAPV67d/Orbn7l8iQf+d11UWf+yTdt2fffrHPfvYdnqDTLjkwP5k99z61Xi7HE4xbp92cq4RT29e8EXERjgFci/AAAAgFIeT2LlZJdofx9D+ab1+3NFjTegd7fAAD852BOXoDaNQuVCggP79eyijBMPpmo3vfrWZ0oA9Oyjd/Tr1aWiI8jQZ8oDt3VuX7oudePWnV9897uoDuaylYOJySlWq02dLCgoz2EbV9xx/xR179xOxoJyUFxckl5WhKU4nJ377qffi7I0cPoLj7gvjVTJlPD1Zx9QPoqff/f7hi07tFuDgwKee/R/yvjN97/M0HwJqaCw6KmX3hFlr+pLU+7RLp888/YkFxSWlP8edWpo8LjmUb0nCwNqLPIvAAAA4BguJ7dGg65rTHkJ2Lq92cIbRIaXdr6XqU1xiUWZufHep9v2vXDgBVe77yz3+fnP+Tfc9eS5427ocs6l542/5YZ7nvp32Wp1B5nmyOdef+cU5eGjz70pH8qbDCnkw5emf6I8TD82wlC8+8n3ytZ9B462jX/jvS/lzAWTbpfjX2YumHzLI71HTLrmf49P//Br7XN37Yt/7vX3r7vziYGjrxoy9rqb731GPjHD01epFuFlcY9UYrGok8tWbVCCm07tW59/7qDKjyDDmkfvvUEZ/zl3kagOQwb0kvfyp37j/a+UmfyCopyPBN0AABAASURBVG9/mS3KqrS6n85VgQ2OLOEsLj76gnz5w5/K+z5h7Kjoxg2Oc4T6kbdcM1EZz5y/2GXrOf17jR1V2oMsN6/g+WkfaDdNe++LpOTSFPKmqydUb4//k7AhLkcZBPqIFpFGXQVtv0i+gBqO/AsAAADwTD2t7Rnrp8x4Rf2XxWpLTD4kBzKeUKpvKrF3f+K4q+564oW3lq3ecPBQWkmJJT4pednK9bfe/9xdj75ktzvE6fTLX38//vz0dZu2yQRk1brNyclp2k1X3PTgNz/NWrFmU8bh7JTUjCUr1n7wxU9jr7zzjznVEy252LJ9jzJoEdtEnVQW+kmXXjiiKgfp1qld86alT5cv7PZd+8Qpu/maCQH+pW/ip9/8+sfcRQcSD17zv8fkkYODA1968t6Ta35fFdk5+XvjEkRZh68mjY5Wma0su8CCdMmY4VU5zkWjyrvsz1u4zP3j9Oi9NylVZnMXLpu7cKkyuWnbLvm+y0GbVs1uv36SONvWx5X/1nf0VPyljcAUBGFAzUT+BQAAABzlso5JGfSM9Ve2Jh8uTsuxiJrt36WrlKChdYvYyveMT0y+8paH9yeU9pCaMHbkC0/c8+G0p+659aroskVt8xctm/rGh6KsudXOlX99+tZzyrNenHKPfChvSi5z0vILC5WapoiwkNYtSq8AOGJoP2WTzLkenzqjoLBIRnj33nb1O688PuPFRx7437X1IsMzs3IefmbarzMXimo16+//ZAwnBy2bRXds20qdX7+pfNVej65VrbQ695y+ymDj1l3ilEVFhj9zpP38M6+8e/FVd2/bubdxw6gv3p7arnVzcdq8+cGXxcUlcnDBiMF6fflpo3xHtuwo7UcmQyv5QlXlOPWjIrp3Lu3QL0PMffGJLltDQ4Ieu+8WZfzCmx/n5ObbbPanXn5XPjQaDS9Nuef0BXxVt3pPeclh50aGSmIvADUc138EAAAAjiHPaZV+T+opbteY0hZgFnvp5Nq9OaN7VM+l/U6HpSvWPV0WH0iXXXxeJXvKn/Gx56dn5+bJH/CD158c3L+nMi8HV0288PKbHty9L/7bn2fdfv2kyCMLA6tXalqm2ezzxtSHRg4ZYDDoU9MzQ4KD5HxCUsp7n/0gB+efO/Dlp+/XJiDjLxp55yMvrNmw9fV3Phvcv8cpfmOFhcVx8UkylFm+csMfR5Yr3nHjFTJ5UffZH5+kDFo0bVLFw7ZuHqsMMg5Xz1LNIQN6dWjXctuOvfIblg+HDuz9ytP3BwX6i+omIyoZicr3/Y/Z/2zculPO+Pqa/3f95eoOcqsSrbZoFlP1w8pwc/3m0hgxIzOrdfOmLltHDx84a/7ihUtWpqVnvvXRNzLi3Lk7Ts7Lr3taA74q2p9WmFtU3nlNbf6lL0MWBngX8i8AAADAA+1prcmo79TEd118adujJdszznr+tXLNpuKiYu1MUUlJamrGvvikbTv3KjMXnTdEjbQ82rRt17pN2+Xg4guGuewZ4O93//+uueW+Z0XZsrXJEy4Qp8fIIf3Uplr1y64GKL345kfFxSUyB3n+8btcyn9CQ4Kee+yOURNuzczKmbPgP5nTiSpr2/c4O8s3+pZrJ446d6B2UuaDouwFUWugjsvf36wM0jMOi1P285/zp3/4jfZQew8k2Ow2cWqWr9l43BckLCT4qYdua1A/Up3JLyhUBidU+ufnV94+Lz3DcyD49MO3r9u4Tb7UX/80UyZucqZLhzY3XT1e1ABLtpW/8r5G0aKe0WPyJQB4A/IvAAAAoJx75ZfqnNb+Sv61eNvhgmJ7gK9BnD1LVqyVt4q2yu/2yvFj7rv9GlGpRUvXKINJ48533zq4X8+fPp1WLyIsMiJMnDa9u3d2mcnOyVu0tLT1/sC+3TyGLLHRjVs1i9mzP0FN+k6d/Bn79+xy5cQxnTu00c6r/aqcwln1oxUVla+QPcVkRH4Un3nl3e9/myvHJpPxjhuv+G3mwgOJBxOTUu5/4tWP3nzGYCiN5OYs/K9l86atTqQg67haxEYP6tv9xqsudXn3ld+OE1VUto6yVAWvh/yYPXTXDY89/6You9yk2ewz9Ym7tVV4Z9HsdeU96frGytf7mL8JlIAB3oX8CwAAAPBMe5Z7QdeQNxdkOpyixOpYsCVjbK/6oiYJDQ5q1DCqYf16zWObjD1/WFV6M+3ac0AZNG4Q5b5V/sid2rcSp1nrlq6r4ZJTyuMGmfX8VmmTrxPtLn/XTZO1D9ds3LqirJV7m5axb0x9uLmn5Y0y8GjcMOrgobTCwuKU1AxtJVQlEpKSlUGDelXavyJvvv+VEn41bdJo+gsPt23d/NzBfSfdeH9+QdHyNRtfevPjx++/OS+/8KGnp1mttvZtWvz6xZtVP7g85tjzh6oPrXbbvIXL4soWe44ePvCph/4XEhzo/qz6UeU1evGJyaLKEhIPKYMGR0r83F0y5txZ8xcvW71Bjm+/flIVm4udbvtSCvccKlDGQ1oY9Mci9gK8C/kXAAAAcAylCkyn6X8vz3UjA429Y31X7i9ddThnXdrZzb8euuuG66+4WJyavPzSE3uTyRhxetp7VUVoWcMvrUOp6aJqdu+Lt1htVe+PfvsNrlcS/PSbX19567Ndew9cfNVd0557cPg5/dyf1SAqUuZfcrA/4WAV86/4I/mXmhadhMSDKZ9++5scNGlU/6v3X4yKDBdlvfmnv/jozfc+bbc7vvrpr7ZtSttjyfBL3nft1PZEDi9krufygtx45aVPvvT2rPlLZi9Yunn7nk+mP9s0upHrsxqUf+zlzyi/B6UA7bjUF0S+mJXs1qpFUyX/auOWip4tM9emKoNgs+jV1EfniTi20I8sDKixyL8AAAAAV2oEpl3rdEGXYCX/Wr0nOyPPGhlkEt7M188sTr/KV8wZDK5r3Eos5Z2trp00duig3qJSBv0pXc7++smX1IuIePDp1ywW6z2Pv/zxm8/27em6HrNb53ZKl7T4pEP9enWpymETklKUQe/uncTJmrPgPyXYuumq8Ur4pRjQu9uTD9z21MvvyPHTL78T07ihMj/CU3h3QgL8/V575gF/P9+f/piflJx6zR2P//jJ69ovLcrS0m6d2m3YssNms8tAsCpVWiUWqxIg1osMj2nSUHgP+cmds748jR3S0mjQ6/RuPEZgAGqmU/o/DAAAAKCWUc9jXcIvaUSHIB9D+dbZ61KFl4tp3ECUVQ9lHs4Wp0A98Xc4HO5b8wsLxYlQvivlaH16dK78VsX6o0pcOOqcKyeMkQMZ6Ex58a38giKXHcaOHqYMfv5rvtznuAfcumPv5u275KB753bRR36WkxB35LqTbVs3c9l02bhR115eWv0n37t9BxJFWbd49+TuJMiP+hP336pcdTElNeP51z9032fMyHOUwc9/zKvKMb/5eZYyuHj0MO8Kidbuy07LKe9cdm5ro5p2VXTxRyIwoIYj/wIAAAAqpD259fMxnNsuQJn/cdkhx8m0Aq9B1GKcQ6kZHncYOf5meXvpzY9FpdQaLovF6r41NS1DnIjYmMbKYN+BpIr2+eanWb/89bfSvevU3X/7tU2blC70SzyY8vq7n7tsbdUsRin72rp9z0df/Vz5oYpLLI8+96bSNf/CUUPFKQgLDVYGcZ5eh4fuvG7Y4L7qw7tunlxd4YvZx/TSk/cqvefnL1o2c/4Slx1GjxykrFr9/Ps/1m7aVvnRZIr35vtfKuMLRw0RXkX+jiuDqADRqp7BpeZLG4EJAN6A/AsAAABw5dLcRz31vaJPiLJD8uHi+Ruq2qmqZho2sLfyA85btMx9647dcQlJh+StcaPylk/qYkPHsUsaA/zKr9Iod3Y5SFFRyap1W8SJCAzwa1TWj3/1hi274+Ldd1izYetzr7//+NQZv8ycL6qDn5/56YdvV8bf/TLbPVZ76qHbfH1L14q+88l3P5Q1pPeooLDo0Wff2FP2Pffo0mHCRSPFKWjVPFYZfPPLLPetDoezxGJRH8pgzmK1iWrSpmXsLddOVMYvvvFhxrHlgWEhwY/ed5MyfuipaRu37qzoOPGJh+6b8qqSit5w5SWtm9eUrl5VkZBetHBzeXQ7rrNJ+fU3lPFY/6XsSRYG1GTkXwAAAECFXJZAdmzi1y2mvG3WJwsTnd5cAtY0utGlF46Qgy++/2PNxq3aTU6n8+UZnyjjkUP6KwN/X19lkJmZpd25ZfPyJlDf/jJbO19YWPzs6+9lZuWIE3TlhAtE2eK+R597M+PYryWzmGdeeVcZXzbufFFN+vXqorwUorSp1rvFxSXarbHRje+7/RpRtkbyqZffuefxl2TU5XKErTv2XnrNvXMWLhVlEd7LT5WXUJ20EUP6NW5YmgNu3b7nlRmfateW5hcU/e+hqctWrldnVq7d/OBTrxWXWEQ1ufnqCa3K4ir59r00/SOXrWNHDR02qI8ou1jnVbc9+snXv7p3eft15sLx192zc3ecHLdr3fzuW64SXuWTBQnKIMgszm9n0leA/l+AF6H/PQAAAHAMpfm90Fz8UaYPagR23YCwDQmlDc73pRQs2Z55ToeTv8bfWXfLNRP+mPOPTJquvu2xqyde2L5dy/qREXa7/ZNvf5ORiii7ZqJ6EcPwI5eJ/PDLn/ILi3x9fK69/GJ/f9+BfXpERoTJoGrhkpX3P/nq+AtHWq3WtZu2/zpzgZwcde6AuQuXndB3dd0V45at2STznW079l54xR3XXD42NrqR0WTcsHnHH7P/UcqRJowd2atrR1F9Hr7rhsXL18pvOD4p+Y33vnz03pu0W+WLY7PZXn/nc7vdIX+cRUvXtG3ZrFnTxvUiw/cdSNobF6/WvjWoH/nWi481aXSqlwcNCvR/5qHbb3ngWfkVP/32tw1bdo4Y2j+mSYP1m3b8Ne/f9IzDcp++PTvfcs3Eux9/KTc3f94/y+TkjBcfle+FOGVmH9Nzj90x6cYH5XjmvCUXnjfknP69tDu8+sz9T7/8zl/zFssPz6tvf/bBlz+1b928WdMmZpNpT1zCzj1xau7Zu3unac8/VPXLdNYE6bmW2Uc631/c0WA2VZh8EX4BXoT8CwAAAPBAPbPVdryW9wNa+jeLMO7PLF1u9uHfiV6df0U3bvDpW8898fxbMvT54oc/tZt8fEzXTBp7102T1ZnGDaO6dmy7cevO/IKiD7/4Sc4M7Nutc4c2fn7mx+69+f4pr8jQcNb8JbM0HaOefPC29m2an2j+JV/nt1549O1Pvvvs29+ycnLffP8rlx2GDerz5AO3iWoVHBTwyN03PvDkq3L85Y9/XTBysPzRtDtcf8W4jm1bvvfZDyvWbCopsWzatkveXA4ysF+Pl5+8NyIsRFQHebTP35n64FOvp6RmbNiyQ960W6+57KL7/netDKo+nPbUTfc8lZdfGHcgqaCwqFryL0m+15dfOvq7spq+KS++M/Pbd+RLpG4N8Pd79ZkHenTt+M2Pf+3ZnyADOBm22pD4AAAQAElEQVSYKpmpymDQT770gofuuuEUS+HOvE8WJNjL2vv5GsXYTj4ewy/6fwFeh/wLAAAAqIzLEkiDwXDToNDHfi/tDbQjMW/N3uxeLUOF1+rVteMfX8+Q4de2nfv2xsVnZGV3bNOyS6c2ky4+X638Ur398mMfffnz2s3bd+6O8zWbZTilzI8ePrBl8+ivfvhz1t9LCguLO7dv06dnp6EDe3fv3K6S/lCV8Pf3fejO684/d+Afc/7ZH39QJiwFBYUNoiJjmjScfOloGQyJ02DMyMF/zf138fI1Msh77Pnpv345w6VqqXf3TvKWkJQya/7i7bvj9u1POJiSFhkeGhke1q1T20vHjmzVLEZUK/nu/PzZG59/9/uefQn7DiRk5+S2bNa0W+e2o4cP7tS+lbKPDKo+nfH8bQ88+9KUe5pGNxLV54H/XfvPf6tS0zLT0jNffPOjF6fc47LDpHGj5G3Nhq3/Lluze1/87n0H8vML60WEN2wQOaB3t4svODcy3Pt+NbIKrL+tTFHGF7Qz+Psc7fylNP9S7t3rvwjCgBpO5/TqpgUAAADA6eE8wlHGbrfbbDZrmeISy6XvJSYeLi0Bax8T9NVdXTnzxdmVm1egrc/CSZv6855fVpTmX0a9+Pxyc2SQj2QymXx8jg6MRqNLL3xB/gXUePS/BwAAADxzucSbuvrJZDRc3bd8jdv2hLxfjlSLAGcL4Ve12CZ/nVeU/zqPaG0IDzCqNV8q9a8Bix8B70L+BQAAAFRGe7qrrn4a2y0kJrx8cdxbs/ZnFVgFAG/mdIpnftyjjH2N4vJuRnXJs1rq5d7/nuIvwFuQfwEAAAAeaPvfu9R/yZNho0H3xAXl7bHyimzTZ+4XALzZT8sP7T1UoIyv7mmMDDpmkaM2AqPzPeCNyL8AAACA4/AYgXVv6n9Rl/JFZ3+uTt2WkCcAeKesAuuMWeUpdvNwMab90eIvtduXtuGXNvwiCAO8AvkXAAAA4JlLCZg2/FLcNSwsxK/8X9TP/rjH7hAAvNEbf8QVltjlQCec9ww2aSIvg8v6R+VPgTjyl0EA8BLkXwAAAMDxuadgUmiA6a5h5Y3w9xwqeH9+vADgbRZvy5y5Lk0ZX9De0DzS6JJ8uRd/qckXERjgLci/AAAAgAodtwRsTOegjo1Mys6f/J2wZm+2AOA9kg+XPP7NLmUc6iuu7mkyeKIt/qL/F+CNyL8AAACAKnFJwdQT42cuigg0l/+7+qEvdqTlWAQAb2C1O+/9dJuy8lEI5wNDjAHmo5mX2vnL5cqP6tOJwAAvQv4FAAAAHF9FJWDyDDk63PzMhWHKbjmFtvs+326zOwWAGu+V3/buOXLNx8u7Gro0NlZe/KUlAHgV8i8AAACgMi7lHkoEpu0KJCOwAS39r+wdqOyzPSFv+sz9AkDN9vem9F9WpCjjDvV1k7ods/LRaDR6jMCEZlm0AOA9yL8AAACA43DpAua+ClKeKt8+NKzTkUZg3yw5+PuqVAGgptqWkDfl293KONxfPDLs6DUfjUe4LH6k8gvwauRfAAAAwAnw2AKs9JzZoH9hXGSYX/m58XM/7f53W6YAUPPEpxfd/uFWi80hx3qdePxcU1jA0eRLLf5S7t0XPwqKvwAvpBcAAAAAjqeiC0EqKZhy2hwVbHptfISPoXR/p1M8/MWODftzBICaJC3HctO7m/OKbMrDOwfoW0cdU/alXfmo/IKrl30UALwW+RcAAABwYjyWgCnnzO0b+T5/UZhymmy1O+/8aJvaXRvAWZdbaLv5vc0ZueUXaZ3YWXdua5O225fLykf3+i9B8Rfgnci/AAAAgCpx7wLmHoFJA1v5339usPKUwhL77e9vOZRVIgCcbUUWx+0fbU1IL1IeDm6mm9zD5PL769L83n3lIwAvRf4FAAAAVJXHVZCGY68ZJ43rFjixu5/ylMx8663vb0k/Um8C4Kwotjru+2z79oQ85WGnBuL+ISaXZY+VdL5Xj0MKBngp8i8AAADgZHi8CqTqzqGhA1v4KHsmZhRdPX1j4pGqEwBnWFaB9Ya3N63anaU8jAnVPT7cR9vnvqLwi7b3QK1B/gUAAACcAPdVkEoK5lICZjIZn70wvF19o/Ks1OySq2ds3JmULwCcWfHpRZPf2LDjyG9fqK/zmfOMgb7lv60m+btaQed7l7ZfALwa+RcAAABwYrQRmPuFINUIzM9sfGNCeMeG5RFYTqHthnc2rdmbLQCcKVsS8q6aviHlSA++qADnqxf6RAaWJlxq8mUqU1Hxl3ooUjDAq5F/AQAAACepkvov5aQ6JMDnzYkRfWJNyv5FFsf/Pty6ZHumAHD6LdyccePbm/KL7MrDVpFi2lifBsFHW91ry748tv1i5SNQa+icTqcAAAAAcIKUf0gr944j7GVsR1gVNvvU2Yfn7yxvgS/Po287r+kNw2M4oQZOn08XJr49+4D6sE+0eGCIydfnmIRaKfvSLoF0z78E4RdQK5B/AQAAACdJjcAU7hFYafZ1JAV7Y2Hu75uL1ef2aR32ytXtgvwMAkC1cjjF09/tmrkuTZ0Z20F/XS/X8kyX8Evb+Usp6lRjL/IvoBYg/wIAAABOnnsEZtdQ8i81Avt6Vd5Hy49eBbJBmHnate3bNgkUAKrJgbSiJ7/btTUh78iE87Z+hlFtjcdenuL44ZfQdPoTALwf+RcAAABwSrQRWCULIZX7JXuKXpiXX2Qt/0e4yaB74OIWE/o3FABOjcMpPv8n8cP58RZb+e+X2SgeGmLoGX1M5Zf7NR/VZY/yXntdV0H4BdQi5F8AAADAKVH/RV15BKamYAmZJVNm5u3PtKtH6Nsm7KmJreqHmgWAk7I3pfCp73btSMpXZ4LM4pmRhpb1jO4XplAHatt7et4DtR75FwAAAHCqtBGYTL489gLTpmCFJbbp/+TO2WFVj+Dno7/9/NjLBzXWc8YNnAib3fn5P4kf/Z1gtR89t+3eWNw1yBTur3ep/HKJwLjgI1B3kH8BAAAA1cDlcpAuEZj7Wkhp/vai1/8psBytAxNtGgc+fVkreS8AVMGugwVPfb9rd3KBOhNsdt7UxzCoucGl7Msd4RdQp5B/AQAAANWj6hGYKiHTMv3fgnWJNvUgep24oEfUraNiG4axHBKokM3u/GhBwmcLE22asq9BseLmfsZgX702/JIDl4Zf2m737uGXIP8CaiPyLwAAAKDaVBKByXsZeHlMwf7eUfT+0qLs4qPHMRp04/o2uHF4TL1gHwHgWIu2ZEyfdSAh/ejVVEP9xJ0D9D2aGLTcC75cwi/3hveC8Auopci/AAAAgOpUUQSmbQfmkoLJh9kF1g+WFc7VdASTzCb9xAGNrh8WHRJgFACEmLs+/Yt/k3YdzNdODm8pru9tDDDrtcmXNv/S1oKpyZe27IvwC6j1yL8AAACAaqaNwCrqiK9GYNrBnjTLx8uL1ibatUfz9dGP7FJvXN8GXWKDBVAn5RTafl5+6IdlyRm5Fu18vQBx90B9p0ZGJdKqJP9SHqrJF+EXUNeQfwEAAADVzyUCc68C8xiEKeOtyZaPV5RsS7G7HLNFA/9xfRuO6REV7E85GOqKxPSirxYfnLkutdji0M63jBCj2ujPaWEwm/Rq+KWNutwXPHps+EXDe6COIP8CAAAATgv1X9rOI5RCMKUXmP1Y2ghMsTbe8tmqot3prv9cNxp03ZqFDGwXPqBdWPP6/gKojdJyLPM2pi/clLE5PtdlU0yI84ruxr5Ny5MsdT2jtuzLPfnSln0p9+JI7EX4BdQF5F8AAADA6eIegWkLwVyWQ2oHqs0HLX9ssfwXZ/d4/IZh5gFtw1s0COgQHdixaZAAvNzu5IJVu7P/2ZKx6UCu+9a+Mbrz2ui6NT5axuWScGkzL2WsDcjU5Is1j0AdRP4FAAAAnEbaCEwc6Yjvcl1IuxttECZ3yCm0zdthmb3Dmpxb4RfyMepaNwrsGB3UoWlQp5igmHp+AqjxEjKKtyfmydu2xPxdB/MLSzxEvVGBuuEtxcg2+jD/8qb1ajFXReGX+4JHGn4BdRz5FwAAAHDaeWwHdtwUTBuBKfd70u3/7bOsirfHZx3nn/H+ZkPbJoHhAT6hAcbgAGNYgCkkwBQeYAr2M8pBaIApyM8ggNMpr8hebLUXWRwlVjlwFFvsh7IsqVnFh7JLUrJLDh0ulvclVkdFT28Q5Owbo+/b1NA2SqeUbmnLvtyLv1xir4q6fRF+AXUT+RcAAABwJrhHYMdNwbQP1R0USdn25futKw7Yd6bJ+IDTeNQeLSNEnxidjL2iQ3XqisVKwi+XIMwl+XJZ8Ej4BdRZ5F8AAADAGeKyFlLNv9ybgrknX9rwSxkrz8ossBdbxYHD9gOZ9vhsIe8P5jodTs7t4TXC/USreroW4aJlpK5tfWOAj1DiKm3y5bLmUc28XAb6Y1H2BUBF/gUAAACcOe4RmEtffGWgLfhSky/3KjA1PtNGaVJcpiMxy5GU48gucuYUO/OKRV6JM7dEyEHFq82A0y4yQET6i3qBon6QXg4aBOubhetC/cors7Sxlzb50sZeHiMw7VbtEyn7AqAi/wIAAADOtIpSMO1ySPeKMPexQhxpq6+NwFTq8ZWvWGhx5spErMQpB6IsDtCeEXB2UJHi4uL8/HyTyRQSEiJwPKUhlE74GoXZpDMb5U2U3hucLjmUS0SlDa1cwiz38i73hy5HoOwLgJZRAAAAADiz1NRJGahn5vLsXRwJArTlYPKhHCjJlzzPr0r+pcy7p2DBRhHsL8i8TlR2dlG6rtDf379xY7PAidAGT9o0yiUCc6n/0q5h1B/Lvb2XS8EXZV8A3JF/AQAAAGeBckKuDb+ULExyScGUc3s1BXOvDhNVyL+cx3bfV75iRckXiZg7+ZqUlJSYzWaTySRQsUqSJm0mddzwS+ep8717IqbzVPMlSL4AuCH/AgAAAM6aqqRgylibcGlLw467/tF9FST510lQ8i/5Cvv4+AhUrOr5l8cIrKL8y/3hcZMvQfgFQIP8CwAAADjLdJrlkNoZyWAwqHGYtgTMY9pVUf4l3MKv40ZgcKHmX2Yz6x9PRkXFX+LYCMw923JPxDwSJF8AKkX+BQAAAJx9aiGYcEvB1CxMWxqmzbzEsescq5J/CSKwE2S324uLi+VrRf3XSdC5tb0XVWgBVtFDlycKki8AVUD+BQAAANQUHlMwoSkHE25Rl7JM0j3qcpnxeC8Iv6pM5l8lJSVyQP51EnRu3bh0buGX8BSEHTfzIvkCUEXkXwAAAEDNUnkKpjuyWFKbcIljK7yqknwJT+EXcVhFbDabzL/k60P/+ypySaPcgyqdp0b4HsfCU6kXyReAE0L+BQAAANRE6im9NgjTRmBqECYqzrk8Vnt5DLlIvion8y+LxSJfc/KvE+KeTHmMsXQVrIusaP+KDg4AFSH/AgAAAGo0bTmYcAvClMnj9vaqaMEjsVcV2coYDAajkXOoE1ZR7iGhnwAAEABJREFULZjHFExUmnlVNAMAleNvNwAAAOAFXKIuUWkocHJpF1lYJZT8S77CMgITqILKI6qKyrgqL+8i9gJw0si/AAAAAG+ijQAqysLUpZEuO1ceH5B/VcJeRoZfygUHcFxVz78q35/MC0C1IP8CAAAAvJVLNKANsKpSHVb50aAlwy/5upF/nbqqfMz4KAKoduRfAAAAQC3hnhp4jLoIF06CzWZzOBwy/OLVq3a8pADOAPIvAAAA/J+9+4BvovzjOH7diy66KW0po+y9957KEkRQUcSJW/9uRUFUFBWcoKjIEGQP2XvvvUehe++9x/9pr5xHkqYFGUn5vP955f/k7skluYSY+/b3PIcqi2ThdiksLBTX5ubm7FIAMEbkXwAAAABQATn/YvJ7ADBS5F8AAAAAUAHyLwAwauRfAAAAAFCBgoICqXT8owQAMEJ8fQMAAABABaj/AgCjRv4FAAAAABUg/wIAo0b+BQAAAAAVIP8CAKNG/gUAAAAAFZDzL+b/AgAjxdc3AAAAAFSA+i8AMGrkXwAAAABQAfIvADBq5F8AAAAAUAHyLwAwauRfAAAAAFAB8i8AMGrkXwAAAABQgYKCAon8CwCMFvkXAAAAAFSA+i8AMGrkXwAAAABQAfIvADBq5F8AAAAAUIGioiKJ/AsAjBb5FwAAAADoU1xcLDdMTU0lAIARIv8CAAAAAH3k4i+J/AsAjBb5FwAAAADoQ/4FAMaO/AsAAAAA9FHyLxMTEwkAYITIvwAAAABAH+b/AgBjR/4FAAAAAPpQ/wUAxo78CwAAAAD0Yf4vADB25F8AAAAAoA/jHwHA2JF/AQAAAIA+jH8EAGNH/gUAAAAA+lD/BQDGjvwLAAAAAPRh/i8AMHbkXwAAAACgD/kXABg78i8AAAAA0EcZ/8j8XwBgpMi/AAAAAEAf6r8AwNiRfwEAAACAPpz/EQCMHfkXAAAAAOgj51+EXwBgvMi/AAAAAEAfef4vBj8CgPEi/wIAAAAAfaj/AgBjR/4FAAAAAPpQ/wUAxo78CwAAAAD0keu/yL8AwHiRfwEAAACAPnL9F+MfAcB4kX8BAAAAgD7UfwGAsSP/AgAAAAB9yL8AwNiRfwEAAAAAAKAqI/8CAAAAAH3kyi+5CgwAYIzIvwAAAABAH3nme3kWfACAMSL/AgAAAAB95PyL+i8AMF7kXwAAAACgD+MfAcDYkX8BAAAAgD6MfwQAY0f+BQAAAAD6UP8FAMaO/AsAAAAA9KH+CwCMHfkXAAAAAOhD/RcAGDvyLwAAAADQR67/AgAYL1MJAAAAAFA+Jf+iBAwAjBT5FwAAAADoI49/lMi/AMBoMf4RAAAAAPSh/gsAjB35FwAAAADoo9R/cQpIADBS5F8AAAAAoA/1XwBg7Mi/AAAAAEAf6r8AwNiRfwEAAACAPtR/AYCxI/8CAAAAAH2o/wIAY0f+BQAAAAD6UP8FAMaO/AsAAAAA9KH+CwCMHfkXAAAAAOhD/RcAGDvyLwAAAADQh/ovADB25F8AAAAAoI+Sf1H/BQBGivwLAAAAAMq1ZcuWgoICufJr8+bN1tbWhdeJOKxQRb4ZEBAwaNAgCQBgSMi/AAAAANy/rly58u2331bYTZ4CbO/evRV2e+SRRyQAgIExlQAAAADgfhUQENCxY0fpNunZs6eXl5cEADAw5F8AAAAA7msjR460s7OT/rNq1aoNHTpUAgAYHvIvAAAAAPc1kVuNGTNG+s+GDBlibW0tAQAMD/kXAAAAgPtd27ZtmzdvLv0HtWrV6tq1qwQAMEjkXwAAAAAgjRkzxsrKSrpVo0ePNjXl8AoADBRf0AAAAAAgOTs73/LsXR07dvT395cAAIaK/AsAAAAASvTs2dPX11e6SVZWViNGjJAAAAaM/AsAAAAASpiamo4dO9bc3Pym7jVo0CB7e3sJAGDAyL8AAAAAoIyvr++AAQMq39/T07NPnz4SAMCwkX8BAAAAwL8GDhzo7u5eyc6jRo262XoxAMDdR/4FAAAAAP8SedbYsWMr07NRo0aNGzeWAAAGj/wLAAAAAG4QEBDQsWNH/X1ETDZq1CgJAGAMyL8AAAAAQNPIkSOdnJz0dOjdu7eXl5cEADAG5F8AAAAAoKlatWpjxozRs3bQoEESAMBIkH8BAAAAgA4tWrRo3ry5zlUjRoywtraWAABGgvwLAAAAAHQbM2aMlZWVxsJatWp16tRJAgAYD/IvAAAAANDN2dl56NChGgtHjx4tAQCMCvkXAAAAAJSrZ8+evr6+ys2OHTv6+/tLAACjQv4FAAAAAOUyNTUdO3asiYmJaFtZWY0YMUICABgb8i8AAAAA0MfX17dfv36iMWjQIHt7ewkAYGzMJQAAAACAXkOGDImJienTp48EADBCJsXFxRIAAAAAAABQRVH/BQAAANxO/IEZMFLyLG8AqiRzCQAAAMCtqjDtIg4DDJZG4KX9r5VEDKgyGP8IAAAA3JzyfkJrL9fZk1/gwL2iM8/SWFhe5kUWBhg18i8AAACgUiqMt+Sb6oXkX4BB0Z9/aTd03oUgDDBGjH8EAAAA9NETe2kEXuqbOlMwki/AEJQXeJV3U6Oz8g+ZIAwwItR/AQAAADroj7202/J1TEpuaEJOcHxOaEJuSHxOTEpedl5hXmFxbn5xdn5RbsmlOLegSAJwt9jbmFmbm1pZmFqZm4hrawsTZzvzOu7Wvq7WtVyt/dysfKpbSarMS7uh81qNIAwwfORfAAAAwA10jmqUtKIu+WZcat6eSymHr6WfCcsMisvJySfbAoyPv5tVwxq2HevZd6zrUMfD2kRFup6FVRiEkYIBhoz8CwAAAChT3nxe6oaQmFGw/3LKwcD0A4GpIvOSAFQhHo4WHerYd6hbrXN9R5/qVia6SKoCMami+cIAGALyLwAAAKDc6bqU5KuoqCglq2DV0fi1J5KOBqXr35qdtZmvq42Pm42Pq42Nham1pZmVuamVpal1ydirknFYHB8Dd0duflGOPO44v/B6uyg6OSc0PjssPjs5M1//3eu4Ww1r7TK0tUvN6pampqb6gzBSMMCQkX8BAADgvqYn+ZJl5xVuPJW0+njCjvMp5W2kqa9Dc3/7Op52Pq7Wvm62rvYWEgCDl5VbGBybFRqfExKfdS40/Uxomliis2dLP9sHWzoPa+3qbGeuDsLktkQKBhg88i8AAADcp/SMdpQlpOfP3h65YF9ceo7mIbGznUWzWg4t/B3EdSMfeytzjnIBo1dULAVGZZ4OSTsdkno6JD0qSXN0s4WZyZCWzi/28fR3t1HCL7kh6ZomTEYKBhgC8i8AAADcj7TLvtTJV3Bc9s9bI1ccic+/Mfiyszbr29xtcFv3lv6OEoAqLTQ+e82RmHXH4hLS8jRW9Wxo/0Jvrzb+1eTwS8/QSOUupGDAvUX+BQAAgPuL/uTrZHDaz1ujNp9NVv9MFset7QOcB7f26NnMxdrCVAJw3ygqlg5dSV57NHbn2cS8ghtO8NrS1+a5Xp59GjuZmZVFYEoWJt1YDiYjAgPuIfIvAAAA3EfUM3xJNyZf4Ym5nywP3nI2Wd3fysJ0cFuPcT19alS3kgDcx1KzCpbsi1q8LyrlxlnzG3hZf/GwbzNfO9Pr1EMjKQQDDAT5FwAAAO4L2mVfRUVF8nVOftGPm8JnbYvOK/y3j4ON+cNdajzW1dvJzlwCgFI5eUVrjsT+tTsi8sbZwR5q7fzOgzVc7S1NVcobDkkEBtx95F8AAACo+sor+xLh16bTSZNXhkYk5SqdPZ2tHuvm/VAHLxtLhjoC0KGoWNpyKn7ezojLkRnKwmrWpq/28Rjbxd3Swkw7AlPmyJc7E4EBdxn5FwAAAKo4neGXSL5C4nPe/fva/itpSk8ReD3dx3dsj5oWZhyaAqjYphPx09cGqSfI93ez+nykT9va1czMzHQOh2QsJHBPkH8BAACgytIY86gu+5q7O/rTVaHq0zv2beH61tA6bg6WEgBUWlZu4ewtYYv2RhaoBlCP7ezy7gPe1pYlEZgchKlTMIlCMOCuI/8CAABA1VRe2VdWXtHLf15Rz3Pv42ozaXRAS38HCQBuSUhc9tQVV49eTVGWNPCynvlkLR8Xa50RmLoQjAgMuAvIvwAAAFAFaYRfylT3FyMzn559KSyxbLCSrZXZc/18H+3qbc6ARwD/2dbT8dP/CY5NKZtP0M7KZNojvn2bOCkRmM558SUiMODOI/8CAABAVaMdfsmVX/P3xkxeEaqc5LG+d7XpTzXycraSAOA2ycwp/GjR5d3nE5UlYzu5vPdgDUsLM3UEpk7B5G5EYMAdRf4FAACAKkUdfikKC4ve+fva4oPxSrfhHTzfHV7X0pwDTgC334LdkT+sCy4sKvs6alfbbuYTfg62pRmYViGYdD38IgID7hzyLwAAAFQdOsOvvPzCV+YFrjuZJK+ysjD9+OGAga3dJAC4Y06FpL0z92JCetlo6wZe1nOfqVXd3krJv0RDmRFMIgID7jDyLwAAAFQR2uFXUVFRdl7h07Mv77mUKq/yrm79/TONa3vYSgBwhyVl5P/vzwunQ9Lkm7VcLUUE5uVsrV0FJq4lIjDgTiL/AgAAQFWgM/xKy8p/YtalY8EZ8qr63tV+faGpg625BAB3RUFh8SeLL288UTb42sPB/M+n/UQEb3YdERhwd5B/AQAAwOjpDL8S0/NH/XD+cnS2vKpFLYefnmtqa2UqAcBdJL6fpq68uvxAtHzT0cb0z2dqNfK2IwID7ibyLwAAABg3neFXXFreiO/OB8flyKu6NXL57ulGEgDcIz9tDJmzLVxu21qa/v6Ub8ta1czNzYnAgLuD/AsAAABGTGf4lZyR99B35wNjysKvfi3dvnisgSkHkgDuqYV7Ir9dEyS3q1mZLnq+Vj0vWyIw4O6g/BsAAADGSmf4lZVb+MSsy0r4NbKj15ePE34BuPce6+b9ySMBcjsjt+ipOaGRSTkFBQWFpYpKyd9j0vXvNwpWgNuF/AsAAABGSWf4lV9Q9PTsSydDyya879/S7f0RdSUAMAxD23m8O7zsSykxo/CpP0IT0vK0IzB17EUEBtwW5F8AAAAwYkqJhCAOHl+dF7j3cpq8qkN9588ebcDgIQAG5ZEuXs/09ZXb4Un5z/wZmpaVrxGBaaRgRGDAf0f+BQAAAOOjHhmkjBj6YEnw2pNJcodGvvbTn2pkxq9dAIbnxQF+Q9t5yO3LMbkvLwjLzSvLv+QIrFhFAnA78IsAAAAARkZjZJAcfi3aH7vwQJy8sI6n7cxnm1hb8FsXgIGaOCqge2MXuX00JPvztdHllYAxERhwW/CbAAAAAMZEY9ov+SjxSnTWxOUh8nIPJ6tfJjRzsDWXAMBQmZpIXz3RsKW/o3xz2bHUredSicCAO4f8CwAAAEZDe857ITO3cPyvl/MKSlZZmpv8/FwTl2oWEgAYNvF9NWN8oxrVreWbH6yIDk3I1jkKUrkLERhwy9CxJt8AABAASURBVMi/AAAAYGSUUgi5PuLNBddCE3PlVe+PqFfbw1YCAGPgYGv+7bhG5mYl5+nIzi9+fVFkRnZeoYrOFAzALSD/AgAAgHFQH/4px4QL98duOF02532fZm7KlNIAYBTqe9u9Pri23A6My/9qQ6w8ClJ7CCSjIIH/gvwLAAAAxkQ5DhSHhZciMz5ZESov93GxmTwmQAIAY/No1xrKXPgrT6RvPFMyEZh2CibdeOpbADeF/AsAAABGQOPYT8gvKHp53jVl2q8ZTzeyseTHLQCj9Nmj9ZWJwCatiY1Py1VPhM8QSOC/4ycCAAAADJ32yEdxPX9vzOXobHnhy4P8mfYLgPGyszb77LH6cjs7v/jbTXGcCxK4vci/AAAAYBzUIx8T0vOmrYuQl9fxtBvT1VsCAGPWopbDkLZlMxiuP5t5JjxLYxZ8ZRQkgFtA/gUAAACDpj3yURwEfrYqLCuvSO4weXSAGb9qARi/N4fUtrcxl9uT18TmFxSpq8CYCB/4L/ilAAAAAOOghF9HrqWtPJYoL3ykS41GPtUkADB+Drbmbw4tOxfktYSCRQcTyxsCSQQG3CzyLwAAABguddmXHH4VFBa/83ewvNbV3vKVQbWkO+/w8TMNOgxWLifOXKzwLh998aPSf8mqTRKum/nHYnm3hIZHKQufeWOSWNLlgSek+9KZ85fHvzKx17Cnm3cfMeiRCe9Onh4bnyjhvjS0rUfzWg5ye+au5IT0PPUoSCUCkwDcJPIvAAAAGCj1MZ4Sga08Gh8cnysvfHtYbVsrM+mu27broP4O+fkFW3YdkIBKWLF266PPv3vg6KmomLjc3Lyg0Ig1G3eKFOzs+SsS7kufPBJgbmYilU6EP3t3kkYJmCBd/0qUKAEDKo38CwAAAAZNXfwljgF/3FJWNNSgZrW+Ldyke2HD9r36O+w7fCItLUMCKnLs9PmPv/ypoKDQ3c3lnVfH//jl+wN6dxbLM7OyP/js+7z8Agn3n1ruNsM7eMrt1SfTkzPzteu/iL2Am0X+BQAAAEOnlDlsPpMUmlBW/PV8P1/prvP0cBXXMbEJp89f1tNNLv6qZmcjoXJ+nzHp0qG1+9bPl+4zc/5aJWINKyvL+TM/H//o8L49On33+XtD+vcQqwKDw85fCpRwX3q6t6+ZaUkJWF6htOBgijIEUv5LgEYKRhYGVAb5FwAAAAyR9sxfwo9bo+W1dTxtuzd2ke4WExMTuTGgZ2e5vbX8IZD5+QXb9xwWjV5d2mvcHdBw9kLJIMdGAXVq+XgrC3t2ayc3gkIjJdyX3B0tH2jtLreXHUtLy8pXzwJGCRhwC8i/AAAAYNCUIGz/ldTzEVnywmf7+kn3gqODfae2LURjy85yp/fafVAcrWY4OFTr2K6FBOhlZWUprsOjYvJVQx0zM7Plhrenu4T71VO9feTkPCO3ePnxVI0pwNR/IZAoAQMqwVwCAAAADIzGoZ18vDfzevGXj6tNn+au0j3St2en/UdOhkVEnzl/uVnj+todtmzfL6779ehkZlY2N7/OQ9PNO/YfPHoqLCJGZB+JySl+NWv4eHs1qFvroQf7yKMsFTP/WPzDbwtdXZz3rZ9/+PiZVeu3BwaFXQsJr+Hh1qRB3bGPDGnaqJ50kyr/6F9+/8fcv1eLxt71891cnDW2Iz830Vi/eGadWj7qVXn5BWs37Vy3Zfe1kIi83LxG9eu0at5o/KPDdT6fZ96YtO/gcfk1aqwSb/2CZetOn714NVg82Tg/X+96/r7dO7cZ2LurRk+xc5586cOSV7fsVz+fGjv2Hj5y/OyhE2djYuIbNawr9tWIB/v6+XjpfAIJSSnL1mzevf9YeGR0bl6el4d7w3r+z40bVdffR7tzWnrmHwtXXrkacjU4LDU9o0Fd/7q1fYcP6n0Lb0SPzm3/WrYuITF5xi8L3nnlKbEkIzN70YoNolG/bi2xx25qa7f2ZuXk5M5ZuOroqXOR0XGx8Ykebi5i74kXLp5b+9bNdD7Q5WuhS1dvDAqJCLwWam5hHlC7VsMA/7GjBrtqPWiFbmrPX7wStHbTLvGJioyOiYiO83J39a1Zo25tnwG9uujc+SvWbt2+53B4RHR0XLyNjU1tv5q1fGu0ad6kf+/OlhY6joVv4zv73/m52fRt7rrlVIJo/3UofUw7JzOzQtNS4h+FuJa/WCgvBSqJ/AsAAACGSxnmExKfsz8wXV44vo+P6b074hvQq/PkaTPFU9q6+5B2/iWihO17SwY/DujZKSk1XecWRMTw3qczDh49rV4oDuzFZcvO/eLwe9Y3E9u1aqp9x3Vb9rz9yTdKmhYUGiEu/2ze9czYEW+9NE6qnFt+9JuSmJw64X9Tzlz4d5a0A0dPicvOfUc6tGlW+e2IYOitT745dOyMsuT8xavisnrDjrWbdn/63ks6A5e8goIPPvt+5bpt/z764ZPiIrKhWV9P7Ny+pUb/7XsOiX2SnpGlLAkMChWXtVt2v/3yuPGPPaTufO7i1TcmfhUeEaMsOXLirLgsXb3p6cceeumZR3UGK+V57smHRaCZmZU9Z+HK+vVqNW8c8L+J31y4fM3BodqXH79xU5u6NSJue/7NScdPX1CWiGxXXPYePP7notUvPTPmlWce1biLCJW+mPGbeM7KkpjYhD0Hjy3/Z8s7rz49dGBPqdIqv+dz8/K/+fHPBcvWqu8eHBYpLrsPHP3jr5UiPdR4pz779leRLapfaXxCkghJl6zatGrj9l+/+djixt17e9/Z2+LpPr5y/pWSXbTzUubAZiJUN5OLv8S1SL7ETdEmAgMqg/wLAAAABkpd/LXqWKK80N7GfFCruz0oTImcRMPJ0b5juxYiTNm8Y///XnxSo+eu/UdFLuDi7NixXcv1W/fo3NSr702Vp8/v1bV9s8YB9Wr7FhYWhoZHi2zoxJmL4u7vTJ6+edlsK0sL9R2zs3M+/WaWuLvIFx4ZPjCgTq2rwaGTp80SudXvC1ZUs7N9YdwoqRIv5NYe/abk5ReMf+Wjy1dDRLt7p7b9enb0cHMJj4oV+cj5S1evBodVcjtJKWkPjXsjLr7krRevum3LJp7urjFxCUeOnxWp3469h8MiolbM+177qb754TSRoTQuKfjqU8PL7fzFa1v3HLp0JSgvL//Tr3/ZsGSWmdm/88Bs2r7v9Q+/Eg37arZjHxlS28/Hxtry6Ilzy9duEYnJtB//9HB3e6BvWa2ZSEPGvzqxoKCwmp3NqGEDG9Tzd3awD4uMWbdl98mzF3+dtyw+MfmLj16TKs3dtfrk915+6+OvRVvkqiLZEBGqt5f7T1992DCgtnTnffPzn3L4JT4PrZs38vfzTkvPFPtq4459sXGJP//+d/eOrdU5r3iNM2aV1Oj5eHuOHNKvrr+P+PyERcTMW/KPSJfenTy9sLDooQd7V+ahb2rPf//LAjn8atKoXpf2rcTzrO7gEBwRdfzU+W27D4oHFf07tm2h7LR1m/fI4Zfo371TG3/fmtbWliJY3LXvqLgW/34XLP1HnZfd9nf2tqjnZdeytuPJoFTR3nA2vX+TamJvi8xLXMv1X3L4pb6WAJSD/AsAAACGRT2djVL/tfJogry2XwtXC7N7fIzXr0cncfwcFhF99kKgxsAo+cyPfXt2UicsarsPHJXjJxHofPXJm+pVzz4x8pX3pm7ddSAmNuHoibNdOrRSr5XLbdT1OC2aNJj70+ePv/CeyHp++n1R7+4d6vlXcE7MW370mzJ73jI5/BL5gjymTza4f4+X3vns8PEzldzOD78uEOGXhYX5vJ+/aNWsobJcxC7dOrcVmdHV4PDf5i9/+ZkxGncUO6Rfz87TJr1pXTq7Vo/O7Z4fN+rp1z4WDx0qEpPT55UCt9j4xI+//Ek0atbwmPPDZ741PeXlvbt1GP5A70eff1fs9l/nLpFTmPz8gs+nzxYRib+v9/xZU9UDDB8ZPuCr7/8QAc3KddvEy+zYtrlUaT06t23csO75i1ezsnLEzZ5d2k2b9D8RCUl3nnhFqzfsEA2xu36Y+t6/Kwb1enhY/wdGvyiaC5evV/IvkXPN+nOJaAzs3eWrSf9T10OJN+WV9744evLctz//2a1Ta9fqTvof+qb2fEpq+l/LS8KserX95v/0ha2ttdy5q9T6iVGD5y5e8+V3v4ubm3bsV/KvNZtKXpdIEhf8PNXGxkpe2Kdbh2ceGzFi3OvBYZF/LVuv5F936J29LR5o7S7nXweDclKyClzsy8IvZQgksRdQScx/DwAAAAOlhF8nQzLCk/LkhYNa3/sZwQf0KjsL5LbdN5wFMicnd9vuQ6LRv2fn8u4bFBopjrFFuvHKs4/p2HLvLnIjJi5Be22DgNovP31D1uPoUO2150u2Iw7d15QGGfr9l0evvCWrNoprVxfnV5+74VGq2dl89sEr5uZmldnI2fNXFq/aJBqvPz9WHX7JHuzXTR5nt2j5Ou37VndymPTui3L4JRMP+tDgPnJbfVLFtZt2paVnisaE8aOVCEZWv57/mBGDROPKtVA5zhMhiNz48pM3NGbXEtt/97Wn/WrWKHn5qzdKlbb8ny0DH3lBhF/KkqshYQWFBdJdkZqeIT60ohFQR/OEEnVq+Yx9ePCLT48WoY+ycOp3v4n+bq7VP/vwVY3BgE6O9lM+eFkqHfq6cdveCh/6pvb8xStBtXxqODs6PDN2hBJ+KR7o201uxMTGKwvjEpKk0iI1JfySibuPHTX4qUeHiQ+ncs6BO/HO3i4DWrqZlyb+xZLJprPpyvkf1RPhcy5IoDKo/wIAAIAB0Sj7kq0+Xjb40dXBsqW/o3SvKUMgN27f98aEJ5Tl23YfzsvLd3F21DN/1vhHh5c3B7zg7lZ27J2Tk6e99tmxI7ULPfp07+jh7hIbl6gxpddtf/RKunD5WnxismgMG9RLnUDJRB7xYL/uqysR1SmjR5V0Q0PXDm3WbNyZlJIWGh7l51NDvapbpzYiAtPo7+tdFrJkZf87cdWu/cek0vF3wwf10n6Ipx9/aHC/7q6u1eWtrd+yR34JzXWd90AEJR3bNQ+NiDqnCrP0EB/sydNmyhmfhYX5y888umrd9pDwyPCImP999PVv302WSwg3bt9bt7ZfhZV9t8a1upN4aWIf/rZgubeXe7+enexsbZS1H/7vOXXnlNT0nfuOiEaXDi3V3RS1fEpOTRAYHHb+UsV74Kb2fMe2zf9Z+FN5mxKJldhXIhcS//qUhSKxuhwYfOjYma9/+vOJUUPEvxFl1aMjH9DYwu19Z28vWyuzbo1cdpwtiaS3XMga1dZRZF7q8Y/qEjBqwQA9yL8AAABguMThXH5B0bqTSfLNIe08JMPQ//oQSHGo37hBXXmhPPhxUJ9u5Q1+1CCOY4NCI2Ni42MTkhITky9eCTp68py8Kq9ARwVQq6YNdG7Hp4aXyL8qP6/WrT16JQWHRckNL3c3nR1q+9WUKiEqtqwGrcfQp/T3PHfpmkaAUx9vAAAQAElEQVT+5eWp46FtbcoiG6Xqp/S+geK6hqe7SBO07+Ls6CAuys2QsJLCsfDImAYdBkvlixBPPSmlwgGA3/2yQA6/RFLz/RfvNgio3btbh9HP/C8jM/vA0VNffve7iJ/SM7LemTRdPOFG9eusnPeddAc8OWbYjFnzc3Pz3p/y3aRpM7u0b9Wra7ueXdtrB4hRMXFyQ+R04qJnmyIDlSpyU3teQ3RMfEh4VFxiUmJSamh45OFjZ0X4JZVOPKf0GTvqwe17SuYF++OvleLSunmjXl3b9+7eXoR02hu8ve/sbTeotZucf52Nyo9KzvNxLZsFX30WSJIvoELkXwAAADBEclGDOMDbcyklKbNQXjisnadkGPr36jzp+lkg5fxLxBa79pdUx/Tr1Un/fQsKCpev3bp7/9Fjp86pz3ynn7W1lc5YR/D0qC6uRYSRmpbh6FBNugOPXnkpKWlyw8O9us4OHh6uUiVEq8ay6RcYFFoyE5SKm4uuh9ZKB3Jy8+TRfx5uFT+ltPRM9RkP9bscGOyqdZZJNRG1zFm0Siqd/WrBL1PdXUuecF1/n++nvv/cG5NEarNg2doG9UumspLTuhblRJ//3fNPPiyVhnHiwyw+Qtv3HBIXkaS0adG4Xh2/Xp3bdunYWu5Z+XfkyrVQEUXpOVviTe15hfj3tW7L7qMnz4u0t8LObVs2mfX1RJEepqSVnIb1+OkL4vL1T3+KnLFhgH+b5o0HD+gpP8Pb+87eCV0budjbmqdnlXwSNpzNfLa7lfbgR+a/BypE/gUAAABDoXPw484LqfLahjWr1XSxlgyDk6N9p/Yt9x86sWHrnteff1wsEalBXl6+h7uLCA703FEc+b/07ufijsoSKyvLJg3qNgqo07xJA1tbqxff/kznHc3LrylTZv6p8Oj3lh+9/IfWnHXIxLSC52BnU6k3MS+vZAymk4P99+p52XXx1Co0MzOtVP2dhblgJgLBynSWn4/QqW2L58c9rL9zQN1a+jts3LZXDraeHTtSDr9kndu1/PitCZ989bNoT/rqZ19vL3l53+4dpf+svCmiRAQ2bFCvrTsP7j547NCx0+KJiZ5HT54Tl0XL13/w5nNPjCqpisrNK6uuGjd6aM+u7SS99L8FN7XnZT/+vujn3/9WboqPev16/g3q1hKf245tmz045iXtrXXr1Gb76j927Dmy9+CxPQePy0HYpStB4rJq3Xax5PsvSj5at/edvRMszEz6NnNdeShGtPdfy3m667/hl/Ys+KRgQHnIvwAAAGCg5IO6o0EZ8s2ujapLhqR/j04iSAqLiL4cGCwOxbfslAc/dtV/8PntT3Pl+Kll04YPPdinWaN6dWv7KeMl9czhlZGZnZic6uKsY/qzqOiSwhwLC3MHeztJr1t4dOXViCNtHc8qS7OCTHmG4VGxki7KwEb9fLy9Ll8NEZlF/br+Im2U7gDxwv19awYGhcbGV/yUXF2cra2tcnJyk1PT2rduJv03QaERcqNBgL/GqkeGDwgOi5z792qRQ10LCRdLmjeu36FNpR7xZt8shYeby+OjHhSXzKzsfYdO7D10QgRhEaXv4Pe/LHiwX/fqTg7KBGpi4/9xD9zUnhc2bd8nh1/eXu6jhw9s26pJg3q1ldnlRPJVXpRmZ2szeEB3cREdjpw8e+DIqYPHTstnG9i8Y//uA0e7d2p7e9/ZO0R8+8n516XY/Jz8InPzsvBLPfk9yRegH+d/BAAAgMFRDuoycwuvxObIC1v4O0iGpF/PTvKpDHfsOyLCKXEsLdp9e+gb/JiXX7Bi/VapdNTbnB+mPDy0nwjO1JOFySetK090jO4BaBFRJQfGrZs3kvS6tUc3Mys7XaN6cnFFrNaZIhvVr1O2qpycK6qcXEyDn09Z6dOVayE6O1y4fG3B0rUbtu2Lib31s1XKE4dFRut+SiKlatvnkQfHvLhm405xs0HdkqzqUmCwegYxtR17Dy9etWnrrgNZWTmSXs7XZ9cKConQXvvOK0/16tZBufnqc49VMte42TersLAoNj7x3MWrudf7i8Cof6/On33wyraVv4skTiwRiZgcjNbyLZs565qu5yxbuGz9irVbK3Mqhpva88vXbZOXz/x64rNPjGzRpIH61ApxCZrDIcVXR1JKmshPE5JS5CXin2qnti3eemncij9nfDP5bXnh7gPH5cZtfGfvkDZ1yiYdKyqWzkTkFKloRGASgHKQfwEAAMCwqAc/Hr6aLh/QicP/FgZw5kc1J0f7Dm1biMbu/ce27DxQUFDo4+3ZqllDPXdJSEySj58D6vrb2Fhpd9iwda/cKCrUUc+yacc+7YWHjp2Rz7fY7fo8Tbf30e2uTxsfFhGt0T87O/fw8bMaC8VOELGaVHI2gIOig8ZakbOI5VIlKPOUL12zSWeHb2bO+3z67Dc/+iqj0pM3aevdrb1UWlsnx5ca9h0+mZ6RdTU4vH4dP6lkovqSSE58LJev3ardWeRE7306Y9JXP382fbalpYWkV73ateTGwhXrtdeKTCM3799TcP62YHlefqXOSHCzb9bqDdu7Dx438qk3Dh49qb21TqUf79L7luzhanY2NTzdRePIybNXSuZc03T05Lkp3/7y4ec/rFi3RarITe35yMiShFdkc/V1DT/cuK3s34U8C75UMr1abKcBjw19/JU/SydZ03xd7cteV2ZmWUHcbXxn7xA7a7PaHrZy+3R4rkbypY7AAJSH/AsAAAAGRDmEk0f3HLmWLt9s4F3N2sLgfrsO6FlS7XXq3KW/V24oudm7i/7+LtWd5UKeS1eCtLOhX+ctU7KAQl3j1xYsXXvs9Hn1kuiY+E+/niWVTuM1sHdX6Q48et3aPnJj0YoN6v4iSvv021mJyanaD/TIsJK6oaiYuK9++F09ME28oV//OEc5jaB+fXt0qlmj5HSf6zbvWbJKMwKbv3TtgcMlkU3nDq3q+vtIt2pw/x7y+Sin/fCnRnldQlLKL3MWi4a/r3eDgJKp6MeMHCTvwOkz554+f1ndWSQv70/5Pi09s6TbQ4PkwkC9r66jt1dJlnTuQuC0H+aohyuKSOild26Yo01EnG9/8k1Obp5UkZt9s3p36yAXAH7360KNOeDFU9qx97DcbnL9DKePP/yAVDol//tTvksoTV0VYndNnjZTbj8yfKBUkZva814eJVO8iWcoProa2zlw9NT3s/+S24VFZR8235qezRrVF42lqzddvhqicZftuw/JjYbXaxVv4zt75ygFsKcj8opupBF+EYQBOplNmjRJAgAAAO41dfIlh1/C95ujolNLRmb1be7aucE9m/8rMjp29YYdotG+dbO2rZooy2t4us9dvFocfsbFl4zAev/Vpz3cXZS14sB7a2mtU88u7Zo0LEkQzM3Mzl4IDA2PSs/IPHn2oquzU3Vnp8Sk5D0HT0z97rdla/6tmmnepH7HNs3l9tGT5w6fKKncKSwsXLNxR0ZmVmpapnhKm3fsf//T76JLB7W9+txjPbq01f8qbu3Ra3i4r1i3NSs7Jzg0Ijgs0qFaNdFYsW7bB59/f+L0hQG9O18NLpmj6rGRD1R3KivQa9qo3tkLV8UDnbt09fDxM3n5Bamp6SLE+XbmvA1b99raWsujzMaOGqxM7PXP5l1hEdG2tjbjHxsuL7G2tqxft5a823ftP3rhSnBmZnZycurug8e/n71w0fKSsiknB/sZn71b/fqMY8rbpOxwNZH+LC6NKTu2ba6co8DU1LSavd22XQeTU9LWbNghgr/EpBRxOXvxynuTZ0THJoh4aNonb/qWDtbzdHcVN0teUV7+irVb09LSk1LS4uOTNu3Y/+nXvxw9WfIeNWlU79N3XzI3r2CeZStLizp+Nddv2yM+6ifPXjpw5HRaRmZicsryf7Z+/OVPFy5fE306tGk25f1Xdu4/kpubdy04/MiJs907tRG7SM9mb/bNsra2MjUpeUUizBIfLbETxF4Kj4wWn9tJX808eKxkGOPIIf1GlQaaUulpKE+dvxweER2fkLRq/faCwkJxx5CIKLE3Jn81MyK6JNl8eGi/xx8eLFXkpvZ8XEKSPKZy/9FT9nZ2zo4Oov/x0+dn/blEpIeF18sV3V1dHnqwj9wW4ek/m3bm5uWL66iY+KTk1MTElD0Hj//w68J5S9aIDuLT9el7L5uXjhi9je/snZOWU7jzbMn3TEJG0dgO1cxMS5iZyf9fwuQ6qRKnwgDuQ8x/DwAAAIMjR2D5BUWnwsoGKBna5F8yeQjkvoMlswj51PRs2jigwrt8MfG1Jya8fy2kJM44cuKG8WiuLs6T3n1R5A4iUxAZhPZ9X3vu8Z/n/P3notXqhRYW5mK5Ehvd9ke3sbH64I3n/jdxmnhH1m/ZIy7Kqo/fntCofu1N2/drP9D3U99786NpO/YePn76grgoy1s0aTBicN+JU38svVXBIbpIG//69cvJX80KDArdseeQuKjX2lez/ebTt/5L8Zds6ICe2dm53/w0JyUtfcas+epVYp+899ozXVQDS18YN8rdtfq3P88V+cj8pWs1NlXLx/unqR+IUEmqBLHZuT9//vYn38bEJog4UlzUa598ZMibL40TMdns6Z88+/on6RlZQSERmVnZ4inp2eYtvFkvPDXq0tVgkaXGxiXOnrdMY+2Q/j0mvfOiclOkKj9+8f5Pf4gP4ark1LTvflmg0b9X1/YfvzVBqpzK7/mnH3/o/OWr4smHR8S8P+U7dU9zc7MXnxp9JShErA0Nj1SWi5Tz3dee/ur7P7Kycpas2qRRQti4Qd1Z30y0Ug1mvI3v7B3SolbZd2BeYfHFqJzmfuY6Bz8yCz5QHvIvAAAAGBD1RM5XYrKLro/jqe99R84A+N/179FJzr8G9elWmf4uzo4r5n0356+V2/cdjo1NkOfnru1Xs2fXds+OHSkCtS3b9/+zede+wydT0zIcHaqp79uvV6eO7Zp//ePc46fP29pa+9Ws0bFN8yceGeLp4SpVzq09+qA+XerW9lmw5J/1W/eINKFZo/rt2zTt2aVdq2YNT527pPOBrK0sf5724dZdB5b/s+1aSFh6RqZIHMTl+SdHHTiiTDVV8SitNs0biyf817J15y8FhoRFieTOwb6ah5tLp7bNnxwzrLrT7UlFRw8f0L1j6wXL1l0JCg28FiI+gM0aBbRr3fThwf00JkoTyYLI77p3biv2RmBweHBIeFRsvLtbdS93twf6dhv+YB9Li5s4wmrbosnyP2fM/Xt14LUwsZdSUtPq+vu1bNZAfJaaNqon9xGJ4ZwfPpvw1qdfTnxdnjNev5t9s8Qr+v6L98RneNHKjSWFXYnJIo2SSk86KV7O6OEDNPqLD947rzw1sHeXNRt3BIdGBgaHZWZmebq7+tb0emzEoC4VTUKnoZJ73tTU9LvP31vfY+/ilRsio+OiY+PF94OHu0v7lk1fGP+I+AAvXb1Z5F/iyR86dkY5V+a40UO7dWz9+4IVRIp90gAAEABJREFUF68EiVRXniZPPM8Bvbu8+NQjGmHW7X1n74SaLtZ21maZOSXFblfjC5r66JgCn/AL0MOEscEAAAAwBMrxmzicKywsLCgoWH8y8ZUFIWKVqYl0eFpXs/t16tqZfyz+4beForF+8cw6tf5ruROMUVp6poO9nYT722MzTl6MyBCNR9vYvNyrumUpi1LmpZSBkBJDIAEtzH8PAAAAA6IUf4nr8MSyOdprutrct+EXIBB+QfBxtZYbUamF2pPfq68BaON3BAAAAO497ZOXieuI5LIT3vm62kgAcH+ref2bMDqtqLgcEhEYUA7m/wIAAIBhUQ7kwhPJvwCgjK+rrdyISikg8wJuFvVfAAAAMBQaZzELTyob/+hD/gXgvqeMf0zPlXLyi/WUgAHQRv4FAAAAg6BOvmShCdfzLzdrCQDub+q/BIQm5pN5ATeF8Y8AAAAwOOJwLi27sFgqO3+Zq72ldB978enR4iIBuL+52lso7aSsIv3FX6LNKSABNeq/AAAAYFjkQ7isvCJlibWlmQQA9z1bq7Ivw5z8ovKSLwA6kX8BAADAUKjncs5W5V+2lvxqBQDJxqLsyzAnXzPwUr48ycIAnfglAQAAAEOUlVuotG2o/wIA8WVordR/6Rj5qJ5FUQJwI+b/AgAAwD2m81AtK0+Vf1mRfwGAZGNR9mWYW6BZ50XmBehH/gUAAADDItcyKPN/WZqbmjKJMwCoimHl8Y9M/gVUHvkXAAAADIhyIKfM/2VtwZQdAFBCmf8+O1/zbI8SAL3IvwAAAGCIKPkCAA0a1bBM+wVUHvkXAAAADI44ilPO+ZiTXygBACQp+/qJQayvH8qTeQGVRDE5AAAADJGNZVmZQ15BcUEhB3gA8O+JQWwsNGtkNWrBAGgg/wIAAIAhsrH895eqMhcYANzPsnKu51+WJkRdwE0h/wIAAIAhsrs+zbNUkn8xBBIA/v0y1K7/AqAf838BAADAEN1Y/0X+BQA3jH8UJACVRv4FAAAAQ2Rjocq/csm/AEDK0pr/HkAlMf4RAAAAhsjOytTKvKy6ITE9TwKA+1tiRr7SdrbVPJaXy8EoCgPKQ/4FAAAAgyMfwvm5WMo3wxNzJAC4v4UnZCttb6eyGRJNTP4dCEn4BehB/gUAAAAD5e1sITciEsi/ANzvIq7/JcDVzsTUpJjkC7gp5F8AAAAwIOojuprVr+dfhlr/te/g8QYdBovLF9NnV/Iuz7wxSfTv8sAT0n/TpMswsZ03J06T7rrDx8/Ir3rF2q3q5YtWbJCXL1i6VrrPRETFpqVnSvfC+FcmyrtdXJ57Y3KF/aNj4pX+3YeMk6qum/23Vt4H23BEXK//8nS4Ifki/AIqg/wLAAAABkc+ovOpfn38o2rUD2BQiouLFy1fP/yJV9PSM6R77cDRkymp6fr7bNy+V4JxUr4JvRxKDuQ1ki9SMEA/8i8AAADcY+UdttW8Pv4xKjmnuFgCDNCchas+/eaX9IwsyQAUFBRu33NIf5/NOw5IME4RCblyw8veVJntXj3tPcMhAT04aSoAAAAMhfpYTvC9Xv+Vm18Ul5rr4WQlGb/fZ0ySUIVkZhtKcaKnh2tMbMK23YdGDO5bXp+wiJjT5y+LhoO93b0asHnXVL1/axGJZR+2Gk6m2pN/aSRiADRQ/wUAAADDohzF+bj8G3hdjLz3g8uAOyE2LvHw8TPikpdfIN08Jezo262juN576HhGZrmR3OYd+8R1iyYN3FyqSzAqCWl5yZn5ctvLwcxEiwRAL/IvAAAAGBz5WM7czKSee1kJ2PFrqRJQFW3fc+jJlz4Ul9S0dOk/6NuzJP8qKCjcsrPcEY6bd5Ws6terkwRjcySw7DvQ1ESq7WomtzXyL6YDA/Rg/CMAAAAMi/pAro2/bWBcnmicqCr51zNvTNp38Liri/O+9fOVhQ06DBbXn3/46ojBfc9furpj35GjJ85duHy1fl3/hgG1+/bo2L51s0pu/5uf5/6+YIVoBNTxm/vzF9WdHJRVRUVFC5atO3324tXg8KiYOD9f73r+vt07txnYu2t5W9t/+OTSNZsvXglKTEqpV9uvacN6T4weIt2k2/jqxr8y8cDRU4P6dp0+5Z0Va7fu2n/s8tXgpOSUmt5eHVo1HTdmmKeHa3n3PXj09KYd+y4HhlwNDvVyd6tb27dpo3qPPTzYytJCu/PRU+eWrNoYFBIZG5eQm5dX19/Pr6ZX40b1hvTv4eRoL/cR+1nsbeUufR56RiotrVr8+9fSvdC2ZRMPd5fYuMRtuw8+9GBv7Q6h4VHnLgSKxsBeXVb8o+8Uhzv3Hdmy60BQcERQaLi7q0u9Or7NmzR4bOSDlhY3HD/m5Oa16D5CNKZN+l+HNs1mzJq/9+BxB/tq9er4jX9sePPG9eW3furE14c/0HvX/iOr1u84eyEwKytbdBjQq8vIof3knR8dE79uy+6Dx8+cPnvJ3bV6w/q1337pKS9PN+0nlpCYvGTVpsvXQiOjY8Miomxtber4+fj6eLVp0WRQny6mpjeUd+j8tya7LR/su+x4UIrcaOBuamWuo/KLwAvQj/wLAAAABkEcvBUXF6vDL3E029bf9u/DJUd9lyIzMnMK7azNpCpt0fL1U779tfj6bP/HT18Ql7+WrXvt+ccnPPVIhXefNWdJeeGXCA7e+uSbQ8fOKEvOX7wqLqs37Fi7afen770kYgL1pgoLiz7+8ieRMSlLTp27JC5rN+965dnHpFvyH1+d2pRvf1m4bL1y89KVIHH5e9XGb6e83adbB43OEVGxX8z4bcfew8qSwOAwcdm4fd/Kdds+effFti2aqPuv27Ln3cnfij2gLJFf+5pNO+csXLl49td6UrZ7SPyr6d+j0/yla/ccPJaRmV3Nzkajw4atJWd+bN28sc5oSZafX/D1j3PERpQl6RlZ10LCN23fv2rdti8+er1Jw7q67pU/7qUPg0IjRDshKUU03pzwpLK2sLDw9Q+/FFtQlhw9eU5cROY1b+YX14LDnntzcnxCkrwqOCxSXPYdPrl8zgzfmp7qR1m8atM3P81Rj+4Uz03kfSISXbxy46bt+77/4j0zswpGON2JD/bdodTANvEy1S770q7/AqCB/AsAAACGQjsCa+tvJ68SmcnJ4NQuDavypEVz/14TGBTq4uw4bsywOv4+YZEx+w+f3HvwuFj1w+yFA/t0qeXjrefucxat/n72X5Ku8CspJe2hcW/ExSeK9tCBPdu2bOLp7hoTl3Dk+Nl/Nu8SwVBYRNSKed+rK6Emfz1Tzgjq+vs8PGxAHb+acQnJuw8c3bxj/7Sf5kh3/dWpnThzMSY2QSQdLz/96KC+Xe3sbEV+8cGU79LSM19594u5P32mLijLyy94+b0vRDom2p3atxzQs3MNT7f4xOTDx8+I7O9qcPjYF95f+sc3zRrXl/uHRcR89MUPIiXx9nLv37OzeKpuLs6Xr4YcOXlOPFvxuJ9+88vMrz8SPZ8ZO0Jcfvht4cw/Foub21b+XrOGh3TXFavOjdq3Z0n+VVBQuG33wWGDemn0XL91t1TR4Mfn3/r0wOGTUklM1qhfr861fbyT09KvXAuZt3jNlWuhj73w7sp539Wp5aNxrwXL1snhV+MGdUPDI/18vf18vJS1v8xdKiJI1+pODw/r37xxQFBo5Oy5y1LS0k+evfjFjNmbt+/PL8gXGWj9urWCQyPFB/JyYHBaWsbPfyz66pM3lY2IT+mkr34WDfG+iIizjr+veB/FZ/jcpavrt+wWQZh4yX+v2PD4qAclvW77B/vuSEjLC4svC/6ae5dVf4m/ECjXktYpIAFoIP8CAACAwVFKG5xszQI8LK/ElgyBPHa1iudfIh7y9/We88MUpTxn3OihM2bN/3XeMpFxbNy6b8L4coukFi1fP+2HPyRd4Zfww68LRPhlYWE+7+cvWjVrqCwfOaRft85t3/r4axED/TZ/+cvPjJGXi2xo6erNotGpbYufvvrQ1tZaXv7Qg72//O73uYvXSHf31WkQIZSVleXPX33YpUMreYkIRLx//mL0s2/n5uZ98uXMNQt/VLK86TPnyeHX6IcGTvzfC0p90PAHejdpUO+z6b+K9uRvfln6+7fyqo3b9+bk5IrGzK8nikRG7tytU5tnnxj51idfr9u8RwQxIeGRlU/r7qY2LRrLQyC37tLMvy5fCxXvsvg39UCfcoe7rt20Ww6/3nnlqfGPPaReNbh/j2de+1jkhlO++WXuT59r3FHs4S4dW3/+wSsebi75+QXxiUnqtSL8ahBQ+7cZk9xKawx7dJaaNqonYkfRXrxyo52tzaJfv6pfz7+ka1fp0REPiJTtwuVrG7fv++Kj15X3a/a85eLa2tpq1rcfB9T2UzYuPsMjB/cb+dQbor1px379+ded+GDfHceu/Tv5VzNvS9NSGvVfJF+Afsx/DwAAgHtPPYWNQj7Aa+VXdoy682yiVNV9/PYEjbFpo4cPlBtBoeHl3Wv5P1s+/eYXqZzw6+z5K4tXbRKN158fqw6/ZA/26zZ0YE+pJEFbp96g3BA5iJIRyN5+ZbyIsaRbcmuvTqdRQ/or4ZesYUDtMaVbE+HUoWOn5IUiyVqw9B+ptNjnwzee0xgcJ7KS/r06S6VDQY+cOCsvlAfiWVpa+NX00njQh4f0f2T4ABGi2dnaSrfqWkj4zD8Wqy/7SiMnqaREbrV6+aw/l0g3Sfx7GdCz5BXtO3xC4yyQW3aWDD9s37qpxkBXhej/7ay5otG9U1uN8EsQUeBrzz8uGoeOnZHzRA3vvfq0CL9EQ8SsNTzdNdZ+8vYLbqrHbduiSVngJUnjHx2utAUbG6seXdqKRl5efmR0nLwwNS0jv6DAzbW6+Kyqwy9Zk4Z1xSdfNKJj4yS97tAH+y7Ye6Hs26+Bu6mlmY7vSYIwoELUfwEAAMAQKYdzPRs4LD6SJtrhidmXIzPre9tJVVTNGh4d2zbXWCgCIysry9zcvMzsXPVyZf+s2bRz4tSfpHLCL6lk1NseufFA3246H7drhzZrNu5MSkkLDY/y86lRVFS071BJItOyacMGAbU1OosI6ZmxIz78/AfpTr46/czNzZ55YoT28lHDB8glPAePnBYhjmicv3xNnsbr2ScftrDQcezz4vjRm3eUBEPnL12Vn55Paewlwpc3Ppr26nOPNVTtgfatm1V+qv7yBIdF/vDbQp2r/vhrpfqmeJk3Oy2a0KdHx3lL/hG7dPveQ0MH9FSWb96+T1z361Hu4MeDR0/GxCZI5Q+Q7NqxtdwQe1XjgyGyLZEwlrdlkVuJz5LGwhoebpcDg0Wjf+8uGqtcnJzkRmx8gjwFmKNDtRVzZ0jlc3NzuXItVC7cK88d+mDfBTn5RdvPlOVf7XzNTMonASgf+RcAAAAMhTL/l7q0oX1t2+q2pklZJSnGllPxVTj/0q6akdnb2Yo4Iz8/X71QnvXpzPkrG7buldvu7q7a4ZcQVRpqCHgvoxUAABAASURBVD2GPiXpde7SNZF/JSanJqeWBI5eHi46u/n71ZRu3k29Ov18vb3kUiPt5XIjOCxKboikRm40qFNL56ZEaChysfz8ApF/yUsG9+/x+/zl8YnJO/cdEZfafjV7d+/Qo3PbVs0aGkW+oAyB3Lbr3/zrwuVr8uDHfj3Lzb+Uz8mHn30vLnoeQuzVEYP7qpc0aVhPT391eZfC8voAVe1J06ytLeWGSKx0bU9KS8+8EhQSF5+clJQSFRN37NSFsxevSCVzven7FN2hD/ZdsPd8Yl5B2a7oFWBheiOdk9+ThQHayL8AAABgQNQR2PXZnU36Nq625GjJgeuGE3GvPFBLqqLcXHUPTJNKD2WLda0Jj4wR1w4O1dLSMvYdPL5i7VaNYEIqGRQWL1VOYFCoJHVNSi6bacjdVXdM4OV+K2c/vIVXVx4fby+dy83Nzdxcq8cnJCWmpMhLLlxPtWp6e5bz4Cb+vt5XroWeu1zWU2SIC36Z+saH0y6WjvILCo0Imr/8t/nLxZbbNG/UqH6dEUP66cwZK6lPtw6XDq1VL1m0fL08fHXv+vlu5QxOrDx5COS8Jf+ozwK5eecBcd2xXQvX8rcfU/nPybVQjSWODtX09Le3tSlvlbW1lbWVpVQ5wWGRS1ZuPHj8jFw4drPu0Af7Lth0qiyabOhu4lbNVE/xF7EXoAf5FwAAAAyUkoINbGov51+xKbmnQ9Ka17r19MGQmZncxOS8yoFuq2YNp095Z+T4NxMSk7/64Y8u7Vt5uN9weJ+XV3L2ACcH+++nvqd/m57uJZNzmZhWcAhtY2Mj3bybenX6mep5hqWlcCZSWQf5tZc8uulNPHotH+/lf844fOLMnv3Htu4+KM9CJWK1jdv3icvyf7YunfOt/sTn3urTs2wI5M69RwYP6C6WbNhWMgZWnhqsPErx1Bcfve7t5aanp/b0Z2ZmZnr6W5jfhqNOEe9OeOez/PwCZYmPt2fDgDpNGtRp36bZ97MXHrg+jVp57tAH+07Lyi1UJv/qXlez+Eup/1JPoSgB0IX8CwAAAAZBrvySbpwCX9bC19bd3iwuvVCs3XwivqrmXzdF3lf+vt4zv57o5Gj/3mvPvPXx12npmZOmzZz1zUR1Tx9vr8tXQ1LS0uvX9Rc9K9yya/WyEqGIaN2ziVc4y/idFh2XoHN5Tk5ufGKyVDodlbzEp2YNuREaEa2czFFDUGiEpJpzSmZmZtqpbQtxee/1Zy5cvrb/8MmDR08fO30+Ly8/NCLqtwXL33ppnGSo2jRv7O3lLmK7HXsPifzr7IXA8IgY8Yr69uyo5141a5SVyNnZWv/3ac5ur4io2Nc/+kqEX9bWVo+OeKBLh5aN69dVR5BFhYUVbsTwP9g6bT2TUFAop7rFPeuZa4df6giM8AvQg/M/AgAAwICY3HgWM+Uwb1DTsmPdrafji29qsFyV1rB+bTnSerBfNxHWiMbOfUdWb9ih7uPnUzZa8Mq1EJ0bEfnOgqVrN2zbJ09/Xt3JQaQnUvkDJyOjY6V7KiIyWufysKgYuSF2i9zwvX4Ox/Kes8jLCgpKopP69WrJS9IzskQiFhoepfRpVL/Os0+MnPPjlHWLZsonDdxz4JhkwMQ/nL7dS6KuvYeO5+UXbNpRMvN953atnB31Bcf+vmVZYVBIhM4OKakZcxatWrNpp87zP95R67fukU9n+fZLT73zylPio65Rfxcdk1DhRgz/g63T5pNlz7Z5DVMHa1P1FyMjH4GbQv4FAAAAw6IdgYnrgU3LCpcSM/K3na7sREX3lcnvvWRXOtHSV9//kZCUoiyv5eMtN5au2aTzjt/MnPf59NlvfvRVRla2vKRnl3ZSaS52UVfSsWHbXumeElHI7gNHtZev37xbbnS/fqbCXl3byYnV2k27dG5KBH9yo0v7llJpVd1D414b9MiEdyfrONugb01Pv9KCsszrO0owNy0b+ldUZEC5bJ/SUi+xow4cObGldPKv/r0767+L3/XPyZqNO3WeSPHvleun/TDn3UnTT567LN1dEdeTzWaNdEy0f/r85dCIkrwyv6CCKjAD/2BrC4vPPnwlWW73UA1+1EjBTEuH9zIEEtCP/AsAAACGQn38piaO7gI8rZvXtJLXzt4aLkGLj7fni+NHi0ZyatonX/6sLO/bo5N8ir11m/csWaUZgc1fulaeOKlzh1Z1/X3khQ8P6WdubibCoE+//iUpJU3df8O2fRu23vuY4Jsf58YlJKmXHDlx9s+/V4tGw4DaTRsFyAudHR3GjRkmGhu371u2Zou6f1FR0W/zl8+et0wqrQzq2LYk/yqpnOpWkhydOndp1frtGg96+Vpo6SkCpEb16yoLrW3KPpYJScmSwWjdrJH8pv/8x5LwyBhLS4s+3Trov4u/r7ccD4WER07+elaeaqYt4cSZi7+W7isnB/thA3tJd5enW9nM9KfOa0ZvEVGxH0wpO1tlYUWjIA3/g61hzvZwudzVztJEnvzLzMysvJM/Mv4R0I/5vwAAAGBY1BOBKYd54qjv6a7Or/5dUgZyLSZz74Wkro2qSwbj3KWrM/9YrKfDkIE95TzijhJZz7otuy9eCdq+59C6LXse7NdNLHRyrPb5h68++dKHov3JVz/vPni8R6c2NTxcg8Ojdu4/KodfItR4/7VnlO3Ur+f/+vNjv/l57smzF4eNffWJUYPr16mVlJZ2/NT5pas329paZ2XlSPdUYHDYsMdfeXLMsAb1aqWnZ5+9cFkEefLH5sP/PadOAcaNHrZk5cbE5NSJU3/ctf9o905tvNxdxfu1ZdcBpQjoi4mvyedJLOn/6LD12/bExiW+P+W7bbsPtW/TrLZPjdiEpGOnz6/bvLugoNC+mu0rzz2qbL+6k6PcECnMkAE9nJwcHh0xSLoZj458QFyk20rsARF4zV285uyFK+Jmlw6tKzNh/+cfvTb8iVfFaxfZ37mLV0cO7VfLxys5Jf3wiTPrt+zJyyuZIP+j/71gcz3yu2s6tG3+4++LRGPGL/OzsnP6dO9Qw8M9MChk+57DItJNSUuXu+XnF+Tm5VtZWpS3HcP/YKvFp+WtP142JdmwJqbWFibKl6Gcgqkn/5IAVIT8CwAAAAZHu/5LXHepZ1fb1SIooeQg/JctYQaVf504c1Fc9HRo3aLRXci/xEHxZx+8MvKpN0US9OV3v3Vp31KeHax962Z//frl5K9mBQaF7thzSFzU9xKBzjefvqUUf8meGTuiqKho+qz5cfGJIi9Qlru6OH/18RtPv/axdO+4u7kM6t1FhDszZs3XWD7l/ZfaNG+sXuhgbzdv5tSJX/woIg8RC26/8bX7eHtOef+VDm3+ne7d3bW62BsvvjUlPSNLu391J4fvp74fUNtPWdKlQys7W5vMrOyQ8MgfflsocrSbzb/ukD49O4pdJLf79+xUmbuIV/f37GmTp/2y+8BR8VGZOuM39Vrxb/C15x9/sH836a5r3bzRe68/8+V3v4t8SrzpGu/7gN6d69f1//7Xv6SS4rWo+nX89GzKkD/YGv7YFlZYOqjW2lwa3sxSe9p7nREYWRhQHvIvAAAAGCKN8Es+2Hu2q9P7q0om/7oYnn4kMKVdPScJN2rcoO7Yhx+cv3RtQlLKlG9/+fbTt+XlIhVaMe+7v5atO38pMCQs6lpIuIN9NQ83l05tmz85ZpgIPrQ39dyTD3fv3Hbu36vPnL8SHRdfz9+vfr1aYx8Z4uJ8j3e7OMAXaUi9On6/zlsWFhHt5GBfx9+3X69OIwf3lWdA0yCivUWzv1r+z9ZjJ88FhUVeCwmr7uTo5+s9uF/3gX26apcLtW3RZOuK3//8e/XBI6cTk5Nj4xMLCgrFo/Ts2u6VZx+t4emu7uxa3enPH6f8tXTdmQuBIgKzsbYWe14slO611s0aebi7xMYlWlpa9K5o8KNCvLpfp3+8fuveA0dOhoRFihTM3MzM3d21YT3/8Y8/VM/fV7pHxo0eKj7DP/3+t3hWUbFxeXn5Irdt2rj+048O79y+ZVBohJx/bdt5QH/+JRnwB1stOTN/1aGyWc8GNTS1tbxh5KPSZvAjUHllteUAAACAgShWKSxVUCovLy83L/+hmWHhSSUzE7Wt6/TrhKYS7ifjX5l44OgpEevs/meuBFRdM9YGL9hVciJOc1Np3qPWrvaWFhYWlqXkhrg2LyWyMOXvBBL1X0D5mP8eAAAABkdjUmel5MHczHRcx7Lplo5eTREXCQCqltiU3CX7IuV2vwBTZ9sb5rxXF4JpZF6EX4Ae5F8AAAAwLBpngVRmt5GP9wa3cPRzKRuwNmVpYG4BoxkAVCmfLg3MKyib+evR1hbqae81wi81CYBe5F8AAAAwRBrz3ytHgBbmph8MLJv5PiIx5/dtYRIAVBU7ziYcvJwstx9rZVbdztxMRWf4JQGoBPIvAAAAGC7tCExoXct2QGNbucO8HeHhCTkSABi/nLyiL1dck9s1HKQhTSzVxV/qhvb4R4IwQD/yLwAAABgcjZOaqeu/ZG/0rW5jUdKnoLB4yrJACQCM38xNIQnpeXL71a4WFuamZjei/gu4ZZz/EQAAAIZI/pkqnwWyqKhIORFk/nULDybP2F42//1njzYY1NpNAgCjFRidOebbE0WlB+g965j+r6eVxXUap31U4jBSMKDyqP8CAACAIaqwBOzhNg51XM3lzl+tuhqXmicBgHHKLSh+b/4lOfyyNpfGtzfX+MbTqP9Sl4BJACqB/AsAAACGTiMFk48DLS3MPh3qamZScryYnl3w5twL+YWMbABglKauCAyOy5Lbr3Qxd7Y106aRfCn3JQIDKoP8CwAAAAZN5xT48tFgPQ+r13s7yt0uhKVP/ydIAgBjs/543D9HYuV2n3qm3eqUjXCUhzoqAx6V8IviL+AWkH8BAADAQGkUOMhHfcpxoHxM+HAbx651reQ+S/ZFbTmVIAGA8QiKzZqy9IrcrukovdDJQs68NMIvjQhM4rSPwE0i/wIAAIDh0pgFTCMFkw8RP3nQxdPBTO4/acnl8PhsCQCMQVZu4Rt/XMgrKBm7bWlW/FEfC2uLf+f8UodfTPsF/EfkXwAAADAOGlOAKSmYg63F1GHO5qU/bHPyil76/VxCer4EAIatoLD4tT8uhCeWRfavdjH3dvp3zKN25ZfGXwIkir+Am0H+BQAAAINW4YkghYY1bF7u6SD3j0jImfDL2cycQgkADFVRsfT+X5eOX0uRb/aqqzntlzoFU0J/Kr+AW0b+BQAAAKOhfRZI8+seaeMwoJG13O1aTOarv5+XhxQBgAH6dMmV7WfK5ius7yZN6GSu/kLTqP/SOe09QRhwU8i/AAAAYOi0ZwHTLgETPnrApVtdS/kuJ4NT351/sbBIAgBDM3NT6D9Hy074WMtZmtzf0sbyhjGP6rbGzF8SgFtC/gUAAAAjoGcUpFIrYWFuNmWIS3NvC/kuu88nfvL3ZQkADMmyA9G/bw2T2+62uqjpAAAQAElEQVR2xZ/2t6hmfcOYRwsLC6WtMfKR4i/glpF/AQAAwMjoicCsLM2/HlG9gUfZ6SA3nIj7bFmgBACGYdWhmKkrrsptJxvps4GWznZm2iMfNab9YuQj8N+RfwEAAMA46BwFqT4RpHzQaG9jMX2ki191U/leKw/FvDX3Yn4hc4EBuMd+2xI25Xoib2shfT7A3Mvx36GOZXWspcVf6sGP6uQLwC0zlQAAAACjonMWMHXdhJOdxfejXLydyn7r7jib8PLsc1m5TAYG4J6ZuvLqrM2hctvaXJrUz8y3+g2xl6AEYTpn/qL4C/gvTIqL+VMYAAAAjIb881W+LrqusFRBqfz8fPk6IS3vjeVJ1xIK5TvW96426/mmTnbmEgDcRfmFxe/Mu7j7fKJ8096yeMoA89qu5krypeRfcls9/lFj5nvCL+CWkX8BAADAyCgRmEzOv8S1iL1EQ8m/hPTsgndXJZ2OLJDv6ONi8+uEpp7OVhIA3BXZeUWv/H7uxLVU+aabnfSZatijuvJLuVbOaat92kfyL+CWkX8BAADA+KgjMJF8ievC6zSqwLJz8yetS9kXlC/f0dnO4vPH63cIcJYA4A4Li89+Y86F4Lgs+WZNx+LPB1pWV014ry7+0p75Xh7lLalmP5QA3CryLwAAABgljQhMz0BI8f/TtqZuOJ8r31EcQj7T1/f5fn6mHEsCuGM2Ho//bPmV7LyymQcbeUgT+1hUs9YRfinXOiu/CL+A24L8CwAAAEZJ+R2rlIApEZg8EFIdgYnrP/anzT+So9y9VR3HLx9v4OpgKQHAbZVbUPzVyqurD8coS9rWlN7rbWlpXlLVJY9w1B7zqDHtPeEXcHuRfwEAAMBYacyFrz0XmEYEtuty1tQtGTlls4GVjIWc9mTD1nUcJQC4TcLis9+ad/FqdKZ800QqHtPCbFSLsnRLPe2X0iD8Au4C8i8AAAAYscpEYEr+JUQk532yLi0wvuykkOK4cmQnr1cG+lezMZMA4D8oKCz+a3fk7K2hOdfHPDrZSO/2MG3kWZZtaSRflQm/JPIv4DYh/wIAAIBxq2QEpqRguXkFv+3PWHoyV9mCq73lm0NqD2jlJgHALTkXmj7x78uh8dnKklbe0hvdzB1tzNThl0b+pTHnlzzhPeEXcCeQfwEAAMDoqefCV2bElyMwdf6ldig454vNGen/hmBSy9qOnzwS4OtqLQFApaVlFUxfG/TPkVhliZlJ8ZNtzIY0VqItM/NyEH4Bdw35FwAAAKoCnRGYckZInSlYUkbBL/sytlzKVzZiaW4yrpfPU719rcw57ARQsTVHYr9bG5SaVaAsaeguvdTJ3MfZVH/4JS8XgRfDHoG7g/wLAAAAVYTOgZDqCEw7BRNLzkXmTt+RGZL8769iN0fLx7vVHNHR09aKScEA6FBQWLzpVPz8nRHKPPdS6Wxf41qb9qhbVs+lTOylv+yL8Au4O8i/AAAAUHWUF4EpKZjGjGBl7cKiVaey/jyck/1vKZhUzcZsZEevR7t6uzpYSgBQKjuvaMXB6IV7ImNT/h0+bWoiDWpg+lgrU1vLf8u+tPMv9VT3hF/AXUb+BQAAgCpFHYHJ+ZfGdGBK/qXRSEgv+GVf1s6rBeqtWZiZDGrtPr6Xj4+bjQTgPpaUkb9oT+SyA9Hp2Td8S9R3Kxnw6FfdVK75koMtdfKlbigdlDm/CL+Au4P8CwAAAFWNRgSmUQWmTIqv8/pqfP6SEzm7rxYU3fgzuZmfQ98Wrv1buFEOBtxXMrILt59L2HYq4XBgckHhDd8LTT2l4U3NWnn/O4eXusJLXfClv+yL8Au4C8i/AAAAUAUpv3LV0+FrnxdSPS+YeklcWsHy07kbL+TnFGhuuUUtEYS59Wvp5lLNQgJQRWXlFu44l7j1VMKhy0n5N8ZepiZSR19pZHMz/+qmSuylPeeXOgXTSL4Iv4C7j/wLAAAAVZN2BKYuBNOeF1/dkNemZRWsPZ/3z7n8pCwdv5nredm1revUpp5j69pO9jbMlA8YvZz8ojMhaUevpR4PTDkXnq5R7SVYm0u965kMa2zqbl82elGJvTTm/NKmTr7ka+l65kXyBdwF5F8AAACostQRmHR9RnydwyE1ysEU8tojofn7g/L3BhVm5et+oAY1q7Wp41jTxcbDydLD0crdyao61WGAYRMBd2xqblxKblxqXmRyzsmgtJNBqeV1bltT6ljLtFMtcxsLSV3Gpa78Ki/8ouwLMATkXwAAAKjKNCKw8grBNMrBtCMwuefRsPwdV/IPhRbmFFR8yFrTxdrN0crR1sLB1kxcO9qaK21TDniBO0/8m0/PLkjLKkzNyhdpV+l1STs+LS82JSc7r6jCLbSpKXWvbdbW10zEXnLdlp7wSzv2Km+2L8Iv4O4j/wIAAEDVp3MspP4UTLut9CwoLL6WUHAuquBiXPG5mMKUbAlA1WBjUVzf1aSRh2lDD5P67qZW5ibKcMUKwy+NhTrLviRV5kX4BdxN5F8AAAC4L+gvBBMNJeFSMi91W51/KeS7R6YUno8tCk4sikwtjkorik6TABgLNzvJ017ycjDxczZt6C7VdrmhUEudfCmzfSn5l3YKZqqFsi/AQJB/AQAA4H5RXgSmXQumDrzU+Zc6BVOfU1LjLJOxGcVRqSIIK47PKE7PKc7IK87IlTLypMy8kpuZ+Rz6AneJjYVUzVKqZmViZ1FczUqyszSxt5Jc7Ew9q0k1HE29Hf+dgV6beq56jdhLu6E9wz1lX4BBIf8CAADA/UVPCqbkWeVlYeq2unZMHYGpKdvXflztNgxZRkZGcnKylZWVu7u7BKOizps0Qih1OKWdfKljL7n4S6METOc4R+2aL5IvwBCYSwAAAMD9RByCyqmT+qBUTqlEQyRZ8hGsus5LfVMc7mqHX+XlXxrhl0YQJpF/GZW8vDyLUhKMh0bkpC7FKi/8Ki//0oi9NJboTL4kyr4Ag0H+BQAAgPuOfCCqpGBy8iVdPwyWIy0lBVPnX+rqMI3xjxoRmLgpqYrLJK3wi+TLuIj3S+RfNjY2lpaWEoyNdtmXVIn8y1TX+EeN4Y0kX4CxIP8CAADAfUpJwbQrRJSKMDn5UoIwPbGXnhIwSTUKUiICM07izcrJybG3tyf/MkY3lX+pi78qvNYmlTPiEsC9Rf4FAACA+5qeFEwZFCkHYRo5l/a09xWGX3qSL7IwA1dYWCjyL/FGk38ZC+3gSZ2CaSRf0o0pmDrb0ojDtNsaG9TzBADcQ+RfAAAAgI5JwSRVBCapRjIqQZg6/JI7yCmYdOOc+lLl8i8YOPHm5uXliYaVlZUE46RR/CXpHQJZSRobVD8QAINC/gUAAACUMLlxUjD1cqUKTE+8pXOJpGvme4q/jFFBQYFc/8X898bCRG/9l1R+BCbpisN0dtB+IJIvwGCRfwEAAAD/Ug5fywvCJFWMpX1Tf8EX9V/GS67/Ep8Bxj8aKe2UqrwUTNIKxbSXS8RegLEh/wIAAAB0KK8cTLqxIkxeUmGpVzEzfxm5/Px8efyjuTnHUMZE+x+vdltnHKbzWv8GARgyvrsBAACAcpVXDqZEYJJq7nz9aZdGzkXsZVwKCwsLCgpMTU3Jv4xRhWMh1e3KVHgRewFGh+9uAAAAoGIaQZiklYXp7KMz5CL5Mkb5+fly/mVmZibBaOkJwqRKDGkk9gKMF/kXAAAAcBPUB8DaWZhyU+fASUlVLAbjUlhYWFRUJMIvEYFJMFrl/evT86+Sf7BA1UD+BQAAANwijQNjdWFXJQ+zqQUzFgUFBXL+RRpidG72LeMtBqok8i8AAADg9tB52Kw/4eJI21gUFhaKt5L8q4rh3QTuH+RfAAAAwB3EAXbVIPIvqfTkj7yhAGCMyL8AAAAAoAJy/sXk9wBgpMi/AAAAAKACSv2XBAAwQnx9AwAAAEAFCgoKJOq/AMBokX8BAAAAQAUY/wgARo38CwAAAAAqQP4FAEaN/AsAAAAAKkD+BQBGjfwLAAAAACrA/F8AYNTIvwAAAACgAtR/AYBRI/8CAAAAgAqQfwGAUSP/AgAAAIAKyPmXuTkHUABglPj6BgAAAIAKUP8FAEaN/AsAAAAAKkD+BQBGjfwLAAAAACpA/gUARo38CwAAAAAqUFBQIJF/AYDRIv8CAAAAAH2Ki4vlBvkXABgp8i8AAAAA0KeoqEhumJqaSgAAI0T+BQAAAAD6KPVfJiYmEgDACJF/AQAAAIA+1H8BgLEj/wIAAAAAfaj/AgBjR/4FAAAAAPpQ/wUAxo78CwAAAAD0Ueq/yL8AwEiRfwEAAACAPkr9F+MfAcBIkX8BAAAAgD6MfwQAY0f+BQAAAAD6kH8BgLEj/wIAAAAAfZj/CwCMHfkXAAAAAOjD/F8AYOzIvwAAAABAH8Y/AoCxI/8CAAAAAH2U8Y/UfwGAkSL/AgAAAAB9qP8CAGNH/gUAAAAA+lD/BQDGjvwLAAAAAPSR678IvwDAeJF/AQAAAIA+cv7F4EcAMF7kXwAAAACgjzz+kfwLAIwX+RcAAAAA6EP9FwAYO/IvAAAAANCH+b8AwNiRfwEAAACAPtR/AYCxI/8CAAAAAH2Y/wsAjB35FwAAAAAAAKoy8i8AAAAA0Eee+UseBQkAMEbkXwAAAACgjzzyUR4FCQAwRuRfAAAAAKAP9V8AYOzIvwAAAABAH+q/AMDYkX8BAAAAgD7UfwGAsSP/AgAAAAB9qP8CAGNH/gUAAAAA+lD/BQDGjvwLAAAAAPSh/gsAjB35FwAAAADoI9d/AQCMl6kEAAAAACifkn8xBBIAjBT1XwAAAACgjzz+UWIIJAAYLeq/AAAAAEAf6r8AwNhR/wUAAAAA+ij5F/VfAGCkyL8AAAAAQB/GPwKAsSP/AgAAAAB9GP8IAMaO/AsAAAAA9KH+CwCMHfkXAAAAAOhD/RcAGDvyLwAAAADQh/nvAcDYkX8BAAAAgD7K+EfqvwDASJF/AQAAAIA+1H8BgLEj/wIAAAAAfaj/AgBjR/4FAAAAAPpQ/wUAxo78CwAAAAD0MTMzkxvUfwGAkTLhLxgAAAAA7ltnzpy5evVqQUFBYWGhfJ2fn6+0C0qJRkhIiOjs7OwsrtWrtI+nBg4cOGzYMAkAYEio/wIAAABw//Lw8Pj9999zc3P1d5OHQKakpOjvVr169QEDBkgAAANjKgEAAADA/UrkX0OHDpVuk4ceesja2loCABgY8i8AAAAA97WePXv6+vpK/1mtWrXatm0rAQAMD/kXAAAAgPuaqanp2LFjlZM83hpx99GjR0sAAINE/gUAAADgfufr69uzZ0/pP+jSpYu/v78EADBI5F8AAAAAIA0bNszd3V26JVZWVrdxEjEAwG1H/gUAAAAAJRnW2LFjpVsiwi97e3sJAGCoyL8AAAAAoERAQEDHjh2lm+Tp6fkfx04CAO408i8AAAAAKDNy5Eg7O7ubusuoUaNMTTmwAgCDxtc0AAAAAJSpVq3aUwZtgwAAEABJREFUmDFjKt+/efPmjRs3lgAAho38CwAAAAD+1bZtW5FqVaanubn56NGjJQCAwSP/AgAAAIAbjBkzxsrKqsJuvXv3rl69ugQAMHjkXwAAAABwA2dn56FDh+rvI5KvQYMGSQAAY0D+BQAAAACaevbs6evrq6fDQw89ZG1tLQEAjAH5FwAAAABoMjU1HTt2rLm5uc61tWrVatu2rQQAMBLkXwAAAACgg6+v74ABA7SXm5iYMO09ABgX8i8AAAAA0G3gwIHu7u4aC7t06eLv7y8BAIwH+RcAAAAA6GZubv7EE0+YmJgoS6ysrCqcGh8AYGjIvwAAAACgXPXq1evZs6dyU4Rf9vb2EgDAqJB/AQAAAIA+w4YNc3JyEg1PT091FgYAMBbkXwAAAACgj5WV1ZgxY0Rj9OjRpqYcQwGA8TEpLi6WAAAAAAB6HTlypF27dhIAwAiRfwEAAAAV4DczAA3qsyIAMHzmEgAAAAAtZF4A9FB/RZCFAYaP/AsAAAC4gXbyRRYGQIM685K/IkjBAEPG+EcAAADgX+qfx0pbbvDLGYCkyrm0GxIpGGCoyL8AAACAMjoDr/KuAdxXNNIu5Vp9U6MnAMPB+EcAAACghEb4FZYYHpMaoxF7qW9yiAvcJ5R/8oJoi2t7a/sGXvWVmzoLwQAYFPIvAAAAQDP8KioqWnZ0+V+HFkkAoKV5zWa/jp0p0i5TU1NloRJ+yaGYBMCQmEsAAAAAVIqvkwBAF/H9UFhYKMIv0TAtpawi+QIME/kXAAAAUKb4RhIA6CK+HwoKCkTsZWZmJi+RIzBKwACDRf4FAAAA/EtOvoqKipT8q0Pd9p+OnFSZ+54KOfXO4vdFw9TEdNO76yUABuz1BW9eiLwoGk91f3JMx9GVucuiA4vn7pknXa//UqfkyuxgEiVggEEi/wIAAMD9Tnt6e4q/AOghIvKCggK5+EtOvsQS7RNBAjAc5F8AAADAv5TBj+JoVgIAXeTxj+rzQirngqQEDDBM5F8AAABAGSX5IvwCoJ/Iv6TSnMvU1FR8Y8hz4TPtF2CwyL8AAACAfylDIInAAJRHnv9LCb84aQZg+EwlAAAAACocxwLQT86/5FpRdfjFtwdgsKj/AgAAACSOYAHcFCX8UqdgEgBDRf4FAAAA/EuJwCQAKIccezHsETAi5F8AAADADTiaBVAh7aJRsjDAkJF/AQAAADpwHAugPMU3kgAYPPIvAAAAQBMHtAAAVCXkXwAAAAAA3BwqvwDjQv4FAAAAAMCtIAIDjAX5FwAAAAAAAKoy8i8AAAAAAABUZeRfAAAAAAAAqMrIvwAAAAAAAFCVkX8BAAAAAACgKiP/AgAAAAAAQFVG/gUAAAAAAICqjPwLAAAAAAAAVRn5FwAAAAAAAKoy8i8AAADAmOw9t//1n9/UucrB1t7D2aOud51uTbv2atnT3OyO/9o/EXjy2ekviMbbo94c3fMR6V54bvqE44En3J3cNk5dJ1U5v6yd/duGP0Rj2ceLa3v5Swaj7Ysdi4qLerfsOe25LyUAMHjkXwAAAEAVkZaVLi6BkVc3Htns41bz6+e+qlezrgQAwH2P/AsAAAAwSo38GnVu3FG5mZiWGBYfHhoTGp+aIG6Gx0e88cvbiz6Y72BrLwEAcH8j/wIAAACMUqNaDV8Y/Jz28quRVz/88+OrkdeiE6OW7Vn+9ICnpDumVb2Wx2cdlgAAMGymEgAAAIAqpK533W+f/1pubzm2VQIA4L5H/gUAAABUNTXdvL1da4hGcHSIBADAfY/xjwAAAEAVVFxcLK6r2VZTL1TOHbn+izWRCVF/bpx3Kui0r7tPnRq13xzxurO9s9ztUvjl9Yc2BEUHRyZExibHuTq6+Lr71vGu3a913ya1Gqs3qPP8j/IpC+UTMmbnZW88svno5ePHLh+zMDOv5xPQql6LYZ2GOto5SDcpOT156Z4Vu0/vDosLr2ZtV9+nftdmXUd2Ha6z85jPHr8SGejn4bdy0lLttfIpI6vbV986baOysPWE9uL647EfDu00ZPeZPWv2rz0fcj47L6d2Df/+rfs+1PUhKwtL0SE6KXrDkU1HLh09F3SuukP1hr4N3hj5mld1L+3ty+dGXLlv9Z4zewMjriZnptRw8WpXv+0T/R7zdPaUbl5WTtbvG/88H3r+cvgVS3PL+jUDerfq+WCHB8o70efhi0c2HdsSGBEYFBPi4eQm3uUm/k3G9BwtvxBthUWFaw6sPXL52JXwKzHJsX7iTa/h36Fhe/EQUqXNWPH9X9sWiYbY+b//7xexk+XlYocs3bU8OCY4PiU+tyC/tmctH3ffJn6NHugw0KmakwQAdxj5FwAAAFDVhMSERiVGi0bTWk10dgiMvPb2L+/mF+aLtghTktKS5AwiNz9v+vIZy/esVHcWmxKXQxcPL9z29yvDXxrX7wmpcmJT4l7/+X9XIq6ol+w7u2/JzmV/vPWrRmak39ngc6/9/EZqZpp8Mzs3Oz41Yd+5/WeDzkq3VUFh4f9+eWfX6d3/PnTQOXHZcHjTH2/PFpngSz++lpKeLK+S98zBi4cXfbDAx62m9ta+WPTlir2rlJvB0cHisnLvqs+fniLSMelmxKbEvv/Hh1cjrylLDlw4KC7Ldq+Y+eqPjtUc1Z1FcPnV4q/3nz+oLBGhobjsPLV79b41E8d+2LpeK43tH7t8/MvF04JjQpQl4o0TFxFfrj+yceJjH9RwqSFV5Nd1v+kMv8Te+3jeJDmTlV0MuyQuW45tmbd1wfz35txaIAgAlUf+BQAAAFQpKRkpn8ybLLefGvCkzj7fr/xRhF8WZha1PP2uRl3r1bKXiYmJWP7T6p/l8CvAu16nxp1qefk52zmGxoYfDzyx5+xekV/8uOrnDg3bN/CpL1UkIydz7NRxiWmJ3Zp17d6sq72tw/ErJzYf3yrCo9jk2Jn//DJl3GSpckTq9Px3L+Xm5Yj2iK7Dm9Vu5mhnLyK8uZvnrzu0XrwK6fb5fcMfcSnxjnYOD3UZ3rR2k5CYkD82zs3MybwQdlEkSttO7MgvLHjuwWfF/gmJDVl/aIMIjLJysmat/eWL8Z9pbOrUtTPi5Ysd++ygpwe27W9nXe1U0Gnx1ojw7p3Z7/3y+s9t67ep9POS3pr1Tk5+bp0atYd1HlrTtcbF8CvztyzIycu5FH552tJvPh8/RemZV5D32sz/iaBNtNvUb923VR9PF8/E1IQjl45uOrolPD7iuekT5r7zR1P/f7PR0NhQES+K7Yv2sM5DmtduVt3RJSohasORjSL7O3Lx6FPTnlk1ebmtta2eZyiSrNnrf5e0wi/xiFP++lx8eNwcXfu27uPv5e/m6HIl8uqxK8fFlsUu+mLhlz+8/J0EAHcS+RcAAABglC6EXPxl7WyNheHx4XvO7hOJjGi/POzFFnWa67yvCEee6Dv2uQfG21jZinBHjpZEcLZ093LR8PXwnfP2bLFK7tylqfRYnzELti78buUPUsmc+tsqk3+J5yAuLwx+TqQ/8pLeLXuO6//EyMmPiEfcfmLnh4++b21pLVXC5wunys9w+oSvuzfrJi/s2rRrt6Zdnv/+ZaUa67YQ4ZcIaGa99pMIa8RN8XBN/JuIwEi0V+//x9rCSiRHATXrlfbtPrrnqCe/Gn8tKki8nMJxhWamZupNiWRHZHPfTJjWpXEneYnYA96uNcZ99bQIHycv+HzFJ0vKG4qoTYRTEwY//8yg8fLNbs269W7R49EvnigsKtx5arecZsqrvl/5kxx+iSTrg0ffU57V0E5DGtdq/O2yGVLpLl34wXx5VUFhwUdzPpHDr0lPTBzc8UHlQcUWPpk3ZcuxLQlpid+v+vH9Me+W9/QW71zyw8qfJK3wS9h8dIuI5ERDhFzXd13J2/f0gKfe/e2DbSe27z9/UARw4o4SANwxzH8PAAAAGKULoRd+2/CHxmXT0S1K+PVU/yfLu6+Lg8vLwybICZedtV11BxfRuBIe6O3qXc2m2vj+Tyrhl2JAu/5yIyY5Wqqc5nWaKeGXzN3JrVfpuL/c/NzIhKjKbESkS6eunZZKEp+uSvglq+td95WhE6TbbeJjH8jhl6x1vVb+nrXk9uN9H1MSHMHG0qZ7s65SaYQkDzjVMLTzYCX8kono8KHSOcuiE6MOXzwkVVrfNn2V8EsmXn6vVr2k0p0ZHhchL8zJy1myq2TKMx+3mu+NeUcjknu012h5HwZGXj1++YS88PCloxfCLorGg+0HqcMvwdLc8uPH35cnhhPxnzxgVtuKvau+Xjpd0hV+CfEp8eLa3Mzc191H444juz00pNPgtx5+w9baTgKAO4n8CwAAAKiCflo9c/Rnj8Umx+pc2zqgtUYyIrRr2HblpKW7p2/XCEFkIhKSx0jm5edJlaNz3nQf97J5srLzsqRKOHihLCQa3nmI9lqRnng4e0i3j5O9s4jtNBYqU5X1a91XY5WS9cQmx2msMjUxHT/wKUnLw91HyI2DF49IldareXfthQ18AuRGWlbZzGgXwy7J02w9PWi8zpGhLwx+Tm6cCz1fdpfQi2Wrhjyn3V8koU8PGCeVZnwXQy8py+UPg7hee2j9F4u+lMoJv6SSd9xHvvvbv753KfyyelXb+m0+GfvRmF6j1YEjANwJjH8EAAAAjNLI7iPeH/2OclOkHikZKSmZqYmpicv3rdp6bGtg5NVnvn3+r/fna59sMaBm3Qq3H50UHRYbHpcan5SeFBITevTycTlYyS8okCrHy0XHpOa2ljZyo5LbCY0NlRueuubLFxlTLQ+/8mK+W1DPu472QgvzsiDJ281bY5XV9SGcxcVFGqvEy/dwctfemjJTflhsmFRpOk8X4GBb9s7m5ObIjQshZWFW/ZoBOrdTz7uuiD4LiwovhF4ou0tp/uVga1/eGQnqXx/uei7kfLPaTeW2/GE4G3Ru24kd8hJ3Zzft8EsY1H7An5vniQ+nPGG/t2uNXi16dm/erUWd5nKIBgB3AfkXAAAAUBWIKMHZ3llc/D1rtanfOiMz/eDFQ1GJ0fO3/PXK8Bc1OjvaOZa3nd1n9mw4vOlE4EkRe0n/jZuDq87nKTeUswH+tHpmRKKOsZAjuz7UJqCVyE3kmzqzJKkkdtG9/NZUK38gnqW5pbWFlVRpPm4+Opebm5k72TunpCcnpd3EHtY/97ziQlhZqlXT1VtnB7H/a7rVFKnihevFXBdLBz96l9Nful7ApfRUi02Jk59bVk7W0UvHVu5b/VCXYRp9RCg2563Zb81+LygqSCo5N2XUgm0LxUXshJZ1mjX0azi881CdwRkA3EbkXwAAAEAV9Mrwlw6WTi+15fgW7fzLzFT3RCgz18z6Y9Nc9RJ/L//6Nes1r92sfcN2IyePLtKqctLDVGuIpU6HLx65oBWsCJ0atpcCWpmaVjBni61VpYIhtWKpuLxV5uaVnZC+QqYm5T9zOfu7meqnSpZKKaNTK9xvitzSme9vVsnzKcVEITAAABAASURBVH0Rjfwaff381Ee/eCI1I3X68u86N+6oPSLVz8Nv8Yd/iYBs99m9O0/ujE9NEAtFArjz1G5xWbV3zcIPdFQpAsBtRP4FAAAAVEH1fQJsrGyyc7Ojk2IKiwrNKhFFbTm2VQ6/3BxdH+4xsm1AmwCfAKXiqaCw4KbCr9vFqXTydSEiMdKxmo6ytZikGB13K02List5whnZmdKdF50co3N5Tl6OXNTm5ugi3W4+7r5yIywuXD1Vv1p4XLhUUpZVtmN93X3PBp+LSiz3dATR16f2d75+F+l6+V4NF68fX57hVM3prZFvTpz7ifi8ffbX1B9f+U57I+IT2KFRe3F595G3LoZdOnDh4OELR04HnRGfq+ik6Dmb/nxjxGsSANwx5F8AAABAFSRiBbkUSOQO+gqRVFbuXy03fnj5O+3oJK70LH53woL35+pZq0zxHpUY3divkXYHncGNeWnel5ev+3yFMUmVPYXlf6HzjJBCRHzZuRobXJ9X6zbycS8bxhiZEKUz/4pPTZBzzHrX1/q41xT5V2pmmgjmrK9PZ6amnKkzwFtzgw19G4jwSyqd5Gv1/jXHA0+IYOufA2uHdBqs9MnIzhAPamZi6uvhq9xLXJ4e8FR4fMQjUx7Nzc/de3Y/+ReAO4rzPwIAAABV0MajmwuLCqXSrKGSQ+ci4yPFtbWFlc7cZPOxLXKjsLBQuou6N+tW9gSObtZeGxQdHBh5VXu5TelsWQlpCVk5mmeZPH3tTFpWunTn5ebl7DmzR3v5+sOb5EbXZl2l261Hs+5WpSV76w+v19lh4fa/5Uanxh3lRp9WveXGyn2rtfuLIHXRjsVyu9v190Knj8d+JFcLfrv8u8TUsqnNiouLR015dOTkRz6YM1H7Lj5uNeVTCmTl3I2KPAD3M/IvAAAAoEoRicO+8wdmLC8bg6auxNHPs3rJ6Rpz8nMvh1/RWHXowuFf1s6W24XSXc2/qttX79Oql2jsPLX7nwNr1atEjDV5/hSd96pTo7ZUmt2s2LtKvTw6KXrakm+ku2XGih806uaOXT6+aEdJAlW7Ru0mtRpLt5uzvfNjvUdLpbtr+Y2vvai46I9Nfy7Y+pdo29vad2rUQV4uEsbmdZqJxsx/fjkXcl59l9SM1A/nTJTPFNmuYVsHW3s9D13TzfuZB56WSgu+Pv3rM3mhyF57t+wplcydf2nNgX807hIYcTUkOkQ0Gvg2kADgTmL8IwAAAGCULoRcVDIpWWpWWlRi9Lngc8o5E+v7BAytdP7VoVH7E4EnReONWW89/+Az7Ru2s7G0vRB2YcPhjRuulywJ2TnZ0t31wZj3zgSdFUHS5AWfHbp0uH2Ddi721a/FBC/ZsTQ2Jc7Kwkp7BvdB7QYs3bVMNL5f9WNGTkabgNZin+w7u3/j0c0WZuZiC4cvHZHuvLC48FFTxjze+9GAmnXTszPPBp9btnu5vOr90e+Y3Mz895U3tu/Y5XtWinBw6qIv957Z27VpF09n9/OhF7ed3CGfgVGY/OTHdqozXb489MVnp7+QnZv95FfjR3Z7qLFfIwc7x+NXjovdlZyeLJXmZRMf+7DCh36i7+MbjmwSj7Lv3H7xmRnUfkDp83l809EtSelJny74fMfJXe3qt/X19I1PiT959eTmo1tFKmdtaf3y0AnKRlIz03q91VcqPeHmwR/3SgBwO5B/AQAAAEbpQugFuTCnPP3b9n131NtmlTsJo/BU/ydFprbr9O7Y5FgRVahXmZqYPj3wqcDIq2Jt+PXpq+4ax2qOf7w1e8L3L0fER4rERFyUVYM7PmhlYSniHhPphiypqX8TkeOI5cXFxb9vmCMu8nIbK5ufXvlexHx3If9ytnfu17rvkl1LZ639VWP5x49/0KpeS+nOcLC1//1/syfN+/RC2EWRQ4mLeq2Hk7sIv9o2aKteKJ7MjAlff77wy4S0RLHTlksr1WvFzpzy1OQaLl4VPrT4sImNj506TrS/WfZtp8YdnKo5uTu5ffns56/+9EZOXo728xHJ2jfPT6vrXVcCgDuJ/AsAAACoUlwcXJrUavzS0Bfq1KhzU3cUIde3L0zbeGTzkt1LoxOiRRQilQ4/bF2/9fMPPOPvWUskIyL/SslIOXrpqEaAcqfVcKmx5KNFq/at3nR0S1hcmKmZeWPfBu0atHus95gvl3wtOhRLxRp3eX/Mu50bd1y6a8XBi4fMzcyb12nern6b/m37+bjVlMvc7jQRyb3zyP/qetf5Y8OfMckxdtZ2Yh/2bd3noS7DbEunJ7tz6tSoPf+9P1fsW338yomQmJDQ2FBHOwc/D99B7Qb2b9tfJIbad+nWrFvrgNZ/bf/7YujF4JjguOR4D2f3+r4Nhnca0qFRe6nSGvk2HNl9xPLdK1Iz06b+/dVXz04VC1vXa7X+8zXzty48dPFQUlpSYlpSUXGR2CHdmnV5cciEyiRrAPAfmcinrQUAAADuW8XXFRUVFRYWFhQU5Ofn/7Rz5vJTJVUwHeq2/3TkpMps51TIqXcWvy+VBkmb3l0v4X713PQJxwNPiOhw67SNEm7J5AWf7Tm7b/u0TdId8/qCNy9EXhSNp7o/Oabj6MrcZdGBxXP3zBONetXrTuoz0bKUlZWVuLawsDA3NzcrZWpqalJKAmAwqP8CAAAAABiWS6GXfEpPDQkAtwXnfwQAAAAAGJC1h9ZfiQzs07K3BAC3CfVfAAAAAABDkZWTNX3ZjHYN247uOUoCgNuE/AsAAAAAYChsrW2XfrzYzdFVAoDbh/wLAAAAAGBACL8A3HbkXwAAAABwO81+c5YEADAk5F8AAAAAAACoysi/AAAAAAAAUJWRfwEAAAAAAKAqI/8CAAAAAABAVUb+BQAAAAAAgKqM/AsAAAAAAABVGfkXAAAAAAAAqjLyLwAAAAAAAFRl5F8AAAAAAACoysi/AAAAAAAAUJWRfwEAAAAAAKAqI/8CAAAAAABAVUb+BQAAAAAAgKqM/AsAAAAAAABVGfkXAAAAAAAAqjLyLwAAAAAAAFRl5F8AAADAfWfM52OvRFyp5VlrxSdLlIVtX+xYVFzUu2XPac99KaHq0vnuA0DVRv4FAAAAAACAqoz8CwAAAAAAAFUZ+RcAAACAEkdnHpQAAKiKyL8AAAAAAABQlZF/AQAAAAAAoCoj/wIAAABQQvv8j0cvH3vhu5dEY9WkZb4evjtP7T5y+ahYGJcc19CvQUPfhg91Gebr7qNza4ERV5ftWR4UHRwUHWRuZlG3Rp36PvUf6zPG1cFFu3NOXs7czfOPXTkenRiTmJbo4uDi6+lTx6t292bd2tZvI90mu07v2X5ye1BUcEhsqKujS90adZvXbja61yhLc0ulT3Fx8fhvnj0TdFa0x/Z57PURr6q3IPbP+K+fPRt8TrQ/GfvRkE6DlVUJaYnLdi+/EhEYlRgVER9pa2Xr71nLx71m63qtB7TrZ2piqt7Oc9MnHA888WD7QZPHfSLu8vfOJScDT8anxPu4+3Ro2H5M79EeTu6iW3Zu1vrDmw5fPHzo0hFbSxs/z1oTBj/Xsm4L7U3J79rKfav3nNkr9nxyZkoNF6929ds+0e8xT2dPqdLEC1y0ffHpa6evRQfHJMf6utWsU6N2t6Zd+7ftp7O/eMRdp3aFx0fEpsTbWNn4ufv4efi1rteqX5s+6r0KAPcc+RcAAACACuQX5n/856T1RzYqS45dPi4uf+9YPH3CN50bd9ToL2KRb5dOz8nPVZaIVOvwpSOr969+c+Trgzs+qO6cmZM54ftXzoecV5bEJMeIy5GLR//eseTpAeNeHDpB+s/P/5tlM5bvXqEsERGVuOw6vXv1gX+mPDWpsV8jebmJicnn46c8/OloEckt3P63yH0a+jZQ7vXbhjly+CXyJnX4tXT38u9W/pibl6MsEXdPSk8SydTq/f9sPr51+gvTzEzNtJ/Yn5vn/bR6pnIzMPKquKw9tP63N38RIeCrP71+7vpuycrJEhHbM98+/8X4KTrTqC8Wfbli7yrlZnB0sLis3Lvq86eniGcrVYLY/ruz3z917bTG89l0dMv6wxs+fmKiRnY5ddFXy/euVG6Kl5+Snnz62pl/Dqxde2jdT698b2FmIQGAYSD/AgAAAFCBt2a/FxYbVte7zvDOQ71cvC6EXtx+cqeIVwoKC0QIsmbKCnW48/uGObPW/ioaHk7uw7sOq1OjTmFhQXh8xMIdi0U+Mmn+lMKiwmGdhyr9py//Tg6/RI7Wsl7LWh610rPSLoVf2Xp8m4iQ/tg0t2uzrk39m0j/wcs/vibSOtFoXKtxv9Z9ann4pmSmimRH5GuhsaFPf/3cog8X1PbylzvXcPF6a9Qbn/01tai46ON5kxd/+Jf86i6EXfxt/e8lr8vZ45MnJiob33lq91eLvxYNN0fXHi161K1Rx9PFMzYp9kLoBZEciSBs39l9S3Yte7TXaI1ndeTy0XWHN4iND2o/sHOTTmmZaYt3LQ2KCkrJSPl22Yz41PhrUUFih7cOaJ2Tn73l+DYRCIp7/bhmVs+WPTSqq05dOyMSRhHePTvo6YFt+9tZVzsVdPqTeZOzc7Pfmf3eL6//XGEZndjVoz97LDk9WbT7t+3bul5rj+oe4lUcvXJ867Gt+88ffOab55ZM/NvKouxx1x/eKIdfAd71ujbtXMvT38rS6lLYxd1n9oqnLfa2SA/H9XtCAgDDQP4FAAAAoAIi/OrWrOvUZz63trASN7s36yZyludmTDh97Ux0UvTJwFNt6reWe4qc64+Nf4pGzxbdv3j6M3VM81CXYa/P+t/ZoHPfr/yxa5OuLo7VpdLKrA2HN4mG2P6MCd8onYdI0shuDz38aUlm9PfOxU39P5Nu1bpDG+Tw65XhL2kkMg+0HzTh+5dF3vT5wql/vDVbWT6887Bdp/eK3EqkUX9tW/hkvyeyc7Pe++2D4uJiUxPTL5/53M7aTun8x8Y54lq80p9e+b6ud11l+Yiuwx/qOvyJL58S7S3HtmrnX3Ep8daW1j+/+kOLOs3lJX1a9ho++eHUjNRDFw+Lmx8+9r7YacpTEtHh2oProhOjzgafa12vlXpTIvyyMLP4ZsK0Lo07yUt6t+zp7Vpj3FdPiz08ecHnKz5ZokRXOv20epYIv0QYN/vNWcrzkV9FtyZdJs79pPSdnfPikBfK9urh9VJp5Dfnnd9sLG2UBx0/YNyoKY9GJUb/vX0x+RcAw2EqAQAAAIBe9rb2Ex//QA6/ZOZm5sOvRzNBMcHK8mmLv8kryHOyd/70yUkaNUpO1ZwmP/GxaKRlpW86tkVemJaRLvqLRj1VciSr7eUvIrDxA54c1H6QdKsyczJ/WPWTaHRo2F47jgmoWU8OdE5dO305/Ip61UePve9gay8av677XaQ5ny/6MjIhStx8YfBzzWo3VbqlZqaJgEm83gHt+tfVegmN/Rr5efiJRkxSjM6nN37gOHXY5FjNsW/L3nJbLFfCL9mANmVvoRtQAAAQAElEQVTDHsPiwrQ3NbTzYCX8kjXwqS8CONEQkdnhi4ek8p0LObfmwD+iMWHI8+rnIxvUfkD/tn2l0mGeysL45Hhx7e3qrYRfMhsr28d6jxnT65GXhk4Qe0YCAMNA/gUAAACgAp0bd6xuX11joa9b2cz32blZciMlI+XAhYOi0alRe1trW+3tiDBIni//QmjZtFYujtXtS2Om+Vv+EhFMVk6Wuv/7Y959aeiLGrHOTTlw4VBiWqJo9GndS2eHLk07y43zoRfUy90cXT96/EPRyM3PffWn1zce2SzarQNajx8wTt3N0c5hyUeLtk/b9MnYj3Ru393JVd6IzrU9mnXXWOLpUjZdvfYkX9Udyt6CuJQEjVWmJqbjBz4laXm4+wi5cfDiEal860tL8ISB7frr7NC5ccleSs9KD4sti958St9HkRtOX/FdbHKsuvPono+89fCbQzoNZv4vAIaD8Y8AAAAAKuBV3Ut7oY1VWeFPfkGB3Ii+XuW04fCmDdcjFZ0uhl1W2o/3fnTW2l/zC/M/XfD51EXT2jds1715tx7Nu2knbrcgNqksmvnsr6nioqfnxdCL0o31Vr1b9uzXpt+WY1uCY0LETQdb+8/Hf2piYqJnI2lZ6Vcjr8alxCWlJ0cnRh8PPCGXleUV6KiEMjM1UyYdU1ialRXNeblo7nOl/q64qEhjlZeLp3zKSA0+bjXlhpJb6aSUpz3wwVBJr/OhF309fEXjsd6P7j27r7i4eOG2v8Wlca3GPVt079Wih1zvBgCGhvwLAAAAQAXcSouYNJhIZUlQsfhfqehyRvlpC40NzSvIkwdIPjNovNjCL2tLpt8SKdi+c/vF5fOFU5vWblKvRt1uzbt1bdJZulUxyZV9SoFRV7UXfvjouwfOH8jIzhDtR3uPcXN01XnfkJjQJbuXHb10VE7KKsnO2lZPmuZo6yBVms/1WjwN5mbmTvbOKenJSWlJeu4ekxQrVc7VyGtyo01AqxkTvv5wzieZOZni5vmQ8+Ly0+qZ/l7+DX3rt6zb8sEOgzQGwALAPUT+BQAAAKACpiZmlemWd32U3yM9RvVs0V1/Z/UpI58d9PSQToO3n9ix99y+45dPFBYVioVng86Jy8p9q98c8fpjfcZItyQvP09uTHz8A29Xbz09dQ7YPHL5mBx+CYt3LRvVbaRjNUeNPnvP7f/frLfl5yzzcHKv71u/Sa3G7eq3/emfmfLs+9rMb9/wQFOT8me2KS5NJ/WWrclTsNlZ2337wjRJLw9nD6XdtWnXTVPX7Ti1a9/5AwfOHZCDsODoYHHZcHjTvrP7p0/4WgIAw0D+BQAAAOD2kOeEEgqLC9vWb3Mzdy3JjB7tNVpcsnKy9p/bv+/8wSOXjsSllEyyPvOfWQPb97+14ZA1XcsGANpZ2d7sU0pKS/xs4ReiYW1pnZOXk5KePHnBZxqZTmRC5Lu/fSDCL0tzy4e7P9SpUaeGfg0d7f4t3Sq4Pjj0jooup8yt5GlnpEgl05m56Ll7TbeaITEhIsCq513XqZqTVGkiNHywwyBxKSgsEDHfwYuHDl88EhhZUkm3+8yePWf2dGvWTQIAA8D89wAAAABuj1rX534Kjg4pr8/fOxav3Lf6yMWj8k2RHMWmxJ0PvZB7vVBLRCp92/Sd/OTHG6euG9JpsFiSk597+Hr/m+Xn6Ss3gsoZmZiakTpvy/y1h9ZrnP9R+Hjup2KtaEx9ekr30hxHZDprD65T99lwZFNuXo5ovDr8pTdHvtGhUXt1+CXEJsdJd15UYrTO5RHxEXKjgU99PXf38ygLLpXhjRouhl1auH3xpqOb5fGkxcXFSelJVyICE1PLhlWam5mL1/7GiNcWf7Tw03GT5IV7z+6XAMAwkH8BAAAAuD3srO1cHUrqjE5dPXU1Usd0WseunPhm2YzPF05dsW+VvGTNgbWD3h/8xJdPHbp4SLt/p4bt5UZWbpZ0S/zcyyK5tYc25JQGVRoW7172w6qfJ8379PS10+rly/esPFj6lEQY161Zt4mPfyCPfPx66XS5Kk0WER8lN5rWbqK98bNB56KTSpKpIq0Z628vkcHtObNHe7lyYseuzbrqubvv9b20bM8KnR2+W/nD9OUzPpzzcWZ2yRsRkRDZ952BYz5/fN62+dqdOzYqe9cyczMlADAM5F8AAAAAbpsxvUdLpVVdH/35SUJaonpVYmrSZ399LrdH9RgpN3q16CHPAf/j6plZOTeEXEXFRTvP7JbbTWo1lm5JLU+/To06ikZ0YtRnC7+QJ7pSnLp2eu6meVJpcje404PK8rC48OnLvxMNRzuH9x55SzSc7Z3fHPGaaGTmZIqXpvT0rF521sXT185pPHRkQuRHcz+W2+rZwe6QGSt+UAdzwrHLxxft+Fs0ateorX8H9m3Zy93JTTS2ndi+bLdmBLZw29/yFGZt67euU6O2VHpayfo+AaKxYs+qKxGBGv13nCp71xr6NJQAwDAw/xcAAACA2+bJvmMPXTh09PLxwMirIyaNeqz3mFoefmZm5qeDTq87uD41M030ebDDg63rtZL7O1VzenbQ07PX/x4cHTz04xEPdBgU4F3P2so6KCpo7aF1EfGRpf0fkNMW2ZjPHr8SWZK5/Pn2781qN63wKU0e9/EjUx5LSk/aeGTz+dCLI7oM93WvmZKRevTKsS3HthUUlszP9e7ot20sbeT+Inf74I+Pckvn8n/3kbeV+bDE09hweNPhS0eOXzm+cPvix0qTvg4N2/++YY5o/LxmZlZuZu+WvbxcPK9GXttxcteKvSvlKeGl0vwrNz/PyuIOng9RZHajpox5vPejATXrpmdnng0+t2z3cnnV+6PfMdE7/71jNcdPx0164buXRPvLxdP2nt3XrVlXj+oeYbHhe87ukcMvERG+Peot5S6vD391wg8v5+TljJv2dP+2/Zr6N3F3dA2Ni9h9Zo/YP1JJ8lhrVI+HJQAwDORfAAAAAG4bkbPMmPDNrLW/ioQoIzvj13W/aXTo3LjjR4+/p17y3APPXA6/InITEVEt2PqXRv++bfpOfPwD6T+obl993rtzPl849dDFw2GxYTNWfK/R4fkHn32g/UDlpsizLoZdEo0uTTqLZEfd85MnPnrok4dz8nNF2tW1aWdfd5+WdVu8/tCr3638QeRlv6ydLS7q/j2adw/wCZhduhPEQ9erWVe6M5ztnfu17rtk11Kx5zWWf/z4B63qtaxwC23rt/ntzV+mLPxCPM/95w+Ii3qttaX1F898Jhd/ydo1bKu88H8OrBUXdf+63nV+fPn7O5r3AcBNIf8CAAAAcDvZWNm+OfKNfm36rT2wLjg2NCg6KDsny9XJ1dfNd1TPh7s26azRX0Rm0yd8vffc/mW7loXHRySmJcllUw186g/tPGRU95HSf1bDxevnV3/YeGTzoQuH5Kdkbmbu6ujawCfgqf5P1qlRR+l5JSJQrueqZlPt48c/0tiOh7PHS8Ne/HbZDBH6fPDHR/Pf+9PUxHRs38daBbSctebXkLiw+JS4gsICkRY18W/8RN+xIuwLjgmR869tJ7ffufzLRDJ555H/idTpjw1/xiTH2Fnb+XvW6tu6z0Ndhtla21ZyIyImW/LRwr93LrkQciEkNjQsNtzOxs7N0a1Dw/Zj+z6qff5N8cK7NO3858a5FyMuJ6UlySea9HT27NumzwsPPit2ggQABsOkuLhYAgAAAO5jxdcVFRUVFhYWFBTk5+f/tHPm8lMrxdoOddt/OnJSZbZzKuTUO4vfFw2RiWx6d72EO2bdofWfzPt06cRF6ujq/vTc9AnHA0+IcGrrtI0SbsbrC968EHlRNJ7q/uSYjqMrc5dFBxbP3VMyYVy96nUn9ZloWcrKykpcW1hYmJubm5UyNTU1KSUBMBjUfwEAAACaMjIy0tLSJBiqK5GBIlyo4VpDAgCgEsi/AAAAcL8rLi6Ojo6OiIiIjIyMiYmJi4vLy8sLMg+SYJCCY0KW71nVtWkXZcZ6AAD0I/8CAADAfUfEW+HXRZQqLCw0NTWVhy+Ja2tra1tbWylLggH6esm3TrYO745+SwIAoHLIvwAAAFD1paamipBLybzi4uI0psG1t7evWbOmj4+Pt7e3h4eHg4PDzN2/nDl1ToLh+Xz8p/a29uZmHMsAACqL/2YAAACgqhHZVmxsbLhKenq6Rh9XV1cfFUdHR4357yUYKmd7ZwkAgJtB/gUAAACjl5eXFxkZqaRdoi2WqDuYmZnVqFFDHXhZW1sra+WTP0qAEZr95iwJAFAR8i8AAAAYn/T09LCwMGUCr9jYWI0Ay8bGRh7P6OvrK669vLxEBCYBAID7EvkXAAAADJ3ItuLi4tQz1qempmr0cXZ2Vmq7RObl4uIiAYBxys7OvnDhQuvWrSUAtwn5FwAAAAyOPJ5RmbFeNDTGM5qamnp6eqrHM9rZ2UkAYMwSExNPlwoMDKxduzb5F3AbkX8BAADg3ktPT5dzLjnwiomJ0RjPaGVl5e3tLQ9mlM/SaG7OT1kARk9814WEhIjM69SpU9HR0cryt956SwJw+/CjAQAAAHebON6Lj49Xn59Rezyjg4ODejyjm5ubiYmJBABVQl5e3uXLl0XsdebMGe0vQAC3HfkXAAAA7rj8/PyoqCj1BF65ubnqDiLbcnd3Vwde9vb2EgBULRkZGadOnRKx18WLF8UXY3ndqG8Fbjv+UQEAAOD2E8d46vIu7fGMFhYWNWrUUMYz1qxZ09LSUgKAqiguLu7EiRMi9goODtb4MtQpICBAAnBbkX8BAADgvxKHcwkJCerAKyUlRaNPtWrVRMillHd5eHiYmppKAFBFFRUVBQUFyfPZx8bG3tR9X3vtNQnAbUX+BQAAgJtWUFAQGRmpDGYU1xrjGQVXV1f1+RmdnZ0lAKjqxJfhxYsXz5w5c/bs2aysLAmAYSD/AgAAQMUyMzM1xjMWFRWpO5iZmXl5eanHM9rY2EgAcJ+ZNGmS+MIsLi7W+JKsPFtbWwnA7Ub+BQAAAB3i4+Plwi5ZcnKyRgcRb6nHM4rwS0RgEgDc35599tlZs2bl5ORIt6pevXoSgNuN/AsAAAAl4xmjoqLkwCssLEw0tA/enJ2d1eMZXV1dJQDAjWrXrv3iiy/+9NNPtxyBibtLAG438i8AAID7UVZWlsZ4xsLCQnUHExMTT09PZTyjYGdnJwEAKlKnTp2XX375u+++E39akAAYBvIvAACA+0JiYqIcdcnlXUlJSRodLC0t1eMZa9SoYWFhIQEAbl7dunVffPHFmTNn3mwEZm1tLf4awXBy4LYj/wIAAKiCxBFXdHS0Ut4lAq/s7GyNPg4ODurxjO7u7iYmJhIAoCKV+bZs3LixPBDypibCF9/Vb7zxhojPGjRoUL9+ffHXCL6ZgduC/AsAAKAqEIdM6vGMIvzSHs/o5uamjGcUDXt7ewkAcPOKi4vlhv5wSkRgzzzzzO+//175CEz8ZSI9Pf18Kan0GeTT7wAAEABJREFUTCMBAQEiCBNxWI0aNcjCgFtG/gUAAGCU5PGMyikaxU2NDubm5t7e3j7X0y7RtrKyklA5HGQC0M+kVIXdWrduLa4rH4F98803UVFRly9fvnTp0pUrV7Kysk6XEquqVatW/zpPT08JwM0g/wIAADAChYWFGuMZxUGRRh87Ozv1eEZxdGRqairhP4tIilyw96/K9IxJjZEbRcVFlbwLgHslPi1BbpwMPVXJWbrORpyTG0r4VZkUTI7AfvvtN6VqrDzVq1cX1zVK9ezZU/QXX/hyFhYYGJiRkXG8lOjj6OgoB2ENGjTgbLxAZZhU+C8QAAAAd192drZS2yVERUVpjGcUXFxclPGMNWvWlA+ccAuKrysqKioslZ+f/+OOn5efWikBgJYAl3qf9vvE0tLSwsLCspRomJmZmZubm5bSzsX279+/YMEC/QfgHTt2HDdunM5V4tspJCREzsKuXbsmvqOUVeK/BXIQJq6dnJwkALpQ/wUAAGAQkpKSROAVFhZW3nhGcWTl5eWljGcUgZeNjY2E263yNR0A7mcmKsoSPf07d+4srufPn6+nT3nhlyAytdqlBg4cWFBQEBQUJIIwEYcFBweL/14cKCW6ubu7K1kYkzwCauRfAAAA90BhYWFMTIx6xnrt8Ywi3hIhlzKeUYRf5ub8eLtTxIGrxoTW3k41mtZoIheFFd9IKi0ZU98FQBWmkXCJKMrPyddUpZKJuYjAcnJyli5dKv034r8FAaVEOy8v7+rVq3IWFhoaGldq7969Uuk4SjkLEz1tbW0l4P7Gf7MBAADuBnHMo5R3iUZUVJT2dDNOTk7KeEaBKV3uGiXSUsY/ykMgxXuUf13BdUWllCAMwP1AxFty1CUPchTXFipiiTz+UVDisPISse3bt+uMwKpXrz516lTpPxD/obly5YqchYn/0KifvPhvijxfmMjCOBcK7k/kXwAAAHdEcnKyerr6+Ph4jQ7igMTT01MZzyiu7ezsJNwL6vxLicDktEtJvkRDXq6Rf/FzGqjC1JVfSrWXHIHJmZdyLYdi6nIwPRVhmzZtWrVqlcZCPZN/3YLMzEx5sjBxHRMToywvKV7z85MHSNapU8fS0lIC7g/kXwAAALeBCEQ0xjOKYw+NPuIwQz2e0dvbWxw1STAA6vxLXCslYAUq8s2i69T3kgBUUer8S10CpkRgSvKl5F/a84LptHbt2nXr1qmX/Prrr9KdkZqaKmdhgnpySfGEa9euLWdh/v7+DLFH1Ub+BQAAcCtyc3Plwi457YqMjNQez2hvb68ez+ju7s6U6oZJSbKUEjB1FZhyLRd/KTGZBOC+oURaSv6lpGDqm3IH5TQa+repEYHdufxLLSkpSQ7CRCKWkpKiLBd/oZGzMMHPz0+8CgmoWsi/AAAAKkUcJ6jLu3SOZ3Rzc1Ofn9HR0VGCkdAuAVPPBSa3lWiMyb+A+406/1KqwNRZmPZc+JX5g8fKlSs3b94sGh4eHp9++ql0d8XGxspBmJCRkaEst7KyCggIkOcLE/9F4y83qBrIvwAAAHQQGYc4MFAHXupjA5n4s7+3t7dS3iUCLyYVNl7qEjD1RGBFWtRngQRwnzC5kZJ/qRvycul68lXJ2Gjp0qXbt2/v1avXI488It0j4gstKipKzsKuXLmSnZ2trLK1tZWzsAYNGtSoUUMCjBb5FwAAQInc3FxlMKMgjgTy8/M1+tjZ2fmoeHp6MkKkylB+FSslYOqxkEqbae+B+5Z2BKau+dKY9v6maqbmzZv35JNPSoZBfLmFhYXJ84UFBgbm5eUpq+zt7eWiMJGFubu7S4BRIf8CAAD3qdTUVI3xjNq/i1xcXNTjGatXry6h6lIHW+o6L3Wb/Au4bynBlpJ/aTTUc97fVP4lvk9MDHKMYWFhYUhIiFwXdu3aNfU0l05OTnIQJvAfRxgF8i8AAHBfEL95lPMzynVe6enpGn3MzMy8vLzUFV42NjYS7hvqEjBJNRayvOSLH9LAfUIdTqkrvDRINzny0biI8EtEYPLc+aGhoSIaU1a5urrKWZi4ZuJLGCwT/rMNAACqpLy8PGU8o2hERkaqB3HIrK2t1WmXCL84+/t9TmcEJt1YGsbvZ+C+pRFvaWRh6j5VW25u7tWrV+W6sLCwMPW3oqenZ/3rqlWrJgEGg/wLAABUHefPn1fGM8bFxWn/znFyclKPZ3Rzc5OAG6k/Nuo4TPvjxA9p4P6hkWppB2E6u90PsrOzL18n/tSkXuXt7S0XhQUEBFBPjXuO/AsAABirvLw88VNbCby0K7zEcYj4Q7S6wou/RaMyNH4h6/zBzK9o4L6iM9jSGYrdzzIyMuSiMHEt/gqlLBd7RvzZSR4jWbduXc6VjHuC/AsAABiN9PR0eTBjWFiYaMTGxmr8krG0tKxZs6aSdom/PFtYWEjALeF3MoBKIvnSlpKSIgdhQlJSkrLczMzMz89PrgurU6cO/5nGXUP+BQAADJT4lRIfH68+RWNqaqpGH3HI4eHhoWRejRs3loA7gN/MADSQeVVeQkKCXBcmqP9Tbm5uXrt2bTkL8/f3F9GYBNwx5F8AAMBQFBQUqMczRkRE5ObmavSxtLT09vZWKrxE8sWfjgEAMBYxMTFyUdiVK1cyMzOV5eK/73Xr1pXHSPr6+pqamkrAbUX+BQAA7hnxw1eddkVHRxcVFWn0cXBwUKddHv9n7z7gmjr3P44/SYAEEEFRFAeCCu69d1Vwr9bdVmtr67/T2t72di+tt/N2r2v3sGprtcO6R5114d4blKWCKIKMJPwf8mgaAyJogCR83jevc38855wAoQjny+95TrVq/MkdAABXJ7MI+Ucv1Rcms7DMzEzrLm9v7/DwcJWFyT968XMfDkH+BQAASs/Zs2dtAy/bBUEUu/mMoaGhvr6+AgAAuC/516+YmBg1QfLIkSO2d7ORvwZERESoOZLBwcECuFHkXwAAoKSYTKaEhAS1Vr0KvC5dumR3DPMZAQCAlfzl4fjx42qOpCyMRqN1V8WKFVVTmNxWrVpVAMVB/gUAABxGxlvWmzNKMvySv8XaHcN8RgAAUBTZ2dnHjh1TWVhMTIztIgmVK1duYCHjsEqVKgngesi/AADAjUtJSbENvJKTk+0OYD4jAAC4eVlZWYcOHVJzJOWvHLZRRtWqVVUQJvn5+QmgIORfAACgqOTfXRMSEmTgJX/vVJlXRkaG3THMZwQAACVK/vohUzC1dr78zcR2V3BwsMrCIiIi+JMbbJF/AQCAa5J/a1XrdqnAKz4+3nYZDoX5jAAAoKykpaWpIExuz5w5Y7tL/lqiFguTWZjBYBAo38i/AADAP1JTU62Bl3T69Gm7A5jPCAAAnNO5c+esWZisrePyt5c6deqoLKx+/fpeXl4C5Q/5FwAA5Zf8NSAxMdF6c0a5lX9EtTvGbj6j5OHhIQAAAJzYmTNn1ML5Mg6z/fVGp9OFhYWpOZJ169blt5ryg/wLAIByJDs7Oy4uTi3dJQMvWcsRu2OYzwgAANxJQkKCysIOHTpku3Spp6dnvXr1VBZWp04dGY0JuC/yLwAA3Jn8g6d1rXoZeCUlJdn96Gc+IwAAKCfkb0HyNyJ1E0mZhWVlZVl36fX6+vXrqzmSISEh/PHP/ZB/AQDgPuSP9TNnztgGXufPn7c7hvmMAAAAZrP5xIkTarGwo0eP5uTkWHd5e3tHRESoLKxGjRpkYe6B/AsAABdmNBrj4uLUAl4y85K17V8yFeYzAgAAFEL+QnXs2DGVhR0/ftxkMll3VahQocEV1atXF3BZ5F8AALiS9PT0k1fIwCspKUn+9dL2AOYzAgAA3LDs7OwjR46oLCwmJsY2M/H391eLhcltlSpVBFwK+RcAAE7tzJkz6s6MKvBKTU21O4D5jAAAACUhMzPz0KFD6iaS8vcx212BgYHWLCwgIEDA6ZF/AQDgRIxGY3x8vDXwksWlS5fsjmE+IwAAQClLT09XTWFym5iYaLsrKChIBWGSn5+fgFMi/wIAoCzJeCs2NtYaeCUkJNguOSGuzGdUURfzGQEAAMpcWlra/v37VRx29uxZ2101atRQWVhERISPj4+A0yD/AgCgVKWkpJy0kZycbHeAl5eXdfUuVTCfEQAAwDnJX+0OWMg4zHadCvknTPlbnGoKk1mYXq8XKFPkXwAAlCCTyZSYmKiW7lJNXhkZGXbH+Pv7WwMvKSgoiPmMAAAALicpKck6R/LixYvWca1WGxoaqtYLq1u3rvxjp0CpI/8CAMCRMjMzVc6lAq/4+Hij0Wh7gHU+o1KnTh3mMwIAALiZuLg4lYUdOnTIdjlXDw+PsLAwNUdSFrT5lxryLwAAbkpqaqrtfMYzZ87YHcB8RgAAgHJLpi7yz6IqCzty5EhWVpZ1l/wtsV69eqovTP5NVKvVCpQY8i8AAIrBbDYnJSXZBl62ze0K8xkBAACQn8lkOnHihJogefToUdtZAnq9PiIiQq0XJn+B5LdHhyP/AgCgMNnZ2dabM0pxcXE5OTm2BzCfEQAAAMUlwy8Zgam+MBmK2d4B3MfHR2Zhao5kjRo1BByB/AsAgKukpaXFxsZaA6/Tp0/b/axkPiMAAAAcKCsr68iRI6ovTP4iavvLp5+fn5ogKbdBQUECN4r8CwBQrsmfgzLhsp3PeOHCBbtjmM8IAACA0nHp0qVDhw6pLCwuLs52l/ylVKZgjRs3lnFYpUqVBIqD/AsAUL7k5OTI3ySsadepU6eys7NtD2A+IwAAAJzBxYsX1QRJuU1KSrLdVbVqVdUXJvn5+QlcD/kXAMDNyd8bbNu7EhMTmc8IAAAA13L+/PkDFvv37z937pztrurVq8sUTC0Zxh9ur4X8CwDgVuTPtbNnz9oGXqmpqXbHMJ8RAAAAris5OfmgxaFDh1JSUmx3yd9y1U0kZRzm7e0tcAX5FwDAtRmNxvj4eNv5jJmZmbYH2M1nDA0N9fHxEQAAAIDrO3PmjEzBVBZm2xcmfwcOCQlRcyTr16+v1+tF+Ub+BQBwMRkZGXbzGW1vFy2YzwgAAIBySWZhKgiTW9s5EFqtVv4NWGVhdevWlb8ti/KH/AsA4OySk5NtAy+7Hm/BfEYAAADgaqdPn1ZBmHT+/HnruPzDcFhYmAzCZBwmi/Lzd2LyLwCAczGZTAkJCbaB16VLl2wPYD4jAAAAUHRJSUkHr0hLS7OOy/Crfv361r4w4dbIvwAAZSwzM9M27YqPj2c+IwAAAFASEhMTreuFXbhwwTru5+fXrFmz5s2bN27c2C0XCyP/AgCUgfT09EMW8kdvXFyc3V7mMwIAAAAlLSEhQf1CvmfPnqysLDUo//bct2/fPn36uNkyYeRfAIBSJX++rly5cufOndYfQMxnBAAAAMqQyWTav39/dHT0jh07MjIyhOUP0kOGDOnSpYvb/B2a/AsAUEq2bNmyYMGCxMRE9WZAQECLFi0aNWrkri3WAAAAgGsxGo2bN29eunRpQudHH5AAABAASURBVEKCfLNOnTr33Xdf1apVhesj/wIAlDiZef34448HDx6UtaenZ9u2bbt37+72S2wCAAAALmrHjh0//fRTcnKy/O39tttu69Wrl3Bx5F8AgJK1bt2677//XtVRUVEDBw709vYWAAAAAJxYZmbml19+uWvXLll37dp13LhxwpWRfwEAStD69eu/++47WVStWnXixIlhYWECAAAAgItYuXLl3LlzTSbTLbfcMnbsWOGyyL8AACXFGn41aNDgoYceYpEvAAAAwOVs3779s88+E5bJHCNGjBCuSSsAACgBsbGxKvxq1arVo48+SvgFAAAAuCL5+7yKvZYtW7Zz507hmsi/AACOZzabv/rqK1nUrFnz//7v/3Q6nQAAAADgmqKiolq0aCGLWbNmGY1G4YLIvwAAjrdp06aEhAQZe02aNEmj0QgAAAAAruyOO+7Q6/Xnzp1bsGCBcEHkXwAAx1u2bJncdu/evXr16gIAAACAi/P397/tttuE5Vf9rKws4WrIvwAADnbw4MG4uDiNRhMZGSkAAAAAuIUePXrIFMxoNG7cuFG4GvIvAICDLV++XG5btmxZpUoVAQAAAMAtyL9wd+rUSRbr1q0Trob8CwDgSCaTaffu3bJo166dAAAAAOBGunXrJiy3ek9NTRUuhfwLAOBIp06dys3NlUXDhg0FAAAAADdSpUoVtcLvkSNHhEsh/wIAONLJkyfltlq1ar6+vgIAAACAewkLC5Pbo0ePCpdC/gUAcKSzZ8/KbXh4uAAAAADgdlw0//IQAAA4Tnp6utxWrVpVAAAAAHA7Kv9KTEwULoX+LwCAI6n8y9PTUwAAAABwO+pP3VlZWWrZX1dB/gUAcCSVf3l5eQkAAAAAbsdgMKjiwoULwnWQfwEAHCknJ0dudTqdAAAAAOB2NBqN+mv3xYsXhesg/wIAOJL8cSi3RqNRAAAAAHBHqgVMzfxwFax/DwBwJNX5ZTKZBAAAAAB3pH7nVzM/XAX5FwDAkci/AAAAADgb8i8AgCORfwEAAABwNuRfAABHIv8CAAAA4GzIvwAAjkT+BQAAAMDZkH8BAByJ/AsAAACAsyH/AgAUSWpq6ueff56dnZ2Tk2O0sBaS3cGLLAp/wkaNGk2ZMkUAAAAAQAkj/wIAFElAQEBISMjKlSuFI2g0mtGjRwsAAAAAKHlaAQBA0QwbNkymYMIRunbtGhwcLAAAAACg5JF/AQCKSq/X33HHHeKmVahQYejQoQIAAAAASgX5FwCgGJo3b96pUydxc4YMGeLn5ycAAAAAoFSQfwEAimfEiBG+vr7iRlWvXr1bt24CAAAAAEoL+RcAoHgqVKggIzBxo8aMGaPV8tMHAAAAQOnhCgQAUGydO3du1qyZKL62bds2atRIAAAAAEApIv8CANyIO++8U6/XF+sUDw+P4cOHCwAAAAAoXeRfAIAbERAQUNx7OPbr169y5coCAAAAAEoX+RcA4Ab17Nmzdu3aRTxYJl/9+/cXAAAAAFDqyL8AADdIq9WOHz9ep9MV5eDRo0d7eHgIAAAAACh15F8AgBsXEhJSlK6uxo0bt2zZUgAAAABAWSD/AgDcFJl/BQUFFXKARqMZNWqUAAAAAIAyQv4FALgpHh4e48ePL+SAnj17BgcHCwAAAAAoI+RfAICbFR4e3q1btwJ3VahQobi3iQQAAAAAxyL/AgA4wMiRIwMCAvKPDxkyxGAwCAAAAAAoO+RfAAAH0Ov1Y8eOtRsMDQ29Vl8YAAAAAJQa8i8AgGO0bNmyRYsWtiNjxozRavlBAwAAAKCMcVkCAHCY22+/3dfXV9Vt27YNCwsTAAAAAFDWyL8AAA4TEBAwYsQIYZkOOXz4cAEAAAAATsBDAADgOJ07d96wYUPTpk0rV64sAAAAAMAJkH8BABxswoQJBd4LEgAAAADKBPkXAHeQm5sr4DQCAwMFXxSnpNFoBAAAAFD+kH8BcGHXTViIYFA+XSvnsn5HEIQBAACgXCH/AuCS7IKtAnMuwi+UW+o//vwhl3XkWgcAAAAAbon8C4DrsQ22rLUqCtwFlEMy27L9FrCNumxTMCIwAAAAlAfkXwBcTP6EK/cKUVAKBpRnKt5SWZh1a7uLCAwAAADlAfkXAFeSv9vry7Vf5xhzbIOwa50ClB92kZa33nt8pzs1FtYDrMkXERgAAADcHvkXAFel0i6Zf2XmZAoA11bRUPGO9mNlyKXValUKpgqSLwAAAJQT5F8AXE+uDUF7F1AEJpNJBV5aC7PZrCIwAQAAAJQD5F8AXIbdyl+SvIa3XsCHBoVWNPgV5XlizsaezzgviyoVAmtUriEAV3Ay+dS59HOyCPAJCKlSuyinnL90IeZMjLB8vxiNRhl4WXfJ2voNRSMYAAAA3B75FwAXY7vUvcy/rJHYvbfc075uu6I8w7T509ceXCeLzg06Pxz1oABcwTsL31u8a4ks2oa1/vfgJ4tyytqD66fNf1XVMv/S6XTWXWReAAAAKFfIvwC4HmvzV4EL3gOwo/q/bL9Z1CpgRGAAAAAoJ8i/ALgkawQmABSBzL/EldhLTX78ZxG9fPeLBAAAANwM+RcAV2I7+dFu/S8AhZD5lzX8Uovf2/VO0gsGAAAAN0b+BcA15F/83rZ7BUDhTCaT9c6Pdt9BxF4AAABwe1oBAK6J8AsoIvmdIvMvsw2+dwAAAFCu0P8FwMVY5z+Kq5vCABTCGnvZziAWAAAAQPlA/xcA18MFPFBcBc4aJkcGAABAOUH/FwAAbk6j0eTmIwAAAIByg/wLgEvi6h0oOmIvAAAAlHPkXwBcGBfzwA3j2wcAAADlB/kXAFfF1TtQdHy/AAAAoDwj/wIAoFwgAgMAAEC5Rf4FAAAAAAAAd0b+BQAAAAAAAHdG/gUAAAAAAAB3Rv4FAAAAAAAAd0b+BQAAAAAAAHdG/gUAAAAAAAB3Rv4FAAAAAAAAd0b+BQAAAAAAAHdG/gUAAAAAAAB3Rv4FACVi9qo5b/30Tv5xT52nn4+ffFT09WtQu0FUq95tG7QRpSUzJ+uLP7/cfmTHsYRjOSZj1YCqj932SPfm3eWuS1kZp1PP1KlWR5SYbYe3f7Hwq5ik2OQLydUqBzWu02RQxwFdmnQSrq8UXj0AAAAAN4z8CwBKVY4pJyUtRT5kvfvYnrmrf5k06L7/G3ivKBUvfPXiyh1/Wd+MTYoNqFBJFlsObn3p26n/N+jekktw3v75nVkr51jfPHUmTj6Wbl16S4ser983XcaCwmWVwqsHAAAA4GaQfwFAyerQsH3zus2sb6ZdunjqzKlTZ+Piz8ZnG7PlyIwFn+eazfcPniRKWOzpk9bwq3Gdxu0atPXy8AyvWW/Xsd33v/eQKElfLv5ahV/+vhX7t+/fqn7LPSf2Ltq06OyF5L92rn57zjvP3P6UcE2l8OoBAAAAuEnkXwBQsjo0bn9X1Lj84zL8+uS3z75fPlPWny/8Mqx6aN92fURJOnTqsCru6jN+8q3/RDYZmRmiJCWlnv58wZeyCAsO+/Dhd4MrB8s6snWv23uNefjDyUfjj81dO29499siaoULF1TSrx4AAACAm6cVAICy4OXhNWX45KdGP6HefGPOW5eySjZJsT6/bT9aKfh2yfc5phxZPDv2KRV+KUEBVd9/6B35Osj6++U/CAAAAAAoGeRfAFCWRt0yMrJ1L1mcT7/wo83yWCXBnGtWhcFTL0rRmt3r5LZ21Vqtw1vZ7ZJxWPtG7WXx1841ajYoAAAAADgc8x8BoIzd0fv25dtWymJp9LKJ/e9Wg5k5WV0m592W8ZW7XmzfsP0H8z/csPfvCt4V6teof3ffu5rVbaoOO3sh+efVcw+dOhyfHH/qTJyP3iesemjtoFptwtv0a99Hq7n8R46HP3j07/0bre/xoQ8nq+KBwZM+/WOGdXzq99PlQxZr313lY/Ap8KM9lnB85NQxshjcadDL41/If0Bubu7AZ4ckpZ4OrR76y0tz5EeYkBwvLOugFfiEzcOartu9LiMz40Dswes2pn32x4zPF37pX8F/5VtLtxzc+uv6347EH41NOlk1oErj0CZ39h7bNLTJtc7dtH/z4q1LD586fCzxRLWAqvVq1G0a1nRszzF6T6/8ByekJHyz5Lv9sQcTUxLTMtKCA4PrVAuJqBU+oH0/6yL3u47tvvute62nqFfP1+C75t2VAgAAAIAz8RAAgDIlQ5+aVWrEnY0/Enc09WJqQIUA273Zxpx7/ztJ7hWWHjFZTBl+Ob36afXc9+Z9mJWdaT04MzszJS0l+vC2X9f/viR62Tv3v6nT6oRD1Q0Oa1i7wYGTB5dvW/HcHU/nv2/j1oNbZfgliyGdBsrt8YTjarxmlZoFPmHtqrVUcTThaNEnZi7ctPiFb16yvilfFvlYtnXZnZG3Pzb8UbuD487GvTH7rfV7/7aOxJ4+KR+rdqz+dd1vL4x7rk14a9vjj8Qd+b/3HpJfC+tITFKMfKzZtfbLRV+/99A7XZt0FgAAAABcB/kXAJS9VvVaqoTr0MnD7Ru1s93148rZalf9mvVOnokLqVorJKi2fFNmNzLTkUVV/yq3tLylfo161QOrJ6Uk7YvZt3jLUhmErdu9bs5fP9/eK69X66PJ78vtbxt+V+1dHz/yQcfGHdTz3ztg4sZ9m1RH2Ivjnhvaech1P9pBHQfI/OtS1qW/dqyOahNpt3fhliVyq9VoB3fMy79kZqfGa1SpUeCzBQdeXhHs7PlkUTRZWZmvzX5DFn3bRY3qMTK8Zv2j8cemzfzPsfhjPyz/0dfgO2ngP21Z2cbsRz/5l4rh2jZoE9U6Ur5QyefPbj6wRb5QJ8+cmvTOA9/8+8tmYZdb6nJzc//9+bMy/NJ76qNa924Q0qB21Zqxp+P2nNi7PHq5Odf88rdTf586z8fgI9O66E83FffVAwAAAFD6yL8AoOz5+fqp4uwF+wxIBjftGrZ95a6XqgUE5ZhyzqSeVeNfLvpKWBbR/+iR9+vXrG89fni3W2/rduv41/PmUS7dukzlX441oMOA9+Z9aDQZl2xdapd/yY9wWfRyWXRs1KFyxUBZpKafV7v8fSsW+Gw++ssTLdMvpYuiyczJEjliYr8JDw59QI3IKOqLx/834a2JsUmxn//5Ze9WPevVqKd2vT/vIxV+Desy5Nnbn7Y2xMmsqklok//+/K6sp898beaz36ldO47ujEmKkcVDQx64I3Ks7fttXb/l67PfPJd2btGWJfJ1FgAAAABcBOvfA0DZ8/O5nA2ds5lzZ/XkyH/J8EsWnjrPGpZuqfPpF2TSFOBXqV/7vrbhl9KkTmO1RlViSqIoATLJ6tq0iyzW7l6fkXnVPSv/2rH6UtYlkZeR9Vcj59Mvf0bXmolp8Lq8GH96ZlHzLyksOOyBIffbfVQysRKWZf5//3uBGszMzpzz10/CMsvy6bH/tvsYZDjYo3neImuH445EH9ymBk+fO62K8HwvbN92fSJb935KfDRrAAAQAElEQVRo6APWZjEAAAAALoH8CwDKnvHKrQ9NJqPdroAKAfVq1LUblFnPnOd/XPHm4pfGPV/gEwYFVJHbrJwsUTJUvGU0GRdvXWo7vnhL3pveeu+erW65PJR7+f9NZpNwnIn97tZoNHaDka17VfarLIuN+zepkf2xB3Jz8z6CiQPuyb9UmXT/4Emq2BOzVxUh1UJUMX3Wa+v3/m37YVf08Xvjvv/c029CRK1wAQAAAMB1MP8RAMrehfQ0Vfj5VrDb1Tik0fVPz0g7EnfkdOrplLRzCckJ0Ye3HTx5SFjWzhclo3vzrn4+fmkZaTLwuq3rMDV4/uL5dXvWy6Jv2yiD5+WuLpmFqSLzGmFcVs7l7M/Xu4Iospb1mxc4XrNKjZS0lJjEWPXmvhP7VdGgVkSBx4fXrK/T6mTItS9mnxppFNKwXYM2Ww5GnzoTN/mjKTLz6t68R48W3To36WT9pAAAAAC4FvIvACh7J8+cUkWtKrXsdlW8sjRYficSY+as/nnLgS3HE0+I0uWp8xzQvv+cv36KPhSdfD4l0D+v62rZ9pVGS//aIMvK94rBy6CKixkXC3wqGaKpwq/I+ZeXh1dw5eACd1WrVG338T05ppzz6Rf8fSvui72catW6xt0nNRpNraq1YpJi9sUcsA6+c//bL3778qodq4UlW1ywcYF8yPCrVf1W9WvWG9xpoHVxMQAAAAAugfmPAFD29py4PPku/8JSHtqC/1Cxds/6UdPG/vTXz9bwq1pAUPfm3R4ccv83T37ZtkEbUcIGdRqgigWb/1TFEsudH2sEBreq39J6WFClIFWkXEgp8HlOp15eb6t65eqiaDTaQn54XZ5vqWZHZl9pLtNqi/Hzzsfg8/b/vTnz2e/uGzAx4krjWGZO1t/7N36/fObY6eP2nNgjAAAAALgO+r8AoIyt3/u3Wvq9UUhDa7dU4eLOxj31+bMms8nLw2tkj9s6N+7cqE4j2xssGo1GUcIahzSqW6PusfhjS7YsvStqXOK5xG2Ht8vxIZ0H2x4WUfPyUllJqQUvxp90Zb35hrUjRNFkZWemXEhW95e0E382QVjW2q/ok9c3Vzvo8mJesadPXmvRrpOnT8ptZb9KduMNazeQj/sHT5Kf2rrdG/7et3HLwa3yKyVf9tdnvfXDM98KAAAAAC6C/i8AKGNfL/5GFYM6DijiKQs3L5YZkCwm3/rQ4yMe69i4g234JWxCpRI1uEPePMeDJw/FJMUsj16pBod0GmR7TFBAVXXPyu2Hdxb4JNuP7JBbD51HWHCYKLKEc0kFjsen5OVf1ja62kGXpz3GnY0v8Pgz58+ac82yCL+SjmXlZMt4US2gplSvVH1E99v+e/+bS974U90Ucn/sAXmiAAAAAOAiyL8AoCwt27pMBUAywBp6dedUIU6duZzmNKvbNP/e3cf2JFhiILPZLIpAp9OpQiVBRTegY381zXDVztWrdvwli7YN2lSrVM3usN6tesntvtj98mG3K/Fc4oa9f8uiQ8N2Wk0xfiQt3bos/+CWA1tSL6bKolvzrmrkluY99JZF6//c9GeBzzNzxSxVdG7SSRXTfnh1yAu3jXt9wvmL5+0O9vbyblG/haozLC174iZePQAAAAClhvwLAMpGZk7W8m0rp818Tb350NAHvfU+RTy3euXLi2rtPGq/EFXc2bjnv3lR1SazSRSBt/7ypMuUC+dEcVSpGNilSWdZLNq8eMfRvPauAe375T9saJchOm1eSPTEZ08dSzhuHT9z/uyjHz+ebcxbomt8n/GiOOas+llNt7SSkd+0mf8RlrX5+7aNUoOV/Crd0XuMLFbtWD137Xzb42Vc9eXir79f9oOs/Xz8OjfuqMZ7t+otLC/dGz+9ZfdOL2SkRR+MFpawsnZQbTV4w68eAAAAgFLD+l8AULI27dt8KfOS9c2MrPSTZ+JiT5+MTYq1dgxFtY0a3u3Woj9nx0Ydvlj4lSw+/u0T+YS9W/UKDqx+JO7oyu1//bJ2XvqV1iQZ4mTlZOs9vQp/tsp+lVXx5eJv0i5dNHjq7+pzZxHDOBl4rduzXr5rWes99VGtI/MfE1Y9dGL/u2f8+UXSuaR73r5vUMcBreq32nti34KNfyZfSJYHjOwxom1Ea1EcOaacSe8+MKbnqCZ1mnjrvQ+dOvTD8h/VJz5xwN22d4ccFzVu7pp5Mrp67cfX1+5a261Z1+qVgvbG7F++feWx+GPqmFfuetHX4KvqHi26tYloE30oesmWZfLz6tu2T/2a9S5eSpfv4rcNf6i7VT42/FFrt5rdq+fnU2Fiv7sFAAAAAGdC/gUAJWvTgc3yca29njrP+4dMuitqnCiOVvVbTrlt8nvzPsjKyfrsjxnyYbv3lhY9ImpHzFjwuaxlyhZeq37hz1YjsEajkIb7Yw9kZWeqfqguTTvnvxNlgXq17uk320+lQr1b9/QxFJya/d+g+/Re+g/nfyyPnLVyjnxYd0W27vXv0f8SxTRp4L0yAbR9HmFZ9v7+wZMm9L2qlayij98X/5rx8rdT98Xul1GdfNjurRYQJMOvdg3bWUdksPXGvdNlTiczyqPxxz75/TO7d/2vkY8NtlnjzO7Vkzka+RcAAADgbMi/AKAM6D31dYPD2jdsP6L7rTJAEcU3LuqO1hGtPv3tfydOx55JPW00GQ1ehqZhTcZHjevSpNPxxBMq/1q+fcV18y/pvYfekXHSjiM7jsQf1Xt4nUtLEUUj87s+bSJ/sUwtHGRZDv9aJvQZ37BWgz83LzwWf1zmSgEV/GtVrTW656io1r1F8UW1iezUuON/f353z4m98sWsWbVmx4bt74gcW71S9fwH16tR97unv/5l3a/Rh7adSDwRkxTj71uxTrWQAe37923XN39/XCW/Sj+9OOu39X8s2rw46dzplLQUmTPKcK19g3bjo+5s36id3fFXvXqW5cYAAAAAOBXyLwAoEWN6jpYPcaMMnvroTzcVfkyTOo0/mvx+gbvCqofmP31o5yHyUeDxVSoGPj3mSXFDnr39afkoypEdG3eQD+Egzes2+/apr4p4sEajGdHt1hFFnmQqc70R3W+Tj6IcfDOvHgAAAIBSQP4FAAAAAAAAd0b+BQAAAAAAAHdG/gUAAAAAAAB3Rv4FAAAAAAAAd0b+BQAAAAAAAHdG/gUAcBn3D54kHwIAAAAAioP8CwAAAAAAAO6M/AsAAAAAAADujPwLAAAAAAAA7oz8CwAAAAAAAO6M/AsAAAAAAADujPwLAAAAAAAA7oz8CwAAAAAAAO6M/AsAAAAAAADujPwLAAAAAAAA7oz8CwAAAAAAAO6M/AsAAAAAAADujPwLAAAAAAAA7oz8CwAAAAAAAO6M/AsAAAAAAADujPwLAAAAAAAA7oz8CwAAAAAAAO5MKwAApevzhV+2eaCDfBw+dUQ4h7HTx8mPZ/gro8VN2HZ4u/q8Zq+aI0rSgZMHRVmIOxt3ISNNAAAAAHA15F8AAJdxKSvjtR/feOJ/T4vSlZubK0O9UdNuT8u4IAAAAAC4GuY/AgBcxr9nPLth39/BlYNF6fpm6Xcf/fqJAAAAAOCayL8AoLTdN2CifAi30zq8VfSnm0RJSs9KF2UhI7Ns3i8AAAAAhyD/AgAAAAAAgDsj/wIAAAAAAIA7I/8CgNL2+cIvP/tjhixmPzczvFZ9NTjpnQeiD2/r167P9HumJZ5LXLpl+dZDW7cf3VkjMLhucL3OTToOaN9Pp9UV5fnlk8t34V/Bf+VbS7cc3Prr+t+OxB+NTTpZNaBK49Amd/Ye2zS0iSiyAycP/rlx4bGE43Fn45LOna7iHxgSFFKvZt0+baLsnmfb4e33vXO/LJ4c9fiYnqNtP5iggKqLXltwKfvSos1LthyM3npwq6fOI7x2ROvwlsM6D/X3rXjdD+PhDx79e/9GVSekJLR5oIMs7ogc+/jwKbaH/bVzzYrtK47FHz+RFCM/1Po16reo23xMr1FeHl7WY1IuJA9/ZbS6k+NHk9/v1Kij7TOcTj0zetpYuVfvqf/x2e9X7lj18W+fWvcOeeE2uW0U0vCHZ74VAAAAAFwE+RcAOJcdR3c+/tmT5y+eV28eiTsqH0u3Lv1z08IPH37PU+dZ9KdauGnxC9+8ZH0z7my8fCzbuuzOyNsfG/7odU/Pysl+Z+67c9fMsx2MT06Qj437N81cPuuRWx+a0Ge8KJqk1NNTPv7XoVOHbEfW7V43Z9XPXz7xv5tf0j7HlPP2z+/OXf2LdeTUmTj5+Gvn6l83/D7t7peb1GmsxitXDHxh3PNP/u8pWU/97tVfXvrJx+CjduXm5j7/1YsqGnt85GOh1esIAAAAAK6P/AsAnMjOY3uWbl2eK3LH9BzdLKxJjjFnw75NK7atMJlNWw5sXbDxz1u7DCviU2VlZb42+w1Z9G0XNarHyPCa9Y/GH5s28z/H4o/9sPxHX4PvpIH3Fv4MH/36sQq/ImqGd27SOTS4TiVf/5ikk9GHt63ZvVZGRR/O/7hjow4Naze47gdzMTN93GsTki8kd2/erUfzbn4+FaMPbVsSvSw17VzSuaRPfv9s2oRXrvPBTH5fbu95+76dR3fJsGzB9F/tDnj4w0e3HoyWRZPQJn3aRIZWC0lNP3847sislXNikmImvjXpx+e+rxscpg7u1fKWAR36yXzwdOqZD3/75KnRT6hx+crIz04WXZt2GdHt1rz32G+CfHz82ydfLc5r+Pp92ryaVWoKAAAAAC6F/AsAnEhCcryHzuPjRz5o26CNGhncadDaDv2mfPy4rBdtXlr0/CszJ0vkiIn9Jjw49AE10rxusy8e/9+EtybGJsV+/ueXvVv1rFej3rVOT72Y+tPqubIIqRby1ZMzvPWXO6S6Nsubdfj9spnvzftAvinTuqLkXxmZGfJx/+BJ1htfyvc+oe/4Ea+MTs9MX7Ft1XO3P2PwMogbtWDjQhV+5W9JG9hhwAPvPyw/nekzX/vyiRnW8adGPylPkfnXT3/9PKBdv2Z1mx4+dUQmcXJXtYCgqRNeFgAAAADchVYAAJzJ+Kg7rOGX0q1pl5pVasjiWMIxURxhwWEPDLnfdsTft+JDQ/LiMHOu+fe/FxRy7qGTh2tWqVnBu8I9fe+yhl9W/dr3VUXiuQRRNC3qNbeGX0pQQNVerXqKvImWWXFn48WNkgnaB/M/kkXHRh3yz8eMqBX+oOVF2HF058GT/8y+lJ/aS+NeUPX0H1+T8dyTM57KNmbLN6fd80pRliQDAAAA4CrIvwDAuQzuOCj/YO2qteU2I+uSKI6J/e7WaDR2g5Gte1X2qyyLjfs3FXJu+0bt5r380+p3VgzuVMDHU9W/inrm7JxsUTSDOg7MP1g7qJYqLmVniBu1Yd/G5AvJsohs06vAA7o266KKvTH7bMc7Nu4wsscIWRyOOzL+jbtPnjklaxnStQlvLQAAAAC4EeY/AoBzqR5YPf+gj95bbo3GHFEcLes3L3C8rP+N/AAAEABJREFUZpUaKWkpMYmxosgSUhJik06ePn9GnngiMWbLwejc3Fw5nmM0FvEZggv8vLy8VVH058kvKSVJFa/+8Jp8FHLk/pj9outVE0inDJ/8976/T52JO554Qr7ZNLTJpEHXWRYNAAAAgMsh/wIAJxJQIcDLwyv/uGq2UpFTEcnnudZNFatVqrb7+J4cU8759AuFT/RbvWvNwk2Ltx3eLmMvcXOqVqySf9DanlasT81O4rnEIh55OP6I3YjBU//87c/c//7D6s1Hb3tEq6EzGgAAAHA35F8A4EQcGL5otIU81eWwKf/sSFuf/Pbpl4u/sR0JCw5rUCu8Rd3mHRq1H/HKGHOuWRSZVqsTJcM6B/OFO58t/OaMPgaf/IOrdq6x1p8t+HzGY58IAAAAAO6F/AsA3FNWdmbKheTKFQPz74o/m7dovU6rq+jjd63Tl25dpsKvqv5VRt4yol1E24jaEQZPvdprNBmLFX6VqFpVLi8i5qv3adegbXFOFZv3b5nz10+yMHgZMrMzow9F/7hy9u29xggAAAAAboRZHgDgthLOJRU4Hp+Sl381C2tayLnz1v+qig8efm9iv7ub121mDb+k06lnhNOoUz1EFccsa3jld/7i+W+XfvfHxj9t7/8oXbx08YVvXpKFt9575jPfVa+Ut0LZR79+Env6pAAAAADgRsi/AMBtLd26LP/glgNbUi+myqJb866FnBt3Jk5YlseKqBWef++SrUtVYTKZRCny0Oa1Ldu1ntUJqqOKPzYuzMzOzH/W7NU/fzD/45e/nbrz6E7b8WkzXztruXHko7c+Elq9zisT8rKwrJysZ7983u5d6LSX26XNN7FOGQAAAICyQv4FAG5rzqqftx3ebjuSkJIwbeZ/ZOGp8+zbNqqQc6tXzmuGyszJsuuZkjbu2/TZHzNUbRKlmn8ZvAxyez79fLYx2zooo6vOjTvJIiE5/tWZ/7HdJe04uvObxd/KwtfgO7jzIOv4wk2Ll0cvl0XLei1G9hgui7YRrYd0HiyL/bEHPv/zS9sn8dYbVJFsycsAAAAAuBbW/wIAt5Vjypn07gNjeo5qUqeJt9770KlDPyz/MT0zXe6aOODua90dUunYuIPKzh779In/G3Rvh0btvb189sXuW7hpkUyOrIddyrwkSlElv0pym5md+fCHU1rXb9m4TsPuzbvLkVcmvDh62h0paSmLNi/ZG7N/eNdbQ4JqpV48v+XQ1qVblxtNRnnMU2Oe9PbyVs9zOvXM67PfFJYGt2l3v2x9/seGP7pu93r5PF8u+rpny1usvW+VKlRSxfNfvzyoQ/9KfgGjbxklAAAAALgI8i8AcFuTBt77xcKvZq2cYzuo0+ruHzxpQt/xhZ97d9+79p3Y/9fO1UnnkqZ+P912l1ajndj/7sNxR+Tek2dOiVIU2brngo1/yiL6ULR8dGnSSeVflf0qf/vUV9NnvrZx/6bYpNh3f3nf7sT/G3TfwA79rW8+//VLKgd8eNiDNQJrWMcr+vj9e/S/nv7iOZPZ9MyXz8967nsvDy853qVJF5mUZeZkJSTHf77wS72XgfwLAAAAcCHMfwQAtxXVJvLLJ2Y0DW0ia72nvm6Nurf3GvP7q/Pu6TdBZliFnysP+O/9b75699RmdZtWuXITSRkzRbWN+unFWTJB69S4oxxJvZi65cAWUVq6Nev2yl0vytjL37eifDPLZqpjjcDgjyd/ID/gQR0GNAnN63fz8/ELCw7r377vTy/8KKNA65E/rpwtszNZyMPG9Bxt9y7ki9a1Wd7KaCcST3ww/yM1GOhf+bPHPpGfe7AlLPP2MiSfTxEAAAAAXIQml6V8AbgC9Y+V3JotjBY5OTn9Px6cZcySu14dNbV93XZFeapp86evPbhOFkPaDH446kHhdj77Y8bnC/OWr/r5xdl1g8ME3MI7C99bvGuJLCKb9Pr34CeLcsrag+unzX9VFr6evv8b9rGXl5der/ey8PT09LDQ6XQajUarzctDZSEAAACA63n66afPnTs3efLkJk2aCBfB/EcAAAAAAAC4M/IvAAAAAAAAuDPyLwAAAAAAALgz8i8AAAAAAAC4M/IvAAAAAAAAuDPyLwBwN/cPniQfAgAAAABgQf4FAAAAAAAAd0b+BQAAAAAAAHdG/gUAAAAAAAB3Rv4FAAAAAAAAd0b+BQAAAAAAAHdG/gUAAAAAAAB3Rv4FAAAAAAAAd0b+BQAAAAAAAHdG/gUAAAAAAAB3Rv4FAAAAAAAAd0b+BQAAAAAAAHdG/gUAAAAAAAB3Rv4FAAAAAAAAd0b+BQAAAAAAAHdG/gUAQLmg0WgEAAAAUC6RfwFwVRoLAaAI8n+z8O0DAACA8oP8C4BL4tIdAAAAAFBE5F8AXJs1Bvvir69+2vhzUU6JORurig0HN5w4c0IAruBk8ilVbD2+7Ykf/12UU85fuqAKzdUEAAAAUM6QfwFwYbZX8idOnxDFdPZisnwIwKWkZqSmxqYW65Tc3FxNPta9JGIAAABwe+RfAFyM9dJdFbkCwHXI7xSthV3+RfIFAACAcoL8C4BLsl6339FubFZ2ltlsNlmYr8i1UMeo5heB0nLx4kW59fX15WUvZdb/1G0zYp1OZ/AyaK8g/AIAAEA5RP4FwCWpfha5vbP97TkWRqNRbSUVhOVeIVCK5At+/PhxWYSEhHh48FOmbFgbviQPC5mC2UVgrAUGAACA8oMrEwCuIW+q45Uky3rRri7m5YW9bcOXuvIn/yorMnzMysqShaenJ/lXmbBmW9ZvEJV/2UZgKgUTdIEBAACgfODKBIArUdfqtot5W6/wbdMxOZJrQ6AU5eTkqPzLy8uL/KtMWIMt63eHrWtNgSQIAwAAgBvjygSA67EmXyrekpf0tuOqHUz1fwlLWCZQiuQrT/5VtmzzL/UdYZuCWZu/5FbY3FACAAAAcGNcmQBwSbYRmO2gdeajNf8SRGClKycnJzMzUxZ6vd4aTaLUWMMs2wZJ20YwJj8CAACgHCL/AuAy1BJg+S/vrW+q8Cv/yl/kX6Xp0qVLqv/LYDAQr5Q+u28QaxeYbQpmdyNIAAAAwO2RfwFwSbbhl+11PuFXmZNfBZV/6fV6gTJibe+yWynPtrBtASMIAwAAgHsj/wLgemwbwdQUSHUxLwvromDWg8m/Sl92drZOp/P09BQoI/m7wGx7wWwJAAAAoBwg/wLgSlTIJa6+vFeBl3UXzV9lLicnR345WPy+bNm1d9kGXnbhFykYAAAA3B4XJwBcTP4IzDourgRedrEXKVhpMpvNRqPR09OTxe/Liu23hl3IZTftURB+AQAAoHwg/wLgegrsAhOWnMs2BUOZUDfflF8I8i9nkD8LKzAdAwAAANwb+RcAl2Sbc+W/hueqvgypW3BqbG7NCWdQYL8kAAAAUE6QfwFwYXbdXlzSOwOTySTzL7XOuoDz4esCAACAcoj8C4DLs7ueZ/Jj2ZL5l/wSMPnReRB4AQAAAORfANwNV/tly2w2y63Mv/hCAAAAAHAS5F8AAEcymUzCkn8JAAAAAHAO5F8AAEci/wIAAADgbMi/AACORP4FAAAAwNmQfwEAHMloNMqthwc/XwAAAAA4C65PAACORP8XAAAAAGdD/gUAcCTyLwAAAADOhvwLAOBI5F8AAAAAnA35FwDAkci/AAAAADgb8i8AgCOp9e/JvwAAAAA4D/IvAIAj0f8FAAAAwNmQfwEAHIn8CwAAAICzIf8CADiSyr88PPj5AgAAAMBZcH0CAHAk+r8AAAAAOBvyLwCAI5F/AQAAAHA25F8AAEdS+ZdWqxUAAAAA4BzIvwAAjpSbmyu3Go1GAAAAAIBzIP8CADiS2WwW9H8BAAAAcCbkXwAAR1L9X+RfAAAAAJwH+RcAwJHo/wIAAADgbMi/AACOxPpfAAAAAJwN+RcAwJHo/wIAAADgbMi/AACORP4FAAAAwNmQfwEAHIn8CwAAAICzIf8CADgS638BAAAAcDbkXwAAR6L/CwAAAICz8RAAADiOyr/o/wIAAADgPMi/AACOpOY/0v8FAAAAwHmQfwEAHIn+LwAAAADOhvwLAOBI9H8BAAAAcDbkXwAAR2L9ewAAAADOhvwLAOBI5F8AAAAAnA35FwDAkdT8R9b/AgAAAOA8yL8AAI5E/xcAAAAAZ0P+BQBwJPIvAAAAAM6G/AsA4Egq/2L+IwAAAADnQf4FAHAktf4X/V8AAAAAnAf5FwDAkej/AgAAAOBsyL8AAAAAAADgzsi/AACOpGY+qlmQAAAAAOAMyL8AAI6kZj6qWZAAAAAA4AzIvwAAjkT/FwAAAABnQ/4FAHAk+r8AAAAAOBvyLwCAI9H/BQAAAMDZkH8BAByJ/i8AAAAAzob8CwDgSPR/AQAAAHA25F8AAEei/wsAAACAsyH/AgA4ksq/6P8CAAAA4DzIvwAAjqTmP9L/BQAAAMB5kH8BAByJ/i8AAAAAzob8CwDgSPR/AQAAAHA25F8AAEdi/XsAAAAAzob8CwDgSMx/BAAAAOBsyL8AAI7E/EcAAAAAzob8CwDgSPR/AQAAAHA25F8AAEei/wsAAACAsyH/AgA4EuvfAwAAAHA25F8AAEdi/iMAAAAAZ0P+BQBwJOY/AgAAAHA25F8AAEei/wsAAACAsyH/AgA4Ev1fAAAAAJwN+RcAwJF0Op24Rv61du1a0xXyALnt3bu3wWAQAAAAAFCSyL8AAEWSmpr64osvZmVlFeXgxRaFH9O2bVvCLwAAAAClQCsAACiCgICA4cOHCwfx8PBw4LMBAAAAQCHIvwAARdWjR4/w8HDhCP369atcubIAAAAAgJJH/gUAKIbx48erFb5uhky++vfvLwAAAACgVJB/AQCKISgo6Oajq9GjR3t4sAAlAAAAgFJC/gUAKB6Zf9WuXVvcqMaNG7ds2VIAAAAAQGkh/wIAFI+Hh8f48eM1Go0oPnnWqFGjBAAAAACUIvIvAECxhYSE9OzZUxSfPCs4OFgAAAAAQCki/wIA3Ihhw4YFBAQU65QKFSoMHTpUAAAAAEDpIv8CANwIvV5/xx13FOuU4cOHGwwGAQAAAACli/wLAHCDmjdv3qlTpyIeHBoa2rlzZwEAAAAApY78CwBw40aMGOHr61uUI8eMGSMAAAAAoCyQfwEAblyFChVkBHbdwzp16hQWFiYAAAAAoCyQfwEAbkrnzp2bNWtWyAF6vX748OECAAAAAMoI+RcA4GbdeeedMuS61t6hQ4f6+fkJAAAAACgj5F8AgJsVEBAgQ64Cd1WvXr1nz54CAAAAAMoO+RcAwAFkyFW7du3846NGjdJq+VkDAAAAoCxxTQIAcAAZco0fP16n09kOtmjRokmTJgIAAAAAyhT5FwDAMUJCQvr3729908PDY8yYMQIAAAAAyhr5FwDAYWT+FRQUpOp+/fpVrlxZAAAAAEBZI/8CADiMh4fH+PHjZSGTL9teMAAAAAAoQx4CAADHCQ8P70ELJ7sAABAASURBVNatW9OmTWUWJgAAAADACXBxAgBwsDvvvFMAAAAAgNMg/wJQgnJzcwWA8kej0QgAAADAaZB/ASgR10q+SMQA95M/7VLf6aRgAAAAcBLkXwAczC7hKvxNAG5Afl/bRl3WmhQMAAAAToL8C4Aj2cZb1jrXIv8BANyGCrmulYIRgQEAAKBskX8BcJj84VfuFcImBSMCA9yJbfKlsbANvFRBBAYAAICyRf4FwPFU1PX93zNXH1wjrm4EU9fGAoC7sAZekY16jWw7QkVgdrsEAAAAUKbIvwA4ht1sRynmbMy2mO0CQPkQXrW+yWSSaZdWq1VbYROBEYQBAACgDJF/AXCk/NMeAZQT8lveaDTK2EsWKvyyRmACAAAAKFPkXwAcTCVfZrPZmn+FVq3TLaJrUc49de7Uqn2rVT2uyx0CQOn6fv1MVUQ26RUcEFyUU/46sOZk8klZyO96k8lk/ca3Tnam+QsAAABljvwLgAPYtX3Z5V9hVUPHdbuzKM+z8chGlX/56H2KeAoAB5r19xyj2SiLyKaRrcNaFeWUo6ePqfxL9X/pdDo1rgIv1Q7GKvgAAAAoW+RfABzMNgUTAMoNmXrL/EvVmisEsRcAAACcAPkXAEeybQQTAMoTlX+p2EvWqvOLxe8BAADgDMi/ADhY/vmPAMoDtf6X9eaPRGAAAABwHuRfABwm/ypgAkC5Yc2/rLEX/w4AAADASWgFADiCNfwSVyIwej2AckU1fqreT7W1hl+kYAAAAChb5F8AHMwagckLYAGg3LDGXrbhFy1gAAAAcAbMfwTgeOpyl/4voFyx7f9i8iMAAACcCvkXgJLCpS8AAAAAwBmQfwEAAMeg8wsAAADOifwLQIng6hcoh/jGBwAAgHMi/wJQUrgSBsohvvEBAADghMi/AAAAAAAA4M7IvwAAAAAAAODOyL8AAAAAAADgzsi/AAAAAAAA4M7IvwAAAAAAAODOyL8AAAAAAADgzsi/AAAAAAAA4M7IvwAAAAAAAODOyL8AAAAAAADgzsi/AKBs/HvG0yu2r5JFvRp1f3phlnCQzxd++dkfM2Qx+7mZ4bXqixt11xv37DmxVxbL3lxU2a9yCZ3S5oEO1vrBIfdP7H934cf/vuGPV75/VdVRbaNen/iqKJqfVs9du2vd0fijKWnnqgRUHdxp4P8NvFcAAAAAKB+0AgBQ6s6nX1i9a62qj8Yf2318jyj3Vmxfed1jlm9bIYpv1srZb8x+a8O+v5NST+eYchKS4z11/PkHAAAAKEe4AACAMrBw00KjyVjRx0+n8ziXdm7eul+bhTUV5dvBk4fikxNqBAZf64DzF8//vW+TKL7vl81URXBgjW7Nuvj7VOzerKsAAAAAUG7Q/wUAZWDBxoVy26p+q65Nu8hi8eYlFzLSRHlVpWKgKpZsXVrIYSt3rjLnmvVeBlEcMjVLSj0ti6ahTRa8Ov+p0U/cP3hS/Zo3PjMUAAAAgMsh/wKA0nY88cSBkwdl0aFRu54te8gi25i9aPMiUV7VqR4aFhwmixXbCpsCuTw6b2/35t1EcaRnZaiiRb1mAgAAAEC5RP4FAKVt7pp5qujZsmenxh19Db6y/mXtfFGORbXuLbf7Yw/EJycUeMD5i+c3H9hiPbLocnPNqtB76gUAAACAcon1vwCgVOWYchZtWSyLiJrhQQFVRV5DU9dFm5ccjT+28+iuFvWaF3hWZnbmN0u+23ooOiE5MflCcmDFwJDqtesF1+3RvHu7Bm2L8n5PnYmb+PZ9Zy8ky/rZ258e3u1W4Uz6tesz488vZLE0etmEPuPzH7A0erk511ytUrWmoY2L9pTiq8XffPzbpzZvfisfshjRY/gzY/5tHb946eLsVT/tPr7n8KnDGdmX6gaHyRd2SKfBzerar8j2/ryPvlv2fa2qNX+bOm/++l9/Xff70YRjEbXCW9dv9fCwBwUAAAAAZ0X+BQClavXOtecvnpdF3/Z91Ei/9v1k/iWLX9bMKzD/Ss9Mf+D9R/ae2GsdSTyXKB+b92+ZtXLOxH4THhz6QOHvNCElYdK7Dzht+CXVqVanbo26x+KPrdi2qsD8a5nlzo992/bJFbnCcX5e/cunC/6nviKKTCHlY966X8f2Gv3QkPu99T75z5J7p898zXp8tUrVBQAAAAAnRv4FAKVqwcY/VTGk40BVdGncqap/lTPnz8qI54nR/6ro42d3yjtz31PhV5cmnVqFtwqtFpqWceHAyUPLopenpKV8ufibbs27FXL7yNOpZya980DSuSThrOGXyM2LtCJb954Rf2xfzL78d4GUyV30oWhZ9GkbKYrsnn4T5CPubNyQF26zvHnXQ0Ov6tJasHHh67PflIXBUz++z7jQanUMekNMYux3y384l3ZOZouxSbEfPPye3dNmZF766LdPZCG/UpX8KsckxfRu1VMAAAAAcGLkXwBQelIuJK/bs14W7Ru1q3zlpocajWZgh4HfLP0225j9x99/3tF7jO0pOaachZvy5kt2b97t3Qfeto4PEWJE99tGTs07eNaq2c3CXr3We/y/dx9Qi2o5afh1Rb+2UTMWfC7yWr2W3xU1znbX8ujlclu7aq1GIQ0TzyUKR0hISXhjzluyCKgQ8PHkDxrWbnB5R3PRr33fhz+cfDT+2Pq9fy/duqxP2yjbE2Xm6Knz/M890yLb9NZpdUmpp/19/QUAAAAAJ8b69wBQehZsXJRr6XUa0L6/7fht3YaqYu6auXanXLiYJnMxWYTXrG+3q25wmIzA7ul314AOAwp8d6kXUye9+2Ds6ZPC6cMvYZkCWa9GXVms3LbKbtey6LzJj33aFKP567rmrp6fkZl3a8jJtz70T/hlERRQ9eW7XlT1T6vn5j+3R8sefdv1keGXrKsFBBlYWR8AAABwbuRfAFB6ft3wu7DciDDq6iinZpWazes2k4XMqqIPb7PdFehf2c8yI/K7pT/8tuF3FdlYPTP2qYeGPti1SWfriEb+zyI9K/3+9x46nnhCuEL4pfS23Ntxz4m9Z86ftQ6evZC84+hOWUS1iRKOs+/kPrmtVbXmkE6D8+9tHNKoV8tb8g6LPWC+cgdJqyLecwAAAACAkyD/AoBSsufEnpikGJGX8vTM3zE0uNMgVcxbO99u1529bxeWiZBTv5/e64k+j378+Lx1v6akpRT4XqzLwz//1UuH446oOqx6qHAF/a7MNFxsuSGAbV27aq3wWvWF4+w9npd/hdesr9FoCjwgonaE3GZlZx6JO2q3q0HNcAEAAADAdbD+FwCUkj/+vrzy/cJNi9WSXgVaFr3iqTH/tl0F/94B98hU67M/ZghLCrZuz3r5mD7ztWZ1m4bXqN+9RfduTbvkf56ElAStRuvp4ZmVk/Xyd1N/emGWwcsgnJuaAnk0/tiKHSvHRd2hBpdb7vzYv0N/4TixSbHpmemyqFGlxrWOqVWllir2xuyNqHVV4OXvW1EAAAAAcB30fwFAaZC51ZKty4pypMls+m3973aD9w2YuPC1P/418rH2jdqpZaek3cf2zFv365SPH5+5fJb1SOv8R41G88pdL93Tb4Ks487Gf/L7p8IVRFqmQMpPTU2BlCne7uN7ZNG/bR/hOJk5WeIm6HQ6AQAAAMB10P8FAKVh1fa/0jLSZDGo46BBHQtuZYo7Gzfth//I4pe186zdT1bVAoJu7zVGPjIyM9bvWb9u79+bD2w+nXpG7pLZVv8OfSv7VRY28x8fGz5lQId+ebeP3Lw4Jilm5orZka0j1SpjziyqTeT/1F0go5fLT3ap5c6PEbUiQqqFCMepU62OKhLOJlzrGBm9qUK9sAAAAABcF/1fAFAarJMfb+81ul2DtgU+hnUZWiMwWB5z8sypLQe3quNNZlNS6um9MfuycrLViI/BJ6pt1Ct3vbjotQVDOuet3Z6Zk7Vp/xa799jeska7p87z5fEvqJEXv3lZ3UrSmYVVD61fs54sVu9aI7fLtublX5GtewmH0nt6VatUTRZxyfHXOiYh+XL+1TCkoQAAAADgysi/AKDEyQBrw76/heVugw0sq6pfy7CuQ1Xxy7pfVfHbhj8GPDN4/Ot3b9y/Mf/xnRt1UEVGVsa1nrN53Wa3dR0mLLHap7/PEE5PTYGMPrTtwMmD+2MPyLqvQyc/Xn4vbfIytcOnjhw6dTj/3qRzScss647JMK5aQJAAAAAA4MrIvwCgxC3YeLn5a3DHQYUfOajjQFWs3LbyXNo5WfRqeYu6QeGHv36SkXlVyGXONa/atVrVTUObFPK0jw1/VE3i+2H5TBkqCefWp02k3Obm5r7y3auyaFynscwNhaPd3ecuH4OPfA1f+naqWmvM6mj8sUc/flzNV41qHSkAAAAAuDjW/wKAEjd/3eX17Ad1GlD4kdUCgjo0bL/pwOa8VfD//mNCn/EBFQLuGzBxxp9fHE84PvTF4QM7DoioGW7QG47FH/tj44JTZ+KEJTUrvK1MBj1PjHzs2a9ekHHP81+/NPu5Hzx0Rf33/7ulPxRy48jgwOpDOw+5+VNs1alWJ7xm/cNxRw6dOiTy2sF6ihJQya/SuMg7/rfgc/leRk0dM7bXmDpBIebc3A37NizdutxoMspjmoU1ndB3vAAAAADg4si/AKBk7Ti6M8GyyJQMU6pXqn7d4wd06C/zL1n8/Ncvd0WN02g0kwbee/DkodW71qSkpXy/7Ae746PaRr1w57PXfdq+7fr8/veCjfs3yRxNpmkPDrlfFM33y2cWsrdNeOv8YdYNnGKnd+teMv9SdZ+2UaJkTOx/t95LP+OPzy9kpKlF920N6zLk8RFTih4UAgAAAHBazH8EgJL1+4YFquhbtBwnsk1v1TyVeC5x0/68IExGYO888NZ7D73TpUmnkKDavgZfdWTD2g2eGvPk6xNfLWJG88K4Zw2eell8s+S7o/FHhRNTUyCFJTQMrhwsSoZOq5MJ4+wXfhzba3T7Ru2qVAyUr3y9GnVH9hgx96U5L9z5nPWlBgAAAODSNLm5uQIAbk7uFWaz2WQyGY3GnJycN5e8vXDfYrm3Z+Mezwx5uijPs/HIxhfnviILH73Pr4/9IgCUrgFvDjaa8+Z+vj76P63DWhXllJd/mbrhcN7tHfrWj7qrzTgvLy+9Xu9l4enp6eHhodPptBYaCwEAAAAX9/TTT587d27y5MlNmjQRLoJpHQAAAAAAAHBn5F8AAAAAAABwZ+RfAAAAAAAAcGfkXwAAAAAAAHBn5F8AAAAAAABwZ+RfAAAAAAAAcGfkXwAAAAAAAHBn5F8AAAAAAABwZ+RfAAAAAAAAcGfkXwAAAAAAAHBn5F8AAAAAAABwZ+RfAAAAAAAAcGfkXwAAAAAAAHBn5F8AAAAAAABwZ+RfAAAAAAAAcGfkXwAAAAAAAHBnHgIAAAAAAABwX+RfAAAAAAAAcGfkXwAAAAAAAHBn5F8AAAAAAABwZ+RfAAAAAAAAcGfkXwAAAAAAAHBn5F+rMjf4AAAQAElEQVQAAAAAAABwZ1oBAOXMloNb2zzQwfrYcXTndU956dup1uN/Xv2LcFPbDm9Xn+PsVXOKeMpnf8xQp8QmxQqHuoEPplhW7vhLPf/iLUvETbuUlRGTFCMAAAAAOCXyLwDl3YptKws/IMeUs3LHKgFcg0xUh78ypihBKgAAAIAyQf4FoLxbsnVZ4Qes3/N3RmaGAAqy69ju+997KOlckgAAAADgrFj/C0D5FVgxMPlCsnzsPranWd2m1zpsxfYVcqv3MmRlZwq31jq8VfSnmwSKg2wUAAAAcH70fwEodzTyfxaRrXurYrkl4SpQjinnr51rZNG9ebfLp2s0AgAAAADgOsi/AJRf/r4V20S0kcXy6GsuAbZm17qMzAwfg0+nRu0FAAAAAMAFMf8RQLkW2bpX9KHoxHOJu4/vaRZWwBTIZdvyWsN6teyp0+rUSG5ubv7DLmSkfbPku8OnDh+NP5qWebF+jXryMbTLkKahTeyOfH/eR98t+75W1Zq/TZ03f/2vv677/WjCsYha4a3rt3p42INbDm69/72H5GG/T5tXNaDq7xsWLNm69ODJQwYvQ8PaEYM7D4660rO258TeZdHL5fEnkmJrVK7epWnnBwb/nzws/8d24OTBPzcuPJZwPO5sXNK501X8A0OCQurVrNunTZTdh7ft8Pb73rlfFk+OenxMz9G2u7KN2Qs2Lly4adGJpJjsnOyGtRu0rN/i7r7jRfHNW/frXzv+OnnmVFLqGW+9d52g2nWq1WkT3rpP20gvD6/rnp6Zk/XIh4/KD1XWPVv2eOO+16xfGsmca/5xxeydR3ceTTieeC4ppGqtejXqdm/WrW+7PqI4Dp868vOaufJFO5ZwzEPnKb+aDWo3uCNybJWKgdZjdh3bffdb91rfnPr9dPmQxdp3V8nA1Dp+8dLF2at+kv+Byf88MrIv1Q0Oqxdcd0inwfmn3H72x4zPF34ZFFB10WsLLmVfWrR5yZaD0VsPbvXUeYTXjmgd3nJY56EytBUAAAAAion8C0C51qdN5Buz3xKWu0Dmz78yszPXWiY/Rrbpff5i6rWeZG/Mvif/97TtCugyGZGPX9f/fmfkHQ8MmVRgrCNjoOkzX1P1zqO7qlWqbrs3ITnx0Y8fP554Qr2Znpm+fu/f8rHtlpFPjX5iwcY/X/p2qvVgeZh8bNy/6cdnv7cNg7Jyst+Z++7cNfNsnzk+OUE+5MEzl8965NaHJvS5foaVciH54Y+myBjOOhJ9eJt8rN61pkMx2+Je+/GNuWv/+XiysjNT087JT//3DX/8sXHBR4+876nzLOR0GcM99um/rhV+nb2Q/NSMZ2zvw3g47oh8LN6y9M9NC18c/4JtelUI+aX570/vyKDNOpJ8IXnTgc2/rv/18RFTBncaJIrs59W/fLrgf+cvnreOyE9WPuS7GNtr9END7vfW++Q/Kyn19JSP/3Xo1CHbkXW7181Z9fOXT/wvuHKwAAAAAFAc5F8Ayp1ccbmBKzc3N6BCQNsGbbYejF4WvWLK8Ml2R67ZtVaGIBV9/Do37rho8+ICn02e+8D7D5tzzXovw4huwyJqRQT4+p88c2rhpsX7Yvd/t+z75PNnp979st1ZGZmXPvrtE1nIJ6/kVzkmKaZ3q562B7zwzUunU8/UqVbntq7DalapGX04etbKOXL8p79+9vTwkNFVcGCNsT1H16xSY/uR7X9s/FMmLEfijsrEbXi3W61P8tGvH6vwK6JmeOcmnUOD61Ty9Y9JOimjqzW718pP/8P5H3ds1KFh7Qbi2mTkdN+7D56wJHHy4N6tewVVCoo/E/fLuvnyPcYkxooi+3PTIhV+yY+nW7MuodXD9F76A7H7V+9aezT+mHwlZ66YVUgeZzQZn/jsqc37t4iCwq+UtJQxr95xLu2crPu2i2oT3qZa5WpJKUlbDkUv27pMRof3vj1pzguz9J7XaTH7YuFXn/7xP1lUCwi6tduwejXqmUxG+QWduXK2jOpe/m6ayWwa1mWoPKB53WbRn27auG/TQx/m/Zfz4rjnhnYeYvtUCzYufH32m7IweOrH9xkXWq2OQW+Qr9h3y3+QH6f8gsYmxX7w8Ht2H8DFzPRxr02QiVv35t16NO/m51Mx+tC2JdHL5HuXGesnv382bcIrAgAAAEBxkH8BKO96t+olk5fEc4l7Tuy1mw+4XE1+bNXTNmexlWPKeW32mzL8qhEY/NWTX1T1r2LdNbLHiLd++q+Mn/7cvGhQx4HtG7WzPVGGNZ46z//cMy2yTW/55Empp/19/W0PkOFXVNuoaRNeUv1QMu6p6FPxfws+l7UMv+rXrDdjyqf+FfJOuaVFd5mRjZ0+Lisna1n0Mmv+lXox9afVc2URUi3kqydnWPuMujYTd0SO/X7ZzPfmfSDfXLp1eeH5l8yDVPh1R+8xj494zDo+sOOARz6asvPoLlFkCzb9KbfyVfrq3597e3mrQRn83dNvwqhpt8cnJ8xaMfta+ZdMnZ76/Nn1ezeIgsIvkRf2fSpDJTk44/FPW9ZrYR2XL0j3pl1lnigzrC8XffXgkPsL+Qgtx3yt3sV/Jr5q27gnX+Qpn/5r97E978/7sFvTboH+lUWhElIS3piT11ooM9aPJ3/wz4vcXPRr3/fhDyfLyE+mcku3LuvTNsr2xIzMDPm4f/Ck+wZMtL5EE/qOH/HK6PTM9BXbVj13+zMFTnQFAAAAcC2sfw+gvOvTJlIVMlmwHc/Mzly9a63lgKhrnfvjilkqG/rPPa/ahl+Sh87jyVH/UlPV5qz+Of+5PVr26NuujwpxqgUEGTz1tnsr+vi9eMeztpMBh3e9zVo/OfJfKvxS6lSr0zAkL16JPX3KOnjo5OGaVWpW8K5wT9+78k+ykxGMKhLPJYhC/bJ2vtzKd/fg0Adtx30NvlPvelmrKcbPkTPnzsit/Kis4ZciP7w7eo/Nmw849AEZKeY/USaMz3390l87V4trhF97Tuz5bcPvsnhgyP/Zhl/KgA79+rbL+yKqQLAQb85+O9uYHeBXSX5qdrNWZYz1yvgXhWWtt8Vbl4rrmbt6voyxZDH51ofsEsaggKov3/Wiqgv8kFrUa24Nv6yn9LJ0CMqUM+5svAAAAABQHORfAMo7NQVS5HVCLbMdX7F9ldFklDmU2lughZZJkTK9yr+WubBEYB0sbV/7Yvbl39uuQVtxbe0bdbBdQ10K9K+st2Rklfwq5f+QAv3y2pFs1yBr36jdvJd/Wv3OigLXq5JpnUajkUV2Tra4tv2xB1ItC58N7jjQLqGTalWt2adtpCiy2kG15XbH0Z3v/PKe7Ycqjek5+omRjw/pPNga+akPT3np21eWWb46BYZfIm9m5eXZqf2v5Hp2ujTpIrdpGWmxSdecsCk/0w37/pZF58b2L74ic8YQy6ewL2avuJ59J/O+6PIlGtJpcP69jUMa9Wp5S95hsQdkume3d1DHgflPqR1USxWXsjMEAAAAgOJg/iMAiMhWvdUUyH2x+2UwoQbV5Mc+baOuNflROmXpt0pKPd3mgQ6FPP/p1DPJ51PsZsw1qBleyCn1a9TNP+jp4ZmVk1UzsEb+XV7XW9YqISUhNunk6fNnUtJSTiTGbDkYrW5kmWM0FnKWPFIV1StVK/CAusF1RZHd0fv2tbvXyfc7c/ks+WgS2kTmWTIGkrlS/oOt99n8Yfks+cGrumHthgV+ORJTElUx8NmholB7Y/aHVAspcFfClSdZuGnxwk2LC3mS/bEHxfXsPZ6Xf4XXrG8b5NmKqB2xcsdfWdmZR+KORtS66j+G4MDq+Y/3udI0V/iXDAAAAEB+5F8AIKLa9FbrlK+IXqXyr/TM9A17/7bsuubkxwsZaba3CCzcgVMHu/h3sh3x961YyPG+Bt9r7fLz9hNFtnrXGhnlbDu8XcZeovhSL55TRdWAoAIPCKoUJIqsbUTrdx9467mvXpIvr3xz74m98vHRr5+EBYc1CmnQqn6rQR0H5L9Xpgq/fAw+GZkZXyz8qlernnWDw+yOSUxJKtqHIGTYdK1d1vzrumKSYrKN2QXe1lOJTYpVn2ONKjWudUytKpf7ufbG7LXLv6pWrJL/eGuOZk0GAQAAABQR+RcA5E2BbNegzZaD0Yu3LHnk1rxVrlZaJj9W9qvcJrzVtc6SCYgqWoe3mjTw3sLfRf0a9exGdDpdIcfbrvx1wz757dMvF39jOyKTpga1wlvUbd6hUfsRr4zJP/POjlZ7nWnydit5XVe3Zt0Wv7Zg5Y6/1u3dsGHPBhUSHU84Lh8yp1u3e/07D7yljrRtmxre7dZBHQfe/da9Oaac57568YdnvrHrAlNfCxka/vf+Nwv/AKpdo5Et70mupJmjbxnVs2UPUahCugKlogejBdIW+uQAAAAAiov8CwDyRLaO3GKZAnno1OGIWuHLt62Ug33bRV1r8ppUpWKgl4eXTF5S088XvphXmVi6dZkKv6r6Vxl5y4h2EW0jakdY1/CS6d51wy+pcoVKqoi/xprrSUVuvLLyMfgM6jhAPuTHsPVg9N/7N27av/lw3BFh6VZbs2tN9+bdhU2Xk4yinh77b61Ge2uXofPX/3bo1KEfls+86+rbRNaqWutE4gmZpoXXrC/TTHFD1PJkkinXdJNfUOuMzoSz17y9gHVSZ2W/69xKEgAAAMBNYv17AMgT2bqXupXhqp2rrZMfI1v3LvysepZVuo7FHyvwroV5z7Zj9U+r5y7btuJSVmmvWT5v/a+q+ODh9yb2u7t53Wa2C9ifTj1TlCdpVKexKhLOFTw3MC65qPcilHlWSlqKjBeTz1+eiemh8+jYuMNjwx+d/fzMqRNeVoNrd6+3O7FtRBv1pZl82yPqrpef/j7Dbhn7OtUuR1fXmt64P/bAzBWzF29ZknjumpMcQ6+EVscTTlzrmFkrZ89b9+vm/VtEofSeXqrRrJDXJyH5yqJmIQ0FAAAAgJJE/gUAeQIqBLRp0FoWa3etXRa93JxrrhYQ1LJei8LPqh10eSX1+Wt/zb83IzPjhW9eemP2W2/OftvT4zrr0ztc3Jk4uZWZl93aUsqSrUtVYTKZCnmSWlVrhlUPlcXKbSsvZV+y25uVk73CcpeAojh1Ni7q3/3HTr/z2+Xf5d/bqfHlGwikZ6Vf6xkq+vg9OfJfspBp4/PfvGy7DFZI0OXo6uc1vxR47nvzPnhn7rvPffVi+qVrBpG+Bt8qFQNlsePIjiOWfjQ7Ww9te/vnd6fPfO2XdfOtg9Z5rHb9dJFtesnt4VNHZOSX/6mSziUts7x09WvWqxZQjDXUAAAAANwA8i8AuCyqdaSwNArN+WuusNz58bqnjO05ShXvz/9o97E9trtMZtNzX794KSsvMxrZY7iHrrTnm1evnHcPwcycrIMnD9nt2rhv02d/zFC1SZgKfx75wcvt2QvJb815x2j6586DMu555+d35bgomtpVazWoHSGLX9bMzx8JrdyxWhWNajcqCIO5BAAAEABJREFU5En6t+/bsVFeUrb3xN6ZK2ZZx6Na9QoKqCosd+38ebV9BDZz+aytB6Nl0a5Bm3o1Crth5djeY4Tla/f81y/ZfWrJ51Ne/WG6qkfdMsI67q03qCLlwjnb4+/uc5ePwUe+Si99O/XM+bO2u47GH3v048fTMtLElf/qAAAAAJQo1v8CgMt6t+r5+qw3ZWBx6FReYKT6dwrXvG6zSYPum7Hg88zszAlvTRzRY3jTOo0rVQg4cPLQn5sXqTl6ETXDx0fdKUpdx8Ydth3eLovHPn3i/wbd26FRe28vn32x+xZuWrRw02LrYZcyLxX+PKNvGbVm17qN+zf9tuH3I/FHB3XoX6NqzcTkxMVblmw/skPvqc8q8lrvU26d/MAHD+e9Vm9O7NuuT7OwpkH+VWJOn1q9a030obx8KrR66KhbRhb+JC+Me3b4S6Nkrvfp75/1anVLjcC8Gyz6V/CfOuHl+997SNavz35z7e513Zt3q1a5WmzSyTW716jwy9fg++SoJwp/8ruixm3ct3HLwejDcUeGvzzqjt5jQ6vV0ek8dh7bueDvP8+nX5DHDOo4qE14a+sp1tW7vlz8TdqliwZP/V197vTW+1TyqzQu8o7/Lfhc/uc0auqYsb3G1AkKMefmbti3YenW5SpJlK/AhL7jBQAAAIASRv4FAJepKZBbDmwVlrsENg1tWpSzJg2YWNW/ygfzP0rLSJu7+pe54qrmo+DAGu8+9LbByyBK3d1979p3Yv9fO1cnnUua+v10211ajXZi/7tlxCP3njxz6rpP9d8H3vr3/55av/fvvSf2yod1vFFIw2Fdh7324+t5b1z7RgFW7Ru1m3Lb5PfmfSAjs983/CEftnvr16z34cPv6z2vM1G0eqXqkwbd+8H8j2UE9sLXL3/5xOVGtnYN2n7++GfTZv5Hxo7r926QD9uz5JfgP/e+Wnjzl+WT0Lz7wNuf/vG/mStmX7x0UaZXdgd0adLp+Tufth2RAZx8HfbHHsjKzvx+2Q95xzTtLIMtWcgXWe+ln/HH5xcy0vI/1bAuQx4fMaX0GwMBAACAcohfuwHgH3l3gbTkX/3a9S3iKTIxua3rsB7Nuv+w4sej8UePJx4/k3q2csXK1SoFDWjff2iXwV6lvvKXIkOu/97/5qLNS+as/inhbIKazVfZr3KbBm3+b+C9YdVD566ZJ/Ov1IupWw5sadewXSFPZfDUv//Qu8u3rZi/7rdjCccuZqY3rN2gSWjj+wZM/Ntyo4A8NqtxFWJc1B1dm3X5etE3+08dTLmQIt+7sERaUW0j7x90XxGDwjsj71iwadGx+GM7ju6c89dPo2+5PAu1dXirOc/PnLVqzr4T+04kxcQmnfT19q3qX7Vjow7jom4v4m0WvfU+j494rE/bPn9sWHA8KUZ+vpcyM6oEVAmpGjKq58huTbvkP+W9h975YuFXeauGxR/Ve3idS7u8wL9Oq7sralyvlj3lB3k04dixuLyXrmaVGq3DW4++ZaRaWA0AAABAKdDkFu2KBQAKkXuF2Ww2mUxGozEnJ+fNJW8v3Jc3z65n4x7PDHm6KM+z8cjGF+e+Igsfvc+vj/0iAJSuAW8ONprz5ma+Pvo/rcNaFeWUl3+ZuuFwXgzat37UXW3GeXl56fV6LwtPT08PDw+dTqe10FgIAAAAuLinn3763LlzkydPbtKkiXAR9H8BAAAAAADAnZF/AQAAAAAAwJ2RfwEAAAAAAMCdkX8BAAAAAADAnZF/AQAAAAAAwJ2RfwEAAAAAAMCdkX8BAAAAAADAnZF/AQAAAAAAwJ2RfwEAAAAAAMCdkX8BAAAAAADAnZF/AQAAAAAAwJ2RfwEAAAAAAMCdkX8BAAAAAADAnZF/AQAAAAAAwJ2RfwEAAAAAAMCdkX8BAAAAAADAnZF/AQAAAAAAwJ2RfwEAAAAAAMCdkX8BAAAAAADAnZF/AQAAAAAAwJ2RfwEAAIfRaDQCAAAAcDLkXwBKCpfBQHnDdz0AAACcE/kXgBLBZTBQDmlsCAAAAMBpkH8BKCnWC+BV+1bLR3FOFRlZGX1e7y8AlJGn5zwrionMCwAAAE6L/AuA46nuj9zcXAGg3NAURAAAAABOgPwLgINZr3i59AXKFRl5ay1swy+CMAAAADgD8i8AjqEavmyveEe1GdGjfvecnByj0WiyUIU8zGw2C8vVsnULd3L27Fm5rVy5soxCBNyONcxSX1+51VkE+QXJbf4IDAAAAChz5F8AHMYagSkhlUOC/YJl5qUiMLk1XSHzL8IvdyW/uEfTjsoiLCjMw4OfMu7JmnSrtEvlX/LLbc2/iMAAAADgVLgyAVAi1IWxvBiWaYjc5lqoi2E5nnuFIAJzOzLfzMrKkoWnpyf5l1uyneNsTbus+Zdim38RgQEAAKDMcWUCwJHsEi51VWzdpa6T1fxHa+xF/uVmsrOzVf7l5eVF/uWWbPOvorSAWY8UAAAAQBnhygSAA9je7dG26UN1flnHrR1h1uYvuB/5lVX5l8FgsKafcEvW73Rr/mXb/6XyL8GtMAAAAOAEyL8AOIzdrChVyytha4eI2cJ28iPcT3Z2dmZmpiz0ej3r37s32/xL5d0qCLNb/4t7wgIAAKDMkX8BcDxr/qVCLlmbTCaVf+XaEHBH8gtt7f8ScGvWbEulXdqC0AIGAAAAZ0D+BcCRbK9yVQRmvSlk7tXUMaRg7kd+rWX+Jbeenp4C7ss22LLtArtW8xcAAABQhsi/ADiGdQkwuwhMvmk2m617Cb/Kg+zsbJ1OR/7l9vJHYLZBmO3i94IWMAAAAJQp8i8ADmO3Cr61sDZ/iSuZF8mXezMajepWgALuLn8EJmyyMEH4BQAAAOfAxQkAR7LOdrR9U1y5+rWLvUjB3JL8ssr8y8vLi5s/uje7SMsu8rYbEQAAAECZIv8C4GD5J0Jawy+7y2DyL7dkNptNJpPtPUDhlvKnWgUGXoRfAAAAcAbkXwAc71oTIe0CLy6M3ZK6y6daBF2g3Cjw25nvcQAAADgJ8i8AJcJ63WubeXExXB4YjUYZgakV0AXKJb70AAAAcDbkXwBKFlfC5Y0Mv+RWp9PxpQcAAADgJMi/AACOZDKZhCX/EgAAAADgHMi/AACORP4FAAAAwNmQfwEAHIn8CwAAAICzIf8CADgS+RcAAAAAZ0P+BQBwJPIvAAAAAM6G/AsA4EjkXwAAAACcDfkXAMCRjEaj3Hp48PMFAAAAgLPg+gQA4Ej0fwEAAABwNuRfAABHIv8CAAAA4GzIvwAAjkT+BQAAAMDZkH8BAByJ/AsAAACAsyH/AgA4klr/nvwLAAAAgPMg/wIAOBL9XwAAAACcDfkXAMCRyL8AAAAAOBvyLwCAI5F/AQAAAHA25F8AAEcym81yq9VqBQAAAAA4B/IvAIAj5ebmCvIvAAAAAM6E/AsA4Ej0fwEAAABwNuRfAABHIv8CAAAA4GzIvwAAjqTmP2o0GgEAAAAAzoH8CwDgSPR/AQAAAHA25F8AAEci/wIAAADgbMi/AACOpPIv5j8CAAAAcB7kXwAAR1Lrf9H/BQAAAMB5kH8BAByJ/i8AAAAAzob8CwDgSPR/AQAAAHA25F8AAEdi/XsAAAAAzob8CwDgSKr/i/mPAAAAAJwH+RcAwJHo/wIAAADgbMi/AACORP4FAAAAwNmQfwEAHIn8CwAAAICzIf8CADgS638BAAAAcDbkXwAAR6L/CwAAAICzIf8CADiSyr/o/wIAAADgPMi/AACOpOY/0v8FAAAAwHmQfwEAHIn+LwAAAADOhvwLAOBI9H8BAAAAcDbkXwAAR2L9ewAAAADOhvwLAAAAAAAA7oz8CwDgSKrzS3WBAQAAAIAzIP8CADiSWvlerQIGAAAAAM6A/AsA4Egq/6L/CwAAAIDzIP8CADgS8x8BAAAAOBvyLwCAIzH/EQAAAICzIf8CADgS/V8AAAAAnA35FwDAkej/AgAAAOBsyL8AAI5E/xcAAAAAZ0P+BQBwJPq/AAAAADgb8i8AgCOp/Iv+LwAAAADOg/wLAOBIav4j/V8AAAAAnAf5FwDAkej/AgAAAOBsyL8AAI5E/xcAAAAAZ0P+BQBwJPq/AAAAADgb8i8AgCOp/i/yLwAAAADOg/wLAOBIqv+L+Y8AAAAAnAf5FwDAkZj/CAAAAMDZkH8BAByJ9e8BAAAAOBsPAQCA49D/BQAAAMDZkH8BAByJ9e8BAAAAOBvyLwCAI7H+PQAAAABnQ/4FAHAknU4nyL8AAAAAOBPyLwCAA6xcudJkkZCQIMOv/fv35+TkmGyYzWbrVtFqtffdd5/BYBAAAAAAUJLIvwAARWI0Gl955ZXTp09f90iNRnPMovDD+vbtS/gFAAAAoBRoBQAAReDh4TFu3DjhIJUrVx4wYIAAAAAAgJJH/gUAKKqIiIhOnToJR7jtttto/gIAAABQOsi/AADFMGLECF9fX3FzQkND27VrJwAAAACgVJB/AQCKoUKFCmPHjhU3QaPRjBkzRgAAAABAaSH/AgAUT7t27Vq0aCFuVNeuXcPCwgQAAAAAlBbyLwBAsY0dO1av14vik2cNHTpUAAAAAEApIv8CABRbpUqVbizGkmf5+fkJAAAAAChF5F8AgBvRs2fPkJCQYp1SvXp1eZYAAAAAgNJF/gUAuBFarXbcuHEeHh5FP2XUqFHyLAEAAAAApYvrEADADQoJCenXr18RD27RokWTJk0EAAAAAJQ68i8AwI3r379/UFDQdQ/z8PAYM2aMAAAAAICyQP4FALhxMtgaN27cdQ/r3bt35cqVBQAAAACUBfIvAMBNiYiI6NSpUyEHyORrwIABAgAAAADKCPkXAOBmjRgxIiAg4Fp7b7vtNoPBIAAAAACgjJB/AQBuVoUKFcaOHVvgroYNG7Zr104AAAAAQNkh/wIAOEDLli1btGhhN6jRaFj2HgAAAECZI/8CADjG2LFj9Xq97UjXrl2Dg4MFAAAAAJQp8i8AgGNUqlRp6NCh1jcrVKhg+yYAAAAAlBXyLwCAw/Ts2TM8PFzVQ4YM8fPzEwAAAABQ1si/AAAOo9Vqx40b5+HhUb169W7dugkAAAAAcAIeAgAAx6lWrVq/fv3q168vszABAAAAAE6A/AsA4GCDBw8WAAAAAOA0yL8AFFVubq4AgJKh0WgEAAAAUDLIvwBcX4HJF3EYgJthF3ipf1JIwQAAAFASyL8AFMYu5LJ901oThAEoOmvCJf/psNa2g4IUDAAAAI5G/gXgmvKnXfm3+Y8EgELYZl52aVeB0RgAAABw88i/ABTMrr0r18JaXCsIA4Dr0lhYC5V22aVgRGAAAABwIPIvAAUoMPy69NVI0+5fBQA4grblaM/bv9bkI4jAAAAA4GhaAQDXoMIvs0XOkTWEXwAcyLxjjvHEJpOF+ncm14YAAAAAHIf8C4A92ytPdUWal3/NmyIAwKGMvz5uNBoLicAIwgAAAOAQzH8EcBXbmY+KvLDKelUAABAASURBVCI1bvranLBbjRui/uUR2k4AwI0yHt2QufIDWWjit5t3/GxuPlyn01n/8dFq8/44x1r4AAAAcCDyLwAFsG3ByM1Kz1n4ghrXBTc29HxYcC0K4CbIDD175+/m5BOyzl38vLlB/1wvbxmBWQ+QEZjdrSEBAACAm8H8RwD/sJ1qZG3+yl46XaSfVYM+w6YTfgG4WVqdz5Cpl8uLSblr3rPOglQTIZkFCQAAAMci/wJgz3bmoyn5hGnNB2rcs+kAXUgrAQA3zSOiu0eDnpfrvz82nTulIjDzFayCDwAAAAci/wJwmbXP4qqVv/54WpNrzNut9fQe+JwAAAfxGfSS0OTNedQYL3msnG63EL5tF5igBQwAAAA3h/wLgL1/mr9ObMzd+5sa1He7VxtQUwCAg2irhOo736Vqz33zcuN3FngvSAEAAADcNPIvAHnsmr/yLj1NJuP8KWqvxjfQu9dkAQAO5R35mMbbX9VeS561XQKMFjAAAAA4EPkXgIKXvTdt+U4k7FKD3n2fEl7eAgAcy+BniHxclZ6JO7R75huNRkv8br8KPhEYAAAAbgb5F4DLrrrQzEo3LX5RjeuCG3u1HSkAoAToO96pDQy9XP/1qikrw7b/i1mQAAAAcAjyL6C8K7D5y7jidZF+Vg36DJsuNBoBACVBq/MZMlWVuvTTnps+M1owCxIAAAAORP4FII/tyl+m5BOm1e+rcc+mA3QhrQQAlBiPiO4eDXqq2rD509yLZ1TsxUL4AAAAcBTyL6Bcs1v2XjEueEaTa8zbrfX0HvicAIAS5jPoJaHRyUJjvOS18tX8d4GkBQwAAAA3g/wLQJ5/mr9ObBR7f1OD+m73agNqCgAoYdoqofpO41Wt3z9PJOwq8EaQAgAAALgh5F9A+WXX/KWmGxnnT1F7Nb6B3r0mCwAoFd5Rj2u8/VWtX/qcyYZdF5igBQwAAADFRP4FlFMFLntv2vKdSNilBr37PiW8vAUAlA6DnyHycVV6Ju7Q7fu9wBYwIjAAAADcAPIvoFy7almdrHTT4hfVuC64sVfbkQIASpG+453awNDL9V//MWVl2OZfzIIEAADADSP/Asqjgpu/Vrwh0s+qQZ9h04VGIwCgNGl1PkOmqlJ3Md5z8wyZfxmNxgK7wAQtYAAAACgy8i+g/LJd+cuUfMK07kM17tl0gC6klQCAUucR0d2jQU9VGzZ9nHvxjAq/7G4HKQAAAIDiIP8Cyh27Ze8V08LnhDErb7fW03vgcwIAyojPoJeERicLjfGS11//sV0FzO4fLkELGAAAAIqG/Asov/5p/jqxMXf3fDWo73avNqCmAIAyoq0Squ80XtVee+ZqEncXuBC+AAAAAIqM/AsoX+yav8yWaUXG+VPUXo1voHevyQIAypSh9xSNt78sNBqhX/qcyQY3ggQAAMANIP8CypECl703bvlOJOxSg959nxJe3gIAypTGx98Q+biqPRN3aPf9UWALGBEYAAAAioj8Cyh3rlo+JyvdvPhFNa4LbuzVdqQAACeg73inNjBU1Ya/pptzsmzzL2ZBAgAAoFjIv4DyouDmrxVviPSzatBn2PS8uUYA4Ay0Op8hU1Wpuxiv2/SZzL+MRmOBXWCCFjAAAAAUivwLKF9sV/4yJZ8wr/tQjXs2HaALaSUAwGl4RHT3aHCLqr03fpR78YwKv+xWARMAAADA9ZB/AeWC3bL3imnhc8KYlbdb6+k98DkBAE7GZ9DLQqOThcZ4yfOv11gFDAAAADeG/AsoX/5p/jqxMXf3fDVo6HafNqCmAAAno60Squ80XtX6PT+L0wcKjMAEAAAAUCjyL8D92TV/qYtG4/wpaq/GN9DQ6xEBAE7J0HuKxttfFhqNMCx73mSDFjAAAAAUEfkX4OYKXvZ+83ciYZca9O77lPDyFgDglDQ+/obIx1TtGbdZe+BPZkECAACguMi/gHLhqnW/stLNi19Q47rgxl5tRwoAcGL6juO0gaGqNqycZs7JMl+NWZAAAAAoHPkX4M4Kbv5a8YZIP6sGfYZNz5tTBADOTKvzGTJVlbqL8R6bZ9hOgVTElX/lBC1gAAAAyIf8C3B/tit/mZJPmNd9qMY9mw7QhbQSAOD0PCK6ezS4RdX6TR+b006r8Mu6CpjaCgAAAKAg5F+A27Jb9l4xLXxeGLPydms9vQc+JwDARfgMellodLLQZl/0XP0Gq4ABAACg6Mi/APf3T/PXiY25u+epQUO3+7QBNQUAuAhtlVB9p3Gq1u+ek5u0v8AITAAAAAD5kH8B7smu+UtdHBrnT1F7Nb6Bhl6PCABwKYbej2m8/WWh0QjDsudNNmgBAwAAQCHIvwA3VPCy95u/Ewm71KB336eEl7cAAJei8fE3RD6mas+4zdoDC5kFCQAAgKIg/wLc1lXrfmWlmxe/oMZ1wY292o4UAOCC9B3HaQNDVW1YOdWck2W+GrMgAQAAkB/5F+BuCm7+WvmmSD+rBn2GTc+bOwQArkir8xn8sip1F+M9Nn9uOwVSEVf+9RO0gAEAAMCC/AtwT1et/JUaZ177gRr3bDpAF9JKAIDL8mhwi0d4d1XrN31kTjutwi/rKmBqKwAAAIAryL8At2K37L1iXPC0MGbl7fbQew98TgCAi/MZMlVodLLQZl/0XP0mq4ABAACgcORfgHuyNn+ZTmzM3fWLGjR0magNqCkAwMVpq4TqO41TtX737Nyk/QVGYAIAAACwIP8C3Idd85e6CDTOn6L2anwDDb0eEQDgFgy9H9N4+8tCoxGGZc/brgJm1wMraAEDAAAo98i/ADdR8LL3W74XCbvUoHffp4SXtwAAt6Dx8Tf0vpzve8Zt1h5cbLLBLEgAAADYIv8C3MpVPQ9Z6eZFz6txXXBjr7YjBQC4EX2n8drAUFUbVrxszskyX41ZkAAAAFDIvwB3UHDz18q3RPpZNegzbHreHCEAcCdanc/gl1Wpuxiv2/yF3Spgkrjyr6KgBQwAAKAcI/8C3MdVK3+lxpnXvq/GPZsO0IW0EgDgdjwa3OIR3l3Vhk0fmi4m202BVFsBAACA8o38C3B5dsveK8YFTwtjVt5uD733wOcEALgpnyFThUYnC232Ra81bxR4I0hawAAAAMo58i/AfVibv0wnNubu+kUNGrpM1AbUFADgprRVQvWdxqlav/NHcfpAgRGYAAAAQDlG/gW4NrvmL3WxZ5x/+Z5oGt9AQ69HBAC4NUPvxzTe/rLQaIR+ybPXugskLWAAAADlFvkX4MIKXvZ+6w8iYZca9O77lPDyFgDg1jQ+/obel3N/z/gtmkNLVfhVYAomiMAAAADKH/IvwOVd1duQlW5a/JIa1wU39mo7UgBAOaDvNF4bGKpq71XTzMYcuxtBMgsSAACgPCP/AlxVwc1fK9/SpCWqQZ9h0/PmAgFAeaDV+Qy6kv6fj9Ft+cJuFTBJXPnXUtACBgAAUM6QfwGu7aqVv1LjzGvfV+OeTQfoQloJACg3PBr29AjvrmrDhvfM6Sl2C4GprQAAAED5Q/4FuCS7Ze8V44JnhDErb7eH3nvgcwIAyhmfIVOFRicLbU6615o3C7wRJC1gAAAA5RD5F+DarM1fphMbc3fNVYOGLhO1ATUFAJQz2iqh+k7jVe2180dx+kCBEZgAAABAOUP+Bbgeu+YvdVFnnH/53mca30BDr0cEAJRLht5TNN7+stAIs37Js3ZTIGkBAwAAKJ/IvwAXU+Cy96boH0XCLjXo3fcp4eUtAKBc0vj4GyIfU7Vn/BbNoaUmG8yCBAAAKJ/IvwCXdFUPQ1a6cdELalwX3Nir7UgBAOWYvuM4bWCoqr1XTTPnZJmvxixIAACA8ob8C3AlBTZ/GVe9rUlLVIM+w6YLjUYAQHmm1fkMnaZK3fkY3dav7FYBk8SVf0UFLWAAAADlAPkX4HquWvkrNc685j017tl0gC6klQCAcs8jvJtHg1tUbdjwnjk9xW4KpNoKAAAAlA/kX4DLsFv2XslZ8IwwZuXt9tB7D3xOAAAsfAa9LDQ6WWhz0j1Xv1HgjSBpAQMAACgnyL8A1/PPsvcnNopdc9WgoctEbUBNAQCw0FYJ1Xcar2r9rlni9IECIzABAACAcoD8C3ANds1f6uLNOH+K2qvxDTT0ekQAAGwYek/RePvLQiPM+iXP2k6BpAUMAACgXCH/AlxAgcvem6J/FAm71KB336eEl7cAANjQ+PgbIh9TtWf8Fu2hpURgAAAA5RP5F+Ayrlr3KyvduOgFNa4LbuzVdqQAAOSj7zhOGxiqasOqaeacLPPVmAUJAABQHpB/Ac6uwOYv46r/atIS1aDPsOlCoxEAgPy0Op+h01SpOx/jsfUruxYwSVz511XQAgYAAOCmyL8A13DVyl+pceY176pxz6YDdCGtBADgGjzCu3k0uEXV+g3vmdNTVPilturfVWIvAAAA90b+BTg1u2XvlZw/nxXGrLzdHnrvgc8JAEChfAa9LDQ6WWhz0j1Xv17gjSBpAQMAAHBj5F+Aa/hn2fsTG8XOn9WgoctEbUBNAQAolLZKqL7TeFXrd/4oTh8oMAITAAAAcFPkX4Dzsmv+UhdpxvlT1F6Nb6Ch1yMCAFAEht5TNN7+stBohH7Js9wIEgAAoFwh/wKcVIHL3pu2zRIJu9Sgd7+nhZe3AAAUgcbH3xD5uKo947doDy0hAgMAACg/yL8Ap3bV9Zgxy7jweTWuC27s1WaEAAAUmb7jndrAUFUbVr1qzskyX41ZkAAAAO6K/AtwRgU2f+Ws+q8mLVEN+gybnjeHBwBQdFqdz/A3VKk7H6Pb/IVdC5gkrvyrK2gBAwAAcCPkX4Dzumrlr9Q406r/qnHPZoN0Ia0EAKCYPMI6eDaKVLVh04emi8kq/FJb9e8tsRcAAID7If8CnI7dsveKadGLGuOlvN0eeu8BzwgAwA3xHvC80HrKQpt9Ub/mjQJvBEkLGAAAgJsh/wKc1z/L3p/abt4+Sw0aut6rDagpAAA3RFslVN95vKq9dv4oTh8oMAITAAAAcCPkX4BzsWv+UhdjxvlT1F6Nb6Ch58MCAHATvHs/pvH2l4VGI/RLn+NGkAAAAG6P/AtwIvmXvc+b+bhtjji5RQ1693tGeHkLAMDNMFQw9HlSlZ5xm7WHlhCBAQAAuDfyL8DpXLXuV06mceGzalwX3Nir7QgBALhp+vZjtUHhqjasetWck2W+GrMgAQAA3An5F+As8jd/yQuwnFX/1aQlqkGfYdMFAMAhtDqfYa+qUnc+Rrf5C7sWMElc+ddY0AIGAADg4si/AOdy1cpfqXGmVf9V457NBulCWgkAgIN4hHXwbBSpasOmD83pKSr8Ulv17zCxFwAAgHsg/wKcgt2y95dX/lr0osZ4KW+3h957wDMCAOBQ3gOeF1pPWWizL3qufr3AG0HSAgYAAOAGyL8A52Jt/jKd2m7ePksNGrrdpw2oKQAADqWtEqrvfJeq9Tt/FKcPFBiBCQAAALi4/B4qAAAQAElEQVQ48i+g7Nk1f6mLLuP8KWqvxjfQcMtDAgBQArx7T9F4+8tCoxH6pc9xI0gAAAC3RP4FlLH8y97nzXzc/pM4uUUNevd7Rnh5CwBASTBUMPR5UpWecZu1h5YSgQEAALgfDwHACVy17ldOpvHPZzSWcV1wY6+2IwQcyhi778zzAwrYodVpfPy03n4an4oeQXUMrXp7d75VaN3i7wTyP6sTezzDmtmOJYwPlVtD2/6VJn8qnMzlj63D4EoPffjP4IR6wmwytO5TacoMATiOvv3YrL+/NZ8+LGvDqmkZ9XqadTrrFEiNhchrENMIAAAAuCb6v4CylL/5S15r5az6ryYtUQ36DJsuUGrMptyLqaYzJ40xezO3LEyd8a/kN8flZmYIF2c6HXt22m3pi78QAAqk1fkMe1WVuvMxHlu/smsBk8SVf6UFLWAAAAAuiP4voOxdtfJXapxJ5l+Wcc9mg3QhrQRKjC6ojneHQdY3c3MyTadPGs+clBFYbuZFOZK9b33K2xMCn50lL4+FizKbTj8dJYxZHlVDBIBr8Ajr4NkoMmf/clnr/34/vflok18VrVYrIzCNRiML+c+z3NICBgAA4KLIv4AyY7fsvWJc9KLGeClvt4fee8AzAiXJo1qo38gnC9x1ac3c8zNfyb2Uln1o8/mvn/Of+LpwUfI/M2OWcAvB3xwVQInxHvB8zsHVwpyjzb7oufoNY//XtRbWWZDW/i9Vk4UBAAC4EOY/AmXP2vxlOrU9d/ssNWjodp82oKZAGfHuPiLwqZnCw0vWGatn5xzZLgC4NW2VUH3nu1St3zVLnD5gNwXSmn8BAADA5ZB/AWXDrvlLXVwZ509RezW+gYZbHhIoU551m/vf/ryqL/z8pgDg7rx7T9F4+8tCI8z6pc9xI0gAAAC3wfxHoAzkX/ZeMm3/SZzcogb/n737AGji+uMA/rIT9h4OcAtOHIB74t7VarW1VbuX3dbWrn+nXXbvarW1S23dG/fGvRguEET2Dtl393/h8IwhUERGEr6f//3Tl8u7JBCIuS/v/Z5q1CtEriLQ0FQDphb/vZDTawwJh9iSArG7t1UHJjO5NPZXQ/JZU/oFkUwhbdpW1jzMbdQjYp+gyu5Td2yrLm6j8foleqzY00/atJ28XU+3kQ/yY82sGBIOl277xZRxmSnM5kwGaVAraVBLecsu9IlVfDIVZcxpR0wGvq09tJZutOH9zI/KHsOteupP7dLsX2VMTWRy0+ijyMOiXYfMkDZrb/NuudLiknVfGVMTTOkXOZ2afgnSJm1dB0+XtbntcnWm65fUG783XDjG5GVIfINlzcNdBk9XdB5gs3Nl6z9yBp0m9jfDldNM9lVTbhox6OkLIQkMlbfo7DJ4hkjlZuuBDZq9KzX7/2GyU+nrKw0Jl7fs6j7pWaYgM+fV4Vbfpdw3xxuTz6j6Tfaas7B4xYe641tZbYn5qfa9SzXgbr4PW5hdum2pMS2BybnG5F4TKVwkQS2lQS0U4X1UfSZarSKa+84U48Vjqt4TvB7/wnQ1Xr11seHCUaYgSxoQqujUz23Uw2KfYPPXpSvV7FulP7ffkHBQJHeh9+Y+5UX60hCoO0o31Yh5mjULaFOWHme4sI0JG8nPghSJRMIsSL4vZkECAAAAOBApAYAGckvdL6POtPEV/ixKEtxB3mMKATsgkiuV0WO0e1fStv7cPlXv8cJNnE5T/Mc7mr0raCJTvofGVUU5hviDmj0rPKbNdxlyL7E6MTYZi359U7P7D2EHU1ZrX39qh2bP396PfS5rHWHZXbv/38KfXiQce/MOUuPpRuMz9eaf/N5aK/GrnRmy6g3flaz48OajXEukm2bn7573/8/8VdzKePlU/pePsQWZFntO0k174B/X4bM9ps6zGeTZREOrol/fKPvOmTFZKXTTHdvsOec2qq3R5Kjg27lsfsYtTzL5DN10h9eXbl/m9/o/VnEkW5yb9940mire7H/xON10p3d63vdW+S5bmUbBD8/rjqwvf9yEQ6rIUXybZpQ0FyMGndCTM2jZkjwacmn3rdIeXuvz/BKbSyio135V8s8i4TtAU1S6afav9lvwt8QrMO/jmfSrKL9DXamhOCfv/Wlej32h6jOBQJ2RR83QHVzKZl+kbeWudzStB7MSiTAFUlSGlIVfBAAAAAAcB/IvgPpWcfAXPacy7vpUVFIeKLhMfI+A3ZC36c7nX6a0BGKRf9HgRrt/FW2IfZq4xtwvbdKKJmLG1ITSLYs5nbpo2Wusptht3BOWd5W38F7DhTjakLXorIwaI2vShlUXGlPjS2N/pblP7ntT/d/eIG3Wju/MZKYULplPwy+xp78ycrSsWTuxZ4ApLV4ff8iQeJgmOEVL5vvM+63qJx+85AJhTBmz29A2P9qoYh8a+tDIiUgVLv3uUnTqx5YWaY9soCkeYU30a5S362k5Csxw/kDex/ebIz+50nXgPbLQTmI3L1NWiubgatPV86VbfmYLs72e+JJUA/2uFv36Om2IFC6uI+bQ7wnNjIxXTtMsqSwUqxY2PzPvw/uIUW9eL6LnCGlIuKxJW/N39Vqi9vB6tjCLyUsvXPaaz3M/3zzGZMx9dyqTeYU2ZW26ufSZJPFrZspOpVEmzRbzv3y0vFuFmW2GS6eYTHNkRvvT15rVFNEX0fwNPLalePn/aMP8SnUfTl9BqX9zJjfdkHxad2Qj/aL0Z/aUblniOvphqzvUJxwyj8gTS2muqowYwpYUlG5fSlM5rrSgaPlb9Dtpun5JNeBuRXgfTq+hXw593elRJSs/UkWNqn7ICLdNJHKZ+K76x2m0KSm6Kjm2hOn9uFAIn8+/JBIJCuEDAAAAOBbkXwAN45bKX4XpDM2/yvbLuoyThNz2JDKoO2JXL77BFOcKO3VHN/PhlzS0o++838TuPvx+VZ+Jym5D8z+dQyOwkjVf0FyDZiX8Tdp9q/jwy33Ki27jnxLuSkUTz/5TchfeS1OPwiUv+72xmt+vObiGn7ro++IyaWiH8t49hrlNfKbgi0d1x7fqz+0zXb8sbdKa3CGjXhIQ6vvSr5LAUH6Hy+AZBV8/qYvbSHMu+pW6CfmXyUizJLqTflHmQVXegfxuBSGuw2cVLXtds/tP7eF1qv5TKpvAKGCL84r4zMjd1++Nf4WHpt9AWetuhd89Q6pHvekHc/hFiOd9b1gOVaPfVfe7nst+cSANCvWnd9G4SqR04W+i+Roffim6DPKZ+wORK/gvwWXA3fSFMyQdqeyxaPgl9gn2efIbWdvuZVeTxR6+tFGypizvk8rp95AGcEJ/FzLTOOS+3P9NpG1t3IaK+RdNuERylc9Ly+Tto8qfdq9xWfMGcepCc/5Iv6hZ7wlfFG0U/vC89sC/NNEzXDwhD+9FoM5IW0bLwocZE7bTtvLQF6VdpjHufvwUSIoPwvirBAAAAAAcBOrfA9Qrq7L3PNPmN0QmrflmqcJlzOsE7InY1ZNvsMX5wk71xh/M/5HIfJ74Sgi/eDTLcJ/wtLll1Gt2/s7v5DQlxX+b5/TJO/SxDL94NN7ymPy8+YhLJ40p58ofjp9gKJFJglpa9XcZOlPVb7LH9NfENitb3T6fZ38SEigeDY/4hjEtSdip3vQjDX1ow/uxL4Twq5xE6vnAO2KfJrRZun0Z+S80JqMRIW24jnrY6qFpaEhjIFI9TN51sVeAJLAFzeysbhIpXRVdh5hbLMNYzI7knx4Nnrwe/YwPv4T+3k9+RX8Hq3g4t9GP8OEXxb8unLqIxoJiNx/6nC3DL56sdQR9bvzztH2HYx8Twi/zc3DzUvUYWX5sm25Wk09VvcunPVrO3IQ6ohq9gIhltCE2qOV7P7K5ECQK4QMAAAA4EORfAA1DGPzFXDvJnfyT36ns/7DII4CAPeFMxvIWa7rRYI2pCaRstI4kuFXFQ1xHzKGBCG0YrpQXb9Kf3cOWDR9Tlc2Yq0jZPYZvGC+f4ht8bkIYY/7nDxuTz1p2VnTq5/XIp66jHrIOoWpEEtRamHQpkAa35pMgtrRQ2Kk9uIZeir0CZe162LojqaJjH/OXkHKW/Bf92b18w3XofRVvdZ/0LKke72d+CPwyLuDj3cTWSBzJjbJf3I3KXKbUeCYvnTZcBk6ruIAAjdJcBk6t4uEUnazHtYncPP0Xbg/89gR9RWweIvEyv0Zc2SC1ipQ9R1r3v1HTTdVrvPVNnv58g8nPJFDHxH4tFH0e4Nvy03+Q7ESbERgBAAAAAAeB+Y8A9cdq8Bd/EmVaXX6qL3L1VQ56koCdYdXlAZDYpXwgmPHqeWIyxxmy5uG2j5HKaKJkSDwsFC835VzjG0VLF9CNVI5GZi5DzQ2XAXerN/7AlRYYzu/PfXO/xK+ZssdwZY8R5uFCtTrrSuIbbGOvSCR282QLsznjzZruppxUYp61l5Vxf4sq7pAexRbmiL38q+hjKhtHJnL1tLk4o3lolVh6M3CsJoPeSOOt/OtMYQ5bkGW4eNxw5dSNxytfBNNwI16sGPnxZM3DKr1/qeI/Z5typcXGNPocMul3wJR7zZAUZ0pLLHsCRhu9xVJpU+unIbpR2EvqH2J9k1x542FYAnVPNfRZw/GVnLZIRFjFtgW6e1eJLViO/0IVMAAAAAD7h/wLoJ5ULHtPMSdXkLSj/E7VqFeIXEXAzjBZyXxD4t+cbxivnC7fc+vEPUsSGl4kHua0JUxmiiSoBQ1lSPWY0i/wDbGHr9/rqwq+eISf7MbkXivduoRuYjcfWdvu8padXYbcx9efukPVnERJkx1SySCmiowp5xQRg6vowKoLyI2xUTaIRBKfIPolk+o8MXWhevNP+vP7zVNHb6zFWRmmIJtvSHxtL50pCaj0NaWBYGU3ma5fLt22RB9/iK8sVk3mkmSVJyYiF08CDUvpphoxT7PGHFjL0uP0F7YxYSP58Et0g/DGjggMAAAAwM4h/wKoV7fU/TLqTBtf4c+WJMEd5D2mELA/woghWauufEOYTHc791KeHHnOfl9SYVyPJcs0Stqktf8H2/Tn9utObNMd38YW5RBzcpSvPxlLt9Ldfwe8u1nkducpSbXO2IWBYLK2PdwnPVd1Z5lQsL9S/zH7XqRwIdXAZF3NfXcK/50pP1DpJgvtKGvZWRHeW590tHTT97fcrVR2o2X7q64qvxDb/hdTf3JH/hePWo5WM08RDe0gb9VV0bF/8YoP+XUPbDyWREbAvsmjZugOLmWzL9K2atc7mjZDWYlEmALJR2Ck6h8bAAAAALAPyL8A6kPFwV/03Mm4a5GopLyOj8vE9wjYH7akQJ942NwSSxU36pRLb9T8YrJTKzuQLzJlPs7Tj5gn9LXgr4pU7opO/Uj1iSWKLgPp5jnrPeOVM/ozu3Rn95kHoDFGNv96yZovPO57g9QLsVcAkcqJycCpC2/vS7BF4uFjKi3gJ1TaZMpKIf+J4/I/e5APv5Q9Rqh6j5e16CIJaC7cbrhwzOoI2VEO9AAAEABJREFU6Y3FBCoroVVZofrK0J+B/G+eNIdfUrnr4BmKroPlrSIsQ0mONRJwXCKRy8R31T9Oo01J0VXJ0cVM78f4IWBC/iWRSDALEgAAAMD+of49QP25pfJXYTqz6xN+v6zLOElINwL2p3TLz6RstJcyYojIzYvfKQ0qz79MOWmVHcjnXxK/Znx9K3M5ef6Qa0k2+5sn8a37Rrt3pbD+I6cpNl2/xGTcnE8na9XFbeIzfq+vCvhgO1+cXnd6J6lH0iZtiHnxwSu2q1nR53NsS+m2X3RHNnC60qrvShba0fwfg44mjBVvpd8NoWJXFQxJR+i3iDYU3WK8n/lBGTXGMvwi5tmO1iHXzfyrkpzLVL1JlwLN/n/4nxCPu+d5zHyLJpVWI/KY/CwCjkzaMloWPoxvKw99zpbmMzfwVfD5SwIAAAAA9g35F0Cdsyp7zzNtfkNk0ppvlipcxrxOwP4wudfUm3/i227jby5NIAlqIW3WnjZ0x7dyem3FA/UndzBlw5doGsLvEfIv7YHVNg9Rb1lcsurjwp9fMiSVzZXjuOxXhufMj8n/5qmKnc1PwL+Zudd/xUxmYkl5445P0W+ER1zpjt8q3spp1YU/PF+8/H9Fv74pkimqvitFxFC+od23quKt5lCpGkxZ5cPH5K1txMecpkR3end5mymvC0ZfOH5hTe3h9Ta+ISyjPbyO3A5hDKC8rY01MY0XjrNlpd+4/ypMBvZMNXoBEZsnq4oNavnej2wuBCnUwkcWBgAAAGCfkH8B1B9h8Bdz7SR38k9+p7L/IyKPAAJ2hWWNl07mf/wAPwpJGTVWKP7F87jnVXOvgsyiX16xGqmkO76t4Ify8liqXuP5hrRJa3lH85xBJi+9cPE8q0No5qXe9AMpq13lMvAe8y6RSNljBP2vKTVes/tPq2dHd/LTA8tHUVVNJCJl6wYyFkWyasZ12Gy+WFjJyo9psnPLbSxT8O3TnF5Dmy5D7iWS/5hcr+w+TOxjXneyZM3nxuSzljeZUhNK1nxBqkFYudJw4ajVTZxOY34+pTcGl3E34iex2G3MY/S/TObl4r8XWh1F9zCZyeR2SHwqfQ40Giv4oXx1V/oTRcBhif1aKPrO4tvy03+Q7ESbERgBAAAAADuG+l8Adctq8Bd/smRaXX5WLHL1VQ56gkADoSkSjXKEqxxjZLLTTDmppvRLxFResV4S2MJrzvtWByq6DJS3i6SRh/bgGsOVMy4DpkqbtGIyU3Sndhr4emE0LRo+Wx4WLRzi/fgXOa8MZ0vydIfXZyefpTkXPYQtzjfEH9Qe3UwY84xCz/v/Z14TsIz72Md1RzbQ/kVLXtEd3aLo0EfapA2Tn0HDMm3cJpo3ieQqj6kvk2qQuPvS3M2QcKjw+2clvk1V0WOlIeHk9snb93Qb/5R63VecQZv77hSXQdNlrSMk7j6GlHPaQ2v4IW/SZu3dxj7+n3dFv0zvRz/LWziD05Xm/m+S6/AHZC26iGRyw+XTpduWmPNBqUJ4CSp9Pq0iRK6eXGmR/szuwu+ecR16P/26mNw0/dl9pduXWi4faTlQzqX/FPWG75jsq6WbfjAmn1FFjqLfE/r9od9V4bUzP0NRtf4+RH8S1Bu+pY3iVZ+yulJV1BiJXzNTWqL26CbN7r84nbq8H2syr4EgVxBwTKohzxiOreC0RSLCKrYt0N27SmzBcvwXqoABAAAA2CfkXwB1qGLZe4o5tZKklQ8VUY16hchVBBoIDUHU67+pooOqzyTPB94RWazJKPB59qei39/WHviXybxSsuLWkURypcek51xHP2K5T+zh6/fW2sLF82jgRaMi60OIyG3C06p+k2/29wnyfuqb/E9n07BJf3YP3W7p7eLhM/f7asZYyp4jSrcuoQ2a1pmPVajcapR/Ue6Tn5d4Bxav/IjTFGt2/0HoZoEGST7PL6H3X527kof38nnhl/wvHyUGXemWxTdvEIk9Z71Hn7Ap43LV9yBycfd5+ru8RXPoPWgPraWb5a00LqRpHY38aNuUmXwzeZJI/d5cnb/oQePlkzQTpJvFIW0Vnfvz3yt656Q6X0VYtPvUl0tWfEjTOvWaL9S3jlxTRAyVhXSgiWHZc7gsDfnPZTHBXindVCPmadYsoE1ZepzhUizTbrhEImEYRnSD8IaPCAwAAADADiH/Aqhzt9T9MupMG+bzZ0WS4A7yHlMI2BuxVOLfTN46wmXwffL2PSvrJXLz8np0karPRO2hdTSpMaVfIFKZ1K+5svswlyH30rSr4iH0bn3n/6E9sFp/Zrcp44o535FIxR7+shYd3Mc9KW0eZtWfJkQBnx1Ub/hWf24/W5zLluSbh30p3RQRgz3ufllSVgKsOjymvSJSeejP7TFejScmI6etRtWwSr9skcvQ+5Q9Rqg3/WC6dsGUeYUpzBa7+0h8glW9J7gOmWFeI7LaFF0GBn68h96V/uxeU+41iae/rHm4qv8UZY/hfAj1n+Qd+gR+tLv4r/cNyWfYgiyaFdKXT9q0rcuge1yH3EvEkuI/32OLcrRxG11HPigcRZ+w32srS9Z+bbxy0pR+idUU08c1J1njnyrdvrS8T/XyL8pt7OOK8N7FKz+msSb9bhDGKJKrZC06m/dHDDZdv8TnX9rDG9yRfzkyedQM3cGlbPZF2lbu+J+m1WBGIuEXghTWgiRl4RcBAAAAAPsjQsUKgDoi/HIJ0x4ZhjFu/4Dd/g6/3/3x1Vj2EcCulPz9oXrjd7QRsGi/xK+6CSM0EqbkI+ofp/FtzcDXuN6PycpIpVLJDcJwMIIsDAAAAJzX/PnzCwoK5s6d27FjNUoS2wfUvweoW7dU/irJZnZ9wu+XdRmH8Aug/hV89UThjy9q9/9r81bDpRPEXJjPW+LThADcStoyWhY+jG8rD33OluYzN/BV8PlLAgAAAAD2B/kXQJ2wKnvPM214VWTSmm+WKlzGvE4AoN4xBZna/auK//qA06qtbird9osh6QhtqHoMJ2L8+wg2qEYvIGIZbYgNavnej20uBCnUwkcWBgAAAGA/8PkeoG4Jg7+Yaye5k+XFwpX9HxF5BBAAqHfuY80rrrLFObnvTdUeXKM/t19/Ila99qvctyYUL/8fvUnsHeQ+rVoLa0IjJPZroeg7i2/LT/9O8q7YjMAIAAAAANgZ1L8HqH1Wg7/4kyLT6mf5W0WuvspBTxAAaAiK7jFuE59Vr/nclBrPrw5pSdYqwvupr8XuPgSgEqohzxiOreC0RSLCKra/ppv2u9iC5fgvLAQJAAAAYD8w/guglln+5V84EWJOrSRpR/mdqtGvErmKAEADcb/rWf93NyujxkiCWotcPIhUIQkIVXQb5vPcYr83V6PsPfwHpZtqxDy+Kbu6T3wplh//ZVkIDLMgAQAAAOwNxn8B1Ilb6n4ZdaYN8/kBAJLgDvLukwkANChpSLj3U98QgBqRR83QHVzKZl+kbeWO/2laDWYkErFYzI/2xfqPAAAAAHYI478AalPFwV/0XMi4a5GoJJPf6TLxPQIAAA5NJHKZ+C7flBRdlR7/xaoKGEVu/CtAMAQMAAAAwA4g/wKofbcM/lLnMLs+4ffLuoyThHQjAADg4KQto2Xhw/m24sAitjS/svmPAAAAAGAPkH8B1Alh8Jdpw6sik9a8S6pwGfM6AQAAp6Aa/yYRy2hDbFDL933C3GBzCBgAAAAANCzkXwC1xmrZR3P+lX6KPfE7f6uy/yMijwACAABOQezVVNF3Ft+Wn1rO5V4Wkq+KQ8CQggEAAAA0LORfALXv5uCv1c/ye0TuAcpBTxAAAHAiqiHPiFSetCEirDL2dcshYPy/AgQAAAAA7APyL4BaJowCY+I3calx/E7VyPlEriIAAOBMlG6qkS/zTdnVfeKrB4Xky3L+IwZ/AQAAADQ45F8AtcNykS/+UtSsOydV8rcak3YRAABwOsak3XyDlboYfdpazX8kFjMfkYIBAAAANCDkXwB1wnze4+ovGjyPv2o8s55JPUkAAMCJmJKPGOO38W119FxG4SkM/sLILwAAAAC7gvwLoJbd8mf/3o9zns34/Zo1CwgAADgNjtOseY1vGt2bl3a+1yrwQvgFAAAAYD+QfwHUFfOZj1RhGvomf5XJiDec+IcAAIBTMMT9wWZf5NsFvV/iRGLuVgQRGAAAAIDdQP4FULfYDuOY4G58W7vlQ2LQEgAAcHQ6tXbrR3xTG9BNGzKAAAAAAIAdQ/4FUFdEIhF/qR/xAf0vbXMl2brd3xIAAHBw2p1fcNoi2uCIOLfPK6Ts3Z4ntAkAAAAA2A3kXwC1rOIpEBfUSd9xCn+rbt+PXHE2AQAAh8UWpusPLOXbhW0nGrxaWb3z8zchBQMAAACwH8i/AOqEyIJYLDYMeoWTqsw3mPSaje8QAABwWNp1bxHWSBuM1CW/+xP8+7zwhs+zysIAAAAAoGEh/wKoHZYnOZaDv/gTIeLqp+31FH+r8cx6JvUkAQAAB2RKPmJM2M63c7s8zCo8xLey/PsHQQQGAAAAYB+QfwHUJquZj5ZnRMbIRxj3Jnw3zZoFBAAAHA7Hada8xjf1rk2LwqfRt3eJRMJf8g2rFEw4FEEYAAAAQANC/gVQ+4TwS2jQkyKRVK4Z8CrfgcmIN5z4h4Aj4HSlpuuXSU3pz+3PuL8F3Uq3LSW1hMlO5UqLLffkvjOFPkTWkz1IY5Xz6kj6HcieN5jUtpKVH/OvoOnaBeLgOL22dMuSgi8ezX5pUMZDYTmvjS78/lld3EYC1WaI+4PNvsi3s3o+K5JIKwu/ygf/ogoYAAAAgH1A/gVQayxHflmN/+JPjZiwMYaALnxn7ZYPiUFLwL7R9Cr75aGGC3HETnBc6ZbFOa+OYEsLCcDt0Oz6I+uZ6OI/3tYd38pkpRCDzpQarz24puDrJ3Pfvst0LYnAf9KptVs/4psa/wht8/4SC1YpGCY/AgAAANgV5F8AdaLi/Ef+vEgT8y7HmTtwJdm63d8SsGOGpGP5H93HFmQSu6Fe93XxH+9wSE7hNhkuHC36ZQGnMQ8bVEQM9bz/HZ/nl3hMe0XWKoLuMV46kffJbP5WqIJ25xectog2OCLOjHpJYguqgAEAAADYJ+RfALXJ5hAwy1MjEtxZ13EK31m370euOJuAveL0pcTOsFq7e0rgAFi28LtnzaENIZ6z3vN5frFLzExFxBDXMY/6vbXGbczj5i7514t+e4tA5djcFP2BpXy7oM1Ek08b4Y1dKpVaDgGzWfwLAAAAABoW8i+AumJzCiSlH/AyK1Gae5j0mo3vEACAumRMPsPkpdOGsvtwlyH3Wt3qPnWetGk72tAe3USTMgKV0G56j7BG2mCkLnndHrN6Y69i/BfB4C8AAAAAO4D8C6CWVRwCJqRg/NmRyM1fG/0U39l4Zj2TepIAANQZ/dm9fEMZNcbGzSKRolM/c8OgM149T8AWU/IRY8J2vp3T+SFO6VnF5EcM/gIAAACwQ0RYOj0AABAASURBVFICAHVGCL84jqOnRizL8pfGqEdMZ36XqjNoH82aBe5zNxGwJfedKcaLx1S9J3g9/oXparx662LDhaNMQZY0IJSesbuNeljsE0zKlmjU7FulP7ffkHBQJHeRBrVwn/KiPCy64h2yhdml25Ya0xKYnGtM7jWRwkUS1JL2V4T3UfWZSMTlfxIwJB3Le2+KcFTRklfoRhtBP5wTqdyE/aa0RPWWJYaLx5n8dJFULvEKkHfo4z7pWbG7T2VfUemWxfpz+4ypCZy2RNqsvbLLQJeY+6voL1Cv+bLk30XC1ewXB9BLaUgH/3etf3hM1y+rN/5gSos3Xr8k8fCTte7m0n+KosvAyu5Zd2yrLm4j7cxkJos9/aRN28nb9XQb+SCRykn1FP/xbumWnyX+zQM+3afZ+btmz9+m65ekzdvL20V53PPKzSeWGl+6bZnx+kVTxmWRRCZt2lYW2tFt9CNirwCbd1vNF6vmOE5/ckcpfbb0IQqzxS4eEp9gVa/xrsNnEanM9hFadcmaL4yXTxuvJdJXXNo8TBU12mXAVCKR1s7zZxnNrj/15w+YjyrIlAa0kDZrq+w0UDVgis3nQ7/bumNbTNmpTGGWWE7vP1Qa1EoR3lvVe7zly6fsPkzi04QpzlFW8mMgkinKv0CDnkBFHKdZ8xrf1Ls2Le5wj2XmZTn5UVj5EYO/AAAAAOwN8i+A2kfPdmjgJZz58PmXEIGZyRSagQs8NppHgTEZ8YYT/8i7TyZQOfXar0r+WcQXMKJM6Rfoptm/2m/B3xKvwLyPZxqTz/A30SzMUJyT9/40r8e+UPWZYHknpdt+KV7xITHohD2cQcuW5NGITbtvlfbwWp/nlxCxhFRP8V8flG76weKudCZNMc196F15z/1e0XmA9QFGfcGXj+uObb654/JJupVu/9Xn+cWyNt1IbdCf3Vvw1eP0m8BfpbEL3XRH1qv6TfF65BPr3iZj0a9vanb/IexgctLopj+1g2ZY3o99LmsdQW4HjWOKli7g28ZLJ2nmcvOmHcuL/niHfhP4q/SFNBTnGhIOafau8Jj+msvAqVZ3VbsvVkU0ycr/8jHD+f3CHrY4l27GlLOlO5f7vbayYirH5F0v+PpJ0/WLN7+E8/vpVrpjud/8P0RuXnf4/A3nDxQue53JvCLsMV1LpJvu8HrN/lVeD30sCWhu2b9o8XzNnr9uPn+Djr2UT7/t2v3/aPas8J3/u5DiSUPC6UYqR7Nj839kClloVd0aLUPcH2x2+eue1fNZkURqlXxVHP9FLMYCEwAAAACwA8i/AOqWZQrGT4HkEzBD+9GGEz3lGcfordotH8o7jSZyFQFb9AmHtIfWErFU1Xu8MmIIW1JQun2pKeMyV1pQtPwttjCbpk6qAXcrwvtweo328HpD4mF6VMnKj1RRo4RRMLpjW4qX/482xJ7+yu7Dpc3aSf2bM7nphuTTuiMbaTahP7OndMsS19EP0z7y9j2Df02he/I/eYBe9Zzzgcug6ZZPqWjJq3xsJPFt6jLkXmlwK7a0mMZGuuPb6HMo+OoJv7fWSJu0sTyk+N9FNP0Ru/u6DLpH1iqCyUoujf2VhlOsOj//q8cDPz9EqjxPdps4l27Ffy0s3fQ9vRrwyV5JQIhVH1ZTnP/JLMKxim7DlN2Gil3c9Wf38RGJdv8qeesIl6H3WfbPW3iv4UIcbchadFZGjZE1acOqC42p8eYnlpWS+95U/7c30G8UqR5Opyle9TFtiFw8xO4+9B5UUaP5m0r+/Vy95nPzN98r0PzlNw8jjMmUmVy6bSn98osWzyOsyWXwDOGubuvFqgmDPvedKTRaok15u0hl5Cipf4gpK0V7aI0x5RyTfTXvo5l+b60VyZWWB+V/+Sh9BenL6jJgmiQo1HjlbOmWn+mTMaXG09zK+8mv7uT5m65fzls0h88HVf2nyNv2lHgFmLKvag+uNV45RX+kc9++K+DjXcLww7KQy/zKmkcRdh0ibdqWPlvDlTP6U7H014G+rOpNP7iNf6o634ziP96lqR9tuPSfIlK6ErCiU2u3fsQ31YGR2ub9ZZXPfMTkRwAAAAC7hfwLoE5YDgGj+CFglhGYVCrVxLwj+3UU7cKVZOt2f6sc/gIBW2jCJZKrfF5aJm8fxe9R9RqXNW8Qpy40xB8kZUvaCVW9aaPwh+e1B/5l8tINF0/Iw3vx+0vWfGn+j1Tu+9KvlmNhXMhM45D7cv83kba1cRuqE6noT+3kwy95WC+f534WIgmXgVM1sb8V/fo6p1OXbv7Z88GFtxxm1Cs6D/R++lshYqBPNee10TRtYQsyDReOCl9dzTFG+o3yfvo7RddB/A5zqhXakT6lsq9uo2X+pd23ig+/3Ke8aBmUqMpykNyF99J4sXDJy35vrK7eYxO2JI9+e83D7nqNJWIJm58hcvM2P6nMFPWGb2lD0S3G5+lvLefluQydmf/pbJrvFP+9UNltmNjLn99fiy+WTcUrP+TDL9eRD3pMf41PHhX06qiHaHapO7rJdC1Jd2yr1fhB+gq6TXzW/a5n+Ws02KIBX84b42h4R3NPYjIK461u+/kzpoLv5vLhl+eDHwmj4cxPaci9Bd8/p4vbyBbnFP/5Ho1i+Zs0e1eSsnyNvkAipUv5U4oazU18OufVETRXLd227L/zL5Ox8OeXtAfXkLK5tJ4z3iBQgXbH55y2iJhH/Imzol6qTtkvzHwEAAAAsEOofw9QV6wK4VdcLIwEhOk7lZ/o6vb9yBVnE6iE29jHLOMhkZuXqsdIvi1r081qSTtV7/LYwpRxmW9w6iJ6qi9286HBWcWJYLLWEZLAFqRsghupBvWWxeb/iCVeD31kWQ6McomZKQ3tSBvaY5sJx1neJPZp4vPMj5bja2jbdcQcvm28Gk9qg/u0+UL4Vf6UhtxLUxJinkx3QdjJaUpo5EQb8g59KqYk0tAOHpOfJ2VzGI0p50i1KSOGmDOjsml9Yp9gfvxU4bLXiMlAv/nej31uVVNM7O7t9cinZc+nWHuwPGir3RfLBpNBs2cFKRu753HPq1bD7jxnvcs/Se2RDVbHKSNHC+EXjz49ZY/hZfepN2Um1/j568/uM5UVnqc/utZTQWmk+NBH9N5oU7NvlTllK8MUmt8uJP7NhPCLZ/6hGj7bJeZ+9ykvCJ1tY0x5H83kwy+Jf3PfF5cRuYLArdjcFP3BZXy7oM1ExivUZtkvqwiMAAAAAID9wfgvgPpgWQhfGAJGL3X9X5Jf2Cg2ltLzZ83Gd1ynf0XAFmXPkVZ7JH5N+Yaq13jrmzzLhxEx+Zl8Q+Tm6b9wO6mcxCuQyUrhjP9d/JsmNYYk87ApeXjvijMQKZ+nvqX3I/EOsgpWzKXHK+QL8hady++2tJDUBlV0hQX+xGJZ8zB9UQ6rKRb26c/uYYtzzf1tLghoHtwUw48aM14+JWvRiVSPokMfqz1sSQFfY0vRqZ9VVsiTNmktCQhlsq8aks/y0WAtvlg26c/t53Rq2nAZdE/FCmJidx//N9eIFC5inyCrmyr+EFKy0A66o+YlCNgbr2ANnr/hymm+4X73SxX700jLbdwTxX++Sxij4fJpefuedKc0MJTJvEIDyuLl/3Md9bDE92apNdeRD5JqKPr9bX6msNgr0HfecmHwHVjSbnqXsOYYkZG65HV7rOKfMaqY/IggDAAAAMCuIP8CqENWhfArDgRj3fy1UU+4HjBXTTKeWc/0nSMJqZ066E5FLJU2ta5CJboxkkjqbx1C3SzbxLE2748rLTamxdN0jC3MMeVeo3mWKc08G+4/xsuUMaZdoDGE+XF9m9rsIAkMtb3fIqEQiG8UTWf1OnLnpAqxh1/F3SLXskehT5sx8SsVmnKu8TcVLV0gVKy3yXDljMtQUk2ykI5We5icNL6hPbyOblUcy5egquhOXqxKHqh8RJvEv7nNDtLQDrb323rFxa7lryCn19o8qjrP35hiXr1B5OIh8Wtm805kLcsjSOPlk3z+5TbqYf2ZPfQnvHTbL3QzV3DrMVwZOZrmiaQa9Kd2aWJ/JWWD4HxfW2nzhxNMyUeMCbF8O7frI5zSU1qNyY8EAAAAAOwS8i+AemI5BEwY/0UvjZEPm04vl6ozaB/NmgXuczcRuJV5hlflZ5UiF09SPabrl0u3LdHHH7JcYu92cZoiviHxDb6d44jN0U+1S1zt4uVMfnUnD5rSL5BqE7t7Wz9QXjqpHiYrhZgMwgTJWnmxbBLGwd1u6CNyuY1X8LaePx/JVRZ+EfNor5Y3epanhPIOfbzn/lD4w3P8WDa6n24l/3wqCWotb9FRHhbtMuBuq9mmljT7zOXDiFji89xPCL9s4zjNmtf4pt61aVHYVMvMy3LyIx9+YfAXAAAAgJ1D/gVQt6yGgPH5lxCBmckU2kGvu294gnZgMuINJ/6Rd59MwIJIIiN3TH9yR/4XjxLWJOwRewXKQjvIW3VVdOxfvOJDvhj8fz+Zmi+QV/fnw9U/5TaUT77znP2+xD+kio7i24rtJNb/pgiz/FyG3Gdz/uCtD1Y+G7G2XiybRAoXUkPV/fbe7vOv2VxOZY9hgV8c1h3boju5Q39uHx+EMZmXtXQ7vE53aofP80sqO9aQYJ75KGvZRRrSgYAt+iO/s9kX+XZO5PMiidQq+ao4/otYlH0kAAAAAGBnkH8B1B/LFEyoAkYZ2o00BPeUZxwj5nIz78s7jSZyFYHaw2Sn5n/zpDmPkMpdB89QdB0sbxUhcrs5cIxjqzuZTlpWvNx8n3kZxGFJglrwDZHKXdGpH6kzwreLsGw1H6gWX6yqn1LNK+hXqQbPnz4l45XTVYyVM2WXTyMVe/ha7hep3FT9p9CNMCb9+QP6M3v05/fzQ/b0p3bqTmxTdh9u4+5YhlXnmx83uFqTJRsjnVq37WO+qQ6MLG3WV1b5zEdMfgQAAABwCMi/AOqc5RAwYi5HXl4FX4jApFKpJuYd2a+jaBeuNE+3+1vl8BcI1B7N/n+IwVxgy+Puea6jHqrYgcnPqt49EbFPkEjhwuk1TEGmzQ6l25eV/POp2MPf56mvKy7/ZyeE4MN0LYmQcRU7cOrC0p2/S7wC6JdQ/fr3VT3Q9YuV9Snd/LNIoZL4N1d0HkBq9cWq5Cm1Kr+fSvKvgm+eNsQflPg28XtrTcUC+f+pBs9fGhBK8y+utIjTa+m3wsYhueX5V3mFNY5jS/LZgiyxp3953XqJVNFlIN1oU7v/n8IfzW8guuOxNvMvzmSUtTUXEbuTV9a5aXd8zmnNM505Is6KeklSjbJfmPkIAAAAYOfEBADqXhUl8HkkIEzXaSrfWbfvR644m0DtYbJT+Ya8bY+KtxovHGfL6mFxLHPLDUL2wd5SR1/ZfRi91CcdYQttvEz6s3s4TTFbnCNt1o7UNpHE9lO6XUIspT2w2mbhdvWWxSWrPi78+SV+scsaE7m40yiQNgyXTppSEyp2oElT8Z/vFi1doNn5O78lm6c6AAAQAElEQVSnhi9WtdHQR+xjrniljdto42aTUX9uL1uSJ/YKqEH4RWr0/JXRY/mGZsdyW/doKt26uKwlUvYw51lM1tWsp3rkvD5aveHbit0VXQbxDZrSEltEcqXf66vo5jp8FoEK2NwU/cFlfLug7STGK9Rm2S+rCIwAAAAAgH1D/gVQ3ywjMMsUTN//JVZWVlvKpNdsfIdA7ZH4lNeqN1w4anUTTSsKfni2/MqtoZJQTp4tyrHc7z7xGXMyYtAVLn6ZM9yybqP+3D79qZ2Ez8hqlJ5UTahdxRTdUUIqbdJa3tE8G5HJSy9cPM9ceN4CzbzUm34wP5zSzWXgPeTOuA5/wPwf1lTw3TNWiSFbmFO4ZP6NbrP5Rs1erNsgkbpPnEv/a7p6Xr36c6sbS/79jCs1D/xR9RxFaqQGz5+mWrI25oVfS1Z/Zrx00vIQTl1Y8NUTfIF8eVi0yNWDlE1flTY3Dy3U7P7LdDXe6lF0N3I9WQvr5TihOrSb3iVlc1QZqUtexKMV/1xRxeRHBGEAAAAAdgvzHwHqiVUh/IoDwVg3f23Uk64HPqIdjGfWM33nSEK6EagNii4D+ZEyxas+ZXWlqqgxEr9mprRE7dFNNEHgC4ebsSZzYXi5gr8m9vDjGyUbv2e1JSKZ0m3cEyKlqyS4lar3BO2Bf/Wnd+UsGEkTIlmTNkSupHlKyZov+APdJz1H6oBQ/qnw++dUfSaK3X1dR84hNeL9+Bc5rwxnS/J0h9dnJ5+lX4W0SSu2ON8Qf1B7dDNhzOf/nvf/z7z45p1xG/ek/uw+Q9IRU/qF7JeH0pxL2qSNSCKl8ZDmwL/lYVOfSfLwXnz/mr1Yt8VlwFT1hu+Y7Kslqz83XDyh7B4jCQileaXuyAbNnr9oB1nbnqo+E0iN1Oz5e0x9Oe/9ezi9Jvftu1wG3SNr1VXs5q2PP0hfHb5Wl8jFw+vhT4RH8bjnlfyPH+AM2pz/TVL1Gitv013iFWjKvKI7sZ3P3SRBLd2G2/7ZMCafzX3TPOlVEtgi4OPdBCyYko8YE2L5dm7XRzilp7Qakx8JAAAAANg95F8ADUAIv4SFIPlLY+RDptO/SdXmwuqaNQvc524iUBvkYdHuU18uWfEhMenVa75Ql6VUAkXEUFlIB/W6r2jblHlZWBFPEtCctk2p8cSgK91inoCmpD3bdqcNz1nviRQqzc7fmayUkhULLe9NEtSKRksS/2akDtAnUCRTEKOeyUtXr/+Ghm41zr9olOb31trCxfNo4FXxq6A/pG4Tnlb1q42lSEUinxeWlKz8uHT7Mk5bol77pdXtik79vR76SLhasxfr9ojFvvN/L/zxRUPiYf25vXS75SG6DPR+4isireGqozV7/vKwXt7P/li0ZAFbnKPZ/SehmwUah3k/dssPlaLzAPep80pWfEQfRbv/H7pZ9pc2aes777eahYONGsto1rzGN/WuTYvCplpmXpaTH/nwC4O/AAAAABwI8i+A+mM1BIzPv4QIzEym0Ax63WPDE7QDkxFvOL5K3mMKgdrgNvZxRXjv4pUf06yHKcwmjFEkV8ladDbvjxhsun6JjyS0hze4W0Qqvi8uLVn9heHCUdqBBiJMSS4fitDwi0Zgql7jNHtXma5fpLfSOInem7L7cFXv8aTOToPFXv5+8/9Ub/7JmHyGRmAimYotzCmvgH77aJ7iO/8P7YHV+jO7TRlXTBmXiUQq9vCXtejgPu5JafMwUktESlePmW+pek/Q7PmbPorp+mVWXyrxCpAEhLoNn63oNtSqf81erNsi8Wvm++pfNMHUxx80Xbtgyk2TBraUt45wGTCVn4p4J2r2/OkPjyKst3rTj8aUs/S7xBRkSXyCaFjmMmg6X9i+4qMouw9Tr/nSePU8U5zPlRYQ8/oMwaqo0e6TX7RZRx+qpo/7k80uX6ghJ/J5kURqlXxVHP9FLMo7EgAAAACwY+azcQIA9YX/jeNuYBiGpl6mMsYyBoPB9c+p8oxjtJvI1ddz3n4ix3ksAEAd06mLPurLL/uoDoxMH/aV7Aa5XC5cSstULH6P/AsAAAAalfnz5xcUFMydO7djR4epOYv69wD1qmL9L6sqYPTMShPzDp9Lc6V5ut3fEgAAqGPaHZ/x4RdHxFlRL0mqUfYL4RcAAACAA0H+BVDfqiiBzyMBYbpO0/jOun0/csV3tNIfAABUjc1N0R/8lW8XtJ3EeIXaLPtVcdgXAAAAADgK5F8ADckyArNMwfQD57MyV3MPk16z8R0CAAB1RkvfZlnzmqeM1CUv4tGKf5awHP+FsvcAAAAAjgj5F0ADsBoCVnEgmMjFWxv9FN/ZeGY9k3qSAABAHTAlHzEm7uDbOV0e4ZSe1Zn8SAAAAADAoSD/AmhgVuGXEIEZez5ocgvm+2jWLCAAAFDrWEaz5jW+qXdtWhw+1TLzspz8KJRrxOAvAAAAAEeE/AugYdisAmY540YsU2gGvcF3ZjLiDcdXEQAAqFX6uD/Y7It8OyfyeZFEapV8VRz/RSzewAkAAAAAOAjkXwANr7Ja+Ey7EYbgnnwf7eYPiEFLAACgtujUum2f8E11YGRps75VzHzE5EcAAAAAh4b8C6DBVBwCZhWBSaVSTcw7HGfuzJXm6XZ/SwAAoJZod3zGaYtogyPirKiXqlP2CzMfAQAAABwU8i+AhmRzFqTlqRcJCNN1mc531u37kSvOJgAAcMfY3BT9gaV8u6DtJMYr1GbZL6sIjAAAAACAY0L+BWAvKisEpu8/j5W5mnuY9JqN7xAAALhjWvp2yjG0wcjc8yIerfjnhyomPyIIAwAAAHA4yL8AGpjVELCKA8FELt6aqKf4zsYz65nUkwQAAO6AKfmIMXEH387p/CCn9Kw4+Kvi5EcCAAAAAA4L+ReAHbEKv4QIzBT5oMkjhO+jWbOAAABAjbGMZs1rfFPv2rQ4fKqkyspfGPwFAAAA4ASQfwE0PJtVwCxn4ohlCs3AV/nOTEa84fgqAgAANaKP+4PNvsi3syOfF0mkFUd+WUVgxOKNmgAAAACAA0L+BWBfKquFz7QdbgjuyffRbv6AGLQEAABul06t2/YJ31QHRmqa9a1i8BcmPwIAAAA4DeRfAHah4hAwqwhMKpVqYt7hOHNnrjRPt/sbAgAAt0kbu4jTFtEGR8RZUS9VPfPREsHgLwAAAABHhvwLwF7YnAVpeUpGAsK0nafznXX7fuKKswkAAFQbm5uiP7iMbxe0u4vxCpVUKHsvlF8UIjACAAAAAI4P+ReAPaqsEJhhwDxW5mruYdJrNr5DAACg2jQb3yYcQxuMzD2v6yMV/8xQxeRHBGEAAAAADg35F4AdsRoCVnEgmMjFW9NrLt/ZeGY9k3qSAABANZiSj5gSd/LtnM4PckrPioO/Kk5+JAAAAADgFJB/Adgpq/BLiMBMPWabPEL4Ppo1CwgAAPwnltGseY1v6l2bFodPlVRZ+QuDvwAAAACcDPIvAPtiswqY5QwdsUyhGVgeezEZ8YbjqwgAAFRJf+R3Nvsi386OfF4kkVYc+WUVgRGLN2QCAAAAAA4O+ReA/aqsFj7bbrghuCffR7v5A2LQEgAAqIxOrdv+Kd9UB0ZqmvWtYvAXJj8CAAAAOCXkXwB2p7IhYJYRmCbmHa7s95crzdPt/oYAAEAltLGLOG0RbdC3zayol6qe+WiJYPAXAAAAgLNA/gVgjyoWwrdapIwEhOm7TOc76/b9xBVnEwAAqIDNTdEfXMa3C9rdxXiFSiqUvRfKLAoRGAEAAAAA54L8C8DeVVYITNfvRVbmau5h0ms2vkMAAKACzca3CcfQBiNzz+v6iNUbadWTHxGEAQAAADgN5F8AdqriEDDLQmBSqVTk4q3t/Szf2XhmPZN6kgAAgAXTxX2mxJ18O6fLQ5zSs+Lgr4qTHwkAAAAAOB3kXwAOwCr8EhqG7rNMHiF8H82aBQQAAAQso1n7Ot/UuzYtDru76spfGPwFAAAA4MSQfwHYr8oK4d8cuSCTawaXn90xGfGG46sIAACU0R/5nc1L4dvZ0fNEEmnFkV9WERixeOMlAAAAAOBEkH8BOAabKRjFtokxNonk+2g3f0AMWgIAADq1bvunfLMkuJemSXQVg78w+REAAADA6SH/ArBrlQ0Bs6zfXDr0ba7sd5krzdPt/oYAADR62thFnLaINujbY3bP56ue+WiJYPAXAAAAgDNC/gVg7yoWwrdavIwEhOk6T+c76/b9xBamEwCARozNTdEfXMa3C9pNZrxCK5a9tyyniJFfAAAAAE4P+ReAI7E5BZLS93+Rlbmae5j02k0fEACARkyz4X+EY2iDkbnndX3Y6g1TSMFsTn5EEAYAAADglJB/ATiAikPALJeDpCdyIhdvTe9n+c7GsxuY1JMEAKBRMl3cZ0raxbdzujzEKT1tDv5C2S8AAACARgX5F4CDsQq/hIax+yyTRwjfR7NmAQEAaIRYRrO2fFVcvWvT4rC7q678hcFfAAAAAI0E8i8Ax1BZIfybIxpkcs2g8rM+JiPecGwVAQBoZPSHf2PzUvh2dvQ8kURqNfKrYgRGLN5gCQAAAAA4KeRfAI7HZgpGsW1jDM378n20Wz4gBi0BAGg0OE2RLvYzvl0S3EvTJLqKwV81m/zIclxiZsofR7cuj9tMAAAAAMBxSAkAOAh6ksZxnHCqRk/e+Es+/2LLaIa+LVs6TETP0UrzdLu/UQ5/kQAANA66HZ9x2iLa4Ig4u+fzVc98tESqHPxlYplz1y+fSE08npZ4Ku1CadmfFk69+jsBAAAAAMeB/AvAkVhGYMIQMHpGR3fy+Rfj20rXZYbqzHLaQbfvJ3nUdLFXUwIA4OzY3BT9od/4dkG7yYxXqMxW2XurCKyye9ObjKevXaCBF429zqRfpFctb5WKJQQAAAAAHAryLwBHJeRfNPwShoDR0zx9vxcUievEhmJi0ms3feA642sCAODsNBveIhxDG4zMPa/rw5Zzwy1TMJuTH/nLEr3mVNqFE2mJx1MT4jOSTSxT2WNFtuhIAAAAAMChIP8CcDAVh4BZLgdpHgLm4q3pNddt77u0g/HsBib1QUlINwIA4LxMF/aaknbz7ezOD3FKT6mtwV8Vk68CTfHRqwkn05KOpyVczE6r5sN9d8/LBAAAAAAcCvIvAAdmOQSMD7/4FMzY/QHTqV+lxam0j2bNAve5mwgAgLNiGc26N/imzqNFSfjdVVf+ytUU0cDrxLXEE6lJV/MzOAIAAAAAzg/5F4DjsRoCxudffARWXghMJtcOedN9zYO0A5MRbzi2St5zCgEAcEb6w7+xeSl8OytqnkgitRr5JfjxwOo9l05mluQx9H2ScCz9H7ltPULCCAAAAAA4GjEBAEdmNQVSqHfDtB5iaN6X76Pd8gEpW7AMAMDJcJoiXexnfLuk2QBdUPcqBn8NbNejUFvC0r8TEP6vBqQGFt/3OgEAAAAAR4P8C8Ah2az/ZVXvWTP0ba7s6lnTEgAAEABJREFUd5wrzdPt/oYAADgd3Y7POG0RbbBEkh35fNUzHzs1ab1g1IMcMede5ksRAQAAAIBGAvkXgKOyisD4FMzylI/4ttJ1vZfvrNv3E1uYTgAAnAibm6I/9Bvfzg+bxrgFS2yVvbeMwIa07zmnz/gaD/6iCRoBAAAAAAeE/AvAGdicAklP//R9n2flHuYeJr120wcEAMCJaDa8RTiGNkwKr4IuD1Yc+cWnYFYrPz7Wf/K4zv1rNvhr+ay3CQAAAAA4IORfAA7M5hAwywhM5OKt7fMs39l4dgOTepIAADgF04W9pqTdfDun66NE6S68+1kO/rJMvvj3TOq10Q/2atmJ3CaOcJ/GLj917QI/gxIAAAAAHAjyLwAnYTULkj/loyeBhoiZJo8Qvo9mzQICAOAEWEaz7g2+qfNoUdx2olXyZVX5yyoCk0mkn9z1bNuA5uQ2/Ra3edav/xvx5dMLty07lprAcgjCAAAAABwD8i8Ax1ZZIXz+PNDckMk1Q8sn7DAZ8YZjqwgAgIPTH/6NzUvh21lR88SSSgkRGLF4w6SXbgrV19Pmeancqv+gohtzJrPVBX8d2/bQ8ndjvnzi3c1LjqScYziWAAAAAIAdQ/4F4DwqmwXJthqoDx3A99Fu+YAYtAQAwGFxmiJd7Gd8u7jZQH1wjyqSr4qTHwWB7j5fTH1RIZVV60FtzXnMLy1edXLHo398MOizx97ZvHj/5dMEAAAAAOwS8i8Ah1fZEDDL5SC1g9/kyn7fudI83a6vCQCAw9Lt+IzTFtEGSyQ5kc9ZLvpRcdiXJXLjDVPQtWnb98Y/IapGMfxAd9+wwNDKbi3Rlf5zcudTf3/U/9OHX1v/3Z6LJ4yMiQAAAACA3ZC89dZbBAAcnM3zOh5XhlF4EE2+LMs8NsF07Yy8+10ipQcBAHA0bG6KZuULpGw0Vl74vZoWQ6U3yGQyqYWKQRix9T7Zyq+pm0J18MqZqh/3wIs/T+k+dELXgf5u3mq9NrukwGY3A2O8kJ26Jf7Q70e3XMxOow/X1CtAKpYQAAAAACcSGxur0+mio6MDAgKIg5ASAHAuwigwGnvxwyJYlqWngvp+LyoS1ogNxcSk1276wHUGRoEBgOPRbHiLcAxtmBRe+V0eFAZ8CYEX37A5+dHmHwmo+6JGXS/K+ePo1v989GAPv1m9xtItW12wPeFIbGLcqTTby0FqDDqagtFNKZX3axMxLCxqQNvuKpmCAAAAAEBDQP4F4CToeR0NvCznQlrOgqQRGKPy0PR+1m2PuRa+8ewGJvVBSUg3AgDgOEwX9pqSdvPtnIjHRQpXy4ne1Sz7ZdOLMTOzivN3JB21eWu7gBCrPQFu3vdGjqRbfmlxbFIczcKOV7IcpM5koDEZ3eQSWZ9WXYaFRw1s28NNoSIAAAAAUI/MJ8wEAJwC/+vMT3hkyzBljGVMJpNBp3VfMlRanEq7SYI7uM/dRAAAHAXLFC8ayi/7qPVskzr2N/OMR5lMLpcLl8IUSCEL+8/BXwIaVM1c+sbF7LSKN5169XfyX4q0ahqf0ZwrLuW8iWWq6CkVS3q17BQTFj2kfU8PpSsBAAAAcDTz588vKCiYO3dux44diYNA/S8A52F1jmd1sseVxWNGr5aKxDXmq+ocsVczSZMOBADAEegP/Wo8tYZvpw/8kPMItiz7ZVn8yzL8opekGuEXKYulBrbtvi3hSGmFRXIf6z/5Pw9XyuThQS3HdOo3PXJEK7+mDMtcL8plObZiT5bjUguydl88/uvhjSevJelMxmBPP0yNBAAAAAfiiPW/kH8BOJUqSuCXF8L3bC7KOC0tTKH7TanHlb3uJxIZAQCwb5ymqHT5o8Skp+3i5oOLOt1rWfbeathXdcre2+SmUEW37LTp3EHL1RtDfYKn9xxOqk0hlbUPDB3Vsc99UaPa+DenezKKcm2OCOMId60we++lk78d2Xj0arzGqAvy8HWRKwkAAACAfUP+BQB2wcbIL4upkQb/TopTy0X0zMtoHuMgbdOXAADYN92WhabkI7TBimXpQz4VKT0rDv6yqv/F51+k2uEXz9fVs0Nwy63xh4RiXndFDO7VshO5fTKJtG1A8xEdetEgLCyohVgkvl6Ua5msCegj0Zv2Xz7965FNh5PPqfXaQA9f1AgDAAAAu4X8CwAaXhXne+VDwBQenCZflnWa7jFdOyPvfpdI6UEAAOwVm5uiWflCWUxE8sLu1bQYWnHwl+USkDUb/CVo7h0Y4O6z++Jx/urS+98kd0YqkbbyaxoTFnV/9JhOTVrTZ5lRlGtgjDY7ZxbnHbxyZnnc5v2XThfrSwM9fNwVLgQAAADAnjhi/oX1HwGcmbAQJI29hIUg6Smiod+LyoQ1YkMxMem1mz5wnfE1AQCwV5oNbxHOPH/QpPDK7zJHmORoOeGxspUfbzf84k3sOvBqfsYvh9aH+gST2iOTSAe27U43E8scST4XmxS3K+lYoVZts/O5jMt0+3znn2GBoTFh0SM69KLBHAEAAACAGsH4LwAnZPOsz3IWJCuWMhKlPGUPvcpmX5C1Gyj2rM1zPACA2mK6sFcX+xnfzuz5gjGwM426LKc90kurFOzO8y8qqkXHSzlpEc3b1WzyY9XEInGIT9Cgtj1m9hrTMyRcKVNkFedpjXqbnXNLi+Kunv/z2NbtiXEFmhJvF3cfVwzaBQAAgIbkiOO/RNyN8hYA4EwsC36xZZgyRqPRZDLRS4NO6/7rKGn+JdpNEtzBfe4mAgBgb1imeNFQNi+FNrWebVLHLecDL7lcLlxaToG8w5mPVnQmg1IqJ/WCI9zJtKTYxLgdiUezSvKr7hzqEzwsPComLDosMJQAAAAA1Lv58+cXFBTMnTu3Y8eOxEFg/BeAc7I697MxFowQo09bRfw/5qvqHLFXM0mTDgQAwJ7oD/1qPLWGb6cP/JBzD6645qNl8sWHX/SS3HH4RUnFElJfREQU7OnXt3XXmdGj6aWH0jWnpLBEr7HZuUirPpGWtOrkjg1n92eXFLgpXQLcfQgAAABAfUH9LwCwI/Tcjx8Fxp8EClXAePR00RjSy9BisDxlF71Vu+UDeZcxRI7lxgDAXnCaImHmY1HzIYbALreU+6qy7JdD69ykDd2eGzIjMTNle2JcbGLc1fwMmz2vFWYvPbyBbkEevjFhUXTr2qwtjdIIAAAAANwK478AnFwVVcAog38nxanlIsIRo5bulLbpSwAA7INuy0JT8hHaYMWy60O/ECndhcFfwqXNFIzUxuAve+Dn5hXdouP0nsNpsOXj6lmgLSnQFNvsqdZrz6RfWnN6z78nd14vzFXKFUEefs7xTQAAAAA7hPFfAGBf+CFgwtkgPy2InijeLArm20obcb/LqaW0g27/z/LoGWKvpgQAoKGxuSn6Q7/x7fzwGYyrv2WVe2HOo1DwXki+nFIb/+Z0e6z/XWkFWVvjD8cmxSVmptjsmaMu/Ov4Nrp5u3gMbd8zJiw6skUHiUhMAAAAABo31L8HcHI2C+GbyhjLmNQFHj/1ExvMYwpknce4zviGAAA0NPXSWaak3bRhUnhdmbhaonLna35ZVr4Xin9RlhFYYxj3lFGcuy3+yPbEI+euX666p6fKbXC7HjQI69WyU31WNAMAAAAn5oj17zH+C8DJ2RwCJpQAM8dhKg9N3+fddr1FOxjPbmRSH5KEdCMAAA3HdGEvH35R2d2fFilc+bcsm2W/LBd8bDyCPfwe6DWGbtnqgtiEOBqEnUq7wBEbf9Qs0qrXnN5DN3eFy4C23YeFR/Vp1UUukREAAACAxkRKAKDR4MMvvgo+H37RS71ef5YJ76kI9tSb6ytr1ixwn7uJAAA0FJbRrHuDb2o925S0HiO1FX4JDZEF0jgGf1kKcPOeETmCbvmlxbFJ5mL5x67Gs7ZG95foNRvP7aebi1zZv023YWFR9FIhRRAGAAAAjQLyLwDnZzkEjA+/+OmQpaWlBw4cuHTpklwuN/pNGZn+Fe3AZMQbjq2U97ybAAA0BP3h39i8FL6dFf2y5cgvq4L3oluRxhd+WfJx9ZjaPYZuRVr1zqRj2xOPxKWcN7FMxZ4ag25r/CG6KaXyvq27DguPHti2u0qmIAAAAADOC/kXQKPAR2DkxslhQUFBbGzsuXPn6DkkDb+8vLyadJmiP3pOkbKL3qrdslDeZSyRqwgAQP3iNEW62M/4dmHzoYbALlKJDY155uN/8lS5TYoYRLcSvWb3heOxiXGHrpw1MMaKPXUmw46ko3STS2S9W3UeFhY9qF0PNwXe/AEAAMAJIf8CaEToWWJubu7mzZuPHz/OD6nw8fHp169fq1atTCaT1vU1+bJ9Is7Elebpdn2tHPESAQCoX7odn3HaItpgxbK8yOeEwV9WI78swy8M/qqMu8JlXOf+dNMa9XsuntiecOTA5dM086rYk6ZjtAPdpGJJdMtOw8KihrSP9FC6EgAAAABngfwLoLHIy8tbv359XFwcf67o7+8fExPTqVMnhmGMRiPHcYxvK13E/aqTS2hn3f6f5dEzxF5NCQBAfWFzU/SHfuPbeeH3Ma7+MosxX3wExidifPglLPgIVVPJFCM79Kab3mTcf/kUDcL2XjqpMegq9jSxDM3I6PbOpsU9QzsMC48a2j7K28WdAAAAADg45F8Azi83N5cmX0eOHOGrgAUEBIwaNap79+7mzIth6CVfC5+eW+r7PKs4v0psKCYmvXbT+64zviEAAPVFs+EtwpnrVRmVvgWd7rdZ9sty/Be5sawtweCv6lFIZUPbR9LNyJgOXjkTmxi3++KJEl1pxZ4Mxx5JOUe39zb/0j2k/bCw6JiwKD83LwIAAADgmJB/ATgzmnytW7cuLi6OL/4VFBQ0evToyMhI2qaBF18Fnz+N5CMwRuWh7fei607zymvGsxuZ1IckId0IAEDdM13Ya0razbdzuj8lUrhWUfYLlb/ukEwiHdi2O91MLBOXcn574pFdSccKteqKPTnCHU9NpNvCbcu6Nm0bEx49PDw60N2HAAAAADiU8pLYAOBkKiZfY8aM4ZMvUrYKJI+5wWg0mkwmemnQ692XjZDmX6LdJMEd3J/eSHCGCQB1jWWKFw3ll33UerZJHbdcKpXKZDK5XC5c8oRZkJYRGIKwO8dw7PGrCbGJcTsvHMtVF1bduWNwq5iwqBEdejXx9CcAAADQ+MyfP7+goGDu3LkdO3YkDgLjvwCcTXZ29vr1648ePWqVfAnnh/wsSL5BTyD5IIyeT9JLlmUlUqlm6DseK6fTDkxGvOH4KnnPuwkAQF3SH/6ND7+orOiXJRXKfgnjv0S3Igi/aolEJI5q0ZFur4ycdSrtwvbEIzsSj2aV5NvsfD7jCt2+2PVX+8BQGoQND+8V6hNEAAAAAOwY8i8A5/GfyRePXuU70DNJGnjxEZgwC5IyhvTStxyiSN5J+2i3LJR3GUvkKgIAUDc4TZEu9jO+XdRiuCGwi7Ts7aiyskL7yS4AABAASURBVF+Y+VinRETUrXl7us0bdv+565dpEBabeDS9MNtm56Ssq3T7Zs/K1v7NaBA2LCyqjX9zAgAAAGB/kH8BOIOKydfYsWN79uxZxSkin4Lxp5FC/S+hoR24QJ6yV8SZuNI83a6vlSNeIgAAdUO34zNOW0QbrFiW232ukMVbRmBW4RcGf9WPTk1a0+25ITMSM1Nik+K2J8Rdzc+w2fNyzjW6/bDv31CfYD4ICwtqQQAAAADsBvIvAMdGk69169YdO3aMT76Cg4PHjBlTdfJFLMIvcmP1NEqYAmnm11obcb/LySW0g27/z/LoGWKvpgQAoLaxuSn6Q7/x7byO9zOu/jJb0x6FyY/8JYH6RcMsuj01cCoNubYnxsUmxl3KSbPZkwZkiw+upVtTr4CYsMhhYdE0QSMAAAAADQ317wEcVcXka+zYsT169KjmmSF/FF/8i4+8GIYxlTGWMakLPH7qJzYU026yzmNcZ3xDAABqm3rpLH7ZR6PS98rEf6VKV77OvWXle2kZqxJgBIO/GlRaQda2hMM0C0vMTKm6Z5CH79D2kcPCo7s2aysieMkAAACcAerfA0B9yMzMXL9+/fHjx2uWfPGshoBZVQEzx2EqD22/l1x3vk47GM9uZFIfkoR0IwAAtcd0YS8fflHZ3Z8Wy1WSCsQWEHjZj+begQ/2mUC3jOLcbfFHYhPjzl6/ZLNnZnHe70e30M3fzWtI+8iYsKgeIeFivJQAAABQvzD+C8CR1EryJbAcAkYxN5gHf5WNAjPo9e7LRkjzzac0kuAO7k9vJDhjAYDawjLFi4byyz5qfDqkjV4ilUqtRn7x+MFfVsXvkYXZm2x1QWyCeWrkybQkjlT18dLbxWNI+540CItq0VEiEhMAAABwNBj/BQB1hSZf69atO3HiBB9aNWnShCZf3bt3v5MzQMshYKRsOUg+CBMKgUmkUs3QdzxWTqe3MhnxhuOr5D3vJgAAtUF/+Dc+/KIyo+ZZjvmyKv4luhVB+GWXAty8Z0SOoFt+afGOpLjtiXHHryYwHFuxZ4Gm+J+TO+nmoXQd3K5HTFh071adpWIJAQAAAKgzyL8A7B2ffB0/fpy/WivJl6DqWZCUMaSXvuVQRfIO2kG7ZaG8y1giVxEAgDvDaYp0sZ/x7cLQ4Sb/cGnZ245l8lVx2UcCjsDH1ePu7jF0K9KqdyYdi02KO5J8zsQyFXsW60rXntlLNzeFamDb7jQI69u6i1wiIwAAAAC1DfkXgP2ySr6aNm06ZsyY2kq+KuJPL/nkq3z8V1khMM2QN+VL9og4E1eap9v5lXLkPAIAcGd0Oz7jtEW0wYgVud2fFluEX5al7i3DLwz+cjieKrdJEYPoptZrd184vj3xyKErZw2MsWJP2mHjuQN0U8kUA9p0iwmP6t86QilTEAAAAIBagvwLwB7R5Gvt2rUnTpzgr9Lka+zYsd26dauLsz6rIWCWKRi/LiTrHaLt9oDLicW0g+7AYnmve8VeTQkAQE2xuSn6Q7/x7byOMzn3QKnENj78QuV7R+emUI3t3I9uWqN+z8UTsYlx+y+d0pkMFXvSDlsTDtNNKZX3bd01JixqYNvuLnIlAQAAALgzyL8A7EtGRgZf54u/yidf3bt3J/VCCL/4WZBCBGbs8ywT/69EV0BM+uIP+xIAgNpgVPqe8Rjknp8fHBxc2eAvy/FfBIO/HJxKphjZoTfd9Cbj/sunaBC29+LJUoO2Yk+aju1IOko3mUTap1UXGoQNatfDXeFCAAAAAGoE+ReAvaDJ19q1a0+ePMlfpcnXuHHjunXrRupeZVXAbg4BU3no+r3oGruAAADUnktt52iNbHF6enZ2docOHfz8/GxW/hL6I/xyGgqpbGj7SLoZGdOh5LPbE47svniiRFdasSftsOfiCbpJxZLolp1i2kcNDYv0ULoSAAAAgNsh4teSA4AGZJV8NWvWjJ/tSOoR/1bA3cDcYDKZjDyDwW3pcGn+JQIAUBu0vh3TRi+hb4CZmZll7zGG1q1b9+zZU6VSScsIKRgGfzUGJpaJSzkfmxi368KxAk1JFT0lInHP0A4xYZExYdHeLu4EAAAA6t38+fMLCgrmzp3bsWNH4iCQfwE0JHtIvgSWERjLskL+RS/5BMyUl0LyU4RojB8ZRg/hLy3vBOxcYa6BMZlfNbFE5OImVagkBKAuWY3h4iMtxqsF5x5Ec66ioqLTp08XFxfT9xmFQjFixIhWrVpZjgJD+NWoMBx7IjVxe8KRnReO5aoLq+gpIqLuIe1jwqKGhUX7uXkRAAAAqC/IvwCgumjytWbNmlOnTvFXafI1bty4iIgI0qCECIzPtoQIjGeOwG6wjMCEowg4AsbEJScUC1f9m6g8feUEoO5ZTrLm8QW/KLr/zJkz9C3RYDDQd5jOnTvTt0RXV1cM/mrMOMKdSrsQmxi3I+loZnFe1Z27Nm1Lg7DhHXoFuvsQAAAAqGPIvwDgv9ln8sWzGgJmFYHxA8GEQWH8rcKUSct7AHtWmKO/euHm3KKw7t4Y/wV1TYiuLBeZFfIvIQXLy8tbv359VlYWfZOh4deECRMiIyMRfgF17vplGoRtT4xLL8yuumfH4FY0CBvRoVcTT38CAAAAdQP5FwBUJT09fe3atadPn+avNm/efOzYsXaSfAksh4DxhcBogw+8LC/58Ivvg/zLsVw4XZh9rXy1NblSEjU0gADUMcv8i17yo7r46Y1C+MVPeKT79+/fv337dpq203eY9u3bz5w509vbG/kX8BKzrsYmHqFZWEpeRtU92weGDm0fOaJD71CfIAIAAAC1CvkXANjmEMkXz6oQvuUoMEvsDVb5F9i/HauuGXQM327W2q1zb18CUF9EFvjwi7+0RPfk5eUtX748OTmZvrfI5fJJkyYNGjQIERhYupxzjR8Rdiknreqerf2aDi2rEdY2oDkBAACA2oD8CwCs0eRrzZo1Z86c4a+GhITQ5Ktr167EjlnNghRGgQljvoSRX8i/HE5RvmHLH6nC1d7Dg0LauRGA+mKVfwmzIK0afIcDBw78+++/Wq15uGJoaOjs2bODg4MJwK3SCrK2JRyOTTyakJlcdc9Qn6CyICwqPKglAQAAgDuA/AsAbnLE5ItnOZlRSLjYCvid5EZSRsARnDuSf3h7pnD1/hfby5Uo/gX1RyjmJeRflkGYZfjFKyoqWr58+dmzZ+lRNB0bVYavlw9gJaM4d3uCeWrkmfRLVfds4uk/LDwqJiyqc5M2BAAAAG4f8i8AMKuYfI0bN65Lly7EcVgu6WiVglleklvDL7yf2L+1S5JTbiz+GNBUNf3ZdgSgvlhWshciMKtLS0LnEydO/PXXXzQLo+2AgIDZs2e3atWKAFQiW12wIzFue0LcybQkjlT1D1Oguw9NwegW0bydiGCCLQAAQHUh/wJo7FJTU9etW8cPVSBlE3bGjh3rWMmXwCoCs8TnXwThl6NhGe7T504aDeWvVO/hQYPvakoA6otVFXyruZAVYy/Lgl9arXbVqlX79+/nrw4aNGjSpElKpZIAVK5AU1JWLP/osavxDMdW0dPPzWto+0gahPUICRej0hwAAMB/Qf4F0Hg5U/IlqBiBEYssjNw6U5KA3UtOKPnlg3jh6qyXw1t19CAA9chmBEYssjBiK/wSXLx4cenSpbm5ubTt6ek5a9asDh06EID/Uqwr3Zl0dHti3JHkcyaWqaKnt4v7EBqEtY+MatlJIhITAAAAsAX5F0BjRJOvtWvXnjt3jr9Kk69x48Z17tyZOAWrhKviZcWeYLe2/pm6a3U635ZIRf9bFi2VYZgD1B+rSKti2mWVjtlkMpnWr1+/bds2fgp2z549p0+f7uaGZRygWtR67e4Lx2MT4w5eOWNgjFX09FC6Dm7XY2hYVJ9WXaRi1EkEAAC4BfIvgMbFuZMvgeW7RGVtgvzLEXz+0um0i2q+3T7C65G3HObfKnAOFVMtm4GXqBqzz9LT05csWXLt2jXadnFxufvuu/v06UMAqk1r1O+9eCI28ei+y6d0Rn0VPd0UqoFtu9MgrF/rrnKJjAAAAADyL4DGgyZfa9asOX/+PH+1RYsWY8eOdb7ky5LN9wq8gTgQrdr0yj2HhKsT5rQcfFczAtBAbIZc1Um+BPT9JzY2dt26dQaDgV5t3779Aw884OvrSwBuh95kPHD51PbEuL0XT5YatFX0VMkUA9p0o0HYgDYRSpmCAAAANGLIvwCcX8Xka9y4cZ06dSKNA94xHNepfbmL379Z/Gv+Nz2atnIlAHbgtmIvK3l5ecuWLUtKSqJtmUw2fvz44cOHE4DbZ2RMh5LPxibG7bpwvERXWkVPhVTWt3VETFjkoLY9XORYhAEAABoj5F8Azuzq1atr164Vkq+WLVuOHTu28SRf4Oj+/OLigU0ZfNvNU7ZwRW8C4CwOHjy4YsUKrdY8eCc0NHT27NnBwcEEoEZMLHM05fx2cxB2rEBTUkVPmUTau2XnmLCowe17uitcCAAAQKOB/AvAOdHka82aNfHx5WNnaPI1btw4B/o9B6Beu+9IYU55jZueQwJmvRxGAJyIWq3+66+/jh49yl+lf5+gb9QE4A6wHHc8NSE2MW5H0tFcdWEVPaViSVSLjsPCooe07+mpwmoMAADg/JB/ATgbJF/gHHKv696aHSdcnfli++hhgQTA6dC36+3bt/Nv2gEBAQ899FBoaCgBuDMc4U5fu0iDMLplFudV0VMsEvUM7TAsLGpo+ygfVw8CAADgpJB/ATgPmnytXr06ISGBv4rkCxzavg0Zf391Ubj6wd+93b2wihk4rbi4uL///lutVotEooEDB951110KBaqVQ+04l3E5NsEchF0rzK6im4iIujVvPyw8amhYVICbNwEAAHAuyL8AnIFV8tWqVSuafHXo0IEAOKyf3o4/fSCXbweHuiz4sScBcGoajeavv/46cuQIbXt5eT3wwAN4G4falZh1dUdi3PbEIyl5GVX37NK0zbCw6OEdegW6+xAAAACngPwLwLFduXJl7dq1iYmJ/FUkX+Ac6Nv8CxP2G/Qsf3XwpKaTH2tNABqBpKSkJUuWFBaaKzf17Nlz+vTpbm6ozQS17HJuemzCkdikuIvZaVX37BDUclh49IgOvZp4+hMAAABHhvwLwFEh+QInlpxQ/Omzp4Srj7/TqWMUxiBAY6HX69esWbNr1y76gcfV1fXuu+/u3RuLn0KdSCvI2k6DsMS4+Mzkqnu2CwiJCYsa0aF3qE8QAQAAcEDIvwAcj1Xy1bp167FjxyL5Amey+ferG3+9yrfFYrJoXX+pTEQAGpOrV68uWbIkMzOTttu3b//AAw/4+voSgLqRUZwbm2CeGnkm/VLVPVv5NaVBGN1oIkYAAAAcB/IvAEdCk681a9YkJSXxV2nyNW7cuPDwcALgXD574fTlc0V8u20Xz2c+7koAGh+GYbZs2bJp0yaTySSXyydMmDB06FCRCFkw1KEf9fK8AAAQAElEQVRcdSFNwWIT406kJnGkqo/cId6BMeHRNAjrENSSAAAA2D3kXwCOwSr5atOmzdixY5F8gVMy6NgXJ+1ny2t/kXGzWoyYjlEG0HhlZ2cvWbIkOdk8Pa1Zs2YPPfRQcHAwAahjBZqSHUlx2xPijl2NZzi2ip5NPP35EWFdmrYhAAAA9gr5F4C9o8nX6tWrL1y4wF+lyde4cePCwsIIgJM6ezjvhzfPC1df+rJbaHt3AtCI0U8+e/bs+ffff/V6vUQiGT58OP0TiFQqJQB1r1hXujPpaGxi3OHkcyaWqaJngLtPTFjksLDoiObtRAQDFQEAwL4g/wKwX0lJSRs2bEDyBY3Nym8v7Vl7nW+rXCUf/dMX870AqKKiot9+++3s2bO0HRAQMHv27FatWhGA+qLWa/dcPE6DsAOXzxgYYxU9fV09h7aPHBYe3T0kTCISEwAAADuA/AvAHtHka/369RcvXuSvtm3blv6pH8kXNBLvPHQ0K03LtyP6+z30GtZ2ALjp2LFjf/31V0lJCW0PGDBg8uTJSqWSANQjrVG/99LJ2IS4fZdP6Yz6Knp6u7gPbtdzWFhUZIuOUrGEAAAANBxHzL8w2h+cmVXy1bJly3HjxjnQ7yfAHSopNArhFxXe3ZsAgIWePXt26NBhxYoVhw4d2rt37+nTp2fOnNm5c2cCUF9UMsWI8F5005uMBy6fik08uufiiVKDtmLPAk3Jv6d20c1d6Tq4XY+YsKjeLTvLJPgwDwAAUC0Y/wXOKTExccOGDZZjvmjy1b59ewLQmBzamvn7ogvC1XeWR3v7KwgAVED/XrJ06dL8/Hza7tGjx/Tp093dUSkPGoaRMR1KPhubGLf7wvFiXWkVPV3lqoFtu8eER/Vr3VUukREAAID6gvmPAA2PJl/r16+/dOkSf7Vdu3Zjx45F8gWN0y/vJxzfk8O3/Zoo3/oligBAJQwGw7p162JjY+lHIxcXlylTpvTt25cANKiDV87sTDq2PfFIkVZdRTelVN4huNWw8KhhYdF+bl4EAACgjiH/AmhICQkJGzZsEJIvmnlNnDgR9YyhMXvprgPa0vL1xfqPDZ72dFsCAFVKS0v75Zdf0tPTSdlKKXPmzPH19SUADYrluOOpCTsSj+5IistRF1bduWvTtjHh0cPDowPdfQgAAEDdQP4F0DDi4+Np8nX58mX+alhY2IQJE5B8QSOXdkn94ZMnhKsPv9Gha18/AgD/hWXZrVu30n9WTCaTTCYbP378sGHDRFg5FewAR7jT1y7GJsbRLbM4r+rOnYJbx4RHjejQK9gDb/4AAFDLkH8B1DeafK1fv/7KlSv8VSRfAILtK9LWLk4Wri5a20+uFBMAqJ6cnJzFixcnJ5t/iZo1azZnzpymTZsSALtxLuPyjsSj2xOOXCvMrrpnWFCLYWFRw8N7NfcOJAAAALUB+RdA/Tl//jz947yQfIWHh0+aNCk0NJQAQJmv5p9JOlk+TaZluMcLn0cQALgd9DPS/v37//nnH61WKxaLhw0bNn78eKkUy+2BfUnKuhqbGPfbkU06k6Hqnm38mw8Pjx7RoXeoTxABAAC4A8i/AOoDTb7Wr1/P/02e6tChw8SJE5F8AVhiGe75CftNxvJ3+FH3ho65H78jADVRVFT022+/nT17lrb9/PxmzZrVti1K6YHdMTDG/ZdP70iM23PxhFqvrbpzK7+mMWHmYvltA5oTAACA24f8C6BunTt3bsOGDUi+AP7TxdNFX8w7LVx97tOurTt5EgCoqRMnTvz555/FxcW03a9fvylTpqhUKgJgf0wsc+jK2R1JcbsuHK961Ugq1Cd4WHhUTFh0WCA+TQEAwG1A/gVQV+gf3mnylZKSwl+lv2M0+QoJCSEAYMvaxcnbV6TxbblC/MnqvmIJqncD3BGtVrty5coDBw7Qtqen5/Tp07t160YA7BXDsUdT4mMTj+y8cCy/tLjqzs28AoaFR8eERXUMRhFVAAD4b8i/AGofTb7Wr19/9epV/mqnTp0mTJiA5Augah89dSL1Yvmf/Tv38n30fw7zzxKAnbt48eLSpUtzc3Npu3Pnzg888IC7uzsBsGMsx51MS9pOg7DEo9nqgqo7N/H0G1o2NbJL0zYEAACgEsi/AGrTmTNnNmzYICRf9DRj/PjxSL4A/pNOw7w46YBwdfJjrQdPwrp1ALXGZDKtXbs2NjaWZVmVSjV58uT+/fsTAEdwOv1ibGLcjsS460W5VfcMcPeJCYukQVhE83YighHEAABwC+RfALWDJl/r169PTU3lryL5Argt547kf//GOeHq/G+7N2vtRgCgVqWnpy9evJhe0nabNm1mzZrl7+9PABxEfGYyH4Rdzc+suqefm9fQ9pExYVE9QsLFIgRhAABghvwL4E6dPn16w4YNQvLVpUuXiRMnNm2KoSsAt2HNz1diV17j2ypXycf/9iUAUAdYlt2+fTv9g43RaJRKpePGjRs+fLhYLCYAjuNidlpsUlxswpHLuelV9/R28RjavmdMWHRkiw4SEX7OAQAaNeRfADV36tQpmnylpZVX7EbyBVBjHz19MvVCCd/u2sf34TdR/AugDuXk5CxduvTSpUu0Tf/Zmj17dvPmzQmAo7man7k94Uhs4pHErKtV9/RSuQ1u33NYWHRUi45SsYQAAEDjg/wLoCZo8kX/eH7tWvlwla5du06YMAHJF0DN6LXm4l/CW/uUx1sPmojfJoA6t3///lWrVmm1WpFIFBMTM378eLlcTgAcUEZx7rb4I9sTj5y7frnqnu5K18HtesSERfVp1QVBGABAo4L8C+D2nDx5csOGDULyFRERMXHixODgYAIANXX+aP53r90s/vXq9z2atHQlAFD3SkpK/vjjjxMnTtC2j4/PrFmz2rdvTwAcVra6oGxEWNyptAscqeqUwU2hGti2e0xYdN/WXeQSGQEAAGeH/AuguqySr27duk2YMAHJF8CdW/NzcuzK8nnEKP4FUP/Onj3722+/FRUV0XafPn2mTp2qUqkIgCPLLy021whLjDt2NZ6t8txBJVMMaNt9WFhU/zbdFFIEYQAATgv5F8B/oD9vfPLFL5hFkHwB1LaP5568mlRe/Cuin99Dr3cgAFC/dDrdqlWr9u3bR9vu7u733HNPz549CYDjK9KqdyYdo1nYkeRzJpapoqdSKu/XJoIGYTQOo6EYAQAA54L8C6BS9CftxIkTGzduFJKv7t27jx8/HskXQC2yKv419ck2A8Y3IQDQEK5cubJ48eLc3Fza7ty588yZMz09PQmAU1DrtbsvHI9NjDt45YyBMVbRUy6R9W3dJSYsenC7Hi5yJQEAAKeA/AvABj752rBhw/Xr1/k9PXr0oMlXUFAQAYBaFX+04NvXzgpXF/zYMzjUhQBAAzGZTPSfv61bt7Isq1Qq77rrrgEDBohEIgLgLLRG/d6LJ7Ynxu2/fFpn1FfRUyaR9m7ZeVh49KB2PdwV+LcJAMCxOWL+JSUAdYYmX8ePH6cf/TMyMuhV+omfH/OF5Augjlw8Wyi0lS4ShF8ADUsqlU6cODEyMnLJkiXXrl37448/Dh06NGfOnICAAALgFFQyxYgOvemmNxkPXD5Fg7C9F0+WGrQVexoZ095LJ+kmFUuiW3YaFhY1pH2khxIrtAAAQD3B+C+oExWTrx49eowbNw7JF0Cd+uyF05fPFfHt8B7eT77fmQCAHaD/LMbGxq5bt85gMNBQbPTo0SNHjpRIJATA6dCc61Dy2djEuN0XjhfrSqvoKRGJI1t0iAmLHto+0tvFnQAAgOPA/EcA80f8Y8eO0eQrMzOT3Ei+JkyYgL91A9Q1jiXPT9hvNLD81VH3ho65P5QAgN3Iy8tbtmxZUlISbdM/CM2ZMyc0FL+k4LQYjo1LPhebdHRn0rECTXEVPcX042JIeExY1LCwaB9XDwIAAHYP+Rc0avRn6ejRoxs3bhSSr8jIyHHjxiH5AqgfGVc17z1yTLj6+LudOkb6EACwM4cOHVqxYoVGo6H/UA4ZMmTixIlyuZwAOC+W446nJuxIPLojKS5HXVhFTxERRTRvR1Ow4eHRfm5eBAAA7BXyL2ikkHwB2IMj27N++yRJuPrJ6r5KF8yuArBHarV69erVp06dom1vb+977rmnTZs2BMDZcYQ7fe3ijsS42MSjGcW5VXfu0rSNOQjr0CvQHX/LAQCwO8i/oNGhPz9xcXE0+crKyiJlyVdUVNTYsWORfAHUvxXfXNq7rnyVVZlc/Nn6fgQAAMAunc+4EmsOwuLSCrKq7tkpuHVMeNSIDr2CPfwIAADYB6z/CI0ITb6OHDlCk6/s7GxyI/kaP368nx8+mgA0jNSkEqEd2h6FhAEAwH51DG5Ft2cG33MhO5UPwq7kptvseS7jMt0+3/lnWFCLYWFRw8N7NfcOJAAAALcJ+RfcNpp8HT58eNOmTULyFR0dPW7cOCRfAA2IY0nqJbVwNaQt8i8AAHAA7QJC6PbEgClX8zO3xh/akXQ0KeuqzZ6JmSl0+2r3irYBzYeFRY/o0DvUBwuLAwBAdSH/gttglXyJxWKafI0dOxbJF0CDS09Ws8zN+ewhbd0IAACA46Bh1iP9JtHtelHO1vjDOxKPnsu4bLPnxew0un27d1Urv6b8qpE0ESMAAABVQv4F1cKyLJ985eTkkBvJ1/jx4318UJEUwC5ctZj8SDXH+C8AAHBMTTz9Z/ceR7eskvztCUdiE+NOX7vIERs1i6/kpv+4fzXdaHYWExY9LCwqLKgFAQAAsAX5F/yHislXr169xo0bh+QLwK6kXrw5+VEmFwc2VxEAAABHFujuc1/UKLrllxZvTzQHYcdTE1hbi3ddzc9cfHAt3Zp5BcSERcWER3UKbk0AAAAsIP+CStHk69ChQzT5ys01L1BNk6/evXuPHTsWyReAHbqK4vcAAOCkfFw9pvUYRrcirXpH0tHtiXFHU86bWKZiz2uF2UsPb6BbsIcfTcGGhUV3adqGAAAAIP8Cm2jydfDgQZp85eXl0asSiYQmX2PGjEHyBWCfGBOXfuXm+K/mKP4FAADOyFPldlfEYLqV6DW7LxzfnnDkUPJZI2Oq2DOjOPe3I5voFuDuExMWSYOwiObtREREAACgsUL+BbdgGIYf82WZfI0dO9bb25sAgL26nlJqOR0Eiz8CAIBzc1e4jOvcn24ag27PxROxiXEHLp/WmQwVe2aX5P9xdCvd/Ny8hraPjAmL6hESLhYhCAMAaHSQf0E5mnwdPHhw8+bNQvLVp0+fMWPGIPkCsH9ZqRrLq1j8EQAAGgkXuXJUxz5005uM+y6dpEHY3ksnaShWsWeuuvDv49vp5u3iMbR9z5iw6MgWHSQiMQEAgMYB+ReUJ1+bNm3Kz88nSL4AHFBm2s38q6z4vQsBgFt5eXkVFRXRxqpVqyZPnlxFz1mzZi1btow20tLSmjVrRupdaWnp9evX27ZtSxqTUaNGbdmyJSgoP/SVcAAAEABJREFUKCMjgwDcPoVUZq58HxZlZEwHr5yhQdjuiydKdKUVexZoiled3Ek3T5Xb4HY9h4VFRbfsJBVLCAAAODXkX40aTb4OHDiwefNmIfnq27fv2LFjPT09CQA4joyrN/OvkHaY/AhQlSeffHLw4MF2W9Fy9+7dDz300Ouvv97Y8i+A2iKTSAe27U43E8vEpZynQdiuC8cKNCUVexZp1WtO76abu9J1UNvuw8Kj+7TqgiAMAMBZIf9qvI4fP07/Bs4nX9SgQYNGjhyJMV8AjijTYv4jJj8CVC0rK+u5557jR3jZm8OHD9NsjgBAbaBJFs2z6LZg1JwTqYnbE47svHAsV11YsWeJrnT92X10c5WrBpYFYX1bd5FLZAQAAJwI8q/GKC8vj37uT0pKom2pVNqvX7/Ro0djzBeAg+JYkn3tZv7VHMXvAf7Lr7/+Om3aNPpvH7EzpaWlpLHavHkzAagbEpE4MrQD3V4ZOev0tYs0CNuRdDSzOK9iz1KDdtP5A3RTyRQDaBAWFtW/TTeFFEEYAIAzQP7V6Kxdu3bTpk18Ozo6+q677vLy8iIA4LCy0zWWiz8Gh6L4F0CllEqlTmcujP3YY4+dOXMG/wICNCoiIopo1o5uLw2befb6pdjEuB2JR68VZlfsqTXqt8YfohsNv/q26jqyY5/h4dEEAAAcGfKvRuT8+fO///47v7xjYGDgzJkzUVsEwAlYFv+i/JuoCABUIBKJ6GX37t09PDy2bNmSlpY2b968H3/8kQBAo9S5SRu6PTdkRmLW1R2JcTQLS867XrGb3mTceeEY3RZu85jafdi0HjHeLh4EAAAcEFb8bSxWr1795Zdf0vBLoVDcddddb775JsIvAOdgWfzLxV2qdEHhXoCq/Pzzz/ywr59++mnnzp3kNl2+fPnll18eNmxYQEBAy5Ytx44d+8orr9z5koWHDx+mCV1MTAx/ddasWaIyarX6Dh/9zp/wO++8Q59Jq1ataFuj0SxZsuT+++9v3rx569at6SeKRYsWFRYW3vmjjxo1ij5KcHCw1f59+/bde++9PXr0oH+68/T07NOnD310+pFGKGBK5eTkyGQyeni/fv0qeyajR4+mHZo2bcqyLAGwEBYY+uTAu1c/+vE/j3z0xIAp7QJCbHbLLy3+ft8/w796+o0NP1zMTiMAAOBoRJzltBlwRvQlph9V4+LiaJt+fJw6dSqmewA4k6UfJh7bWT53I6St27yvuxMAqMDb25vGNDQ9OXDgAP1n8cEHH6Q7aSJz5swZN7dbVo2g2RNfHT8tLa1Zs2bCfhr90Ozmu+++MxqNVnfu6+v70UcfzZ49mx9lVgM0/+rdu3fF/SUlJfzTq8Gj19YTpvnXG2+8Qb9X+/fvnzRpEv+JwhINwnbt2kUTsTt5dJp/bdmyJSgoyDId++uvv2bOnGkymSo+K/pwBw8eFF6gyZMn//vvv6QsceOjOkvXr1+n/WnyNW/evA8//JAAVOl6Uc7W+MPbE47EZyZX1qdnSPi9UaMGtesuIjX8rQcAcGjz588vKCiYO3dux44diYPA+C8nRz8yfvXVV/xH1fvuu++RRx5B+AXgZDIt5j/6BWPyI4Bt/B/8+Ms5c+aMHDmSNpKTk+mnt2rewwsvvPDll1/SNKdt27aff/75xo0b//7779dff10ul+fl5dFA7bPPPiM11atXL/rcYmNj+atLly7lygjZXA0evXafME0P6ZOknyho0vTLL7+sWbPmueeea9KkCSmLnN58881af/QrV67QbvSTTIsWLV588cXFixdv2rRp4cKFNCkjZenkk08+KXSmH3L4hs2VPX/99Vd+2BcN3QjAf2ni6T+797g/5ry7+akvXhh6b+cmbSr2OZaa8NyqRQ/+9m6hVk0AAMARYPyXM9NqtfSjJ/34KBaL6Wf9yMhIAgBO55kx+xhT+Tv5sGnNJ8xpSQCgAvrnn6Kiot69ex88eJBeTU9P79SpEz9xb9++fZbz5myO/1q3bt2ECRNoo0+fPrTt6+sr9Kd3OH78eJrpuLu7nz9/3moY1G3ZsWMHPwWS5l8PPPCAsL8Gj16LT5gf/8W333///VdeeUW4KSMjo3PnzvSuaE6XnZ2tUqlq/OgVx3998MEHr776Km2cOXOGPorlU7r33nv/+OMP2rhw4QJfz4EGbU2bNs3JyWnZsiX95GP1JYSFhSUlJdH87tChQwTg9iVmXf09bvOW+ENGxno0YqC7zzf3zGvjX/NffAAAR4TxX2BH6Kd8+sGRfgSUSqVPP/00wi8Ap1SYaxDCL8ovSEkAoBpoVrJw4UK+Tf9ERP9iVHX/RYsWkbLlI2k0ZpnmkLKIh4+HSkpKlixZQupADR69Lp7w4MGDLcMvKjg4ePLkybShVqtTUlJq99H5IIzeSZs21qNvHn744UcfffTrr7+mIRq/RyaTzZw5k5SN6aOBpmVnmnnR8IuUpWYEoEbCAkPfGffYtqe/fnLg3QFu3pY3ZZXk3/fLG9sSjhAAALBvyL+cE8MwX3zxRVZWllwuf+655zp06EAAwBkVZOssr2L+I0D10QBlyJAhtHHx4sUFCxZU0ZNl2ePHj9PG/fffXzGLoR5//HEaqNHGsWPHSG2rwaPX0RMW5hhaEoptCaX6a+vRW7duTS91Ot20adNOnTpledOgQYO+//77J598MigoSNhJH45v/Pnnn5adly9fTspyNJvPH6D6vF3cH+47ccOTn82IHGG5X2cyzFv95c4Ltf/rDwAAtQj5l3PavHlzeno6bTzyyCM2P3oCgHPIz9ZbXvULxvgvgNuwZMkSfgAR/aNRxbLugjNnzvDhjtUsPIFMJuNvOnz4MKltNXj0OnrCISE21sUTKpQZDIbaffR7772XXw5y/fr13bp1Cw8Pf+WVVw4cOFBZ7Y6uXbtGRUWRsvxLKLpP47Pff/+dNsaNG4cSqFAr5BLZvGH3f3fPyz6uHpb7X1nz9aUcrAsJAGC/kH85oWvXrm3cuJE2+vXrV9lHTwBwDvlZN8d/icTEOwD5F8BtCA0Nff/990nZkKXZs2dXNgvyxIkTfKNly0rr6/GDlXJzcysWn7pDNXj0OnrCfBplRVjDUYilauvR/fz89uzZQ5Mv/mpiYuLChQvpZ5tmzZpNmzbtww8/pIdbHcJPgSwsLFy3bh2/Z+3atUVFRaSSwWsANda7VZd/Hv6of5sIYY/eZHzyr48KNMUEAADsEvIvZ8MwzE8//UQ/xwcEBNxzzz0EAJxafs7N8V8+AUox3tQBbtOTTz7JF7+Pj49/6623bPb5z+pgdaoGj15HT1gikVSnWy0+etu2bY8ePRobG/vcc8+1aNGC33n9+vUVK1bMnz+/T58+/AoGAhpyKZXmPwMIUyD5yY/+/v78qpEAtcjbxf2rqS8NbX+zxm5WSf7Tf39iYhkCAAD2B6dKzmbjxo2ZmZn0E+pjjz0mk8kIADg1y/FfmPwIUAMikeiXX37hFy785JNPbM6C5FcYpCxLvFu5evUq36B/fyK1qgaP7nBPuAr0I83QoUMXLVqUnJx84sSJhQsXxsTE8CHXxYsXhUUMeF5eXhMnTqSNTZs2lZSUFBQUbN26lZSNC8OHIqgjH0x8skPQzaGO5zIu/2/jTwQAAOwP8i+nolarN2/eTBuTJk3iK8sCgHO7Nf9C8XuAmmjTps17771HbsyCNJlM/H5hZp9QSfM/A5327dsL9bBq8end7qM73BO2qbi4OCkp6dKlS8Kebt26vfzyy9u3bz9//jx/IM25rI7ip0Bqtdp//vlnxYoVfCEwfidAXZBLZN/c83KAu4+wZ/3ZfcdSEwgAANgZ5F9O5eDBg/Szu7e3N/3TKAGARiA3wyL/CsL4L4Aamjt3bv/+/UnZLEiam/A7hYJWrVq1iow0T3FavXq1zcl9W7duPXv2LG2MHj2a3AFhgiH911zYWYNHr7cnbFOtPDr95nfv3j0sLExY1dHqIfhRZiUlJVY3jRw5skmTJrQRW4Y2unTpEhERQQDqjLeL+/fT5ytlCmHP73GbCQAA2BnkX86DflLctWsXbQwePFj4kzUAODGt2mQ03DxJ9sX8R4CaosHTkiVL+FmQOp2uYocPPviAXl6+fJkmZcJCh7yNGzcKGc3kyZPJHXB1deUbWVlZd/jo9fOEK3Pnj04/yUyaNIk2Dh06tGzZMqtbz5WhDZqRWd0kFotnzZpFGzt37ty9ezdtPPjggwSgjrXyazqn9zjh6u4LJzKL8wgAANgTKQFnkZiYmJ+fL5VK+Tq+AOD08rP1llcx/xHgTrRp0+aNN9545ZVXbN46dOjQYcOGbd++/eeffz569Ojs2bPbtm1L853NZfg+8+bN69u3r3BIYWGht7c3bbi4uJSWlpJqEIph0fyouLiY5nHPP/88DcVq8Og1OKQW1cqj06/9r7/+unbtGs2z1qxZQ/+81759+/T09P379//+++9Go9HT0/Ptt9+ueCDN195///2MjAzapp+Lpk+fTgDq3rQew346sMbImCdQc4T7PW7zCzFYdRQAwI4g/3Iee/bsoZeRkZHCX48BwLnlZ98ySgXzHwHu0EsvvbR69WqbJfCpv//+e/78+T/++OPp06efffZZy5s8PDzeeeedp59+mtyZ0NDQ3r17Hzp0iIZf/BCqESNGREVF1ezR6+EJV+HOHz04OPiPP/4YN25cUVHRmjKWt/r7+69atapjx44VD6QxGf1bII3JaJseTnsSgLrnqXKb0GXAqpM7+av/ntr95MC7LSdFAgBAw0L+5SRMJtOpU6eIrYkAAOCs1EVGoS2WiFzc8ZYOcEckEskvv/zSrVs3qyl7PG9v7x9++GHatGkrV65MTEyksY5CoWjTpg1NWObMmePn50dqAw3gFi5cSLMb+s+6SqXKzc2t8aPXzxOuTK08ev/+/a9cubJo0aLY2NisrKz09HSj0ejr60vv5H//+19ISEhlB06dOpXPv2yWDwOoIyM69Bbyr1KDdsO5A1O6DSEAAGAfREJtV3Bo8fHxX3zxBf3g/uWXX0qlOAcGaBS2/522dkky3/YJULz9WzQBADvz2GOPrV+/ngY3BOrRrFmzli1bFhQUlJqaKpPJCEC94Ag36LPHirRq/uqI8F4fTqrDUZYAAA1o/vz5BQUFc+fOtTkW2z6h/r2TSEgwr7IcFhaG8Aug8SixGP/l6okTPAB7dOLECX6lQqg3+fn5K1asoI0HHngA4RfUJxERxYRFCVcPJZ8lAABgN5B/OYn4+Hh62blzZwIAjUZp8c38yw35F4D9Wb58+dGjR/l1DKHevPvuu1qtliZfjz/+OAGoXzHtI4V2sa70cs41AgAA9gFjhZwB/ZB37Zr5H9du3boRAGg01IU38y935F8AdkatVr/wwgujRo168sknCdSxjIyMRYsWeXh4JCUl/f7773TPzJkzQ0NDCUD96tSkteXVSzlprf2bEQAAsAPIv5xBWloavVQqlftAKtcAABAASURBVF5eXgQAGg31LeO/5AQA7Imbm9vp06eDgoII1D0/Pz+af7Esy18NDg5+7733CEC9c1e6SsUSE8vwVws0JQQAAOwD5j86g5IS87+s7u7uBAAaE8vxX25eGP8FYHcQftUbmUzWr18/vj1kyJDdu3fjmw8NJcDdW2gXaJF/AQDYC4z/cgZ8/uXh4UEAoDFRo/4XAMANe/bsIQB2wNfV63pRLt8uKC0mAABgH5B/OQO12rzKMvIvgEaFMXF6LSNcdfNA/gUAANDw/Nw8hTbmPwIA2A/kX84A478AGqGSAoPlVcx/BAAAsAf+bjfnPxZi/iMAgN1A/uUMkH8BNEKWkx8J5j8CAADYB4X05r/IBpORAACAfUD+5Qz4+Y+ofw/QqKiLbvlI7Y78CwAAAAAAoBLIv5yBwWCeBiWT4ewXoBGxyr9Ubng/BwAAAAAAsA3nSwAADsky//LwkRMAAAAAAACohJgAAIADssy/sPgjAFTtk08+eeaZZ44dO0YAAAAAGiWM/wIAcEg6DSO0lS4SAgBQOZPJpNPp+IIJAAAAAI0Q8i8AAIfEmFihLZVhMC8AVEUsNr9LsCxLAAAAABol5F8AAA7JZOSEtkQmIgAAlePzL4ZhCAAAAECjhPwLAMAhmYwY/wUA1SWRmGdJY/wXAAAANFrIvwAAHBJjujn+SyrF+C8AqArmPwIAAEAjh/wLAMAhGTH+CwCqDfkXAAAANHLIvwAAHBLq3wNA9SH/AgAAgEZOSgAAwAFZ1r+Xov49AFQJ+RcAAAA0csi/AAAcEurfA0D1If8CAACARg75FwCAQ7ql/j3yLwCoEp9/MQxDAAAAABol5F8AAA7JcvyXBOs/AkCVMP4LAAAAGjnkXwAADunW+l8Y/wUAVZFIJAT5FwAAADRiyL8AABzSres/YvwXAFQF478AAACgkUP+BQDgkEyo/wUA1Yb8CwAAABo55F8AAA7JZMD6jwBQXah/DwAAAI0c8i8AAIfEMBj/BQDVxedfHMcRAAAAgEYJ+RcAgEPi2JvnsSyLc1oAqArGfwEAAEAjh/wLAAAAwMmh/hcAAAA0csi/AAAAAJycRCIhyL8AAACgEUP+BQAAAODkRCIRQf4FAAAAjRjyLwAAAAAnh/FfAAAA0Mgh/wIAAABwcqh/DwAAAI0c8i8AAAAAJ8fnXxyHtWIBAACgkUL+BQAAAOCoTCbTN998U1paShtGo1G45FkFXqdOnXr00UervkM3N7d3331XpVIRAAAAACeC/AsAAADAUUml0oiIiD/++IPUksmTJyP8AgAAAOcjJgAAAADgsAYOHNi2bVtSG0JDQ/v06UMAAAAAnA7yLwAAAADHNnPmTKn0Tgf1i0SiGTNmEAAAAABnhPwLAAAAwLEFBgaOHDmS3Jl+/fq1aNGCAAAAADgj5F8AAAAADm/UqFEBAQGkptzc3CZOnEgAAAAAnBTyLwAAAACHJ5VKZ86cSWpq/PjxNAIjAAAAAE4K+RcAAACAM2jXrl3//v3J7QsNDa3ZgQAAAACOAvkXAAAAgJO4++67vby8yG2aMWOGWIzPhAAAAODM8FkHAAAAwEkoFIrp06ff1iG9e/dG2XsAAABwesi/AAAAAJxHRERE165dq9mZ5mVTpkwhAAAAAM4O+RcAAACAU5k+fToNtqrTc8KECSh7DwAAAI0B8i8AAAAAp+Lt7U2Drf/sFhQUNHjwYAIAAADQCCD/AgAAAHA2NNgKCQmpus/06dNR9h4AAAAaCXzoAQAAAHA2NNiaOXOmVCqtrEPPnj3DwsIIAAAAQOOA/AsAAADACYWEhIwcOdLmTQqFYvLkyQQAAACg0UD+BQAAAOCcRo0aFRAQUHH/6NGjfXx8CAAAAECjgfwLAAAAwDlJpdKZM2da7QwKCoqJiSEAAAAAjQnyLwAAAACn1a5du969e1vumTp1ahV1wQAAAACcEvIvAAAAAGc2ZcoUV1dXvt21a9eOHTsSAAAAgEYG+RcAAACAM3Nzc5s+fTopmw55zz33EAAAAIDGB6PfAQAAAJxcZGTk0aNHmzdvjrL3AAAA0Dgh/wIAAABwftOnT3d3dycAAAAAjRLyLwAAAAAzjuOI8/Ly8iLO/jXyRCIRAQAAALgV8i8AAABodGoWAzWG8Mj+/We8VdnLhFwMAACgMUP+BQAAAM6viujqP1MtxF52xerlqDrVsrz1tg4EAAAAJ4P8CwAAAJyTzdzKaqfl1cpyLuRfdotmWDZfHSHborda5lw24zAEYQAAAI0B8i8AAABwHv+ZefFtYY/N/AuBl4MSkqyKmRd/aRmHWWZkFY8CAAAAJ4P8CwAAAJxEZWO7LDOvyi71GRnG7GyTWs1qtZxez+r1TFmDY5jK7h8ahEgiEcvlYqVSRC8VCgnfcHVVBAdL/fys4i3hUmgIEZjQQBAGAADQGCD/AgAAAMdmM/ayeck3jEVFpefOlcbH669fN2ZmmpOvzEwCjk+kUCiaNZM3aaIMCaGXipAQt06daDpmmYJZtvkIDEEYAABAY4D8CwAAABxVZcmXZYNvq8+cMW/nz2sSEpB2OStOr9ddvky3YoudrhERrt26uffo4RYRYRWECaoOwpCCAQAAOAHkXwAAAOBgqpjnaElz8WLxkSMlx4+rT55kdbrq3LNILpcoFGLzppQoleZJdhIJAXvCMSZWp2cNBtZQNk1Vb2C1mir6l546RbfsX36hL65L587uUVE+MTGywECRLVUUCEMKBgAA4NCQfwEAAIDDqHqqI8WyrObChZxVqwp27WJKSiq7H7FS5da+vTIoSBEQqAgIUAYHy/0DlE2aEHBMjKZUe/Wq9vp13bVr2vRruuvXNVdTrEJPzmAoPX6cbpnffUeDMK/hw72GDJF6eIjFYptZGH8UUjAAAADngPwLAAAAHIPNZRxvCb+02sQnntDEx1c8ViSTubZq7RYW5t4+jF6qmjUnCDKciMTF1S28A90sd9IUrOT8ueLz50riz2tSUojFz4/m7Fm6ZXzxhWvPnl7Dhnn27y91ceFjL6s4jB8RZpmCIQIDAABwRMi/AAAAwN5VlnwJtFeuZK9cmbdlC6fVWh4o9fT07dvPO7qXT5++BBoZZZMmdPMfNpy2mVJ18bnzxefOZG/bZszP4ztwJpP68GG6XXdx8Z0yxW/aNJmHhxB4CUGYcIfCwpEEA8EAAAAcDfIvAAAAsF9VJ1+swVCwc2fWqlWas2ctj6Kph++AgT69+rh37EgACJG4unlHR9Mt9MGHi44fy9qyOe/gAc5g4G9lNZqcX3/NXbHCe9y4oJkzJV5eNPzigzDL4WB8Z6RgAAAAjgj5FwAAANgpy8L2xGK2I8uy+oyM7H/+yV2/niksvHmAWOwZ0a3JpLu8o3theiNUxrNHT7qxWm3u3j3Z27YWnznN7+d0uvyVKwvWrfOeONF/+nS5j091UjBEYAAAAA4B+RcAAADYnSqGfTF6ffoPP2T98QeNwYQ+Iqk0YNjwZtPvVQQHE4BqEKtUASNG0k2blpq2/Lfc3bv4nyhOr8//+++CNWsCZs3ymzpVLJPxKZhVXTCCgWAAAAAOBfkXAAAA2Bebw754JefOJb/5puHaNaGzWKkMHD222dSpMl8/AnD7VM1D2r2yIHTWnLTfl+fs2M6ZTKQsBcv64YeCLVuavvyyS4cOEolEGAhGWR6OgWAAAAAOAfkXAAAA2IvKhn2xLMtotde++y5nxQphFT+Jm1vwhElN7pos9fAgAHdGERzc5sWXQh544Npff2Zt3sQZjXSn4erV5Cee8Bw1KviJJ+iPGT8QzGosGMFAMAAAAEcgJgAAAAB2wCr84mMvc/LFMCVnzpy/556cv/8Wwi+/IUN7Lv8zZNZshF9Qi+T+Aa2efqbH0t88I7oJO4s2b75w7715GzaYTCbmBvqTabUIKd/Z8scYAAAA7AfGfwEAAEDDq2zOI6PRpH7xRe7q1UJPmY9v25fmefWMJAB1Qx4Q0PHjT/P27L7y3bfGvFy6hy0uzvj446Ldu5u/8YbU3Z2fDikMBOMvhSmQmAsJAABghzD+CwAAABqYzfCLZdnCY8fOTJliGX4FDB/Z/ZelCL+gHvgOHNRjydLgCZOEtUQ1R49emjNHc/Gi1UAwHkaBAQAA2DPkXwAAANCQrCIDYc7j9WXLLj7xhCk3l79V7ufX8eNP27w0T+LiSgDqhdjFpeVTT3f+7EuZtw+/h8nJSX788cLt24UIzDL8QgQGAABgt5B/AQAAQIOxDAv4MV/85dUPP7z+7bdCt8AxY7svWWZZkgmg3rh37Bjx48+e3XuUXzeZrr//fvpHHxk1GsZCxRQMERgAAID9QP4FAAAADcMq/Cov+GUwXH71VWHOo0gma//aG62ffV6sUhGABiLz8uq48KOQ2Q8ScfmH5+ItW1Kee85QVMQPBKs4CxIRGAAAgF1B/gUAAAANoGL4RbMDk0aT9NRThTt38jdJXF07fbzId+AgAtDgRKJmM+7tvOgLua8fv0OfmHj12WcNhYWmMlbTIQkiMAAAAHuC/AsAAADqm83wy5Cfn/jww6WnTvE3yf38unz1jXvHjgTAbtAfyK7f/aBqHsJfNSQnp8ydq8/NFUaBWY4FI4jAAAAA7AbyLwAAAKhXNsMv3fXribNnay9e5G9ybd2m69ffCSkDgP2QeXt3+fJrIZk1paWlPvOMPiNDGAUmDAFDBAYAAGA/kH8BAABA/bEZfmkuX06YPduQmcnf5Nm9R+fPv5T5+hIAuyRxc+u48GOvHj35q6aMDBqBaa9etayFjwgMAADAriD/AgAAgHpiM/zSpqQkPvIIU1jI3+Q3ZGjH9xeKlUoCYMfoj2j4u+/7DRrMX2Xy8tKee06bno4IDAAAwD4h/wIAAID6YDP80mdkJD35JKtW8zc1v/+Bdq8sIBIJAbB7Iqm03auvBU2YyF9li4rS583T5+VVrIWPcvgAAAANDvkXAAAA1Dmb4ZexoODC00+bcnP5m1o9/UzzmQ8QAAciErV6aq7wc2vKzLz28suG4mKrCExYEZKHCAwAAKD+If8CAACAumUz/GK02qSnntKnpfE3Nb/v/qDxEwiAA2p+/wPCT68xOTl9wQKjVms5EZKzwHdDBAYAAFDPkH8BAABAfRAmf5nDL73+4vPP6y5d4m8KGDGy+QOzCIDDavXUXN8BA/m2ISEh4913TQaDkH9ZpWAEAAAA6h3yLwAAAKhDljWPhHLgqR9/rD5xgu/g239Am+dfJAAOTSRq98oCz4hu/DXtkSM5S5bYnAVpVQ4MAAAA6gfyLwAAAKgrlmf4QviVu2lT3vr1/E6PrhHtXn2NiPGBBByeSCoNf/td19Zt+KtFK1eWHD5Mwy8+BUMtfAAAgIaFj5sAAABQJ2yW/dJcvpy2cCG/Xx4Q0OHtd2lqQACcglil6vD+Qpm3N381+6OPtNeuWRYCE1Jg4RBEYAAAAPUD+RcAAADUIcvK3ya1+vK9cI0mAAAQAElEQVS8eZzRSPeLZLIO77wvdnEhAE5E5uMT9sb/iEhE21xpaebbbxt1uooRGAqBAQAA1DPkXwAAAFD7rCZ58af9V954w5Cezndo++I8l1atCIDTce/UKXTOQ3zblJKS+/33whRIm8tBIggDAACoB8i/AAAAoJZVLPtFZf31V8nBg/zOgJGj/IYMJQBOquk9070iI/m2etOmol27TGWsauETFAIDAACoL8i/AAAAoE5Ylv3SXbuW/vXX/H6Xli1bP/0MAXBq7V99XREUxLfzvvzSkJNTcQqkZSEwAAAAqFPIvwAAAKA2WY1q4U/yU957jzAM3SNWqsLfeV8kl5OGxjE6Tp/H6TLKN30uZ9IQgFoicXMLe+ud8uUddLq8H3/kx39ZDQHDLEgAAID6gRWXAAAAoNZUnPlIL/O3bi09eZLf2fKJJxSBgaShcCzHaJisXcb0vzjDFSIhIomo/BaGIwwnkoXKmk2TBA4XSVyICH8mhDvi2rp18/tmpi79hbY1+/aVjhjh3qOHWCwWlVXHp5d8+MVfJWW/PkIbAAAAahfyLwAAAKhlljMfTWr1tc8+4/e7tmsfOGoMaSBsUbzh4iec6Son04qUIpGLhIiJkDaIOGLO7phrhsxPSNoXIlGwrPWzUr9eBOAONJ02PWvrFn1GBimbBan6/nvRDfS3Q4jASFkcRgAAAKDO4A+bAAAAUDssB38J+Vf6t98yxcXmXWJx2xdeIg2B01zXnXhKd+5hTpxI3PRiV4lIIRbLRWKZWMRvUvOlWCYy76e3ujNEnmZIek53/HGuNIUA1JRIKm3z/It8m83OLvj7b2EKpFUtMMyCBAAAqFPIvwAAAKA2cRY0CQl5q1fz+4PHT3Rp1YrUOyZzpzZuBms8LvIwj/misZdIat4ITbtkRGS+tNjKbjI3VGKRp4RjT2uPzTZe30yQSkBNeUZ08xs0mG+X/POPPj29YiF8xF4AAAB1DfMfAQAAoBZYFrwXBn9du7Hmo8zbJ2T2bFLvTGmr9RfeF3nKxCqJluEKchk9w7m6ioMCaPRVVuBLmHNGnz4nIiwpKDQVFjJ0t5ebxMNVTMR6w4X/0Y6SJiMtev+HH6ZNSbtR8qyaJi/8qNtdk4ndS9gR+/vjj9LGtM+/7Dy6wWazOpaWjz2Rf+QIq9UQk6lg6VL5q6/yVcD4S74hzIJEFTAAAIC6gPwLAAAAahkffqnPnLlZ9v6xxyUurqR+MXlxhgsLafjFKcUb9pf8tKKQYYlUQiRS0ZpfWpjzL1FZosVHDSwfgZFHXknXGziGISxLhvd3fXyKt8xdrIt/QyFxkQYOJAC3T+brGzp7dvK339C29sAB3dWrohYtaObFMIxQDgyxFwAAQJ1C/gUAAAB3ymrwFz+rK3PpUv5WVWio35ChpN7pz7xKXMUilfjN73JOnddNHu0xdICbm5tYZi74VVYEomwVPvMlffoS8xcg4sjSL5sb9JxOy56J1/2ysuBckv7Ht4JFjFR/7jWxy1Kxe+vqPHSPyXe3G2AdlsVv25aREE8bUTPudff3t7o1KCycgPMKGjfh2t9/G/NyachVtGKF/IUXaPhFIzD6y8IP/rIshI8sDAAAoNYh/wIAAIBaI5zGl166VHL4ML+z+X33k3rGsdqjT3LSErGrTCQVDe/n9vxDfr6+Uhp7iSQiGnWJxKLy/OuW8V/m+Y/uXhKOIYQhwUGy/pGux05rzIe4SIjRqE/8TBX5dXUev+fUaRV35iYn8/lXj8lTmnbuQqAxEUmlzafPuPL1l7St3bfPMGOGpFkzcRl+IUjEXgAAAHUK9e8BAADgjlgO/qINvqp31uLF/K2KwEC/AfU9bZAtucQWHhW7SMzF7MWigdGuvn43wi+6x3xpbps38Y3pZ2VXiYyUlcAn5tL4YpGLm3hAtKu5j9RcO58tOmzKO0EAaiRw9BiplxdtiFi2aNUq5gbLKvhYCBIAAKCOIP8CAACAWsOfvetSU4v27OH3NJtxHxHX9+cN47V/RUoJUYjNn3QkdBOZS92Xh1/mhIthSVaOkWGsI4a8fEZn5PjUzNyTHiUuC8voVblI5CrVJXxOAGpEJJM1ubHEgW7nTkNOjrAKpOVakAQAAADqAOY/AgAAQM0Jp+tC5S8q85df+J1ST8+AYcNJ/eIYg+naarG3pCzAMidZpTr25xX5k0Z7tmglF0nENGZ4cX76+QT9/14L6tP7ZlX+S5f1jz9zrXVL+XdfNSsrBybKyDSuWFv48DQfpXm+pEhEA7X8VFKX8q9ePbrir+vnz2ckJshVqoC27YLat+898373gMBaPKQypbm5R1f+nbR7V35qqkmv92zSJDgsfNBjj/u3aVvNe8hKSjr695/Zly9nXbwglckC27Wn99D7/gfcLOqd5Vy+9MWoEbTRc9o9E995r+Kd0B+kRTGDC9LSAtu3f3r9ptu9f95P06ddPX4s8p7pY19/c+eXX8THbtcWFTXp2LHL2HEREyaSBhI8YeK1P/80LwTJMCWrV8sfeYSvAsazqgJGAAAAoPYg/wIAAIA7ZTkF0lRcXLhjB7+/2dR7RDIZqV9sUTwRs0QuJXyRLzFJvKLfEqvevlP98gsBgwe5HzhQSsMvemOLkFueW7OmUn8/yeVkw7Jf8x+43+fcOe2rb2fq9VyAt3TaaE/zXcloBlbMaq6LXZqQ2mbUaLZ9+smRP39nTSZ+j4aQwvT0C7t3Hf37r5HzXu4++W6rTKQGh1QhYUfsqnkv6ktKhD3ZFy7Q7cz6dSNeernfQw//5z0cX7Vi43vvGUrVwp6ijIwLe3YfW7Vi1MuvREycxO/0b92meURE2qlT5zZtHPfGW5IKPyHJRw7T8Is2uk28qwb3b2XNa6+eXP0v36adO9R7IGtJ4uIaPH58+t9/0bYmNtZr1iyJRCKM/7KqAoZyYAAAALUI+RcAAADUAmHoSsHOnYRhSFnB74BRo0m9YzVpIrlYJC1b2LGsyH3ncOVD9/v89nfBh4uyL18xbNhc5OIi+uSDJk2ayi0PVKokny5s+uqbGX/9U+jrK128LJ9huLvHe941xqNsoUgRJ+ZoBGZI36psO5vUts0ffhD35x+04RvaIvq++/xCW+g1mqwLF/b99IO2sHD1q6/oikv6znnwDg+pzLnNm/565mnaULi797l/ln/r1jKViuZQx1et1KvVWz5a6Bkc3HnM2CruYc/3321f9AlteDdv3vPuaQFt29JULv/q1YO/LivJzqLJGssw3SdP4Tt3HT+R5l+6kpLEnTs6jhhpdVdnN22kl2KptJtFpHVb9y+gj5KZmEAbfq1a0y+kND+vQ8ww0qCCx0/k8y+i02mOHpX07SsWi/kUjB8CRm4Eygi/AAAAahHyLwAAAKghy2FfwvxHYfCXV2SU1N2d1DvOkG0u9VUWHojM/yVKpXjqRK+BA9y+X5z39z+FSqXo+y+bNb01/OIFB8sWvhN8/0OpX36X27WT8pFZPq1DFJyRI0Z6X5yobAiYKe84qe38K2FHLJ9khXTvft93P7p4e/P7O48e067/gN8ef4TmWTu++rLTyFGeTZrU+JDKFGdlrnntVdrwbtZs9tLffEJC+P3hQ2O63zXlx+nTDKXq3d9/W0X+lZ+auvu7b2ij06jRd3/8qUR+83vbc+q03598POVo3NZPPmo/cJCrnx/dGTF+wpYPPzDp9TTqssq/GKPx7MYNtEG/Cldf35rdv4CGXz4hoVM/XdSsawQpmyvq4uNDGpQ8IMC9Q4eSePNKoNq9e1169aLhFz8LUojAhOQLQ8AAAABqC+rfAwAAwJ0Swi9jfn7pifIVEv2HDCUNgdPmleVfZekXIWUN8+blJTEaWIVCxDDc08+nHz9eajLdUmucY7n4BO1rb2bQWE8mI1od5+8n4xO08jsxh2oituQKqW0HlpiXy5QqFJMXfiwkWbyQHj2GPGUemUVDqOP/rLyTQypzeu1aXdm0x8FPPCWEX7ygsLDoe+8lZYW36FbZPWx67x2jVuseEHjXex9YhlOUystr0nvv00ZpXt6ZsoFdlNLDI2zwENpI3LnDoFZb9qd7+CfTdfyEGt+/pX4PPsSHX5RPaCixA36DhvANw/HjjFZrVf8eVfABAADqAvIvAACHpHKTCJtEitEB0JAsR4EVxMbyO0VyuU/vPqRBiFhy83eivKU3sE89fy3uuPa+e7zfezO4VMPOfyPz7fcyLY/76rvcZ168nppufO5Jv9deCrx4Wf/My+laPUss70xMWEMJqVU0OLx+/jxtREyc5NuiRcUOUdPv9QgMoo30s2drfEgVknbvImUzH7vdWJ3QUv8HH35q3cZXDsUFtGtn83BtYWHirp200bZff7mbW8UOvi1aBrQ1V9C/fv6csJOPt8xDwLbcUuGeH/yldHcPHxpzJ/cvaNWrF7EzfgMH8Q3OYNAeOWK1CqRlEEYAAACglmD+IwCAQ3rnN7s7o4PGxrJQkXC6Lkx+9O3XX6xQkIYgIhJyMzfg+AjsmZevX001du+qvHuyl1hMvv+y2dwX0q8k6y0PvJZuFInIG/MD+/Y1hyxDB5XG7lK/8FrGN+83Ee6MYziJyp/UqszERIOmlDaC2rW32UEikwW2b1eclZl2+lSND6lCells5NWkiUhs4y+jLt7eVuPLrBReT+cbJ/5dRbcqel6PPy+02w0c5OLjo8nPP7NxY48pU/md2qIiPurqMm68VKm8k/vnyV1c/Vq2InZG5uPj2b1H0YnjtK3dv9914ECbQ8BQBR8AAKAWIf8CAACAOyKcrhsLC7XnywMI/xuDdxqAwpcwnDn44srCL3ODDB7g6u8vmfuEv0RijhJatJAv/yVUJrslVnj7jSCdjvPykvBXn3zUTywinm4SruweyjI1jjAmsWsIqVXX48tHLXk3b15ZH5/m5gfVFBTkp6b6hITU4JDKupl0OqNWSxueQcGkRgozMqrZMyspiTEY+AmMNKGLGD/h4NJfrhw8UJqby9ftOr91i0lvDiW7jh1/h/fPc/XxJnbJf/BgPv8ynD7NGo2sVMqHX5ZV8AEAAKAWIf8CAACAmrMc/6U+eZLfKZLLvbr3IA1EpAwqy7/oMysPvwhLpk7wnjaZiCTlgZdIJPL0lFgdqFSKbww5MnNViV940p8zEs5kvjfz4C+WsHqjvElvUquMOn09HFIZsUwmpuGLyURqik+sqD6zZof/V+4pktz8tkdMmEjzL/pCnVq3ll+nkl/50a9lq9CePe/8/imxxE4/6/r07kuIeTlLkcmkS0yUdOnCLwHJ3YpgFUgAAIBagvwLAAAAbpvNyY/qU+VT7dzDwkXSBvuMIXFrYTCyHMOJpCKafJWP22JpeiUi4ptTyWjUcPmK/uAhTVaOUaUU9+3tGtZe6eJSNgGQT89YUraVHcvvYThGXSpvNpLUKr8bRdkLrl2rrE9hevkcQLey5QtrcEhlxBKJX6tW2RcuFGVWd5iVFWFwGcdyJF2peAAAEABJREFULaNvY2p2k46dgsM7ZCTEn928ieZfRRnXLx88QPd3m3RXrdy/PZN6eqqah2jTUmnbGB/Pde7MD/6yOQUSAAAA7hzyLwAAAKg5y3N1zenT/E6Pzl1IwxG5tyNEyelMRCYS0cyLBliMiDMv48iZ/y8yZwpGI/vqGxmnzuiEo9ZtLPbyFH/5adPgYDlXnpfRQKIs+WLLszDOwHCsm0juSWqVT2gLvlGYXnmYlXGdlA2M4gvA1+CQKviFtqD5l5CXWcm9cvm7uyd7BAYOfOSxiImTbBx+owB/9uVLlT3E4eW/yZQK76bNWt26KkLExIk0/7p2+lReSnLSnt2kbLhTt4kTa+v+7ZlH5858/mWIj696CUgEYQAAAHcO6z8CAADAHeHP1ZnSUt3ly/wezy4Nmn+JpbJm04iWJcyNDEsYxsUQutNk4h5/+ppl+MUrLGKffj5dU8qa0y6G3zjz5Y2BYMaCYqlvN1LbfEJCmpYlhvHbt/GluKxc3LsnKymJmGvGD6zxIVXgJxXq1eoLZQtBWt/V/n36kpKcS5eC2ofZPFzh5u7VxLxEQErcEZqjVeyQcjRuw9tvrX71lWOrVlrd1HXseHHZjMWE2NjEssUTWvft53FrJbI7uX975tk1gm+YEhPNJcBuXf+R3PjNIgAAAFAbkH8BAABATViOUqGXxceOEf5cXSJx79iJNChp07GcjiF6tmzwlznGosmXuYwXbZhIwnnt1TSjzQOLitnPv86mfTj+ELY8AqM5GqtjTAVFLt3+R+rA8BdepJf5qakb3n2bMRgsb0ravWvVyy/x7Y7DR97JIZXpOn6CX6vWtLH5w4VF169b3lSam7vr229I2TiyoPDwyu6h133300vGaPxn/jx1To7VPax983W+HTV9htWBbv7+7QcPoY0zGzdcOXzI/GTGjqvF+7dnHl27lreMRv2FCzaLf5Ebs4wBAADgDmH+IwAAANwRq8mPbu3aiRUK0qDErqHSwBGm4lixXEzKpj2KRIQTmcMsenH6rK6KY68kG8qSMnMERkz88DGamnGG9Ex503ES9xakDrTu07d1336XD+w/vnJF+tkz3SdP8QttkZeaemHvnot79/B9+j/8iGVV+BocUhmxVDro8SdWvfRCzuVLX08c12/OQ34tWrh4e5fm5cV+8bkmP18skYxZ8FoV99D3wYcuHTpwad++9HNnvxw7qu/sOb6hLSQyWerJEydW/0sjKtqn59RpLXpGVjyWBl4JsduvnzevaCl3ce04fETt3n9Fmz9478AvS2hjxIvz+j/yKGkgcl8/ZZMmurLA0Rgfz3bsWHEKJGY+AgAA1BbkXwAAAHB7LEem3Cz+dWNimmeDFv8qJxIpIt4z7YzjStXEXUJogMBnCDT+4jh/L0kVh7qqxHzsZb4sGzVGgzAmr4Q1qjzqZvAX757Pv9z6yUfH/v4rMzFx03vvWt6kcHOLefa5XjMfuPNDKhMxYaJBo9n68YfawsLtiz6xvMnNz3/0qwvaDqhqHiXNaGZ8+c3Ob746sPhnTUHB9kWfWnUIGzJ03Ju2v3vhw4a7+PjQlI22O40cZbNa2Z3cvz3z6NSlPP9KThaSL8sITOiJIAwAAOAOIf8CAACAmhNO1I035s25tm5D7IOi25e64w+IJSLiai74YC59b65mL4qOULkoRRqdjWllMil5bKYPZzJX+7oxC5JjCrX69AzP4ZvELoGkzqg8PSe+816X0WPObdmcc/lyRmKCVK7wDQ0NGzykx5S7XWyt4ViDQ6oQNX1G+4GDDi3/NetCUhZNMznSrEuXltHRPadMlbm4/OfhclfXkfPmdx41+uTq1TnJV3IuXdKp1Z5BQb4hIdH33ldFfCaRyeiXcHj5b8Qcw02o9fu3Z65t2pBt5gaXnV1x/Udy4/cLyRcAAMCdQ/4FAFDfiouLmzVrVlJSQtuLFy+eM2dO1f2PHDnSp08felLk5uZ26tSp1q1bEwA7YDk+hdXrTTeqMimDg4l9kHqHKzp9qj35hJS4i1wl5uirLAJzU0iWf9V8fWzxH2uK9PqbKVi/SJdHZnj7e8vKZj6WlcxnOGN2gfF6jueILVLf7uTO3P3JIrpV3adV7z63u4JhDQ6pjGeTJjRjqrpP+NCYdy9cruzWpp27NL39AYBj33iLbtXpWf37f/jPvyu7adQrC/rMmv3xwP6K/1oZs64py+r6U0xZ/lURfysiMAAAgDuH/AsAoL55eHgsXLjwySefpO2XX355woQJvr6+lXU2mUwPPvggDb9o+6OPPkL4BXbCagqkwaJoujK4CbEbsqD+osglpUefkpoYsZuMfvARmWMwohSLpo70nDTMo7CY1ek5mZR4ekhUcpG52peRM39VLGG1Bn1qBmty8xyxTeobQcCJZJYtjukTEkIalDIoqLyl0TBFRZyfn9XgL4LwCwAAoJZg/UcAgAbw+OOP9+vXjzZyc3OfffbZKnq+//7758+fp40RI0bQowiAneHP1XVpafxVkUwm9fIi9kTqF+kxeBMn7W9Iz2cKtazBXMzevBk5KSfyc5c085cGeklpIkb38DeZSnT6lExtUqos+G7vMXsRfjkZg1od+9kiNz//ltG9SINSBAYJbdP16xUHf3FY/BEAAKCWIP8CAGgA9I/5v/zyi0qlou3ly5dv377dZjeafL333nu04enpuWTJEgJgB6xGfvENYfyXqqEH1NgkUvq6RX7i1mcdY+igTys1ZuQzRVqm1MDqTKyB4QwMqzcxpXpTsdaYVaBJSNanFBNFT6+Ru9yiPhUr/Qg4l8O/L89LTb3r/Q8kMhlpUGKlUu5b/gPGZGZWXPzRqgQ+AQAAgJrC/EcAgIbRpk2bt99++6WXXqLtxx577Ny5c3wcJqCnOg8++KDBYKDtRYsWNWliR3PKACyZ86/0dL6tDLKX4l8VSTzaeAz8lTaY/NPapB/0qbGcSVdW6J4VicTmPwpKlYqg/h79H5b6N/CwIKhTfec8GHnPdJWnJ7EDyuBgQ14ubbAVSuALfTAFEgAA4M4h/wIAaDDPPffcypUr4+Lirly58uabb3700UeWt37xxRdHjhyhjfHjx/9njXyABiGcpZvy8/k98ttcc7BBSHy6uvX+1vzMWT1hTYRjiUgsEkuJWEGQMjQCEpnMTsIvSnbjV4YpKKhY+Ysg/AIAAKglmP8IANBgJBLJkiVLlEolbX/22WenT58WbkpJSXn99ddpw9/f//vvv7c6kGVZmo7dc889Xbp08fT0jIyMnDVrFo3SKnsg+igTJkzo1KkT7dy0adMhQ4Y89thjf/zxBz+4DKAGrBanYzUavi25dRijPaOZgkiiFMncRHIPekkkSoRfUP8kyvJfGU6ns4q9rH7LCAAAANwBjP8CAGhIHTt2XLBgAY26TCbT7Nmz4+LipFLzO/PDDz+sVqtJ2Siw4OBbJpRlZWXNmDFj586dwp5jZZYtWzZ+/Pgff/wxMDDQsv/cuXO/+uor4WpxcfH169d37dr1ww8/0EM2bNgga+gKOOBwrGZmmfMvrZa/KnF1JQBQbRIXF75B8y9iEXsh8AIAAKhdGP8FANDA5s+f361bN9o4efLkJ598Qht//fVXbGwsbUydOnX69OmWnXNzc3v06MGHX/fff//PP/+8detWennffffRPevWrRsyZIherxf6//nnn3z4FRkZ+eabb9Kra9aseeONN7p37053btu2jeZrBKCmhFP0m/mX44z/ArAHwq+MSK+vGH4hBQP4P3v3AR5F0YBxfK6l90ASeu9NijQBASmKKKCA2BEsgB1RsSEWbJ8NFQsKCgIiIlUQQZDekd57CQnpvV375rJhPe4uIQkJkMv/9+yzzM3O7t5titnXmVkAKCn0/wKAa0yv10+dOrVt27ZGo/Gdd97p27fv888/L+vDw8O/+eYbh8ZvvPFGZGSkh4fHP//807FjR7V++PDht99+uwzLDhw48MEHH8ioS6n/+eef5bpmzZqrV6/2udjLoF+/fi+99JLM0Q4fPvzVV1+NGTNGAMWl3J/b5V8+AkChqfmXOv4x76XdXGBMAQYAwJWj/xcAXHs33HCDDKRkISMjQ6Za0dHRsvzdd9+FXDqV+LZt25S5wN5991378EsxZMiQhx56SBYmTZqkVp4/f16ua9eurYZfCl9f32eeeeaFF154++23Ze4mgCtwyfhHH/IvoAj++5HJ7brL4EcAAEoJ+RcAXBfGjRvXuHFjWUhNTZXrhx9+uF+/fg5tfvnlF6XgMChSdeutt8p1bGzssWPHlJq6devK9apVq15++eXIyEj7xqNGjfr4449lZMb8Xyi2/0Zp5U5dJMi/gCJy6P9lP/KRFAwAgBJE/gUA1wUPDw91tGN4ePjnn3/u3ObMmTNKoVq1ahpX7rvvPqXBjh07lMIzzzyjTKj/0UcfVa1atXPnzv/73/+OHj0qgCvjMDjLevFZolpPTwGg0LRq/uXqgbxEYAAAlBTyLwC4XjRv3lwp1K5dOygoyLnB2bNnReHs27dPKXTp0mXRokWhoaHKy/Xr17/00kv169dv2bLlsGHDpk6dmuPqjgsoKs3F2MuSmSUAFJr14gh0jT5vWl6Hnl9EYAAAlAjmvweAMiMrd4iZDLPmzp1bcMtq1aqp5dtuu+3UqVMyBfszV3x8vKzclevHH3+UNb/99psACie/W3GNl5c1d/Yic1amAFBo5otjh62enkRdAACUHvIvACgz6tSps2fPHhlgNW/e3GFq/IL5+fndl8tkMq1Zs2bFihUrV67cvn273CSjtKVLl/bp00cAV0Dr5WVJTpYFSxb9v4AiMGdmKAUZIgt6ewEAUGoY/wgAZUa9evWUwt69e1022Llz55dffjlnzpxz586J3PuouLg42TgmJkZpoNfrb7nllg8++GDbtm2zZs1SKmX+JYAro829dRd2nVkAFIb54rNTRSHmziMdAwCg2Mi/AKDMUPOvyZMnu2wwduzYZ5555p577lEeInny5MmKFSs2b978k08+cW7cs2dPpaA0Bq7IxVt38i+gSCwX8y91Ej1CLgAASgP5FwCUGXfffXetWrVkYdasWc4R2BdffLF8+XJZ6N27d6NGjUTuPPrt2rWThe+++865y9iCBQuUQsuWLQVwZdRn2DH+ESgSNTLWXOxEqdFoBAAAKGnM/wUAZUZwcPDUqVO7desmy0888cTSpUtvv/326tWrHzly5I8//lDCr9DQ0M8++0zd5b333uvZs2dycnLHjh3vv//+tm3bVq5c+ejRo4sXL16xYoXIfejkyJEjBXBl1PxLncwIQGH8N/4xN/8qOPwiGgMAoNjIvwCgLOnateu6detkYrVv376Fuey3BgYGzpo1S+n8pejevfsnn3zywgsvpKWlfZfLvn3r1q1lEOZZiElnAIW8/XY5OEsXFKQUchISBIBCM178kdEEBBBvAQBQesi/AKCM6dSp044dO7766qvt27cfOQHsGY0AABAASURBVHLk4MGDwcHBVapU6dGjx/PPP1+hQgWH9s8999xtt9320Ucf7dy5Mzo6OioqSlbWrVt30KBBb7zxhvfFbjtAkdjfqMuyR9WqSjkrMlIAKLTMyHNKQRMenlfIpTYgFAMAoESQfwHA9SIoKKiQ0x57eHiMHj1aFFqDBg2mTJkigBKl3JYra4/KlZXKzLNnBIBCMpuzo6OVojY3/3JIvgi/AAAoKcx/DwAArpT+Yv5lzsgwJiUJlAKZj0cdOCBKwZ8fvPd6/TpySYuNFbiKMs+dVcsy/6LbFwAApYf8CwAAFJPaBczz4vhHwRDI0pF47tzUhx7YPGO6gBvJPJc3+NGq02kCA8XFPl+EXwAAlDjyLwAAUHx5EZiHhy4kRKmx79KCEmExm7/s2+fkls0C7iXzYlisrVzZedovNV8mDgMA4MqRfwEAgGKynwJMX6WKUpl+7JhAybJaczLSBdxO+rGjSkGTO/jRgWAUJAAAJYf8CwAAFI39nbm69qpTR9masnePAFAIybt2KQVNtWp5BcIvAABKB/kXAAAoMueBWl7Nmikv008cN9NZCbic7OhoY2KCUtY3bFhw/y+yMAAArpBeAAAAFIv9vbp306Z5tVZr6r79QW3bivLh9fq2jm8D3nu/9cDB5/fvO7hy5amtW84f2B/RoGGlRo2b9O5dq117lztmp6Zsnjnz3J7d0YcPZaenh9erH1a37g39+le7oaV9s7daNDVmZirlHXN/k4ssPDj5hwZdu4lCiDl6ZMusmad37Eg8d1bv6RkQHlG7ffubnxjpExwsCufQP6sO/PVX7IljMcePB4SFh9erV61ly/b3P6jz8HDZPurAgd2LF8rG8oxJkZGBEZVCatSQezW99bYqzZrbtzRlZY1v3kQWBn38qXxXyz/95MjaNd4BgeH163caNtzhOrif/3pKGgyaWrXyC7+Y/wsAgBJB/gUAAK6UvD/XBQbqq1UznbVNfp+yb2/5yb9UW2bO+OPt8VarVXl5esd2uWyeMb3H86O7jnzSofG22b+s/GJiWlysWnNyy2a5yIPcNGz4LU8/6+HrK67Y359/tvrrr9SX2Wlp6fHxUQf27/htzn1ffV27Q8eCdzcbjcs+/GDT9J/UmtjU1Njjx/Yt+/Pfeb/f9f6HVZo2s29vys7+66MPN/08zb4y7uQJuRxZ/c+67yff+tLYTo8+5nwiU072lIcejDtxXJbT4+JkofcLLwp3J39MlIKmdm2tjMDyCb8EAAAoCeRfAACgCOQNuRLxOA/X8m7WLFXJv8rfFGAbfvox5sgR39DQm4YOC6tXL+HM6aPr1x9du0ZuWvn5Z81u6xNas5baePfiRQvHvS4LHr5+XR57rELNWgYfHxkSbZg6NeVC9IapU+JPnXrg28lK4zd377OYTOMaN5Dl1gMHDXjvg0K+pSXvvqNEV/LUbYfcG1qzZlZKypF1a/f+sTgrNfWXZ59+YvacCrXrFHCEn5947Nj6dbJQo3WbJrfeWrFm7YzkpOgjhzf+OPXC4cPf3zfkyfkLK9apq7b/+/NPlfCrSrPm9Tp1rlC7tm9QcNzpk6e2bz+4YrnFbF720Qd1Ot5UqXFjhxNtmj5dCb8qN2kaf/qUvCAhNWoId5ey92L+Vbeu/PHR5nLuBaYiCwMA4EqQfwEAgOKz767i2aRJ6tKlspxy8IDVZNLoy9GfGTL8qlCr9iM/TgusXFmp6Th02IpPPl7z3TcyLty7dEnXUU8p9cnnzy9+601Z8KsY9vD3U9QwqEHXbs1v7zv98ceiDuw/tGrlvj+XNr2tjyiuY+vWKuFXvS5d7v38Sw8/P6X+hv4D6rRvP/+1VzOTkjbPmNF33Jv5HUGGdEr45dBpq4U8yB39fhw2NC02ZvFb44dNn6HU5x7wZ1kIq19/+PQZav+1euLmDg8N3fjT1KXvTZAv9y370zn/ij50UL7PARPeDwiPMBuNqbGxwt2ZUlIyz55RyroGDTSuCAY/AgBQcpj/HgAAFJnz/ERardanRYu8zWZz0o7topy5c/xbavilaHvvfUoh9vhxtXLbr7OzUlJkofcLYxySIP+w8AET3lPKW2f/Iq7App+ny7VWr79z/Dtq+KVoPeie6q1aycLeZUvV0ZoOstNSl3/8kSzU79rNecRieIMGPZ97ThZObN4UffCgUhl18EBozZo+wcFdHn3cefBm8z59lUJydJTLM/YZ+6oMv2RBZzAEXXoZ3VLCpo1KwarVKv2/8ovAAABAiaD/FwAAKA5lIKQafsm1PjTUUKuW8eRJuTV25d/B+cz77paCq1Z1nk5LxmF6Ly9TVlZORoZaGbl/n1xXrFP3hgF3OR+ncpOmzfrcvnfpksi9e6wWi7yyouiyU1OO58Yr9Tt3kW/MucGg/31qysmWcVt+CcvxjRuTo2xBVdNevV02qNflZpH3cfZGNGokC/LjP714qciHX1iYVqezmM2m7GwXWyuGVaxbT5QnsatWKgVtgwY6Ly+tHYIwAABKA/kXAJRJ4x7cnJ1lUcp3PVGnXY9wAVxTyl26b7duSbn5V8LGDZasLK2XlygfgipXcVnv6ecn8y+T0ajWnNuzW67D69fPL9SIaNhI5l/ZaWkXjhyJaNhQFF3MsWNKzBRUxfW7Cq5WreAjJEWdVwrzXh0rlwJant+/v/VAF/XJ58/Hnz6VEhOTHh8fd+rkic2bZfglcufUd25cVX14aPlgTExM/neHUtZ16OAQddmnYAIAAJQQ8i8AKJMy0sxZGWalbDZZBXAVafKZAl/etPvJ/GvqVLnJkp0dv2F9xVt6iPLBPyzMZb1GKBFG3g9p/KlTmUlJIre/WH6HCrkYTp3ft7d4+VdWaqpSUEYUFoPS+aswZEhn//Lw6n92L150atvWlOhoUWjeQUGiPIld9bdSsOr12pYtXXb+ctiFLAwAgCtE/gUAAK6IOv5RMoSGejRrlpP7YLvYlX+Xn/yrkAMVXY7+K3EGHx9xZcw5OUrhrvc/LCCqE7ZHWP431dfKLyb+89UX6kv5/RDeoGGlRo2qtbihTseOE/vcajGZXB5Eq9OJ8iR25cXBjzfcoPXx0V6KkY8AAJQG8i8AAFAc9pPf2w/a8uvWLSE3/0rasd2Umqr39xe4KLRmTaWQFBmZXxt1k2+FCqJ4Z6leXSmkXChCJyx76gBJT1/fWoWbx23fn0uV8CuoSpW2Q+6r1bZtpUaN9RcHwMrkK7/wq7zJOn8+/Whepzlt+/bOnSgdwi8iMAAASgTPfwQAAFdEvUtXIjC/zp01+tz/wWaxRC9eKGBH7+kZkhtOJRaQf12ce6tS7rzyxeAfFu6VGzsm5zMIcfuvs9/v0ParO/vGXDp6UVWhVm2lEHviuMsGmcnJ66f8sGvhAvX5jzt+/00pPPjt912eGFGtZSu93exvKTExArmiFsxXClZvb32zZs6dv+wn/yL8AgCgpJB/AQCAIlNvy5WCesduu4P38fHu2lXZen7+PKur+c7Lsya9bxW2aeP3XTh82HlrSnTU3j9tT1Gs3KSpOnuX5uLwQKulsJP9KWc5sXlTWmys89ajG9anx8enxsZUqFPH5e6hNWoohZ0LFhgzM50bbJk1Y9mH78998YUzO/9VahLPnhO24ZB+4Q0aOLffu+QPpVDOe4GZ09IuLM27FNouXWRSrHXiPPiRFAwAgCtH/gUAAIrJYZSW2gUs8O67lQnyTUlJ0ReDDyg6P/q4V0CAjIHmv/ZK2qW9omKPHZ05amRGQoK4GGAp5IX19POThbT4uEKepcvjI7R6fXZa2uK3x5uysuw3yVBs/7I/ZaFxz175TbxVoVbtht26C9uE/ScXvfWmOh2Y4syOHWu+/Ubkzlvfsv8ApTKwUiW5zklPU3uEqY5v3LDyi8+VssViEeXY+d/nWpQ54HQ6bc+eBYRfAgAAlCjm/wIAAFfKfuoiufaoVs2rffvsLVvkpnOzf4noe0feiEgI4RMc3PnRx1Z8+sm5Pbu/7Ne348NDQ6vXkHHh0XXr9ixZrEyQX7PNjbKN/V5+FSrKMOvImtUyNQuqXLlJz95h9esXcJbQmjVb3T1w+6+z9/+1LPbkiTaDBlesWVvv5Rl9+NDKibYoSsZVN48YVcAR7nr/w6/635ESHb1z3u+R+/bKI1SoUTM9MfHkli3q+7zjjTfVufbrdOgocy5ZmPX0qG6jnqrdoYOnr1/k3j27Fy/eOf93JQ+VjBkZoryyZGWdXzAv70WHDrrAQJeDH112AQMAAFeIP0YBAEBxyDtzJdRQwy+LxaLeyQcOGhSTm38Z4+PiVv9TsUdPgYs6P/aE3sNz5ZdfpMfHyyDMYWvb++7vPeZF7aWJYZPevdd+960s7PhtjlwbPL0Kzr+k21993cPbe+NPP8YcObJ0wrv2myIaNrz7g//JHK2A3X1CQh6f/dui8eOOrP7H+QjyK97j+dHN77jT7kM9fn7/vn3L/kw4c+b3sS/ZN5afpfuTT104fFhujTt9WpRX0X8sNqelyYL8sdHfdpvyk6K7iP5fAACUKvIvAABQfPazdKu9VyTP+vUNTZoY9++X9Wdn/Fzxlh6CW/qLZOZx07DhjXr03DJrRsyxY7HHjmampoZUq17rxrZt7723Qm0Xc3Ld8sxznr5+xzasj9y3z5SVmV2IXlQGb+8+r77epNetuxcvjDl6NPrIYf+wsCpNmjbs1r3JbX0Kk7DIgOyhyT/sXfKHPG/cyZMXjhzWGgwBYeGVGjfuPPzRsHqXBHDyaz/ki69k4y2zZiZFnkuOipLxaEBERK227bqNelJ+qO2/zpb5V1pszInNm2q37yDKGavJFJmbXdq0bKkLC1Mzr4KHQJKFAQBQIsi/AABACZD37TLvULuAyXv7gLvvjs/Nv7Iiz8WuWF6xV2/hjt49cryArWM3bs5vU0j16reNfVUUjs5guHnESLmIIqrRpo1cCm4j30YB76TZ7X3lIgqngMZt7hkiF/savZdXwVfPnUTNn2dMiFfKur59L9v5i15gAACULOa/BwAAxeTQRcW+/5fk3bq1/uJjBE9O/tackS6AcskYH39m2o95Lxo10lWrps0H4x8BACgl5F8AAOCKaC5l36slcPhwpY0pOfn01CkCKJdOfjMp77GP8o/vgQPtf0bsR0E69P8SDH4EAKDkkH8BAIASoIZf6mPs5I29d4sWXh07Kg2iFy7IOF5eBrsBquRdO+PWrFbKmq5dddWqKZmXGn4pa/XHRxB7AQBQCsi/AABA8dnPVWTfBUyd3sjWBczLS2l87LNPBFCeWE2mY59+nPciIEA3YIDDtF/59f8SpGAAAJQo8i8AAFAynMMvyVChgt+99yoN0g4fuvDnEgGUG+d/m5MdFaWUNQMHary97Tt/OTwCkpnvAQAoPeRfAADgijh3AbO/pZd3+P59++qrV1can/zmm+zoaAGUA5mnT535eZpSttarp23bVucKM98DAHAVkH8BAIA0UcQEAAAQAElEQVQS47ILmN5gCBg1ymq1ygaWzIyD49+wmkwCcGuWrKyD496wGo2ybJU/Bg89VED4ZZ9/MfM9AAClgfwLAABcKZddwOxv8r0aNPAZMEBpnHH8+MlvvxaAWzv6vw+zzkcqZc2AAdqwMPXHQa/Xq8mXOvk9nb8AAChV5F8AAKAkuRwCaZsI//779fXrK22iFy5I2LhBAG4qetHC+LVrlLK1aVNdjx4O4ZdDCuYQgRGEAQBQ4si/AABACcjvQZD/9QEzGIJefFETEKC0P/LB+0wEBrdk6+H4zSSlbA0O1g0f7hx+6fJ/7CMAACgN5F8AAKCE2XcBU+7z9bkMoaGBY8aI3Pt8JgKDW7JkZBx883XlG9sqs60RI7Q+PkryZd/zS+38pfyk0PkLAIDSRv4FAABKhkMXMIfxj8ptv1eTJt4DByrtM44fP/Leu8JiEYBbsBqNB8a9nn3hgvJSM3iwrkYN+4nw7JMv+/5f6hEIvwAAKCXkXwAAoOTlNxG+5D9okL5xY6VZ/Lq1xz79WABuwGw+9NabKbt35b1s2VJ7881q5mXf/8t+/KPDYx8BAEApIf8CAAAlpuAuYHkZQO5EYNoqVZRdYv5advLrSQIo4458+H7ils1K2VqzpmboUOeeXy47fzHyEQCAq4D8CwAAlCTnifAdIjDbVPiBgUFvvqmpWFHZJWr+7+dmzRBAmSUz3Lh/Villa+XK2mee0Xl55dfzy6HzlwAAAKWP/AsAAJSW/GYBs0VgISGBMgILDlZanvlxavSihQIog87N/FlmuErZGhamefZZna+v8n2uv1QBIx8JwgAAKFXkXwAAoIRdtgtY7iBIg0d4uP+4cRp/f2WvE19OPPPTjwIoU05N/lb9vrUEBtrCr8BA5+TLvgsYIx8BALj6yL8AAEBpcZl/2UdgXlWr+r/xhvDxUdqfm/nzkfcnWE0mAVz/zGb57Xr+tznKK4uvr+6FF3ShoWraddnwSwAAgKuF/AsAAJQ8+3v7/GYBU3IBz5o1/d98UwQFKY3jVq3c//KL5vR0AVzHLNnZB998Q367Ki+tAQHaMWO0YWH28a7kEIEx7T0AANcK+RcAACgVhXoWpNILrFatwAkTtNWrKzum7Nm9+6lRObExArguyXx2/0svqE97tISHa8aO1VWqZJvY7tLMS3lp3/mLab8AALgmyL8AAEBpcTkRmEP+lRcTVKjgP368rkkTZcesc2d3Pzkq/dgxAVxnjPHxMp9NPXBAeWmtXl374ou6kBD78Evt/KX2dnTZ8wsAAFw15F8AAKDUFTwRWF5e4Ovr//LL+s6dlV2MiQl7n38mccsWAVw3Uvbu3TXycZnPKi8tjRppRo/W+fk5hF/OM3+p4Zdcq0cjBQMA4Koh/wIAAKXI/g5fvf9XUzD7vMAWgXl5+Y0Y4TFwoNLekpV18I1XY5YtFcA1Zzaf+XHqvheeMyYmKhWW1q21o0bpvLzsMy/1m9ll+GU/5pHwCwCAq0kvAAAASpO8z7darcpapgAWi8W+C4x9M6Xge9dduoiIzG+/FSaTsFqPffJx4rZttZ96xhAcLIBrwRgfd/CtN9MOHlReyu9ja79+up49HZ5n6lCwD7+Y8x4AgGuL/AsAAJQ6+whMufN3GYGJi7mAV8eOmuDgjI8/FpmZ8mX82jVJ/+6o+dgT4bf1EQQHuLoSt2w+8sF75rQ05aUlKEjz6KO62rXV5Esd/Gg/8tF+znvCLwAArjnyLwAAcDXYh18KhwjMISDQNG6s++CDjMmTzfv3yxqZPhz/7JMLy5bWf/kVrypVBVD6jPHxJ7/7Ju6fVWqNbcKvYcOUCb/U6e3zm/PLZfgFAACuCfIvAABwlVw2ArNvaRMern3llax167JnzBDp6bI+7eDBnY8Nr3rvfVWH3KcxGARQSszm8/N+P/PzdEtmhlJhG/N4xx3aXr2cn95gH4Hp7LgMv0jBAAC4Jsi/AADA1VNABHZJ5y87onNnQ7NmmdOmmbdtk1utRuPZ6dNiV66s99LL/o2bCKCkpezZffyLzzNPn1ZrrFWraoYO1VaunF/45fJpj4RfAABcP8i/AADAVZVfBOacEajZgSkkRPP00zn//ps1daomJUVuyoo8t/fZp4NubFtl0ODAlq0EUBJSD+w/+/O0pO3b1Rqrl5e4805Nly5au+TLZf7l0O2L8AsAgOsK+RcAALjaLtsLTGGfINi0bq1r0CD7l1/Ma9cqjZO2bZWLb526VQbfE9rlZo2eP2xQTPIb6dysmSn79tpXWlu1EoMHawMClFRLTb4c8i/lpWxA+AUAwHWLPxMBAMA1YB+BybXFYnGeC8xhIKQtVJBJxKOP5nTsmPP999b4eKVZ+vFjR96f4PHD5MoD7q5890CRz5xigAtWa/z6dedm/5J+5PAl9aGhlvvv1zZooERazj2/7Atqty9lfcno3VyEXwAAXHPkXwAA4NpQIzC5lqmBXAunzMs+/DKZTHkpWNOm+g8/zNm40fjXXyIyUjlaTmzsqcnfnl8wL+L2vuG33W4IDhZA/rLOnY1Zvjz2n5XZ0dH29dYKFUTPnpoOHfQGg5p8qeGXQ/5VwJhHwi8AAK4r5F8AAOCasY/AlGxLScHUrQ5jIZUULC9p6NrV0Lmzad8+0/Lllr15w9ZyYmLO/Dj1zLSfApo2C2nfIbRTZ89KlQRwkTE+PnbVytiVf6cfP+awyVKpkqZXL02bNtrcwYz24Zd956/8ki/1W1RczLxIvgAAuH6QfwEAgGvJ5VxgLkY+XgwX1AhMealr0ULftKkpMtKWgm3aJIxG2yEslpQ9u+VyavK33tVrBLdtG9yuvX/DRlovL4FyKXnXzqQd25N37kw7fMh5q7VmTdGrl7ZFCzXJch726BB7OXf7UtaC8AsAgOsS+RcAALjGlAhMXBoZqP1oJLPZbB+ESbJGWSsFbbVq+kceMQ8cmDN3rmXLFk12tnqczDOn5XJ+7m/yWD41avg1bCSDML8GDX1r1RI6nYD7yjx9KunfHUnbtyfv2W3JynJuYA0MtLZpo2nbVn7/qN9d9smXAzX/ym+qe8Y8AgBw3SL/AgAA155DBKa+VLqGqRGY9lLmS2kDA7VDh1ruuce0ebP5n3/EuXOXnMNqzTh1Si4xy/5UKjwjIjzD5RLuFRbuGR4my4aAQH1QoEdoBYGywJSSYlvSUo3JKdkXonPi4rLjYm3rmJic+DiXmZdk9fa2tmghZOzVoIHW6ZvKYT57l7GXGn45dFRUjk/4BQDAdYj8CwAAXBeU1MB5OjA1F7Pkck7BlDzivxhMvuje3dK1qzky0nzggOXAAevhw/Y9wlTZ0dEOc5+rdD4++sBAj+Bgjd4gcD2xZGebUlOMKSnmtLTC72XV60WtWqJBA1G/vqZOHa3djHLO4ZfL/l/Ofb7U/EvYZV6EXwAAXJ/IvwAAwHXEYTow545gShBmP1pNTb3k2mQyyYJsYKupXt1StaqlRw+5r/noUeuxY+aTJ8Xp05qEhMu+DXNGhlyyo6IEyjJr7doy8JKxl0bGXq4ep+A84ZdzFzCH5ItuXwAAlEXkXwAA4PpiPxbSoSOYfeggQy5Zr6yV8EsJKfLCr9wUTKVr2NDaoIEs2I6Snm45dsx65owlJkbILCw+vjCJGK5z1ooVRcWK1rAwTWioCAvThoWJ8HCN3VNE1dwqv55fLtfqVo3dcxjo9gUAQJlD/gUAAK479mMh1Rr7CEzJuRRKWYnA1HpZtjiRu9vWgYHWVq2sLVta7cXHi8RES0aGJidH5ORYsrPlWmM0CotFeQNKJCfKbNKRljta0NfXt+wmNXmpqMEgP4bw8ZGLRq7lJ/L1tXp7q1GXsJtFrkjhl3O5gD5fJF8AAJQt5F8AAOA65dwRTKnX2j0aUgm8lGBLySnyOnxd2v/rkvwrl1rIEx4uwsPVsZbKidRCWSc/bMKpU7LgX6OGzo2eeumyE5YmH/aTdmkLzT47o9sXAABlF/kXAAC4fhXQEUxJJZSCGn7Zx2FKLzC1bF9wkX/ZJV/ul4KZTKbs3CcAGAwG98i/nBMoh/BL5OakDvlXARGYfY3GaagjyRcAAGUd+RcAALje2XcEs6+xfzqkfSKmpl0y61FjL4f+XwVHYMIpBSvrlPzLw8PDjfMvTf79vxySL5dxmMM6v+RLEH4BAFAGkX8BAIAyQO0IJlylYErOpXQTcx7k6Lx2zr+Ug7tr/y+z2eze+Zd98iVcRWDaS+f/umzgRfIFAICbIf8CAABlRgEpmP1aHQWpvfjgSIeuXvn1/Cpk8lXmErGcnJysrCxZ8PT0VGZPK3NcBk8aV52/RP5TgDlEXfn18yL5AgDA/ZB/AQCAMsZlCiYuHRSpRGDiYqp1WSL//l8Oylz4JXJnwlL6f3l5eYmy6bL5l3A1BZimcISrBK3gUwMAgLKF/AsAAJRJl03BlEGR4tIILL+XIp/J7xVlMfOyJ6+JzL9kCubh4SHKPodAyjm30mhcd+YqIO3SuJrYnuQLAAC3Qf4FAADKMDWhcB4UKS5mW/ZlYZdwWQv9zEc3yL9ycnIMuUTZ5zL/EvkEYcJVKCac+nnld0wAAOAeyL8AAIA7KKA7mFKvufgQSXG5zMs57Srr+Zd8/0ajUafT6fVu8rdfwRGYyCfeuuzYRmIvAADcFfkXAABwHwV0B7PvCGYfltm3z+/lZeuvcxaLxWQyyUJZf/ijpsBZwJxfFnJUI7EXAABuj/wLAAC4IYcgTDhlYQ5tHBKQst7hy4E195GX8jOW9fzLpcv24SpMagYAANwb+RcAAHBn9jGHcxZm/9I+83KzcMRsNiv5l1arFW6t4C8cmRcAAOUW+RcAACgvCu7k5cbhiJJ/yfCrvAVABF4AAEBB/gUAAMqpgsMRdxoCKfMv+XHcsvMXCRcAACgM8i8AAAAX3ClYsVgsInfye9IiAABQPpF/AQAAuDmz2SzK/sMfAQAAio38CwAAwM2RfwEAgHKO/AsAAMDNkX8BAIByjvwLAADAzZlMJrnW6/nDDwAAlFP8GQQAAODm6P8FAADKOfIvAAAAN0f+BQAAyjnyLwAAADdH/gUAAMo58i8AAAA3x/xfAACgnOPPIAAAADdH/y8AAFDOkX8BAAC4OfIvAABQzpF/AQAAuDnyLwAAUM6RfwEAALg58i8AAFDOkX8BAAC4uaysLLn28PAQAAAA5RL5FwAAgJtLSUmRa39/fwEAAFAukX8BAAC4OfIvAABQzpF/AUCZpNFq/nthFQBQgNTUVEH+BQAAyjGtAACUQd4+/81jnZFmFACQD6vVmpaWJgsBAQECAACgXCL/AoAyycv3vw686akmAQD5UAY/Sn5+fgIAAKBcYvwjAJRJPn7//QLPIP8CkD81/woMDBQAAADlEvkXAJRJXnbjH9NTGf8IIF9K/uXj46PRaAQAAEC5RP4FAGXSJf2/Uuj/BSBf0dHRch0RESEAAADKK/IvACiTQsK91HLs8W2mOwAAEABJREFU+UwBAPk4evSoXNepU0cAAACUV8x/DwBlUtU6/81jnRibnZrEEEgArh0+fFiu69atKwAAAMor8i8AKJOq1b3kOW4nDqQIAHBy4cKFjIwMQf4FAADKN/IvACiTQiO8DJ7//Q4/dYj8C4ALx44dk+uwsDA/Pz8BAABQXpF/AUBZVaO+v1o+dZD8C4ALTP4FAAAgyL8AoOyq2yxQLZ86lGoyWgUA2LFYLLt27ZKFFi1aCAAAgHKM/AsAyqpm7UPVsjHHcnhXogAAO/v27cvMzPT09GzevLkAAAAox8i/AKCsqtHA3zdAr77csuKCAAA7mzZtkuvWrVvrdDoBAABQjpF/AUAZ1rxDBbW8a11saqJRAECu7OxsZfBj27ZtBQAAQPlG/gUAZVjnvpXUssUiVi+MFACQa+vWrRaLxd/fv2HDhgIAAKB8I/8CgDKsen1/+1nw1/1xnlnwASg2b94s1zfeeKNGoxEAAADlG/kXAJRtPe+pppYzUk2r5p0TAMq9kydPHjt2TDD4EQAAIBf5FwCUbU1uDKlUw0d9+eeM04mx2QJA+TZjxgy5rlmzZq1atQQAAEC5R/4FAGXerffVUMvGHMsvE48IAOXY1q1bz52zdQV94IEHBAAAAMi/AMANtLq5Yq3GAerLA9sS1/0RJQCUS0aj8bfffpOFjh07VqtWTQAAAID8CwDcgEYjHnmlkYfnf7/Sf/v62NmjaQJA+fP333+npKQYDIa77rpLAAAAIBf5FwC4g5Awz0FP1lVfWszWb8ftS00yCgDlSWpq6pIlS2ShT58+/v7+AgAAALnIvwDATXToHdGodbD6Mjkh58uX96SnmgSAcmPBggVGozEgIKBnz54CAAAAF5F/AYD7ePjlht5+evXl+VPpE8fsTkumFxhQLuzfv3/9+vWyMGjQIIPBIAAAAHAR+RcAuA+/QMOod5sa7CYCkxHYZy/sIgID3N758+e/++47WWjVqlXbtm0FAAAA7JB/AYBbqdUo4MkJzewjsAtnMz96+t+zx5gOH3Bb6enpX3zxRXZ2dtWqVYcNGyYAAABwKfIvAHA3dZsFygjMx/+/gZAJF7I/eW7nuj+iBAC3Y7FYJk2alJiY6Ofn98wzzzDyEQAAwBn5FwC4IRmBvfRFq5AwT7XGZLT++uXRr17Zm5yQIwC4kRkzZhw/flyr1T799NOBgYECAAAATsi/AMA9Vajs9dJXrarX87OvPPRv4tvDtq1bfN5qFQDcwJo1azZs2CALQ4cOrVmzpgAAAIAr5F8A4Lb8Ag3Pf3pDs/ah9pXZmeZfvzr22Qu7zp9KFwDKsi1btvzyyy+ycPPNN7dr104AAAAgH+RfAODODB7ax99sMnBUHQ/PS37hn9if8v6IHTM+OZyayKMhgTJpyZIlU6dOtVqtderUGTJkiAAAAED+yL8AwM1ptKJrvyqvfd+mXvNLJgayWsXm5RfGPbxlyc+njdkWAaCMkJnXtGnTFi1aJMv16tV75plntFr+ogMAACgIfy0BQLkQGu717P9a3Pd8fS8fnX29TL7+nHH6zaFbN/0VbSUEA657ZrP5m2++2bhxoyy3atXq+eef9/LyEgAAACgQ+RcAlCMdb41444cb2/UMd6hPSciZ+emR90fuOPRvkgBwvcrKyvrss892794ty7feeusTTzyh0+kEAAAALkcrAADlSWCox4NjGoz9ulXtxgEOm86fSv/qlT3fvL4v5lymAHCdSU1N/eCDD44eParRaB566KEBAwYIAAAAFI5eAADKn6p1/EZ/dsOejfELfjgRE3lJ2rV/W8KBHQk33VbpjqG1fAP4zwRwXTh58uR3332XmJio1+tHjhzZtGlTAQAAgELjxgYAyq/mHUObtgtZ+8f5P38+nZ5qUuutFrF+SdS2VTG9hlTrfldVgwedhYFracWKFXPnzpUFPz+/p59+umbNmgIAAABFQf4FAOWaVqfp2q9K+54Ry2adXr0g0mS0qpuyM82Lfzy17o+oOx+pdWP3MI1GALjKMjMzp06dumfPHlmuXbv2448/HhwcLAAAAFBE5F8AAOHlo+v/aO2b+1WZ//2Jf9fE2m9Kis2e/tGhlXPP3vts/ZoN/QWAq+XMmTNff/11YmKiLPfu3bt///5aLZ0xAQAAioP8CwCQJ7ii57BXG/UYWHX2F0fPHE2z3xR5Iv3jZ3c27xh612N1KlT2EgBK2apVq+bOnWs2m318fIYPH86EXwAAAFeC/AsAcInq9f1f+qrVv2tjF045GR+dZb9pz8b4fVsSuvSt3OfBGj7+/BcEKBVZWVlTpkxRxjzWrFlzxIgRjHkEAAC4Qty9AABcaNWlYouOFVYviFw263Rmulmtt5itqxdGbvk7+tb7anTtX0WnZ1YwoCSdOXPm22+/jY+Pl+WePXsOGDBAp9MJAAAAXBnyLwCAazLbumVg1Q69I5b+fHrtH+dl8qVukonY/O9PrF18vt/wWjIpEwBKwurVq3/77TeTyeTl5fXYY48x5hEAAKCkkH8BAAri468fOKpO1/5V5n1/fM/GePtN8dFZUycc/HvO2SHP1Kten6nxgeLLysqaNm3av//+K3LHPD7xxBMhISECAAAAJYT8CwBweRUqez3+ZpNTh1J/mXgk8kS6/aYzR9M+enpnq5srDnisdnBFTwGgiCIjIydNmqSMebzlllvuvvtuxjwCAACULPIvAEBh1WzoP/br1ttWxSz68WRSbLb9pn/XxO7ZGNe1f5Vb76vh5cOtO1BY69atmz17tjLmcdiwYS1atBAAAAAoaeRfAIAi0GhE21vCWnausOr3c8t/PZud+d/U+Caj9e/fzm36K7rPAzU7962k1TE1PtzfypUrb7nlFlEs2dnZP//887Zt22S5WrVqo0aNYswjAABAKdEKAACKyOCh7X1v9bemtb2pTyXNpf8lSU8x/fb1sXcf3753U7wA3JrVav3777/fe+89UXRRUVHvvvuuEn517dp17NixhF8AAAClh/wLAFBMfoGGe5+t98b3Nza50fG+PeZc5nfj93/6/K7zp9JFSYi/kCWA68yBAwcSEhJOnz79008/FWU/sWHDhgkTJsTExHh6ej7++OP33nuvXk+XfAAAgFJE/gUAuCJhVb1Hvtv02f+1CK/m47DpxIGU957YMf2jQ8nxOeLKzJ54VADXmTVr1iiFTZs2FXKXnJycH374Yfr06UajsXLlyuPGjWvdurUAAABAKSP/AgCUgHrNA1+f3Ob+0fUDQjwcNm1dGTN+6NbFP53KybKIYhn30JaDOxIPbEsUwHUjLS1t37596sunn376srtERUVNmDBBGfPYpUuX1157rUKFCgIAAAClj/wLAFAyNFrRoXfEWz+1ve2BGgbPS/77Ysyx/PXLmTcf3rJhaZS16CFYwgXbsybnTT5uKWaABpS89evXm83/Pf8hJydn/PjxBbTfunWrDL+io6M9PDwef/zx+++/nzGPAAAAVw35FwCgJMnk6/YHa7w9rV37XuGaS58AmZpk/GXi0fdGbC9ST64xAzYohegzGTI+E8B1wGq1qoMfVVFRUS4nApPR2LRp06ZMmaKMeXz99dcZ8wgAAHCVkX8BAEqef7DhgRcavPJt67rNAh02RZ3O+Pr1vZ+P2S3zrMseR+ZlWRn/dbFZMv2U/UvgWjly5EhCQoJzvfNEYBcuXJgwYcLGjRtluVOnTq+99lp4eLgAAADA1UX+BQAoLZVr+j73cYsRbzd1nhr/2N7kCY9vn/XZkbRkYwFH2Ljskg5fsvFfv5wRwLW2du3a/DbZTwS2devWd999VxnzOHz48AcffJAxjwAAANcE+RcAoHQ1bRfy2uQ29zxV1y/QYF9vtcp4K3rcQ1v+nHnamO1iZq9Jr+51nizsn/nnlOnAgGslLS1t586d+W1VJgIzmUwzZsyYMmWKfBkREfH666+3bdtWAAAA4Boh/wIAlDqtVnS+o/L4n9r2vKea3nDJrGA5WZYl00+Pf2TrlhUXZCJm7+AOF9OEmYzWBVNOCODa2bJli/3M986ioqLGjBmzbt06We7QoQNjHgEAAK458i8AwFXi5aPrN6zWW9PatekW5rApOT7n548Pv/fE9hP7U5SaCY9vz+84/66JPXkwRQDXgtVq3bBhw2WbZWZmGgyG4cOHDx061MPDQwAAAOCaIv8CAFxVgaEeQ8c2HPt1q5oN/B02RZ3O+HT0rm/H7Ys5lynLBRzk92+PC+BaOHLkSGRkZGFaWiwWxjwCAABcJ8i/AADXQNU6fmO+aPnoG40rVPZy2LRvS8Lbw7cWvPupQ6k7VscK4KpzfsJjfsxm86uvvioAAABwHSD/AgBcMzd0qjD+x7Z3PV7b21d36RbNZfddOOWEyWgVwFWUlpa2Y8eOwrePj4//+uuvBQAAAK418i8AwDXW/e6q78xo3/2uqjr95WMvVUJM9qp55wRwFW3ZsiUnJ6dIu+zevVsAAADgWiP/AgBce14+urueqD1u6o0hEV6F32v57DNpyUYBXC0bN24URTdq1CgBAACAa4r8CwBwvQgN90qMySp8+6wM8+KfTgngqjhx4sS5c8XpcshEYAAAANcc+RcA4Hox6dW9VkuR9hAbl0UV/KRIoKSsXbtWFBcTgQEAAFxb5F8AgOvFwR2JoohkXjbvu+MCKGXZ2dlFmvneGROBAQAAXEPkXwCA68KEx7eLYpGp2YFtRQ7OgCKR4VdRZ753NmLECAEAAIBrgfwLAHBduJJhjPMmH7cUceAkUCRXMvhRZbVax4wZIwAAAHDV6QUA4NqR98MCQrz58BahKf6liD6bvn7J+c59KwmgFJw9e/bkyZNF2sXX1zfoosDAwODgYLlWXlosFo1GI1CiuKQAAKBg5F8AcA3kF3uVzzhsxW9nk+KytVfWI/nPmafadKvo5aMTQEnbtGmT1ukb1MPDIyAgQIm31JxLXev1Bf2JRfB95RwCL/WSEoQBAACXyL8A4GpzuPW1f1k+74pX/X5Wc8XD8TPSjCvmnOn7cE0BlLTs7OwuXboE5lISLsnHx6eAXUi4Spu8wmrUZZ952dcDAACoyL8A4KpyTruc1+XK798dN2abdcXqtqUzaDw8dXoPrYeHzuCpOXM0xcI0YCgF9957r3Ml32zXlgy5lF+Y9mmXUiYCAwAAzsi/AODqUeMtNe2yLzhsLSdSE7Obdgg2eGoNBq0hN8ayFTx1Bg+t3sMWb8mXtoTLS6vPbeDhqdFfbOB8h2s2mwUAd6fEW5pcStplXxZEYAAAwAn5FwBcJc7hV8aPQ0RajEOl2qmhnBjsm/uP/MQ5uUtaofZSmgMon/KiLp9gj6FzZFmr1aopmKAXGAAAcIX8CwCuAXljZrFYzKc2ieRIx00CAFAQ5fek1beC2WxWwi+HBxSQfAEAAAfkXwBwVVntiCuf9R0Ayiv5W1TmX0r4pawlki8AAOAS+RcAXA0O097nsViUGzVDk1t1EcEiBtwAABAASURBVA0LcxzjoZXmyL2yoI1o6NHkVgEAZZnxwHJz1AFZ0FVqbGjcqzC7mGOOGvcuUcomk0lmXjqdTkm+7CdStJ8ODAAAgPwLAK4eu+DLRr0vk/mXR8v+hTmCJSVGyb90EQ28ejwnAKAssyRHqvlXIX+nGfcutc+/dBcfH6tOgS8Y/wgAAJyQfwHAVaXOcy/zLwEAKC75i1TmX2rgZY+eXwAAwAH5FwBcbfZTgHF/BgDFJvMvcTH8UmYBy/vVSgQGAAAuRf4FAFeJ9VL0/wKAK2Q2m9XkS/5SVQr2DUjBAACAgkePAUCpc74f++8RkACA4jKZTDICs1zEb1cAAJAf+n8BwDWgjtARAIDistgh9gIAAAWg/xcAXD3q5PfiYgQmAADFoox5VNf0/AIAAAWg/xcAXFX2ERgAoNiU5Mu55xe/YAEAgDPyLwC4Nhj/CABXQnnIowMBAADgCvkXAAAAAAAA3Bn5FwAAAMok5w5fdAEDAAAukX8BAACgrCLwAgAAhUH+BQAAAAAAAHdG/gUAAAAAAAB3Rv4FAAAAAAAAd0b+BQAAAAAAAHdG/gUAAAAAAAB3Rv4FAAAAAAAAd0b+BQAAAAAAAHdG/gUAAAAAAAB3Rv4FAAAAAAAAd0b+BQBAvlJmvJW+/Mci7eLdoV/QyImiHLBmpZsTovWV64hiydr2Z+KXI2UhaMTn3h37K5Wp8z5LW2C7ehXfXaqv3lgAAAAAJUErAAAAiih73/qYl2/JObJVAAAAANc9+n8BAJAvz6ZdNJ4+DpXGU/uy966RBY9GHTzqtnLYaqjRRLi7nMPbEz56QAAAAABlBPkXAAD58ryhm1wcKtOX/6TkX55NO/vdMUqUP9bsdFE6/O96Xi4CAAAAKFHkXwAAAAAAAHBn5F8AAAAAAABwZ+RfAACUvNhXe5vOHdaF1wz732rnrXHvDDQe3a71Dw2ftEOtjHqoplwHPvyuzy0PGE/sztq2LPvQZuPZg4bK9Qw1mni16+vZtJPLc1nTU1IXfWk8c9AUedSalaavUl9fuZ5vt3sNdVuKosg5uDl9+Y+mqOPmpBirKUcfUVsfUcujVnPvLoO1/sF5bQ5vj58wUN0leeorcpGFiO/2xY7ra75wSugMEV9u1/gFOh8/dd7naQs+l4WK7y3XV63v8j24fP6jcrm82t0R/OSX5rjIzM2Lcg5szDn2ry6ksjyOV/Ou3p3uElqd89FM54+lLfk25+gOc/x5XXC4oVoj7053e7XulfjFyKztf8rjy7OojVNmf5C+9FtZ8O0zImDIWAEAAAA3Qv4FAMD1JX3ZlJRZ78pcS3lpPLVXLhlrZvvd+bT/wBccGhuP70r4YoQlMdquZqdcMjf87tvrkYDBLwm9R2FOmrl+XtL3Y4TVotaYzhyQS9bWJWl/fl9h/EJdhSoFH8Hn5ntS53wozMaMTQt8ez7s6hRz5VqmTvmFX5eVc3hrwsTHrWlJee/w/FG5yHeYsf730Jd+FnqDfeOMVTOTf3pdvYzmmDNyydqx3P/u0UKjsVUpawAAAJQD5F8AAFxH0pb9YL5wSuMT4HfrcH3VBqbok9l71uQc2mzbtOgr74799ZXrqI1z9m+I/99DwmIWHl6+Nw8x1Giq9QsyXTiVsXG+6fT+9GU/WJJigkZ9cdmTmqNPJU0dK8MvbWBFrxv7GKrW1waGmc4eyD6wSZ7akhKXPHVsiAyYhPBo0KbS9FPyLSV8bEu4Aoe979P1XuUgPl0Gpf72P3mQTFf5l4yuzHHnbM1uuksUi/HYv/Hblgqr1eeWBz3qtbYac7L3rsna/pewmOSbzFg7x6f7/WrjzPW/J//0mq2k1fvd9pihdnOryWg8uUdmi6m/fyIMnrZNVqsAAABA+UD+BQDAdUSGX7oKVUNfnS3XSo1f35Eps96VYZYMbDI3zvcfOCavqcmYNO11GX7JlhXe+F0bHK5Uy2jHt9fQ5GlvZKz+JXPzIu/OAz2bdSn4pBkbFwhTjiyEjpmmr5E36lC07unX/9nEiU9k7fgre9860/nj9tGbM21ABc/mN2fv/sd4bKdtvGFo5UtOsXaO7R+dwafzIFEs5vhIuXvoiz95NLlJqfG5eXD2zpUJnw2X5cyNC9T8y5qdmTL7fVtJ7xn6wlS1vXeHOz0atEuc9KQwZjsfP2DIWIY9AgAAuCutAAAA15PAoRPU8Esh8yylYDp/TK1MWzrZHH1SFoJHTFTDrzw6feDD72hDbAlU+opp4nLyhk/qDLqIWg6bfG550LvT3QH3vq719rvscdRsK2P1bPt6a05W1pYlsiADMpdTgxWSb+/hapil8Gx5i3KtZDynVmZuWmhJibO17/GAQ3uv1j19ug4RAAAAKGfIvwAAuI5og8JkSORQaYt4cqfxsmZlqJWZGxfktg831G/t4kA6vWeTjiJ3+jBxObrwmrZ/zMaEzx8znrykvWfTTkGPf+J726OOEZsrXq16av1CbO9twzz7+qytS605mcIWkA0UV8D35sHOlbqw6nJtyfnvymTvWmX7R6vz7/+sc3v/Ac8JAAAAlDOMf3QH9erVCwwMDAkJEQCAMk4X6nqaeY2nt9WUY80dpagwxZ6Ra0vSBeXBkfmxJMVYkmK1QRULaOPTZVDaku+s6Yk5+9fHvblexm1erXt5te7t0aBt0SaJ1xu82vfN+Hu6Oe6c8cgONZjLyJ35XkZjXq16iSugq1jVuVLj6Wv7x2RSa3JyIz+ZJGp8Apzba/1DtMER9k8MAAAAgNsj/3IHd999twAAuAVdYD5B1aU5lDU9xeUkVi4ZT+3zvKFbAQ20AaEV3pibOPFxU5RtFKFMr9L/mioXmVgZ6rXyqNXMp/sDso0oBN8eD8n8S9gyr98Dc/MvS0JUzoFNsiCjMaEtfsdzjW+wy2dZavKuzMXJ7K1WmffJf3UhEfkdSgZ85F8AAADlCvkXAABXX/5PHtTqRGH2N2YpBUO91v4Dni+4sUGd0j5/+sp1Kr6/PHvf+qx/l2ftWG5JtkVIlrSE7J1/yyV99a9h7/5ZmKm79JXr6qs3Np05kLn1j8Ch78iPk7H2N+XzFnvme4WmkNmZjMNkS4utlH+TonRqAwAAQNlH/gUAQGnITVisrnMua2a6uDLaoDBbZyhTjjUtybNpJ1EitDrP5jfLJXDoBOOJPdl7/snau854YrcwGy0J51MXTAx4YFxhDuPT6e6UWQesGSlZu1Z6teqVuXmRrNRF1DLUaiauCn1ELdO5w5akmPwamBOiBAAAAMoT5r8HAKAU6GzduOyn67JnTjgvrpi+cl25NkWdECajywZZ25elL/8xa8sf1qzLxG0yqzKdP2aWh7rIULu5X/9nK7wxN+z9FULvaTva7lWicGT+pQxUzNr8h+ncEeWZlb43X72nLurDagjbRY52nT9arbZNAAAAKE/IvwAAKHlaTx+5tiTHWTPTHDblHNkm8yZxxfQRtXL/taav/Nl5qzxv0nejU2a8lTz9TY3Bs6ADWa0xr/SKHdsjYdJTzht1ETX1ubPOXxKiqYM0LRbnXTR+QV4tbNONZe1Znb1ndW6V1rvz1Zuq0qtN79z3Zsrc8ofz1sxNC+UmAQAAgPKE/AsAgJKnr1rf9o/Z6BBOmePOyUBKlATfno8ooyxTf/uf8ciOS7ZZzIlfP23NzpBFn+73C12B0x1oNF6tbYGR6cyBjNW/OGyUlaYLp4RtErEmaqXWyzfvPLnThDnz6TJY5HYrS/9nlix4tuiqDaggrhbvjgN0FavJQsovE8wxZ+w3yZcps98TAAAAKGeY/wsAgJLnc9PdGatmitxwypqR6tG4ozUtMWvn35lblgidzqNRh5yDm8SV8WjQxu/Op9IWfWnNyYx7d6BP13sNdW7Q+YfknNqXuWmBOTe00ldt4Nd35GUP5d93ZNaWPyyp8clTX8natsyzcUd95brmhKicw1szty6VaZrGwztg8MtqezXMSl3yrSUzVWPw8rtjlOZiKCZsgVc3rV+IJS1BeRs+N90lriat1r/fs0k/jLEkRse+2tu39zAlvDOe2pe+/Ed5uZRWmksfNZAy+4P0pd/Kgm+fEQFDxgoAAAC4EfIvAABKnqFeKxlI2bpTWS1pf3wt5JJL4+kTMuannIObrzz/kvzvHq0LDk/57SNrRkrG6lli9Sz7rbrQKiGjp2o8vS97HG1IRPBTkxI+eURmQ9l718jFfqvGJyDkmW/11Rv9d+SwaspDHkVOVvqyKbLG64Zb5Ee2O6LWu9MAZZPcXelfdjV5dxkoNCLpx1flJ0pbPOm/DVq9/8AX5RuT2Zx9YAcAAAD3Rv4FAECpCBz2vucN3dKXT8s5sEHoDB51bvBofJNPx/66iJoy/xIlQqPxueUBmS6lLf3ONtN89AlzUozWP0QXUsm7Qz/f7vcp89AXhkej9mGfbZRRXfa+9ZaUOEtqgq3bl5ef/AgBg17W5U4BZi90zE+p8yfmHNlmm95ebzCnxhkubeDdMS//8m5/p2wgrjrvzgP14bXSV8+yXZmo49qgMEOtZr7dH/Bo2C5tia2fl9YnQAAAAKB8IP8CAKBofHsNlUthWnq16iUX53q//s/IxaGy0vRTIn8RX+/Kb5M2qGLAfa+LK6b1Dw6497XCNg4KC3xkQgENjMfz3rBP13tdNvC68Tbnj+x/1/Nycais8MZckb/g5ybnt8lQv3VQ/daOtWaT8lACjbeffXXAkLEMewQAAHBXbjv/fVBQkCbX77//XnDLoUOHKi3PnTsnroX09PSjR48KFA6XCwDKBGXme32NJoaaTcTVlbV1aeIXI5Onj7OkxDlvzTmyXQirsM3o31QAAACgfHD/5z8++eSTCQkJ4nq1evXqFi1abNy4UaAQuFwAUCZkbV1imx1MCD/bQyqvNo23X9b2PzP+np6x9jeHTZak2ORpSl85jdeNtwoAAACUD+4//vHChQvPP//8tGnTxPVn8+bN3bp1EygcLhcAXOdSfpmg0XtYMlIy1syRL3UVqnrf1F9cdZ6NOxrqtjQe25k67zNLcqxnC9t/O8xx54wn9mRuXmTNSpcv/QeO0YVWFgAAACgfysX8X9OnT7/nnnv69OkjrjPp6ekChcblAoDrXM6R7cbjOy++0gQ+9I7QXYu/NHT6kKe/jX2rvyUhKv2vqXK5ZKveI2DwWN9bhwkAAACUG26ef3l5eWVlZcnCiBEj9uzZExQUJAAAQOnwqNMyd9p7q65C1YD73/S84Zp12tUGh4d/vCZ91czMjQvNidGW1AStl5+uYlXPZjf73vKA3CoAAABQnrht/qXRaOS6VatWAQEBy5YtO3v27EsvvTR58mQBAABKR8AD4+QirhN6D99ej8hFAAAAoNxz//nvf/jhB6Xb1/fff79q1SpRRCkpKe+///6AAQPq1KkTFhbWvXv3p556asuWLeLKbN68WSZ0PXr0UF6qz6BMS0u7wrMfP3785Zdf7tmzp2xfq1atvn0ig7VsAAAQAElEQVT7vvLKK1FRUaLQVq9erbyZY8eOyZeLFy8ePXp0y5YtK1So0Lt371dffVWeIr99k5OTX3/99TvvvFO+4ZCQkG7dusk3vH379vzaZ2VlffXVVw8//HDnzp0rVaokv1JdunR55JFHvvzyS/tLkd/lslqtAgAAAAAAoEDuP/9XlSpVPvnkk+HDh8vyo48+umfPHj8/v0LuO3ny5DfffDM6Olqt+SfXpEmTXnjhhbfeesvX11eUmqKePSMjQ0Zd33zzjdFoVGpiY2NPnTq1ZMkSmf199NFHMldSusUVUk5OjrxuU6f+N23K8lyfffbZokWLZMTm0H7Hjh333HOPfTq2Opf8IC+++KL8LB4eHvbtN23a9NBDDykpm2pdrp9++knmYnJfGYoJAAAAAACAK+C2+ZfSM0hZDxs27Lffflu2bNnJkyfHjh0rg5XCHGHWrFlPPPGELPj7+7/00ksNGjTw8fE5cuSITNMiIyPl+ujRowsXLhTF0r59e/neVq5cqfRpknHPww8/fIVnl6HYt99+Kwv16tV78skn5TotLW3fvn0ffvhhfHy8TLKSkpJGjx4tCk2GWXL31q1bywtYo0YNGW/Nnz9/165dWVlZ8vgHDx7U6XRq4zVr1shETEZvAQEB8p23aNEiNDRUZmHyg2zcuPG9996TQd6UKVPU9lFRUb17905NTZVx5KBBg5o1a9aoUSP5Pg8cODB79uwTJ07ID/vcc8/9+uuvhblcAAAAAAAA+SkXz38UuaMgmzZtKgOgSZMmDRkypFOnTgW3P3v27FNPPSULlSpVWrp06Q033KDU33777XL3vn37/vvvv4sWLZo7d+7AgQNFSSvG2eVLJfzq2LGjLMvsSakfPHjwrbfeeuedd8poafz48TJpqlatWiHfhgy/7r777hkzZnh5eSlnf/XVV3v16vXPP//I9G39+vU333yz0lLGXs8884xcy5xu9erVERER6kFkFiaDuS+++GLq1Kn3339/9+7dlfrPP/9chl+yMHHiRJmv2Z9XnkVmYfIiyLgtIyNDBn8CAAAAAACguNx//i9FlSpVPvjgA6Us05bMzMyC20+ePDkxMVEW3n//fTV+UshM6vvvv1fKSuRU4opx9k8//VTkPu9y2rRpavilkInYuHG22Yhl3mQ/mPGyKlasKE+hhF8KvV6vZlWHDh1S62W8tWfPHlmQZ7cPv5RdPvnkk3r16jm84XPnztWqVUuGko884jgzsa+vrwzsRG6sFhkZKQAAAAAAAK5Aecm/RG5HJKXz0dGjR1977bWCG+/YsUOuGzVq9NBDDzlvbdWq1T333CML27Zts1gsoqQV9exyrewi29etW9d5l5EjR8oEUBYKmIreWZ8+fSpUqOBQWadOHaVgPz/9L7/8Ite1a9du166d83FkBKaMW7Q/+8yZM0+cOLF3716XU5JVrlxZKVw2qQQAAAAAAChYOcq/pKlTp/r7+4vcMXdbt24toKWytVmzZvlNGN+iRQuR+3zGffv2iZJW1LPv2bNHSaPkLi7bGwwGZdPmzZtFoVWvXt25Un16QE5Ojlp55MgRuZZ5liYf33zzjWxw8uTJmJgY52NmZ2fLLG/BggWTJ08eP3587969J0yY4HwWAAAAAACAYigv838patSo8d577z399NMWi+WRRx7Zvn27t7e3c7Njx47Fx8fLQs2aNfM7VO3atZXCjh07mjdvLkpOMc7+77//Ki9r1aqV3y5Kv624uDiZUqm7F8zlsxedI7nk5GRlJq/C2L17t/rgyMTExK+++urvv//etGmT+sxKAAAAAACAklW+8i/pySef/PXXX9evX3/gwIHx48d/+OGHzm2u7Zi7Ypy9lN6w/eMdC5CVlaUUevTocdmBpWoPtZMnT3bv3v3UqVPqptDQ0DZt2rRu3bpLly4bN258++23BQAAAAAAwBUrd/mXRqP58ccfmzdvLjOjjz/++O6773ZuU79+faVw+vTp/I6jbgoLCxMlqhhnV2aXl+zjpIJ3KUHh4eE+Pj4ZGRnx8fFdu3YtzC5Wq3XgwIHKu73vvvsGDRrUsmXLGjVqqA02bdokAAAAAAAASkL5mv9LUbduXWV6KWUUpMlkUurVkX2enp7KaMEC4qQzZ84oBRnciBJVjLOrc95fNv9q0KCBOoFXCVLmI9u9e3d+wxgXL1783XffzZ8/Pz09Xb7csGGDMmZz8ODBM2fO7N+/v334JZ0/f14AAAAAAACUhPKYf0nPPPNM586dZeHAgQO///67Umm1WtUGSr8wmdHs3bvXeffIyMg5c+bIQuvWrdUnFRaDOsDQ4SGSRT177dq1b7zxRlmQAZPLsZB//fWXcqg+ffqIUqAEcPJTTJkyxXlrWlraQw89NGLECHnZZboncgc/Kpvatm3r3D41NfWPP/5Qymo6KfK/XAAAAAAAAAUop/mXTFKmTp3qnTv5vTp9lb2XXnopODjYaDQ++uij0dHR9psOHjzYv3//2NhYcTGoKjZfX1+lcOHChSs8+/vvvy/Xx48flxmTwzMTlyxZIuMnpXyFbzg/o0aN0mpt30tjx47dsmWL/Saz2Tx06NCkpCRZHjlypF5vG3JbtWpVZevGjRsdDpWRkSHbR0VFqburm/K7XAAAAAAAAAUod/N/qerWrTtu3LhXXnnF5dbQ0NAxY8a89tprW7dubdGixbPPPluvXj2LxfLXX3/98ssvSmTWpUuXF1980X6vtm3bbtu2TeROX9W+fXtxOepUXDK9SklJkXnc6NGjZcpTjLPfcsstPXv2XLFixQ8//CDfwyOPPCJ3kXHYn7mUNjJWu+mmm0QpkB/27bfffv3115OTkzt27Pj000+3bt26YsWKO3funDVr1r59+2SbG2+88fnnn1fat2nTJjw8XMZY8+bNkxnfY4891qxZs9OnT69ateqrr746dOiQemRlvGR+l0ue0fl5lAAAAAAAAPbKb/4lyfxo/vz5MmNyufXll1/28vIaP358TEyM82MNR44c+eGHHyq9mYqtRo0aHTp0kGGZTHOUDly9e/dWhgQW4+y//vrr2LFjJ0+evHv37ueee85+U0BAwDvvvCNjKVFqXn311UqVKsk3EBsbO3HiRIet9evXl1GX0uFO8vf3nzNnzh133CE/+JRc9o1btWolP/4999wjy8eOHevVq5dS73y5ZKKnDKgEAAAAAADITzkd/6jQ6XQ//vijh4dHfltHjx69a9euF1544bbbbpPhS2BgoIxmZLR06NChr7/+WoY44orJAE4esE2bNjLMkgeMi4sr9tmDg4O/++67lStXjhgxomvXrvJlREREp06dZFKmjIss1a5S8uDDhg3bt2+fDML69evXoEEDmXbVqVNHvhP5rvbu3auOeVR06dJFfpBHHnmkWbNm8qPJGvmFaNeunczvtmzZMmjQoJo1a8pKmZrZ7+VwuZgIDAAAAAAAXJbb9v9SJpy6rMaNG2dnZxfQoHbt2h9//LEonK1bt86cOfOBBx4ICAgo5C7h4eGfffaZKImzK7rnEldAJlb2jwJw0LRp0wK2hoWFKc/WLIxKlSpNnTo1v63qHPn2Cr5cAAAAAAAAzsp1/6/SsGfPHr1er/RdAoDyIHn6uKiHasrFkhQjcB2wpqcoX5HkH14WZZbL76v494bImuhRN4grkL1vvXLk9OU/iSKxWo0n9wo3Fff2AHlNLjxzyXOZo4bWkZWJnz8uAAAAyjjyr5J0+PDhb7/9tl+/fj4+PgIAALgLc8yZuHfuSl/2gwAAAEAZVK7nvy9xo0ePrlChwueffy4AAIDbsJhjxvYUpmx9xeoCAAAAZRD5V0maPn16YGDgFT4UEgAAuBT66mxxTVitMvwSbq3CuPnCSaWfjgsAAAC3QFJTkkJDQwUAAAAAAACuJ+RfAAAAAAAAcGfkXwCAfFit2TtXpq/51XT2oDkpRusToAup5N3+Tt9eQ4XeUJgDWJJi0pf/ZJS7x54zx53TeProImrpI2p6Nuro3bG/0Do+gyXn4Ob05T+aoo7L01lNOfqI2vqIWh61mnt3Gaz1D76Sxoqs7X9lbV1iPH/MHH1SG1hBX6W+R/02frcOF3oP58bFOH5RWXOyMtf+lrl5kenCKUt6sjaggr5iNd9bh3u17uWitcWc8c8v2fs32K5nYrQ+rKa+aj2vpjd7dxkoisKakZK2bKrx+E7j2UPWnEx95Tr6SvV8b77HUL+1Q8uUWe+mL/tBV7Fa2CfrMlbNzJDfCeeP6as18KjfNmDIK7ZDZWemLfoq++Amc0KUJSVeGxCqD6uhr1rfq1Uvz6adRCmIf29IzqHNGr+giK93OWyS7y1tybc5R3eY48/rgsMN1Rp5d7pbXsnEL0Zmbf9TX71xxXeXujxm+rIp2fvWGc8ctGam6qs28Gp+s0+Ph7T+IWqDqGH1hSlHKWduWigXWQh+drLrL5MT05kD6cunGc8fld9LGp1BX6WeoUYTvz6Pa4PCHFrGvTPQeHS7d4d+QSMnmk4fSPtrSs6RbebEC/Kqyuvpd9tj2pBKspk1Kz1j3dzsfetzDm7UePjIHyj/gWM8GrZzeXb5rZ7+9/Sck3tNkUc0Bk/b2as19LvtcW1IhOPZ3x5gPLZTvqvwL7b+99mH1pHfePILGvzcZAEAAFCWkX8BAFywZqYlfDEiZ/96tcaSEicX46m96atmVHj9N+e7dwcyPEqZ86HIyfrvmDmZltR4eYefuW5u5uaFIaOnCq1O3Zq5fl7S92OE1aLWyOBALjKxSvvz+wrjF+oqVCle49zNxuTpb2asnqVWmGPPyiV710oZ6wSP+NxQ5wb75kU+ftGZzh1O+HS4jAXVGkvC+Ry5HN7i2aJbyPM/2F+cnP0bkqa9YY4+Ybf7IblkbV6csX5u0KP/04VVK8xJZRyZuuBza1qSWiMjD7lkrpsjQ5+AwS9rvHyd95LhV/JPr6ntdSGVhS1HS43/4D75/WD3/qNy5HJoc8bf0/1uH+l/z8viasl9h6/LN6W8NMeckUvWjuX+d48WGo2tSlk7MGYr6dh/FTIWPL4zfcX0kNFTDHVbiit/YytnJM96R55IeSnfX05KXM7BTRlr5wTc+7rPzYNd7pW28MvU3z9VP46MruSSsX5+hdd+1QWFx//vQePJPXkHzErPSYmNf++eoBETvTv2sz+INSsjZdY78kQywPrv7MmxOQc2ZqyZE3DPWJ/u97u+LAAAAO6I/AsA4CQnO+6dgTJekUWP+jd63XibvmJ104VTmZsWGE/tM8ecjv/oQZkBaTy88jtA1vZlKTPekgVtYEWvVr30VevrK1Yzx0XmnNydtWWJDMKy96xJXzbVt89jSntz9KmkqWNl3mRrf2MfQ9X62sAw09kD2Qc2yTxF5m7JU8eGvPRzMRor4j+4P+eIrVeLoWYzr7a3GyrXtaQlGc8cSP97uvnCqbgJgyu+/Yd8k8U+flGZo07EvX23NStNlr07DvBo6C9HMwAAEABJREFUcKM2oKLMkmRaYUmMzt79T9KUV4Ie+0hpbDp/PP7TYUqG4t15oEe9NrqgMFPM6cyNC40ndsm3FPf2XWH/+0fj7VfwSWXsmDJjvK1k8PS77TF95XoaT29T1PH0pd9b0hJkaGWOPun8uWwxytz/yYLGJ0DrHyIvl3fbPvJl8sy3lPDLs2lnjwZt9VXq2S7pqX1Z2/6UKWfakm+8WvU01GslSl/m+t/z4jmtXn4uQ+3mVpNRJkTpy6ak/v6J/LC5H8PqvGPKvE/lVdX6h/p0HWKofYP5gq2rlEwk5dVI+HJk+OeblHio0tQjwmyKeqSuLCuds0ThpM77PG2B7ZHQ2qBw2ymqNZTHMUWflCmkPEXylJeExeTT7T6HvbIPbrJ1MdPqvTvc6XVDd0tqYvqKn+SXyZqemDxjvCUpxnT+mHeXQZ6NOlqzMzI3L5bfALZz/faRd9vb7HsyJk8fl7l+ru3sIZV9ezykr1xbfimNZw7KyyK/8ZKnvW7JSPG7Y5QAAAAoH8i/AACOUn77UAm/fG8dHnDv60oKIFME39seTfxyVNa2paZzh7O2/+XQ38Re6oIvbP/oPUJfnK6v3kit9xEPGrs/EPdWf1nO3PqHmn9lbFygDDELHTNNX6NxXuvWPf36P5s48YmsHX9l71snYyB95TpFbSxycx8l/PIfOMbvzqfUN+Mt30/ngXEf3C+ThaSpL6vPvyvq8YvMak385tnc8EuTO4yup1ItC359Ho8d11dmTJnr5gQMelEbVFEmJonfPKOEX4HDP1J7DNm+HN3vT/z2+aytSywpsSm/TAgc9n4B55SxTvLPb8qCxjc49KXphlrN1E0+HQfEf/SATFXk58rctEjGLvY7yjBLfh1t3Yva9xVanSUhSuMXLExG2dL2Nlp0C3nhR/v2MmqJfdU2MDDtr6nBpZ9/WbMzU2bnfnC9Z+gLUz2a3KTUy0/h0aBd4qQn1b5XLhizPZvdHPz012qvN5/u98e+3kcmvDKFzDmyTeZ6orhkipr2x9ey4NmyR8jTX9snUz63PJjwySMyu0z59QOvlj1tX2U7MuHSeHiHvDhNPbt3+zsuvNTVmpaUc2CjfBk4dIKt69bFN5z03ejMDfPM8ZE5R//1aNReqZcppBJ+6Ws0CX3pZ3U4p3fH/l4tb0n4ZJj89ktdMFFeJV2FqgIAAKAc0AoAAOyZcjLWzJH/6kKrBAx51WGEVODQd5U7+cwtf+R3AGtassxHtH4h8r7dPvxSGOrcoAuvKQvm+PNqpYwbbP/oDLqIWg7tZVjg3eluGcNpL/ZvKlJja0aqTBlkwaNxR/vwSyHjrYC7RwtlGOCpfcU4fjHkHNmh9JyS10cNvxQab7+Ae19Vyso8U9l715lO7xe5PY8ch8vJWOrRj+R1lsWMdXPlNS/gpOl/T7dmpctCwD0v2YdfwtY/KCLo8U/ymq34yXlfrxu627LO3PGY2pBKGg8vS1qSEhHa+jRdSl+1vk/Xe337jPDpdJcoffIqWVLihC13e0ANv/LeduuePl2HFLCvNqRyyLOT7Yd8yrJv72FK2Xj6gLgCSdNel5dIfnWCR3zuMMGc1j9YueDWjJTMjfOd9/XrO8I+etP4BXm3vlUpG+q2VMMvhfzGUAqmqONqZdqS72z/6Awho760n8tMkkf27/e0rWTMzlg1UwAAAJQP9P9yByaTyWq16nQ6rZZAE8CVyt63XhmXZ8sO7KagUsh76YpvLtB4+jjPn63S+AVW/GCFyJ8uKNx84ZTVrmOOkogJszHh88cCBr9sH9B4Nu3kMJl6kRpn712j5CPebW93+Wa8WvVInv6GsM39tMtQs2lRj18MWf/+pRR8ezzs4v207Flh3HxtUJguOFy+zDmxW6n3H/Sic2OZ1/jdMSrll3flu805vtujQRuRD+MJ24xRuorVfG52EQkZarfwbNkze+cK45kDwmJxeDSBZ+OODu21QRU1PgG5U+lP0YVV9253h/3oy4J7opWs7F2rct+Qzr//s85b/Qc8l/H39Pz29Wp+s/DwdKj0qJn35bamJ4nisqQmKnPnye8Wl+NS9ZXr6MJqmGNO55zc6zzjmlebWx1q1PnmvNvf6bgpMK/7mDkh+uLpLcYzB3Mb36GrVNvp8EJmfDIgs6Ql5JzYIwAAAMoH8i938PHHH588efLhhx/u2LGjAIAro3aDklmJywb/DQksHGt6ivHsAXlzbkmKNcWdyzm81XTWNrjSvr+ST5dB8obcmm5LDeLeXK+rUNWrdS+v1r1tvWCcpuguUmNTbN4E88k/vaZO4u6SzAJ8biny8YtB7VjketJ6jcZ+5nXjKVtCIcOm/MapGWo1zWt5fGdB+Vful1VftUF+H8FQo7HMv0ROloxODDWbXLKpehPn9r69htkmtzLlJE99JXn6m56NOni16ul1423agFBxFeXk9qSTcaG8RM5bZVyrDY7I69DnRBda2cUufkFKwZKdJYrLHHtWKWRuXiSXAlraP0Dg4jvQ66vUd6jTXOxBpq9Y3XGTOg3fxcc1GE/vFyZbuGyo5tj7Mo/eoK9aP+fQZnUefQAAALdH/gUAuIQlI0UpuEwHCs90/nj68qnZBzbZP7UwPzI0qfDG3MSJjytjuMxx59L/mioXrV+IoV4rj1rNfLo/oAYrRWpsTjgvCscUeaQYxy8Ga2Zq7mn02sCKl22s5FYFTNKkD691seXe/NqYo04offr0Favlf5yaecc5scsh/9L6Bzu397/rOdtQV9tEb1aZgmXvXSOX5GlvGGq3kPGNd5veni1vEaXNapWhqvxXl39vRHnp8su/NFcwiLVg5vjIwra8cMo2ktRugKTGy6eAmFXjEygux3ixz6AuvEZ+bXQyRzu0WX4rmqNP6SJqCgAAAHdH/gUAuITG00dcseydKxMmPiEsJrVGGxRuqNHYo3YLzyadU+Z8qExIb09fuU7F95dn71uf9e/yrB3LLcm2XMOSlpC982+5pK/+NezdPzV+gUVunJM3yjLwkfd0Tn1n7NlP6VWkN1NUGg/vwje2FjB9e+EPklP8rkw2Otd/Lfjf9bxv1yGZm//I2rUy58j23C+3VcZncrHN33/PK763PyFKlcyJtFph6/aUf2BUUJe9EujN55L6VZNRqfNgRkeXjjLW6AziCs9+hV9uAAAAd0T+BQC4hNoPyH5++iIxx5xJmPSkLQ3Re/h2u8+zRTeP2jfYp0VWSz4ztWt1ns1vlkvg0AnGE3uy9/yTtXedrTOL2WhJOJ+6YGLAA+OK2ljt26Lx9i/a1F1FejNFoQuvLg5vkddHxmraoLCCG8svhzxpAf2JTDF5Q+0K6JKmr5T3qEp1NKgzdcheYXqlqbQhlXz7PCYXa2Za1u5/snetzD6w0ZIUIzelzPvUu/PA0h4OqY+oZTp3WDmjS+aEKHHVqT9EwmK58gnjinz2i3N+yZ/E/Nqo31HawAoCAACgHGC6dADAJf67ec4n/0qc9PSFJ1vHjbtDWMwuG2Ss/13k9kAJGPRSwIPjZYTk0FXKnHDBYRdrRorp/DFz1H8jJQ21m/v1f7bCG3PD3l8h9LZJyrN2rypG4/+in3OHXb5ba1pS2qJJmWt/Uyc+K9Lxi0EfcfEKx7lOtS4810Euymxl+jDbEDZrerI1O9NlY3NcXm7lcpauPB6e2uCI3Mb55l9qNOZx6dMhXbOYLQlRxuO71O51Gm8/7/Z3BI34PPyLrd6d7rZVGbOz964VpUy5Prap361WF5ut1v9mhb+K/vuuO380vzbpf/6QsWpmaVwi9RvMdDHTdKbkX7oKVUtvECgAAMB1hfwLAHAJQ82m2hDbzF+ZW5e42GwyZu9ba0mNt3Vccno6pELtdeJRr7XzVuORHZbcObmsanxmtca80it2bI+ESU85t9dF1NRXtM1+Zc1KL3JjuyQic8N8lxFS2rIpqXP/l/TDizmHtxbj+MXg3bq3MvIuc/Ni563Gk3tltCQXJdnxatdXqc9YOcPFscym9L+m5JY0Xq17iQJOeuNtIneOM9PF2fcvOUz8+awdy4Rt4Gc9bUglcTkZq2fLhC7urf5Ze9c4b/Vs3lUpWDPTRCnzatPb9o/FlLnlD+etmZsW2g/CLT71W91lyuZE4+OvDbB1o8s5ttOU+yhGBzkHNqb88q6MOGUEJkqa7bu0agNZyNrxl8vv+eydK23zjtm+UjcLAACA8kErAACwp9P7939G/ms6vT9t/ucOG1PnfWZNT5YF7za35XuAiwFKzpFtDptkNJb43XN5Lyx5j6sTGpnd2FIM05kDGat/cdhFVppy79UNNZoUuXHuTF4eTWwD0MzxkUlTXrLNNW5HZl5pS7+zHdXLz+fmIcU4fjHoKtX27thPFtL/np5zcPMl26zW5J/zhlUqyZdMtZTHQabO/8x4bOclbdOSEr8cpXRb82jYTuMbUMBJ/fo9rfHyFRZz4nejLYmX9L8znTuc8PFQa+5zD7za3i4KwevGPkJj+xMi5dcPHUMuiyVr+19K0f5BlqXEu+MA5UGlKb9McBjuJ1+mzH5PlAiNRuQ+ZtGcOxNcYfj2etj2j8WU+M2zDsMzLUmxSVPHXmz2iCgFAUNetZ0oMTr5x1ccvuezdixP/O55pezd/k4BAABQPjD/FwDAkU+XwWl/fGOOOZ06//Oco/96teqhC6shtLqsLX9krJktGxjqtVESHJc8m9+c9sfXspAy9xNLVrp329t1Faqazh7K3LY0Y/Vs5UGENhaTbfSch204oX/fkfLgltT45KmvZG1b5tm4o75yXXNClMynMrculamNxsM7YPDLyn5FaiwFj5wY+0ov2T5r8+KYk3tlzqWvXNuSkpBzYGPmtj+F2TYZWeBDb9meu1es41vTkqNHtbCV9B6Vph4RheA/4PnMzX/IKxD//r0+3e7zqHODNiRCmEzysishl2+fEerzN+W54t8bYs3OiHv7Lp+uQwy1W2j9grMPbJQfx5KWIGy9jQKCHvu44DNq/UN8ew9PW/iF6dyhmFd6+vYcausZZ7Vk7/5HvQjyyP79nirM+9f6B/vdMSpt0Vfm6OMxY272vqm/oXoTjae38ezhzA2/K1OJeXfsb6jZVN0ledobGSt/tn32u0b75QasJUOr9e/3bNIPY2TWE/tqb9/ew5RoUsaC6ct/tObk9X7S5NNXsfB0/qEyQs05uCnp2+d0oVW82/XVV29UQHu/O57M3rsu5/AWU+SRmJdvkTmX/C7S6PQyFM7YMC8vRO44wKNRe1EK5M+gR/0b5bkyNy7IObFH/kTL73lz9KmsXatyDuVFrvItydhUAAAAlA/kXwAAJ1pt6NiZSZPHyFvl7H1r5WK/Ud5aB4/6UujzfUqdvKn2H/xy6pwPhSk7bcFEuVyy+w23GKo3Tlv0pSyboo/rqze2nTAkIvipSQmfPCIDi+y9a7IvHVUn852QZ75V44YiNRa5E8NXGL8wacpLMvAyXziVOueDS2e5ttkAABAASURBVN+vxq/f03lTVhXr+MWgC68R+vIMW1eshPMZ/8yUi902g2+PBwOGjFUrPBq2D35ucvLU1ywpsbYuaZf2SpOhVfCIibrcUZkF8x/wrMbDK3XBRGtGigzCHLZ6dx4YeP+b+T3q0cXR7n7BeOZA9q5VMihMXzbFYatXm9suG8mVFO8uA4VGJP34qvx6pS2e9N8Grd5/4IvyvcmU0Nb37cp4temd/tdUWZCJkrA9JtXbr+DvAY0m5IWpqb/9L33FNGtmqvMF92zaOejRj0SpCXnu++SZb2dumGeOPuH4Pe/hFTDged8+jwsAAIByg/wLAOCCrkLV0Fdn2+bnPrDRdO6IKe6sPryWR50bfLoMLsygNr++Iz0bdUj57X8ybzInxQizUePhbajZzFZ/QzfT+WNK/pW5+Q//3PxL8mjUPuyzjWl/fJ29b70lJc6SmmDraeXlJ9sHDHrZId8pUmPbx6lYNXTsrMwN87P3rDZFnTBFHZdBjzagoqFmY/87ntRXa+jQvqjHLwbbKT5cmbbkW+PJPabIo5a0RPk2POq18e35sNrzS+XVqpdnww5pSycbT+2Vb96ceEEXEiFjRJ+u9xZhCietzu+OUd439klbPtX2NT1/3JqVpqtQxaNBO9/ett5JokhkvjN6avbOlekrfjLFnLGkxCs9+2Sg6dNlUCkN68uPDO/k92f66lm2zxV1XBsUZqjVzLf7AzKKlVdYNtD6BFzZGUTAPa9ovAOy960xnj4gTEZr5uUngJOhW8CD47079MtY86t8V/KCW7LTdUFhurAafr0e8Wx5iyhNGr+goCc+9e7YP3PTItvZI4/IzFpfoZpXq54+3e8v7edyAgAAXG801sLN5Irr2QcffHDy5MmHH364Y8eOAsD1R/lNK9eWXGaz2WQyGY1GzSfNNCm2meB9Bn/u0bJ/YQ6VMe/VnG2zZMFwQz/feyYKXDeSJr+Qveuf8K//FciHOS4yZvRNAfeP8+09TFwdZlPUI/XkD5/3TXfJMEggf3Hj+xtP7NKGVAr/fJO4ijJ+fzFn+2+y4NFqoM+gQvUZNO5dmj5rlCyYvYLPP7TGw8PD09PTI5fBYNDn0ul0Wq1Wo7E9aEJZA1fNJ3/P+Hnrn0q5RZV60x4eLwDA7YwdOzYxMfGZZ55p0qT4s+JeZfT/AgCgBBhP7dOFVRfIn/H0frnWh9cSJSdr69LMzYu1QRX9+z+jDajgsDXnyHYZfgnb8wqaChTImpkqSqKjHAAAwPWJ/AsAgCuVufY307nD/oPHCuTDmpmWOudDjV+QZ9NOouRovP2yttv6WehCKvn1HWm/yZIUmzztdaWV1423ChTAYjbnPhVU6x8iAAAA3BH5FwAAV0QmO8mz3vFo2N7vtkcF8pG+7AdT3LngJwt6ckIxeDbuaKjb0nhsZ+q8zyzJsZ4tugnbQMtzxhN7MjcvsmbZZunyHzjGeUo1KLJ3rhQGz5xDW5Tp2zzqthIAAADuiPwLAIArovH2C3t/hTY4XCB/fnc86dtzqMYvSJQsnT7k6W9j3+pvSYhK/2uq8ojG/+g9AgaP9b31ak03VgYlzxhvjj2rlLX+oT5d7xUAAADuiPwLAIArRfh1eXpDyYdfueTFD/94TfqqmZkbF5oToy2pCVovP13Fqp7Nbva95QG+NAWwZmdaMmzdvnThNT0bdfQfONp5DjUAAAD3QP4FAADKOL2Hb69H5CJQFBpP74hvdgoAAIBygPwLAAAAAAAA7oz8CwAAAAAAAO6M/AsAAAAAAADujPwLAAAAAAAA7oz8CwAAAAAAAO6M/AsAAAAAAADujPwLAAAAAAAA7oz8CwAAAAAAAO6M/AsAAAAAAADujPwLAAAAAAAA7oz8CwAAAAAAAO6M/AsAAAAAAADujPwLAAAAAAAA7oz8CwAAAAAAAO6M/AsAAABllUajEQAAAJdD/gUAAIAyyTn8Ig4DAAAukX8BAAAAAADAnZF/AcA1Y7ValY4KGXOek0tRdhXGXQuTdi0UAOAWcv6dK5ci7WL7FepEAAAAuKIVAICr7uJ9GrdqAFBM8reoVqsl+QIAAIVB/y8AuHrs79Nsa+7XAKC4lF+n9hEYWRgAAMgP+RcAXAPKHZp50BRTVrrZbDYajeaLLBaLXMs2siDbWHMJ4FrIjoyUa4/wcI2ePxhwzSi/MJXRjkrapc2l9/DW6XRKmeQLAAAUjD9nAaDUKXdu9i/zVG8rjEaL0Wg1mWQGZpLrixGYpOxC+IVrxmpNi9kp//Wr1ETr6SmAa0r9xSnTLl0uGcvqdXmUFExc2s0WAABARf4FAFeJ2n/B/i5OuZFTO3kplfb5lyACw7ViNmvS0+W/Br1eazAI4BpRwyyH35z6XPZdwJS1y30BAEA5R/4FAFePfQSm5FxK+KVutQ+/yL9wbVlycjRpabLg4eGh9fAQwDXikH/ZdwHTXdr/i85fAAAgP+RfAHBV2c9iI+/Z7Dcp929q+EXshWvLNgNdbv7l6eXF+EdcDxw6z6q9wNQIzP4BI6RgAADAHvkXAFxV6s2bjLeUtVIvy2azWd7CkX/hOmHKysrLvzw9NfT/wnXAefy42hHMfvwjyRcAAHBG/gUAV4Pa7UtZi9zAS90kydhLicNkQeSOeST/wjUmvy+V8Y9eXjz/EdcJ+/zLPgVTxz+KS8dLCgAAgFz8OQsAV5VyP6YOgRSX9ghzfuwjKRiuFVsQmzv/vYe3twCuNftsyzkFc+j8RfIFAAAckH8BwFWidP5SykrapaRgtlmWcjcpIyIF4ReuD7qwsHovvii/cQ08/BHXB+eJ8PMjiMAAAMClyL8A4GqzHwUpLg6EVAc8OvT/Aq4Zvd6jRQsBXE+cIzDnsgAAAHBC/gUAV4/aBUyNwNSeX+q4SPv2pGAAoHAOthxGRApm/gIAAPkj/wKAq8o+AhMXJwKzL9s3Jv8CAEV++VfBZQAAAAX5FwBcbfZdvRzu2RwCL+7icA1lR0YmbtrkXb16YNu2ArjOuPz1yO9MAACQH/IvALg21Ps0+8yLmzdcP7LOnTv5wQceFSu2WbZMANcxfnMCAIDLIv8CgGuMOzdcp8xmjdWq1ev5FgUAAEBZR/4FAABcsBqNcq3R86cCAAAAyjz+qAUAAC5YTSa51hoMAgAAACjjyL8AAIALFvp/AQAAwF3wRy0AAHBB6f+lof8XAAAAyj7yLwAA4IIy/xfjHwEAAOAGyL8AAIALef2/GP8IAACAso8/agEAgAsh3br51KmjDwgQAAAAQBlH/gUAAFzwCAuTiwAAAADKPvIvAAAAAAAAuDPyLwAAAAAAALgz8i8AAOBCyvbtWefO+TVp4lOvngAAAADKMq0AAABwkrh+/bG33or8+WcBAAAAlHH0/wIAAC5YTSa51ur5UwEAAABlHn/UAgAAFyxGo1xryL8AAABQ9vFHLQAAcMFqNsu1xmAQAAAAQBlH/gUAAFywKv2/dDoBAAAAlHHkXwAAwIW8/l+MfwQAAEDZxx+1AADABWX+e/IvAAAAuAH+qAUAAC6QfwEAAMBt8EctAABwodrIkZWGDPGsUkUAAAAAZRz5FwAAcMGnTh0BAAAAuAXyLwAAAAAAALgz8i8AAAAAAAC4M/IvAADgQszixdmRkcGdO/s1aSIAAACAsoz8CwAAuBCzcGHKjh2G0FDyLwAAAJR15F8AAMAVi0WuNFqtAAAAAMo48i8AAOCCNTf/EhqNAAAAAMo48i8AAOCCkn9pdDoBAAAAlHHkXwAAwBWl/xfjHwEAAFD2kX8BAAAXrFarsA1/ZPwjAAAAyjzyLwAA4IrZLBj/CAAAALdA/gUAAFxQ+n8x/z0AAADcAPkXAABwoe64cZbMTO86dQQAAABQxpF/AQAAF/yaNBEAAACAWyD/AgAAAAAAgDsj/wIAAAAAAIA7I/8CAAAuRM+ZY0xIqNCrl3ft2gIAAAAoy8i/AACAC1G//pp54oRPnTrkXwAAACjryL8AAAAAAADgzsi/AACACxqNRgAAAABugfwLAAAAAAAA7oz8CwAAuJLb/8tqtQoAAACgjCP/AgAAAAAAgDsj/wIAAK4o83/R/wsAAABlH/kXAAAAAAAA3Bn5FwAAcKHum29aMjO969QRAAAAQBlH/gUAAFzwa9JEAAAAAG6B/AsAAAAAAADujPwLAAAAAAAA7oz8CwAAuHBh/vycCxdCunb1bdhQAAAAAGUZ+RcAAHAhZtGi1F27PMLCyL8AAABQ1pF/AQAAFzQ6nVxbzWYBAAAAlHHkXwAAwAWNVmv7x2IRAAAAQBlH/gUAAFyh/xcAAADcBfkXAABwQen/ZaX/FwAAAMo+8i8AAOAC838BAADAbZB/AQAAF5T8S5B/AQAAoOwj/wIAAK4w/hEAAADugvwLAAC4UH3UqMr33utZpYoAAAAAyjjyLwAA4IJPnToCAAAAcAvkXwAAAAAAAHBn5F8AACBP9Jw5VpPJtpjNasFiMgmTyeJUn1eQW63W+u+9pw8OFgAAAMB1ifwLAIDyxZqTs+fhh9MPHRIlpNJ99xF+AQAA4HqmFQAAoDzReHjUHTdOebzjlZPJV/VRowQAAABwHSP/AgCg3PFt1KjSkCGiJFQfOVLn6ysAAACA6xj5FwAA5VGNJ5/0CAsTV8avSZOIu+4SAAAAwPWN/AsAgPJI6+NTe+xYcWVsR9DpBAAAAHB9I/8CAKCcCunWrUKvXqK4Kt5xh1/TpgIAAAC47pF/AQBQftV+5RV9YKAoOq2PT83nnxcAAABAWUD+BQBA+aUPCqo5erQoumrDhxuCgwUAAABQFpB/AQBQroXdeWdA69ZF2sW7Vq3KDzwgAAAAgDKC/AsAgPKu7htvaAyGwrev9cILGg8PAQAAAJQR5F8AAJR3XjVqVB8xopCNgzp0CLrpJgEAAACUHeRfAABAVHn4Yd+GDS/bTGMw1BozRgAAAABlCvkXAAAQQqerO26c0F7mD4PK99/vXbu2AAAAAMoU8i8AAGDj26hRpSFDCmigDw6u+uijAgAAAChryL8AAECeGk8+6REWlt/Wms89p/P1FQAAAEBZQ/4FAADyaH18ar/yistNfk2ahN15pwAAAADKIPIvAADwn5CuXSvecYdjrVZbe+xYAQAAAJRN5F8AAOAStUaP1gcG2teEDxjg17SpAAAAAMom8i8AAHAJfVBQzdGj1ZdaH5/qTz4pAAAAgDKL/AsAADgKu/NO34YNlXL1UaMMwcECAAAAKLO0AgAAwEm1xx4TVqvQaCoPGSIAAACAsoz8CwAAuOBVrZpVo7GVdDoBAAAAlGV6AQAA4MSnXr2bdu4UAAAAQNlH/gUAuBqsVqsAcHVplB58AAAA5R75FwCgdLlMvojDgNLgEHgpP2ikYAAAAORfAIBSZJ9zFaYMoBjUhEv+NKlll5UAAADlE/kXAKC0qMGWfcFlpQBwBewzL4e0SykTgQEAgHKO/AsAUCoc4i3rRcIuBbOPwwDDr/imAAAQAElEQVQUm5JtqWuFuDQOIwIDAADlGfkXAKDkOYRfFovljon9zydHCQClqYJf6JJnFmkuJegFBgAAyj3yLwBAabmkkxd33cBVYBUmk0mbS0Zdcq1uIfkCAADlGfkXAKAUyeTLYrHY8i/GOQKlT/6kmc1mJXRWwi9lTfgFAADKOfIvAEAJc5jwKy8Cu7h1cLtBN9ZuXZjjzN++cOPRTbLQvHrzB2+6TwDlw+xNc3ac+lcW2tVpN7DtgMLssuv07pkbf5EFjdCYTCadTqeOQVaGQCovnWfHBwAAKCfIvwAApUjNv9Qb7uoVqrao0aIw+649vEEpBPoEFnIXwA0s27tcKYT4BRXyOz8hLUEpWKwWmX/JHzoZgSnJl+2nz24KMAAAgPKJ/AsAUFqslxIASp/Mv0Ru2mU2m9XOX/T8AgAA5Rz5FwCgVNiPgrRYLAJA6ZM/bmr+pXT+0mq1yo8hERgAACjPyL8AACVPDb+E+vxHAFeF0u1LeQSkfe9LNfwiBQMAAOWQVgAAUHIcoi4GPwJXk/xZk/mXxQ4/gwAAAIL8CwBQStT7bW6/gatJzb/40QMAAFAx/hEAUFrsB14JAFeFMuOe1YkAAAAox8i/AACli3tv4Gqi5xcAAIAz8i8AAAD34TDnPSkYAACAIP8CAABwG/ZpF8kXAACAivwLAADATWg0GgEAAAAn5F8AAADugzGPAAAAzsi/AAAAAAAA4M7IvwAAAAAAAODOyL8AAAAAAADgzsi/AAAAAAAA4M7IvwAAAAAAAODOyL8AAAAAAADgzsi/AAAAAAAA4M7IvwAAAAAAAODOyL8AAAAAAADgzrQCAABcFbP/+bX1yHZyaftkx8TUxAJartq1Wmm5bNtfauX3S6colUfPHRMoUGRcZEpGqgAAAABykX8BAHCVLN60RCmYLeaFmxYLlAKr1SpzxsHv3JeakSIAAACAXORfAABcDUfPHTt09rAs1IyoKdfz1s2XSY1ASftp+fT/zfk0KydLAAAAABeRfwEAcDUs3mzr8OXt6T2014PCNkDv/NZD24p0hMf6DN/xzRa51KtaVyAfGVnpAgAAALgU+RcAAKXOYrUs2WqbyeumJh263dBVq7H993fe+vkCAAAAQOkj/wIAoNT9s2tNUu6E9zc16ejn7deuYVulsuBZ8AEAAACUCL0AAAClbMnmpXKt0Wg6N+skC91bddt0cLPZYp63YcHwWx8p5EG+Xzrl28WTZWH2azMdhkDKHG3O2t/X7F4TGXderzc0qd7oxgZtHuhx39y18z6Y/ZFssO6zf3y8fJTGrUe2k+vX7n/lrk79D5w5uHrn6m1Hdhw+d7Ru5TqNqjXo0foWuW8h39Ljn47ccfTfW1p2++jxD+atX7B2z7qj544lpidVDq3UtsGND/W6PyI4wuWOticAbFy89fD2I2ePRCdeqBFWvU7lWu0btevb/naX7eVZ5qyeezL6ZGxSbLbJWDuiZrWw6k1rNL69/W1BfkFKm6nLfpq08Bt1lzvfuEuuG1VvOOOVaQIAAADlG/kXAAClKyElfu3edbLQsXH7YP9gWbilZfeP53yabcyet3bBsN5DZS4mrsC+U/uf/OKZtMw0tWbD/o1y2X70XxlCKTUuzzD7n1//N+dT9eX+U/vlMnfdvMf7PvbE7Y+Konhv1ge/r/tvOOfJqJNymbdu/oTh78h0zKHx9sM7ZCp3MvqUWnPk3BG5/Ln1ryVb/3zj/lcrh1a2b790y7Jx08bbPy7g4JlDclm+ffm0FT9PHzs1v5QNAAAAUJB/AQBQupZsWaZkN7e1vU2pCfQN6NKiy4rtK6ITo9fv39i56U2iuE5fOP3EpyOzjNmyfHvb29o2ujHIN/B41Imf/pq+fu/67Ren2Hd+1OTPf888c+FMgI//Az3vrx1R+1zsuY0HN209aGs/+Y/vb23Ts0Z4DVE4u47viU+JlyneY32G33Zjb18vv10ndr857a3M7MyXJo/99rlJ9h3K5Bt+dtLzyhvuf9OdLWo3DwkMPR93funWP/ee2CffwCMfPTr/rblqb7WzsefemTFBXsCKgRV6tu5Rq1KtioGhRyKPbT+yQzaW531v5gdfPPW5bDns1qFymbTw66nLbB2+Fr0zr0qFKgIAAAAg/wIAoLTN37BQ5D75sVvLrmrlHe1vl/mXLCxYv/BK8q8v5k9SsqSRdzzxaJ9hSmWnZp263dBtxOdPXki8kN+OMvyqHFpp8uhvKoVUUmoe7Hn/xHlfTV/xsywv27b8ib6PicKRIZRBZ/h45EedmnRUam5p2a1KhcpDPxxuNBvf+nnC72/+6mnwkPUms+n1qW8qb3j8Q2/c0aGvehCZhb057Z3l25fHpcRPnP/lK/e+rNT/tW15jinH9kmf+rx+1XpKZedmnYff+sjL37/6978rN+zfJDO1wqd1AAAAKIeY/x4AgFK0//QBmc7IQo9Wt3gZPNX6jo3bVwysIAtr9qyNTY4TxRKTFLt69xpZaFitgRp+KaqHVRszeHTBu79+/6tq+KUY3PVupXDCbnBiYfS76Q41/FLIt3RX5wGyEBV/fsvBzUrllkPbDpw5KAt92/WxD78kD73HuAdeUcaHLtiwSAZnSn1sUqxc63V6+YkcTjqwy113drxjzKDnfbx8BQAAAJA/8i8AAErRok1/KIXb291mX6/RaJS53q1W6/z1C0SxrNq5Sik85mq6ru43dK1bpU5++4YFVWzXqK1DpYzDDDqDLGRmZYhC02q0w25zMYv/oJvz0rRNB7cqhYOnDyqFEXc+7tze29Nn+K1DRW43sYOnDymV1XJjL1nz4ndjD509bN/+xgZt3nzw9Xu7D1GSRAAAACA/5F8AAJQWo9n417blIjdsalO/tcPWAZ36KYW5a+dZrBZRdAdO5cVJdSu7zrnUAYPOIkJczxnv4+Ut10aLURRapdCI8KAw5/pqFasqhTMXziiFA7n5V4CPv0O/M1WDag2Uwr5T+5VCn3a3Kk943Hhg0/3vPXTnGwM+//2Lncd2WZ2nNAMAAADywfxfAACUln92rk7NSBW5AxXbjGqfX7P4lPj1e9d3ad5FFFFsat7AyYiQcJcNqoTmOwG8jORcb8h9VGSR0qVqFau5rNfr9EH+wUmpiQkpCUrNwdzBjwVMS1/t4iBHpaUU4h8ydczkMZPHnjh/Qr6MjDv/898z5SKP3LJO80Y1Gg24qZ9sIwAAAID80f8LAIDS8sfmJYVsOW/9QlF0Bq2h4Aaa3DDL9SatTpQQrSb/PyeUHO3i28jOnfm+qGqE15j92oxJT38xuOsgdaijjNX+2bXm64XfPvTBsOT0FAEAAADkj/5fAACUitjkuE0HtgjbmL76z9/9rOtGVuuYyWPTMtPW7V0fnRgdERxRpFPYekvlDhOMSYqtHOpiRGFUQrQofVGJrs+SlZOVlJYkCxUDQ5Wa6mHV957cdz7+fL6Hio9SCspE+CqdVte+cTu5vHzPmINnDm08sGnLga27T+wxmU1RCVFTl/2Y7xUGAAAAyL8AACglf2xeoszqdXu7229s0Ca/Zr1a95iXO//9gvWLRtzxuCiK6mF5E2xdSLzgMv+KTrwa+df5i6GVg3Ox55RCw4uzelULqyrzr+T0FBmNeXl4Oe8SGZcXjdWvkjdzmQwHZZKo02irh1dXahpVbyiX4bc+cjb23D3v3JdtzF63dwP5FwAAAArA+EcAAErF7+vynup4a5teBTRTngIpbEMgFxR1FvxOTW/S5Q5jXLZ9ufPWqISo3cf2iNKXnZO1ds9a5/olW5Yphc7NOyuFHq1uUQrzXD3y0mQ2zVo1Wykrs6FZrdbB79w38K17Xp36hnP7ahWrVqlom0osIytdrdRp8/7fnoUJ8gEAAHAR+RcAACVv9/E9Ubmj/No2ujE0sKDZ2VvUaa503YpPiV+9e60oiioVqtzW9lZZ+H3tvPX7N9pvyszJfOvnd3NMOeKq+Oz3L2KSYu1rth/eMWvVL7JQu3LtpjWbKJU3N+8iP68sfL3oW/UJj4rktOTXpr5x4PQBkXvRAnz8Re78Zbe07CZs0+EfWrhxkcNJj547dirqlCw0rN5QrfT2zOtWJq+nAAAAAHIx/hEAgJK3aNNipdC7dc/LNu5/Uz+ZBwnbEMgF3W/oKorikd4PL9++QuZcz371/MDOdzWt3TTIN+BU9Jnf1s5VxxJKWm3p/h+vMzFnB79z7wO33Fe/at3UzPS9J/f9tmausumVIS/ZT8P/VL9Rj306IjM78+EPhw3scleTGo0DfAN3HNnx57a/ElMTZQN/H/837n9Nbf9gzweWbVuekJrw9s8TVu1c3bbBjdUjqscmxe48tvOvbSssVouXh9dT/Uaq7YP98iYOe/3H8X3b3RbsH3RP18ECAAAA5Rv5FwAAJSzLmC0jG1nQ6/S9CpF/9e1wu5J/bdi/6Xx8lMuZvPJTM6LG1Be/f/7rF2KT4+aumycXdVOPVt2zcrLX79sg4yeXk22VlGD/YPkxf10955vF3znUj3vg1Vb1WtpXypefjfzfhJkfxKXEz107b66YZ7+1Wa2m7zzylv0VCAuq+MFjE5756vmsnCz5WeRi316GZR8/8VHdKnXVmpua3ORl8JRfgqj4898vneLp4UX+BQAAAPIvAABK2N87VsqwRha6NOvk4+Vz2fbhQWFtG9249eA2WZ6/fv6T/UaJomhUveHMV37+cflPRyOPHTt/Qq/RNqnZpHPzmwbc1H/0Ny/KBgG+AaI0aYTmpXteqFulzpSlP0YnRvt6+daKqNmzdY+7OvV3+fG7NO/Sun7rGSt/OXj64MnokzGJseHBYQ2qNxzQ8c72jds5t29dr9WSCQunr5i5+eDmhJSE+JQEi9Uiz9KleadRd450iAtDA0O+ff7rmatm7zu5X0Zg3h5e8ckJBQ9BBQAAgNsj/wIAoIT1bd9HLkXa5ZtnvrJ/2f2Grju+2eLQ5rE+w+XicneZ74wZNNq5Pjk9Wa79vHztK52PbG/V/5aLYpFpl1wK2VimV0/c/qgotCC/oGcGPCmXwjRuVqvpB8PfFQAAAMBF5F8AAJRVZ2LOfjH/y9CA0L7tb5ehj8PWzOyM41EnRG4HMQEAAACUY+RfAACUVeHB4Wt2r7NYLdGJMRNHfWK/yWwxvzPzvdSMVFnuVsQ59QEAAAA3Q/4FAEBZ5WnweKDH/dNX/Lx+7/qXv3+1b4fbvQyeCSkJx6NOLN36V1S87fmPNzXp2LtNLwEAAACUY+RfAACUYU8PGHUs8tjGA5v+/nelXBy23t15wOhBz2s0GgEAAACUY+RfAACUYVqN9sunP1+3d93sf347F3cuNjneoNOHB4c1r9VscNdB9avWEwAAAEC5R/4FAECZ17lZZ7mIq27y6G8EAAAAcN0j/wIAAAAAAIA7I/8CAAAAAACAOyP/AgAAAAAAgDsj/wIAAAAAAIA7I/8CAAAAAACAOyP/AgAAAAAAgDsjZctIowAAEABJREFU/wIAAAAAAIA7I/8CAAAAAACAOyP/AgAAAAAAgDsj/wIAAAAAAIA7I/8CAAAAAACAOyP/AgAAAAAAgDsj/wIAAAAAAIA7I/8CAAAAAACAOyP/AgAAAAAAgDsj/wIAAAAAAIA70woAAMq9zOyM0xdOi1IWGReZkpFqX/P4pyNbj2zX86XbxPXn28WT5XuTy5kLZ9TKEROflDXdX+wlAAAAgLKD/AsAUN5tO7z97reG7Dq+W5Qaq9U6+59fB79zX2pGigAAAABwdTH+EQBQru05sXfE50+KUvbT8ulfLfhaAAAAALgWyL8AAOVaRlaGKH0ZWenCLXz77CQBAAAAlDXkXwAAAAAAAHBn5F8AAAAAAABwZ+RfAIBy6mT0qYFv3aO+fPvnCXKRhXWf/ePj5aPWp2Wmzf5nzt6T+46eO5qRk1m7Uq06lWrf2eGOZrWbFuYsU5f9NGnhN+rLO9+4S64bVW8445VpDi1PXzg94+9Zh84eOR51okJASLNaTe9o37d943b5HXn17rUrd648cf7kqQunKwSG1q1ct0Xt5kO6D/bQe4iiyDHl/LF56dItf8rj5BhzGlZrcEPdFo/0fshl4xETn9x2aHugX+Cq/y132HTo7OElm5eeiDoZGRd5ITFGvqXqYdXrVKndq3XPpjWbuDza+v0b562dfyTyWEJKfK2ImvWr1b+/+5C6Ver2fOm2hNSE+3vcO/ru55SWE+d9NX3Fz1UrVln49rz5GxYsWL9IXqX6Veu1qtvyqf6j1AOu2L5i08Gt52LPySUpPblKxSpVK1RpULV+/053RgRH2J/628WTv186pVJIpT8mLIhLiZ+z+rf1+zacirZdyea1m913y72NqzdSWq7atXrtnnVbD27NzMmsWrHagE797urUXwAAAKBMIf8CACBfv635/Zs/vktOS1Zrdh/fI5d56xfc2/2eJ+8c4e3pI0rC1oPbXpj8kjoZWWTcebks27a8X8c7xz34mkNjo9n48W+fzV3zu1pzLjZSLqt3r1mwcdE7j4xvUqOxKBwZPD311XOHzx5Ra3Yc/Vcua/asbdeobSEPkm3M+XTuZ3PXzrOvPB8fJZfNB7fM/PuXpwc8ObTXJYGa2WJ+dcobf/+7Uq2R8ZlcVuz4+7MR/yvgXPLKT5j5vlKWX4jwi6nWhaSY16a8sfPYLvvGJ86fkItMr35eMWPik5+1adDa+YCbDm5+9YfXUzJSlZfqlZ/wyNu92vSU55q/YaHa+MDpA3I5fPbwK/e+LAAAAFB2kH8BAMqpWhE1d3yzZfOBLU9++Yx8KWMmGTbZN/hj89IPZn8kC14Gz4d6PVgzvIaXp9fp6DPT/56RmJr4y6pfz1w488VTnxd8lmG3DpXLpIVfT11m6/C16J15VSpUcWiTkpEy6sunrVZr9xu6dm7WycfLd9uhbXPX2eKkhRsXNa3VxKHD0VNfPrv98A5ZaFKzSa/WPWqGV09KTz4aeUy+pdMXTg//3+OzXvu5dqVa4nJyTDmPfTbqVPQpWW7fqN0trbqHBYedj438ff38Y5HH5ScVhfPVgklK+FW/Sr2OTTrWrFQj2Dfw9IWzMkdbu3ed/Fxfzp8kj9+wWgN1lwkzP1DCrxD/kId6PlArokZCauKG/Ztk5cgvntZpdS5PlJGV+dVC22M0A3z8g/1D5Ie9pWU3+VKeYvTXY2R8Jss3NenQtFbTulXqms2mM7FnV+9aKxOrLGP2q1PfWPzuAk/DJZ3jkjOSX/xubGZ2pnx7vdr08DJ4Ld321/q96+UBP/t94uo965ZvXy5Ts95tevl7+63ft3HJlqVyk/ywg28eVKdybQEAAIAygvwLAAAXohKiPvzV1hEpyC9o0jNf/JfdNBe3tu391JfPHD9/QuY1y7ev6NWmp7gyJrPJy8Pr4xEfdmjUXqnp0ap7/Wr135v1gSz/vWOlff4lUzkl/HLuVHV7uz4jJz6VlJY0Yeb7U8ZMvux5f1g6VQm/7r9lyOiBz/93nPZ9nv7qud3H94hCkKebs2auLFQPrz71xclqh7hOzcT9Pe79ecXMz+d9IV8u3/63eg0Pnjkkcz1ZqFKh8uTR36gjE+/seMeX87/+afk0eUFcnishNcGgM7w37J0erW+RGdmFpJhA30BZL1M2JfzqfWPP94a9a7/L8Fsfee7rF9btXR+fEr/tyPZOTTrab1U63L04ePSQbnkjYeVXc+TEJ7cd3hGbHCfDr9vb3jZ+6DitRis39Wzd48YGrd+c9rYsr9y5ivwLAACgDNEKAADgZO6a+Uo48syAJ+07LklhQRXHPzxOKSvRz5V7/u5n1fBLMaBTv4qBFWThaOQxtTI9K/2L+V+J3O5aDuGXVL9qvVF3jpCFXcd32w9pzM/v6+bLdaBf4Kh+o+zrfb183354vBL6XNaRs0erVKji5+03rPfDzqNBZVaoFKITo9TK2f/MUQovDX7BYVqupweMqluljsjfzTfc3PvGXkoHsfCgMC+DpyzIFK9yaCWZIT5550jnXXq36aUULiRccN4qr6QafkkajWbATXlpo/xQLwwebX8derbuKRvIwtnYswIAAABlB/kXAAAuHDh7QK6rVqxyZ4c7nLc2rt6o+w1dbc3OHLJYLeKKdb/hZocaGbvIPEvkjo5UKzce2ByfEi8LPVp3d3mcTs1uUgr7Tx8QBTp45lBSWpIs3NH+diVFsic/eK82PUQhtG1047zxc9Z8uvKODn2dt8oITwmMcow5So3Val2/b4MsNKhWv1OzTs67PH77YwWc7sYGbZwrH+710OJ3F2yYuMZ5bKkUFlxRKWQbs5233tyii0NN5dDKSqF94/aBvgH2mzwNHgE+/rIQkxQrAAAAUHYw/hEAABf2n7TlR/Wq1FXiG2f1q9VftWt1dk7WscjjSlBVbJ4Gz5CAUOd6/9yoxWQ2yUWvs/0nW+3B9O6M9+VSwDEPnj4oCnxM4ano00ohIjjcZYPalYozvi8qIerMhbMxybEJqQnyFNsO75CBl6w3mvKGNEbGnVdyt7qVXPfzKvhiNqhymUst48iTUaeiEqNjk2ISUhIPnjn479Gdyiaj2ejcvm5lx7dhMBiUQuWQSs7tPXOzQqvFKgAAAFB2kH8BAODozIUz6VnpslC5QuX82lStUFUp7D+9/wrzLx+vwj5EMjoxupAtj54/VnCDpLREpVAxKMxlg7DgMFFoa/asXbplmUyaZOxVcMvY5LyeUxEhrnO3SiERBezu0CFLJSPCeesXrNuz/t9jO7NyskSh+Xn75bfJ38dPAAAAwC2QfwEA4CjL1UC50qMRmkK2VEcRvvHAqy7H+qkum6lptZeZA8Hbw1sUztcLv5my7Cf7mlqVajWoWq9F7ebtGrUd+NYQ+yGiBv3Fvz3y6Vin0+rkYraYXW/VuXg0pPx6PTfp+W25jwXIO4vOUL9a/UbVGzSv3dzH02fMdy+JfCgd6wAAAODe+JsPAABHNcJrKIWouKj82kQl5G0K8Q8RV4va6czX08flTFiFF+IXrBTOx5132cDlbPHOlm9foYRfFQMrDOo68Mb6bWTwpE4oZjKbHOZHqxleM+/4ia6n0IpOjM4v/MrPZ3M/V8KvxtUb9evUr3mtpnUq11bmyJe2HNwqAAAAUL6RfwEA4MjT4BEeHH4h8UJk/Pn82kTF5+VfDas3FFdLjYjqSuFE9CmXDZLTkhdsXBgSEFq/Sr0G1eoXcKhGNRorhah8xlQW8NntzduwQCl88dTnzuNAneeJ9/P2C/ILSkpLikl2na9FxRd2jKcix5SzeNMSkftczskvfOPcbS0mKUYAAACgfOP5jwCAck0dT+fQTUl5wOLRc8eOnDvqvJeMxlb8u1IW6lapEx50+XmydFr9xbNc0bzpNcLyOqYt3rzU5SxXs9f89sX8SeOnvb37+O6CD1W1YpVaETVlYdW/qzJzMh22ZhtzVuZ+wMuKjI2Uay+Dp8tJ0P7avlwpmM3/denqmvvIxV1Hd7t8iuKybX+JoohLjlce7FivSj2XYzaXbXPxHgAAAFCukH8BAMo1b08vpZCQkmhf/0ivh328fGQo9ua0t2OT4+w3HT9/4tlJo1MzUmW5Z6seohDUs8SnxIsrUDOiRsfGHYStk9T5d2e+l2PKsd+66/jun5ZNkwVfL987Ova97NEG3Xy3XMelxP/v109NZpNaLz/1p799Fle4txqRO119ljH78NkjDps2H9jy7eLJStks/sueHuk9VOT225I5nUP0tn7/xt/XzRdFEXrx0ZmHzx52DvK+Xzpl88EtStlisQgAAACUS4x/BACUa+rsXVOW/ZSameZl8Hy41wPenj7B/sEP9rj/uz++P3LuyOC3h9z7f/buArCpq+0D+Lm58bpSrLi7M1w2BmwDtjE2mPuYMGYMBnOY+769cybAhAkM1+EML+5SCm2pe/zmfic56eU2SUu9Sfj/3rzZ6c1NmoY2OfnnOc8ddkeT2Hi7KG4/un3NnnUsLerUrON9199Tnu8SUdxsa9YPr93YZ1RESPjtQyaQSnn9vlduf/PO7ILslbtWHzl/7NYBN8fHNsotzNt9co90x16844XydK+n92Hzwa00Hvpn+5LTKWfoHWsQ0/BS1qVVu1cnnN6vUWnM5TgOQN/2ffadSqCDZ758/tEbH+rTrrdOrT+adHTFzpUrdq6SdjOaLidTjWIa3nTNjUv/W7bz+K7b35x026DxTePic4vy95/ev3jbEmk3BceTctCo1H3b9aE/BQ3sHv/0qQdH3te1Zdd8Q8GBMwf/2vI3/UGkPQ1mIwEAAACAqxLyLwAAuKo1iGrQLr7tsaTjZotp3tr5dEv/jv1osEUHD466X6PWfLP0Wxqm0CDM7Yrj+o95dvzUch49sH+H/jRZM1nNqVkp3674XqPWVjr/ooHdTy/OnbPgbZr4JKUlffzXp247PHrjwzf0GVXOW/tw8vvTvn5x25H/jiQeoSdpO31Mxg0Y9/Yv7zi+4Mo6POX91997NPHYxgOb0nLS3pg3R36RglPQx/BU8ml66YWMi/KLXr7rJfrY/rnpr+TMlE/+/kzaHhYU+vDoBz/442M6DtYGkfJ5875X7//g4YsZyQfPHnr6f8/JLwoLDps5acacX97OK8y7mHGBAAAAAMBVCfkXAABc7T554qPvVszdf3r/6ZQzGqU6pyCbbecV/L3X3T2s69DfNy48k3r2bPLZQlNRw+gG3Vt1v33Ibax5VjlFhUV+9cz/Fvz72+FzR2gEplNrs/Ky6UZSKQ2i6n8x5bOVu1bvOLrjXNr5s6lnaQwXHRbdtnFrmka1aNCi/DdFU7lPn/h43b71i7b+Q2+H/oBtG7fp0LQ9DaH+O/Kfa6cye5bRkOvDx96jd+b3TQtTM1PZqkka0vVo0+PRGx6ij9Kfm/+m+VduYe7u47t7te3FrkUf2xl3TOvSrPPmw1vPpJyhKViLuGYdm3e8b8TdOYW5bJ9gXXnzr0ERVi0AABAASURBVMjQqN9f/vXHVT/Rb5Sem55XlE830n+pIV0HP3D9feHB4Wv3rV+7Z+1/x3bSi2jERgAAAADgKsOJVWvEC77gnXfeOXfu3L333tuvXz8CAFCn2MsKPbc7CYJgs9msVuvE7++6VOA43t/zNzwzotOI8tzU52v+t3TfUjoY2Hbgy+NeInB12Hls1+OfPUUHr937yk19byBXn3eXvb/+8L90MKrL9c+Mmlqeq2w4suHtpe/RQbg27P9u+lStVms0GrWTyol3UigUnLOajyuzpg8AquLDdfPn7VrJxl0atvrp3tcIAEDAmT59ek5OzpQpUzp06ED8BOq/AAAAoFZ9s/y7CxkXGsc0fuSGhzwvPXD2IBu0a9yGAAAAAABUB+RfAAAAUKtsgo21xh/QqX/7+Hbyiw6dPTxv3QI6iK8X37JhSwIAAAAAUB2QfwEAAECtumXguD82/ZlvKHjmi+fuH+loWCYIQlJ60p6Tezfs32QX7RzHvXr3LAIAAAAAUE2QfwEAAECtiouIe+uh2c9/OS0zP+v9hR+5XRobHjP7gTe6tuhCAAAAAACqCfIvAAAAqG3XtOu7dPaiH9fO2318b2ZeZr4hPyo0Kj620che19OTVq0lAAAAAADVB/kXAAAA1IHI0Khnby3XwQ0BAAAAAKoI+RcAAAAAAAAAAAQy5F8AAAAAAAAAABDIkH8BAAAAAAAAAEAgQ/4FAAAAAAAAAACBDPkXAAAAAAAAAAAEMuRfAAAAAAAAAAAQyJB/AQAAAAAAAABAIEP+BQAAAAAAAAAAgQz5FwAAAAAAAAAABDLkXwAAAAAAAAAAEMiQfwEAAAAAAAAAQCBD/gUAAAAAAAAAAIEM+RcAAAAAAAAAAAQy5F8AAAAAAAAAABDIkH8BAAAAAAAAAEAgQ/4FAAAAEDg4JwIAAAAAMsi/AAAAAAKEKIoEAAAAADwg/wIAgFpRXJCSlHnxwPkD5blGVkEmG+QZ8sp5FYAAkFuYywbZhbnl/M1PyrrABgpOwckQZzkYAQAAALjqIf8CAIDaINrtbLBw5x/0VJGrkoNJB19IOkgArjI7z+ykpwpdRSSiPPBC+AUAAADAIP8CAICa5SpEUSgIANQwjrC/NvcqMAAAAICrHPIvAACoEe4rsNCWCKAWcERRTEq+kIIBAAAAKAkAAECNkVKwXx6YZ7VaLRYLPbfZbPRcEAQ6sNvtogwB3yAKguH0aelLXXy8Qqcj4EukcJnieZ4GXkonNvZMwQAAAACuZsi/AACgOtE3224xlrQai57Td+ZS4MXet9ud2FWQf/kOxz+QwSB96chUVCoCvkSef7E/Lsot/+JKIgAAAABXK+RfAABQ/VgKJn/jzd6N03fmLOSSNsrrvwj4DLsgyPMvFY1V1GoCPsbtT0zKvxh5BOZ2LQIAAABwlUH+BQAANUIegbmFX6S4KEwQBCx+9E2C2cwVFEhfqpF/+SSpBEwq+HKrAuM8EAAAAICrEvKvQIDpLAD4JvbsRN+E02yLndP35KT47brdbmeJmBR+IQLzHVb6jyTPv1Qq5F8+yG0JJMu/pHO0AAMAAACQIP8KBHjHCAA+Rar8IqyNlPOduXQR6/nF8i90/vJd9F+tqEj6SqNWKzUaAj7JbZWxWwqGyi8AAAAAgvwrMEhvMgkAgI+Rr88isvzL87CPeBLzKQL95ygslL5U0fwL/e99j5RqSfmXPAXzbIFPUDMOAAAAVyvkXwAAUFOkd9qs2kt6K87WQlJ0I0Hy5ZNsosjJ6r/UGg3WP/os+SpIeQrGoe0XAAAAQDHkX4EDbyABwHewJZCkZATGMi92ESPviI8nMZ+iEARiNEpfKmn+pcScwefI679IycNBei37QhAGAAAAVy3MZQMBprMA4IM8IzAp+SLOtAvJly/j7HbObJa+VGs0CuRfvsprCuY2IJgtAAAAwNUNc1kAAKgpZURg0haEX75JYbNxFov0pVKt5pzH7gSf5ZmCeW4EAAAAuGoh/woE6H8PAD7LLQJjyZc8/MLbch9lszlOxXitloBvc/tTkn+JvzIAAAAA5F8AAFCz5Bm917foiO99EQ2/BME1dnZSJ+CryvjXwT8cAAAAAIP8CwAAakMZCx7xFt0X0fyr+F+K43n8G/kX/HsBAAAAuEH+BQAAtQrvzP2CaLNxxfmXAvkXAAAAAPg55F+BAAuIAACgeomy5l848iMAAAAA+DvMaAMH8i8AAKgu8vyLU6kIAAAAAIA/Q/4FAAAA7uxWqzTmUP8FAAAAAH4OM9pAgLYsAABQvUrUfyH/AgAAAAA/hxktAAAAuEP+BQAAAACBBDPaQID+9wAAUL1K9L9H/y8AAAAA8HPIvwAAAMCdiP5fAAAAABBAMKMFAAAAd3asfwQAAACAAIIZbSDA+kcAAKhe6P8FAAAAAIEEM1oAAABwJ1//iP5fAAAAAODvkH8FDtR/AQBAdUH9FwAAAAAEEsxoAQAAwB3yLwAAAAAIJJjRBgLW/wsAAKC62HH8RwAAAAAIIJjRBgL0vwcAgOolr/9C/y8AAAAA8HfIvwAAAMCdKAiXv+B5AgAAAADgz5B/AQAAgAe7XRpyCgUBAAAAAPBnyL8AAADAnSjPv1D/BQAAAAB+DvlXIED/LwAAqGay/IvgKCsAAAAA4OeQfwUO5F8AAFBd5P2/UP8FAAAAAP4O+RcAAAC4k69/JOj/BQAAAAB+DvlXIOCwMgUAAKoX+t8DAAAAQABB/gUAAADuRORfAAAAABBAkH8FAvS/BwCA6iXv/0XQ/wsAAAAA/BzyLwAAAPCA+i8AAAAACCDIvwAAAMAd1j8CAAAAQCBB/hUIsP4RAACqV4njP2L9IwAAAAD4OeRfAAAA4EHW/wtHGQYAAAAAf4f8K3Cg/gsAAKpLifWPqP8CAAAAAD+H/AsAAAA8yNc/ov8XAAAAAPg55F+BACtTAACgeqH+CwAAAAACCfKvQID+9wAAUL1EWf8vgk9ZAAAAAMDPIf8CAAAAD6j/AgAAAIAAgvwLAAAA3JVY/4j+XwAAAADg55B/AQAAgDt5/kVQ/wUAAAAAfg75VyBA/y8AAKhmsv5fOMoKAAAAAPg75F8AAADgDsd/BAAAAIBAgvwrcKD+CwAAqo18/SP6fwEAAACAn0P+FQiwMgUAAKoXPlEBAAAAgECC/CsQoP8XAABUrxLHfMTrCwAAAAD4OeRfgYDlX3b5WhUAAICqkOVfoqwXPgAAAACAP0L+FQgUzncpqP8CAIDqUmJlPV5fAAAAAMDPIf8KBFj/CAAA1Ut+zEcR9cUAAAAA4OeQfwUC5F8AAFDN5PVfWP8IAAAAAH4O+VcgQP8vAACoXiXqv/D5CgAAAAD4OeRfgQD1XwAAUM1k9V/ofw8AAAAA/g75VyBA/3sAAKhenOz4j+h/DwAAAAD+DvlXIED9FwAAVDNZ/oX+9wAAAADg75B/BQLkXwAAUL1K1H8h/wIAAAAAP4f8KxCg/z0AAFQz1H8BAAAAQABB/hUIUP8FAADVC/VfAAAAABBIkH8FAvS/BwCAaob6LwAAAAAIIMi/AgHqvwAAoHqxVxYX5F8AAAAA4OeQfwUC5F8AAFC9OJ6Xxqj/AgAAAAB/h/wrEKD/PQAAVDPUfwEAAABAAEH+FQhQ/wUAANVL3v8ery8AAAAA4O+QfwUC9L8HAIBqJl//KAgEAAAAAMCfIf8KBKj/AgCA6lWi/z1eXwAAAADAzyH/CgTIvwAAoJqh/gsAAAAAAgjyr0CA/vcAAFC9UP8FAAAAAIEE+VcgQP8vAACoZvL+9/h8BQAAAAD8HPKvQID1jwAAUL042fpHgvwLAAAAAPwc8q9AgPwLAADKz5aTk7Jggd1qFenJZnMNrFa7zSYNDCdP0j3p6wp9gclaty531y7Real0LfmiSHVMTLdFi/igIAIAAAAA4JOQfwUC5F8AAFB+yogIw5kz2Rs3XnFP1gNMMBjoqYzdmj77LMIvAAAAAPBlCgL+D/3vAQCgQprPmKHQ6Uh1CO7QIXrkSAIAAAAA4MOQfwUC9L8HAIAKUcfGNn3mGVJ1CkXz6dMJAAAAAIBvQ/4VCLD+EQAAKirutttCu3cnVVPv5puDO3YkAAAAAAC+DflXIED+BQAAldDy1Vc5ZeU7gSr0+vgnniAAAAAAAD4P+VcgQP4FAACVoI2Pb/Tgg6Sy4h9/XBURQQAAAAAAfB7yr0CA/vcAAFA5NP8KatOGVJyuWbMGd9xBAAAAAAD8AfKvQID+9wAAUDmcStXytdeIosLzgebTphGeJwAAAAAA/gD5VyDA+kcAAKi0oLZt61ewkit6xIiwvn0JAAAAAICfQP4VOJB/AQBA5TR54gl1TEw5d+ZUqiZTpxIAAAAAAP+B/CsQYP0jAABUhUKvbzFrVjl3bvTAA5r69QkAAAAAgP9A/hUIsP4RAACqKGLQoJibbrribuq4OJp/EQAAAAAAv4L8KxAg/wIAgKpr9uyzyrCwsvdp+vTTnFpNAAAAAAD8CvKvQID8CwAAqk4ZHt702WfL2CGsT5/okSMJAAAAAIC/Qf4VCFj+ZbfbCQAAQBXEjhkTMXCg98sUiubTphEAAAAAAD+E/CsQoP89AABUlxazZil0Os/t9W6+Wde8OQEAAAAA8EPIvwIB1j8CAEB1UcfGxj/xhNtGZUSE50YAAAAAAH+B/CsQIP8CAIBq1OCOO4LatJFviZ88WRURQQAAAAAA/BPyr0CA/AsAAKoTz7d87TVOqWRfBXfoEHfLLQQAAAAAwG8h/woE6H8PAADVK6ht20YPPsjGzadPp4kYAQAAAADwW8i/AgH63wMAQLWj+Zc2Pj56xIjgjh0JAAAAAIA/UxLwf1j/CAAA1Y5TqVq+9pomLo4AAAAAAPg55F+BAPkXgH/BXyv4i5CuXQl+Y8HfsHkRAAAAgBzyr0DAO9uyCIJAAMAnIT4AAKg1bk+5iMMAAACAIP8KDKz/F/rfA/ggz+QLWRgAQE2TZ17sWRcpGAAAwFUO+VcgQP4F4JvkUZc09hwAAEC18Ay5pC30KRcRGAAAwNUM+VcgQP8vAB/kNfBiY/k5wR8vAEDVSMGW28DtS0RgAAAAVzPkX4EA9V8AvsYt26LnQlaiPeucfItbCoZ3ZQAAleC2vFER2UQR1YxzIrLMCxEYAADAVQ75VyBgMznkXwA+wq3gy0GwGb+5SUw7RgAAoCZxUS1Uz+3llGo6O6IfELqlXfRLRGAAAABXJwUB/8fqv7CECsAXeAm/RNGy/VuEXwAAtUDMOmPd+j+hmN1JKrl17YMpEwAAwNUH+VcgQP0XgK+RL3K0G3Ktq14nAABQK+zr37HlpXmNwJB8AQAAXLWw/jEQoP4LwEfI/wzZ2y16bln9JjFksY0hkxfx8d0IAABUNyHlaMHnN9BnYs6cL6ydbR/zIc/z8qdlNl8iWAUJAABwVUL9VyBA/ReAT5GqDOhfpZB+yrb1S7Zd1XUswi+vS8N0AAAQAElEQVQAgBrCN2iv7nGba7xvnpB6xGazSSVgqP8CAAC4yiH/CgSo/wLwBfI1j1L+ZVv6IifaHBcrNfpRMwkAANQY3agXiUrnGIkCv+JFef7luQoSEycAAICrCvKvQID6LwCfcrn468xm+7EVbKN20GNcaCwBAIAawwVFaYc9xcaKpP/sx1ZKEZhbFRgiMAAAgKsN8q9AgPovgDrnVvzlKDMQBNuiqexSLiRWO/RxAgAANUw74EEuvCEba9a/LlgtLAJzKwEjAAAAcJVB/hUIpAaumM8B1An5n97llY//fUvSj7ONulEziFJDAACgpik1+tGuxeaK3ETFru/cDgTJ6uVRAgYAAHC1Qf4VCKTjGWEJJEAdKrGsxpRvX/06287Xb6/udjMBAIBaoeo0mm/sOtiIettHQmGWPP9iH1Eg9gIAALjaIP8KBKj/AqhD8goCqfjLumYOMeWyHfTj5hAAAKhFzidex+xIYSlUb37PrRE+uoABAABchZB/BQLUfwH4gsudvzJOC9u+ZBtVXcfy8d0IAADUIr5Be3WP29hYfeAXkn7c64EgCQAAAFw1kH8FAtR/AdQVz7b39Ny2bDon2hwXKzX6UTMJAADUOt2oF4lKRxxlYHbNmpmlHQUSJWAAAABXCeRfgQD1XwB1TnofJZzZLB5bwTZqB0/mQmMJAADUOi4oSjt8ChurkncpTq9j4ZfXFIwgAgMAAAh0yL8CgVT/hfwLoDZ5Fn/R91W2RVPZpVxIrHbIZAIAAHVEO+AhLryha7z+dbvNKl8CiVWQAAAAVxXkX4FAqv/CHA6g1sj/3KT8S9jxHUk/zjbqRr1ElBoCAAB1hVfpR7sWofN555V7f3DrAsY+OEQJGAAAwNUA+VcgQP0XQF0psXzGlC+seo1t5+u3V3cbRwAAoE6pOo3mG7sOQqLZ9pG9KNutERg7JwAAABDokH8FAvT/AqhlXou/LGvmEFMu26gfN4cAAIAPcD4hOz4pVFgK1Zvf93ogSJSAAQAABDzkX4EAx38EqBPyzl9CVqJ925dsu7rrOD6+GwEAAB/AN2iv7nEbG6sPLCBZZ71GYAQAAAACGvKvQID6L4Da5Nn23nHYxyXPc6LNcbFS4+j8BQAAPkM36kWi0hFHGZhds3aW2xJIlIABAABcDZB/BQL0/wKoE9L7JeHMZvHYCrZRO3gyFxpLAADAZ3BBUdrhU9hYdX6L4tQ6Fn55TcEIIjAAAIBApCTg29avX79w4cJy7jxr1qwr7jNp0qTBgwcTAKgUz+Iv+v7Jtmgqu5QLidUOmUwAAMDHaAc8ZN4xX8xNdoz/fd3QYqjA8wqFgi2B5JyI7DNFAAAACDCo//J1Q4cOjY+PJ9WkSZMmAwcOJABQKV7b3gs7vifpx9lGx8pHpYYAAICv4VX60TNdw7zz/J4f3LqAsSJ6lIABAAAEKgUB30Y/mbzrrruq69PISZMmSc3CAKBySiyTMeULq15l2/n67dXdxhEAAPBJqk6j+caug5Not39iL8qWR2BSP0cCAAAAgQhRiB9o0qTJ0KFDSZVdc801TZs2JQBQKV6Lv6zr3iamXLZRP24OAQAAH+Z8onZ8pqiw5Ks2vy9vhI8uYAAAAIEN+Zd/GDduXHh4OKkCjUYzfvx4AgBVI+/8JWQlClu+YNvVXcfx8d0IAAD4ML5Be3WP29hYc2AByTrrtgpSCr8AAAAgwCD/8g80vZo4cSKpgrFjxwYHBxMAqBTPtveOwz4ueYETbY6LlRpH5y8AAPB5ulEvEpWOOMrA7Jq1s+QlYGJJBCVgAAAAAQT5l9/o2rVrly5dSKXExcVVywpKAJDeFwlnNovHlrON2iGTudBYAgAAPo8LitIOn8LGqvNbFKfXs/DLawpGEIEBAAAECuRf/mTixIkaTWUOLUeviLb3AJXmWfxF3yfZFk1ll3IhsdrBkwkAAPgJ7YCHuPCGrvH61+w2q9uBILEKEgAAIPAgE/EnERERY8eOJRV0zTXXtG3blgBApXhtey/snEvSj7ONjpWPysoE0wAAUDd4lf6GWa5h3nl+749uXcAoUvycT1ACBgAAEBCQf/mZoUOHxsfHl39/tL0HqBYllsOY8oU1b7DtfONu6m7jCAAA+BVVx1H0CZyNtds+thdlux0Ikp0TAAAACBTIv/yMQqG46667OI4r5/5oew9QFV6Lv6zr3iZFmWyjftwcAgAAfsj5BO6YUCks+eqtH8ob4aMLGAAAQOBB/uV/mjRpUs5m9mh7D1At5J2/hKxEYcsXbLu66zi+QXsCAAB+iD6Bq3vcxsbqhHkk66zbKkh0AQMAAAgkyL/80rhx48LDw6+4G9reA1SFZ9t7x2Efl07jRJvjYqXG0fkLAAD8lm7Ui0SlI44yMLt63SvyEjCxJIISMAAAAD+HcMQvaTQamm2VvU/Pnj3R9h6gWkjvf4Qzm8Wjy9hG7ZDJXGgsAQAAv8UFRWmHT2FjdeIm7vQGFn55TcEIAAAA+DPkX/6qa9euXbp0Ke1SGpDdeuutBAAqy7P4i74fsi2ayi7lQmK1gycTAADwc9oBD3HhDdlYt/4Vu83qdiBIefiFFAwAAMB/If/yYxMnTqQ5l9eLRo8eHRkZSQCgUry2vRd2ziXpx9lG3eiZRKkhAADg73iV/oZZrmHeeX7vT25dwChS/FpAEIEBAAD4LeRffiwiImLs2LGe2+Pi4q699loCAFVTYtmLKV9Y8wbbzjfupu46lgAAQEBQdRxFn9jZWLvtI3tRttuBINk5AQAAAH+G/Mu/DR06ND4+3m3jhAkTlEolAYBK8Vr8ZV33DinKZBv14+YQAAAIIM4ndo4OFJZ81ZYP5Y3wPbuAIQsDAADwR8i//JtCobjrrrs4jpO2dOnSpUOHDgQAqkbe+UvIShS2/B/bru52M9+gPQEAgABCn9jVPSewsWb/PJJ11m0VJFrgAwAA+DvkX36vSZMmQ4cOZWONRnPHHXcQAKgsz7b3jsM+Ln2RE22Oi5Ua3cgZBAAAAo5u5DSi0hFHGZhdve5VeQmYWBJBCRgAAIAfQv4VCMaNGxceHk7Q9h6g+kjvc4Qzm8WjS9lG7ZDJXGgsAQCAgMMFRWmHT2FjdeJG7vQGFn55TcEIAAAA+BvkX4FAo9FMnDgRbe8Bqsiz+Iu+77Etmsou5UJitYMnEwAACFDaAQ9x4Q3ZWLf+FbvN6nYgSHn4hRQMAADAvyD/ChBdu3Z94okn0PYeoNK8tr237ZxL0o+zjbrRM4lSQwAAIFDxKv0Ns1zDvPP8vp/duoBRpPg1giACAwAA8CtXY1wSqJOVmJiYAJ6HyXv8A9ScEstbTPn2NW+w7XzjbuquYwkAAAQ0VcdR9AlfuJBAx9qtHxo6jRcUEQonOhWh5zQCY2MCAAAAfiXA86/K5UH4NK/2XXEe6fUfBbNPqC5ei7+s698lRZlso37cHAIAAFcB+oRf8PkN9NVAYclXbn7fNuJNKf+iLw30XKr/YmPMRgAAAPxCoOVfZURXV0y1EHvVIfmDX/Y8Un6p5z8Z5qBQFfLOX0JWorD5c/b7pO52M9+gPQEAgKsAfcJX95xg2fM7HWsSfrb1uF+IackiMJZ/IfYCAADwR4GQf5WWW7ltv2K/UuRfvoDNKb1uZwPPGafXRAyzUig/z7b3jsM+Ln2RE22Oi1U63cgZBAAArhq6kdMsB5YQq5EjdvX618y3/aSQkR8FElkYAACAv/Dj/MtrSuIZcpVnAD5LmlDKZ5ZuG+XzTnlM5nlFgLJJb2mEM5vFo0vZRu3gx7jQWAIAAFcNLihKO3yKadW7dKw+t8FyfrvQbADP84IgcMUw0wAAAPAvfpl/lVbYRWRH5CElazqkLcZz52xZWXaTSTCZRIvFbjazk2i1EuRidUehUnEajUKrpSdep3Och4aq4uJUERFu2ZbXcykCkwYIwqCcPIu/7IJgWzSVXcqFxNL8iwAAwFVGO+Ah8475Ym6yY7x2lvGBtQLPsyWQ0ipI4u2jOAAAAPBN/pR/lb2e0S3toufm9HTDsWOm8+fNycnmixfpyZqWRsCv0FCMpmCa+vXV9NSwob5VK22zZqqoKOKccUpTT/mYzUFLC8IwPQU5r23vhV0/kvTjbKN+9Cyi1BAAALja8Cr9DbOKFkymQ2X2aX7fz0LvB926gPE8j1WQAAAA/sI/8i+vyZdn7EVZs7MLdu/O37evcO9eGngR8HOi2Ww5f56e5Bv5sDBt8+a6Vq2COncO7duX1+ncgjB5b1q3IAwpGHgS5cxFwurX2Ha+cTdV1zEEAACuSqqOo5RN+9gSd9KxduuHhk7jBUWEdCxI1giMYFIBAADgJ3w9/3KrzpAGbrFX/u7duRs35u/ZYy4ZlJSBDw5WqDUKjVqhVis0Wl6jIZi+1B3RZhXMZrvJLJhMdrNJKCwsY2chL68oIYGeMhcu5NTqoJ49wwYNCh84UBkWxnnj2SAMiyKBlFL8ZVv3NinKZBv14+YQAAC4iulvnp3/8Qj6KqGw5Ku2fGi97nUp/2JVYPIUDCVgAAAAvsx3868yki9J4ZEjOWvXZq9bZ8vMLO121DExukaNtQ0b6ho20jWO1zaoT88J+Dy7yWROu2RKSzNfoueXHOfJyUVnTrvtJloshdu301PyO+8EdesWPnJkxJAhfFCQPP+ic1NSept8TFWvcvLOX0JWorD5M/YLoe52C9+gPQEAgKuYIraVuucEy57f6Vi970dr93uFmJZuqyAxlwAAAPALvph/eSZfbgVf5uTkrFWrslevNnmr9lLo9CHt2oV26BjSvj098fogAn5IodXqmjSlJ/lGGooVnjxRcOxYwfFjhceOWbJK5J6sKCzlww9DBg6MHDkytHdvjueliakc2x8rIq9mnm3v6bmwbDon2hwXq3S6kdMJAABc9XQjp1kOLCFWI0fsmvWvm277USEjvY4QlIABAAD4Nt/Kv7zWfNH3paT4bWrR8eMpc+fmbdrked3QLl2jBw4K6dAhqGUrAgGKhmKhnbvQE/vSmHQ+e/v2rK1bCk8cl/YRLZb89evpSRkTEz1xYtRNN/FardSqAykYuJHeughnNotHlrCN2sGPcaGxBAAArnpcUJRu+BTjqnfpWHXuX/P57UKzATzPC4Ig77Tg2hkTCQAAAF/lQ/lXaWVfTMGBA8nffFO4Z4/btbQNG8Ved13sdderY/Fm9aqji2/SkJ7umGjNyszati17+7bcvZd/Q2wZGZc++yzj55+jb7898sYbVeHh7FPZslMwzFyvBp7FX3ZBsC2ayi7lQmJp/kUAAACcNAMeMu2YL+Ym07F27SzjA2sFnmdLIKVVkGitAAAA4ON8Iv8qO/nK27Ur9YcfCvftk1+FDwqKHjwkdsTIkA4dCFz1VFHRcWPG0pMlMyN9zer01atMKSnsIiE3N+3rr9N/+qnegw9G33qrQqUqLQVDIdhVwmvbe2H3TyTdVUWoHz2LKDUEAACA4VX6G2YVtjZa/QAAEABJREFULZhMh8rs03zCPKHXA25dwOSfqCECAwAA8EF1n3/Je9uTksmX5dKlc3PmFOzaJd9fFRnVcPxtcTeNUWi1BKAkdXRMo0l30VP+wQNpK1dkbdlsN5vpdtFkuvTFF9nLljV88cWgDh1Yww6WgrHu+BKkYFcJ+VONaC4SVr3KtvONu6m6jiEAAAAyqo6jlE372BJ30rF2yweGjrcKigjpWJDyo0ASAAAA8EkKUnekdqHEI/wSLJbk778/PGGCPPxSx8Y2f3JKz3kLGtw2AeEXlC20c5dWL87oueC3BreOV2hctTyW8+fPPf540ltvmbOybDabUMxeTN7FlpQsFILA4LX4y7bubVLkOpaCftwcAgAA4EF/82wacNGBwpKv3PJh2bMITCEAAAB8TZ3lX17fhTL5+/cfmTQp9ZtvWOUOpW3QsMUzz/X4aX7c2HGcWk0AykcZFtb0scfpb070kKHSxvzVq0/ffXfmP//YrFavk1fiUZYIAUbe+UvIShQ2f8a2q7vdwjdoTwAAADwoYlupe05gY03CzyTrrNf8iwAAAIBPqpv8Sx4uyN+IWrKzz77yyolHHjEnJbEdFFptk4cf7T73x3qjb+CUvnW0SvAXqqio1jNf7vDeB5q4OLZFKCi49NFHZydPLjx+XCoEs8u4VYFhOhsYPBdZU7al0znR5rhYpdONnE4AAABKoRs5jb5Y0AF94VCvf13+KZrbiwvBR2gAAAA+pg7yL7fKmstlX3v3Hr7jjuzVq6U9w3v27P7jzw0n3E54ngBUTVi37t2//7Hx3fdyKhXbYjpx4uyjj6Z8/rklP9/m5LmEAYVgAely8VfiDnJ0CduoHTKZC8VhZAEAoFRcUJRu+BQ2Vp/7lzu/nYVf0qdoCL8AAAB8Vq3mX541NWyiQM9Tfvjh5JNPCrm57FJ1dHSbV15r//Z76qhoAlBNOLW68T33dvt2bminzq4topjz11+nH3zQcO4cnbyyWjB5IRjBWshA4Vb8ZXe+X7Etmsou5UJitYMeJQAAAGXSDHiIC2/Ixtq1s+w2a2kRGMHMAQAAwJfUXv7l2fCLvQW15uefevbZlK++Is6sgYocMLDbd3OjBg4iADVA27Bhx48+aT1jpioigm2xXbp07vHH8xMSBBkpnMVENgCI3hoOCrt/IqkH2Ub96FlEqSEAAABl41X6G2axoTL7tGLfvNK6KKAQDAAAwKfUUv4lltLwy3Dq1JE778zfvp1dyqlUzZ54qu2rr/NBwQSgJkUPG979h5/ixowlzkOViwbDheefz1q+3Gq1ulWBYSFkwJA//4jmImHVq2w737ibqusYAgAAUA6qjqOUTfuwsW7rB6IxTx6BuU0bAAAAwEfURv5VWsOv7C1bjt5/vzUtjV2qiYvr/Pn/6o+7mQDUChqzNn/q6XZvvuU6qKggpH3wQdrXX7PjQspTMHlsQhCB+RuvxV+29e+Qoky2UT9uDgEAACg3/c2z6ee2dKCw5Cu3fOT1cNKYNgAAAPiUGs+/PMMv9uYzY8WKsy+8QKxWdmlk/wHdvv4uqEULAlC7Ivr06fTRJ3xQEPsyZ+HCCzNnWg0Gr8sZiKyNFAG/Iq88FbIShU2fsu3qbrfwDdoTAACAclPEtlL3nMDGmoSfxMwzXvMvAgAAAD6jZvOv0sKvlO+/P//666T40kZ33t32tTcUej0BqAvBbdp2/vwLdbTrYAuGXbvOP/20OSODHRTSbVEDQQTmV8SSbe8Z27IZnGhzXKzS6UZOJwAAABWkGzmNvogQx7F0bNqNs936h6JyHAAAwNfUYP4lej3UoyCce/PN1G+/lXZr8cxz8ffdTwDqlK5xfJf/+1LXpAn70nzq1PnJk4tOnPA8IqT8oJCYzvqRy8VfiTvIkX/YRu2QyVxoLAEAAKggLihKN3wKG6vOrOPOby/jQJAAAABQ52oq/xJLaXh/ZsaM7OXLpd1avzSr3ugbCIAPUEVFdf7089DOXdiXtqysC888k7d9u1QFJk1nEYH5C7fiL7vzfYlt0VR2KRcSqx30KAEAAKgUzYCHuPCGbKxdO0soni147YWPCQMAAEDdqpH8y23Zo+udpyCcmT49d+NG1zfWaDq8/2H00GEEwGfwQcEd3n0/sl9/9qVoMqW+9lr+7t2eqyARgfk+r23vhd0/k9SDbKP+hpeJUkMAAAAqh1fpb3yZDZXZp1X753ttHooIDAAAwBdUf/5VWs+vxHfflcIvPji44wcfhXXtRgB8DKdUtn3tjbibxri+FoTUV18tOn4cEZifKtGCxVwkrHqFbecbd1N1uYkAAABUgarDSGXTPmys2fyeaMxzmy1gFSQAAICPqNn1j1JMkPzdd1mLF7OL+KCgTh9/Fty2HQHwTRzXfMrURpPuYl+JZnPKjBmGc+cQgfkR78Vf698lRZlso37cHAIAAFBl+ptn06kDHSgs+cqtH8sb4aMEDAAAwHdUc/4lf1GXAoKMpUsvffcd28ip1R3efV/ftCkB8G3x9z8QO3IUG9sLCpJffNGUluYZgbnlLAR8ibzzl5CVKGz9nG1Xd7+Vb9CeAAAAVJkitpW65+1srNn3o5iT5DX/IgAAAFCnqjP/8ux5T1/ys9evT3rrLdcePN/u9TeD27QlAP6g5TPPRQ0azMb27OzkadOseXluEZjbvBYTXF8glmx7z9iWzSA2s+NilU53/YsEAACgmuhGvkBfXOiAE22ada/KS8DcXowIpgoAAAB1pNryL6/hV9GJE+deeYUUX9TmpVnhPXsRAH+hULSeMVNqVGdLTk5+7TWb1SqPwNwmteBTLhd/Je4gR/5hG7VDHudCYwkAAEA14YKidMOnsLH67Dru/HavXfAJAAAA1J3qyb+8hl+2wsIz06YRQWAXNZ8yVSqlAfAXnFLZ7o3ZQS1asi/Nhw5lzpuH1h6+zK34y+48EL1t0VR2KRcSqx30CAEAAKhWmgEPceEN2Vi7dpZQ/FGZ1174mCoAAADUvupf/+h6w2m3n3v1VWtaGrso7qYxlw+oB+BXFDpd+7feUYaGsi/zfvmlcN++0hqBYV5bt0Rvbe9tu38mqQfZRv0NLxOlhgAAAFQvXqW/8WU2VGafVibMd/uoDBEYAABA3aqG/Ev06HlPpf36a/62bWxjUMtWzR5/kgD4LVVkZJuXXyUcx75Mf+stc0aG5+e67HCQDOa1dahEqxVzkX3VK2w737ibqstNBAAAoAaoOoxUNu3Dxtot74nGvNLqvwAAAKD2VTX/8rrysfDIkeQvvmDb+aCgdrPncEolAfBnYV27xd//ABvbCwrSZs+2WSxlrIKE2ue1+EtY/y4pymQb9ePmEAAAgBqjv3k2IY5PyxSWfOW2T9AwAQAAwHdUW/8viTUv7+yLL0ptv9q+/Ko6KpoA+L9Gd0wK7+U6gIPl+PHMH3+0lezuIf9DIJjX1hF5Fi9kJQpbP2fb1d1v5Ru0JwAAADVGEdtK3fN2Ntbs/UHMSSrjmNEAAABQm6qUf3mttkj64ANrpqvaotHEO8N69CR1zlYkmjNFUyo92Y2poiWb2G0EoKI4rs1LL0t5bsGffxqOHWMRGOa1dU4s2faeEVbMJDaz42KVTnf9iwQAAKCG6Ua+QF906IATbZr1r5X2ORk+KgMAAKhl1bAsUV5tUXDgQO7atWx7aKfO8ffdT+qISBMuW6GQvNh66W9RSOOUCsJ6N3FEFGgiRvjg7nyjO5QRPUVeyxX3dQIoGx8c3Pb1Nw5NnSLaHBFq5ief6L74QlAoOBmFQsGms3RMB/jtqmWXi78Sd4iHFrGN2iGPc6GxBAAAoIZxQVG64VOMq96lY/WZtZbz24VmA3ieZ5+TsakCpgcAAAC1r/L1X27VFo53mxbL+Tmu9joKjabNzJeJojqPL1l+tuR/jDsmmPbdZM35lgRncxEqLoznQulJyYXwjnEEb+f3W85PM+4ZY9k/1W5KIwDlE9ymbaNJd7KxLSkp559/vB4LEh/t1ibPpyPHYR8XTWWXciGx2kGPEAAAgFqhGfAQF96QjbVrZwkluyWgCxgAAECdqGQ+5bnykUpbsMBy4QLbGH/PfaqoKFLrbOnbTTsnms+/zenTSKjI6RWchlOoOE6p4FT0xNFzx5dqjtMoFEFKEmy0C7tNe8abD79GrAUEoBwa3T5RU78+G+fOn29OT/c6ryVQK7wuxLbt+pmkHmQbHQekV2oIAABA7eBVjpceJ2X2aeX+BW5dwBCBAQAA1L6q9v+S3m2aU1PTfvyRbdc2atzg1vGklol2y+lvLcdesPPn+TAlp1UolDT2cp5U7ieFfHsQz4XahYJVhl332fOOEIAr4dTqls8+7/rCZMr+7ju3LmCY19Y+edmdaC6yr3K98eAbd1N1vokAAADUIlWHkcqmfdhYu+1D0ZhXWv0XAAAA1I7K9P/yWm1x8ZNP7GYz29jq+WmE50ltslssx963ZizhwniFlud4Z+8leq7gCE+44s5fxXeaoz8AZ6fXcgaAgkgUCo7n7EUpxoQndd2+UISV9yBxlsLCN7p3IRX03L+bIho1InXhq/G3XDx4oF6bNk8tXSFtfKV9G7vN1umGG2//+FMC5RPWtVvUoMFZmzfRsWnr1qKEhJAePRQlG4Ghu0ct8F78tf5dUuQ6Cod+3BwCUK2E9KT05weVejGnUIREKsJi+Mg4Zb1m+mF3Khu0IFe4RZtx90rL4a3WC8eEzGS7IV8RFK4IjVQ17xwy9mk+xsvrRd7clwwbf6EDPrpR7DvrifoKFY5Zb0+0HPuPDnSDbgt/6H1STVLvaUrPtT1HRUz5kviG1PtaELug7T4iYuo3BKBO6W+enf/xCPrqpDBmK7d9ahv+ssKJzg1YIzA0DAUAAKhNVer/Jb3bLDp2LG/zZrY95roRIR06kFpE74Pl7I/W9H+4CCULv1htF3GUd7nGjgWP7MRqvlylYc5LeedJxSmClVyQybTvSdFaSACupPnjTyo0rvecud98U1oLMJSA1QL505GQlWjf+jnbru4+nm9Q3jgboHrQX8P8TNuFY+YDG4rWzM2YcZ1hwy9l7G7e/2/6i8Ny//eUYfPv1nMH7QVZRLDa8zNsF08YN/+R/sLg3G+niaYit2uFTnxJEe44pIOQeTH/7w/LvkfGzX+y8EsR2SDsrtcIANQKRWwrdc/b2Vizd66Yk+S2ChIlYAAAALWpwvVf8jfz0nvO1G+/ZZcqdPpmjzxGapdwab0tcS4Nv2i8RXj6M9FzZ9mXs/6LUzhTPvqRmvShml10DO1EFOgHcI6P24jNURBGeJHT8aLVYPjvbv2APzjFlR8cXq0e/vRUz+1b535vLihQajSDH5vseakuNJSA/1NFRcXf/0DiV46qB9uFC0W7doX07cs+2sUBnmqH2xMRI6yYRWzOWlSVTjd6BgGoMTRO0ve/2X0r/SXMTbOlnbee2uP80p437zVNu358XFPPPQv+eK9wWXHllEKpbNBC2crFXB0AABAASURBVKAlH9VAyEql+Zct5RSxC8YtC61n90c+N5ePvlwIxumCwx96P/uDe+m4aNVcfb+blfHtvN5Je0F23m+z2ZUiHvuY0wYRAKgtupEvWA78Q6xGTrRp1r9uvvU7hYz8czLMGQAAAGpaZdY/MpeLv06fLtixg21sdMcdyvBwUotEwWw5/T8SRKM3BeGLi7mcKZgz/yKccwkkkU8naPwlssWPomhzzDecFzvP6VkwT3JSLYkLNc0nXfG70/xr6BNPeW7f/ftvNP8q7VJf88bREwQqpf7Ym5P/+MOa5Vhql79wob5XL2lpg3wVJMG8toZdLv5K3CEe+ptt1A55nAuqg6NwwNWDBlUht71Q2qW280ezP3tUyLhAbJaCfz4Lf/Qjtx0K/vpQCr90/caF3vmKIiRSvoPlxB4akFlO7rIln8x8ZUz0G0vkEZim82Bd/1uM2/4mdlvON8/FvLmceHuGyftxlliYSwf64Xep2/YhAFCL6MuQbvjTxlXv0LH6zBrL+e1CswE8z7P6L3xUBgAAUJsqtv7RrdqCVW5fmjvXdVtaXYNxt5DaZUv8RbRd5PQ8kZIvKfziHYsciYo4titkJ+eeNPpzDFxLIF1XcZxUHAlSWE68K5oyCUCZOKWy0e2upQ3WEyeMhw6hu22t8Xw6cnT+WuSqx+RCYrWDHiEAdUfZpH34I66Vicady0jJpwLLiV2FS74gjuNp6CJf+Dn8sU/cwi9K3aZn1Eu/6gY4jidjL8zO/uQRYjHLdwi76zVFsONatqSjRat/8LwP5gMbTbsd3R75mMahE2cSAKh1mgEPcuEN2Vi7dpbgPGBOabMFzBkAAABqTlX7fxnPn8/ftIltiRszRqHXk9olpK3mdDynUjjqvBTOzIvFWCzb4jnvH6lxjrow1vzLdS2Fs1m+8+Q4dqRWY8vYTgCupN6oG/jgYDbOW7jQ7SiQmNfWENFr2/tdP5PUg2yj48DzSg0BqFPqNr25oDDHyGax56TJL8qb/7qz7piEPfCOplPp3fQVfPhD7yobO9Y20pCrcHmJNvNcUGjYQ++wccFfH9hz0+WXisbC3O+nOfdTREz+jFNrCQDUPl7leElyUmafVh74xa0LGKYKAAAAtaMC6x+l12N5q520efPYZ9qOQpjbbie1S7TmC8ZERRRPFK6ljjTGckRaPCfyYn6BSCcUYaE8z7tHYPSeW60kPcMaFanUKJ2l56Lj3HVESBqfaXnzuV9VjceQGnP2v+2HVq64dOJ4+qlTYfXrx7Zs1ahT575336PUeH/TbheEhEV/nd2xg14lNzk5pnmLmJYtW/br32XMWFI1nsd/PLdzx/d330kHz6xZH9W06fF/15/d8R/91nmXUht27NSgfYeet02IbNLE662lnTix+/df08+cSTt1UqlS1Wvdpn7bdtfcc29wTIzX/W0m054/Fl48dDDnwoWs8+etZlNc6zb0xul36XHLreriaIn5duLt5/fu6XXHxBtffvXfzz49um6tMS+vQYcOnW+8qevYcaQuKLTaBreOv/DTj3RsPXDAfO4c37Kl1AVM6u6BpQ01Qf5cJJqL7KtcbzD4xt1UnW8iAD6Aj4izFeXRgWgxSRvN+zfYzh+hA2Wjtrp+V3oOV/Bh976RNfs2OjRs+zv45hJNJ7XdR2h732DatVw0G3Lnzoh89nvpovwFb7JELGjUQ6qW3UhF0Htr3PyHcccSW1qivShPERqtjGkcNPJBbY8RpV2F/lCGrX9ak44LmReUcc3VbfsEDZukbNTG+952e+GKbyyn9tpSTgk5l5Qx8XRPbbdry3g07LkZRet+Nu1fL2ReFG0W+sCqGrcLuWVqqd+ipPz5bxStcZSr8/WaRr/8lyLUsTjafHAT66FGH5/oVxYRgJqh6jBS2bSPLXEnHWu3fmBoP1ZQREgNE+RHgSQAAABQYyrf/95RbVFUlLN6NdseO+L6Wu78RRwfhv9FlKJj6aLC2fZEUXziyJvvpO8/aDQY7QP6Bb08I87tioWF9keeuEDP7Xby1OToEUOC6S04uuKzIjJ6a1qFkLlXtBZyqmBS3XIuXlw++w0aKklbaARGT4dXrtj7959j35jdtGcvt6uc27WTXuXS8ePSlosHD9BTwt9/7V/yz9jX3wxv2JDUAMFq+XvG9H1//SFtOb11Cz1t/+mHu778uuWAgW777/1z4fI5cyxFlw+gmZeaenLTxj1/Lhz14oyu49wbRSft2/fntOezk87LN9KEi57oj7Zj/ryH5i8Iia3neccWz3opYZGrzRO9/fbXlfqWrBY4uoD99qvd7FiXVLBkiebpp6XWHvLuHgRT22rivfjr3/dIkWvNsn7cHALgA8TCXNulc46RUsPHxkvbzYddR0zWDynX50bq1r346EY09xHSk6xnD6qad5ZfGnbvbPORrWJRnnn/euN/S3TXOD65sZ7ca9j8Ox3wcc1Dxz9PKsJ28UT2Rw/SbydtsWenWOjpxE5Nl6GRz3xHIzm3qxQu+7Jg4buyWzhOT4Z/F4Td87p+2J1uO9NULvuzR62nEy7vn3ySnkw7lxq3/hn+yIfs0JZypt0rc79+VrQYpS1CWiI9mfasChn/XPCYJ0mZCv78wDP8AqhN+ptn539M5yqiwpit3P6ZbdgsqQs+myrIUzB8bAYAAFATKtP/Xqq3yF6zhgiCYxPHNZp0F6l1QvYuTuXs3uU4vKPzCI8Kx+BCiuW/XYZh3WK2H8naur0oOcXasIFKfsU16wuigrUt49Q7juQsWZ53/bAQUSE6wy/RcSOcsymYSmnLO66K7kmqlWCxLHj8sUvHj9ExzY86Xj8yvEGDgoyMszt30EAn4/Tp7ybd8dgffzXq0lW6SlbiuXmPPsJCpd6T7mzcpWtIdHT2xYsHly1N3L3r1OZN3915x5RlK91KparFb888nX7yZIMOHXuMv41GbCmHDx1Zs4beeZvZvPT1155etUbBX34XtOmrL9d+9AEdRDRu3PO222NbtbLbbNnnz2//+aeC9DSac9kFofut46X96cYfH7yf/lxqfVDHkaPqtWkd27ylIS+XRoEHVyxzlIMlnls+Z/Ydn37udq8u7N/PHsDo5i3MhYVF2Vntr72O1B1lSEjcmLEpfyykY9O2bcLkyQLPl1YChkltdSnR+Ss32b7lM7Zd3X0836A9AfABeb/OJjYLHeh6jyaKyw0HzCd2sYGm3TXlvCltjxFFqx0JjuXkHrf8SxESEXb367lfOerC8ue9pu00mNMF5XznXPmo4CMmf0qUalJuQurZzDduFU2OVxxdv5vVbXopQmOsiYcMmxfacy6ZD2zI/X5G+MPvya9iOvCvac9KmvHpB9yi6TjAXpRn3LnMcnQ7sdvyfn5F3bqnvETLnp+V8dJIe2G244fqfaOmbR8+uqGQmWw+up3eiPnwlszZ42PfWkvUl0uhaaiX++UU4uyVpr/2XlWj1pxGRyM/w9a/iMVEsy0+qqHO80CcxQqX/q9wyf8RhF9QpxSxrdQ9b7fs+Y2ONXu+t3a7R4hq6nbMHMwQAAAAalR58y+3VtPsPadU/BXes6emXj1Sy+idMFwg+uLki/3XsQqSFBlo0iLuOp5dZHTEc9lZglv+lZZmPZtiUHAGOjaZRWfJmCv84pwHgaRZmEKtEosukOrOv9Z8+D7LbmiSdePLr0r5Ubdbbm3YsdOyN1+nYxotPfrHX+wiGiH9NX0aC7/Gv/eBvISqx63jF82csf+fxbkpKWs//uiGl18h1Y2GXx2uH3nb+x8qtY7GMW2GDB382OM/3H/vuZ07ss4nnt+7p1lv19HEspOSNn7p6OXccdRouj+vvvx2q+eE2xc8MZlGdas/eK/N4CFB0dFs+/affmQ/1w2zZvUYP0H+fQc/NvnT0dfnpaYeXbvGajCoSvaVow9gZHyTCR9+xFJCGrHpIyNJnWow7haWfxGz2fDff/zgwawETCyJoASsyjyfiyjbsunE5uwLrtLpRs8gAHXHnpthu3TWev6IYcuftqSjjk1KdUjJCiwhzVX0qmzYupw3q4p3pbpCySZfjK7fOOO2ReZDm2iulP/724qIesKlM3R78I2TVc06kfITxZwvn3aGX1zE099oe7g+WqCD4NGPZLxyo5CWaNyyMPS2FxThsiXtVjMf2yTqhZ/5eq518fqhk3L+7wnTruXELph2rwyW5V/5v73tCL8UyqgZv6jb9Ja266+927j179xvnhXSkwoWfxIy4UW23Z6dmjd3Oh0owmOjX1rIxzV13aVeo/RDJmW+eQv97gWLPy0t/ypa9X3BH460zmv4pek8uP7PiQSgVuhGvmA5tIyYCznRpvn3DfMt3ypk3KYKyMIAAACqXYX730vhlyUjw3DQ1Wo6ZuhwUgfsIhEuf6LuXPbouj/RKro5r9BGxxoNF99E5XbNzh31VqtotjgmGdFRSiJlaM5b4JxpGuEVdlM2qVZWo/G/n39y3MOWLW+Y+bK8eIrqe/c9HUaOooPkw4cSd+1kG8/u+C9p3z466DH+Nrf1gzRjGvPaG6H1HKs7dy/8TbBaSXWjudLY199k4RejUCrpPWHjjDNnpO0r5rxJf7qQ2Hq3zHlbHn5RuvDwm+e8RQdFWVkHVyyXtudduhTRqFFs69bdb73N7fuqg4LaDnP8UtH4Lz89zfOODXjwIalErrROZLVJHRsb3KYtGxs3by6jBT5Ba9tqIj0XCYk7xIN/sY3aoU9wQSjugFpiPbUn9Z6mbqe0Kb2y3ro9f8EbLPzidCHhD3/AR5dYos6qq4hKIy8KKxunDWIDe26a1x3CH3qP0zqqgA2bfitc5miTr4xvH1KyWdgVWU7utSYeogNd35uk8Mt1B3TBoRNfYmPjf/+4XTFy6rdS+MWE3PIMG1gvnJA2Wk8nGLf+6bj05qfl4RejG3CLtveNdFD07wJpo2HzH6LZ8WFVyLinpfCLUTXtEDTUsbiSpnK280eJB8O6efm/vElQ+QW+gb486Ya61uqqT6/mzm/32gWfAAAAQM2oWP4lr7zIXrGCbeTU6qj+A0itc9wZx4djl2Mv571xnGJilG+93kCn42j4NfnhqLBQ904lffvoe3bXqdVcbIzyxedL9hnhZN9AtJBqlXLkiN25YnTwo5N5lcpzh2FPPMUGyYcOuQaHD7suenKK5/40Jxr06GN0YDObUw4fItWtzeAhnqVVkY1dXWwsBgMbGHNzj2/4lw5aDRjodRlmVNNmsa1aEccjcFjaOOHDj5/7d9OUZSu9fsIZWlxRaDWZPS9t3rcv8THRw4axgSUhwZqXJz+uOTsnUGVuxV/sEbYtcr3D50JitQMfJgC+gY9prB92V+y761lDrsvsgmtQkWcFlgE5lFISooioJ+VTjkWXSnXEYx8TvmJdDkz7XGXdQdfe63mpttt10a8siv1oW9CI++Tb+bgWykbuhWzK+i3YMVjtRbnSRoMz/KJ0/W8h3mi7DqXnoiFfSD3kCB7MAAAQAElEQVTrukv7Hb0yHSsfh0z03D947JPRbyyv9397lPHtire5Hh/j5j/yfnaURSP8At+hGfAgF+5Kw7VrZwk2m1AMB4IEAACoaeWaGctfhqUX5pxVq9ilkX2vUZRcnlY7OGfPL3qnOPn0QHS9o+jeTfvHgqb0Uq3WS8anVHJvvVHfaBRpBEbHol30vAWRBlV8Nf9cKUdd6U9cca2Qm9jWrWkuJlitycU5UcpRxzHCgqKiwho08HqV+m1dk36alDXu1p1Uq7D6Xr6pJshVhiBVnOWmJLPBvr//pKcybpD9OJ5ofnfpxPH8tLSirKz89PQL+xPO791T/F3cU0i1Pii6WXPiY2KGDEv88n+OkSAYt2xR33QTnc6yVZCe6xoIVJzote397nkk1VWI6jjAvFJDAGqLIrKBXrbsThRspl3LWdt4TbfrIh7+gAsO83Y1XhEWY8/LoE98QmayW2lYaWzFeRAfWb+0ffRDJxm3LbKc3E2cKx/LeWBEOWtxFRUf29jLxRzn9TiSfFR9rzsrgsPsuemi9fKBL4WsFDZIf7Y/KZPl7AFdfcfzvDXJ0TFAERnntVZOERJJTyW3iezqpn1r2ZiPiEP4Bb6CV9GXqqL5jk8uldmnlQd+FXrcLW8Yynrhs32xChIAAKB6VeyTYek9fNHx45YLF9jGmGF1sviRzgt4jijpO2BHFZt4Obdid5RTOIq/yro2x+n1zh3otezEUUzmuJ5rA/2/3Wzi1WGkWqUccaU/kY0akVLuVXTz5mknTkh1UqyqKzI+vrTbjCq+SLrxahQSG1ue3XJTU0n50B9NsFikBZLGvLwd838+s21b0v4Eu81WzhsJiowgvkcVGRnapWv+gf3EuQQy5IYbPNc/iuiCX2XyB1M0F9lXzmLb+cbdVJ1vIgC1iI9qEHLbC/ItIWOfyv36WdO+NeaEtekvXRc94ze+vpewniYyjvzLkWqdKW/+VdwyrIz8i1I2bsvyL1WTDqTiRGOB4z8KJU3oyn8tha68R18Rssr7YmG9cExHbhYtJnYAAfqIkYpgq0Q5bZBoKrIc32FYP18/vA6O0gPgSdVhpLJpH1uio82Fduv7RR1uFhSh8gNB4qMyAACAGlKB/vdy+du2se0KrS6iT52tROOCmorWDGdqxbEMiwjONZ0iqcisoTj6sjuHduc2u0jzL0VwNTeWspldS/k4ni/nVSwmE6k7ivL1ppF+rn733d9u+LVl7yz97DkXLnx/z525ycnSRbrw8IadOjVs37Fpr15JCQkbvvjc+73iK3Pc0lpAs2CWfwmnTtlyc/moKCkCk45rDpXjvfjr3/dJUSbbqB83hwDUNU4XHPH01zQCM25fZM9Nz5wzIeaNZY7apZLUrXuxNls0/9J0GlSeW7alnWMDTceBpMZwah2pjPK+5IrO41Rw2uCIKV+VvafSGQtyShV9xr+8YrQid0bVtGPElK8zXrlBLMzN/+0tTddhNK8kAD5Af/Ps/I9H0D8IhTFbufVjYfgsqQs+OxCkNGdACRgAAEA1unKO4Pamnb3tLCrufB/RuzenrLMwQhk7xJy4SxRopMIyLM5Vx2Xn5O3wyyI6r2F3hl/snG202UWB48PakWoVGe8K1LKTkuq18b4yhTWVD4pyLdaIadqsKDMzu7jazlNO8kU2CIqqs2MgSuVp9JFsVr48lP4i/fLUEyz86nzTmI4jRzVo3yG84eU6iKT9+4m/iejTRxqbjx1T9evneQhIfK5bFSU6f+Um27d8yraru4/nG7QnAL6A48IfeMd67iDNtuz5mbk/zIh87ge3XfSDJxStmUsHho2/BQ2/+4pduqxn9tucywBppuPWZr568fXiyYmdxG6z52UowstV/1shyth44dI50VSoatJBEVKOSl4Fz8c0FtIShZxLpLycax6jG0W+MI9+i7BJr+R+86xoNuR+Ny3qxfkEwAcoYlupe95u2fMbHWv3fl/Y/R4hqqk8/0LsBQAAUBMqEF1dfvsuCFL+FdqpM6k7ygajLac/IFZRVHKOmi8aNdgdhWBbthXOfj+9nDcSpFd891mjiBDekUs4IjB6I6JQZFHFDeeUWlKtpLWKNLTymn8VpqezZYBSgzAamSXu2U0jMKvRqNJ5+WQ+N8XVTqW0nmK1ILppUzZIP3O6tH12zJ+n0moiGjZqfk0/+mXS3r2pzl5gHUeNnvDhx577F6SnEX+jjorWNmxkciaSliNH7H37YglktXBrPsjYlk0nzloSQv8wRs8gAL5DrYl4/POMV28idsF8YINx69+6ASXavSsbt1W17G49vc928UTBok9Dxj9Xxo2JFlPOV1NZcXJpbeOrizLOtVpTyEz2mn+lTb2GOLrUDwu7rzIVl/T2zQc30YEt6ai6g5cWYNazBy3Hd9BvrW7di60MVdZr4si/sr0vnLSlnM585SZFeEzwTU/SVFHaropvz/I1+sgXbfjFemqP5chWmjbqh9xBAHyAbuQLlkPLiLmQE23q9W9Ybv2WNQz12jMUEwYAAIBqUd7jP8rffxYdO0aKG5+H1Wn+RZQ6TttCNNud1VtEFBznRBB37DSU/zaKDPbt/xURm6P4S3Se6NicclHTfBKpbm2HX6vWO5rH7/9nsdcdtv/8Exu0GuBa4dJh5Eg22PvnH57707Dsv/k/E+f0qM3QYaSOaIJDwp3t+RN37Uw/edJzh8Tdu5a98dqil2bsKf4pci66Ktoade7iub+5sOD4hg1sXP6+YL4gtFMnNrAeP24vSZrLQqVJxV9C4g7x4F9so3boE1wQmluDb1E2aR886hE2zpv/mj03w22H8IfeJ0pHJ8TCZf8rWvNjabcjGgtzvniSBkB0rGrWOejae0hN0vW4ntVOG3cs9bzUeu6QPTuVnpSxlaxBU8Y1Y4OidT973SH/l9n5v72V+9VU0VTItmh7Ol8ELSbTvjWe+5sT1osWo5CepGpSagVoxCMfEpXjyBj5v87x/IcAqBP0ZUs39Ek21pxZzZ3fLj8KJOYMAAAANaFix3905V/FC9MUWp2+RQtSp1Txt5pPvi3qFESh4BQcDb/oZ2QPTIzo30dPFI5VkJzC29HiRef/BMeA50i3DjrRGZyx+i97gYnYlaqYPqS66SMi+t//wIYvPj+8csWe/gN6Trj98j2y27d8+83mbxwtUfSRkS369WPb2wwZ2qxP33M7d6z75KPGXbs2lAWOxry8pa+/mrR3Lx23HDhIGxJC6k7fu+5Z9d47gtX61/Rpd3/9bXDM5d7JRZmZ/7z6Mhv3nuhKFUPjXA1xkhL2ud2U1WD4a/qLhRmuCj67YCf+I6xzl/RVK+lAOHdOMJnsSqXn4cyxBLJC3J5/2BsD26Kp7FIuvKF24MMEwPeE3DzVuGclja5EQ37eT7Minv5afqmyQYvQW5/L//1t+hyXP/818+EtEZM/5Uo2kree2Z/zf08IWc4miWptxBP/R2q4+yFfv7mu31jj9sU0n9L2GKFuJ1vPLop5815hQ22fG0ml6PqOKVjyf/bcdNPe1TT1Cxpxn/zSouVfW07uogN1mz7SwSv1A28rXPKFkHkxf8Gbqvj2fPTlo8fQMKtg6RfEudpR1bRjad+Ur9ckZMyTBX99KBoLcr99PvKFnwiAD9AMeNC0Y56Y6/gD166dZXxwvdsSSHkvfJSAAQAAVN0VZtLSR0/yZUeFxYsfw7p1I3VN2WicNel30ZDIKTnRUc3mmB5EhvDXdA/ilMSZf3GEd/UC45z9wdgBH52t7kXR5ljz6Di3iaLgqCATzYL5YmpI/+85VSipAf0feHDXb78UZWUtnvXSiY0b2gweEhZXP/nIoSOrV6cecx14/tZ33tMEXw6zrn36mW8n3W4qKPhq/C00ZmrQsaMuPDxx186Dy5blpzlaotC8bOwbs0md6v/gQ6f/23Z6y5bkw4c+u3EUjfmimjTlVSoab+1b9DeNwOg+NO9r2rMX279hx45B0dF0+9E1qxe9NJ1eFNe6TW5K8pkdO3bMn5d59ox0y1Zjuar5Vr49Z9sPjn461z8/beAjj5I6Eta9u2skiuajR9W9erHIRh6BQfmJXtve75lPUl3PQvpRM4hSQwB8kFoT/tAHWXPG0yGNe0z71mi7j5BfHnTDo6Jgo7kMfTUy719/6YnuygYtlfVb8OExtuTT1pRT9uJFf4rQ6Mip3/Kx8aTmhdz8jHHHMmK3Zb09UT90krpFV0f/fputcNmX1tMJjrs9+rFKN5LngsPDH/ko+z3HoRgdqd/+fzXdhiujG9lSz5j2rWPhF6cNDrv3jcvX4ZUh457O/e4FIeNCxksjg0Y+SB8lRXCEPT+r4M/3abZIX+bD7n697O8bfNPjNNSj38V8aJN8Oar54KbsD+6lA1XLbtGvLCIAtYlX6W98pWi+Y8aizD7NH/hV6H6XdCBI6XCQbF9EYAAAAFVX4U+S6auvISGBjet48aMLp2z+uOXQ83aVnWMHK+TY/51vmx0lYM6u9nTG4JwziOxQj0RaL+mMvWyOWjBRoEGY3ZKayYd3UTe6ntQMbUjIQ/MWLJr1UtK+fcfWraUn+aURjRvfPOft5n2vkW9s0rPnPd98t+S1V3JTUv6b5/7BNU2UbnnnPbb8sA7ROdmkz77494vPt33/nSEnZ+1HH7rt0HbY8JtevfwWhQZ8Ez/9fN6jD5sLC/f++Yfb6s767TsMeuTR36dOoeOspKSWxG+oo6I1cXHmS45c0nbsmL1HDxZ+eW0BBuUkf+hEc5Gw6lX28PGNu6k6V7IOBaAWqNv01A26zbjZ8fyW9910zft9uaASn6wEj3mCBkz5f31oPb2P2Cy2pKP05H4jbftGPPl/NAIjtYKv1yTqxfk5Xz9rz04xbFhAT7LLVEHX3h16x3RSBZqOA6Je+i33++lCWqL58GZ6kl/KqXURj38mFX8x9DG0mwrzF74rmgoLF39aYv/g8LBJr9AQ7QrfVcGHP/pR5mvj6NNJ3oLXNV2Glqv7PkANU3W4Xtm0jy1xJx1rt7xX1H6coAiVIjB5/RcBAACAKqvw+kdzaqpoMrHtoZ19If8iqrhBovE567kPiVJFWCGIoxc+vcM08xKdxV/OgZR/sf+wVl92Z/jFUjBBtCRn2E36iLFLncsma0pMy1YP/7pw7x8LE3fvyjx3Lv306aDIiKhmzbrcOKbT6BuUGi/FLK2HDH1q2Yr/5v2ccuRIxpkzuSnJ4Q0bNmjXvvut41v06098gzooaOS06Z1GjU5YtCjj3NmM06fpW5WwuLio+Pg+d97VatBgt/2b9uo9ddWatR99lHzkEI32zAUFvEpFk6+e42+jPxfH86vffzc3OfnImtX06sR/hHbqnMHyr8REr+GXtCeCsLJ5L/76932uwHUkOP24ynTgBqhNYXe+ak74116QZS/Mzv1pZsTjn7vtoO7QP7pDf+FSomHrn9bEw7aU00JuuiIoTBEWo27ZLWj43crGtX1sE3W7vrHvmKHm/wAAEABJREFUri9c/pXjKJbJp+yFOfQ+qFv1DLru3kpXfpW4/bZ9Y99eU7jyO8dxLS+ds6WfV2iDFeGxNBoLvnGyItRLO7+gEfdru19XRK9y4Ti9S/QZQdW8k6ZdP/3wuzmtvjzfVNW8i37IRMPGX8SivLzvX4yY+g0B8AH6m2fnfzyCvsopjNmq7Z/ahr6kKMaWQLJ2+AQlYAAAAFXGlb0gS95zhzXmzN258/xzriNV9Vu1lvA88QWi3XTqO+HCN1ykWqHlHeEVnTbw5HILMOJaAunc2Vkb5mj45VgC6Tzgo2P9o+lsimjTh12/XqGvR8AP5aWmvD944JjX3ug96U5Sd1L+/jPxy//RgaJBg8iPP1YXU6lUSie3Bh8ESiFP3l1PQTkXre91ZId9VPcYrx//AQEAAPBnhr9nWHb/Sgcipyx8eBMf1VTlRCcMvJM0bSCoBfMTH66bP2/XSjbu0rDVT/e+RgAAAs706dNzcnKmTJnSoUMH4icqVuVE34VakpPZWB0d7SvhF8UptK0eVracaUsrtBdYRUczL9Fxzk5WR4cv0SqdRGJhG0VHv3wbEXIMhmNnOH3XsBGrEX75r0snTtDzyPjaaJFTBm1cfTYQLl2imY3ogUA5uLW9Z2zLZrDwi6h0ulEzCAAAgJ/TXf880TiOfcGJNs2G2Z5HgZTPHzCLAAAAqLSy8i/RW/N788WLbKO2QUPiUzhO0+TmoN6/2M0tzRczxEKr3VocflldaZf7yWq3ZReZTl8wJWXr2k0PHfyLIsjHfigoN0th4bqPPwqOjmnWpy+pU9r6rvVBnN0uZGaWMYuF8rhc/5W4Qzz4J9uoHfokFxRFAAAA/Bx9OdMNfZKN1adWchf3sCUXbvMHAgAAAFVTgfov9uprTXUdjkoqcvEpfGTH4IHzdR3/z5wZajmfZ83IsxeYBIPVbrbZzXbRLNiNVqHQYss1WC5mGA6fNqfalPXGR958WNfhaU6pJeC3diyYn5WUdMtbb/MqFalT2vqX/zTs6enIvCrBrfiLvQGwLZrKLuXCG2oHPkQAAAACgmbAg/SljY21a2cJNptQzO0jNIISMAAAgMoq7/EfpVdcc/H6R20DX8y/GHXD6+iJDixJS0ynF1gzdrJe945GX5yjMZhCFaKKHxve50lFcGMCAaH/Aw/2umOiLiyM1DWFVquKiLTmZNOxLTVV7NxZLH0JpIheth5Eb23vhb2/kNSDbKN+1Ayi1BAAAIDAwKv0N75SNP9ROlRmHOUP/CZ0v1M6EKR0OEi2LxrhAwAAVM6V8y+3j5ssSUlsu7TIy5ep48fQk6PLvWAmjh5goqPkTaHi8OY54PAqlS+EXwxNh1n+JaSlIfmqnBKPmrnItvJl9mDxjbupOt9IAAAAAoiqw/XKpn1siTvpWLvl3aL2YwVFqBSBscyLoP89AABAFVxh/aNbCzC7yURsNrZFFRFB/AWn4JQ6ThXCqUM5dTDCL6hpqnDXX4eYl+cWfolYvFAmr8Vftg0fcAWX2Eb9uDkEAAAg4Ohvns2OVq4wZqu2feq2BBKrIAEAAKqoYsd/FIxGaczr9QQAvJH+OkSzWV725VYFhslraUp0/spNtm/+hG1X9xjPN2hPAAAAAo4itpW61x1srNn3vZiT5LULGAEAAIBKuXL+JcoaUTvqv4oh/wIoDa/TsQH9kxFLtnInUDq3x4qxLptBbGbHxSqdbtQMAgAAEKB01z9PNMF0wAkWzcY5Xou/UAIGAABQOeWq/5JeX+2o/wIoh8t/HRYLKRl+YdpaTqz4S0jcQQ7+ybZohz7JBUURAACAAEVf5nRDn2Rj9ckV3MU9XpdAEgAAAKi4UvMvry+uJdY/Fle4AICby38dHusf3QYg8VwlStkWTWUbufCG2oEPEQAAgICmGfAgfcljY+3aWYLNJkVgKAEDAACoivL2//K2/jGIAIA3l/Mvi8Wt7AvKJj1cjrb3exaQ1INsu370SwRHrgAAgIDHq/Q3vsKGyoyj/MHf7SVhRgEAAFA5FVv/KJrNrqvpsPgRoFS87nL/e+JR2USgTK5HyWoUVsxiW/gmPVWdbiAAAABXAVWH65XN+rKxdst7dlOBWwt8TCcAAAAqoWLHf7QX51+8Rk0AoBTy+i/PSzFn9eS2MtSx8vHQP6QwjW3U9r+fAAAAXDW0Q59gA4UhU3F0qVv4xS7CEkgAAIAKqUD+RV9fObUr9hJkCyEBwI3damUDUal0DUp+VIvZqlfytaJc+xvFkPpsu2nbXAIAAHDVMG34gg3s+hhrm9GsLQDqvwAAAKqiYvVfCq2WDezIvwBKJx0pgtNqMUOtkMsRmFJLRrzGNgrn91oPLCUAAABXAeuR1bZzO9i4oM/TNoUGyRcAAEDVVTD/kh3zEREYQGnsUv6lcbRsx1S1Qi4v6Ohym71Bd7bRsPxNYjMTAACAwCZYDcveYENLZJuiNuNEHPYRAACgOlQs/+KK67+IrMIFANxcXiCswSELK8/RBWz0e65xQbpp8zcEAAAgoJm3zhVzk9k4q/9MsfQ+X6gFAwAAqJBKrn8kqP8CKJ1gNLhGsj8ZqAQxrqOtwy1sbNr4PzE/nQAAAAQosSjLuOFzNi5oMtwc26mMnTmOIwAAAFBulV//iBb4AKWR9/8iUClcMfPgl0TeeeQNq9G4+l0CAAAQoIyrPyDmQjqwK1SZPZ+WXgpJKWkXIjAAAIDyq0L+JVW4AEBJl1cHOw+Ziulp+bnN9R3C6pv7uA4Db9n3l5BylAAAAAQce/opy+7f2Din3SR7SAP6Gqhw4jwQAAAAqKAK9v9SKhXBwWxszckhAOCN9NehCA/HJLU83B4laX7PJv2WPpMFfQy7yLB4JgEAAAg4hkWzCHH087JpwnM6PyC9CEopGPuSAAAAQKVUIP9ir7iqBg3Yl8bkZAIA3hgvXmADLjbWNSj5aS3mr17Jl3hI837HuUprHPwS20e4kGA9sJQAAAAEEOuR1bbEnWyc3vUJotbzPE9fAXknr1VgBAAAACqiXPmX/CVW1bAhG5iK3+EDgJxosVgyMtiY5V/SXxDmrFdUYuVj8SfedOpvaz/OWq8L28ew/E1iMxMAAIDAIFgNy95gQ1N4q4JWNyk8yMvB3D4uIgAAAFAO5a3/kl5uA6/+66vxt8xq3eLzm0aT2rXpqy/p96WntBMnSO3a9esv8x99+MPhQ17r3OHjEddu/PILUnF1eP99nPHiRWnMx8VhYlpRbms9pAisaPibbAexIN20+WsCV2JLOpZ6T1N6yv7oQVJjhPQksShfvqXgj/fZ97VdPFnOG8l66w66/6XHu5I6ZTm+g93zolXfEx+W8dJIeifTpw0l/qxafnNKU9Y/pShazx0iQAh7iHK+eIpUjWg2Fq2am/Ppo+kvDEl9qG3GrNG5X0017VpOoNzMW78Xc13z6ku9p/HeSBEYRRB7AQAAVFzF+n9Ryvr12UD+Jh/8yI7585a8+vLxDf/mXLhgM5myEs/xvJJA9TEmF/9paDRcaCiWKpSTW+WXlIJJU39Sv5O57Ti2s2njl2J+OoG6JYo0XMh46Xp7US4BKL+6+82hoVvmm7cUrfqOQDUxbPgl7ek++b+8Ydq7WkhLJBaTLemocfvinP97IvONW2wX8QnZlYlFWcYN/8fGeY2HWep1lj74kS9+lCIwzCgAAAAqp9Tgg76yiqJIPD5fUhevf7RmZ4kWC+c8vB34kW0/uD4Mj2rarM2QIbqwsDZD/LuIwNeYiqNhLi7O7SL5mgVMXssghV/0WYhN+u12Oz03DZquOrVKIZiI1Whc/a7+tg8J1J3CJf9X8Bf+CaDC6uw3xy6kT7+O2MzKmHgC1cFycnfeDzNZy3ZN1+HazkP46Ia25FPG3SutZ/dbT+/L+uD+2LdWcfpQAqUzrv6AmAvpwK5QZfZ6Vp58KZVKaSytfyQlpxMEAAAAyqdchT/y11op/6IKThwP7dSZgP8w5uXlXHA0bmvSo+fDv/5OoAYUnj7FBlxsLOeBYLZaOha7c6W0AHOkYKFxxl6PBu34lO5g2feXpv+DfIP2BOqI3VhEqknUS78RH6Bu27f+z4kEalg1/uaUxvs/Jf1UD60Dq5HdnvvlVBZ+hd03Rz/sTrZZ03VY0A2PFvz+buHyL+3ZKXnzXgt/9CMCpbCnn7Lsdj0BZrebJATFqLytfHRrAUYAAACg4irQ/4ud82FhishItjH/EDpo+BlzketdR+Nu3QjUDOnvgouPd4tyCMKvcnMLv6QIzNpnsqCPYfsYFs8kAABQF6znDgpZjpZV2u4jpPBLEjJhmrJhazow7l5BkzICpTAsmsUyRJsmPLvjfV4rv+QRGEHxFwAAQGVVoP+X9Fqr6+yq+co/jPzLz4jFc1CVRkugBpiSk6052WzMt2nDlTxaE1fygE2YuXryWvzlSN6l9wBqnXGwK/YSLiRYDywlAABQ68yHNrOBtvcNXi7mOE3HAY6BxWQ9f4SAN9Yjq22JO9k4vduTnCZIvvjRLfmSphMEAAAAKuUK6x+l5UjyN6Xajh2LNm4kjvzrsOMzPUWFm+j7C7sgJCz66+yOHZdOHM9NTo5p3iKmZcuW/fp3GTO2tKuYC/J3LFhw8eABehVzUVG9Vq1jW7bsOnZc467lrbfKuXDh+7sn5aak0PHNc97qcdvt0kV7/1x4bN267AtJeampan1QdLNm9NS0V++O14/kr9SIbcs3X6/+4D3pyw1ffE5PdHDNPffdMOtlttFmMu35Y+HFQwfpfcg6f95qNsW1bhPZpEmD9h163HKrOjiYVO3+U2knTuz+/df0M2fSTp1UqlT1Wrep37bdNffcGxwTQwLC5VBYpVI0bcqGXsMvAlciPVasERjrAkZZ2o2x7vtBlXaAXmpY/mZYhxFEqSFQEaLZWLjk/8zH/hOyU+35WYrQKGVsE2Wj1truI1xvWctUuPizgr8vL2hKf34QPVfGt4+ZvcL9GxkLCxZ/aj1zwHrxOKdUKxu31fUerR80gZQ87EbWW3dYju/ggsPj/rdfvt1ybEfRmh9sqWeE3HTRZlHGNVfGNVM366wbNEEREkHKZhfSnuxlL8zmYxrHfrjF6y45//ekadcyouDrfbZTERpN7wO9J3R76KSXg0Y+WImHK++nlw3r59FBvU93KiLquX27gj/eL1zqON5uzFtr6NVL3Nnc9KI1P1ovHBMyLgqZFzmNno9rpoxrqmnXT9dvXOVeZwsWvle47H90EDVzobpNb/lFpj2rcj57jDgrdyKmfuN2xfRnB9D7oOk0OPKFn+TbzQc3GXcssSYds106y4fXUzZspW7RNXjkw0Rd4g9QtJguPdSWDsIf+oA+Pnm/zaFBiUIXQn9kPjTWsPnyWteq/+aUxvOfMvWB1sRmYZca//uHnugg4ulvtD1GsI2GfxfQh8WWniTkpinU9PFvQn/fNO2u0V0zhiiv8Arrgw91yI1PqFr3YLvZUk4XLv/KcnKPkNEe1BIAABAASURBVJXKR9VXNW6nHzpR02lQaT9OOf/utN2v4yMbCPkZ2s6Dvd4Op9IU308sO/VGsBqWvcGGxrCWBS1vVHoLv+QHf0Q5OQAAQFVceR7JyRrhM7pOndhFdqOh6OzZoJYtSSA6t2vn8tlvXDp+XNpCUy16Svj7r/1L/hn7+pvhslZozO7ffl3/2aeFmRmXb2TnDnrauWB+/wceHP7U0+qgoLK/aV5Kyg/33+M1PFr2xus75v8sfWkuLCxIT6M3Tr9pwqK/7/76W16lIlWQtG/fn9Oez046L994fu8eeqI/8o758x6avyAkth6p7P0nzvxu+Zw5lqLCy/unpp7ctHHPnwtHvTij67ibif+7vCi4eXOFSlVa5ReB0sm7gFEs/JI3wlcqlUXD3wz/ZQy9VCxIN23+WjtsCoFyEw0FWe9MsiZeLuC1Z6da6On4DsO6n4NvmBxy+4ukOghZKTn/94QtxdURj76QWI5spaei9fOjp/9C066yr27c+nfut88T8fLKKVvSUXoy7VpeuPLb6Nf+4aMblnV9BU+Ti6K1PwoZFywn9qjb9HS7nGYHpn1r6UDTvj8Nv0q7mVp4uGjWkL/wXWIxye6b0V6QZT21x7jlT+OOfyKfnUt/HFJBNJ5goQzNRNxCGfMhVyBoPr7D7Vo0K6GJjOPq3YZLG4X0pLwfZ5oPb5FtOU9P5oR1hs0Lwx98T92ur+cdEG3mzNnj2a0JRXl0EDTiflIOVfzNqYS876cbNl0O5uwWk/10tvV0gnHrX4ZNC6OmLyDKsl5hffChDpvk+mTLsG5e3s+vsBV2jkvTEunJtGdl2APvEG/K/3enjG9HT6R05sNbHf9RaVRNytrtqmXe+r2Ym8zGaX1eLK3tvVvyhYkEAABApZXrc1QiC78odXy8IiTEXlBAHO/2DwZk/pWVeG7eo4+wpKb3pDsbd+kaEh2dffHiwWVLE3fvOrV503d33jFl2Up5SdSBpUv+eWUWHaiDggc9/HB002YqvT7z3Nltc+fmp13aNvf7rMTEu776poxvSvOsH+6/NzspiXiERweXLmHhV8NOnVsPHhLTvLlKq005cuT4hn9Tjx45vXXLfz/9OOChh8u48YGPPEpPORcvfjjM8Tnt0CeeGv70VPm3/vHB++nPq9YHdRw5ql6b1rHNWxryctNPnTq4YpmjHCzx3PI5s+/49PPK3X9q01dfrv3oAzqIaNy45223x7ZqZbfZss+f3/7zT/SKNHqzC0L3W8cTPyfVfylat5Yv33ObuUowhfWKK9kIX6r/ouesBEyo38nUdpz2+GK6g2njl5qed3ChsQTKJ2/B6yzN0XQcSN+rKxu2shfmWhMPm3avpJlL4fIv6Zt5VavuZdxC8Lgp9JT/2ztFK76iX8Z+sJmP9XJAvezPHiVWs7JBS/2g2/m4Jtazh4pWfUeTHfpeOvenlyOeKOv5RLiUmDt3On0TrgiL0fYarWrUWhEWa7tw1Hz0Pxo82fMz8+ZOj5w2j5RJP3QSzb/owLh9kWf+ZdqxjHVD1w24tYwbqfrDVTbTnlX581+nA8dP2n2EslFrZUxjITPZcu6Aaedy+nCZD24qWjU3aPTDFb1lVctuXFCEWJRjProthDwvv4huYQPRkE9/FlXTjpfvz751bKDtc6Nrk82S9cH9wqUzdKhu3Vvb5wbHPcxNMx/Zbtq5lOY1WW/fEf3y354PQuGquSyRUTZoZcu8oIyJD73rVXqq0d+c0tSfe5IIttT7HTMW3TVjwyd/Kl3kDLkc4ZeyURttl2H0n5hTay1nD5r3r6MRleXkrsIVXwePebKMG/fBh5qPa+b40Tb/kfezIwjjNPqg6x9QNe1EH0br2QM0cnWGYu6q5e+Oyf9lNvvD0Q8cz2mDCJQkFmUZN/wfG+c2Hm6p11nJe4GVjwAAANWorPxLqvwisnfpriWQnToZtm8nznf79W++hQQWmsv8NX0aC7/Gv/eBvC6px63jF82csf+fxbkpKWs//uiGl13Tx7yUlKWvv0oHwTGx9377ff32rmPStRkytPMNN/78yMM0pTr+7/rDK1d0HDXa6zctysqi4RHNy4i38CjhH8f7/PCGDR+at4DGamxju2uvG/jQw/+7ZRy9Fk3Hys6/yrb9px/Zz3vDrFk9xk+QXzT4scmfjr4+LzX16No1VoNB+u4Vuv80FNv4pWPVD/3xb3v/Q/lqzZ4Tbl/wxGSaKq7+4L02g4cERUcTv2XLzzclX2Rj1vxLzvOw5VAe0qPHSsCkT8jNg6arT61SCCZiNRpXv6u/7UMC5WGzGv9bQv+r6TI08rkf5JcEXXtPxkuOtWCFq+dGVCHQucxqDh43NeQWV9ROwx1d79EZr9xEn2RNe9fQe1JGTY1h+2K2Wi3q+Z+UTYqP8tnjuuBxT+d8+qhp72rz4S22lDPKBi3K+P6OLKlxO9uFY8adS8PufcOthMqwfRE95/Sh9F6VehM1/3AVLP7MeV/VUS/8LK+m0ZO7rcPuynx9HB0bdy2rRP5FHI/5cOOWP2l+JBoLOZ3rAxsalAhpiY6RQkn/LSxHtslDGfPBjfRc1byLIsR1rJu8BW+yREY3cHz4g+9KD6N+yMSiZp3zf5tDxzQ0iZmz0u0RptdSt+0b8djHisj69JEUctJIOVXhN6cSDJv/IM78MfqVRZzW9Rqn7T1aHPdUxkvX04eraM1PZedfxCcfant+Vh6LVkOiol/5m6/XhO2s6zdO1aJb7pdPe/4U1fJ3R+9A7ncvGLc75i3K+PZhk14h4MG4+gNidsy77ApVVq9npJc2t8ovz0/RCD45AwAAqKxytRThPDpSazu6JnA5u3eLNhsJLGd3/Je0bx8d9Bh/m9uiPBrcjHntjdB6cXS8e+FvgtXKtu/+/TdTfj4dXP/c81L4xYTE1qN5EBvv+u1Xr9/RmJv7w/33pJ9yrPXwDI+Is7SKnkc2jneLn9RBQdfcc69jceXTz0h3phLyLl2KaNQotnXr7rfe5nYR/RZthzmWZtBYMD89rXL3f8WcN2lGQR+KW+a87daqTBcezh4fmqAdXLGc+LOsba4VKzSn4Zo397pgAdPWcnJ72pGefKQ3BiQ0ztjrMbazZd9fQspRAuVgL8xl729Vjdu6XUTTIvo2O2j0Y/oB1fOphrbXaCnCcH2L+Haudks2s+3SuTKua8+55PgPr2JlLHL64XfrBtwaOnGWQnflpoT6/o7ncNGQb96/ocTt52ZYnOvRtD1GlhGm1PTDJRbm0bBAERyp63uT51IyVYuufL2mxLkekFSKttu1jv/YbeYj26SN5oObiDMTUbd21MSZT+y8fH9MBsvJ3Y4rdhnq2mI2Gv5dQAd8bHz4/W+7xS40ldN0HUYHtuST8m8hCbvndUciQylVfEwjUs67XYXfnEoQctPpOb17UvjFcNqgoBH366+9J2T8c47Qrez77HsPtXHHEtHkSFiCRj0shV+M7pox9FfO80aq4e9OsGW9dzcLv/iYxjRHc+tZBpQ9/ZRlt2u9bXb7u4SgGHnNF4vApGMfyz8/AwAAgKqo2PEfJUH9+rGNdqMhZ8d/JLAkHz7MBsOe9NJUiOZBgx51vOu2mc0pxYvdko84rhLTomVXb9VwDTp07DTacXSk5EMHRY+jgJsLC3984D7WaMxreERFNWlKnMHc6vffzb+UKr+oz513jZr+Urebb6lK/68JH3783L+bpixb6XWCFVrP1fbLavLSwvaK95+mY8c3/EsHrQYM9NpEP6pps9hWregg5chh4s8y//2XDbh27Xit1vOYTZ6JGJSHFH5J7wfYmwRrn8cEvevICYbFMwmUgyI8htOHEseCqe8NG38VjYXyS8MeeDv0junsbXbVaXuO9NyoKi4qsRfllnFdlvsQwZr9ycPWcyWONazpOCD8kQ+DRj3k2WDek37Q7SxHMDj7nUuM2xcRu+DYYfBtZVy9ph8uLjgs5p219f63j/5EXnfgwx0/o2itZPtwTcdBrHe7+fBmaSNLT9Qd+qmadyXOZuekuNbbfHADe1ikrvDWcwdZK6iQMU95DQpDb3Ut97Oe2e92ERcUoWzUhlRcVX5zKkHpzIaspxPy57/uFjUGjXww7J439EPuuGLFmQ8+1NLxGYOG3+V5ayE3T/XcWPW/u7wFb7BkWRFeL2rafPoXRMCDYdEs1pHNqo3K7nCP17Zf8vovIvv8DJMHAACASitX/3viUYuhqldP1bq19eRJujHj3/WRAwaSAJJy1HGg7qCoqLAGDbzuUL+t61N6mpQ17uZY9nLxoONQdPWcLZ+8XiWubbtDK5bTqCjt5Mm4tiXqCP6aPi3rfCIbRzfzvqbgmnvuPbZurV0Qtnz7DT016dGz7bDh7a+7jiZHpLrRXO/SieP5aWlFWVn56ekX9iec37uHXSRYLZ77X/H+56a42rvu+/tPeiKlY4+8n7Lm5OTtT2Bjvm9fz8Il9O+oKM5bFzC73S4dCNKu1hkGzwxZ6XgXJ1xIsB5YqupyE4ErCRrxQOHiT4jNkjd3Rt7Pr2raXaPtfp221yhFaBSpVsooL/3pFUGu5uWi2VjGdfWDbitc/rVYlGM5sjXz1a18dCMaE2h7XO9oLl6RPyIaMGk6Dzbv/9e0d41oMXFqLdtu3OFY1UhvVt26V9m3UGsPF3G0BMq3XjgqZF+y52bYMi9aTuyyXXAeg8VWyfJeTqund9h8aJP5aPEnVaLIOlLR7YrQmCLHP4SB5imqlo6DFJucVXJ8VENlvCtskqIWaYsbR9kaW9xH45uSVE07kEqpym9OJQSPethRqCXai9b8QE+qpp0cv2y9Rl9hlV9JPvhQs0I5LiiM81ax5ajwct6afGMV/+7M+zcY1v3Mfq6oWX/wUQ0IeLAeWW1LdFUCpnd9nNMEKbwd9hGdvwAAAKpdefvfE4+FSEFDhuQ686/s/7YLhiJeHzjNTVlVV2R8fGk7RBVflHLEkddkJSYacx0fR0c0KnVxR2TjxtKNu+VfNDxS0I/81BqLoWjRrJeeWPSPSqdzu3rTXr3v+vKbP6Y9x74ROyzj6vffpbFag/YdmvTs0XXMOLd1hRVlzMvbMf/nM9u2Je1PsFdkTesV739uamo5byrtxAnBYqniD1JXMtatZQNRqVR0764oyev8FTPa8uM8euGzBMzSbox13w+qNEcAbVj+ZliHEUSJtTZX4FxZJhY62k6JNNZxvGM/tCnvp5dVzbsoG7bW9bxeIzsaXVVw+iuvTywNTZeiX/4z59NHbKmOdkiOHkyr59KTIjhS1aq7ulkn/bC7yplA6QfcSvMvGu2bdi1nre6FS4nWREe1qW7AlY+5UQsPly3lTNGauTQ3ES6dJdVN02UovcP0lmmmpgiPsZ47KBblEWe9kiIkgiUg5qPbWSjjeKDoRbKfyJLoKstVllxAdxnH8TGNhDTXQyqnCI4glVKV35xKULfvFzHl69yvn2GrBa2Jh+ip4K8P+bgW6qbXJnDaAAAQAElEQVQd1G370FSI1XaVzdceanthDikuIfR+a5FxrGv+5dup2t+dYcsfzlvhI5/5FuGXd4LVsOwNNjSGtSxseYPSW/jl9ciPBNMGAACAqrlC/sUVt8D3rGQJGTYs97vviN0u2mxZmzfFjhxNAoXFZKrQ/jZzJVemMHSaM/69D3IuXlz70QeZZ8+s//zTkdOme+7WesiQF/7ddGzDvyc3bTy5eRMLwi4dP0ZP+/7+8+TmzRM/+z9SWTkXLnx/z525ycnSFl14eMNOnRq279i0V6+khIQNX3xe6fsvPT797ru/3fBrSZk4nif+KWO960heXLduV1z8SKB85CVgFAu/WCN8FoHR6LVo+Jvhv4yhl4oF6abNX2uHTSFwJSG3PBM05A7jjmWm/estJ/c4a0BE69n99GTcsjD09hlBNzxKqkGVftWVDVrEvL3GfHirad8a09419rwM4nhLn21OWEdPRRt/j529kgsOu+LtaLuP4PShoiHf+N8Sln8ZNi9kd08/eEJ57km1PVzFa9/kzAnrsz99VF6Gowivp2rSXt28i6bDwPyF71pO7iJVQBO6/PmvEUfB0Tr9kImsIxUf3Yi1iFI17Uh/CseCtTFPWM8dog8vcT5il++ypfgFUVHhJ2dOUYEeC25XJbVL2+O6ep/uMO1ZZUpYbz68hQVhwqUzRnrasYT+u0c+O/eKN+J7D/UVHn9O4+WANlX5u3Ms8KQ/abPOpZWwgXnr92Kua66V1udFeeWXW+d7z2kDJg8AAABVVIH6L1IyBeNDQjRdu5qdfeIz1q8PpPwrpmmzoszM7AsXStshp/gYf0FRjmM2RTVtyr6U50dupIs8j284asbMzjfeJFitB5cvTTtxYut333a4bgRbVulGHRzc5aYx9GS32c7t2nl6+7az27cnO6vVjqxaeXLjhtZDhpKKo2nCL089we5h55vGdBw5qkH7DuENLy8/Sdq/v4yrX/H+S5V0ol1s1qcvCUSmlJSiM6fZWNGnD1f64kfMYivK6ypI+vaArYWkhPqdTG1v1h53HMvPtPFLTc87uNBYAleiiKwfNPphehKNhaYDG8z715uPbrc7G4Hn//2RbuD4mljfV2EKXtN5MD2F3TfHevag+eAG06Et1rMHiGC1Z6cULP409K5yHFpOqdL1HWP4dz7NNewFOYqQCLb4Ud22T/lLVMr7cEl/2qLd80bspkK3LUJ6UvYXTzjCL6U6aOgkTZeh6uZd5eGCaK/8gU2ke07DCFvSUfOR7Y5QxtmbSd3+Gnappv01jlDm1F4i2OgPRZwHxNQUX0op45qyTzCES+cuHxDQ7afIcLxcSgcx9FOcLpj+O9KT46E4so2mV+YjW23Jjjp3x/rZfWvkWZVXvvZQ86GRtqIcW0ZSaTvY2LEpvfwklfq7swss1FPWr8C60auKWJRl3OD6qDKvyXWWep2VvBdY+QgAAFBDynv8R/n7dumFOWjIELZD3v4E08ULJFBExjuWHtAIzGr03mQkN8XVHzeujWMlo1KjYRFPThn5V6rrKvXbuR/hq7kzEuJVqnFvzGZb/p45Q7Bc7rRF3+cbsrNptETvEtuiUCpb9Ot//fPTJv+9eMKHH7ONJzZtJJWStHdvqrPxVsdRo+mttb9uhDz8IsVHnyzNFe9/dHE+mF6cEHnaMX/e3j8Xnv1vO/FPKcV9zUSdTtWpk9fFjwi/qk6eJ0rt8CnTkJfsvLOvE/2jXfUOgTLQ96jZqY5OQxZXYabjbX/fm8If+6TeZ7tYeRSxmqXO2XVFNOTbUk4LqZfXA6qadw4e93T0y3/Gvr2WrXI1Hfi3nLemH+hc5yjaafJF38+zNV+6/uU4bmMFHy5O4fpUSfTWLVHIcl8Mbtj6F3FW/YTeNi307tdo4uBWWSNkl/X0W07azkPoueXINpq8WE7uJY4spj+7SNNhAHH2pbKc3mdiK/I6D5bXHylZQ3SalZQSo9hz0lgfd5XH8Sv9A03S87Ns54/aczNcW3glfRBoxBPz9hrpuASmvevKc2M+9VCrmjibgllMNPb1vFQsPrZpiY1V+LsTbVZVq56OU9OOBLwxrnqfmB0huF2hyuzxtPQS5lb5hZkDAABADanY2gS3kpagfv244lZNF3/7lQSKDiNdR57a++cfnpfabbb/5jvau9IHoc1Q12G/OlzvuErKkcM0pfK8Sv6l1EMrVxDngSBD68WRUjTu1r3PnY6DNGWcPv3v559J23MuXHirb6/Pbxq99YfvPa/Vsv8ANjAXFZFKySnOLht17uJ5qbmw4PiGDWxcdl+w0u6/Jjgk3HkkgcRdO9OdPePcJO7eteyN1xa9NGOPtwfc9wmFhemrVrKxo/hLqVR4cJvIEsxlK4IrefwN6SlIesPABccYe09mO1sS/hZSjhIohWHjb2lTr8l8fZzp0CbPSzXOd++U24EOvbq8WtluJ9VLFNNnjMiYfm32F096XsjHNVU6F5SJpvI+6aladOXjmhPHYsN1pt2Ov1ZOo9ddM+aKV6zow8VpXQvKbKnunbxEk8FyYqfbRiHdlXSoW/XwvH3ryb32bMdnJ6Iz9ag0bffriHMJm2HDr8TmCPK0xfdc3bYP62xl3LGUHe/PrcpJ22sUSz0MW7wfvaRw5TeuPbuUtwC5Bn9zyiaFTbKFqELa+bQne2S8PLpw2f88r3H5n9hsIOXgUw+1pquruZjR2w06slc3Vfu749RaGpPRU9CI+wh4sKefsuz5nY2z2t0lBMXIwy92Lh3jmL3GYZ4AAABQvRRX3EP+dt1tPRev0+mvdbVzSl+31pKVSQJCmyFD2TK9dZ98lHyoxFGWjHl5f057Pmmv40PdlgMHaUNC2PaBDz2iDQ2l8dCimTMK09PlV8k4fWrB45MN2Y5FASwmK8P1z70QGucIyLZ8/23qUdd7+Mj4+EZdHIdO3/Xbr5752tHitusN2ley3Qb7jlRSwj63i6wGw1/TXyzMcP1EdsFeiftP9b3rHuLo+mr9a/q0wowM+VWKMjP/efVlNu49cRLxQ8l/LLQX9zjjhw8vI/wiUGUlnoJkfYKtvR+1Bddn+xgWzyRQCm2v0YRzPPPn//6ue8hlt5v2rGZD1qK7bFLzICEvnVQvjtP2uJ7+15Z01LDR/cMVupGt23KVt5QPKwEzn9xt3O34NILmFNKxIMtQ0YdL1dh1eJOitT/K96WRQd7c6aIh3+32+UjXL63l5G63i2g0lvP1VOl7kSqgd08RFkOKAxRlg1ZccHjxPVCyI2DSpM/R4J9XSXkNowiJDBpxP3FGh+zQfpfZ7YWLPy1a5fhgxrGUr9NgUj41+JtzhW/MEec/upB3+WXIEes0dpRT0UfAdt49OjftWs4G5TyWpU891PSXXOH8BStY/AlL3CS2pGMFiz91v0IN/N2BxLBoluPfnc6stFE5He/hS+F15oD5AwAAQLUob/8vz/oL9vIcPmFC4apVHJ2aC0LywoXNJj9OAsK1Tz/z7aTbTQUFX42/hWY3DTp21IWHJ+7aeXDZsvy0S3QHfWTk2OLlfo4vIyIGPvTw2o8+vHjwwOdjb+x3731R8U1EUTy1ZcvB5UtZA/imPXvRfcr+vurg4NHTX/pt6hQapdGo6PG/FyuUjn+jEc8+98N995gLCr6+/bYuY8Y06tw5NKZe5vnE4xv+PbNtK92hXps2vSfeSSqlYceOQdHRNIc6umb1opem95xwe1zrNrkpyWd27Ngxf17m2TPSnlajoXL3v/+DD53+b9vpLVuSDx/67MZR/e9/IKpJU16loonbvkV/s3Wd9PvSh4j4G7vBkLpkMRtzPXoo4uI8w6/SSsCg/DhvXcDsdrt0IEi7WmcaNCN4haP5vXAhwbp/iarrlat7rkKKkIjgmx4vXPJ/wqUz6c8P1vUfp4rvwGl01gsnjNv+Yt2FdP3GlWcFk9QgLPerZ+hVFCFRQSMfINUk5MbJpp3L7AVZeXNnmHav0rTvp2zQUshOtZzYZdy1gobxnFoXOuHF8t+gfvCEgr8+JBaTkH6efqkbeOUjP5KKP1yaLsNo3iEW5poPbcr55BH9sDtFq8VyYodh6190o6brcNb4SaLpPJiVHeX/+aHdVKTrfQMf3ch24TgN6WhKIkr9wuw2xwJMdeWPbUoTE+PWP9kddhQiyS9q19dydBv9gMJxUZvenD7E7bohNz1u2PgLDe/yfn7FlLBe03WYMqqh5ex+0+6V7CiBVPjDH3hesTQ1+ptTNj4kSshKthz7L/erqXxUQ12fG5Xx7ULvmJH9/r2ixZjx+s26vjeqW3bnw+vZLp017VvLckk+rlnwiPLeQ995qDmtPuLRj7PemUTj18zXbw4aca+qaWdOpbacOVC0Zq5j8aNSw4rULt+BKvzd0Ygt89Wb6ICv1zT2/Y0EZKxHVtkSXeWfGd2f5DRBZSRfqPwCAACoIRXrf088+u8oo6ODhg83rHWUIKUtX9r4rruVIeWdAfuyJj173vPNd0teeyU3JeW/eT+5XUpjmlveeY+t6ZMMfPhRpVqz/vPPirKyaBDmdpXek+68/vkXWBhUto6jb2i9eNHJjRsuHT+28csvhj31NN3Y/Jp+o2a8tPLttyyGot2//bq75GrTBh063v31N0pNJd8aaYJDJn76+bxHHzYXFu798w+3VZ/123cY9Mijv091xApZSUktr3RrXu8//Z2Z9NkX/37x+bbvvzPk5Hg+Pm2HDb/p1deJH7q0bKlQ6HqPqrjxRnlTKtR/1RDOoxc+S8AsbW+07v1elXaAXmpYMTus4/VsMRG4Cbn1OWvSUfP+f+m7XFZRIqftOYq+wS7P7Wi7Ds9TaYjVTAOFwqVfELW2GlMMRWRcxJNfZH94P00laJZkLrn8kNOHRk75SlmRhlOK0Gj6Zt58eItjHB7LmjGVR4UeLpo4hN31Go11HCVf+9bQk3RR6KRXVM06u+VfNB8JmfBiwcJ3aQxRuPjTwpIlOTQvU8W3L1ziOPyu7dKZqhxTT9ttOA1lXDfboX+J79JhgCMZZLt193KIXi4oNHrWHzlfP2s7f8Tz30IRXi/8kQ80HQeS8t+ZmvzNucK37nl90WrHkRyN2x2fW9AoMzi+nabToJAJ0woWvkf/FYxb/zKWXBiobNAqatq88oePPvVQq9v1jXzuh+zPHqXJb4nfXk4Rdt8c+lBIsZrrW1T33x04CFbDsjfZ0BjWsqD5KKVsqiBNGLwe+ZGg+AsAAKD6lCv/YpUXRBZ+0beadEBfpwVBCJ0woWj9eo5uMptTF/3d+J57SUBoPWToU8tW/Dfv55QjRzLOnMlNSQ5v2LBBu/bdbx3fol9/z/3pzKX/Aw+2u/a6nb/MTz99OuP0KWNBQWTj+Ga9eveeODG6eQUOhzT29Tc+HT3KUlS46asvO44cFduqNd3Y774HWg8avPnbb1OPHinIzGRrEiPjm9Adhj7xpEqnI1XQtFfvqavWrP3oo+Qjh2jkZy4o4FUqdhg8vQAAEABJREFUmnz1HH8b/Xnpv/Tq99/NTU4+smY16/BVifuvDgoaOW16p1GjExYtyjh3NuP0aVNhYVhcXFR8PL3NVoPKu3DGp4hW68WFv7m+6NyZb9RIHnu5RWCk5GpiAhUkLwGjWPhFsYeaPgMplcqi4W+G/+Io+xIL0k2bv9YOm0LAE8dFPjvXnLC+aO2PtvQke34WqzOi8Yp+0G1sBVZ5KMJjoqf/WrjyW+u5gzTI4FQ6e24G3UiqCX3rHvvx9sJl/zMf3mrPz7QXZDvKT7TBmq5DQ297kXe2IqoQ3YBbWf6l738rKf/fYAUfLkc5WKM2hSu+cdTL2MzKxu007a/R9hypbtPbcmKP580H3zhZ0+6a/D/eF9IShdx0+laZU+tUTTs5tncdaks5zfIv445lIVXIvxwr5pRqZ79zzi1AUbXoSr8jzTscd76n90X6ykZtYt5YZlg/z3x8py3ljO3SOUVwmLJeM13/m/X9bq5oYVpN/+aUIfT2GZwu1Hx4k/X8UWKzikZXKyv6aGu7X1e4+DPr+SNCfrZY5GgYr4isr+s9OuTW52lMVv5v4VMPNXHWGNZ7f1Phiq/NhzbbMi/yYTGqxu10A8dre4xgUaCbav+7A/PW78Vc1/GR0vq8KI+93DrfcyURzBYAAACqlSvYuiK2G1twRNHYy2azWYulf/ihaeNGuoNCp+/583xleDgBuAok//7b+e9cDYn5mTNVzZurVCq1ExvQc6WTlIVhRltFns9F8qcji8WiXfGc9tjfjl1VurDnN3GhsQQAAKAuiEVZee8PZod9zGs6Im3gm3RKIM0Q2LnXqQJmC37tw3Xz5+1yHRmpS8NWP937GgEACDjTp0/PycmZMmVKhw5+0xtUQSrIswUYFTZhAvss3W40nPvqfwTgKmDNyrogrY1t317RpIm8eQfWP9Y0t2chafGIafAMO+/sa241Gle9QwAAAOqIcdX7LPyyK1SZ3afIlz1KxV+eswWEXwAAADWhvPmX/DVY/raTvXKrGzXSj3Adxjtj/bqCw4cJQKA7+7//Y4d9FOmfw623Kkq28/AafmFGW3Wcx7E42NOR9MhzwTHG3q4DcVgS/hZSjhIAAIBaZ08/ZdnzOxtntb9bCIrxuuxRWvyIzvcAAAA1qmL1X/K38fLKC/rKHXrPPVxx5/vTH31ABIEABK68/QlZm12NgRXDhvGNG/OlHMKJDQhirxrglsVLKZi19yO24PpsH8PimQQAAKDWGRbNop+R0YFVG5Xd8V6+FGV8YAYAAADVqMLrH4m3ZUeUKiQk5L772A7GC0kpi/4mAAFKtNkcIS8TGqoYO9at+Es+o3Vb/IgZbdW5lYBJj/PlR16tMw6awXYWLiRY9y8hAAAAtch6ZJUtcScbp3d7kr4wlZF8ofILAACgFlQg/7risqPgYcOUrVuznZN+/smalUkAAlHKHwvNqamuL26/XaHVXnFGK4/AoBq5pWDSP4Gt7Y3Wel3YPoYVs4nNTAAAAGqHYDUse5MNDZHtC1uM8vycTPpSgc5fAAAAtaIy9V/E2/pHdh7+5JOE54mzEf6Jt98i5Tu4JIAfMZ5PTCpuey+2bcv36FHadFaBzvc1xmsJmPzdhVKpLBr+JnsGEgvSTZu/JgAAALXCvPV7MTeZjS/1niafJ7g1/3L7XJkg/AIAAKgxFe7/RbyVgEnvOdWNG+vHjGE75x/Yf/HXBQQggNgNhmOvvCxarXQs0t/4e+7hvfHs5YFJbbXzGoHJ/xVI/U6m9rewnU0bvxTz0wkAAEANE4uyjOs/ZeO8ptfbYtqxlyd58uU5VSAAAABQwypZ/0W8lYCxl/bQiRP5Jk3YPkk//oBjQUIgOfH2HFOK6xNdbvx4RVSU5ye6CtmxnDCprR1en44o8+AZdl7r2MNqNK56hwAAANQw46r36YsOHdgVqszuT8lfleRTBXxOBgAAUMsqnH95loC5R2AaTcSLLxKt8z2nKB5/41VbXh4B8H+XlvyTs+M/Nha7duWHDvWc0bKB57yWYFJbA65YkcoFxxh6P852tiT8LaQcJQAAADXGnn7Ksud3Ns5sf48QFOM2T3Bb/IjO9wAAALWm8vVfpOTKI/krurp+/dCnnmL7WHNyjr/5OhqBgb8znDlz7ssv2FiMjubvv98z/Cot+YJa4BZ+SU9Ktt6P2ILrs30Mi2cSAACAGmNYNItOE+jAqo3K7XQv7428ZyU+JwMAAKg1lcm/uCt1nqb0fftqRo1i++cf2H9h3s8EwG852n69Oku02RxfKJXcY4+xYz4qnaSBFIRJn+hiUlvTSns6uvw2Q60zDJzBdhYuJFj3LyEAAAA1wHpklS1xJxtndJ/CqbRXDL+k62KeAAAAUNOqVP9FPGou5MLuvVfZogXb7cK8n7I2byIAfki0Wo++Msuclub6+o47+EaN5MVfbu085OEXgVrkdQkkJbS70VqvC9vHsGI2sZkJAABA9RKshmVvsqEhsn1B8+s9p8cK2UGi5Sv3CQAAANS8SuZfpXUBkycCSo0m9PnniV7PrnLirdm5e3YTAP8iCMdffzX/wH7Xl716Kfr39yz4cvtc163sC1PbGuVZAub5jFQ0/E22CFssSDdt+ooAAABUK/PW78Rc1xFyLvWeJp8buPVJ4EoimCcAAADUiiod/5GUueyIUsfGhk2fTlQqxxUE4dirLxccOUIA/IUonnz37ZydO1xftWrF3X03X7LbvQTtPOqQ16cj+XMRqd/J3GE825nmX2J+OgEAAKgmYlGWcf1nbJzb5HpbTDv2MuT2OZnbPIEAAABALarq+kdG/rbTLRfQtm8f8vzzosLxjUSL5ciMF4vOnCEA/uDMZ59kbviXjcX4eP7JJ3mNxq3hl3TAR8/iL6gTpSXypkEv2nnncWmtRuOqdwgAAEA1Ma56n7640IGg0GT1eEr+6uPWJMFz5SPmDAAAALWjqsd/JKWXgEnpgK5795Diw0HajYYj054znk8kAL4t6Ye5acuWsrFYrx735JMKrVYefqlUKt5j8SMmtXWF81iU7VYIxgXHGPs+yXa2JPwtpBwlAAAAVWZPP2XZ8zsbZ3e8RwiK8Vz2KJ8nuHW+BwAAgNpR/fVfbjUXrgisf3/9o4+ynW35+QenTik8fowA+Ca7/czHH178ZT77SoyK4p55hg8N9Sz7cuvogZWPPsIt/JKekay9HrEF12f7GBbPJAAAAFVmWDSLThbowKqNyulwN+8NmiQAAADUuWo4/qN87BaBycMC/bBhurvvZnsKhYWHn38W7fDBB9lNpqMzp6etWO76MjRUQcOv8HDpN1mlUrmlYG6VXwTqCHelpoQKlcY42BV7CRcSrPuXEAAAgCqwHlllS9zJxundp3Aq7RXDL+m6mDMAAADUpmqo/+K8HQtS/qovpQZBN96ovece0XkYNrvZfHTWS1JzJQBfYM3OPvj0k7l79rAvxagoxXPPKaKjlaVwm9fiE13f4XUJJGVrM9pSvyfbx7BiNrGZCQAAQOUIVsOyN9nQENm+sPn18s+ApUmC50dlmCQAAADUvmpb/0g86r88S8CooNGjg558krXDJ4Jw8q3ZqYsXEQAfYDyfeODxxwxnz7IvxSZNuOnT+Xr15BkuK/5i527tPBB++QLPEjC3CIz+wxmufdMZwhOxIN206SsCAABQKeat34m5yWx8qfc0vhRu8wRMFQAAAOpE9eRfkrJLwFhwoBs4MOj550WVil3l3BefJ/0wlwDUqbz9CQeefMKSlcm+tHfuzD37LB8SIqVdbssepcM+elZ+Qd3yugpS/nREYtuaO05gO9P8S8xPJwAAABUkFmUZ13/GxrlNR9pi2sk/+vVc/Ih5AgAAQN2qtvyrtEZgniVgSucRIYNnziR6Pdv/4i/zj82cIRQVEYC6kLnh3yMvvmA3GdmX4ogRikcf5TUat55fUgTm+aGuQnH5TwmzW9/hVpQq/auZBr5g57WOPaxG46p3CAAAQAUZV71PX0ToQFBoMnpMcfusxS3/QvEXAABAnavO+i/OWyMweQomDxG0bdsGv/oqCQtj183ZtTPh4QcKjh4hALUr6ccfTr41m9jtdCxynHjXXYpx4+Rxrdf6L7cZLZH9/hOoa57PRW6FYFxwjLHPk2xnS8LfQspRAgAAUG729FOWPb+zcVaHe0R9lLTiwWv45db5HgAAAGpf9a9/JKWvPHKLEjRNmoTOmaNo04Zd15KRcejZqcm//kJYbx6AGmZKSTn8/LMXF8xjX4pqNXnqKUW/fp6/q27hl+eyR4RfPsvtuUh6RrL2fsQWXJ/tY1g8kwAAAJSbYdEsOnGgA6s2Krfj3WVUfuEIOQAAAD6imvMvUkoEJm8+LQUKlDomJuTll9Vjx7quLAjn5353ZNrz1uxsAlBjRJvt4i/zEx5+IP/AfteW0FBu2jS+XTu3yi+p5708/PJczkAwnfUxZT8ROf4FVRrDYFfsJVxIsO5fQgAAAMrBemSVLXEnG2f0nMqptFcMv6TrYrYAAABQV6o//5LI33nKyy7ksQKjnzBB98ILJCSEXTFvfwINJtJWLEchGNSEwhPH9z/6cNIPc0WLhW2x9+zJvfwy36iRW+wlz2rlnb8QfvmX0ipShTajLfV7sn0MK2YTm5kAAACUTbAalr3JhobI9gVNr5P3+pDmCdLArVQcAAAA6kqN5F/SC7xbBCZfCOlWYqPt1i14zhyuRQt2RVt+/pmPPzzw+GNFp04SgGoiGIrOfvbJwScfNyadZ1vEsDD7U0/xDzzAh4R4DWflxV88DvjoVzxLwNwiMPpvarj2TRaziwXppk1fEQAAgDKZt34n5iaz8aXe03iPnl9eky98WgYAAFDnaqr+y2sEJn/b6Rk0qGNiQl99VX3nnUSrZdctOn3qwBOTaRBmy8sjAFWTtXnTvgfuv7TUtcyNhh7ioEHcq68q27env5Oq0rmVfXmGX5jO+iyuzI6EFIlta+o4ge1M8y8xP50AAACUQizKMq7/jI1zm422xbRjryxKb4eHlh8kBwAAAOqcktQY+novOisrpBd+Og+QLiKlHKNNN2qUslcv0/z59j17HLuKYtqK5ZmbNtYfM67B+NuUoaEEoILo70/Kn38UHj8mbRFjYsR771U0a1ZaWSKbxXrOZd0+yCUIv/yHFIHR5yWWgtntdnpuHviC5uRyhbWIWI3GVW/rJ3xMAAAAvDGueo++WNCBoNBkdH/S7TMViVR0jOIvAAAA31GD+RcpMwKT70PcUrCYGH7KFMuhQ6Zvv+Vyc+mlQlHRxV8XpCz6q97oGxtNmKCKiiYA5ZC3d8/5H+YWnjgubaHJh3jddYrRo3m12q1bR2nhl9TADuGXP2LPQmUUgtmDY4y9nwja9h7dwZKwSDPgYb5BewIAAFCSPf2UZc9CNs7qeJ+oj1IWzx+8Vn65db4HAACAulWz+RcpJQKTfxTmlWOfzp2V779vXrzYtmoVEQS6s91kSv37z71Y8oQAABAASURBVEtLFseOuL7RpLs09eoRAG/or0rGv+svLVvq1j9OjI8nd9/NN2zotSGd20CefCH8CgzyEjCp/oueW3s9ZDswT1mYSvcxLJ4Z8vgiAgAAUJJh0Sxn+wRi0dfL7XCn18ovt8M+ovgLAADAd9R4/kW8RWCkuBDMMwVjMwabzeY4p/+//Xbb0KHmpUuFbds4m43uLNpsaSuWp61cEdate8zwa6MHDFTo9QTAyXghKXXxoox1awWDQb7d3rIlN2wYDVVpsuUZfnkmX55TWLffWAL+w60EjOVfUgTmoNIYh7wcsuxxuoNwIcGy/x9117EEAACgmPXwSlviTjbO6P4Up9JeMfySrotpAwAAgC+ojfyLlBmBEY8DtLEBjcBccVhcHP/AA8LNN5tXrhQ2buTMZsd1RDFv3156OvvZJ5F9r6FBWHiv3pyyln4c8DWm5OTMTRsyN28ynDnjdpEYHk4mT1Y0auTZ+1wefvHeFjy6rV9A+BUA5CmY1AWMsrQeaanfU53qaDtoXDFH3XEkUWoIAAAAJVgNy2ezoSGyfWHTa5XFLyJuk4fSGiYAAABAnau9wIjNAORVGFIi5rn4UcIKwRyiohQTJwo33mhZu9a+fj0pKmI3azebMzdtpCderw/r1j28ew960jZqROAqYEq+mPHv+qwtmw3nznleKkZGkhEjuH79FCqVFGl5hl98yc4dUizClWxey24TE1k/JS8BI87wnXXBlyIw+jtguPZN1c+j6C5iQbpp01fa4U8TAAAAQsxbvxNzk51D7lLvabxHzy+vyRc+NgMAAPAptV0wJb0LZefsXSgpTsGIrC5DysIEJxaE8eHh/C232G+4wZqQIOzYIR46xFqDUYLBkL1tKz3RsSYuLrxHT0cW1qMnHxREIFDYTabCkycKjh0rOH6s8NgxS1aml51UKnunTqR3b0WHDori1Y6KUo7QJOVf8povt7YdCL8Cg9dVkPQfnZ6zEjAhtq2p4+26I7/THWj+pek1kQuNJQAAcHUTi7KM6z9j49zmo20x7Vjxl9Q5we0jNJR9AQAA+KY6WDDoVohBimsx2EWOd6GC4FkIJgVhdGCnM4y+fe29e9uLimx79gj//UdOlmhzbr50KW35MnqiY2V4uCa2njoyUhMbq46K1sTEqGNilCGhqpAQZUiIQqcj4GPMaWm2/Dxbfr4lJ8eam2vNy3Wc5+ZaMjKKzpwu44pi8+Ziv36Kbt14nU5auug2MS0tAvNMvuQNvwjCr8Ai/ROzKjC+uBe+eeDzmpPLFNYiYjUaV72tn/AxAQCAq5tx1Xv0RYEOBIUmo9sTpc0l3MrGUfwFAADga+qmYRZXsh2Y9CXLxVgKJoURdEoheGAb7aGh/JAh9kGD7Pn5tuPHReeJpKXJv5ctN5eeikq/M6rIKGVIsCoklBT3I4PaJ5hMNppz5eXZTaYKXVGMiSFt2pDWrbk2bRQhIfL6QamkS+nR814eh7nFrCj7CmBuJWDynJ39StiDY4x9ngza+i7dwZKwSDPgYb5BewIAAFcre/opy56FbJzZ8T5RH6UsrhznvVV+KUp2vgcAAADfUWcN4+URmHwtpFtTMFb25ZmFsTIx6dweEcH36WPv1YteXcjNdQRhJ07Yjx3jsrKueE+s2Vn0ZCTgN8SmTUmLFvRc0aKFIjycOEsIvdYMKop70ypkXWk9wy/Pz2wRfgU8eQmYVP9Fz609H7Tt/1lZmEr3MSyeGfL4IgIAAFcrw6JZdN5BBxZ9vbwOd3qt/PL6KRrBFAIAAMDH1OUBE7mSHfGJt0IweTkYC7+kCEz60l6SMjra3q+feM01dCwaDPZLl8S0NJKZKWZkkPR0MT2dKywk4CdElUqMjOSiokhUFFe/PqHJV5Mm7klVcXolL/uiA77kgkeFrBGY21S1tAkrZq6Bh/PWBUyKwBxUGsOQV0KXTaY7CBcSLPv/UXcdSwAA4OpjPbzSlriTjTO6T+FU2iuGX9J1MYUAAADwNXWZfzFlFIJJ0YaUbbGx1K/HVfzlgTW0dpwrlWJIiNiypViMOMM1MS+PGAxiURE9cUYjPSdGI7HbpXvF9iT+M30xGo300dBoNCqVivgbx6PN80St5jQaek4zL8cgKIiLjuaCg0nJwyN4Tb44b8seJaW1t5d/VCv/LgTT1qsDV/KYG1IEZml9vaV+T3XqHnqpccUcdceRRKkhAABwVRGshuWz2dAQ2b6w6XClrK7cs6hcPjkhAAAA4HvqPv8ipReCuR0p0i0Fk9YrlZV/Oc+9cNYTSXEY+6bSwB8VpqbSCCwqKkoXFkb8n9c6rDKSL0628lE+Lk/BF8q+rjZcyUNwKIq74EsRGH1jY7j2TdXPo+guYkG6adNX2uFPEwAAuJqYt34n5iY7h1xanxdZ7OXW9ssz+eKw8hEAAMBX+UT+xXAlm+KT0lMwFmzJoy7P8OsK+Zcs+QqMFMxms5nNZjrwx/ovN55pVKXzLynU4EqukUTydZXjvK2CpL8n0rOHENvW1OkO3eHf6A6mjf/T9JrIhcYSAAC4OohFWcb1n7FxTvMbrNFtPYu/3DrfYwoBAADg43wo/yKyQjAie4PKlUzBpCWQbnVepSVf5YnAiEcK5ndY/kUfIrVaTfwcV478Sx5jKUo2//Jc3iifm8oRJF9QshG+VAJGz82DXtScWKqwFhGb2bjqbf2EjwkAAFwdjKveI1bHsZEEhSaz2+MKb0eRlleXe51aAAAAgE/xrfyL4Uouh3RLweRBmGfO5Vn25TX/Yjfrtf6L+GcKFjD5F+ex5pHIIjD6j06KC3a85l+ctzovNjclsgSNlJyeYqp6FXIrAZP/qrB3NXZ9hKH3k8Hb3qU7WBIWaQY8zDdoTwAAINDZ009Z9ixk46xOD4j6KFbxVUblFyYSAAAAvs8X8y/miikY2ygVgimKu+aXnXyVln+RUmIvf8nCrFaryWTyx/yrtCmjW/JVRv7lFoR53eh5U2V/d7iqSL8qYvGBINm5rdeDtgM/KwtT6T6GxTNDHl9EAAAg0BkWzaITQDqw6OvldrizjMovrvRDSAMAAICv8d38i+E8WuMTj75gnsnXFWMvsdydv/wo//LT+i+vM0XOW+d74u34j26ILCNzuxZB8gUlcd66gEkRmINKYxj6aujSx+gOwoUEy/5/1F3HEgAACFzWwyttiTvZOL37FE6pLmPZo/QZG4OpBQAAgC/z9fyL4Ur2BXPbKAVhpGRVV2nVXmLpze8Zf8m85Fj+Redhfr3+0W3iyJVcAklKCcK8fklKib0IpqfgjTwFk7qAUZZWIyz1e6pT99BLjSvmqDuOJEoNAQCAgCRYDctns6EhpmtR0+Gebe+lZfJuVecEAAAAfJt/5F+M1xTMbbvbuduAlO+Yj/6Yf9lsNovFQh8Kvz7+Y2lBVdlBmPxLz3FpNw5ASpaAEWfxICsplSIw+obHcO2bqp9H0V3EgnTTpi+1w6cSAAAIRKat34m5yc4hd6n3Cyz2cmv75Zl8cVj5CAAA4A/8Kf9ipOmFZxBGSr6bFcs8wmMZyx79NP+yWq10QkZnacSflR2BEW9ZWGlflnabAHKct1WQ9O2NWHw8WSG2ranzRN2hX+kOpo1fanpN4kJjCQAABBaxKMu0/jM2zml+oy2ypWfxl2fnewIAAAB+wo+zktKCMGktpDwFI2Ue4dGvO38xNPyiERibpRE/xJXZBczty3KWd2FWChXF3sxIVWBSL3zzwGma40sU1iJiMxtXva2f8DEBAIDAYlz1HrEa6UBQ6jO7TfaafMmbf6H4CwAAwL/4d60Q4xaEEY9YxC0gE0t20yf+WfDlhhWq+G/+5VXZZVxcmQeOBCg/txIwKQWTmrzY9RHGvlOCtrxNd7AkLNIMeJhv0J4AAECgEFKOWvYsZOOsjveJ+ihlmYd9RPEXAACA3wmE/Esin4jIIy2vuUkZO/gjln+xN+0kEJX9b4Q5KFQXeQmYVP9Fz6097rcdWKDMT6L7GBbPDHl8EQEAgEBBn9jp3JAOLPp65xveECwIWq22tPALxV8AAAD+KKDyLznPuYhbkVeATVYEQWD1X1fDJAwTTah2XruASRGYg0pjGDwzdOmjdAfhQoJl/z/qrmMJAAD4P+vhlfSJnY1Pt3ogIzs3+VK6UqmMiopq3LixTqeTDvsoRWDEo/coAAAA+LiAzb88lT1B8fclkPTtuee6Tr+GCSXUFXkKJnUBoyytrrPU76lO3UMvNa6Yo+44kig1BAAA/JpgNSyfzYaGmK6GpsM0eXlGo9FgMGRmZh48eDA4OLhZs2YdOnSIiYnB4kcAAAD/dRXlX2Xz93kMy+/oG3VMyAAqR14CRkld8KUITKlUGq59UzXvBo7YxYJ006YvtcOnEgAA8Gemrd+JucnOIXep9wvh4eE056Jf0PDr4sWLycnJ6enp9HzDhg1RUVGdOnXq0aNHbGwsir8AAAD8DvKvAEHfnBPMwwCqxusqSBp+0XNWAibEtjV2vF1/+Fe6g2njl5pek7jQWAIAAP5JLMoyrf+MjXNa3GSLbKl0fuyhVqubN2/epk0bQRDOnj17/Pjx06dPp6am0kRs+fLlcXFxNAXr1asXDcIIAAAA+AnkXwHC7RiXAFBF8kb4UgkYPbcMmqY9sURhLSI2s3HV2/oJHxMAAPBPxlXvEauRDgSlPrPrY+zZXqm8fOxHrVbbvXv33r17m0ymw4cP79u379SpUzQIW+LUsGFDGoTRS1nJGAAAAPgy5F8BgtV/BerBHwFqjVsJmJSCsTdFjhRMH2HoOyV4y9t0B0vCIs2Ah/kG7QkAAPgbIeWoZc9CNs7qeL+oj1LyXrCXgODg4P79+w8YMKCoqCghIWHPnj00CEt2QhAGAADgF5B/BQjUfwFUO3kJmFT/Rc9tPe63HVigzE+i+xgWzwx5fBEBAAB/Q5/A6QSKDiz6erntJ/Klh1/stYC9KISEhAwaNGjw4MGFhYV79+71GoRhaSQAAIAPQv4VIJB/AVQXr13ApAjMQaUxDJkVuuQRuoNwIcGy/x9117EEAAD8h/XwSvoEzsbpPZ/hlGp57MWWQLLKXykCI7IDBNPz4ODgwU4IwgAAAPwC8q8AgfwLoCbIUzCpCxhlbXWdpX5PdeoeeqlxxRx1x5FEqSEAAOAXBKth+Ww2NMR0LYofoiqZfHnWfzFeb6zsIKxBgwY9e/ZEEAYAAFDnkH8FCPT/AqhG8hIwUvyX5RaBGa59UzXvBo7YxYJ006YvtcOnEgAA8Aemrd+JucnOIXep9wulLXuUJ19S/lXGZ41eg7CUlBTWLB9BGAAAQN1C/hUgUP8FUL08G+Gz8ItuZPmXENvW3Hmi9uACuoNp45eaXpO4ULylAQDwdWJRlmn9Z2yc3WKMLbKlsvjjjTKKvyryHa4chLFm+QjCAAAAahPyrwDB8i/UfwHUBHkjfKkEjJ6bBjyvPrZYYS0iNrNx5Vv62z8hAADg24wr3yU0o3nZAAAQAElEQVRWIx0ISn1W9ye8Jl9eS8BIxT9oLC0Io5YuXYogDAAAoDYh/woQbP0j6r8AqpFnCZi8ERh9s2TXRxivmRq0eQ7dwbJ/sWbgI3yD9gQAAHyVkHLUsvcPNs7s+ICoDVOWedjHShR/eSUPwmgKRrMwBGEAAAC1DPlXgMD6R4AaJS8BY/VfLAWzdL9Ps3+eMj+J7mNYPDPk8UUEAAB8FX2ippMmOrDo6+W1v4MvM/yqYvGXVzQIG+LkNQirX79+z549EYQBAADUBORfAQL97wFqglsJGMu/WATmagSmUhuGvhz6z8N0B+FCgmX/P+quYwkAAPge6+GV9ImajdN6Pssp1fLYiy2BZJ9tSBEYkR0ImFQrr0FYamrqUicEYQAAANUO+VeAQP0XQE2Tp2DyY0FaW15radxffWEbvdS4Yo6640ii1BAAAPApgtWwfDYbGmK6GuIHq0omXzW3+LFsCMIAAABqB/KvAIH8C6CGyEvASHGVpTz/ogzD31D9eB1H7GJBumnTl9rhUwkAAPgS09bvxNxk55C71PuF0pY9ypOv6l35eEUIwgAAAGoU8q8AgfwLoOZ4NsJn4ZdrCaTdLkQ1N3WaqDu0gO5g2vilptckLhTvTwAAfIVYlGVa/xkb57QaZ4tsqZQdzKS04i9SRxCEAQAA1ATkXwEC/b8Aaoe8Eb5UAkbPzQOf1xxfrLAWEZvZuPIt/e2fEAAA8A3Gle8Sq5EOBKU+s+tkr8mX1xIwUqcfLiIIAwAAqEbIvwIE6r8AapRnCZjUCIy9ibLrIwzXTA3ePIfuYNm/WDPwEb5BewIAAHVNSDlq2fsHG2d2elDUhinLPOxj3RZ/eVWeIKy1EwEAAIBSIP8KECz/Qv0XQC2Ql4Cx+i+Wglm732fbP0+Zn0T3MSyeGfL4IgIAAHWNPiHTiRIdmIMa5rW73fOYj/Lwy3eKv7wqIwijl4aFhXXv3p1mYS1atMBnogAAAG6QfwUCFn4R1H8B1CS3EjCWf7EIzNUITKU2DHk5dMnDdAfhQoIlYbG62zgCAAB1x3poBX1CZuP0Hk9zSrXXyi95BEZkB/wlvsozCDt58mReXt4Gp/DwcCkIIwAAAOCE/CsQsOZfBPVfALVFnoLJjwVpbXWtpXF/9YVtxNFu5i11p1FEqSEAAFAnBKthxRw2NMR0NcQPUnlUfvn+4seySUEYzb9oEJaQkJCfn5+bm/uvU0RERI8ePWgQ1qxZMwIAAHB1Q/4VCFD/BVA75CVgpDhxludflGH4G6ofr+OIXSxIN236Ujt8KgEAgLpg2vqdmJtMHKsfFZd6v1Bazy958uWzKx+viPX/mjhx4qlTp6QgLCcnZ51TZGRkT6cmTZoQAACAqxLyr0CA/Aug1ng2wmfhl2sJpN0uRDU3dZ6kOzif7mDa+KWm1yQuFEfmAgCobWJRlmn9Z2yc03KsLbKlUnbQktKKv4ifoz+CPAjbu3fvvn37aBCWnZ29xikqKooFYfHx8QQAAOBqgvwrECD/AqgT8kb4UgkYfVtlHvCc5vgShSWf2MzGlW/pb/+EAABA7TKufJdYjXQgKPVZ3SZ7Tb68loCRgJhQSUHYHXfcIQ/CsrKyVjvFxMT06NGjV69ejRo1IgAAAFcB5F+BAP2/AGqTZwmY1AiMRWCCPsLQd0rw5tl0B8v+xZqBj/AN2hMAAKgtQspRy94/2Dij04OiNkzJ86Wtf/THtl/lV1oQlpGRscopNjaWVYQ1bNiQAAAABC7kX4EA9V8AdUVeAsbCLzpWKpWW7vfa9v+szE+i+xgWzwx5fBEBAIDaQp94HV2/CDEHNcxvP1GeeUklYFL4FXjFX16VFoSlp6evcIqLi+vRo0ffvn1pIkYAAAACDvKvQID8C6CWuZWAsfyLRWCsERivUhuHvRqy+EG6g3AhwZKwWN1tHAEAgJpnPbSCPvGycXrPqRyv9DzmI6vYlSIwIjuwLwl0pQVhly5dWu5Uv379nj179unTJyYmhgAAAAQK5F+BAOsfAeqQPAWTr4K0thhmadxffWEbcbSheUvdaRRRaggAANQowWpYMYcNDTFdDY0HqnjvrobFj2UrLQhLTU1d6tSwYcMePXr07t0bQRgAAPw/e3cB0MbZhwH8jRPc3bVQqFJ3122dVta5u2/dvrm7u3Tua9fV19XdBSq4e3GLJ98/OXqkIVCgtEB4fl++7M3d5Uguae7uuVdsAPIvW4D6XwAXn3kVMHYmfTbPv0jjlBcl300TML2hrky57TO7KQ8yAAC4kJQ7vzZUFzJj60dhyfDHRC207PDe5ls+npN5EJaRkXHw4EEuCCs0WblyZWBgYGJiIgVhHh4eDAAAoHdC/mULUP8LoFu07AifC7+4JpDGjvA9wpUDF8uP/UALKLd+Jhu2SOCMTlUAAC4UQ0OFctOHXLkqcp7WPZKv/GUx8qN5BMbgDNoaUSZ8EHbkyJGampoCkxUrVgQHB3M1wtzd3RkAAECvgvzLFqD+F0C3M+8In68CRqdbqjEPyU6tEKprmValWPeq/fz3GQAAXBiKdW8wjYIKOrF95ZC7RK1oWQWM4SDqbK0FYXkmf//9d0hISGJi4rBhw9zc3BgAAEBvgPzLFiD/AuguVquAmbeC1Nm7NY5+yHHrC7SA+ugKcfREoYsvAwCArmaoP60+9AdXPj3gdoOdi9ha5S90+9UhrQVhuSbLli0LCwsbOnQoBWGurq4MAACgB0P+ZQvQ/hGgJ+DPpvjwizvpUg+5QXPsJ0lVJi3T+Ae6AAMAuLDUjgG1/ReKW6/5xf1Qo/JXh7QWhGWb/PXXX+Hh4YkmLi4uDAAAoOdB/mULUP8LoBtZVAHjmkASviMwisCUE5+R/H0jAwCAC+/0sEfEZ7MagTGzAXwZtFtrQViWyR9//BEZGcnVCHNycmIAAAA9BvIvW4D8C6CH4P4NWvQCRjQRE1UhE2S52xgAAFxIDb7DVaET+NjLPP+y2u0XdFprQViGCReEcTXCHB0dGQAAQHdD/mULkH8BdC/zKmDsTC0wrv4XF4FRQXHVd7UajdZEZ8JN5zGAnic/P5/u/fz8KEFgAD2SefVbujdmXmdiL4lEYt7/l3nyhZaPXai1ICzd5LfffouOjh46dCgFYQ4ODgwAAKCb4HDWFqD/L4Bu17IjfPMUjJ3Jqc37yEf+BT2fWq2me/oaU47AAHok8/yLH36E+9JaVP4yj8AYXACtBWGpJr/++mtMTAylYJSF2dvbMwAAgIsL+ZctQP0vgB6FD7m4h3zC1bKDfC4CY2b/igF6DvpacvkX5QhSqZQB9FTmv658/tWy/6+WjR9x4HSBWARhhw4dOnz4MAVhKSa//PJLv379hprI5XIGAABwUSD/sgVc/S8cwwF0r5Yd4TNTgkAnXfwC3HSu8SPyL+jh6IuqVCoZ8i/o8azmXxYtH9HtV7fgg7D58+ebB2EnTbggLDExcfDgwQjCAADgQkP+BQDQ9SxSMH6iReNHPv9iiMCg59FoNFz+JTVhAD2SecNzoRmrYz6i8ld3MQ/CMjMzD5lQEHbC5KeffoqLixs6dOigQYMQhAEAwAWC/MsWcKfN6PwLoNsJzu4I32r4RZmXeeNHxF7Qk3HtH2UmDKAHs6gCxkdg5mM+mnf+hfCru9CWjzS55pprKAg7ePAgVyMs2YQ+MgrCuBph+NkBAICuhfzLFvD9ajMA6G6tRWDcSZd5s0eLnu8RhEFPo9Vq+faP6P8eeiaB2cC75sxTMIvkC3oIPgjjmkbyneVzQdiPP/7IBWGDBg1CEAYAAF0C+ZctQP9fAD2QeQTGJV/8WZlF+IXkC3omtQkz1f9C+0fo4QQtht81j724gvliDHoMQYtRIw8fPlxbW5tkIhaLEYQBAECXQP5lC9D+EaBH4aqAsbNPsbjYi5vVMvlCBAY9EH1d+fEf6RSUAfRI5lXAWIuKYC07/EL41WOZB2Hp6elcEFZXV8cHYf379+f6CEMQBgAAnYDDWVuA9o8APY1FBMbHXsz0DxbhF/QK9L3VarXM1P898i/oycwPgczTLosCw8FSL0EfU7TJwoUL09LSuFEjKQg7ZkI/R/Hx8RSEDRw4EEEYAAC0Hw5nbQHyL4AeyDwC42p+8QUkX9BbcPkXnW2KRCIG0LO1rAhmdTr0IvSRxZhwQRjXRxgFYUdNEIQBAECHIP+yBej/C6BnstoQ0vwh8i/o4bj9Czq/h97CoiJYa7Og1+GDsEWLFqWmpnJBWH19vXkQlpiYOGDAAARhAADQGuRftgD9fwH0WNwZF59zWT0fQwoGPZNOp+PHbWAAPVjbX1F8gW0JfZr9TCgI42uE8UEYhfV8EIZROwAAwALyL1uA+l8APZz5P8+WaRf+8ULPxPVVxw+cB9CL4Etr8+iniQ/CuBphlH9REHbEBEEYAAC0hPzLFqD+F0AvgrMy6C24nYtIJMKXFgB6LDoAjjW59tprU1JSDh06RPlXQ0MDF4RR+MX1EYYgDAAAkH/ZAtT/AgCALsftXHBxBQB6BfqxijPhgjCuaWRjY+NhEwq/EhISuCAMfRoCAPRNyL9sAcZ/BACALqfT6RjyLwDobfggbPHixadOneKaRlIQdsgEQRgAQJ+F/MsWIP8CAIAuh/pfANCr0c9XfxMKwrgaYS2DsMTERLpHEAYA0Bcg/7IFaP8IAABdjtu5iEQiBgDQm9HvGB+E8TXCFAoFH4QNGDCAC8LEYpwcAQDYLPzE2wL0fw8AAF0O9b8AwMZQEBZvotPpTp48SeEXF4QdNJHJZHyNMARhAAC2B7/stgDtHwEAoMuh/y8AsFUUhCWYcEEYhV/Hjh0zD8IGDBgwdOhQBGEAALYEP+i2APW/AACgy6H+FwDYPPMg7MSJE1wQplQqD5hQEDZw4EAKwuLj4xGEAQD0dvgdtwXo/wsAALoc+v8CgL6DfusGmGi1Wr5GGAVh+00QhAEA2AD8fNsCtH8EAIAuh4srANAHUbzFB2F8jTCVSmUehCUmJvbv3x9BGABA74JfbVuAJioAANDluP6/UP8LAPomircGmlAQdvz48UOHDpkHYXZ2dlwQFhcXhyAMAKBXwI+1LUD9LwAA6HK4uAIAwExB2CATLgg7ePBgUlKSUqncZ8IHYf3798cFAwCAngz5ly1AExUAAOhy6P8LAMCceRCWnJxMQRjd80GYXC7n+ggzmH48AQCgp0H+ZQtQ/wsAALocLq4AAFhFQdhgEz4IS0pKUigUe02EEnG4VFbpoK2x0zEAAOgxkH/ZAi7/QhMVAADoQuj/CwCgbXwQptFo+BpharXaSyPxapBoBXqBspqmxMXF4bcUAKDbIf+yBaj/BQAAXQ4XVwAA2kkikQwxoSDslZ8+Pp503E0hEhuErEzx8ccfy+XyQYMGJSYmxsbGIggDAOguyL9sAbooBgCALsfV/8LOBQCg/SgIcwryyihWCvXMVSEON7jK6/QKhWKPib29PReE9evXD0EY8oit/wAAEABJREFUAMBFhvzLFqD+FwAAdDlcXAEA6DS9kFU6aIMC3D5d+FRSUtLBgwePHz/e2Ni424QPwmJjY/EzCwBwcSD/sgXIvwAAoMuh/y8AgPMnlUoTTdRq9bFjxw4dOmQRhA0ePHjo0KEIwgAALjTkX7YAQ3QBAECXQ/9fAABdiIKwYSYqlco8CNtl4uDgwDeNxA8vAMCFIGbQ++EUBQAAuhz6/wIAuBBkMtlwE/MgrKGhgQ/CuBphCMIAALoW8i9bgPpfAADQ5dD/FwDABWUehB09epSCsBMnTlAQttPE0dGRqxEWExODn2IAgPOH/MsWoP8vAADocuj/CwDg4qAgbIQJF4QdPHjw5MmT9fX1fBA2ePBgCsKio6MRhAEAdBryL1uAS/QAAHCB4OIKAMBFYx6EHTlyhKsRRkHYDhMEYQAA5wP5ly1A/S8AAOhyXP0v7FwAAC4+CsJGmigUCq5pJFcjjA/ChgwZMnTo0JiYGPxKAwC0E/IvW4D8CwAAuhxXuRjtHwEAupFcLh9lYhGEbTdxcnLia4ThXAAAoG3Iv2wBxn8EAIALBCdUAAA9gXkQxjWNPHXqVF1dHR+EcTXCEIQBALQG+ZctwPiPAAAAAAB9AQVho024IOzgwYMpKSkUhG0z4YKwxMTEqKgonB0AAJhD/mUL0P4RAAC6HNfyUavVMgAA6HnMg7DDhw8fOnTIPAhzdnbmaoQhCAMA4CD/sgWo/wUAAF1OIpHQvUajYQAA0INREDbGpLGxkQ/Camtrt5pwQVhiYmJkZCTOFwCgL0P+ZQvQ/xcAAHQ5Lv9C/S8AgN7C3t5+rInVIMzFxYWrEYYgDAD6JuRftgD1vwAAoMuJxcaDBNT/AgDodcyDsEMmqampNTU1W0y4ICwxMTEiIgJnEADQdyD/sgWo/wUAAF0O9b8AAHo7CsLGmTQ0NBw+fPjgwYMWQdhQEwRhANAXIP+yBej/HgAAuhzqfwEA2AwHBwc+CDOvEbbZxNXVlasRFh4ejnMKALBVyL9sAfIvAADocqj/BQBgeygIG29CQdjBgwcpCEtLS6uuruaDML5GGAMAsC3Iv2wB+v8CAIAuh/pfAAA2jIKwCSb19fVcjTAuCNtkwgVhXI0wBgBgE5B/2QL0/wUAAF2Oy79Q/wsAwLY5OjryQRhXIyw9PZ0Pwtzc3PimkQwAoDdD/mUL0P4RAAC6HNf+EfW/AAD6CArCJprU1dVRCkZZWEZGRlVVFReEubu7c0FYWFgYAwDohZB/2QK0fwQAgC7n6upK5zl2dnYMAAD6EicnJy4IUygUWSalpaV0xb26unrjxo0Uk1EEFh4e7u3tzQAAeg/kX7YA7R8BAKDL+fv733bbbQwAAPoquVze34QBAPR+yL9sAep/AQAAAAAAAAC0BvmXLUD9LwAAAAAAAACA1iD/sgWo/wUAAAAA0BPoDHq+LBHhbAsAoKfAL7LtQP0vAAAAAIDuVats4MuOMnsGcH40OpVOr2VdTSSUSERSBtCXIP+yBRiiHgAAwCqDVsm09UyvanoskAikzkyEQS0B4EKpUzbyZSc75F/QeZR8/Xzg2czyg6yr6XT66mrl4NDJi0c9KZc6MoC+AfmXLbC3N+5ZGxsbGQAAABj0Bm2jvmCDOv07Q0MqHewIhAImoOmM6SkR0wsdokRhi8ShlwnE9jSPAQB0HfP6X852Dgygs5Ydecs8/BIw4w6rqdMbg0HP9KyzRCKhk5P0cPZmFzuPa0Y8zAD6BuRftoDLvxQKBQMAAOjbdKePqI+8zNRZBrFSIBUI3MTGgIvvIdMYgYkM+hxN1sva1DeYOFA66GmR72gGANBFiqpP82Un5F9wHgprTnIFO7GjtzxEJBQLmZDLvwwGQ3ZtMl3tYZ1FERjdVzeWM4A+A/mXLZDL5XTf0NDAAAAA+ip9Xb76wNP62v0C2is6CoUiEcVepvDLlH5x9b/ovwbjRXOBRGTQ6ZgmR7XvJqHTMFniiwLncAYAcH7qlA2ldZX8w0BXbwZwfmhX5msfKhHKwt0TqVxcn17emFepLOXDr0i3YRHuQ4vq0pLLNjMAaB3yL1vg6elJ96dPn2YAAAB9kjZvvfrAEiZTClxEArHAGHsJBUxkOm8QnInAmCkCMzQ1hDS2IxEJmERgaDyo2HiFZNALkrBLGQZTBoDzcKokx/xhrG8oAzg/MpG9WCg1MINIIPFxCLOTOB0r28TPpVxsavgtcrHjsdL/2rlCIe0mmUDHVAygj0GfF7YgPNx4ybq6urquro4BAEAX+ffffwUmDz74IOuFcnJyBK2TSCTBwcEjR4686qqrlixZkpaWds4VVlRUfP3119ddd11iYqKXl5eTk1NUVNTEiRPfffddq3WQtVrt4MGDuT934403nnP9NTU1QUFB3PK//fYbazdt+q+q3fcKHJRCJ7FAQu/NmGoZC2IB91AgYWY303S6SY33QnroIBI4qNSHHtfmrGyqJAYA0CmpZXl8WSaWhHkGsJ6Edmfcbyzt4Npekn7YuSW//PJLfuLOnTu5iZ9++ik7D9OmTaOV0A8+O29dvqejPdeyZcvuu+++8ePH0yuUy+WhoaHDhw+/55578vLyrD6F36r9+vVTqc4dKs2ZM4dbntbJ2oHCL65wrOw/ucQpwm2Ij0NzheUE78kOEpdKRXFJfSZrn5kRd87v/ywD6HuQf9kCe3t7Nzc3KmRmtvdXDwAA+jg6xM/Pz9+3bx8d6L/xxhv9+/f/7rvvWlvYYDB89NFHMTExt912208//XTo0KHy8vL6+vqMjIxt27Y98sgjdHrw/vvvWzxLLBZ/++233CDF33//PS3Z9kt64oknCgoKqHD11VcvWLCAtY+ueKfq0HMCF7FALm4KtkTsTOZ1JuoSC5rLfCJmKjNuolwodBGq9j2izUfjEQDovD1ZSXy5n0+oEFVKu1WH9nRkw4YNAwcOpLDs448/3rFjB+2SlEplbm7ugQMHKPKLjIy89957W17vefnll8PCwqiQmppK5bZf0s8//7x27Voq0AWkN998k7WDSGBss6XVawrrUtMq91F5ZMDl/NwE70m0j96W9yNrt0i3xLKGHAbQ96D9o40ICQmpqqpKSkoaNGgQAwAAMEMH2dddd53FRDpcLioqogsnGzduZKaTBLoQTZe7uTrF5mpqaujpq1at4h46OzsPHjw4NjaWLr1kZWXt378/Ozub4rCHHnro8OHDX375pZ2dHf9c2ivRJfeXXnqJynfccceRI0e4Pitb2r59+xdffEGFgICAzz//nLWbateDAkehwF5kPKihm8h4rkARmLGPYKHpSp/pYh9daae3bCzpjZ2CGfQCgd742NQtmOkEVSYUOItVex8SOi0TukYxAIAOqmqs3ZOVzD+M9Q1jcLGc556OlnzxxReff/557qFUKqUgrF+/fsHBwZSgnThxgi78aDSaTz75hNK05cuXm1dec3R0/Prrr6dMmUJlirTo+g0FbVZfZEVFxaOPPkoFoVBI14ccHNo1PAJXLVmhNTb02Zb7U4zHqBDXATKRvUrX2M9jjIc8sLg+I6c6ibWPi8xHIpKdKt/FAPoe5F82IiEh4ejRo3RpYuHChdyVdgAAAA5dI3nmmWdam5ucnDx//vxTp041NjbS5XEuhOLRKQFdCefOHOgQ/9lnn33wwQfNdzQ6nY6isUceeYSysB9//LGwsJCun4tEIn6Bp59+mi68nzx5ki6M09nFa6+91vI1KBSK2267jSvTWYS7uztrD4Neuflmg7BWaC8RGDMv440ObYz1v0TGYeK5e2O6ZboZ/6c/0/kXhV864yBaBlqMGZpGiJSLmFqpOvSKfMp3DACgg1Yf32Uwa0M9LtLWLkuPHTu26UJCz3M+ezryyiuv8OHXrbfe+vrrr3t4eJgvsHfv3ueee452cAcPHhw1atSePXvMI7DJkyfffvvtdAVIrVbT03fv3i2wVvWPdqAlJSVcYcyYMay9aKfFqlVldK/Rq46XbU30nzM17JY1GR+NCryC/tCBolXtXhXzkPvr9JqiulQG0Peg/aONGDZsGF2moB9cujTBAAAA2o2uoFDkxJV/+ukni3Obt99+mwu/hgwZcuzYsccee8ziKgtFXfPmzdu/f/+4cePo4ebNmx9//HHzBWj3RFe56Vo3ld955x26it7yNdBZB9cty4033jhz5kzWPrrqVF3JTqGjyNiekavzxYdfYmPzRtND0yzhmc5guIyMa/woMlYEMy3MlU3tIh3EurId2lLsTAGgw9Yk7+DLno6uoyMGMOgZ2t7TUVxF2RYVXFxcNm3a9NVXX1mEX2TkyJFr16698847qUxXeihNs+jq68033wwIMHb3RkmZ1VrMtDOlP02F2NhYittYuym0DbXqSpWukXt4sHiNWqcIdR3o4xDmaudbVJeWUXWg/WtzlwcodY0GdHYJfRLyLxshk8kSExOZ6eebAQAAdMTo0aN9fHyoQBfGuUvTnPLycq7pIp0S/PXXXy0bjPDoVOGXX35xdnZmpl6T6cK4+dzhw4c//PDDVNBoNHRh3OLE48iRI++99x4VQkNDP/jgA9Zu2tSfBXZCJhWaRnI0NXs0DftYUaP7bGnF2x+dLijUtDzEpyknTipffbv0u98qVVqDKQIzDQQpNraRFEgFQgex8uDLDACgIw7knkwpzeUfXjFokoCh868epLU9HaFLO3q9sY4VJV+TJ09ubQ10vefjjz8eMWIElWk3x+25eLSj5McKeOqpp0pLS83n1tfX33777czUM+b3339v3lHAOWn0yrLGHK7sKHUXCUWpFXvtxA6LE14VCoQp5budZZ72Epd2ro1SM5W2gQH0Sci/bMfYsWOZqdvFlJQUBgAA3Wrz5s10lZiOtumAOD4+ni4Uv/322xbXil988UWuTlLLSxerVq3iZi1cuLDlyunSMc26/PLLWdcJDg7mCgqFgp9IaRQ3sjAdtXOd+7YhMDCQjvi5MmVhFnPpzfbr14+ZLox/8skn/HQuEaN7KtOZA5egtYdBp9Jm/SGwFxkDLKGphpeQq+3Fnn+jNCvFsHV73Z33F1TX6CyeWFCgeeGl05VFol//rHnzozJ2pqcwY1MVrkyZWkM2AwBoN7VO8/yar8ynXD1kKrM5bYz/qFarly5dOnXqVNqbuLm5TZs2bcmSJTU1NXRiwj1lzZo1VteZnp5+77330okM7S5p73bjjTdu2rSJXRhW93T//fcftxemSzVXX31122ugCIyPvX780bLL+dmzZ3N9kFVXV993333ms5588snsbOOehTbLsGHDWGctjn/ltsEfJXhP4qdMDruRplwd+3Q71+DrGH66MY8B9EnIv2xHREREQkICFb799tv2jLwLAAAXQk5OzmWXXTZlypQvvviCrg/X1taeOHHijz/+oMvLQ4YM2bGjuXUMHShzBQrLLFbCT2k5i7/OMWfOHNZFqqqquGaJjo6OoaGh/HT+JOSmm25qz3LAZj0AABAASURBVHoWL17MFf7880+d7qzgSS6X03V1rkwxGW0lrkwnEocPH6bCXXfdRedLrN30FclMpGcyASVWTZ3ci0y9eIlYbp7a3UlK1/LVakNpqdbiiZu31jvZiaRi4yHQzj2NdQ36M93kn1kPzTJU6RuKGQBA+3yze2VhdRn/8NIB470cXVmfcfr06ZEjR95yyy2018jPz6f0Z+PGjW+88QalWtyovsw0CEnLJ9I+bsSIEXRRZNeuXbS7pL3b999/TyEa7RFYV2ttT8e18Sc333xze9YzatQo7nLOyZMnjxw5YjH3/fff52qZ0X7wr7/+4ibu27fv448/psLAgQPb6KSsPX46/r+vjtxHt5L6THq4Ku197uFfp9rVoFImsneR+WRXHWEAfRLyL5tyww030AkG7XLopIurxAsAABcTXQC//PLLV65cSeXp06d/+eWX//7773fffUe/z8x0rDx+/Pj9+/dzCycmJvr5+VFhy5YtFuvhg6eysrJjx46Zz1q/fj1X6ML6X//73/8aG40diyxcuJDrqIuZGmscOGDsUoQO5emafHvWExAQwHXoW1pa2rIyMp0I0UV+KtTV1XHnNllZWVyXK1FRUW+99RbrCEN9LgVVAqF5D/emPu+FAq3OsPVIhdaUv7XsqVksFuSfVh5MreYemkaKPPNcgakJpIgJxCJ11koGANAOh/JSvtn1D//QXmr30ORFrM/QaDR09YJLgiZNmkSXOmjHRycjlBMdP378iiuu4BZr2XF+eXn5jBkzKJaaP38+xV5///03X2fq888/X7p0KetSVvd0zFSpjStwvVi2x7x587jC3r17LWa5u7t/+OGHXPnBBx+k8zKtVsv1GiaRSOh4QCqVsvOg1inVOhXdtHq1+UO+d7C2+ThE0F4utyaZAfRJGP/Rpjg5OdH+g35Y6eIG3dPleqtXWgAA4AJ58sknjx49yky1mT766CN+GETKvyjt4o7s77nnHjpi5mbRMfRnn31GB98UNtEVaW5hunienGw8NuUGNtm2bRtdMeb/BJd/UY7WsnfeDqFkLT09nf7QDz/8wHXXZW9v/+yzz/IL0Fw6aqdCXFxc+1ebkJBAl/GpUFJS0nIA+Ndee23NmjXZ2dn0LujaOOWDSqWSmWout3MYeJ6+ocTYw71QwAVfgjPpFQVhA+LlR44Z27Y4OwsD/C3HRB4/zuHP5VUNjcYzsZnTnJycRUzDDAJDU4JmLAiYRKgp2m2XcAcDAGhTdkXR/X+8rdU313i9b+I1bvZOrGf79ddf+YsxVrVMdlpDWRV3nYairl9++UUmk3HTr7322iuvvJKysNaeSL//XOeSU6c2tRWlfSLt72699VYqL1u2rJ0Vstpwzj0dM9Wq5gpcra724NrcMNOeruXca665hjbvihUrCgsL6W/RhS7uwIDKgwad75CgNw18y1HaPETylbFLuMLphtwfkpec8+kBTlH16sp6TRUD6JOQf9kautJCP7X//fffvn375HK51Y5jAADgQlAoFNxVXwqMPvjgAz784tx7772UZNGB/sGDB6nA9bA7a9Ysyr8o5Nq6devcuXO5Jbm2GIGBgfHx8ZQT7dix4/777+dm0bVrrmoYPZG1G63wnJdDPD096ZXQH+Wn1NbWcgW6uMLajY+xioqKWs6ljI/OlOiCP5VvueUWrnOxhx56qCPDwJ+hqjB2Ws9M7Rb5N2eqC/b8077f/1RZXa27+w5PZ2eRxfOCAqVvveb/y2/VIcGSxYvcactQ+GVK0SgFa6pKJhAJ9dXpDACgTSmluXf9+lqDurkzqVHhA+YPnc56vO+//551Ea5lHyVZX331FR9+MdPugP5KZGQkXeBp7blvvfUWH35x6Pr9yy+/nJOTk5SUxDqic3s6UlFRwUx7OvNKYW3jr1cVF1tvKU9/hfbdtGa6EkaJGzMNH7lkybnzqXNalf6hRGjcyBOCF3o5hG7L/ZnrzEuprWvP0+kpFYoiBtBXof2jDbrqqqsmTpxIBTqbotMMrqIvAABcaIcPH+YqTD355JMSiaTlAvw1Z4rAuMKUKVPoWgU7u58vrkynBMOHD2emY3q+2ciGDRu4ruL5sOz8xcbGUgJ1/Phx2n2YT2/ZVqU9+J1Oa+ch06dP5y7pc+EX/fVXX32VdYbp5XF/5Ow/ZW8vvOt2zycf93FxEVl9ZlSk3XNP+954vYdY3OrJkkHT6gkbAADZm338xu+fr2pszh1C3H3fueIBYV9qfkH7jrS0NGYaJsXd3d1iro+PDzfoYWv4hoQ8CqEGDBjATK0jWddpbU/Hd1XZoV1eQ0PT+Imt7el8fX3ffvttrky7RdrRL126VCzugqonRXWpuTVJdKtVGbdPbk0y97C0fcO2uNv5VSL/gj4M9b9s08KFC729vf/4448jR45kZWVde+215m1nAADgQjh06BBX4I7dW4qPj+eaNPJL0mXhGTNmrFixgs+/6BD8v//+o8KECRO4PnSrq6tp+cTERCpzDUmio6NpVazdoqKiuBGpOJSg/fnnn1z/XPPnz6crJa6uVvppDggI4Arp6R2oCcUvbHGB3RydFaxcuZI7t/nyyy87NAx8M4PprIM7YelMUtfmug0GgdyLAQC0Ys3xXc+s+kxvFpo4SOWfLnjCXtqpH7SLbv369VxV3Na8++67jzzyCDsX/nJOay3l29hbOTo6enlZ+aV1c3NjptaRdEmp/ZlR5/Z0IpEoNDQ0Jyenvr6+oKCgjT2XuYyMDK7QxvI33njjL7/8wu3Qn3nmmXZ2o3lBDfSZ5i4P+DfrSwbQVyH/sllTpkwJDw+n84rKyspPP/00KCiIdnJDhw5tf81eAADoEG4cQ0I/v1YXoAvFMTExycnJfP7FTC0ZKf86duxYWVkZXbqg6xalpaU0ffLkyR4eHnwXYFz+xfWsf8kll7COCAkJsRhw6vHHH6dr8r/++uvvv/++f//+DRs2REZGWjyLHx6LDvTpCrlFc87WtOesgM5twsLCuPyr852hUD6lNZ156g1NWRjlVnqDMlPbkKnVqwxcKGbQWsvGjC0cjU8RiJnYSegULxXKBMbT2DM3g0YrcgllAAAtlNZVvrPxpw2n9plP9HBw+WTBEwGu3qyP4RsABgcHW12Afu1be66LiwvrOp3b0zHT3oobkjgtLa2j+Rd/ociqhIQELv9q7arY+ThVsbtadbpBU211rkQou7zfExuzvqlUFvITRwbMO1m+s7gerfuh70IUYstof0O7Ae6qS35+/tdff/2///3vn3/+4cchBgCALsR15c5M15Pb/yy+JeO6devYmc6/+vXrR+cSDg4Oo0aNoofbt2+n+6NHj3Kdap1/40e66v7zzz/fdtttVM7OzqasrWUnJhKJZPTo0cx0FZ1r3nJOKpWKO4vw9/ePiIhgF5LQwc+gMzBT7Qv6v0HP9HpDzTFHg+crGWFvet+4zfPaDYrxS+tGf+x+9V90y496iivI53yf1/91mut57X9Vo76v6vdhXeFcbZWONa3IVPtLpZYETGQAAGZUWs3nO5Zf+tnDFuFXiLvfLze/3M8nhPU95xzNsI0+uS70OF3t2dMRvgPK9ld25vOvSZMmsW6SWrFna+4PjZoaq3Pd5f5BzrGXRj8oETZVSBzqN9te4nqgCEMbQ5+G/MvG2dvb33fffQ899NDQoUPpYWVl5dq1a1966SUKwlasWNFycHoAAOg0/sIyf2TcEvfD6+3dXEeAoqKRI0dSYcuWLexM1MX1js/OHFvTRK1Wy4386OXl1f4x2ttAJx4fffTR4MGDmekaCT/qvLlFixZxha+++qo96/zkk0+4wvXXX3+hT2yEzhFMqzdFYE2VtnT1MtdZ/zgNmqeWOIuc/SSeoUK3QIFHmF3wQLqpXCO4giRwgNbBh+ZKPEMMdi5CjwjPS15VaS6j9RjjL6JjuoZGaXjHKtkBgA2rbKj9dPtfsz65//MdyygFM581ICDyp5te9HFyZ30Sv+MrLCy0ugDtX1j3ac+ejnZYXOGbb77hOvFs26FDh7ihMyk4a6N228VkL3GJ95pkNhYMG+w7S6tXu9r5DPQxDi8gFztPDLnuWOnGCgWqQUCfhvaPfUI/k+rq6j179uzevbusrKy8vHydCc2NiYmhuXR/oa/VAwDYNv5XNCcnhx8c3VxJSQnXe71FU4hZs2bt3bt348aNdOS9bds2Zur8i5vFjWdCP+B0tE0XMKg8Z86cDtUva4NMJvv+++/pAgm9qmXLlv32228LFiwwX4AePvfccxUVFe+9994VV1wxduzYNtaWmppKF1e48uLFi9kFJnSLZQapQaUXSAVMTzdDo9rrcFIqvRCFQrFr1y5mqo9Gcdbp06epXF9fz03U6XQNDQ1cubGxUSgU0uciEyYk6FcaozRKwVRaA3MWyFwZAPR5+3NOrEzevjp5p9W5d4+/6vaxl7M+jM+/Wmtf0r35F2vHni4uLm7KlCmbNm06cODAG2+8we/IrFIqlTfeeCMXk12EPV07CEJcEubFPCoSiD3tA7fm/siMaZdTf69xu/P/dJJ5jg9elFNzLNpjJO0N9xYsZwB9G+p/9SGurq50ivXSSy899dRTXLcy3HQ6Y/nnn3/efPNNuiRCV0g2bNiQl5fHAACggy699FJuTPSffvrJ6gIffvghV7DodXj27NnMdPGcjtG5ceKnTZvGzaLLy9zQ6XTUzkU2XTjyIzP1TkI7Ba78wAMP0AUS87m0p3j//fe5Mh3oU0jX2noyMzPpjIJrAfr444/379+fXWhCsST6BqbUG7TGbr8MeiZxdfI1EYvFXMHJycnBwYErSyQSruDl5cmXHRzsnZwcqeDp628Mv3TG3sS01bUin2EMAPqw3MriD7f+PuOj+27/5VWr4deQoH5r73m/j4dfzDSuItfXyh9//NFyCEW63kB5E+tube/pyGeffcbtal944YUvv2y1e3jaQd9www3Hjx+n8rhx42699VbW3a6Je+aKfo8X1aVuy/tpiO8sZ6knTfR3itbq1XsLV/yX9XWlsvCKmCdG+M/bXfBno7aGAfRtyL/6opCQkPnz57/66quvvPLK9ddfP3z4cK77SbVaTT/odIpF0x966KHPP/9869atdFWcAQBAO1Ba9PDDDzPTacDXX39tPkuv19NV5ddee42ZGjBOnTrVfG5iYiLX2fw777xD93SZmhv9ilCUw7WF/PTTT2kldnZ206dPZ13qySef5M5e6JSAfvwt5lLsRbkeFXJzcydMmPDWW2+1PMP57rvv6DUfPXqUyoMHD6YLLeyiEEdebVDomVrPRVd2+pLwsMCIiAiKtyJMaFO7u7tzZZlMxhWCgoJpM3JlV1c3Dw9PKgQ6pxtrfukNepVOU1XjMO5NBgB9T42i/pcD/y5c+vRlnz+6dPfK0rrKlsu42Tu9fMldS697xt8Fo8QyoVD42GOPMVMPlc8995zFXJqSlJTEeoC293RRUVHcDlqj0dxxyLp+AAAQAElEQVRxxx3XXHMNdy3K3KFDh2hPR/t3Kjs7O//www/tH5vyArkm9hlfh/B1GZ/+deq1pNLNGr1qTtR9AiaM95pYoyozdpDJ9Juyv3WQuik0tXsL/2YAfR7aP/ZpniZcp4+Uc6WmpqakpKSlpdEvfmNj4xETZhqchWsjSVd46ESCAQD0MQcPHmw707nuuuu4AIvyL7p4QIfXt91225o1a2bPnh0UFERPX758OfeLSr799lsnJyeLNcycOZOeeOrUKSqPHz/efBY9XL16NVe1ioKzls89TxQMffXVV1xH+7/88su1117L1Ufj/fzzz3feeSfd02WSxx9/nE4SKOSinQI9ka6acCNXcktOnDjx999/P2d3yF1F4BQmDpmrLVsjlAiN3Z6oKjUp14tDnhUwQwdWoqvXlf2qy//Q2JWYzqAuLJGGXylyCWcA0GeodZotaYfWJO/clXlMZ9C3tpiPk/vi4bOuHDzZXmrH4IxFixa9+eabJ06coB0lhUSXX3457fjy8/Npx8f1tcLpqpb7nXPOPd39999P4deSJUu0Wu2ff/5Ju92BAwfSGZCfnx/tmund8T170rujt8YPkXwx2YkclboGU5+XzEnqEeQStz7j85SK3fRQo1cuO/X6/P7PDPCZHOY6aFfBH9xT8mtPbs39Ua1VMABA/gU8riUIXdunC/uFhYVcFpaenq5QKGpqavabMFPtBq43McrCuvwcDACgZ9pl0sYC48aN4w6F6YLB1q1bb7311t27d68wMV8sPDz866+/tjpc1KxZsyj/4spcn1888+W7tvEjb+TIkXffffenn35K5dtvv50O9M2HpXd0dPzpp5/oPX700Uc0q6qqarOJ+RroMvg999zz9ttvX8zr4QKBQDb2fe2fuwyNtUwkNkZgdSc1pxaMdhVokhgTCgKFxpru2lTjkmP8mDbNeM5gp2cj3ZnmhLGpY6SWsUaDtooZtAa6actr9Tp75/FvMwDoGw7lpfyTtO2/U/sUGlUbi8X5hl03Yvas/qMZtEA/+9u2bbvqqqto97fWhJ81dOjQadOmvf7661Tu9hOHtvd05JFHHklMTKQUb9OmTXQGtNfEYiV0seqHH37w8uqGqn9udv43D3onqXTTjvzflNr64QGX6g26jKoD/AJF9anFdelTw27R6FSHi5uTxyMl6xkAmCD/Akt0khBoMmXKFMrC8vLyUkzoogdd+a+oqODPAykv47IwujbCtZkHAAC6PLBz585vvvlm+/btdC3h5MmTdKAcHR1NV8jnz59Pl6CtPmvq1KlyuZwOuIVCIT/4I4fOH+gYnS5FUPmSSy7UoIRvvPHGypUrCwoK6BLIgw8++O2331oscIcJvak1a9Ykm9BLogvjdCV8+vTpN954o/mglheT3dSfGtfNFQl1zMFYuUBgEBhbaBoETGQaGlJomiakx6yp4aZxLjPW8DCNHWnQmcIvnUFfo1AXlThfs0to78MAwKblVZWuStq+5vjOopryNhbzdfaYHT/msgHjQ9z9GLSOLpD/999/b7311oEDByhXqqysHDJkyPjx4x999NEvvviCW8YibOoW59zTTTDJysr65Zdfjhw5Qnvw3NxcHx8fOusZNWoUXdyKi4tj3UEmsr82/mWlrjHWc1y0x4j1mZ8P9J5GQZhK12i+2PLUN+8c8llhXarOcO6BLAH6IEHLXjwArNLpdNnZ2akmmZmZ5sMDU2RG5z9cG8moqKjWzu4AAAAuBG3+JsWW68VezgJ7ERMxgUhgvBcKmKn+l4CiL35QeANrCr8o+aJDIK2xFhjlX5qyanVxmcvVO8V+IxgA2KhaZcPaE7tWJ+88XpTZxmIOUvm02OFz4scmhsQKmn8+oDOef/75F154gQp0TZ3OFxh0xDubFlUrSqlwdez/vB3Cvjx8r1gkvTzmMV+HCKW24dNDt7MW7f297UMV2to6deU5V67T6auqlINDJt0+6VUG0HFLliypqqq6//77L8aoR10E9b+gvUQiUaTJnDlzNBoNRWBcG0m6KkLRWJ4JXfkRCoWhoaFcvbCIiIhu7xgSAABsnjhoinzG3w0br5NodQJHMdMLBRRvmcIv48149mp2BmswNOVfxq6BmV6hUeUXGfTOrgv3i7wGMwCwORqddnvGkVVJO3ZmHtXqda0tJhIIx0QMnJMwdlL0UKlIwqB9rrvuOkdHxwkTJixYsKDlXK4JoZ+fX0BAAINOmRhynb9TzLJTr2n0Srr9ceLF/l7jdcYazlYqspQ15jAAaAWyCegMiUTCJVyXXXaZSqXKyMigIIziMIrA9Hp9lsnatWsp/KIILDY2NiYmhkIxisYYAADABSD2Ge50xS7F3mc1BSvEbvZCR5lAZEy9BAIKwoxtH5ngzJkCl38ZDLoGlba8Wltdbxd3k3zUi0I5hnIDsDVHC9JWJ+/499S+OmVDG4vF+0XMSRgzu/8YF7kjgw4qLi7etGnTunXr5s6dS0GY+awvvvji33//pcKVV16JE4HO8XOMGuw7c0ferwV1p7gpWoPmWNkm1gXQDgz6HORfcL5kMll/EyorFIrUMwoLC7VaLVfmFouOjubaSAYGBgoEqEwOAABdSSj3dJj0qa7qgcZdT2kLjghlKqGDTCARC0QiJjLtdPQUeukMGp2+UamtrDHo7cW+o1xnvS7y6DX19gGgPYpqylcmbafkq6C6rI3F/F0858SPvWTA+GA39PrXeY8++ijlX7m5udOnT3/wwQe9vb2VSmVycvLq1au3b99OC9Dl8Oeff55Bx2m1+nJV/r+ZX5ws3866mkKhYwB9DPIv6EpyuXyQCZXr6+u5BpKkrKxMpVJx/SXTLAcHB8rCuBpkvr6+DAAAoIuI3GKc5i6jgrbkgDLpY1X2eoOm0djW0aA3dglGN4m9NHCi45z7Jf5jGADYkDpV478n96xK2nGsML2NxZxk9tPjRs6NHzsoKBrde52/mTNnvvrqq0899dQeE4u5EyZM+PHHHz08PBh0nEjvUFqeW123kXU1lUqr1xsLQgHq5UEfgv7v4WKorq7msjC6r6ioMJ/l4uLS7wx3d3cGAADQhehAR6diBi3T65hAxIRigUjGUAcZwIZo9bodGUdXJ+/YnnFEo2t12DuxUDQ2YtDchLETooZIRKgE0MVOnDjxxhtv0KXuwsJChUIREhISHx9/0003TZ8+Hc0+Oq2yoeS5Zddo9Rp2wTww44N+fsMZQMf1xv7vkX/BxVZeXs4FYaSmpsZ8lqenJ6VgMTExsbGxTk5ODAAAAACgFclFGauTd64/uadGUd/GYgMCIucmjJsZN8rZzoEB9CrF1dmn6wou0Dm7l3Ogv2s4A+gU5F8AHVNSUsLVC0tLS6uvP+vAxc/Pj+ssjO7t7e0ZAAAAAAAdQNZWrEzavub4ztzKkjYWC3T1ptjrkoSxAa7eDAAAulRvzL9Q9Re6k6/JhAkTKIctLCzksrD09HSFQlFssnXrVoFAEBQUxDWQjIyMlMlkDAAAAAD6mAa14t+Te1cn7zycn9LGYs52DjPiRs1NGDswIIoBAACcgfwLegQKuQJNpkyZQllYbm4ul4VlZGSo1eo8kw0bNohEotDQUK5SWEREhFiMLzAAAACALdPqdbuzklYn79iadlita7UjJIlIPD5y8NyEceMiB4mFIgYAAHA2xAfQ41AWFmoyY8YMnU6XnZ3NZWFZWVlarTbTZM2aNRKJhCIwLgujhYVCjF0CAAAAYDtOlmSvStqx/uTuqsa6NhYbHBQzJ37sjLiRTjL0mAEAAK1C/gU9mkgkijSZM2eORqOh5IvLwnJycuhhigktZmdnFxUVxbWRDAgIwCgzAAAAAL1UWX3VqqTtq5N3ZlcUtbFYiLvfnPgxlw4Y7+vswQAAAM4F+Rf0GhKJhEu4LrvsMpVKlZGRweVf+fn5SqUy2YQWc3R0jI6O5uqF+fr6MgAA6Ap6vZ5+e6kgl8sZAEBXa1Qr/0vZvzp5x4Hck20s5mbvxHXvFe8XwQA6hc4dDAaDTCZDCxKAPgX5F/RKtLvqb0JlhUKRlpZ26tQpui8sLKyvrz9sQrOcnJwoCIuPj4+NjXVxcWEAANBZWq32wQcfpML//ve/4OBgBgDQFfQGw56spFXJO7akHVRpW+3eSyqSTIweMjdh3OjwAejeC87Tk08+2djY+Nhjj0VGRjIA6DOQf0GvJ5fLB5pQmcKvlJQUro1kWVlZXV3dAROa5ePjw1Ufi4mJcXBwYAAA0BFSqdTPz6+4uDg7Oxv5FwCcv5TS3DXJO9ae2F3RUNPGYonBsXMTxk6LHeEgReVT6BoikTFC1ev1DAD6EuRfYFMcHR0TTahcXV3NBWEnTpyoqakpNdm2bRvNCgwMjI2NpSAsOjpaJpMxAABoh7CwMMq/cnJyJkyYwAAAOqW8vnr18Z2rkndkni5oY7Fwz4C58WPnDhjn7ejGALoU1+wR+RdAX4P8C2yWq6vrCBMql5WVcZ2FUSJWX19fYPLff//Rzi80NJSrFxYRESEW418EAECrKP/avXs35V8MAKCDFBrVppQDq4/v2Jd9wsAMrS3m7uA8K2703ISxsb5hDODCQP4F0DfhbB/6BG+T8ePHGwyGoqIiLgtLT09XKBRZJmvXrqXwiyIwrl4YhWLoDhMAwAL9NtJ9cXGxWq2WSqUMAOBc9AbDvpzjq5N3bko9oNSoWlvMTiydFJM4N37syPAEkQDHYHBhccf5Op2OAUBfgvwL+haBQBBgMmXKFLrmk5uby7WRzMjI0Gg0qSbM1L8+N4gkoYXpWQwAoM8LDAyUSCT0a5mTk0M/kgwAoHVZ5YX/JG1be3zX6frq1pYRMMHw0P5z4sdMix0hl6BLCrhIuPyLroszAOhLkH9B30V7vjCTmTNnarXarKwsroFkdna2SqVKNmGmPsX4LMzHx4cBAPRV9LMZHBycmZmJ/AsAWlPZULvm+M7Vx3emlua2sVikV9DchLFz48d6OroygIsL9b8A+ibkXwBGYrE42oTKarU6PT2dy8Ly8vLq6+sPmzBTn2IxMTGxsbGUhbm5oTdWAOhz6JoB5V90nYABAJhRaTWbUvevTt65NztZ33q1Gi9H11n9x1DyFe2NYWSh26D/L4C+CfkXgCWpVNrfhMoKhYJrIEmKi4urq6v3mdAsLy+vfmc4OjoyAIA+gPIvukcX+ADAMTDDwdxTq5J3bEzZ36hWtraYXCKbHDOMYq8RofFCdCsB3Q35F0DfhPwLoC1yuXyQCZXr6ur4QSRPn7Fjxw6aFRAQwNULi46OtrOzYwAANorLvyorK2tra52dnRkA9FW5lcUrjhm79yqtq2xtGYq6RoQlzI0fO6XfMDsxBs2AngL5F0DfhPwLoL2cnJyGmTDTuV/KGTU1NYUmmzdvFggEISEhXKWwiIgIjI8GADbGw8ODfgzpekBOTs6AAQMYAPQxNYr6Ncd3rUrecaqkrXbQ/XxC5iSMm9N/jLsDVAf0zwAAEABJREFUgnLocZB/AfRNyL8AOsPd3X20CZVLSkq4NpJ039DQkGOyfv16sVgcFhbGZWFUEIlEDACg9wsNDU1OTkb+BdCnqHWaLWmHVifv2J2ZpDO0mhr4OLnPjh8zb+CEEHc/BtBTIf8C6JuQfwGcL1+TCRMmGAyGgoICLghLS0tTqVTpJqtWrZJKpVFRUVwWFhQUJEDPFwDQa1GgT/kXusAH6AsMzHA4L3X18R3/ndpXr1K0tpiDVD6137C5CeMSQ2IFDAc50NNxl6WRfwH0Nci/ALoMpVpBJtOmTaMdak5ODgVhp06dyszMVKvVJ0xoMXt7++joaC4L8/PD1VEA6GXQBT5AX5BXVboqafua4zuLaspbW0YkEI6OGDAnfuyk6ESZWMIAegnuUjTyL4C+BvkXwAUhFArDTWbNmqXVaikC4zoLozPGxsbGoya0mIuLS0xMDAVhsbGx7u7uDACgx6NfNrqnn7LCwsKAgAAGADakVtmw9sSu1ck7jxdltrFYnG/Y3IRxs/qPdrN3YgC9Dep/AfRNyL8ALjixWBxjctlll3GNIrksrKCgoKamZr8JM/UqzVUKoyzMyQlHkwDQQ9nZ2QUHB+fl5dGvGfIvANug0Wm3pR+m2Gtn5lGtXtfaYn7OnnMSxlw6YEKwmw8D6LXQ/xdA34T8C+Cikslk8SbMVHuC6ziflJSUVFRU7DKhWX5+fpSXURAWHR1tb2/PAAB6kqioKC7/mjhxIgOA3uxoQdrq5B3/ntpXp2xobRknmf3U2OFz48cNCY5B915gA5B/AfRNyL8Aug0FW4NNqFxTU8N1Fkb3FIQVm2zdupXrU4yrF0YnnFKplAEAdDf6Odq0aVNaWhoDgN6pqKb8n6Rta5J3FlSXtbaMWCgaEzFwbsLYCVFDpCJ07wW2g8u/dDodA4C+BPkXQI/g4uIy3ITK5eXl3CCSdF9bW5tnsmHDBpFIFBYWxtULo4JYjH+/ANA9oqOj6Z5+oMrKyry9vRkA9BJ1qsb1J3avTt55rDC9jcUS/CMp9prVf7SznQMDsDlc/mUwGBgA9CU4fwbocTw9PceaULm4uJhrIJmWltbY2JhhsmbNGqlUGhERwdULCw4O5vbiAAAXh4ODg5+fH/1ApaenI/8C6Pm0et2OjKOrkndsTz/cRvdeAa7ec+LHXDZgPBUYgO1C/S+Avgn5F0CP5mcyadIkukKVn5/PZWEUgalUqlMmtIxcLo+KiuKyMPRFDQAXB/3scPnXmDFjGAD0VMlFGauSdvx7am+Nor61ZZztHKbHjpybMHZQYDQD6APQ/xdA34T8C6B3EAgEwSbTp0+nq1XZ2dlcA8msrCyFQpFkQos5OTnFxMRwWZiXlxcDALgwKP/avn07ugAD6JlKaitWJm1fc3xnbmVJa8uIhaLxUUPmxo+heyozgD4D+RdA34T8C6D3EYlEkSZz5szRaDSZmZlcvbDc3Ny6urqDJrSYu7s7n4W5uroyAICuQz8vdF9RUVFTU+Pi4sIAoAdoUCv+Pbl3VfKOI/mpbSw2KDB6bsLYGXGjnGQYYxr6IjqWZsi/APoe5F8AvZtEIuESLiqrVCquUhjdFxQUVFZW7jGhWT4+PrQMF4c5OKAvWwA4X5R5eXl5nT59mn5zRowYwQCgW23POLI6ecfWtMNqnaa1ZYLdfOYmjKObv4snA+jDBAIBa0f+tWbNGoPBMGnSJBw8A9gG5F8AtkMmkw0woXJDQwM/iGTpGdu2baNZgYGBXGQWHR1NT2EAAJ0SFRVF+Vd6ejryL4DucrQgbXXyzg2n9tYqG1pbxsnOYW782NnxoxP8IxmATdNqtS+88EJZWVl7Fv7PpO1lBg4ciPALwGYg/wKwTbSrHmpC5erqaq6BJMVhlZWVBSYbN24UCoWhoaFcpbDIyEixGD8IANABlH/t3r2b8i8GABdXUU35yqTtq5N3FFS3ep4vFUkmRA2ZmzB2TMRAdO8FfQQdzV533XXvvPMO6wq0tgULFjAAsBU43QWwfa6uriNNqMw1VuKysLq6uiyTdevW0Q4+IiKCqxdGoRjXLSgAQBso/6L7kpKShoYGXB4HuAjqVI3rT+xenbzzWGFbufPQ4H5z48dNjxvhIJUzgD4mOjp61KhRXAcg52nmzJnu7u4MAGwF8i+AvsXLZNy4cVQuLCzkGkimpaUpFIpUk3/++Ucmk9GhA1cvLDAwkOsiAQDAAv2YODs719bW0k/HkCFDGABcGFq9bnv6YYq9tmccoXJri4V5+M+JHzs3YayvswcD6MOuuuqqpKQkujbDzoObm9usWbMYANgQ5F8AfVeAyeTJkw0GQ15eHlcvLCMjQ6VSJZswUztKLgije19fXwYAYIZ+GQ4cOJCeno78C+BCaE/3Xl6OrrP6j5kRN7K/XzgDAMYcHR0pAvv+++/ZeViwYAH6BgGwMfgnDQDGQXBCTGbMmKHT6bKysrh6YVSgS2eHTZipHSWXhcXGxtI1MQYAfV5UVBTlX2lpaQwAuk57uveyk8imxCTOjR87IixBiJraAGcbPXr0+fRQGRcXN2jQIAYAtgX5FwCcRSQSRZnMnTtXrVZnZGRw9cLy8vKqq6v3mTBTuyeuszBKxJycnBgA9EnR0dHM1JhaqVTa2dkxADgP7eneS8AEI8L6z40fN6XfMLkEgzgDtOq666575ZVXVCoV6yCxWDx//nwGADYH+RcAtEoqlcaZUJlObrlKYXRP57qnTXbs2MFM7Sj5NpI4AQboU/z8/Ozt7RsbG+kae0JCAgOAjmtn916RXkFzE8bOjR/r6ejKAOBcfHx8Lrvssj/++IN10JQpU9DpB4BNQv4FAO1CwdZAEyrX1dVxWRihFKzQZPPmzVw7Si4Ii4yMpPiMAYCti46OPnr0aFpaGvIvgI46VphOsde/J/e00b2Xp7F7r9EUe8X4hDAA6IhJkybt3bs3Ly+v/U9xc3ObPXs2AwBbhPwLADrMyckp0YTKVVVVKWdUV1fnmKxfv14kEoWHh3NtJMPCwughAwBbxOVfne5jBaAPalf3XmLp5JhhcxPGjkT3XgCdJRQKr7vuuldffdVgMLTzKVdeeSVaMwDYKuRfAHBe6CrZKBMql5WVnTp1KtWkvr4+3WTVqlVSqTQqKoqrFxYcHCzAcTyADaF/3XSfm5ur0WgkEknbC//888+LFi3CjwD0Te3s3mt4aH+Kvab2G47uvQDOHx15Tpo0afPmze1ZmA5Whw0bxgDARiH/AoAu420yYcIEushWWFjItZFMS0tTKpUnTGgZe3v76Ohorl6Yn58fA4BeLjAwUCaTqVSqzMxM+nfdcoGlS5dSFF5ZWUnlgQMHIvyCvqad3XtFeAXOjR97ScI4dO8F0LXmzZt3+PDh6urqthej3dPChQsZANgu5F8A0PXoACLQZMqUKXq9Pjc3l2sgSafHjY2NR01oMWdnZ65SGN17enoyAOiFhEJhZGQkBdwUdvP515dffkkP6+rqLBbGdXXoU9rTvZeHg8vs/qPnJIzrh+69AC4MukhDwdZnn33W9mKTJk1Ct/cAtg35FwBcWHRuHGYya9YsrVablZXFDSKZnZ1dW1u734QW8/Dw4CqFxcbGOjk5MQDoPaKjoyn/2rp165YtWyjjbm0xkUgUHx/PAGwd173XmuM786tKW1vGTiydFJM4N37sqPAB6N4L4EIbNGjQwIEDjx071toCjo6Ol112GQMAm4b8CwAuHrFYHG1CZbVanZ6eztULy8/Pr6io2GVCs+jiG5eFxcTE2NvbMwDoqd5//30KtVUqFZUbGhraXpj+RcvlcgZgo9rZvdew0DiKvabFjkD3XgAX08KFC+mYk9thtYRu7wH6AuRfANA9pFJpfxMqNzY2pqWlcVlYcXFxicnWrVsFAkFQUBCXhUVGRspkOFUA6GYrVqyg5DonJ0er1bIOosvvDMDmGLv3yjhi7N4r/XBb3Xt5BsxNGIfuvQC6i5ub22WXXfbHH3+0nBUSEjJ69GgGALYO+RcAdD97e/tBJlSuq6vjBpGkLKy8vDzPZMOGDSKRKDQ0lMvCwsPDxWL8fAFcJH/99RdlXvQvUa/Xs86iOHvw4MEMwIa0p3svdwfn2f3HzI0f2883lAFAt5o0adLevXtpd2Y+kXZPixYtYgDQB+AEEgB6Ficnp+EmVK6srEw5o6amJtNkzZo1EokkIiIiNjY2JiaGLtkJhUIGABdGRUXFoUOHuNEbzwfl187Ozgyg92tn914To4fOTRg3KjxBJMBOCqBHoCPG66677tVXXzUYDPzEsWPH0h6KAUAfgPwLAHoud3f30SZULikp4YKwtLS0hoYGrkzT5XJ5VFQUVy8sICCAAUCX8vDwePTRR99+++3zjMDQ+BF6u3Z275UYEkux17R+w+2l6EsIoMcJDg6eNGnS5s2buYeOjo7z5s1jANA3IP8CgN7B12TixIl0ya6goIDLv9LT0xUKRZIJMx3E8B3ne3t7MwDoCl0SgSH/gl6qnd17hXsGzI0fO3fAOG9HNwYAPRgFXocPH66urqbypZdeSkePDAD6BuRfANDLcJ3ik2nTpun1+pycHC4Ly8zMrK+vP2jCTL2c9jvD1RWdDQOcl/OMwAIDAym/ZgC9Sju795oVN3puwthY3zAGAL2BTCZbuHDhZ599FhISMm7cOAYAfQbyLwDoxYRCYbjJ7NmztVotRWBc3/kUilVVVe0xocW8vb25zsIoC3NwcGAA0HHnE4ENGzaMAfQS7eneSyaWTIxOnBs/dnTEAHTvBdDrDBo0aODAgXT0iD5kAfoUgXnnfwAAtkGlUqWlpXGDSObn55vPCgwM5CqFRUdH0wVABgAdUVFR0YkI7IUXXkD9L+jh6lSN/57csyppRxvde5FhIXFz4sdOjx2B7r2gPXCqBXA+BAIBg55qyZIlVVVV999/f//+/VkvgfpfAGCDKNhKMKFyQ0MDZWFcvbCSkpICk40bN9IVv5CQEC4Li4iIkEgkDADOpRO1wHx8fBB+QY/Vzu69wjz85yaMvWTAeHTvBRaQcAFcOG3/+0I6Bh2F/AsAbJyDg8NgEyrX1NRwnYVRFlZRUZFtsm7dOrFYTBEYl4WFhoaiMjxAGzoagaHne+iZ2tO9l5u986z+o+YmjItD915wRhsn5MjCAC4oi8DL4l8c4jA4J7R/BIA+qry8nM/Camtr+ekymSwqKorLwgIDA7ErBbCq/Q0hn3jiifDwcAbQM7S3e6+ooRR7oXsv4Fg9Y2o50XwKTrIAuorF0bj5w9YO1HEAfxGg/SMAQK/h6ek51oTKxcXFXBaWlpbW2Nh43ISZ6o5FR0dzfeejAReAuXbWAnNxcQkLQ8UZ6H5c916rk3ceLUhrY7HE4Ni5CWOnx45E917A2pdwtZZ5WTwXcRhAO7WMriwCL+5fEzeRyvxc88X4f3EIwsAc8i8AAOZnMmnSJNpZ5uXlcR3np6enNzQ0HDFhptN4rlIYxTrCLjUAABAASURBVGFubuj/BaBdEdiAAQNw6AndqJ3de4V6+M2NH3fpQHTvBUZtxF7mmZf5RIsFGus1WrVerdJrNXSvUyt1GnXz1w+/igAW6N+ERCqSyITcvdRUkMlFZgsIrN6bP7SahSEIA3PIvwAAmtGuMcRk+vTpOp0uOzuby8KysrJqamr2mdBiXl5eMTExXL0wJycn1sNUVFRQMMEALrxzRmDDhg1jAN2hfd17Oc2MGz03YWx/PzTRhXPEXhbJF1eoLFOcLmwsK2wsL2wqlBU0Kht1DAC6goun1Mvf3itA7h1ozxfs7MV85tWywFppIGleawz6LPT/BQBwbhqNJiMjg+ssLCcnx/yX09/fn6sXFh0dLZfLWQ/w9NNPL1myxNHRkQFcFK31Bebi4vLGG2/gWBMupqKa8lVJ21e32b2XVCSZGD3E2L1X+ACxUMSgz2utraJ57HUGK8yqSz1cmXqkIv1YdUOthgHAxUURWPRgN7rFDHJzdpexM/mXeRZmkYux9vUaBh3SG/v/Qv4FANAxSqUyLS2Ny8IKCgr46bQrDQ4O5rKwyMhIqVTKuskdd9wRGhp69913U/rAAC4KqxHYuHHjFi9ezAAuvHZ27zU0uN/c+HHT40Y4SHvE5QrodlaTr5axV3mx4tiuUgq8KPlC5gXQc/gEy2MGu8cMcY8b7m4nlzDTATk3krvADLNWNYwhCDs/yL8AAPqW+vp6roEkKSsr46eLRKLw8HAuCwsLC6OH7GKhDCI9PZ0Kvr6+jz/+uIODAwO4KFpGYL3rkAh6o/Z37zUnfuwlCeN8ndE2HJqcM/nS6/UUdR3YVLz336KsEzUMAHowqZ1o4BjP4dN8+w11F4mFXOxFQZjV6mBIwboE8i8AgL6ruro65QzaGfDTpVJpZGQkl4UFBwdf6F3sPffco9VquTL9uQcffBARGFw05hGYnZ3dO++8Ixajp1G4INrZvdeMuFFzE8bG+0UwgDPaSL44aqXu8LaS/ZuKk3eXt2+VzDfY0ctf7h3o6OUnd/eRy+zEYqlAIhVJpSKxVGjqzxstbQHaolRotWq9RqVXq3UalU6j1tOU0ryGihJTz3qFjdXlyvasx8FFnDjZZ9gU37A4F4sIzGqNMA4isE5A/gUAAEZlZWVcvTC6r6ur46fb29tHR0dzfef7+fmxC+COO+4wf0gR2KOPPiqTyRjARcFHYImJibfddhsD6FLt7N5rQtSQSwagey+wwvzcp2XyVVet3vRnzta/89tu5EipVkiMS1ica1g/F+8gR3dvOwYAF15xbj3dsk9WZZ6opkLbCwdGOE5dGJw4yYdPwVpmYQwp2HlA/gUAAJYKCwspBTt16lR6erpCoeCnOzs7UxDG1Qvz9PRkXWH58uX//vuvxcSoqKj77rsPERhcNFwEdsUVV2DwR+gq7ezea0hQv7kJY2fEjUT3XtBS28lXZZli3Y9ZO1cXaDXWT46kMlFsomd4rGsI3aKcGQB0K2WjNudUddapmqwTFIdVtbaYh5/d9IXBo2f7C02QgnUh5F8AANAq+r3Nzc3lKoVlZGSo1Wp+loeHB5eFxcXFOTk5sc566aWXzLvk51EE9sADD0gkEgZwUVAERt9qBnB++O69dmQc0ei0rS0W4u43J37MpQPGo3svsKrt5Ks0v2HtD5n7NhTrdFZOiwRCFjPIc9gkv4SR3hKZkAFAz1NdoTqwuejg5uKyQust4p3dpZOuChx/aaCdvbg9KRgisPZA/gUAAO2i0+mysrK4zsKys7PpIT/L19eXqxRGiZi9vT3rCIvGj+bi4+PvvvvujvbEj30EAHSLpMKMNck7N6TsrVG02sLFVe44I3b0nIQx8f4d7t4L5zZ9h0X4xfdwb+reXr38i7QdKwus7ut8gx2HTfajm5MrKlAD9A55abUHNhce3lHaWGelCbODi3jebREjZviJRK3WBUNFsPZD/gUAAB2mVqszMjK4LCwvL4//WaadblBQEFcvLCoqqj0NGNvIv0hiYuLNN9/cngistV0DdhkAcEEV1ZRT7LX2xK6C6rLWlpGIxOMiB8+JH9Oh7r1aO43B6Y0Na6Pal06n37m6YPnnaVb7+Yoe5DHlytDoge4MAHohjUq/b1PhluU5lWVWuswPjnZc+HBMYKSTeYvIliNFcgtjH9EG5F8AAHBeFApFqgllYUVFRfx0Cq1CQ0O5SmERERFWx9T7/fffN2/e3Pb6KQK79dZb296XWx0Yy+osAIAuUadq3Jiyf/2JPUmF6W0sNjAwambc6GmxwzvXvVdrV/VxemOTrFb74uSn1/7wxvGclFqLp9AXIWGk97RrwgIj0L0XQK+n1xkObS/e9FdOaX6LRpECw9i5/pfcEm7vKBGaQUWwDkH+BQAAXaauro4Lwsjp06f56RKJhCIwro1kSEgI7a256a11/mVh7Nix1113XWtzrV4tN5+OvQYAdBWtXrc7K2nDqX17s5I1+la79wpy9Z4WO3Jm/1E+Tp2vj2N+Mb/lhX2c29gYi30Wn3zV16isNngUiQRDJvpNuzrMy79j3Q4AQA9H/9iP7zu98a+svDTLyNvBRXzZreHDp/uKxSKrKRjDbqJNyL8AAOCCoL3LqVOnuL7zq6ur+el2dnbR0dFcvTDKv9q5tmnTpl111VUtp1s9YbAoMERgAHDeTpXkbErZvy3jSJ2yobVlnOwcJkYNmdJvWD+fUHZ++NMY8wLObWyVxb5Mr9dze7H0pMrPnz5aW6m2WD6iv9uC++M8/ZB8AdiyY7tK//46taZCZTE9epDLDf+Lc3aTtYzAuGvM2E20BvkXAABccCUlJVwbSUrEGhsbWafMmDHjiiuuMJ/SMvxS/Han4XSaxUTa92PHAQCdo9FpqxV11Yp6tVbT2jL0I+Mks3e1d3KU2XfVqQb/w2V320omtW+tt2Oc2/R2rbV5pAhs3Y+Z/3yTqT97hEc6473s5ughE3wZAPQBSoV23U+ZO9bkGfRnTXfxkN70TGxYnItIJGqtOSS3JHYT5npj/iVmAADQq/iaTJgwgY7pCwsLuQaSJ0+eNB9E8pz+/fdfe3v7mTNnWp3b1D1w3kFD0VHLWQwAoJPouNPTdDsHBWOmeq5d9YPDr0enUTGRjO/wmF8ApzQ2wGoVZuMgj3War547emJ/hfnCAiEbMytozvWRdnKcDQH0FfTv/fLbYkZM9f/945N56c3NIWsq1B8+cmze7eHj5wVQBGY+FBW/p+B2E9yVYAa9lpABAEDvRDvgwMDAqVOn3nvvvS4uLqyD/v777w0bNlhMNL9gzgAAbItGo6FLBfoz0LjbZrQWfuWkVL9wwy6L8MvZTXr/68OvvKMfwi+APsg/zOnBt0fMWRwpMMtC9Dq2/LOsL5853lCnot2EVqvldxYWx8bYU/Rq+NEHALAFlZWVrOOWLVsml8vHjRvXss0I7e/ZmQtc4ugJ4qDB7VmhNnOPNmcfFYTuwdLBVzAAgC6lzdmvzdxNBYGLvyzxmvY8RV9/Wr3vZ65M5zMGU1VZvlcXrmkkruf3aq11+HVsV+ln/zuq0551shoz2OP6RxPsnSQMAPoq+smfek1Y5AD3b187WlvV3Cfgyf1V7z1w5M5X4929jR0C8oEX3xzSvCcQ7Dh6I+RfAAB92s8/G08Lx44dy87u596Yf505o5BEjZeNvaU9a1PqdXz+ZTf1QQYA0KWUWz7h8i+hq387f2R0xSf5/Isu6YvONBWnUxf6obPoBR96HavhF93vXF3w45snzCtqiMSCuTdETbwshAEAMBbaz+WJj0f//N6Jkwebh1kvzVO+/8Cxu99I8AlyEIlE7Mz1EnamOSR/yQTXTnojtH8EAOj1vvvuO9ZZtPOmCOzgwYP8Q+7MAbW7AcD28K1auIYtTVm/WfoPvYt5+MXvvOh+1dKMH944K/xy97Z76O0RCL8AwJy9k+S2ZwddfmsM5eP8xJoKzQcPHcs6Ua01MW8Iad5wnqEtZC+E/AsAoNdLTU1l54F23pSgFRYW8g8RgQGATWrZqwvDCUyvZRF+NY3cotN/92ryqm8zzZeMH+n12EejAsKdGABAC+MvDaZ8nFJyfkpjne7TJcdP7q/QmWnZFxjDHqS3QftHAIBer3OdfxE7O7v+/fsPGDAgISFBLpebdxuM3TkA2B4Kv4Q6HdeTCxeBcQ1b0J6l17EafqmU2i+ePZq067T5kjMWRMxcFM4AAFpH+fij74/87JlD+Zl13BSt2vDNCylX3Rs2cqYf/byIxU3JScuxg7Hj6EWQfwEA9Dne3t4DTCIjI/lhni3uuTZBAAC2hC7gs7MHf+Tg1KV3sRp+0Wf64WMHUw9XmS95+a0x4y8NZgAA5yJ3lNzz2rBvXjqantx0XVmvM/zxQZZGrR93aQA95LoDY9YiMOgtkH8BAPRun376aXsWo90zpV2UeQ0aNIjyrzaWPOuckAEA2A5j/qXT0TmM1WYs0CtYb/ao1X/+zBGL8GvBfXEjpgUwAID2kdmJbntu8LevHjt1uJyf+PdnOfZO4qGTfMyXtIjAcB2lt0D+BQDQu6Wnp7cx197ePj4+nmKv/v37U5kBAPRhxgaPiL16M4s+d/iaX9++lnRkexm/mFAkuO6RhEFjfRgAQEdIpMJbnhn049vJx3aV8hN/fSeTIrB+Q93Nl0QE1hsh/wIA6N0aGxstpkgkktjYWK6RY1RUlPnuuT3MTyqwGwcAW8LHJS0jMK6Ms5degfuw+OHYVn6Tvnd9sfkCNz05MH64FwMA6DiRSHDjEwN+fu/EwS1F3BS9zvDdy2l3vhobGutiviR3jM2HX4jAej7kXwAANsLR0TEhIWHgwIH9+/eXSqWs4/izQdSMAACb1PLHjf/Rw0lLz2f+2fHh15bluau/yzJf7LpHEhB+AcB5Wnh/XH2NOuVMQ0iNSv/1c6fueyfeJ8jRfDFuNBX+YjP2Jj0c8i8AgF7s008/9fPzG2gSFhbWtXtc7L8BwMYYzsag92jZ7Redcx7cUvLreynmi829PnLIBF8GAHB+hCLBzU8O/PipA3nptdwURb3+i/+l3PNWnKevAzMdJ3OHyhR+mdcgRgTWkyH/AgDoxa699loXFxcGAAAdhwist7AafuWl1X79/DHzxcZfGjzlqjAGANAVJDLhnS8M+XDJwZK8em5KTbn62xdT73sn3k4u5UMuruUjX2bQg3WsUxgAAOhRLmj4hTNDALA9+GXrdayGX4116k+fOqzXNy82ZLzv5bfGMACAriN3lNz10hBXTzt+SnG2YvXSXK2JTqejnyPu3rxmMXY0PRbyLwAAAAAA6NH4s0q9yTcvJ1eWqvi5gRHO1z4UzwAAupqzm+zOF4aIJc3Jye7VZUk7y3Vn6M9ABNbzIf8CAAAAAICeqGWf92Tbivzk3eX8dHsnyS1PDxKK0OwIAC4InyCH+ffGmU/544Ps04UN5vmXoZVhhaFHQf4FAAAAAAA9jtWWj/kZNX9+nGq+2M3EtlDaAAAQAElEQVRPDXT1kDEAgAsmcZLfyOkB/EO1Uv/Da+kqpYZrBdlGCgY9Cvq/BwAAAACAHsp8yE6VQvvZ/45p1M39fs1cFB7R343ZBMr31DoFuwAkIrlQgHoPAOflitv75aXVFuXUcQ9LcpSrl+bOuyNMKBQKBAKKwFiLvvAxFmRPg/wLAAAAAAB6FotmRFzlr78+TS0vak6IKPmaPj+C2YT0yp0bcj9U6xpZl6LtVl+vYXrp5XGPJPhNYgDQWRKp8JanB715726VUsdN2bPmdMJot8gBboKzMQwE2VPhOgAAAAAAAPREZ7d8rN2+soCf5ewuu+nJgbZxjqnWKTfkvM+HXwImEAqEQoGIuwnO45SNTsKdnKRaveKPpFc1OhUDgPPg7m23+NEE8ynLP8nVqJvHgkRH+D0c6n8BAAAAAEAPYn7eyOdf379+wtDc8JEtfjjewVnCbIKB6bUGDVf2d4myl7gIjf35C7j2U1q9OrP8MDsPlKVpdLqKxkJfp3AGAOchfrjXsCn+BzYVcQ/Li1S7VpeMn+fPtYLkoRVkz4T6XwAAAAAA0FO0HPOR7nevK8xPq+OnDxzjEzXAndkU47t2k/s523mKRRKhwNSjkF5b3pCfU5nMAKDHuPTGKLlDc0Wijb8W11aprHaEz6CHQf4FAAAAAAA9i3nLx8Y69bJP0/lZEpnwittjmC1ykLnw5cqG4qzyIxUNhTq9pv1rkInt58U/et/YpdcOednPKZIBQFdzdJHOuT6Kf6hW6td9l28efqEVZI+F9o8AAACdV/rgaH1lUWtzBQ4uImdPobuf2DNQNmiy3dDprIs0bPhWeWSTtjBdX18lcvGSj7lCFj+m4tUFNMt50TMOM29hvZYmO1kSlsB6GF1ZntDBVeDgzADgQrLa7f3KpZkNtc0Z0MxFEc5uMmaLJCLj+6J3nV91slFTyzpILJRen/i6v7PxzNzd3s9V7vPJrttYB10z45fKCivd8IslQld3uYuLnYeX/YixwROnhbm42rHukJFaHhnjyXqYoweLH71zDRUeeWbcrMua8tlflh5d+ulBKnz12xVhkTZWY7FPGz0zcN/Gwvz0pn+kR7ZWDZ9ZFxbr0rIVJFo+9iio/wUAAHChGBpqtMWZ6hM7G7f9VvXB7VWf3se6QsO6r2t/eoFWq68uZVq1rqJQILaFTnAMyoaab5ZUfXgn61EMhob135x+aoa+oZoBwEVhMFNdrty2ornbe+8Ah4mXhjAbJRSI6L68Pr8T4RcZH76QC784HvYBrOtoNfry0obMtIr9u/I/emPXorm/Lv/lOLu4FArNx2/tfvnJLQygW1GoteDeOPMp678vaNn+EVXAehrU/wIAAOgCjpfc03Kivq5SV1mkOrmXaY2jbin3rlIMnCwfczk7P/XrvuIKIo8A2cCJQgdXuyHT9I01rJer/OAOCvWE7v6sJ6lf+XHdsncYAFx4Vit/rf85W69rnr7g/jhj1/C2S6fXVjQWso5L8Js0Nuwa8ykKbR3rLKlMtOimgeZT9HpWXamoqlSknSovLa5XKXWfvrvX0UU2fU4Uu1hefWrLnh15AcGoigvdzz/MaezswJ1rm9L53FONeal1oaYqYIR+u1AFrAdC/gUAANAFnK5+rLVZ+urT1V8+ojq+ncp1y9+Vj57HzuNIyFBfbaz2xZgkbIDnCyvNZ/n9kMN6M4OqgfU8ekVPfFUANsy856+GWvXO1c1hUP9hnmGxrsx20bvW6FWs47wdQ2f1u0sgOKtxz46s31hnSSSixbcOsTpLq9F/9dH+ZabKXx+9sXvMhBAHRym7KBSKDnSF1hMsunkQ3RjYqOkLwvdsKNRpmwL6LX+VXP+Uo9CMef0vZGE9Ado/AgAAXFhCVy+3uz8SOLhRWXc6X5N+XsPY6xX1XEEaOYQBANiKlpW/yMY/crXq5umTrwhjNq1WWV7ZWNTRZ4mF0qsH/k8ucTKfeKxo097cv9kFIJYI73p45IAhflRWNGr27y5gvUdOZtXRg8Upx08zgPPm5CobNb25lXHqwdqygkarveAz6BmQfwEAAFxwAkcXWexIrqwty2Xnw6BvKki6p+NhAIALx7zyl0qp3bo8n58VFOkc3t+WK3+R8oZ8isA69BShQHTtkBc9HQLNJ5bWZa8++SG7kEaND+YKuZlVrPf4+Zsjj9655p2XdzCArjDx8lC+RpdAINi2rFR3BnoB64HQ/hEAAOBiELo0DVZlUCtaztXmnWzY8L2mKF1bnCkQScQBUZKQ/o6zbxe6evPL1K/4sG75u/zDhrWf040K9hMXudz8qjplb8vxH+v+fKt+1Se0Ep8P9xuUjYpdy1Wn9qhP7WUisSS4nzRmhMOkaymbs/qClQf/Ve5foynK0JVk04sXB0RLoxMdac3iDrRzMagU9Ss/pj+qqyzW11YInT3E3iHiwGi7IdNl8WP5xSpev1Z9chdX1lcWFV8fSgWH6Tc5L37OoFaW3NqPHrre+jY9pea3V1TJ24VyJ1qJ09x7xP6RJXcbe6iRj7vG9bY3W74AblV2ibPc7v/M8rWplYrtfyr2rtSW5ugbaoTOnmKvINp0/DCdFhu87NHxdC8OjvN6eS0Var5/pnHTj1Tw+WCf0M3HYuXclqeC16sb6KVyE8ufu1STnSQfe6Xrza/X/vGG8tC/ekWdJCjWfswV8vFXs05seZ22+KZIruj3bQZ9rAyg9+PPFbf+na9o0PHTpy8IZ32GRGRHwZZOr9WeqznkmNBrQt3P6qiLnvXb0Re1ejW7kFzcmq7BqNU6i1k6nWHD6rRjB4sz0ytLi+uDQl1CwtyGDPefOjvS6qrW/ZO6Z1tuYUHd6dIGub04KMQlMNglYbDv+ClhEqmIW+bpB//du7MpDC3Mq52a+DUV5l8/4Lb7h7OL7tDegtV/p2alVVRWKMIi3KL7e125MN7qkm2M/1hZ0bhmeUoWbaKiOnrvcgdJUIhrYJDzgCG+E6aFC4VWWsnVVCtXLz+1Z3tecX6dWCqMifMcOMT/ikXxa5afev814z505fYb7O2N4+GolLo5Y7+lwpIXJw4a5rf0k0MHduc7OslCI92uWZwQm9B0aJGRWr5pXWZeTk1xYV1ZUZ2Xr4N/kEtouOv4qeG0cvM/zY9u+dPK+R6e9htWp2/dmJ2ZWiGzE0XFeEyfGz12cii3ZOrJ8h2bso8eKsrLrvELcBo2KnDxbYPt7Gx29+ThIx88zvfw9hLuYdLO6qmLVB4+IsLV/0IvYD0KjpMAAAAuBk3WMa4gDoixmNW46aeaX15imqaTHLoyqK4tV5/a07j9D+eFT9tPuIadN31lccXbN2kLUvgpqupSVdK2ho0/eD7zl8jzrIoDTKup+eG5xq2/8BN0p/Pppjq6qXHb7253vi+JaFdvJobGuorXF2lyks1fhppuKXsbN/7gOOcup/lPsHYzaFXlL1+lKzc2tNE11FDBZdEzrLO0BamV797Cre3MaytS0y11n2zgJPeHvmZCEbtgqr54WLlvFVemD1o+bNaZl9U1Wx6g1+FrRpjbftawj/b9h3mxvmGQ/7TZsfdIRDKVVvHP8XdPle1sbckoz+GTIq8zn0Lh1zf7H65WlLALrLigqXN9irfMpx87VPzpO3sz0yr4KaknTtONErHN6zMfeHKMj5+j+fIfv7V7xe8n+YeNDeqK042UtqxenrJhTcYr700XS3pQiyWK9t5/dScFdvyUk8lldNu8LvP6OzrQKcGqZSlffbif3iw/paFeXV7acGR/4aplp7b+l/XsG1NFZ4/zQLnSU/etr6lR8lN2b8ujW9KR4sGJTePGtAxYNBrdY3euy881jl9cVamgwq33DqOyWqX78qP9K347Yb5wfm4N3fbtzPv9h6TbHxh+zXUDWr5yCjSfe3Rj8+dbwyi13L0978pF8Xc9PHLj2ow3ntvK13Cixeh2eF/BR9/PE9nusBVTrgzl8y+Dnh3YUD5tUYBOp2utFzAG3Qf5FwAAwAWn2PW3JjuJCiLvYGnkWRFG3fL361e8z4zdhPnYT1wgCerHdFptSXbDhu/09ZU13zzO9Fr7SYtoAcd599NNV5bHVURymH2n84Il7fnrBmXD6Wcv0deWU7JjN2Sa0MFVdXK3cv9aWr++qqTujzdd7z6rmYyxNlbafipIQhPshs+R+Efq66s1eScpLNOV5pS/co3Xi6v5Ok1tqPn5BS78ksWPk8YMFwdEGdeTc1x5YJ2+rqJ+zWf0YiRRxhMGjyU/0335i5drMo4I3f193t/dcm3165dycZXYP0pbni/2Chb5hhnqOzPqpa44q/zFKw1KY09q8tGXS2OGCZ296KVS4EgbRHVsS/U3T7re9ia3wWt/e52rZ+f99nb6+Nh5U2cc1ZVkUoFiR4OyUd9YQxuZm9VVWx6g9+IbP2Yer6ooaT7Vn3J1WB85bZRLnC6Je0BoiuBlYvnEyMWt5V9ejiHzEh41P52mTbcl44fi2gx2gWm1+v0787hyeJQHP70gr+bphzYoGo291F9yZWzsAG93d3lxUf2WfzOTDhfv353/8G2rv/rjSq6OEqFEjAu/ouM8R4wJDg51kcrE6SkVFMGkp5Qf2luw/LfjXArz8vsz6P7RO9dQNBYQ7Pz98i64MtQJH77eFH4Fh7nNvTwmOMy1orxx7878HZuyv/pwXztXQmnRB68ZP1OKAsdMDA0Jc6UCpUhpp8o3/5tJQdiurbmr/jo1b34c/xTasPTeuQ0789KYQYl+zq6y3Kzq379PooUP72/qM65l0zravFz4Fd3PoyC/LijYOSDIOHrmt58d5MIv2vLDRgYFhri4uMkKc2uTjpbs3ppDMd+XH+wfMtw/MsbTYoVvvbC9pKguLNJ91qXRvoHOSYeK//rZuKNf9stxsVhIwVlgsMu8a+J8AhxPHC3bsDq9sqIxLaViw6q0WfNimI3yD3PqN8Qz5XBTy+UjWyqnLPCj/Ku1KmCoC9aNkH8BAABcEJQ6aQvT6aZM2qrcv4ab6HTlo+aN1HQlOfWrP6WCbPBU9/s+NW/gZj/lusp3btJkHa39/XW7wdOErp2v+ECvhG6O8x5wuuIhbord8NlOl95btmQqZUCKg/+6qBQCmZybpdjxFxfBOF31qOOl9/Irodn2464qf/1aQ0NV9dInPJ89V7fKWo1ij3F4SmN1qke+NZ/jMPX6008Z2xjW/7vULaq9F8wpM5L2G+l253tCdz9aua6qlHWOwVD12QOm8Evg9sCXdkOncZOp4Dj79tPPzqWkSbHjD+erHzufbd4GeiP0Ftzv+YTL/oyNHJ2NZ4+d2fIicW8f9BOAtVL568Cm5hpMMjvR0PF+rG+QiuyEZvVPPe0DXWSeNaryFovJ58U/Yn92n/cpZbt35fzJLrD6WtWXHx1IPWV8SXEJ3tGxTREJhWJvPr+Ny2gef2HC9DlR/FNmXhL17ss7/lubUVpSv/TTg/c+OoqbvnGtMaqj9OfdL+baeEE17wAAEABJREFUyZt2jmMmhsy/IeHuxSvyc2v++f2k1VpI3YKitzV/G8OvwcMDXnxnqlzelOLNuCT6s3f3cgNitsdv3x6lezuZ+JX3Z4RGuPHTKSGaeVn0Pdf/Q+XtG7PM8y/aaNyGvfnuRH5AyeGjg0ZPCHnyvvVFBbWt/a3MtIphowIfeWa8p7e9VqOntI4m1tYo//nTGDvSX3/nizn8G2Gj2eUL+y/7+fhn7+01voZNOS3zLwq/ps6KfPTZ8Vy9vNHjg52dZUs/M7bxpPCLUrY3Ppnt5CKjh6PGhdDbuevaFQqFZtvGbBvOv8jomYF8/lVXpctNqQ/v78JHYFwVMIbkqwdA/gUAANAFuH6m2iRwmH2bfNSl5pOqv3+aadVCR3e3O9+36N1J6OTmevs7p5dMMTTWKnb/7TD7dnYeJJGD+fCraf3uvnZDpyt2LWdale50njjQeGBqaKyjuI0K0rjR5hEMRxwS53zlwzU/PKPJOKLJOS4JjW/jL+rrq+mtGf90UD/L9QRG209cKLB3kfXrWL8tLte/YAy/jKuQiLwCWaeo0w5xtdLkIy/hwy+OQO7ovPCpqveNm1qx5x+HWbeyC4OCNsmZ4E/kaxzPrgu3PEBvR6eIFHEf3NyccQ8a6ysS95WTxnpVlUqrkImbrklQFjYl+qblyW9ZLDYv/mF/5yjzKWX1uX8lvc66iEaj++nrs0Yr1utZVYWiorzh6MESruGeWCx86H9j+dP5YweLTiaVUWHWZTHm4ReRSEX3Pznm8MGiirLGtX+n3PnACC494eIY/0BnPvziUCIzb0F8cUFteLQ7pTadbgJ5YHdB6sky8yl5OcZawzVVSot35+3nZPGaW+KbPd754PDmzMjk9gdG7N+VT4EdOxdKD+nr7eFlP2pcsHn4xYmJ8wqLdM/OqKSgkJ9Yfrph+8ZsKsQmePPhFycgyPnOh0Y++8iGNv7iXQ+PoPCLmQbu5BqfZqRVBgS5VJ5uvOb6ARZvhEycEc7lX6dLG1quzdVNTh+l+Scy6/IYLv8idzw0kgu/OIHBLjH9PSk3bCOhsw1xiZ4yuVil0HIPj22vCunnSOEX1wqSj8D4WmAIwroL8i8AAIALS+DoKosd7TjzVsnZdZ30dVXqE8YWELL4sZS8tHyi2D9C5B2iK8tVZyc7sPNiP+ZKK+v3CeEKBmUjV1Alb9PXGi9gys+0yLNgN2QqpTBU0GQebTuFEbp6CeydKbyrX/+NyDtYPuIS8/focvNrrIMEDm5cSHeelIf/5QoOU29oOddu8DTPZ/8WunqLWnRp34Vk8eMtpnThlgfovfjGj6mHqxpqtPz0IeMv4L/HnkZn0O7O/nNS1PX8lBivUWKh1Lw/+7Fh82N9xp71LL3296Mv6g1a1kXUKt13nx9uY4GgEJeH/jfOvE/31JNN9V+uu81KxV7KWRbeOOjjN3fTmtNSyuNMXbD7BzplplUcOVD01Yf7L5/f39OneV932dWx7Lwd2lvwl7VqWZUVjRbvbtiowLbzL73ecHC3sQ1+3ADviGgPi7kikYCypHdeOvewko7Osk9/uryNBTw87Sn/UimbRxXYtbWpqemimwe2XH70hODofh5pKRWtrE0eHGaZsg0Z5v/Vb1ew1l8AvR2dzqBWWfk6DR0ZwDdf5bi5y+nDVSg0Ht72A4da1tOkvIzuiwttPP+igH7gaO/9m5oaoh7fXTP7Jn+xmGv+eNYokIi9uhfyLwAAgC7geMk95g9Vp/ZoMozH1iLfMPcHvxL7Wxn0Sne6aSgrxd6VdGtj5eZdyHeOZQ/3JgJZ05mGQdt0WqU93dTbdM13/6NbGytUZyXZT2Ftc5h+s7FrM626ZumTNT88J4sdZTdkmt2wWVxzv46ShPZnXUGT29TRssg7yMpsgUASOZhdUGIZJZsW07p2ywP0IlYbP+77r5hfwNFFGpngzvqS/fmrxkcsFAmbUgaJSOYgdalRnuYeejoETYxYbPGU344+X9lYxC4kykR8/Jx8/Bx9/Z369feacUm0RbWs9FRjBEN5h7ev9Us2EVFNn2Payab86/IF/Xdvy6Wo5fcfkugWP8hn1PiQMRNDAoNdWA9TVang+p739nG0ukBwqCvruIY6dVZGZUV5Y3WlsrS4LvloSeoJ4wet0TTnX+mnmoLF0HDr/xDColrNv6Jjz92Qv6ykoSC/pqKssaZaUZBbc/RgMX0ixteg1bdcOCTMytuUSkWUf/n7O7ecxY3g2bJjMtszZJwvn3+pGvVpR2r6j/AQiURcps9XAUMv+N0L+RcAAEAXcLr6sbMeMla/8uO6v97WlWSf/t8st7vet2tRr0dXUcjaR1eaY2xLeHYDyQ6xXpup+fCr6chUV9ne0ydtYdo5l3G64kFac/2KD43r16pVydvoVvP9M5LwgeKAaHniDNngDgQ5Qkc31hUMCtOYZUKx0KV7xpITOlo5r+vaLQ/QG/GVvzQq/bGdp/npg8b5CG135DirVLrGRk2dk6wp7BAIhKNCrlif+gWV3eX+t474QCRsPomjjbYx7ZuM8sOsSzk4Sv/Zen2HnsLFNP6BTq0t4B/UlI+kpzQFOgOG+L307vTXn91Wa4qWjh8tpdtXH+6PiPaIjPGgOGzqrEguQOmcOx8eSTfzKa88tXnLhqywSPc2KkBZVVPVNBqDh5e91QW8WsnFrMrPrVm97BQlTeYDZbam0tRKlPbYXj7Wg0W/gFb/tKOzrLVZe3fmbV6fmXSkpNxaO8fW2Du0eiji4ChhfVjUQHe5o0RRr+EeJu+qiR3mZl7/i+sIH73gdy/kXwAAABeE46X3itx8q796lOk0VZ/e727vLIsfZ76AQaPiCvaTF9slzjzH6oSdPwHowNPVTS/J5aZXRV5tjXUolLfrQN/pioccJi5Q7F2tPLpJnXaQ6bXG9511lG7GPubnP+kw5w7WPgJhx/t/sXbFWSCVs4ugjYvdQmtHX1295QF6I+4sMfVIhVrZXPGk7/R8z6Mz5VOlO4cHN/cXOThw5qb0b4UC8eUDHuO7BuNkVRzel/cPfxmjG6mUnWl9OXxM0E+r5u/Zlntgd8H+3QVcEEapEN3+XZVGU557o0dUeRUKzxFVyOXtPbOmd/rMIxu0muYvuV+AE+V90bFegxL9vvvi8KG9BebLiyXnSklaj1HEYuu7zu+/OPzjV4fNVxAe5REe5R43wHvwMP9br1mmtVb5y7RCRDbWUUw/ZJzPrnVNn1364Xq9Gb5yK4NuhfwLAADgQpGPu4pCn8ZtvzG9rvrLR71f3yiwb74wLvYJbSrp9bL4sawHEPmGcgWB3KmrXpLQ3c9h9m10Myjqlce2qI5uUp3cra82dkhcu/xd2kSdaw7ZpPmg38qRuqGxruVEkU8wS91HSZy+5rTQ1Zud/582WPnTemU964gLseUBegvzM0O6z0iu5mfZO0lC+/W4pnAXwfbMX4YGzhGduXQhFdn5OIUPCpge6HLWiCIVDQU/H37G0APCL2bqEayqUlFcWNfaAqXFTT+Mrm525tPt7SVTZkXSjTKXpMPFh/cVHdlfyI0vuWNT9r6deSPGtnVV4OJwc296zSVF1t9gaUkdawd6+ktPbqbwy04mvvSauMRRAdH9PM1rael1lvsU/wBjvTn691FxupHrwN7C6ZKO7XG2b8zmwi9a29wrYwcO9YuI8pDZNX3Z6FNoLfyCtsUmevL5l0ZlKMlRBEaK+QhMaLqMhyaQ3auTQ2kAAABAezhf+6zQ3Z8K+urSml9eNJ8l9mvqBEpblN7a0xvWfd24+WdV8nZ2UTS/pIJUqwsY6qvrV36i2P6nJudcA73TIXxlsSbzKF+zSSB3lI+8xPXO930+3C8fa+qPX6M637cmOlOvTaNuOVNXXtByotg3/Mxc6+1PSx8cRbe2O+FixvpoTRcRDVb/dEUx64iu3PIAvYdFbQiulkRmcvMgeuGxnelTyQY0aGoqGvLNp8xLeGxo4CzzKRqd6ufDz/aQ8Iv4BRpjGorAlK1UBOPzL67XfPrwa6oUWemV9BRuulgsHDI84Nb7hn3y47ynXp7ETdy3K5/1AC5uci57ai1sKilqVyvCzeszudEzb31g+O0PDKf3a9FEsazUcv3+Z3pDO91KQ8Wykg40YGRmA1m+9O70hTcOjEvw5sMvQikbg06J6O9mHmrlptS37P+eQbdC/gUAAHABCezsXW9pGpCewgvzuEdg7yR0NnZBpc44os071fK56pO7a399mYIYisDYRcGnMIpdfxtUipYL1K//pu6vt6q/fkydur/tVTVu/Y1SpPIX5imTt7WcKxswkSsYFGYH+gLT8behA5edBdKmC/LasryWc5VH/ms5UT50Bj2PGYcdWNVyriY7mWI7uom9Q868qDNnBfqzXhh9sk1/ujjLYiUGZaM6dR/riC7c8gC9EX9mqNXqc1Oah4oL699H8y+SX33WfsHD3t9igVUn3q9SdCxqv6DGTQnlCuv/sdJNIX2yK34/wUx1Z0eNM9bnKi6svXLaz7cvXP7XT1bGeBk6oun9Khqb0zSuIbyhmyonjRpvfNnpqRUZqeUt5277L7M9Kyk5EwL262+lD8pTyWWFecbvv86sdeTw0YHcUAPbNmW1fAqFX8mHS1hHcFXY5PaS8CgrHepv/a/pr+hRC6yD7OzF/mHN1fxzTzVabQLJp2CIwy4+5F8AAAAXlixhvHzUZVy5+psl5umGw/QbjP/Ra6s+e4BrEsjTV5+uXrrkzGI3sYtC7B8h7W9sfKerKKz+5nGmPatmEyUv9WuNHTAL7BztJyxoe1V2w2bTmQoVan9/46yQixmDJOXBf7mi+WCLQpkxUTI01Fj83bYIRWJ/44j1xj7FMo+e9WpP7a1f+2XLZ4j8wuWjjR9Hw8YfaJmz5hkMNT8+2/T6R8zlCgJZU86lqznrA5IENbVCavjvu7PWoWyoWbrE0Nixsd67cMsD9DrmQ0DmnKrRaprPCSPiumbgi97oYMGaNuZuy/w5uWQr60lGjg0elGjsrO3bzw+mnjwrIaqrUb3x3LYTx0qpPGxUkIOTsQ91/0DnfvHGDGj18pSs9EqLte3amssVIqOb28jL5cYLEjXVSo1axy66WZfFiMVC+rZ++MbumqqzLlRQZrRlQ1Z7VuLl3bRPSUkus5hFsdRbLzRdJNOaXXHx9XeaNse4p1v5x8mDe86q16xUaN97ZYdS1bGe1zxNXfUrGjUte98/vL/w+y8OcWU94q+OCzeL7PNTFebhFyqC9QTo/wsAAOCCc7n+JWXyNkN9tb6yqPaXl11ueoWb7njJParkHerUfdrCtLInplDOJfaPFIjE6rQDjbuWG5MgOtwffbk0diS7WNzu+uD0k9P1dRXKvavKspMpbRH7h+trK9UndysOrKNL0qa38wJf+6k1Qic3x0vurl/5sa4ks+zRCfIx8yTB/QUyuYaOB3ct0502tmeRj54nCY1vfoqzqUWMWlHx+rXSmKalkXYAABAASURBVOGSiIF2Q6af8wVTmFX319tUqHznZqerHhF5h9DGpHyNtqrII0Dg7qctyrB4itPlDyn2rqbYseK1hfaTFkkjBgndfZlWW7/6M03GEVrAYfadIg//M6+q6dSr+vOH6AULnTwcZt5MD2UDJwscXekzVSVvq3r/dvvJ1xo0anXq3sady2iibNAU1dFNrCM6s+V12uKbIrmi37cZTITjOuh9zMMvOj/MSGru/EsiFQZGOrO+qqQus6KhwMMhsOWsvKoTu7L/ZD3PDXcMPXpwdUOd+t4bVlw2v390rKeTszTpUMnmDZkVZcZWdS6u8geeHMMvf/M9w564e21DvfqBm1dNmRUR09/Lw8u+KK929468w/uMTdTDo9wvuSqWX97Fzdj3Py3/v4c2DBjsE9XPs6Ndg/3v1cl0Y50SEe1x411Dv/7owMmkstuv/fvy+f3p5dVUqY4fLV7zd6pcLlEoNOdcyeBhAd9/Yex765tPDjY2asZMCvXxdczJrNq1LXfN8hSu+3+i1ejVKp1U1lQB+ZrrBmxZl0k515L71s+bHxcT5+3iKsvPqaHoMD+3+Z/MOTvp5wwZ7n9kv3HzvvD4psW3DqKXJJeL006Vb1qfuWF1Gp/MKNvxdsBCRH/3HauaWuw21OiqSlVeAWLzCEx4ZjAfjP/YLXCcBAAAcMEJHJxdFj1b/eXDVG7c8ov92CslUUNMMwTujyyt+/Othv++Nyjq6v/50OKJsvhxrre+yS4iins8n/+n+pvHKXbRlebU/fH62fMFjpfd19R717k4XfmIJu+k6uhmynQa1n9jMdcucZbrbW+fNWXYHMXuFVSg+I9u9N7bk39RaEjxkDb3hL6+0rzTLkoSPR7/qerLR1iL/EvkE+LxxE9VXzxMcWTjlp/pZjZP4jD1OucFS5pf1aApNRIZ06h0FYX1qz5hUjsu/6IcymXx8xSKGat8Hd5AN/4pzouelYQN6Gj+1YVbHqBXMG8ExFeIyDre3PlXaKyrSNSnzw9TT+8b3SL/alTX/HLkOY1exXqehMG+r7w//cPXd5eW1K/47YTF3AGDfR99brx5D+5Dhvnf+eDIz9/fS8kRRTl0M18+up/Hi+9N5zMgMm5S6LoVxr6rKB2j2+jxwRe5a/wFNww06Cm6OkBxHgVh/HR3D/snXhj/xL3rz7mG+EE+dz008rP3jG956acH6WY+d/zUsIho928/NdbAKsyv4TpKY6axBd77Zu7zj20sLa5f8ftJxk7yT5k0I0Kl0u7emkv/WOzs2nV2P//6Aekp5ds3ZhcV1L75/Fm9cIrFQkrEsjKqaC69AAYdFBl/VpPt3JQGT397vvIXM/u5Q/jVLZB/AQAAXAzysVc07vyLog06+Kn64kHv1zcysbEBiMDOwfm65+WjLmvc9ru2OFNblKlXNYhcvUXeIY7Tb5IN7oZx30VegR5LflHs+luVtFVbnEWvionEQmcvSWic0yX3iIP6tXdFlO49vFR1ZFPDf99py/L0tRUG06iI4uA4+/FXt2zUaTd0muutbyv2/qPOTjI01BjU7Tq7ow3o9czyxu2/N2z8QVuUIbBzlPYbIYsbYz/uKoodW3uWNHak9xub6td8rslO0ham6+ur6H1JoxIdpt3A1/ziCF29PJf8Wr/uK1qSIjCBRK6vPk0TGVd/LTCmfu2Xiv1rmVYlDoqVxY2yS5wpjRmuTj3IOq7LtjxAL8SdExZmNjeXDjTrSadvSqP8K/Ss1FutU36x5z6VtmP9nV9MFEh9+bvvit9PpJ+qyMuuLiuu9/Z3iurnMeOSqCHDA1ouf+W18cPGBP7xQ3JGakVVRUNFubFdYUCQ87ipYYtvGWwR6AwfE7TkxYnbN2adOn66qlKhUndDC72FNw0cMTbor5+PpxwvO13aEBrpFh7pdsXCeItBLdtAbzl+sM+PXx4uyKstK61Xq3QOtOOK975mcfzQkYF5OdVc/rVzSw6ff5Gofp4ff3/Z798nZWdW5WRWikXC6P5eI8YEzrw05oUnjJdbXFzl7XwBQqHg2denbNmQteqvU6VFdfQaKJnx9HEYNMRv0S2DgkNd1yxPofyLPosjB4oGD/Nn0G4OzlIXD1lNRdMBTGmeyqLzL4vlEYRdZAI0PQUA6OP461HcHlqn02m1Wo1Gwz6dKCw1dkkrn/OMbOwt7VmVcsM7yi0fUUEcOdbxlp8YAECXUm75RLnhLSqIQhKd7vyrPU/RFZ+s+3A2Vy68cbfIwU0mk0lNJCZisVhoIjiDwUXB7X24M0OdiUqpfnBmc22Ua+6JHTUjkPUBKl3j50cX6Fv06y5gwocn/OQoa+4E7e/kt5OKO1a3lNTUKDUa/X1jvvZ1Cmdgcx67ay0FVUEhrt8uu4pBd/vkqYMZx6u4ctQQ+/mPhEjPoN0N7XREJrSv4dpC9t6dzpIlS6qqqu6///7+/fuzXgL93wMAAAAAQDewaBB0uuisPsW9AhxY32Zg+nUpn/EPd2b/0YnwC3q7wvzal5Zs+vjtPSnHT7ecq1BostKNaUtkPw8GPYCn2Q9X9WktX/mLLzCznz4GFxfaPwIAAAAAQDejU8Hys/MvTz971uedLN3x6a47/Z2jq5TFeVXHGfQ9Xt4Ou7bmarX60yX1L7w9zXyWTmf48PXdNdXGfzhjJoYw6AG8/JobolaWqFsmX4i9uhHyLwAAAAAA6B4GM+b5l1gidPWQsT6DggxBKy1zTjfk0o11Fp16U3TCoNeSykRXXzfg12+PUgr26tNbps2OkkhFNdXK3KyqzeszC/KMvdSPnhA8YSoat/YInn7N9b90GtZQq5V4SMy7AEMX+N0I+RcAAAAAAFxUVmtAmLd/9A1yZH1JTY1aLDF0+ekwbWalUsuVhUIRg97ppruG5mRU7tmRR4EX3SzmXnZN3O33j0CW0kN4B5w1EEFVmdrF3a61/u/hIkP+BQAAAAAA3YY/M6woVvITPf3bO5idDZAK7bwdQ4pqMtgFE+k51NsB7eN6K6FQ8NJ70/fvyv/nz1PFBbXlpxslYqG3n2NsvNfcK2PDo9wZ9Bgevmc13K45rTHEtKz71RyEoSLYxYT8CwAAAAAAuoH5eSAV6qrV/Cxn9z7U+FEgEN4+/KPcqmS1TsUuALFQEuwax6CXGz4miG4MejaJVGjvJGms03APG2p0SL56DuRfAAAAAABwsVmcB9K9Wqnjp0hlfauxnkQki/RMZADQ+9HPF59/qVU6q8M+IvzqFkIGAAAAAADQTfhqEWplczftUjt0VgUAvZKdfXM1I63aevjFzUWPYBcZ6n8BAAAAAEA3o/NAjbo5/7Kzw3kKAPRKUrvmakZcrG/e+BGZVzfCfgUAAAAAALoNfzZ4dv0vtFMBgF5JJm+OWdQqvUVHhwwRWPdB/gUAAAAAAN3AokLEWf1/yXGeAgC9ksys+bZG1RTrW3R+D90C11UAAAAAAKCbadQ683NDGep/AUDvZF7/i+//i2Me+iMOu/hwXQUAAAAAAC4eq2d9FtNEQuRfANAriUTNAzvqdGjw2IMg/wIAAAAAgG4mkZ4VeKlUOgYA0AtpzH6+xOKmLAwVvnoCXFcBAAAAAIDuJ5aYD5qG/AsAeiW1ef4lFSL26jmQfwEAAAAAQPcTS5sbDalR/wsAeieVwjz/Mv6sIQLrIZB/AQAAAABAN6PzQ/MmkMi/AKCXMm++LTGL9aHbof8vAAAAAADoZgKBQCprzr80yL8AoHcyb74tRv7VkyD/AgAAAACA7icxy79USj0DAOiFzPMv85816Hb4MAAAAAAAoPs5OEv4cn2NmgEA9EJ11c0/X3JHocCEQQ+A+l8AAAAAAND93LylfLmyRMEAAHqb2iqVVtNcfdXZA5FLD4IPAwAAAAAAup+bj4wvl5c0MgCA3qbi7Oyey78EZzDoVmj/CAAAAAAAFw9/EmhxNujubceXq04rdToDAwDoVSzyL1dvifkPHSKw7oX6XwAA0Cs1bPhWeWSTtjBdX18lcvGSj7nC6apHWJdSp+yteHUBFZwXPeMw8xbWrZQH1lV9dBcVXO98Xz56HoPWFV8fSvd2Iy5xu+cj1mOUv3SVJv2g0NXb58P9rPfomRsTbAl3NsjVjDCv/0WqyhSefvasW61alrJ/Z15OVlVlRaOXt+O0uZHX3jyYXXifv7fvr5+TqfDHv4vcPc6xEX76+vB3nx+mwjd/XhUS5sr6mJKiOicnmYOTtKNP/HdV2pq/U4oL6lQqnV+A0/AxQYtvGSyzEzHoalqtfubIpVSYNifqiRcmtOcpu7flPfvIBio8/drkidPCWe9RWdacf9k7C4VnahyZ5/6oDtZdkH8BAEDv07Du69pfX+Yf6ioKBWIJAwCAXog/CXTzPiv/qijp5vxrxR8nP35zN/+wIK9GJELrmR7EYGAr/zq19JMDX/xyeUfzr7de2E75F/8wM62Cbru35X649BIHxw5HaQC8crP6Xy6eYvOoC5lXt0P+BQAAvU/9uq+4gsgjQDZwotDB1W7INAYAAL0WnRZ6+NqJpQKtuqnZY1FufcxgD9Z9lplqYJHAYJcRY4OcnKUjxwYz6DH++DHpq07VqP39hyQu/Irp73XJlf2EQsGK306kpVTkZlV9/t6+R54ZxwA6qzinni+7+zXlLRYpGINugvwLAAB6GUN9tb66lAqSsAGeL6xkAADQm5nXiQiMdMg52XT2mHOqms0LYd2krkZVXFhHhYRBvu99PZdBz6No1LKO0+kMP319hAqhEW7vfjGXa/A4fmr4HQuXF+bXbt2Q9eBTY0UiJBTQGRqVvjCrln/oHSK1WucLEVh3QQ1eAADoZfSKplMjaeQQBgAAvZNFVQjuLDE42pFfIPN4Nes+jY0arhCb4M3AhuTnVCtMH+7IscF8b192duJhowOpoFBoSovrGECn5KbXGMzG7fANlQqs4eaiOeTFh/wLAAB6G4O+qSCxYwAA0Gu17BA6yCz/aqhTV5UpWTcxnDmLlcrQYsamSCRNmVdhfo359IZ6YygmFgu9fR0ZQKdkn2pO7YVC5h0kayP8YnDR4dccAAB6DeXhDVXv384/bFj7Od2oYD9xkcvNr/LTDY219euXajKPaPJTDGqF2D9C7BflMGG+JHqoxQprf3m5Yf3XIq8g73d2NG7+uXHb79qiDHFQjDR6uPOCJ1t7GQa1suKNazXph6gsGzzV/YEvmLDpYJpWojy4XluWp6suFUrtRb4hYt9wWewo+ahLmfgC9qerK8lu2PiDOjtZW5gmkMjEAVGSoH6Os24Xuvu29hRV0jbF3pWavFPakiyRqw89RRoxyHHmbXSqZ7EkNwKg86Jn7CcurF/1iTr1gKYghaaIvYPths12mHq9QG7lVEF9am/Dhm+1xZm66jKDVk3bQewbJg0bIB9/jdDJjXUF+rDq13yuTjuoqygWefhJgmLtJy2UJYxv4ymGhtq6lR8Z33VhukFZLw6IFvtHOUxaKIm0PqDuVCOVAAAQAElEQVQbfdaNG39UZx3TleVqy/OZWkUbSuQTIg1NsJ+0yOob19dVNvz7rfLIRnqKwM5BEhxnN3iK/dTr2XlQHvxXuX+NpiiDPmihiye9bGl0ouPMW1p+qbgPy+WGl+2nLNZkHVMeWK9K2avJPyXxj5KE9LcbMVcWP9bqn+joxuyurzrYJPMTwqAoB/NZ2SnVbt6+7OLatTX3uUf/4x/+9PVhulHh8oX973lkFD+d4rnff0zKTq/Myaqqq1NHRLmHhLvOuCQmJs6ztTVnZ1SuXp6Sl12dk1kllgjDIt0joj0uXxB3zhEe26+xUfPbd8dST5ZnpFRIZcLIaI+xk0OnzIqkWMfq8ocPFG3/LyvL+C6qvXwcQsNdY/p7zbumv1RmOQziY3evO7K/kBu/73Rpw7ZN2UkHi5KOlvr7O4aEuw0ZETh5ZoTVZoN6vWHFbydOJpflZleXFtcHBTsHh7uNHBc8YWqY1Ze07p/UPdtyCwvq6K/I7cVBIS6BwS4Jg33HTwmTSJte1W/fH/v6owP8UxZf+jvdxyV4f/jtpexcAoKdabNnplXs2Jyze3ve6PHGPt3ote3ckkOFmZdGt7at2lBW0vDHT0kZKeX0BuuqVX5BzoHBzuFR7pNmRNCLt/qU3Kyqf/48eeJYWXFhnVQqoo0/cKjfwpsGurhaXttTKXW0TVJPni4urC3Kr1OptOGR7n6BztH9PKZfGm1vf9b4P9xgoL7+Tj+tnK9UaLdsyEw6VHzkULFELKTXQ5tx5iXRjs5n7eg7/clmpJZvWpeZl1NDb6GsqM7L18E/yIW+QuOnhrfxr4CZhlU9sDsv9cRpoUhI/3CiYr2uWhTfoREMLsI/pc7JTW3Ov7yCJUKRoDX8YgjCLibkXwAAYFMaNnxXt+J9Q33z8Ycm4wjdFDv+oAzC+ZonKJJo+Sw6ma/57n/88iJ3/1b/gFZd+faNVsOvmm+WNG77jV9Qr1bqMyqNf3rnssZtf3gs+ZldgEEqDcrG2l9eatz+B9PrmqZQ9lRzWn1yN/1R5/lL7Cdfy84+tNKV5dGbVR3fYTYll26qIxtpPa63vCmNHWnlD2lU5S9eri1I5adoco7TreG/7+mtif0jzRdW7Fxe/dWjzTX1aLPlnaQbhTj1677yfP4fkWcAOz8US9X88Kzp7ZreQmkO3ZQH17nc/HprT9FkHq388E59VYnZlCN0U+xa5jD9JudrHrcIbtRpB6o+vV9fWXzWSrKT6Kbcu4reuOczyywSRk364Yp3bzI0NNUpMKgaVcnb6KbOOMw6R6up+eG5xq2/8BN0p/Pppjq6ieJatzvfl0QMsvq8hvXfULzLbx9NTjLd6PvpeOl9Tlc9YrFwRzdmt3zVwbbxJ4TuvnYyuVClaPr1yEmtHjL+Yudf7UFhxCtPbSkqaO7o59ihYrqt/Tv16usGXH/bYD6p4VGE8ek7exVnmlUSyhr278pftyL19geHT58Txc5bRVnDG89sSUupMP8Te3bkUVLw6vsznFzOSj1Kiuo+fXsPBUD8lNwsNYUy2zZmr1+Z/uCTYwYMsb7lTxwrfeHxTZUVjdzDtFoV/cX/1mZsXp/x0rvTKYwwX5gWe+3prUcOFPFTUk+V0+2/Nembxgc/+L+xFoHFx2/tXvH7Sf5hY4O64nTj0YPF9BY2rMl45T3L9XfOjXcNeeYhY8T5xrNbP1x6CWVt77y4gz6amFjP2+4bzjqIIpgn7llbUd486h+lM3SjfO2nr4+88v6MxFGBFk/57rNDP31zhH/Y2MCqqxTpKeXrVqY+9+bUIcOaD0JOJpW98dzWwvxa86cnHy2h24bVxiFK3/5itqeXlQOb8rLG5x77jzImfgqlVJTtrvzz1Nufz/H2tfKU9n+yapXuy4/2U6xp/vT83Bq67duZ9/sPSbc/MPya6wa0/BNKpfblJzdv/S+Ln0Jf0b078zesSnv1o5khYa6sHS7CP6VOy0lprlToHSJpLfOC7oL8CwAAeg27IdP9fsih+KbsUWO1FIfZdzovWGK+gGLHX7U/PW8sSWSOs24T+0cJZHJtcWbD2q/09ZWNG3/QlWS7P/6jxWqNEdJfb1FBYO8sdHKnM3/58NnWX4FOW/nureqUvaxF+GU68zcmAuLAGLuBk8UBUQKpnTorSXV0o7YoQ522v37tF46X3su6GsUWip1/UUHo7u8w9Xqxfzi9HU3eKYo/DMr6mu+f1jfWOl5yd/MTtOqKt2/SlWRSURo93G7EHLFXkK66VHVit3LfKtq2Fa8t8HxmuSTKsm81WqG+rkLg4OY8/3G7oTMMinrF3pV1f72try6tePkar9c3CJ2bLvbqSnKqly6h8Evo4mU3bLYkMFro4q3NP6k6uYc2nb62vGbpkpafQocotv9Z88MzVBDI7B1m3CwJTTCoFZqsYw0bvjXlOFaoT+yqeOt6Y0ootXOYsEASEi90dNWW5jTu/lube6Jh/df66jLXuz/kl9dXllS8sZhpVEwskyfOEAfHSvyj9PXVmoIUxd5V9K51FYXV3z/t/tDXzZu2IK38jUVMbWyuZT9+vjRmmMDeRZt/qn7tl4rdKzpXK6ri9Wvpy0MFeo92w+dI/CONryHvZAN9mUtzyl+5xuvF1eLAaItn1a//mubS99lx5i30hdSWZKuStnHf2/qVH8tHzxP7R3R6Y3bXVx1sDJ0Kcg0MzU8OhUIh3UcOcj6xp+kaRurhSnbRjZkYsvHgrRQPcbWKFt865MY7z/pJpJzriXvWabV6ewfp3Cv6hUe5O7vKigrqKCagtOLXb49WVSgeffasMQR/WXp06acHqeAX4DTrspjQCHedTl+YX/P3byco33nzuW0GvWHGJdHs/Dz32EYKBaL6edKq/AIcM9Iq/vghuaFefSq57NN39z7xwgR+SY1a99yjGzPTjEnZ0JGB4yeH+vg5UvBx5EAxJVN52VUP37764+8u6xfvZfEnaFVb/s2kz+6qRfH9ErzVat2RfYVb/svSavQH9hRsXJc+89IYfuGaKsVd162oKDPmKdPmRA0Y7Ovl40BRBW3AjesyKHoryF/3+U/z+Lpmm9dncuFXdJzniDHBwaEuUpk4PaWCIhXKhg7tLVj+23EuVVlww0C6ffd5U9W8n1bO9/V3Yu02alzI7Mv7rf07hTbOo3eurao0RleDhwc8+9rkDtVCYsZ2suyV/22h8Esul0ycHh4R7eEf6FSUX0sJ6ZYNWfQleeul7d/+dbV5La1P3tnz96/G5Cgw2GXulf38g1zq61QH9xTQhm2oU7+8ZPP738wNDjUmQeWnG564dx19prTy8VPDwqLcaZvUVqtys6u3bsikPKsgr+azd/Y+8/oUi1dVX6++76Z/aFOPmxw6clywo5Ms6XAxpU70ZaPQ9vsvDj32nGX13g59st9+dpALv+iTGjYyKDDExcVNVphbm3S0ZPfWHJ3O8OUH+4cM94+MsawFtmNTNt17+jhcvSghOMyVvnKUW1HkWlpS/8xDG7789Qo7+TkCiovzT6lzCjJrG2qbU7mgaMvGj9xPHOKwboT8CwAAbISuvKDmx+eoQBmNx+M/SMIS+Fn2oy+veHMxnZyrju9Q7FlpbKJlhmIdyiZc7/xAPnIu5Vn6ymKBo7UGenpd5Qd3qI5vZy3CL9K4/U+6p8TH89m/BXZNV7Pths82zLvv9FMz6LU1bPi+y0MB5YF1XPglDunv8fiPFN5x0yngsBs8pfKdmykCq1vxAb1fkWfTxeean1/iwi/5uKtcb3mDfwv2Exc2hA2o/e0VKlN65fXKOvN3x0xbSeQR4PHkbyLvIONjJ3d6OwI7RwocKVus+eF5t3s/btoUlPVo1VTwePR7cUhc0/OHTnOc90DVB3coD/1Ln4K2KNM8gukQfW1FzU8vUEHo5OH57HKRTwj/riURg6s/e8DKc7QayqroE6TtYKy05ebDTZZRijr9xprvn2nc+ivFebRN+BZ/FOIYwy/GXBY/a6xDd4ac3voVD5U9OoGCPNWxLZQ28h939dInuPDL7YEv7YZO59+43ZBpFGPRVmIdRHkuF345XfWo+ZeHXoP9uKvKX7/W0FBFf5S+chZPpPCL3qnHU7/xn7vj3Lu41r50sqbY/TetkHV2Y3bLVx36AsGZ7vDjhrvy+VdZYUNpfoNPkAPrMSgO+OTtPZRrBIW4vP3FHA/P5upLlIV9/v4+ygXWr0ydPCuCr8VDicMv3xylwoSpYUtenGheNWz2vJjnH9tE2cRXHx4YPibIzV3OzgMFJTffnbjo5qZqoSPGBo+ZEHrn4r/pNe/cnPPI0+P4KjzffHyAC78uuTL23sdH863bps+Njonz+vit3VT+6I1dH353mUXDNwpcKK567cNZA4f6NT1lTtTkmZFP3r+eypv/zTJPSb77/BCFX/RH3/l8Tv+BPvz0WfNiRowNotiIgrbfvj92/e1N8eLGtRl0T0ncu1/M5XMQiiPn35Bw9+IV+bk1//x+0mqtok64enHCpnXpKqWOC78W3zL4+juGUDrBOujEsdLsDOPPO235yxf2N59Fb/n913bRFti2IYveMjeRci4u/Bo2KvCZN6bwuRhtxsGJ/u+8vKO2Rrnyz5P3PjaaJtKSXC2nux8dSVmP+coX3Tzw5qv+ooRr19ZcpUJrERvV16roZv5loM149XUJty/4m9a/fWP2fU+MtrM76ynt/2RpDf/8aYwpQyPc3vliDmVzTasYbWwjvOzn45+9Z7zcsn1TTsv8iwSHub3x8UxKQrmHlFVFfneMvpD0z+S3747deNdQ1rqL9k+pc47tLuPLdAwVmiC3SL4YWjt2N/R/DwAANqJh4w8GZQMVnOc/bh5+MWPdKF/X299pWuy/71o+127QZPnoy7jER+juJ5C26Flfr6/6+F7V0U3MWvhFdNXGgx6RVyCfCHAEdg4O02+yn3q9sdGZVsO6VP2aL4z/EUnc7/6ID7840pjhTpfdZyxpVI2bf+YmGlQKrizyDna96TWLt+Aw+zbZoMlU0BamqU7savnnnK55oin84p8y/UZxoPGAWHlwnaGhqXVGUwNDkUTka9m3i/2U6+Rjr3Re+LRQ3vnehSmoolzP+Ndn3cbnNRxK+uQjL2n5lPq1X+pKjNec3e78gA+/mojELje8JDS1eG3473t+sq6iSOjqLfIJtZ+0yGJt9JnKBho3FAVqujOtI7UFqZoMY2MW2cBJzeGXiTg41unqR1kHGRrran83Nj+Uxo1uGSdRsOh85cOMa96bc7zl011ufIUPvzj0YTW91KIMfmInNma3fNXBVvEnhOb6j/QwX+bY7lLWk/z9+4msdGPe8fjzE8zDL2bqOv3OB0cEBDtTefWyU/z0z97Zq1RpPbzsH3l2vEW7SGcXu4efNvbKV12loJSEnZ+psyL5vINDCcXEqeHMNKxh4ZnWmkqllt4FMyUR9zw6yiLhmjc/btwU46936qnyY4eLW/6Va64byEcknGGjXGgyTgAAEABJREFUA4NCjPWVcrOr+IkpJ06vWmbsLPKmuxLNwy/OpBkR00zt1P75o3lDVZQba4r5BzpbpDmUsMxbEH/VtQk33DWUsjx2fmhTfPbu3tsWLKPwi5+YnVnZuWCCe80kJNLyytmk6RGTZ0bcet+waLPOsFaYtjx9VR54coxF112UkcUNMA42uu2/bG70hdNlDb7+TvQhmqeKHNomo0w9l1EUW366oeULG5ToZ/Fl8PRyGDfZ+DtPW6DM2hiX7fxkM9IqA4JcXFzsrrl+QHP4dcbEGeFcgbI5Zs29j47kwy/O/OsHcEnZij9PUpbHWnfR/il1zrFdzT9WgTEyyhOFZwjO1QsYXBzIvwAAwEZospKY8bQ8yH7CgpZzJeEDZYOnGRfLO0lhlsVcWdxoa6tsPi6p/vxBinhYK+EXEZuyAwojan96gaIT81kOM29xuf5F+4kLurhTJL1ek2c8baCQQuQX3nK+w4ybhY7GUExt2jLM1HcV1yeX06X3WX0xzlc2xTSazKMWsyjMspqGNMVDeh1XM864pE+o8T86TeX7t2myk80XlsWPpSDSYdatliFUR6iSm/6Qw5TFLec6Xf5gy4nG5od00OPq03IMBNMrFsv6G78AmpzmV+v2wBc+H+73fmsrs3Z4KjrT7ZdB3TQ4nfLoFq5gP2lhy+XpOyl061gfRqrkbfracirIh8+xuoDdkKlcoeWHRcmdbMAEi4nGOMzUBtOgbDT7Kx3emN3wVQebZl4ngjshlDuIgvs1nx4n7SljPcmW9cYE2S/AKTbBu+VcyjWGDDP2b5h2spybUluj3LPD2MdW4shAi7yDExjsEhJujE4ob2LnZ/SEkJYTw6Obro7U16q4QkZKhU5nzFcW3jjQanda193aNCRI2snTLedOmx3ZcqJ/kDH1UzQ0hxdb/s3kCpNnWK/tO8zUK1ZNtaIwrymY8w80tmE8cqDoqw/3l5+dnlx2deydD42YPifqPPv/oo2w5N71y345TjkaxSh3PDiCW+Gurbk/fNnUUaNGrVu/MpWrF3ZO3GsmH7+x+9DeAm7DchycpE+9PGnBDQMjopsi3YZ69WFTV2j03q022HzypUnf/HnVd8uu5vY89PSfVs7/+vcrreYknp5N/0xUSiuZ0ZRZVj4m3wBnrtDYaOUp7fxkhwzz/+q3K5ZtWmy1py0KhblEVa2y8ifiB/kMGWHZASilQzMvMa6KPp3jR0tYKy7mP6VOKM1vOF3UvHsNS7DS+JEPwhh0E7R/BAAAG8HVgjFWR2rlwEISEqc68h9TKyk2koSe1UhBEtzf2jOajmLr13+jryw6s5L4luEXcZx1myppG6VLDRu+pZuxt6ah0+2Gze50K79z0uSeYFrjyYwkKNb6EmKJODBanbLXGHtxTzkTlIiD46w/IziWCcVMr1WfeQpPGjHY6oYVezXVCNMWN53q2I+/un7NF4aGKvWJneXP7aTYxbgphs6QxgxnXXHMpzXV5BI4uFgdftFY6cz0Fs56ymnjEbO+upQbHrE1+uoyffVpoatlfzd0FE+xqa6ySFd9Wl9Vqk4/pM46EzmZWnoa/1vcdLVZ7BFoZdVCodg3TF3V6mF9S9rTBVyh5rv/8YMzWEX5pv3Zfb+IPKwPLyCQyQ1ateHMa2ad2pgX/6sOfYR5K6F+iS55KU3xR2FWXWWpwt2nG1ozWZVvCmuKC+umJn7dxmIlRXUUoLi5y0uL67kp/65Ko1sbT8lIrWDnx6JaDcfpzGB/qjN5RPqZdCA8yvpovGGR7pQKUUKUbi1HsNp1utxUY0utbv65KCtpeuML5/zK2pSWUs5Vmrt8Qf/d23IpQvr9hyS6UVYyanzImIkhrQ2h2AlPP7zhxDFjJZ3ho4OeeGG8i5vc08v+lf8ZL2D8+NXh0Ai3CVPDjh4sfvtF4xAx868fcNv95+gOP6qfJ8UxB/cW5OVUP3Hvelc3+eiJISPHBg8dESCzszxayM2uVquMlc68/axXgqZctbU/RE/MyqgsL2usrmysKFecTC47caRpn6LVGlou7+Nr5U/Iz8RGVqvRtfOTtVBW0lCQX1NR1khRZkFuDW09LgTUaK38ifBId6sr8T6TBmamV7YcLoBzMf8pdYJFTdWIQXKhmdZiL2RhFxnyLwAAsAW64iyuGRcfx7Qk5uolGWuKHbXIv4RObqx1XPglsHMwKBvqV38qHz67ZY/j0rjRbvd/Uf3FQ9zL4Ibbq1v2jsg3QhraX9pvBKVCnesBvTWarGNcwaLZmjmRVzBL2WtQ1OlKckS+oeozDeXErT1FIBB5BepKc1o2qWvtKSKPpg5udDVNp0lCZw/PZ/6q+uB2LhEzdgj171K6CR3dJVFDpGEJ9pMX0zKss/T1xlYYIlefVt+Cuy/9UX6CsWGmRsXah964bNCkpifWV9ev+0p1Yqdxa+h1rB2vipltEAsidz+LKbW/vaY7nd9ySYcpi+nrpKssYu2jLbQ8DRC5eFlftMVxdkc3JuuOrzrYKqtd4HMRWNxwtw0/Nf8TOLq7dPLloawHaKhTm48617astIqhIwNPlza2c/nsjEqNWtdy4Mj2c3BsV9VLypu4gl+gs9UF6KciKMSVXk96imWO4OEpt/oKm35dzHKYslaav7WUk1HFTK3GBwzxe+nd6a8/u622xli19vjRUrp99eH+iGiPyBgPisOmzoo8n+2zcW0GrZCZekZ74a2pXM2vSTMi8nNruMpfb7+wPTDYmR+dMLKfZ3tW++ybU955cfu2jcbLCdVVirV/p9CNkqaBQ3wpSZw6O5KrlMRM3x+uYHXERqvqalT//Hni8L4iCry02g60/XQ/u3Euh09buH965tr/yXL27szbvD4z6UhJebs/aOLlaz348/JuerX0flt7bof+Ken1hk705nY+kvc0V5b0CBA7uootftbQ8rEnQP4FAAC2gG+G1kkiqzvE5qMT+/Hz5eOurnjlKqZVV316v9fLa1rWArMbOs3ng73Kg+uVRzapju/g0gFdSaaCbntXKo9ucn94Kes6nXjLzU8Rdvz8QdBKkxP+GNrsYE7sH+H12gbV8Z3KwxuUhzboa4wHhfr6StWRjXRr2Pq798vrBI6dvp5/jsYvAtlZB/0GTdO7lkQNdbr8obafKznTYb+uNLf85au4V960WjtHSUh/SViCLHaUKvVAw9rPz/qj5zqWtXhVhJI1be6JlkvKEsZTxkTX+rmHLje9aswxW2elM7UOfL4d25ici/xVhz7C/BTRJ1juHSQry2/6V7B/Y1EPyb9UZ2rBDB4ecO3ZnSu1FGbqEIqvOHPlovhR40PafopQdF6N+wysXSfVlLI1/bmOBwSCdr9C7q84u9g9+8aUtpc0r7Y2fEzQT6vm79mWe2B3wf7dBVwQlplWQbd/V6XRlOfOtbY2bD7TJPP2B4abt6O8/vYh+TnVWzZkKRSaF5/YxHWnRQuMGBvUntXa20ueeX3KwtTyvTvy9uzITz1h3HFQTrp3Zz7d/vw5+f2vL+nX33hZQmbXsbPv4sK6R+9cw9d7YqbtGR3rGRXrOWCw74mkMm74S6sEHfxwBR357n3/xeEfv2r+07QDDI/yCI9yjxvgPXiY/63XLGstqrPobI7H90vh6Nzq5ZMO/VO6yAFTaX5DQVYt/zA68azKX3wVML4XfOguyL8AAMAWiP2a2l7xrcZa4uvaCFurHWOpKdmRDZ7qcvNrdKIgH3+1Yvuf2oKU+tWfO156T8snCOSO8nFX0Y3ptKoTu1RJ24wZh6l6juroZgqD7IZMZ11EfKbPL11ZXmvL6CoKuYLQxXgRW+wbyp1N6kqym0dmtHiKaStZ9KZvWpX16kja8qatKnI9uyscoUg2YALdXG58RZOVpEraokzeYayzptPoK4vqVnzgvPhZ1ikiZ3dtQxXXpNH6SyrNOeuF0AsTSym4NNRXy+LHsvYwGCrfu4ULv+yGzpCPulQSOsC873912kGLZwidPfm/LnG0clbc/vpcHJFvKFcQyJ3a+7I7rqMbk3cxv+pg2wRnd4HPnyuOnOW98sumnxc6t0w7WhE9qPP1RruKu4e9nUysVGnralSDEv3a8xS+RZveYGjnUy40rkcnUpRfS5mF1WUoD6J7Vzc71ln0xrPSKynACo9yo9Sm/U+kOGnKrEi6UYaSdLj48L6iI/sLuR6ddmzK3rczb8TYYNYpednGNyWViULCXC1mPfbchLLShhPHSgvzm1KMy+f3t9rJVGsiYzzptvjWIadLG/bvyj+0v/DogWJ6+1qN/tO393z4rXHgaf+gpi+D1R7rLdDVJQrjuPBr8syI8VPCo/p5+Jg1nDyZ3D1d423fmM2FX/Ri5l4ZO3CoX0SUB9/Ykz61NuqptVa9q7SoqT/+gKBWr431wH9KvM3Lc5ofCAzxYx2shl/s7OquDC465F8AAGATpDKhm6++qsSirZY5PhqTnj065DnJYkcx01GLy8JnlIf/oxiF4hv5sFnNvc4bDPq6Sn1VKSVrTb1HicRc+kNFxc5l1V8+QgXloY1dmX/5Nv11rbU2dBwu/xJ5BnK9O/EtQCnvsJp/0VvgGvpJgi37FGstvtGVNW1VSWjTVjU01uqqy+hIj98+kvABdHOc94CuJKfsqRlMq1Ie29zp/EsS0t/YslKt1NdVtWy4Sp8OM+vfiiP2j9TmnTR20aXVWO2aXXlwva6yWOTiJRs4SWDnoE7dxw2SSNGn2wNftFxe16InL75FLX0DJRHW8q8WyazXS2tY65oj3YJUxqyMPEDvtGHzzxQ7ioNjJaHxrFM6vDG746sOfQqfgg2e6LHu+0KNqulEevuqvJ6QfzFTd/KUO2SmlVOuYbUv9t3b8ypON7q52Q0dFSCXSwJDms7nc7OqW1vnij9OymQiH3+nIcP82YXHd9leUlxvNf+qKG/kIozW0rH24Dvtys6oshhVkJOeUn7iaKmrh7z/AB8vHweKe2qrFRXlCjcPuZu7sbs342ACwwPoxtiwzeszX33a2EvXvl35nc6/XNzsSorq1Cod3Vt0P0+h2AtvT73/plVFplEyKeVcfNvg9qyT1lZZ0dhQr+Y7uaf3MueKfnRTKrSP3L6akjv6wtAm9fC09/RycHCSNtSpT5dZz7/WLE/59rNDHl72T740sa5WlW5qqTphathTL09quTA/9ORFtu6fVK7w0rvTW35D6MvfxnNTTlrvmb7kzHiU/JezpR74T4nTUKs5vL35qCBykJ3cUcRnXmj52KNg/EcAALARFEgxU19I2tyTLefqKoqUh9YzYxQSJXTv5GVDgYOzy7XPGUtaddVnD/BN/3SluaX3Dj39zOz61Z+2fJZswESuYFB15aGqyDfU2Nm/MWv416CyMkyV6sgmnanyDj8UoB1tIrGxI+TGHX9ZXWf9ui+blhxoeaitStnHDUdooXHXMuN/JLKmOkoGQ9mT008vmVr5yb3WX7OXsV9bg7ID3YVYkA1qavyisPYuGn3CSOIAABAASURBVHcuazlR7Btm+q+hYdOPLecaFPXVXzxc+9MLNT88J5AYt4+2tKk+lLHX/5bLN9Ypj21tKuuamhHZJc5segGmsSYtaAvStIXprCP4/Eux62+rn2/9+m/q/nqr+uvH1Kn7WWd1dGN2y1cdbBh/KihoMUqanb14wLjmTPbEgfLy4h7xvQowVZ6in/91K1Nbzm1s1Lzx3NYPXtv58Tt7JBJjjRgHBynXE3nS4eKczKqWT6HpH7+5+52Xdqz/J5VdFKPGh1AwR4VNa63/Lv39e1PT7MSRgayzAs7UMlvzd4rVBb7++ODHb+95+cnNikZjzl5cWHvltJ9vX7j8r5+SWy48dERTnKEwG7hQfKYuh15vYO0QFtEU1vz9m5W251oN/aI35a1KlfaP75PbsUr2/mu7Fl/6+z03/NOyZpOdXBw3yOfMy27qNm78ZOP+6OiBYkrNWq7t4L7C6ioFRUhBoa7FZ6pE9Yu3MtJoQ4N6345crsy/7IujxPTC5PYSq/Eo33ua3lotsCP7C82bc3KUSu2/q4xfxZhYz/CoVmPuHvhPibNrXb75eALx4x0sur1vWQWMWxJZ2MWH/AsAAGyE42X3CewcmF5X9cXDxnpMZrQFqZVv32hoNF3UHT6HnQf5mMuNfTOZuv2uX9NUM8gY65gGYWzc+lvL9E25v6maj0Wn++fPecFTzFhpq6Tm2yct6ukoD22o+qKpryv5yEu5gtDJ3WH6TcwYjW1s3PjDWevS6+tXfNCw/hsqCuydZQkTLP+YWln99RN8p1ScuuXvcz1Y2Y+5oqnPKYHAbugM+q8272TjVssxv4yVsEyRnCSk85vCbsg0LsGsW/G+Jjv57PWfqlvxQcunOEy7ievNre7PtzRph86aR1+YT+/j8hr7yddyPcGJPJoSUnXaAYtVGZSNxuUbzhx5G850o+PswdV4Mm7brb+d9ZSG2uqvHrXSe3CbxP4R0v7GSFFXUVj9zeMWny9lXvVrjV8/gZ2j/YQFrLM6ujG766sOtk3QwpkmkGf1Pr59dR7rAS65Oo47af36owOnzm6AptMZ3np+G9fH+aVXxIrFTadal8031relM2Saa5F6VFUq3n9tN1eee0UsuyhcXO2uvNZYY3fbxuy1Z4dTFCT9+t2x3749ZlpMPnhE5yvRjJscxtWx2rw+c/WyUxZz//71xKG9xlqxFLEFhxmDTv9A537xxlqlq5enZKVXWiy/a2tT1hMZ3ZyPyOya6vNWVShYO8y9sh9XWL381I5N2eaz8nKqLXra+nnpkd++P3bOdY6dHMpMH+6n7+61mEXfhKRDxmpBbu5y/zNDDSy4YSB9MRob1B+9sVulPGtklSMHirhXNXZSiEgk8PJu6haNG7DSnFKhfev57RXlTe9ar+vY/uU8efoYQyhK9DLTLIdHOLy/8Psvmnay+lZCuWcf+Y8yPv4h5YavPrU5N8u4V731/uFtJ0I97Z8SM/2r37mmuX63s6coKMaO+wUTmZhnYczs545Bd0D7RwAAsBHGcGfGLfX/fKgtSCl7cprDtBuNNWgMetWxLYoD65jOeOlVEj7Q6bJ72flxvfWtsicmM42q7u/35MPncN1COS94svKtGwxqxekXLpePnCuNHCJy9dGWZCkP/8dlKCLfMMfpN/MrUe5fW/Xx3cw4mt4YjyU/s06RDZggjR5G61fsXqHOSrIff43YP1xXkqM8ulmd0nQgToGXtN8I/ilOl9zduPUXigJrfnhWeWSTbNBksUeAOuuo8sA6brhG4xu87W2BvZUGCKqjm04/O9d+4gKxb5ixPt3h/1TJ22i60NHd+ZolzX9i7l3Kfav1dRU1S59UHlgvixst9o/UVRZTZKPYv5aO0wVSufM1T3R6Uwjs7N3ueK/i9UUGZUP5C5c7TL9BEjpAIJGqM481bFhqzInEMqY9K6eTxiQ6Xnpv/cqP6AMqf/kq+4kLJRGDRE7u6pzjij0ruFpy4sAYx7l3NS0fPkjg4GJoqFElba3+7AGHKdeLg2N15fmq5B0N/3131uCSZhXZXG99s+ypo/rqspqlS1THd8rix4icvTSFaQ3/fa+vLm35qs7J7a4PTj85nbakcu+qsuxkyrno89XXVqpP7ua/0i7Xv0AbhHVWJzZmR7/qAO1nPlAa3QeEO4bGOeScbPpXtu/fornXRUntOj/8X5eIS/C+8a6h3356qKFeff/NK+ct6B/Vz9PVzS4jpWLzv5lctZToOM8rrm1ulXz14gGH9xUd3FuQeqr8tmuWX7koPjDERSQWnkwq3bA6nc7baZnZl/cbMMSXXSxXXxtPmRTFEO++snPvrvwRo4O8fB3STpXv3JybkdpU1fex58c5OHR+LFcnF9mjz46nUImZKknt350/Ykywt69jYV7Nnp35XPjl7GJ39yPNe6ib7xn2xN1racM+cPOqKbMiYvp7eXjZF+XV7t6Rd3ifsTl/eJT7JVc1RxsuZ7one+uF7VNnRzi7yi+9qq3go19/r8W3Dvnp68MUPL3wxKZxU8JGjQuir92R/UXbN2VxaRR9OiFhrrRZmCniLCmsu/fx0XyU2dLIsUFDRgTQy/tvTTp9+uOnhIVFuTXWayjCW/dPWk218cO97YHh/FADAcHOMy6JWvN36o7NOfm5K2ZfFhMY6iKVirPTK7/70pgcefk4LLzJ2IievkUUnNHXY+eWnHde2jF7XkxYpHtZSd3hA8X//H4yP7e5DaBS0d4xSbvEkOH+R/YbP44XHt+0+NZBg4cFyOVi+vJsWp+5YXUaPyiO1Vcll0soNXvwltXjp4b16++dcqJs09qM0hJj7DhpevjgczVa7IH/lI7uKKmrbt5LDp7qYLXne8RePQTyLwAAsB1Olz8gkNrVrfiA8h0KwizmysddZWy9KDrffZ/IM8Dpsvvr/nqLIrCqz+/3fPZvZhqzz+max+v+eJPCAsXOZYqzG46J/aM8Hv+RSWWsq7k/+FXNzy8qdi3XlWTV/fH6WfOkds6XP+Qw+3bzaQIHZ8+n/6z64mFt7glKr7gAiyd09XG9/W1Z/LiWf0gWP17fWKvJOlr7y0vm08VBsRTTmA/mKHT3dbv3k8p3bqKIpOWfENg7u9//uTj4vK7NSmNHuj/ybeWHdzC1kquzdmbtQpcbX2n4dymf5fGcrnxY5OZT++eb9N2gBJDRzYzII8D94aUCmfzMi3Ryv++zindvpvUr9vxDN/OFKc6jNK368weprC3J5j9UgaOr59PLKt5YpDudr9y/mm78U+RjrhBIZKYKcR049hU6e3g+/0/1N49T4EUhneXnS3/wsvvkY69k56ejG7O7vupgq+iE0GA6Y25Z/4tMusb32+ebvoFqtW7L3zkzFkaw7rbopsHuHvZff3SQ0o2/f7VsSRcY7PLCW9PszEb6o3Pe596a8uOXR/78KammRrn0M8sBNEaPD77/8dHsInJwkr775ey3X9pxMqls99bc3WdqV3H8Apwefnrc4PPuQWlQot97X8394PVdFAzt3pZHt7Neg6P0qZcncpW/OEOG+d/54MjP39+rUGhWL0+hm/ny0f08XnxvulTWHIAOGxUot5coGjUFeTXffX7Y3kHadv5FbrxziJuH/Iv396pVuh2bss1rgdE2ufPBEbMuM3YsQHM/fnsPFdJSynVag7j1AwcKN/73yqSHb1+Tm1WVnlLO9djFo4/+nkdHT58TZT7xrkdG2ckly345TpvFotZYRLTHY8+N4zq5p/DxmdcnP/3Qf40N6nX/pK47u00fpa7zbxjw8pObqVxYUJfILp751w+gt7l9Y3ZRQe2bz283n0VBISViWRlVNLcwv4afzuc+i24edCq5dPf2vF+WHuXn0md67S2DFt446Jx/uqf9U9LrDOt/zeIfOrgK+4+xkn+ZD/6Ixo/dC/kXAADYEKHI8ZK75cNm129YauxxqSjToKynuEoaM8Jhxk0UW7Au4jj3ToqcKBfQZBxpWL/UYebNpol32Q2ZVr/iQ03uCV1tJddETujuJx8+2+nKR/lspWtR5uJ6x7vy0fMUe1bS6zEOwCeWiD2D6JXYT76WApSWTxEHxni9uLpx04+qlH20iSjBETq6iH3C5GMutx99eWvJhcDOwfPhr2t/e71x++8GZYPQ2UscEGk/YYF85CXc4ADmKFLxfm93/epPVcd36mvL9XWVxmpfdo6yQZOcr35C5NX5DmV4sgETfN7aVr/2C1Xydm15gcjFSxIUSxGn3dDpFNlYewMC+ymL7YbOoKcYvxslWbrqMqGTu4g+oFGXOUxeZBwj0vwtxI32eXNr7W+vqrOT9FWllOUxoVgcEGU/cYHD5Gvpm1b76yv6mtOK/WscZt7CP0vkHeT16obGzT8r9q7UluYIhGJJaH9p3BjHOXfUfPs/0yIda6VC28pjyS+KXX+rkrZqi7OMURRd6Xb2koTGOV1yjzioH+sKHd2Y3fJVB9vW2iiQEQnOAZF2hRlKbrHNy3JHTA909ejmgJVeLKUkI8cFL//1RG5WZX5OTVlpvYeng5ePw6Tp4TMuiZZILSupyeWS2x8YPmFa+H9r0vJyanKzqxrrNV7eDgFBzpdeHTdsdBf8KnYUBU8ffHPpuhUpyUdK8nJr8rKqXdzsKLybPCti4tRw85jpfCQM9v3sx3n//Hky9WR5YW51XnaNg4vU08thyPCAqxb1d3Gz/Lm48tr4YWMC//ghOSO1oqqigWviR1tp3NSwxbcMNk8Vmald4Vufzl7x+4mUE6cpApPLRVWVCq7v/DZcdnVsv/6e/65My8+tyUyrlEgEtCko7Js6O8rbt6nJ4bwF/WVy8XefHXz+zWmyc1U5dHG1++Lny/9dlbb1vyz6JlSeVlB+J5YIE0cEXHFtQsuO2Old3PXwyLGTQjevz8jNqs7KrKI4NSbWY+T4kPFTwsxTkQFD/Jb+deW3nx5KO1VeVlLfUK+m1UbGeMy6NGbGpdEikfCrD/eXFtfv3JxNb4pdLBTjPPv6lC0bslb9daq0qI7eMiXYnj4Og4b4LbplUHCo65rlKZR/0Wd35EARl6IaztQKk0iFz7459Y/vk44dKUk/VR4U6jJ0RMDEaWHmMWjbetQ/pd3/Fpj3S5g4w4ESwJYtHzkMjR97AAH/XQQAgL6J2xHQvd5Ep9NptVqNRsM+nSgsNfYHJJ/zjGzsLe1ZlXLDO8otH1FBHDnW8ZafGJxL2SPjJMFxVkcY7DmKrw9lxv7dZ7nd/xm7YHrFpoBup9zyiXLDW1QQhSQ63flXe56iKz5Z9+Fsrlx4426Rg5tMJpOaSEzE3PmKWRMVBheX+W6I7rndELcnIqlHKr97obmGxbDJ/oseRAdzcDE01KkdnDrfAhRsm7JR++KtOxX1Tc08HVyF17/oLZMZdyvSM/i9DKFEjK8Fxmyi/teSJUuqqqruv//+/v17zW8y+r8HAADoHvq6Kl1FscgnhPV52BQAfZlFgyDz+l9cFbDAqOZztqadAAAQAElEQVQaPQc2FxVk1jKACw/hF7Thv9+z+fCLtaj8ZVH/y+L6Ci60dBfkXwAAAN3BYDB2pKXXys9vPEpbgE0BAC1GgeRPI8Vi8awbA8yX/Prlo0qFlgEAdJPUY5Wb/87hHzp7imJH2XO/V6KzmXf7hSrG3Q75FwAAQDcwDtq4a7nj3Lsl4QNZ34ZNAQA8i/6/OCH9nBKnNXcPVFOhWvN9OgMA6A6Uv//6/nHzKdNucJHKxFzaZbXzL1T+6iHQ/z0AAEA3kMYM9/lwv9DVm/V52BQAwI0C2bIXfDqN5DqmnL7YP/VgXV1VU7WvnWsLEif5h8S4MACAi4vyd0rh+Yexo+18w6QWLR8tKn/9n727AI+ryvs4fkfinkYat3rq7u5FCoVCC2VxX9hdeFlskWWXRRZncdcixWpQatTdPUljjXvS+MzkPclNb25mJqm3ydzv55lnnjPn3pHMJFPOj/85h/Ul2wjqvwAAuDhIfBS8FQAUtiVgYhjp7ul82Z3NZkF++co+U61FAoALKO1IqcjflZsePvqRV3pbxV52F/+S0AZQ/wUAAFoT8lmKBADnWeslYEKXfj7xw733b2hc/D4vs+LXr49eckMnCQAuCJG5f/7SXnXPuOu9XdwMdtkt/iIIu7io/wIAAADQhthdBUyMJ6ffFOrm2TR+WflDMntBArhgROaen1Wh3Izr7xzZzUX5glIWv6f4q80i/wIAAABw8VkVf1ltBCl4+bpMvTFEOb/OIn38n90VZbUSAJxnh3cWrFyQrNx0dpNGX+0jx17qbR/lryyKv9om8i8AAAAAbYtVCZgytuwzyj+mp4dyWmFu1fvP7DSb6iQAOG9y0ss/enZ3neqbZuQsT3evptmOVhEYxV9tE/kXAAAAgDbBtgTMKv8SLr8zzMmlaUiZcqjkq9f2SQBwfhwvqXn7ye011WalJ6yLU7chHnbDLyX/ovirDSL/AgAAANDmtBSB+QW5XnlvuHosueOP7OXfJksAcK6J2Ou9p3eW5FcrPR6+usk3+bYSfolr+YuLzKutIf8CAAAA0FbYbgGpngUpDzW7DfKZfEOw+l6Lv0jcvSFXAoBzp65O+uyFPemJTftsOLvpLrvXT575qKz8ZTxBWflLXEsnvsckir/aDPIvAAAAAG2RMpJU13/J48whUwMGTfVVn/zFS3vTEtgOEsA5s/jzxP1b85WbOn3d9Dt8/IKdlJov9eL3bPvY9pF/AQAAAGhD1BUTLa0CJky+PqTLgKa18E21lvee2lmsmqYEAGds++qsFd83m1g96U/eoXEu6povuyvfs/JXm0X+BQAAAKBtaWkWpHqqkZOT8Yp7w8M6uSr3Ki+refuJ7dVVZgkAzkLKoZKvX9uv7hlyqXtcPzd12ZdVBGZV/EX41QaRfwEAAABou1qJwFzdnGY/EOEbaFROzj1W/v7TO6sqTBIAnJHUhNL3nt5hNtcpPd2Hu/Sb6GEbfqmX/WLmY9tH/gUAAACgzbEqAZMjMGV7NWUU6uXrfM3/Rbi4N41rkvYXvf73rWXFTIQEcNqO7Cp465FtleVNGXpoJ8Poq71bSr6ULyVmPrZ95F8AAAAA2iK7syCV8EsZjgaFu81+IExvaLpjVurxVx/cUphTKQHAKdu1Luedp3bU1DTNofbrqJ92u5/RyWC11aNtBGZV/0X41QaRfwEAAABo65SBpe0sSCGqm+dVfwkzOjUNOAtzq155cEtmcpkEAKdgzS9pn76wp87S1CPCr0vv8XV1b0y+nJycTiX5QptF/gUAAACgjbLaC1KvohSCOTXo0t977iPhLm5N48/jJTWvP7wt+UCxBACtWvRpwo8fHFb3BEUZrviLn5efs/ieUZIvpWF3z0ep+VcW2hryLwCAffzLDcDx8M3WHrW0EJhSAqY0Irp43PBEpLt30xinutL01j+2r1uSLgGAPVUVpg//tWvFghR1Z0Q3p0vv9XX1sD/n0WrZe5b9ai/IvwAAAKAJVmMShijtiDoCs6r/Uo9OnZycgiLc/vRkhI9qR0hTrWXBO4c+eW43m0ICsHIsqfTF+zft25Kn7ozr7zztdh9Xt2azHdWTH62Kv1j2q70g/wIA2CH+8a6rq5MAwLGo/xc92iOrtfDVC4HJo1Nx7R/sdsMT4UERzuo77t6QK0a5mSksBwag0bol6a89tNVqo4w+410n/cnHydmo/m5Rvl6sKr/UxV8S2jyjBABAA+Vfbqt/wisXPyMu0ukwJa4rfiRaAoDzw5y67Sy/ZBirtDvq/zEjxpwWi0Vct3Syt58074mIRe9nHd5SoXSKUe6rD2658rauQ6eESwA0rLrK/PWr+0Qsru40OEmjZ3t0HexuNefRNvxSir/kLF55BP5laePIvwAATdQRWB3/hANwLC2t0sL/um8v5AhMuZYaPtNWqpVn3h26q0fx8i/yzScmPtbWWL7538FdG3KvvbeHb6CrBEB79m7K++G9Q8X5VepO7wD9lFu8O4Q6qZcUbCn8Ys37dor8CwDQTFMEJgGAQ7Fdq1h9lKFLu6AOv2TiY23l5H7j/IKjnX96M7c0v2nxr8M7C569e/3kq2PHXhFldGJBGEArivOq5r95QHwDWPXH9HYaf72Ps2vjfGq7Gz6qwy9xbff/pqCNI/8CADSj/FtuueyV2ori2tpas9lsMpnMDSwWi7gWp4mGPAhhmTAAbY1cE6R8mynDlToXL9sVWxi0tDunGIEpH25ojMdNT4cvfDfn6J6mVX5qqy2Lv0jcvDzj2vvj4+L9JAAOzWyuW7Ug5fdvk2tqzOp+vUEafoVH/Eg3ZTMNqyUFCb8cCfkXAGidekUV5V9x8a+7OaxvXW2tZDJZRARWW6uOwAT5LoRfANom9SrplobhinRi+GJV/8W4pT2yjcBs1wJTf8Q6L92sv4Rs/a1ozXdFFkvTOfnZlW8+sm3gmJDLb+3i6eMsAXBESfuLvn3zYG5GuVW/u49u6q3eQZHOtuFXSwt+EX61a+RfAIB68j/e6oqJxnKJujol7WocSaryL4kIDEDbo1Ot6qVsEaiMbeSbdrerZxjTjlhFYHbzL6UhGzzVP6qH2/IvCjISqtVnbvsja+/m3CGTwsZdEe0b4CIBcBSHdxSs/DHlyO5Cq37x/RE/2nXIDC95zqNt+GVV9mWw+d8nhF/tEfkXAKAZdf6lRGCSTfhF/gWgzVLnX0qabxWBWa1ejPbINgJrVvNlT0i0fs7DLvs3lK75vri8pGkaVHWVec3CtHVL0vuODJ4wKzo02ksC0G5ZzHU71mav/ik142iZ7dGgKMO467z9ghv/ObBKvqzatv/XhPCr/SL/AgA0UcYS8uo5yooqShymlIMRewFo49T5l65hFTC7/w9fYv/H9kzXwkRIdY/6N8FkMolGzxE+nfp5rP+pcNfK4+rpkPVj5j+yxSWyi/eg8aH9R3V093KSALQfOenlm37P2PFHVmlRje1Rdx/d0MvcOw9wU/9/Ebvhl9U/GYRfjoH8CwDQSKda/EtqXtgl/2Mv/gtACb/IvwC0cervNJ1qFXzb/5MvoT3TtbwWmFXxl/Khy6PZ8XMC+03w3rS45OCGcnUKJqQdKRWXnz443GNQ4ODxod0HBhgM/J4Abdfxkpptq7O2rcqyW/AluHvr+ox3ix/h7uSiV/4VUAIvdexlteAX4ZcjIf8CALS4BL7SI2IvpfhLaojGyL8AtH1W2Yct8i/HoI7AlH+zpBZmQSpVYKLRoaN+6o3OQy/x2bKk5ODGClNts3/azKa6vRtzxcXDy7nfmODB40IiOvtIANoMU61l3+a8rSuzDu3Mt5jt/6eph6+u7wT3HsPdDEadVdmXuvjLKvlSl33J15LqP5IltE9GCQCAE3TNFxJWjxbUC+Gz+BeANs5qrGJVAWQVfjGkcQBKBCau5X+zJNU/UnZjUJGCyQ3/IP2keU5DL6ndsrR4/7pKqxRMKC+rWbcoXVy8/Zyju/nGdPcV12GxXk7OegnAhVVeWpN8sCTlcEnKweL0hNKaGnNLZ3r56/pOdO821M1g0Cl5llXyZRt7qcu+bCuF+ZeiXSP/AgDUsy0BU8YP8iF5RCERfgFoJ3Q22/+1RIJDUEdgyv+5sS3+Us+CNJvNSgrmG2CYMDdwxOWmg1vKD24sz06utX2K0qKaPRtzxUW+GdXVJyjcIzDUPSjUXVyHxrBqPnCOHS+pycuoyM0sz8+qzD1Wnp1WnptR3vpdDEYppo9zl0EuEd1c1EmWejF7q8zLandgq+SL8MthkH8BAJrR2dtRXpnwaPV/1AGgLbMatFgNZhjVOB6dzVpgUvOKZhF46WwKwcwn1N/w0vcbZ+wzxqsgu1qkYAc3VZYXW1p6utTDJeKi7vENcOkQ7O7sYjC66MW1k7Pe6Kx3dhYNgwSgBeLPtqbabKox11RbamvEpb5RVVGbk15RXWk69ccJiTOK2Cuun6uza9PURavFH1uiVy0NSfjlqMi/AACNlBIw9b/0cvIl91jFXqRgANoyq7GKzmaqI6Mah2T1b5lyU6kFs1gs6vxLjHjNNsQ5gaH6Dle4DL/ckn648tDmiqSd1TVVJ/9Xrzi/WlwkABeQT6BBxF5dBrt4+hrUk9xbD7/UFWF2wy+JfyYcDvkXAKCJOudS/i+60mn1bz/5F4C2zHa4Ynckw6jG8aj/2VLPhVT+dVOnYPJi+VZZmOhUrqN7GCK7udfONeem1mYcqcpIrMlKqqkl4wIuKk9/fWicU8c4Y1gnZ59Ao1LXqWvY7beVyi+riZDq2Y6UfTk88i8AgDXbQjCp+QJhSo8EAO2B3e8rvsQcm9VcSNtCMDkFU/IvOfxSIjDlpnyO0WiJ6OIU1slV3g0mN602M7E6P6OmJM9cVmA53vIcSQDnhE+Q3jtA7xtkDAg3hndx9vCpn1OsXs5PZ7PPr1X+ZXWtRtmXRpB/AQDsUP69V2de/EcAAMfAt5lGqP93jlUhmDJmViIwca2OwJQSMFvi7qGxxpAYV7ktK8o2F+fVFueaqsvrTLWNF3NNXW1tncUk2e4piYtIfF61tbXiF8DJyUlCGyC+kg1GyeCsE9f1q+Y5NTRc9J6+eq8Oep9Ag5e/UVIt2qhE2OroSm/PqcdeVmVfEv9SOCLyLwBAa/i3HwDQftlO4deplrZUQjEl27IKwiwtkKvA5McRDfGwgeGWwHAXpcSMvZLbspqamszMTPHRR0V1lNBW6Zrv4SupNihXx1WthF/qCMw2+bIKvyTKvjSA/AsAAACAI9O1usGLei0wJd5qJfyyzb+UKjBJtVGyOvlqKQUjHbsoRP5VXV0tPmKjkeHwRdZS0qSzt3uvZFP5dSr5l7rU66TJl0T45dD4gwcAAADg4HT2NniRTgyn5RhLScGUVMs28zqV/MsqCLN9McReF1dVVZWIwET45ezsLKEN0J1su5KW8i+9zfxHqyzspLEXyZemkH8BAAAA0ARdCzsaKymYoD+xKaQ6BVPCmR4BKQAAEABJREFUr5aSLzWJKZBtm/hwq6vrt/B0cXGR0CbZzb/ssg2/rK519jZ21DHhUZPIvwAAAABoiK7lbY7VS4PJWVhLgVdL4Zfd4i8isDZFfL5VVVXiw6X+q82yTalaz7+sQi6rtvru6seXSL40hvwLAAAAgLbomk+HVPdb1XApKZia3fBLannyI/lXW1NdXe3cQELbY1v8JdmbAmk37bIl2aygb/Us0A7yLwAAAABapAyA6+ytjq+UidlGXQaD4dTDL4n8q+0R+ZeHhwf5V9tkm1JZBVgtJVy2nZLNVEeJ5EvDyL8AAAAAaJptOZg6ArMKwiRVIibZ2/CR4q82zmKx1NTUiGsnJycJbZLdEjCp5SDM7iHJJuoi+dI48i8AAAAAaJaCSa0GYVLzkOvUy77IwtoCJf8yGhkOtyF2wyldC3MhpRbWsCf2Qiv4gwcAAACARlaTIiWbIExS7SBpt8iLmY9tnPhQTCaT+ATJv9o4nb1V6nUtr2Fvm3ORfEGNP3gAAAAAsNZSECbZ20Hy1DMvErGLztxANOSdAdFGtJJVtbJ6F5kXTh35FwAAAAC0SD2cts3ClJstHVJTCsdwEZlMJovFom8goc04lT+NU8zIALvIvwAAAADglFiNsdXFXGc5escFI8Iv8cEZjUbyr3aNvyacLvIvAAAAADgTdkfgzHBs4+T6L9KTdoQPC+cE+RcAAAAAnDOM1ds4EX6Ja6PRyCcFaAr5FwAAAABAK0wmk7g2GAwSAC0h/wIAAAAAaIW8+aPRyFgY0Bb+5gEAAAAAWiHnX9R/AVpD/gUAAAAA0AryL0CbyL8AAAAAAFpB/gVoE/kXAAAAAEAryL8AbSL/AgAAAABoBfkXoE3kXwAAAAAArSD/ArSJ/AsAAAAAoBUmk0ki/wK0h/wLAAAAAKAV1H8B2kT+BQAAAADQCjn/MhoZCwPawt88AAAAAEArqP8CtIn8CwAAAACgFeRfgDaRfwEAAAAAtMJisUjkX4D2kH8BAAAAALRCzr90Op0EQEvIvwAAAAAAWiHnX3q9XgKgJeRfAAAAAACtqKurk8i/AO0h/wIAAAAAaAX1X4A2kX8BAAAAALSC9b8AbSL/AgAAAABoBfMfAW0i/wIAAAAAaAX1X4A2kX8BAAAAALSC+i9Am8i/AAAAAABaQf0XoE3kXwAAAAAArWD/R0CbyL8AAAAAAFrB/EdAm8i/AAAAAABaQf0XoE3kXwAAAAAArWD9L0CbyL8AAAAAAFpB/RegTeRfAAAAAACtYP0vQJvIvwAAAAAAWsH8R0CbyL8AAAAAAFpB/RegTeRfAAAAAACtoP4L0CbyLwAAAACAVlD/BWgT+RcAAAAAQCvY/xHQJvIvAAAAAIBWyPVfzH8EtIb8CwAAAACgCXLxl0T9F6A95F8AAAAAAE2Qi78k8i9Ae8i/AAAAAAAA4MjIvwAAAAAAmqAs+6UUggHQCPIvAAAAAIAmKNMelYXAAGgE+RcAAAAAQFuo/wK0hjX/AAAAAABaIZeAUf8FaA35FwAAAABAK+T8i/ovQGuY/wgAAAAA0Ap5CXzqvwCtIf8CAAAAAGgF9V+ANpF/AQAAAAC0gvW/AG0i/wIAAAAAaIU8/5H6L0BryL8AAAAAAFpB/RegTeRfAAAAAACtoP4L0CbyLwAAAACAVlD/BWgT+RcAAAAAQCuo/wK0ifwLAAAAAKAV1H8B2kT+BQAAAADQCuq/AG0i/wIAAAAAaAX1X4A2kX8BAAAAALSC+i9Am8i/AAAAAABaQf0XoE3kXwAAAAAArZDzL+q/AK0h/wIAAAAAaIU8/5H6L0BryL8AAAAAAFpB/RegTeRfAAAAAACtYP0vQJvIvwAAAAAAjmnFihW1tbWmE0S7oKCgrq5O9G/fvl19SE3u79ix4yOPPCLnZQDaO/IvAAAAAEC7V1RU9Mwzz5SXl5/0TJ1Ol5KSctLT5s6dS/gFOAz+mAEAAAAA7Z6fn99VV10lnSMDBw6MiYmRADgK8i8AAAAAgCMYPnx4586dpbNmNBpnzZolAXAg5F8AAAAAAAcxb948kV5JZ2fq1Kn+/v4SAAdC/gUAAAAAcBDBwcEivZLOgki+pk2bJgFwLORfAAAAAADHIdKryMhI6UxdeeWVZ19BBqCtIf8CAAAAADgOkV7NmzdPp9NJp6979+6DBg2SADgc8i8AAAAAgEOJjIwcN26cdJpEZHbNNddIABwR+RcAAAAAwNHMnDnT19f3tO4ycuTIkJAQCYAjIv8CAAAAADgaFxeXuXPnntb5l19+uQTAQZF/AQAAAAAcUJ8+fYYNG3aKJ4vwy8vLSwLgoMi/AAAAAACO6aqrrvLw8DjpaSEhIWewXhiAdoT8CwAAAADgmDw9PUUEdtLTrr76ar2e0THgyPgLBwAAAAA4rOHDh/fu3buVE3r06BEfHy8BcGjkXwAAAAAARzZ37lwXFxe7h4xG4+zZsyUAjo78CwAAAADgyPz8/Fra23HChAkhISESAEdH/gUAAAAAcHDjxo2LjIy06vT09Jw+fboEQAPIvwAAAAAADk6v18+bN0+n06k7Z82a5erqKgHQAPIvAAAAAIDji4yMnDx5snIzJiZm+PDhEgBtIP8CAAAAAGjCZZddFhQUJLevueYaCYBmkH8BAAAAADTBaDTOmzdPNAYOHBgTEyMB0AyjBAAAAACANnTp0mXs2LFTpkyRAGgJ+RcAAAAAtGl1dXUSzp1rr71W4l09D6y2FwDaFPIvAAAAAGgrziyUIcrBBXDSeKul30NyMbQF5F8AAAAAcNG0El2dNNUi9sKFZPX71nqqpT56WncEzhPyLwAAAAC4oFrKraz6lZuneD5wwYgMy+6vn5JtiaPqnMtuHEYQhguJ/AsAAAAALgS7eYFtyHUqDaBNUZIs28xLvlbHYeqMzPZewHlC/gUAAAAA55dtbqWOtKziLauenPTyoryq6kpzbY2lttpsqrHUVFtMteLaXGdp8fGBc87opDc46VxcDUZnvbOzwclFXPRuHsaAEDdvf2ereEu5VhpKBKY0CMJwIZF/AQAAAMB50VLsZXWtNEoLq5MPlIjAKy+zIjejIje9oiC7SgLaPCdnfXCEe4cQ18Aw96Bwd9GO7eFndNapUzB1W47AWgrCSMFwPpB/AQAAAMA5ZnclL9vYSygrqjm0o+DwzsLDOwpz0iskoB2qrbEcSzouLkqP0Ukf3d27S1/frv39Y3r4ODkbJFUQprAbhFEOhvOB/AsAAAAAzhl18mU7yVGJvUTgteOP7EPbC7NSyiXA4ZhqLYl7isVlyWcpRiddTLxP94H+QyaF+AW56uxpZYEwUjCcE+RfAAAAAHAOtJJ8KTKOlm36LXPL71lFedXSaXJxNzYsuqR3ql99Se/kYiAXwIVkNlsaFqGz1FSbaqvramvMNdXmU7mjqbYuYVexuPzywdGYHt7Dpob0HR3k4e2k1+vtZmHyvUjBcG6RfwEAAADAWTlp8lVSUL1h6bHNv2dlqCaItUTkAoGh7oGhHkGh7gH1DffAMHdnF4MEtD2lRdX5mZV5mfKideK6siC7QsRkLZ2ffKBUXL55/Uj3Qf5DJnXsNTzQuSHJFaziMPl8dQpGBIazQf4FAAAAAGfopMlXZkrZwo+Stq/OrmsxEJB0eiksxju6u09sd9+YHn6+HVwkoJ3w9nMRl9h4X6VH/KpnpJQmHyxJOVh89EBRcb6dUkezqW7fxgJxcfcyjr8qYuwV4W6eTnLCZRWEyeer1wUjBcOZIf8CAAAAgDNhG36pk6/UwyWLPk3atSa3pbv7BrgOnhAaF+8b3c3X2ZXyLjgIkeeGx3qLy6gZEeJmcUH10X1FR3YX7lyTXVNjPV+yosy06OPk379JG3tF2ISrI9296idFykEYKRjOLZ3tjrwAAAAAgFa0nnwl7i1a9EnS/s35du/r6m7sNzJ40PjQmB6+EqAZNdXmPRtzt67MSthdYDeHcHbVj7wkdOI1kd7+LvoGdidF2k6NxIX38MMPFxUV3XffffHx8VI7Qf0XAAAAAJwG9TxHqXnyVZhb+fWrB+3WfOn0Ure+AYMmhPQcEuTkrJcAjXF2MQwcGyIupUXVW1dkblmZlXus2eanNVWWld8fW7swc9q8qHFXRTg5GeRasJYiMArBcFrIvwAAAADglLRS9lVba/59fvKiT47WVFnP8DI66QdPCJ14VYxfkKsEaJ63n8uEq2LE5fCOgt++PZp8oFh9tLba8ssHyRuXZs99sEtcT1+DwaBMhxTUZyopGBEYTgX5FwAAAACcnFX4pZawp/CTZ/flHquwuouTi37YlPDxV0b5+JN8Ada69u8gLkn7i5bNP3pkd6H6UF5G5Wt/3T1wQtAVd8TJ0yHlvzWrRcEoBMOpI/8CAAAAgJOwO+fRYrGUFVd/9+bhjb9mWp3v4moYMT1i3BVRnj7OEoCWxcX73fXMgLSE0t++PnpgW5760LYVufs25l96S+yIS0KNRoM6AlPXglEIhlNB/gUAAAAArbEKv0TsJY/DD+0oePcfu46X1Fqd329Uxytv70ryBZy6yM7etz3RN2lf0TdvHsjLbCqlrKqwfPdG4vZVubc8Ee/l5yxPh5TDL7kKTNkvUiICQ6tYdhEAAAAA7JNzLnVbDr/E9eLPkl7+y1ar8Ms3wOWuZwbc8H+9CL+AMxDX0++hN4ZNnRNrdGoWVhzdV/rcHduO7i82mUzmE5Q/Rqu/Uwmwh/ovAAAAALDD7oJfYrBdebz23Sd27d9SoD5Zb9CNvTxq6pw4JxeKDIAzJ5KvKXPi+o0O+eaN/UdVS+OXFdW+/rfdM++IHT0zTK4Ck/vVcyGpAkMryL8AAAAAwFpLC36lJ5b+75GdBVmV6pN9A1xufqRPRGcfCcC5EBTm/ufnBq36KXXxpwlmc+Mfo8Ui/fD20YTdRfMe7u7q5iT+JEUQJodfVsuBEYHBFv9rAgAAAACasV3wS7Z/S96zt220Cr96DAx86I3hhF/AOTduZtR9zw/2DWi2fereDUWv3r+rOL9SPRFSpqTVEhMhYUMvAQAAAABOsLvavbjesjzztQe3m2qbBtUGg27mLV1ve6KvmwcTa4DzIrKL90NvDOveP0DdmZlc8cr9u/Iyyq2WA5NJzcs2JaAB+RcAAAAANGop/Fr1Q9r7T+2pszSd6Rvg8teXhoy5PFICcD6JfPn2p/pdfnMXkTgrnUW5NS/fvys9sdTUQMm/5D9YyeZvGSD/AgAAAIB6LW31+P1bh79+5aD6zIhO3g++Oiws1ksCcEGMnRl1x9P9nV0MSk9FqfmNB/Ym7imyKgFjU0jYRf4FAAAAANbhl8xssrz/9O5lX6eoz+zSx//P/xnk4e0kAbiAOvf2//NzAz19nJWemirLO48e2LM+z2oipPqvWAIakH8BAAAA0LqWdnt8/+ldW5dnq8/sMyL4jqf6O7kwkgIugvA477/+d7B/UNOK+GZT3Sf/Prxvc1EgBosAABAASURBVL48EVL82dqNwAjCwLc2AAAAAE1rac2v7948tG1ljvrM8VdE3/j33nrVIkQALjD/YLe//HdweKy30lNnkT7795GE3fUTIW0jMIkdIdGA/AsAAAAArMOv5d+m/P5NqvqEWXd2v/SmzhKAi83L1+Xe5wZ27uWv9Jhq6z7+56H0xFLbCMxqR0gJWkX+BQAAAEC71ONhZbS8eVnmt28cVp921V3dR04PlwC0DS6uhtuf6te5d1MEVlVhee/xg3mZ5UoEZndHSCIwzSL/AgAAAKBRtmvei3Hy/s35H/17r/q0SbNjR0wj/ALaFqOT/pbH+6onQpaXmN599EBpUZXtjpDq2IsITJvIvwAAAABokd3wK2FP4VuP7qyzNJ02aELo9OvjJABtj4ur4c5/9gvo6Kb0FObUvPfYwYrjNcqOkHa3gyQC0yDyLwAAAACaYzf8Ks6vevOhHbU1TelX/KCAOX+OlwC0VR7eznf/a6CXr4vSk5lc8fVLCer8yyoFk6BJ5F8AAAAANEpZD6h+hGyyvPP4rspys3K0U0+/Gx/uo2PMBLRtfkGudz3T38XNqPTs31S8flGWOgJTT4RkITBt4rscAAAAgLbYrnkv/PJRwtH9JUq/X6DrLf/oa3RixAS0AyFRnn/6ey91z8IP0jKOltmuAsZCYJrFtzkAAAAADbG/7NfuwiWfJSvnGAy6Wx/v66oqJwHQxnXvHzDx6hjlpsUsffZsQmV500JgzILUOPIvAAAAAJqjXg+7rLj6nX/sVh+98o5uoTFeEoB2Zfp1nTr38lduFmbXfPvaURF7yRGYVRUYsyC1hvwLAAAAgFaoR7xy5ZfwxYv7y4pqlHP6DA8aPjVcAtDe6PTSn/7eS70W/t71RXvW5avrv5QUTDmHCEwjyL8AAAAAaILViFd2aEfBzjV5Sn9QuMfcv/SUALRPHt7ONz3cW6dr6ln4QVplRY3dhcBIvjSF/AsAAACAhqiX/aquMn32/AHlkLOz4dbH+zq7GiQA7VZMD9/p8zopN0sLTcu+OMZekCD/AgAAAOD4rIq/5NHvks+SCrIqlX4xZg4MdZcAtHMTr4qJ6Oyt3NywOC8nvcJqFXyrWZBweORfAAAAALRCPe8pN6P8t69SlUNBYR6jLomQADiEa+/tobTrLNL3rydbrQLGQvhaQ/4FAAAAwMFZLXsvl3589tx+i7lpxHvtfT30Bp0EwCGExngNnxKm3DyWULn5txyrWZAsAaYpRgkAAAAAtEEJv/ZuzEvYXaz09x/TMaa7r9Q2/PvRlauWHbXt1+kkXz83b19X/w5uPft2nDAtLjzSRzo7JpNl6tCPRGPSjM5/f3rMqdxlwx9pTzywTDQe/8/4sZNi5c6vPtr10VvbROP9+VfGdPKXTt8XH+z45J0dovHhd1dFxZyvz0L8sOJHHjc59rFnx0twdJf8qfPOdTmV5Sb55rIvsvqPC9A30KnIEZjc0OkIwR0W9V8AAAAAHJm67EtZ9Gfxp00Bk4ub8fKbu0htnvg5igorU48W7dya+fn7O2688rvnn1gt0hwJgD1unk4iAlNuVh43b/ktz6r+i4XwtYP6LwAAAACaoIxyD24rSDlYqvSPuSzS289FansundW9Q6Cbuqe0pEZEYOkpJYmH88XN35ckGp0MD/xjlATAnmGTw//4OTU3o0K+uXpB9qApjSVgggi/1PVfEhwa+RcAAAAAh2Vb/CUs/TxZOcHJRT/28kipTZp6edeuPQLsHlq2OOHlZ9aaTJalPx8eNzWu/6BQ6aKae3NfcZHavF833SxBS3R6acJVMV+/tl++WV5i3r4if+jUYCUCk6dAGgwGUjCHx/xHAAAAAI5PCcKS9hUf2VWk9I+aHunm6SS1N5NndL72T33k9rqVyRJwweXnlO/aliUutTVmqQ0bMDbEP8hVubnmh9yaGpNFRT3/UWIKpOMi/wIAAADgmOwWfy1RrfxlMOrGXRkltU9DRzeWraUeLZaAC279mrQH71wsLqWl1VIbZjCIP/MY5WZJfu2u1QXmE5RvBunEd4UEB8X8RwAAAAAOTgnC0o6UHthaqPQPmxLu6eMstU9+/o1Lg9Woqm/uvuGnIwfyYzr5vz//Stu7/N/dS3duyQgI9pi/eI7dx1y44NDWDWmH9+fpDfq4zv6duwdeNbenh9fJ36KW9n/MzS7/9os9iYfyc7KOlxVXh0R4h0d6x3b2Hzeltc0rKypq53+y+/CB/MRDBc4u+k5dOowcHz1hWiejsVkBh7J5pdQwsdHqqF22+z/u2pYlEhzR+OKXazoEuC9blLB6eXLS4QIXV0Pnrh0mX9JFPLV8png9a1ck79qemZZcEhLmNWhY+PW39XN1tTOmTjycv2JpUlpKSVZGWW5mWWBHj9AIn+hY39ETY1ua0Lpt47HFPx1OTigsyKuI7uQn3vyZ18RHx/ldO+Pr/Jzya27ofdt9g63ukpxYuOiHQ2nJxSlJRUYnvXjb47p0uOLaHv4d3G0fv6rK9P0Xe3Zvz87NPp6fVx4Q6BEW4RMZ4zt0VGTfgSGSoxs6KfT3b4+WFjbmdGt/yus/LsBgMMjJl16vl5MvZfIjG0E6JPIvAAAAAI5MDr/kge7qH9KVfr1BN/HqaKndyjjWuIR/RJSvdNZEPvKvR1au/r2pOC4vp3zTuvRlC488+8bUqJgzeQqRy/z9niUF+ZVKj4hsxGXtypQvPtj571enDBwWbnuvgtzy5/+x6sihAvUr2bg2TWQ9z746xcvnfO1UIBK6Jx9cnnTkxPOW1D/vhjVps+b2vOtvQ5cvSXz+ydVKbZA4TVx2bD72xqczDYamoKSm2vzeG1t+mr9f/cjpqSXisnld2jef7bn9/sGz5/VWHzWb68Qjr/w1Sek5uDdXXFb9fvSpFya29GqX/nz4rZc2VVbUKj3i1W5Zn770p8O3/2Xw5Bmd1SeXl9c8dv9v+3blKD0Z6aXismVD+vdf7p13W/8/3dFfcmgiHxw3M+rnj47INwuzaxJ2lXQf5K9eBUxOwYi9HBj5FwAAAAAHpNR8SSemNZlqLTv+yFVO6Dk40MffVWq3Nq1Jkxuxnf2ks7Z2Rf0iYgHBHlfP7RUZ41tYUCHClD+WJ+dkH//HX5e99/WVrm6nN3gUb/y/H1slwi83N6exk2PjunQIDffKTC89fCBv1bKjJpPlxWfWfPz91e7u1ouvPfl/y0Ws07lbwJRLu4SEeSYeKfj2s73lx2tEJPTWy5v+/vQY6fx48ek12ZllMZ38p13WpWO4957tWSIbEv0LvtpnNOpFdBUe6TNzdo/gMM/9u3KXLUoQb5EI6UQ+OG1mV+VBPn57mxx+dekRMGhoRHiUj4+fS0Zq6Z5d2RtWp4io673XtvQfHNqpa1MV2JsvrJfDL/nNj4jxKS6q2rbxmOh8+N6lBntFbUq1XUiY17TLu0bH+ZvNloz0kh/n7y/Iq3jhyT/qLHXi3VPO/+D1rXL4NXx0ZHzfjhHRvsfLqpMOF/yxIjk/p/zz93cMGRHRrWeg5NCGTglb8kVibY1Fvrl3fXGX/j7qEjCrvSDJwhwP+RcAAAAAR6as/7VnQ151ZdNUwQFjL/KeiWdMhEeLfjj0w9f7RNvD03nsxFjpXIiM8Xv+zamBwR7yTRGgdPpk94dvbs08Vjr/k9033jXgdB5M2r87JzmxfqrpzXcPvGJOvPpQfJ/gV/+zviC34o9lR9XhkUyEX+Iuym6SQ0ZGjhgTfef1P4r4ct3KlAceH2V0aoyERCy1fNut0jkiwq+J0zo9+MRo+fFFVOTt7fLR2/Uxkwi/unTr8Pz/psvVZ8NGRU29vMtd1/1UWVkrIkLlRygtqfr5uwOiER3n99K7M0Tw1/jQwyXxDiz4ct/br2wSt9asSFHyr4RD+QsXHJIaivheeGua8uZPntE5JNT7y492ms3WS8uLj+OrD3eJxpiJMQ//c6yTs0E5NH1m16f+b8WeHVnvv7518IgIeYaseN9+X5QgGqPGRz+pLiib0Xn6Fd1uufp70RQvu1vP8xUsthEiwI0fHLhrXWMR3MEtpeKdMRjMrcyChIMh/wIAAADgaKxWvpdtXZGtnODmYYwfFCC1bb/+fHjrhjR1T2lJTUFe+eED+SKskXtu+/OggBOhyVm698Ghgc0f6pobev/xe3Li4fyfvjtw7Y19TqsErCC/Qm5EdbIuTxs3OW7PzuzYzv5d7C2GJUIoJfySiThJZHzLlyaKvCnjWOmZTcY8KV8/t/seGaGEa8K0K7rK+Zdwx1+Hqqdehkf6dI0P2LUtK/PELFQh8UhhWIRPYV7F7Bt6N4VfJ4ydEivnX3k55UrnL98flBt3PTDE6s2/6e4B4tNXzwOVvf3SpqpqU4dA9weeGK0OvwRvH9e/PT7yxiu/Ky6qFNnizGvrY8eysmpxvmio12WTiXdSnOPp6dKzT5B0MqnJxWtXHFX3HDmQLzd++Gqfm3vT74ZOr7vu5n5S2zNwbIiSf9VUWQ5sKeozMkC9EaQSgUkNJWASHAv5FwAAAACHpez8WFleu29jvtLfb1RHg7Gtj28XLjjYylEPL+eb7x50yazu0rnQs29w/yFhVp16vW7qpZ3fPJx/vLR6365su8t1tSQ03EtuvPn8hnseHNp3UJiyTpZ45Y/+a1xLdxw+xs6OnLFd/KWl9Y3j522rwQFDw6wmY/r5u4kYS4RuHYLc+wywXiRe5GXiOiujKf/qPyjU7rYDsg4B7uIdMJvrahrSKKlhiuiWdfX5ZreegYOHR9je5bpb+z/54O/qntKSqo1r6+8ycGi47dRRqSGYi4r1Sz1adPhgvvJT+Pi6lRRXfvPZ7o6hniPHx6jveO+Dw6RTcyy15JN3dtg99M1ne9Q3jUZ928y/ug8IcPN0qjzeuGjavvXFPYf5mc31JWDKF4V65iO1YA6G/AsAAACAY1JXge34I8dUW6ccGji2Xe551yHQPTTMOyjEMyrGd8aV3Xx8z9n6ZbE2xUGyoNDGGCspofC08q/O3QJERrNt07G0lOK/3/urSIuGj40aOjJywJAwF1dDK3cMtFfO5uXdWHtVfSI8OufslpU5OxtE/hUa6m17SK69qqtr8QFzs8uPpZcU5FaI7EmER7u2ZYnwS/TXmhqXoMrOLJM3B4iOtf/mx9iUzuVkHZcbvy08Ii5SyxIPNxWOzZob/9Fb26qrzC88tea159YPGBo+bFTk8NGRPn5ukpboDboBYzuuW9S4CUbi7vKqcpPRaJSLv5RCUQkOivwLAAAAgEOxXfle2LepKQ7w9neJ6XFe5tCdW//7bGbXHhdokmZgR0/7/UHucqOs5LQLr554YcJL/1zzx/L6lfWLiyqX/HhIXNzcnfr07xjTyX/i9E5RsXZW7vfwdJIuBncP55YOndZL2rQubeWvSXt2Zuer5jnaVZDXOEU0sIUZrEEdPXW6ZhFbXk6FdGqSEwtra8xySCfPJ/347W3ioUQPxIapAAAQAElEQVQKtmF1qri8rJN69QuJjvMdNipq0PCTJ5sjxkZZrbb283cH33h+vWh88+vcDgHuUnswcFyokn+ZauqS9h7vNdxZLgFTz39kCqRDIv8CAAAA4JjUi38d2Vmk9A+ZGCahOWVyohVLY62S5OntLJ0md3enfzw3Yc7h/E1r0zauTT+8P09qWN5+07p0cfnuy72vfnBpt3jrbQfrpIsTOhjPxXzYT9/d8fn7TZMERX4S27lDbGf/Hr2D+g0KvXX2AtOJ4q/6Zzyx1lhLMYvBoDcY9abaprvU1DSWv82a23PY6CipVXpD01pmIgKbfEmXdatStqxP37E1QzymSHj27MgSl1++O3jPA8Os9ihwVFGdvTsEuxXkVMo3k/eXxQ/1lWc+qkvAmALpkMi/AAAAADgseSibmXy8oqxp3lzPwYGSg5LH6mIgb/doRXlNS3dsqbwr58RC+2ERPtIZ6dQ1QFyuv7V/Xk65CF+2b8nYtTWrtKRKRDBv/Xfj6x9fJjmKNcuT5fArOMTzklnd+wwIievcQZnsKZIvdfgl1e/52PiW5ufZr+oS75g6/BJCwhqno4qopu/A05vDGxDkPvOaHuJSUVG7feOxLRuP7dySKW+k8NHb28ZPjdXIdMhew4JW/5Qqt1MPViiL38spmFwCJsERkX8BAAAAcDTqSUz1xV+7CpVDTs76sDgvyUHJZVymWrPdozmZx1u646ED+Xb7s7Ma8y9lPftTVFNtLiyoKD9eE9elg9wTGOwx48pu4lJVaXrg9kWHD+Yf2JtbkF/RXqbOndTSnw/LjWdenhzb2XpJrwKbkMvD07lDgFtBfmVLMyVzTrz5ivATkVnq0WKpBT99e8DFxRAc6tV/UKi4aTbXFRVUFuSXx8T5O7vUh3Hu7k6jJsSIi2i/+uy6RT8cqqyo3bE1a9zkWEkDYrv5rpYa86+89JrK47VG32ZLgEknvkAkpkA6Fr0EAAAAAI7CqnZDHscm7G4KC6K7+rY0188BuLrVr1SVl1teUVFrdejAntziosqW7rhzS4aytrqiqsr028IE0ejaPSC2cwfpdLz6n/XXX/bNPX/62bayzNXN2KNvsNyutHmd7ZdcS+Xm7mQbfgmrfz8qNyyqKrDhY6LF9Z7tWfl55a3cReHh4RzcsFLbnh1ZKUlFtncR/W++sOGlZ9b+eiKMW7boyLXTv7rnhp93bM2wPX/AiU0/qxzog2hdTHyztf+S95dbzXyk/stRkX8BAAAAcEDNF/9qyr/axcr3Zywmrn5F+Zpq89IfD6v7c7PL335lU+v3feKB39UBmcitnn10ZerR+pDl1vsGn24dzMjx0VJ9JZrlrZetn7e8rGbP9mzR8PN3Cw33lhxFQHB9MiUSvaQjBVaHdmzJ+PTd7XLboprROPuG3uKNrao2vfyvdVWVzba23Lbx2M/fHrB9lsuv6SE1vLEvPvVHYUGzmrKiwspX/7NBbl9yZXe5MWJslBz4fvzWdqtUVMQ+G9akye0uF2qnhYvO08c5KKyp5DDlQLlFxTYFIw5zGMx/BAAAAOBo1JOYslLK1Yt/xTp0/jVuctyCr/aJxnuvb66oqOnVL6SstHrL+vTflyQ4ORkGj4gQbbt3dHNzEqnNX25ZNHpiTLf4oEP7c1csSczJPt7wmLH9GmbSnZahIyP6DwnbsTnj98UJKUlFoyfExHT2qzheezShcOnPR0qK64O22+4frNefeS2eyWSZOvQjuf3rppuNxotc3tF/cOjOLfU1Vk8/tOL6W/v2GxTm5mY8cjB/xa9JyxYdUVKUqsqmECokzGv6zK6LfzwsPpe7rv/pkiu7RUT7lBRXH9iTs3DBQeU0napi8erre+/YnLlt07HDB/Nvm/3DrLk9w6N8DEa9uMuyRQkiAhPnTL+iW+/+HeXzvX1c593e/5O3t4vP9+arv584vVNcJ38XV6eUpMLlSxLTUuqj4WkzuyrTVE/d5Vd3FxepHYrp7peb0Rgdph2qaCn8YvF7B0P+BQAAAMChqMMvIS2hVDlUvx9fDz/JcXXrGTjz2vif5u83m+s+fbdpI0IPL+dnX52yd1e2Vf6lDO/n3tz34N6cDWvSvvpol3LU2cVw3S1959zYVzp9Ith67N/j/nb74tSjRQmH8sWl+fNK9zw4fPKMzpIDueaG3uLHXLM8OfNY6QtPrVEfEtmcSMSOJhaJoxnpJepD9z080tnV+OPX+9NTi9U1en7+btfd2u/NF+rrudwbprXKxFv35IsTPn9v53df7Ckpqfro7W1WL2P46Mj7Hhqu7rnu5n5JRwrXrkjOzymf//Fuq/MnTut0/8MjJC2J6e6zeXnjbNDc9GqzyVLnVCevf28VfhGBORLyLwAAAAAOSwxf8441zekLDPVwcnHwRWDufXDYoKFhC78/uGldugiwevbt2HdAyNjJsaHh3iL/sjpZmdvl5Kx/4oWJ3366Z/fO7ISD+RHRPgOGhI2dFBMZc+ZxoY+v67tfXvHbwiOrfz+am3O8MK+ysrLW6KQfOCTsyut69T/9mrI2TkR+Tzw3YdWyo+LNz8ksEz+yeHcDgj369g+Ze0vfyGjfxT8cEvlXQX7lzq2ZSkmdwaC754FhPXoGbV6XnnK0WGRn0XG+3XsGXX1dr+Lixl9dDy8X9RO5uTndfv/gMZNif198JC2lJDW5qOJ4bWCQR1iE92VX9xg0PNzqhdVHZs9P2Lrh2MLvD2QcKysqqCwtqRL93XsFTb6ky6WzukkaExar2syhTleYU90x0snu5Ec4Eh2fKwAAAADHoBRuyLOZzGazyWT68Jm9O1c3Fh/1GBh42xNnUs0EXHg7tmY+dNcS0fj702Mnzegk4RyprbE8dNUK5eZVfw3tMdjPuYFTA6PRaDAY9A10DSQ09/DDDxcVFd13333x8fFSO0H9FwAAAAAHpNRx5GdWKZ0BoW4S0GZ89eGujGOlYeHec2+xE8se2pMrNzp3O+3FudAKJ2e9l69LWXHjzqSF2TW2W0CqS4WYBekYyL8AAAAAOBSrvdty0pr2yAvs6C4BbYbJbPlt4RHRGDg8vEv3ZjswHtyb++2Xe0UjOs4vOs6RF627KEQUrs6/lKJRki8HRv4FAAAAwHGoky/heElNTZVFORoQQv0X2pBpl3f95buDxUWVT//f8tl/6hMV4ysimIz00j3bs9auTDGZLAaD7q+PjpRwrgWEuCcfKJbbxbm1dou/WALfwZB/AQAAAHBM9YvfZ1SpewJCqf9CGxIY7PHov8Y++X/Lc7KPv/H8equjHUO9HnpqTHyfYAnnWlBI01dBYU6tOvOSmteQwmGQfwEAAABwKOoijpL8pvxLp5f8g6j/QtvSf0jY5z/P/u7zvbu2ZxXkV5QWVwUEeoSGe4+bEjtmUqyrK2P280IdhZcXm+SvC/X8R3UJmASHwN8SAAAAAEdgt16jssKktD29XfQGhrJoc3z93G67b7CEC8jL11lpm01SncV66rRE+OVw9BIAAAAAOBx5EFtdaVZ6nF0Y/gCo5+xqUN+sLDfZLv4lwbFQ/wUAAADA0Shj12b5V/MRLwDNcnZp9m0g75JhO/lRggPhf4AAAAAAcExi+FpV3jT/kfwLgMyl+beBCMpt939UIwtzAORfAAAAAByHVQVHdUNZh4z8C4DMybr+q8V4i+TLYZB/AQAAAHAQViPV+vov1fr3Li7kXwDqObdQ/yU1n/xI+OVIyL8AAAAAOJqm9b8qWP8LgDUnZ716N9iaE4WidsMvUjDHwPr3AAAAAByQPGTV6dQ9EgDI6ixN3wgWcx0hl8Mj/wIAAADgsNSr/NRUmSQAkKTaaos673J2tZ4bRxzmeMi/AAAAADgsJ5emYW2Nai18AFpW3TwNNzrXV4q2tPkjHAP5FwAAAACHpS7rqKb+C0CDmiqz+qazC2ujOz7yLwAAAAAOSz2srW4+4gWgWVbfBnL9Fxwb+RcAAAAAh9V8/iP5F4B61ZXNvg2cqP/SAPIvAAAAAA7LxbVpyFNTTf4FoJ7VbhhOLtR/OT4yTgAAAAAOy8OnKf8qL601m1nZGoBUWlSjtHV6yc2zMRvRNZDgiMi/AAAAADisDh1d1TfzsyokAJqXn1WptL39DXJDnXyRgjke8i8AAAAADkgevpJ/AbCVn930VeDdoT7/sg28iMAcDOt/AQAAAHA0ysDVw8dodNaZahqnPRaoij4uiokDP1Dat9wzaM5NfVo/f9nihBee/KPxvtM6PfzMWMkR7d2Z/dfbFonGn/8+4vKru5/KXb74YMcn7+wQjU9/mB0W6d36yRv+SHvigWWi8fh/xo+dFCt3fvXRro/e2iYa78+/MqaTv3Smpg79yGSyjJsc+9iz46U2qa5O2rk14/dFCSlHiwsLKo6XVUdF+4ZH+3btHjjtiq7u7k5W59930y8H9uZKp+Ohp0ZPvqSLuictpfjmq76X2/98afLwMZFSW5KXWa60vQOMyjeG3LBKvgjCHAP5FwAAAAAHIYapdXV16ptCh44uOWlVck9eW6r/Wv9Hyknzr3UrkiXgLOzZkf3ac+tTjxapO48cKhCXlb8mffPZntk39Lri2p4GwzmOeH79+Yiqfait5V8F2U1RuE+gUXeCRPjluMi/AAAAADgO20Gsf7Crkn/lX+z6L7VD+/Jyso4Hh3i2dEJZSfWWDcck4Ex98s6OLz/cIWfCHp7Offp37BDo4e3jmpdbnpJYH4EVFlS888rm5MSiB58YreQ8Uy/rMnhEuNVDrVuVlng4XzQundW9Q6Cb1dHYzs0K6CyWuhW/Jcr9RxMKN6xJa/1X/QKrqjCVl9YqN30CmoKR1gvB0K6RfwEAAABwTHIW5t/RRelpI+t/BXf0zMk+Lhqrfz96zQ29Wzpt/R8pJpPF3cO5orxGcmi9+nVcvu1W6cKae3NfcZEc16IFB7/4oH6KqIeX8633Dpo0vbOrW7MEYMfWzDef35CWUvzbwiNe3i53/nWI3D/9im62j3YstVTOv6Ze3rVrj4DWn3rz+rSC3Pq/NfG8j97/m2j8+suRP93RX2obcjOafQ/4Bjlb1X8Rezkk1r8HAAAA4GjUw9eQGHelXZBdUVVhki62sCifuC4dRGP9qpRWTlu7MlVcDx/dtiaO4cLYtytn17as9NQS6YxkHit997UtouHfwf3V9y+5dFZ3q/BL6D8o9Pn/TQsNr1897fsv9x5NKJTOkeWLE+WnHjQ8okevINFe/MMhi6VOahsyjpaqbtUFhjnLLZ0N5SQSMQdA/gUAAADAASkj2OjuTbOu6uqkpP1FUhswakK0uD6wNzcn67jdE8pKqrdvOtZwZowE7fnn31c8eOfiH+fvk87IFx/sqqyon+I3+0+9W1ndPzDY4/rb+snt+Z/uls6F4qLKjWvTRGPIqAiRGg0fGyXahQUVG1anSm1D0v5ipR0Y4WR0tp95wcEw/xEAAACAI1AWv7eaxxQU7u7uZawoayz7OrqvOH5QJtPAfwAAEABJREFUoHSxjZ0U+8nb20Xjj+VHZ8+zMwVS9JtMltBw767dW5trZrHU/TR/v8jRUpOLRZQWEekdGes3dFTkmInWqdnWDcceue9X0fh68ZysjLJvP9u9d3dORJRPVIzf7fcPrl8B6s7F4ugXv1zTIcB92aKE1cuTkw4XuLgaOnftMPmSLiPHR8uPc/hA/toVybu2Z6Yll4SEeQ0aFi4CFFdXO0PLxMP5K5YmpaWUiKfLzSwL7OgRGuETHes7emKs1QS6VvZ/rK0xL1+auPLXpLTU4tpqS1zXDr36Bl89r5d01uzu//h/dy/duSVj0ozOf396TF5O+R8rkvdsy9yzKyc01DMq1q//kPDxU+NOcan4D97YKidK4sH/+/Y0Hz836UKpqKhdu7J+5wQfH9fpM7u2fvL4yXHbNh4LDfeJivWVzoVVvx6tqTaLxtCR9aWLoyfEiLdCNJb+ckT5Lbq4EnY3VbqFdqqfH61OvpgI6ajIvwAAAAA4IPUINrqH54HNjRUfifvO2SSvsxEe6dOpa4BIiNavTrWbf61ZmSKux0yKbWXOWGFBxX8eX71za6bSc/hgvrj8vjhhxejIvzw20r+Du+29UpKKnnro9+qq+oTi0L68ooJKbx9X5agI0Z58cHnSkYLG2yWSiIE2rEmbNbfnXX8bunxJ4vNPrlb22BSnicuOzcfe+HSmOhUS8cd7b2wRwZz6edNTS8Rl87q0bz7bIxI3uz+1leKiysf/uky8SKVHhFPismlNar/BYdL5tH93ztMPrRDvsHzzSGn1kUMFvy8RSVziMy9PNjqdZCrVFx/uvFjhl1S/Vn2KXPzVd1CIu7tT6yeLn+XRf42Tzp0lPx8W1z6+bkNGRIiGyHB79+u4Z2f2lvVtYhX8/OzK0qJq5WZonIv8LaE/gZXvHRX5FwAAAADHpExoiuzmoeRf6YmltdUWJ5eLuRSMnB+NmhAl8i+Rs9iGAiJ2ESmPVF87E93Sg5QUVd417yd5lfFJMzqLiCEw2ENkVbu3Zy1fmigSq2PpS9/5Yqazi8Hqjh+8uVWEXy6uhugYv8QjBSPHRatH+i8+vSY7s0ykNtMu69Ix3HvP9qzvv9wr+hd8tc9o1IvoSiR3M2f3CA7z3L8rd9miBPFSRTC0bOGRaao6o4/f3iaHX116BAwaGhEe5ePj55KRWrpnV/aG1Slmc917r23pPzhUJIBSy2przA/dvVRelGrIyMiR46ICgzyyMsuW/nhIPGNqSrF03hzcm7vqt6S6urqr5vbs1iuopsa8c3PGqt+PmmotWzceW740YeplrRVViXdMLu67KOGXVB9r5sqN3gNCpQvryMH85MT6j2zMpGglJZwwrZPIv8Sv/aIfDt1yz0DpokpqnoBHdne1mvzIREhHRf4FAAAAwHHIsyCtRrMxPbwlKUM+QQzCj+4v6tq/g3SxjZkY+/Fb9SnJ2pXJV13XbELf2pWp4nVGxvh17hYgIi27d//kne0i/BIRw0vvzIjvE6z0ixxqyMiIfz+2Ki25aP6nu2+43XrTvaQjBXNu6jv35j5ubk7l5TUiZlIfFeHXxGmdHnxitBxeDB8d6e3t8tHb9fMERfjVpVuH5/833cunfsrYsFFRUy/vctd1P1VW1v6xPFnJv0pLqn7+7oBoRMf5vfTuDPEsjQ89XLpiTvyCL/e9/comcWvNipTW86+vP9kth1+z5/W+/f7BSv/4qXFPPvD7rm1Z0nlzLK1E5Ib/eX1anwEhcs/kGZ3HT+0kTyBd+dvRVvKvn787+M4rm6WLF34JZaWNG4ZGRHlLF9aKpYlyY/yUTkrn+Glx4j0Rvye/NewCKYJU6eJJ2teUnHr56908DXLxl1IFJjWvHiUIcxisfw8AAADAoainL8nD16iuXs5uTWOffVvzpDYgPNJHxFtS/S6Q1uuCr2tYvMl2DS/Fof15CxccEo2b7hqoDr9k46bETZrRWTR+/vag7X0Dgz1uvHOAHEt5eDj7Ng9oxM37Hhmhnt837YqmrOeOvw6Vwy/lR+gaX/8jZB5r2lAv8UhhWISPj4/r7Bt6N4VfJ4ydEis3Wsr1FIt/qH/x/h3c/3THAHW/eM0P/GP0+c5QZs/ro4RfskHDwyOi6lfISk1ucQuFpT8dfuP59dLph1+LFhz84oMd6otIi0R/4qECq/49O04e/JWXNeZftu//eWWqtSxfkiTV524+Pfs2/VqKlyGv/FVYULH+oq6CbzHXHdyer9yM7OGqDr+scnMJjoX6LwAAAACOqWlZH4MufqjvzlWN8552r8+94tauesPFH9+OHB+VcCh/767sgvyKDgGNa3WJjGDXtvolvVqZ/LjqtyS5MX5KnN0TBg0L/31xQklxZUZaaVhksyKgvgNCWlnBfcDQMKsVo/z83UR+IeKYDkHuVpGQ1JCXieusjKb8q/+g0PfnX9nS44sfUzy72VxXU22SWibeloL8StGYfElnF1frKZwhYV4i4xM/oHTeTJreybYzNMI7PbW4srz5K5ffS53u98WJL/97rXRGlV9Lfj585EC+bf+Bvbniou65+e6BvfuHtP5o7h6Nn2BllUm6gDauSRW/clL9hEfrX0vxfsqfl4gIWwl2z7eE3YXHS2qUm536uelaoL4XWZhjIP8CAAAA4CCstoBU6zXMX8m/yoqrE/YUdu3XhqZArv7t6Kzresqdoi1PflQ2JbSVm31cbsyZ8XWrzyAdOZRvlX9Ft/ywQlSMnU0AnZ0NIv8KDbUzmc7JuT6cqmt5lf7c7PJj6SUFuRUiGTmWWrJrW5YIv0R/rckitexYWmOgFhDsYfeEyOhzs1lhS4I62nleN7f6EXRNTfNQqeFnP7Qvd/WyJPl9CAh0vyjTHhW+HRqfvaSoSrqAfl/SmEhOmNbZ6lC/wWHBIZ45Wce3bTp2LK0kPNJHuhi2r8lW2k4uushurvrmWknB0N6RfwEAAABwTMogVgxru/T3MTrrTDWNOc2ONdltIf+Sp0AmHMpf/0eqkn+tW5Ui1ScIsa3cMfdkkwcVKYlF0uRmPd6qCYy23D2cWzrk4Xkak+k2rUtb+WvSnp3Z+af8UtVKihuDm4BA+/lXQJCHdN50CHCTcz0rjXmIvbAvK6NMXHt6uxwvrd668djSnw9Pu7y1NfKtvPXZTKue2VO+KiyouOzq7vf9fYR0mvz9G/Ov9PO5S4CV4qLKzevS5fa8y79p5cxffz5y658HSRec2VS3Z0OOcjO2r4veoDuV+i84BvIvAAAAAA7Fdv0vQcQZPQb77lnXuHLT7g25s+/pYTBe/FHuqHHRIv/asyNLngKZm10uMiPRP3ZiXCv3khet9/ZxfeL5Ca0/fqBN/ZSh1YmfxnPxnnz67o7P39+h3BQfRWznDrGd/Xv0Duo3KPTW2QtMrRZ/CXr9SV6Gm/t5XNlKZzidxcVOvNL4PsGPPzv+nht+FrnVO69uHjQ0vKXitfOtW89AubF3V86pnP/j1/szMkqjYvyGjY5oKXA8qWWLEuTKvlM588a7Blz4VfD3bcmrrmra7aFzP/eWir8kFr93RORfAAAAAByTVUFHj6FN+Vd1pWn/1vzewwKli23khGh5d8W1K1JmXtNjzYqjot01PtBq0qKVkDCvowmFpSVVsZ39RAomtSVrlifL4VdwiOcls7r3GRAS17mDsoaXSL5OGn4Jfn6NP1R2VpndE/JOzAC9+Boyn4gon2deniQ+i7v+NuTfj60qL6t57bn1z7wyWboY+gwI9fN3Kyqs3Lsjq6SosvXJmBZL3fzPdhfkVYioZ9jIOdKZWrG0fk06o5P+2Ven6FsIEL/8aNfOLRkiH1y7MmXc5Fjpwtr+R9PWAXpjXWQPF6vwyyoCg4Nh/0cAAAAAjkMZuKqTL3l822Own5tn06S2HWtOvo/eBRAZ7dulW/1MzI1r06SG8Ehcjxwb3fq9lOWTkhPt70WYcCj/p/n7V/9+NO+Mph+ejaU/H5Ybz7w8ec6NfXr0ClIvYC9yllN5kE4NO2NKLedcLeViF0unrh3kIHLclLh+g8Okhg902flcob8VBoNu/NT6+kERNX7yzo7WT960Ll3+UEZPiDnjgrWDe3OTjhSIxvAxUf2HhPUdGGL3Mn1m45zQJT8dli6sqkrTgS1NG792G1w/xVUdeLW0+BdZmMMg/wIAAADgsJRhrbh2djEMmty05te+zbklhRd0dfCWjBxfvx3erq0ZiYfz5c3+xp6sNCYsorE6bPGPh+ye8MGb297878Z/PbKysqJGurCyM+uTKTd3p9jOdhbaF5Gc3LC0WgUWEuYV16X+w1q3MkUkF1ZHa6rNol9qq/722Eh5eua7L28uKqyULoa5N/XxacjjFi44+PvixJZOE/Ho+69tltszruwmnSll5fuxE1v71R0+OsrDs36BuZ1bMo6llUgX0KbfMtTTM/uO91K+GezOgpRIvhwO+RcAAAAAR2NVx6EMdIfPCNadGAOZTXXLv0+R2oDRE+vzLzE4f+XZ9VLDMlIi/Wn9LqPGx3QMrT9n5a9JixYctDr649f7t286JhoDh4ZHxvhJF1ZAsKe4rqyolQuC1HZsyfj03e1y23KySZByHJOTffzdVzepp0xaLHXvvb45p+3Mf7QhPr7rb+0nGiUlVa88u066GHz83G66e4Dcfv7J1W+/vKkg37rybtVvSX+7fVF6an0ONfmSLv0bytbOQHWVWZ786OHlPGRkZCtnurgaJkxtXNhu0YJD0oViqrUs/y5FuRnexalDqJO+5Z0fJcIvR8T6XwAAAAAck+0USG9/557DfPeub9wUb+Ovx6ZcE+vp4yxdVOGRPl27Bxw+mH94f/38rJHjok96Fy8flwefGP3gnYtF+9X/rN+yIX3IiMigjp4ZaSUb16XL4Ze3j+vdDwyRLrj+g0N3bskQjacfWnH9rX37DQpzczMeOZi/4tekZYuO1J0owamqrG39cS67qvvmdemb16UtXHAoOalowrROIaFeOVnHV/9+dOfWTDc3p8qTPcJFdNV1vVb9djTxcP6G1akiZho3Je50H+Hb3+ZKZ+eSWd1LS6o/eqt+dbkFX+37+dsDIuHqGObp6eWSl308OalYvDz5zH6Dw/722EjpTK1fnVJ+vL7McNS4GPVcV7vE5/jL9/WJ7e+LEm67b3DruzGcKxuXZZSXNRVC9hnnKX8hGBq0FIFJpGCOhfwLAAAAgEMRQ9a6ujr1TfVEp2EzgpT8y2yqW7Eg5fKbu0gX24hx0SL/kttjJp7SuuB9B4a88v4lrz23PiWpaMMfaeKiPurh6fzov8Ze+OIv4Zobeiccyl+zPDnzWOkLT61RHzIa9SIRO5pYJI5mpJ98+tsTz03496MrNqxJ27crZ59qK8MevYKmXtbl5X83lFa1yYBCxDp/e3zkPTf8JH4T33pp04ChYRdlm4K5N/eN6+L/yTs7xCdiMllETmp1gogRZ1zR9fpb+xmdznxy2PKljfMrx3xaVscAABAASURBVE6KOenJ8X2CI6J80lNLSkqqcrLKQsO9pfPMbK5b/u1R5aaXvz66l6vdaY/qyY9wPORfAAAAAByQMolJXf8lRHXz7Bjlmp3auPLX+qXpE2ZFX/QSsNETY+Q6nd79OgZ1PNU1yHv16/j25zN//u7A4QP5GanFacklHj7OAYEe/QeHXTU3vvVd/84fkSGI3GrVsqMLvz+Yk1mWm3NcZEABwR59+4fMvaVvZLTv4h8OifyrIL9y59bMfoNCW3koF1fD0y9NXrcqZenPh1OPFh0/XtOlW0DXHoFzbuqzY3NG40l1UtvUpXvAzGvjf/x6f1Fh5RsvbHzs3+Oki2HIyEhxEb8h4m1MTylOSynJyz4eEeUdFukT27nDjCu7nmUwl59bsbUhVusQ5N7v1GZQTprRWf5tzzpWegHyr60rMkuL1MVfHqqSrxZX/iIFczzN/scIAAAAADgAeZhT18BisZjNZlOD2gb7NhZ8+XyycvKEq2IuuaGTBMDh1Fmkf966tji/Me929dD96ZkgNw9nmZOTk9IwGo3KdEhWATuphx9+uKio6L777ouPj5faCda/BwAAAOBo1KNWdf2XPLjtPtg3vHNTbdSahanFeW1iI0gA59a6xelK+CUMudTT2bVpzS+rwMsq9iL8cjDkXwAAAAAck9VsJnUENuOWcOW02mrLt/87KAFwLKVF1Ys/T1BuegcY4kd4yN8AVivfU/OlBeRfAAAAAByQegc3JfySG2LcG97Jo8fQpoWHDu7I37shVwLgQH5473B1lVm5OeJKTznyUtd/2Y3AJFIwR0T+BQAAAMBh6ZpTBrpi3Dv5uhC9ajz0/buHaqrNEgCHcGh7/u71TXuGBkUZY3u7GZqzSr7UUyDheMi/AAAAADg42/BL6BDiNnCyv3JOaVH1ks8TJQDtX22NZf7/Dqh7xlzjra75Ukdg8pcDyZfDI/8CAAAA4JjUi38pEZi6+mP6TeGhsa7K+X/8krb651QJQHtWZ5HeeGRrSX610jNilkdwlIv4k5c3eVS2emx9/Xs4GPIvAAAAAI7PqgRMDsLEKPjKP0cYnZvGuku+SMzLrJAAtFsrf0hOTyhVbgZHG/uM9bTKvltZ+QuOivwLAAAAgMOyLQGzqgILDHMbNztIOb+22vLFS3vr6iQA7VFOevnSr5KUmwYnacIN3rbhl93KL4q/HBv5FwAAAABNsLsKmDBsRmBY56ZZkGkJpat+SpEAtDd1Fumz/+41m5oC7GGXe/gFOct/6VaTHyn+0hryLwAAAACOrKUSsBNTIOuHw1fe22wW5OLPEo/sLpQAtCvf/O9AZnKZcjOkk7H3GM9Wwi+KvzSF/AsAAACAVliFX0oE1qGj67jZgcppFnPdh//adSypVALQTvz2ddLm3zOUmwYnaeINPsrfuN1l7yn+0hTyLwAAAAAOzqoEzHYKpBgYD5sR1HWgp3KXmmrzO0/uKMqtkgC0eZuWZfz69VFVR92kG728/Z3Uf+OtrHxP8ZcWkH8BAAAA0BCrEjDV8Lh+L8jQOBflzPLS2rce31ZeWiMBaMP2bc779n8H1D3DZnrG9nY/McHZaFX5RfGXNpF/AQAAAHB8tquAqavA5BGyq5vTnIeivDsYlHvlZ1e+88TO6iqzBKBNOrq/+JPnd6v3bO021KXveA91zZdVCma7+JdE8ZcGkH8BAAAA0AS7EZhVVYinj/Pch6Nc3JsGSseOln74r11mc50EoI3JOVb+3j93qjd8DO9mHHONt3rao91lv5j5qEHkXwAAAAA0Rw6/1BGYUiESFO52zYPh6pMT9hR++fI+CUBbUpxX9dZj26srTUqPf6hhys2+Rqdmf9GtFH9J0BLyLwAAAABa0fpC+Mo4Oaqb58x7Q+pUU6p2rs3+4JmdtTUWCUAbkHOs/NW/byktqlZ63L11M+70cXU3nmL4RfGX1pB/AQAAANCc1veCFHoO8x07O0B9l/1b89/+x/aqCpME4KJKSyh99cEtJflN4ZfBSbr0Hl8vP6eThl/MfNQs8i8AAAAAGqIe7ra0EL5s5OWBvUZ6qe+bfLD49b9vLSuulgBcJEd2Fbz5yNZmSbSubsotXh1CnVsJv5QIjJmPmkX+BQAAAEBbTroQvjJyvvT2sJ4jmkVgWanHX31wS2FOpQTggtu1Luedp3aoZyLrDdK023yiergpf7lOTk7MfIQt8i8AAAAAmqOOwPQq6vBLjKKdnI2X3Rk6dIav+r6FuVUv/W1z4r4iCcCFYjHXLfwk4dMX9tSpVuEzOkuX3usT3dPVquZLicCswi91/Rfhl9aQfwEAAADQrpOWgAnjrgmaMLeD+l4VZbVvPbbtt/lJqiXyAZwvx0tq3nhk68ofUtSdrh66mX/xCY1zsY29Wpn5SOylWUYJAAAAALRHDIOVHR7F2NhisYhruUfpVxqDp3Zw8zIsfj9XqT0RR3796ujR/cU3/F9vD28nCcD5kXyw+JPn9qi3ehS8/HWX3OPrG+jUUuWX3ZmPyt1JwTSI+i8AAAAAGqWeBqWeC2lVBebUoNcI36v/Gmp0bjZsPrK78MX7Nx5LKpUAnAcrf0h589FtVuGXf6j+ygf8/YKcrZIvOfwS1+qyL5b9goz8CwAAAIB2Wa2F39JekPLQOq6P5w1PhPsGNZtGU1JQ/er/bVm35JgE4NypqjB9+K9dCz9JsJibTTOO7ed0xV/9PLyN1qv1qdb8Mraw7L1E+KVhzH8EAAAAoGnyREhlVCxGy62c3DFKd9M/Ixe9l5Wwo2kLSLOpbsE7B/dsyJl1Z7fgcA8JwNnZuS7n548Ol+Q3K/syOEnDr/CIH+Fuu0jfqez5KBF+aRv5FwAAAACts4rA5EKwls6UPKQr/hy6Y0XRqvlFIvlSDiXsKXzxzxvHzoyaODvG1Y2hFnAmctLLv3nzQPLBYqt+7wD9pJu8AsOdreYmqyMwpfLL7rRHaBxfygAAAADQSB4n2w2/rBbPHjDRv2OMy89v5ZYVmJV+s7luxYKUrauyLr+5S//RHSUAp6yqwrT0y6R1S9KtJjwKMb2dxl/v4+yqVxIuu6vdK+GXuJZTbHX4RQqmceRfAAAAANC0HWRLEZjVSmFCeCfPm59xWftDwc6VZcq+kEJpYfXn/9276sfUSbNjeg0NYtANtK7yeO2aRWlrFqZXlNVaHXLz0g27wqNzf1erXSlsKXMeCb9gF/kXAAAAANSzG4FZDZt1Vjx1E+YG9hju+dsn+XlpzYbux5JKP/7P7qAwjwlXRw8cE6I3MPwGrJUWVf/xU9r6X49VV5psDtb1GOE65FIPF7em5Mtu/mVQkWMvwi/YIv8CAAAAgEa2EZjFYpHLSaxW0VYLjdHN+0fYzpXF634sqa1qNnUrN6P861f3//ZV0rgrY4ZMDHVy1ksAJKk4v3rF90c3L8+srbHYHvUN1o+7ziso0kmdbannOdqGX8qaX4RfsIv8CwAAAACa2EZg8k2rcxT6RqaBk/w79XNf/U1RwvZKq/MLc6sWvHNw6ZeJfYYFDRgXEtvDjyE5tKmq0rR3Q+72NdlHdhfU2Qm+6jd5HDjVrc84D4NRL09mtK38UvfI55z4M2y226NE+AUV8i8AAAAAaMYqApOaz4W0Kv5SSk5MJpNfoO6yu5wzkyo3LipO2Vtt9bAVZbUbl2WIi2+AS/9RIf3HdAyL9ZIADTDVWg5sK9ixJuvAtrzaaovdc4zOUvxI1z7j3N29m1bysq38Uq7VC37Z3e2R8Atq5F8AAAAAYM1uBKb02M2/lBQsvLP+yvtcc9OrNi8uTdheIe5h9eDF+dUrf0wRF98A1069/Dv39uvU088/2E0CHIjFXJeeWJq4tzBhb1HKweLqKnNLZ7q4S/GjXHuNcXfzaMqz1JVfdpMvu2VfhF9oCfkXAAAAANhhFYGJa4vFohSC2aZgcvglrs1ms2h0jNJfeqdrQVb1liUlBzdV2n2K4vyqbasyxUW0/QLrs7BOvf3CY71Co6kLQ7t0vKQmL6Pi6IGipH3FSfuLaqrNrZ/v5qXrM96txwhXZ5fGMEsJttRRlzoFU5+jU632RfiF1pF/AQAAAIB98ihapGByFqaUgCkrgqnW/9KrIzA5BRMCw/RTb3YedZXp8NbygxvLc9NMLT1XUV7V1pWZ4iLf9A1wDQr3CAxxCwz1CAp3d3U3OjnrnVwMzs4GJxe90Vnv6sZoDhdaZbmptsZcU20xNVzXVptLi6rzMivyjlXk51RkpZVXV5hO8aGiezl1Hewa3ctF/BGpK7kMzVkVfKnPVFd+SaqcWgLs4RsTAAAAAFojh1/KtZyCtVQCpiRfchVY43jezzBgolPfcV6F2TUHN5Uf2VpVWnCSupji/CpxObJLAhxIXUgnp04DnDv1c3VxM6j/atRzHq2Kv6zW+WLOI84M+RcAAAAAnIQSfqk7rUbgFovFthxMDsLEuF2+DgwzdLjCZfjllvyMmtQDVWkHqzMSqi0mBu1wZO7eurCuThFdnSO6O7t5GnSq9fKswi/b+q+TJl+EXzhF5F8AAAAAcHK2y4HVNVDXfylrhKkH9iL5Ep1KECa3O0YZgyJcB0yy1NaYMxNrRBCWdrCqIMMsAQ7BYJRCOznVx17dnP1DjDrVQl3qGMsq+VKXgKlnO4qGckd17EX4hVNnlAAAAAAAp0C9HJi6Xx6Ty/2WBurwS30th19yCiYzGo0xPZ2ieriJu1eUmbKP1hbm1Jbmm0ryzKX55tICiwS0eUZnyTvA4BNg8ArQi2u/YGNoJ2dJtVOEuuDLtvLLNgI7ac0XyRdOF/kXAAAAAJyGlgrBrGrBBDkIE9dK2ZdybUXcV1x7+xm9+rvINxUleaayInNtdZ3ZJJlr60w1ltoa0a6/WdcQjimL8UtkAadAvL0VFRWi4enpKeGU1e//YJCMTjqDk0i79E5Oer1REm0XN713B4O7t17XfBF6q+Sr9fCrpbZtzRdlXzhj5F8AAAAAcHpsC8GspkMqK+XL+ZdMKQRrKf9SrmWiLR45INSpQ0id1b6T6swLp6W6ujojo1B8OjExoRLOjs5m40UlorIKrdRlXHobtqVe6gbJF84J8i8AAAAAOBPqQjB1FiYG88p+ker8S9xsJfyym38psZc6/yIFOxs1NTUiAhMfhJOTk4QzZZVDWYVftpVfduu/Ws+8lLurH9nq2YFTR/4FAAAAAGeopUIw6UQKpmwKaVXkpW60Uv+lzr+sYi/CrzNTWVkp8i8Rfjk7O0s4UyfNv9R1W1aplt3Ay/Z82+IyieQLZ4H8CwAAAADOyklTMKUQTFyrs62Wru2S7CVfpGCnS3w0Iv8S1+RfZ6OV/MuWbVWXVWmYVV5G8oXzgfwLAAAAAM4BXfN18SXVvEhlaTAlzLIKwmzbdsOvupPNfCQOOynxKVRVVYlckvzr1LWUPal/1VuPwFqJuuQeqweRSL5wrpF/AQAAAMC5oRSCSc0H7UryJakmM1oFYScToRvfAAAQAElEQVSNvci/zgnxFlVXV7u6upJ/nbpTyb8kVfgltRqE2ZKar/BF8oXzgfwLAAAAAM6l1lMwpUzMNuRqPfaqa2HZLzKv0yXyL4vFQv51xqxiKV0Lu0Dq7AVhdo/aPizJF8458i8AAAAAOPeUAbw6CFNHYOogTDpZ4NVK5Rf512kRb1dNTY3Iv9j/8YzZzb+kloMwyd7cxpaKvEi+cJ6QfwEAAADAeaQuB5NsgjCp1ZyL8OucE8lXbW2taBiNDIfP3KlHYK13tvSAwDnHHzwAAAAAnHdW5WBSC+N/26jLKuFi5a+zZDabTSaT1LA1p4TTZDelaj0Lk1pdz4vYCxcM+RcAAAAAXDjqAX9La4RJ9vIyuzdxuiwNxNtL/nWutF7JdSqRGXABkH8BAAAAwMVhm4VJ9uIDdeZFcHCW5PxL30DCOdX6Lye/uri4yL8AAAAA4OKzm4XZHsJZMpvNcv7Fu3q+8Q6jTSH/AgAAAIC2pfXggCmQZ8NkMok3kOKvc4WQC+0F+RcAAAAAtCckDmfDbDaLaycnJ95GQFPIvwAAAAAAWiHnXyx+D2gN+RcAAAAAQCvIvwBtIv8CAAAAAGgF+RegTeRfAAAAAACtMJlMEvkXoD3kXwAAAAAAraD+C9Am8i8AAAAAgFaQfwHaRP4FAAAAANAK8i9Am8i/AAAAAABaIedfRiNjYUBb+JsHAAAAAGgF9V+ANpF/AQAAAAC0gvwL0CbyLwAAAACAVpB/AdpE/gUAAAAA0AqTySSx/hegPfzNAwAAAAC0gvovQJvIvwAAAAAAWmGxWMS1Xq+XAGgJ+RcAAAAAQCvk/Eun00kAtIT8CwAAAACgFXV1dRL1X4D2kH8BAAAAALSC+i9Am8i/AAAAAABaQf0XoE3kXwAAAAAArWD9e0CbyL8AAAAAAFoh138x/xHQGvIvAAAAAIBWUP8FaBP5FwAAAABAK8i/AG0i/wIAAAAAaAX5F6BN5F8AAAAAAK1g/S9Am8i/AAAAAABaQf0XoE3kXwAAAAAArZDzL+q/AK0h/wIAAAAAaIU8/5H6L0BryL8AAAAAAFpB/RegTeRfAAAAAACtoP4L0CbyLwAAAACAVrD+PaBN5F8AAAAAAK0g/wK0ifwLAAAAAKAVzH8EtIn8CwAAAACgFax/D2gT+RcAAAAAQCuY/whoE/kXAAAAAEBbqP8CtIb8CwAAAACgCXLxl0T9F6A95F8AAAAAAE2QF78HoEHkXwAAAAAATVDKvpRCMAAaQf4FAAAAANAEZdkvCsEArWHOMwAAAABAK+QIjPwL0BryLwAAAACAVshTIJn/CGgN8x8BAAAAAFpB/RegTeRfAAAAAACtoP4L0CbyLwAAAACAVlD/BWgT+RcAAAAAQCvk+i/yL0BryL8AAAAAAFoh138x/xHQGvIvAAAAAIBWMP8R0CbyLwAAAACAVjD/EdAm8i8AAAAAgFYw/xHQJvIvAAAAAIBWMP8R0CbyLwAAAACAVsjzH6n/ArSG/AsAAAAAoBXUfwHaRP4FAAAAANAK6r8AbSL/AgAAAABoBfVfgDaRfwEAAAAAtIL9HwFtIv8CAAAAAGiFPP+R+i9Aa8i/AAAAAABaQf0XoE3kXwAAAAAAraD+C9Am8i8AAAAAgFZQ/wVoE/kXAAAAAEArDAaDRP0XoD3kXwAAAACAdi8lJeW7774zm82WE9Rt5WZlZaU4+ZNPPvn0009FTysP2KNHj/vvv18C4BDIvwAAAAAA7V50dLS7u/uePXtO5eSTzn80Go2zZ8+WADgKvQQAAAAAQPs3d+5cFxcX6VyYMGFCSEiIBMBRkH8BAAAAAByBn5/f5ZdfLp01T0/P6dOnSwAcCPkXAAAAAMBBjBs3LjIyUjo7s2bNcnV1lQA4EPIvAAAAAICD0Ov18+bN0+l00pmKjo4ePny4BMCxkH8BAAAAABxHZGTkuHHjpDN17bXXSgAcDvkXAAAAAMChzJw509fXVzp9w4YNi4mJkQA4HPIvAAAAAIBDcXFxmTNnjnSaxL1mzZolAXBE5F8AAAAAAEfTt2/fgQMHntZdpk+f7uXlJQFwRORfAAAAAAAHNGfOHA8Pj1M8uWPHjhMnTpQAOCjyLwAAAACAA/L09LzqqqtO8eTZs2cbjUYJgIMi/wIAAAAAOKbhw4d37tz5pKf16NEjPj5eAuC4yL8AAAAAAA5r3rx5rRd2iaOzZ8+WADg08i8AAAAAgMMKDg6eOnVqKydMmDAhJCREAuDQyL8AAAAAAI5s2rRpQUFBdg95enpOnz5dAuDoyL8AAAAAAI7MaDTOmzdPp9PZHpo1a5arq6sEwNGRfwEAAAAAHFyXLl3GjRtn1RkdHT18+HAJgAaQfwEAAAAAHN/MmTN9fX3VPddee60EQBvIvwAAAAAAjs/FxWXOnDnKzYEDB8bExEgAtIH8CwAAAACgCX379u3Tp4/UkIXNmjVLAqAZ5F8AAAAAAK2YM2eOCL+mT5/u7+8vAdAMowQAAAAAgDb4+fndeOONvXv3lgBoCfkXAAAAALRRdXV1Es61fv36Sby3541Op5OAtof8CwAAAAAuJoIYOJLWf59Jx3CxkH8BAAAAwIXTejpAFgbHo868rH7DicNwwZB/AQAAAMB5ZzfYsu1U95CFof2yyrysci7lpvqXnCwM5xX5FwAAAACcFyfNvOR2S5mX1d2Jw9CWtZRwWd2UG+pEzDYLIwjD+UD+BQAAAADnWCuFXerMy/Zabliqq5tdqqrqamvrTCbl0QgI0CYYjXoXF52zs97VVS+uXVwMnp7KQfm31CrnUq5PpSiM33OcQ+RfAAAAAHButBR72b2uZzJVZ2RUHTtWfeJSlZ5em52tjrqA9kVEYE6hoS5hYS7h4c5hYa4REa7h4caAACX5sm1IzRMxgjCcD+RfAAAAAHC27M5VtBN4CTU1ZXv2HN+xo2z79uP79klmswQ4EPPx4+YjR6qOHFF3Gnx8PPr29RowwLN/f9foaJ2KdCILUyKwloIwUjCcDfIvAAAAADhzdlfskpMuSRV7Hd+7t3TLlvrMa8cOCdAYc0lJ6R9/iItoG3x9RQomsjCvYcOcg4J09rSyQBgpGM4M+RcAAAAAnIlWki9FVWpqwZIlBcuW1WZltfJQTv4d3MLD3cLCXEPD3KOijF7eehfnhgWV5GWVnA0enhLQxtQvTldTY6mptlSdaFRXV+fkVGVmVqanVR47VpmRYamqtLqXubi4ZOVKcRFt9759/SZM8J040ejlpWuBfC9SMJwl8i8AAAAAOD1293BUN6pzc0XsVbR8eWVCgt1HcA2P8Ond26t7d4/YOLfIKL2rqwS0N3oXF3GRJK9WzqktyBdBWOn+/WUHD5Qd2G8qLVUfrdi1S1wyXnrJc8QIv4kTfSdM0Ov1cuylNKzmSMp3JAXD6SL/AgAAAIBT1XryZbFYKg4fzvr44+LVq23v69Wjh3ev3uLi1SPe6OUlARrg1CFAXLz79JVvVqamlB08WLp/X/H2bTV5ecppx9evF5fMV17xv/LKgKuucvLxkadAKkGY1PAnZpuCEYHhFJF/AQAAAMApaSn8kpOvsh07sj/9tHTzZqt7uXTsGDRxctDUaS7BwRKgbW5R0eIi/hzEH0/Jrp25y34rWLfWUlUlHzWXluZ98kn+/Pn+l18ecM01zgEBIvxSB2Hqh1JCMYlCMJwC8i8AAAAAOIlWki+h6I8/sj77rGLfPvVd9K5uAWPGBE2a7N27j8TgHLCi0/n06y8ucff9JX/NHyIIK92zWz5SV1VV8M03BQsW+E2dGjB3rmt4uL6B+FuzmhQpkYLhlJF/AQAAAEBr1GvbS82Tr4qkpJRnnqk4eFB9vpOfX+iVV3W87DKDu4cEoFV6N7egKVPFpTI97djXX+WtXCGZzfUHTKaiRYuKli71v+KKjrfcYvDwUGrBbJcGkx+K6ZBoBfkXAAAAANhnW/ZlsVjka0tFRfrbb+d9/73U0CNz6dgx7OprgqdO0zk7SwBOh1tEZOeHHo666eZj38zP/XWppbq6vtdsLvz++5JVqzrefbe8Or66EEw9I1K9RpgE2CD/AgAAAAA7Wir7EtlX4W+/pb/+uqmgQDnZPTo67Jo5gePGSwaDBOBMOQcGxd57X8T1N2T9sCDrl5/M5eWi01xQkPHMM4U//RT64IOuUVEGg0GOwNQzIuW7iwZzIWEX+RcAAAAAWLMKv5Syr8qUlNT//Of4rl3KmUZv76hbbgueNp1FvoBzxcnXN/LmW8JmX5Py/rs5SxbLnZV79x695Ra/WbOCb7rJ4OYmUjC5/ku9TaRS/0UhGKzoJQAAAADACXKRl7otYi9xbTabs7/5Zv/cuerwS8ReAz79Inj6DMIv4JwzeHrG/fWB3m/8zz02Vu6pM5kKv/km8cYby48cMTUQf5gWFau/Xwk4gfwLAAAAABpZJV9K/mWuqEh65JFjL7/cuDK3JIkBuRiWx/3tQTFElwCcN57duvd9+72Yu+81uLvLPbXZ2Sn33JP/yy8i/JJTMKv8iwgMtsi/AAAAAKCe7YJf8oi6Iilp3/XXF69a1XieThc+57q+b70rhuUSgAtArw+54sp+73/k2b3xj66upibn5ZfT/vnP2vJy8wl2UzB1HAYtI/8CAAAAADsLfsnyly49dNNNNceOyUed/PziX/hv5M23sM49cIE5BwX1fuV1kT4r042Pr1p19I47KlNT5YmQVnMhJZu/a2gZ+RcAAAAArbO74Je4Tn/jjZSnnrJUV8tHvfv07ffehz59+0kALgqDQaTPIoMWSbTcUZuennznnWU7dlhFYMofMhEYZORfAAAAADTN7ppf5pqapEcfzf3yy8aTxKj7plt6vviS0ddXAnBRiQxaJNEij5Zv1lVWpj/0UPHKlcqK+HIKpv6LbjyTCEzDyL8AAAAAaJdt+CWGzaaKisP33iuG0/Ih58DAXi+/Gj73OjZ5BNoIkUSLPDrq1tsbZyKbzVn/+lfBjz+qIzCrFEy+IxGYZpF/AQAAANAou+FXTWHhodtuK9+1Sz7kEdep7zvve/WIlwC0KTpd2DXX9nzhv3pXV7kj7803s99+u/Xl8CUiMK0i/wIAAACgRXbDr8q0tEM33VSZkCAf8uk/oNerrxu9vSUAbZJ37z69XnldmZhcsmDBsaefrq2qIgKDFfIvAAAAAJpjN/yqzso6fNttNdnZ8qEOo8fEP/ucUloCoG3y6NSpz5tvuwQHyzfL167NaIjAbFfEJwLTMr0EAAAAAFpif9pjQcGhu+4yFRfLh0KvurrrP55sXFoIQNsmwq/eb77tEddJvlmxaVPWCy/Ia4GJv24iMEjkXwAAAAA0xW74VVtWlnD//bVZWfKhyBtvir7jLglA++Hk69vr5Vc9u3aTbx5ftSrvww9PGoFBO8i/AAAAAGiF3fDLXF2d+Ne/Kmt+BV9yafh18yQA7Y3e3T3+uRdcwyPkm8XffFN4YkdIrrUqIAAAEABJREFUi4o6AiMI0w7yLwAAAADaoox76/Ov2tqkhx8u37tXPtRh1Oi4+/4iAWifDJ6ePf/7klOHAPlmwdtvFy9bJkdgtiVgRGCaQv4FAAAAQBPUY115DCyuj731VumGDfIJvgMGdnn0cUmnkwC0W84dAnq++F8RhMk3c19+ufzAAfMJ6ghMav61AMdG/gUAAADA8anHt8rMx6I//sj96iu507Nrt25PP6MzGiUA7ZxbRGT8f56XN2/VWSw5//xnTXGx3e0glbsQgTk88i8AAAAADs7usl9VmZnJTz4p9zv5+vZ49jm9i4sEwCF4duve5ZHH5La5sDD7P/8x1daqq8CsZkHC4ZF/AQAAANCEZmveV1Ul/d//1VVV1R/Q67s9/YzR21sC4ED8h48IuWKW3K7asaPgyy+tSsBYC19TyL8AAAAAODKrVX7k/Cv95ZerkpLkE6Jvv8OrR7wEwOGIv27Prt3kdvGXX5Zt325WYSEwTSH/AgAAAOCw7C77VbB0acEvv8idfoOHhM66WgLgiHRGY7ennparO3WSlP/cc9V5eXZLwCQ4OvIvAAAAAA5OPfOxJi8v/fnn5X7X0NCuj/1DAuC4nAMCu/6jcaU/S1lZ3iuvMAtSm8i/AAAAADgmq2lN8ig37b//tVRXix6dk1P3Z/6td3eXADg0n779Iq6/QW5Xbd9eumaNOgJTvhwkZkE6NPIvAAAAAA7IduajULJxY8kff8idUTfd4hYZJQHQgIgb/uQeEyO3i955x1RRYRWBMQvS4ZF/AQAAAHBYVns+pj77rNzvGh4ReuUsCYBG6HSdHvg/uWkpLi785BMl/FImQjIL0rGRfwEAAABwNFbFX/LINvPDD035+XJn5wcfkgwGCYBmeHbtFjzjErl9fPHiqqQk9Spg6lmQcEjkXwAAAAAcU51KRXJy7ldfyf2BkyZ7xcdLADQm+tbbjT4+9S2LpeD1180mk91ZkJSAOSTyLwAAAAAOxWoda7msI+uddySzWfQYPD1jbr9TattM1dVP9+n5eJe454YPbemcmvLyJ+O7iXPE5Ys7bmvptCOrV8vnLH7mn9JZyDpwQDoLH994g3gNL4weIaHNE38yZ/lxt1nizz/6tjvkdm1iYtmaNXY3glTOJwJzJORfAAAAAByTEn5VJCWVrFkjd0bddIvR11dq24wuLtGDBovG8fy8/KNJds85unmTubZWbidt2mhq2NTSVuqO7XIjdtgw6YyIoG3RP5+e/5f7JGhA0bFjH91w/aYvPpMcVNCUqUr5Z+n8+WYV2xIwOBLyLwAAAACOQ132pcj+9FP5qEtwcMdLLpXag9jBQ+RG+u7ddk9IWr9eXOuNRnFdW1mZdiLnspK+a6d8WuzQFkvJWvft3/5Sn4YQB2iAxWx+45LpyZs3SQ4t5q575IYpPb1806bWS8DgMMi/AAAAADgmufirKjOzZMUKuSf82rmSvn0MgmJOxFXpu3fZPSFh/Tpx3XPqNPlmYkMcZsVUVZW2c4doRPbr7+LpJZ2R6ooKCRpRV1dTUS45Os+u3bx795Hbpd98ow6/2AjSgZF/AQAAAHAQVsVf8jg2++OP5dolo49P0JSpUjsRGt/TrWGeZtqOHbZHC1JS5HmRXceNjx44SDSObtpoe1rGvn3yvMhOI1h4C2gSfs0cuWFKSqrYudNqI0hKwBwS+RcAAAAABySPYGvz8gqXLpV7wmZfq3NyktoJvcEQO7R+xa7sQwcrS0qsjiZuaKz26jJqdJcxY0Xj2J7dx/PyrE5L3b5NbsQMPsPJj4BD8h082D06Wm6Xffed1RRISsAcklECAAAAAMfStPLXZ5/pLBbRo3d1C2knK38pYgYN3v9rfXiXvnNnl7Fj1YeSGiY/RvTr5+brGzd8uPRSfacIxfpePlN9mrwomIuXV0Tfvur+rAMHdi/8OTcpqehYenFGhk/HEP+oqODOnXtOnRbWq7dy2ue333p49Sq5XZCa8niXONEYddvtU/7v78o54k1OXLNmx48Lsg4dKs7M8PDz8w0N6zV9xqBr5xhaSBsLUpI3fPpJ1qGDOYcPewUFR/TpI1523PDTrlDLTTiy+asvU7dvFz+F0cXFO7hj7NChY+64y93Pz/bk6rLSTV9+KVLC7MOHqsvLgzt3CerUSTxvRN9+Vmeu+t8bK157tUNU9F9/XyEixS3zvzqyZk1uQoJ3x47ibRw274bQ+J7ymQdXLBfvT9KG9TUVFR2iowfMumrAVbPVD5W8edOH864TjQdW/uEdFLTzxx/2Ll2SeWC/s5tbSPce/a+c1WPyFPnMjL179v32a/LmzXlJiX7h4Z1Hjxl/z5+d3Nxsf5A6i2Xj55+KX4ncpETx2QVExwR17tx1zNie02dYnak8+1+XrRAv79DKFUc3bTy6aVNJdlZYz16hPeIHXj1bfO7K+U/36VlbWSm3t3//nbiIxrz3Pug6dpzcmbJt65avv8pLSirNyTZVV4vn7RAZFdarV9/LZrq1+T0lbIVff8ORf9Vvilq7f3/V4cOGHj1EBKbX60X4Ja7lLxCdTifBUZB/AQAAAHAEtpMfzVVVBYsXy0dDr7hS7+4utSuxQ5qWAFPnXxaTKalhtmPc0OHiOrRnL3d//4rCwqSNG9T5l3gLUhrqvzoNHyEvky+I2OK3F54XAYr6ifKTj4rLkdWr1r7/3tSHHh55623Sqak5fvzbB/56aNVKpackK0tcUrdvE7HRzZ987hkYaHWXoxs3fPXne6pKS+Wb1ceP5x9NEsHQ4DlzL3v6GemULX/1ldVvvancFI9TXlCQdWD/9u++nfvmW7HDhqtP3jr/6xWvv3Y8v6k+TmRD4rL5yy9G3HzLhD/f7+zhYfsUImT89sG/iYeVb4rXKS67f/5p9kuvxE+bvujpJ0X6ppwsTkvbvj374KEZ/3jC9qFEMvjl3XdkHzok36wsLhbvkgikht940/RHH9/9y8/f/98DSpGROE1cktavv/P7H/QGg/pxRB4n3nD1XNeMfXvFRbyB3X75eeYz/7Z9wwVzbc0Pjzy8Y8F3Sk/iurXisuHTj69/+91OI0dJp2DPooXiRVrMZqVHZHDisuvnn9Z9+MHt87/1CQmV2pWAUaNTO3aszs4W7bKFC127djUYDEr9l66B/KGQgjkG8i8AAAAADkWJwErWraurqpI7O17azoq/hKAuXbw7dizNzrZaAj9l65bqsjLRiGtY1UsMzjuPGLl74S9JzZfAzz50UI6Z5HmUsuWvviyHX2G9enceOSogNtbD1y8/NTll27aDvy8T6cavLzwXN3xESI8eUkPtj7j+cN51IiqS66HUjy+itI9uvOHYnt0Nr2Rk/KTJfmHhBelpexYvFElQbkLC53feftuXXxtdXZW7VBQVfXLzjeJZek2f0WXMWBdPz6MbN9ZvLilJW77+KqxXL6v6qZYs/tczGz/7RDQ6RMcMvnZOh+ho8ZMeWbtm76KFVWVlX9//5zvmfxsQGyefLN6Zn594XDScPTxH33ZbQHSMk7u7yPvWf/RRaU72+o8+LEhJuf6d96yeoryo8Ov77hWP1mXsuF5Tpzm5uu5ZvOiA/Ba9+LyI/ETuI5KjXtOnu3p5H1nzx84fFohD4mcZPGdOYKfOVo/2w8MPFR07Fty164CrrvaPiEzeslk8r+jf8MnHBicnETuKH2To9fP8IiJEdLjzhx9EVJe5f9/OH74fcPU1Te9eYeFbV84Ur1m0+868ImbQIJ+OISXZWUc3bxYJmkjTPkxLvefHX4wuLlbPPv+v9+ceORIa31M8u29YWOa+vfuXLRO/HuITXPj0U/f/ukxO2Z7cvU9Eq0/06Cra4swrnn1OeYTCtLQfH3tE/IDi7j2nTguMi/MKCMo+fCh565aENX+ILE88ju172Nbp9R0vvTz1/XdFs3rrVnNNjdlg0DewLQGjFswBkH8BAAAAaPesir9kRcuXy0e9e/V2DgyS2qHYIUNFzpK2Y0edxaI7sXOlvNWji5dXVP8BjacNGyZSHpGMZB04IEdXUv3iX9vlRtywxvyrsrh40xefSw3J2i2ffaEUPXWWxgy74cYNn3y05Nl/i5v7fl2qPEgrVr75uhx+jb79zkkPPCinAyL4ETnOdw/+TSQyGXv3iFBGPS9PBC7iZc99/U2Rl8k9PSZNDune7cfHHhXt/b/9dir5V+LaNXL41Xn06DmvvuHs6Sn3i0gobuhQ8VANP+YXlzzxpOgsycxc+HR9wzMw6E/vf6j8XF3Hjus945LPbr8t68B+8SL3LV3Sc9p09bPI0eGlTz495Lrr5Z74adM/vfWmxLVrizMydmVk9J919RX/flb+UOKnTBWflPipxW/dgeW/j7HJv0T41eeyy6/8z/PynNBu4ye4+/r+/nL9tFURfolk6qZPPnPz8ak/NG78wKuu/t/My2sqyvf+ulSdfy1/7RXxEYtHuOWzLyMHDFD6xTnix/n2b3/JS0xc89474/98v9Wzi/BLvMKrX3xJziLFyWPuvPvjm/4kYs2C1BSRuMUMHiK1au+SxfLUyHnvvC9SPLmzy9ixo++489sH/rpn4S/iPSxISRYpntSuBI4dJ+dfUlVVxaZNhtGj5RIwq28SiRIwh8D69wAAAAAchzxYrZ/8WF5etmGD3Bk4foLUPsUMqQ8mRBSSeWC/0pm0sf7nihs6TJnV2Gl4Y5yU2LAumCxtZ/3Gkf6RkUolVNbBAx2io939/EbfervtjL/e0y+RGyXZWdLJmGtqtn4zX2qowJr4179ZpQMzHvuHvHbV/mW/Wd1x2kMPK+GXTARJvmFhopF9+JB0CjZ+Xl8vJn72y556Rgm/ZCIJiuzfXzT2/rpE/k0QL1JOsqY88KBVqOcVFCwCLLm9Zf7Xtk/UZew4JfySGhKQgbOultviPZz+yKNKIik1RGByFVVBSqrtQ3l06HD5U/9UL4g2UJX0TXvkUTn8kom3NKxXL9EoTG16KBE1bvn6K9GY+Je/qcMvWe9LLhXxn2hs+vIL22d39/e//Oln1IV44t0bcFXjz5KXlCSdTFlurrg2uriIXyerQ4NmXzPo2jmXPPGUi7uH1N44BwV59+wltyvXrbM0p86/JFbBb/+o/wIAAADgIJTwq774a/XqOpOpvlev79CwQ2J7FDescVX4Y3v2hDUM1I/n5mbs3SM1TDlUTvMJDQ3u2jXn8OHkrVtG3Xa73Jm8ZUv9aap15WOHDf/zwiUtPZdnUJBIcCxms6m6WjqZ5M2bKouLRWPg1bOt1qiSGuKhO79dICIw7yDrsrvuEydZ9YgUqWPXbsUZGRVFRdLJVJeVyvFfl1Gj/cLDbU+4+sWXTTXVItuSI7mM/fvEdWBcp75XXGl7cmh8z17TZ+xdsli8peoKO1m3ceOtzhfvs9zoPHKUq7e3+pDIhtz8/Mrz80tzc2yfqNPwEVZRnUdAgLO7h0g2vYM72pZfeXboIK6L0tOVnj2LFsqN3hAiobcAABAASURBVJdcItkj3pBdP/1YUVhYkJLS4cTOhrKuY8aKCMzqfP+IxiSrpqJCOhn/qPqTxS/GN3+5b8L9f1UniTFDhsYMace7iwaMG1+6b69o1O7caTp+3ODjo5SAyauASXAU5F8AAAAA2jdl8qOkXvxrZeOi7H4DBxm9vKT2yTcsLCA2Lv9oUtqO7UPm1u/ll3CiwkuZ1Xji5nCRf6Vs2WIxmfRGY0FKcllDEBPbcjZRkplZkJpSmptbXlCQn5J8dNMmeXVzc22tdDJZBw8qr9DuCcosOTWR+Hg0JDtW5OonEa/IL15qWW5iohzPtfS8fhER6pvyDM3gLl1aCjI6dusu8q/q48dzjhzp2K2b+lBw5y5WJxudG5fW8g218+zOrq7lDdsO2B4Ksnmo+kdzcRb5l90UT17DS11wVJLVWJT34piTLFefuX+fVf5ld2V6lxMFgKfycfe99PI17713PC/30KqV4iJ+J3tMmtR1zLjIAQPae0Ik8q+j/3tDpOZ1NTWVmzc7TZyo1H8pS4AxBdIxkH8BAAAAcBDKYNVcVVW6ZYs8Wg2cMFFqz2KHDBH5V/quxiXwkzbUL/5VP6sxJlZ9WtzwERs++VjkKeLMqIEDU7dtk/s7jxpt9YCHV6/avfCXlK1bSht2vjszVQ0L8As+wR1P/V6uZx1EKs/rfQrPW5CSIhep2c2YZP4n8rLMfXut8i+X5hVbaqf7g7h4eJzlQyn510mJIK/XjGY9XkFnu/idu7//bV9+Nf/++7IOHpAatsJc8664vOMVFBw1YEBoj/iBV8+2LTFrF0Q47jtgQPHWraJdvW2bZfx42/mPrILvGMi/AAAAADgCdf3X8b17dXIZjk7nP3SY1J7FDBm65euvCtNSy3JzPAMCkzZulBrm31mfNmiwwcnJXFubtmO7yL/SGraMjOjb12qa3orXX1v15uvKTTGYD+7aLaR794g+feOGD39t+lSLPGn0ZJw93KUzcNbRgZP7aTzvqUzkbIXB6ZyNl9Urf52Z2ur6nUzdfH3nvvG/1s/06Rhi1aPXn4OFvztEx9z1w0/JmzeJ/PTA78uKMzKk+nXBcvYtXSIu27//7q4FP1r9srUX/kOGyflX7eHD9UsHms0Gg0Ge/yiXgElwCORfAAAAANo9qymQ5SeqpdxjY/XuZ5TUtBmdTqzzlbZzp194eOOsRptQz9nDI3rQ4KQN69Mbki+5/itmcLPJjyKnkMMv37CwwdfOjRk8OKR7D2VZdJF8nWL4JdVXVDWWTZXknHkR2RnocGL99dJTeF5lGqAc1tilHPIICJDasA6RUTmHD1cWF3fs2k2kYNLFoDcY4oaPEJfpjz6edWB/wtq1SRs3pG7fJnLGgtSUP957Z8qDD0ntkHfvPnKjrqio9tgxQ1SUuv5LOpGqS0yBbOfY/xEAAABAO6benU0u2ajPv3bvljt9evaW2jk3H5/Q+J6ikbF3r8gapIZBuHpVe0XcsOFSwy6Kx3Nz85ISpfrsrNlp2xd8JzfmvfP+6DvujOjXX70nYGnDHn+nSImWWppEueDv//fC6BHvz7lGXlPsXPEKCpYnDJa08Lzbvpn/n2GD37zsktwjR5T9Cotayb+yMuVGSPfuUhumvOHZRw7bPUEEUhs/+3TvksUlJ36ic6i6rDT/aFJBSorSE9IjXvwK3fTJZ/ct/tW5YefHI3+slton95gY44nKtap9+9TfJOqGhHaO/AsAAACA46gfr9bWVuzfL9/07t3u8y+pfgpk/f6AWYcOHttTv/Nj1ICBdieaxQ2vz78K09KOrPlDNJzc3CL7D1CfUJR+TKqvFPO0uzj93sWL5IZVFZi8vaN4X9WdId26d4iKFo39y361fShzbe2RtWtENOYVGGi7O+RZip8yVVwf3bTxeF6e7dGE9evKCwrK8nID4uKUkzP378s5bCc2Ks3O2ru0fkNMkTB6n85CZhee/G4LW7+Zb/eE3/774uJ//fObv9xXU14unSndiQ+rztIU94i/qf9dcfmrUyd///cHbe8iEsYOUVGiUX38uNRuefdq/KIwHTyoFH/J11ZnEoS1X+RfAAAAANo99TZt5Xv3Sie2tPPp209q/+TZjpkH9sv5V9yIEXZPC+3ZS16DfFtDnVfskKHyNoIKn5D6laFqyo9nn9i9UZG0Yf2K11+V25bmOxg6u7mJ6/KiInNNjdKpNxrH3n2PaKTt2LHm3XesHm3Nu2+X5+eLRveJk6RzbfTtd4pnF2nLwn8+ZaqqUh8Sodj+X5eKRo9Jk+XcbdStt4usUCR6Pz72yPHmBW55iQlf3n1XRWGhdCIma8vEK5RX8d+z8Jet87+2Orrxs08S160VjU6jRgV26iydKZ1OJ6/6f7wgX90p3k/RSN+5c+cPC6zuIoLFnIQjUkOGKLVbSlBee+CAev17q1XwJbRnrP8FAAAAoH1TT4EU49XjJxb/couINLbPBbmtxAwaLDIIkSjJoVLsEPsr+otzOo0YKfKRtO3bJXtrhMUNGy5vH/nVn+8ed/e9scOGuXh4Zuzds3vhwp0/LlDextqKCvW95Eytuqzssztuix44MCy+Z5ex40RP38tnrv3gvdyEhGUvvZi+a2fXceNFQCNSp/2//bbpi8+khi0pe06bLp1rHaKj+8+6ats38/f/9mte8tGBV88OjI41urpkHz604rX6CE/EfGPuvLvxxfv5jbr1tt9ffunYnt1vXH7J8D/d2CEySvykCWvX7lm8UF4gP3rgIHGO1La5+fhc+Z/nP5x3nWj//MTjR/5Y3XXsOPGT5qekHF69Sg6/3Hx9ZzzymHR2PAMCRbYoHl8khr6hofGTpgR16TLippv3LF5Ump294OGHDiz/PXbo0IDomNLcnNRt23cv/FnEiy5eXhPv+4vUbvmolwDLzDRGRqojMGUDAfZ/bNfIvwAAAAC0V1aLf8k3qxIS5E7vXr0kh+Ds4RHZf4C8+JcIGiL69m3pzLhhw0T+daI93OroqNtuz9y/b9+vSwvT0kSQoT6kNxrH33NvzuHD4mh+aqr6kEhAtn/3rWgkrV8nLt3GT5DzL51e/6f3P/rpiccS1qw5uGK5uKjv1WPS5FnPPX/2+x7aNePRx53d3DZ88nHukSNL/v0v9aGO3brNeu5FEdwoPaNuu8Po7LLijdfLCwpEEGb1UIPnXjflwf8TP77U5sUMGXrbV9/8/NQ/xE9t+4aLX4xrXnrlbIq/ZPFTpsgFffKH7uTiKvIvr6Dg2S+/+vkdt4kY9ODy38VFfReRkM5943/iNKnd8oiN07u5Wyrrk19TcnJdRIR6/qPy9UL41a6RfwEAAABwHGKMWn3smNz2iOskOQqRfcj5V+cRI1sJazoNb9ws0ju4Y0ebBd1FYnXt62/uXbxo81dfFmccK8nKEm+Xd8eOMYOHjLv7noDYuG3fzBf51/G83KObNirlY13Gjr36vy/vXbI4fc/u8vx8k2oWpE9o6J8++HjH998d3bwpNzGxIDUlMK5TRO8+fWfODOt1Hldec3Jzm/7o4/GTp+5e+HNuQkL2kcNeQUFh8T27jRsfP226VUihNxhG3HxL94mTNn/1hXiReYkJlWVl/hGRMYMGD54zR/zUUvsRNXDgPT/8vOmLzzP27c1PTs47muTm7eMdHCyyzhE33SxX6p2lCff9xcXDM3H9uox9+0xVldUnigGjBw56cMXqdR99mLRxw/H8vNKcHIvJ5ObrK/JQcRd14Ngu6fWecXGl+/aKpikrS73/o90lwAjC2iMdU1gBAAAAtFPycEYeqZob1NbW7p84UWpYwb3Hs8/5DhosAcDJJLz4fN6y30TDacwY33vucT7BaDQ6OTkZGojYS54LSf718MMPFxUV3XffffHx8VI7wfr3AAAAANoxqwlKtfn50ontC11D2nlNCoALxbVj4waglpwc5ftE3gtC+ZKR0J6RfwEAAABwEGKAWnNi8qNUn3+FSABwCpS43JKdrUx+lJqvLSiRgrVn5F8AAAAA2rc6leqMDLnTJThYMhgkADgFTflXUVFddbXlBHXxF+FXu0b+BQAAAKBdsjsWrc3MlBsuHSn+AnCqlHJRnU5napgCKTUv/iL8au/Y/xEAAABAu9e0/ldBgdzjfC72wgOgEU6qb4z6ErAW5j+i/aL+CwAAAICDqN8FsqJCbhvc3CQAOGV6V1e5UVddbRt7tdRGe0H+BQAAAKAds5qdVFdVJfeTfwE4LQY3d7khf43UNSepvm3QHpF/AQAAAGivrDZlE9eWykq5x+DuIQHAKVNC87rKSqvkS7L5tkG7w/pfAAAAAByBPCi1UP8F4Iw05V9VVcx2dDzkXwAAAAAcRPP6L3cJAE5ZU/5VXS2x+aPDIf8CAAAA0O41TU1S8i/qvwCcDv2JLw0L9V+OiPwLAAAAgOOwNBRuSORfAE6TUSkatan/kkjB2j/yLwAAAADtmNXWbDpj4xjHUlMjAcApUxIunV5v9xARWLvG/o8AAAAAHIfO1VVumE8shA8Ap8JcWdHYOvE1ImMupGOg/gsAAABA+9PSKFRZwcd8YiEwADgV5orGL406Z2dyLsdD/gUAAADAcehPFG5YqP8CcDqULw2di4tEqZfDIf8CAAAA4EAaBq4S8x8BnCalaFTXfP4jHAP5FwAAAADHYTixg5ulivmPAE5D06Rp8i9HxPr3AAAAANofnU5nv1+p/2L9LwCnw6r+q6UvGbRT1H8BAAAAcBBivGr085PbNUVFEgCcmrqaGqVoVO/trQ6/WmqjfSH/AgAAANCOKcNRueEUGirfrMrMkADg1FSkpSltfceOVkflrxfCr3aN/AsAAABA+6YelBpPDFwr09MlADg1VRnHGlvu7pKbm9TwxSKTuwm/2jvyLwAAAADtnlKd4Xyi/kuyWKpzclyCg6WLylRVtfqdt9N2bM9JOGKuqfEOCZn64ENdxo6TtO3oxg1bv5mfm5RYkJrq6e8fGt9z7v/els6n1G3b3p97jWhc+uTTQ667Xmpv2tHrryor+9eAvqIx9Pp5lzzxlNROVGY0VozqgoLUsZdE8uUoyL8AAAAAOA7nkBDJYJDMZqmhoOOi518LHn5o75LFyk0RDbj5+Ejalrl/3yc332hp+IyE4szM4C5dJeCiqsrMlBsi/2psNK//QntH/gUAAADAETQOUw0GQ0CAOSdHaijo8Ok/QLp4ClNT5fBLvLaI/v1jBg0xujiT9Wz6/HM5/PLo0KHr2PF+4WFh8T0l4KJS5j/qAgNtYy+CMAdA/gUAAACgvRIj0rq6Okk1/1FwCg2V86+mBX0ukuwjh+XG6DvumvS3ByQ0yGl4W5w9PP/y6+8XrBouauDAfx1Jktqt9v762z5l/qM+OFhnQzmNIKz90ksAAAAA0G4pw1FlUOocGys3jicmShdVTXm53Ijo10/CCdUNb0tw505MBUUbUVtQUFtUKLf1kZFyQx1+6dj/sf0j/wIAAADgIOTBqnu1W0FHAAAQAElEQVTPxsl0ZQcP1JlM0sVTZ7HIDScXFwknyG+L0cVVAtqGkt275Eads7MhIsKq8ovwyzEw/xEAAABAu6cer7r27i131tXUlB3Y7927j3TBfX77rYdXr1JufnzjDXJjzutvxk+dpvQf3bhh79Il2YcP5SYk+ISEBHXqHN6r99B5Nxht8rL351yTun3boGvnXPKPJ1e+/tqB5b9XlpSExsf3vuTSvpfPlE4mN+HI5q++TN2+vehYunhw7+COsUOHjrnjLnc/P9uTq8tKN3355bE9u8ULqy4vD+7cJahTJ/EsEX2tq9hW/e+NFa+96hce/sDKP2orKvYsWZS8efPRzZsMTk4h3bpHDRg44KqrXb295ZPTd+5495qrlfsmb970eJc40Qjp3uOenxceXP77l3ffKW5e88prvWZcYvVE4uQP510nGpf/81/iTVAf2v79tweXLy9MTyvJynJ29wiIiRGX6EGDe06ZanB2Vk5rff/EwtTUrd/Oz9y/P+vQQWc3t6DOXTp27Tps3g1eQdb7J4iPMmnD+n5XXDnr+RdLsjL3/bpU/Mgp27b6R0SKd6nTyFHiE9EbDNKpqa2sXPfRB8lbthRnZJTm5ngHBXeIjhaP023c+JghQ9VntvL6zTU1u375affChQUpydXHj4f16h3as6f4cMtyc16bNkWcMO+9D7qe2HL0jF9/1oEDuxf+nJuUJH6FxKv16RjiHxUV3Llzz6nTxDNK5/SHvfCU/MvQtauk16snOdpOgZTIwton8i8AAAAA7ZLV4l9Kp8HDwykqqjY1VWoY1l6U/Oukio4dW/yvfx5auULpERGYuOxbumT7D9+LlCd64CC7d/zp8Ud3/viD3D7yx+oekyZLJ7P81VdWv/WmclNEJOUFBVkH9m//7tu5b74VO2y4+uSt879e8fprx/PzlB6RPYnL5i+/GHHzLRP+fL+zh4ftU5TmZH91z90iMmv6AdPTD/y+bPNXX9zy2Zc+oaHS+bHon09v+uIz5ab40UToI16t+CnEuzTv3fdFEtf6I4jYbtlL/9389ZeWE6WCFZIkApojq1dt/Wb+1If+3n/W1XbDjrTt27/68z3KG5W5f5+47PpZ5FA/X//2eyd93oZXW/bZbbeKWFPpKUxLFZeENX+s/+jDcffeN+G++0/6IOKj/OTmG7MOHlB6RLwlLiJ+nfHIY3KP3ajm1F+/qbr6txee3/j5p+q75ycfFRfxLq19/72pDz088tbbpPP/w54/Jbsbf3X1nTvr7JHIvNo/8i8AAAAA7Z7VYNUlPv5E/rU7Yp504c177wNxvfOHBQsefkg0bvrks7jhI5Sj5pqaL+++M/vQQdHuNHJUzylTfUNDy/Lyjm7eJFKbvMTED+Zee+d3C8L79LV62PRdu+R7BcTG1cdYhQU9Jk5q/ZUs/tczGz/7RDQ6RMcMvnZOh+joqtLSI2vX7F20sKqs7Ov7/3zH/G/Fo8kn7174y89PPC41LE4/+rbbAqJjnNzdRcyx/qOPRMIlcoqClJTr33nP6ikqS0vfnX1VSVZW/JSpXceOc/PxSd6yee+SJSKKKkxLE2nalc89L9UvgtZfXsH9lUkTClJTYoYMveXzL6WzsGfhL3L4Fdard5cxYwNjY51cXTP37z+0aqVI9xLXrd346ScnzWWWPv+fLV9/Vf/+REUPuf76gKjo6oqKnCNH1r7/bmVx8Y+PPlJVWiaCP6t7pe3cKd4rqa5uxE03i49JfKCJ69ftXbLYXFubsGbN7p9/6n/V1Sd9/b/990U5D+o2fkLUgIGBcXGVJSUiydr369LS7OxVb77edcwY298BNfF0H990Q/ahQ6It3s8+l17mGxJSlJGx48cF6Tt3fnnvPfJpdTZ3PK3Xv/zVl+XwS7zPnUeOCoiN9fD1y09NTtm27eDvyyxm868vPCd+vUN69JDO5w97/tQWFCh7Zei7dpW/Q/QnMAXSYZB/AQAAAHAE6vzLrVev40uWSCeWANMZ29bAZ9lLL8ox1uC5113yjyeV6Wb9rpwV1rPXomeeFu2FTz91x3cLrGaiiXv5R0bNfullOSkoTE119/dv5YkS166Rw6/Oo0fPefUNZ09Pub/vzCvihg798bFHRcSz6YsvLnniSdFZkpm58On6hmdg0J/e/1CJM0Sk1XvGJZ/dfpsIlQ6tXLFv6ZKe06arn0UEauIy6W8PjrnzLrmn+8RJo2697fVLpovHFwHHpU8+5eTmJp1rO3/+SVz7hoXd+vmXIqdTP/VbV84UsZ1Ix1rPvw6uWC6HX5H9+1//9nvKbNBe02d0GTX687tuF69/xRuv95w6zaqErSAl2eji8qcPP44ZPETuEW+piJ8+vfVm0d69eNFJ8y+RNMl1fCI0nPPG/5T+fldcOeiaa+V5i5u+/OKqViMh8eLl8KvH5CmzX3pFmTYrXslX992TuHZtS3c89dff8BvyuWgEdelyy2dfKNV/naUxw264ccMnHy159t/ipviUW8m/zskPe/6UnKhbrDMaddHRSuylU+0qS/LlAFj/HgAAAEA7ZludIcauIv+Sj9bV1BSrply1BbWVlRs/q6+mCezUacZj/7BKuIbOu0FeICxj396ULZtt7z7ylluVMhn/qKjWn2vj5/XlUXqj8bKnnlHCL9mAq68RoY9o7P11iTyNdOs380WMJRpTHnjQKsvwCgq+4t/Pyu0t87+2faKYIUOV8Eu5iwg7RKOmorz4RHHNuVWWmyOu/SMilfBLJjKaYTf8qX625v1/FclLK4+w/qMPpfqV+F1mPfei1VJokQMGjL/3z1L9Jp7Hty/4zva+o269XQmPZJ1Hj5Er6fJOYePRqpIS8ZsgGsFdulgdCozrNGzen8bd8+e+l17W+oPIyZSLl9cV/3pWvWaceAeueu5FZ3ePVu57iq8/6+CBDtHR4s0ZfevttlNfe09vXKmtJDurlec6Jz/s+VO4aaPc0MXG6p2c1Ek6QZgjof4LAAAAQPsmLwSmHq8aO3Rwio2tPXpUHM1bucLvYq+urZa5f7/FbBaNMXfcZXeVqPH3/Hn/r0tFI2PvXqvFuYTYoaf6s1SXlSZt3CAaXUaN9gsPtz3h6hdfNtVUi6BKHtJn7N8nNeQRfa+40vbk0PievabP2LtkccbePXUWi3ij1Uf7Xn657V38wyMaX0lFhXQedIiKzj506Oimjb+9+PyweTd4dwxRDtmucG9L/BTis5AaSp9ExGN7wuA51619//3SnGzxQdgetbvtgH9kZP7RpOry49LJeAQEuPv7VxQWrnn/Pb+w8PjJU9QB5Yx/PHHSR8g5fLggJVk0Bl1zrZuvr9VRz8DAQddcs/7jj1q6+ym+fvEb+OeFS1p6EM+gIBHgit9nU3W11LKz/2HPH0t1dcG6xkI5Q+/etskXsZfDoP4LAID/Z+8+wKOo9j6On+2bZBMSQgq99y6IggUUQUVEVPT1evFiAcUGFqxXveq1XEVFsAKKDQVRESmKCAqIdKT3HlpI79m+79lMGJbdJKRRsvv9PPssJzNnZmd3SZ5nfs//nAMACB7qzaqlTx9lS8Zfy9xWqzhvHN22RWkktm5TYof4Vq2UXEwJpHwVrW/YTJRPyp49SioRXb9+iR1iGjaUaZc5MlL5UZm9PqFVq9Ju9RPbtBVFc8wf37XLb1d03RJmuFfLhVz2soqwKq3nv4Yp1XN/Tp705uWXTv7H/8mGEgmVh8zO7AX5spHYqnWJHeS3kNDaW6906MTigL6iS5rU31RUiVZ2GKS65E7vYEOn1frD00++1uuirx8Yue77GTIkEuVzZEtxKhffvEWJHRJatirj8Mpdf/bRo/tWLN/w06y/pnz60wvPjet/lRLmll1nJ6r8Zs8c+ffBY7crbV2vXr7TfvkVf6mHkIXVUNR/AQAAAKipND5LQPreqcob14grrsic4i1+cdtsGSuW17niSnF+UGqOhLc8qkGJHeT112nW7PjOnUcD8q+I2jGi3Ky5uUojKiHxtJ3TDxwozMqSjZhSrkp4RxoW13Md3bI5sc0p4V1kXHxg/zMdEzS5sMfQjyZ99+TjypUfXLdWPn4d+4bM6eq1a9+4e7cugwbrjMbSDleDyJgT7ytQ7YaN5HNBZmZGUlLtRo3U7Za4+JLPXPSWlf+Tp6WMGF047m3ZXwZD2xf+Jh+zNM827n6hTCHbXHFly8t7l3F4bmrx0o3RpSyvWcb7quj171z8x8Y5sw+sWZ2TnCwqpYpv9sxJVddgbdVKW6uW7+T3fsVfxF41HfVfAAAAAIKEWrIhnw2xscYOHZTtJ29xzwNqcY3m1Jm/ykOrq0AFg9+sWGUrZ8lSaTS6M3trWVqi1KpPnyd+X3LL2+M6D7pBHQOYvGP73zO///HZZ2aMeayMczqslX/L2mp6vzIVemLpsoHP/0emP0rRn3ynMmZa9fXUL4bfraxdUJoSB8+eovS8pkLXv2jC+K/uHb5pzmwl/JK/XzJh7HrjTYNefPnRBQu15V5coipv9gxx5uZmrlmttLU9evglX0RgQYb6LwAAAAA1m+bU2anVu1ZLnz4ZW7w1Pllr18gbXf2JgX7nVu1GxZPWZyQlJbQueeRd6t698jkiNlZUQeyJeqWc46ev2VEnwMo6cqS0PuquiDp1RLU7kSx43O7Anbb8/NKOM1osna8fJB9up3P/6lV7lv+1b/lyZWzg1vm/7Fr8R6s+V5R4YJ0TqwdkHi51en71LVvKXGezKqISEi++41/yYc/L273sz11/Lt23YrlySb+NG9d54KDSlviMPXH9OcePl9gh+1hZc9KX05Zffv7j/QmiaBRtj9tub9qjR9227fRms7JXfubyUf6zVfrNniHpS5cI5f+bTqfr3l17qjKGQKImov4LAAAAQFBRizjCL7lEU1Sc4nE6vTe65wc1lsosZVXEvJQUJVMobYKwcoqMT1Dm9souZcza2m+nv96zx/uDBqbs2qU3mZTxfZll5F/HjiqNum3biuqmO1EN5zwxGZOvwCjH4/EUZGQc37kzPy1N2aLV65v3uuTqMU/eP3PWrW+PUzbuXLJYlKJ24yZKo4zlKZW3XKdpM7/VM6vO7XJ5Z9bfslmtvJMv0f6aa2989fXHf19y4W3/EEVLTyorGJQo9kSQWtr3Wy35l7r25R0fT778vpENu16ghl9STkpKeU5S9Td7hpysDG3fXmuxqJmXX/jF5F/BgfwLAAAAQA2m3o76FX/Jhj4qyti1q7L36I8/iPNDm75XGcO9E8Nv+GlWiR2Wf/mF0mh56WWiatpffY183rdyRd6JuaJ87f5rWX56em5qSp3mzdXOR7dukaFSYOec5GObf/GuA1ivfYfyTChWUepozYykpMC9uwLiy8xDh167+ML3rh+w7LNPA/u3uORSpVFG4ZjM++p37CQb235b4CgsDOywe+kS5aNo1bv6p6Za/+MPb152yUc3DS4x9GnR6xKloczQX6K4Fi3iW3lnjcdp2wAAEABJREFUuN/887zA8aEycto0b46ossxD3nDQGGEpsVZx87y5xS9XZhVY1d/smVB48EBO0ZoPomjwY2mVXxR/BQ3yLwAAAAA1nt+dqlrEEXnddUqHwoMHM896dUmJwmNiLrnLuxbell9+XjvjW99dHrd76cSPl0762Nutdu3mvXqJqrn83pFavd6Wlzfn5Redpy6CKUOxrfN/kY12/forqyheNvxec1SUDDJ+/PczeafW9aTu2f31A/crq/UpMVm1Uxcr3Dh3ti0vV90uk52VU7/atfgPv/4yvWrQuYtsrJ4+LTCw27bwN6VRr107Ubr+j48RRYnb3Fdedp1ad7Zz8R/fP/WE0m7fv/rfcrurij/23955256X57tL/jfYfqIuqX6HTqWdQf4Xv+yeEaJovrNF49/12yu3lJhjVlStunVFUXFW8vbtfrv2Lv9r0YTi13WXNGpVVfU3eyYc+urL4muIitJ366b8xdDpdH5BmDj1zwtqLub/AgAAABA8fKvAvKtAdu+e1by5s2g6raQvv4jpWdVEqVpccvc9q6d/k5+ePuu5Z2XO0rp3n1qJdY9s3bz111+Pbd+m9Ln5f2+aLFWdsCy2SZMLbh6y9tvpW3+dn7p/X/dbbo1r0kxvNiXv3KEkJjLd6D3yAaWzDOYuGz5CJhSHN21874aBvYbdGduosYyfdv/556Z5c5SRa026Xyj7iDNAvnqbK/vu+H1R5qFDn905rPf9D5jCw49s2bJh9iyZ47Tuc8XeFcv9Junv/9jjn935L1tu7sT/u6XzoEENOnWKiktIO3hgxx+/7/1rmeyQ0Lp1j3/8s4wXbd7rkuaXXCo7r/tuxpHNm+RnVadxk/SkpF1Ll+w+UXF22Yh7G3fvLqpbWHT0lQ+PWvjuOJlevTvg6i6DBie2aWMIC0vZvXvDT7NS9+6RfbrdcmtimUNNO18/6M9PJslDFn/4/tGtW2SUWSsxMTs5eeuCX3f7VMxpNZUvfGnes5fMuWTjm4cfuOKBh5r17GmKsMjPauOcOet//EGtO3MUFIgz/Garl/Xw4bQTH5G2f3+NwRA4+RexV5Ah/wIAAABQs8kbVOU+3PeWVb2PrXXrremvvy735u/ZnbV2TXT3C8W5Zo6MHP7V1z8+92zS339vX/jb9hPFSoqYhg1vfPX1Zhf3FNXhumefM4aFLf/8s5Rdu35+9RXfXTKDuPl/Y6Pr1VO3XDbiPr3RtOi9CTKbk0GY36l63P7Pq8c8Uf71/ipKnvzQxg3ypWUA9/X996nbu9ww+KbX3/hvty5+/Zv17HXtM8/+8vpr9oL8NdOnyYfv3nrtO9wxcZLeZCr7RW97d8Kvb70pI8LkHTv8Ph+TxXLVI49efMcwcWb0vv/BYzt2bJ3/S05yslL056vzoBtueOm/ZZ9BfhfDp06b9vCD+1ev2rVk8S6fyc7k229x6aVLJ3pPa4yIEJUl4z+ZrG2Z/0tGUtIPTz/p9+pXPviQTCfl3rSDB8s+T9XfbPU6NO1roYR34eG63r21JfGb/14wCrKGI/8CAAAAEAwCV4EsngX/4oszExPdRXOEH5r65fmQfwnv5E0tR0ybse67GQfWrE7bvz9lz56I2jGxTZt2Hjio44DrTpvalJ8hLGzAs8+173/Nxjk/pezenbxrZ2R8fP32HdpccWX7awf43c9rdbpL7r6n7VX9Vn0zVV5S6p7dhbm5tRs2anphjx7/+EedZs3FmSQ/k1Fzfl417et133+XfexY7UaNZYLT7KKL219zbWm5Q6877251ee+lkycf27Y1Ny0tL9U7bFMe2OGaa6948CH53k/7omG1ag3+76udBlwnQ5zUvXuP7dguE8DYxo3l59NtyC1ndDlC+ab+MeH93UuXrPrm64xDSbmpqYVZWXJ7wy5dut54c49/3F6ek4THxNz1+Zd/fjL5yOZNx3fvLszOkslXkwsvvPTu4Wu+LQ4EzVVY+VT+It024f3N8+bKi8w6clh+LzJrjkpMbNrjoiseeFD+l5DRofzo5Ce/b+WKMkLbanmz1cV2/HjqooXFF3bVVbqwMF2RwAhMMPgxiGgC58kDAAAAgJpFua+Rz263Wz67XC5nEYfDYbfbcxYtyhxXvCBgh7fHRXXqLIBgt2jC+D/enyAbTyz+s5ZPlR/2jnv7+M/zZMNjNBrfektvsRgMBuMJhiL6IjIUU6vABPVfPp5++unMzMxRo0a1b99e1BDMfw8AAACgxvMboORb/yXvYCMuv1wXH6902D/xY0ERAILCd2Mem/2f5zfNLXmdx0Mb18tnS1x8VGL1r9dZcxUeSjr+63ylrb3ySk1YmPJXIrD+yy/zIvyq6ci/AAAAAAQJTYDiCMxgiPrXv5Q++bt2Js/+SQA1X25q6upp3yx4602/RRUluX3Pn3/KRoerr9ZoufE/ac9bbwqXSzY8ERH6a67xXfPRNwLz+0siUPMx/xcAAACAoOIfful0Lpcr4rLL8ubPd2zZIjsc+PST2EsvM8TGCqAmu+zu4ftWLM86evSze+7sNewuS2ys02pL3rVz5x+/H1i7RninQmt05cOjBU44/vO83G3FS6xqb75ZExGhZF46HyXOfI8gQP4FAAAAIBgoq0D6jn+UP/pGYDEPPpjy8MPC6XQXFuz/6INWz70ggJqsZe/e/R4b89s7bx1av/7b9ev99ja5sMctY98Oj4kRKOLMzj4weaLS9jRtqr/kksDky6/+S/gMqRao4ci/AAAAAASbwFUg5c2tsV69iBtvzP/uO9khbcnihIHX1+rSVQA1We+R97e9su/SyROTd+7MSTnutNqi69dLaNnqgptubnHZ5aQ2vvZP/MhVNFBUxuS6YcPUAY9q+KVGYIx8DErkXwAAAACCRGklYPK21l0kasiQgsWLPampssPuN17vOnmKzmIRQE0W36rVkLFvC5Qpa/Xq1N8WFP/Qt6+2bl1dgMDJ7xWkYMGBafAAAAAABKHAWcC8zObo++9XOtjT0na9/qoAEOzsaak7X39FaXsiI/WDBqmZl16v98u/mPk+WJF/AQAAAAgeflP2aE8lb3HDunY19+2rdM5cverojG8FgODlcTp3vPgf14klMrX33KM1m8tT/MXMX0GG/AsAAABAEPKt/1ILPZRaj+gHHjB06qR0OzB5Ys6mjQJAkNr33vi8nTuKf7jzTl3btr5/ENQ/C76LP1L5FZTIvwAAAAAEFbVqw5da/6Xc7tYaPVoTFaX03/nqK87cXAEg6GSuWnn853lK29O1q+7ii32jcDX5Km3kIylYMCH/AgAAABC0/MIvtRbMWLt21EMPKX0cGenbn/+3x+EQAIJIwf79Mt1W2p6oKO3QoSenAjx15i+/CEwgGJF/AQAAAAg2fiVgvvN/qcK6dTMPHqz0z926Zcd/XxIejwAQFGzHj299aoy7sEC2PXq95oEHdBZLYOVX4MxfFH8FK/IvAAAAAMGshFUgTwyAivrnP40XX6x0y1yxfN/7EwSAms+Vl7f1yccdmZmyLVNtzb336po08fv1L23lR4EgRf4FAAAAIAgFzgIWWAKmTASmb9NGOSR59k9Hpk8TAGoyt8229eknrUePFv98++3ajh1LnPBeaQRO/iUo/gpG5F8AAAAAglPZEVjxfbDJVOupp7QNGiiHHPx0curC3wSAGsrl2vHSC+qCj55+/XSXXaYvCSMfQw35FwAAAIDgV+IsYMX3wZGRUf/+tyY6Wum5e+wb2ev/FgBqIPn7m7VmjdL2dO2qvfFG31IvRj6GMvIvAAAAAEGrPKMgDQaDKS4u6rnnNGFh3mPc7u3P/ztr7RoBoAbxePa8NTZ10ULlJ3fTptq77/ZNuuVveuD894x8DB3kXwAAAACCX2n5l1oPYmrc2DJmjNDpRNH8Qdueezbtj98FgJrA43TuePGFlF9/Kf4xPl770EM6o7HEYY++4ZffyEcEMfIvAAAAAMHM97a2xFnA1BTM3LGjZdSo4q4u167XXjn6/XcCwPnNVZC/9eknM5b/pfwowy/NI4/oIiL85rz3Db9KS75IwYKYXgAAAABAUJP3tB6PR72zlfe9wjtYyqMrqvaSDeVZCuvZU4SH540dK+x2ufHAxI/smRlNRtwnAJyXHFlZW8Y8WnjwoPKjp359zejRuqgoNfNShz0y7X2Io/4LAAAAQPArcSIwv1GQyn2yuVMnywsviIgI5cCjM77dPfYNj9MpAJxnbMePb3ro/pPhV4sW2iee8A2/AiMwpv0KWeRfAAAAAELIaScCk7fK5pYtI196ScTEKIekLvh1y5hHHenpAsB5I2vtmg0jR8gITPnR07GjdvRordns+7tcYvLlV/wlEBrIvwAAAACEBN8bXeXW128iMLVOxLsiZMOGUS+/rElMVPrnbt26fuSI7HVrBYBzzuU6OHnitmeecuXlKRvcF12kue8+3wnv1fDLd9lH5fc9cOYvUrBQQP4FAAAAIFT4DnRSIzDfEjDfQjBjfHzkf/+r7dJFOdaZlbX16SeTpnwq770FgHPEkZ626dFRR2Z8q/zo0ek8t96qGzZMBl2+QXZg+OU78lGZBFBB+BUiyL8AAAAAhBDfCCxwIKR6t6zcPxujoqKeeML0z3+KopnypcPTvt78+CP2tFQB4KzLWrvm7+F3523frvzojo4WY8Zo+/RRki+DD7857/3WfBSn/ilAKGD9RwAAAAChxW85SHFiRUi/PicbAwboWrQoHD/ek5UllLGQI+5pfNc9iQOvF1pKCoCzwZGVdWDiR6kLf1O3uDt00AwbprNY1OJN39jLr/LLb7VHwq8QxB9rAAAAACHHbzlIdT5s3yow31oSU+vWEa+9pm3XTjnclZe3773xG+6/N3/3LgHgjPJ4kn+a9fdd/1LDL49W677hBu399+sjI/0CL7/6L7857wm/Qhn1XwAAAABCkV8VmLbMSi7vHXNMjPbppwtnzXLMmiXcbrmxYN++jQ+MTBhwXZMR9+ksFgGgusmIec87b+fv2a1u8URFeUaM0DVvHrh4qx/CL/gi/wIAAAAQok4bgWkC3XSTvVMn6+efew4cUPoc/3le2tIldW+4sf6QW0jBgOoi8+Wkr77IWPanukX+rnouvVQ7eLAuPLzs8Mt3tnv5zLBHCPIvAAAAAPCNwHxn/vIbJlmsZUv9Sy9Zly51zJghcnNF0XDIw19/dXTmD3VvuKH+Lf+nj4oSACorf8/upC8+z1y5wneju1EjzR136OrXV8cpq1GXX/KlPCvdmPMLKvIvAAAAAKFLKQETp94VqwUjah8/3pvqPn2M3btbZ850LlqkKRoO6S4sODJ92rFZPyZeN7D+rbcZatcWACoid9vWQ199kbV2re9G74DHwYO1F12kJl9+lV++WZhv5Vdg+IVQRv4FAAAAIKSVGIGpYyH9KkeUm2qn0+l9jorS3nGH46qr7HPmuFesEC6X7OO2Wo/+8P2xn2bFXHRxfL/+8lmj57YLKMNRQi0AABAASURBVIszKytl0W+pv/2Wv3eP73ZPrVqeK67Q9u6tM5vVei7fIi+/mq/SJvyi8guC/AsAAAAAlBtjdS4w+ex2u32nAztZ9uVbAqbEYfXr60eMcA4ebJ871/3XX8Lh8J7K6cz4a5l86KOi6vS5QgZhljZtBQAfHrs9fflfqb8tyFy3VomPT+6KiRH9+omePXUmk1/Zl9/gR9/wS+tD+fUUPou9CoQ28i8AAAAA8NKcmA5fPss7Z7UoLHDw48kSsKJnr4QE3Z13um64wf7LL64//tAUpWCSMycnefZP8mFu0DC+f//4/lcbY+sIIJR5PDmbN6Uu/C1t6RJXfr7fTnedOqJ/f13PnsJnDq/A8Muv5suv7EudyI/wCyryLwAAAAAo5huBKXfRvimYODUOU262XS7XyRQsNlZ3++0yBXOuXu1csULs2qWe2Xr4UNKUT+UjrHHjqA4dvY+OnUwJCQIIBS5X3p7dOZs352zZnLN1izMry2+/22jUdO3q6d5d27at1ifM8su/fDMv2VZ3lTbmURB+4QTyLwAAAAA4SQ2/1C2+KZjb7VaTL18uH9rISN0VVxh693alpsoUzL18uUhJUc9WePCgfByfN1e2DbVjLS1aGOvUMcXHG+vEmerUMcbFmeITtGazAGomR2amPS3VlppqT0uTD1vKcVtKSu7OHR67vcT+nrZtRY8emi5dtEVDHZXfL13pxV9+NV+6E4s8En6hbORfAAAAAHAKvxnx1R+VXEySIVdgCibvw31TMO8MYgkJukGD3AMHOvfu9axe7V65Upw62suRkZ65Or3Ea9CGhetMRm8iYJQPo0zENDqdAM4nbrvdbbe5bXa3zVrUtrut1nIe66lf3xt79eihrVXrlAn1Sg+/fH/07ek7JZ/wybwIv+CL/AsAAAAA/PlGYL5jIZWNoqgoTK0FU5Mv37bcqzxL+tat3S1bum+7zXX4sHvvXve+fWL/fs+xY2XcnbsLC+RDAMHCYzCIxo1Fkyaapk1FixbayEi/2Etplxh++Y1zVBuUfaH8yL8AAAAAoAR+i0KKkkIxZUSkslikGn4pz2r+paZgbrmjSRNP48buPn3k4e7CQvf+/SIlxX38uCclRaSmirQ0deJ8oEZzR0Ro4+M9dep44uJkQyQkaBo18ps+LzD/Ciz+8nv25Rt+Ccq+cDrkXwAAAABQqjIKwdTbeDUCUzIuNQJTn90BvPmXTufp0MFzKpGd7UlL8xQUCBmEORweu13jdAq73SN/dLtFUR7ne20CFSQ//IICb2GdxWIRqALvf0W9XhgM8qExmZS2R7bDwzV16+pMJr8VGAPDrxIHEZcYhJUWe/mVfQl+KVA68i8AAAAAKEtphWB+K0Wq2ZYahJ1S/BWYfxU9q9xKvFWnjic2Vg251HnHBKqJzWbLOHJEfmXRTZsKVDe/zEv4rJ3qF1ppAyq/SkzB/JIvv/BLUPaFciP/AgAAAIDT05w6Kb44NQVT5wLzjbfUFKzE8Csw/1LTLt/Yyy8LQxU5HA4ZgclvymAwCFQfvxzKL/wqrfKrtAjMb2/ZyZcg/EI5kH8BAAAAQLmohWDCZzikOHFvr2RY6gBJv6jLL/YKLAEj/zo7rFarzL9k+GU0GgWqz2nzL9/0Shsw+ZdfEObXxy/2IvlCJZB/AQAAAEAFBA6HVLerFWG+M4UFBl5q7OVXAnZyFjCfFEwQgVUr+b3I/Es2yL+qV2D+pSlp5q/AKrASn0tLvgQDHlFZegEAAAAAqCBNwHBI4TMiUp0aTNKemC+/PMlX2fmXH+KwSpDfi9VqlV8K+VdVlJY9+YZTZeRfgQlX4OxgvscGnlwAFUT+BQAAAACVoTl1OKTvdr8YS+WbhZUde5F/nTk2m81YRKCyKpp/iTKDsEB+B572dYHTIv8CAAAAgMpTb8g9Jc2Or5aJBYZcZcdepYVfZF5VJ/OviIgI8q9qFBhRacodhIlT67xKLPgSJF+oMvIvAAAAAKgGgeVgvhGYbxAmSg+8PKeb8578q4rkB2i3291uN+s/ViNNwFx4vg1N6StCltanjJMDlUP+BQAAAADVxjcFEwFBmCgz5yL8Ogtk8uVwOOQnqddzO1xtAiOqMiKwsjeWcU6gKviFBwAAAIBq5jcoUpRyb+853QqPzPxV7WT+5XQ6ZUOn0wlUWRnJV+CW8gxsJPbCGUL+BQAAAABnStlBmCZgEUlm+zrT3EXkB07+dYacNhErMeEi9sKZRv4FAAAAAGec7+29b6oVGA2UsRdVp+RfMvzSarUCZ1jZ/4H5742zifwLAAAAAM6qwNt+Mq+zxul0yvxLhl98zmcfnznOIfIvAAAAADjHysgFGAJZvWT+JT9Sir/OHEIunJ/IvwAAAADg/EWaUL3cbrd81uv1fLBASCH/AgAAAACECpfLJVj8EQg95F8AAAAAgFBB/gWEJvIvAAAAAECocDqdgvwLCD3kXwAAAACAUEH9FxCayL8AAAAAAKGC/AsITeRfAAAAAIBQQf4FhCbyLwAAAABAqCD/AkIT+RcAAAAAIFSQfwGhifwLAAAAABAqlPxLr+deGAgt/M4DAAAAAEIF9V9AaCL/AgAAAACECvIvIDSRfwEAAAAAQgX5F1B1Ho9HPms0GlFzkH8BAAAAAEKF2+0W5F9A1dhsNvlsNBpFzUH+BQAAAAAIFUry5XQ6BYDKslqt8tlsNouag/wLAAAAABAqlJUfHQ6HAFApdrtdGf9oMplEzUH+BQAAAAAIFUr+Rf0XUGnK4EdB/RcAAAAAAOcn6r+AKlIGPwryLwAAAAAAzk8Gg0FQ/wVUgZJ/aTQa5beppiD/AgAAAACECqX+Kzc3VwColMzMTPkcExMjahTyLwAAAABAqIiKipLPaWlpAkClJCcny+fExERRo5B/AQAAAABCRUJCgiD/Aqrg6NGj8rlu3bqiRtEKAAAAAABCQ3x8vHzOycmx2+0CQMUdO3ZMkH8BAAAAAHDeUm/aKQEDKkep/6px4x/JvwAAAAAAocJgMNSqVUuQfwGVcuzYMaV2kvwLAAAAAIDzV6NGjeRzUlKSAFBBO3bskM/R0dGRkZGiRiH/AgAAAACEkNatW8vn7du3CwAVpPzidOzYUdQ05F8AAAAAgBCi5F/79u2zWq0CQLl5PB4l/2rfvr2oaci/AAAAAAAhpEGDBiaTye127969WwAotwMHDiiTf7Vp00bUNORfAAAAAIAQotVqGQIJVIIy+VfTpk3DwsJETUP+BQAAAAAILUr+tXbtWo/HIwCUz6pVq+Rzu3btRA1E/gUAAAAACC1du3aVz9nZ2Uo9C4DT2r9//7Fjx2SjZ8+eogYi/wIAAAAAhJbY2FilhmXZsmUCQDksXbpUPrds2TIuLk7UQORfAAAAAICQc+mll8rnv//+u6CgQAAoU2Fh4erVq2Wjd+/eomYi/wIAAAAAhJwuXbpERES43e6VK1cKAGVatWqV0+kMDw+/4IILRM1E/gUAAAAACDk6ne6SSy6RjYULF8oUTAAohcvlWrBggWxcfvnl8hdH1EzkXwAAAACAUHTllVfq9fr09PQlS5YIAKWQvyDy18RoNF511VWixiL/AgAAAACEopiYmL59+8rG7NmzbTabABBA/mrMmTNHNvr16xcZGSlqLPIvAAAAAECIuvbaa81mc0FBwW+//SYABFiwYIH8BQkPD7/66qtFTUb+BQAAAAAIUWFhYdddd51s/Prrr/n5+QKAD/lLocz8df3115tMJlGTkX8BAAAAAEJX3759o6Oj7Xb71KlTBQAfX3/9tfzViI2N7d27t6jhyL8AAAAAAKFLp9MNGzZMNv7+++/ly5cLAEVWr169bt062bjzzjtr7rKPKvIvAAAAAEBIa9eunVLeMm3atNTUVAGEvOzs7K+//lo2+vTp06pVK1HzkX8BAAAAAELdLbfckpCQYLfbJ06c6HK5BBDaJk+ebLVa5S/FkCFDRFAg/wIAAAAAhDqDwXDfffdptdpDhw59+eWXAghhCxcu3L17t/x1kL8U8ldDBAXyLwAAAAAARP369W+44QbZWLly5dy5cwUQkvbs2fPDDz/IxsCBA+UvhQgW5F8AAAAAAHhdffXVF1xwgWzMmTNnxYoVAggxR44cmTBhgtvt7tChw4ABA0QQIf8CAAAAAMBLo9EMHz68devWsv3FF19s375dACEjKytr3LhxNputUaNG9913n/x1EEGE/AsAAAAAgGI6ne7BBx9s2LChx+P58MMPjxw5IoAQUFBQ8M477+Tm5tauXXv06NFGo1EEF/IvAAAAAABOMplMjzzyiLIc5FtvvbV3714BBLW8vDz5X/348ePh4eGPPvqoxWIRQUcjI20BAAAAAAB85OTkjBs37ujRo3q9fsSIEV26dBFAMMrNzX3zzTdTUlJ0Ot2YMWOaNWsmghH5FwAAAAAAJbBarRMmTFDqv4YMGdKvXz8BBJesrCwZfqWnp5tMpoceeqhVq1YiSJF/AQAAAABQqo8//nj9+vWycdlllw0dOlQAwSItLe3tt9/OyMiwWCyPP/54vXr1RPAi/wIAAAAAoFTyrnnq1KnLli2T7RYtWtx///1BOTsSQs3hw4fHjRuXl5cXHx//yCOPxMbGiqBG/gUAAAAAwGksWLDghx9+kI3o6OgHH3ywUaNGAqixNm/ePGnSJLvd3rhx49GjR0dERIhgR/4FAAAAAMDp7dix4+OPPy4sLNTr9ffcc88FF1wggBrol19+mTVrlmx07tx5+PDhRqNRhADyLwAAAAAAyiU9PX38+PHHjx+X7X79+t18880ajUYANYTD4fjss8/WrVsn29dee+3gwYNFyCD/AgAAAACgvGw22+TJkzdv3izbrVu3HjlyZHh4uADOe7m5uTK9PXTokE6nu+eee7p16yZCCfkXAAAAAAAVM2/evNmzZ8tG7dq1R48enZiYKIDzWFJS0vvvv5+dnR0ZGfnQQw81adJEhBjyLwAAAAAAKmzr1q0ff/yx3W43Go0jRozo1KmTAM5LGzZsmDx5stPprFevnoxro6OjRegh/wIAAAAAoDKSk5Pfe++9tLQ02b7uuuuuv/56pgPD+Wb27Nnz5s0TITbbfSDyLwAAAAAAKqmwsHDSpEnbtm2T7Xbt2o0cOdJkMgngPGC32z/55JONGzfK9oABA2644QYRwsi/AAAAAACoPHlbPWvWrPnz58t2QkLCww8/HBcXJ4BzKisra/z48UePHtXr9XfffXeozXYfiPwLAAAAAICq+vvvv6dMmeJwOMxm87333tu+fXtRcePGjXv00UcFUDUHDhx4//33c3NzIyMjR40a1ahRIxHydC+++KIAAAAAAABVULdu3S5dumzevFmGDqtXr9bpdC1btqzQGV555ZV9+/bJk9SqVUsAlbVq1aoPP/zQarU2bNhwzJgxCQkJAuRfAAAAAABUi8jIyF69eu3duzcjI2PHjh1Hjhzp1KmTDMLKc+x8J0zoAAAQAElEQVTkyZPlIbKh1+s7dOgggIrzeDwzZ878/vvvZaNz586jRo2KiIgQKML4RwAAAAAAqo3b7ZYBxKJFi0RRUdjDDz8cGxtb9iHz58//8ccflbYM0caOHcs6kqgom802adKkLVu2iKLVSAcNGiTgg/wLAAAAAIBqtnbt2s8++8zpdIaFhT344INlj4UcOXKk7735Y4891rp1awGUW0ZGxvjx45OTk5ntvjSMfwQAAAAAoJrVq1evU6dOGzZsyM/PX7FihdlsbtasWYk9H3nkEYfD4bexS5cuAiifvXv3vv3225mZmZGRkY8//njbtm0FAlD/BQAAAADAGZGbm/vBBx/s379ftrt163bXXXcZDAbfDi+88MLx48f9jjKZTGPHjpXPAjid5cuXf/XVV263u2HDhg899FB0dLRASaj/AgAAAADgjJAZVs+ePXNycpKSko4dO7Zp06YuXbqYzWZl74QJE5RozI/L5apfRACl83g8M2bMmDVrFrPdlwf5FwAAAAAAZ4pWq+3UqVNcXJwMv7Kzs1esWNGyZcuYmJg5c+b89ddfpR0lI7ALL7xQAKUoLCx8//3316xZI9sDBw4cOnRoOVcaDVmMfwQAAAAA4Izbt2/fBx98kJeXJ3OK//u//5s2bVoZ9+OyzxtvvBEZGSmAACkpKRMmTEhNTdXr9SNGjGC2uPIg/wIAAAAA4GzIzs5+//33k5KSytP51ltv7du3rwBOtWvXLhmkWq1WGY+OGjWqUaNGAuVA/gUAAAAAwNkzevRoGV6ctluDBg2ef/55AfiYM2fO3LlzZYPZ7itKLwAAAAAAwFkxYcKE8oRf0uHDh5OTkxMTEwUghMPhmDx58saNG2W7c+fOI0aM8FtLFGXTCgAAAAAAcObNnDlz69at5e+vzG4OZGVlvfnmm0r4df311z/wwAOEXxVF/gUAAAAAwNnw66+/Vqj/ypUrmbMISUlJr7zyijJt3KBBgwYOHChQcYx/BAAAAADgjHvooYdEBaWlpe3atat169YCoWrDhg2TJ092Op1Go/Gee+5hqcdKI/8CAAAAAODMevrppx0Oh6i4NWvWkH+FLHW2+1q1ao0ePbp+/foClcX4RwAAAAAAzqCxY8dmZmaKStmwYYPL5RIIMTIt/fDDD5Xwq3Hjxs8//zzhVxVR/wUAAAAAwJkyc+bMPXv2iMrKzc3dvHkzo95CSlZW1vvvv3/o0CHZ7tGjx7Bhw/R60puq4hMEAAAAAOBMqeic94GWL19O/hU6kpKSJkyYIHNPjUZz00039e/fX6A6kH8BAAAAAHBGVGLO+0Bbtmyx2Wwmk0kg2K1bt27KlClOp1N+3SNGjOjYsaNANdGwlioAAAAAANXu4MGD+/fvT01NTUtLU55ljCUq5Y477rj00ksFgtrs2bPnzZsnG7GxsaNGjUpMTBSoPuRfAAAAAIDzRXDfoubm5vrGYfI5PT09KyvrtO+6RYsWY8aMEQhSDodj8uTJmzZtku2mTZs+/PDD4eHhAqfSaDSiChj/CAAAAAA4l8qTeQVHLmYpIgMO341OpzMjI0MGYalFlIZ8tlqtap+9e/empKTExcUJBB0ZgH744YeHDx+W+U7Pnj1vv/12nU4XsrVKZYRc6mdSuSCM+i8AAAAAwDnjd08aeIsasjeteXl56UWUOKx9+/adO3cWCC6HDh2S4Zf8rmX75ptv7tOnj0ARv5Cr7B/LdULyLwAAAADAOeF7Q6q0fZ8D+wDBZMOGDVOnTnW5XCaTafjw4S1atBAo4htvKW11S2CjvOfkTwkAAAAA4OxT70bVzMsvAuN2FUFswYIFixYtEkWz3d9999116tQROJWafAU2fDuU92z8QQEAAAAAnGV+4Zfr+E7Humni1NiLKjAEJbfbvXXr1vT0dNmOjo7u0KGDXs/k7Cf5xVu6zjdrE9tptVpxIgJTgzBRkQiMjxgAAAAAcG4oqZaMA1wpu+y//lcAoaG92pIh2JJf3AKl8sS10ce3kX8rlAhMVdHxj1oBAAAAAMBZ5FfYxVBHAKWRfxxcLpc3JS96DhwoXc7zUP8FAAAAADgHPD7kba26Xd/04nKewbl/pdLQ1W2nMUcJAOcfjy3PdXSL0tY36SE05arEUn+7vbGX06nT6dT6L9mQfzQqWv9F/gUAAAAAOGf8679MFsu908t5ZNazTZVm2KAXvffVAM4/rsObcj8YpLQtd30hjGHlOSr7lW6efO8UaTL/0rhc4kSpl4y9lL8YSoP5vwAAAAAA5yPf6e3V4i/GPwIokcy/hNOptNXJ79UITBT9JSlPCkb+BQAAAAA429S5e5j/C0AZZP7l8cm/lMGPotyxl4r8CwAAAABwzpB/ASiDu2jqezX5kj9Vbv4v1n8EAAAAAJwDvuMffee/BwCVuvKjwhOgnOeh/gsAAAAAAADnoxLDL1Fx1H8BAAAAAM6NShRxAAgpaomo0lA3igqi/gsAAAAAcFb53buSfwEog1r5Jarw54L8CwAAAABwtpF5ASgPvzm/RGWRfwEAAAAAzhm1pkMAQIDAclHB+EcAAAAAAAAEDY1GU2L9V0UjMPIvAAAAAAAAnI+qqziU/AsAAAAAAADBjPwLAAAAAAAAwYz8CwAAAAAAAMGM/AsAAAAAAADBjPwLAAAAAAAAwYz8CwAAAAAAAMGM/AsAAAAAAADBjPwLAAAAAAAAwYz8CwAAAAAAAMGM/AsAAAAAgFKlvXyjY8/68vTUJTSJH7tYnDeO/auJfDZfdH3Mg++dtnP6a7fZd6zUWKITP9wgzpZjdzYXbpf5gv4xj0wSlZX73di8OR/IRtxrC/QNWpX/QI8135WRrK/XXFQ35f+MNjo+YcJqcX6olo+6RtMKAAAAAACAUGLbsizlqb72XedLPoUzjfovAAAAAABOL6L/XRpTeBkdtJG1BWoC+861GW8OFQglegEAAAAAAE7Hct1IbUyCCFKxz04XZ13dz/eKc8FjyxcIMeRfAAAAAAAACGbkXwAAAAAAAAhm5F8AAAAAAJwp1rW/WlfPcxzd40rer61VR1+/lbFVd8s19wi9sboOcR7dkzfvY/uuta70Y7rYuoaGbcOv+Iep4+WiIkpc/1FZQbLWsFfC+w517NtoXTPftmOl49B2Q72WhsbtzRcNNHW4NPBUBb9/bV0735mS5Mo6rjWG6xIb6xObmdr2DOs5yO8tlLEooW3D7/m/T3Ue2unKTtPXa25o1NZyzXB9o7bHH+zmzk2P6H9X1ND/BL60pzAvd9Z4x96NjsM7NHqjvmGbsB4Dwi+/VeiK0w/7zrXprw5R+2dPeUY+ZCNx4hZNmKWi118ets1L5QkdSdvcOen6hq0NDdtFXH13aYtOOvZvLvjze+fR3a60w66MZF10vC6+kaFB67CLBxladC3xEI/dWrj0u8KVs53HD7jzs7VRdfRxDSOuucfcrb8oh5ypL+cvmCKKVi+t8/wP2qhYEaTIvwAAAAAAOAOcjuwv/1Ow+Bt1gyv1kHzYNiwqWPJtzMh3Dc27VP2QgoVfZX/5goxBivsfPyAf1rW/1Lr7f6L65M//NOebV9RXcRzYLB8FS6ZbBj0cOeRx357Znz4tt6s/uu1W954Mx571hct+KFgyI/bpr4XecJoXc7sy33vAuu5XdYMzaZt8WNf8EjN6YhnHudKPZr7/oAyPlB/ltdq3LpOP/EVT6zz9jYz2RDlUw/X7yJ35bt6s8Sc/tz3r5aNg6Yzoe9/2pmm+7LbsqS8WLJ7mu82bgqUdtm9bnr/gs8ghYyyDHvI7v/Pwzox37pF9Tl5wxlG7fOxcZep8Re1HPxFaXVmX9/1bIRJ+CfIvAAAAAADOhPT//dO+a7VsGJp0NPe4zlCvhTsvy5G0LX/hlzKiSnv11riX5+obtKrKIYVLv8v+8nnZ0JjCI66+Wx7lsRc69m2UcUlRKFY98uZ/Il9dEx5lueYefYPWzuT9tk1L7DtWenfNfj+s12C1mqkoJPKGR7KbufOV+votNUazfd8m24aFzqN75FvL+3liYIjjJ+uTp5TwSxsZG3HtcEO9lq6cNNvGP+TGjLHDygh0MibcJxw2fb0W4Zf/ny6xsWPf5vz5n8gPRGZnWV88H/Pge7KPsXX3ul8ekNef8dYw+WOtu18P7/MP9QzVcv0qd1ZK3qx3hVZvuXaEoXlnj93m/WoWfiFcjqyJj+rjG/mmmdnTX1PCL/nSpk695bvWWmKcx/badq6ybVwsPG6ZVZk69jY07age4jq2L+3lmz3WPNkO63WjsfWF2qg4by65dIY7M1l+YlmfPhM94s3SLi9vzofy6xOhEX4J8i8AAAAAAMojb97HMmYqbW/4ZbfoEpuoPxb++b2SZPmV7YR5ew5J+98/PfmZWVOeqvPCj5U+xJ2Tnj31JVGUE9V5YaYuoXFx/16DDc27Zn00WlQTGX7p6jSIfXa6fFa2WAben/PNKzJd8o44XP6jvGBle8HS77zXUytOXqTGXPxZmXsM8Ax+OPXZq11ph/MXfFF2fuTYt6lw2feyUfSK3+rq1Fe2h/e5LWf6a/k/TxIud+kH2yyDH4m86ZHi172gf1iPAakvXC/cTuu6BcLpOG3pVtWv35/eVPuxT0wdLlN+Cut1g7n71elvDJURWPZX/6nz4k/KdnduZsEf3qI/bxT1wkyNOULZbhJXRVx3X97cj3JnvCF/LFw5+2T+5fFkfjS6KPzSxIyeZO7Wr/hqu/WzDLg39YWB8lsr/HNG1C1PaKPjAq8rf/6nud+9KUIm/JK0AgAAAAAAnE7+gs/y5nxQ2sOZclDt6SnIzfnWO/zQ2K5XYFyib9wu6ubHhDIa7sCWSh8i0xCl9ifi2hFq+KUI6zko7OLrRfWpdeeraviliOh/p9JwHt2jbnRlpchnXVwDNTxSyEAnov9d4Vf9yztYUuZQpVOG43lfceiLaviliLrtWX29lmUca75wgBp+KfSN2hZPg+W0OZP3i9Op+vX7kZ+SGn4pjG0uCr/0ZuFN+jbad6xSNjoObJZvVhMWaRn4gBp+qcIvuan48tKPqRvtu9bJo2RDftFq+FV8tWGWqH88q7QLV/wUeFUFC7/K+ea/IpTCL0H+BQAAAABA9bJtXuLOSZONsB7XldjBfMFVSsOxd0MVDlmqNCL6Dg3sH3njI6KaaKPjTZ16+230xmFFk8F7rAXqRn1RDCdDupypL7nSj/r2j7jmnlr/ejm8z21lFWF5PNaNS7znadjWdOL9+oq86VFROnP3awI3Ghq3Uxru/CxxOlW9fv/TGSMHPRi4OfzE92Vdv1BpmDpeHj92ceLEzeG9bw3sr41JEBpveuNxWNWN1r+L50eLuGpY4CHmrv3qvPBj/Dt/qTGljMWUf4rGzHrHxoZU+CUY/wgAAAAAQHkkjF/lTSLKwZlaPB959uf/lo8yetr3bQrvW9lDigqaNBG11IULfekSmwqtXridosp0sfVL3K4xhXmcdvlQdcsZ5AAAEABJREFUt1iuHWHbtER43PkLPpMP7yxm3fqbLxxQ2nKHflwpSZ78TNkw1C+5zsvQqF0Zh+tLuk5tRPG09x5boTidKl6/H11sPU14VOB2fXwjpeFI2l7iga60w86je91ZKa7sVOexvfbtK+UleXf4lJ45Dm4rfpX4hiWcQqMJWC/SOwe/fd9G69+/KW1dTGLohF+C/AsAAAAAgOrlyjhazp7OI7sqfYg7zxsV6aJLieQ0Gl3tRN+VAStNVyuutJfw22Bs1ytm1MSsiY8qAzOVZSJzf3hbl9jc2KS9d+jf5bcoVWMlcmUmF79iKYmbLq5BUR2Tp+TLCbeIqqni9ftfbWw9UfJ1RmnMER5rvvINqqzrFhQu+8G+a607N12cjqcw1/uPVq8t7dspiTvruCgazilf3b5jZcGiqeElFQ8GJfIvAAAAAACqld2m/Fvrrtd0cY3K6KhVS7cqccjpZjQqY7b+iil9ycVA5m79EsavtK6db12/yLblTyVIciXvLZSPlbOtGxbVfmxKacdq1GhJU/qVyEepRW2lHVYBVbl+/6sp/XPzFFVyqbVpUu63b+TN+8j3aF1iM0PjdsYWXU0de6c+21+4Xaec3BgmKqb4wzE06SAzvtQXrvPkZeVMf83U5crScrogQ/4FAAAAAEB1UheC1IRFmjpceqYOiartzM90piaV1sF5/IA4FzRhlrDLhsiHcDltW/+ybVpi27pMKVuzbfjd+vcC8wX9SzxQHWboykgusYMr/Ui1jOgsW6Wv349fedfJ7TlpomjQqD6hibKlcMVsJfzS1oqL6DvU2PYSQ9MOGqO5+ACX0y/8Et7ZuxqJnavkp+HOTtVGx4vTKxrzWKdB7Se+0kbG1Lr9haxJj3lsBVmfPBn71FQRApj/HgAAAACA6qSvW5zjOA/vLLGDJy8rb/YHhUu/UxdzrMQhhsbtvf/Yre7czBL7C5+Zuc4Gj8edk+48uM2dlVq8Rac3deodNfSFuNcXRN/7trLNum5haSfwDgyMiBHe/OtYiR2qZThnqap8/X4cR3aXOOmY63hxZKnmXwV/fKM0Ysd8YRk82ti6+8nwq5Q0UJ/YrHhv2hFRkuOP9JQPv7nkDI3ayfBLNsIuvcnQsrts2LcuK1g8XYQA8i8AAAAAAKqTGmYV/vVjiQlI3vxPc78fm/XJE/adqyt9iKlL3+JD/vw+sH/Bsh/E2eU6fvD4Q91Snx+QN/fDwL2mTn2UhsdWUMZJzBd435R9z9/ukkKfwmU/imqhjkx0u9Vt1XL9p3DYrKvnBW7O/+1z7z96k7nHgOKXVnI9g0nfuIQJ/guXF79rj+tk7VtYt6uVIY2FK+eU8Mr7N7szjsmHPr6xKEWMTPQMJtnImfbqycgveJF/AQAAAABQnfT1mhvbe8cwutKPZH36pF8dlgyw8n6eKLzTkFvCe99W6UPMF/TT1q4rG7mz3pV5h29/Z9L23FnjxdmlS2yib9hWNgoWT3eeWJ1QpSZBhibtyzhJ5KCHvbGO057pnYT+lKTJtuH3gqXfiuqgNUcoDXf2ydynWq7fT/aXL9h3rj35s9uVM/31wpWzZdNy9d26OsXT/BevK+qwqcV9KtumJbmzJqiHn7zaus3Cet0gG/kLv/QuEOnL48n+6gWlab5ooCiFLqFx5KCHRNFU+lmTx4hgx/xfAAAAAABUs5j7x6c+09+dm25dOSdl/2YZWunrNXPnZNi3LS9c84tweac/r/WvlzTm8EofIhsx941L/9/tHmt+2ks3RvQfZmjSSWMw2vduzF8wxZug6U3CaRNnUdRtz2SMHeaxF6a+dGPYxQONLS7QRSc4k/dZ//7NvmuN8GZMTS397y7jDDKUCbvkxsK/Ztq3r0h9tn/4lf/U123hyc+y7Vx1SpmbtkrVPNqoOkojd97H7sJcjcFsuf4BjTmi6td/Cr3JYyvIeHtY2EXXG9v1cqUmFa6YrcwjJoNLyw0PqR3NHS937F4nGxnjhkfeONrU4XKt2WLfu15+DkXlXcXrXcoL8z195I2PFq6cK9zO9Nf/EX7F7cbmXbS1E4XTmTf3I8ee9bJDxICRZc9tL9914fJZzmN7bZuXFC6bGXbpTSJ4kX8BAAAAAFDNtFGxdV78KevTJ2V65Tp+IHfG/07dr7Hc8HDYpTdX8RBj24trP/5ZxoT7hN2aP/9Tn77aWne+mv/rFBltiLPI1PHyyFufzJ3xpszdCpf9UHjqGEx9vZaxT34ljKayTxI9YqwMpAoWf+NKO5w74w11uyaiVuSgh3OmveJtmyNFFejiG+obtXMmbVM/N3OXvoaWF1TL9atM7S42NO2c99OEgiXT5ePk9s5XxNz3ruZEDZpkGfSwfd8m24ZF7szk7CnPnHIWrc5y3UjHoR1yr/P4KWsdyKww9qmpmRMfc2ccLfjja/nw2WeIuOqOqNuePs0lanXR972T9uJgma1lf/2SvDBldrCgRP4FAAAAAED108U1iH36m8K/frRtWuw8ts8bRen02qg4Q5N2kdc/qG/YploOMXXqnTB2Sd7PE22blzrTDutqxRkatg27bIi5W3+Zf4mzzjLwfvMF/fJmTXAc3OrKyfDke+fm19auG9ZjQOTNYzSmsNOfQqurdfdrxlbdresXOg/vdKYf0ddtbmzexXL9g+6c9OIu4VXKv4R3pvnPc38cb9+1xnl0j9AbXLlphuq6fpVHRN78mD6hceHKOfJsGr3R1KmPPLmpcx//nlpt7cc+ld97/m9fuNKOeBeIFB5tZKyxdY/IIY/r67WQ22X+JS/GtuVPU4fL1ONkABr/xqK8eR879m9yHtntzsuU/0mMLbtH9BtWduWXytCsc3iff8i00ZOfnf3pUzGPTBJBSuPxeAQAAAAAAGeF5wR3EWcRx5a5+ulDvbtNlugXt5TzRFnPNlWalvtm6Jv0EAh2tk1LMt4aJhvRw8eGXX6LQE3gOrwp94NBSjv6pe3CWK4MMfuVbp58b9yZeuVYZ5vrjD4MBoPuBM0Jpz0h9V8AAAAAAOC8kPvDO67jB3QJTSJvfixwr71okizhnYS+gwAqgvwLAAAAAACcH1wOZXlEc9e+hmadffc4dq3L/9U7V5dMx/SN2gqgIsi/AAAAAADAeSH8yqH5v3/tKcjJeGe4ZeBIfYPWwu1yHttr377SumGRbAuNNnr4mwKoIPIvAAAAAABwXtDVqR9z/4SMCfe5c1Jzvvmv315tdLzca2zNXG+oMPIvAAAAAABwvjB17pMw7q+82R/Ytq1wZ6e6C3K0UbH6+MZhvW4I63VjxVZgBE4g/wIAAAAAAOcRbVSdqKH/EUD1If8CAAAAAABAMCP/AgAAAAAAQDAj/wIAAAAAAEAwI/8CAAAAAABAMCP/AgAAAAAAQDAj/wIAAAAAAEAwI/8CAAAAAABAMCP/AgAAAAAAQDAj/wIAAAAAAEAwI/8CAAAAAABAMCP/AgAAAAAAQDAj/wIAAAAAAEAwI/8CAAAAAABAMCP/AgAAAAAAQDAj/wIAAAAAAEAwI/8CAAAAAABAMCP/AgAAAAAAQDDTCgAAAAAAUCnH7mx+7F9NMt+9V1Sdx+PYv1mEHldKkic/R1SZbcsy+V3IR8GiqerG3JnjlI3OpG0CIYz8CwAAAACAc0xmQGn/vSl//icipHg8+fM/TX32and+lgDOJMY/AgAAAABwTrldKU/3E06bPq6RCCV5s9/P/eFtAZx55F8AAAAAAFRS3c/3iqrzeGT4JUKPuzBfnGGRNz0qHwIhj/wLAAAAAAAAwYz8CwAAAAAAAMGM/AsAAAAAgEo6dmdz4XaZL+gf88gkZYtty7KMN4fKRvwbv+vqNrOunW/b8qdt20p31nFDo3aGZh0jrhyqS2x68gx3txJOu9IuXPGTfMhGzOhJ5m79T76M21XwxzTb1r8ch7a7MpP18U30DVqaO/QOu3yIKLe0/w5x7F5rvuj6mAffc6UdKVw5275tuX3P37ra9fQNWpk79Qm79Cah1ZVwpNud9/Mk++51zqO7va8e10jfoLW561VhvW7w7aW+cU1YZPwbi7TR8afs3fBHxjt3yYYuoUncq/Pzf56UO/MddW/KmMvls75Ru7hXfhblIM+W//tXjqTt7twMfd3mxmadLdeNLLFn7sxxebPGy4Y8szz/KW8rKyV/wefejzT1sCvtsMYULr8XfWITU9teYb0GC20JCwY6j+7Jm/ex/Chc6Ud1MQmGhm3DLr1ZflOZE+63rv3F9/o9dmvy8DayET38LVOHS7Onv2rbvFQbFik/6siBDxpadVO6OfZvLvjze+8Hm3bYlZGsi47XxTcyNGgddvEgQ4uuoqSPN/6tpbraifl/TJPfoPPQTo3RbGjUNrz3/5kvGlh8zj3rC1fOsW1f4Ty+X3658puNvOUJjSlMhDbyLwAAAAAAqp/Hac/6cJQMKdQt9l2r5SP/ty9rj55k6nJFOc9j3/pX1hfPu5L3qVuch3fIh3XlnIJl30cPH6uLbygqwr5zdcb4ez15xUsuyvBFPqyr5xUs+yH2ya+E3uDbWYZEGRPuk5HKyVc/sks+rKvmFMpXv/dtNeeSKU/4lUMLfp/qKczN+uSJ2mO+OHmSnLSsSY97W3pj7Yc/lJGNqDS3K2viY0pKWHw9SdvkQyY+kTc+Uv7T5C/4LGfGG8JuVbd47IXu3HQZERb++X3hyp9qPzbFLw0s+P3r7M+fkx2VH10pSfJhXbcg8ubHhEbj3aQ8n8rjtKW9MkTGW95D8rNlo9btz3t32G3ZU18sWDzNt7M3BUs7LHNJeXmRQ8ZYBj0UeEJX6qH0t+5U/z94rHnegHXLn+HbV9S689XCpd/LD//kRSbvy0/eJ/fGvTa/5HAzZJB/AQAAAABQ/TImjHQdP6Cv1zK8z226uIaOvRsK1/7qSt4rXI6sz/+d8M6fSh5Rd8ou4XIeu6uFbIf1vCH6/vG+J3Ee3Zv+zt3C4Z0dP+yyIcaW3XXR8c6Ug4XLf3Ls22DfsTLt5Zvix/6hCbOU86oce/5OX/Oz8HjC+95hbNnN47DbNi+xrv1VuJ3ybAVLZ4Rf+U+1szsnPfXZa9x5GbJt7jHQ1OYiXZ36rrQjtm3LrWt/kamKTHbiX/tNGE1K/6jbn5NnkwGNbdMS66q5akVS5oejlJNE3fKkUoRlGTxKPnKm/y//54+FUtMUX661L7MmP6GEX7J/eJ/bDQ1auTKTresX2jb8nvPdm6J8rGvn50x9STa0teLMF/TXN2ilj2so35d9/0brqnkyCJPXnz9/SsSAEeohhct+yP78396WVm+5doShWSeP0+HYvyl//qfeJSwNRZ+AxxP4Wnnzpyjhl/yf4Ew7pI9rpFT/ZU9/TQm/9A1amzr1NtRrqbXEOI/tte1cZdu4WHjcud+/ZerY29C0o98JMyc+KkNJXUKT8N636RObyO+iYOGXoiie0+iNMjjTxdaP6DdMF9/YvmNVwfKZMuiU+WbB76pZBlkAABAASURBVN+EX3WHCGHkXwAAAAAAVD8Zfpk6XxHz8EdKuZO5W//Imx9Le/UWx5717oyj9u0rje0vOd0pnJkfjVLCr1r3vBne+1Zls8xaIq78Z+bHj1pXz3PnpOZMe7XW3a+L8nGlHxE6Q+wTn6uvLk9rW78oY9w9sl24fJZv/pUz/XVvbqXVxz7zjbF1D3W7TFIKl83MmvSYKyUpd9a7kbc+pWyX7zRm5Pi0/94so6DsL/8j4xtNeKRMZ+zblnsvu2PviGuHiyqwbVlW+NdM2TC07Bb7xJcac0Tx9VxxuwynZABUzvPkzprg/UdvlCfRN2p78n2JOxxXDk17abBsF66eq+ZfHluh/CiKDjHFPj5F/ejCeg4ytr4o84MHle+oRDLxNLa5OGbkOG3tusLpcGUelxvduZkFf3wjikaD1nlhpvpGTOKqiOvuy5v7Ue6MN7zXsHJ2YP4lwy9z92tjHpigVOqZu1+jjYjO+8n7jmT4JVO2Os99p7FEF+26Wn6bqc8NEE5b4aq5IZ5/aQUAAAAAAKhumvCo6BFvnTLWT6eP6HO70nQc2XXaM9g2/+k8uFUU1YWp4VcxvTF6+JtaS23ZLPjzexmsiHKLuPoev+jN1LWvrk4DUVRupm70TiO17HvZiLxxtG/4pQi79CZzD295V/6pqZOh5QXKVFzu3PSc6a85k7Znf/OK/FEbFRdzamlbJRT8PlVp1LrjJTUzKt7yr5eVt3Banrxs+XHJjy7s4ut9w6/i62/eRWZSwhsUHlU3Fq74yZ2TJhsRVw31++jM3fqF97mt7Fes9a+XvOGXpDfo4rwX6TiwWVenviYs0jLwAb83IoVfcpPScKUfCzxb0f+rsb7DVCP6ngy2at3xohJ+KfT1mhuaeAvunCkHRWgj/wIAAAAAoPqZOvbWRsX6bdQlNlEaHmvBac9g37dRaUTe8kTgXpmbWK5/wNtyOex7N4pyi/CL0pQLKxp+6LafvKqCovBLCjsRx/gxF01h5inIcR3b57s98ubH9A1ae8+weFrGe/crs/tH3/e2by5TGW63betf8l994/aGJh3892p1pU2B70djqRX3v98SPvw7+t63S+ygi06Qzx6fki7bht+Vl4gcPDqwf9nzjmkiYpRPw5ep4+XxYxcnTtwcXtJ3oY1JEBpt0TVYA/ea2vXyG+6qjY4Teu8ATBnqBRYVaiPryGd3Ud1ZKGP8IwAAAAAA1U8XWy9wo9ZUXOzjKUfFluPAJlFU71NaZZOhaXEM5Ni73ti6uygfpQTJj0a5MKdT3aIWQKU8dppxmjKnC6vb7OTPekPMA++lvjBQJl+u4wfkhohr7pGJj6gad3aqpzBXNnS165XYQd+glag4T36O49A2V0ayOyvVmXbYvnO189AO7w6fL8h+YLPwxkzx8rsIPIM2srY2JtGdmVzi+Q1N2ovTcaUddh7d685KcWWnOo/ttW9fKTxuv2tQBaZpksZg9DhtJX+zxRWIJcxNFlLIvwAAAAAAqH5KGZG/kysEnj6PcBzY4j1P6cP69AlNT/TcLMpHExEj9MYSthevXXjyqkocfFcix6HtYeJG3y0yirJcMzxv7ofeM5vCo05MEFYV7px0paGLSSixQ4mBY2lk3pS/YIpt2wrfhTVL5vHIaMx7/tqJpXWR31Fp+ZfWElPaUdZ1CwqX/WDftdadmy7KTWsuda0DTVikQCnIvwAAAAAAOAO0VZ1xyFP6rOqVpin3VXmc3lfXmC0xoz4uu6e+Tn3/TS6ndf3C4vPYCnJnTYgcMkZUkUZT9v4ygiE/3vn+x98n3CeL3bTRCYbG7YzNOpvaX5Yz4w37rtWnvK780Lz1WJrSL630XaV84LnfvpE37yPfjrrEZt5raNHV1LF36rP9hdtV8hl9Zv5C+ZF/AQAAAABwPtInNHHs2+hdsbEUzpRDSiNworFqePX4Rq7k/R5rnqFxe21kTIWOzf3hbWfRBP8aY5jHXpg39yNz16sMzbuIKtBGxysNV9qhEjs4Uw+JcnClJGV88KA3/NIbI6643dT5CmOzLhpLLbWDx+0/6lCf2NR5eKc7K6XUc2aUt1ZOUbhithJ+aWvFRfQdamx7iaFph5NLJbicpYZfqCzmvwcAAAAA4Hykj28svBNUZXtshSV2UJMgQ6PTTzJV4VdPLJ7Sy5m0rcQOjn2b8n+eVLh8livtlITOsXdD3ryJ3jM0aBP77LdCq5dpTubER5WJ8CtNZnwyLRLed320xA6u1CRRDgXLfhB277zyUbc8GXXHi6ZOvX3DL+95Mvynile+CFdGsvCUNGrV4/HuqoiCP75RGrFjvrAMHm1s3d13ndCKng3lQf4FAAAAAMA5pdUVN06NV8wXDVQaBYumlnCUy5n/66dFLY25W39R3fSJxZOL5S/8ssQOOd+8kjP9tayPH/FY89SNHmt+5ocPe6dv1+pj7n/X0KyTZcC93otN3p/9zSt+Z9DoTrxxt1uUg7lLX+GdumuPY38J850VLv+pPCdxpRTHZMaW3QL3Onatc2d48zWPTwWWufvVRRfpLFw1t4TXXfGT71DKcl1D2mHvPwaTvnG7Ek64/Eel4XFV7LQoA/kXAAAAAADnlEYjisp/XNmpvptlqmVo0VU2cn8c59iz3neXJy8r870HlAnyjW0u0kREieoWdvEgZcihdd2v+Qs+99ubP2+iMkmWsfVFvisSZk990VU0DtEycKS+YRvZiLz5MV1R/VTBwq/sO1f7nkRjClcaruxShxb6Cu97R1FW6Mma8rQ6Hb6icPks698LynMSXe26SsO+a43fLhmNZU58pPgHn0gurNeNuriGspEz7VU1PlMPkSGgqCCtMoW/w6Z8g75sm5bkzppw4hoYBVltmP8LAAAAAIBzTBcZ60o/Yt++IuvjR3Sx9cMuGqhv1FZuj7r1qfTXbvPYCtJevim8z22GZp21lhjbtuXWlXPceRmygyY8KnrEW+IM0Fiio+99J+PNobKdM/VF24bfTV376us0cB7ba/17oRJ+acyWWsNeVg+RfQqXfud9O4nNI288ESTp9DH3vpP2yhCZW2V+NDr+fws15ghljzptWdbHj4b1GqyNjI245u4yLsnQpH3k4NG5M99xHtya+nS/iP53Ghq1c+dl2ravKPxrptCbhPP0KwaYOvVWFqbM+f5ttzU/rMd1OvmmDu0oXPNzweLpJ2vZ3E5htwmjqehCtZE3jM76ZIw7Mzn12asjrr7b0Ng74FSmV/kLPvPYi0enatQ6vtMxd7zcsXudbGSMGx5542hTh8u1Zot973r5LgpXzlFX4VTPjKoj/wIAAAAA4Bwzd786/9cpoqiOSXgLo8IsRfmXsc3FMY9Myp7yb3dOasHiaUI+fMg4LGbkeF1cA3FmmDpcGvvs9KxPn3YdP2DbslQ+fPdqjGExD0xQi788eVlZk4oWedTqYu5/V8ZeJ6+zVbfwK24v+ONrd8ax7M//HT3yXWW7uUvfbINJOGwy+8ub84EwmsvOvyTL4FHC48798V0Z/8kg7OTFWKJj7h2X8c5dRT+UtVKksc1Fkbc+lTvjDRmW5c0aLx+nvOUufWWmljf7Pdl2Ju/VNyoenxh2+RChEVmfPeudzl9eqkqrjxzyRP78T+X1qLneaVkGPWzft8m2YZEM1LKnPHPKPq3Oct1Ix6Edcq/zeLlmNEN5kH8BAAAAAHCORf3fM5qwKNuWJY6D24TT4SnMV3eZL+hvatMz7+dJjgObncf2ujKP62onyowmvM8/TJ16izNMBnDxry/I++UTx94NzuT9zpSDWrNFGx0vozHLwPt9153MnPSYUpIWcc0IQ9OOfueJuu0Z6/rf3FkpMuALu3iQqcuVwrukY1ydp6fl/TLZsX+TjMA0hjB3VqrcWPYlWW58RH4mufM+kpfkykzR12tuaNjGMuBeZXZ8rxJnqfc9w8D7TW175nw3VuZ6rqwU4XLILM/QpKN3e5crnEf3KPlX4cq5kY1Ozs8VdtkQfULT/MXfOA/vkl+E/BDk24y4cqgM1PLmfex9O+HlHoWq1dZ+7NPCv37M/+0LV9oRd06avGhtZKyxdY/IIY/r67WQ22X+5cnPtG3509ThMoEq03hO998CAAAAAIDq4jnBXcRZxLFlrn66d5ydMFmiX9xSzhNlPVs8Qbvlvhn6Jj0EcE64nMfuain/R4ZdclP0fe8InMp1eFPuB4OUdvRL24UxrDxHZb/SzZPvneIt9cqxzjbXGX0YDAbdCZoTTntC6r8AAAAAAABKZV39c+HKOdrouMjBo7RRdfz22netVWbsMjTuIHC+Iv8CAAAAAAAolSbMYl37iyhaO9Iy8H7fXe6s1OwvnlN6mS+8RuB8Rf4FAAAAAABQKlO7XoYWXR171ufOHOfOTjV1vkJudKUdduzbVLhytsfqnawtcsgYXWw9gfMV+RcAAAAAAEDpdPraD3+c+tJgd8ax/F+nKCt1nqQ3Rt369GlXrsS5Rf4FAAAAAABQFm1MQsJbS/J//7pw+U+uzGR3bobWbNHFNTB17B3Rd6jcK3B+I/8CAAAAAAA4Hb0xov9d8iFQA5F/AQAAAAAAIJiRfwEAAAAAACCYkX8BAAAAAAAgmJF/AQAAAAAAIJiRfwEAAAAAACCYkX8BAAAAAAAgmJF/AQAAAAAAIJiRfwEAAAAAACCYkX8BAAAAAAAgmJF/AQAAAAAAIJiRfwEAAAAAACCYkX8BAAAAAAAgmJF/AQAAAAAAIJiRfwEAAAAAACCYkX8BAAAAAAAgmJF/AQAAAAAAIJiRfwEAAAAAzgGNRlNiGwBUmlP5bqzIaci/AAAAAADnjv9NrC0v65kmooLyJt4qAJz3sv7TVlScb/hV6axcKwAAAAAAOIv8ajcqUcoBIERotVq/8Ktyfy6o/wIAAAAAnBvEXgDKJv9KKBFYYBBWIeRfAAAAAIBzpnhcU6MejjtmulwuZxHXCW632+PxKM+yl2wIAMFIDbYUMu3S6XTyWcS38f5zIvyqdLko+RcAAAAA4Nw4eTsbEatpdpnH4XDLhwzAHA4lBXMX8ZwgAAQvNQIryru0bp1OX0QJwrQBKViFsjDyLwAAAADAOSBvXJWqLq0PeaOrRF3Kdt/8Sx5CBAYEqxLrv3RFEZjuBCX/EpVC/gUAAAAAODf8yj3kja66vbgA5NTiL/IvIFipwZY61Zcae/mVgPlOBFZ+5F8AAAAAgLNHLfsSRXmWvJVVnpXKL/ksTtwAyzaDH4FQo9Z/qTWhvsVflZ4CjPwLAAAAAHBuKDexvhGYeuvrN/MX+RcQCnxHQfpGYOqzOgSyomtBkn8BAAAAAM4N3ynA1C3KOo/qso+MfARCim+RlzoQUq0Jpf4LAAAAAFAzqLGXOhBSyb98i78Cp/0iAgOCm+8UYOpfBjUF831m/i8AAAAAQI3hewerjIJUQjGl7TvskfALCAWBEZhf5uWXfJU/BSP/AgAAAACcbUrOJU693fWr+SLirjFJAAABU0lEQVT8AkKQ798E4TMcUgTM+VWhEjDyLwAAAADAORAYgflu9Mu8iMCAUOAXaQWmXX7pWAXOzB8RAAAAAMC54ntPWlpbkH8BoSEw1Sox8Kpo+CXIvwAAAAAA51zgnSn3qgDKiMMqfCr+pgAAAAAAzgfcnwIoTaWTLwXzfwEAAAAAzgtVvL8FgNKQfwEAAAAAACCYkX8BAAAAAAAgmJF/AQAAAAAAIJiRfwEAAAAAACCYkX8BAAAAAAAgmJF/AQAAAAAAIJiRfwEAAAAAACCYkX8BAAAAAAAgmJF/AQAAAAAAIJiRfwEAAAAAACCYkX8BAAAAAAAgmJF/AQAAAAAAIJiRfwEAAAAAACCYkX8BAAAAAAAgmJF/AQAAAAAAIJiRfwEAAAAAACCYkX8BAAAAAAAgmJF/AQAAAAAAIJiRfwEAAAAAACCYkX8BAAAAAAAgmP0/AAAA///NwHgGAAAABklEQVQDALeFImrb7ApAAAAAAElFTkSuQmCC"/>
</p:tagLst>
</file>

<file path=ppt/tags/tag4.xml><?xml version="1.0" encoding="utf-8"?>
<p:tagLst xmlns:a="http://schemas.openxmlformats.org/drawingml/2006/main" xmlns:r="http://schemas.openxmlformats.org/officeDocument/2006/relationships" xmlns:p="http://schemas.openxmlformats.org/presentationml/2006/main">
  <p:tag name="MCDIAGRAM" val="mcDiagram:25d9e851-f712-4f1d-accf-4ee7e2a76413:b49cf4f6-5071-4207-8673-0ae56d328ed6:0:1"/>
  <p:tag name="MC:BASE64" val="iVBORw0KGgoAAAANSUhEUgAABYQAAA8ACAIAAADcGJ6VAAAQAElEQVR4nOzdB1yU9ePA8e+xUVRQFFAQJ7hBxb333nuUWZpZalaWWVaOUnNXllpWmpaae++9NyiiuFFwI4igbH5f7sn7nSwPheOO+7z/vJ7Xc889ty//v+/nnmGRlJQkAAAAAAAA9MVCAAAAAAAA6BExAgAAAAAA6BUxAgAAAAAA6BUxAgAAAAAA6BUxAgAAAAAA6BUxAgAAAAAA6BUxAjA4nHAXgO5UKpUAAAAwNsQIwFBoN4gUPYI8AUCRIj3Ii5p/H6gSAADAiKgY5ACGQPkvMb0pAGhTukN6UwAAAMPHlhFAztN0h6SkxITYcGU+MTFRvSRJGV1QJQBo/jVQqZlb2atUZsq8eL6VBD0CAAAYBWIEkMO0SkRS3LO71ze6CQDQgVvrmxY2hc3UlCX0CAAAYCyIEYChUHqEAADdJCQkiPh4c3Nz+U+HnNIgAACAESFGADlPs1NG8tACAHQTFxeXZB6vzCslwszMjCQBAACMAjECyEnam0IkqmkuerTcpjKzEgCgJTEh+vKONsp8bGyssIhXjhkhM4Tm3xP21AAAAIaPGAHkPGUHjRQxwszCTmVuLQBAi0r1///HHRcXZxYfr5QI+a+HpkdQIgAAgOEzEwBylPYBLDlmBADdxaslqPFvCAAAMC5sGQHkPM0oQnvLCADImJIhlCPOKFMBAABgJIgRgKEgRgDIFKVEkCEAAIAxIkYAAGCslBLBPhoAAMDoECMAg8BAAkBmaZ8+I8UMAACAgSNGAABglDSbRQgAAABjQ4wAAAAAAAB6RYwAAAAAAAB6RYwAAAAAAAB6RYwAAAAAAAB6RYwAAAAAAAB6RYwAAAAAAAB6RYwAAAAAAAB6RYwAAAAAAAB6RYwAAAAAAAB6RYwAAAAAAAB6RYwAAAAAAAB6RYwAAAAAAAB6RYwAAAAAAAB6ZSYAABlKinoqEhNfsk5ouHgWk/7VSYn3HwkAAAAAasQIAHiJpPuh8QdOiuiYDNZJ8LuYcP5yOtclxO8/kRhyTwAAAABQI0YAwEuoCjnI1hA9e6GIepreOomXryecPJ3GxhGyROw7Ebdmh3mZ4gIAAACAGjECAF5Cld/OomltEXUp5puPEw4fSXoSlXqdpJgQEXk4MejWC0tjYxMOHIrf+ru5j5uwsRYAAAAA1DiAJQC8nHn50onVmonLsxOPTE+43Ny8VkvzcqVfWCPqoVm+SwkXTqnKlFRZmMsFSRFP4nfuEYGLzItYmlX0Ulm+/N/bvbu3Hj924ObN6yHBQQULObq5lSzrUaFrt362efIKfflw2BtXLl/4feE6Z5diAgAAAMgexAgA0IG5uUXThjEBpy0LbhXPViRsu5x4pYNFs7oq2/+2d1A9e2heMioucK9o2FIUckgKfxy/ZbO4s9S86IOEmOZmLkUzvvu42NgZ0745sH+HZsndOyHy78Txg1u3rJk24zdnF1cBAAAA5BbECADQiaqAnc3bQ2J/uWxZKcAs4WDC9cC4n1ta9OxpVtwlKSYmKSFc5WBtHnktbuc+yzbN49asMotcaVHuSeJ9mySHqqJwwYzvfPmyP2WJkMWhV++BpUp5uJco/fDh/fPnff9d/mfIraDJk7744ae/BAAAAJBbECMAQGcuhVV1eiZemmNW/qlF0ZjEoFXxfwaaNX9TVaiIKk+MKFjAzPJp3Pp1cQ9umsWtMy8XKxwLJAY6WvhUVpmbZ3zHhw7ultMPP/qqilf1/x6qqKv8q+LlM/TdnlcuBQRe8PcsX0kAAAAAuQIxAgAywaJGnbibfqq7W1Q17M1c8loWvBR/aEpCQjVzuzhh56yysrMsfz0p7oZ5uQRVqWJJAcEJCU3My778PBpPn0bKaZEiTimWFyni3L3Hm76+Jx49eqgskdli0sTPBg35qESJMps2rjzrdzJfvgLVqtfu0XNAEScX7dseO7L/8KE9165dunnzev78BQoXce7RY0Cdeo2Vax+Hh/Xt1aJBw5Zduvb94/cfQ4KDZPj49PNvUzyB+Li4MZ8PDfD3rV238Zdjvzd7WVUBAAAAdMHZNAAgE1SF7M2rt0l4VEpcDhb5Cqpq17VopLIotNPMKUpY5BXFSpsXeWZRPFrl4SFikuKv2JlXqydCH8fvPRa3eW9SUlJ6d1vWo4Kczvtl+r27t1Nc1affoO+nzddEBMWRQ3vHjvngUeiDVq07OxZ22rxx5ccfvnX/3h3l2sTExInjR00Y9/HOHRvu379b3K1kePijwAvnvp0w6uD+Xf+9EPl/QoSHh341drj/udNhYaGyd6hUKu1Hkfcz6bvRskT41Kj3xdgplAgAAABkFbaMAIDMMDMzr1ol4WyrhLvXzK8ECp9WKq825i6nRODF5BhhX1EUOimcXISDe9L1ffEBRVVhWxMPBic+srF498MUQ31tffsPPnP62InjB08cP+TlXaN5y/bVqte2t0/3SBPn/c80btpm1GcTlPuc+/PUjev//XX+zLFfT5MX9+/dfvTwXrt8BSZ+96PMHHKdmJjopX8vWLF84aaNK+o3bCbXSRLJZeTc2VPF3Ut/M36WnZ3d06iUpyz9cfa3x47s965a86tvppub8/8vAAAAkGX4H5cAkJGk6Ji45ZuTbt8T9lbmBe1EgXwqBwfzSmVjf/O0LnjeLDhAlKovXDuIghVEoqWw8BBVGwtbD3FjvwiPsmp40yzfxYTbDmZV3rXwLJnBo5Qq5TF3/vIV/y7atWOjn+9x+ScXFnNzr127Udt2XVOfSsPKyvq9oaM0dWPwux8dOrDryKE9YWGhDg6FbGxtGzRsWa9BEw/PisoK1tY2rdt0kTFCs7uHxiejxpXxKP//y+r7lPe8eNHcHdvWV6pc7ZsJsywsLQUAAACQdYgRAJARlY21ZZcW8Tv3JgVsSoq+rHoQnxhvJWLNzd3MRYS5CLosHMsIh5LCrpFQWQtVPlGgh4i+JGJCVe6u5pZxSdeskqwaWtRuKF62ZUERJ5cPhn8+eMhHZ/1O+p4+fvLkkVs3r6269de6NUvfemdYl679tFeuU69JvvwFNBdlLKhVp9HWzatPnTzSvEX72nUayT/NtfFxcRcvnAsIOCvn4+LitO/HNk/eF0qEpN6XZNPGlatW/GVpZT1uwiwZPgQAAACQpYgRAPASqvx2lu1aJJYuGb93pSp+v0XJSJWTvXDIL+IKivhYER0sx/vC3EGoCgiVrUhKEBb3Rcn2ItI/yf9w/OXiZi07qpwcdXwsOfL3qVFP/g0a8lFYWOjWzWv++fu3BfNn2drkad22i2Y1l6Ipt5Uo7Jh88Mv7zw85Efkk4uCBXbdv37oUeP5CwNn4+P8aRFJiovatChRwSPNpyBJhY5sn+tnTjRtW9ug1QAAAAABZigNYAoAOrK3NqlSwHPhJkvO7cQFOSSHh4s795B5Rroko0kqoCgphm7xZhJxR5ReWpUVMpDh3LP60uSjdzbxKeZH+0SKk2yG3tm1Z63/uTIrlDg6F+vQb9Mmo8XJ+86ZV2leZq9L+1ztRvV3DrZs33hnY+acfvpNN4cmTiDp1m/TpN3jajAWp1ze3SHVMSvVT9fCs+PPcf6ytbZYsnn/3TrAAAAAAshRbRgCAblSq5E0kunWL3+0Se/hPy/L+ZmHHhWuwqNBUWBQXQjlTRlLyeSriQsS9gyLmmUgokHBqlxBxZtWrmzk7qWzT3t/B78zxOT9NrlOvSaXKVVNf612tppw+eHBPe+HD0AcpVnvwMHmFQoUKy+mSv+ZFPono1KXvu+99rFkh9Xk60qbOGR+PGu/s4ioTxsI/fvph1reTp84TAAAAQNZhywgAyISk+ARVARuVpZ2ItxZFCglnV5GgEs/8RGKYSLyf/JcUKszthHNVUaakZZ0Yq3Ink/xXxC9dkxgUkt59VqpSXU6PHz0Qciso9bWnThyRUxeXYi8sPHk4XuvoD3GxscePHZAdpGat+iL5HBmn5bRd++7aNzl+XK4gEl7cTSM9luojVnbp1s/ZpdhZv5Pbt64TAAAAQNYhRgCAzqJj4tavTzr2s0V5f7My+UUeG3HnjvDdIp76iWf+4t6/IvaSiNwiYs+JiFviyrW4QxbxUS3Nmgyxeruvefpn03ArXqJ1264JCfFfjHl/7+6tTyIeK8vDwx8tX/rH7FkT5Hz7jj21b/Lwwb3ZMyfKBiHnY6KjZ0z75lHogxatOhRyLCKXOBZOnt64cUWz/sUL5/78fU7yyjHPhM4sLCyGjfhCzvz266yI8HABAAAAZBF20wAAnSQG342dt8Cq2AGV0yORJBIvJSY8SDSze2ZeWiWsLMXJRSLmqahqLUL2iYinomxp4WCfFKNSlWthXr+Gytw84zv/YNho2RT27N487fuxqa/t2Kl302ZttZc4uxTbs3vL4UO7i7uXltEhLjamVGnPQYM/Uq7t2Wvg5O9GT50ytkOHHiozs4DzfoEX/WWheGZpGRUZKROGpZWV0E3VarXqN2h+8MDOX36e+vmXkwQAAACQFdgyAgBeIikmNv7Imdg5MyydjydEFoq9UDs2sE+82SeJSS1EvCopX56kXQfijqjiTuVNun9QBN+KPxaddOBsUh5ryyoPEg5vEVEv3xjBzNx81OgJwz/80sOzomahSmXm5V3zmwmzh7w/KsX6latU/376r15VawYH3yha1K1f/3e/nzbfLl8+5dr6DZtNnDSnrEf5LVvWrF65+MH9u1279/9l3jJ5q6SkRD+/EyIz3h36ibW1zYH920+dOCwAAACArKBKSkoSAHJIklpiYmJ8fHxcXFx0ZPDDfRWUq8q1PaQytxYwAAlnA+P3HFPZWJq5FVMVdzZzK6oqYCcSE2NnfmXpvDMp1jo+rLJwbql6cs7CaZ+Ijojx72BW1NzM/KiFU1j8HXtReoRF88bCPGu2RDt0cPekiZ+1aNVx5MdfC5iepPhnF7c0UOYTyu23sXOxUbO2tra0tDRXU6kJAAAAA8ZuGgDwEmZOjtbv9hS2NtoLE6/eFJEBiWEFE/O0MG/bybyse/y+/ImXjiZGFLBo1dKsfJmE01Xjzm00Mw9MvLIrsUIlMzdnAQAAAECNGAEAL6FyKpR6YdymfSIub4JTH8sWrVQOBeQSc8/y8RfKJYSE21SvJPLmMWvWIrFytYRdm+OPHxIuJ82Kts6qjSMAAAAAY8f/MgaATEuKfJpw8pzVwA8smtYWz7eHV7k6i3y1VaUiZYlIvmxhbla0iFnfN8w8qsWu3WHesJ6Zo4MAAAAAQIwAgFeQGBpmM36EWeniKZabNahpHh37wiJzc/NaVWxKFku6FyqyIkbUq99007aTAgAAADBmxAgAyDRz92JpLy9VPM3lqiKF5J8AAAAAoEaMAAAAAAAAekWMAAAAAAAAekWMAAAAAAAAekWMAAAAAAAAekWMAAAAAAAAekWMAAAAAAAAekWMAAAAAAAAekWMAAAAAAAAekWMAAAAAAAAekWMAAAAAAAAekWMAAAAAAAARx41AQAAEABJREFUemUmAJiScV+NbNfKp3/vVomJiSIrLJg/S97h9q3rdFxfPu7O7Rvmzpkqcs6Hw96Qz/nunRBh8J49fbrkr/mbN67SLJn/y3T55Hft2CRew+VLAR3a1tq0YaUuK8fFxv69+Nchg7p36VDvoxEDFv4xJzY25hXWkXbv3PTh8De7dmrw3uCeP8769t7d28KAPQ4Pk2/10Hd7ZepWF877ff7pEPmfWOcO9QYN7DJr+viwsFABAACAFxEjABMiB0WnTh4xMzeXM0cO7xU54crlC7NmjL93z6BHoYZj86aVS//+7dmzKJF1Ih6HT5k0JjEhQZeVnz2NGv3pu/8s+fXB/bvFS5QOCrq2YvnCMZ8NjX72LFPrSL/89P2Mad9cuxLo6ur++HHYtq1rP/5wYMitIJGLyNoy6uNB586eiouPK168pPye79yxQTaaO7eDBQAAALQQIwATsnvn5sTEhNZtusj5bVvWiqzQtn33yVPn+dSoJ4zHsBFj5HMuWMhRmJ6HD+6N+3qk7luF/LVoXuBF/3r1my5fufuHn/5a+u+OKl4+Fy+cXfjHnEytc/jgnk0bV7i6lfh90boff14i1+nec0B4eOhkmUWyaCOdHHf/3p05P04WImnoB6OX/rsz+WUu39G0ebuoyCfTpn4lAAAAoIUYAZiQHdvXy2mv3gMdHAqdOnk4S/ZTKFrMTY48jWtgX9ajgnzOVlbWwpTExsasWf33sPf7ynDgUtRNl5vEREdv2bxazgwZOsrSykrOWFvbjPpsgpzZunXts6dPdVxHWr9umZz26TuoSBFnZcnAd4bLp3H92qWzfidFriBjX0xMtKwP7Tv2MDNL/n+vdvnyfzhyrENBx8AL526H3BIAAAB4jhgBmIpLgedv3bxernwVx8JOcrwkl2zf9pIDPSiHJ7hy6cLmjavGfDa0a6cGIz7ov+zv3+X4U7NOmseMOHJo7/hvPu7bs2X3Lo0++2SwvKgsnz1zwkcjBsiZE8cPyltNnTJWzv/0wyQ5f2D/Du17kBflQnmV9sVNG1bu2rHp7QGdhgzqvmrFX8pV8sks++f3zz8dIh/r4w/fWvTnL5FPIjJ+XSmOGfEo9OG8n6cNG9q3U/u6H7zXZ9aMCQH+vund9tiR/fK23038THvhN2M/lAv/WviL9sI3+7Xr2rF+fFyccvG8v++Yz97r36e1fJ5jxwxbt2ZpQkK8ZmXl8ARTvvsi8IL/6FHv9u/daurkL995q/MfC36U18qpvHbr5jXa9y/H8JO+Hd2re7P33+0l36ibN66JDO3dvVV+WPLt+uTT8Q0athA6uHz5QlxsTLXqdQo5FtEslPOVKleTy/18T+i4Tnx8/MWL/nny2tWt30T7/hs1aSWnJ44dTPPRPxz+pnzV169d1iyRGUUu6dC2lvYBKeTbIhfK74ByUV4l3673Bvfo0qGefGfm/DT5VtB17bv95afv5fo3rl+RX5XePZp9PHLg8edP4MC+nV+Mfr9b54bye/7Pkt9iUh32IuOvikPBQvUbNG+j3vJIw8LSUsYvOXP3rhEcowQAAEBvOJsGYCp2bN8gp02atpbTlq06ysH85k2r+r/5nvITbgZ++3WW/7nTtes0atu264kThxb/NdfP78TESXMsLNL+B2TKd2OUsuDsUsxW2J73PyP/hrz/acdOvWrVamimMtu2dW3RYsUbNW5VokQZoaMklZycOXPsyKE9yoJodRCRoWTc1yPDwkItLK1KlCh9506wHK/K1/XlV1OreFXX5Y7lOPnzz4aEBAfZ5StQomQZWShuXL+8c/v6oR+Mlr9vp16/uk8dCwtLGQKSkpJUquRnJZuCv/8Zoc4NmtWCgq6GPrxXp14TORaVF7dsWj3nx+Sw4uBQqFix4ufOnT5z+ujGDSvGjZ9VzM1dLleJ5LsKDw/9auzwqMgncv7Ro4fyHZPV5szpY1Wr1ZIVqUyZcpr7X7v6n2vXAs3NLdxLlJbDdflw+/dt/2Phunz5C6T3Sq2tbbp07de1+xsFCznKcbjQwdUrF+XUw7NCiuVly5aXX4kbN67UrttIl3Vu3rwmw4SHR4UUW6PIdZT3Ks1H96lR98qlAPllK1mqrLLEzzd5G4rEhIQLAWe9vGsoC+X7I6c1azcQ6uN9jhjW/3bITeWdefw4fMvGVVs3rend953+bw5R1lc+tSWL5yvfpcCIczY2tnJmxfJFC//4Sc64FS8ZFfXk78Xzd+/arP18XvpVadWms/xL8SpCQx9cCPCTM/L5CAAAADxHjABMghxH7du7zdLKunGTNvKiq1uJCpW85Y+6hw/uqd+wWca3lUPK4R9+2bpt8u+9Ml58MeZ9ORTftGFFpy59Uq+8c8dGWSIKFio89utpnuUqySXyp/4vv/jg919nN2jYvE69xoUcC8sYIQfkmsGhTlRJInmDiz116zd9Z9CIO3dCiqp3NPh5zhRZInr2HihHm3KwLZdsXL9i/tzpv8z5/pf5y17aWaSjh/fJ4WXHTr2HvD9KXpSJQS6Z9N3ohX/OadOuixzTplhfxgXvqjVPnjh07WpgaXUduBQYEP3sqZmZuRwhy/dZaTTKCLlGzfpyevdO8K/zZsin98mn4+s1SH63n0ZFzp418dCBXT/M/nbqjN+SH1ckv8BzZ08Vdy/9zfhZdnZ2T6Oiylf0io+PU2JEtx5vaj8NWSLeHjSifYee1jY29+/dGTP6PTk23rNnq+wX6b3SRk1aKVsi6C4iIlxObW3zpFhuly+/nMqhvq7rPE57nfz5ktPJ4/DwNB+9Zs36y/5ecM7vVOcufZUl8v2R73NiYsL5c2eUGJGYmOjre9yxsFOpUh7y4oLfZssSUb1G3VGfTshfwF4uOXXi8NTvxy79+7fKVaopN5EfsVB/l/r1f7dNu66+vicqVa4adOPKoj9/ls9Z5iH5tovkDU9OfTthlPbzyexXRYqJif76yxFPIh43btqmUKHCAgAAAM+xmwZgEg4f2i1/b69du5FdvnzKkhYtOsip7AIvvW0ZjwpKiZBsbG0/+uhrObNh/b9prqzc4XtDRyklQvIsX0kOJuXI8Pw5X/F65J18NvpbZxdXOTh3ci56/OiBS4HnK1WpPmDgB0qJkORv1PXqN7t181qK/T7Sc/du8mkOrKz/+8Ve/mwui8mID78cPuKLhHTON1Hdp46c+p45oVz0U880aNQiISH+4oVzysLTJ4/Kae3aDeV06T9/xMbGyFyilAgpT167Tz+bKIfQ5/3PpDhiwiejxlWs5O1eoowyJE6PHG/LPCFLhJwv4uQiR8hyRvYRkaVkEBHJESFviuUF8ieP82Oin+m4TlRUZJrrKL0gOuZZmo/u4VlRvlEyFij5QL69Z8+eqlO3kRz2+z/fCEV+ASKfRNSomXz8VBlltm5enb+Aw5gvJiv3LNRv1IC3PpAz//y9QPvOa9Zu2PeNdx0KOjZp2kZGq00bViUlJfbpN0jztlfxqt658wu5LbNflcgnT778/IMb1y+Xr+D1wbDRAgAAAFqIEYBJ2Lljo5y2bN1Rs6Rx09bWNranTx2VQ7iMb5tiH3g395LF3Nzv3L714P7dFGvGx8dfOH/WzNy8Tr0XDg3Q/80hi//Z8tJNMF6qfIUqyiESFVfVY28vL58Uq1X3qS2SzyF6Ueiguk9dOV3576JvJ3y6c/sG5UW1aNWxUZNW6R3hsmat5O0dNBHBz++kvX2h5i3ay3n/s6flNC42Vi6UY+kC9g7yYtCN5N0QGjZqqX0n8oXUrZv8LmnvpGCbJ28Zj/JCByledYmSyTu8KGP+LGSu3sojITHVSFu9p4OZuZmO61iotxpITIxPuYp655T0NmCRo31Zc6KfPZXFQV6UX634uFgv75ryjQ0I8FOOuHH65BGR/IkkR58b168I9c4d8m3Uvp+GjZIPkHHzxZ1BqlR5YS8emTnkVPlENJo0a6t9MVNfFRlQvvnqwwsBfrJATZk2X1YVAQAAAC3spgHkfo9CH545lbzXwPKlfyxf9qdmubm5uRw0bdm8ZsDA9zO4uUtR1xRLCjs6hdwKunsnpPDzMyMoHj8Okz8vOxZy1mX/iFeQP7+99sXbITfl9O/F8+Vf6pWVa1+qZKmyAwZ+sOjPn48c2qMcRKBEybJt23Vr3bZzmhvei+RjYbgWc3X39z8jx8OJCYlyYFynTqPy5auoVGb+/jJGvHPu3Gk5bNac7jQ4+Ia8qnARpxT3U8TZRf08gzVLChRwELpJsabyVBPT2ZTjlRUsmHySlMiIxymWP3mSvCRv3nw6rqPsofAk1YFFI5R17PKl8/iimk+d3bs2+/me8CxXyVd9LMzKlavdu3dbDvIDL/hXqOR9+vQxCwvLatVqieT3OUiotxNJcSd2+fLLPBHxODzyyRPNlkEpvkv378skpyrk+MKeFEWcnIU6lygy9VXZs2vzxQtnK1Wu9vmYSWbJ/6EBAADgBcQIIPfbtXNTovqHa/9zp1Nfu2XzqjcGZHQYSzNV2lcphznQZmmRfLBGZaP615QQn8a4OsWQT6V+zu7upfMVsE+9cpEiLkI3PXsPrFuviRz0ytFs8M0b8gf2X+ZM2bN7y8TvfrLNkyfNm8gfydevXSrHw7FxsbI7yDGnXNPDs4K/v29iYqLyc72y74B8NxLi4zN4T8y1RqrmFrqOWlUqfWzXpoSGJ+oDamqLUKcH5R3WaR11jJAtIOU66mNJFCmc7idVo0Z9+VrP+p2Un5Gc2uUrULxEqcpVqq9a8ZeMQaVKe14IOCvfZ+Uoocq+EkmJianvRzlopfYhV81fDATKCkmJSUJrsfy+WWltiSMy81VRjrXZoWMvSgQAAECaiBFA7rdzR/J5NKbP+qN8hSray+UIeUC/dqGh9zM+jOXD0Pspljx4eE9OCxVMeUC+/AXs5a/Qjx49lANy7bpx//7d40f3e3hWlH+p719ZM8Vw/UnkY/EyLi7Jm2y0bNNJc4DDV+bqVuLNt/7bPOR2yK0vx3wgf3vfsWNDeseDrFmrvowR8rd6ZWeByl7V5FQmicCL/pcDA06ePCLfCuXFylFu0WLFb1y//OD+PWeXYtp3cv9u8g4yymDeMCkR4cqVCymWX76cvKSket8QXdZxKFhIvhM3b16LiYnWHN1Ds06JkumeZsIuX77yFaucO3dGhowLF87Wq9dULqxUqap6I5Qz6vczSTlKqFRUvQnPgwf3UtxJ5JOIp1GRNrZ5bGxt03sg+SncDrn58KH8jP6/HdDj8LDYVGf31PGr8vhxmEg+MYe7AAAAQFo4ZgSQy128cC741g3Hwk4pSoRQj5Obt0w+0sHWLWsyuIcjh/dqXwwKuhpy66aTczHlnJQpODsXS0xIOHZkv/bCQwd2zf156skTh8Xzn6C1WVkm//ic4tAVyg/LGatbr3Hy0zu0N8Xy3+bN7N+71cZ0DrGZwvy5M3p1bxagdVbOosXcOnZOHljeuxOS3q3kj/NWVgqwXOAAABAASURBVNa+Z46f9/ctUKCgu3vycFrGCKHeDuXWzWu11IeuVCj7uezbu037HuJiY48e2SeSD5ToIzKiEjnHs1xFu3wF5JsT+vD/QUrO+589ZWllXaq0p47ryA+9uk+d+Pi4w8/PzKrYs3uLnJYrXzmD51CjRr34uNg1a/6W3yvlHbbNk6esR3n5zh87ekA8P4SH5FIs+QQr8mv29MVjZ+zbu11Ovbwzep8rVvKW0/37dmovPHRwt/bFTH1Vxk2cvWnbSXfdT14LAABgYogRQC6nbBbRqHHa53Rs2Sr5kJZnTh/L4DCWMiWsX7tMmb97J2Tq5LHy5+h+/d9Nc+XWrTvL6fx5069du6QseRT6cOW/f5mbWzRu0lo8PxnBvXt3Ep9vTi9/apbTTRtWymgiks+/EL1m9d9HXhy1pkmO9KrXqOt/7vSqFYs1C2UHWb9u+eOIcOVwgy9Vuoxn5JPHfy2aG/3sv3M6yKHsgf07NU8sTRYWFtWq15a/1V8KPF/F679DIVZOHiqrlLKj+bleat+hh1AfsOPA87Hus6dPZ0wbd//+Hc/ylcuULZf+sxPW6rfrzt0QoRfy5Zz1Oxka+uD5o9u0a99Nzkyf+o38XORMbGyMnJczLVt2VDY00GUdqUu3fnL65+9zQoL/O5bHn7//dPdOsOw4yhk30+NTI/lz3LBuudA66qSMQdHPnh7Yt6NkKQ/NgUtKliwra0XE47Apk7+IfH58ilMnDv+16BeR/Cn0zOBRWquP0rps6e+ajiZjx+K/5mqvk6mvSuBFf/lOhj16KAAAAJAWdtMAcjP5Y/L+fclnuGzUuGWaKzi7uHqWqyQHTps3rXrr7WHprTN/7vSl/yxwdHS6fu1yUlJi8xYdmrVol+bKbdp38/M7eWD/juFD+7oVL1nAvuDVKxefPY16Y8DQouofrosUdrGwsLwZdPWdtzp7eFQYM3ZK02ZtN29cde1a4JBB3d2Kl7p7NyQuNvaNN4emGAqmqf8bQwLO+/2x4Ie9e7bmyWsXFxcbqD655keffJP6uJtpata83b49206fOiKfj2vxEnJJ8M0b4eGh5St4tWjZIYMbythx9Mi+mISEipW9lSXyF/syHuWvXAqQL9BHK4V4V60pX/7iRXOnTPp8/txChRyL3LhxVf7aX8jR6aOPv8n46RUtVlxOt2xcFXDOt1mL9t16vCGy04+zv7t+7dLwD7/UnMy1Y+fee3ZtOet3ok+vFvIDvXXzekz0szIeFTS7Kui4TtVqtWSgOXH84Hvv9ihRoszDh/dlNbDLl//Tz79NvbGMttJlyuUv4KBeOfmAEcrCihW9V634KyEhXjkwh0LezyefTRj9yWAZIPr2auleovTjx+Gh6l2KevR6S8ajDB6lXPnK3XsOWPnvognjPi7iVFQWlls3r3l51wwI8NOsk6mvyuyZE+WX/ONR49P7LwUAAMDEsWUEkJvdCLoaFfnEpaibHNGlt05T9fkL5e/5yuEPUuvbb7AcnRZzdb99+1aFil4jRo4d+cnXIn2ffzn5ncEj5S/ecsApS0SpUh6jv5jUq8/byrVyxD70g8+sbWzv37v9UL1hv7WNzfTZv/fpN1g+ydDQ+15ePl+Pm9G4aWuhAw/Pir/MX16zdsOoqMiLF849vH9PjninzljQPMOOoE2OYL8aN/2tt4cXLOR47WrgzaBrHp4VhgwdNWXqPOWwiOnR7B2gfZJI9cYRyb/byxelvXLvvu+M//YH+WwTE5PkQ8jf2N8eNGL+b/+6qce0GZBD6FatO6tUZkFBVyMjI4Te2dsX/OGnxXXrN82fv8CN61ccCxeRn9S0Gb9pTkuh4zrS1+NnduvxpouLa/CtG1ZWVk2atv1l3rKSpcq+9DnUrNVAvLifRRUvH+UQnjW1tkARycfLdP553lL5lXZyLnrr1g0zM1Xjpm2mzViQXmjTNvCd4fIzkt+fqKgnZmZmPXu/PeG7H7UPffLKXxUAAACkpsqS494DeDVJaomJifHx8XFxcdGRwQ/3VVCuKtf2kMrcWuSo+b9MX79uGb/umpRPRr7doWNPHWMQ9C8p/tnFLQ2U+YRy+23sXGzUrK2tLS0tzdVUagIAAMCAsZsGAOA/9+/duXo1MIPtaAAAAIAsQYwAAPznx9nftW/f/aU7jwAAAACviRgBAPjP6DHf5ctfQAAAAADZjBgBIF1D3h8l/wRMBiUCAAAA+kGMAAAAAAAAekWMAAAAAAAAekWMAAAAAAAAekWMAAAAAAAAekWMAAAAAAAAekWMAAAAAAAAekWMAAAAAAAAekWMAAAAAAAAekWMAAAAAAAAekWMAAAAAAAAekWMAAAAAAAAekWMAAAAAAAAekWMAAAAAAAAekWMAAAAAAAAekWMAAAAAAAAekWMAAAAAAAAekWMAAAAAAAAekWMAAAAAAAAekWMAAAAAAAAekWMAAAAAAAAekWMAAAAAAAAekWMAAyFSqXSvnh5Zzu5TADAC5I0c2ZmZqrnlCUp/hkBAAAwWMQIwCAoQwjtgURCbLgAgPSlKBEAAABGhBgBGApGFAAyxew5qgQAADA6xAjAICgDCQtrR/sa2+Li4mJjY+U0Pj4+ISEhUU1ZLSkpScDExMTEhIWFFSxY0MrKSsBUaUKDUh/Mzc0tJGsHOSOvUnqEAAAAMB7ECCCHqbSYmVtZ2VcXsbFJsbEiLk7+qRKSmSUlkSFM1rMnT8JibtjblLSwsxMwbf/9Q2FmZqGwtDJXY+MIAABgdIgRQM7THDBC84OnTA/KRXWLSFBKBD3CNEVFRT179kx+GaytrQVMWOp/KCwtLeVUiRGajSPoEQAAwCgQI4CcJIcNSmLQDDCSnm8EoYwulH00NBmCHmGC5LdC9gg5tbGxETBV2ufLeGFPDTXtI0cIegQAADAGxAjAIGi2vpYDDKHVJpQSwZYRpkx+DZ4+fUqMgCY0aPcIDfbRAAAAxoUYAeQ8ZQghhxaaiylKBBnClMlvQnR0NDECiv8fYuZFHDMCAAAYF2IEkMOUPTU0PUIzzNDsncFmESZOfhmUGMHZNKC9s4bmJBraMwIAAMBIECMAQ6F96j5lSoaAUH8T4uLi5NTS0lIAL+6vIbS2ldC+FgAAwMARI4Ccp30YS808B62EQn4lZIyQU+V4IkDq7kCJAAAARocYARgEZQihSRLaSxhdmDj5BUhMTFQ2xReAWup/FviHAgAAGBdiBGBAGE4gTdqVChB8GQAAgPEjRgAGjSEHUhwgAAAAAMgF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VElJSQIAkKNu3LixatWqNK+KiooKDg52c3PLkydPmiv06tXL1dVVAAAAAMaDLSMAIOeVKFFCpVIFBgamea28SvaINK/y8vKiRAAAAMDomAkAgAHo27evhUXmArFcv0+fPgIAAAAwNsQIADAIzs7OrVu3ztRN5PoODg4CAAAAMDbECAAwFG3atHFyctJxZbmmXF8AAAAARogYAQCGwsLCol+/fjquLNfM7G4dAAAAgIEgRgCAAfH09PTx8XnpanXq1JFrCgAAAMA4ESMAwLB069bN2to6gxXy5s3bvXt3AQAAABgtYgQAGJaCBQt26tQpgxXktXZ2dgIAAAAwWsQIADA4TZo0cXd3T/Oq4sWLN2jQQAAAAADGjBgBAAbHzMysX79+KpUqxXK5pH///vJaAQAAABgz/hctABgid3f3Jk2apFiYwRYTAAAAgBEhRgCAgUpxbAh7e/vOnTsLAAAAwPgRIwDAQNnY2HTr1k1zsU+fPhmfZQMAAAAwFsQIADBcdevW9fT0lDNeXl7e3t4CAAAAyBWIEQBg0Pr27WtjY9OnTx8BAAAA5BaqpKQkAQAwYHfv3nV2dhYAAABAbkGMAJA5/KMBU5P6HKsAAAB4TRYCAF6GAAFTpv39J0wAAABkCWIEgIxohmEZzAC5kqY7aM8oX3uSBAAAwGsiRgBIlzLu0kwVKZYDuZVSHDTTFEmCHgEAAPA6iBEA0qbdIA6euxUVHZekRfMTMZBbaXKDna1V3YrFzMzMNEmCHgEAAPCaiBEA0qVJD4t3+N95FCUAk1SskF1NTyczLYIeAQAA8HqIEQDSoH1giMTERGXe3ExlYW4mAJMRn5CYkJjc4+Lj483NzZWF2rtsAAAA4NUQIwCkTbNZhIwRSpvoUL9i5wYVBWAy1uzzX3fwvPz+x8XFaQqdUiKUvTYEAAAAXgkxAkC6lBKRkJDA4SFgypQYIZ5vE6HspqG5iiQBAADwCogRAFLS3kdDezcNwDQpMULJEJL8L0JOyRAAAACvg92/AaRN+2waAjBt8fHxCWrKXkv8RwEAAPCaiBEA0qBdItgyAiZO/leQokRoCAAAALwSdtMAkC5GXIAiUY3/HAAAALIKMQJA2rQHXQzAYOJSbBMhAAAA8HqIEQAywtALIEMAAABkOWIEAAC6okcAAABkCWIEAAAAAADQK2IEAAAAAADQK2IEAAAAAADQK2IEAAAAAADQK2IEAAAAAADQK2IEAAAAAADQK2IEAAAAAADQK2IEAAAAAADQK2IEAAAAAADQK2IEAAAAAADQK2IEAAAAAADQK2IEAAAAAADQK2IEAAAAAADQK2IEAAAAAADQK2IEAAAAAADQK2IEAAAAAADQKzMBADknKSlp/4FDn372ZYdOParXqN+0RbuB77y3aPE/ERFPRM65ffvu2K8mnA+4qFnSt//ACpV9gkNui2yWmJi4bv2mKVNnaJZMnTZLPvSGjVsEnpNfD/metO/YXQAAAMA4ESMA5JiwsPBB737w3vsfbtqy7UbQzbIeZSwsLI4dP/n91Jlt23c5cvS4yCGTv5++eu36pMREoXcBARfHfPlNSMgdAQAAAORe7KYBIGfIH7ffGDDo2vUbjo6FPh/9SeNGDfPY2sjlARcuTpo8/fQZX9kpfv5pVuNG9YUB+HLMZ1FPo+RTFQAAAABeG1tGAMgZ4ydOkiXCw6PMqn//btu6pVIipArX5uujAAAQAElEQVTly/35+7zWrZonJSV9OXbcvXv3hQGoWLF8zRo+NtbWAgAAAMBrY8sIADng5q3gLVt3yJnPRn1UuLBjimstLS0mT5oQcvvOuXPnV65e98HQwXLh5q3bR336xRv9e48ZPUqz5qOw8PoNm3uULbN29TLNwqfPov/+Z9nRYycuBFwsXbpkrZo+b77RL3/+fJoV4uLil/y9bM/efYGXLzvY21esUL5J40bt2rZSqVR3795r2qKdslrPPm/K6ZaNa9zd3fr2H+jrd2771vWuxYoq196//2DG7J/kM7x//768B5/q1d7o38fevoDmUeTN5b3t37PtryVL9+07cOFCYPkK5Vo0a9KzR1czs7RD8LgJk/5dsVrO7Nq9t0Jln06d2k/+dpzm2uMnTq5Ysebo8RNORYp4eVXu26dn6VIltW8uH27xkqWnzvjeuhlcpUqlRo3q9+jWxdzcXKQjIuJJ7XpNWrZo9tGHwxb+9ffRY8eio2N8qlXt16+3t1dlzWrdevR7FBa2YvmSmbN/PLD/UJUqlUd/9nFxN1d51arV61auXiMfztLKSt6wVesWzZs2Vm41c/acBb8vHPnhB+8OGqj9oL//vki+bx+8/+4HQ99Vlpw67btmzfozfmefPXvmU71qh/ZtG9Svq1l/+45dIz8ePe7rL2xtbefOX2BlZdmpY/tuXTop1z5+HDH/19/37j9oplL5+FTr17dX2TKlBQAAAAweMQJADti2faec1qlds26dWmmuYG1l1adXDznU37FzlxIjdHQ+4OLwDz+Rw3JbGxtPz7I3bwbLse7yFatnTp9cw6e6ss53k77/d+WavHZ5i7u6xsTEyCwi//btPzjt+2/t8uYd9sF7W7duv3L1Wq+e3WUoKVAgf+pHCbhw8c2B7z6Neiobh6eHx9Wr106cPL3835UTx3/dpElD7TW/nzpz0eJ/XF2LFSvmcuLEqSNHjp0/f2HihK/SfPKNGtRXqczk/ZQpXap165Zly/5/XL3kn2Xy3bC2tvL09JD3IJ/A1q07Nm9crXl669ZvmjBx8rPo6IIO9rKenDx9Rr6i5f+u+nXeT4UdHTN4x0JCQvq9MTB/gQJNmjR6cO/Bth275N/cn2fXq1tbWUE2Gjn9ZNTn8jXKmWMnTir9aPSYr5TDasomYmllKWvRpi3bmjRuOHPGFPnxtW3TSsaIHTt3p4gRW3ckf/SyOCgXJ02ZLsOQnCle3LVQQYet23Zu3LS1XdvW8rPQfvSjx47Lq5Ql0dHRykx4eHiX7n0ePHhYsWL5O7fvyo6zbv1G+Xo1HzQAAAAMFjECQA64cuWqnFaoUD6DdWrW8JHTy5evxsXFW1rq+o/V5CnTZYkYOmTQoEFvyR4hlyxfseq7SdMmfz9j5fIlZmZmoY/CVq/dIH/5X7xogbLVwNVr14eN+HjT5q1v9u9TuXLF998bdOHCRRkjunXpWKlShdQPERsb99XXE2WJkI8y9L1BFhYWiYmJi/76Z9qM2V+Pm7jee4WDg72y5sOHoRs3bflr4W/yB3958cb1oJ79Bqxas+6tt/qn2KhBIUOGHOfLGOHuXlw+De2rZIn4dNRI2Ufy2Nrcvn138HvDrl+/sXnLtj69e8hr5YuaOOl7OTNrxpSWLZrJAXx0TMyUqTP//XfVvPm/f/Xl6AzeMZlvKpQv9/tvvyhdo+Wu5h+O/PSb8d9uWLdSeQOTkpLu3bv/7Nmz6dMmVa/qHRBwUS6X6UGWCPkqZkyf7FG2jFwtKOjWqM/G7Nm7f8Hvi2Q/KudZtly55G5y48bNEiWKK48l25BcUtXbS9mw4uChI7JEyDv5fspE+RzkEvlAn30+Vn4W8q1o27ql8uhyKktEm9YtRn44LCTktpv6tkK9XYy8lXx7lc1V/v5n+XeTp306euzm9avy5M0jAAAAYMA4ZgSAHCB/zZZTzagyTcrP73Isqqysi/0HDp0+41unds3hw95TBtJSrx7d5Dj24sVL23fslhdvh9yOj5d1w1Kzr4QcDH89dsykb8c5ORXR5VG2bttx4WJgo4b15aPIEiGXyLsa+Fb/Du3byCiwdPlK7ZXferO/UiKkEiXdWzRrItSnzBCZ1KRxw4ED+itH1iha1LmvukEEXrqsXLvor79lHJH9pVXL5sqmBDbW1mPHfOrqWuzfFatf+gZ+NHKYZgsL+QzbtWkle8euXXu11xn63mBZB+RbpGz68fMvv8rpxAlfKyVCcnd3mzxpgnz0339fGBMbK5e0b9tGTrft2Km5kw2bNsup/DiUi3PnLZDTr7/6XCkRkrz/cV9/IWd+W/Cn9qMXdnSc9N14N9ditWvVKFbURbN8wvixmh1n+vXt1bpV8/v3H2zZtkMAAADAsBEjAOQYZdicnti4OGUmMUnXU2xeDLwkpzVr+qRYXrd28s4gAReSE4Cnp4ezs9OJk6f79B/4z9J/lZvIftG5U/siRQrr8ihXrl6TUznsT7G8Zctmcnr92nXthdWelwiFssdETGyMyCQfn2raF8uoj4zw5MkT5eLFwEA5TbF7ggwltWvWSEhIkOkkg3suVsxFs0eGoknTRnJ68uQp7YU1tJ5AbGzc9es3ZH3QPrRE8rMqXapixfLRMTE3b96SF9u2aSk/4h3qBqTYsmW7fFat1Zs8SOf8k3c8qV7thbeoZMkSJUoUDwy8rBQNhbd3FWsrqxTPvGyZ0pqKoWjcqKFytwIAAACGjd00AOSAwuph/61bwRmsc0095pd0P6HmzaDkMfAPP/4i/9K4Vj1CtrKy/HbC16M+/eLsWX/5J5fIn9bbtW094M1+2oefzMCNG0Fy6uLinGJ5UZfkX+xvBr/wolIEDguL5B1DEhN0zSsaBR0cXryf5H+9E57fj/LS3nwr7YNrBMm3pYFIT3E3txRLnIskbyESfPtOek/gsnovG+X1piAX+vsH3LoZLEuBjD516tQ6fPiosqeGXH7t+o3GjRs4Fioo17wVHBKfTFTyqinScu3a9fLlPJV5zZ4v2oo4pYxHyrYtd+/eEwAAADBsxAgAOaBShQobNmzOOEYoI17503cGJ9RMSIjXvqjseSFvkuZRJ4s+zwd169TatGHV2vUbr1y5KofxAQEX5//2x7oNm+bP/VGXczEkJCSI58cySC3F2SvMzbJmAzSzDO9HubZWTZ80V8uXzy6D26rSueekxBeKibnF/19XQnzy256YmG5S0azctnVLGSO2bNs+dMigLduT955o06ql9nPOl99OfhnEy6R5ThBzs5QLlQ9F+8wpAAAAMEzECAA5oEXzJpO/n37g0GHtoxtKP82Z175d65IlS8TExi5dvkIuqft8DwJlVJ+iAISHP9a+6OpWTE47d2rfv19vkSH5S/vAAf2V+adRT0eN/mLvvoPzf/19+tRJ4mWUgy+m/vn99p3kTQkcC+m6HUcWcnUtJt/J0Z99XM7TQ2TSg/sPUiy5e/++eL71Sprc3ZM/srv30tgA4b834fn5O1o2bzp+4qTdu/e+9+47O7bvsrWxaaY+aoZUrKiLhWRm8ftvv4hXEhYenmKJ8qG4uboKAAAAGDaOGQEgBzg7OzVv1kRWgNFffPUgNFRZKEeSc+cvaNex++gvvv5m/Hfnz1+wsbbu16encq21VfL2Ebdf3Hfg+PGT2hebNE4+ZMCevftTPNy0mT80bdFu2b/Jh5bctHlri9YdFvyxUHNtnrx5hg8bKmdCbt8WOpAjf/H87KTatm/fJVId3CGzMj6ORnoaN0zeDWP3npQvvO8bb7ft0FXZGyU9167fkH/aS3buTD7KQ/26ddK7SYEC+Qs62AcF3fL1O6e9/MrVaxcvXsqfP185z7LKErt8dq1btTgfcHHrtp3BIbdbtW6uHINTIZuUDArHT7zwIcrvQ4NGLbr37P/s+Sk80+PvH5CiRu1QP3PlawAAAABDRowAkDPGjP4kr13ec+fOd+/Rb/uOXXLk6eRUZMXyJdWreW/YsHn9+k3yV/MpkydoznBRooS7nB46fGTvvoNCvY/A/gOH5s1foH2fZcuUlgPRI0ePL/zrb83CffsPLl68NDQ0tG6d5I0sqlSpfPv23cWLl928+d9OIklJSfLhRPIP/u7KEhv1mTjk4DnNZ96yVXM5FJd3+8OPv2h22fhz4ZING7fYFyjQtk0r8Rqsbf5rLhnsBJFaly4dHR0LLVjwp6YOyKckn56v71kzlVmaJyjVkC/hy6/G3bt3X7n456IlMhx4eJRp2aJZBrfqo45EX3094WLgf2f0uHkr+Iux4+Lj4/v27qm9V4WyX8b302aK5L02XnhzBrzRT04nfz/j/vOtM54+ix47dnzoozD5nDXnQ0mPfI2fjRkb9fSZMv/rgj9lh6pZo3rGrxcAAACGgN00AOQMFxfnv//6/atvJsoeMfLj0XL4WqFCuZDgkEdh/217LwfJ+/cf8vaqohwDskSJ4r16dl/+78r3h410d3eLinr68GFon949ZJ7QvtuhQwadOeM3ddqsrdt25M2TJy4u7uSpM3L55O/GK7tXuLkW+/jDYTNm/9SlW29v7ypySWjoo0uXrxQu7Djs/SHKnShrjh4z9rcFf3419vMU54woXKjQ1O+/G/HRp/N/+2Pp8hWlS5UKCgqSTztPHtsJE75Sjs74yoo6O9tYW1+4GNi+U/eKFSpM+/5bXW4lx+3Dhw0dN/67NwYMkqNxueRRWFhg4GWZe2bOmJLx8SZkWAm+FdKidcdKFcvfuhUsQ4CDvf2USROsrCwzuNWQwW9fuBC4e8++rt37lC5V0tLKUj6cLAJ1atd89923tdesV69OoYIOMjfIz1Feq31VlSqVOnduv3btxm49+np4JG9MEXTzpkxF5ct5fvbJSPEyFcqXCwq61ahJS08PD+UjkG/dB++/KwAAAGDw2DICQI7xKFtm6ZI/f/pxequWzYsXd7ty+aptHts6dWp98/WYrZvXypnVa9e37djt9GlfZf1vvvp84viv6tWr/Tg8okzpUqM/+/irL0en2K9B/iq+asXfzZs1iYh44ut79u7de82aNl6yaEGnju0067zzzoBZM6Z4eVW+fiPIPyCgUKGC7783aPXKpa7FiiorvNG/T62aPnFx8ZevXI2IiEj9zOvWqbVy2ZKGDeoVKFDgwoWLMqwMHPjG2tXLmzdtLF5Pnrx5vvziM7t8djdu3Lx//77uN+zRrfOiP3+tXq3qzVu3ZI6Jj4vv2b3LmpVL5Zuc8Q3t7e3/Xba4a+cOIbfvyMeVfeefJX++9NgTFhYWP/0w/ZORw2URePQo7P69+40a1Z829bsFv/6c4oCjlpb/ncuzTasWqY9DOWniuK/Hfu5S1EW+1X5nzxUsWHDE8KGLF/4m3wfxMkWKOMo127ZuFRwSYm5uUbtWjX/+/jPF+U0BAABgmFTpHRAegMlKUktMTExISIiLi4uNjf3k1wP3H0d3blipc4OKQl/kE1izdsPfS5f/Nv9n+dO6Qoh7TAAAEABJREFUQFaTvaZ2vSalSpbYuH6lQFrW7PNfd/B84XxWn3X2tFGzVrO0tJRhxczMTKUmAAAAkEnspgHAQMmRXreuneSfAAAAAJC7ECMAAAAAAIBeESMAAAAAAIBeESMAwETlz58v4NxJAQAAAOgdMQIAAAAAAOgVMQIAAAAAAOgVMQIAAAAAAOgVMQIAAAAAAOgVMQIAAAAAAOgVMQIAAAAAAOgVMQIAAAAAAOgVMQIAAAAAAOgVMQIAAAAAAOgVMQIAAAAAAOgVMQIAAAAAAOgVMQIAAAAAAOgVMQIAAAAAAOgVMQIAAAAAAOgVMQIAAAAAAOgVMQIAAAAAAOgVMQIAAAAAAOgVMQIAAAAAAOgVMQIAAAAAAOgVMQIAAAAAAOgVMQIAAF2pVCoBAACA10aMAJARlZoyHx+f8CwmTgAmIy4hQZlRPScAAACQFYgRANKmPe5S5jceviD/BGB6NCWCJAEAAJAliBEA0qX5NTgpKUkApkr+J2D2HCUCAAAgSxAjAKRBCRBKiZADsHdaVYh6FhOnlpCQEB8fL69NTExMUmN4lq1iY2MfP35coEABKysrgeyn/c1X5LG1srCw0MQIbQIAAACvhBgBIG3aG6VXcC8Uq6b0CBkjZJJIek4gO0VGRgZF33d3srWzsxPQC+XLL9ODuZqlpaWFmnaPEAAAAHgNxAgAKWn2y9D8PizHY3IkplkoLxIj9OapmnzPra2tBbKfdoZTYoRSIpR5egQAAECWIEYASJd2jEhRIjT7aAhks4iIiGfPnsm33dbWVkBftPfUUEqEMk1x2AiSBAAAwKshRgBIm7J9hBx6KcVBmcqL2iWCGKEHcgCsbBlhY2MjoC+ao0IoPcL8Oe3DRggAAAC8KmIEgDRoDmAp1AFCTpUd5mWGULaSoETojXzDnz17Jt9/YoSepegR2igRAAAAr4kYASBdmhihGZKxTYT+ybc9OjpaTjmbhv5p94gUM4J9NAAAAF4DMQJA2rQ3jhDq3+dT77UBPZDveVxcnJxaWloK6Jf2wSyFVpsQAAAAeD3ECAAvoYy+lDBBidA/+bbHx8crhw4V0LsUG0GkngEAAMArIEYASJcy3NKcRyPFEuiHfM8TEhKUHQQE9C51dCBDAAAAvD5iBICXSDH00t53A/qRmJgoGAPnHN55AACALEeMAJA5DMz0LMVhCwAAAIBcgB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SpWUlCQAADkqOjp63LhxYWFhIpMcHBzkDW1sbAQAAABgPMwEACCnyZrQrVs3kXm9e/emRAAAAMDoECMAwCDUqFHD09MzUzepUKGCt7e3AAAAAIwNMQIADEXfvn0tLHQ9lI9cs1evXgIAAAAwQsQIADAUzs7OrVu31nFluaZcXwAAAABGiBgBAAakTZs2Dg4OL13NyclJrikAAAAA40SMAAADYmFh0bt375eu1qtXL9136AAAAAAMDTECAAyLt7e3l5dXBivIaytWrCgAAAAAo0WMAACD07t3b2tr6zSvkst12XQCAAAAMGTECAAwOAULFmzbtm2aV3Xq1EleKwAAAABjRowAAEPUvHlzJyenFAvlkiZNmggAAADAyBEjAMAQWVhY9OvXL8VCucTMjH+3AQAAYPT4H7UAYKA8PT3r1KmjuSjn5RIBAAAAGD9iBAAYru7duytHsrSzs5PzAgAAAMgViBEAYLhkg+jUqZOc6dixo5wXAAAAQK5gIQAABqxJkyZ3795t0KCBAAAAAHILVVJSkgAAAAAAANAXtowAAAAAAAB6RYwAAIOW3vZrKpVKAAAAAMaJGAEABkqTIVL3CFkilIUkCQAAABgjzqYBAAYnSU2ZSUxMlNOgi48Tn0t6TqS/3QQAAABgyIgRAGBYtDOEFBebsGTK+cXfnb905lFCQoKyUJmhRwAAAMBIcTYNADAgmr6g2SZi+YzAK37hyrXdPyxT2quASqUyMzPTTDUEAAAAYCSIEQBgKFKUCOnfmbJEPNZep/MHJcp425s9Z25uTo8AAACA0WE3DQAwCClKREJCwj9TLyglokpdp3cn+OSxs5Tza3++cenMo7i4uPj4+AS1FEeRAAAAAAwfW0YAQM5LUSJiY+JXzL503T9CqEtEmzc9VCoReufZ39P9nkbGmZmJtu+6lq5SwELN3Nxc2UqC7SMAAABgLNgyAgBymC4lQirkYttvlFceO8vERLHlt5ArfuGa7SNSn2UDAAAAMGTECADISTqWCIWmRyQkJG1dcPvq2cf0CAAAABgjYgQA5JhMlQiF0iNs81jQIwAAAGC8iBEAkDNeoUQoZI/o80kVpUds+S2EHgEAAACjQ4wAgBzwyiVCUcQ1r9IjlONH0CMAAABgXIgRAKBvr1kiFPQIAAAAGC9iBADoVZaUCIXSI6xtzekRAAAAMC7ECADQnywsEYrkHvExPQIAAABGhhgBAHqSokTExb5uiVA4F7ejRwAAAMC4ECMAQB9Sl4hVP11+/RKhoEcAAADAuBAjACDbpVkirvg+FllRIhT0CAAAABgRYgQAZC89lAiF0iOsrM2UHnH9PD0CAAAABooYAQDZSG8lQiF7RO+P/usRm3+lRwAAAMBAESMAILvouUQoipbMp/SIhHh6BAAAAAwUMQIAskWOlAiF0iPMLVT0CAAAABgmYgQAZL0cLBEK2SN6fliZHgEAAADDRIwAgCyW4yVC4e5RgB4BAAAAw0SMAICsZCAlQkGPAAAAgGEiRgBAljGoEqGgRwAAAMAAESMAIGsYYIlQ0CMAAABgaIgRAJAFDLZEKOgRAAAAMCjECAB4XQZeIhT0CAAAABgOYgQAvJYUJUKO7TUlwqu+c9sBBlEiFPQIAAAAGAhiBAC8utTbRKyYfUmzTUTr/mWFgaFHAAAAwBAQIwDgFRnF3hmp0SMAAACQ44gRAPAqjGjvjNToEQAAAMhZxAgAyDSj2zsjNXoEAAAAchAxAgAyx0j3zkiNHgEAAICcQowAgEzINSVCQY8AAABAjiBGAICuclmJUNAjAAAAoH/ECADQSa4sEQp6BAAAAPSMGAEAL5eLS4SCHgEAAAB9IkYAwEvk+hKhoEcAAABAb4gRAJAREykRCnoEAAAA9IMYAQDpMqkSoaBHAAAAQA+IEQCQNhMsEQp6BAAAALIbMQIA0mCyJUJBjwAAAEC2IkYAQEomXiIU9AgAAABkH2IEALyAEqFBjwAAAEA2IUYAwP9RIlKgRwAAACA7ECMA4D+UiDTRIwAAAJDliBEAkIwSkQF6BAAAALIWMQIAKBEvR48AAABAFiJGADB1lAgd0SMAAACQVYgRAEwaJSJT6BEAAADIEsQIAKaLEvEK6BEAAAB4fcQIACYqgxJRsVYRSkQG6BEAAAB4TcQIAKYo4xLRfqAnJSJj9AgAAAC8DmIEAJNDicgSSo+wsDSjRwAAACCzVPzPRAAmhRKRtUKuRiyddS4+LtHcQrR9t1jJigUsLS0tLCzMzc3N1FTPCQAAAOA5towAYEIoEVmuWOn8fT5i+wgAAABkDjECgKmgRGQTegQAAAAyixgBwCRQIrIVPQIAAACZQowAkPtRIvSAHgEAAADdESMA5HKUCL2hRwAAAEBHxAgAuRklQs/oEQAAANAFMQJArkWJyBH0CAAAALwUMQJA7kSJyEH0CAAAAGSMGAEgF6JE5Dh6BAAAADJAjACQ21AiDAQ9AgAAAOkhRgDIVSgRBoUeAQAAgDQRIwDkHpQIA0SPAAAAQGrECAC5BCXCYNEjAAAAkAIxAkBukLJExCVQIgxKih5xK/AJPQIAAMCUESMAGL3UJWLNz5QIg6PdIzbMDaZHAAAAmDJiBADjlmaJuHQqXFAiDI+mR8THJdEjAAAATBkxAoARo0QYnYx7RJIWAQAAgNyLGAHAWFEijFQGPUKiRwAAAJgCYgQAo0SJMGr0CAAAABNHjABgfCgRuQA9AgAAwJQRIwAYGUpErkGPAAAAMFnECADGhBKRy9AjAAAATBMxAoDRoETkSvQIAAAAE0SMAGAcKBG5GD0CAADA1BAjABgBSkSuR48AAAAwKcQIAIaOEmEi6BEAAACmgxgBwKBRIkwKPQIAAMBEECMAGC5KhAmiRwAAAJgCYgQAA0WJMFn0CAAAgFyPGAHAEFEiTBw9AgAAIHcjRgAwOJQICHoEAABArkaMAGBYKBHQoEcAAADkVsQIAAaEEoEU6BEAAAC5EjECgKGgRCBN9AgAAIDchxgBwCBQIpABegQAAEAuQ4wAkPMoEXgpegQAAEBuQowAkMMoEdARPQIAACDXIEYAyEmUCGQKPQIAACB3IEYAyDGUCLwCegQAAEAuQIwAkDMoEXhl9AgAAABjR4wAkAMoEXhN9AgAAACjRowAoG+UCGQJegQAAIDxIkYA0CtKBLIQPQIAAMBIESMA6A8lAlmOHgEAAGCMiBEA9IQSgWxCjwAAADA6xAgA+kCJQLaiRwAAABgXFf/LDEB2o0RAP0KuRiz/4VxsTKKFparDUFc3z3yWlpYWFhbmaiotAgAAADmKGAEge1EioE93bjxZOvMsPQIAAMDAsZsGgGxEiYCeuZTI1+fjKlbW7K8BAABg0IgRALILJQI5gh4BAABg+IgRALIFJQI5iB4BAABg4IgRALIeJQI5jh4BAABgyIgRALIYJQIGgh4BAABgsIgRALISJQIGhR4BAABgmIgRALIMJQIGiB4BAABggIgRALIGJQIGix4BAABgaIgRALIAJQIGjh4BAABgUIgRAF4XJQJGgR4BAABgOIgRAF4LJQJGhB4BAABgIIgRAF4dJQJGhx4BAABgCIgRAF4RJQJGih4BAACQ44gRAF4FJQJGjR4BAACQs4gRADItgxLhWc2REgGjQI8AAADIQcQIAJmTcYnoNLg8JQLGgh4BAACQU4gRADLhpSXCjH9UYFToEQAAADmCcQMAXVEikCvRIwAAAPSPoQMAnVAikIvRIwAAAPSM0QOAl6NEIE4L9eMAABAASURBVNejRwAAAOgTAwgAL0GJgImgRwAAAOgNYwgAGUlRIuS4jBKBXIweAQAAoB8MIwCkK3WJWD//KiUCuRs9AgAAQA8YSQBIW5olIuDoI0GJQG5HjwAAAMhuDCYApIESARNHjwAAAMhWjCcApESJAAQ9AgAAIDsxpADwAkoEoEGPAAAAyCaMKgD8HyUCSIEeAQAAkB0YWAD4DyUCSBM9AgAAIMsxtgCQjBIBZIAeAQAAkLUYXgCgRAAvR48AAADIQowwAFNHiQB0lKJHBF+hRwAAALwiBhmASaNEAJnyQo/4mR4BAADwihhnAKaLEgG8Ak2PiItNWj/nluwR8Wr0CAAAAN0x1ABMFCUCeGVa20cI2SNuXY6gRwAAAGQKow3AFFEigNdEjwAAAHgdDDgAk0OJALIEPQIAAOCVMeYATAslAshC9AgAAIBXw7ADMCGUCCDL0SMAAABeASMPwFRQIoBsQo8AAADILAYfgEmgRADZih4BAACQKYw/gNyPEgHoAT0CAABAdwxBgFyOEgHoDT0CAABAR4xCgNyMEgHoGT0CAABAFwxEgFyLEgHkCHoEAADAS6n4H0NArkSJAHLWnRtPls0+F/MswcJSdBzm5lY2v4WauZpKiwAAADA9xAggF6JEAIbg3q2of2b40SMAAABSY0QC5DaUCMBAOLnl7fuJl7WtOftrAAAApMCgBMhVKBGAQaFHAAAApIlxCZB7UCIyy9//QqWyPp3a9BCvISrq6dw5C1YsX6NZMnXSLHm3G9dtEXq3b89B+dBfj5ko9Ovhg1D5uD079RdIhR4BAACQGkMTIJegROSUlctX//zDvKdRUQJIBz0CAAAgBUYnQG5AiYCiinelP5bMe2vQGwIGhh4BAACgjQEKYPQoEdBwcLCvWcunVOkSAoaHHgEAAKDBGAUwbpSIrBUXF7/w9yUD+g6uU61x2+adR304ZtP6rRkMDju27j5t8mw5I6eVyvqsXrlO+9rjx05+9tGXjeq07Nmp/7fjv7965XqKm58+6fvV5xM6tOrevGG70Z+MPbDvcAbPbf++Q/Ihhg4akWK535lzcvmgN4eKtI4ZsWPrrg8Gj5T3X79Gs/ffHSlf3bOn0Zpr5bOS68t1tO9QXpQL5VXaC/ftPTjuy2/7dH/Lp0r9lo07yLdo7679AplEjwAAAFBYCABGixKR5b4b//3K5Wvs7PK6ubnGxMZs3bxD/u3fe/D7md+muX7vvj0O7j8sM0HDRvUqe1f2LO+puWrJX8v8z563srbyLOcR4H8hIODitk07Nu5YXaBAfmWFyROn//3XMjlT3N21YEGHbZt3yvDRrkPr9B6rXv3ahQo5HDl0PDz8sb19Ac1y+QzltHX7VqlvsmHt5jGffm1paeFW3LWQY6EDew/t33Nw/ZqNC//5LX/+fEI38qs1auQX27fslPOFHAuWKVs68ELg7ZA7p06cmf3ztOYtmwhkhtIj/pnhF/MsQfaIjsPc3Mrm11xrbm6umVepVAIAACCXYqQCGCtKRJYLDQ1bu2qDV9XKh07uXrH+7/VbV67bssLd3W3Thq0yK6R5k75v9qpVt4ackdOhwwZVrFhOc5W8yadjRh46vnvpyoVbd60rWapEWFj4lg3blGsP7j8iS0TpMiX/Xbdk8861/65dsm3Pep+a1eRjbdm0Pc3HksPUth3ayF/Rd2zbrVkoP/3tW3fK5NGiVdPUN1m88J+8efNs27NBvpblq/86cHxnk+aNLgVeWb1indDZti07ZYmQGULew97D25atWnTk1N4h778jr/p36SqBzGP7CAAAAAYrgFGiRGSHOyG35YDQ0tLS7PnbJ2PBVxPGfDtlXBGnIiKTGjdrOODt/rZ5bOS8SzHnPv2STyAaGHhZuXb+LwvkdOy4zytU+K9fODkX+WbiF3Jmwfw/07vPtu1byunObf/fq+LY0ZP37t5v3LShZoMLbTduBMlf12WqUC7a2xf4+NPhX0/8ok7dWkJnefLkad+pzdhvRlesXEH5rd7G1qZrj05y5uHDhwKvhB4BAABMHLtpAMYnRYmIi0tY/dOly2cey4WlKjp0fKccJeLVeJTzcHZxOnn8dN8eAzt2alu1une5Ch6169YUr6RGzWraF0t7lJbTJxFPlIvn/JL34Kheo6r2OiVLlXAvUTzwwuXYmFhNQdBW2auSXOfwwWOaPTWUvSfatmuZ5nNo1LjBlk3be3Tu171nl6rVvapW85Y3l38iMxo1qS//NBdjY+PO+fn7+Z5Lno+JE3hVskf0+KDS8h/PxcUmrvspuOMHxdw82F8DAACYCmIEYGQyLhHd3q9obsG45RVZWVlOnPz1pyO/kINt+SeXFHMt2q5D6zff7qd9jAYdOTg4aF+0tEj+9zYhMVFOg2+FyN/ARbyo4pl26bh67Xp5rcNPaGvfqc1Ps+bKBtGzT7e4uPgtG7fly2fXqGnDNFf++LMRlwIvX71yXd5EXpRrNm/ZZODgAZk93UZExJOd23ffCgr2Pxdw+pRvTHSMsjxJ/XLwylzL5u81orLSI9b/HNLxA0GPAAAAJoIYARgTSkR2q1Ov1obtq9av2Xjl0tWgoFsB5y/+OveP9Ws3zV3wY1n1pg26M0t/AxUzVfJVMg1UrFxBZFLb9q1kWdixbbeMEYcOHHnyJLJH766Wlmn/Y+5S1HnFun+2bd7he+Zs8K3gC+cvrlm1YdPGbZOmjm/dtkV6DxGfkKB98fq1G2/1HRwaGibnK1Yq36JVU/cS7rXr1Hij9zsCr40eAQAATBMxAjAalAj9cHCwH/B2f2U+Kurppx99sX/PwV9/+X3a7EkiixR1dbFQW7DoF5FJbsVda9SsfvzoSVkHdqgPHtGuQ+sM1reysuzQua38E+ovz5zZ8+b/8vuUb6crMcLczFw8/2ppRIRHaF+cN2eBfKy33uk/6vORmoW3g+8IZBF6BAAAMEHsWQ4YB0qEHmzasLVl4w4L5i/ULMmbN8/wj4bKmZCQ2+nd6tXGh81bNgkLCz9+7KT2wocPQhvVbtGzU//oZ9EZ3LZNh1YJCQl7du3bvWOvq1uxFAee0LhxPahj6+7Dh36i/VTly7G3LyAfKDIySqhThZzevn1X+4YpntWJ46fktEefbtoLD+w7JJ7vdYLXp/QISyuzhPgk2SNuXYqIi4vjeJYAACAXI0YARoASoR9e3pXv3L67ZNGym0HByhL5hq9fvUnOlCjpnt6trK2tRXKtyNyWAgPe7ien33834/69B8qSZ0+jvxozPjQ0rGKVCja2NhnctmXrZvLX8l9+nP/kSWSbdi3TqyHuJYrL6d5d+/fuPqBZuGvH3vDwx0WLudjZ5U1+XaWSX9eKpatkuVCeg3z529QHxdRwdnGS06uXrmqWnPX1nz1jjnr9pwJZJOMeIf/Dp0cAAIDchN00AEOXQYlw9yxAichCrm7FRo4aNmvaT1079PauWkUueRT66FLglcJFHD8YMSS9WxV3d5PTf/5a7nvSr33nNm8O7KfLY1X2qtS5a/u1qzf26NS3rGdZuSQo6OadkLvly3tq7w2RJnv7Ak2aNdy5fY+cb9exTXqryUgx7tuxA/oOHjbko2o+3lZWVnJwe+rEGRkyxo7/XFmnbbvWK5at8T97vn3LbuXKe9y8eUv2iA8/+eCHGT9r7uftwQNGfvDpZ5+M7du/p5mZme+Zs2dO+RVzdbGysgwPj0jvxB94BSn212j3nihR/oUztmoORML+GgAAwNixZQRg0DIuET2GV6JEZK133h0w88cp3t6Vb1wPOn8uoGChgkOHDVq5fmkx16Lp3aROvVq9+naXI/yAgIsRj5/o/ljffj/uq3GfOxd1uXL56lm/cwULFhz+0dCFS3/LmzfPS2/bpn0roT6cZJmypTJYTTaIf9ctadWmeejDR/IhZIzo+2avFev+btionrKCbR6bhUvmf/Dhe1W8K927e79WnZpzfp3VVn3nGs1bNvlt4c9VqlRasWz1gvkL79y++/bgN5evWeJTs7r8xf7E8dMCWUd7+4iNc4NvXPj/9hGJamwfAQAAcgcV/4MGMFgpS0Rs/Oo5l7VLhIUlPRHIhYIvRyjbR5iZi/ZDXUuUz29paWlhYSGbl5ma6jkBAABgnIgRgIFKXSJWzL507VzyaQ4oEUCuJ3vEsh/Oxscl0SMAAECuxGAGMESUCMDEuZbN332Y/C9dlZgg2F8DAADkPoxnAINDiQAglShnT48AAAC5FUMawLBQIgBo0CMAAEBuxagGMCCUCAApZNwjNBmCHgEAAIwLAxvAsGhKRHxcwsofLlMiAKTuEUqM0N4+QtAjAACAUWFsAxgK7V84ZYlYMfvS1bOcxRNAshQ94nrA47i4OKVHsKcGAAAwRgxvAAOiGVSs+umyUiKej0D4TxUwdfJfg24f/NcjNs0LvhEQkWLLCMHGEQAAwHgwwgEMi7KPhpmZSrnoVNzO0or/TgEkc3SyzZvfSqj/oZAhgsNYAgAA48UgBzAI2qMIOd/+XfdSVfLJ+WPbg7cvuyoAmLwnYbGLp/s9Do0xM09qNsDRpbQVJQIAABgvYgRgWJQRhcpMtH+3eIlKeeX86T236RGAiUsuEdN8I9Qlon7vfE4lLZWtqCgRAADASBEjAAMle0TLt5zdytsIegRg2rRLRK1uNrJECA4PAQAAjBwxAjBEKlXyMSPMLcyavVHYtZy1oEcApkq7RPh0tpQlQv77YPaceP7PBQAAgHEhRgAGQTOcUD2njDQsrSwa9y1Y1CP5h1B6BGBqtEtE9U4WskSYq5lp0fyjIQAAAIwHMQIwLJoMYf6clbUlPQIwQdololpHc1kiLNQsLZNnNElCUyLoEQAAwIgQIwADkmKzCM3AQ/aIRn0cXMpaCHoEYBrSLBGWWpR/H5QkwZYRAADA6BAjAEOhvaeGZssIZdRhZWVlbWOVC3pEVNTTuXMWrFi+RmS17yZMrVTWZ+e23WleNEbyvZIvoV3zLiL7zZz6o3ystas2ah46mz4mA+d7+uzgtz5o3rBdTe8Gndr0GPflt6EPH4mckLpEKP8OKDQxQnt/DTaOAAAAxoUYARgW7Y0j5Ejj/xtHWFnZ2Fobe49YuXz1zz/MexoVJWDATPNj2rR+6xu93zly6FhcbGyZsqVvBt1a+e/aLu163roZLPQrvRKhmabeLEIAAAAYGwsBwGDIQUVSUpJSIlJfq5zJT/aIfUvD7lyOlz1CXmzZu7RAbmRjY/3HknnWVtYi+3Xv1bV+o7olS5UQpupOyN2J30yW/4l9PWFM915d5H+AERFPpk+evXrlurGfj1/0z29CX15aIpQpx4wAAADGjhgBGJaMe4SCHmEK5FCzZi0foRfF3V3lnzBhGzdsiYyM6tq9U88+3ZQl+fPnGzv+8yNHjp06ceZmULB+3p+MS4RmHw2lRKQ4WgQlAgAAGBdiBGCgDLBHXL50dc3K9ZcuXjrvf8HaxtrJqUjzVk05CJxFAAAQAElEQVQHDXlLexQUGxu3ZuW6HVt3yXXy5c9XsXKFocMGe3iWkVd1bN392tUbcmba5Nnyb8Lkr+TYr2v73pcCr+w/trNgQXvNnUz5dvqSRcumzZ7Upl1Lzd2uX7vp+JETFy8E3r5919nZqUQp9w8//qCsx8tf+Ifvj9q1Y+/3M79t16G19vIJX0/+d+mqH3+Z3rRF4zRvKKvQutWb9u09cOaUn3x6PrWq9+nXI8XmAy99YvKt+Gj46K8nfpHH1nbezwusrC07dWnfpXunutWbyFc37ruxc3/69cSxU3fv3vOpUa1bz85169dWbhgV9bSWd0N3d7dNO5OP3SB/qH/pTRT37t5f9MffRw4dfXD/oU/Nav0H9Al7FCafw6djRg54u3+ar3Tm1B//+O2vb6eM69ytfZofU1xc/N9/Lduza9+li5cdCtpXqFi+SbNGbTu0ymAA/NKb9Or65u3g25t3rf3rjyWHDh69fvVGpSoV5ZvTvlObTL3DigsXApcvWXHqpO+9e/dKlyktX0bPPt3lsF2zwumTvvLb63vm7LNnz6rXqNq+Y9sGjepqrnUsXEh+Pbp076h9n3LgX7Fi+Tshd0OCQ/QQIygRAADApBAjAIOjbBwhDKxHLPx9yYzvf5BPLE9e27IeZa5duS5zg/x7FBo2+suPlXUePQofNOC9SxevyBGTh2fZ2yF35FB87659S1YsrFixXO++PQ7uP7x/36GGjepV9q7sWd5Tx4eWo+uhg0bIZiHnS5UuUbSosxwt37gedPrEmX/XLnF1K5bxzTt2aS9jxOaN27RjREx0zJaN22RiaNC4fpq3kr+Tvz/4QzmClZ9C+QqeMg3889fyf/9ZNerzkf0H9Nb9iSmjxGOHj2/bslO51bNn0cpM1NOnw9796MTxUxUqlrOzs5MryL9JU8d37NIuvdfy0pvcvXNvYP8ht24G29nlLV221NHDx/ftOdC0eWOhszQ/pu/Gf79y+Rp5n25urjGxMVs375B/+/celIknvfvR5Sbx8fFD3h52KyhYPsPKVSrJ1/L5qK9uBt16f8S7ur/D0vJ/Vk6aMC0hIaFwEcdSpUud8/OXfzIhTf9hsrLC5InTZRkR6m1AChZ02LZ556b1W+X3QfNkunTrKP9SvIT79x/KeCFnSpfN9thHiQAAAKaGA1gChijFmTVSn1xDTvV5PEs5Jpw+ZbYsEdNmTzp4fPff//556OTun3+dLa/6d9kq+du1stqPM3+WJaJWbZ/t+zYuX7N439Ht8nd1+Qv5+C+Sh3x93+xVq24NOSOnQ4cNknlCx0f/bf6fcjhau27NnfvlEHKl/DtwfKf8WTsi4smmDVtfevOGjes7FnY8tP+I9pkRdm7f8+RJZPtO7bR/PNf2+/yFskTIQfKug1vkuHfTjtWLl/1eyLHgjO9n3w6+o/sTU7qSHGa3btti6+51C/6a27HTf+Fg/56D8QnxcqFy/8rA+Kcf5spBdXqv5aU3kR+TLBGdurbfe3ib/Jj2H93RtUdnTQfRReqPKTQ0bO2qDV5VK8sPfcX6v+XLXLdlRfImGxu2+p89n+ad6HgT+RFcv3pj/sI54yeNHfPVqEX//Co/qblzfrtwIVD3dzgo6NbUybPMLcy/+37cnkNbl61atPvQ1kpVKsr2IT9lucLB/UdkiShdpuS/65Zs3rlWvnXb9qz3qVlN3sOWTdvTex+in0UPH/LRwwehnbu2L1LEUWQnSgQAADBBxAjAQBlUj4iKetq9Z+f3Rwxp066lfGS5RD6fRk3qy+FlTHRMxOMIueRp1LON67fkyWs7Zea3hQs7Kut07d6pfsM60THRmgH8K5CP0rxV068nfOHs4qQscXCwb9UmeQ+Ohw9DX3pzOYjr0KmN/BF+88ZtmoUb12+W0w5d2qZ5k8ePIxb+vtjevsB3U8dpBqJVq3u9N2ywbCsL/1yS2Scmx9iTpo6Xv+TXrlOjqKuLZvmo0SM1P+/LH+rdirveCbn74P5Dkb4MbnL/3gM5Ai/mWvTr8WNsbG3kEitrqy++/lSXnVkycCfktnz35PdNs52OHNh/NWHMt1PGFXEq8po36ftGrwoV/stS7iWKD/1gkMw3K5au/m+JDu/wpnWb5ZewV5/kfX6UJfIj++jT4bIcBfhfkBfn/7JATseO+1zzQE7ORb6Z+IWcWTD/zzSf/5OIyKGDPjzvf6FGzeqjx44S2YkSAQAATBO7aQCGy3D21yhVusS478ZqLspnJX+7DrxwKTomRl6MU28Zcfasv/wxuV6D2kqJ0Jj3+0/i9bzxVl/5p7kof073PX32zCnf5IeOidXlHrr26PTngsUyRrzxVh+hHrTLX8s9ypUpn86uIlcvX5PRoWLl8vny2Wkvr1cv+egMF85fzOwT865WRXaBFI8il1TxrqS9pHARx1s3g2PU72qaMr7JoYNH5bR+o7rWNv8/B4ccvjZv2eTypVcPVR7lPGQLOHn8dN8eAzt2alu1une5Ch6169bMkpt0fF4QFE1bNp44bsqJY6eUi7q8w6dPJl+Ur1H7fmrV9tl35L+tHs75nZfvW/UaVbVXKFmqhGwfgRcux8bEpvho5Nd7+NCP5ZNv277Vd1PHp7ftTJagRAAAAJNFjAAMmuH0CDk4P7T/cMD5i1euXDt+5ER4+GPNVYlJiXL6KDR5J4giRYqIbCDH27t27L13976f79mzvv7/f+jEJF1uLkeeVat7nTnld/XKdfkT/bo1G+W72rV75/TWDwq6JaeHDhytVDaN81lcVx/fMVNPTP6en/p+XFycU4wnLcyT/01OSEgU6cj4Jnfv3JNTp1RbKxRxdhKvQQ6HJ07++tORXyjHYpBLirkWbdeh9Ztv97O3L/A6N5FjbFfXoto3dHQsJIfeN64HKeeUETq8w6HqL56Tc9pfvOBbIfHx8SJeVPFMu55cvXY9RZPavGGbLBEynUyePkGO/0W2oUQAAABTRowADJ0h9Aj56/GbfQcre/u7FHP2qVmtuLtb3fq1Z0376bx6S3iRPP5Ufl7WqQ5kLP7FgyZs3bxDDmvlmyB/wfb2rtKtR+eynmVsbG3Gffmt7vfZoXM7GSM2rd8y4uP3N6zdJN/MNu1bpbeymXqk5+pWLOOjY+r+xMwt0hjTytGlyKSMbyKHreL5USqyVp16tTZsX7V+zcYrl67KUiOb1K9z/1i/dtPcBT+mtw+ILjeRb3MGX2mh2zssh+si/Vdtpkq+/3z57CpWriB0c+LYSTnt3a8HJQIAACD7ECMAI5DjPWLNqvWyRNSoWX3e7z9q7wIQGRmlmXdzSz734f37D1Lc9vRJ36Cgm7VqvXCsBA3l5aQYSUaER2jm5c/a0ybPkivMmTezcbOGmuXrVm8UmSF/lp8+Zda2LTtbtGl27eqNFq2bFSrkkN7KbsWTX0uFSuVn/jglvXWy6ollIdfiyenk/r2UH8E99RYTr8nBwV5zZtCoqKeffvTF/j0Hf/3l92mzJ73yTeLi4h88CNU+POTDh6FyYdFiLvKrruM7LD8sWTrkq1Y+NY0li5a5ubs2alzfQm3Bol+Ebh49ChfqA1iIbEOJAAAA4ACWgHHI2eNZnlbvpd+hS1vtEnFZ/uJ946Z4vo+AMhI+c9rvwYMXjr/418J/vvp8wp07d0Va4yhld/07Ibc1S+RY9OSJ05qLQTdu3bt7X45OtYejInkfiiMieVv9dE88kULevHlatmomn/Dyv1fKix07tc1g5UpVKjq7OJ06fioi4on28r279jes1Vy+nCx8Ylmodt2aNrY2hw8e1ZzfRP1MEnft2JOp+0nxMW3asLVl4w4L5i/ULJFv5vCPhsqZEK0P7tVusmfHXu2LO7bsktP6DesKnd/hYuodPfbs2qe9TkDAxSnfTv9HfTrP5i2bhIWFH1dv76Dx8EFoo9otenbqH/38TKsaP86d7n/55Gse9TMDlAgAAABBjACMSA72iCJFCsvplUvXNEtCQ8M+H/XfIS2fPX0m1KPNDp3bPo169tXn4zVHlDh29OTObbtLlHSvWt1LXrS2Tm4ZISH/P7OGvEpOf537pzLsD334aPzYb7V/21eOBRAeHi5Hj5qFy/9ZqZwa41mqkWQGOnRJPlbiutUbHAsXqt+oXgZryvey35u95Wv8bvz3moH9zaDg7yZOlT+b16pTI2ufWFaxty/QqUv7WzeDJ349OVZ9fEdZdr7/bqZy9Erdx7EpPiYv78p3bt9dsmiZfAeUJUlJSetXbxLPP77UdL/J3J9/U45AKR09cmLez7/J4PXWO28Ind/hDp3byaS17J+V25+fwVS+6jkz54rkzWHayOmAt/vJ6fffzdB8r549jf5qzHj5+VasUkE57Yg2/7PnZbnQftAsRIkAAABQsJsGYExyan+Nnn26rVy+5q8//34S8cSlqNP58xdPHT8tn4mHZ5lLgVfCwsKU1T774uMrgVcP7j/StH6b8hU8baytj6tPizBh0lfKsy3u7ian//y13PekX/vObd4c2O+dd986sPfQ7p17G9U+WNajzIWAwIKFHN56p//C3/87faadXd7+A3rLYe0bvd+Rw87H4Y9PnTh98cKlKt6Vzvr6h6m3qNdRzVrV5c/st0PutG3f+qWnSOjes8vm9Vs3rd96/twF5bySvmfOyl/Ru3bv1L5Tm6x9YlloyPvvnPPzX7Nq/Y5tu8p6lrly6eqTJ5GlSpe4dvWGbZ48Ot5J6o9p5Khhs6b91LVDb++qVYT6YKXycy9cxPGDEUPSvAdXt2I63iR//nxv9hlUrrxHTEzs9Ws35JJJU8cXd0/e4ULHd7isR+nPv/xk4jdTPh7xufx85ZO/HXJbRpCGjep17NJOrlDZq1Lnru3Xrt7Yo1Pfsp5lRfIBSm/eCblbvrznqM9Hpn7y48dOunAhcMr0icoHnYUoEQAAABpsGQEYmRzZPsKtuOvSVYtatG525PCxX376ze/02WYtm6xc/48csctrjx/9bwN4Bwf7v5b93qN31+LFXS9funLrVohcbdmaxdV8vJUV6tSr1atvd/lsAwIuRjxO3hSidJmS/65d0u/N3vIhwsLD23Vs/cfi+WXKltF+dNk4xn4zuoB9gQXz//z7r2UWlpYTp3zz19IFhQo5nD3r/yQiUsdXId+xcurzJnTu2uGlK+fLb7fk3z/kONzK2vL8uQD5cipXrigHqOO++zLLn1gWKuJUWD6Bwe8NlCXi0sXLRV1dvp0yrkWrZkJ9EEcd7yT1x/TOuwNm/jjF27vyjetB8t0oWKjg0GGDVq5fWuzFc2Fo0/EmP82f9f6IISqhioiIaNWm+R9L5ikFQaHjOyxj2W+Lfqleo2p8fPxZv3MF7O0/HTNy5k/fa+7n2+/HfTXuc+eiLlcuX5UrFCxYcPhHQxcu/S1vXl0DzeujRAAAAGhTZcdx1wFkN81/uXImUS1BLU4tNjZWTqOfxSjbR8jVqjUpmh3n+zQuERFPmtRr7eVVeEyFKAAAEABJREFUWY54RW4U/Sw6OPi2LEHKkTg0Ph7x+fYtO9dsWp59x0F4Bb26vikjxc79m5QNT3I3SgQAAEAKbBkBGKWcPZ6lMYqMjJry7fSY6JiuPTqJXEp+Dbq069W2RZfHj/9/OpJTJ87s2LrLw7OMQZUIk0KJAAAASI1jRgDGKsfP92ksnj2NruFVX5kvWapE85ZNRC5lZW3VuWuHNavWt2naqUKl8nJJbGzsOT9/B4cCE78fJ5ATKBEAAABpIkYARoweoQvbPDYenmXu33vQqGmD4SOHpj57Qm7yzbdfeFWrsmv77mtXb4SFhZUqXeqdd9/q1a974cKOAnpHiQAAAEgPx4wAjB7HjwAMECUCAAAgAxwzAjB6HD8CMDSUCAAAgIwRI4DcgB4BGA5KBAAAwEsRI4Bcgh4BGAJKBAAAgC6IEUDuQY8AchYlAgAAQEfECCBXoUcAOYUSAQAAoDtiBJDb0CMA/aNEAAAAZAoxAsiF6BGAPlEiAAAAMosYAeRO9AhAPygRAAAAr4AYAeRa9Aggu1EiAAAAXg0xAsjN6BFA9qFEAAAAvDJiBJDL0SOA7ECJAAAAeB3ECCD3o0cAWYsSAQAA8JqIEYBJoEcAWYUSAQAA8PqIEYCpoEcAr48SAQAAkCWIEYAJoUcAr4MSAQAAkFWIEYBpoUcAr4YSAQAAkIWIEYDJoUcAmUWJAAAAyFrECMAU0SMA3VEiAAAAshwxAjBR9AhAF5QIAACA7ECMAEwXPQLIGCUCAAAgmxAjAJNGjwDSQ4kAAADIPsQIwNTRI4DUKBEAAADZihgBgB4BvIASAQAAkN2IEQCS0SMABSUCAABAD4gRAP5DjwAoEQAAAPpBjADwf/QImDJKBAAAgN4QIwC8gB4B00SJAAAA0CdiBICU6BEwNZQIAAAAPSNGAEgDPQKmgxIBAACgf8QIAGmjR8AUUCIAAAByBDECQLroEcjdKBEAAAA5hRgBICP0CORWlAgAAIAcRIwA8BL0COQ+lAgAAICcRYwA8HL0COQmlAgAAIAcR4wAoBN6BHIHSgQAAIAhIEYA0BU9AsaOEgEAAGAgiBEAMoEeAeNFiQAAADAcxAgAmUOPgDGiRAAAABgUYgSATKNHwLhQIgAAAAwNMQLAq6BHwFhQIgAAAAwQMQLAK6JHwPBRIgAAAAwTMQLAq6NHwJBRIgAAAAwWMQLAa6FHwDBRIgAAAAwZMQLA66JHwNBQIgAAAAwcMQJAFqBHwHBQIgAAAAwfMQJA1qBHwBBQIgAAAIwCMQJAlqFHIGdRIgAAAIwFMQJAVqJHIKdQIgAAAIwIMQJAFqNHQP8oEQAAAMZFlZSUJAAgq2n+bZEziWoJanFqsbGxchr9LGbf0rA7l+Plat71nVu/UVYAmUeJAAAAMDpsGQEgW2R2+wjfg3e3Lr4sgEyiRAAAABgjYgSA7EKPQHajRAAAABgpYgSAbESPQPahRAAAABgvYgSA7EWPQHagRAAAABg1YgSAbEePQNaiRAAAABg7YgQAfaBHIKtQIgAAAHIBYgQAPaFH4PVRIgAAAHIHYgQA/aFH4HVQIgAAAHINYgQAvaJH4NVQIgAAAHITYgQAfaNHILMoEQAAALkMMQJADqBHQHeUCAAAgNyHGAEgZ9AjoAtNiVCZJbrXCy/gkkCJAAAAyAWIEQByDD0CGdPeJsK7vcq20LOgoKCYmBhKBAAAgLEjRgDISfQIpCfF3hlFy9i4ubnFxsaePn06KiqKEgEAAGDUiBEAchg9AqmleZyIAgUKVK5cOTo6eseOHREREZQIAAAA42U+btw4AQA5SrtHaI8ntadysOlazjL0dmzko8S7NyMjw2PLeBUSyI0yOGJl/vz5nZyczp8/7+/vX65cOXmREgEAAGCMiBEADAI9AoqXnjujYMGCxYoVO3369JkzZypVqpQvXz5KBAAAgNEhRgAwFPQI6HgWT0dHR9kjjh8/LpOEt7d33rx5BSUCAADAqBAjABgQeoQp07FEKMeJcHJyKlq06JEjR86cOVO1atU8efIIAAAAGA9iBADDQo8wTZkqEcpxIpydnWWSOHz4sK+vr4+Pj42NjQAAAICRIEYAMDj0CFPzCiVC+W4ULVq0cOHCskf4+fnVqFHD2tpaAAAAwBgQIwAYInqE6XjlEiHU3wRXV1d7e/sjR46cPXu2Zs2acmUBAAAAg0eMAGCg6BGm4DVLhHIn7u7u1tbWJ06c8Pf3lz1Cri8AAABg2IgRAAwXPSJ3y5ISoShdurS89uTJkwEBAbJHyJsIAAAAGDBiBACDRo/IrbKwRCg8PDxiYmLOnDkTGBgoe4S8iQAAAIChIkYAMHT0iNwny0uEokKFCpGRkb6+vleuXKlRowY9AgAAwGARIwAYAXpEbpJNJUJRuXLl8PBw2SOuXbsme4S8rQAAAIDhIUYAMA469giXsmZBgWFxURb0CMOUrSVCUaVKlQcPHvj5+d28edPHx4ceAQAAYICIEQCMhi494uy5szFWt2xVTk8fC3qEodFDiVDW9PLyunv3ruwRwcHB1atX1/22AAAA0A9iBABjkl6PUGbk+PPo0aMenmWrN3Z9GBwbFcb+GgZEPyVCIdevWrWqLBGyR8hvhZynRwAAABgUYgQAI5Nmj5Di4uKWL19ua2vbqFEjOZJ1LW9FjzAc+iwRCnmratWqBQUFyR7x8OFDb29vegQAAIDhIEYAMD5p9ojNmzdfuXKle/fuBQoUSF5iJugRBkL/JUIh76d69erXrl2TPSI8PNzLy0sAAADAMBAjABilFD3ixo0bK1asqF27to+Pz//HsfQIA5BTJUIh701+JS5fvuzr6xsZGVm5cmUBAAAAA0CMAGCsNCPVhISEn376SY5mBw4cKIe1QnuLCXpEjsrZEqGQdyt7xMWLF2WPiImJqVChggAAAEBOI0YAMGLKeHXt2rX+/v6DBg1ycXFJcSAJQY/IOYZQIhRKjwgICDhz5oy8Zw8PDwEAAIAcRYwAYNyCg4MXLlxYu3btFi1apMwQ9IicYzglQiEfqEaNGufOnTt58qS1tXXp0qUFAAAAcg4xAoARS0hImD17tpwZNmyYHNmmkSHoETnB0EqEQj6ij4+Pn5/fiRMn7OzsSpYsKQAAAJBDiBEAjNjmzZtPnTo1ePBgV1dXZQk9IscZZolQyIeWPcLX1/fYsWP29vbu7u4CAAAAOYEYAcBY3b59e8GCBVWrVm3Xrp1I53yf9Ag9M+QSobC2tq5evfrp06dljyhcuLAmYwEAAECfiBEAjFJiYuIPP/wQExMzcuRIOb5VFtIjcpbhlwiFjY2NbFiyRxw9etTZ2blo0aICAAAA+mUmAMAI7dy5Mzg4uE+fPnZ2dtrLtXuEmZoc9FqoaYbENrZWjfs5OJWykKv5Hry7dfFlgddmLCVCUbBgwVGjRuXLl2/BggW+vr4CAAAA+kWMAGB8QkND165dW758+dq1a6e+lh6hf8ZVIhSOjo6yR+TNm3f+/Pnnzp0TAAAA0CN20wBgfObMmRMZGTly5EhbW9s0V2B/DX0yxhKhsLOzq1KlyrFjx44ePVqqVKnChQsLAAAA6AVbRgAwMnv37r169Wq3bt0cHBwyWI3tI/TDeEuEwsXF5ZNPPpHPUBauS5cuCQAAAOgFMQKAMQkLC1u9enXZsmUbNWr00pXpEdnN2EuEwtXV9eOPP5ZP78cff7x27ZoAAABA9iNGADAmCxcuTExMfOutt3Rcnx6RfXJHiVC4u7uPHDlSzsyePTsoKEgAAAAgmxEjABiNw4cPX7x4sVOnTo6Ojrrfih6RHXJTiVCUKlVqxIgRCQkJM2fOvHPnjgAAAEB2IkYAMA4RERHLly93c3Nr3ry5yCR6RNbKfSVC4eHhMWzYsLi4uOnTp9+7d08AAAAg2xAjABiHRYsWxcbGvv322682mqVHZJXcWiIU5cuXHzp06NOnT2WPePjwoQAAAED2IEYAMAInT5709/dv165d0aJFxauiR7y+3F0iFJUrVx4yZMiTJ09kj3j06JEAAABANjAfN26cAAADFhUV9cMPPzg6Or7zzjtycCteg3aP0IyQU86YCdfyVg+DY6PCEu/ejIwMjy3jVUjANEqEwlnt8OHDZ86c8fHxsbGxEQAAAMhSxAgAhm7x4sVBQUEjRoxwcHAQr40e8WpMp0QoihYtKvuX7BF+fn41atSwtrYWAAAAyDrECAAG7dy5c2vWrGnZsmWdOnVEFqFHZJaplQiFq6urvb39kSNHzp49W7NmTfkaBQAAALIIMQKA4YqOjp41a5YcEA4ZMuQ1d9BIgR6hO9MsEQp3d3c7O7ujR4/6+/vLHiFfpgAAAEBWIEYAMFxLly69cuXK8OHDCxXK+gpAj9CFKZcIRcmSJa2trY8dOxYQECB7hHylAgAAAK+NGAHAQMkMsWzZssaNGzdo0EBkD3pExigRitKlSyclJZ08eTIwMFD2CPlKBQAAAF4PMQKAIYqNjZ05c6b8RXro0KHZ+ls0PSI9lAhtnp6eMTExp06dko2sRo0a9AgAAIDXRIwAYIhWrlwZEBAwZMgQFxcXkc3oEalRIlKrUKFCZGTk6dOnr127JntE1h7EBAAAwNQQIwAYnOvXry9evLhOnTotWrQQekGP0EaJSE/lypXDw8Nlj7h586aPjw89AgAA4JURIwAYlvj4+FmzZskh7vDhw/V58gJ6hIISkbEqVao8ePDgzJkzwcHB1atXN4WXDAAAkB2IEQAMy7p1686ePTt48GBXV1ehX/QISsRLyZfp5eV19+5d2SPktGrVqvQIAACAV0CMAGBAbt269eeff8ofnNu2bStygin3CEqEjuSLlQ0iODhY9oiHDx96e3vTIwAAADKLGAHAUCQkJMyePTsuLm7kyJFy3CtyiGn2CEpEpsiXXK1ataCgINkjwsPDvby8BAAAADKDGAHAUGzZsuXUqVNvvPFGqVKlRI4ytR5BiXgF8k2oXr365cuXfX19IyMjK1euLAAAAKAzYgQAg3D79u0FCxaUK1eue/fuwgCYTo+gRLwy+Vb4+PhcvHhR9oiYmJgKFSoIAAAA6IYYASDnJSYm/vDDD9HR0SNHjrS1tRWGwRR6BCXiNcn3RPaIgICAM2fOyIuenp4CAAAAOiBGAMh5O3fuPHr0aK9evcqVKycMSe7uEZSILCHfnxo1apw7d+7UqVPW1talS5cWAAAAeBliBIAcFhoaOm/ePDmE69u3rzA8OvaI4pWsHt6KjVT3iKgncWUqFxSGjRKRheQb5ePj4+fnd+LECTs7u5IlSwoAAABkiBgBIIfNmTPn8ePHI0eOzJMnjzBIuvQI6f/bRwQZ+vYRlIgsJ98x2SN8fX2PHTtmb2/v7u4uAAAAkD5iBICctG/fvv3793ft2tXAT0aQm/bXoERkE2tr6+rVq58+fVr2iMKFC7u6ugoAAACkgxgBIMeEhYX98ssvRYsWfeuttwx/lKv7/nKs5UYAABAASURBVBqhIXGRjwx0fw1KRLaysbGpWrWq7BFHjx51dnaW320BAACAtBAjAOSYefPmPXjwYOTIkfnz5xfGQMf9NYqVszTM/TUoEXpga2vr7e194sQJ2SNcXV1lkhAAAABIxUwAQE44fPjwxYsX27VrZ1y/Hmv3CDM1OWi3UNMM6W1srRr3c3AqZSFX8z14d+viy8IAPH4YQ4nQD0dHx1GjRuXNm3f+/Pnnzp0TAAAASIUYASAHRERELF++3MXFpU2bNsLYGGOPoETomZOTk+wRNjY2c+fOvXDhggAAAMCLiBEAcsCiRYtiYmLefvttOe4VRsi4eoRSIiLDYykR+iRb2yeffCLf2Dlz5ly6dEkAAABACzECgL6dPHnS39+/RYsWxYsXF0bLWHoEJSIHubq6fvzxx/Jd/fHHH69duyYAAADwHDECgF5FRUX9/fffRYoU6dSpkzByht8jKBE5zt3dfeTIkXJm9uzZQUFBAgAAAGrECAB6tWzZsqdPn7799ttyACyMnyH3CEqEgShVqtSIESMSEhJmzpwZHBwsAAAAQIwAoE8XLlw4fvx448aNS5YsKXILw+wRlAiD4uHhMWzYsLi4uBkzZty5c0cAAACYPPNx48YJAMh+0dHRs2fPtrGxGTp0aO7YLEJDu0doxvMpZ8yEa3mrh8GxUWGJd29GykxQxquQyB6UCANUuHDh4sWLHzly5MSJE97e3nZ2dgIAAMCEsWUEAD1ZsWJFeHj4gAEDZI8QuY7hbB9BiTBYlStXHjJkSFRU1PTp0x8+fCgAAABMGFtGANCHK1euLFu2rE6dOi1atBC5lCFsHxH+IHrJdD95typVUvVOlAiD46x29OjR06dPV6tWzdbWVgAAAJgkYgSAbBcbGztz5kw5AB4+fLgcCYvcK2d7hCwRi6f6Rj2OkyXCq62ZSxkrSoQBKlq0qKOj45EjR3x9fX18fHLlhkIAAAAvRYwAkO1WrlwZEBAwePBgV1dXkdvlVI/4r0RE/FciinlSIgyX/A/B3t7+2LFjfn5+NWrUsLa2FgAAACaGGAEge12/fn3x4sXVq1dv27atMA367xGUCKPj7u5uZ2cne8TZs2dr1qwpPyABAABgSogRALJRfHz8rFmzEhMTR44caVLDLX32iDRLhHaGoEQYppIlS1pbW584ccLf31/2iNy9BxMAAEAKxAgA2WjdunXyh98333yzVKlSwsTop0dQIoxa6dKl5fTUqVMBAQGyR+SyU94CAABkgBgBILvcunXrzz//LF++fPfu3YVJerUeUbpKIR0rASUiF/D09IyJiTlz5kxgYKDsEfJjEgAAACaAGAEgWyQkJMyePTs2NnbkyJGmfP7CV+gRj0Ojy3o5vrQVaEqEEEne7SgRRqxChQqRkZG+vr5XrlyRPUJ+UgIAgP+xdxdwUaR/HMeHDlEBUUFAbLALA7sDu/Oss669807PC0/PPuO8tNuz8+zuLuwWFbBQQKTz/4PR/e+tiGAs9Xm7r3k9O/vs7OzM7uLznWeeATI7wggA78WWLVtOnTrVuXNnNzc3JWtLbR7xyDf0tXmEdhJRtqmRkxtJRMZWunTpoKAgySPu3r3r7u5OHgEAADI9wggA7969e/dmz55dpEiRLl26KHjXeYRuElHchCQiEyhTpoy/v/+ZM2d8fX0rVqzIngIAAJkbYQSAdyw+Pv63334LCwsbNGiQpaWlgkTvKo8gicisZO+ULVv2wYMHkkfItHz58uwvAACQiRFGAHjHdu7cefTo0bZt25YuXVqBlrfPI15OIiR0MP0vkoiMS/aRZBC+vr6SRzx+/LhcuXLsNQAAkFkRRgB4l548eTJ9+nRHR8devXrRjnrZ2+QRSfaJIInIZGRPVahQ4c6dO5JHBAUFlS1bVgEAAMiMCCMAvEt//vlnQEDAoEGDcuTIoSApKcwj8pcy9b/7/zwit6PV4udJhMLZGZmb7LuKFSveunXr9OnTISEh9DACAACZEmEEgHdm3759+/fvb968uTSlFLxaSvIIIXnEY9+okICEPOLU7nvRkXEys5ynkXMJ3WtnmLxAEpE5yB50d3e/fv265BGRkZElSpRQAAAAMhcuHgbg3QgMDFy9erWDg0PTpk0VvI52HmGYSEIE40SalMHMzKxOV1v7wiYvnhRfsYVp/pJmL5+aQRKR+cgO/fzzzwsWLLhjx45///1XAQAAyFwIIwC8G/Pnz4+KiurTp4+0hxWkQEryCHML0/o9bR2KJuQRlVtnK1DaQhIKTVRBEpG5yf4dNGhQ/vz5N23atH37dgUAACAT4TQNAO/AkSNHdu7c2ahRIw8PDwUp9trzNVQFy1jkKWjs7Gah5hQvDxVBEpFZyR6vVKnS+fPnjx07ZmVlVbBgQQUAACBToGcEgLcVHBy8bNmyPHnytGrVSkEqvap/hKbLg9oJwrlYdjMtjFiZdVhYWAwePNje3l6+ZQcOHFAAAAAyBcIIAG9rwYIFERERffr0kYaxgtRLMo9QIwlN9weSiKwsW7ZsX3/9teR9ixcvPnr0qAIAAJDxEUYAeCunTp26cOFCnTp16ED+NpIZP0InjNBOItQwgiQiK8iePbvkEbly5Zo/f/7JkycVAACADI4wAsCbCw0NlUO11tbWbdq0UfB2kh/PUocmhiCJyDpy5swpeYR83WbPnu3l5aUAAABkZIQRAN7csmXLwsLCevbsaW5uruCtJZNHaEcS6kz6RGRBtra2kkdkz559xowZ58+fVwAAADIswggAb+jy5cvHjx/38PAoUaKEgndE5/oa2pGEkRb6RGRZdnZ2kkdYWlpOmzZNvoMKAABAxkQYAeBNREREzJ8/X47QdurUScE79fLVPbVHtdSOIUgisqa8efNKHmFiYvLnn39eu3ZNAQAAyIAIIwC8iZUrVwYFBfXo0cPCwkLBe/ByJKFDuw6yGgcHh6+++krCqd9///3WrVsKAABARkMYASDVbty4cfDgwYoVK5YpU0bB+2SQLAVZmIuLy6BBg6QwderUO3fuKAAAABkKYQSA1ImKipozZ465uXnXrl0VAGmnUKFCn3/+eWxs7JQpU3x9fRUAAICMgzACQOqsXbs2ICBAkggrKysFQJoqVqzYp59+Gh0dPXny5Pv37ysAAAAZBGEEgFTw9vbevXt38eLFq1SpogBIB+T7+NFHH0VEREyaNOnhw4cKAABARkAYASClYmJi5syZY2Zm1rNnTwVAulG6dOkBAwaEhoZKHvH48WMFAAAg3SOMAJBSGzZs8Pf3b9++vY2NjQIgPSlXrlzfvn2fPXsmeURAQIACAACQvhFGAEgRHx+fbdu2FS1atFatWgqA9Mfd3b1Xr16BgYGSRzx9+lQBAABIxwgjALxebGzsnDlzjI2NpamjAEivqlat2r179ydPnkge8ezZMwUAACC9IowA8Hpbt269f/9+q1at7OzsFADpWM2aNTt37vzo0SPJI0JDQxUAAIB0iTACwGtIq2bjxo3Ozs4NGjRQAKR7devWbdeu3YMHDyZPnhweHq4AAACkP4QRAJITHx8/Z84cKfTp08fAwEABkBE0atSoRYsWfn5+U6ZMiYiIUAAAANIZwggAydm5c+ft27ebN2+eL18+BUDGIV/bhg0b3r17d+rUqVFRUQoAAEB6QhgB4JWePHmyfv16BweHJk2aKAAymvbt29epU8fb2/v333+Pjo5WAAAA0g3CCACvNGfOnJiYmD59+hgZGSkAMqAuXbrUqFHj+vXrf/75p3ydFQAAgPSBMAJA0vbt23fz5s2GDRvmz59fAZBhde/evUqVKleuXJk2bVpsbKwCAACQDhBGAEhCYGDg6tWr8+TJ06pVKwVARmZgYNCrV6+KFSteuHBhxowZcXFxCgAAQFojjACQhPnz50dGRvbp08fY2FgBkMEZGhr27du3bNmyZ8+enT17NnkEAABIc4QRAHQdOXLkypUrderUKViwoAIgU5A8YsCAAaVKlTp16pSkjfHx8QoAAEDaIYwA8B/BwcHLli2ztrZu06aNAiATMTIy+uijj9zc3I4dO7Z48WIFAAAg7RBGAPiPBQsWRERE9OzZ09zcXAGQuRgbG3/66adFixY9ePDg0qVLFQAAgDRCGAHg/06dOnXhwgUPD48SJUooADIjExOTzz//vGDBgnv37l21apUCAACQFggjADwXGhq6ePHi7Nmzd+rUSQGQeZmamg4aNCh//vw7duzYtGmTAgAAoHeEEQCeW758eVhYWI8ePSwsLBQAmZq5uflXX33l6Oj477//7tmzRwEAANAvwggACS5fvnzs2LGKFSuWKVNGAZAFSOw4ePBge3v7ZcuWHThwQAEAANAjwggASlRU1Pz58y0tLbt06aIAyDKyZcv29ddf58mTZ/HixUePHlUAAAD0hTACgLJp06agoKCOHTtmz55dAZCVyLde8ohcuXJJInny5EkFAABALwgjgKzO399/+/btLi4uHh4eCoCsJ2fOnJJHWFtbz54928vLSwEAAHj/CCOArG7hwoVxcXE9e/ZUAGRVtra2kkdkz559xowZ58+fVwAAAN4zwgggSztz5sy1a9dq167t6OioAMjC7OzsJI+wtLScNm3a5cuXFQAAgPfJID4+XgEAAAAAANAXYwUAAAAAAECPCCMAAAAAAIBeEUYAAAAAAAC9IowAAAAAAAB6RRgBAAAAAAD0ijACAAAAAADolaECIMOqUKGCgYFB3759k3x03Lhx8uioUaMUAEiBoKAgS0tL+d2YNWtWkhViY2M9PDykwhdffKEAAAC8BcIIIMObM2fO7t27FQB4O9bW1mp8OWTIED8/v5crTJ069ejRo0WLFp0wYYICAADwFggjgMygb9++ISEhCgC8nUGDBlWpUiUoKKh///46D3l7e48cOdLQ0HDevHnm5uYKAADAWyCMADK8fPnySSPh22+/VQDg7RgZGc2ZM8fU1HTz5s1LlizRfkjiiWfPnn311VfVq1dXAAAA3g5hBJCBGRgYyPTXX381MTH566+/Dh48+NqnHDp0qHHjxgUKFLC1tW3evPmff/4ZExOjAMALJUuW/PHHH6UgucPjx4/VmYsWLdq5c6c8pD0Mja+v79dff121atXcuXPL78n06dNjY2O1F3Xq1KkPPvigePHiOXLkqFu37rBhw3x8fBQAAADCCCATKFu27JAhQ6TQp0+f8PDwZGrKAc8aNWps3749Li7Ozc1tz549n332Wbly5a5fv64AwAvffvtt+fLlHz58+Pnnn8vdJ0+eyI+MsbGx9gkaEk+4urpOnjz51q1bRYsWPXDgwEcffVSxYsUHDx6oFa5du1anTp3FixdHRkaWLl365MmT48ePl9+r48ePKwAAIMsjjAAyg+HDh5coUUIyhe+///5Vdby9vb/88ks5Prl27dq7d+8ePnz4/v37Xbp0uXjxojQhFAB4QXKHmTNnynTp0qV79+4dNmyYRAxDhw6tVKnLVxUHAAAQAElEQVSSWsHf3/+TTz6RwsqVKyWzkN8TmQ4cOPDs2bOjR49W60yfPj0kJGTdunWSVhw6dOjx48cjRowIDAwcO3asAgAAsjzCCCADi4+PV6empqZyxNLQ0PC333571VFHOSb57NkzSStat26tzpFgQp5VuHDhXbt2SXtDAYAX3N3dBw8eLIVPP/101qxZ5cqVk9BT8+iUKVPk90RCivbt26vni5mbm//xxx+FChWaMWOGBJ0yRzIImVpYWKhPMTMzk/pTp06VBSoAACDLI4wAMonKlSt/9dVXcXFxvXv3joqKernCxYsXZdqxY0ftmdI8aNWqlRQuX76sAICWn376qVixYvLTIXHn/PnzZap5yMvLS6a1a9fWrm9sbFyvXr2YmBj10UaNGsm0TZs2gwYN2rBhQ3BwsCzhiy++aNCggQIAALI8wggg8/j555+LFi166dIlaUK8/KjMl6aCk5OTznwXFxeZ3rx5UwEALRYWFuqYES1atChbtqz2Qzdu3JBprVq1DP5r9uzZMl8dhqZ///5t27YNCwv77bffWrZsaWdn5+npuX37dgUAAEAOYygAMgtpOcydO7dmzZqTJ0/u1KmT9kPx8fFyuDIuLu5Vz5WcQgGA/zIxMdFMtRkaJhzMqFevnlrQkTNnTiXxV2X16tW7d+/esmWLxBMXLlzYkmjw4MGTJk1SAABA1kbzA8hUatSo8cUXX8hxyN69e7dr1055cflPmbq6up48edLX17dAgQLaT7lz545M7e3tFQBImUKFCl27dm3KlCk6PSZeVi+RWt68eXP79u0lLe3bt6+bm5sCAACyME7TADKbMWPGFClSxMvLa9q0acqLQS6VxMaDTJcvX65dOTIycsOGDcpL534DQDKaN28u03///VdnfvXq1SX3PH78uPzyyK+Kk5OT9hA2np6ezZo1U16c5QEAALIywgggs8mWLduMGTOkcO/ePe35AwYMkOnYsWPXrFmjzgkJCZHjk9evX69Vq1b58uUVAEiZPn362Nvbjxs37ujRo+ocSR9++OGHw4cPGxkZubu7GxgYuLm5+fn5/fTTT5pI9OrVqwcOHJBCsWLFFAAAkLVxmgaQCdWrV0+iBzWS0J4pLYdhw4a1a9fO2dlZjliePXs2LCysUKFCM2fOVAAgxSwsLEaNGiW/MzVr1qxTp47M8ff3l5+UHDlyrFixQh1IYsyYMTt27Bg/fvymTZvy5s0rcw4dOhQeHi6/QoQRAACAnhFA5jRhwgRHR0edmd9+++22bdtq1KgRFxd34cIFOXo5efJkLy8vV1dXBQBSo2/fvnv37pUw4saNG5IyREdH9+/fX/KIUqVKqRXs7OyOHDny+eefGxgYHDt27N69e+3bt1+3bt3YsWMVAACQ5RloOk8CAAAAAADoAadpAAAAAAAAvSKMAAAAAAAAekUYAQAAAAAA9IowAgAAAAAA6BVhBAAAAAAA0CvCCAAAAAAAoFeEEQAAAAAAQK8IIwAAAAAAgF4ZKgAytUuXLt29e1cBgPfA29v76tWrCgAAQCoRRgCZ3F9//bV//34FAN6D3bt3z5w5UwEAAEglTtMAMrO4uLiYmBgLCwsFAN4DS0vL0NBQBQAAIJXoGQFkZmFhYTI1NzdXAOA9sLKyio+Pj4iIUAAAAFKDMALIzMLDw2VKzwgA70m2bNlkSucIAACQWpymAWRm6uFKwggA74na8UrNPQEAAFKOMALIzNQwgtM0ALxX8fHxCgAAQGoQRgCZGadpAAAAAEiHCCOAzIzTNAAAAACkQ4QRQGYWExMjU0NDhqoFAAAAkI4QRgAAAAAAAL0ijAAAAAAAAHpFGAEAAAAAAPSKMAIAAAAAAOgVYQQAAAAAANArwggAAAAAAKBXhBEAAAAAAECvCCOADO/q1asbN25M8qHg4OD4+PhFixaZmZklWaFPnz42NjYKAAAAAOgRYQSQ4RUtWjQyMvLOnTtJPmpgYPCqhzw8PEgiAAAAAOifoQIggzM0NOzWrZuEDql6VrZs2dq3b68AAAAAgN4RRgCZgYuLS926dVP1FEkirKysFAAAAADQO8IIIJNo1apVysOF/PnzV6tWTQEAAACAtEAYAWQS5ubm7dq1S0lNAwOD7t27KwAAAACQRggjgMyjWrVqrq6ur61Wt25dFxcXBQAAAADSCGEEkKl07drV2Di5q+RYW1u3bt1aAQAAAIC0QxgBZCr29vZNmjRJpkKXLl3MzMwUAAAAAEg7hBFAZtO0adO8efMm+VDZsmXLlSunAAAAAECaIowAMhtjY+NOnTq9PN/MzKxLly4KAAAAAKQ1wgggEypZsmTZsmV1Znp6etrY2CgAAAAAkNYII4DMqXPnztpjQ+TNm7dBgwYKAAAAAKQDhBFA5mRra9uqVSvN3W7duiV/lQ0AAAAA0BvCCCDTqlu3rouLixQ8PDxcXV0VAAAAAEgfCCOATMvQ0LBbt27Zs2dv3769AgAAAADpBt22gczMxcVlyJAhVlZWCgAAAACkGwbx8fEKkAJ8VIC0YmBgoABpJyQk5LvvvouMjFRSKW/evCNGjDA0pBsmAADQxf8P8Erx/6UASCN8GZG2rKystAfETblu3bqRRAAAgCRxmgaSoN3aUcu0f4C0pekcIQX5PtJXAnpWt27dY8eO3blzJ+VPYehcAACQDE7TgC7t9EFzGJbjsUBaUXMHzVSl/RCgH5JEjBs3LoV/C6ysrEaOHMmANQAA4FXoGYH/0E4igm/cDn/kr2h1EVcPyXJUFtAD9WtoaGiofuOsCjhb2OdRkwiZyXcQ+ufi4lKjRo0DBw6kpHLLli1JIgAAQDIII6BLEz3c277X/8AxBUA64NSplUOTOoaJlMSQgvM1oH+tW7c+c+ZMSEhI8tUktqhZs6YCAADwagwrhf/TdL6VQlxcHOdlAOmHfCVjYmJiY2PV76bmG8r3FPpkZWXVrl275OtIQMa4lQAA4LXoGYH/0B6xX1o7MsemhGvpz/soANLI0SGjo4KfxSRS56hnatAtAmmiWrVqR48evXr16qsq1K1b18XFRQEAAEgWYQR0qUmEHIB9ft9AMTAyUgCkKQkHo6OjlcQkQsoM4II01LVr1xEjRiTZK+eNLwIKAACyGnpRIgmcpgGkN5IPqqdpaM7UUIA0Ym9vX7du3SQfateunbm5uQIAAPA6hBHQpX2mhgIgfdCEEXGJ+IYibbVq1crGxkZnpqura7Vq1RQAAIAUIIzAc9qD4dHOAdIbCSC0u0UweiXSlrm5uc5IlsbGxl27dlUAAABShjACuugZAaRDahhBnwikH5UqVXJ1ddXcrV+/vr29vQIAAJAyhBFIGq0dIL3RTgmJJJAedO3a1dg4YSRsGxsbT09PBQAAIMUII/BKNHWA9IMYAumQvb19kyZNpNC5c2fGrQQAAKnCpT3xSlwyEEhviCGQ3jRt2jQkJKRcuXIKAABAahBGAACAN2RsbNylSxcFAAAglQgjAADpBV0/AD2jFyQAIK0QRgAA0p52DEEkAeiHJBGarxupBABAzwgjAABpTDM2p/LfETpJJYB3ThM6qEmEele7DACAfhBGAADSknYGoUMhjwDeNU36oE0hjwAA6B1hBAAgzWgSh7i4uO83/Hr5wQ21OaTdOYLWEfA+NC5es69HB/l+GSZSyCMAAPpFGAEASBvaSYRMgyNCnkaEKAD0IiwyPCYmRo0hBHkEAEDPCCMAAGlGc0aG5BHqnBL5ilQrXF4B8N5sOLfn4dPH8qWLjo42Nv7/fwUljyCGAADoDWEEACAtacIItaNEgVyOzcvUVQC8N4dunJYwIjY2VsIIdY46coT6ZSSPAADoB2EEACCNaYcRAPRDvnQxMTFqDKEZNkJFJAEA0APCCABAmtF0i9CcpgFAP9QwQjIIIyMjNQ0kEAQA6JOhAgCA3uk0e+gZAeiZGkbExsZqJxF8DQEAekPPCABAWorXogDQF8kg1CRCE0bwHQQA6BM9IwAAaUPT8lELnKMO6FmSUSCRBABAP+gZAQBIM3QOB9KKZuBYvoMAgDRBzwgAAIAsSieJIJIAAOgNPSOQ8YQ+De5fuZb2HCMTE5s8djltbV1KFPfs1d2hUAElo4kIDd0yf3FOO7t6ndqpc37q1OOG17mpuzbldnJUMpRvW3bwuXp9xtG9VjbWL98FXoVWEAAAQNZBzwhkBrHR0Y/97t88f3H38lXDWnc8sHaDktHsXr5m1e/TIkLDFAAAAADI7OgZgQxs4cWTRsYJn+G42NjAh4+CnjzZu2Lt7hWrZwwbntPOtkzN6kpG1uuHoeFhYdZ2dgoAAAAAZC6EEcgMDI2McuVzkFvh0qVs8uZe/cf0WT+O+mXjKgsrKyXDKli6pAIAAAAAmRFhBDKbNp8MOLBu0yMfn6Obt9ft2FYz/+rJM/vWrLt25mxkeERx9/LVWzYrW6uGznPvXLqyY+mKKydPBzx45FSkUPWWng06dzAyMdFUuHbqzJq/Zt6/fTv8WWjR8mXL1qpWXyoYP/8eHd+687cvvv5w5A9mlhZr/55pbGpaq3VLzz4fyEO+12/sXb3u7pXrty5cMjUztbW3r9SoXsv+fdRrGX7j2ebeTW8p/DNhstz6jRlRp31r7TEjRnbpde20109L5hWrWF57hScN+OzM3gPfzZ9R0qOKknjK/YF1G87s3X/tlFd2G5vilSs26tY5mRE0RnTuef3M2fH/rnR2LarOuXn+wvD23eUtzzl50MTcTJ25d9W6Wd+P6DT4c1lhuRscELB7+eqb5y7Ie4mKiMjlYF+kbOkug7/IZp1TeR11vI/KTRp0/uqzzfP+OX/4aHRkpGvFCk16dClSrox2zde+yuLxk7bMWzx69RLvi5dPbN91/ex5x0IFKtSv06RHVzMLC+1FJb/rk9lrAAAAAN4TwghkNtK8r9K4wYbZ8y6fOKkJIxaOnrBt0VIp5M3vnNPW9uiWHYc2bKnW3POTyWM1T9y5dMWCURPiYmOt8+R2KlxQmsFyu3bq7GdTJ6gV9q5cO+uHkVKwdbCXFv6l4ye89h3YuXTVV3/9al8gv/rSMr1w5PixrdvVp0RGhMt005yFSyf+KkmBmaWlc7Eifje9vS9clNuzgIDuw76RCg27dvTaf+jsvoNla9coWra0i1sxnTfl0ayxhBHHt+/UDiNCg56eO3jEJm+eElUry93wkJCJAz6ThresRoESxcNDQ7YvXrZr2apuQ79q3KNrktuqTA0PCSPkjWjCiMvHTiqJY3Bc9zqrLlZcPHJcpuUSG/CXjh7/bdCQkMAgeZWCpUoEPHzkc/W63O5cvjpi2QJNLpM8f597P3XuZZUzh3uDOgEP/I9v2yG3b2b+Ubq6h1oh5a+ybNJvF44ck3Sjfqd2Zw8cWjHlD3kL38z4XRMhvXbXv2qvAQAAAHh/CCOQCal9Afz97qt3zx04JM1RxyKFPv5lTIGSxWVOwIOHf33z3eGNmyvUr+XhDdqonQAAEABJREFU2UTmPLxzZ/H4yUbGRv3HjKjZpoXMCXrkP+XjQUe3bKvq2ahSo/qPfHwXjZtkYWU1cPzP7g3rSYXwZ8/m/DT2yKYtc0eM+W7+DOXFtQCkTVu1aeNOgz/z9/WTBrC81pJfpsj8T38dX6lBPTnwHh8XJ9HDpAGf7Vy2qvPgL2ROo+5dYqJiJIwoVbVKksfkZYGLx00+tnVnt2+/VhvP4siWbbExMTVaNlfnbJg5T5KIig3q9vnpO8lTZI7kF398OfSfX36tWL+OnWO+lxcr2cfqP6ZfOXm68QfP04orJ05JU18We+3M8zBC1vbC4aN5nJ3zJ0YkC8dMlIxAVrLNR/0tc2SXOfdueo/p1f/W+YvXT591q1xRSQHvi5dkR3w3d7razeHE9gZTPxs8+8efJ25aa2phnqpXkSRC7Ugi5baf9P+l/6fnDx3ZtXyVbNIU7vok95oCAAAA4H3iahrIhHLa2SoJZwQ8Ve+u/XuWTHv/9J3aHBW29nn7jvxRCv/OmKvOOfjvluiIyAZdOqhJhJD2fOevv8iRy9b74mUlsakfERraauCHahIhLLJnHzBupLTSLx45dunYCc2rW+e2GzhhVB5np5IeVSQCiAgNq9uxbbvPBkrTV3IHqWBgaFi+Ts28LvnlFUODnykpIKtRtlZ1aUhL3KCZeXzbLiWx04SS2Eti49yFVtY5Pxr/s5pEiGIVyrX5uH9sdPSmuQuTXGyhUiWtbKwvHD6mNsglg7h47ETlRg1MzEyvnvJS69w8fzE4IKBcrYTRQGVRxStXrNbcUzIUNSMQ+QoXVB8NevJYSbHOgz/XnHAhWY9Hs6aP/e6f2Lk7ta9StHxZNYkQZpaWHybu1p1LV6pzUrLrVTp7TQEAAADwPtEzApmQoWFCyqY2sMXNcxekde3mXkG7jkOhAvYF8t+9ci06Miqx7Z3QyHdvUF+7Tomqlacd3q2WfW/cVBJ6KDTSriBPrNig9pZ5i+W4fYkqldSZRSuUlfmaOtKK7jtquOaurNWdS1fuJLxupNyVV1dSRkKH07v3ndixy61Swht5cu/+paPHXYq7yi1x9W5JG17CBYlItJ9VpkbCiQ+3L11JcpkGBgYV69Xet3r9rQsXC5cudf3MuajwiBJV3KXBLxtEsgkjY+MLh49KzXJ1Es7RMDIx6fnjt9pLCHz46MbZ8w99fKUcExmtpIydUz7NGRkq2YxHNm25cvxU9RaeqXqVOu3baN+Vre1crKjPtesB9x/YOtinZNerM3X2GgAAAID3ijACmVBocLBMrXImHHh/5OMrjerYGKV78QpJVr5385ZLCbenj58oCYfN87xqmX43bhkaGclxdZ35ufMlHEV/6OOjmZPd2kanjsQEZw8cvn3psu/1mxePHg8Jeqp5KD4+TkmZSg3qy5H/49t2dh+WcKbGsa07Jdeo1ryp+ujDu3dleu7g4W6u5V5+7r1b3q9abOnqVSWMuHT0hIQRl48n9O9wda/w+N79y8dOSku+WIVyF44cMzE3K/li/Ahxw+ucvAvZsNfOnFXH3VTFpfi92DvrngeRK2/ChvX3u5faV8njpNuLQXaihBGPfPxiEvb763e9Wn55rwEAAAB4fwgjkAndvnRVSTxIrrzoJWGZI3uhkiWSeYpJ4gkUyovOFDqk2R8bGxsf98rGtpHh/79KRkZG2g/J4fdR3XrfPH9RynaODsUru+fN71y6useyyb97X7iopJgkAlWaNNy/Zv2VE6dkIce2bpdIolqzJuqjBgYJbzOPk1MeZ0clNcrWrCHLuXziVIt+vS+fOJ0jl61jkUJulSqsnzHn6qkzLm7Frhw/VaF+HfUEE0VrPMhsOXIUKV+mlEeVImVLS16wc8mKlL+ogWHSJ4hptnDKX8XQ0CjJRUlmkcJdr9LZawAAAADeK8IIZDYSHJzatUcKJSq7Kwnt/3xGxsaGRkbDEseYfJU8zk7eFy8FPPTP89/BC7ctXJLXxblc7ZoOBQtIdhDw4GFup/+09v3vJRzMz5nb7lVL3rdmnSQRxau4D535l+ZimSJ8ZIpGi9BWvXlTCSPk3cnB/xtnz0uiYetgr1l/mRYsVfzz3yamZpEJbXWJNi4fPxkW/OzKydNVmzRQEgebkC127bSXpBuyPcvVrK5W9rtxUzICKxvrsWuW5srnoFnIpeMnldQIfOSvM+fJw4cytc6bO7WvEuj/SGdOwIOEObZ586Zw1wMAAADQPwawRGazb/X6+953rPPkrtTw+QAQUggJDNIeY1I8ffzkI49637ftEhUeIXdzJ/b2P71nr3ad2xcvLxzzy7aFCYfo8yRmEEc3b9OuEB0ZdXr3fikUr1ThVetzLXE0ihotm2snEb7Xbzy4nXBiRVxcrDpHc42MZJSoWknSh9N7DhzbulPuVvVsrHmocJmS8tDl46dCnwZrP+X07n0DPerO/O6nZBZbpoaHbIStC/+JjY52TRxewTxbtiLlykg24bX/gNwtV7uGWlPmyLR8nZraGYE899KRhG0bF5vS0zTu3fLWPvNCnNi2O3FNqqX2VU7t2q99V4IM2bYOBV3Ui62mZNcDAAAA0D/CCGQS6sCQq377e87wUXK3+7DB6kUihWef7jJdNHZi4MPnR9Ejw8NnDBseHBBQqFRJtVrN1s1NzEx3LFlxbMsOtY60zFf89pcUqrfwlGn9zu1kun7G3BOJ17AQEaGhs34Y8fDOXbdKFTQXa3iZdd6EcSh8b9zQzJHX/evr756vSdjz9rCJecJ5EP5+fsqryUF+j2aN5RW3L15mZGJSudH/h9s0NjVt0r2LLHnBqHExUc8HxXx49+6C0eOfBQRqj/jwMjUC2P7Pcpm6uT+/aqZbxfJhwc+ObNpaqHRJTf8L28SRHSRHiIt9nqFIYdYPPz/yTRhaMioiXEkZeZZs/4AHD9W7m+cuOrZ1u7Nr0SqNG6T2VY5s2rL9n2Vq2d/Xb9rQ4fJJaPNxf3VOSnY9AAAAAP3jNA1kYD1Kuic5/4PvvvHwbKK5W7hM6VptW+5f8+93rTvndy0qcx7cvfvY775LCbduQ79U6zgVLSLPmjdi7O+DvrGblM/e2dnf797Duz5la9eo0bq5VCjpUaXT4M+XT/596ueDpXFumzfP3avX5NB6Hienvj8PT2YlG3Rqv2fFmi3zFkvbPpeDg/fFS1dOnJYGs3rRh+CAQLWaff6EI/mSMlw7c7ZGi2ZNe3dPcmkeTRtvmr1AmtZVmzbWXPZSVbdj20ObthzasOXWhUu57BPig2teZ2UN67RvXb1ls2TWULaDdZ7cQY/81QEj1Jmu7uWVmQldP8q+OEdDlKpWtXCZUjfPXRj/4cfFK1W4d+vOpeMn5IlFypa+cfZ8cECQkjLZbW0e+fgNqt+sYKkSj+76SjRgZWP90YTR6sgUqXqVfIULLvh5/Ppps3M52HtfvCyxhWwHzftNya4HAAAAoH+EEcg88uZ3LlKudK3WLUtVr6rz0IBxPxcuXWrfmvU+129EhIU7Fi5Yt0PbJj26mmfLpqlTv3MHe5f8a/6a8fCu7/Wz552KFGrQpWODLh00FVr271OghNvav2fJEXjf6zcLlSpRsV7duh3bWFhZJbNWefI7/7xi8Yqpf5w/fCzg/gMr65zuDeu2/bi/1/6DC0ZNuHTsRKlqVaSarLO83O4Vq29fvFy+ds1XLU1a7w6FCty/ddujWWOdhySbGLl0wfKpf1w4fOzWxUvGJibSpK/bvo3mihvJqFCnlrx0yapVNHPc3CsYGhlJ275srf+HESZmpkNn/73q97/PHz665q+ZRibGJapU+mzyeHnpYa06Jl6M4yMlBbLbWH87++9102af3rvfIrtVlSYNm/bqmtfF5Q1epfXAvtFR0Yf+3XT78pXild2rt/CU9EH7tVKy6wEAAADomUH8Ky4fgKxG/STExUnzMzYmJiYqKur23GVPj52xKelaZlA/BXgXQp8G969cK1/hghM3r1XezuLxk7bMW/zxxDHJ9/vIBI4MHhkV/MyiQY2ctSqbJzIzMzM1NTU2NjYyMjI0NEzJgCPpUHwi7d+cIRsnXXt827N07f61OinvSNsPO5+7/J/L1lhls7LPnTefvUP50mWb1W9SKH8BJTXOXDj7+9xp86ZMV961ew/u/TF3Wrd2XUq5Pr/+S/v+3b0unN27aqtTvpReJafZB+2u3rx2YvMBG2trJfX8nzz2aFG3pGvx9fNScX2cJE34a8qsf+ZN+GFUO8/WcjckLHTe8kV5bO06tWqvpD+bd239/Mdvenfs/v2goUrin8L12zZeunpZvSv2HN7X7+tPO7RoM27Yz2+2TJ0NkraGrZl8+f7Nmo7lu5dprv2rYmJiYpjIIJECAMD7xJgRAIAsJCQ05Mbtm/uPHvxt1l+dBn5w6+7t1Dxb6f3VR2cunFPeg1FTx6/cuC4uLnMeIVixfrVs8NCwMCUjuHD18jejvvd94KcAAID3htM0AACZ3ILfZlWv9J+zt+4/fND360+u3rw2euqEuVOmKenST18NCw0Ns8tlp2RAnVt1qF21ZiGXAkqmUK5E2cV/zLWzy6W8qUy2QQAAeHuEEQCALMchr/33Xwzp8Xnf/UcPhkdEWJinx0urlHYrqWRYLk7OclMyCxtr66oVKylvIZNtEAAA3h6naQDQn2w5c/xz1evtB4wQ3b/9WhaV6QeMwPtTpkQptfD0WbBm5ooNa9v361bZs1aN1g0G/TRk+/7dmofWb9tYpFrpkJBncpNCnfb/v2TP/YcPxv4xsX2/rpU8a/b9+pMla5bHvrgwrQh+Fiz1vxg+JCQsdNwfk9r06Vy1eZ3Pfvj6wLHDmqdLhR379yiJg1xI+bbPXSVxzAgp+977/8kC129dH/P7RMlQyjWq5tGirixq2sJZqR37KSo6StZQXUjtdo0/+/6razevJ1M/+RcNCAqUlRw8cpjXxfM9v+hXo03Db0Z9L49O+GuKzF+9eZ3UadKllWwfKchUZspG/vjbL6SwYftmndf6ceKoxE2xO8k1kY0j++VpcPCvM/+QjePetEbvLwds3r1dHgp6+nTklLFNurWRfScLVzegasTkMbLMLXt2aC9K7spMeejlV/nhl5/lhaQge0TqDBn9g5I4ZoSUh417fu0k2SBy98LVS8vXr5J1kC0jHxvZLGGvvsKx9gbROHn21LCxPzbu0lK221cjvt1/5KD2o6N/nSBPkb3z26y/ZMt3+bjXlRtXFQAAMgt6RgAAsiKvxKEfrKyy2+fOo86RFrUkDlIoUqCwiYnxpp1bN+7YUr9G3d9HTzQzNXMtXPSLfp9MXzBbKgzs2Teb5fMLsqzd8u/wiaPCIyJsrW1cnFxOnj299/D+JetWzp0yLY9dbs3LhYWFDRjy6bHTJ0u5lsiezWrL7m1ym/jjmDZNW1plyyZL3rRz2w3vG13bdsqdy846R86XV3jO0gXj/5ws7fxsFpZFCxe9cfvW+SsX5UPZ5cAAABAASURBVBYQGPj9F0OUlJHs4IPP+l69ec3E2MStSDHfB37SLN95YO/KWYs1A2em6kUNlIRhDp8EPun/zSeycCVhFEx/nbEP5U3tO3pw35EDtT1qlitVpkQxV+ucOSXo2bBjS4tGnppqEZGRMkc2Y51qr7yikBIfP/Dbz094nXJ2dDI1MZVA5+DxI4aGU/6cO9377u3iRV0fPX4kS75w7cr2pf+am5kpqVe3Wk1DQ0PJa4oULNKsQeNihYq+qubEv389dOJo07oNu7Rqv//oocnTfz9+5uTMiX/Ktk3JC436dfyClf9IwcXR2c7advPubf9u3yQb5NcRE9QK6lb8Y94M+agoicOLGhnz3zYAQOZBzwgAQJZz7vLFcX9MkkKT2vXVOZt2bkno+1Cg8OZFa7YuWbdhwaodyzZK+3zXwT0zFs+VCm5FXD/rPdDEVJrAplLo0+kDJaERHjBy8lgp/D568rFN+1bNXHx0494ubTrKEey/F8zUfkU5tB4dE7tn5ZZ185bvWL5RbXD+Ouuv2NjY7FbZZYEFnRP68Ldv1kbK0lbXWeH7jx7KCkso8NvPv5zYekBe6PTWg7Mm/SkPLV23Iio6SkmZyTN+lyTCo2LlfWu2rZ277NjGfWOH/RwdE/39+BEvV07Ji8YrCV0kJBGwz5N3+bQFWxav+eLDj3WW06ND1+ruCWN2yFTenWxVafBLUrP/2MHHAU801bbv2xkS8qxVkxbJNOYf+D+6dcd73q8zZEseXLezfbPWsnqffvelo30+ubtq1j8nNu+vWbX6vQf3dh3YrbwRiZ9kL0hB9oisbeMXn5CXSRIhW++PMVOGfvLVipmLKpWrKOHI0rUrlRSQ8EKSCPm8rZ+3YtfKzfKp2LNqa+Xy7hu2b5aPolpH7X0iScSX/T87smHP1JG/FHEppAAAkFkQRgAAMrmeX/QrUq209q3th52lTe7okG/IJ1+pdX6fkzCM5bjvRhYr/PxIeAHn/BOHj5GD/DMXzYmMikxyyXOXLQwJCx3wQV/Peo3U7gByNP6nL4fJcful61Y+fPxIu/KwTwfLfLUsB8DzOzlLm/nRY38lBULDQzu2bPd534+bNWgqcYjMkaP3davVLuCUPyIy8mlwcMoWEvbvto3ZLCwn/zRe7bUhC+nYoo203iMjIv3u+73Ni44dNrJi2QpFCxUtX7rca9dE4oaWjZrFxMRs2Pn/MzXWbU3oltKmSYvknzug+4c1q1RTV+bDLj3UmSO/+UG9mqmRkVGdqgkdK+7e81XeM3mnsvXUsmzVUUMTTuJYsjZFV0X9c/4MmY78+vuSrsXVOQ558o4akrCEaQvnaNeUNOSTXv1z57Jr3rApl9sEAGQm9PcDAGQh0gzOkzt3bttctarU+LBbL2lDKonDKNy84y1t7PKlympXLlqwSGm3EucuX7zre7doUt31L12/ItMq5d21ZxobG1etWHnlv2uuXLua1+75OSBmpmblSpbRrpYnV567vj4Rr4g5dMgh8bHfjtDcjY+Pv3TtyqXrV9WnR6esZ8TZi+fDIyKkJa99/oiYN2W6WvB/8vjNXjRH9hxJnuWRjA4t2s5eMn/Tji29Oyb0MXng/+jAsUOuhYuVKOaW/BMl8tCU7WwT3oittY3mXBv1rpJwQkqQ8p51aN5W+65sLkmyrt28fv/hA4e89sk/99yl8/KRqFSuovbMwi4FCzq7XLlxVcIveVSd6V6+ogIAQGZEGAEAyORevrSnjmu3bsjU0SHfyw852ueTMOKOn0+SYcTdxIESu3zcK8nFevvdqa08H/4gX157ncPaxsYJnRNj42KVlImOid5/9ODFq5eve988cupY0NOnmofi4lI0hmVAYIBMtdvt7+pF89im+vqj0vCuUKb86XNnrt++WbRA4bVb1kvY0aFlm9c+0TantaZsZGSYOMdGu4KhoZ66Dzjnc9SZY587r4QRPvd8kw8jfPx8Y4QSU6xG2SQr3LztrQlldN4dAACZBmEEACCri4lJSATi4uJeVcHYKOk/l4aGCY1hj4qV1YKO7NmsNGUjQyPlLcih8q4f9zp76YKU89nnq1LOPb9T/hqVq02aNvX8lYspXIiJacKpFim/+EbKX9TQ+E3eXdsmLSSM2LBt81cDPlu/ZaOENS0aeL72WcbvYhDHuNgY5a0ZGSZ9rutrsyE1Lslulb1M8ddfvdXY6K0+OQAApFuEEQCArK6gs4uSeInNlx/ye3BPpna5kj7y7+To5O1z57vPvyle9DUnFyhvZ/XGdRIKVKngPmfydO2LRIyYFJLyhbgkjlihM5KFOHX29C2fu9UqVjI1NXvnL5qM5o08x/0xacvubU3qNrxx51bTug1z2dgq75oaA+lcADUoZaNsJO/l8T4e+D+Uad48r+l74ujgaJzAaMFvsxQAALIqBrAEAGR1OXPksLW2ue1798yFs9rzr3vfuHT9ao7sOYoXcVXn6JwAUK9abZnuPLhXZ4EdBnzQsFNzr4vnlRQzUJI7ueDkuTMybdW4pXYocP3WdYlClIRzPeKUFHDKlxBGnD7npdOKnrd80bCxP957KYt5Jy/6XFJvzsoym8QQsrR/1i5PeKEmzZX3wMQk4doc9x/e15559PSJZJ6SwmEidx7co31XPi3Xb90olL+Amm0lr1HtBoFBQUdP/Wc1/J88rtKsdqveHcMjIhQAADI7wggAAJTu7TrLdNjYn67cuKrOuevrM3T0DzExMR+062z0oqu8pblFeHiYpnNB++Ztcueym7FwtibFkCPwU2b8cea8lxyQT0knfA0zc3OZ+t5P+hoQ6pCT0tzVzHkSGPDliGFqOTwiTEkBafy3btIiNDxs6NgfNaM/HDl1fOvendKErlim/Pt4UZV5Yp8L35cu2NG6aUuZrtm0XjZjbY+ayntQKH9BmS5du+LW3dtSCIsIn79y8Zbd25J5ihq++D24H5ds4LJxx5ZFq5aqZd97fkNG/SB7/5PeA5QU6NM54Togo3+b8MD/+WdJVmzomB9lC5cuXsoi8cMAAEDmxmkaAAAoH/fsf+na1Z0Hdjfv0b5IgcImJsZXblyTtmX1SlU/6tlfU61A/vySRDTv0c7ONvfmRaul0fhlv0+/nzCy80c9q1aopCQ01wMlzrDKZvX76EmGhqlI/F0cnWU6eMSw6Qtnj/z6B53renRt3XH5v6vnLVsYEhLskMfhwtXLx71OSvKhXr5BXjSFr/L950Ou3bp+4Oih6q3qFy/mZmFmpvYRGDds5Mtr+65eVOR3yi/ThauWnDp/plXj5mpTXMhGc3TI53f/XvOGnibGJsp70LxR0+X/rjx76UKjzi2KF3WVjEma/YMHfj55+u+veopDXgfJIy5du9K4S8tSxUv+OmJCktWKuBQaOWXstIWz8uW1P3/lUmxsbMeW7eTdKSlQrmTpdp6tVm9e36pXB7cixWSOt8/dew/ulSjm9u2ngxUAALIAekYAAJAwLOK08VOHfPxlSdfiT4KePPR/VLda7akjf5k/dab2SQpDP/na2dEpMCjoof/DwKcJF4+U9ueSv+ZVKlfhtu/dU+fOxMTEdGrVfuOCVdJiV1KjV8cPPCpWjo6JvnbrRvBLIxrkd3JePXtJ07oND5w4+vvcaacvnGlUu/6/81d2btleHj2W7EkH2mysrZdNX9i5dQdnR+frN6/fvefbuHb9tXOXaV8v852/qKhR2aNr205GRkYXr14Ofvb/d2dgYFCiaMIpMO2btVLeD0tzi8V/zvui3yflSpZ54P/Qw73qrIl/Jj9SppVltuFffW9lld3b585D/0evqvZRr35jh/1cyKXAzTu3q5R3H/fdqDFDf1JSbMIPoyV1crR3kD3udeGcnY3Nl/0/W/L3fHl1BQCALMAgPuXDaiNTUz8JcXFxcmxH/jMdFRV1e+6yp8fO2JR0LTOonwIgjRwZPDIq+JlFgxo5a1U2T2RmZmZqapow/J2RkRzNNjDQ04UM3634RNq/OUM2Trr2+LZn6dr9a3VSkDVIMFGtZb1ypcos/mOuknGM+X3ivGULJ/80LoX9INKbYWsmX75/s6Zj+e5lmmv/qpiYmBgmMkikAADwPtEzAunXmb0HurmWm/X9CM2cG17nJvT9RHP31M49UmHO8NEKEkWEhsoG+apRS+Wt/dSphyzK39dPs+S1f83YvXy1knkd3bJN3vKisRMVAHrxLDRk1NQJEZGRHZq3VQAAQBbDmBHISMZrJRHQp93L16z6fVq3oZzJDOAdCIsIL1Ovslou7FKwUe0GCgAAyGIII5B+FS1b+vuFs6zt7BSkjKm5uWwxU63z299Yrx+GhoeFsfEBvA+W5hbFChd99PhRvep1vuz3KRePAAAgCyKMQPplZWNdokolBSlmaGT0rrZYwdKpuCQhAKTW5kVrlAzr+8+/kZsCAADeAmEE9OSRj++XDZpXbdr4s6n/v0balI8Hndq1t+2nA9t9NlAz88v6zZ8FBU0/svv84WOTBnxWp33rfmNGHPp309/ffK9W6OZaLreT49RdmzRP8ff12zx30cVjJ0KDg10rlK/VtkW52q+5Xr3v9Rt7V6+7e+X6rQuXTM1Mbe3tKzWq17J/n2SG7IqNjt66cOnpPXvvXr2e3dq6YMkSFerXrta8qeYp37bo4HPt+vQje7Lb2mietXDML9sWLvn01/Eenk3k7uLxk7bMWzx69RLvi5dPbN91/ex5x0IFKtSv06RHVzMLC+2Xu3ryzL41666dORsZHlHcvXz1ls3K1qqhefT41p2/ffH1hyN/MLO0WPv3TGNT01qtW9br1PbDCtXzuuSfsv1fTc3Ah4+WTf7t5rkLAQ/9C5YqXty9YpOeXa2srdVHnwUEDvSoW72lZ+MPuqyY8ue923dKVHEfOH7UiM49b3idk40sm/obzzb3bnpL5X8mTJab7I4ze/ef3LH7k8ljqzX/z4j0c38as2vZyq/++rVig7pJbsOYqCjZ7Me37ZLNni1n9kKlSrT9ZIBzsf9fdCA6IlLezpl9Bx75+NkXyF+sfNmGXTvlK1xQU0HdgBM2rrpy4vTJnXtunr+Qr1DBCnVrtRzwYXxc3IbZ8732HvC5ftO5aOG2nw4oXd1D+1kp2ew6Au4/2LLwH9kXD318i5QpXb5uzXod20noIw+FBT/7rk1n+ez1+H5I4x5d1fqRYWHft+t6/9Zt2Ury0VUAAAAAJIUwAnpil8/BxNzs0rET8fHxaus9Nibm8olTUrh26oymmt+Nm498fas0aSSta+2nS3u1/ecfrZ8xR8qtBnxons1K89DVU2eGttgsjcDCpUs+uf/g2Nbtcvth0ezild1ftTKb5ixcOvFXWRMzS0vnYkX8bnp7X7got2cBAd2HvfJg1/yfx+9esdrCyipPfqfoyMijW7bJzWvvQWmTK6m0bNJvF44cq9ykQf1O7c4eOLRiyh+Xj538ZsbvRiYmaoWFoydsW7RUCnnzO+e0tT26ZccJ7g0yAAAQAElEQVShDVuk5a95LXUbXjhyXN6sOicyIvzlF7p98fKoD/pGhIZmy5HDxa2Y341bV46f2rlsZf8xIyrUq61ZztPHARMHfC7BhJSDHj3WSWQadu3otf/Q2X0Hy9auUbRsaVmOVc4cEkYc3rhVO4yQHOHwpq0SxJSrXSPJdy3LH9Orv8/V6/I287sW8/fzk0jl1K59I5ctKFiqhJI4TObwjj3kM2BiZioVngUEbV+8bOfSlW0/6d/mkwHai1r953R5rkX27Hmc8kloIre4uLj73rcP/bvZpbhr9pw5r532mvDhx2PXLc/vVizlm13HwXUb54wYHRUeIW/K3iW/fNK89h3YtWzV0Nl/W+e2s8yRvd/o4WN7DVgx9a9KDevZOtgrCanHFEkiytepSRIBAAAAJIMwAnoiB5PLVPc4tWvv3ctXXUq4yRzvC5fk2LKRsfHV02dio6PVBqG0FWVarnZ1nadLk1Jum+YtlrJOu1TarjVaNevy9SDrPLklkpj27Y8ntu3atXTVq8KIgAcPl/wyRQqf/jq+UoN6knrIEXVpbE8a8NnOZas6D/5CJwdRBQcE7Fuzvki5Mj8tmaceGJeG/eSPBx3euLlJr66FS5dSUkPepubIubS0f+n/6flDR3YtX9WoexeZc+7AIUkiHIsU+viXMQVKFlfX+a9vvpPXqlC/ltrDQr0UqyQRVZs27jT4Mzk+L7GFzqvEREXN/GGktPDbfCyN+f6yqeWdbp63WN7+rO9HTty8xsrGWl3OhcNHZad89ecUaWCHh4TqLEfWKiYqRsKIUlWrePb5IGF3uBaV1vi5A4eDnwTkyGWrVju+Y1f4s2dNe3d/Vdt+xa9/ShJRomrlTyaNlafLyuxb8++s70fMHj5qzJqE5GXZpN9lb0pKMmDcSLXvhmyWv7/+ftXv01wrlpcnahYlSUSvn4bVbd9GdtbeVetkIat++9uhoMsvm9bIdpMK66bNWjn1r93LV0u1FG52HbLH5/08TgqfT50o+YUENJK2LBo3adeylev+nqUutqRHlXqd2u9evmrBmF++/HPK6d37pCzJRd/RPykAAAAAXo1Le0J/SlWvKtNLx06qdy8eOyHTai2aRkdG3Th7QZ15/tBRmZavUyvli81ha9t31E+SREjZzNKy7ccJUcWdq1dfVT8iNKxux7btPhsorXo1dzAwNJRD2Xld8ktrMzT4WZLP8ve7FxsTY2xqIpXVOdLo7TPi+wHjf7bNk0dJpaLly2qOnMs6fzjyRynsXLpSnbP271ky7f3Td2oSIWzt8/ZNrPPvjLnay5Em/cAJo/I4O0mr2M4xn86rHN2y486lK+Vq12z/xceSRKjvtNmHPaq39JSW9o4ly7Ur9xs1vFjF8k5Fi8i6Ka8jcUP1Vs1kgxzeuEUz89C/CSfO1GzZPMmnSE50cMMmebNqEqGujGyEMjWrR0VEPPa799jvvqyS7MePJ47RnEVSurpHh0EJl1BZP32O9tIqNqjbsGsndffJQnLa5ZJC208HqEmE8uIj9NDHV/tZyW92HZvnLpYcp2X/PlWaNlS7ipiYm/X8cWgeJyfJL4Ie+avVug4ZJHNO7th9bMuOGcOGy5zew4epbxAAAADAqxBGQH/KJQ55cPnE8zDiyvFT0sau0aJZQvnUaZlKKnHx6HFpEmuPufBaRSuUNTH7f18Gp6KFpekYEvT0VfXzFS7Yd9Twtp8+H6UiPj7+9sXL+1avj46MVNchyWe5uBazdbCXdf6p4wfb/1l253JC2FGqWpVabVra5E11GFGnfRudVXIuVtTvxq2A+w/k7s1zF+QdublX0K7jUKiAfYH8d69c015Dnfeuw/f6TZlKW1pnfpXGCXP8bt7WzMmWI4d6okTK1W2X8BY0YUTgw0fnDhx2di2qdnt52Y2z56PCI1wrlNNpqA+d/dfEzWslSfG7cUNJ+JBUt7Cy+s/aNklYW98bN7VnulYor31X3QWOhQtr5uRI/AiFBAVpV0t+s+u4cyVhFxev9J/+NZLplPCoFBcbe+fyFXWOrG3vEQm9JKYP+1E+dR7NmlZp2kgBAAAAkCxO04D+yAF8OfB++cQpOaIeFxsnAUSlBnWLlCttaGR0NXHYiKsnT0t7tUwNj1QtNsd/kwtZmtzi4uKSeUpsdPTZA4dvX7oszXWJP7STi/j4pJ8oB+EHjBnxx1dDJSmQm8zJ7eRYrXlTz97dNYfxUy6Pk24vBlv7PD7Xrj/y8YuJiYlNuCndi1dI8rn3bt7SNPizWyeX2jy4c0emdoljGWizy+cg00d372rm5MydS0klCUeKVSh37bSXNOYdixTav26DxDp1/9va1xYcEKAkpAa5X1XhnnfC+uR6aW2z5cxhZZ0zyP9xWPAzyxzZ1ZnZbXJq1zFM7K6S3fr/MzUdWLQls9ltX3rdh3cS1mdU9z5KUh7c8dF0IClTs3r1lp6H/t2cEEwM/1YBAAAA8DqEEdCrMjU9Ns9dJI356MjIhOPk7hXMs2UrWr7MlROn4+Pizh9OOEejbM3qqVqmgUHqOvhER0aN6tb75vmLUrZzdChe2T1vfufS1T2WTf7d+8LFZJ5YqnrVyVvX71+7wef6jYd373pfvLx++uwD6zcOnfWnhCyvelZcTOzLMw0NjZKuHB+ntqul1V2o5Ou7KhgZGSXzqIQayovRJZJYB2NjreW8yU9BzVbNJYw4tGFzxy8/Pbh+o4GBgUfzJq+qbGximrgyr1xa3PO1TeqxxLMkjIz//2aNjN9khZPZ7Em8pmHCi5aoWtkwqQusWGT/f/eNiNDQa6fPSiE8JOTGufPaFz0BAAAAkCTCCOhV2Zo1JIy4fPyk2k5Wz0Rwq1jh6skzty5cPH/oiHVuu0KlSyrv07416ySJKF7FfejMv0zMzTTzw0c+e+1zrWys1REclcQm6J9ffXtm74F1f8/+9NfxSkKnjIQcIV75T3s65Gnwy8sJ9H+kMyfgQcIc27x57RzzSUvb0Mho2PwZytvJm99Jpk8ePNSZ//jefSVxvAnl7VRr0XTxhCnHtm6v0rjBvZvelZs0yGFrq7xyZRLG19QMtaBx7dSZ+7fvlqxaKa9LQoWAB7pnTIQ+DQ4JDJJ0xszSUnk7yWz2lyvncXZ+cPtu928HuxR3VZK15Jep/r5+Hs2anty1e9YPP4//d8UbdJYBAAAAshTGjIBeFa+U0BXi4tETV0952eTN41gk4SR/V/eE8/8Pbdhy5/LVCvXqJPP0pA5Rp5p6JdEaLZtrJxG+129Iy1MKcXGxST7r8MbNX9T33DDz/+NHyhvp8EXC2Ir+fn7qHJPE8RT9/e5p6sRGR185eerlpZ3atV/7rt+Nm7ICDgVd7Avkl7uVGtaX5velxAE+NZ4+fvKRR73v23aJCo9QUiaPc0IYcWzLDp35x7YlzNEZkyJ5BkltetkCVZo0kO2mjgFZ4xVDV75YGUeZXj3tFeT/WHv+5gWLZ3730+N7D9S19dp/KPzZf1KhY1sSrl1a0qOy8taS3+w6ytetKdPTu/fqzB/Ruefgxi1vnjuv3r1w6OiuZSvzODn1GzO8Vf8+gQ8fzRsxTgEAAACQLMII6JWRiUmZmh5XTp6+ee5CicoV1ZmuFctLW3f38lVK4viFyTzd1Nw8Mizs5aPrqWKdONihb+JwiarggIC/vv5OLUeGJd3UL1K2zBO/+1sXLnn4YqiF+Pj4A+s3SMG+oIs6Ry2snz4nNLE3RPCTgNnDR0nr9OWlHdm0Zfs/y9SyHFSfNnS4LK3Nx/3VOZ59ust00diJmudGhofPGDZc1rNQqZKmFuZKylRp0ii7rY3XvgMrfv0zLjZWXedNcxYe+nezlXXOas2bKilmYq7mLH4682u2Sggg9q39N6ddruT3nSQXNVo1k903Y9hPmnElLx09fmLbLokDXCuWc3YtWsqjiuzcv4f8EPqiO8n5Q0dW/va3FBp06qC8teQ3u446bRMu0rF+5twbXufUOVJZtuT1M2cNjYxkRyiJvWNkF0uhz8/fm1lYNO/bW97L0S3b5KYAAAAAeDVO04C+la7mcXzrzvDo6GIvLoggzdQi5cpIG8/E3Ey9/OerSEtPGqtDW3awtrMbv2Gl8kYadGq/Z8WaLfMWhwU/y+Xg4H3xUsKIFfHxzsWK+ly7HhwQmOSz5Lh9p8GfL5v027ctOxYrlzB24dMnAVLfOk/u9p99pNZp2a+P176Dp3bu+WjfwfzFit6+dFmygGYf9pD2v87S8hUuuODn8eunzc7lYO998bIkBXU7tq3espn6aOEypWu1bbl/zb/fte6c37WozHlw9+5jv/suJdy6Df1SSTFpS386adyvnw1eP332ziUrHIsUun/7zrOAQDNLy36jf8qRyzbli7LPn9B3YPviZdfOnK3RolnT3t3V+cWrVLJzyvfY9161Fk0laUp+IR8M+8bn+s1zBw59WquRS3E3iZYuJ/b+6D9mhDreZP+xI8b0GnB6975PajbI71rsWUDQI9+Ea3O2/qhf8h+MFEp+s+uQ0KfDF5/MGT5qZNfeJSonXFMjODDw7pVrFlZWn0/9RV3hpZN+k1CjatPGpasnjLpqYmbaZ+QPY3r0WzBqQonKlVK1hQEAAIAshZ4R0LdytZ8P7+dW6f+nCbhVTCiXrFJZDi8n89yu33yZx8kpJDAo8OEjmSpvJE9+559XLK7cpMH5w8fW/DldQhD3hnXHrVtWr1NbeVTn5AhtLfr1/nzqxKLlyt67fefWxUs5c9m2+WTAuPXLczs5qhWktT92zdLGH3TJm9/pWVCgtM9/WDg7ybEtWw/s22/MiHyFCko6ULyye/+xIz/8+UftCgPG/dz7p+/sHB18rt+4fvZ8DlvbDoM+Gb54jgQ3SmpIG37MmqVla9fIljOn96XLdg4Ozfr2nLBhpXvDeqldToMuHQ2NjG5fvBwa/P9RMAwMDFzcEoZUqN2m1WsXYmVj/dOSefU6tc/j7Oxz7YYEDe6N6o1e9U+xis9jqVz5HMas/qd2u1ZSwffGLQNDAwllflo6X9678i68drPrkKjih0Vz3NwrPPDxuXrGKzYmpl7HdrLHJbdSEi7+ckYiHssc2Xv8METzlBJVKsk6Bz8JmPXDSAUAAADAKxjEJzO6PbIS9ZMQFydHi6XNFRMVFXV77rKnx87YlHQtM6ifgndk8fhJW+Yt/njimFcdkM9YQp8Gf1KrYdGyZb5fOEtJxzL0Zj8yeGRU8DOLBjVy1qpsnsjMzMzU1NTY2NjIyMjQ0NDgnQymonfxibR/c4ZsnHTt8W3P0rX71+qkAHhvhq2ZfPn+zZqO5buXaa79q2JiYmKYyCCRAgDA+8RpGgDeUHhIyMKxv0RHRNZp31oBAAAAgBQjjACQapHh4X3Keahlh0IFKjWsrwAAAABAihFGAEg1MwsL52JFAx89Kl+3VscvPkn5BT4AAAAAQCGMAPSs+7dfy03J+N74aiZpItNsdgAAACBzNWPMDwAAEABJREFUIIwAAAAAAAB6RRgBAAAAAAD0ijACAAAAAADoFWEEACBdMDAwUAAAAJA1EEYAAABkaUSBAAD9I4wAAKQlgxfi4+Pl7gW/69P2LVUAvDcPnvoriV89Q0ND9dunvMgjSCUAAHpDGAEASBuaVpC2uwH35KYAeP908gjNTAUAgPePMAIAkJY0x2ML5XKWVlFcXFx8IrUgD6lTpE+ym2JiYkxMTGjBZhRqACEF++x2RkZGhok0HZQUAAD0hTACAJAGNOdlKC9aR/2rdIh6ITpRbGwskUQ6Fxwc/OjRI2dnZzMzMwXpmCZukO+aZBDGxsYSIRklerlzBAAAekAYAQBIM5rWkUzVBpImfZCZEkaoXSQUpFchISERERHSrDU3N1eQvmnyCPW7pqJzBAAgrRBGAADSmOZoreQOaod/NYmIS0SfiPRM9lRYWBhhRIagBg1q9KDJI5LsHEEkAQDQA8IIAECa0T5UK6GDNI00fSW0kwjyiHRLdpaEEbLjCCPSP00YoX2yhnYYoRBDAAD0iDACAJCWtM9jfzmJUClIr2R/hYeH0zMio9AeOULTRUJTJokAAOgTYQQAIG2oY1hq0gdNGKG5lAZJRPqnhhFygJ0BLDMK7TxCk0owYAQAQP8IIwAAaUxtEWmCiXgtCtI32WVRUVESJJmamirIIAySov2oAgDA+0cYAQBIM5oLfGrOV9dkECQRGYLsspiYGHX0AQUZh+YbpzNUBEkEAEBv+K8DACAt6eQRykvNIVKJdE7CCLVLi4J0T+fLlfxdAADeK8IIAEAa0zSB1DM1XvUo0qe4uDjCiAyNrxgAIE0QRgAA0gsaRRmOZhRS9h0AAEgVwggAyAA4VQEAAACZCWEEXonGD5B+cNgZAAAAmQlhBF5JbfzERkSE+txTAKSR+Lg4tZDkRfgAAACAjIgwAknTjG8ffPPOyZ+nKADS1MtJBJEEAAAAMi7CCOh6+arjANKc4Qt0jgAAAEAmQBiB5zQjoqt3pc3j0LqJTb1qUVFR0YliE8XFxcUnUpARhIeHBwUF2dnZmZiYKMhQ1MRBvolGicxtbYyNjbXzCIXEEAAAABkWYQR0qe0fmZrZWhtYWRpFRRlHRxsn5hFxiQgjMpDwwMBnIcH2uXOZW1goyFC0wwiJISROUlMJnTwCAAAAyIgII5AEtQmktoLUI+rqHE0YoSCDkB0XHh4uO9Hc3FxBRqPdM0LNI2Sq5hEkEQAAAMjQCCPwH5rT0dUmkCZ30NwljMhYZFeGhYURRmRQmm5Kahjxcs8IIgkAAABkUIQR0KUJIyR0kPaPpk9EbGxs/AsKMgjZd+Hh4bIfCSMyIs2XUdNTSZNHkEQAAAAgQyOMwP9pLueptn8UrbaQhBHSoNUkEeQRGUhYWJjsOzMzMwUZimaISp1IQk0iNGdqEEkAAAAgIyKMgC7tFo52LwntGIIwIqOQ3RcZGSnH0k1NTRVkHJqIQeebqCkoAAAAQEZGGIH/0FzgU6ZqBqHpLqEJIEgiMhDZfdHR0ZqBSJHhvBwO6sxRAAAAgAyIMAK6NHmE5q7y3wCCMCJjkTBCHW5AQUajnTXofCUVkggAAABkZIQRSIImgEgykqAJlIHIzoqLi6Njf8aV5NeN7yAAAAAyOsIIvBINnsxBDZXYmxkUOw4AAACZEmEEUoF2UYajPdaAAgAAAADpA2EEAAAAAADQK8IIAAAAAACgV4QRAAAAAABArwgjAAAAAACAXhFGAAAAAAAAvSKMAAAAAAAAekUYAQAAAAAA9IowAgAAAAAA6BVhBAAAAAAA0CvCCCAzMzZO+I7HxMQoAAAAAJBuEEYAmZm5ublMIyMjFQAAAABINwgjgMzMwsJCphEREQoAvDcGBgYKAABAahBGAJmZmZmZQhgB4L0JDw9XXuSeAAAAKUcYAWRmNjY2Mg0KClIA4D0gjAAAAG+GMALIzLJnz25mZnbv3j0FAN4DNYxQh6cBAABIOcIIIJNzdHS8f/++AgDvwePHj21sbAwNDRUAAIDU4H8PQCbn4OBAzwgA74mPj4+zs7MCAACQSoQRQCZXqFChmJiYO3fuKADwToWHhz958sTJyUkBAABIJcIIIJMrW7asTM+fP68AwDt16dIlmdIzAgAAvAHCCCCTy549uxy3PHfunAIA79SJEycMDQ3d3NwUAACAVCKMADK/UqVK3blzx9/fXwGAdyQqKurChQtlypSxtLRUAAAAUokwAsj8qlSpItOdO3cqAPCO7Nu3Lzo6umrVqgoAAEDqEUYAmV++fPnc3NwOHTokRzIVAHhrkZGRmzdvzp07tzoqDQAAQGoRRgBZQv369eUYpuQRCgC8tR07doSFhXXs2NHQkP9IAACAN8H/IYAsoXTp0nZ2dnIkk84RAN6Sn5/fli1bypcvX6ZMGQUAAOCNEEYAWYKBgUGbNm2Cg4PXr1+vAMCbCg8P/+OPPywtLXv16qUAAAC8KcIIIKtwd3cvUaLErl275KimAgCpJ0nEr7/+GhgY2K9fP3NzcwUAAOBNEUYAWUiPHj2MjY1nzJjByRoAUkuSiEmTJt25c6dXr17FihVTAAAA3gJhBJCF2NjYSB7x8OHDuXPnKgCQYnfv3h09erSvr68kER4eHgoAAMDbMRoxYoQCIMtwdHQMCws7cuRItmzZChYsqABAsuLj47du3SoJphQ++eST8uXLKwAAAG/NWAGQxXTo0MHb23vFihU5c+asWLGiAgCvIL8Vixcv9vX1LVCgwMCBA21sbBQAAIB3wUAOdCgAspjQ0NBff/1VGhi9e/euUqWKAgD/FRQUtGbNmmPHjklq2bJlyxo1aigAAADvDmEEkEWFh4dPnjyZPAKAjsePH2/ZsuXIkSOmpqaNGzeuX7++FBQAAIB3ijACyLo0eUSLFi08PT0NDAwUAFnY/fv3N23adPLkSUtLS8kg6tWrZ2FhoQAAALwHhBFAlhYZGTlv3rwzZ86UKFGiX79+0gJRAGQ9d+7c2bhx47lz53LmzNmoUaNatWrRGwIAALxXhBEAlO3bt69evTpXrlx9+/YtVKiQAiDLuHLlyubNm69evZo7d+7GjRtXq1bNyMhIAQAAeM8IIwAkkKbIrFmznj175unp2apVKwVAZnf27NktW7Z4e3vny5evadOmlSpV4lwtAACgN4QRAJ4LCwubN2/euXPnXFxc+vXrJ4dJFQCZjvzdP3HihMQQ9+7dK1CggMQQ5cqVUwAAAPSLMALAfxw6dGj58uVS6NSpU/Xq1RUAmUVsbOzhw4e3bdvm7+/v6urq6enp5uamAAAApAXCCAC6pKEya9asO3fulClTpnfv3oxqCWR0UVFR+/fv37FjR1BQkHyvmzdv7uLiogAAAKQdwggASYiLi9u4cePmzZuzZ8/er1+/YsWKKQAyoPDw8N2JQkNDK1asKDGEg4ODAgAAkNYIIwC80u3bt2fMmBEQENCgQYM2bdoYGxsrADKIZ8+e7dixY9++fdHR0R4eHk2bNrWzs1MAAADSB8IIAMmJjIxcsmTJ0aNH7e3tBw4cyDFVIP0LDAzcunXroUOHDAwMatSo0aRJk5w5cyoAAADpCWEEgNc7ffr0ggULYmJi2rVrV69ePQVAuvTo0aPNmzcfP37c1NS0Tp06DRs2zJYtmwIAAJD+EEYASBE51jpnzpzr16+7ubl9+OGHOXLkSMmzNm7cWLduXZpDwPvm5+e3adMmyQ2trKzq168v3ztzc3MFAAAgvSKMAJBS8nOxY8eOdevWSSOnT58+pUqVeu1TBg4c2Lp16yZNmigA3o9bt25JDHHhwgUbG5tGjRrVrFnTxMREAQAASN8IIwCkjhyAnT59+qNHj6TN07FjR1NT01fV/O677548eWJtbT127FgjIyMFwH+dP3++dOnSypu6ePHili1brl+/nidPHon8qlatyhcNAABkFIQRAFItOjp65cqV+/bts7OzGzBgQP78+V+uM2vWrJMnT6rlvn37VqpUSQGgJSQkZPjw4VOmTFFSSf5we3l5bd68+e7du05OTk2bNq1YsaKBgYECAACQcRBGAHhDFy5cmD9/flhYWIsWLeSorE5bSEIKTblgwYLffvutAkCLfH2OHDmSJ0+eUaNGpfApcXFxx44d27p164MHDwoVKuTp6fk2HSsAAADSEGEEgDcnh3bnzp178eJFaRf179/fxsZGnf/ZZ59FRUVp1xw6dKjUUQAkOnfu3F9//aWWZ8yY8dr6MTExhw4d2rZt25MnT4oXL960aVNXV1cFAAAgwyKMAPC29u3bt3LlSmNj4y5dulSpUmX8+PHe3t46ddzd3fv166cAUJTIyMjhw4cHBQWpd5PvHCGV5Su2Y8eO4ODgcuXKNWvWLMkTowAAADIWwggA78DDhw+nT59+7949e3v7Bw8evFzB0NBw7Nixmq4TQFa2fPny3bt3a89JsnNEWFjYrl27pGZERESlSpU8PT3l+6UAAABkCoQRAN6Z1atXb9++/VWPNm7cuG3btgqQtV2/fn3y5Mk6f3x1xlUJDg6Wr9L+/ftjY2OrVavWtGlTW1tbBQAAIBMxVgDgHTl16lQyjx44cKB58+bJXAoUyPRiYmIWLlz48mEAzZlNAQEBW7ZsOXz4sJGRUa1atRo1apQjRw4FAAAg0yGMAPBuzJo168mTJ8lUCAsLO3LkSO3atRUgq5Kg4dGjR0k+9Msvv9jZ2Z04ccLc3LxJkyb169e3tLRUAAAAMinCCADvxsmTJ19bZ/fu3XKwV+cioEAWcffuXQkjXvXojRs3JKdo06aNBHZmZmYKAABApmaoAMBb+/LLL1NS7cGDB5cuXVKArCcuLm7hwoWxsbGvqiAhXcGCBRs1akQSAQAAsgLCCABva/z48WFhYSmsvHPnTgXIevbs2ePj45N8nXPnzikAAABZA2EEgLeydetWzdh7KXHp0qX79+8rQFby6NGj9evXp6Tm/PnzFQAAgCyAMALAW/n333+VVNq1a5cCZCULFy6MjIxMSc1jx44pAAAAWYDByxcYA6B/GfSb6Ofn9+DBg7CwsPDw8LD/0syJi4vTeZa5ufno0aOzZcumAFnA4cOHFy1alPL6devW7dixo/JGGB0WAABkFFxNA0hjmhji5Twi/ScUDomSrxMREaGdTagFCwuLl0MKIPMJCgpau3atoWEq+iEeOnSoffv2r632cu4gc9QfDSIJAACQ/tEzAkgz2jGEWtaeAsgErly5cvbs2WfPngUHBz9LlJIveP369T09PZWUUaOHV00BAADSJ8IIIG1o5w7hkdFxcXE6eQTfTSBTCg0NDdESFhYmOYXmbnh4uJJ4KtO333772kUZJFIL5qbGBv+lkEcAAIB0jDACSBvxWtqPXBsdwzkLAN6QmYnRP8OaSfRgmEgnkgAAAEiHGDMCSAPaJ2ho+kQAwJuR0CE6OtrIyEj9MVHzCCXxF4Y8AgAApE+EEUDa0HSLkDAisbUQ3zGE+e8AABAASURBVLBS0RIF7BUASLEL3g92nbwuPyMSRsjvieQRaocImaOJJAAAANIhwgggzahJhOaiEvnz2JQvlk8BgBQLDotQCxJGqAU1jJBUQr1L5wgAAJA+EUYA+qY9RCWnaQB4JySMUGMIQ0NDtVsEMQQAAEjPCCOANKMJIxQAeDsxMTHq6JXqyBGa0JM8AgAApE+GCgC90xnAktYCgLchvyQSRsTGxqo9rTQUAACA9IqeEUDaiP8vBQDelASaahKh4icFAACkf4QRQFoiiQDwTmgGoOEnBQAAZAiEEQAAZGw6SQSRBAAASP8IIwAAAAAAgF4RRgAAAAAAAL0ijAAAAAAAAHpFGAEAAAAAAPSKMAIAAAAAAOgVYQQAAAAAANArwggAAAAAAKBXhBEAAAAAAECvCCMAAAAAAIBeEUYAAAAAAAC9IowAAAAAAAB6RRgBAAAAAAD0ijACAAAAAADoFWEEAAAAAADQK8IIAAAAAACgV4QRAAAAAABArwgjAAAAAACAXhkqAKAXHbv0KFHaXXMrWaZS7bpN2nbo+uXgb48eO6G8qVVr1vX/6LPK1ep4tmh7/NhJWXLT5m2U9y8sNOzv6bNXrFqrmaO+wQcPHioZzeixv8ia79i5W0kLXmfPyx5Mvo5sbb3tWQAAAOgBYQSAtBEfH+//+PGVK9e2bd/Zp+9H0h6WOUoq7di1Z/hPow8dOprfySkuLi6ndU5FX5avWvPnX9NDQ0MVvB1JIiSPUAAAAJCVcJoGAL2aM+tvj6qVlcQw4nFAwJPHT44cPf77H38vWboiZ44cn306MFVLO+N1VqZDh3zVo3sXKcTGxs6fO93U1ExB5mJmbsaeBQAAyEwIIwCkDQMDg9y5csnNzbVYcTfX/gM/mz5zTt06tUqVKpHyhURGRMrU0dFBvWtkZFS5kruCTIc9CwAAkMkQRgBIe1WrVGrevMm6dRsXLVk2YezPmvkPHjxctHjpqTNePnd9y5QpVbt2jQ7t2ki7VB7au+/gx58OUqt99vnXMu3ft7fc3KvWcnFx3rIxYSiHXXv2ykM/fj+0SpVKs+fOP3PmbFxcfDWPqr16dJM62isQFh7xz5JlR4+duHzpSuHCBatUdu/xQbccObK/aoWbt2x/y/u2FCZOmiq3USN/bNe2lfpQfHz86jXrt+/Y5XXuXLEiRSq5V+zZo1vOnDm0n37qtNfatf+eOXsuPDzcvWL5Fs09a9aopryaLG3QV0NHDP/OwsJi2ozZpqYmrVo2792zewrX/ElA4MpVa86fv3jh4qWIyAgHe/uypUt99eXnOmuVjI5devj7P163etmChf8cPXb89u27JUoW79CudeNGDYKCnv7594zjx08GBASUL1/u66++0Nm2ybzZDRu3DB32o1ouUdrdyTHf9q3/JvlmO7Vvq71nVf6PHy9fvurAoSM3b96SNyV7+eOP+tvaWKuPTv3tr5mz53k2bTTpl7EKAAAA0hnCCADpQuOGDSSMOKY1kuX6fzf9PGpceESENC+lFXry9Jl9+w8uX7F65vQ/ctvZFcjv/OknAw8ePOR19nyL5k1dXFzKlyuT5JJv37kjbdpnz54Vd3P187u/fMWqjZu3/LNwTrGiRdQKFy9d+eyLwRJ8WJibu7oWvXvXV9rPy1eumTJpnEQJSS6zS+cOBw4e3n/gUK2a1cuUKe3m5qp56Muvvz137oKss2O+fLIcuZ09d37OrL81FcaOn7T4n2VSyJ/fKZetzdZtOzdu2trMs8nECaOVVzAwMJCppABSWZ0TERGRwjU/dvzkV4O/DQwKkoWULFn84cNH167dkNvlq9eWLJprbJzSvwISsshrnTx1xsnJ0cTE5PDho0eOHJs6xfDv6bNu377j5lbskb//rt17L1+5svHf1eZmZil5s0WLFpGdOGv2XCn369snWzbLZN6sjjNe5z797Ct5X1bZrYoWLXz1yvUlS1ccPnJsxZIFMkcBAABA+sYAlgDShYIFC8j00SP/8MSWpxzMHzV2ghR+nTz+wL4dSxbPO7B3e8eO7a5evT59xhyZX6Cgy8cD+xYv7iblRo3qS1kdiuJlixYvq1en1oE922Uh+/ZslYWEhoTOnjNfU2Hc+EnSnv9oQN+DB3aqdX4aPuzp0+BxEybHxcUlucxuXTvJcXgpJByNH9i3ZAk3zUO+Pr5//T5l/97ta1YumT93uomJ8ZGjx69dv6E+evDQEWmcFy5UcNWKxVs3rVu5fPGOrf9Wcq+wafPWzVu3K6+gDu0pjfOmTRpu27J+7uxpLVs0S+GaSx1psffu2f3ooT0rli7ct3vrxn9X5c5td+HCJWnPKykmu8bb+/asGX9u37J+z67NbVq3kLX64ssh+Rwcdu/YvHTx/EP7d9ao4XHv3oPde/al8M26uRaVrWdiaio3KfT8oGsyb1ZbTEzMD8N/lvf1QffOh/btlFc/eGBXp47tJRb5a9pMtU7btq1k+w/o/6ECAACA9IcwAkC6kCtXLrUQ/DRYpgsW/hMWGta3b6/GjRqoh8rlYPsPw76Rw/IrVq7x93+c8iXb2eX65puvNEfL+/T6QKaXLl1R7+4/cOj0GS8JMj77dKCFubk6s1OHdtISvnLl2vYdqb7aZZ/ePevWrWVomPDrWrmSe/16daQgGYr66LTps2U6/MdvSxR/nl/kzZtnxPDvpDBr9rzkl5zbzm7smJHOTo5Vq1RyzOeQkjWPjo6pVKliM88mXw76NPuLLVCoYIFaNapL4fHjJ0qq3lqfntWrVZWCvLteiSeJiJ9+HGaTeGaEkZGRulhfX793/mZ1Hj156owkI6VKlfh2yGCJe2SOpYX514O/kH199drzTZ3f2Um2f9EihRUAAACkP4QRANIFI6PnP0fqgfErV6/KVOcsCWNj46qVK8XGxl6+clVJsZIlimeztNDczZMnt0wjoyLVu1euXpNp5cq6gyNWq1pFppcuX1FSqXKl/6xz4cIJjeFnz56pd89fuGhmZlqxQnntOgULFihQIL8EFpFRUcksuVy5Mmamppq7KVlzaah/P+ybiRNGa07HePTIf8euPT6+vlKOSvblXuautdp2ieGRrY21uj1VaioRFBikvOs3q+PU6TMylaBHDapUspf379k2d/Y0BQAAAOkeY0YASBeeBT9vrufImVOmd+/6yLRHr35JVr5zx0epqaSQHGPXvmucOP5lTEysevfunYQX+u33v+X28nPV1UgVW1tb7bvqcfvY2ISTJnx8/WISKKXKJn1Gya1b3sW1hp/QYfNiaMbUrrnX2fPHjp/w9fE743VWHXdTpeY+KWettQLqMKLW1v9ZJQPD/wfc7/bN6njyJECmeXLnVgAAAJAxEUYASBcuJp43IcfMLS0SzjhQT3OoUtnd0DCJDlzZUzNCoaFRcl3A1OWXKO6W5KUl8jnYK6lkaGiQ/Gtlz2FVqkQqLl+qobb/dZb22jXXDCGZI0f2cmXLeHhUKVO6lKQSy5avUlLJxDgVfzLe7ZvVoXaaSG2YAgAAgPSDMAJAurBnz14lcZAF9a6Tk+Pt23eHDvnKzbWY8j45OTvKtHWr5t27dVbeM8d8DsbC0Fj74hpvLCVrfuPmLUkibKytV61Y7KAVrJw4cUp5z97tm9UhHw8l8dKeOvO3btsZGxdbt1ZNy8QLcwAAACDdYswIAGnvytXrm7Zsk0L7tq3VOXVqJZyGsXvPfp2aXT/o49mi7blzF5R3pG6dWjLds1f3hSZO+a1ew2bLVryy+4D2aAUp17BB3cCgoOMnTmrP9H/ypGbthu07dg9P6hqWr5KSNVfHVqhVu4Z2EiGvcvR4wiVUY2NjlfcphW/2DTako2NCGKHz3qOjY8aMnfDTyDGGxkYKAAAA0jfCCABpydfv3srV6/oN+CQsLLxrl46lSj3v0t+mTUs7u1yzZ8/zOntenRMfH//b7397eZ0zNDDUVHt7RYsUllb9kaPH5y/8RzNz3/6DixYtffLkSTWPqq96orm5mUzv3buvpEbPD7rJdNyEyY8e+atzwsIjfvhh5JOAQHlTmotivKs1z5s7j0y9vW9rcgcpDP9ptHrBi4jUZB9vIIVv1tzMPDwsPFVXSKlSxb1gwQKSSU2Z+qfmrc2cPU+W3KxJI3OzhF1z18dXcpDrN24qAAAASH84TQOAXn3Y7+Mk5zdqWH/Y0MGau9JS/ezTj0aMHPNBz77q9SkCAgOvXr2ezSrblMnjkxxI4o19NKDvmTNnf5n469ZtO7JZWkZHR588ldChYNyYkfmdnV71rPzOzjL9Z8lyeW7z5k179eiWktcqU6ZU69bN163b2K5D12LFisqcO3fv3rv3oLib65DBg5RUeu2ae1SrIq8ojfZ+Az51d68oqYS0z6XZX7ZsqbNnLwQGBirvUwrfbMECLrJKrdt2lvhp3ZplKVmyfDzGjPrp408GzZ4zf8XK1W6uxULDwi5evGxvn/erLz9X66xZs17iCc+mjSb9MlYBAABAOkPPCABpyTpnTjm8P+Kn7ydPHKszZmGHdq0XzJtZsUL5uz4+0uSOiY7p2L7N2lVLixUtorxTcpR+9cp/GtSvGxz8zMvr3IMHD+vXq7N4wexWLZsl86xqHlU6dWwv63zp8hXNpUBSYuyoEcN/+NYhn4MctD977rytre3nn320aP6sNxjm4LVrbmZqOnPaH926dnr4yH/a9Fm7du2RIEC26k8/fi+PHn//I0ek5M1+/dUXTk6OgUFBDx89Cgx6msIllytbesXyRXXq1MyZM+f58xfDw8I7d2q/7J/5SQ7nCQAAgPTGgNHIAT2LTxQXFxcbGyuHsqOionpP2RkTG/9hs8o1yxVUACDF9nndmrfphImRwZguJc1fMDU1NTExSRg/1NDQIJECAACQznCaBgAAAAAA0CvCCAAAAAAAoFeEEQAAAAAAQK8IIwAAAAAAgF4RRgAAAAAAAL0ijAAAAAAAAHpFGAEAAAAAAPSKMAIAAAAAAOgVYQQAAAAAANArwggAAAAAAKBXhBEAAAAAAECvCCMAAAAAAIBeEUYAAAAAAAC9IowAAAAAAAB6RRgBAAAAAAD0ylABgCwsLDRMAVIpLi4uLDxCAQAAwJsijADwvnTs0qNEaXe5Xb5yNZlqixYvU6uNmzBJeT+SfAlpTy5cvPT74T8reDsf9Oyrbl6vs+eVtCC5wF/TZspqVKlep3uPvlJW569es/7jTwdVq1G/Tfsu3/044tmzEOVduHPHp2fv/teuXVcAAADwpjhNA0BW5O//+Osh3504ebpO7RoKMrhvhny3Z+9+tXz6jFeOnNmlMHfeoklTflNnBj196ut3b/TI4cpbW7FyzYRfpoRH0C0CAADgrRBGAMiKLl66IkmEAr37sN/HR44el8L8udMrV3JX3lpUVLSaRBgYGAzs/6GRsXHZ0qXk7v4Dh9QKrVo1d3ZysrPLZWj4DjoDrlu/gSQCAADg7RFGAEhjH3TvLDflfdJ/+y9lAAAQAElEQVTDSyCthIaGqgVbW5vPPh2omR8S8vykjF49ursWK6IAAAAgPSGMALI0X797y5avOnnqtM9dX7lbqFABNzfXtm1aFndzVSusWLlmxM9jpTBh3Cg3t2Jz5y86evS4jY21R5XKvXv3yGVrs3HT1i3btnudOVegoEvNGtX69+1tZGT08gvt2bN/+crV585dKF26ZMOG9dq1aSXHsdWHFi1epg7lIHnBsKFfa55y85b3osVLDx8+amZmVq1alYH9+/7594yly1bKQ0sWzytXtrQUSpR+fmj90vmTmid+PeS7zVu2S2HqlAmNGtZ/+SU0FcTefQdlIXKIvlmzJj+NGC1zqlR2nzdnumZpss6du/WSgpNjvm1b1mtWWyM4+FnV6nWlUKOGR+cO7f/4e7qPj28+B4c/f5+SP7+T+t43b90uG9nCwkLefrs2LbV7BLz9Fj595uz69RvOeJ279+BBCTfX0mVK9fqgW+7cduqjXw7+dtv2nVL47tuvu3f7fyKzYeOWocN+lEKdOjX//uNXdeaNm7eWr1h9/PjJwKCgsmVK16lds13bVjrvV/bLggX/HD123DKbZe2aNT76qJ/yniWzATX9LMSTJwHq56FL545Ll63QPL1Nu4R3/eP3Q7t07qDO2SSL27H78uUrwc+eydusUrmSbBlTUxPNU36Z+Ov8hf9IYdb0P9et33Do8FETU5Ma1T3WrtugqdO1e2+Zzpn1t0fVygoAAABSiTACyLokifigZ9+HDx9p5pw67SW31avXLflnvptrUe3K+w8cGjV2QkjiEIDylCtXrsmcMmVKaZpnXl7n5CYNwh++G6LzQvMXLJamr1o+cPCw3DZv3jbt79/MTE1ftW7r128cMWpsZGSUelcawNIidXZ2Ut4bz6aNJ/wyOSws/PiJU/5PnuTOlUudv3P3XrXQsoXny0mEtocPHg357kf18hzhEeHOzo7x8fGSBWzfsUtT5/btOxs2bP54YN9PPxmo8/Q328LSZpaWs+buyVNn5LZ+3YbhPw5Tg5iWzT3VMEJWQzuM0KxVi2aeamHu3IW//v5XbGysenfX7r1y271n34SxP1tlt1Jnrly9bvSY8dHRMerda9duHDtxMjwsXEkxab2nvHKqNmBKREVFD/n2B+0Fqh/IfzdumjBu9MsdKCRakjRKLTs42CsAAAB4R7iaBpB1zZ23UE0iXF2L9urVvWP7NgUKuMjdiMjI1WvW6VSWg8m57ex6ftC1YYN66hwJCKSdXLKEmzxX7acglixdERAYpPNcSSIKFSwgz61Vs7o65+ixEwsSjzwnKTj42cTJU9UkokCB/PJEOXov0YnmGPhbalC/XosWz1vgsmLSrJWgIZulReNGDZTEBvCWF/0mlIRG+0610LJl8+QXe/3GTUki7Oxy2dpY165VU5KLNWv/Vdu90pj3bNqoXZtW8pDc/Xv67JffyxtsYWlFa5KISu4Vevf+oHy5slKWCt8M/f6W920p165dQ+0lISHF/fsP1MpPnwbv239QCrI+DeondOu47X1HTSKMjIyqV68qq6F+GPbs3T9/4WL1WfL0ceMmqkmEi4uz1Klbp5a01eWNK+/Hazdgi+aefT/spVa2zGYpu1JuVau6y1TTN6Rb105yt2SJ4lL+6+8Z6gJl7zRp3KBXj27yRpTEVOXLwUMjo6J0VkBNIoolhhQN69eT5eTL9zyS6Nihrdx1dMynAAAAIPXoGQFkXfXr1cmVy9bb+/aP33+bM2cOmXPs+MneHyYccL53775OZUtLi0ULZqtNwS++HLJj524pSMNs0cI55mZmUm7s2drHJ+Fcjzt37qrVNKpUdp8x7Q+1G/yCRUsm/DIlobDgn/59eye5YqtWr1Pb29K0njtnmtqB4t8Nm7/97h1cDUFIK9Tc3FwOsEs5f34nOcyuzm/VspnaDWHHjl09uneRwsWLl+8mnsAia5I/Bf0yZJP+MmG0sZHx0+BguTttxiyZSvN+2T/zJfVQEq7i8ZFny3ahIaEzZs7R6d7/Blv419/+VJ8rucDQIV8piUnKiJFjVq5eJ5HBuAmTZk3/09DQsGWLZnPmLpBHt2zd0af3BwlvcNfumJiETKFp08YmJgl/CKbNmqP2ifhp+LD2bVtLYcg3X3b9oPfZsxcW/rOse7cu1tY5ly5fJUGVPCTJyLy5M9T9Iq+lnt6SjP4ffXbw4JFkKmjOu9Hx2g3YulVz+ajMnjM/YQNaWGh2pQQHu3bt8fd/LOUO7dsUK5qQJvg/eTI7cTuIqb/+0jAxhfloYL++Az45f/7i7dt35i9YPKBfH+0VkI0ze+ZfldwrPnrknydPbontDh48dO9eQqbTulWLJNcZAAAAKUHPCCDrql6t6icf9Z/0y1hJIuTgtsQE0hhTHwpNPNdAW4UK5TQRg719HrVQo3o1tZ2sJA6poBbCwnSf27VLR80J+R0SG7oiMChIjs8rSbl6/frzyu3baE7laNnCU1qDyvtUuZJ7gQL5lcTTVdROBGoiIJp5Nk7JEj7s09PC3FxasHa5bP0fP1ZbrfnyOagNaSGH60slHqI/fuKUzttP7Ra+dv3GlSvXpCCJ0qBBn6oPyQH/IV9/mc0qm5QPHToamngCRdvWLdRHt+98fnqCeuKGknCORlO1cDVxUepG0CyqRjUPKYQ8Czl5+oySEFHdUx/q1KGdZr+0atHMMpul8h6kdgO+1s4duyWsURIzIzWJENmzW335xfOtt3//IZ2nyHdEkggpvO/PHgAAQFZDzwggS/M6e37uvIWnTp2RaCD5mg5582rKJibPG6LSStTMNDN7PlNt72nL5/D/atJwdXFxvnPHR8p+9+6pPTJ0+Pr4qYW8efNoz3dydJQD1MrrxMXFKW9KDndP/e0v5UUngq3bd0jZ2Ni4+YtGe/I0bWYlof+Cj1rw8fHVDLSp7UlAgPbbT+0WliP56t3ChQppj74hSUTBAi4XLlyS8tWr1yqUL1uwYIGKFcpJwnLu3AVZK0sry8OHjymJZx+UKZNwFczY2Fj1nA7RxLP1y6sa8CRA0eovk8/x/2slMZOLs/PlK1eVdy21G/C1bt95vsV0xoYoUdxNLVy5clU9UUXzUAEXFwUAAADvAWEEkHWtXbfhh+E/qy1baUWXLlPKJb/z739MUxI6xut2mzI2MXl5CSZJzXxZeEREkvNfSi2ei4t/PoaiTqwQGxejvEJMTIxEBmpZPZXgzbRu2fy33/+WbbJz1+6qVSup52jUqV0zR47sr32urIB2tfj412QiT54EaIcXqd3Cpi8Ci5dH1dTkQZoN2KpVcwkjpLBtx06rbNnUCq1ejIIhd5MdmlMJCAxMfKHnn4qoyGglNWZO+0NJvdRuwNfSbGGdgUj/v7ni43Qesv7vCUcAAAB4VwgjgCxKAoIJE6dIM8zC3Hz6tN8ruVeQmRcvXVHDiHfr+vUb7hXLq+XQkFA/v+cH2NUhEl9mn9f+rJIwcOCdO3erV6uqzgwLj9AcvdeQpqPakoyMitaEEQEBgcrrvKrtnSdP7tq1a+zde8Dr7HnNEJvNmzVRUsDU7D8XB3HM56gWihUrsm71MuVd03RPuHnLOzIqStM5Qrbw7Tt31XJx12JqwbNxo/ETEq4VsnffgRzZExIT2Vwtmj8fxVPKjo6OaleLfXu3aa4kosPJKd8Zr7NSuOvjU115vl/kpe/4+CgpprkY5/y507Uvcfqyd74BnfI9P8/l6rUb2vM13TqKFStqaPifGM7Y6KW/ksnHNgAAAEgZxowAsig55h8c/EwKee3zqkmEOHPGS3kP5i1Y/ORFQLB+wyZ16MTcue2yWVokWb9K5edt1LXrN2iuNPnHH38/Cw7RqakZZMH7lrda8PW7d/2/Tc0kaRqZ0TG6vS1atWimFtTLkWbPYVW3Tm0lBcxM/hNG5Mtn75p4eVRv79uaGMXf/3HNOo169RkweuwvMTExylsoVrSIk1NCc/3x4ydTpz4fyVKimfG/TJE8QspNmzRUB49QEs+OaZh4pU8vr3NHjiaco1G7Vg27XLaapWlCn/37DqqFuLi4rt17d+rac+h3w+8mDpzp7PQ8Hdi6bYemz8X69RvDXhph5J145xuwRo1qamHnrj179uxXyyHPQqZMfd5xQ7PrNV7umWL84iSOt9x9AAAAWRw9I4Asyv7FcAxyPHzItz+0bNHM2/vO1BdXZ4h66RqHb8PX169Hr361a9cwMTLWXCeyQ7vWr6rf3LPJLxN/jYiMvHjx8meDvi5Z3O30mbNJXtfT1c318OGjUvjqm2Ef9ukR+ix02YpVrzorRJu1dU614HX2/PhfJufMmfOjAc8vxFCvbh0ba2vNIBpNmzy/3sQb6Nql008jRkdHx/T+cGCvHt1z5bKdt2DRkycBcnN2ctJ05Xhj3bt1Hj9hspJ4jZJLl6+UKl3S68w5tfOCuZnZV19+rl1ZWtoSHEhBvTZni+b/GQWja+cO/yxZLoWfR4+76e1dvmyZdes3ysZRErta5HNIuJ6lp2eTOfMWRkZGnTh5+ush3xUpUiQyIkKzQ9+Hd7sBJUxp2KCeOijpp18Mbtyovn3evHv27VcHpyhR3K1Tx3avXYh8VNTC1N/+cq9Yvk6dWlxTAwAA4A0QRgBZVM6cObp07rB02Uopb9y0VW5KYnd9aXhL28/H1095R2SZ/fv2+nv6bG+tkywqV6rYv9+Hr3qKVXaryRPHDRo8RNZk794DclMSr8d5/8GDs2cTTt8wedEKHdCvz/HjJ+UYteQdI38epyQeTu/Yoe2KlWuUZBUsVNDS0iIsLFxa2gsXLbW3z6sJI2QLtGzhKc179W6zpim6jkaS2rZucevmLVmUHM+fOHmqZr6Li/OXX36mvLUPunW+5X17xYrVUpaAQG7qfAlTRvz0naPW4JdKYn8TR0cH9RwZWxtrne4eBQsW+GX86OE/jZIMaP78xfNfzJdQY/Son9Rmf6GCBYYN/XrEz2OVhM4RO5VtCZfkKO7mWqRIIbUXSUrMmfW3kmLvfAP+NPy7gICAU6e94uPjt27bqZlftEjhMaNHaA9d+SolSxbftXuvFE6f8ZJbPsd8hBEAAABvgNM0gKzru2+//mbwIFfXomZmptLmrFWz+vS/f2uQeMnDR4/8L168rLwjn34ycNyYkdWrV81mla1AARc5nj9z+p+ai30mqW7dWrNm/CkBRG47u5Il3D75eIA0lQ0NnrcVs1k+v5ZkJfcKf/4+2dnZSb0rx72XLJrn7Oj42lWytDAfN/ZnWRkDAwNZfq0XHfhVLokX+FQSG72a0S7egDRuhw75auKE0U2bNNQMkCHpxpyZ02zfxciIsvIjfhy2fMmCrl06FitWxDKbpaxtn9491q1ZJpvi5cptWrd6vg7Nmrzc3aN5sybz5s5o16aVbBA1fShVqsTMGX9qN7Yl6JEPSZkypSQwcnMr1rtn90XzZ+WytVXej3e+AeVZC+fP+u3XX2QhTm9jLAAAEABJREFU+fM75ciRvWaNavItWLl8sc4lNl6lR7cuzTwTtp4sSr4ymuutAgAAIFUM4l81nD2A9yM+UVxcXGxsbHR0dFRUVO8pO2Ni4z9sVrlmuYIKFOWM17mLFy/lzJnT1samWrUqmgscNGraytfXT9rJx47stTA3V94P2Ttt2nW5dj1h4ImB/T/8/LOPFCC92ud1a96mEyZGBmO6lDR/wVSiPslLjI0NDQ0NEikAAADpDKdpAEh3QkNDx46fpJYlDqhc2f3ylasHDx3xTTx5RA7+v6ckYumylYFBT69evaYmEeZmZikZRAAAAABAahFGAEh3PKpWrl+vjnpm/vSZc+Smecg6Z85PPh6gvB87d+3RHiazc5cOeV8M8wkAAADgHSKMAJDuGBkZTZ0yYev2nWvXbbh37/7DBw/DIyJsbayrVav6xeef6IzL+A6VKV1KDSPKlyvbsX2bFi08FQAAAADvAWEEgPRI8ohmTRu/zZUs3sAXn38sNwUAAADAe0YYAQAAAAAA9IowAgAAAAAA6BVhBAAAAAAA0CvCCAAAAAAAoFeEEQAAAAAAQK8IIwAAAAAAgF4RRgAAAAAAAL0ijAAAAAAAAHpFGAEAAAAAAPSKMAIAAAAAAOgVYQQAAAAAANArQwUAkJXExcWFhUcoAAAAQNohjACALOTOHZ+evftfu3ZdAQAAANIOp2kAQFaxYuWaCb9MCY+gWwQAAADSGGEEAGQV69ZvIIkAAABAekAYAQAAAAAA9IowAgDesQcPHs6Zt/DU6TN+9+6ZGBnnd8lftnSpDh3aFipYQK0QExNTpnxVKVSsUG7K5PHzFiw+fdrL18e3UiX3Th3bVa1SSXtpUnnlqrX79h88d+6Ck7Nj2TKle/bo5uSYT1NBnj5x0lQpTJo4Vh6dPWfB8RMnIyMjateq2ad3D8d8DvLQtes3WrftrHlK1+69ZTpn1t8eVSsrAAAAgN4RRgDAu3Tj5q0ePfsFPX2qmRMQGOTldW7Dxs0L5s8qXKigduWIyMhefQZ6e99W727bvlNufT/s9dWgT9U59+8/GPjxF9dv3FTvymIvXLi0fsOmsaNHNKhXR+elr129/svEXx898lfvLl22ct26Db9NnVijuocCAAAApCdcTQMA3qV58xepScRHA/r+8fukqVMmtGjeVEmMJCZP+U2n8sWLlyWJKFeuTO+e3cuUKaXOnD1n/vETJ9Xy739NV5MIJ8d83bt1rle3tpmZacizkO9+GBEU9FRnaTNnz7PKlq1zp/adOra3sbaWOeERERKCSMHW1vbTTwbmy2ev1uzYoa3cddTqXgEAAADoEz0jAOBd8vO7pxZq1KhWvlwZKdSvV6dM6VKFCxdycy32cv2eH3QdOuQrKcTHx4/8eeyKVWulvGDhksqV3G/fvrt+/Ua5W6BA/nWrl5uamkh5776DH386SPKIxf8slUBBe1HWOXMuXjjH2jqnlN0rlvtm6A9SuH3nrkztctl+PLDvwYOH7t17IHdbt2pRrmxpBQAAAEgj9IwAgHepQAEXtdDtgz516jcd+t3wtes3VPeoWrVKJTUm0NGrZ3e1YGBg0LVrJ7Xs6+sn00tXrqh3y5crqyYRomaN5+dc7DtwSGdRVbReonDhwmohODhYAQAAANIZekYAwLvUr2/vY8dP3LnjI+VHj/w3bNgsNyk3bFBv9M/Ds2e30q5sbGycJ09uzV2nfM/Pm7jr4xMfH+/j46veXbtug9x0Xujx4yc6c/LksdOUs2WzVAuxMbEKAAAAkM7QMwIA3iXHfA6rl//zw3dDXF2Las/fsXP354O+jouL054Zk+D/YYEEEGrB0MDQwMBAp7IOSTo09VXGJiaasokxWTMAAADSL/63CgDvmGU2y65dOsrt8ZOA4ydO7tt3YMPGLTL/2PGTFy5c0gxUqbrlfdu1WBG17Hf/vlpwKZBfpvkcHNS7sihJN177ugby7zU1XlcBAAAA0At6RgDAO/PsWciPw0d179G3UdNWoWHhdrlsPZs0mjBuVO1aNdQKT18awWHZ8lWa8pJlK9VCfmdnmXpUrWxikhAZHz16PDwiQn1o+45dDRo3H/DR54v/WaakkrGRkVqIiYlRAAAAgLRDzwgAeGeyZ7e6duPG+fMXpdyzV79WLZvbO+Q9cuTY4SNHZY6RkVHJkiV0nrJ8xaqY6Ojcue2OHT95xuusOrNd21ZKwhgQuZs0abRhw+Zb3rd79u7ftXPHgIDAefMXPgkIvHfvQdMmjZRUypnz+fCWU3/7y71i+Tp1anFNDQAAAKQJwggAeJfGjxk54OMvfH39Ll2+Ijfth4Z8/aWtjbX2HIknateqsXrteu2ZH3TvXLNGNbX87TdfPXzw8PiJUxcuXPruhxGaOvXq1m7ZwlNJpZIli+/avVcKp894yS2fYz7CCAAAAKQJwggAeJcKFiywduWSFavX7tq118fHNzQs1MHevnDhQp07ta9apZJOZQMDg9+nTly2fNW27TsvXr7i7OTYpnXLHt27aCrY2FjPnvnX3PmLzpw5e+nSFf/Hjy3Mzbt16/zRwL6Ghqk+z65Hty43b3pv37Ezu5VVqVIlnRzzKQAAAEBaMNAZjB3A+xafKC4uLjY2Njo6OioqqveUnTGx8R82q1yzXEEFWUBMTEyZ8lWVxEt7njtzVAHe1D6vW/M2nTAxMhjTpaT5C6ampiYmJvLpksTKIJECAACQztAzAgAAAAAA6BVhBAAAAAAA0CvCCAAAAAAAoFeEEQCgb8bGxpfOn1QAAACArIowAgAAAAAA6BVhBAAAAAAA0CvCCAAAAAAAoFeEEQAAAAAAQK8IIwAAAAAAgF4RRgAAAAAAAL0ijAAAAAAAAHpFGAEAAAAAAPSKMAIAAAAAAOgVYQQAAAAAANArwggAAAAAAKBXhBEAAAAAAECvCCMAAAAAAIBeEUYAAAAAAAC9IowAAAAAAAB6RRgBAAAAAAD0ijACAAAAAADoFWEEAAAAAADQK8IIAAAAAACgV4QRAAAAAABArwgjAAAAAACAXhFGAOlFRHTMs7AoBQBSLCIyRi0YvKCWFQAAgPSNMAJIS5rGg/hn+2m5KQCQSvIzYmhoSB4BAAAyEEMFQJrSziMA4M0YJtLOIwAAANIzekYAacDgv75qXTYiKio6OjomUWxsbFxcXPwLCrK2qKiop0+f5syZ09TUVAESaf+AGBsbm5oYGxkZkUcAAIAMhDACSDNqg0EaDyUL5JIkIiqRFGITSR4hdQgj8OzZszthDwvksbeyslKARGrWIL8eRolMTEyME6mRhOZMDSIJAACQbhFGAPomzQOJGDRJhNqckOhBGhJKYutCDSM03SLII7K4sLCw8PBw+ZCYmZkpwIskQvMbIp8N+fVQ8whNGEEMAQAA0jnCCCAtadoS6l01m4hLxDkaUAUHB0seIR8SCwsLBXhBJ9DU9IzQySNIJQAAQPpEGAGkDU1DQhIH7TBC7SXBgBHQkI+E2jPC3NxcAV7QjA2hySNeTiIAAADSLcIIIM1ozvpWtLpIkERAhxpGyEFvwgjo0M4jZKoZw5I8AgAApH+EEUAa0AwboSSGEZrmhPbZGYQRUMkHIyIiQqZcTQM6dAaP0CkoAAAA6RhhBJCWNA0GtX+EetaGQhIBLfKpiIqKkqmJiYkC/JfOhTN0rutJJAEAANItwgggbaidI5QXjQftDIIkAtrk4xETE6N2wleAl+gMVEkSAQAAMgTCCCDNqE0FTSShMwdQyaciLi5O7X6vAC95OXQghgAAAOkfYQSQxnSaDZqxJAANCSMUWph4NT4bAAAgwyGMANIXGhXQoTMoAAAAAJAJEEYAAAAAAAC9IowAAAAAAAB6RRgBAAAAAAD0ijACAAAAAADoFWEEAAAAAADQK8IIAAAAAACgV4QRAAAAAABArwgjAAAAAACAXhFGAAAAAAAAvSKMAAAAAAAAekUYAQAAAAAA9IowAgAAAAAA6BVhBAAAAAAA0CvCCAAAAAAAoFeEEQAAAAAAQK8IIwAAAAAAgF4RRgAAAAAAAL0ijAAAAAAAAHpFGAEAAAAAAPSKMAIAAAAAAOgVYQQAAAAAANArwggAAAAAAKBXhBEAAAAAAECvCCMAAAAAAIBeEUYAAAAAAAC9IowAAAAAAAB6RRgBAAAAAAD0ijACAAAAAADoFWEEAAAAAADQK8IIAAAAAACgV4QRAAAAAABArwgjAAAAAACAXhFGAAAAAAAAvSKMAAAAAAAAekUYAQAAAAAA9IowAgAAAAAA6BVhBAAAAAAA0CvCCAAAAAAAoFeEEQAAAAAAQK8IIwAAAAAAgF4RRgAAAAAAAL0ijAAAAAAAAHpFGAEAAAAAAPSKMAIAAAAAAOgVYQQAAAAAANArwggAAAAAAKBXhBEAAAAAAECvCCMAAAAAAIBeEUYAAAAAAAC9IowAAAAAAAB6RRgBAAAAAAD0ijACAAAAAADoFWEEAAAAAADQK8IIAAAAAACgV4QRAAAAAABArwgjAAAAAACAXhFGAAAAAAAAvSKMAAAAAAAAekUYAQAAAAAA9IowAgAAAAAA6BVhRHoUHx+vAEAi9QchPpECAMgyDAwMFADIvAgj0pGXWxq0PQAQRgBAlqLJIDQ/+6QSADIlwoh0QfPHRrtAwwOAohVGxMXFKQCAzE6NHjQBhBTkTwB5BIDMhzAi7WlaGsqLDIIDoQA01AxCprGxsQoAILMzSKRTII8AkPkQRqQx7SQiPDw8ODhYk0eof3jURzXlDEF7bV8u63mqvWIZ7g95mm+9V23JDCrNt+GbbU/5WVCnT548UdKHDLol0610sg0z9PZMJ7+W6gqwJdmGb/DeDQ0NNVteLVtZWUlBHpWpQh4BIDMijEgv5LBnREREQEBAev4/dwr/j6JWSFfrnKr/A6UTGeX/bW/wP1clPXnj/yvrjfwyyDQyMjI0NFR7nVO4/mq1NP+E8E3Uz3oqqV/ndCKjbGfttdUup+e1VWXib6JaIfP94pmbm0sMYWRkpC5WDSbS4a4BgDdGGJH24hNPBVen8gcmf/788udHAYBEYWFhMs2bN2/BggWVrOTl9p52Wc9T9aXTYQsTQOYTHBwcEhISExOjJhHKi74SCiNZAshcCCPSUrzWmRfqaeH8pQGgw+C/Zw5nKdpv+eWyPqfJrw8AvFvyCyNhhGbcYu1glCQUQKZBGJHG4l+IS8RfFwAAgCxO/mcYGRlpYmKiJtH8FxFApkQYkfa084h4Lp8BAACQtUn0EB0drQ4VYWRkpPm/IpEEgMzEUEE6oEki+BsDAACQxcn/CWMTxb0Qr3X9NQDIHOgZkS7QMwIA0glpARhERiqGhoqZmUJADCAtyNEpTRih/i9RYbQIAJkOYUTa0/yNURgRDQD0Rn54w8LiHz6Mu3XTNJuVEh6e8EOcLZsSGBgfHiY/x3HSDMid26BAQUN7e8XUVAEAfdG+1BpHqgBkVpymkV7Q+w6AfsUBkOgAABAASURBVHz11VdVqlTZvHlzMnUCAwOlTpcuXZR3LSwsbObMmatXr9bM6dmzp7yWn5+fok/R0Yq3t+GpkzFbtxo8eKgEBcUGBUZev6b4+8eFh0X7+4ffvBl544bhvXuGp08ZnD+vBAcrAKAv6uUzNN0itA9cAUCmQRiRxrT/tND7DkCmJzHEnDlzJJJQ0lBgoOHFiwaXLkVeuRIXHRX9+HHMs2BDM/P4mJio+/eVuHgTewcjK6u46Gj5hTYwNFLu3InZsyf2zh2FxgAAvSB9AJAVcJpGekHPCABZ09ChQ8PDw+3s7BT98Pc3unpVefZMjjya5rWXaXxsbJSfr2F+CwNjk9hnwXHhYUY5csjNwNg4NvipEhtraGlpKPWPHY0LDzd0c1MA4D1Te0bwn0MAmRthRPpCzwgAWU2JEiUUvZE0wds7+u5dQ1NTQzOz6CdPjLJZGufIaV6gYHxcXGxYiKVbcckjYgIDzXLZxZtbJPwoGxsrhoZSP2Fgy6CguNDQhHElAOB9IoAAkBUQRqQv/O0BkCZ27dq1Zs2aixcvuri41KxZs3nz5i/XiYiIWLJkyYkTJ65evVqwYEF3d/du3brlyJFDu05AQMDq1atlOZcvX46MjMybN2/JkiW/+OKLnDlzyqPt2rXz9fWVwp+Jhg0b1rp16549e165ckVe3dHRUV2IPHHWrFkHDhy4f/++k5NT2bJlO3bsKK+oeZUpU6YsX778n3/+efDgwdq1a8+dOycvVK1aNVlUtuSTgtBQg6DAuIjwuPBwU3t7o+zZo/x846OjDUxM4mNi4yMjJXwwMDUzyp4j3Ns7JjhYkggjS0sTW5vowCAJI7KZmytBQYqlJVfZAPBecXQKQFZAGJG+8LcHgP4tWLDg77//lkKBAgWePXsmQcCWLVt06ki4MHjw4CdPnpiYmBQuXFgyhQsXLkiCMH78+IoVK6p1Tp48OXTo0JCQECkXLVrU39//dqJr167Nnz/f2Ni4Q4cOhw4dOn78eOXKlUuXLu3q6vryyoSFhfXo0cPHx0fqywsFBgbKq0ji0KdPn/79+2vX3L1799y5cy0sLPLnzy+vIu9i7969CxcuNJfI4BXiw0LjQkJM7HJH+tyJeRpkbG0THxMTFxZmaGVlZGUl0UOkn6+BmXnUw4fyc2xRuLCBoWF0QEDo9RumefKY2dsrcXHxd+8aSMHISAGA94ajUwCyAsKI9IW/PQD07MaNG9OmTcuePfvkyZPLli0rc06dOjVkyBCdahMnTpQkomfPnhIKqK39VatWyVNk/pIlSwwNE4ZD/uWXXySJ6NSpU79+/WSBMsfb23vgwIHXr18/e/asZBadO3eOjo5Ww4gPPvggyfX57bffJInw8PAYMWKEtbW1zDly5MiPP/44Z86cChUquLu7a2rKHFnP1q1bGxkZhYeHy4vKC23cuLF9+/averPxgYESLpjaOxiamUsGEZ8tm2QQpo5OEj3EBgdHBQSGe99RDA0llcheoYJxzpwSEBtlyxYXEWHu7GyY0HsiJubWTRMJXwgjALxPHJ0CkBVwNY30hb89APRszZo1EoN++OGHahIh1NRAu87BgwcvXrwoWcDHH3+s6Xcgbf569epJ3LBz5065K+10eWL9+vU///xzNYkQBQsWrFatmhQeP36ckpW5f//+unXrJIMYM2aMmkQICSY++ugjJTF90K5cpUqVdu3aGSXmAhYWFh06dJDClStXklm+SdDT+LjYZ8ePxYaEmOS1NzA0MnPOLzFwTFDQs/Pnjayy56xRI0eVysY2NvHR0VI/LipKbpbFiiWUo6Oj/B8pISEGKXsvAPDGODoFICsgjEhf+NsDQM9Onz4t0zp16mjPbNq0qfbdq1evKokhhc5zq1atqrxo/xsbGw8dOnTs2LFSUB999OjRrl271EEiohPb9q918+ZNmUp+oTP0Q8OGDWV669Yt7Znly5fXvqtejyMyMjK5F4iONrG2Ncmb19LVTYmNDff2Dr91K/L+/ZALFwxNTa1KlDCxtjbOnt2qVCmT3LmlelxYWIz/o/ioqKh7fnKLefzYKJuV4uenAMD7xNEpAFkBp2mkL/ztAbKmiIiI4cOHq6MtJOmPP/5Icr6VldXPP/+czCgJr3X//n2Z5k5se2vY29tr3/Xx8ZHprEQvL0F9VHXu3Lnjx4/7+flJQY0hVHFxcUoK3LlzR6YODg4683PkyCHxRFBQ0LNnzzTdLnSuBqqGIK95Ick4nj1Tf2njIiOjHj4wtXcwsrKyKFgw6sEDmWNoZhbz9Gl8dIypg4NUiw0PSzhrw8zMNK99fGysUbZssWGhRkFBCgC8TxydApAVEEakL/ztAbImSRPatGmzaNEiJZXkWW+TRCgvMlCdHx9p2JuZmWnuqkNCFC5cWL0ohg5NdvDLL7+sXr1aCpaWlqVKlapcubJMz549u379eiVlYmJilFcECup6arpdaNYqVeKcnQ2fPjV1cpZy5P17RtlzmLu4GBgaSspgYmtjYGoq8+Ojo6N8JV6Jk0gi0tfH2NrGwNg4OjDA0MjYxMHB1NpGXjVWAYD3iKNTALICwoj0hb89QJbl4eFx7Nixa9eupfwpxYoVk2cpb8fOzs7Hx+fhw4dOTk6amYGBgdrnO6gX3WzRokWXLl1etZybN29KEmFlZfXPP/9od6w4deqUkmLOzgkxgayMzvzg4OCQkBCLRMpbiMudO8bc3MDf3yAuLvKuj6Wbm6GJSUzw0whvb/MCBQyMjGLCw6Pu3ZM8IvLuXVMnJ6tyFSLv+UX6+JgXLCRRRfSjR2YSZJiYKADwPnF0CkBWwJgR6Qt/e4CsrHPnzilPJI2NjXWGmXwz5cqVk+muXbu0Z+7evVv7bu3atWW6b98+nedOnTrV09Nz5cqVUj5z5oxMq1evrp1EREREnDhxQtHq7JD8G1QDkcOHD+ucsbJjxw6Zal9K480YmJkZV68eX758VLZsBrlzK2qvkOhoiSEkgwg9dzbsymXJHSzcipvaO5jlczK0sDCysjIvUsQ4Vy6jbNmMbW0Tfqbz5lUA4H3i6BSArIAwIn3hbw+QlUkzXmcgyWTUq1dPZ2SHN9OqVSuZzp0798CBA+ocLy+vmTNnatcpUqSIh4eHxA2LFy/WzJT6y5cvDwoKUntnqKNO3L59Ozb2+UkMUvj5558fPXqkJKYS6kz17I979+4luTJFixYtX768LPOHH34IDg5WZx45cmTatGlSUK+X8ZYMTExMSpWyaN/evFGj2KiouOjo+JgY8yJFzYsWMzA2MXNyMpHcIUdOCXviEwKU+Chjk/v+j4MeP443MDCxsTXIly/OxUUBgPeJo1MAsgJO00hf+NsDZHEtWrSQLCAwMDD5ajY2Nk2aNFHehdKlS/fo0WPhwoVff/21g4ODubm5t7e3u7v7uXPntKv169dP5vzxxx/bt2/Pli1bVFTUhQsXZP6PP/6odmeQSMLV1fXq1asff/xxxYoVJZU4deqUxApubm5XrlzRvKP8+fMridcTPXv2rKenZ/fu3bVfRQLZESNGDBgwQAKIpk2bFi5cWJ6oxhk9e/asUqWK8u6YlikTFRsb4+NjkjuPvHBsSIhiZmpgkjBshIGxsZlDvpiYmGDvu9cuXzaMjg4yNfWxsnJo3ty2fHklcWgJAHh/ODoFICsgjEhf+NsDZHGSBXTs2HHGjBnJV5M6bzlupbZPPvmkfPnyq1atkoBAgoZevXpJ9FC/fn3tOiVLllyyZMnEiRNvJbK2tq5evbqkGOpZHsLU1PTPP/+cNm3asWPH5s6da2RkVKFCBVlU9uzZP/jgg5MnT6rVJFBo1arVv//+e/PmTU3fB2329vb//PPPpEmTJOyQWMTW1rZx48Zt27bVvNA7Y2JiWrmyUrlyXGSkEhMjb8AicTCIe1u3Pt23LyokxCgqKigyMoeJSURs7NOQEBsHh5xlypBEANADjk4ByAoM+LFLQ7Lx4xLJ8Tc5zBicyMXF5S1HaAOQ0f3xxx+XL19+1aNlypQZOHCggvcjLjw8/OTJJ0eOPLl71yQyMjw62tjExNbFJa8EQMWKKQDwnsn/BkNDQ58+fWpmZib/JzRLZGJiYmxsbGhoaJBIAYCMj54R6Qt/XQAoiYMjjB07Vr3OpQ75z2jHjh0VvDeGFhbZqlc3dXOzvXs3+OHDuIiI/7F3H2BNXX0cx6/soYLgAEUB9564rRNn3ds6qrW22mqrrdrh3rPWTq2j1Trq3nvirHsr4B7gALeCyPI95GreFBFREU8438/Dk+fm5iYkIbl/zu9/h126dA4FCtiZnG0EAN4qmoUAVEAYIRdqDwDNsKtC7dq1V69e/fxNYr6Li4uGt8rCwjpTJvGT1rDxWhrRirTgeM8AUg7dKQAq4L8ruVB7AOhE6JDluVNIijlivoYUY2FhYWVFEgEghdGdAqAC/sGSC7UHgM7Kyur5M1m2adNGzNcAAKka3SkAKiCMkAu1B4BRwYIFixYtarxaqlSpvBxAEQAUQHcKgAoII+RC7QFgqmXLlra2tmJCXDZp0kQDACiA7hQAFRBGyIXaA8CUi4tLgwYNxIS45LiVAKAIulMAVMC+x3Kh9gCIp2rVqpcuXRKXGgBADXSnAKiAMEIu1B4A8VhYWHTq1EkDACiD7hQAFRBGyIXaA7PDhxapD7kwgHeLtRAAFRBGyIXaA3NhmkGQRyA1Eeth40eadTKAd4LCCkAFhBFyofbALOgf1OcvNT7DME/G0EFPIvSrptMAkJJY8wBQAWGEXKg9kJ8xfYjHOFMDzI0xfTClkUcAeEcopgBUQBghF2oPJGcaOizaHrjx0CXjHNON2wGzo3+Aa5XybFwht4WFhbgqLjXyCADvAuscACogjJALtQfy05OI2NjY+2GPQ+6EaUAqcu9hRHR0tIghLC0tNcOpTDTWzABSHOE+ABUQRsiF2gOZmR4YQoQR+tUM6eyrl8qtAWZu84Ezdx9GiA+2CCP0JEJ7tuOG9mzbHw0AUgQrHAAqIIyQC7UHkjMeIcIYRjiltWtQsaAGmLn9AVeMYYT+2Y538AgNAFIK3SkAKiCMkAu1B/IzJhHiUgNSF5FEREVFaYYdNMQnXFwat4lg4wgAKYa1DQAVEEbIhdoDs2C6ZQSQyhiPGWF6phgASEmseQCowEKDTKg9kF+803kCqYlI2WIMYg2MJ4vRACAF0Z0CoAK2jJALtQfSijcqY3iGVCn2GUI3AO8Qax4AKiCMkAu1B/JjkIZUzPSQKHzCAbwrdKcAqIAwQi7UHgB4hwjaAMiAtRAAFRBGyIXaA3PBgA2pkkiETfMIPuQA3gm6UwBUQBghF2oPALxDpukDSQSAd4X1DwAVEEbIhdoDAACgOLpTAFRAGCEXag8AAIDi6E4BUAFhhFyoPQAAAIqjOwVABYQRcqH2AAAAKI7uFAAVEEbIhdoDAACgOLpTAFRAGCEXag8AAIDi6E4BUAFhhFyoPQAAAIrSsBt+AAAQAElEQVSjOwVABYQRcqH2AAAAKI7uFAAVEEbIhdoDAACgOLpTAFRAGCEXag8AAIDi6E4BUAFhhFyoPQAAAIqjOwVABYQRcqH2AAAAKI7uFAAVEEbIhdoDAACgOLpTAFRAGAEAAAAAAFIUYYRcCMIBAAAUx6ayAFRAGCEXag8AAIDi6E4BUIGFBplQe6C47/oPLljEx/SndPkqbdp1HDho+PHjJ7Vk8kG7TuKRg4Kvam/Bho2bxYOPGjNeg6atXbdRvBujx/6gAQCSjO4UABUQRsiF2gPEE/Yw7OjRE4uWLOvQqcumLX4aAACpHd0pACpgNw25UHsAYUC/b9q0biEmYmNjb968deNGyNp1G2b8Pee7foNKrVmeIYOz9mb6fdc3LDwsY0ZXDQAA+dCdAqACwgi5UHsAUxYWFpkzZxI/RYoU2n/g4MlTAQcPH/GtXlV7M4UKFdAAAJAV3SkAKiCMkAu1B3iRnDm9RRgR9uChfnXDxs09v/pm8MDv7e3tJ/0xzcbGulHD+p0+bCduOnP23NKlKwICT5845W9na5slS+aavtW7dO5o/H590K7TkaPHN6xb4ZEt6/37D8pVrFavbq2hg/r/OnnK/v0Hr1+/UdqnZLOmjStWKPfSZ/U4MvKfeQvFkxG/tHixIu/XrePgYG+6wJp1G3r3+b59u9bffdPbOPP2nbuVKvvmzZN72ZJ54urmrX49vugtXkvWrO6Llyw/cPBQBmdnH5+SX/b4zMkp/br1m5YuW3H02HG3LFmaNGnYoV0b/YXoz7xWzRq9vuw+4+85e/bujYh47FOyRNu2rcUzSfxp37p9Z+GiJcePnzxx8lTE4wh3N7diRQp/1esL8ev0BcaO+1E8pnh64t1YtHjZ4SNH3d3d3qtY4aOO7R3TOsZ7gcuWrzxx/FS2bO5VKlf6pEvnNm07XgkO3rfb70W/XTzmrNn/iFzpyuWgokULV6lSqUWzJpaWlsYFTp70/3v23BMn/W+EhBQuWKBo0SJtWjUXT0ADADXQnQKgAsIIuVB7gBcJDDwjLosULaxf1Qfke/buE2N1fU5ERIS4/GvG7PETfhJfJREKiNH+2fMXxMhW/Ny5feebvl+96MHDw8M/69Fr3/6DhQrmT5curXhM8TNqxJBGDd9P5CnFxMR89fW3W/22W1tbFSyYPyDg9K5de3Ll9NZey+5/94pQQ4zJCxTI5+8fePbc+aDg4GpVKg8bMSZrVrfsHtlEFjNm7AQba2t9HxZdcHBw2/ad0js5VatWJfRG6PqNm8XPpN8mJpKk7N13QDztO3fvivewUKECN26EnD59Vvz4B56eO+tPK6v/14VNm/0mTZ7q6OiQ09vrzLnzJ06c2rzF75+5M+zt7PQFpkz7a+JPv4kJ8VZHRUX/Pnnav3v2h4WHJfIyl69YPXTYqEcRES4ZnD09sx84dHjb9p3zFyyeMvmXTBkzigUuXrj04UefhIc/ElGReFgRl4i/y4KFi6dM+qXos78+AKRudKcAqIAwQi7UHuB5Ylg+e+7802fONm/aWIyK9Zl6cicig7p1avb8sntw8NXs2T3EuHrcDxPF/PHjRvpWr2ZjYx0bG7t9x+7PuvcUw91ePXuIOQn+Cr9tO0sUL7Z+7XIx5hdXV69Z1+eb/r/8Nqn++3VMO/bxLF66QiQRYjz/288TMmfOJObMnjNv5OjXPI+GSCLEC/z6q7jNEwICz7T7sPPOnf/u33/w159+qF69ilhg/4FDH3b6RLwQ0zBCJBQFC+SfPvV3faOGWpt9v+zZZ9CQ4SuXLzJGBvGMGj1eJBGdPmzX9dOPRfIi5py/cLFT564iazh85Fhpn5LGJX/9bfLggd83a9pIvAlh4Y86df5ULLNi5epWLZqJW/0DAkUS4eqSYcIPY/R7ibt/1ftb8VdIa3jY5926fWfYyDFi4scfRteqWUOs8SIePx49dsKCBYsn/zF9QL9vxE3zFy4WScQvP4+vUa2qZtj2ZNr0Gb/9PkUEH7/+zFk5ACiB7hQAFXA2DblQewBh2Igxpmf3bNi4pRisNqhfd/Cg7+MtKXrpI0cMEQlCubKls2V1DwsPb9Gs8eeffVqvTi09d7CwsKhapZLowItB770H9xP5pX1699STCOH9enVEtHH16vXQ0JuJ3GX+/EXicvjQQXoSIbRr27pCEnbuSJAY1ffr11fPFPLny1Ot8ntionGjhnoSIYgBv0sG50uXL4uExfSOvXp2N+5eUbNGtffr1hbPfPNmvwR/S1RUdOnSpcQLFPdK9ywyEBFP5UoVxcTNm7dMFxZvXcsWTfU4xtHBvnXL5mLC3z/Q9OV/1u0TY35RonjR3l99ob3YzL/nhIeFf/xxx9q1fPXs1c7Wtv93fTw8si1YuER/t68EBcfNt3mapNja2HTp3Onbb77+oE1LDQDUQHcKgAoII+RC7QFeZOWqtd/1HxwTE2M6s3jxomKwarwqBtVDBvf/vFsX/apI9075ByxZuiIi4rG4GvU46kUPbmtrU+y/uwBkzhS3y4B+xwSJJr9/QKCXl2e+vLlN54scRHstxYr957W4ZnQRl7lyepku4+Li8vhx5MOH/98PIls293h7ZFQzhBcHDhxM8LdYW1v1+67PuDHDjbtjhISEbty89UpQkJiOjIw0XbhkyeKmV/XMRcQ6+tU9+/aLS98a1UyXqelbQ3uxgMC4IKO0TynTmeKZlCtTWvxlxfspruov54uevUeNGb916/aHDx6KXKlDuzYVypfVAEANdKcAqIDdNORC7QE0k1N7CuGPIq5du3bh4qVffpm0cuUa9yxZen75uXHJ50/zKTr/O3fuPhUQcPbs+b1799+9d894U+yT2Bf9Rnd3t3hRoKWllfEu48ZP/GvmbNNbfxg3St+MQs8sTGXN6q69FmcnJ9OrFmniwmKneDMt4ifIObJnjzfHLXNmcRl09Zr2YkeOHt+7b3/QleDDR46ev3DROD/eKiiT639enb6JxBPDdhliyStXgkW0Ee8MqSI4cHPL8jAs4cNGXL58RVx26NglwVsvXbqivae1aN7k3z37Nm3eOmv2PPEjoory5cp0aPdBxYqvuckJAJgdulMAVEAYIRdqDxCPg71drpze4idLpkytPvjw71lzu3/+qbGrH++ADo8jI8VA9/jxk1pcKODm41MyR47sotM+YeIvJ0/6J/Jb9JH/K3n2bY3/nXV0cHjpfWNiop+faWX9OivkNBYJP/MnsS9MXkaOHj97TtxZPNKnT1e8WNHy5csWLVJYpBLzDLtdmLJ48fEytLgtGhK7NUF6mFK2jI9FQk9b321E/HF/njhuz97923fuunzpypmz53bs3C1+On3Yrk/vnhoAKIDuFAAVEEbIhdoDvEiRIoU0wz4CV69dz5HdI8Flli5bIZKIMqVLTZ70s52trXF+WFiY9gbEGPj5YXBISKi4vH7jerz5167/Z46lYdQd75t99+49LZmEGp6GqeshIeIy07PDWMQTdzTQOfMyODsvWjDb9GSZ+/cnvFvHi4gsxtvb6/Tps6GhNzOb/K7o6OgbN0Linf7TyMMj28WLl7/p+1X+fHkTf/xyZUuLH3162/advb765q+Zs5s1+/8RTAEgFaM7BUAFHDNCLtQe4EUCT5/VDAd3yJgx44uWOXToiLhsUL+eaRIhWutiACwmYmNiteQjRuBeXp6XLwedPBVgOn/zFj/Tq7Y2cc/k6n93mti374CWTM5fuGi6n4WwadMWcVmpQvkElz946LC4rFylkmkS8SgiQj8ARLxDciSuUsUK4nLL1m2mMzds2pJIqFrVcFTOLVu3x5v/QfuP6jVoeuzYCXHfDh27VK1RNzLy/wf4qFK5UuXKlcTE5UtXNABQAN0pACogjJALtQd4nhghb97q17vPd2K6Vs0aDvZ2L1pS3xzg3Lnzxjm3bt/p+21/fTr80SMtWTVv2lhc9hswWA87hAULl6xctdZ0GRFYiMtdu//127ZTTBhONbpr8h/TtGQi3hzxBG7cCNGv/jVz9rr1m/LmzS3eqASXz5Ip7ogSFy5cNOYOYmLgoOFBhnNYREREaEnWvm1rKyur3ydP3X/gkD7nxIlTE378WYvLVRO+S5MmDTNmdJ027a8jR4/rc8RK76effz9y5JhFGovChQuKQDant1dISOivv/9hXB+KZ6tnKF6eOYy/aN/+A4mf6wQAzBfdKQAqYDcNuVB7AM1wak/x8/z87Nk9+vTulcgdW7Votmjx0hl/z7l//4G7e5aT/gFinCzGtHnz5D595uydO3e0ZNWubWuRLIhR8fsNmxUpUujatbhTgdap7SviAOMyXl45WrVsPn/Bos+69/T0zB4WFn7z5q02rVuIeEJLDi4ZnIOuBNes07BwoQJXrgSJ8CWDs/PokUP1M5s+r3yFskWLFj527ESXT7v7+JQS43x9VF+sWOGjR0+80luUJUvmb/r0Gjl6/IedPvH29rK1tQkIOJ0rp7cWd+CMhHfTsLez69G92+AhI9p/+HGZ0nHn1Lh9505g4BnHtI4TfhitH0jiiy8+3/3v3mnTZ2zfvtPVNe6UIocPH414/LhL545e3p764wwdMVrkEcOGDGjWtJEGAKkO3SkAKmDLCLlQe4DniZCuUKECHTu0nT1zWkbD6PRFcmT3mD97Zq2aNXbv2fvbpKlHDh/zrVFtycK5LZo30ZJ15widGPBPn/rboIHf+ZQqcf7CRdHSHzFs0EcdO8RbbNCAb8WwuWLFcvfu3s+dK+c3fb8a0O+b5EoenZ2dF8yb1bRxg+Cr19KmSytijrmz/0rkiAy2NjZTJv3S9oNWN0JCJ02eunnz1gL58838a8qgAf3Erfte8cgR4nGmTflN5C/379+/ffuOeLf/nD5JMxwa80V3adGssfh1pUqWuHzlikgZoqOiWzZvsnTRPyIw0hcQ8cqcOX+JoEdLox09fiIkJLRmrRq//Dy+V8/uGgCoge4UABWkYfT7Dok3P9YgOjo6MjJS/Df/4MGDHDly2Nvba4Bk9HWF+LjGxMTon9hZm/w3Hgn2cs8w+KNaGlKcWGGUq1hNJCCrVizS3oXLV4Ls7ewy/ffkpgGBp5s2/+D9urXHjR2hvU0fdvqkVavm9eok22dv4PT1l6/ffS+/S6MyHra2tnZ2djYG1tbWlpaW+lYbDA8ApADxD+HDhw/FpVgXif8JbQ3EusjKykqsi9IYaABg/tgyQi5kQwDMxYoVq6pUrzPtzxnGOSKr+vmX38VE9epVtbfp6tXrJ0/5F3jZKTkAwEwRNwBQAceMkAu1B4C58PWtMWPW3Ak//rp+w+b06eL2y7hyJSgo+GqzJo3q1qmpvU3DRoxu3aqFt7eXBgCpEd0pACogjJALtQeAucifL8/cWX8uWLjk6NFjx06cdHZKXyB//m/7fl29ehXtLRs9cqiTU3oNAFIpulMAVEAYIRdqD4AkSp8+3anjyXxIzleVN0/u/t/31VIcW4xlWgAAEABJREFUSQSA1I3uFAAVEEbIhdoDAACgOLpTAFRAGCEXag8AAIDi6E4BUAFhhFyoPQAAAIqjOwVABYQRcqH2AAAAKI7uFAAVEEbIhdoDAACgOLpTAFRAGCEXag8AAIDi6E4BUAFhhFyoPQAAAIqjOwVABYQRcqH2AAAAKI7uFAAVEEbIhdoDAACgOLpTAFRAGCEXag8AAIDi6E4BUAFhhFyoPQAAAIqjOwVABRYaZELtARQxfOTYgkV8Nm7aoqWszVv9xO8dPHSkliI+aNdJ/Lqg4KsaACDJ6E4BUAFbRsiF2gMAAKA4ulMAVEAYIRdqDwAAgOLoTgFQAWGEXKg9AAAAiqM7BUAFhBFyofYASRT+KGLO3Hl79u73PxWQK5d32TI+Hdq3TZ8+nX5rjy97b97iV9O3+k8/jjXepc83/VevWdeoUf1Rwwfrc86cPbd06YqAwNMnTvnb2dpmyZJZ3KVL547Gb2LLNh1CQ28uWzxv5t9z9uzdd/Hi5YKFCrRo1rh2Ld+7d+/9+vsf+/YduH37dokSxXt/9aWnZ3b9XmPH/Tjj7zkL588+ecp/46bNR4+dyJXTq1rVKu3atnGwt0vkRR08dEQ8n8NHjz169MinVIkG9eu9V6mC6QIbNm5eumxl4OkzEY8iihcvUtrHp1Wr5ok/5osEBV+dMXO2eP737t8vVbJ4o4b1q1SuZLrAoUNHfv9j2sWLFx8+DCtRvFiliuVbtWxmZfWfqhESEvrDxF+OHz8ZEhJSqGABn1Il27dr4+zs9KJfGhkZ9Wm3Hnv3HRBv4PixIywtLaOiomfPmbfVb1vgmTMZnJ3Fg4g36v16tVkZAlAZ3SkAKuAAlnKh9gBJcfJUQP2GzX6c+OuRw0e9vHJcvhz0++Rp7zdstv/AQX2BQQO/FyPbjZu2bNy8VZ+zctVakURkzerW75ve+py/Zsxu3LS1SA2OHT+RO6d3xOPHJ0/6T/zpNxElmP4u8a3s8eXXk6dMv3nrtrW19e7de77q/Z145E4fd128ZJljWofomBgRfHT+pJt4BNM7Tvjx58FDRjg6OLZs3vTRowjxyF/07C3G3i96USNHj2//4cdLlq2IiYl2dcmwbv2mT7t9IQIU4wIrVq7p+dU3u//d42Bv75E927btu8b9MPGDth3v33+gvSIRNDRu2mruPwvsHezDwsPF7+r2eU/juycsWrKs3YcfixcbG/skp7eXyCxGjBrXtPkHIo4xLnPKP6Bew2YrV64RcUy+vHnPnTs/6Y9p4u+ydev2BH9pbGxsn2/6iSSierUq48YMF0mEmDli5BjxKvwDT3tkzWZlabV23ca+3/bv++0ADQAURiALQAWEEXKh9gBJMWr0+OvXb3T79OOdOzbNnf3Xtq3rBg387t69+6PG/CBGvGKBjK4u337ztZgYM/aH8LDwa9eujxgVt4nEkEH906ZLKyZu3AgRY2ARNIwfN3L3ji3iQfbs3PL7rxPFTfMXLBYNfOPvEs3/CxcuTv3j1w1rl2/dvKZJ4wbiXl/26pvV3X3LxjX/zJ6xa/umSpXKX716fcvWbaZP8t89+4YNGTBxwpjeX30xZ9ZfPqVKiLH9goWLE3xFO3f9O3vOvFw5vRctmL1u9bKF82dvXLeitE9JEaCsWbdBX2bW7LkOjg4b161ctWLRgn/+Fr9XjOpPnzm7eMly7RWdPXe+Ro1q27asmz935rYt62v6VtdfuH7rlaDg0WMnOKZ1/Pmn8Vs2ro57h7ese79ubXGvocNH6cuIt2jAwGHivY37K2zbOGfW9O1+G/p83fP2nbsDBw+7c+fu87906PDRIsR5r1KFCeNH61tY3Lp9Z8mylcWLFRFv/uKFc8TrWrl8oadndvGqjx8/qQGAquhOAVABYYRcqD3AS23fsevQ4SPly5Xp0b2rvd3TPRRatWhWt07NgIDTGzY+PVlmg/p1fWtUExnBtD9n9h807P79B20/aFWxQjn91rDw8BbNGn/+2af16tSysbEWcywsLKpWqSRGwhGPH997cN/0N3700Yf6HcUyHT9sp88cNOC7DBmcxYTo8FeuVFFMBAUFm96rePGizZo20qcdHewHD+onJubNX5Tgi5o0eZq4HDjg24IF8utzsmTJPHjg92Ji6rS/9DkXLl4SeaWNjY1+1dnZ6etePcQy5cuX1V6Rq0uGoYP7Z8qUUX9u3bp2ERPi3dNvnT59hkgZun78kW/1qvockeAMHz4oe3aPPXv379t/QMxZt36jf0BglcqVxF9BTxbEm9OpYzvxtouI4R/jyzQErOJp/zZpyoKFS8Rf7aeJ4/Q3XLgafDU6Otra2lrcV58j4piB/b8bOXywePkaAKiK7hQAFRBGyIXaA7xUQGDcmLlMGZ948yuUixuTn/IPMM4Z0O8bZyenmX/P+fffvV5eOXr17GG8Kae315DB/T/v1kW/KnJAccclS1dERMTtahH1OMr0kX1KljBOZ3R1FZcuGZwzZ85knKmnEnf/uzlAsyaNTK+K35g3T+5z5y9cv35De87xEydtbW1KmfwiwdvbSzztwMAzjyMjxdWqVd4LexjWvFXbyVOmi0QgKipaLNCyRdP8+fJor6h48WK2z0INIU/unGLlc+/+0wjmzNnz4rJ2nZqmdxHL16hWRUycP39RM2xbEbdMLd94j1yrVg1xeeH8hafXDQHrggWLf/t9ioOD/c8/jrOztTUunC9fXje3LPsPHGrTrtPcfxbof1kRWDRuVN/07QUA1dCdAqACDmApF2oP8FKXL10Rlz/9/Lv4SeDWy1eM06Lz3/PLzwcPHSmm+3//TbwDPYrB/M6du08FBJw9e37v3v13790z3hT7JNZ0SWdD1qDTj3Tg7OxsukAaiwSCXQ+PbPHmiG7/6TNnrwQFixG46XwxJzqOVrhYGS0h589fKJA/39e9vhDBhIgzfv5lkmbYWqFmjWqdP/pQxBzaK3LJ8J/nb2kQG/P0VZ87f15cdXtu2wR3d/e4Z3slSFxevHjJMMct3jJZDctcDgoynTl1+ox06dM+uP9w/sIlH3Vqb5xvY2M9fOjA3n2+P3bshPgRczyyZX2/Xp0PO7RN5CiYAJDq0Z0CoALCCLlQe4CX0jfpL1ggv5NT+udvzfrf4fGOnbufTuzYVcFkd4bHkZEdOnbRD0yQNaubj0/JHDmyV6xQbsLEX06e9I/3mNZWr7OqtLBIeNOzJ/9NOoxLiuF64YIFtRcTI//FC+euW7/x8JFjQcFB/qcCli5buWbt+pHDh9T971YML5XG4oWbxYlINDomRj/0RoIsDHFMTEyM9uL8VI9sDL8pbp1WskTxUSOHNG3xwW+//1GzZvXsJjGN+KOsXrl42YpVZ8+eE0HSqVMBf0z9c/nK1X9M+jlP7lwaACiJ7hQAFRBGyIXaA7yUR/a4oWzjRvXbtW2d+JKrVq/bvMWvePGiYQ/DZs6aW7161dI+JfWbli5bIZKIMqVLTZ70s+mOA2FhYVoyCQkNjTfnxo0QcZk5U/wtDrJldbcSLKymT/098ce0sbFu2KCe+NEMq4tffp08ecr0UWPGv2oYkQgRiXp7eYpE5vqNEI9sWU1vunbtmrjMmDFuR5Uc2T3E5fO7nFzVlzHszKJpT3fTGDakvwggun3y8fgJPw0ZNmraH7+a3iVDBudOz47EER4W3vub7/227fxjyvTxY0dqAKAkulMAVMAxI+RC7QFeqlrVyuJyq1/880eOm/BT9Zrvz1vw9NCJoTdvjhn7g2jRD+z/Xb/v+4g5g4YMDwt/pN966NARLe4gl/VMk4gzZ8/pp6407rDwJvz+e4bLs+fOi8f38vL08srx/MI1favduXtXPzakUeitW+9Vqdm8ZbtHEREXL1yq37B59y++Nt4qVhdf9Ojm7OR08+YtkbZoyUffcmHd+g2mMx9HRm7dFveK9EBH3wll/YZN8e67YcNmcenzLPTRWRuOT9G+XRtvb6/du/csW75Kn796zbqadRpM+3OGcUkHR4ce3buJieCrVzUAUBXdKQAqIIyQC7UHeKk8uXOJPOLfPftm/D3HOHPb9p2zZv1z69atCuWfni9j6LDRt27fad++Tf58ecqU9mnauKEIGn6c+It+aybD8RHPGY7CqBML9/22vz4d/uiR9sZWr10/958F+nRQ8NXv+g0SX/Bun36c4MIftm8rLkeN+SEkJPTZc4jo33+IeFaFCxe0t7PzNEQYIoLx89thvNemLX53793Lls3dMa2juBodHS3iDPEjwgvtDbRs0Uxc/jH1r42bnp6aJDwsfOCgYZcuXfEpVUI/30et2r4uGZzF2/7Tz78bd9n4a8bslavWinykXt3azz+stbXVgH7fiIlx4yfq5/4sWrTI1avXZ82ad/ny02NMiAdZsWK1mPD09NQAQFV0pwCogN005ELtAZJCDOkPHz46dtyP69ZvdHRwiIqKOnDwsJg/asQQffcBEQRs3uInuvc9Pu+q3+Xrr77w27ZdpAO+NaqVK1u6VYtmixYvFXHG/fsP3N2znPQP2H/gkBgJ582T+/SZs3fu3NHeWE5vr+Ejx/4x5U/3rG4nT/qLEXuLZo0b1K+b4MJFixZu3Lj+smWrmrX4IG/euLNjXLp8WQzUC+TP1/frnpph5TBkcP8OHbt81qNXqZLFbWxs9FdtaWk5oN+3+oOEhz/q+FHc6127aqmnZ3btdYn3p1fP7j9O/PXLXn3d3LK4ZckcGHhGBBzi/RxiOEGpkMnVdeyYEV/06vPH1D//mb8wV86cly5dun3nroOD/dChAzK6urzokd+vV2f1mnWjx/4wZtSw7B7Zvvqy+w8Tf2nSrHXx4kXFArdu3Rbvf6ZMGbt/9qkGAKqiOwVABWwZIRdqD5AUhQsXXLxwjogVRJRw5Mix69dv1KhedfbMaY0avi9uvXv33ugxP4iJQQO+s7d7egaNDBmc9VN7Dhg0NCz8kcgs5s+eWatmjd179v42aeqRw8fEoy1ZOLdF8yZimX37Dmhv7NNPOg8bMsDb2+vCxYulfUoOHzpw8LORfIJGDhs8sP+37lndz5w9d/TYcRcXly96dJs1Y6qDo4O+gMggFi2YXae2763bt8UCUdFRbT9oJd6Hyu9V1JJbl84dp07+tWSJ4rGxsafPnitUqECf3j2XLpwrXo5xmQrlyy6aN1v8dicnJ3//AHd3t06d2i9bMt+3etVEHrlv756OaR1Xrlq7a/cecbVz5w9//GF0sWJFLly8dOLUKVdXl8+6frxk0T/xDlcBAEqhOwVABWkY/b5D4s2PNYiOjo6MjLwvxlUPHuTIkcPe3l4DJKOvK8THVXT49U/srE3+G48Ee7lnGPxRLQ0mxo77ccbfc0Tn/0XbQbw94k9TrGR5vy1rM2XMqOFVDJy+/vL1u+/ld2lUxsPW1tbOzs7GwNra2tLSUj/jCcMDAClA/EP48OFDcSnWReJ/QlsDsS6KO9KxhUUaAw0AzB+7aVuqQFQAABAASURBVMiFbAjAm9i8xc/dPYuri4sGADBbxA0AVMBuGnKh9gB4beGPIoaPHPtN36/1Nj4AwEzRnQKgAraMkAu1B8Brc7C3W7V8kZNTeg0AYM7oTgFQAWGEXKg9QCrQt08v8aO9CyQRAJAK0J0CoALCCLlQewAAABRHdwqACggj5ELtAQAAUBzdKQAqIIyQC7UHAABAcXSnAKiAMEIu1B4AAADF0Z0CoALCCLlQewAAABRHdwqACggj5ELtAQAAUBzdKQAqIIyQC7UHAABAcXSnAKiAMEIu1B4AAADF0Z0CoALCCLlQewAAABRHdwqACggj5ELtAQAAUBzdKQAqIIyQC7UHAABAcXSnAKiAMEIu1B4AAADF0Z0CoALCCLlQewAAABRHdwqACggj5ELtAQAAUBzdKQAqIIyQC7UHAABAcXSnAKiAMEIu1B4AAADF0Z0CoALCCLlQewAAABRHdwqACggj5ELtAQAAUBzdKQAqIIyQC7UHAABAcXSnAKiAMEIu1B4AAADF0Z0CoALCCLlQe2BGyM6Q+ph+qvmEA3hXWP8AUAFhhFyoPTAXfFaRKolEOM0zGp9zAO8I3SkAKiCMkAu1B/KLNzy7fvvB+H+2aYCZC7nzUDN8vI1JBAC8K6yFAKiAMEIu1B6YBdMBW8Tj6BPnr2tAqiA+1RYWFmwcAeDdojsFQAWEEXKh9kBaYkimb8FuvJrTPX2FAlliYmJin3nyjMaHOfnEhD/SJywd7DUkK2PcYJQjk6PFM2wiAeBdYeUDQAWEEXKh9kB+xmFbufxupXK5RkZGRkVFicvo6GhjMKEhmTyJib0feFafdsrvqVlYaEhuevRgaWlpZWVlbW1taWDMIzTWzABSHIE+ABUQRsiF2gOzoG/Kbhy/6VtDiKum20doSA5PoqPThD3dMsLGxiaNpaWGZGUM1/QPs/Ey3s4aAJCSWPMAUAFhhFyoPZCfnkSI0EEM2Iy5g5ipbxYhptkyIhnFRkZqz8IIWxsbC2trDclNTxyM4ZoxjDDdOEJj/QwgBZHpA1ABYYRcqD2QnHGrdQvD/gL6J1YfxYkwQs8mCCOSUax4sx+G69O2traEEcnO9COtf5KN2DgCwLvCageACggj5ELtgcz0Y1hqJmGE6CGLaZE+iKvG/TXI1JJRzBMtzbMDWNrZ2FjY2mpIbqYHsDRuEGEMIzQASHFUUgAqIIyQC7UH8tOHZ3oYoY/fOI/G2xMTE5smPEKfthFhhI2NhrcgXh5hTCU4wSeAd4J1DgAVEEbIhdoDyZme4FMM1fRpfUIzxBAkEcnLIipKi3isT8cdy4DdNN6ONM+d45MdNAC8QxRTACogjJALtQfmwjh4M90agg9wsktjbZPeO4c+bW1tY2HFSvttMd0CIt7WEEQSAFIYqx0AKuD/WrlQeyA//VNq3D7CdFsJJDvLtI5FvumuIQWZfpj5YAN4Jwj3AaiAMEIu1B6YC+MgjSQCqQ8faQDvFmshACogjJALtQdmhw8tAADJi+4UABUQRsiF2gMAAKA4gn4AKiCMkAu1BwAAQHF0pwCogDBCLtQeAAAAxdGdAqACwgi5UHsAmIp+GLbnkz76dPnpP1ja22sAgNSO7hQAFRBGyIXaAwAAoDi6UwBUQBghF2oPAACA4uhOAVABYYRcqD0AAACKozsFQAWEEXKh9gAAACiO7hQAFRBGyIXaAwAAoDi6UwBUQBghF2oPAACA4uhOAVABYYRcqD0AAACKozsFQAWEEXKh9gAAACiO7hQAFRBGyIXaA8CUhY11jmbvP522stYAAAqgOwVABYQRcqH2ADBlYWNjDCMAAIqgOwVABYQRcqH2AAAAKI7uFAAVEEbIhdoDAACgOLpTAFRAGCEXag8AAIDi6E4BUAFhhFyoPQAAAIqjOwVABYQRcqH2ADD1JCbmfuA5fdopf27NwkIDAKR2dKcAqIAwQi7UHgCmYh5FHB8+UZ8uP/0HS3t7DQCQ2tGdAqACwgi5UHsAAAAUR3cKgAoII+RC7QEAAFAc3SkAKiCMkAu1BwAAQHF0pwCogDBCLtQeAAAAxdGdAqACwgi5UHsAAAAUR3cKgAoII+RC7QEAAFAc3SkAKiCMkAu1BwAAQHF0pwCogDBCLtQeAAAAxdGdAqACwgi5UHsAmLJK61hp7u8aAEAldKcAqIAwQi7UHgAAAMXRnQKgAsIIuVB7AAAAFEd3CoAKCCPkQu0BAABQHN0pACogjJALtQcAAEBxdKcAqIAwQi7UHgAAAMXRnQKgAsIIuVB7AJiKeRRxavwkfbpQ388tbG00AEBqR3cKgAoII+RC7QFg6klMzD3/M0+nY2M0AIAC6E4BUAFhhFyoPQAAAIqjOwVABYQRcqH2AAAAKI7uFAAVEEbIhdoDAACgOLpTAFRAGCEXag8AAIDi6E4BUAFhhFyoPQAAAIqjOwVABYQRcqH2AAAAKI7uFAAVEEbIhdoDAACgOLpTAFRAGCEXag+gpkdXrx/sM0xLNI78t/PXz89MY2VVcvT39lndNABAakF3CoAKLDTIhNoDqEmkCVlrV9VeXbZ61UkiACCVoTsFQAWEEXKh9gDK8mzRwNY1wyvdRSyfvVEdDQCQutCdAqACwgi5UHsAZVna2+X8sOUr3UUsL+6lAQBSF7pTAFRAGCEXag+gMlefYs5FCyRxYZdSRcXyGgAg1aE7BUAFhBFyofYAisvVoUUaq5cfWlgsk6vjq21GAQAwF3SnAKiAMEIu1B5AcfZZ3bI3qv3SxcQytq4uGgAgNaI7BUAFhBFyofYAyN6wtr17lkQWELeKZTQAQCpFdwqACggj5ELtAZDG2ipnhxaJLJC7cxuxjAYASKXoTgFQAWGEXKg9AIQMxQq6lCqa4E0Zy5VyKphXAwCkXnSnAKiAMEIu1B4AulwdW1ra2cabKeZ4t22iAQBSNbpTAFRAGCEXag8Ana2rS47mDeLNFHM4biUApHp0pwCogDBCLtQeAEbZ6lS1y5LJeDWtV3YxRwMApHZ0pwCogDBCLtQeAP9nYZGzXVPjNe92zcQcDQCQ2tGdAqACjscuF2oPAFPp8+U2Tqf1zq4BABRAdwqACmiyyYXaAyABrBgAQCV0pwCogC0j5ELtAWDK0t6uSP+eT6dtbTUAgALoTgFQAWGEXKg9SAX4GCcnC4v0BfLok3FvK+/tW0AKDEA2rJcAqIAwQi7UHpiveBkEkQTkp69yjZ9V1sAAJEENBaACwgi5UHtgpvSPrvED/MRAA+SWxsA4LT605BEAZMC6CIAKCCPkQu2BOTImEUYaeQSkZ0wiTCfIIwDIgAIKQAWEEXKh9sDsGKOHR4+jZm44of13KwnTbSU04F0zDRr0DKK9bwE7G2t92sLCgjwCgAxYCwFQAWGEXKg9MC/GxCE2NjYyKmbd/gsaYFZaVs5tZZHG0tJSJBHiY0weAUAGJPgAVEAYIRdqD8yOcdeMmJgYfY5HJid7W2sNkFh4RGTwzftiIjqOhWb4JItIQl8Jk0QAeLdYCwFQAWGEXKg9MEd6GCG6yvrV1r7FC+d00wCJHTt7bcL87WIiKioqxtpSTFhZWaV5RjN8qlkhA3hX6E4BUAFhhFyoPTAjpseDiDXQAHNj2DIiWkxYGOjJGjEEgHeLtRAAFVhokAm1B2aHc2fArEVFRYkwQkRpMTEx4jLegVcB4J1gLQRABYQRcqH2wLzEO6mnBpibmGfinZsWAN4hulMAVMBuGnKh9sDsGMdv7KYBc6QnEfo2EcQQACTB6giACggj5ELtgZliIAczpedobBYBQCp0pwCogDBCLtQemC9GcTBHxh00NACQBislACogjJALtQfmiLEcUgHTs8NoAPBO0Z0CoALCCLlQewAgJXH6DAASYqUEQAWEEXKh9gAAACiO7hQAFRBGyIXaAwAAoDi6UwBUQBghF2oPAACA4uhOAVABYYRcqD0AAACKozsFQAWEEXKh9gAAACiO7hQAFRBGyIXaAwAAoDi6UwBUQBghF2oPAACA4uhOAVABYYRcqD0AAACKozsFQAWEEXKh9gAAACiO7hQAFRBGyIXaAwAAoDi6UwBUQBghF2oPAACA4uhOAVABYYRcqD0AAACKozsFQAWEEXKh9gAAACiO7hQAFRBGyIXaAwAAoDi6UwBUQBghF2oPAACA4uhOAVABYYRcqD0AAACKozsFQAWEEXKh9gCmNm/16/FFb9M5Dg72mTJlzJwpU9myZT5o3cLZ2UlLJpGRUVOn/blr957TZ89l98i2cN6skJCbv0+a0qZNy0IF82vvWmxs7MpVa/0DAr7t+/WLlhk/4ec///p75PDBjRvV1wAAZovuFAAVWGiQCbUHSFx4+KNLl67sP3Do198mN2ne5uRJfy2Z/Djxl98mTQ0IOJ03dy4rg1Fjxi9ZtuJJbKwmgVOnAr7rNyg4+JoGAEjt6E4BUAFbRsiF2gM8r0xpnxl/TtanH0dG3rgeciPkxs+/TDp46MhnPXot+OfvLFkya2/s8NFj4nL2rOkFC7z77SBeT8vmTSu/V8Hb20sDAJgzulMAVMCWEXKh9gCJs7WxyZHDo7RPqb+mTy5bxic09ObQ4aO15BDxKEJcemTLppkt8c6I4CZTxowaAMCc0Z0CoAK2jJALtQdIIisrq8ED+9Wt32Sr3/aLFy55eXuKmaPGjJ81e96yJfM2bNi0YNFSL88cXT7u9F6lCuKmbdt3btniF3jm7JnTZ11cM7i7uXX6sH21apW1Z4da0B+2XMVq4nL0yKHffj9Qn9OyTQdxuXbVUk/P7PGew/37D8TytWrW6PVl9xl/z9mzd29ExGOfkiXatm1dvFgR0yUjHj+ePHnath07rwQFe+XIUaJEsTatW+T09jJdZsPGzUuXrQw8fUbEIsWLFynt49OqVXMHeztx0+ChIxcsXCImNm/xK1jEp1Gj+qOGD37+PYl3zIix434Uz0q8G9ev31i0eNnhI0fd3d3eq1jho47tHdM6ai+gH6fju296586dc+GiJfv2HXB2dq5QoVzHDu2yZnUzPtWeX30zeOD39vb2k/6YZmNj3ahh/U4fthM3hYSE/jDxl+PHT4aEhBQqWMCnVMn27dqYHtojKip69px5W/22BZ45k8HZWSxTrWqV9+vVNo1ixZpw+YrVftt2HD58NEMG59KlS33QuoX3f98uAEjF6E4BUAFhhFyoPUDSiXSgePGiR44c23fgoB5G6N+gyX9MW7d+k5i4efNWj+5dY2Njv+7z/foNcXNcXV1y58kVEBAYHHztwMHDP00cV7NGtfLlyjg4OMybv1As/8nHnWxsbXPnytn9867r1m04e+58q5bNM2XK6OSU/kVPIzg4uG37TumdnKpVqxJ6I3T9xs3iZ9JvEytWKKcvEB4W3rptR/FQtrY2+fLlvX37zpy58+fNX9Sta5fPun6sL7Ni5RoRf1hbW2X38MiY0XXb9l1+23YuX7Hq7xlT06dPV+VaB18DAAAQAElEQVS9SmnSWMxfsEg8sTp1auXJk0tLsk2b/SZNnuro6CCyjzPnzp84cUokGv/MnWFvZ5fIvURYIJKdUiWLN23a+OTJUyI+2LR56+yZ0/U8Qn+f9+zdp7/PQkRE3HYlp/wDOnT6RLxe8Zzz5c177tz5/QcOiac9bMhAPfcRRowcI3IikYbk8PB4/Pjx2nUbxY+IisaNGa4vEPYwrOvnXx48dET8loIF8oWFh4u3a/6CxX2+7tm+XWsNABRAdwqACggj5ELtAV6Jt5enCCOCg6/qV/VvkBghf9GjW7NmjUVXv1TJEus2bBJJhIghJv06sVChAmKI+ygiYurUvyZPmS6GuCKMEKmB+NmwYZMIIz7q1EEMpMWDFCyY398/QCQIzZo0LFy4YCLP4eSpgIIF8k+f+rseWNTa7Ptlzz6DhgxfuXyRPuD/YeIv4nGqVa08YtggfRuBXbv3fPvdgF9/myxG+2XL+Ig5s2bPdXB0WLNicebMmcTVu3fv9R84dMvWbYuXLO/UsZ0YyYtARIzqPT1zGPOLJBK/ZfDA75s1bWRpaRkW/qhT509FHrFi5epWLZolcq89e/c3blx/xNBBeu4wZuyEmbPmjp8wccL40abvc906NXt+2V28/9mze0RGRg0YOEwkEd0+/bhb14+trKxEDDTz77njfpg4cPCwFcUXZsjgfOv2nSXLVhYvVmTWzGni+YgHOXf+Qvcvvlq9Zl2Hdm2KFCkk5kydPkMkETWqVx3Y/1vxqsWcQ4ePft3nO/Hbq1evki2ruwYAqR3dKQAq4JgRcqH2AK/ExcVFXN578MB0pm+Nal0/6ZzJ1fX9urUtLCwc7B0a1K87oN83IlPQv2IiI2jatJEWt+nETS059OrZ3bjphEg3xO+9evX65s1+4qqY+GfeQjGoHjtqmHFvBZF99OjxmZiYMvVPfc6Fi5fEc7OxsdGviiW/7tVDhAjly5fV3kzVKpVatmiqj/wdHexbt2wuJvz9AxO/l0hGvun9lXGN1KtnDze3LCJ9uHnrtnGZTBkzjhwxJLtHtnJlS4uMYN36jf4BgVUqV+rRvatIIsQC4s0XSYp480UG8c/8RXHvRvDV6Ohoa2trcZP+ILlyeg/s/93I4YP1o5Deu3f/r5mznJ2cRg0frCcRQskSxbp17RIVFT1j5mwNABRAdwqACggj5ELtAV6JpT6m/e8Xx8enpOlVMRofM2pYrZo19KuigX/g4OENhv0LxLT2xrJlczfukaGrVr2KuDxw4KC4PHvunLisXKlivMM01KnlG3fr2fPPnuR7YQ/DmrdqO3nK9H37D4iBt7e3lwgR8ufLo72ZkiWLm17Vt7yIePw48XvV9K1uumeKjY11tapx+1ns3r3HOLN48aK2z9KTuNdyLu611Da8LlO1asW98xfOXxCX+fLlFaHG/gOH2rTrNPefBQGBp8XM8uXKNG5UX39i4kHEay9UuEDadGlNH0R/h0+dCtAAQAF0pwCogN005ELtAV7JfcM2EenT/+eADhmcneMvdv/Bxk1brlwJOn7y1OFDR4xD8SdPYrU3liN7/ANbumWOa/IHXb2mGTZ5iJvj7hZvmfTp0zk7OYXevPngwcN06dJ+3euLwMAz585f+PmXSeJWMRSvWaNa548+jHeQy9eQyfU/J9fQN5F4EvuSF/78WUX0LReuXrtmnJMhw3/e54uGV+r+3CvN6h63Y8XloCDNEGoMHzqwd5/vjx07IX4Mvyjr+/XqfNihrb7ZyOXLV8Tlrl17Chbx0Z5z4cJFDQAUQHcKgAoII+RC7QFeSUBA3O4Guby9TGdaWlmaXhUj2A4du9y6fUdMFypUoGbN6p6enuXKlm7XobOWHNJYJLyJmT7gj4mO0a8kcEdD+GhhSAfEGH7xwrnr1m88fORYUHCQ/6mApctWrlm7fuTwIXXr1NTegP74r8rSMuEXFRv7xGSZ/zxyTEzcK33RSsy4cIXyZVevXLxsxaqzZ8+J6OHUqYA/pv65fOXqPyb9nCd3LgvDe+LhkS27hxmfYxUA3hDdKQAqIIyQC7UHSLqg4KtHjh4XE+XKlUlksd8nTxNJRMeO7fp+3dM4M/jqNS2ZhIaExptzPSREXGYy7HeQw3BC0OvXQ+Itc//+gzt376ZLn9bRwV6fY2Nj3bBBPfGjGYb0v/w6efKU6aPGjH/DMOL1hDz3om7ciHsJmTNnfNFdcmT30OJe6Y148/WNKTK6uhrnZMjgrJ8HVDOcaqT3N9/7bdv5x5Tp48eO9DA8SKGCBX78YbQGAKqiOwVABRwzQi7UHiDpfvk1bo+GGtWr6nsQvMh+w7EbWjX/z8kjduzYpcU185NhN43zFy6e/+/uA5s2bRGXlSqU157t77B9566HDx6aLrNu/UZxWa5MXIxy8cKl+g2bd//ia+OtIpf8okc3ZyenmzdvhT0M01I8qdy1e4/pATUeR0Zu37FTPIfKlSq+6C4ehm0Z9FOomtqwYbP27EAeq9esq1mnwbQ/ZxhvdXB06NG9mxYXD8WdEqVI4UJublkOHDgowhrTB9m6dXulyr79BwzVAEABdKcAqIAwQi7UHuClxMB4774Dvft+v3LV2vTp033ds0fiy7u7ZxGXZ8+fM845euzEhJ9+FROPwsMTuaOd4cScQc/OG/oiMTEx/QYM1jccEP6aOXvd+k158+bWD5mZL2/u8uXKhIbe/Ob7gcYBthjq60lKq5ZxEYmnVw5xudVvu5/fDuPDbtrid/fevWzZ3PUjX9ra2Wpx5+a4FhubDAHKS125EjRk2EjxVovp8EcRAwYODQ6+1qJ5E/0wkwmqVdvXJYPztu07f/r5d+MuG3/NmC3+TCJVqVe3tphTtGiRq1evz5o17/LlIP1eYpkVK1aLCU9PT82weUi7D1rfun1n+MgxxjRELDxi9Njbd+6WLVtaAwAF0J0CoAJ205ALtQd43r79BxI8nKFoqv/68wQvb8/E7/5Rpw+/7Nmnb9/+bdq0tLCwOHr02KHDR8Ug39ba+u69+2K8bXpKCFP6fgfffNd/6rS/BvT/tnixIgkuJkbgQVeCa9ZpWLhQATGGFwPpDM7Oo0cOFeNqzZAwDh868KMu3UTWUKV67Xz58t6+fScoKFjc1PWTzhUMZ+4UywwZ3L9Dxy6f9ehVqmRxGxubqKi4U35YWloO6Pet/luyurnZ2dr6BwTWb9S8UMGC48YM194mb2+vZctXbdi0JW/u3IGnT4eHPypatPDXvb5I5C6ZXF3HjhnxRa8+f0z985/5C3PlzHnp0iWRIDg42A8dOiCja9xJWLN7ZPvqy+4/TPylSbPWxYsXFXNu3bp9+szZTJkydv/sU/1xROSxes26VavXnTjp7+4WFyQdOXLsUUREsyaNGtSvqwGAAuhOAVABW0bIhdoDvJT4mhQqVKBd29aL5s32KVXipcvXrFFt2pTfihQpvHDxkmnTZ1y7dr1zpw7ivqVLlxIN/AP7D73oju3btSlbxicqKvrM2XP3799/0WLOzs4L5s1q2rhB8NVradOlbdO6xdzZf+XPl9e4gLu728J/xAINs3t4nD17zsIiTePG9Wf/Pf2LHt2My4gMYtGC2XVq+966ffvoseNR0VFtP2i1eOGcyu893S1CJC/9vu8rHv/ixcshISHaW1bap+TfM6aWL1vm3Pnz3l6e4qlOm/xruv+ebvN5IlsRb6x4zk5OTv7+AeKFd+rUftmS+b7VqxqX6dz5wx9/GF2sWJELFy+dOHXK1dXls64fL1n0j0e2rPoC4rfMmf1nxw5tRZojFhBRRZEihcaMGjZkcD8NANRAdwqACtKwsnuHxJsfaxAdHR0ZGXnfwNPT097eXgOk98RA/wCLTv6d++HdJ8XtZdC7TZXCOd00Bdy//6BcxWo5vb1WrVikpRabt/r1+KJ3yxZNBw/8Xku9jp29NmH+djExuEU+53SOtra2dnZ2NiL/sLa2NEhjoAFAihP/DYaFhd27d0+smsT/hLYGYu1kZWVlIfJs1k4AUgt205AL1QUAAEBxNAsBqIAwQi7UHgAAAMXRnQKgAsIIuVB7AAAAFEd3CoAKCCPkQu0BzEj69OlOHT+gpS41qlVNfS8KAMwL3SkAKiCMkAu1BwAAQHF0pwCogDBCLtQeAAAAxdGdAqACwgi5UHsAAAAUR3cKgAoII+RC7QEAAFAc3SkAKiCMkAu1BwAAQHF0pwCogDBCLtQeAAAAxdGdAqACwgi5UHsAAAAUR3cKgAoII+RC7QEAAFAc3SkAKiCMkAu1BwAAQHF0pwCogDBCLtQeAAAAxdGdAqACwgi5UHsAAAAUR3cKgAoII+RC7QEAAFAc3SkAKiCMkAu1BwAAQHF0pwCogDBCLtQeAAAAxdGdAqACwgi5UHsAAAAUR3cKgAoII+RC7QEAAFAc3SkAKiCMkAu1BwAAQHF0pwCogDBCLtQeAAAAxdGdAqACwgi5UHsAAAAUR3cKgAoII+RC7QEAAFAc3SkAKiCMkAu1BwBSUppnNACQBt0pACogjJALtQfmKN5Y7sqNu5YWFhogsSuhd43T+orX+BkmmADwzrEiAqACwgi5UHtgvoyf3vlbjmqAmbC0FNGZBeteAFKhOwVABYQRcqH2wEyxoTvMlJ5E6Jd8jAFIgnURABUQRsiF2gOzYxzCpbW3mfhJxcePH0dFRUVGRkZHR8fExIh8TVzqS5K1vYYnMbFhV4L1accc2dKw/8sbMK5gLS0txaWVgYOtjXHjCNbAACRBxQSgAsIIuVB7YF7E4E18aPVRnBjQOae1jbK1iIy0jI62EpFEjMGTZzS8OpHlaJGP9OkMaW3TGEbReG3G7EykD3oYYW0dd6nnEUQSACTBigiACggj5ELtgRkxTSIsnhGDOmtra/1WPYmIjY0liXhtsVFRacKehhF2trZprFhpvynjThnGPEKIl0SwKgbwblE3AaiA/2vlQu2BmTIO7bRnzWeRROgxhLjUl+Hj/Rpixag4LFyftiWMeDOm58swZmemyCMASIJVEAAV8H+tXKg9MDvGLSOMWYN+NdbAdAcNwojXECPezodPt4ywtbGxsLHR8LpMwwjTzXn0VIJ9NADIg4oJQAWEEXKh9sAc6eM3i2fHVoyXRPCpfhMxsU/ShD8LI2xtCSOSRRoTFv9FHgFABqyIAKiAMEIu1B6YF+NhIzSTUySKGELfUEKPIQgj3kRMdEyaR4/1aRtra8KIZGHcEcM0kuDUngDkQekEoALCCLlQe2CmjKM7PZtIMIbg4/06LC21x5HPJi0tOWbEmzHNGuJFEtp/9+PQAODdYS0EQAX8XysXag/MjjF6iDeQI3pIFpZpHQt9/ak+bevgoD3bFwbJIsH0gfUwgHeOGgpABYQRcqH2wByZpg8Jju74YL+2NFZWzgXyakg+iWQNxBAAJMHqCIAKCCPkQu2B+eLTC7PABxWA/AjxAaiAMEIu1B6kSgz/AABIOuomABUQRsiFp3ThJAAAEABJREFU2gMAAKA4ulMAVEAYIRdqDwAAgOLoTgFQAWGEXKg9AEzFRkYGrdyoT2dvWDuNNSttAEj96E4BUAH/18qF2gPAVGxk1OXFq/XpbPWqWxJGAIAC6E4BUAH/18qF2gMAAKA4ulMAVEAYIRdqDwAAgOLoTgFQAWGEXKg9AAAAiqM7BUAFhBFyofYAAAAoju4UABUQRsiF2gMAAKA4ulMAVEAYIRdqDwAAgOLoTgFQAWGEXKg9AAAAiqM7BUAFhBFyofYAAAAoju4UABUQRsiF2gPAlFVax0pzf9cAACqhOwVABYQRcqH2AAAAKI7uFAAVEEbIhdoDAACgOLpTAFRAGCEXag8AAIDi6E4BUAFhhFyoPQAAAIqjOwVABYQRcqH2AAAAKI7uFAAVEEbIhdoDwFTMo4hT4yfp04X6fm5ha6MBAFI7ulMAVEAYIRdqDwBTT2Ji7vmfeTodG6MBABRAdwqACggj5ELtAQAAUBzdKQAqIIyQC7UHAABAcXSnAKiAMEIu1B4AAADF0Z0CoALCCLlQewAAABRHdwqACggj5ELtAQAAUBzdKQAqIIyQC7UHAABAcXSnAKiAMEIu1B4AAADF0Z0CoALCCLlQewCYsrCxztHs/afTVtYaAEABdKcAqIAwQi7UHgCmLGxsjGEEAEARdKcAqIAwQi7UHgAAAMXRnQKgAsIIuVB7AAAAFEd3CoAKCCPkQu0BAABQHN0pACogjJALtQcAAEBxdKcAqIAwQi7UHgCmnsTE3A88p0875c+tWVhoAIDUju4UABUQRsiF2gPAVMyjiOPDJ+rT5af/YGlvrwEAUju6UwBUQBghF2oPAACA4uhOAVABYYRcqD0AAACKozsFQAWEEXKh9gAAACiO7hQAFRBGyIXaAwAAoDi6UwBUQBghF2oPAACA4uhOAVABYYRcqD0AAACKozsFQAWEEXKh9gAAACiO7hQAFRBGyIXaA6gp7ErwrX1Hnp8fGxlpnL6yfL2FtfXzy7iWKe6YPZsGAEgt6E4BUAFhhFyoPYCaHNyyBOw+8OjajUSWCVqx4fmZ9u5ZsjesrQEAUhG6UwBUYKFBJtQeQE1prK1yd26jvTpxL3FfDQCQitCdAqACwgi5UHsAZTkVzJuxXKlXukvmyuXEvTQAQOpCdwqACggj5ELtAVTm3baJpZ1tEhe2SuuYs21TDQCQ6tCdAqACwgi5UHsAldm6uuRo3iCJC3u2bGCVLq0GAEh16E4BUAFhhFyoPYDistWpmi6n50sXS+udw716JQ0AkBrRnQKgAsIIuVB7ANVZWOTs1FpLPJdMkybuaJcWrMABIHWiOwVABfwvKxdqD4B0uTyz1q6ayALi1rRJ2HoCAGCm6E4BUAFhhFyoPQAEzxYNrF9wPAhbF2fPlg01AEDqRXcKgAoII+RC7QEgWNrbeX3QJMGbcnZslfQzbgAAzBHdKQAqIIyQC7UHgC5LlfJOBfPGm+lSqqirTzENAJCq0Z0CoALCCLlQewAY5f6odRorK+NVMZ2rYysNAJDa0Z0CoALCCLlQewAY2Wd1y1a3mvFqtnrVbV0zaACA1I7uFAAVEEbIhdoDwFS2OtU1PaN88sSjXg0NAKAAulMAVGClQSbUHgCm0liLtXQak2kAQOpHdwqACvjXVi7UHgCm0lhaOhXME3XvvrVT+jQWlhoAQAF0pwCogDBCLtQeAKYs7e2KDOilAQBUQncKgAoII+RC7UHKIPYCUgZrdQCvgTINQAWEEXKh9uBtM/2MGaf54AHJxTR9ENP6l4tIAsArYaUBQAWEEXKh9uCt0sdFxkvTq6YLAHhV8TII0zl6JMHqHUDSUY4BqIAwQi7UHrw9xughMirm9oNH2rM8wphKaHwCgddlGj0ILunsrK0s9WmNPALAK2J1AUAFhBFyofbgLTHdGuJ08O3+f+7QALw1Qz+skD+7i1ilWxho5BEAXgW9AQAqIIyQC7UHb49xI4iYmBgNwNskvmXR0dGWlk/PxmrMIzQASAJWFwBUQBghF2oP3iqRRMTGxhozry9aVEpnb6sBSCb3wiN+XbRLTEQbiO+ayCNMt4lg4wgASUF3CoAKCCPkQu3B22C6j0asgT7f290lQzp7DUAyuXkvXJ/Qt4zQDBGz+MaxjwaAV8LqAoAKCCPkQu3BW2J6iEpjGAHgLYmKihJhhH4AS+NhI8gjACQR3SkAKiCMkAu1B2+PcbMIwgjgbdO3jNBjCOPhWkgiACQRqwsAKiCMkAu1B28bgReQAmIM9ODP9EAtAJAUrDQAqIAwQi7UHrxVxg6tBuBt0pMI0w2R+N4BSDq6UwBUQBghF2oP3h7Tw0ZoAN6yJ/+lAUCSsdIAoALCCLlQewAgFSCDAPAm6E4BUAFhhFyoPXirGCABKcP0W8Y3DsCrYr0BQAWEEXKh9gAAACiO7hQAFRBGyIXaAwAAoDi6UwBUQBghF2oPAACA4uhOAVABYYRcqD0AAACKozsFQAWEEXKh9gAAACiO7hQAFRBGyIXaAwAAoDi6UwBUQBghF2oPAACA4uhOAVABYYRcqD0AAACKozsFQAWEEXKh9gAAACiO7hQAFRBGyIXaAwAAoDi6UwBUQBghF2oPAACA4uhOAVABYYRcqD0AAACKozsFQAWEEXKh9gAAACiO7hQAFRBGyIXaAwAAoDi6UwBUQBghF2oPAACA4uhOAVABYYRcqD0AAACKozsFQAUWGmRC7UEqcOLEqYJFfMTPvPmLtFcXHhYu7lu3fpNXuletOg3FvU6fOZvIMt/1HyyW+WfewkSWGTBwmP7k+3zT/0XL9BswRF9m81a/RB4qMjLqt9//+KBdJ59ylZs0bxMdHa0ln2R8nu+ceIvEkwwKvprIMqPGjBfLbNi4WUsmPb/6pppvPQ0ApER3CoAKCCPkQu1BKrBy9RpxaWtrs3jpcs1sbd22/VFExPPzo6KiN2/x05Lgx4m//DZpakDA6by5c1kZaG/Bmz9PBc2aPS8Zcw0ASHZ0pwCogN005ELtgbkTY+DVq9fl9Pby8Mi2fceuI0ePFy9WRDM3jmkdwx6G7dq9x7d61Xg3iZn37z/QF0j8QQ4fPSYuZ8+aXrBAfu3tSJbn+c71+65vWHhYxoyuWopYsHDJ2PE/agAgMbpTAFTAlhFyofbA3G3123b7zt0yZXyqV68qri41t40j9O9g9aqVxeWmzVufX2DTpi3p06crV6Z03MJPEvvCRjyK22DBI1s2Te7n+c4VKlSgTGkfO1tb7S0LPH22x5e9Bw8dmSNHdg0AJEZ3CoAKCCPkQu2BuVu5aq24rFG9ap1avmJ4uXrdhvCw8HjLhN68OWbshJZtOpQqXalF6/aDh4w4dPhoIo959er1ar71Xnq4h2RUtkxpMZIXg/zIyCjT+VFR0Zu2bBWvztLSUlx9kibhL+z4CT8bD2BRrmI1Mb1z17/6TYcOHfn40+6+teuL+d0+7zln7nzTY0mIHEcs/M13A44dO9G5y2fVa77/bb9BiawWXu95Hjx0pP+Aoe83bC4ev++3/Xfs3G1664aNm8VzWLBwifhT1mvQrHGz1n/NnH3//gP9iZ2/cHHIsNENG7esUr1Or6+/9Q8IFHc5eSqgT99+VarVqVW30fCRYx8+eGj6gLdu35k8ZfrnPb4Sdylbsap4wEGDh9+7d9+4wPPHjAgJCR077scGjVpUquz7Ve9vxRPWEjVh4q/iEaZM+yve/OnTZ4r5v02aol/t+VWfzVv8KlYsN2P6ZA0AJEZ3CoAKCCPkQu2BWRPDTr9tOzJlzFi+XBkxSK5Zq4ZIIlasWmO6jBgnf9zl85mz5l67dj1f/rzXr99YsGhpuw6d5y9cnOBj3rlz95Ou3W/cCOnTu2eb1i20FGFpYVG7ZtyT3/nfgfquXf+KYXnNGtUTv7t4+d0/76rvd/DJx53EdHYPDzG9aMmydh9+vHv3ntjYJzm9vfbtOzBi1LimzT+4ePGyfkf9+3/z1u3Puvf8d88+8eaEht5MZLXwGs9z5Ojx7T/8eMmyFTEx0a4uGdat3/Rpty9Mj4Kp/7o9e/eJ6OHixUunT5+NeHZMips3b7Xv8PH8BYusra3DwsPXb9gk8hSRs3Tu0m3Hrt3ZsrmHhobO/WfB4GEjjY+2d9+Bho1a/PzLJPHByJIls52tnXjAhYuXdena/UVH9BQvuWPnT2f8PUe8+ByeObbv3N2hY5fdu/dqL1avbm1xuXHTlnjz123cJC4b1H96oMoC+fP9+tMPUyb9kiGDswYAEqM7BUAFhBFyofbArK1YsTomJqZJ4wYWFnHrliaNGojLRYuXmS7jt33HmbPnOnZou8Nvw9xZf27fuv63nydYW1v99NPvz49Ow8IfdeveU3TjP//sk04fttNSUM2aNcTlpq3/2QNi4+a4fR8qViyf+H0rVij3WdePXTJkENMfdeogpj09s18JCh49doJjWseffxq/ZePqubP/2rZl3ft1a589d37o8FH6HfXv/7//7s2SJcvsmdOWL53f/bNPk/F5iuBg9px5uXJ6L1owe93qZQvnz964bkVpn5Kr16xbs27D0+dgWAuJkKJunZrr1y7/c9qkhg3e128S+UgOT481K5csXjhn8/pVBQvkDwkJ/aRrj3YftNrht9HwitaLgGPN2g2hN2/qdxk1evydu3fF327Prq0L/vlbvORVKxZlypTxxIlTh48cS/AVjZ/wk0hnxKdI/4SIywYN6p07f0F7sfz58uTPn/fkSX9jrCNcvhwk5pQoXixHdg99zoTxo6tXr0LmC0B+rKkAqIAwQi7UHpi15StXictGDZ+OXcuW8fHyynHKP+DI0ePGZYKuBGtx59p4eoAA8ZmvVq3y0EH9B/T/NjomRovbpyCNPl9kEz2/6hO3w8JHH37e7RMtRehD8SeGrRtcXV22bNlm3ANCPz9FzRrVRXSivbrp02eEh4V3/fgj48Em06ZLO3z4oOzZPfbs3b9v/wHThYcOGVCyZPE8uXOVKF40GZ/npMnTxOXAAd8aj6mZJUvmwQO/FxNT/7uPQ6aMGUeOGJLdI1u5sqWzZXU3zu/3bV/xNxUTTk7pmzdrLCbEk/z8s0/13yUSEB+fUpohCNCfSenSpd6vV6dXz+7p0qXVHyGnt1flShU1w3YWz7+uW7fvrFq9Tjwr8XmwtbERc+zt7Ab2/048spao+vXqisv1hk0hdPpZXUSkogGAuaE7BUAFhBFyofbAfInU4PTps2VKl/L29tLniEBBb6ovWfL/w1hWqFBOXP4x9c+ven+7fMXq69dviKuNGtUXg0b9EIZpDN+C2NjY7/sP3rVrT8kSxb/u1UNLcZaWljWqV71//8Huf5/uIPB034ea1V/vAc+cPS8ua/93bCzG2zWqVRET589fNM4UA+9CBZN6Ao5Xep7HT5y0tbUpVbKE6Uxvby+RLwQGnnkcGWmcWbx4UT0LMCXSk8KFCxqvihBEXObM6W2aotzAhyMAABAASURBVDo7x+0BcffeXXEpEop+3/UZN2a48bSmISGhGzdvvRIUF1VEmvw6owMHDorVYOVKFUyPZ+lgbydeo5aoenVriaexceP/99RYu3aD+L116tTSAMDc0J0CoAJO7SkXag/M16o168Tltes3Onf5zDjzwcO4YxmuWb+hT++eem88X97cX/fs8cPEX9at3yR+NMPJFFo0a9K0SUPjkFUztNbFT7r0aQ8dPvKuzg9a07f6goVLNm/eWrVKJc2474MhTHkN586fF8GBW5bM8ea7u8dtd3DlSpBxTkbXVzvJZRKf55Wg4Og4WuFiZRJ8nPPnLxTIn0+fTvCoCi7/nWlhGRdnOzml/89Mi/grMfHn27tvf9CV4MNHjp6/cNE4P8Hs9eq16+IyY8aM8eZnNdk6I0FublnKly+7e/eeixcvi2zlxIlT4ndVrfpeRkNiAgDmhe4UABUQRsiF2gMzFRUVvcYQRohBtem4WhceFr5q9Vrj4Sc7d/5QNLpXr10nxo0XLl46dSpg8MmRa9au//2XHx0cHZ48i+Tat2tdtnTp7l9+PWjw8MUL55hGFSmjXNnSovkvxvaDB30fG/tk8xa/2jVr6OeneFXiqx0dExMbG/uiBSxMHvZVX2kSn6d+IA+R7xQuWPClj5ngy7SyfOU/wcjR42fPmacZNvcoXqyoyAuKFiksUol58xcluHyapzvpxJ/vYO+gvUy9OrVEGLF2/YZun368dsNGMadubTaLAGCW6E4BUAFhhFyoPTBTYgB8+85d0Zn//deJ8W5aumxlvwFDFi9ZbnouDC9vz8+fHZrx8uWgrp9/sW//weUrV4tl9N00smZ1+7bv1+IbIZrbfn47pv/196ddPtJSlhiQ1/StLobNe/cdiIyMun//Qa2avtprES/E28vz5En/6zdCPLJlNb3p2rVrWty2AK+2NcRrPM9sWd1FzGFlYTV96u9aijh77rxIIjI4Oy9aMNvd3c04f//+gy+6SybD+3D9eki8+ddvXNdeppZv9SHDRm7Z4tf1k84bN2y2t7OrUaOaBgBmiO4UABVwzAi5UHtgplasWi0uExwDiy69g4P9Kf8A/ewJ48ZPfK9qrUOHjxoXyJHDo02rlmIi6OpV40xra2s9mxORhK2tzZQpf168cElLcWKQLy537ty9adMWlwzOZcv6aK8ru0c2Le4sFRtMZz6OjNy6bbuYKO1TUnsDSXyeNX2r3bl7N97BMkNv3XqvSs3mLds9enYKz+Ry8NBhcVm5SiXTJEL8lj379ouJGMPxSuMpbTj+5c7d/4aFPzLOjIqK3uq3Q3uZtOnS1qld8+SpgHXrNwUFX61dx9fB3k4DADNEdwqACggj5ELtgTm6dfvOjh27RWRQM6FGtIOjg96gXrp0hbjMly/vrVu3f5s0xTjafPjg4cZNm8WEt5fn83fPkd2jc6cOYgQ7cMhwLcWVKV0qU8aMftt3bPXbXquW75vsKtKyRTMt7sidf23c9PQgi+Fh4QMHDbt06YpPqRLG01u81ef5Yfu24nLUmB9CQkKfPodHEf37DxF/wcKFC9rbJfPQPUumuANkXLhw0Zg7iImBg4YHBcWdUSUioewjc+ZM1apWFk/v+36Dwh6GaYa8ZviI0fpdXkrfL2PMuAla3F4btTUAME90pwCogN005ELtgTlavmylGGTWqF7VMa1jggs0eL/uypVrVq9Z16d3zwb1665bv8Fv2876DZvl9PYSt56/cPHGjRAxnG5Y//0E796ly0crV687cPDwgkVLWzZv8uInojVu2vr5mR7Zsm5Yt8J4ddiIMeLn+cXWrlrq6Zk93sy4c1XUqKof4MD3zbb5L1e2dK+e3X+c+OuXvfq6uWVxy5I5MPCMCFk8PLINGdRPezNJfJ5FixZu3Lj+smWrmrX4IG/ePGLOpcuXr169XiB/vr5f99SSW/kKZcVvPHbsRJdPu/v4lBKpxL79B0JDbxYrVvjo0RN37txJ8F7f9Pnq9JkzIrLZuXN3/vz5zpw7Fx0ZVbVKJfGZeelvrFixvKtLBpFliFCjfLkyGgCYJ7pTAFTAlhFyofbAHK1YvUZc1qpV40ULiGFhpkwZxcB71eq14kM+4Ycxvb/6MkuWzAEBp8+eO1+4UMH+3/edMvlXGxvrBO9ua2PTt0/cUPmHH38KvXVLS1m1asa9LldXl7JlXn8fDV2Xzh2nTv61ZInisbGx4pUXKlRApDNLF8719vbS3lgSn+fIYYMH9v/WPav7mbPnjh477uLi8kWPbrNmTHVwfPkRIl+V+MNNmfRL2w9a3QgJnTR56ubNW0XqMfOvKYMGxIUv+15w5IgcOTwWzpv9ebcunl45zp0/X7a0z9Qpv5UunaQ339r66bk869au+XqHGgUAGdCdAqCCNKzs3iHx5scaREdHR0ZG3jfw9PS0t7fXgOTzxCAmJkZ80qKioo5fCBmz8IiY/+MXDTOk48MGJJub98J7/7pSTHSt6ZXPI4Otra2dnZ21tbWNjY2VlZXIR9IYaADwYuK/wbCwsHv37ol1iPif0NZArEnijkFsYcFqBECqwW4acqG6AAAAKI5mIQ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RYaZELtQQrgYwakjOjo6AsXLmzcuHHixIkaACQZ3SkAKmDLCLlQe/BWpTHQALxloaGhd4NPX716NTw8/PHjx5kzZ9YAIMko1gBUQBghF2oPUtKEedutrNg8Ckg20dGx+sSNGzccnjyMjY27KlLmTz75RAOAJKM7BUAFhBFyofbg7dGjLtONI66E3NUAvAUihoh9EvvkGYJmAK+ElQYAFRBGyIXag7dK/4C5prP3LZ5VjJViYmJiDcSEZhg+iQWSKxF7+PBhgvMtnqPh1Yk/2aNHj+zt7S0tLTWkLP0rEx0dHRc4GL4v+hdHiH3GWosSC+hfMRsbG43VO4BXQXcKgAoII+RC7cFbJYZDYvCfJYPDB1XzRhpERcUNmfRhlXFklSwuX44QkrKkGKrZ2tqKSzs7O0dHRw1JIP5k58+fz5jR1sXFRUPKunLlikiCjFf1b40eRkQ/Iz78jw1hhJAnTx6SCACvhJUGABUQRsiF2oO3JI0JkUeIdrqVlZU+iNKv6kmEcVilvTExANu3b19SljSO67y9vUUqoSEJxBslsqSwsDB3d3cNKUt8UAMCAsSbb5xj3B1DfI9EEhFlYIz5WrZsybFjAbwSulMAVEAYIRdqD94eYxKhE2GEPlNv3upH2tOS9UOoD8mSuHDWrFmzZ8+uIclsbGxu375tZ2enIcUVKVJEZG2m+yLpSYS41L9QIiqKfrZlhDGJII8AkESsLgCogDBCLtQevA3GI0HogyJLS0vjVZFK6EmEcbOIZOTm5hYYGJiUJZ2cnEqVKsXhD15JunTprly5Ym1tzfuW8kQGVLFixY0bNxrzCOOWEcY8Qt9Ewt7e/v79+y4uLqzeASQd3SkAKiCMkAu1B2+PPhbSDxhpZWUlroqBk76PhvZsKKUl64ewQoUKR44ceeli4slUrVrVwcFBw6twdXV99OjR3bt3s2bNqiHF2dra1qpVa+nSpeHh4ZrJkSOMx7DU8wjxBxoxYkTGjBkLFCiQL1++/Pnzi/xIA4BEEV8CUAFhhFyoPXjb9K0h9E0k9C6uvoNGsicROtEQvnr1auLL1KtXz83NTcMrEm9aRETEzZs3vby8NLwLmTJlatKkyZw5c/RjtepfH+PXSt9EokePHgEBAf7+/lu3bt2yZYuI3nLnzl3QgBQJwIvQnQKgAsIIuVB78Jboe2oYd1zXp0UqYTzwnr5YMn4CRbv4wIEDoi38+PHjRBYrUaJEqVKlNLy6LFmyiBGvyHrotL9DIlBo06bNn3/+qR8exTTa07c88jYQiZsILEQkccpAxBNLlixxdnbWU4kCBQrY29trAPAM3SkAKiCMkAu1B2+PaR5hvJrsMYR4nHPnzv37778nTpwQv6JYsWIPHjx40Tk+RW9fNJb1Q2niNYg3MCgoiDfw3fLy8urQocPUqVNjYmL0OcbDwebJk0d7tmIXcUNJAzEtIiQRSYhsYt++fbt37xYLiMBCRBIimBCPRiEAQHcKgAr4F1Yu1B68VaZHsjS9miwePny4Z88eEUOEhoaKQXL9+vXLli0rBmCLFy/etm3b88vb2NiIIRwN4Tch2vI7duwQExzD8t3Kly9fx44dp02bZtwyQv9yff755/oC8fKFrAa+vr5RUVFnzpw5efKkCCZWGzg4OOipROHChdOlS6cBUBKhJAAVEEbIhdqDt834GTNNJd6EeJzAwMBdu3YdO3ZM3xSiTZs2ekNY17x5cz8/v+fvKOazz/wb8vDwEKPf4OBgT09PDe9UkSJF2rVrN3PmTNPDr7z0+2Vtba3vqSGm7969e+LECX0/joMHD4o52bJl02/NlSsX278ASqE7BUAF/HMjF2oPUsybxxAPHz4UGcTu3btDQ0MzZ87coEGDChUqODo6Pr9k7ty5RfvXdE65cuXEwhreTPbs2cVKQ4QRHMNSBmXKlImIiJg3b55+1cXF5VXurTk7O1cyEAHT+fPn9f04NhrY2NjkzZu3QIEChQoVEt81DUBqR3cKgAoII+RC7YH8xOg3ICBg586dx44dE1eLFSv2wQcf5MuXL5G79OrV67PPPjNedXd3b926tYY35uHhYWlpeeXKFQ1yqFy58qNHj5YvXy6m9e0dXoOFhUVug4YNG4aFhZ165sSJEwsXLnR1dRWRhAgm8ufPb2trqwFIjehOAVABYYRcqD2Q2cOHD0UGsXv37ps3b2bMmLF+/foVK1ZMmzZtUu7r6OgohlWa4VARH3/8sbjU8MZEfJktWzbCCKnUrl1b5BEbNmwQIZ32xsQXp7SBmBZ/aD2V2LVr1/bt20UOlTNnTv0AE9mzZyfLBlITvtEAVEAYIRdqDySkbwqxY8eO48ePi+miRYu2adNGdGVf6eNapkyZrVu3ionWrVu7u7trSCYeHh4HDhwwPU8K3rnGjRvrZ/pMXtkNRNjx+PHjwMBAPZhYYZAuXTo9lRCSmA8CkBndKQAqIIyagfL9AAAQAElEQVSQC7UHUnnw4MEug1u3brm4uNSrV69SpUqvd4T/Fi1aiDCiWrVq5cqV05B8xOh09+7d169fJ+KRivjAa2+Nra1tUQMxHRISoqcSR44c2bdvn5iTI0cOEUmIbCJXrlwWFhYaADNEvgxABYQRcqH2QAYiFPP39zduClG4cOHWrVuL4c0bfj59fX0bNWqkIVl5eHiIy6CgIMIINWU2qFq1akxMzNmzZ/VgYp2BnZ1dvnz59LOEZsiQQQNgPuhOAVABYYRcqD14tx48eKAfFeLWrVvOzs5169atVKmSk5OTlhyaNm2qIbllz55dMxxNQD+sAJRlaWmZz6BJkybii6yfJTQgIODo0aPi1ixZsug7ceTJk4cjtgDyozsFQAWEEXKh9uCdECmYGLeIGELfFKJQoUItW7YUl2zjLT8xsHRzc7t8+bIGPJMuXbryBuLrfPHiRX9/f/EF9/Pz27p1q5WVVa5cufTzcWTLlk0DICW6UwBUQBghF2oPUti9e/d27dq1e/fu27dvOzk51alTp1KlSs7OzhrMh4eHx8mTJzXgOSLg9jaoV69eRESEiCT0YCIwMFDcKr7pIpLQgwl7e3sNgDToTgFQAWGEXKg9SBki9hLDV+OmEGIo0rx586JFi7IphDnKnj37gQMHbt265erqqgEvYGdnV9JATF+7dk0/usT+/fv//fdfUXq8vLz0w16K5IJKBLxzdKcAqIAwQi7UHrxt9+7dExmEGH7cvn07Xbp0tWrVeu+991xcXDSYLeNhIwgjkETuBjVq1IiKijpz5oweTKw2cHBwyJ8/f6FChQoXLvx6p84B8ObIBAGogDBCLtQevCX6phA7duw4ceKEmM6XL1/Tpk2LFStmaWmpwczpYcTVq1eLFy+uAa/C2tpaP7ClmL57965+2Et/f/9Dhw6JOVmzZtVvzZ07t5UV/zAAKYfuFAAV8L+FXKg9SHb6phC7d+++c+dO2rRpfX19K1euTAs9NXF0dBTd7Bs3bmjAG3B2dq5kEBsbe/78ef3oEps3b960aZONjU2ePHn0YCJLliwagLeM7hQAFRBGyIXag+QihhP6phDiUoRcYiDRpEmTEiVKsClEqiTGh6GhoRqQHCwsLHIbNGjQICwsTN+JQ2QT+nFSRZSppxL58+e3tbXVALwFdKcAqIAwQi7UHry5u3fv7jIQE6JhXr169ffeey9z5swaUq9MmTIdO3ZMA5Kbo6NjaQMxHRQUJPIIkUrs3r1bBJ0i2cyZM2eBAgVEMJE9e3bCdCAZ8YUCoALCCLlQe/DaYmNjT5w4sXPnTn1TCNHVbNy4ccmSJdnTWwUijIiIiBBNbDF01IC3w8Ogdu3akZGRgYGBejCxwiBdunR6KiGkTZtWA/Bm6E4BUAGjFLlQe/Aa7t69qx8VQkzY29tXrVr1vffec3Nz06AMfcuXkJAQb29vDXjLbGxsihiI6dDQUH0/jqNHj+7bt0/MyZEjh36W0Jw5c7JfGPB66E4BUAFhhFyoPUi62NjY48ePixhCDANEjCX+72/YsKGPjw+bQigoU6ZMmmFYSBiBFCY+e1UMYmJizp07p28usc7A1tY2f/78IpUQsUWGDBk0AElGdwqAChi0yIXag6S4ffv27t27d+3ade/ePTs7u/fee0+MBNzd3TWoSj/BAcewxDtkaWmZ16BJkyYPHjwQqYTISQMCAo4ePTpv3rzMmTPrO3GIBWxsbDQAiaI7BUAFhBFyofYgEfqmEDt27BCNR5FbeXp61q9fv3Tp0vxnD3t7e0dHx5CQEA2QQLp06coZiDXVpUuX9JNxbNu2zc/Pz8rKKleuXHowkS1bNg1AQuhOAVABYYRcqD1I0O3bt3fu3Pnvv//eu3fP1ta2YsWKVapU4f94mBKdZ8IIyEYk7F4G9erVi4iIEJGEHkwsNXB2djYe9lIEahqAZ+hOAVABYYRcqD2I5/jx46KXKP53F9NZs2atU6eOaDaKPEID/ouze0JydnZ2JQzE9LVr18Rq7eTJkwcOHBAxq55Z6Ie99Pb2phQCdKcAqIAwQi7UHujEJ+Hw4cPr16+/cuWKjY1NhQoVKlWqJP5Z14AXyJw5s+g8P3z4kBMrQn7uBtWrV4+Ojj59+rR+Po7VBg4ODvnz5xfBRKFChZycnDRASURyAFRAGCEXag+E4ODgmTNnBgUFiRiiVq1aNWvWdHR01IBE6SfUCAkJIYyAGbGystJ309AM+6OdOHEiICDA39//0KFDYk62bNmKFi1arFixHDlyaIBK6E4BUAFhhFyoPVixYsW6devERNWqVevVq8fAEkmUOXNmcXnz5s2cOXNqgBlycXGpbCCmz549q+/HsdZAZG1ifVi2bFkNUAPdKQAqIIyQC7VHZZGRkZMmTQoMDBSDyXbt2rm5uWlAkulhBMewROqQ26BBgwbXr1/ft2/fv//+O3PmzC1btrRq1Yq4DSqgOwVABYQRcqH2KOvBgwe//PJLUFBQlSpVxH/bGvCK7O3t06ZNSxiBVEbEsg0bNqxXr56fn9+GDRvGjx9fvXr1Ro0aWVtba0DqRXcKgAoII+RC7VFTVFTUTz/9dPXqVdEGrFu3rga8lsyZM4eGhmpAqmNlZeXr61uhQgV9+wh/f/9evXqxFxtSMbpTAFRgoUEm1B41zZo1SyQRtWvXJonAm0ifPv29e/c0IJVycHDo1q1b06ZNr1279uuvvz5+/FgDUim6UwBUQBghF2qPgk6cOHHgwIHChQs3bNhQA96AjY1NZGSkBqRqvr6+zZs3v3z58syZMzUglaI7BUAFhBFyofaoJiYmZuHChfb29h999BFRFN6QnZ0dvWKooHr16pUrVz5y5MipU6c0IDXiXwIAKiCMkAu1RzVbt24NDQ1t2LChGEZqwJuxtbWNMdCA1K5x48aOjo7//PMPH3ikSnSnAKiAMEIu1B6liD/3xo0bM2XK9N5772nAG7OxsRGXbBwBFYgAt1atWrdu3Tp06JAGpDp0pwCogDBCLtQepZw9e/bBgwe+vr4WFnwTkQxsbW01wggoo3z58lZWVnv37tWAVIfuFAAVMASSC7VHKXpDr2TJkhqQHAgjoJS0adP6+PgEBASwpwZSH7pTAFRAGCEXao9SAgMDPTw8HB0dNSA5EEZANUWLFo2Njb1w4YIGpC50pwCogDBCLtQedYhW3o0bNzw9PTUgmehhBGf3hDpEnisuCSOQ+tCdAqACKw0yofao48qVKyJ7IoxAMiKMgGpcXV3FZWhoqAakLnSnAKiAMEIu1B513L59W1xmzJhRA5IJZ9OAakSCny5duocPH2pA6kJ3CoAKCCPkQu1RR0REhLi0t7fXgGTCMSOgoLRp04aHh2tA6kJ3CoAKCCPkQu1RB2EEkh1hBBTk6Oior06B1ITuFAAVEEbIhdqjDn3HfsIIJCPCCKiJHB+pD59qACogjJALtUcd/K2R7PQwIioqSgMAmDO6UwBUQBghF2oPgNemH8CSTdYBwNzRsQCgAsIIuVB7ACQuNjZ23Lhxly5detECWwwSvKl169aVK1fWAAByozsFQAUWGmRC7QGQOAsLC5EpvMa6wtPTs1KlShoAQHp0pwCogDBCLtQeAC8lYoWqVau+yj3igk4RYYggQwMASI/uFAAV8I+pXKg9AJKiQYMGadOmTfryFStWFBGGBgAwB3SnAKiAMEIu1B4ASWFnZ9ekSZMkLixii4YNG2oAADNBdwqACggj5ELtAZBE5cuXz5s3b1KWFLHFK21GAQB4t+hOAVABYYRcqD0Akq5169ZWVi85KZKnp6eILTQAgPmgOwVABYQRcqH2AEg6Nze36tWrJ7KAftxKDQBgVuhOAVABYYRcqD0AXkmdOnUyZMjwolurVq3KcSsBwOzQnQKgAsIIuVB7ALwSOzu7li1bJniTCCkaNGigAQDMDd0pACogjJALtQfAqypWrFiBAgWen9+kSRMRVWgAAHNDdwqACggj5ELtAfAaWrRoEe9Ilnny5PHx8dEAAGaI7hQAFRBGyIXaA+A1uLm51a5d23hVBBNt2rTRAADmie4UABUQRsiF2gPg9YgwIkuWLMZpEU9oAADzRHcKgAoII+RC7QHweqysrFq0aCEmRCRhupUEAMDs0J0CoAIrDTKh9gB4bQULFixatGjlypXjHT8CAGBe6E4BUAH/sMqF2gPgTXTt2lUDAJg5ulMAVEAYIRdqDwAAgOLoTgFQAWGEXKg9AF7bi1YgpJwAYF5YbwNQAWGEXKg9AF6DaQxhOq2vUvQ5rF4AwFzQnQKgAsIIuVB7ALwqfb1hvIwIj7G1jztTkkgfxFU9gzCdBgBIjtU1ABVwak+5UHsAvBJjBiHExsYGnX3wS89Dp/beEtMxMTGxBvqtGnEnAJgJVtcAVEAYIRdqD4CkM0YMeugQdObB3DEBkRGxy34/J/KIaANjJGGaSgAAZEZ3CoAKCCPkQu0BkETxk4izD/4ZFxj1OFa/dcXkC8Y8QjAmEeQRACA/VtQAVEAYIRdqD4Ck0NcVxk0eRBIxb9xpkURY21o0+Cifk6utuHXNtCsB++9ERUWZbiJBHgEA8qM7BUAFhBFyofYAeCljEmE8TsR8QxJhY2vRplfRQmUzt+tdTM8j1v0ZFHjgbrz9NcgjAEByrKIBqIAwQi7UHgCJSziJiHwikojWvYpm9U4nbk3nYivyiHQZbMSyG2ZcDdh/hzwCAMwI3SkAKiCMkAu1B0Ai4iUR1y48fD6J0MXlEX2K63nEpr+vs30EAJgRVs4AVEAYIRdqD4AXeT6J+GdswkmEzsk1gTwiKiqKPAIAJEd3CoAKCCPkQu0BkKAEk4jIiNgXJRG65/MIkUSQRwCA5FgtA1ABYYRcqD0Anvd6SYQuXh5x9sg9kUSwvwYAyIzuFAAVEEbIhdoDIJ43SSJ0pnnE+j+vijyC/TUAQGaskAGogDBCLtQeAKbePInQiTyibe9iaZ1FHpFm3fRrZw6xfQQAyIvuFAAVEEbIhdoDwCi5kgidc0a79n3jto8Q0xtmPN0+gjwCACTEqhiACggj5ELtAaCLl0QEn3ugJxHWthatvizyqkmEzmR/jTTsrwEA0qI7BUAFhBFyofYA0BLaJmL++DP6NhFtehXNliu99rri9tf4upieR7C/BgDIiZUwABUQRsiF2gMgeffOeJ5zJjt9+wiN/TUAQEp0pwCogDBCLtQeQHHxkoir5x/OG/eme2c8L8H9NcgjAEASrH4BqIAwQi7UHkBlz28TIZKIx4+SYe+M55FHAIC06E4BUAFhhFyoPYCy3vbeGc8jjwAAObHiBaACwgi5UHsANaV8EqEjjwAACdGdAqACwgi5UHsABb0oibC2ebtJhI48AgBkwyoXgAoII+RC7QFUk0gS0eqLIm87idDpeUTa9NbkEQAgA7pTAFRAGCEXag+glMSTCI88yXnEysSJPKIteQQAyIGVLQAVEEbIhdoDqEP/vusj/HebBH66UgAAEABJREFUROgyZLYjjwAAGdCdAqACwgi5UHsARRiTCH2cf/3SO04idOQRACADVrMAVEAYIRdqD6CC55OIeWPPvPMkQhcvjzh//D55BACkMLpTAFRAGCEXag+Q6iWYRESEx8iQROhM84h108gjACClsYIFoALCCLlQe4DUTf4kQmfMI2JjNfIIAEhhdKcAqIAwQi7UHiAVM5ckQkceAQDvCqtWACogjJALtQdIrcwridCRRwDAO0F3CoAKCCPkQu0BUiVzTCJ05BEAkPJYqQJQAWGEXKg9QOpjvkmEjjwCAFIY3SkAKiCMkAu1B0hlzD2J0JFHAEBKYnUKQAWEEXKh9gCpSepIInTkEQCQYuhOAVABYYRcqD1AqpGakggdeQQApAxWpABUQBghF2oPkDqkviRCRx4BACmA7hQAFRBGyIXaA6QCqTWJ0JFHAMDbxioUgAoII+RC7QHMXepOInTkEQDwVtGdAqACwgi5UHsAs6ZCEqEjjwCAt4eVJwAVEEbIhdoDmC91kgidnkc4pCWPAIBkRncKgAoII+RC7QHM1IuSCCvrNKkyidDF5RG9i5FHAEDyYrUJQAWEEXKh9gDmKJEkonn3wqk1idC5utub5hEXT5FHAMCbojsFQAWEEXKh9gBmJ/Ekwiu/s5bameYRa6eSRwDAm2KFCUAFhBFyofYA5iVeEnEz+JFqSYTOmEfERJNHAMCbojsFQAWEEXKh9gBm5PkkYvaoAAWTCB15BAAkF1aVAFRAGCEXag9gLhJOIsIUTSJ05BEAkCzoTgFQAWGEXKg9gFkgiXgR8ggAeHOsJAGogDBCLtQeQH4kEYkjjwCAN0R3CoAKCCPkQu0BJEcSkRTkEQDwJlg9AlABYYRcqD2AzEgiko48AgBeG90pACogjJALtQeQFknEqyKPAIDXw4oRgAoII+RC7QHkRBLxesgjAOA10J0CoALCCLlQewAJkUS8CfIIAHhVrBIBqIAwQi7UHkA2JBFvjjwCAF4J3SkAKiCMkAu1B5AKSURyIY8AgKRjZQhABYQRcqH2APKIn0RcfTR3bKBIIiwt0zTpWogk4lWJPKJ1ryL2DlYij1gz5eqlgAfkEQCQILpTAFRAGCEXag8gieeTiDmjAsLvR1tYaE0/K5SrcAYNry6zh2Obr4uKPCI2Rls9OZg8AgASxGoQgAoII+RC7QFkkGAS8ehhjEgimnxakCTiTZBHAMBL0Z0CoALCCLlQe4B3LvEkIk9xVw1vhjwCABLHChCACggj5ELtAd4tkoiUQR4BAImgOwVABYQRcqH2AO8QSURKIo8AgBdh1QdABYQRcqH2AO8KSUTKI48AgATRnQKgAsIIuVB7gHeCJOJdIY8AgOex0gOgAsIIuVB7gJRHEvFukUcAQDx0pwCogDBCLtQeIIWRRMiAPAIATLG6A6ACwgi5UHuAlEQSIQ/yCAAwojsFQAWEEXKh9gAphiRCNuQRAKBjRQdABYQRcqH2ACmDJEJO5BEAoNGdAqAGwgi5UHuAFEASITPyCABgFQdABYQRcqH2AG8bSYT8yCMAKI7uFAAVEEbIhdoDvFUkEeZCzyNs7S3JIwAoiJUbABUQRsiF2gO8PSQR5iUuj/iKPAKAiuhOAVABYYRcqD3AW0ISYY7ccqQljwCgIFZrAFRAGCEXag/wNpBEmC/yCAAKojsFQAWEEXKh9gDJjiTC3JFHAFANKzQAKiCMkAu1B0heJBGpA3kEAKXQnQKgAsIIuVB7gGREEpGakEcAUAerMgAqIIyQC7UHSC4kEakPeQQARdCdAqACwgi5UHuAZEESkVqRRwBQASsxACogjJALtQd4cyQRqRt5BIBUj+4UABUQRsiF2gO8IZIIFZBHAEjdWH0BUAFhhFyoPcCbIIlQB3kEgFSM7hQAFRBGyIXaA7w2kgjVkEcASK1YcQFQAWGEXKg9wOshiVATeQSAVInuFAAVEEbIhdoDvAaSCJWRRwBIfVhlAVABYYRcqD3AqyKJAHkEgFSG7hQAFRBGyIXaA7wSkgjoyCMApCasrACogDBCLtQeIOlIImCKPAJAqkF3CoAKCCPkQu0BkogkAs8jjwCQOrCaAqACwgi5UHuApCCJwIuQRwBIBehOAVABYYRcqD3AS5FEIHHkEQDMHSsoACogjJALtQdIHEkEkoI8AoBZozsFQAWEEXKh9gCJeFESIb43JBGIJ14eceHEffIIAOaCVRMAFRBGyIXaA7xIIklEoy4FSCLwPNM8Ys3Uq+QRAMwF3SkAKiCMkAu1B0hQ4klE/lIZNSAhxjziSSx5BACzwUoJgAoII+RC7QGeRxKBN0EeAcDs0J0CoALCCLlQe4B4SCLw5sgjAJgXVkcAVEAYIRdqD2CKJALJhTwCgBmhOwVABYQRcqH2AEbxkogbl8NIIvAmyCMAmAtWRABUQBghF2oPoHs+iZg75jRJBN4QeQQAs0B3CoAKCCPkQu0BtBckEY/DSSKQDMgjAMiPVRAAFRBGyIXaA5BE4G0jjwAgObpTAFRAGCEXag8URxKBlEEeAUBmrHwAqIAwQi7UHqiMJAIpiTwCgLToTgFQAWGEXKg9UBZJBFIeeQQAObHaAaACwgi5UHugJpIIvCvkEQAkRHcKgAoII+RC7YGCSCLwbul5hI2tBXkEAEmwwgGgAsIIuVB7oBqSCMhA5BGte5FHAJAF3SkAKiCMkAu1B0ohiYA8snqnI48AIAlWNQBUQBghF2oP1EESAdmQRwCQBN0pACogjJALtQeKIImAnMgjAMiAlQwAFRBGyIXaAxWQREBm5BEA3jm6UwBUQBghF2oPUj2SCMiPPALAu8XqBYAKCCPkQu1B6kYSAXNBHgHgHaI7BUAFhBFyofYgFSOJgHkhjwDwrrBiAaACwgi5UHuQWpFEwByRRwB4J+hOAVABYYRcqD1IlUgiYL7IIwCkPFYpAFRAGCEXag9SH5IImDvyCAApjO4UABUQRsiF2oNUhiQCqQN5BICUxMoEgAoII+RC7UFqQhKB1IQ8AkCKoTsFQAWEEXKh9iDVIIlA6kMeASBlsBoBoALCCLlQe5A6yJZEtGraoXAeH+NPkbylq1ao07zhB1998e2ef/fHW3jb1p1imYHfDdNSnS0b/cRLGzJgpGY+xOdnxdLVY4b/oMmBPAJACqA7BUAFhBFyofYgFZB/mwjx3G6G3gzwP71h7aaPO3QbMXQsQ0dp+Z8M+L7voODga5o0yCMAvG2sQACowEqDTKg9MHcyJxHTZv5erkIZ/endunn7ZuitvXv2/TTh939mLXBKn757z676YkWLF/5z9uSMGdmRBC+k5xHzfjwW+ThW5BH1umjehdObLmBh8TTrJ2IG8BpYdQBQAVtGyIXaA7NmLseJEF+0jJlc8xfM++FH7X6f+pOVldUfv08/efyUfmuGDM5lyvrkzOWlAS/G9hEA3h5WHQBUwJYRcqH2wHyZ6REry5UvXb9hnWVLVs3+e96ocUM1wzEjPv+kZ9PmjYaOGmBcbJvfzq0b/QIDz545fdbFJYN7VrdOndtXrVHZ9KHWrt6wfMnKE8dOZc3mXqVapS7dOrdt3jEoKPjfQ37i1tu371Yu61u/Ud227Vv9NOH3ixculSnnM2LMYJGM3Lp1Z9H8JcePnRSBSMSjCPdsbkWLFu7V9wsnp6fN9rEjf/z7rzlLV88/tP/w5k1+x4+eyJnbu0q197p07STe6j+n/r3db+fZ0+dy583VrXuXCpXKvfRVBwddnfHn7P17Dty7d79kqeINm9avUrWS6QIhN0J/HP/L8aMnQ0JCChYq4FO6ZLuObZydnYwLtGra4cb1G36718+a8c+2rTsCTgUWKJTft2a1Fm2aGjcK0Ayfh+VLVm/z23H44FEXF2efsqXatG3hndPL9HdtXLd52eKVgYFnxGsvWqKISIJatWlu72AnbhoyYOTCeUvExJZNcUe7aNS0vnjHNGmwfQSAt4SVBgAVEEbIhdoDM2XW586oWddXhBF7nzuSpU68nN49v9+wdpOYds3okjtPrkD/wKvB1w7uPzzxt3G+tarpi02d/NdPP/wmJvLmyy3a45N+nbbn3/1h4WHGx9G/3Ldu3hZJhwgmxHRoyE3xld+750DvL769c+eumC5YuEDIjZDTAWfFj7//6TkL/rSy+v9a+vdfpohxe7p0abN5ZD16+Lj4Ec9NhBqrlq/NXyCvk7OTGPB/+lGPRcvn5iuQR3uxwwePNKnfKjzsUeGiha5dvb5+7Sbx89fsP0qXLaUvcOpUQKcPPgkLC0+fPl2+/HnPnz1/YN+hBf8sGjpyYLz8ZcyICbNmzPXInk3kL/v3Hvx3196TJ/yNIc7Dh2Gfdfny0IEj4qUVKJhPPODcv+cvmLu497c9233YWl9m5bI13/UZaG1tlT2Hh2tG1x1+u7Zv3bli6aoZc6eK3y4iEjGenz93Ue48OWvXq5Unby5NMuQRAN4GulMAVMBuGnKh9sAcmXUSIeQ0NOpDboSKzvzzt4qBukgiRAwxf8nffrvXz1s889+Dfp9+1lnctOCfxfoy/v6BIolwdc0wY86UJavmiZ/Z8/8UgcXlS0HGx9G/3GK4niVLlr//mbZ09fzPv/hUzBkzfLxIIj78qN3uA1vFr9i6a92KdYsyZc548vipI4eOmT4TkUT0H/TNtj0bF62Yqw/4f504+cSxU8vXLhRz1m1Z3qNXN/FXWLhgiZaos2fO16hZbcuudeK1bN213rd2ddPXEhkZNejbYSI46Pr5x9v3bpw1b7rfvxtEfCAClEH9homnanycm6G31qxcO3PuVPGrFyybvWzNfBGULFm0/NzZC/oC0/+YIZKI6r5VN+9cKxZYvXGJeDTxTv4wZuLVoKcHpBRZhqOjw/qtK8WrFi9/x75N1XyrnA48u2ThcnGryD6aNm8oJnJ45ujW/WNj9CMV9tcAkOyILwGogDBCLtQemB1zTyIEV1dXfeLevfvP3+rg4FC/UV2RAhQqUlD/htrZ2zVt0UhM3Lx5U19m/pxF4rJb9098ypTU5xQvWfSrvl8k+OsGjxpQ0qe4aPKLZaKion3Klnq/QZ1efbqnS59WXyBnLq/3Klc0PP4t0zuKUX3rdi1sbKzFdNPmjTJminva3Xp0yZXbW1+gStX3xGXQ5SDtJa83w5Dh/TNnjvvTODjad/u8i5gIDDit37p+zUaRrVSpWql7z676dhmit9+xczvxJty6dWee4ZUadfioXanSJfRpL29PPSzwPxmgv5kzps9ydnYaMXaw/ruEEqWKde3eRbzqGX/N1udcvHhJvKs2tjb6VbH8V316DBz2ffkKZTXzQR4BIHmxugCgAnbTkAu1B+YlkSSifqd8ZpFECJaWT2PZBL+AVapVEj/Gq5GRUcePnjh65Hjc9OMofea+PXG7eFT/b9++Zu0a32j94z1a+vTpChXKb7xqbW31/YA+pguE3Ag9dvTEFUOgEPk40vQmEWGYXjbPSLIAABAASURBVM2cKdPN0Fu5cuU0znFxzSAu79y5pyWqWIlixsG/kDtvThEHGIOYc2fPxz35Or7x7lWrdo1Vy9deOHfBdGYpnxKmVzNmivuLP458HPc4Z86L0KFQkQLp0qU1XaZixbhDWuiBhWYIUNau3tCicdvmLZuIqKJEyeLeOb3iHVTCLLC/BoBkxIoCgAoII+RC7YEZSTyJKFQ2s2Ym7t1/oE84OTkluMD9+w82bdhy5VLQieOnDh088jjisT5fvHLN8A5cuRwsYoVMmVxN72VjY+3mniXsYZjpzIz/XUZ39PDxvXv2B10OPnL46PlzF43zRUPddDEn5/88vTSGDMU5w/9nprFI0grExcXZ9KqlQWxMrH714oVL4tI9m1u8e7l7uIvLy//d7CJz5kymV62sLMVljOGhLl26Ii537dhTOI+P9pwLz17mV32/OB145tzZC7/8OElcFcmFb61qnbp8aI5nMyGPAJBc6E4BUAFhhFyoPTAXqSaJ0J516T29cuhncIjnwvmLHT/ocuvWHTFdqHCBmrWre3p5litfun3rzsZl9EF4UpgekFI3atj4OX/P0wwbTRQvUbRcxbJFixY+fPjo/P/uECFYWyXPGjuNRWI76EXHxGgvXhfFe6UWli98KAvDeNsjezbxo72Ye1a3hcvnrl+z8cjhY0FXgsTfYunilatXrR85dkidejU1c0MeASBZsIoAoALCCLlQe2AWUlMSIWzd5Ccuy5TzSfDWyb9OE0lEx87ten/b0zjTePxFzfC19c7ldTrgbGjIzcxZ/r+lQHR09I3rIWnTOmovdvbMeZFEZMjgvGDZbDEsN87fv/eg9o5kz+4hLq9fvRFv/jXDS86Y0TWpj5Mj7nEKFi4w4efRiS9pY2PdoHE98aMZPlS/Tpz8x+/TRw8fb45hhEYeASA50J0CoAIOYCkXag/kl8qSiED/M2tWrxcTzVs2TnCB/fvicoEWbZqZztyxbZe4jIl9umtDpfcqaHGhxjbTZTau3/LSb/ShA4fFZeVqlUyTiIhHEXsNB6GIfRKjpbjshg0ZNq7bFG/+hvWbxWWp0iWT+DiFixZyc89ycN/B+8/2gtH5bd5euazvgG+HaoZdQhrWad6j29fGW8X4vEevbs7OTjdDbz007OHyxAxH7BzPEsAbIqwEoALCCLlQeyC51JREBAddXbRg2ScffR4e9qhN+5aFihRMcDExohaX506fM845duTExB9+FROPwsP1OW07tLayspr029QD+w7pc04ePzVh3M8vewpa5ixx79j5cxdjYp7mDmJiUL/hQVeCxXREeISW4mrV9XVxcd7mt/PnCb/HPNtlY8b02auWrxUZQb36tZP4ODY21uJtuXXrzoghYyIjnx7p8/KloBHDxt6+fbds+dKaYdcYzRBP+G3ZYbzj5o1+d+/ey5rNXd+oxM7WVlxeC74W+yz6EaP6fXsPiJ8ET8UqCfIIAG+ClQMAFbCbhlyoPZCZuScRH3/4WYLza9ap8W2/r190r4+6fNjz8z59v+7/QbuWFhYWRw4fO3zwaDYPdzHYvnv3fuTjSBtbmyxumft+12vU8PEd237indPL1tYmwP+0fsZNx0R306hQsWyRYoWPHz3xaafupcqUunj+ohhjh4bcLFq8sIg87ty5o6W4jJlcx0wYIV7ylEl/zpuzMFeenJcuXBLxgYOj/ZCRA1wzuiT9oZq3bLJmxbrVK9adPO6vZzri3RMJQtPmjeo3qqsZ4tfBw/t/+EGX7p/2KulT3MbGJioq6uD+w5aWlv2HfKs/iHtWN1s7W3//wAa1mxcuUnDMhOHh4Y8+atdV3LR601JPz+yarNhfA8BrY7UAQAVsGSEXag+klcr2zhBEn79qjcqDhvcbP3GkGP2+aDHfWtWmzvitaNHCC+ctmfbHjGtXr3/UpcP8pbN9ypQSXe79zzaF+KBDK7FY7bq+9+/fv337jrjXtL/jTg+R3ildIs9BBBl//PmLuO+NG6GTf526aePWAgXyzZgzZdDQfuLWfe/oyBHlK5ZdsGx25SoVnZydTp0McHN36/Rx+6Wr5teoWfVVHkZLlz7t7AV/dujU1sbW+uTxU2dOny1SpNDo8cMGj+hnXEZkEAuWzxbv262bt48dPS7CCPFuLFw+R/x2fQFHR4d+g/qmS5f20sXLN26EaGaF7SMAvB5WCwBUkIaV3TtkHNeJ/00jIyPvG3h6etrb22tI7dauXbty5coxY8akS5dOk17qSyKS15XLQbZ2dpkzZzSdGXDqdPNGH9SrX3vsjyM0JCuxzixRsPyWXWszZcqoSe/qhQf69hFpLLR6XbJ6F05vZSAiMAuDNM9oeHUTJkx4/Pjxd999pwGphfhvMCws7N69e7a2tuJ/QlsDa2trsd4wrjE0ADB/bBkhF6oLJEQS8VIrlq6qXrHOtD9mGOeIN+rnib+LieqvuDUBkmLLRj+3rFlcXV9hn5F3iO0jALwqVggAVMAxI+RC7YFsSCKSwrdWjb//mjtx/K8b121Olz5uU5crl4OCg642bd7ITM9PKbNH4REjho4dMOQ74zEX5MfxIwC8ElYFAFTAlhFyofZAKiQRSZSvQJ5Z8/9s076leK9OHDt5+dKVAgXz/TLph6GjBmhIbvYOdivWLfKtVU0zK2wfASDpWBUAUAFbRsiF2gN5kES8krz5cvcb2FdDinBySq+ZIbaPAJBErAQAqIAtI+RC7YEk4iUR1y+SRADJQM8jrG3YPgJAYlgJAFABYYRcqD2QQbwk4tqFh3PHBJJEAMlC5BGtvihizCMunnxgmkcYqwDlAFAZ3SkAKiCMkAu1B5IwtmevXwz7Z+zpyIhYkggguXjkSW/MI1ZPCRZ5RIxB7DPGQFADoCS+/gBUQBghF2oP3jnTxuy1Cw/njA4USYS4+n5Hkggg2TzNIwzHs1w1Ofj88fvGPILdNADQnQKgAsIIuVB7IAPjZhHHd92MehyXRHgXcC5cjiQCSE4ijyhWyU2fPrLlNoeNAGDEGgCACggj5ELtgST0sVC1VtkKlHMWVy/4310z87QGIPns3xx8YPNVMZHZ06ZGh4wJbhZBUQDURHcKgAoII+RC7YE89EGRb7useX3izj54bPeNVTMCGRkByeLg1qubF5wXE64eltXaO1tYPYlHA6AwVgIAVEAYIRdqD2Qj8rFqH2TOVcJRTJ/4N2T1TPII4E2JJGLjvHNiwiWbRaXWjsYkQqMKADCgOwVABYQRcqH2QEIWFmkqt3L1LmavkUcAb8yYRDi7a2Wb2VjZpDHSnlUBagGgOHJJACogjJALtQfyMA6QLCwsLC0tKjZ39ixiq5FHAG8gXhJhY2dpYcI0lQCgMtYDAFRAGCEXag9k8N8YwlK/tLa2qtQiA3kE8NqMSYST25MyTa1FEmFlYPmMaSSh34WiAKiJ7hQAFRBGyIXaA0mY5hGC1VOWFZs75yhso5FHAK/o+W0irA3E90qfMGZ/7KkBgDUAABUQRsiF2oN3zrQla0wiDFtG6AOn1JZHLF64rGvnHuVLVn2/ZtPjR08k5S5tW3YqnMcnOOiqltzGjvxRPPKq5Ws1PHP08HHxBzJe3bLRT7xFQwaMfOkdQ26EfvN1f/FnLVWkYt0ajbt3/crfP1B7R0yTCH2bCNMkQv+Kicvnt4wAoCa6UwBUYKVBJtQeSEIfC4lxkX413idT5BGadvfyiUiRR4ir73+Yz0yHTps2bB30/XDxYgsUyPcw7KFzBmcNkjFNIpLu4oVL7Vt1vnPnrp29Xf4Cec+fveC3efu2LTvG/zSqdl1fLWUlmETY2Njol/qEcWcNPQRk4whAcXz9AaiAMEIu1B7IQHwORfpgHA7pW4/rNxlTidSRRxw5dFRc9v3+q/Yd22hILWJiYr75eoBIIpq3atL7255p0zpGR0cvmrd0+JAxQ/qPKOVTImMmVy2lJDGJ0MMI45YRGgC10Z0CoAJ205ALtQeSME0i9DBC34xc36rcMIKySgX7a0Q8fiwus2Vz15CKHD18/OTxUzlzefUf/I1IIsQc8blt3a5F7bq+9+8/2L5tp5ZSXjWJ4NCVAHSsAQCogC0j5ELtgWz0POJFt76r7SOWLFq+aP7SoMtBYkgnGt2169WsUbOq8dbRw8fPnjlvyap5G9dtWjh/qadXjo8/7fRelQqmj7Bt687PP+mpT3/xWW9x2aVrpy+//lxMnDl9bumiFacDTp884W9rZ5slS2bf2tU//rTji76ekZFR3Tr32LvnQK26vuN+HKFvRfIoPGLO3/P27tnvfzIgZ27vsuV82ndqmz59Oi1p9u09IDr54u5ZMmcuWrJIm7Ytc+X2/s/z99u5daNfYODZM6fPurhkcM/q1qlz+6o1Kuu3iiF3hVLVatap0bN397//nLNn114Ru4g3qm2H1sVKFEn6Ml9+1nvzRr8xE4a/36CO6W8fOnDUgn8W//z7+Oomb7upsSN//PuvOfOXzT51wn/T+s3HjpzwzuVVrUaVdh3a2DvYmb51K5at3vfv/gD/wKtXr7u5ZfHK6fnlV5/nyZtL3Lpq+dpvew/QlyycxyebR9b1W1cY7xscdHXGn7P37zlw7979kqWKN2xav0rVSvpNItVt0qxB0RJFxSDf9FkVL1l0/dpNV4OuaSniNZII43eNWgAoju4UABUQRsiF2gN56DtraPLlEWKAqh/iUYzPxXBu7eoNa1atF+PwCT+NtrGN21IjjRb3DP74bZoYeYqJm6G3un/ZNd6DeHpl//zLrju37xJd9PqN6np6eZYoWVTMnzF99g9jfhIv3MHRPk/e3OfPXhCRhPi5fevON/2+ev7JxMbG9v2qn0giqvlWGTthuJ5EnDwZ8GW3r69fu2Fnb5cvf57Ll4IOHTiyYN6S8RNHlS5b6qUvcPbf804cOyleS778ecVg/tSpgPWrN67auMTJKb3+G3v3/H6D4aW5ZnTJnSdXoBjJB187uP/wxN/G+daqZnyc4CvB7Vt2Su/kJJ5byI3QDes2i5/fp06sUKlcEpdp2KS+CCPE22saRjyOeLx21XoXF+f3ng3+X+THsT/v2b1P5B0tWjfduWP3Tz/8tn/vwd+mTBRjcHHrjesh3T7+4nTgWTGdM5dX1qxu589dvHjh0qH9hxcsm+2RPZt4/8XfaOrkP7W4qOijtGkdjI98+OCRJvVbhYc9Kly00LWr18UfWvz8NfsP/e0tVbqE+In3ZKKjo7dt2SEmchuSjreNJALAm2A9AEAF7KYhF2oPpPL8mTX0/TWMZwFI+f01RPQgkggRQyxZNW/52oWLVswVo/SChfL7bd4+bcpMfZknWtwzEKPTHr26+e1eP/bHEc8PTb28Pbt1/7hAofxiulbtGmK6XIUyYng8fvREkUSMmzhy574tcxb8tevAFjF4FsssmLdYtPGffz7DBo3etH7Le1Uq/PDTaGMffszw8SKJ6Pr5xzv3bhIP4rd73cCh3927e3/L4r/VAAAQAElEQVTMiB9ElKC9jEgi+nzXc9e+Lf8smrFu83LvnF537txdu3K9fuv/2LsLsCjSPw7gL93dUoKAgN2B3d3d7aln61kXnp5xd94Zd+fpnYnd3Q1it4QCgpR0Nyzw/8Gc+18XVFRiduf7eebZZ3Z2mJ1ddt6Z9/vOvEOfi5IIiiEOHHWnT7f/yM7bD69Pnjq+cCX3HZFcjq/PC3Nz8z2Hts9bOIu+hDXrV1GF/Idvf8rKzCrlPK3atDA2MfbyuB0flyD+k8sXr6WmpvXo3Z3LFD6Akohlq75b+8fPc76ZsXv/dvov3Lp559Dblfx383ZKIuhrv+xx5uT5wzR43rtM32RKSuqZU+dphuoujvR/UVOlWEaVRkaOGSZecmBAUPuOba96naePf83rQofO7Yp/fCk//bD6zu37lHq0a9+alTMkEQDwhdA6BQBCgDCCX7DvAb7hWx6xccM/9Lhs5fdO1R24Kba21it/XUart/WfHTnZOeI5O3RqS1V0YxOjbj06f+DMDknp6RkDBvWZOmNy1+6d6GOxovuJtG7bgt4iOys7JTmFm+2/DjWYAq3Mof1HqTq97s9fufmJxw2vRw+e0MSvZ32lrvHfJQmDhvbv0r3jCz//SxeufnQ12rRvNXrcCO5yBgtL86HDB9LIy5cB3Kuampo9enf99ocFNWq5cmtC79JvYG8aiYuLk1rUrPlfc+dTcF8IfRWREVFXLl0v5Tz0n+3ZuyvFE2dPXxDPf/rkWXrs2bcb+5i69Wv3G9D7v9XW0vhh+RIaObDvMDeFvlUKEb5fttjcwoybYmCg37lrp6IPEv/hJRsZGfz407empsbckqdMm1j4Fb3wL3FmKld//um3wweP05e55u3pM+UHSQQAfDmUBgAgBAgj+AX7HuAh/uQROTm5wUGvqRIr7tSA4+Bo71rThfKCkJAw8cQGjeqzT0TN5ktXfDt1+kTuKVVifX1fHDtykuvnMvftmRFcaHjwwJGNf/xDNeF1f/2qpq4mXshLv8IqceOmDaUW3qx5E3r083nBPqZR43fWvFrRZQWpKancUwpHVq9Z3rFLe+4pfScP7z/mLkjJyX7n3I0qlhaSV2SQth0KTwq4f+9h6efhYg5xGBETHXvT47aTs4OLS3X2MdzfitHXSxHSq8DgqMhoejpyzLB1f/5iY2vFvZqamuZ549bjh09oPFciVCpRnXp1JDMFByd7+nEmv02LpPy1fvOunftonfcc2C7OsMoJkggAKBNonQIAIUCfEfyCfQ/wE0/6jwgIKKzmWZR08wuqVPs89w0PDXd82yMANbOzT5ebK/LyuOXr8yIwMOje7ftJScnil/IL3rnCYsumHTo62lSFPrT/6NgJI8XTQ18XBiIbft9IQ/Hlc3HJr6vW7dy2W3L6mvWrunTr+HbNDSRfUim6+iNP4vqOlJTUyxevhoWEez/3ffTwCaUw3PSCd68BsbG1lnp3MzNTenwTEVn6eezsq9ZrUOfxw6cUIlRzsDtx7DT9EvoN6MO9+uEPYmllKb1wc1P/l4HhYRHc2RBhoeFXLl2Pjop5+uTZsyfe4tny8z9SEhoavvPP5dKx/LwSLoF5Ex7576btxiZG/2z7q7zv6IkkAgDKCsoEABAChBH8gn0P8BYf8oh8kYgVq3JLUlRWEo8rSYyXUk52zqhhE72f+bCi6yMaNq5PdfXmLZqu/fUPH28/8Wzcdlq/Yd2Vv/w4oNewvzZs7ti5nZX1fxVv7stxdXXW1dct/hYWFuYfWwv24YtKgoNejxk2MT4+kcZr1HSht7atatu0WaORQ8aXcjmS/VaUZp6efbpTGHHm5LkZc6aeOn6GPn7XHp1ZKSi9b+FFsc75s5fmz1pMPypVNdW6dWv3H9jHsbqDuob60iU/sY9RUCztaX0P7j/Ky8vr2r0zkggAkCFonQIAIUAYwS/Y9wCfVXoeYVPVhh65k/ylcC35xibG7AscO3KSkohGjRts2rpB8sqLtLR0ydm4L+HHFd9SADF52oTffl6/7PtV/2z/k3vVyqYwlejdv8fwUUPe90bzF82igX2WTX9uoSRizPgR8xb+fwkl3q4yNiZWakp0dOF/xNTM5JPm6d6zy5rVay+cu9yxa/ugV687dmlvZGRQmg8SU3zhUYULNzMzFYlEv65aS9/kn5t+F9+RlJw4epqVqcTEwtSmatEvp/wgiQCAsoWSAQCEAH1G8Av2PcBzldt/hJ6erqGhfkhI2NPHzyWnBwYEvfTz19XVcXZ2ZF/gUVGHBT37dpNMIgL8X4W8DqWRvHevAqBPSo8jRg+1s6966+ad40f+q0W3aVdYtb52xUNq4ZRZdGjV/cDew+zLcL05DBzaX3Ki5w0v9u6lHISCAxokp1wu6j7TrUWzT5pHS0uzU+f29CUc2FO48r16f7zrSs71d78E+jfRl1nVzta2qk3I6zAKJqpYWkgmEcTL8zYrPC8jj5WR0eNGeAc8GDx8ACs3SCIAoMyhdQoAhABhBL9g3wP8V7l5xJDhg+jx+8XLXvr9d3eJsNDwJQuWUkv70BGDaDXYFzA1LTwdINA/SDwlPj5x4bxvufHMjMzif0KfdMnSBawwa1iXmJhEI45O1aiCfefWPffte8Sz3bh+c9eOffFx8VK9RX4GrreFV/6vxFOePfFe99ufRWuYITlnXl7etwuXcicjkJ3bdl84d9nJ2UHc+WUp52GFAU0PVnjawiljE6MWrd1Y6Zw9fWHfroPceET4myXf/EBF3FfTJrCiziPoMSkpKS72/zfOoKSG6ykzU+Lmo+oa6hkZmTExceyzUIZy7+6D4KDXrHwgiQCA8oDyAQCEAJdp8Av2PSATKvF6jUlTx/n5vbx2+Ub/XkOrOdhRTe/liwBamabNG0+aMo59mUFD+x8+cIxChNSUVIsqZj4+Lx7ee0QLd6ru4P8ykDvhv7imzRp179nlzKnzP6/4bfWa5TRlyrQJTx4+/WXl2nNnLmlpaebmFt7wgqav/OVHaxsr9mXGTRw9a9r8b+Z+O2zEIPrynzx+9vjhU0srC6r2JiWl5GTniG8zYWioHxEW0bltrxq1XMJDwylYMTDQX/nzMvFdSEs5D2ncpEEVS4s3EZHdenShynXp1rTw9hkrlv2y+e9tFlXMfb39KPgYMKhPj95d6SVtba0Ro4fs3rl/5JDxPft0T05Kfnj/0Qs//9p1a1K2kpiQJF5I1aq2sTFx/XsMoRzk6On97BPt232Q3mXgkH4/LF/MyhqSCAAoJ2idAgAhwJkR/IJ9D8iKyjo/gha+YeOa2fOnu7o6J8QnxkTHtGrb4pe1K/7d8ZfktRWfh5KCfUd2duzS/vatuxv/+Pfpo2ftO7U9fHLvgEF96dV7dx687w/nLpxFtevTJ87dunmHntao5XroxJ4OndpSqEFhQVRkdLsObdz3benVtzv7YrRY+rC1a9c8tP/ols07It9EjZs46sCx3Q0bN6Da/v17j8Rz6hvo7z+6q0//nhQiaGtrDxkxcPeh7c6uTpJLK808rOi/7Fx0L88+/XqyUps0ZfyyVd/Z21d9HfS6UeP6y1d//8NPS8SvfrN4zrc/LNDT19uyefse9/30o1m++gf6loyMDJ49805NSeNmm7dwppW1ZWJiUnRUTGJiMuMNJBEAUH5QSgCAECig9luJ6MvPLyISiXJyclJSUlJTU21sbDQ0NBjIu3Pnzp06dernn3/W0dFhMktcgIh/zHlFcnNz6VdNj/TDLrxZ5uHC8yNotprNTMv8fp9QHJUlzRu0ta9W9eT5w18yj+TMbd261KlTa9vuTawUflm51n37ntVrlnPnQcgfJBH88fvvv2dnZy9atIgByAs6IExLS6NHNTU1OiZUK8KVKlx5gmIEAOQDLtPgF2RDIFv4cL9PKG9paemrf1qTnZXdb2BvBhJJhK4ZkggAKBcoKwBACBBG8Av2PSBzkEfIscyMrEZ1WnDjdvZVO3RqywTv3SRCCUkEAJQHtE4BgBAgjOAX7HtAFiGPkFcamupO1R1iomNbt2s5fdYUdQ11JmxSSYS6popkBoEkAgDKCkoMABAChBH8gn0PyCjkEbyiq6vjHfDgy+chn3EDC1bYOeVsGph8QRIBABUGrVMAIAQII/gF+x6QXcgjQI6VMongYggkEQDwhVBuAIAQIIzgF+x7QKYhjwC5VPokgoMkAgC+EFqnAEAIEEbwC/Y9IOuQR4CcQRIBABUPpQcACAHCCH7BvgfkAPIIkBtIIgCgUqB1CgCEAGEEv2DfA/IBeQTIASQRAFBZUIYAgBAgjOAX7HtAbiCPAJmGJAIAKhFapwBACBBG8Av2PSBPkEeAjEISAQCVCyUJAAgBwgh+wb4H5AzyCJA5SCIAoNKhdQoAhABhBL9g3wPyB3kEyBAkEQDAByhPAEAIEEbwC/Y9IJeQR4BMQBIBADyB1ikAEAKEEfyCfQ/IK+QRwHNIIgCAP1CqAIAQIIzgF+x7QI4hjwDeQhIBALyC1ikAEAKEEfyCfQ/IN+QRwEPiJELHUFSjUVxBsoaCsqGqlhaSCACoLChbAEAIEEbwC/Y9IPeQRwCvSCYRNZvGKufl5kSm5gaHZ6mr69nZaDg7IokAgIqH1ikAEAKEEfyCfQ8IAfII4In/X51hWlCndTpLy2VZ2QpZOQpZ2TmJyXHBYfGXPa3atTBza4wkAgAqEkoYABAChBH8gn0PCATyCKh07/YToayuaaasYJEbE5cVHCbKTKZIgoIJlpOrrKaGJAIAKhhapwBACBBG8Av2PSAcyCOgEr2vx0odp2oqNZxF0XFJj56nPvNTZArG9WtJJRGilFQVPV0GAFBukHgCgBAgjOAX7HtAUJBHQKX46L0ztOxtjZyqFfTqkhkRpaKuLnVOxMuNO7OiYszatTBv56aio80AAMoaWqcAQAgQRvAL9j0gNMgjoIJ9wl089XU1jQykkoicxKSk5340HnLgROjh00YN61i0b6lXszoDACg7aJ0CACFAGMEv2PeAACGPgArzCUnEe/qJSHjkLV5aQV5e3N1HNGiYmZi1dTNr00xFV4cBAHwxtE4BgBAoMuAT7HtAmMQxHFf3I1xVkKsZvq0lKlMeYVNTlWajPOLk1hfYXOCTfHkSQczbt6i3arFFx1aKaqriJWdGx77ef/zuVwtyEpMZAMAXQ+sUAAgBzozgF+x7QLA+9fwIv/ux9LTXeGdsNFAaZZJEcLRsraqNHWI3rF+M172oKzfTgkO56TrVbFUN9BgAwBdD6xQACAHCCH7BvgeEDHkElJMyTCLEFNVUzQv7sGyRHhoRefF6jOc9szZuxWeLu/PQuGkDBgDwKdA6BQBCgDCCX7DvAYFDHgFlrjySCElaNpYOE4bbjRhQfN6ER89fbNiqsvOgWetmFh1bqRkZMgCAUkDrFAAIAcIIfsG+BwB5BJSh8k4ixJTU1YpPjLrmRY+5yanhJy/SoF/LxaJ9S6OGtZkiOmwCIgBAMAAAEABJREFUgA9B6xQACAHCCH7BvgeAIY+AMlJhScT75OfkSj5Neu5Hg4qOtnn7FjTgRAkAeB+0TgGAECCM4BfsewA4yCPgC1V6EkFqLpqeHRsfecUz+vrt3JRUbmJualrY8fP01GHCcAYAUBK0TgGAECCM4BfsewDESp9HZGVFxQQqIo8AMT4kERw1E6OqQ/rYDuwZf/9J5GXPZF9/brpZ6+YMAOA90DoFAEKAMIJfsO8BkPTRPCI1NfXBgwcKVdINRU4Jr1WRRwDjUxIhpqCkZNy0AQ2ZUTHRV71SX73WcbSTmif6+u2C/HxTt0aKaqoMAIQNrVMAIAQII/gF+x4AKe/LI2jivXv3Hj58qKmpWa9evSrtLL0O43oN4GMSIUnD3LTqsL4lvFBQEHbsbFZsfPCeI6ZujS06tda0smAAIFRonQIAIUAYwS/Y9wAUVzyPiIiIOHz4cEJCgouLS5s2bahumZOTg/4jgOdJxAck+/pTEkEjeZlZkZc9aNBxsDNv18KkeQNFVZwoASA4aJ0CACFAGMEv2PcAlEicR+Tm5p46dcrT01NPT2/w4MEODg40RSQScbMhjxAy2U0iiLKutlGjuvH3n4inpAYG0xC086CJWyPbwb1UdLQZAAgGWqcAQAgQRvAL9j0A70PVxZcvX+7atSspKalFixY9evSg6mVeXp7UbMgjhEmmkwiiZW3pMntSbmpa1JWb0de8uLMkSF52doznHbsSr+wAAPmF1ikAEAKEEfyCfQ9AiTIyMg4ePHjv3j1TU9PZs2fb29tTcpefn1/izMgjhEbWkwgxFR1t6z5drHt3TnruF3nZM+HRc/qVGzWqq6SpwQBASNA6BQBCgDCCX7DvASiOMojDhw9nZmZ269atS5cuVJlkpbjfJ/IIgbh7MfzakWAm+0nE/yko6Nd2pSEnMTnqmpd+jepSr4tS054tX2vWprlZ62bKWpoMAOQOWqcAQAgQRvAL9j0AkuLj43ft2uXv729raztq1CgLi//uL/Dh+31ykEcIgRwmERJUDfRs+nUrPj3a405GeGTw7iOv958wblzPvH0LPRdHBgByBK1TACAECCP4BfseAA5tC1evXj116hTVGAcNGtS6dWvJquP77vcpBXmEfJPvJOIDoq56cSMFIlHsrfs0aFqam7VtYd6mGS7oAJAPaJ0CACFAGMEv2PcAsKI7d+7cuTM8PNzFxWXEiBEGBgbF50EeIXDiJELbuKBxP2XhJBHEacqo6Ou3Yzzv5Of+dx+ZjIio4N2HabDp350GBgAyDq1TACAECCP4BfseEDiRSHTmzJlLly5paWmNHz++QYMGH5gZeYRgSSYRTQeqqmsqCSeJIDoOdjTYDe8X43k36urN9NAI8UuKKioMAGQfWqcAQAgQRvAL9j0gZAEBAbt27YqLi2vWrFn//v01NT/eMx/yCAESeBIhpqShbtGpNQ0pAUFRlzzi7j7KzxWZtW4mNVtuSqqKrg4DAJmC1ikAEAKEEfyCfQ8IU2Zm5tGjR728vIyNjWfPnu3o+Am98SGPEBQkEcXpOtrTUG3skGS/ABU96dwheO+xpOd+5m3dzNu1UDXUZwAgC9A6BQBCgDCCX7DvAQF6/PjxgQMH0tLSOnbs2LNnT6pJsk+EPEIgPpxEcJQkCCGJEFPSUDesX0tqYn52dtztB/m5otCjZ0OPnTOoU8OiQ0vDujXY+zcTAOADtE4BgBAgjOAX7HtAUJKTk/fs2ePt7W1lZTV9+nRLS0v2uZBHyL2PJhE0QgGE+LQIQSUR75Pk4y/u5JJ2MIlPvGlQNdA3b+dm3tYNJ0oA8BZapwBACBBG8Av2PSAQFBx4enoeP348Pz+/b9++HTp0+PIfP/IIOYYk4vMY1q/V4LelUVc8o67dysvM5CbmJCaFHjlDQ92Vi7SrWjMA4B+0TgGAECCM4Bfse0AIYmJidu7cGRwc7OTkNHLkSCMjI1ZGkEfIJSQRX0LDwtRuRP+qQ3rH3XkUdc0r2S+Am65qoKdta8UAgJdQdgGAECCM4Bfse0C+5eXlXbhw4fz582pqaqNGjWratCkra8gj5MxnJBHighQlqpiCsrJJi8Y0ZEbFRF68EX3jtnlbN1bs+4m7+8i4SX0GAJUNrVMAIAQII/gF+x6QYyEhITt37oyKimrYsOGgQYO0tbVZ+UAeITc+L4ngMggkESXSMDe1HzWQBlF6htRLacGhL9ZvUdJQN2vV1KJjK40q5gwAKglKMAAQAoQR/IJ9D8il7OzsEydO3LhxQ09Pb/r06S4uLqycIY+QA0giypWylqbUlOhrt+gxLzPrzYXrNOhVdzBr38KkaX0FZRwqAFQ0tE4BgBDgCINfsO8B+ePn57dr167k5OQ2bdr06tVLTU2NVQjkETINSUTFyxflSj5NfhlIw6vtB8zbNjfv0FLD3JQBQEVBOQYAQoAwgl+w7wF5kpaWduDAgYcPH5qbm0+ePNnW1pZVLOQRMgpJRKVwnDTSdlCvqCs3o6/fyo5P5CbmZWZGnL2S8Sa6xjdTGQBUFLROAYAQIIzgF+x7QG7cvn37yJEjOTk5PXv27NSpE9UYWWVAHiFzkERUIlV9PZv+3W36dUt47B11xTPhiQ8r2nzM2zZnAFCBUJoBgBAgjOAX7HtADsTHx+/atcvf39/Ozm706NGmppV8djfyCBmCJIIXFBQM69eiISchKerqzYSHz4wa1ZWaJT0kPD8nV8fRjgFAOUDrFAAIAcIIfsG+B2Qa/YAvX758+vRpqisOGzbMzc2NJ/VD5BEyAUkE36ga6tsM6EFD8ZdeHziR+MRH08rCtGVTs1ZNVfR0GACUHZRpACAECCP4BfsekF1hYWG7du0KDw+vW7fu4MGD9fT0GJ8gj+A5JBEyJDs+gZIIGskIj3y979jr/ccNaruYtW5m1LAObr0BUCbQOgUAQoCDBn7BvgdkUU5OzpkzZy5fvqyrqzt16tSaNWsyXkIewVtIImRLgSjPxK1RrNf9t88LEp/60qCkoW7cpL5N365qJkYMAL4ASjYAEAKEEfyCfQ/IHH9/f3d394SEhBYtWvTr109dXZ3xGPIIHkISIXPUzUyqTxvrMHZItMedqCs3MyIiuel5mVnR129Z9+3KAODLoHUKAIQAYQS/YN8DMiQjI+Pw4cN37twxNTWdN2+evb09kwWlzyPyRIkRL3KRR5QrJBGyS0lTo0qXtjQkvwiMvnoz7u6j/FyRnoujOk6LAPhiKN8AQAgQRvAL9j0gKx48eHDo0CHKI7oWUZapC8VLmUe0GKR/82AS8ojygyRCPug5O9BgP3pQjMcddTOT4jO82nHAqH5t/douDABKB61TACAECCP4Bfse4L/ExMTdu3f7+fnZ2trOmjXLwsKCySDkEZUOSYScUdbSrNK1XfHpiU+8Iy/eoEHVQN+sZRPTNs00zCv5dr8A/IdSDgCEAGEEv2DfA3xGtffr16+fPHmSxgcOHNimTRuZ/sUij6hESCKE482F69xITmJS2MkLNOg42JlSKuHWSElTgwFASdA6BQBCgDCCX7DvAd6KjIx0d3cPCQlxcXEZMWKEgYEBk33IIyoFkghBsR85INLCM/rG7bzMLG5KamAwDa+276/Spa39qIEMAIpBWQcAQoAwgl+w7wEeEolE58+fv3Dhgqam5tixYxs1asTkSGn7sxyo53UoGXnEl0MSITQaVcwpcbAb2jf29oOoKzdTAoIYAHwMWqcAQAgQRvAL9j3AN0FBQe7u7jExMU2bNh0wYADlEUzuII+oMEgiBEtBRdm0VVMaMsIjIy97xHjey8vMtOjQkgFASVDiAYAQIIzgF+x7gD+ysrKOHTvm6elpaGg4a9YsJycnJr+QR1QAJBFANK0sqo0ZbDesb+ITX40q5lKvRpy9mvTc17ytm1HjegxAwNA6BQBCgDCCX7DvAZ7w9vbes2dPSkpKhw4devToQbVEJu+QR5QrJBEgSVFV1ahxXempBQVvzl3Jjk9MfOqrZmRg1qa5efsWqvp6DEB4UO4BgBAgjOAX7Hug0qWmpu7bt+/JkyeWlpZTp061trZmgoE8opwgiYDSSAsOpSSCG6eR0CNnaDCsV9OiYyuDujUZgJCgdQoAhABhBL9g3wOVy8vL6+jRoyKRqG/fvu3bt/9AhVxeIY8oc0gioJS07W0b/7ky6urNyEseualp3MSEx940qBroOc+aqOtozwCEAaUfAAgBwgh+wb4HKktsbOyuXbsCAwOdnJyGDx9uYmLChAp5RBlCEgGfRNVQ32ZAD5t+3eIfPY+67Jn43I8VbYy5yama5qYMQDDQOgUAQoAwgl+w74GKl5+ff/HixbNnz1K1cOTIkc2aNWOChzyiTCCJgM+kqGjUsA4NWbHx0VdvRl+/rV/bRVlHW2qu3OQUFT1dBiCPUAYCgBAgjOAX7HuggoWFhbm7u0dERDRo0GDw4MHa2toMiiCP+EJIIuDLqZsY2Q7uTUNuSqrUS6L0jPszvtWpVjUnL4WpqzEA+YLWKQAQAoQR/IJ9D1SYnJyckydPXrt2TU9Pb/r06S4uLgzehTzisyGJgLKloqsjNSX62q38XFHyi8BMrYI8JcXg3YfNO7TSwKUcIC9QEgKAECCM4Bfse6Bi+Pv7u7u7JyYmtm7dunfv3mpqaFcsGfKIz4AkAiqAKCNDPF6Qnx9x9ioNei6OZm3dDOvVVNbSZACyDK1TACAECCP4BfseKG9paWmHDx++d++eubn5N998Y2try+CDkEd8EiQRUDFsB/Wq0rVd9LVbiudPM1EuNzHZL4AGLRvLequXMABZhvIQAIQAYQS/YN8D5YoyCEoisrKyevTo0blzZ6oKMigF5BGlhCQCKpKKjrZVr046gd4ZycnGRjbx958U5OXRdOOmDRiAjEPrFAAIAcIIfsG+B8pJfHz8rl27/P397ezsRo8ebWqKK6s/DfKIj0ISAZVFSV3decZ4UVp61FWvGM+75u1bSM2QGRmTm5am62jPAGQESkUAEAKEEfyCfQ+UOapCX7169dSpU1SFHjJkSMuWLfEz+zzIIz4ASQRUOmVtLatenWgo/lLE6UtR17y0rC0ppzBt2URJQ50B8BtapwBACBBG8Av2PVC2IiIidu7cGR4eXrNmzeHDh+vp6TH4AsgjSoQkAvgsLzMz2vMujaSHRbzacSB47zGT5g3M27XQcbBjAHyFshEAhABhBL9g3wNlRSQSnTlz5tKlSzo6OhMnTqxXrx6DsoA8QgqSCOC5/ByRRTu3qBu387Nzip7mRF+/TYOWrZV5WzfTVk2V1HE7IeAdtE4BgBAgjOAX7HugTAQEBOzatSsuLs7Nza1fv34aGhoMyg7yCDFxEqFliCQCeEpFT8d+zOCqQ/vGeN2PvnozNSiEm54eEv5qxwFVAz2jRnUZAM+ghAQAIUAYwS/Y98AXyszMPHr0qJeXl7Gx8ezZsx0dHRmUA+QRTDqJUEESAXymqDoPHhsAABAASURBVKZq3s6NhvTQiMiLN2K97udlZ6sZGRg1rMMA+AetUwAgBAgj+AX7HvgSjx49OnjwYHp6epcuXbp160aVQAblRuB5hFQSoaGtjCQCZIKWjaXDhGF2I/rH3rynoKLMiv0aQ/af0HVxNKjjygAqD8pJABAC1FX4Bfse+DzJycl79uzx9va2tbWdPn26paUlg/In2DwCSQTIOiV1NfMOLYtPzwiPDDt5gZ28oG5iZNbWzbx9CxUdbQZQ4dA6BQBCgDCCX7DvgU9FvxlPT8/jx4/n5+cPGDCgbdu2qOxVJAHmEUgiQI5FnL3CjWTFxoccPBl65Ixhg1oW7Vvq13Rm+PVCBUJpCQBCgDCCX7DvgU8SExOzc+fO4OBgFxeXESNGGBgYMKhwgsojkESAfLPu00VFVzv6+u3clFR6WpCXF3/vCQ3qpsZmbd2se3dmABUCrVMAIAQII/gF+x4opby8vPPnz1+4cEFdXX3s2LGNGjViUHkEkkcgiQC5R6FD1SF9bAf2jL//NPKKZ7LPS256VkxckvcLhBFQYVBmAoAQIIzgF+x7oDRCQkJ27twZFRXVuHHjQYMGaWpqMqhscp9HIIkA4VBQUjJuWp+G7Nj4yEse0Tdu56amVenchgFUFLROAYAQIIzgF+x74MOys7OPHz/u4eFhYGAwa9YsJycnBrwhx3kEkggQJjUTo6rD+tIQd/dR8ZuA0kSKKszaNDdt0ZgBlCmUnAAgBAgj+AX7HvgAPz+/Xbt2JScnt2vXrmfPnlT9Y8AzcplHIIkAMG5Sv/jE6Gu3kn39aQjeddisTTOLDq0ovGAAZQGtUwAgBAgj+AX7HihRWlragQMHHj58aGlpOWXKFGtrawZ8JWd5BJIIgBLlJCYlPvPlxnNT08JPXaJBv2Z18/YtjRrWUVBSYgBfAOUnAAgBwgh+wb4Hirt9+/aRI0dyc3N79+7dsWPHD9RvgSfkJo9AEgHwPqoG+q7zpsTeuh9764F4YpL3SxqUtbWqTxltUK8mA/hcaJ0CACFAGMEv2PeApPj4+F27dvn7+zs4OIwcOdLExISBjJCDPAJJBMCHGdavRYPDuKExXvdjPO6kvnrNTRelpWtUMWMAXwClKAAIAcIIfsG+Bzj5+flXrlw5ffo0VflGjBjRvHlzBrJGpvMIJBEApaSkqWHRsRUNmW+iYjzvRnvc0bQ0VzeTzo5zEpJUDfUZQOmgdQoAhABhBL9g3wMkLCzM3d09IiKifv36gwcP1tHRYSCbZDSPQBIB8Bk0qpjbDu5NQ05ScvFXn3z3i6qutllbN7PWzRTV0P0wfATKUgAQAoQR/IJ9j8Dl5OScOXPm8uXLurq6U6dOrVkTlxzLPJnLI5BEAHwhVX09qSmJT3xyEpNoSNtx4PX+4yZujSw6ttaysWQA74HWKQAQAoQR/IJ9j5D5+/u7u7snJCS0bt26d+/e6urqDOSCDOURSCIAykPiUx/xeF5WdtSVmzToVLM1b9/SpHlDRdynGYpBiQoAQoAwgl+w7xGmjIyMw4cP37lzx9zcfN68efb29gzki0zkEUgiAMqJ/ehBxk0bxHrdj/G8m5edzU1MfRVCQ8ihU43/WsUA3oXWKQAQAoQR/IJ9jwA9ePDg0KFDlEd07969S5cuSrg7vZzieR6BJAKgXOlWr0aD/cgB8Q+eRt+4nfjcjxUVCMaN6jKAYlCuAoAQIIzgF+x7hGbLli0BAQF2dnajR482NTVlINd4m0cgiQCoGAoqysbNGtCQm5wafeNW9I07Fp1aS82Tm5ySHvZGv6YzAwFD6xQACAHCCH7Bvkcg6B8dHFxY9wsJCRk8eHCrVq1QoxMIHuYRSCIAKp6Kno5Vr840FH8p6vrtkAMnNMxMzNq1MG/bXFlbi4HwoHQFACFAGMEv2PcIQWRkpLu7++vXr+nfPX/+fEtLdKguLLzKI5BEAPBN9NWb9JgZHft637GQgyeNG9c1b99Sz9WJgZCgdQoAhABhBL9g3yPfRCLR+fPnL1y4oKWl1bBhw4cPH+rq6jIQHp7kEUgiAPgmNzWt8FSI2HjuaUFeXuzthzSomxhZdGxt1ra5spYmAwFAGQsAQoAwgl+w75FjQUFB7u7uMTExzZs379+///Xr1ymMYCBUpcwjWg7Wu3koOdy3MI9QVFToOa46KyNIIgB4SEVHu+6KhemhEZEXb8R63RffeiMrNj5471EFJcUqXdsxEAC0TgGAECCM4Bfse+RSVlbWsWPHPD09jY2NZ8+e7ejoyABKnUc076/nlV94foTP3Zj8/IIyOT8CSQQAn2nZWDpMGGY3on/szXtRV2+mvQ6jiQpKSmatmzEQBpS0ACAECCP4Bfse+ePt7b1nz57U1NTOnTt3796dancM4K1KuV4DSQSATFBSVzPv0JKG1MDg6Gu3CvLylDQ1pOYJO35es4qZUeN6DOQLWqcAQAhQL+IX7HvkCQUQ+/bte/LkiZWV1ddff42OKqFEpcwjWg3R9zyY9OXXayCJAJA5Og52NBSfnpeRGXrkDIUUqvp6Zm2ambdvoWZkyEAuoLwFACFAGMEv2PfIjZs3bx47diwvL69///7t2rXDfxY+oLTnRwzQv3kw6Uuu10ASASBPoj3uUBJBIzlJyWHHz4eduGBQ28WifUvD+rXY+0sSkAlonQIAIUAYwS/Y98iB2NjYXbt2BQYGOjk5jRw50sjIiAF8TCnziBaD/ssjPuN6jVtnQz1OhNCIthFr3B9JBIDM07Kx1HN1Svb1/+95QUHiU18aVA30zNu62QzowUBmodQFACFAGMEv2PfItPz8/IsXL549e1ZdXX3MmDGNGzdmAKVWrv1H3DwVevN0YRKhZVjQZACSCAB5QElELVenrOjYqCs3o2/czk1N46bnJCbHeN5FGCHT0DoFAEKAMIJfsO+RXWFhYe7u7hEREY0aNRo4cKC2tjYD+ETllEdcPRx871I4w9UZAPJI3cyk6rC+toN7xd19HHXFM9kvgCaatXVjIMtQ9gKAECCM4Bfse2RRTk7OyZMnr127ZmBgMH36dBcXFwbwuco8j0ASASAECkpKJs0b0pD5JirysqdZG+mbgKb4BwXvPmLeroVJ8waKqqoM+A2tUwAgBAgj+AX7Hpnj5+e3Z8+exMTEtm3b9urVSxVHePDFyjCPQBIBIDQaVcztRw0sPj36uldqYDANQbsOm7ZsbNGhlaaVBQO+QgkMAEKAMIJfsO+RIWlpaYcOHbp//76lpeXkyZOtra0ZQBkpkzwCSQQAcPKzs2NvP+TG8zIzIy/eoEHX0d68fQuTZg0VVHA0yDtonQIAIcDuh1+w75EV9+7dO3z4cFZWVq9evTp16qSIm6hBWfvCPOLmqRAkEQDAUVRTc5k1Kfr6rbi7j8QTUwKCaHi182C10YNMWzVlwCcohwFACBBG8Av2PfwXHx+/a9cuf39/BweHkSNHmpiYMIDyUco8ouVgPc8D/88jek9wpiTi5ulQhiQCAN4yqONKQ25yatTVm5RKZMXGc9PzMrNUdNDjMu+gdQoAhABhBL9g38Nn9N+5evXqqVOnqPI2fPhwNzf0VQ7lrpR5RKsh+p4HksL9CvOIuDfpsREZNFHbiDUdqKaupYgkAgA4Kno61n270pD41DfyskfCw2eqBnoG9WpKzZaTlKyqr8eg8qA0BgAhQBjBL9j38FZERMTOnTvDw8Pr1as3ZMgQHR0dBlAhSn1+xH95BJdE6JgoNCtKIih04AIIJBEAIMadKJGTmJQZEV38Vd9f/87PzjFr09ysbXNlLU0GFQ6tUwAgBAgj+AX7Hh4SiURnzpy5dOkSBRBTp06tWbMmA6hYpT4/wuD0PyEpERo6xgothmhSEsHlDlwegSQCAKSoGujTIDUxPSQ8LbjwOq/gvUdDDp00blLfrF0LPWcHBhUIZTIACAHCCH7BvodvAgICdu3aFRcX16pVqz59+qirqzOAyvCBPEIyUFCxfWGmV715dytVjcKJXOig8haSCAD4qITH3uLx/FxRzM17NGhamlt0bG3aorGSpgaD8ofWKQAQAoQR/IJ9D39kZmYePXrUy8vL1NR03rx59vb2DKBSffT8CJqYlZXlUDNdW0+Nm018ZgRH6S0kEQDwPtZ9uujVcIq+divW6x6FEdzEjIioVzsO0NBs21oldTUG5QwlMwAIAcIIfsG+hycePXp08ODB9PT0bt26denShWpxDIAHPnx+BE3Jzs7Oz89XU/t/GEFoOpIIACg9XUd7GuxHDoj2uBN99WZ62Btuun5tFyQRFQOtUwAgBKhi8Qv2PZUuOTl5z5493t7etra2M2fOtLCwYAB8UmIeIc4XKIygV8VhBDePOJJAEgEApaekoV6lcxsaUl4GRl27FeNxx7yN9G2k8nNyEp/5GTWsw6BMoXwGACFAGMEv2PdUIqrCeXp6Hj9+nEYGDRrUunVr/DuAn4rnEeLcIScnJy8vT0VFRXKiGJIIAPgMutUdaKg2amDxDiPi7j72/3unqoG+edvm5h1a4oagZQWtUwAgBAgj+AX7nsoSExOzc+fO4OBgFxeXESNGGBgYMAAek8ojaJxLGXJzc2mcCyPEr4pTCfY2g0ASAQCfqsSuK6Ov36LHnMSk0KNnQ4+dM6xX06J9S4O6NRgKmS+DUhoAhABhBL9g31PxqBn5fBFNTc3x48c3aNCAAcgCyTyCvT0Pgn7PNFGylxMFCeIpDACgTEg2ohQUJDx6ToOqgZ55uxYWHVqp6Okw+CxonQIAIUAYwS/Y91SwkJCQnTt3RkVFNWvWbMCAARoauGMZyBIuVuBOi+Cm5Ofn01PJviTeNwIA8OVqfT8nMyom6pJHtMcdUXoGNzEnMTn0yJn8nJyqQ/sy+CwoqwFACBBG8Av2PRUmOzv7+PHjHh4eRkZGs2fPdnR0ZACySfIUCQoj2HuuxUDxAgDlQcPc1G7kgKpD+8TeeRR95Wbyy0BuulnrZgw+F1qnAEAIEEbwC/Y9FcPPz2/Xrl0pKSkdOnTo2bMn7twJsk4cNBQUkcwdkEEAQAVQUFY2bdGYhoyIyKjLnpnRcRpVzKXmibx4Q0ldzbRVUwYfg6IbAIQAdTB+wb6nvKWlpR04cODhw4dWVlbTpk2ztLRkAPJFsnsIAIAKpmlpYT96UPHpBXl5rw+czMvMDNp12KxVU/OOrTTMTRm8B1qnAEAIEEbwC/Y95er27dtHjhwRiUT9+vVr3749KmwAAAAVI/7BU0oiaESUnhFx7ioNei6O5u1aGDepp4DzE4vBIQoACAFKf37BvqecxMbG7tmzx9/f38nJaeTIkUZGRgwAAAAqipqxkWG9mgmPvcVTkv0CaHi186BZq6Y2/bqVeOtQwULrFAAIAcIIfsG+pzxcvHjxzJkzqqqqo0aNatoUl6oCAABUNJ1qtq7zp+YkJUdduRl9zSs7IYmbLkpLj7p2y3ZwLwYS0DoFAEKAMIJfsO8pW+Hh4Tth3LxxAAAQAElEQVR37oyIiGjUqNHAgQO1tbUZAAAAVBJVfT2b/t1t+nZNeOwdecUz8akvtcOYtmysqKLCQAJapwBACBBG8Av2PWUlJyfnxIkT169f19XVnT59uouLCwMAAAA+UFQ0bFCbhuz4hKgrN42b1Jd6PSsmzu+3zRYdWxXmFGpqTHjQOgUAQoAwgl+w7ykTT548OXjwYFJSUosWLfr166eurs4AAACAZ9SMDG0HlXCBRsyN2+lhEYHb9gXvO2baskmVTq2L3yhUvqF1CgCEAGEEv2Df84USExN3797t5+dnbm4+b948e3t7BgAAADKkoCDqqhc3mpeZFXnxBg161R1M2zQzadpAUU2VCQBapwBACBBG8Av2PZ+Ncpzr16+fPHkyLy+ve/fuXbp0UVJSYgAAACBbFBSqzxgfff1WjOdd8bTkl4E0vNpxwHZAD8vuHZi8Q+sUAAgBwgh+wb7n80RGRrq7u4eEhNjZ2Y0ePdrU1JQBAACAbNJzcaTBftTA6Bu3o696ZbyJ4qbnZ+coaQji0ku0TgGAECCM4Bfsez6VSCQ6e/bspUuXVFVVhw0b5ubmhu8QAABADihraVp2a09Dsq9/1NWbcfee0B7e1K0REwC0TgGAECCM4Bfsez5JQEDArl274uLi6tWrN2TIEB0dHQYAAADyRc/ViQb71LTUgODiN9d4tW1fblqGWasmBnVrMnmBlhUAEAKEEfyCfU8pZWZmHj161MvLS19ff+rUqTVrys/xBwAAABSnoqNtWL+W1ERRalrU9dsFIlHcnYeq+nqmLRqbtW2uYWHGZBxapwBACBBG8Av2PaXx6NGjgwcPpqamtmnTpnfv3mqCvAM5AAAAJDzxoSSCG89JSg4/fYkGnWpVzdo0N2nWQElTg8kmtE4BgBAgjOAX7Hs+LDk5ec+ePd7e3ubm5lOmTLG1tWUAAAAgVKYtm2hVtYq+cjP6xp287GxuYuqr1zQEbt3bcN0ydVNjJoPQOgUAQoAwgl+w73kf+mY8PDxOnDghEol69erVsWNH3LkTAAAAtKwt7ccMrjqsb+ytB1FXblIMwU3XsDCT0SSCoXUKAIQBYQS/YN9TopiYmJ07dwYHBzs4OIwcOdLExIQBAAAAvKWoqmrWpjkN6SHhby5cj739wKJjq+Kz5SQlq+rrMd5D6xQACAHCCH7BvkeKSCS6cOHC+fPn1dTURowY0bx5cwYAAADwHlq2Vo6TRlQbPaggP1/qpbTXYU8Wr9KrUd3UrbGJW0NFFRXGV2idAgAhQBjBL9j3SAoODt61a1dUVFT9+vUHDx6MO3cCAABAaSiqqRafGHnhOj0m+7ykIcj9oHHTBqYtm+i5ODL+QesUAAgBwgh+wb6Hk5+ff/bs2XPnzunp6U2fPt3FxYUBAAAAfIHc1DTxeF5WdvT1WzSoGRmatWlGA40w3kDrFAAIAcIIfsG+h8THx2/ZsiUkJKRJkyZDhgzBnTsBAADgy7nOm5IdnxB15Wb0tVs5ySncRJoSeuRMVnSs09QxjDfQOgUAQoAwgl+w76EMYsOGDfQ9TJo0qW7dugwAAACgjKgZGdoO6mU7oEf8g6eRlz2TvF9w083a8KtTKrROAYAQIIzgF4Hve3x8fDZv3qyrqztz5kzcMgMAAADKhaKiUeN6NGTHxkde8UzxC9BzdZKaJTMqRlFFubKu3UDrFAAIAcIIfhHyvufevXs7d+40NzefNWsW+qoEAACA8qZmYlR1SJ8SXwo7ejb+/lObgT0tu7ZlFd5WhDMjAEAIFBnwiWD3Pc+ePduxY4eDg8P8+fORRAAAAEAlyklMir31IC87O3j34SeLV6WHRrCKRa1TCkUYAID8QhjBF9z+RphnRoSFhW3dutXKymr69Onq6uoMAAAAoPKkBrwuyM/nxtNCwh8vXJHw8BmrQJIxBCIJAJBXCCMqmdQORoD7m9TU1I0bN2pqak6bNk1ZGdcNAQAAQCUzaly33uol2rZW4il+a/+pyDxCfGYEkggAkGOo+/EFt7+hfU9iYmJKSgorB9zySzMufuQmvm+8TOzfvz85OXns2LHZ2dkxMTGMr8rkG5Mcz8jIYEX3Mc3KymLyq8y/N4H47O+N0C+KfldMYPhZvvFfKb8rPn9vubm5IpGIdp2swuGX9nlk5nvT07ZbMDXuqlf0qUv52TkF+fmUR9hMGq5bx5WVM/pV0ydVVFRUeBcDAJAvCCN4gdvBcDue1NRUbscsuYcWz1aaI8Xye+Te+pOOBj68zq9fv37x4kWtWrV0dXWTkpJ4uObl95iZmUnvQkFMTk5OKdf/k5T3+svidy6X61x8/ekXRb8rWVzzUq4zr34tcrnOxdefz1tlXl5efn4+7Tplbs1l8dt+3zrzav0/yUeXqd6kroWVeeSmPflZWZRHhGzaZT55uKajXbl+5+JXJfMIBgAgdxBGVD5uH0P7G01NTWVlZapIZGdn5xah1p78IgXy2JcEHUFevnyZPnXdunWLH0fKPe6EiJSUFPpHM4AyQmUF/bQSEhIYgDBw+0o+n1gHMk+RqfTvlHPwXEFurlKt6knqyklv3rBywB0NKhVRVVVVUVGhEcUiyCMAQC4hjOAFcR7B7YFo98NNpHGqsRcUYXLn+fPn6enpbdu21dbWZsLDdZChVoQBlBGu3MCPCoSDq6fhNw/ly8ZSZUiPvLhE1bourHxwWQMXPXCHgoQOFbg8QkECAwCQFwgjKpl418Lte/Lz88VJBE0RnxYhf2EEfaJnz57p6urWqlWLPjgTHnEYgRuIQNmiDQo/KhAOrp6G3zyUO4eqhUN5kjwgVH4LJ0cAgBxDGFH5JPMI8e0kxNlEwVtMvrx48SIlJaVr165aWlpMkBBGQDmhnxZ+VCAcXD0Nv3mQA+IDQqW3uDyCSyIkZ2MAAHIBYURlEnf7xCUR4uk0zvXIRa/mF93mWv7CCB8fHx0dnYYNGwr2dp7cKTDqRRhA2cGZESAo3A4Uv3mQdQpv+zLnftLi6zVwZgQAyDGEEZVPfJWg+CkFEJKnRTC5k5OT8+rVq5YtWwqztwgOzoyAcoIwAgQFl2mAPBEfE4pvpUFFOnqLAAB5hTCikkne20m875GMIeQyjHjx4kVeXp6rq6uqqioTKq6nDBUVFSF/CVAeuG7YGYAwcLtO/OahwuTEJ8Z53U/zf6Wip2s3cTgra1KnSEh1XYlIAgDkCcIIvhDvY8TZhByHEb6+vnTgWL16dcmLU4SG++zc5aAMoOxI9j4DIPe4Shp+81Bh0mLjI46doxE1Q/3y+OFJhg7IIABAvmHnXfkke44QT2FyGkNwgoKCbG1tuU4TBIv7L3OXgzKAssOd1ssAhEHc4R8DqBD6jvbcSHZCUn5ahoqeDisHUseEDHkEAMgjhBG8IN7BiE+LYPK716HPGBcXV6NGDSGfFsHevaM4Ayg7Uh3iAggBfvNQYRS1tTQsTDMjY2g8KypGzUCPlTPEEAAgrxBG8IsQ9jeRkZGUR1SpUkXgO1epMzAByhB+VCA0+M1DRVI3NebCCFFqGn57AACfDWEEVLTExER6pDCCAQAAAMgaZQ0NbiQnJZUBAMDnQhgBFS0zM5Me9fTK/bRGAAAAgDKnpKHGjeSmpDEAAPhcCCOgomVkZNAjbsMGAAAAskhR+b8euPMysxgAAHwuhBFQ0bgwQuC30gAAAAAAABAyhBFQ0bKyCpsREEYAAACALNKwMNNzcSwcMTNhAADwuRBGQEUrKChgAAAAALLJqnt7GhgAAHwZhBEAAAAAAAAAUKEQRgAAAAAAAABAhUIYAQAAAAAAAAAVCmEEAAAAAAAAAFQohBEAAAAAAAAAUKEQRgAAAAAAlFbAlr1vLt2gEeuenexH9GcAAPBZEEYAAAAAAAAAQIVCGAEAAAAAAAAAFQphBAAAAAAAAABUKIQRAAAAAAAAAFChEEYAVA6RSESPKioqDAAAAAAAQGAQRkBFU1BQYMBYZmYmfRXq6uoMAAAAAABAYBQZQMVSVi6MwLjzAoSMwggkEQAAAAAAIEwII6Ciqaqq0mNOTg4TNoQRAAAAAAAgWLhMAyoawggOhREaGhoMAAAAZIpV9w4mzRrQiLqxIQMAgM+FMAIqGsIITlZWFs6MAAAAkDkaFqY0MAAA+DK4TAMqGhdG5ObmMmHDmRFQHpSUlAoKChgAAAAAAL/hzAioaDgzgoMwAsqDmpoaNi4AAAAA4D+EEVDREEZwEEZAeaAwIjs7mwEAAAAA8BvCCKhoCCNIfn6+SCRCGAFlTl1dHUkfAAAAAPAfwgioaAgjSHp6OiuqNzKAMoXLNEBoFIowgAqU8Oh5yqvXNKJXvZpBbVcGAACfBWEEVDQTE5PJkyfb2NgwAcvMzKRHnBkBZa5fv34II0BQsrOzuYwboMKoGuhpWVsWjujrMgAA+FwII6CiUctt/fr1mbBlZWUxhBFQDhwdHRmAkFBxqquLCiFUKG07GxoYAAB8GYQRAJUAZ0YAAJQJdAYMAAAgoxBGAFSChIQEejQ0NGQAAPAFsrKy0P8OAACALEIYAVAJwsPDFRQULC0tGQAAfK6MjIzc3FwDAwMGAAAAsgZhBEAliIiIMDMzU1JSYgAA8LnCwsLosUqVKgwAAABkjSIDgAoXHh6O0yIAAL4QBbv0aGFhwQAAAEDW4MwIgIqWkZGRmpqKMAIA4Au9efNGSUnJ1NSUAQAAgKzBmRFQSFVVVeFjNm7cyMpHfn7+rl27Zs+eLZ6yYMECesedO3d+4K9mzZpF8xw5coTJmtDQUHpEGCFnKncjKitnzpyh9ZwwYQIDkAX+/v729vaKijiYgf94eHiMHj26Vq1aOjo6tJ9t2bLl5s2b8/LyWHmqX78+lZxxcXHc0+bNm9PT169f03hSUhKNu7q6fngJderUodni4+MZAICQYP8Nle/Ro0ejRo3idttCEB4eTo9WVlYMAAA+F9X9oqOja9euzQAYy87OpmOJ1q1bu7u7R0ZG1qtXjzLimzdvfvXVV5QOUCjAAACAZ3CZBhTKycmRfEoZ/+PHj69du9amTRtWGSZNmtS1a1dnZ2cmjyIiIlRUVIyNjRnIEb5tRJ+nadOmtM7m5uYMgPcePHhAjwgjgIhEom7dul29etXFxeXXX3/t3r07N93Pz++bb745ffp03759L1y4QPEEK39//PFHamoqClIAgI9CGAF8VK0Ik1Ph4eHW1tYMgH+MjIxkKz0BIbt9+zb9YlHlA/LDDz9QEtGgQQNKHOhXIZ5O2cShQ4fc3NyuX7++Y8cOaupg5Y9WgwEAQCngMg34BG/evBk1apSzs7OOjg7VWL7//vuEhASpebKyspYsWVK3bl1dXV3aH8+YMePFixcfWOZXX33VqFEjGjl+/LiCgsKYMWNYSX1G0FvPnTu3Ro0apqamgwcPvnnzpuRC1q5dS/NPnTpVauF79+6l6bRkxhv5+fm4lYaQlcdGRGjroJ+6t7f3uXPn+vfvT9WzitYfgwAAEABJREFUxo0b08KpdU5qzm3btjVr1oy2I0rEhg0bJrV1FO8z4uHDhyNHjqQDelqZtm3bLlq0iLuZIvvYdrdhwwYGUG58fX2joqKokslA8DIzM//66y8a2bhxo2QSwVFXV58/fz6VqOIeGbg+p6jApAjDwsKidevW58+f516iHfS8efOaNm1qYmLSo0ePTZs2Fe9v4sGDB1QqVq1a1cnJaebMmVw/UJIk+4wQS0xMpIKaCn9XV1c68vHx8WEflJGRsXr16k6dOhkbG7dq1YpWFVeaAID8QRgBpfX48WPaie7atSsmJqZOnTp0ILh8+XKacurUKfE8aWlpDRs2XLly5cuXL2l3SzvOP/74o1atWjTn+xbbvXv3KVOm0AgFDcuWLevdu3fxeSIjI6kW9Pvvv0dERDg6OlJ1iw4dLl26JJ6BDguUlZX37duXm5sr+Ye7d++mRy7s4An69iiPQIcRwlROG5HYsWPHevXqde3aNXt7e/pz+hOqqtFhungG2lLGjx9/584dOs6mA9wDBw707duXNrrs7OwSF+jv70+JCW1HNAOtAx2C08Exrfm9e/fYx7a7rl27MoByc/nyZRUVFZzIA6woRU1OTq5Xrx6FsCXOMGTIECp+KUvlnlJSQI9UQtJRB0VaHh4eGhoaNIUK5+rVq//2229BQUF0sOHp6UnHJ5QI0zziRV2/fp2OQKiUo3LPwMCA4g8qseko5cNrGBcXRyUnRbT6+vpUqm/evJn+6saNG++b/9GjR7RroBX28vKiyCMwMJBWlaZ84E8AAGQRwggolZycHKrDUCvrd999R/Womzdv0r55zZo1sbGx1Igqbm1YuHAhhf1UHaLUgCo8r169unjxoqGhIbXQUgWpxCX37Nlz3LhxNEI7flo4VY2Kz/PNN99QpWjs2LHR0dG0Y6bHESNGUEVOPANVq+gPaQd/8uRJ8URqgr5w4ULt2rV5dRoCfTMMt9IQpPLbiMRoHmoepAXeunWLfv8Uwz1//tzd3Z17laIHOoCmgIMm0lvQoTkFFnScTVvNzz//XOICqVWQwpHjx4/ToTltenQ8vXTpUmrfo6yEfWy7oy2aAZQP+pHTb5iyNi0tLQaCx51l0KxZs1LOX1BQQI8HDx786aefqBymRLVly5b0o5o2bRpNP3ToEB1mUClKj1999dXTp09pNu4PKZal4jojI4MyCCqi7969S0W0jY2NZFpRIlo4RcABAQFUqlMhSRFzVlbW8OHDqYAtcf6ZM2eGhYXRzoJKXa48p9I4ISFh1qxZ1J7BAADkBcIIKBXaZ1PVpXv37pTNU1soTVFUVJw7dy6FAlSt4m5YGBoaShWhKlWqUIWH6k7cH3bs2JHbi3O1l89Au/C9e/daWVnRu6ipqdEUasH4+++/qUVCcrZRo0bRIx1SiKfs3LmT9tlU/WN8woURtra2DASmAjaiHj16TJo0SUlJicapksadc0Rvyr1KOQI9bt26tWbNmtwUBwcHiipoNVavXl3iyRGUQbCiLY57ShsgtdStW7fu66+/5qbIynYHcubw4cMqKirdunVjAIxxWYCZmdkn/VW/fv2WLFlCfzVkyBAqBn///XcKi6mIGzBgAHfqhLq6OqUG9vb2mzdv5s59OH36NKUPAwcO5EpXQkkE/WFp3m7Lli1Vq1blxqkIHTRoEB0P0H6h+Jznzp2jtLpDhw60sxAXv5MnTx48ePCTJ09k8Y7mAADvgzACSoVrdqAdsNR02mezot6qxfN07dpVR0dHch7urz56eeT73Lhxg+o2tFg6LBBP1NTU7NOnj+RsdFRqYWFx5swZ8UWVVCmiKt/QoUMZn/j7+9N6VkyH3sArFbARtWjRQvIphRqs6GpqVnRexosXLxwdHZs2bSo5j6ura4MGDWiewMDA4gvs1KkTPfbt25ea406dOpWSkkI/XWqyo6NkbgZZ2e5Anjx79oyqZD179tTT02MAb3HnO5Req1atJJ/Sj4oeW7duLTmRSrN27dqJRCLuVQ8PD1Z0RqfUcuzs7D74Vowi4Hr16klO4RbCXfImhXuvtm3bSk2nYJoVXcHBAADkBcIIKBWqQrOiFgCp6VwLPzUU0OPLly9LnEdfX9/IyIhaFZKTk9mn47qGKt5futTJBdSsMXr06KysLK6R1svLi9aHAgsTExPGG1yVr06dOgyEpwI2IsoFJJ9y519w5/R6e3uz95ySI7kCUiZNmkSNhxkZGevXr+/Vq5exsTGlDxcvXhTPIBPbHcgT+rG5u7vTT1GciAFwRwhxcXGf9FdSN9jmAllKFhTetWXLFpoeEBDA3h6QSJW0xN7enn1Q8WszuSni/oCLr8mSJUuk1oQKW/GrAADyAbf2hFKhZgH2/mYHrs7DzVPi1YzcGY/cbJ+K+1vuUZK2trbUFNpPr169ev/+/VOmTNm7dy9NGTFiBOOT58+f03dYq1YtBsJTARsRd4HGB979Axcbl7hkmnjkyJGrV6+eO3eOjsW5u3WQuXPnrlmzhpuH/9sdyJOtW7empqZOnDjxA792EJr69evT4507d943A2VYkydPbtq06dixY8VnWUoVehSt0mO7du24ESncaTilPyCRUvznyu0LpC44lVwT+lDii/UkFU+rAQBkF8IIKJVq1aqxkiL8kJAQ9rZRwsHBgRXdFktqnqSkJGqvoKbdz+tpjFt48cUWXxlnZ+c2bdpcv36d2ngPHTpkamrKtyuKnz59SodB3JcJQlOJGxEr6iCWvacVTnIFStSuCDd+9uzZAQMG/PbbbxMmTKAtjsnCdgdy48yZM8+ePWvfvn316tUZwFsdO3bU1dV98ODBw4cPGzRoUHyG06dPu7u7371796uvvnrfQuzt7f39/X///fcPnL3IlZPFC9Lid/eUUvysDW4hJZ5SwU0cM2bM9OnTGQCAXMNlGlAq3K6RahpS0w8fPszeXnjJzUOtpikpKZLzcP0z0eHj+xZevJFBEncB54ULF9LT08UTc3NzJe+GKDZy5Eh6/OWXX2JjY2lcRUWF8QY1SlPDMh3lfPjzgrwq143oo6j9TdyXu+R0X1/fJ0+e0KvFj7+p4Y62Pisrq5ycHPFEChq6d+/O3j1VmM/bHcgNHx+fkydPuri4cN2sAIhRys/dCIMeJQ8VOMnJyd9//z2NUIT6gf1vjx496FHy3kAcNzc3Cr+4zh1onB6PHj0qOcPLly+fP3/OPoiCkoSEBMkp3EJ69epVfGZuYvE1+eabb2xsbDZt2sQAAOQFwggolYEDB1JNhlqlvv3227y8PFZUUaHW0d27dxsZGXGd1dWqVatDhw5v3ryh2oi4N7tLly599913NPKB5gius2hqni3xHPIqVapwtzkcPXp0amoqK7q3Fh1wcP38Sxk0aJCmpuaOHTsY/84VpyaXrKys2rVrMxCkct2ISoM7WB8/fjy1LXNTaCOixjeK9uil4mcR01G7s7MzbXo//PCD+OoSOuz29PSkEScnJ/GcfN7uQD74+fn9/fffpqamU6ZMKfEsehC4xYsXU5h79+7dTp06Xb9+XTydUgCKUOn307hx46lTp35gCePGjTM3N1+1apU4saVyj4rrW7duUfHYsGFDVhQTWFpaUlvIihUruFKRSkgqVLnr4D6ADm+GDx/OBSX0h/QulDW0adOGW6yUGjVq0Btdvnx57dq14olnz55dt25ddHQ0168wAIB8wB4dSsXMzGzv3r06Ojq0A6YKVYsWLWjKvHnztLW1t2zZQgeIrKjqsm3bNkdHR9rFWlhYNG3atFq1arTXjImJod35Bzobo6Sf8ojHjx9TkxftrYvP8Pvvv1etWvXIkSN0oMC9NdXfuEYMKbQ+Q4YMoYZcqvPXrVuX8QnVAOkrooMMBoJUrhtRaSxZsqR3796+vr516tSh32G9evXoje7fv0+LpZdK/BNaVTs7u9WrV9OfdCxCf0VHw4sWLZIMI/i83YEcePLkyYYNG3R1defOncvd4BlACpVCV65ccXV1peygbdu2hoaGLVu2pKOLRo0a0RTKKegQgjLTDyyBjkOWL19OrR30h+LijspA+uEdPHiQi8CoAN+4cSPNSQUyFeDNmzenJUdGRpaYKUiqX79+QECA+BiGohNaCHe75RJRAE0h9Zw5c2gvQGvSunXr7t27U3BMO4uPdpYJACBDEEZAaVGN5eHDh9TCQPv4R48e0T5+/vz5z58/l7zFprW1NbVCUPMC1aB8fHxo503trl5eXrSD/8CS6Rjizz//1NPT8/f3p0aG4jPQ0uitqXmW6j9UlWrXrt3FixeL3/WKw9X2J02axHiGjqdp/cX3DAcBKr+NqDSUlZWPHTv2888/02ExpRu0rdHR7b59+2hrkrxvriRjY+Pbt2/PmDGDUhJqcnzz5s2AAQOOHz++cuVKqTl5u92BrLtw4cKmTZuo/rZw4UJ9fX0G8B7UaEEF7Pbt2zt37kyBL43n5eW5ubn99ttvVJZaWVl9dAkTJky4fv06hRGBgYFU6lLln8q0p0+f1qxZUzxPr169aMk0nUKKsLCwUaNGeXh4fHThVapUodkotA0ODqaiuH379lS0St1GVBKlG9RC069fv6SkJApT6I1oN3Hz5k3umjgAALmh8Km3ZQbguVatWlG1nypa1ILBeINaTqgNhCpy3H3CAeQMP7c7kGnURk3twM+ePXN2dp4yZcr7IjMAAACQUbibBsiP/Pz8P/74w9PTc/LkyXyrEVHTCj3Wq1ePAcgXPm93ILtiYmL++uuvqKionj17lnhRHgAAAMg6hBEgJ5o3b3779m1W1Kv2119/zXiGGvdMTU2NjY0ZgBzh+XYHMsrDw+PQoUOKioqzZs1ycXFhAAAAII/QZwTIifr166uqqnbr1u3ixYuSl3fyQVpa2qtXr3AfDZA/fN7uQBZRablhw4Y9e/ZYWVl9//33SCIAAADkGPqMACh31HS8Y8eOOXPmVK9enQEAQEm8vb2pqMzIyOjZs2eXLl0UFBQYAAAAyC9cpgFQ7iiM0NfXd3R0ZAAAUExOTs7Bgwc9PT1NTU1nzJhhY2PDAAAAQN4hjAAoX5GRkS9fvuzfvz93l3IAAJAUGhq6efPmuLi41q1bDxw4UEVFhQEAAIAAIIwAKF+XL1+mY+tWrVoxAACQkJ+ff+7cudOnT2tpaU2fPh3djgAAAAgKwgiAcpSenn7nzh03Nzd1dXUGAABvxcfHb968OSQkpHbt2qNHj9bW1mYAAAAgJAgjoPItW7ZMRUVl0aJFTO54enqKRKKOHTsyAP45duzY+fPn27VrN3jwYAZQgW7durV///6CgoKRI0e2aNGCAciUgC1731y6QSPWPTvZj+jPAADgsyCMgMpXo0aNixcvZmZmamhoMDmSn59/7do1V1dXExMTBsA/ffv2TU5Ovnr1qo6OTrdu3RhA+cvIyNi+ffuzZ89sbW0nTpyI4hEAAECwEEZA5ePCiOfPnzdu3JjJkcePHyclJVG7HyR5zm0AABAASURBVAPgq9GjR2dlZZ04cUJLS6t169YMoDz5+flt27YtLS2tZ8+elH+hW18AAAAhw3EAVD5HR0dVVVVvb28mX6jB2djYmKIWBsBXCgoK1Drt6uq6d+/ee/fuMYDykZubu3///nXr1lFpv2DBgh49eiCJAAAAEDicGQGVT0lJqXr16j4+PkyOhIWFBQYGDh06lCp7DIDHaAOcOnXq77//Tk3W2traFEwwgDIVERGxadOmmJiYFi1aDB48mPIIBgAAAIKHdgnghZo1a6alpYWGhjJ5cfnyZTU1tebNmzMA3lNRUZk5c6alpeVff/316tUrBlBGCgoKzp8/v2LFivT0dMq8Ro4ciSQCAAAAOAgjgBe4xli5OTmCDrvv3bvXqlUrHHaDrFBXV589e7ahoeH69evDw8MZwBdLTEz85Zdfjh075uzsvHTp0jp16jAAAACAtxSo1YIB8MCiRYuoIjR//nwm+04XWbVqlYGBAQOQHUlJSatXr87JyVmwYIGZmRkD+Fx3797dt2+fSCQaMGBAmzZtGIAcyYyMyU5IpBF1Y0N1M9wRBgDgM+HMCOCL2rVrBwYGZmRkMBmXm5t7/fp1agNEEgEyR19ff+7cuYqKir/99ltCQgID+HSZmZmbNm3atm2bsbHxd999hyQC5I+Ghal+jeo0IIkAAPgSCCOAL7gzeJ88ecJknIeHR2pqavfu3RmADDIxMZkzZ05OTg7lEfRLZgCfwt/ff+nSpVSSd+3addGiRTi/BgAAAN4HYQTwhbOzs5qa2qNHj5gsy83NPXPmTI0aNWxsbBiAbKpSpcqsWbOSkpIoj5CDk5WgYohEosOHD9NvRlFRcf78+X369FFSUmIAAAAA74EwAviCjl/r16/v6+tLTbJMZl2/fj09PZ2OwhmALKtateq0adOio6PXrVsn05skVIzIyMjly5dfunSpWbNmS5curVatGgMAAAD4IIQRwCMURuTl5T19+pTJptzc3HPnzuG0CJAPrq6uEydODA0N/eOPP6jRmwGUpKCg4PLlyz/99FNycvLkyZPHjBmjpqbGAAAAAD4GYQTwCFV+VFRUHj9+zGTTtWvXcFoEyBPKB0eNGuXv779p0ybcegmKowDit99+O3TokIODw48//kg/GAYgAAmPnr8+dIqGxGe+DAAAPpcyA+ANZWXl2rVrP3v2jJphaZzJlNzc3PPnz+O0CJAzzZs3z8zMPHjw4M6dO6nRmwG89ejRI3d3dyr6Bg0a1L59ewYgGPGPnr+5dINGrHt2MqjtygAA4LMgjAB+oYa1hw8fent7161bV+qln3/+OSgoiLdHvTgtAuQVbXGpqannzp3T0NAYPHgwA8HLzs7es2fP3bt3q1SpMmnSJAsLCwYAAADwiRBGAL/Url1bSUnp8ePH4jBi5cqVISEh4hmcnJwY/+C0CJBvlLJR1nb16lVtbe2P3rb29OnTPXr0YCCnXr16tWXLlsTExI4dO/bt2xe3zAAAAIDPgzAC+EVVVZWq9Pfv3w8vIvWqsrKylZUV458rV67gtAiQb8OGDcvMzDx58iTlEa1bty5xHorkjh075uqKk5blU15eHv0ALly4oKenN2fOHH5GwwAAACArEEYAj5w5c+bRo0dcBlE8iSB2dnYKCgqMZ7Kysi5evIjTIkC+0aY3btw4Ct327t2roaHRuHFjqRkohqAwgkbCwsIYyJ3o6OhNmza9efOmXr16o0ePpt8AAwAAAPgCCCOg8lFTG2UQkZGRH52zevXqjH+uX7+O0yJACBQVFadOnfr7779v27ZNXV29du3a4pcoobhx4wY3npqaGh8fb2RkxEBeXLt27ciRI8rKyuPHjy+eQwEAAAB8BoQRUGmoHfXhw4exsbGl/xMehhFZWVnnzp3DaREgECoqKjNnzvz111+pkZxGuE1y69at9+7dk5wtKCgIYYR8SElJof/vixcvHB0dKYkwMDBgAAAAAGVBkQFUEk1NzU9KIqhRzs7OjvEMNRhSHoHTIkA41NXVZ8+eTVnDn3/+GR4evnHjRqkkguFKDXnx9OnTpUuXBgQE9O/ff+7cuUgiAAAAoAzhzAioNJ07dzY1Nd22bVtOTk5p5qckglplGZ9QDIGbaIAAaWtrU9V09erVK1euzMvLKz5DUFAQA1lGxfK+fftu3bplbm5O/2tLS0sGAG9pWJjpuTgWjpiZMAAA+FwII6Ay1atXb968eRs2bEhLS/vozPb29oxnrl69itMiQJj09fUpkkhMTCzx1devXxcUFPCwu1koDfr3/fvvv3Fxce3atevfv7+yMg4VAN5h1b09DQwAAL4MLtOASmZra7tw4UILC4uPzsm3MIJiiAsXLri6uuK0CBCgZcuWfeBajNzc3OjoaAayhrt55+rVq3NycmbNmjV48GAkEQAAAFBOcJABlc/ExGTBggV//vlnYGDg++ahJlZHR0fGJ1euXKE8omfPngxAYBYtWpSQkPDheYKCgszNzRnIjtjY2M2bN1PGVLt27bFjx2pqajIAAACAcoMzI4AXNDQ0Zs+e3bRp0/fNYGlpqaWlxXiDYoiLFy+6urry8OIRgHI1b968jyYRDN1GyBpPT89ly5bFxMSMGTNm2rRpSCIAAACgvOHMCOALZWVlaourUqXK0aNHi7/q5OTE+OTy5cs4LQIEaNasWZmZmaWZMzw8nIEsSEtL27Ztm4+PD0WrEyZMwD1ZAQAAoGIgjAB+4W6x8e+//0p10c+rExCoMnbp0iWcFgFCM3369FLe+4YVhRHow5L/vL29d+zYkZGR0adPny5duuD/BQAAABUGYQTwTr169ebMmfP3339L3mKDV9V+nBYBArRx40YKF0o/f25uLuUR1tbWDHiJ/kEHDx708PCg/HfGjBnoiBeg9AK27H1z6QaNWPfsZD+iPwMAgM+CMAL4yMHBYeHChevWrYuLi6OnhoaG/DlzGKdFgDBNnTpVJBIFBwf7+fn5+vpyN+/88J8EBQUhjOCn0NDQf//9NyYmpnXr1gMHDlRRUWEAAAAAFQthBPCUiYnJokWL/v7778DAwOrVqzPeoCQiOzsbp0WAACkrKzsW6dWrF6VyL1688PHxoWyCCw2L+8C9P6Gy5Ofnnzt37vTp01paWtOnT69ZsyYDAAAAqAwII4C/tLW1Z8+evWvXLv70XkkVsMuXL+O0CAANDY16RWg8Pj7e29ubUgmKJyS7twwODmbAJ/Sf2rx5c0hISO3atUePHk1lLAMAAACoJAqfdA0wgMCdOHHi7NmzCxYsQBgBUBy1ur9+/drX15eCiaCgINq/bNiwQVVVlQEP3Lp1a//+/fRPGTRoUMuWLRkAfIzvun9jbz9gn86sdTPnqWMYAAB8EM6MKHvId+QVNflevXrV1dXVzs4O/+XPg776K0yl/ETp/2tXpHv37tnZ2S9fvlRRUcHGUukyMjJ27Njx/PlzGxubCRMmmJiYfMY/BRsvCFC1kf0THj/Py8r+pL9S0dGuNnIAAwCAj0EYUZbEh3c4+JZLFy9ezM3N7dGjB/6/n4cqM+KvDhWb8iP5+6zE36qqqmqtWrWwsVS6Fy9e7Ny5My0tjRKirl27Kioqfl4Swf0VtlwQFDUjw6qDer9yP/hJf2U/oj/lEQwAAD4GYUTZkIohCoowpBJyJDMz09PT09XVlZoW8/LyGJSauPaiUIS9rdigVlMeJEsecUHEUBYJEoWnp06dunnzpqGh4aRJk6jsop/BJxVf4g1W/BSRBAiNVde2MTfvpgaFlHJ+HXtb8zbNGQAAlALCiDLwztF/Xl5+fj6N0yN7tzIAMu3q5cssP79j+/a52Z92uiZwGYSikpKCoiLyiHL1/wyCCqC8vIJ3MRCS6Ojoffv2xcfHN2vSpHv37ioqKp9adim8paiszG2qikWbMAMQFEVFxwnDHy1eWaqZFRRoZgYAAKWDDizLgPhAn47/709fkpOQxADgXfYTh5u0aFxYsSkimUowKAviJIIKohcbtsTffcwAvpi2o53rkpnizVacR2DLBUF5sXFH9I3bH53Nsms7hzGDGQAAlI4igy8jTnPyizAAKEleXp5IJMp/C231ZUvyugx8t1CGaGulLTeviHjjZbjwBwSm2sgBH+0GQs3IwG5wbwYAAKWGyzTKgPjoXxxGmDWtb1SnBgMAxnz/2c2KrlSnKg1tJkpKSkyi/whcrFG2JAsinarW1p3bMIDPEnXzfoLPC/pF5ebm0o9KWbnwgAHdRoAwURJhP6L/y793fmAe++H9lTTUGQAAlBrCiLIhFUZoVbEwaViHAQChMKLozAiq0rCiOgzXnz+qNGWLK4Ik267VDPRQEMFnS/YPYj6FZ0aIt1xJDEBgzNs0f3Ph+vt6stSvUd3UrREDAIBPgcs0vohkT/WSdQAAkMKdGcGd742NpfyIyyIGUBa4MyPEWy5u0QJCVtg5ZUlJnIKystOEYQwAAD4RwogyINlvHAOAkkglEQzKgdQpWgBfjn5RkhsvOowAIdOpZmvZpW3x6TZ9umhUMWcAAPCJEEaUDfQbB/Bh4m7wxI2r2FjKyjt3F8Z3C2WKCyOKb7n4jYEw2Q3urWZkIDmFntr26coAAODTIYz4UpInrKIrPoD3kbyJBuoz5QRJBJSH4hsvfmMgWEoa6vbD+0tOcRg7REEFXbABAHwOhBFlQLJmhUM0gBJJ9quCzaRc4euFMsRtucggAMRM3RqpGehz4xpmJsaN6jIAAPgsCCPKDA7UAD6g+DkR2F4AZALOiQCQoufiwAoKtw39Ws4MAAA+F8IIAKgIqMNUJHzbUObwowIQU9bSYoVX5Sooa2gwAAD4XLjIDQAqArpTAZBFOCECoDir7h1MmjWgEXVjQwYAAJ8LYQQAAABAOUKaI2fUzU1o4Mbxz5VLaEEBqBgIIwAAAADKXvFqKiquADzHxRCSmyqCCYDygzACAAAAoIxJ3vlb6hEAeIuLHsQBBI3QZos8AqCcIIwAAAAAKEuStw0qPg4AvKXwFpMIJpBHAJQThBEAAAAAZUYyfTj46GxIwhup0yK4ig2CCQCekIobqhnb9KndgYskFBUVGfIIgHKDMAIAAACgbEgmEfn5+beCHj9785IBgOxoZF2rh2sbxSL0FHkEQPlBGAEAAABQxrgwghs31NKzMjBjAMBvYQlRiRkptOXm5uYqFWFvL9xgAFAOEEYAAAAAlBlx9xBUpeFOlGhgW3Na2+EMAPjt90s7PPzv0WZLYQQ3RZxEKCoqIpIAKHMIIwAAAADKkmQSAQCyhTszgoshaJy7TIODKzUAyhbCCAAAAICyJD4zQnylBgDICtp4RSKR4lu4Dw5A+VFkAAAAAFBGxH1YIokAkEW05VIYkZeXx53fJHU3HAAoQzgzAgAAAKAMSN68U4wBgEyhzZZLIjjYkAHKD86MAAAAACh7qMAAyCLxNVbcyU2SISMDgDKFMAIAAACgbOCcCABZJ7kJix+xRQOUB1xp0G2bAAAQAElEQVSmAQAAAFD2UHsBkEUKCgrF8wgAKA84M0KIgp77DK9el4bLew+W/q/cV/xCf3Lv/OUvnCcxOmb70pXzu/Wd1KjVv0uWss+VlZ5O7zWnUy9WGRb3HULvnpqQyMrU7tVraLFeJ898eLbAJ89+njCNAciUTQu/o5/3pb0Hir/0zNNrVM1G9Or+X9fT08fXPWlcXD7cOXeBnu5a+Sv3dOey1fT0/oUr7HN9xhIK8vNvHj8tXocSpwAAgByQTB+QRACUK4QRQnSzqK6roqZ6/cgJVuF+mzLr8r6DKfEJVarZKSmrMPh0qydMC3jyjAHIBZ/bd3//ek5ebu6AmVOHzJ/JeCnYx+/vBd/GRrz5wBQAAAAAKD1cpiE4dMR/6/Q5CgJMrCyf3rhJbewOdWuzipKZlhbs46trZPjH9fPKqqoMAITt5YPHv02dnZuVPXzB3G7jRnITHevUWuL+r76xMQMAAAAAOYUzIwTn4ZUbqQmJrk0aNWzflp5eP3KcVaDszCx6NK5igSQCACiJ+HXy9OyMDMkkgmgb6FMZRZkpAwAAAAA5hTMjBOfmqcJrNBp2aGtfs4b7yl9un7kwYuFcdS0tqdkSo2PObHd/5nkrhZKLxo06jxxafFGlmUfSD4NHBRZdXMB1WkEjO57eVVFXo5Hrh49fO3gkOixcRVW1eoP6Tbt2bNixnfgP752/vH7mvPE/fqumqXFs4z8UZLTq06vd4H5Sy4+LiPxx2JiEqOgxPyzqOGwwTUmKjTu9ZfvLh0/CA19ZVqtm5+rcsm9Pp/p12SeiFT7vvuflw8dKyip1W7l1Gzuq+DzUtEvr9viGZ0xYhHlVG6d6dWgdJGtTO35cdWnvgZnr1zTu0kHqo9GctM6SS3t4+drVg0cDnz23r+Fat3WLDkMHKqkUXtLidfLMxvlLuHnoOzSxslx35QwDkEGBT5+vmTIjMy1NvMGKPb7uuWby9DYD+kxcsZR9rkdXb3gcO0nvkpudbevi3GXUsPrtWpc458KeA8P8AzbdvqZjaCCe6L7ilwvue79eu7pZty5bv//p6oHDrGjDpO2OihEVVTWpKV+tXs79ISUsN44e93/8lLJXl4b13Hp1r9OqhXixJZZmkkEMAAAAgEAgjBCWlISEx9c89E2MazZroqCo2KRzh5snztDQYdggydmSYmJ/GjUh6nWoho6OlYP9U0+vexcuSbVSlmYeKW3693FuWP/0lh2G5mbtBhVGCYrKSvS4cf5ir5NnacTSwV5ZReXO2fO3z5yjasOMdb+qqBWeQKGgoECP3rfv3T1/kVtUdlam1MLTEpN+njiVkghqYuUqNnm5uavGfhUeEKhrZGjrXD06NCzY2+fqwSPjflzSfshAVmq+d+9T421OZpa+qYmeoeGlvQdvnTmvqPjOWUVZ6enfDxoVEfiKVtimulNqQtLF3fsv7zvUb9qkvtMms090budeWlVdQ0NzWxufO/ee3bz1/NaduRvX0b/M2slxwIwpJzZvpdl6Tx6vrqXNAGRQsLfvzxOmZqSkFk8iysTGeYu8Tp2jEQv7qupamj6379Lw2e9Vr01L2uQv7zto6VCtWbdOVo4OSsrKUlO4Od1/+vnCrn00YmZjTcXFnXOXaDWa9+g27beV3AylKc0AAAAAhABhhLB4Hjudn5fXul9vhaK6dKu+vSiJuHb4mFQYsffXtZQytOrXe9zSJVS7pnr41qU/3Tx++lPnkdJ2UL+iUxV2UBoirqLfPnuekgiKIaav/Zlq2jQlOiTkj9mLqFXz1L/b+n39FXvblTEduzft2nnw3Omx4RF0oC+55OyMjF8mff3mVXD/6V+J2xgfXfOgJKLr2BEjFs7jFkJBzLoZ8w6u/bPNgL5Ul2ClkJud8++SZfTpxv6wmPuW4iIi102fG+zjKznb/jUbKImgAGXyqh+19fVpynOv2xvnLTm84e/qDeq5Nm3MPgUlEUPmzug5aRyNU7yy7us5tOZnt+3qPmG0jbMTDWe276aXPiPmAOCDEL+Xq8dPoSTCrVe38kgiqFijCMDYqsqMdb9Uq1WTprx69vyXiV/v+fn3Jp07UjrJPhFt2lRqUfRgXtVGvN0Vn/LM04uSCCrNpv6yomoNF1a0/f41f/Gt02frt2/VrFsXVorSDAAAAEAg0GeEsHieOEWPLfv05J5SJZmOpF/7+AVK3JohJSHh1qlzhuZm435YzJ2YoKqhTomDlq7uJ81TSkf+2ESPk1Ys5ZIIYmZrO+WX5dR+ePLf7ZQFiOekQ/+vfl5uam1Vo1kTY8sqXAMjPeSJROumz3v1zLvnhLFceMGJCYsoXDE1de4pzU81ionLvx+7dHG+KI+VDqUAMWFhTbp0FOc1xpYWIxbOlZyH4olLew/om5pM/XUFl0SQWm7NBs4qvPvmiU1b2Sdq3KUDl0QQ+pIn/PQDjVzcu58ByDJum6UQk5KItKRkGr938UqYfwArazeOFt4naOTCeVwSQarVrtVl1DA9Y6OXDx+zcnNs47/0SMEll0Qwbvv98TsaObl5m+ScUqUZAwAAABAehBECQm2DYS8DXJo0tLCvyk2hugEXTFw7fEw8m9/dh9R2V6eVG9ebA0dNQ6NBh7afNE9piHJyIoNem9naSN3Rw9Khml1N19ys7OjQUPFEx/p1uOCDwzUwFuQXbF743bObt5wa1JO6KWDtFs1YYRawZcPMb24eP50QGUVPW/btSQ2Skqv9YS8ePKTH+m3fudTcuXEDEytL8dOIwEB6rNvKTUP7nYsmKMKgx/DAV+wTNe7UXvKpjbMT/cso8uA+AoBMO79zT0p8wvAFcxt1ak/b+J9zFtEjKzt5ubkv7j9UUlFp0L6N5PS+0yavv3K20bsbV9miSJTKKOeG9SUn0sZLmW/oC3/JaFWqNAMAAAAQIFymISBcvwzxb6JXjfn/6f0ZaWn0eOfsxeHfzNHU1SmcoajGW/ymeiaWFuLx0sxTGmH+hdV4kyol/JWxpUXQc5/o0HDxxdg6+gbFZ4sODaOB1tz/4WOp25RaV3ccMm/m/jXr756/yF2ebVezRruBfVsP6FPKazRIHPdJTaQ/KTVpxoZHcONvggsTEyMLc6l5tPR0tfX1kmLjMlJSue+2lAxMzaSmGJmZUWpDK2NY7F0AZAUXIBKu74bWSb2CfXzDAwJ3r/5t7NLFrIykJibl5+WZWVZRUKzQtD0mLDxPJMoTsREu9Uuc4c2rIFtXZ268xNIMAAAAQFAQRggFtRbeOnOeFR4xh9Eg9WpWerrX6bPcxdvcqdSMe5SgpqEpHi/NPKWRn194uUT+2ypKcUpFPVz+N66kJPmSwtt37zxqWI2mjX+fOuvfb5etPL5fMmjoOXFsww7tbp0+FxkcEvn69Wsf363ePrfOnp/39/riNxAp0fs+qbqmxv8/hUjECitaJf+91KeQkpcvKj5RUUm6EsV9RZ9xFQwA3/SYMIYrarT09Sb+tHTV2MmX9x2s5dZU8gY6X0JZtfC+M+8vVEqr9BdzcbhObSl2tK/h+tGZpUozAAAAAAFCGCEUDy5fS01IrNem5bzNf0i95HH0xOZFP1w/fJyrIeiZFPbulhAlfUVAvMSU0sxTGuY2NuzteRZS4iIiC9/IyOh9f8u1shpbWoxcPJ8ig3ptWz2+5nF6y47eX02QnM3Czrb/9P86kogODf1l4td+dx94njhdym7zuLM/in/SOIl1NrO1LnGe9OSUtMQkqpyoaRZmNFzEUPBuJSk9KaX4m1LTrtQU+oroM5pXtWEAMs5Y4vypms2bdBk9/PzOPVu//8muhotRlU87tapE2vr6uoaGVBYV5OdLnhwR/yby8Q1P+5o17GvVkPqT/7ZN9s62mZacwj6FsWWVwltsKCkt2rGZAQAAAMDHoM8IoaDqNyvsGbFj8Zcad+5AteXXPn4Bj5/SU5dGDenx2c3b2RkZ4nnycnMfX/UQPy3NPKVBTaM6hgbRIaGSPWiywl4YXoX4vdTS1bV1qf7hJSgpq3AnL4xaPF9FTfX4pi2RwSHcS3t+/m1K83b+j56IZzazsek0fAiNxEa8YaXjVL8OK+pmT3JiZNDrsJf/73XP1NqKHp94eGWmpkrOdvdc4bUhNZr9dysN5aJLxOPeRErO43v3QfE39blzT/Ip/WvoK6rdyk180kexEzUAZNWQOTOsnRxTEhL+mr+Y4gNWFkxtrAqLo+uekhPvX7q6fenK5163i8+volq4bUoWC4UdTxT1FyNWfJsrPqVRx/aUP/revS85MTkufkqzdkv6Dc3JzGIAAAAA8BbCCEGgA/2nHl5UV29U0onQ6lpajToWdjx5/chxejQwM63frnVidMzfC7/LLOpRIjc7Z/uyVTHh4eI/Kc08pdRpeOEZCv8sWRr6wp+bEhMatmnh93kiUcfhgxVLfTKzqY11jwlj6XB/y3c/clNsnZ1T4hOO/LFJnJhQWHDv4mUaqVK1KjclOiSEag4RgUHvWyx9TPqwj695HP/7X+6khoSoaFrb/Lz/n8JtXd2xZrMmSTGxG7/5Nv1tayrVeQ6t30gjHQYP5KZwb3rlwGEuLsnOzLzgvpfrzELK1YNHHl65/t8ahobS29FIt9EjxDOoqqvTh6J3FE8Jeu5DH0RyCoBMUFFXm7ZmpZKKyssHj0/+884tJz5bm/596HH3qjXiUiUpNu7MNncqA5t261R8fnM7W1Z04xtu+6VyY8v3y6l8k5xHVaPwvjwUJooTk+JTuo0r3Eh3rfxV/Le0mW9e9D2VwPY1a3DzlwjbLwAAAAgQLtMQBI+jJ6ny3LBjW6nbPYi59ex288SZW6fPcd1Yjlg0N9Q/4P6FKxRhVHVxDgt4JcrNqdempWRLY2nmKY3eX0147fuC6t6Leg+ydLBXVlGh+gNV+6l63+fdCy4+vqjJ471Onn1x/9HVA0faDe7v1qvbnbPnaX3mde1bxa4qK+xp8jVFCS5NGrbo3Z37k0v7Dp3bvrtl355frV5e4jLpGxv7w+I/5iw4tO6v8+57zWysg338jMzM7GrWCPb24eZRUFCYtHLpijGTH129Ma1lB5vqTqkJSVwu02fKxJpuTbnZmvXocvXA4VfPfeZ16W3rUj0qJCwnM3PQnOkHf5e+cKZu6xa/T51F76Wtr0e1FPo26rVtJV4OK7r2hOotC3oN1Dc2Xn3qEK3A9h9X0pwTVyxtM6APA5ApFOf1n/4VbQiHN/xdo1kThzq12JdpO6if3737XqfOUali4+yka2Dw2u9FWlLy4LkzzGxKuNap18RxT27cfHj52pQbN22cHF/7+ukYGnQfP+rMVnfxPEYW5pSbhPi+mNe1j33NmtN+W1l8SrXatVr160Xl7eI+Q2yqF96rOCo0NC4i0tbVefiC2R9YYWy/AAAAIEA4M0IQbp48w4oux3jfDDWbN9U3NcnJzPI6XXjHDTpeX3Fkb7+vv7KoahsRGFSjaaNFWze5Nmks+Selmac0lJSVJtyyyQAAEABJREFUZ/+1dsi8mVVruCTHJyREx9Rt0/Lr31ct3L6p9Dfg5FCz54iFc2hk35p1yXHxVEWfuX7NsPmzDUxNXr94Gf4qyL5WjdHfL1y4ZaOy6ifcVK9B+zYrjuxrN6i/hpY2ZRkt+/T4bs9WQ3NTyXmMqlisOLKndf/eptbW4YFBCooKVCf5Yd+OgbOmiedR09D4dtfWATOmUF0rPiq6ZrPG8zZvaN69S/F37DFu9OTVy2iZEa+Cq1Szp7xmzl9rJWegD2VqZZWWmEQNsGnFOpgAkDm9Jo51blSfMtO/5i7mTrb6QlPXrBqxaD6VKrTNUhJh6+I8Y92vPSeOLXFmikFXHt3XeeRQMxur1KTE5j27fuu+RXwfH466ltaY7xZp6OhEvQ5NiIkucQqZvGoZxZfGlhZhAYEBT5/rGhpSIfD97q2l7DEXAAAAQDgUCr68z3EBKyiSn0+H0Hm5ubk5OTl+i1aJklLs+3W37tqWgSw4tO6v9OSUMT8sYjJu+cjxHYYObNatC+OZG5Pm06ai3bujTsPa6kXU1NRUVFSUlZWVlJQUFRUV0AfGl+GKca4gEolEVBAFbXJPfexjXK9mjaljGMgCHm6/gXuPRVzzUrQ0M5owRP0tVVVV2njFWy42XimSRwXcxrj47FrfmFcdXd2mtR3OAIDffr+0w8P/nquh/YzGw8RHLCj3AMoPzowAQaOjxaceXjbOTkzGxUVEBnv7VXV2ZgAga7D9wifpN36IQ/Na4sHRrXbzXu16jh4w/du5tx7clZr52q0bNM+iVd8zQXrs/XTsnK9YWUjLSP9j+6YDJw6zL1AmC+EtiuGOnTu5Yt3PrEK8iXqzaOV33i99GQDILIQRIGhnt+9SUVdr2acnk3Hbf1zZcdggC/uqDABkDbZf+BIFBQUxcbF+AS/PXb04asaEH39fiZNexcbOmfLY+xkrCwdPHFn/71/pEjcRq6yF8Jb3S7/5y5eER0WwCrF83epDp4/n5+PXDiDD0IElCFqHIQO6jxtV+nt28NbUX37S0tdjACCDsP3CZ9i5/l+3RoUdG1P0EJcQH5cQd/vBvd82b9h1eJ+eju6siV9zs9V1rbP7j23GxkYMAACAZxBGgKBp6OgwuYCaDIDswvYLX0JBQcHEyJgGF0dnZ8fq4+Z89deOf9q1aFvbpQa9aqCv37RBIwYAAMA/CCMAAAAA5EHzhk16d+p+5OwJ90N71ny/khX1GTFx3tcDe/ZdtWgZN09Obs7xc6duPbz7wv9lRPQbC1NzOxu7eV9Nd7R3lFzUmcvnDp898dzP28rcsm3zVlPGTBwwcXjom4gnF2/RqwlJiY27terducfIAcPW/rPhVejrZvUb//LtT5SMxCcm7D9x+Jmvt/cLn4yszCpmFnVq1FowdY6eri635BUbft2+3/3c7qP3njy67Hn1ic/zalXt27m1mjJqYn5+/j97tl275ekfFOhk7zB97FctmzT/wOd9/sJnx4Hd9EbRsTE1nF3q1qgzou9gC3MLeunEhdNzf/yva2qH5rWsqlheP3yee3r9lsdFj6v+r/xfvgowNDCkNZwwbHT7Fv/1O17iR6OP8yokiF5d+cevhcOiZYN69s0V5bof2nvZ89qLQH9DPf0azjU6tGzTs2O393Vw2GVo78BiC6GnWdnZf23ffO2WR/ibcFtrmwa16g3rP9jB1p59zIOnD4+cOf7o+dP0rMzGdRr06dyjVbMWUvN8xoel/2P/CUMjY6Jvn7q2/eCu614ePv5+Nau7dmzVfmifgYqKJV/i/e0vy/YfP0Qjlzyu0Rfer1tvWs5Pa3/ecWj32V1Hz129uP/k4arWtlNGTkhNT535/TdjBo74dvYC8Z9za+JUzZFm5qbExMX+u2f7w2ePAoJfOVSt5lrdpX/XXvVr16OXIqOjWvbtyM3Wb/wQerx84ExVaxsGALIGYQQAAACAnOjarhOFEXce3i3xVaphjp87xf9VAI1TddfSrApVj4NCX99/+vDEtgPWllbcbH+7//vbpg00QpXDHFHuH9s3eT28m56eLl6OAiusb8cnxk+aP42qkTQeGx9LlfDbD+/N+G5uYlISjddydo2OjX1ZWA32fxHw4uDm3crK/z/s3LD173PXLmlr61hbVHni/ZSG/PyC4NDXFCK4OFY30NN79OzxuDlfndp5yNmheomfhVZ7xLRx6ZkZFDQ4VnP09vO9++jBvuOHtv2+qW6NWtWrOc6cOG3Tzi0051ejJ2hpFt5el8KOmd/Pp4oxjRsbGlHe4UuJTOSb+08e/rVqXefW7d/30Yb3G3zjzs0btz1bN2tZt2ZtV6fCVVr628oDJw5ra2nbWFrlZOecvXKeBsoU1i4tuQfHYSUtJC0jfcDEEYHBgWqqai6OTvFJie6H9+45duDrcV9RFsPeb/na1TsP7aERW0trY33Ds1cvnLx4pmenbuJ3/+wPKw5TVqz/ZfuBXfSroEDqzqP7N+/d9n7pI061pLRt3pJyir1HDzjYOXTv0NmpKNvilvTH9s3nrl4oWnjcrAnTKIxgH0NBz+hZkwOCAmjNnR2dwyLCKHiib3v5/O+G9h2kraVF/9wzly/Q90bfqomRsb4uzi8DkEkIIwAAAADkhL2NHT1GxcZkZmVpqKtLvbp51xZKItwaNV29eLmFmTlNoeBg7rJFHndunrx0dtqYSTTF1/8FJRFGBoZ//PRb43oNacrj50+mfzcvKiaasgNuOQWssNdAqp26Ojn/vWqdro5OWlFUsXzdalrguKGjpo+drKNdeCoEhR2jp0985ufz6PkTbmkcSiKWzl0yqFc/VRXVg6eOLV71/bp//7S3qXpu73HHqtVohr92/LP2nz/2nzhMs5X4SfcdO0hJxN+r13ds1Y6eZudkb961lTKOTe5bNv28niIMGrbuc6eXxLV6qhJT5Zzqt//8+hdlJVTrpm9pk/u/9F77jx/k6uclfrR6teqKRCLKEdwaNqVPxwor8AlHzhyvW7POgb93KhX1PBXw+tWUb2acunh2zKCRdVxrFl/hUQOHSS2ErPl7HdWo27do+/OS5fp6hTVqz7u35i1btP7fvxrWrt+sQeMSP7vHHS9KIhyqVvvth1U1qruwophp7o8L6d07tGjTvUPXL/mw3FtQcEDpxr6NOxrVbcCKop9+E4YdOnVs3NDR3D9ICn0EEyNTCiPsrK3FXzjXlSqtyexJ0wf17Hf30X1aGhdMfNhVLw9KIsYOGbVkxvyi5RRc9br+9eK5v/2zYWDPfjraOvQWvi996asb0L0vd0USAMgi3E0DAAAAQE4YGf3XV2VSSnLxV22sbLq06bBs/vdcEsGKOpWgdmwaiUuI46ZQszw9Th83RZwdUFV8wdQ5Jb7dykU/NqhT39Hekeah1uym9RpR4/w3U2ZzSQQrOv+iVTM3yeVzOrZqO6L/EEoiaHxQz77UuM29qbii286tFT2GRISx9wh7U3jXBjW1/wIXNVW1r0ZNWDLrG1rs+/5EU1Ozd+ceP8xdQtVXrv2f8pqBPfqxwosC4j7w0YovKjzyDSULqioq4ssWaM1/nP/dz98uNzMxZaXzJurN7iP7zYxN1/ywkksiSMsmzedMmk4jFBy87w//3LGZHn+ct4RLIoiFqdnybwpv4Pq3+9ay+rDjh47mkghWGHJV7VKUX/i+9GOfiIIPyrnoX9yjY9f3XeUhJfxNeOEKv/3n0vpT2LFi4Q/L5n0rystjACAvcGYEAAAAgJxQUnx7f6iSbvA5bvBIGsRPU9NSHz9/+uDZY1Z4ZkEON/HOg8JLPDq2bif5h53bdmBLpZemq6Nbs7qr+KmKssr3cxZJzhAVG/PU93loUaAgXj6nYZ0Gkk9NjU2oKd7B7v8dJRjoG9JjcnISe48WjZtd9rw6bdHMwT0HNGvUuHHdhtRgPnbQSPZ+bZu3pkH8NCc356nP8yc+hff+zM3N+cBHK87F0cnczPze4wcDJw3v3blnwzr1XBydufublF5A0Ct6pLBGR0tbcnrXdp2W/PxjQPCr9/3hM9/nFL6IkwJONVs7O2vbF4Evs3Oy6dUv/7CN6tSXfGpiZEKP2dk57BM1rNfgU/+E/rn0uHHnP8FhIRRLNa3fmOKzft16MwCQLwgjAAAAAOREcup/J0To6ZV8FX1oeNglz6tRMdGPvZ9yVVNOQUF+0WNB6JtwihVMi2qeYqoqqlT3TpPoNoKYGhoXXz4t9vbDu2Fvwh8/e8r118jJL1q+mN67F/krFTWY6+vqi6covqcbSLEhvQfcfnDnwo0rOw7tpkFZWbl5w6ZjBo9s9cE+L1NSU85fv1LUB4H3g6ePsrKz/1u9/PyPfjRJ9IWsXrRs1g/znxTW8J/TFKsqlr06dh83ZJS+Xmn7L3gV9poeLcwspKZTOkALiYmLTU1LEZ9jIhYWES4iTOTUok7Ji30d7OrkzL74w1JCJPlUuehqlPz8Tz4xwVDPgH2i6tWcvpk6+5eNa4suNim8rKOWc43BvfoP6NFXsucRAJB12J4BAAAA5ISvf+FZ9NRCrqmuUfzVs1fOz/z+G0ocqOW8Xq3aA3v1q17NUVNNY/HqpeJ5lJVKe3CoqKwkNUXcqyJVp+vVrNO8UdM6NWo9ev5kz9EDUnOqfHGVkiqlf61ad+vB3Ru3PUPCw/yDAzzu3KRh3NBRi6fPL/FPXoUED5s6Jj4xgRVVbju36VjVxtatQZNBX41iH/toxVHr/aV9p4+dO+kfFPA6PMznpQ+15B89f3L7bxulbk3yPvncFQf5JZzDwl1YoVjS/0JRsfAlHW2dD/eV8OUfVlHx419CaXApxocVpivvmjRiXIdW7U5fPBsU9jo49LX3S9/nv/icunx28y9/ahd1RwoAcgBhBAAAAICcuORxjR6blNTxIdX3Vv6xhpKIzb9sEN/ckRw9e0I8TnVge1u7l6/8o+NizSX6PqC/jY6J1nr3agIpAcGBlEQY6Ouf3HaQu78m587j+6zcNG/YhAZu/Potj6+XzNm2z31Qr/4l3hrzz+2bqHI+fujoRdPniSdGREawz0UfVtwVZVpG+uzvF1y7dePPHf+uX/ZLaf7cxqrwbpSRsVFS01NSUxKTkihu0NLQLP5XlhaWyoWUdq7/9wMLL/MPW1YUijIOru9MseSUEq7HsbepOmPCVG6c8qYJc6fcffTg+LlTH+gWBABkCzqwBAAAqHyi+Lisu54pJw+nXjqb88q/QJT74fkLsrNyXvqkXTqVcvpIxv3beakpDATvReDLM5fOscIuIfsXfzU4PCQqJtrSoopkEkE87nqxwlb6/07db9W0sL/JK57XJOe5cP1SQUmdUEh68OQRK+qXQTKJyMzKuvPwHo3k5X3kzz8JrczQqWNa9G6fI9H9QZvmrdo2L+z2MjQ8lJsidaXH/ccP6HFon0GSE6/fvlm4eu9eRVKCd5d16uLZ1v07b961VTyFmutnT/qafbjC/+5CbKpY0qPHba/HVTIAABAASURBVK/UtHfudnn2SuGFCW5vQ5biOrXuQGnFnYfvpDyx8XFNurfuPXYQfefsCz/sZ/nYhTX/UVcr7LU0IipScuLtdz/Lyj9+bdqjzaOi3kw4tlbWwwcUZhDhb79eBVa69wMAHkMYAQAAUMlEMVG5J3cVnHFP3P5X/OZ1setXp1350N3v8jPSs66cKji1PevQ1oR//4z789ek3VsL3l4QDgIU/ibi4MkjY2ZNTs/MGDlgaIkn8JubmNFjUlIS1VrFE/cePXC6KL/IKKrBssI7UA6nZndqV79XVJslz/x8ft64jrGPVP7MTAvPpAgKCcp7e78DGlm8+oewiMI7I2RlZbKyw53BERUbs37LRnFK8iok+P7TwkCkqnVVboqmukZmZkZ0XAz31Ny08B4iAcGB4uU89nn266b1NJKRkfHhd1RXVWMSNeG6NWq/iYrceWgPtdhzU2g1jp07SSN2NlVLuZDq1ZzcGjWl1Zu3bEnK2zzR8+6ttf/+SSND3s0RJI0bUng6xk/rf6ZvgJuSkZW5YMV38YkJtVxqcrd0/ZIP+3nU1Qo/HaUMUn1SSLEruvus512va7dusKIOLG7c8vyr6P4gYq6OznEJ8Ru2/U2/Z24K5TUXrl1mb29eS9SKPmZ4ZDgDAJmFyzQAAAAqWbbHRcUXD9IVdQzGTxfFRqdduxj/z3qVKlbqJd1TkKR73Ujdt0PNzEyl00B9kSj18rmUC6dUbe10uvVhIAyjZ04scXrXth2/nbmgxJd0tLTHDByx49DuwVNG9enSMzk5+d6TB34BL6le/cTnWWJyAjebhanZ4unzl69bPWza2Gq2dqqqqjSPQ9EdN7W0PnStvlujZnVr1Hri83zs7MmN6jUMCgm+9+gB1bT/W35SIitTcyfP8Lp/e/OurddueZgYFt7Q9OGzx1nZ2V+NnGD/Ng6oamNDK9BjVH9jQ5Ozu45MHDFu2qJZc5YuGNF/qKKi4mPvp/QnVuZV1FRUklKSuZtQvO/tuEsq3A/vffj8ce/OPSgOmD9l1i8b1/YY1a9+0XYamxDv/yrAzNh05vippV/I6kXLRs6YcOXmtWY927k4OsUnJXLZzbQxk7g7SpSIvuf+3XofOXui95iBzg5ONCU4LPRN1BtXJ+eFX8/l5vmSD/t5LMwsKI/w9X/ReWivmi411i79ucTZ7Kxth/UbTCnYxHlfV7WyobiB0rER/Yd43vESz0NfzpnLFyitoEXRj5AVJU1RMdFN6jfs07UHN4+tpTU9zl26aJP7lh/nfVuvZh0GALIGZ0YAAABUsjTPK7naprpTFur26Gc4dorxjG+U9AxiN/xckFPCXfTys7OS9m5jRpY60xbrDRiuP2S08ZTZyobGyaeOMBAqfT299i3arljww7plvyq9v7/AxTPnL527xEBXb7P7VmrVV1VRWb1k+f6/dxoZGD71eZ6a9l/j/KiBw3as+6dru87JhZ0XJHZu3d59Q2H3BHrF7uwgiSq3237fNGrAsOjYmD+3bbp044qzY/W9f23/acH3rBx6jjDUNzi0effogcMVmAKtfHRsbJe2nf5evX7elJnieRZMm2dtaZWYlBQdG52YnEQfhD5XnRq19p84TCnGm+jIScPHHd9+oHG9Rnl5eXcfP/zA21E0QFVo+m59XvpxZzFMGjFuw0+/UR34VejrZ34+FIhMH/vVyZ2HrIouvijlQizMLY5t2z+wRx9rS+uAoFeKTIFShoOb3GdPms4+6Odvf6IauKW5hX9Q4BPvZ8YGBvQnezfuEHfu+CUf9vPQW38/Z4m2tk5wWEj021M2SrRs3rcrFy1r2aR5Umqyo121xTO/oZ+lgsRlHjT+x4rfKFgxNzH1DXgRGBxU27nGD3MWb1+7WVVFlZtnzKCRzRo0zhXl0jeQkoLr1ABkksJHrwCEDygokp+fT8V6bm5uTk6O36JVoqQU+37drbu2ZeUmNSHxq2ZtbV2dVx7bz8qf+4pfLrjvnbl+TeMuHVhlWNx3SIjvi023r+kYfvLdod5nYa+BYS8DNt+5rm2gzyrW7tVrzm3fPfXXFW69urPy9Pi655rJ09sM6DNxxVJWeW5Mmk+binbvjjoNa6sXUVOjhhmVwt63lJSouUZBAZd9fhGuGOcKIpFIRAVR0Cb31Mc+xvVq1pg6hpWFrPT08fXdzGxtfr94ksmmfb+uO71lx+TVy1r17cUq1p1zF/6YtaDL6OEjF89/3zzBvdrodOphNG6qgmZhf3UFotzYtavSPa5U+W2TmpOL1MyZjx9EL1+oN2CY/uDRCkXVzrykxJhflmb5PLM7cY2VkcC9xyKueSlamhlNGKL+FjWS08Yr3nKx8UqRPCrgNsbFZ9f6xrzq6Oo2re1wJiNCw8PU1NWohV9yol/Ai56jB/bo2HXdj6XqmhFAFv1+aYeH/z1XQ/sZjYeJj1hQ7gGUH5wZAQAAUMkUqTEzT1SQ/9+V9grKKspFNzIQxccWnzk3OlJBRVXZwFjhbQN4gUhEcZQibncHZeHYuZNuvdpLds1I8crvmwt7MejUqh0DAAAoI+gzAgAA5F+7wf3qtHKrYm/HeEnN2TXT55koJkpVW6fwuSg3t+h2ANneT7WatGCKEi0HeXmZ97wKsrNE0ZE0zoryiGx/v9yIMI0GTRjAF+vctsP2A7t+/Xvd+WuXdHUKf5AhEWHhbyIG9uzbrX0XBgAAUEZwZgQAAMg/Mxsb1yaN9E2MGS/pdumVn5wU++eabH9fUdSbpGMHsryf0fQUjyuxntdz396bIDtXFHX8cMbj+wV5eWk3LtMgio3OuOuVuHsLTTEYNIIBfDFnh+oHN+8aOWBoQUHBU1/v1+GhNRydN/28ftWiZQwAAKDs4MwI2XD/wpWrh44GPn1Wxa5q/XatW5TU10B2ZuaFXft8bt977etn6WDv2qRx19HDtfTe6WsqJSHh6oEjr555B3n75mRlGVmYO9SpNXTuTC19PfE8idExZ7a7P/O8lZKQ6Nq4UeeRQ1npvHzw+MbR4/6Pn2ZnZrk0rOfWq3udVi3Erz68fO33abPH/LCoRpPGp7Zsf/nwSUF+Qe0WzbqNHW5mayu5nKDnPufd97x8+FhJWaVuK7duY0dJvVFSbNzpoiWEB76yrFbNztW5Zd+eTvXrsi9DH3z/b+vpy0mIjrWr6eLSsEGX0cO09d/pUSI3K/vYxn8e3/CMCYswr2rjVK9Ox2GDq1T7f1vrdwOGx4RHrLt06sz23c9v3ooIel2tVo1WfXuW2D0EfSdXDx4NfPbcvoZr3dYtOgwdqKSiIjnDkxueDy5fC33hHxYQqGtkaGxh3n3caPoBSM4T4vvi0r6DLx48SoiKsXKwd+vVrcMQ6eWIPfP0WvPVTFV19YVbNzrUrU1Tgp/7nHPfQ7+HxKJP7VC7dsdhA42qWDCAD4qLiPxx2JiEqGjaqGkr4CaWphSi6o3n8VOPr3v4P3yiY2Dg0rhBp+FDLOyrimf4pI1I0r3zl28cPRHqH5CTmelYt7ZL40Ydhg1U09DgXi3eZwSt/Nkdu57fvJMUG+vSuGGXkcOo0Fs/c97wBXO7jRvJ3nbvsvrUoYTIqGuHj1OhZFzFok5Lt+7jR2loa0u+dWk21Q9Tr1lXt++g1LMn3sybqqCpVZCRzoq6AolXVr8Sl101OLq+pVF6Tu7jNwnxmUpNlVTVRCJRXEzsulWKWtoFmRlKxmYGoyaqWNowgLLgVM3xhzmLGQAAQHlCGCEDzmzZuffXtTRi4+yUnpp6cO2fXqfOSs0T7O37+9dz6IhZVUPdprpTdEgYRQNX9h+ase4XOsjm5vG9c2/9rG/SEpMUFBTsaromRMeEvQygIcTv5dL9O5WUC38MSTGxP42aEPU6VENHh2q2Tz297l24JFnZfh/3n36mSggrbH601jM0vHPuktepc817dJv220rJ2SKDQ4799U9Gaqqti3NcxJvL+w7SZ/lh33ZrJ8f/VvLu/V8nT8/JzNI3NaHlXNp78NaZ84oSpyjn5eauGvtVeNERv61z9ejQsGBvn6sHj4z7cUn7IQPZ53rt47d85ISs9HQtXV1bZ6eIwKAX9x5e3n9o0oql4hoFvfr9oFERga9U1FTpS05NSLq4e//lfYf6TZvUd9rk/6+hKG/1+KlRoWENO7StVrvm3fOXNs5fQuvZ7+uvJN/x3M69tOa6hobmtjY+d+49u3nr+a07czeuUyj6sAX5+X/MXkB/S+P0Sa0dqr1+4R8X/ubF/Uez/vitUaf23ELoC9y5/Of8vDz6uqyq2VGSQoP/w6fT15VwP61Xz56vmzFfWVV13t/ruSSC/h3LR03MzsgwsbK0dnIIeu7rd/fB1QOHF2z9q1rtWgzgPagY+XniVKrMU71dnESUphTKTEujDZymUylU1dUlMz2NNqIr+w8PXzCn86hh4uWXciOSdPPEmb+/WUIxnJmNlb6x0ZMbNx9f96TU47vdW6XSEA6t5/KRE2PCwihWoNzE+9bdR9c8GrYvoePhB5euHv3rHw0tLUpMqGSgtJRyh2UHd9HHZKXeVD9KUVtHr0d/NXunrCf3cxMSFBjLCQ7MfRMe7NIwUtckMjQqLCktKiUlOjXDwMTa1LWh67NbKlXtVCysaQ1UzKuo12uk7uzK3n8PBQAAAAC+QRjBd1Tr3v/7Bqqyztm41rFe4S2U/e49WD9Tukt295W/0rF136mTek0axx0iUx2Aqqm7Vv664ug+rn7rvuJXqkJQi1/fKZM0dQuvAn3zKnjFmEl0bB3w6Klz4wY0hVIPSiJa9es9bukSqnJTKLB16U83j5/+8EpSezslEXRAP/WXFVVrFHb8TrWUv+YvvnX6bP32rZp1+/8lphfc97Yb1H/YN7M0ii5D3fbDClrPU/9sm7pmFT3Nzc75d8kyetOxPyzuMGwQK2p9XTd9brCPr3gJVGGg76Tr2BEjFs5jRa2sj695rJsxjzKaNgP6cpHKpxLl5Pzz7Y+UNdAX2HfaJFoIVTDObt+995ff/13y469nj3J33Ni/ZgMlEZRNTF71I3fGxHOv2xvnLTm84e/qDeq5Nm3MLS0zNfVN8OslO/7hvopOI4YuHzHu6J+bG7RrY+vqLH5TSiKGzJ3Rc9I47uta9/Uc+iBnt+3qPmE0Tblz/iJVb6huM3/zH5QcUc2NvpYTm7ce//tfqrlxNZzokJDdq39TUlaixKRl356sKEv6feqsO+cuNO3WSaoWFBn0+tfJM/Lz8+b9vYH7X7PCH8lBSiLm/LW2QYe23Pd/6t9tR/7YdGLT1jkb1zGAktBv5pdJX1Pp0X/6V9wZBJzSlEKn/tlOSQT93sb9sJgSNJri/+gJVeb3/LK2Qfs2xpZVuEWVciOSdH7nHnUtrTXnjhmYFfb7mJaU9M/ipQ+vXL9++Hj38aOKz7/n57WURNCGM+6HJbS29OPfvWoNpXvF56QNfPyP37YZ2FdRSYk++0+jJlKZ6XniFJd+lmZPHKkPAAAQAElEQVRTLSXKIzQbN1evXa+wJ4iCgvyMjNCjB/xtGxXQV1fAwpLTckT5aVlZcakpSo0713JxMO/UXUFdneZUUFFVUFNjAAAAADIFfUbw3dWDR6ndu8/UCVwSQQpPJ5ZoQiRPb3j6P3xcs1mTATOncnUAQgfKVCMN8Xt578JlVnRCgUvjBs17dBsydyaXRJAq1ezqtnKjkaT4OFZ0EcetU+cMzc2onkBJBE2hpVEqoaWr++GVPLax8PbjlCBwNQdCC5nw43c0cnLzNsk59YyNRiyayyURpEdRJSHY9wX3lGrjVD1o0qUjl0QQY0uLEQvnSi4hJiyicMXU/vuYdOhP6cDE5d+PXbo4X5THPsudc5dCfF/Ubd2SvkAuzqCKE1Vg3Hp1o+/k0t4DrCgWoRGqPk39dYX42o1abs0GzppGI1R7l1xgp+FDxF+FeVUbqp5RaHLlwBHJeRp36cAlEf99XT/9QCMX9/53r1Z1TS1697HfL7avVYO7iRT9L9oM6EMjSXFx3Dw3T57LzcruMHQgl0QQWr0h82ZSvSjYx6/oy/nvO0qMjlk9cWpGatrsDWtqNm8i9WWqqP9XjaF/OlUjRy6eT+vPACRwP0J6yBOJ1k2f9+qZd88JYyXPUyhNKZSelHx6m7u2vt6U1cu4JII41a9LGwgVUGe2uUu+Y2k2IkkUXtBKcgUXoY106LxZFCLUcmtafGbaIiizM7GyHL/0W25t6Q9Hf7fAytGh+Mz12rRsN2SAYtFJB2qamh2GFpZOr31fcq+WZlP9JIrqGopa2hRMKJua2U2ebm32XycXJsb6pkb61kZGorx8O0tTqyGjlIyMuTmRRAAAAIAsQhjBdy/uP6THBu3eOXm4efd3urN+/cKfHl2bNpL621rNm9FjsE9hVV9JRWX0dwun/bZSfO4AHY7fv3glOiycxkXZufTod/chHe7XaeUmrp0SNQ0Nrtn8A6hmQofyzg3rS060sK9KVYjQF/7U5CieaFfDlY7mxU8NTAvbMHOys//7sA8KP2z9tu9caE3N+FRnED+t3aLwQ53YtGXDzG9uHj9NLbH0lGrjTbt2llztTxIe8Ioem3TtKDW9SefCKRGvXhc+BgbSI2U3UteKU3RSuITAV5ITW/XtIfm0YcfCe6H53rsvObHxu02mNs5O9I1R5MF9Iqr/TP11JQUW3KuinJwX9x9xp4LTODfx5cPHhQvv8M5yXJs2/vvW1UGzv2aMu+ScpSen/DxhWlz4m54TxtRp3VJy5lpFX+bar+e4r/jl0dUb1BytrKraZfTwmiXV30DICop+TAX5BZsXfvfs5i2nBvWGzJ8pOUNpSqHwwCAKHexr1hDHkRxuo379NpTklGYjklS/TavMtLQl/YYe//tf37v36Y1og6IQgbas4jM/97pNj1JlHcUNJZ7IUL1BPcmnBqaF6UBOdhb3tDSb6mejdKOpjYmSooKSkqKlpbGJiT6N2JsYd3ayxo3uAQAAQNbhMg2+iwl/QwedBmYmkhONqlhIHolGhxTeAe7g2j9pKL6E6LBQ8Xjgk2c+d+7FhIX7P3765lWweHp+QT49xhdVg/WNpXubN7H8UHeGtDRqLM0TsREu9Uuc4c2rIPGZ1fqm7yxcUbmwsVF8RkMctwLFurs3tbaKDY/gxq2rO1Lj//416+8Wnh19kabY1azRbmDf1gP6fN41GiQqJIQejS3MpaYbF/XjGBNa+AW+CS58NCo2j5aeLrX0JsXGZaSkcqec0GqYWFlJzqNnbERhUFRwCNXoxP84A1MzqUUZmZlFBr2mL8Gw6F0oRLh/6WpMaNir5z4vHz3OzfovssnPL+BGkuPiWeFZFabsgyhyogCIKloex0/1GD9Ksh7YblB/n9v3aIYL7ntpoDWv2bwJhRG1WzRnAMVEh4bRQL9z/4ePqTDheh7576VSlELRRZsSZRnDq5fQ3eyboP+XSKXciCQNnT8z1N8/IjDo0Lq/6Cn9zht1bEcBXIld3nBlnaGZ9LZTfAorLJHeKX4VlQrLmYL8fPGUj26qXyIzR5SYnq6hqhYUHJmXl0fL1NXSyiuDBQMAAABUMoQRfMcddUse+LKiI3XJ8wu4i7Gr1nDRLul6CnH9WdzHpJaurkO92jWbNXGoU4tSict7D759L4X/v6UENQ1N9n5c75JUP7Gv4co+RlHxQ/2rvW8F1DU1JJ/2nDi2YYd2t06fiwwOiXz9+rWP71Zvn1tnz8/7e726lhb7dBSmsLdtvyWsc1HGkf/fPKzE9WaF/xSl/38MxY+fc6SoJD1PftHSuYtiKJVYNnxcSkICK0pbGndqb1HVtkazJj8OHSOeX0W16Iz0gvfWS7gvkmKIr39bRU3K57bv3v/bH2OX/r+DdPohzfrjN5/bd596ekW9Dg3zf/XUw4uGbuNGDl8wlwG8Ja7/dx41rEbTxr9PnfXvt8tWHt8vTgBLUwrRhkGPplZWptaWH38/xU87cY8i2pXH9t85dyng8VNKSIN9/TyOnrh95txXPy9v2rWz1Mzc7WYKCkpVpy++qUoqzab6JQIT0lIzM6lwUEn5r4TJEeU9iojrUt2aAQAAAMgyhBF8Z2BqSk3uCdExptb/bydMTUjMSk8XP+VeatW3Z+eRw963nIjAV5REaBvorzy6T/LGjb73HojH9UwMWWFnilFSfxtfbIokY8sqVCGhGu+iHZvZl+FOyii+AtwZE5Is7Gz7T//venVqbv1l4td+dx94njgt7tj/k5jZFH6B8VHR0u/7JpK9PVPDzNa6xHWjRtG0xCTKYsTxUF5ubnJsnPiSeFZ0CgNNNLaqItmim5qYJLUoaq2lGcyrFt6c7+hf/1D1pvv4UcO+mfP/9Yl4Izk//d+DfXwTomNNbd6pllxw30trW7d1S66q1ax75/rtWrs0bnD33KXL+w42697FudE757BQxYkGbvzJDc91M+ad3baLvknJnxwIHFdvN7a0GLl4Pv1K67Vt9fiax+ktO3p/NYGboTSlEDePXU2XGet//fDblXIjkqKsqtqid3cauBU+vH7j8b//df/pl+JhBJeGJEbHSk1PKFYIfFRpNtXPlpGT+zI2yUBbOzg+rkEtxzdv4jMzC0+7eBqZ0MbOXF1VhQEAAADILPQZwXfc5cpc929i9y9dlXzaoOjek4+u3JD6272/rp3epgvXP/yLB49Y0eXNkklETmaW7+3Ca7Dz8wrPvHBpVHj7vWc3b2dnZIjnoQrA46se7IMadWxPFXLfu+9czk2VhynN2i3pN5TehZWOU/3CTjrvXbwiOZEaHsNeBoif7vn5tynN2/k/eiKeYmZjw3W4GPu5FQCujkR1danpdy8UTuH6wuDmeeLhlZma+s485wovFanRrLHkxAeXr0k+vVe0nDot3CQn+ty5J/n0tY9fdEho7VZuXFOz3/3CkKj94P6S8zy5cZMeC/L+O03GxKrw1gOPrl2XWo77il8uuO8TT+FOoNDQ1h48ZwaNbP9xJdeLB9XWlo8Y93WrTpJXtlOEQT8S9vY8dgBJSsoqXBYwavF8FTXV45u2RAaHcC+VphSqVruGoYW5372HFOFJzvPo6o2vmrX9Z/EPkhNLsxGJ0WrM79b396mzxFNoPQfOmqatr0cFUWZamtT8NZs1UdVQp7JO8sdfkJ8vVbSWRmk21c92PzxOlJ+vqaqmzBTuer90crDS1CzsbjMnL88nJokBAAAAyDKEEXzXun9vejy+aSs1WXNT/B8+PvLH35LzWDk6UNO39+2757bvFk+k+c/v2EMH4rXdCjuHMzQr7KHgzavg/Lz/OmigkX+/XRYTXtiBZU5WJj0amJnSchKjY/5e+B13+E611u3LVnHzfEC3cSPocdfKX+lvuSnZmZmbF31PDYb2NWuIu9b/KHp3WgdqcaX2TK4llhoq/1myVLzOxNbZOSU+4cgfm8SJCaUD9y4WhjVVqlblpkSHhFAyEhEYVMr3bdKlk46hAX1jB9f+yb0XvfuZre5eJ89SZaZ5j66sqK8KqsAkxcRu/OZbcVXqudftQ+s30kiHwQMlF3j0r80vHzzmxn1u36W2UxV1te7jR0rOc/XgkYdXrv+3wqGh9DFppNvoEdwUI/PC/1d4wP8/QuDT5/t//4NGst5+8JZ9elCF8NLeg+IYhZKjg+sLL5h369mt+MekFmPXJo3CAwJP/lN4ixOqrVWxs6N/2eENm8Tnq1P08+J+YW5lXOVDHYWAwJnaWPeYMJZyxi3f/chNKU0pVNg96oihVCzsXL5KnALQj3/nT6tTExJrNH0n0SvNRiTGnU9EoQaVHuKJDy5dTUtKNraqItXpLCu610arPr1iwsK2LV3BZXO07VAJRlsHk7gmpTRKs6l+nqzcvIcR/92Pw87EtKWViYOOehULIxWVwrySwoicLw47AAAAACoRLtPgO4c6tXp/NeHEpi2/TppOB9xqGhohfi9rt3TLTH/nMLfv1En+j57sXr3m9tnzGlpaIlEuV6Wc8vNP3Dn8NZs3rVa75qtn3qvHT3VpVP9NUIjvvftUtabl06FzSsJ/jWwjFs0N9Q+4f+HKUw+vqi7OYQGvRLk51FT++LrnB1ayWu1arfr18jh6cnGfITbVHWlKVGhoXESkravz8AWzWalRnWHsD4v/mLPg0Lq/zrvvNbOxDvbxMzIzs6tZI9jbh5vHrVe3O2fP0/rM69q3il1VVnRLP8osXJo05E7PJpf2HaIaUcu+Pb9avbw076tnbPT1mlVrp8+l7/ny3oOWDvaRr0OodqSmqTnxpx90jQqvXqH6yaSVS1eMmUwVnmktO9hUd0pNSOJimj5TJkrdfkJLT3fZ8LG2LtVzsrOpes+K/hFmNjaS89Rt3YIacukzUt4R9NyH4oB6bVuJl9Njwph10+f+OW9Rp+FDFBQUA54+9X/4xMSyioqKSlpyMlWfKIag6t/IxfO3L125YdZ84zVVzK2tYyPeRIeG1WndokWfHiV+Uvp6F/YaeGLz1iZdOtCfD5r99fNbd079u40qjXpFH/Pl4ye5Wdm9Jo2TvIMJQHG9J4+ntI7KmasHjrQrOi/go6UQaTuon9eZc16nzgV5+xqZF3Yk4f/kKYUabQb0cevVXXL5pdmIxGjznLDs++Ujxq35akb1hvVUVFS5d1dUUhr3/aIS/6TPlAlUHt44cuLehSvWTg5U1lGsWaWaHSW2au92UvNhpdlU2WcJTEhOz8nlxhtam3Z3tskuYGnGeqlpmdHRCfEZWRHJ6XaGOgwAAABANuHMCBlANcYFWzc26NA2PSVVUVGp77TJ8/5ex930Xsy+Vo2Vx/Y36tQ+IzWVDu7jI6Np/h/2bhdXSumAeMGWjZ1GDEmIjqY2xvuXr9BR/ne7to5f9h296vf2hnl0rL/iyN5+X39lUdU2IjCoRtNGi7Zucm3S+KMrOXnVMqroGltahAUEBjx9rmtoOHDWtO93b/3UHiUbtG+z4si+doP6a2hpU8RAU+uOjgAAEABJREFUjf/f7dkqecMIqnXMXL9m2PzZBqYmr1+8DH8VRJ999PcLF27ZqKz6mQf9hFKAFUf3UTVeS08v2NfP2MKi+4TRP586xN1QkGNUxWLFkT2t+/c2tbYODwxSUFSgCOaHfTvok0otjf5BhV1aKCikJ6c06dJpifu/xdOBHuNGT169jJYZ8Sq4SjV7ipzm/LVW/Cr9Kxdt2+RQu9bVg0coLIh/E9VzwpgVR/e6NG6Yn5fHnRlO2g8ZuGj7JudG9fNyRfS1U64xfMHcWevXvO9jUl2r08gh1Aj875IfKf7QMTT48YB755FDmQILfOadGBvbpHMHWo3Bc2cwgA+iImXEwsJeEvatWcfd2OWjpRAr6un2x307u44dQVtrkI8vRZ8Ukk79dcWE5d9LLb80G5EkyiBoE6Y5aWVoWxDl5FJxt/L4fqnb2YoZmJl+v2cbRSqURIS+DDCxtKDtsXGnDkUrqc1KrZSb6qfKy8/3e3shhom2RnMbM2VFRS0lRTs1lWrWplpa6hk5oteJqfkFuK8GAAAAyCqFAhzKfIGCIvn5dMxJ9bvcnJwcv0WrREkp9v26W3dty6DyHFr3F9VhxvywiFWs7wYMD3ru88f184bFbgIqWDcmzadNRbt3R52GtdWLqKmpUbuxsrKykpKSoqLiJ50VD8VxxThXEIlEIiqIgja5pz72Ma5Xs8bUMUzWVMBGlJOZFRsRQami1GkLG2bOv3v+0s+nD1s5OrBKFZmScczndXxGlrqycjuHKvWqGCkWbSaUPgTm5Pkmpb14GWqlo9nT2UZP4/ND2A8L3Hss4pqXoqWZ0YQh6m+pqqrSxivecrHxSpE8KuA2xsVn1/rGvOro6jat7XAGAPz2+6UdHv73XA3tZzQeJj5iQbkHUH5wZgTIIToGfOrhZePsxAAAilFQVFzQY8Cczr3Sk5LFE1/cf3TvwmVrJ8dKTyIoWwpNSkvJLrxGw9FY18VEX/HtsS+N2KoqWepqWlqaxGZkxWVkMgAAAADZhD4jQA6d3b5LRV2tZZ+eDACgGBU11Vb9et04cmJ2x552NVxoCrVgv3rmrW2gP3nVj6yy5YjyYtKzcvPytFVV2thZaKq+s6dWU1BwVVVJMdbLSM+MSs20M9RVRDMdAAAAyCCEEQzkT4chA7qPGyXVrQYAgNj4Zd851q1z/9KVN0GvUxISrarZ9Zo4tsOwQfomxqyy5RcUiPLylBUVB9Sy19dUKz6DlpKCs4ZqrK5WHi60BAAAAJmFMALkkIZOpfUwv/zwHgYAX6BiNiIlZeW2g/rRwPhHXVmpkbWpvaGutf57OwA2VVZqYKBjoqaE0yIAAABARiGMAAAA4BEFBQUrPS0aPjCPiqKCo54mAwAAAJBZCCMAAAAAAAAAoEIhjAAAAAAAAACACoUwAgAAAAAAAAAqFMIIAAAAgHJRgDueAMgaBYmOgRWKMAAoHwgjAAAAAMoSV3sRV2Pi05Ieh/oyAOC3pIwkbkThLQYA5QlhBAAAAEDZUCjC3m1cfRTqQwMDAFlAG6+ioqLCWwzZBEC5QRgBAAAAUPZQewGQUYpFkEEAlDeEEQAAAABlgCotXCcRXAWGKjNL2k/OyMzMycnJzc2lR5FIlFeEmx89SsiuqKgo+v+ampoykHHirIH+oUpKSioqKupq6kpFkEcAlDeEEQAAAABlRvK8bk1VDWWmlKtclESoiLgwIj8/n4shEEbIrpi8KMUCpq+ly0DGiTdY7mwIZWVlyiPoUTKPYO9eeAUAZQVhBAAAAEBZEldsqDJDtRoudOCeUhhR8BYDmZWbm0v/TXV1dQayT3z6g9JbXB4hebEGA4BygDACAAAAoCyJL9OgWo34wg16ml8ESYQcyMnJoX+uhoYGA7kg3mbFGSJ3coQ4jxDPxgCg7CCMAAAAACgzkmd9U+hAVRrJJIIwXKAh+yiMoP8szoyQJ+IwgssjxI/oNgKg/CCMAAAAACgbkn1YUjWGSbS40nT0FiE3srOz6b+ppqbGQC5IZoiSqYTkaREAUOYQRgAAAACUJcke78SnRUjGEAgjZJ1IJKJ/q6qqKgO5IHkhhjiSkMRwjQZAOUAYAQAAAFBmuJMjuHoLd0IE4UYYYgh5wd2iVUVFhYEckYoRpZ4yAChrCCMAAAAAypLkxRpMohqDJEJucLdoVVJSYiB3indXiSQCoJwgjAAAAAAoY1ztRXyKhOREkAPiE14YyDVsswDlCmEEAAAAQLlATUZecWEE/r8AAF8CYQQAAAAAAAAAVCiEEQBQEXCldEVCYx2UFanO5AEAAADKCsKIMoNjNYAPKN4ZNbaX8oPoBwAAAAB4DmFEGShepwo9f/WNxx0GAKywZsyKNhOuoy/cIqsCcF9vgq//3UWrGMBnyU1P50YU3sUAAAAAygLCiLIhdaAmysikgQHAW1wYQSTrM6jYlC2poCc/OycrO54BfAGpLRd5BAAAAJQVhBFfSnwvcW7cuGOrnLR0kUiUVyQ/P58euVdx4jQIDVdvUVJSopqMupWF4luoz5QtqVKIvmH9RnVVLcxERbiCiHDzoCCCDxNvm9yWq2Kgx41wW654HmzCAAAA8IUQRpQN7siMjtWM2jTLKZJbRFwTQDUABIWrqHAVGKrJqBRRVlaWrNWgMlO2xKdFEL26NTRrOInLIslIgqEggvcT/4q4LZe2WWy5AAAAUE4QRnwRrkFSnESIj94KJC6SRwUAhEm8XSgVkazSoD5TTiS/cyp2uLJIsiAqKMIA3k8ySVQugjwCAAAAygPCiDIjrgNIJhHcU4QRIDSSrfRKb3EVG6nrzxmUHXHuwJU84iSCyyYK3mIA7ycOI7iNV/ktcZIoNScAAADA50EYUQbE1SruoJ9JJBG4VBuESTKMkMwjOGhcLQ+SJ9iztwUOF/1IFkQMZRG8n2SvEOLT/Ypvudh4AQAA4MshjCgb4gqA5FNxayTD0T8Ij2QeoSihePsqfDlxH5bisog7CYW+7by8vAIJDOBjJIMtqS0XGy8AAACUFYQRX0rcbQR7e+hGj1wGgSu0ARQkcFuHVOMqKjZlSPIEe6n+IxgiUfgUUjs13NoTAAAAyhzCiDLDHa6Jr9OmR8mTpQGESep6DVZUVWbIIMqBZDDK3kYSrKgIQioKn0Fq45VKIrAJAwAAwBdCGFEGJE+QlnwqefSPmgAIjVRdpcRTIVCfKQ/cVy0uhVAQwacqvpFKbbzYcgEAAODLIYwoG+IWSMk8AodrAGLFswkGZU1cELFi2SjA58GWCwAAAOUEYURZEh+lIYkAKA4bRcWQLIgYvnYoC/gVAQAAQJlDGFEucNwGAJUOBREAAAAA8Bb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B97dwEexdWGYfgQxQnBCRAkBHd3l+LutLSlLVWktFCKFWiLtFAH2lIoXtzdi7u7J1iQBEJc+D8yf7fbhAkbiOzOPvfFNczOzlp2d/acd745g2RFGAEAAAAAAJIVYQQAAAAAAEhWhBEAAAAAACBZEUYAAAAAAIBkRRgBAAAAAACSFWEEAAAAAABIVoQRAAAAAAAgWRFGAAAAAACAZEUYAQAAAAAAkhVhBABY6smTJwoAgBj8KAApIlWqVAqGQBgBALpoaAIAAFgV8+YZwYRNI4wAgGcz/dRpM7GCCXIKALBn8isQFRWlACQL89DBNC8zWnuMSMJGEUYAQGzmMYRGxYkkCCMAwG5pPwGEEUCyMQ8gtGmsSII8whYRRgDAs8kPW0RERHBwcHR0tPqn6Snzpt8883lLpgrJK0HvTmJNtYfWm0eySZF3n+97ijDtGlXJ+L5HxQgMDOR9tx580w0sVhLh4ODg6uoqU1MkwTtiowgjAOA/TBUQkjWEhITcvHnT2lohttVmsq3nmaDnrFKahc9ZWZME5TjW9gz5xL4kI31i5QciMjJSwgir+tvyiU1cht/GWn/bQO95ykVHR0cHM4o8wjYRRgBAbE/+ITu+5Fcte/bsqVOnVtAXt8VmPp8MU+3hrKSNBfvBJ99uOTk5ubi45MiRQ9kNK/+088m3HxICRkRESBooeYS2JFUMBRtEGAEA/3piNiSE7PjSIglXV9c0adIoAABiaDtj5ddBAUheWh2E5BHmiZi2nEjC5hBGAMB/PDGjjQqhAAAAYB2exIzqpc1LO02LJ0xX0XKzIYQRABCbKYnQiiMUACBx+Z9OdXOrevLiZ6OIDndQ7qVU3uqpHJ0VADsjYYQWQ2itNZkhhrBFhBEA8Aym4gh+2AAg0Tns6Zfq1nb1JFo5plZOqZWDo4qOUuGB6kmkJTeXlDhVqEOUk7dDj00qQ04FwJ5I8ywyMlICCMcYWoNNURZhgxwUACAO8x82BQBIRNJhuH9E/lMZ8qkcZVWWYsq9iHIr8DSViCM6a/mIZpujPNuYL3za3XCIfvLgnIoKUwDsjDbEuKmC1UTB1hBGAEBsT8zO7knEDgCJTLarspl1cFFps6lUjio6Uj3yUXdPqojHz1jZNavKWDi67syoAp2eOPxnwMgnir4HYI+kbWYKIzii1qZxmAYAPAOVEYA9++mnn2bNmhVroZOTU968efPnz+/l5dW+ffvMmTOrBFq6dOmmTZtOnjwptx0zZsyECRPOnj27ZMkSDw8PZSC3bt2aOnVq586dixUrFt96qRyUo8vTQzMCrqiIRyp+jqmjq32vnNM7XJ6fKjJYAbBjVEMYBmEEAOji4EPAnmXPnj1Pnjymi5GRkdeuXbty5RD1OgAAABAASURBVMrWrVuXL18+Z86cjBkzWn5vmzdvHjt2rMwUKlQoKCjIzc1NGZSELLt27erYseNz1tO2rkG34kkipJ/xxMFZOcS0V13do8t8pqJCHS4vTPUkQgGwY+w0MgbCCADQJUkEP3KA3WrYsGHfvn1jLTxy5MjIkSNv3749e/bs9957T1ns+PHjMv3oo4+6d++uLRk0aFBISEjWrFmV3YoMVhFBSjlEFe39pGDnJ+kk+omT/zqlVa4xRSgSXqTPF115ggp/5OizSgGwY+aVETTVbBdjRgCALiojAMRSrly5/v37y8z27dsTdMPQ0FCZ5s6d27SkePHiFSpUcHV1VfYpKvxJ4I3o1Dkjm2+Nrv7Tk5y1VIYCKkP+2P/SZH86roRGNshpskXXmxMTWwAAbBuVEQCgi8oIAHHlypVLpv7+/uYLJWuYO3fugQMHzp07V6BAgYoVK3bv3l07jmPHjh2ffPKJttrgwYNl2rNnzw8++OC1114zjRnx6NGjRo0a1atXb/jw4VOnTj148KCfn58EH23btq1WrZr5A8lGaeXKlX///ffx48czZcokcUbnzp3z589vWmHixIl//fXXnDlzDh8+vG3bttOnT3t6etaqVevNN9+Mjo6eMWPGzp07L1++XLBgwbfffjvWnR85cmT58uVyz/JyypYt27x58xo1apiu3bp1qzz/AQMGVK5cefr06ceOHZMnU7Vq1R49euTLl09WuH37duvWrbWV33jjDZkuXLhQu+oZoiNUKpfoyuOfZK+iLPckSt3ZrRg2AgBsH2EEAOiiMgJAXLt375Zp4cKFTUvOnDnz8ccf379/39nZuVChQr6+vidPnpSUYezYsRIWSG9cgoBdu3ZJ9NCwYUOJBsqUKfPMew4ODu7bt69kAV5eXunSpdseY9iwYS1atNBWCAoK+uijj+TOZV7WkYvyKMuWLfvwww+7detmfleSaEgIkjp1aolOzsaQDdrVq1c3bdokWYmkJBJS9OvXb9asWd7e3tpNxo8fv3jxYpnJmTNn5syZJXrYvHlzgwYNvvrqK/N7vnbt2rRp0+Sh5QlI+iDhxfr162WJXEyfPr280g0bNvj4+EgqkTVr1niG1XiSyiE6T9Mnueo8HckyLCDVpbmp/E+min2qzlTRWco98e6lnNPF3CYq1fXVDgc+SxX2QAEAbBxhBADoojICgLlHjx4tXbpU+vky36lTJ9PyCRMmSBLx2muvvfHGG9L/lyWLFi369ttvZfncuXPz58//9ttvywpaGFGvXj29+9+3b1/x4sUlEdAGzly7du3IkSMnT578yiuvODo+PVRh+vTpkkTUqFHjs88+y5Ytmyw5evSozP/0009169Y1PwZEkogBAwa0a9dO8hFJK77++uvff/9dVpg3b17BggVlhd9++02WyGPJzeWiZCXa43755ZdFixaVJXfu3Pn8888lj5CsoUmTJqZ7ltUkHOnfv79ED3JR1l+xYsUff/whmYUskVcqL1MLI0qUKKHi4eL2JHc95ZxBZh0u/ulwcISKCkn137N1ygWHkDtRBTo8DSOeRKub254mEeH+MUNLsHEG7BRtM8NgzAgA0EVlBGDPJEeo8l+NGjX65ZdfZMvQvXv3OnXqaKvt3Lnz1KlT5cuXf++997QkQnTo0KF+/fpXrlzZtGmTSgjp5JtO4SEZRI4cOe7du3f37l25+PDhQ3lK6dKlGzVqlJZEiLJly/bu3TsqKirWuUglsOjcubMkETLfpk2bTJkyyYwkBVoSIWrXri1TX19f7aIEEzIdMmSIlkQIeeihQ4fKjAQN5vcsdzVw4EAtiRASwcj03LlzKqGcMzzJVOTpMBCRIamurXwaLqTN/fTcGWZitr9PT6nxNIm4d8hxz0fKwSmyyZonGb0UAHtF28wwCCMAQBeVEYA9y549e/kYOXPm1Ja4ubn16tVr2rRpH330kWk1rR9eoUKFWDevWrWqTM+ePass5uTkVKpUKfMlWugQFvb04IXLly9L6CBhgSkI0GjjPsR6IAkpzC9q5+wwJREic+anp6iQgEO7KDeXRy9Xrpz5rfLnz58rV66rV6+Gh4ebFsoTSJMmTaxnqA3PmTCpnJ7WOwTfcjj6lfI/GVVqYGTrfU+yxP4zquhwFRWibm5x3P66pBVRNX9V7qWfuLorAICN4zANANBFZQRgz8xP7Xnx4sXJkyfv3LnT19fXy+s/u+V9fHxUzFEPIu6daNdaSDr2sbY52tEZ0dHRMr1+/bpMDx06VKXKM0Z8vHbtmvlFrRTCxMHBIdZCbYlGXlR0jFjjWZpIDmKqmIh1LlLzZ5gwT6JSBZxLdW1Zqkt/RZcd8qTYO8o18xPtLJ5mUvmfdNw7IJX/KRURGFlrqspW6ekYExGBKunNnDlz79698aygd27XevXqdezYUQEA4kUYAQC6qIwAoJEAYtSoUT169Ni0aVN4ePiECRNMV2m9+kKFCsXq/2u0U29YSOvY69EeKHv27KbjOOLh5JSANp52z2nSpClWrJiFKyeCkNuSMqiQW1GVvnpSpLdySv3MtVKF3kvls1pmorNVVvLv6WiXj1I9upAMm+Z27dqdPHny8ePHCbpV+vTpW7ZsqQAAz0MYAQC6qIwAYJIuXbrhw4f36dNnx44dK1euNHU4PTw8ZCoXu3btqpKSlkFIXjB+/HiVqHLnzi0Rg0QhkydPVskmKlSF+kWVHfa0JsI0VETmEk8CTsde08El2q1IdOUJT1eTzfLluamiI1TSk1ihRYsW8+fPT9Ct2rZtaxo6BAAQD8aMAABdVEYAMFeuXDntJBrffffdgwf/P7ukNpLl9u3bY60s6zRr1mzhwoUqkZQsWTJLliyHDx9+9OiR+XJ56AYNGowcOVK9hNq1az9+/PjQoUPmC+/du9ewYcNu3bq9yJAQz+WULqrER0+KvqXMBq2MrvRVZKcLsf91OBXdcInKWOjpGg/POZz+WSWXmjVrenp6Wr6+t7e33qEuAIBYCCMAQBeVEQBief/997Nnzy799m+++UZb4uXlJf3PI0eOzJ4927Ta33///ddffwUEBCRi19TZ2blz586BgYFjx46NiPh/aYCPj8/48ePl+VSqVEm9hJ49e8pU7srPz09bIgGEBBzycMWLF0/Qrn5t5Rs3bjxnPRe3J3maKlc3ZSGJhh9ecDw8MtWjSyq5ODg4dOnSxcIfAicnJ1lZAQAsw2EaAKCLyggAsUhPe8iQIf369du8efP27du1soi33nrr+PHjP/7444YNG9KlSxceHn7y5ElZPmzYMEvGd7Bcu3bt1q1bJw995swZ7RwfJ06ckGCiWbNmzZs3Vy+hZMmSTZo0Wb9+fbdu3QoXLqxixsu8d+9ewYIFBwwYkKC70l6yBBnTp0//7LPPSpcu/ez1Qu44nPstOmMhlSb78+809F6qaysdTv+YKuBsqieRKhl5enrWrVt369atz12zfv36phOvAEg6tM0MgzACAHRRGQEgrmrVqjVo0EASgbFjx1aqVClt2rQlSpSYO3fuhAkTLsdwc3OrUaPGq6++Guv8mi8vQ4YMM2bM+Pnnn/ft2yd5hLOzc7Fixdq0afPKK6+olzZq1CiJJFasWHHp0qWQkBDphMs9d+/eXV5ggu5H4oxjx44dPXr06tWrsY4oMSeZgsPFOco5Q3T5L0z1EQ473nC8OFtZmZYtWx44cCD+kSwzZ87ctGlTBSDp0TYzDHb6AcC/nsSIioqKjIyUnY2BgYEBAQH58uVLaFscABAPx5lZVXiAzDxRDtEl+kaX+USlfnrGUIcNrR1911pyD1FhKiJAOb1/KZVbAsZ0eGF79uyZNWtWPCu88847ZcqUUQCSmL+/f3BwsLTQUv/DJYajo6ODg0OqGAo2gjEjAEAXlREAkKRSqWiHU987HBqpgm+phErGHWrVqlXz9vbWu7Z06dIkEQCQUIQRAKCLMSMAIClEmZ2d42keceFPhyNjVJBvqhA/S24uG+YnEUpFq+TUpUsXJ6dnHOAsC7VzrAAAEoQxIwBAF5URAJAUIiOyRz56aFbbEKbu/KZ2/mZpvCBhRGQq5ZoxlYOjSi45c+asX7/+hg0bYi1v0qSJu7u7AgAkEGEEAOiiMgIAkoJDy9+iD/yiIkPVi3JwcEpVqJFKm00lo6ZNmx44cMDf39+0JEeOHBJGKABAwhFGAIAuKiMAICk45Ksh/5StSZ06dadOnaZOnWpa0rVr12ceuwEAeC7GjAAAXVRGAADMlSlTpnTp0tp8hQoV4hnVEkASoW1mGIQRAKCLyggAQCydOnVycnJydXVt27atApDsaJsZBnVlAKCLyggAQCzu7u5NmjRJkyYN41YCwMsgjAAAXVRGAADiat68uQIAvBzCCADQRWUEAOvB5gh4LnYhADaEMAIAdFEZASDFxcogiCSAZ9J+r01fEH6+AetHGAEAuqiMAJCytE2QaUP0JIYCEEeqGKZ5dicA1o8wAgB00ZQBkIJMSYQ5FSehAOyZeQBhosgjAFtAGAEAuqiMAJBSTIlDWHjk90sOmhayUQKeSX6y+7evIFMHBwfTlDzCkNgMGgZhBADoohEDIEWYkojo6OiIqKjdp28qAM/zQUSko6ODfHEcHR3lu0MeYVS8oYZBGAEAuqiMAJBSYh2aIQp5ZMmULrUC8F/+j0Ou3HwgMxERERJEODk97eBIHqF9d+i4AlaLMAIAdLE7BUAK0pKIyMhI7WLLGsXLFs6tAPzXvtPXJy/dIzPyZdF+tCWPMB8/gl9zwDoRRgCALiojACQ/83NnREdHsxUCLBQREaFlDg4xtDiPGAKwWoQRAKCLRgyAlGI+bIQCYAEJIxwcng5dqaV4BHmAlXNQAAAdVEYASBGxTuqpAFggKkb0PxQnoAGsG5URAKCLyggAKcWURFAZAVjIFEYQ5AE2gTACAHRRGQEgZbEJAiynxRCMtGJ4vL+GQRgBALqojACQ4mh2AxYyHZ2hOEDD0GibGQZhBADoojICAAAbwg83YEMIIwBAF5URAFIQu3aBBDE/La4CYPUIIwBAFztYAAAAgKRAGAEAuqiMAAAAAJICYQQA6KIyAgAAAEgKhBEAoIvKCAAAACApEEYAgC4qIwAAAKwKbTPDIIwAAF1URgAAAFgV2maGQRgBALqojAAAAACSAmEEAOiiMgIAAABICoQRAKCLyggAAAAgKRBGAIAuKiMAAACApEAYAQC6qIwAAAAAkgJhBADoojICAAAASAqEEQCgi8oIAAAAq0LbzDAIIwBAF5URAAAAVoW2mWEQRgCALiojAAAAgKRAGAEAuqiMAAAAAJKCgwIA6KAyAgCSx9vvfli8VMX4/w38dIhKaWO+Gi/PZOOmLZbfZPyESXKTlavWqpezdt1GuZ+x479VAGAIVEYAgC4qIwAAAICkQBgBALqojACA5PHr5B/NL3497ptZs+d/8H6f9/r0VgAAIyKMAABdVEYAAAAASYEwAgCUEnkiAAAQAElEQVR0URkBAFZlzboNAz8Z0rNHl88GDTQtfOAfULN2Q+/CXsuWzJeLjx4FVq1Rr9krjUeNGPrTlF8PHDh0+/adShXLt2/Xpkb1qub3Jlv45StWb9v+95EjxzJndqtUqUK3Lh0LFMivEuL+A/+Fi5acOHHq5KnToWGhuXLmLFOq5ID+H2XKlDHWmpu3blu0aNnx4yeLlyhau2bNLp07ODv/pyl+6PDRpUtXHDl2PCQkpGKFci1bNKtVs3o8D33q1JmZs+eePHXmjp9fyeLFSpcu1bVzh1y5cirA0GibGQZhBADoojICAGxUcHDwex/233/gUIniRTNkSL9u/Sb59/WXX7Ru1VxbIehxUJ/3+0r/X7bzxYsVCQoOnjP3r78WLP7k434Sdlj4KPv2Hxzw8WD/gAC5kxIlit2543f+/EX5d+bc+bmz/nBy+relLamBZAdZ3DN7eubdt+/grl179+zb99P33zo4/H84+a/GfjN7ztMwJV++PLKaPNtVq9c1b9Z0wrgxz3zoq1euvfbG28HBIXk8cksQI1GIvNgFCxf/OvnH0qVLKsC4aJsZBmfTAABdVEYAgI3atn1nRETk+rXLF/41e83KJVqX/sefJ0dFRWkr/DZthiQRDerX3bZ5rbbO7JnTsmRx/2bidzdu3rLwUb4e+40kEa+/1mPvrq0L5s3cvmXdqhWLsmXLevLk6SNHj5uvKUnEgP4f/L1949zZ0zeuW1GqVIlt2/6e8ecc7dqdu/ZIElGoYIFFC2avW71Mno+sU6li+dVr1q1Zt+GZD/3XwsWSRPz4wzcb1q2Q4GPX35vff+/tR48Cf/19ugIAW0AYAQC6qIwAANv1ycB+efN4aPPNmzXNmzfPzZu37969JxcfPnw0/c9ZbpkyfT1mpGQH2jrly5V5t89bEmHM+HO2Jfcva1aqVEHuuX+/DzJkSK8tLFggf+2aNWTm3r375is3btSg9xu9tPkcObJ/MWKozMyd/5e2ZPKU32U6fNjg4sWKmtYZOfzpqUx/0wkXfHxvyDS1S2rtoquLy1tvvj540MfdunZSAGALOEwDAHRRGQEANsrV1aXMf49WyJ4tq4+Pb2homMxfvHRZooQSJYul/ydE0GiDSpw+fdaSh3B2dvr8s0/Ml/j53T124qSPr6/Mh4eHm1/VqFF984tFixQuUCD/lStXb9++kzNnjhMnT8kTrlC+nPk6skL+/PnOnbsQFh4uWUOsR5enumXr9o/6DezQoU3VypUrVSwvr+XVHl0VANgIwggA0EVlBADYqFy5csbagDs6Pm33Rj+Jlun16z4y3bVrb/FSFePeVjICZbGjx07s23/A1+fGkaPHLpvdMFaWnSN79lg3zJkjuzzQzVu3IyI1qmSZys98iMuXrxQrWiTWwo4d2u7Zu3/T5q2zZs+Xf05OTtWqVn61R7caNaoqALAFhBEAoIvKCACwflFRkXEXOqSK72Bkh5icIk8eD9NxHC/GNOpkxowZypYpXa1aldKlSkoqMf+vRbEf0SH284mOfhqLZMqUUbsqQ8b0JYsXVxaT9OGH7ybs3Xdgx85d16/5XLh46e+du+Xf66/1+GRgPwUAVo8wAgB0URkBAFbFMabfHislDgh4qBIoT948Mi1RvNikb8eqF3Xx0mVJIjK7uS1aMNv8hJoHDhyKu3KAf0CsJbfv3JGfGM98eZ00Dk7TfvtFJVDVKpXknza/fcfO/gMGTf9zdvv2bQoWyK8AwLoxgCUA6KIyAgCsiquLq0xv/vdsF/v3H1QJVKpkiZw5cxw8eOjRo0Dz5Vu37qhZu+HQYaMsuZNDh4/ItHadmuZJREho6N79B9TTeo0o85X3HThgfvH0mbPXrvnUqlldO/1no4b1/AMC9h/4zwu5e/9+rTqNOnTqIfcZ66Hlt+nVXm/VbfBKeHiEaWGd2jVr164pM9ev+SjAuGibGQZhBADoojICAKxK/vyeMt21e8+27TtVzJEOO/7eNWXq7yqBXFyce3Trcv+B/5ivxpn689ev+345dvwD/4Aq/9QaxC9HtqfDQFy5ctWUO8jM8BFjfGPOcxH63wRh4cKlW7ZsNz3Q0OFP845Xe3bTlrzWs7tMvx73rZ/fXW1JcEjo0KFfyDMsWbJ4mtSpYz20/DYVLJBfVv7pl6mmjpk8Ey0fye+ZT6aRkZGSbsi/uFkGYNNomxkGh2kAgC4qIwDAquTPn69zpw5/LVj03gf9PD3zBgUF37t3v2uXjhJPqATq2KHt6jXrVq1ed/LUmVw5c8iSo0ePS7+9fdvWLVu8Ysk9VKtepXTpksePn3zrnQ8qVqwgWYD0/O/evVemTMljx076+/ubr1yrVo0P+n6cL18eNze3EydOyY9L3bq1qlerol0r99OmTYtly1a179jN27uwLLl2/frNm7eLFS3y6cfPHgDio4/e371n3+/TZuzYsTNLFndZcuTIsdCwsLfe7JW/wNPIJjg4pNcbfWRm7aql8rdSAGBlCCMAQBeVEQBgbUYMG1yyRLF1GzaeOnmmaFHvN9947bWe3V5p0VYlUIYM6efM/uOHH37ZvXffydOnXZxdSpUq0b5dm+bNmlh4D64uLr9O/vHHn6dIKDB5ym/OTk6VK1f8ZvxXGTJkaNeh6/7/jhzxeq+e9erWXr5i1YlTpwsVLNCgft0P3n/HfIWvRo8sXbLkkmUrLly8FBwcXLBggQ7t277avWvadGmf+ejumd3mzJn+22/TJQE5duJkrhw5GjVu0LhR/Qb16ioAsAXs9AOAfz2JERUVFRkZGRERERgYGBAQkC9fvrRp0yoASBbahig6Ovr/G6Lg0D4/Pi3v79epVtnCuRVgMfkIlSlfbduWtdmyZlXGte/09clLn5bGfN21eNq0aVxjuLi4ODs7Px0Y1MEhVQwFQ/D395e0Tlpoqf/hEsPR0ZH32uZQGQEAuqiMAADYrs1btuXKlSOLu7sCAOvDAJYAoIsxIwAANio4JHTMV+MHffqxgwMNfgDWiMoIANBFZQQAwEalTZN61fJFmTJlVABglQgjAEAXlREAANtFEgFDom1mGIQRAKCLyggAAACrQtvMMAgjAEAXlREAAABAUiCMAABdVEYAAAAASYEwAgB0URkBAAAAJAXCCADQRWUEAAAAkBQIIwBAF5URAAAAQFIgjAAAXVRGAAAAAEmBMAIAdFEZAQAAYFVomxkGYQQA6KIyAgAAwKrQNjMMwggA0EVlBAAAAJAUCCMAQBeVEQAAAEBSIIwAAF1URgAAAABJwUEBAHRQGQHAqMLDI37+ZWq3Hq9XrFq7bYeuq1avK16q4tjx3yorFh0dvXzF6gQ9yTFfjZfXtXHTFu2ivF656HvjprI/nbq+Kq/99u07Kol9M/EHeaBly1cpAIgXlREAoIvKCABGNem7H/+cNTe1q2vRot4RkZGOjo7K6p0+ffazz0c0qF9XAQBsH2EEAOiiMgKAUR05dlyms2dNK16sqMysXbdR2YHPP/s0KDgoa9YsCkmmU4d2tWtVL1AgvwKAeBFGAIAuKiMAGFVoSKhM83h4KHtSokQxhSSWL18e+aeAJEPbzDAIIwBAF5URAIzn9z9mTJz0kzZftUY9mf465cdnrrl4yfJFS5b6XPd1dnGpWL5ck6aNGtavq1317aQfp/3x59Ahn3br2klbIhvMqjXrBT56/Mfvk6tWqaQtvH7dt2nzNrVr1Zjyy/fKAhs2bl66bOW58xckKylbtlSlihU7d+6QNk1quWrkqK8WLFwiM5u3bCteqmLr1i2KeBceP2FS504dRgwbbH4nq1av+3Tw0F6vdv/0k/6x7r9bj9ePHjuxYd2KPB65VcwwCrdv39mxdf3M2fO2b//7zJlzxYoXbdSgXqeO7Rwc/h1Y7c4dvz9nztm1e+/du/cqVizfs0dXf3//fgMGfTKw3+uv9VAJIQ83a/a8Q0eOyl+1dOmSderU7Ni+rekYmc1bt3340cCRw4fkzp1L/vgHDx3O7OYmj9j3w/cyZcq4bv2mpctWHDt+ImeOHG3btnq1R1ftF+rRo0B5Hxs3atC/7wczZs7Zu29faGiYvF/du3cpW6ZUrCcgb5Pcs/ydjx4/7u3lValihdde7S53blohPDxi+crV+/cdOHP23K1bt3PkzFEgv2e/vu8X9ipkydukYsaM+GP6zK/GjGzTuoVcjIiInD1n/tZt289duCAvp0TxYvXq1mnerAk/r3hhfHgMgzACAHRRGQHAeMqVLfvB+33m/7Xw3r37b/d+3cXVNW+ePKfPnI212qDPhq1ctVZmChUs4OzivGbdhtVr19erW3vit2NdXVxq1qgmYcSBg4dNYcTxE6ckiZCZQ4ePmsKI3Xv3yrRWzeqWPLEVK9cMHjLc2dlJnk/WrFm279i1bfvO5StWzZzxW8aMGerUqpkqlcNfCxZ5FSrYtGnjwoULVShf7tuJP6xZt27I4IFyK9P9rFy1RqYtWzZTlhk3fuKfs+bmyePh4ZHrwIFDe/bsO3XqzOhRw7RrJT547Y13fHx806VPV7hQwT379m/f8feLjVuxfMXqUaO/DgkNdc/s5umZ9+DhI9t37PxrwWIJg7JlzWpabfeefdLbl4SiWLEiko9cvHTZ98aNenVqj/5yXO7cOfPm8Th1+qw8Zxdn565dOppudePGje49X8+YKVO9enXu3rm7fuNm+Tf55+9qVK9q/hz6Dxx8/PhJeQIeuXPLOyX/JN2Y9tsv2rUSu7zz7kfnL1yU+YIF8ufKlfPylatXr147dPjIwr9my0Or571NcV/1l1+NW7Boqfz18uXJExYWtnbdRvknL3zCuDEKgH3jbBoAoIvKCADGU6F82ff69HbPnFnm33j9VZmXjnGsdSR6kCRCYohlS+avXL5wycK5a1YuKVG86NZtO36f9qd2Jxkypt+zd190dLR2k4MHDsnUycnpyNFjpvvZt++gTOvUqaUsMGv23LTp0m5ct3LVikUL5s3ctWNT/Xp1pGMse/Ll2nr1ardv20pmPD3zyXNu1KCe9KgbNnhaiyF73U134ud3d+euPd7eXsWKFrHkQSWRWbV6rXSkN6xdLv3tFUv+Sp8h/eKlyy9dvqKtMOHb7ySJaN26xY6t6+fOnr5z+8Z2bdusW79JJdD9B/6jvxonM5O+Hfv39o1yV39v29CpU/tz5y5MmTrNfE1JIjq0ayMPJH8EeUryN9m5c8/4byb99P23m9avkiV/Tv9VVpMUw/xWklDkzJlz3uzpn37cb8L4L7/95uvIyMgRX4yR7MN8NV8f359/mLhj2wZ5T2f8MUUyhT1792vpg/j19+kyX61q5S0bV8u7IP/kXZAs6dGjwNVr1mnrxP82xX3VS5atLFum1N6dWxYvnCM3kY+TfN7k3k6cOKUA2DfCCADQRWUEAPv08y9Pu7ujRw33LuylLZEO5NdfjZKt4rRpM8LCwyV0qFm9mvRRZde9tsL+g4eyZHGvUqXift6JKwAAEABJREFU0aPHpBssS2S6a89eyQW0YyKe68rVa3L/Li4u2kU3t0wf9/9w5PAh1apV0btJ65bNZbp6zXrTkmUrVsl2u33bNspivV7tUbFCOW0+fwFPiTlUzJk7VEy0Ibvx5fmPGPZZmtRPD0NwdXEZOuQT82MWLPTnzDnBQcG9e/dq0rihFnOndnUd+tknefJ4LFi45O7de6Y1s7hn/vzzT7VDJ4oWKVyv9tMop03rVvXr19FWqFSxvAQx165fNyVBmv79PjAdcCGvovkrTW7evL158zbzdd54/TWJdbSDUCpXqqiVeEggol2bL1/eRg3rjxg2JGfOHNqSzJndXmnaWMWkNtqSBL1NN2/clI+Bs7Oz6bAXSbiGD/3sqzEjc+TIrgDYN8IIANBFZQQAOxQeHnHlylVJH2KNOOBVqGCJEsVCw8KuX/eRizVrPD34Yn9MQUREROTBg4erV6tSumTJ4OCQ48dPysIjR48/Dnxcp1ZNCx+3bp1aQY+DOnTuPuXXafsPHJT7LFAgf6eO7aRDrneT2rVrZMuadcffOyUW0ZYsW77K0dGxWbMmymLl/0kiNNoRE2HhYTLdtfvpYSY1a1aX4MC0gtx/o4b1VAKdPfc0talUsYL5Qsl0qlauFBUVdebsOdPCMmVKu/7T1RdZsrqrp334/OY3dHd3DwsLf/w4yLTEwyNXrCMy6sWEFwcPHjJfWLnSf55AoUJPU5XAwP//9V7r2e37SeNNw0/K2/f3zt2HDx+V+YjwcG1hgt6mIkW8Jdc4cPBw1x6vz5234Oy587KwWtXKbVq3yJ49mwJg3xgzAgB0URkBwA5duHhJprlz5Yp7lSw8efK0z3Xfwl6Fatd+mjIcOHjw9V49jhw9GhIaWr58WY/cT4sgDh05KvN79+5XT3vy1ZRlPu7/keyiv3T5yg8/TpaL6TOkl937b77xWsEC+fVuIvvbW7du8fu0GWvWru/SuYN0m69evda4UYMs7pmVxWL1ip2cng4nGR31tOjg1u07Mo27Dz97jhwqgbQE59Vebz3z2mvXfNQ/x7K4ZcpkfpVDqqf7DjPFWugQe4divryxj7XJmf3p0/a9ect8oaQY5he1sTaiov6tsLju47t58zY/P7+jx48fO3bStDw6+v+/hgl6m1xcnMeMGj7wkyGST2kRVR6P3M2bNX3t1e5ubpkUAPtGGAEAuqiMAGCHomIOsoh1CIA5x5juunT4S5UqsW/fwcjISNn1LUsqViifK0cOR0fHI0ee7kvfs3dfZje38uXKKsvkypVz8cK569ZvPHL0uO8N3zOnzy5dtlJShq/GfPFK00Z6t2pjFkasihnXoGXLV1RCODroVgprffVESaW1+KBK5YoOz3q4DBnSm+adnF+kfZ5K51U8+e/76OAQ34/a2nUbB346RF6vq6tLmdKlO7RrU7iwV+o0qUeM/HewyYS+TdWrVVm9cvGyFasuXrwkiczp02en/vbH8pWrp07+4QWOdgFgJIQRAKCLyggAdsjTM59Mb9+5E/eqm7ee7mbP+s+pH2rVqHbixKmjx04cOnQkSxb3QgULyMKyZUodOnL0/gP/Y8dPtmje1HTeSkvIjvRWLZu1ijkRhmx+f/xpypRfp3097pt4wgjZIV+5UoX9Bw5dv+67YcMmiUhq17T0wJDnyuPx9PwRd+7cjbX8zu07KoHy5PG4evX6oE8HFC3irZLAXb/YT/K2n59Ms1l8NISESuO/mSR/9p9/mFivXm3T8uXLV8VaM6FvU+bMbqZzoAYHBQ8cNGTb9p1Tf532zfivFJBwtM0MgzEjAEAXlREA7FCmTBmfjo94zUdSBvPlFy9dPnv2fMaMGUyjA9SIGTbi7793HTl6rFrVytrC8uXKBj56LF1N2YRq40pY4uqVay1adfjgo49NS2Tz+9GH77plynTv3v2gmMER9DbILVs87RX/Mf3PB/4BrVo2d3ZOtJ1t8qLSpE69e8/e8PAI08Lo6OhNm7eqBKobMw7llq07Yi3v1vONZi3baYcwvIzLV67KP/MlmzZtkWnN6pYeJnPtus+dO34eHrnMkwixc9cemUY9iVKWvU3mVq9Z16hpy9//mGFakjZd2g8/eFdmbty8qYAXQtvMMAgjAEAXlREA7FPXrp1kOmz4qLP/nGfhuo/vkKEjZed5ty6dTMUOpUuVkNhi8ZJlYWHhFf4ZBrJixfIyXbhoiUxr1fx/GCExwf4DB48cPa73iJ75n5ZjbN22Y9u2v00LN23ZFvDwoXSP06VPJxddUz8dRfLmzVuxDiF5pUkjiQyWLl8p8y1aJOwYjfi5uWVq1aqFj4/vqNFfh8WM4BgRETl2/ERtWA1Tj0j+LPLq5F+s82iaa9u2VdasWX7/fbop4pHfl+9/+OXo0eMOqRxKliyuXk5UVNTnw0ZKmqBdnP7n7HXrN3l7ezVu1MDCe9DGmPD3D7h7/75p4fwFi1avfXqyktCQpy/NkrfJXOnSpW7evD1r1vzr1321JfKqV6xY/fSuPD0VAPvGYRoAoIvKCAD26Z233jhz5tyWrdvbdehaqGABZxfnc+cuyCaxWtXKb7/9hmk1SSVq1Ki2ctVaFVMQoS2sUK6sLJd4onKlCqZBCo8cPfrhRwPzeOTesG7FMx9RNrZfjBz6aq+33vuwf4XyZV1cXCIiIg4eOiJ3Nezzwdo6uXPmTO3qeubsuRatO5QoXnzCuP8PZCA7219p2njJshXS9y5WtIhKVO++8+bJkyflztdv2uzt5XXh0qXHgY8LFsh/+crVtGnTausEB4f0eqOPzKxdtdTTM+8z70fikg8/eHfkF1/2fK23dkqLB/7+8leVDvzEb8c6OLzsDkJJhXx9bjRq2qpkiWKSntx/4J/ZzW3sV6NcXJwtvAd5Jj17dJk1e36Pnm+2atn84cOHBw8dPnv2fJkyJY8dO/ngQYCy7G0ylzePx4C+H3z73Y9t23cpW7a0LLl//8H5CxezZcv6wXvvKAD2jcoIANBFZQQA++Tk5PTj99983O/D4sWKPnjg73fHr06dmhPGf/n7rz+bn+RS1Ig5CiBLFnfTYIQSDZQqVUIl5DwaGuncLlowu2mThvcfPDh2/EREZET3bp0XL5xTu1YN0z1/PuTT9BnSX7163c/Pz/y2hbwKyrRTh3YqsWXPnm3mn7+/3ft1SSLOXbjgkTvXV2NGauUGGdKnT9BddWzf5s/pv1YoX+66j8+RI8ciIyI7dWi7dNE878Je6qW5ubktmD+rXZuWN27ekj9R1y4d586entDxKQZ9MmDY54MkQvp92vTZc+Y7Ozt/OXrErBm/Z3HPfOLEycDAx8qCtymWN998bdK3Y8uUKXXl6rWTp0/LR+W9Pr2XLJonyZQCYN9oZwPAv57EiIqKioyMlL09j2LkzZvXtPsLAJKatiGKjo7WNkSBwaF9ftwuy/t1qlW2sA3333bt3jvhm++WLZmvkkDP13qfOXd++6a1cY8UeBkhoaE3btzMmzePq4uL+fL+Hw9ev2HT8qV/mSIYebPKlK+2bcvabP+M7plsHj0KrFqjXsEC+VetWKTs0r7T1ycvfTqwxdddi6dNm8Y1houLi4QpEqs5ODikiqFgCP7+/sHBwYGBgan/4RLD0dGR99rmUBkBALqojACAxLJ9x84i/4x8mYgktZk5e96hw0dbNGuauEmEijkfZ+u2nV9p3vbhw0emhQcPHdmwcbN3YS/zM1Nu3rItV64cWdzdFQDAMowZAQC6GDMCABLF0WMn1q/fNHvWNJWouvV4XRsPUnaEd4sZdDNxye71tq1bLlm2okmz1iWKF5MlYWHhJ06ezOyW6csxI02rBYeEjvlq/PBhn7380A8AYD8IIwBAF5URAJAoypYptWLZgkyZMqpEVaxY0VOnz1SrWqX3m70SZeSFuEaOGFKmbOlNm7ZcuXL1gb9/oUIFe7/Rq0uXDuaHY6RNk3rV8kWJ/uoAPBNtM8MgjAAAXVRGAEBiSYq++rDPB8k/lZScnJw6tm8j/+JfLQWTiIwZM5w+cVABdoO2mWEQRgCALiojAAAAgKRAGAEAuqiMAAAAAJICYQQA6KIyAgAAAEgKhBEAoIvKCAAAACApEEYAgC4qIwAAAICkQBgBALqojAAAAACSAmEEAOiiMgJACnr8+PHFixcvXb2ulIMCAMSgbWYYhBEAoIvKCADJLDw8/MKFC2fPnr106dLt27ddXFycU6dVqrgCAMSgbWYYhBEAoIvKCADJQLYzV69ePXfu3JkzZy5fvhwVFeXg4ODk5FSwYEEvL68cufMcW3ReAQBgLIQRAKCLyggAScfPz+9sDIkhQkJCtIW5cuUqUqRI0aJFCxUq5OjoGBERERgcqhRhBADAaAgjAEAXlREAEldQUJAWQJw5c+bBgwfaQjc3t9KlS0sAUbx48QwZMjyJER0dHRkZqQAAMCjCCADQRWUEgJcXERFx8eJFLYPw8fHRFqZOnbpUqVJFY+TKlUsBAGBnCCMAQBeVEQBejGw6rl+/rgUQly5d0mocHB0dCxcurB2FkT9/fgcHzpEBALBfhBEAoIvKCAAJ8uDBg9OnT2sZRHBwsLbQw8NDAohixYpJEuHi4qIAAABhBADEg8oIAM8locPZf9y7d09bmDlz5jJlymhHYWTIkEEBsHohISGXLl0qWbKkgnWjbWYYhBEAoIvKCADPFBkZKZ0WLYC4fv261jJOkyaNKYDIkSOHAmDd5Ivs4+Nz9erVa9euydTPz08W/vLLLwrWjbaZYRBGAIAuKiMAmMjWQPot586dO3PmjCQRERERstDJyalw4cKSPhQpUiR//vw0kQErJ4nD1X/INzoqKsr82jx58igAyYUwAgB0URkBwN/fXxsGQmKIx48fawulx6JVQHh5eTEMBGDNgoKCtNqHK1euyNQ0mMszDRkyRAFILoQRAKCLygjAPoWEhEj0oB2FoVVuiyxZsmhHYRQpUiR9+vQKgHVbsGCBBBB3796Njo5WAKwPYQQA6KIyArAfkZGRly9f1gII2X2qBZFp06YtV66cVgSRLVs2BcCKxfrJ9vT0PHTokLJYgQIFFIBkRBgBALqojAAMz9fXVwsgLl68GB4ermKGgfD29tYCiHz58qVgIpkqhgJgMe1XW/viVKlS5ebNm7t27bLwtp988okCkIwIIwBAF5URgCEFBAScOXNGyyACAwNVTNclb968WgBRqFAhZ2dnZTVMW6E9J69dvnlfAfivG3cfaTOp/mGab9eu3f3790+fPq0AWB/CCADQRWUEYBihoaGmYSDu3LmjLcyWLZvpZJxp06ZV1m3f6esKgD6HGOYlRY6Ojq+//vqECRNMg7/oKVy4sIKNoG1mGIQRAKCLygjApkVFRV2+fFnLIK5cuaK1X9OnT1+hQgVJH4oVK+bu7q6smNancnJ0zJ0lXXR09BMziuY4YFY39P8vi5OjlkeYX5UmTZo+ffqMHz9eEsl47uratWt//MN3NXYAABAASURBVPFH5cqVS5YsqWDdaJsZBjv9AOBfWitfOjCRkZERERGBgYEBAQH58uWz/l2mAExu3rypVUBcuHAhLCxMljg7O3t5eWknwsibN6+VN2S1tpmkD6ZtkQiPoc3LQrnKlEoAdkvLIBwdHZ1iyDfd1dXVxcXFOYYskau0dc6cOTN58mT54jzzfiS/KFGixOnTp2UF+cUvW7asRJayudByDVgVf3//4OBgaaGl/odLDHmvY9XFwPpRGQEAuqiMAGyFtE0lfTh//vzhw4cfP36sLfT09CxWrFiRGMoGaa1qaV5rfS2tOELrekmXSTtboSV5xL179yRXNd1brJlnLtRmMmbMqACLmZftxJqPZyZDhgzqhWg/0FophPYdkQDCMYZ5p1SbFi9evGPHjvPnz3/mXckm4t133w0JCTl69OjBgwf37t27e/fu9OnTl49RuHBhGgNAUqAyAgD+RWUEYFskfZAdnjK9cuWKtiR79uzaGBDSu0iTJo2yTdq2SCuOELI50qaRMczLIixsyG3btk1vn7Ae6c5Vr15d9jMrwAKHDh2SX0yVQFmzZi1Tpox6IeYDVWoZhFYNYWJKJUwrL1y4cOvWrXHv6pdffjG/KOGmxJqSSly4cEG+YpkyZZJIokKFCgULFlRIaVRGGAmVEQCgi8oIwArduHFDOxeG6WScEjqYxqHMkSOHMgqtQkE2RNLI1pZoe4CjYyRof1L+/PlPnDihEkL+mNIHU4BlvL29JfNKyC2eji5ZpUoV9XK0r4lGCyDidkpNMx06dLh9+7ZsQGI9jVj3KXsgasZ4/PixRBISTGyN4e7uLpGEBBOenp4KwEsjjAAAXZxNA7ASDx8+PBPDdDJO6T/IXsoiRYpIn1l62sY7tNu0O1cLIExHT5iO10hQZYSENadPn9b+dJaQfKd06dKys1EBlsmTJ4+kV7du3bL8JtKxf5nSG/PKCPNI4pl5hOkmvXv3HjdunPnJNUqUKKH3EOnTp68bQzZBBw4ckFRiY4xs2bJViOHh4aEAvCja2QDwr1iHaTyKkTdvXg7TAJJfWFjY+fPntaEoTT2c3LlzaxUQshvW2F1l83NnRP9Dm3/hoSsnTJhg4Zr169eXjpYCEsLHx0dvUIa4MmTI0KdPH5UYzAc6MUUSppBCxTn5wp07d7799lvT4DKxjtGI34MHDySVOHTokK+vr1zMmTOnfFMqV64s8YRCsuAwDSOhMgIAdFEZASQz6WlfvXpVCyCuXLmiDXMgu1urVKlSLMYLj3Vni8z7UaZDNsyTiIRuoGTf9aVLl567mpubW8WKFZ2caCUiYQoWLFigQAH58lqy8pAhQ9RLS/XfU3vGpZ51GsgcOXK8/fbb33//vWxhElqa4e7u3iTG3bt39+/ff/jw4dUx5MslqUSlSpWs/ITBxkDbzDBoZwPAv6iMAFKE7KjUAojz58+HhITIEukheHt7a0UQuXLlUnbJPHQwPygjVuMtQW25QYMGPXf9bt26lS1bVgEJd/PmTenkP/czJt/u3r17q5cQN2IwP2pD/TfLe6YdO3bMnz9fEoQ333xTvYQbN24ciiHxhIo5iY/cp8R5EuopJAEqI4yEzBsAdFEZASSdoKAgSR+0YSAePHigYkZnlN2q2okwZCbuqHL2xrQJ0prX5kPqvvCmSfbc7tmzJ54VJPrhAA28MInvy5Urd+DAgXjWka/2O++8oxKPeedTbz6u2rVrSwzasWNH9XI8YrRq1er69etaKrEkRqFChcqXLy+phF3VcwEJQhgBALo4mwaQuCIjIy9evKgFED4+PtrCnDlz1q1bt1ixYrKzlBNJxqJtgkyRRKzlCRUeHp4uXbro6Oh4bt66dWvjjQaK5NS0adP9+/fHs4J00ZP6M2bhF6RDhw4q8eSL0bZt28uXL0skcfjw4YULFy5atKhw4cLaaJdUWQKxsNMPAP4V6zCNwMDAgIAAaVvQgABemHynJHfQjsKQJEK+XLIwY8aMRYoU0YaB4PyRyUP6h0uXLn348GGuXLn0Tnkgb8eHH36ogJczd+7cnTt3PvMqLSaoVatWq1atjP3bKps+2eJJKnHkyBFpTkj+Ihu9ihUrli1bNk2aNAovisM0jIQwAgD+xZgRQGKR9uLp06clgDh37pw2ar00Fr28vKS7W7RoUc6Hl5x8fX3nzZt35cqV9OnTt2zZsmbNmsOGDdMOjYnl888/563By5OfzqFDh2rJYyzffvvtqlWrtm3bli5dutatW1evXt3wXcfo6Ojz588fPHjw6NGj0ouWPnPx4sUrVKhQpkwZasFeAGGEkRBGAMC/qIwAXkZoaKhED9pIEH5+fipmL2j+/Pm1YSAKFSrEMBDJTGKgpUuX7tmzR/7yderUadGihTTctavee++9WCu//Eh+gMmyZcs2bNgQa6FsB/r27atiBn2cPXv2tWvXJO7v3r27/M4qOyCtC9k2Sipx/Phx2Vo6OTmVLFmyYsWKpUqVcnZ2VrAMYYSREEYAwL+ojAASSr4vssvddDJOrV2RPXv2ov8w9X6RnOR92bJly9q1a6XPIx2eDh06yJtivsKPP/4o/SLTRekXDR8+PGvWrApIDCEhIUOHDtVOjqORz9gPP/xguijbir1790pYFhQUVL169datW6dPn17ZB2ljnDp1SlKJEydOhIeHS0da8ghJJUqUKMEpdZ+LMMJICCMA4F9URgAWunXrllYBceHChbCwMFkiHQnZ7SnpQ/HixTNnzqyQcs6dOzdv3jw/P7+cOXN27txZ3pdnrvb++++b2oH16tV7+dMKAOZWxzBd/OWXX+KuI73KFStW/P3332nSpGnVqlWtWrXsqicpLY3jx48fOnTo5MmT0vCQP0Lp0qUllZANKXVkeiSMkADr8ePHhBEGQBgBAP+iMgKIh8Rz2okwhOR0ssTZ2dnLy0urgMiTJw9NwBR39+7dBQsWyE5X2Wo1b968Tp068Zy2wDTKoLTmR44cmTFjRgUknpCQEPlcyXZD5iWg/PLLL/XWvH79+pw5c3x8fHLnzt2jR4/8+fMrOyOR7rFjxw4ePCjbWGmEyPe3XLlykkp4e3uzXY2FyggjIYwAgH9RGQHEEh4efvHiRa0I4saNGypmGAj5UmgBRKFChSgqthLSmZG90Fu3bo2Ojq5du3aLFi3SpUv33Fv1799fbti6desmTZooILFt2bJl0aJFSqcswpz8+O7atWv58uWy07tq1apt27bNkCGDsj+S4Bw5cuTQoUPnzp2T77L8ESSVqFChgsS+9LE1hBFGQhgBAP+iMgJQMV+Ea9euaRUQly5dkm+ELMyaNatpGAi+EVZFO/Z+2bJl0jovXLhw165dc+bMafnNBw0aNGbMGMbPQ1KQX9KhQ4fmzp1bG7fyuR4/fix5hKQSadKkkUAt/tIeY5NQ5lAMiYPlO+7m5lY+RsGCBZV9I4wwEsIIAPgXlRGwZw8ePDh9+vSZM2dkj5w09WSJfPK19KF48eLu7u4K1kdio3nz5l2/fj1btmzt27cvXbq0SqATJ06UKlVKAUlj586dNWvWTNBNrl69Onv27Js3b0qs1qNHDzvvfktT5ODBg5JKXL58WS5myZJFIokKFSrYySlI4iKMMBLCCAD4F5URsDchISHaIRgyvXfvnooZ8b5QoUJaBiGNXVp1Vkva4osXL96/f7+0xV955ZX69esz4h0MQ36Ld+zYsWLFCtlGVapUqV27dpkyZVL2TfaOHDhw4PDhwxJBqpiTFkkkIcGEh4eHsieEEUZCGAEA/6IyAvZAPuGXLl3SMgjZo661BCR00wIILy8vKvatnLyDmzZtWrduXXh4uL2dExF2RX6Fly5dunfvXldX1+bNm9erV4/ETcVUsUkKeejQIW0cn1y5ckkqIZFNtmzZlB0gjDASwggA+BeVETAwabZqFRAXL16UTqwscXd3l/ShWLFiRYoUoTdrK44fP7548eK7d+8WKlSoc+fOefLkUYChmY7ayJ49e/fu3QsXLqwQQ7YDWipx+/ZtuShbA0klKleubOyTKxNGGAlhBAD8i8oIGMzDhw9NJ+OUZE2WpEmTxtvbWwIIiSGkZa9gO/z8/ObNm3fu3LksWbK0bdu2fPnyCrAP8tO8bdu2lStXhoaGyie/Q4cObm5uCv/w9fWVSOLw4cMST8jF/Pnzy1+pUqVKhjy2RcKIoKCgx48fE0YYAGEEAPyLyggYQFhY2IULF7QM4tatW7JEmmgFCxbUjsKQRioNNZsjHbBVq1ZJZ8zJyalJkyaNGjXijKqwQ6ZxUqTn+corrzRo0IAvQizXrl3TzsEhPXa56OXlJalExYoVjVT7RmWEkRBGAMC/qIyAjYqOjr569apWAXHlyhXtZJweHh5aAFG4cGFpqCnYINki7dq1a8WKFbIbsEqVKm3atGEYP9i5y5cvz549+/bt21mzZu3evXuRIkUU4rh06dLhGA8fPpTOufwKSCQhwYQB2jOEEUZCGAEA/6IyArbFz89Pq4A4f/58SEiILHFzc9MCiGLFimXIkEHBlkmuNG/ePF9f3wIFCnTq1MnT01MBiIlft2zZsnr16rCwsDJlynTs2JFzDz+TNGkuXLhw6NChI0eOSKApfXX5dahQoULZsmXTpEmjbBNhhJEQRgDAv6iMgPULCgoynYzzwYMHskSaYrLXSwsgcubMqWD7ZGfm4sWLDx48KOlSmzZtKleurAD8l3xNFi1aJD1tZ2fnJk2aNG7cmKM29Eh8c+7cOdmkHDt2THry0m8vXrx4xYoVS5cu7erqqmwKYYSREEYAwL+ojIB1kg/kxYsXtaMwrl+/rmKGgZC95UWKFJEMQmakBaZgCPJeb4gh26JGjRpJ/4pDbIB4yJ7/OXPm+Pn5ubu7d+vWTfrYCvqkhXP69GlJcCSVCAsLkxynZMmSFSpUkFTCVqIcwggjIYwAgH9RGQHrIR9FX19frQhCkgj5TKqY88lrR2F4e3vb3O4sPNfRo0cXL158//596Ru0a9fO2OfnAxLR+vXr16xZIz/c0rXu1KlT1qxZFeIlvyknT548ePCgTMPDw+UHRfII2fKUKFFCevXKihFGGAlhBAD8i8oIpDjJv2S3lQQQ586de/z4sSzJlCmTVgFRrFgxBi80KgkgZO+uZE8eHh6dO3f28vJSABJCNp4LFiyQRE/6pZLl1a5dW8ECkkQcP3780KFDp06dksZPmjRpypQpU7FiRfnRsc6aO8IIIyGMAIB/URmBFBEWFqYdgiEZhJ+fnyyRnVTaMBAid+7cCoa2ZcuWZcuWSQO6Y8eONWvWVABelOznnzFjhnRWJcN97bXX3NzcFCwjv0RHjhyRVEJ+jKQhlC5durJly0oq4e3tbVXdewkjgoKCJKwnjDAAwggA+BeVEUg28jG7cuWKlkFcvXo1Ojpa2k8FChSQ9EHa0AULFrTyQlkkCuky/frrr+fPn8+TJ89bb72VLVs2BeDlyF6EqVOnXrvgC3eOAAAQAElEQVR2TXbyf/DBB7JdVUiIkJCQw4cPHzx4UDZN0ijKkCFD+RheXl7W0M+nMsJICCMA4F9URiCp3bp1SwsgpJEnu6FkSY4cObQKCMkgpFGlYDdu3779008/PXjwoF69eu3atSN+AhKL/I4vXbp0y5Yt8rV64403ypUrp5BwQUFBR44c2b9//8WLF1XMqaMlkqhYsWL+/PlVyiGMMBLCCAD4F5URSAqyl+nUqVMnT548c+aMtJ9kiXyiihUrVqJECckgqCK2TydOnJg2bZqTk9Obb74pHwYFILEdP358+vTpEvu+/vrrlSpVUnhRDx8+PBTjypUrclF20tSsWbNy5copcq4fwggjIYwAgH9RGYFEJC1grdJVMgi5KN1ObRiIIkWKyIdKwY4dPXr0119/9fLykiSCQUmBpHP16tWJEyfKz3qfPn1KlSql8HIePHiwc+fOHTt2SBwgTaOmTZs2bNhQJS/CCCMhjACAf1EZgUQRFBS0devWbdu2SYPJ1dW1QoUK2sjkClDq8uXLkyZN8vDw+PTTT61zsHrASCQU/v3336Wn2r9//4IFCyokBskjNm7ceP/+fXd39169eiXnCYAII4yEMAIA/kVlBF7emTNnpk2bJk2lzJkzt2jRolq1agr4h3wwRo4cGR0dPXToUI7QAZLH6hjyUz5ixIgMGTIoJJI9e/YsX75cdtu8+eabErurZEEYYSSO8ouoAABmJI+IjhEWFhYeHp4pUyZnZ2cFWGDdunWzZs2SJKtdu3ZvvfVW3rx5FWDmt99+8/X1/eCDDzw8PBSAZOHt7X3z5k0fHx+ZVq5cWSGRyG9clSpVzp8/v23btnTp0iXPwJahoaHyIyvNM6d/OMYwJRGEETaE4kAA0CW/Z5SPwXJr1qxZsWJFjhw5hg8fnvyH0cL67dix4+TJk82bNy9cuLACkIx69erl6el5+vRp2ZmvkHgyZMjw8ccfFy9efMGCBYcOHVLJgraZYRBGAIAu+bUjX4eFpIG7atWqfPnyDR48OGfOnAr4r5CQkCVLlmTJkqVZs2YKQPJydnaWPEJmli5dKjvVFRKP/G3ffvvt3LlzT58+/cKFCyrp0TYzDMIIANBFZQQsdO/evfnz5+fKleujjz5ydXVVQBwbN26ULlDDhg1pRgMpIkeOHGXKlHn8+PHOnTsVEpWLi8uHH36YNm3aP/74IyIiQgGWIYwAAF1URsBCM2fOjIqK6t27N2Od4plCQkK2bNkiHw8GNAVSUJMmTVRMMhgZGamQqDJlytSiRYuHDx9u27ZNAZYhjAAAXVRGwBLnz5+/ePGitHFz5cqlgGfZtWtXeHh4vXr1ZP+hApBC8ufPX7hwYekwHz9+XCGx1apVK2fOnJL1REdHK8AChBEAoIvKCFhC+plOTk6NGzdWgI5Dhw45OztLGKEApChtW51sQy3aFWkySS7/+PHjU6dOKcAChBEAoIvKCDxXSEiINGrLly/PUBHQc/fu3WvXrtWsWZOjeIAUV6JEidy5c588eZJhLJNCuXLlJHjdvXu3AixAGAEAuqiMwHOdO3cuOjpaWrcK0KHtJCxTpowCYAWkwxwREXHx4kWFxObi4lK4cOHTp09zpAYsQRgBALqojMBz3bhxQ8Uch6wAHVevXpUpQ4oAVsLDw0P988VEoitQoIBkPXfu3FFJhraZYRBGAIAuKiPwXPfv30+dOnW2bNkUoEP6PGnTps2QIYMCYAVy586tCCOSTMGCBWXq6+urkgxtM8MgjAAAXVRG4LkeP36cI0cOBeiIiory8/PT9sQCsAbZs2d3dHRM0l339kz+vComqVfA8xBGAIAuKiPwXEFBQQxdiXg8fPhQcYwGYGXy5MlDbzmJaCP1hoWFKeB5CCMAQBeVEXguCSNcXFwUoCMgIECmOXPmVACsRu7cuaOjo0NCQhQSW5o0aaT5FBoaqoDnIYwAAODFEVchfv7+/jL19PRUAKxGoUKF1D9fTyQ6ySOSNIzgl9cwnBQAQAeHaQB4SVqLnPIZwKpoh9dxKEHSSdK8gLaZYRBGAIAuDtMA8JK0bYijo6MCYDWcnJ52giIjIxWAlEMYAQC6qIyAZsaMGXrVvAEBAcHBwZMmTXrmtV5eXi1btlSwY1oYQawJWCG+mEDKIowAAF1URkBTrly5qVOn6l0bERFx4cKFuMtlz1vXrl0VAAAA4mAASwDQRWUENGXKlCldurRKoCZNmnAOBQAAgGcijAAAXVRGwKRTp07agGcWcnNzkzBCAQAA4FkIIwBAF5URMHF3d0/Q6A+dO3fWBkgDAABAXIQRAKCLygiYq1u3bo4cOSxZs3Tp0mXKlFEAACCx0TYzDMIIANBFZQTMOTg4WDIgpaura+fOnRUAAEgCtM0MgzACAHRRGYFYvL29q1atGv86LVu2zJw5swIAAIA+wggA0EVlBOJq165d+vTp9a7Nly9f3bp1FQAAAOJFGAEAuqiMQFySRLRt21bv2q5duzo48NsKAADwHDSYAEAXlRF4pmrVqnl7e8ddXrVqVU9PTwUAAIDnIYwAAF1URkBPly5dYgVV6dKla9eunQIAAIAFCCMAQBeVEdCTM2fOWGNDxD+WBAAAAMwRRgCALiojEA/zs2YULly4WrVqCgAAJDHaZoZBGAEAuqiMQDxSp07dqVMnmXFycuratasCAABJj7aZYTgpAIAOKiMQvzJlypQuXTpv3rw5c+ZUAAAAsBhhBADoojICz9W5c+cMGTIoAAAAJARhBADoojICz2UaNgIAAACWI4wAAF1URsBCptCKDwwAAIAlCCMAQBeVEYjHMz8bpBIAAACWIIwAAF1URkCPKXR4ZiRhirH4/AAAADwTp/YEAF1URiCuJ2aiY+xacePhg9CoGHLRdK3iXOgAACQ2flsNgzACAHRRGYFYTBGDKYnYOPfa1oU+M8ecDrgXEvUPUyShaDMBAJCoaJsZBmEEAOiiMgLmzJMILYyQJOLA+juy8OHd8Lnjzj+8HxoZGWnKI7RIQpFHAAAAxEEYAQC6qIyASayaCIkbNs27fnCDnyzMnC21iskj5k+4EHAvJCIiQoskyCMAAAD0EEYAgC4qI6CJe3TG+lnXtCQin3emd8ZUavZqYZVK8oiIhd9eefQglDwCAAAgfoQRAKCLygioZ9VESBJxdOs9FZNEdPqopMyUrpGzWc+necSj+xGLJl4L9A8jjwAAAIgHYQQA6KIyAnGTiA2zr5snEU7O//8ljZtHRMYgjwAAAIiLMAIAdFEZYecsTyI0pjwi8EHkku98Hj0IJY8AAAB4JsIIANBFZYQ9S2gSoTGvjyCPAAAg0fEbahiEEQCgi8oIu/ViSYSG+ggAAJIObTPDIIwAAF1URtinl0kiNOQRAAAA8SOMAABdVEbYoZdPIjTkEQAAAPEgjAAAXVRG2Ju4ScTa6VdfIInQkEcAAADoIYwAAF1URtiVZyYRJ3Y+UC+URGhi5REB90LIIwAAABRhBADEg8oI+5EUSYTGPI9Y+r0veQQAAIAijACAeFAZYSeSLonQmPKIx/7URwAAADxFGAEAuqiMsAdJnURoTHlEUEAUeQQAAC+M30rDIIwAAF1URhhe8iQRGvIIAABeHm0zwyCMAABdVEYYW3ImERryCAAAAA1hBADoojLCwJI/idCQRwAAACjCCACIB5URRpVSSYSGPAIAAIAwAgB0URlhSCmbRGjIIwAAgJ0jjAAAXVRGGI81JBEa8ggAAGDPCCMAQBeVEQZjPUmEhjwCAADYLcIIANBFZYSRWFsSoSGPAAAgQfhNNAzCCADQRWWEYVhnEqEhjwAAwHK0zQyDMAIAdFEZYQzWnERoyCMAAIC9IYwAAF1URhiA9ScRGvIIAABgVwgjAEAXlRG2zlaSCA15BAAAsB+EEQCgi8oIm2ZbSYSGPAIAANgJwggA0EVlhO2yxSRCQx4BAADsAWEEAOiiMsJG2W4SoSGPAAAAhkcYAQC6qIywRbaeRGjIIwAAeCZ++wyDMAIAdFEZYXOMkURoyCMAAIiLtplhEEYAgC4qI2yLkZIIDXkEAAAwKsIIANBFZYQNMV4SoSGPAAAAhkQYAQC6qIywFXGTiFW/XzFAEqEhjwAAAMZDGAEAuqiMsAnPTCJO7/FXhkgiNOQRAADAYAgjAEAXlRHWzx6SCA15BAAAMBLCCADQRWWElbOfJEITK494cCeYPAIAANgowggA0EVlhDWztyRCY55HLP3elzwCAGBv+I0zDMIIANBFZYTVss8kQmPKI4IfkUcAAOwObTPDIIwAAF1URlgne04iNPHkEVokQR4BAACsHGEEAOiiMsIKkURo9PII7W9CHgEAAKwcYQQA6KIywtqQRJgjjwAAALaLMAIAdFEZYVVIIuIijwAAADaKMAIAdFEZYT1IIvSQRwAAAFtEGAEAuqiMsBIkEfEjjwAAADaHMAIAdFEZYQ1IIixBHgEAsBP8lhkGDTgA0EVlRIojibAceQQAwB7QNjMM2nAAoIvKiJRFEpFQ5BEAAMBW0IwDAF1URqQgkogXQx4BAABsAi05ANBFZURKIYl4GeQRAADA+tGYAwBdVEakCJKIl0ceAQAArBztOQDQRWVE8iOJSCzkEQAAwJrRpAMAXVRGJDOSiMRFHgEAAKwWrToA0EVlRHIiiUgK5BEAAIPhN8swaNgBgC4qI5INSUTSIY8AABgJbTPDoG0HALqojEgeJBFJjTwCAABYG5p3AKCLyohkQBKRPMgjAACAVaGFBwC6qIxIanGTiOVTLpNEJBHyCAAAYD1o5AGALiojktQzk4hzBwIUSUSSIY8AAABWgnYeAOiiMiLpkESkFPIIAABgDWjqAYAuKiOSCElEyiKPAAAAKY7WHgDoojIiKZBEWAPyCACAjeK3yTBo8AGALiojEh1JhPWIlUfcv00eAQCwAbTNDIM2HwDoojIicZFEWBvyCAAAkFJo9gGALiojEhFJhHUy5REhgeQRAAAg+dDyAwBdVEYkFpIIa0YeAQAAkh+NPwDQRWVEoiCJsH7kEQAAIJnR/gMAXVRGvDySCFtBHgEAAJITTUAA0EVlxEsiibAt5BEAACDZ0AoEAF1URrwMkghbRB4BALBy/AYZBg1BANBFZcQLI4mwXeQRAABrRtvMMGgLAoAuKiNeDEmErSOPAAAASY3mIADoojLiBZBEGAN5BAAASFK0CAFAF5URCUUSYSTkEQAAIOnQKAQAXVRGJAhJhPGQRwAAgCRCuxAAdFEZYTmSCKMijwAAAEmBpiEA6KIywkIkEcZGHgEAABIdrUMA0EVlhCVIIuwBeQQAwErwW2MYNBABQBeVEc9FEmE/yCMAANaAtplh0EYEAF1URsQvVhIRGUkSYXDkEQAAILHQTAQAXVRGxCNuErH0p4skEYZHHgEAABIFLUUA0EVlhJ5nJhEXjz5SJBF2gDwCAAC8PBqLAKCLyohnIokAeQQAAHhJtBcBQBeVEXGRtox4hAAAEABJREFUREBDHgEAAF4GTUYA0EVlRCwkETBHHgEAAF4YrUYA0EVlhDmSCMRFHgEASGb8phgGDUcA0EVlhAlJBPSQRwAAkhNtM8Og7QgAuqiM0JBEIH56eURUDPIIAAAQF81HANBFZYQiiYBlYuURd28EmcII8ggAABAXLUgA0EVlBEkELGeeRyz7gTwCAADEh0YkAOiy88oIkggklCmPCA2KJo8AAADxoB0JALrsuTKCJAIvhjwCAABYgqYkAOiy28oIkgi8DPIIAADwXLQmAUCXfVZGkETg5ZFHAACSCL8dhkGDEgB02WFlBEkEEgt5BAAgKXCmM8OgTQkAuuytMoIkAomLPAIAAOihWQkAuuyqMoIkAkmBPAIAADwTLUsA0GU/lREkEUg65BEAACAuGpcAoMtOKiNIIpDUyCMAAEAstC8BQJc9VEaQRCB5kEcAAABzNDEBQJfhKyNIIpCcyCMAAIAJrUwA0GXsyohkSCIiIiLXrFr//lv9mjVsU75k9VcatOnz5od7d++PtVq7ll1KFq7o7x+gUs7ihcvkuVUrX7d5o3Ynjp1UieHWjdvDBo86deqsShrHjpyQ52y6uGXjNvkzfjHsK2XFyCMAAC+J3wjDIIwAAF0GroxIhiTi1s3b3Tv0+rT/59u37ZT7L1mqeOCjwJ079vR+7b1Rw7+2qpbEpg1bRwwZs+vvvXnz5pG/h1tmN5UYvh7zzdLFK1R0tEoakkRIHqFsDXkEAOBl2M+ZzgzPSQEAdBi1MiJWEhEREbXs58ROIm7c7tqx172792rXqfHx4H6FvApoy/fs2vf16AkL5i3OmClDv48/UNbh6OFjMv10yICevboqJD3JI2S6ZtYFLY9o81GebB7pzFdwcHDQvn20OAEAMCoqIwBAlyH7QnGTiCU/JHISIfc8+JNhkkS0atv8p18nmZIIUa1GlZ+mfpc2XZrfp8y4eOGysg6hYWEy9fDIpZBcqI8AAMDOURkBALqMVxnxzCTi8olEHrHy0IEj8i9b9qxDRwyWXdyxrs3nmadN+1bnzpy/dvW6V+GCSud5Ll+yevu2v48cOubu7laxSoWu3TsWKJjffJ3w8IgVy1bv33Pg7JlzN2/ezpkzR/6Cnn0HvF/Yu5C2wtgx38z+c/6SVfM3rtu08K+lnvnz9X7n9Vp1qpvfyfatO99/u582/9F7A2X6Vp/X+378vsxcOH9p6aIV58+eP3XyjGtq1xw5sjdsUr/3O71M+VREROScmfO3bt5+/uyFzO5uxUsUq9egTrOWTWSF27fuNKzdXFutc7tXZbp601JPz7yWvLSOrbo/8PdfsHT2pAk//L19V6mypQYNGZA3Xx7zp71q+drBA4dp8yULV/TIk3v91hWma2/43pzxx+wDew8+fPiofIWyrdq1qFO3pvnNn/vS5DnfuX1n2+71s2bM277177OnzxUrUbRho3odu7aL+4a+MOojAACwZ4QRAKDLYL2g5EkixMb1W2Ta5JWGadOleeYKQ4Z9Es/NHz8Oeu+tvocPHpU/frHiRYKCgufO/GvB3MUDB/fr8VoXbZ07t/3e7f3R+XMXZb5gofy5c+e8fOnq1SvXDh84smDZ7Dx5PWR5KvX0vZv68+/r126SmXt373/Qt0+sx/LMn/f9vn127th17MiJFq1f8czvWa58aVk+Y9rsb8d9L38oeQmFvb0uX7wi/Xb59+C+/6DPB2i3/fKLcYv+Wpo+fbq8efOEhYetW7NR/u3YtnPcxDHp0qeTu12/ZsPFC5c7d+uQNVvWTJkyWvjStI/cx30HH9x/WGYkU8iWLWuspy1PSe7/tyl/qKfpyRvp06c1XXXk0NG2LToHB4WULF3i1s3b8trl3/TZUytVqaCtYMlL04z7cuKsGXPlj5nbI9eBfYf27Nonq436ephKPOQRAADYLQ7TAABdRqqMSLYkQly6cEmmpcuWUi9k2tQZ0l2v37Du5p1rJVlYvXHJrPnTsmR1/3bcdzd9b2nr/DZ1uiQRVatX3rRj9Yp1i+Tf3/s31apT/dGjwNUr12nrPFFPX7J0xT/s/67s5B8/6csKlcrFeqz8BTzf/aC37PaX+cZNGsi83KckHd+M/U7+UBO++2rn/i1zFkzfdXDLz79+J+ssmL84PDxCZu7f91+2eGWZcqXkqoUr5sgTWL52oadnXnn0k8dPZciQXu4qn2c+WbNdh1Yy7+aWycKXJo8rT+D82Qvy6Jv/XjPu2zGp06SO9bSLFCss9+nq4iL/ZKZnr26mqyT+aNCo3pZd6+Yv/nPrrvUNm9R/+rTnLdauteSlaSS7WbNy7Z9zf1u3Zbk81WVr/pIXtWTR8ksXr6hExfEaAADYJ8IIANBlmP2xyZlEiLt378k0S9YsKuEePnw0Y9os6bp/OX5k9uz/rwgoV6FMnw/eioiInDF9trZEuv3SzR4+akjOXDm0JZkzuzV5pbHM3Lt33/wOGzau9857b2bNlqVZiyYWHmIQFBTcoVOb9z5655XmjV1cnFXM/vk69WrKg4aFhj16+PTvduvGTekzOzs7m+6zkFeBYaM+GzN2ZPYc2V/mpWne/fAtefQcObPXbVBbJUSWLJm/GDNUu/+06dK8+/5bMnPu7HnLX5rJq2/0MMU3ktrIX1JmziTBmUrJIwAAsEMcpgEAuoxRGZHMSUSsx02oSxcuS8+8RKlish/efHmNGlWVWU+4Z69u5uUAgYGPjx4+fuTQUZmPCAs3v2GFSuVVAhUslH/kl0NNF+WFnDlz7tyZ89o4lxEx5QPeRb0lBzm4/3C3jq+3at2sXIWyRYt7V61eWb30S/v/066c4KetKVOujIuri+mil3dB+Rg//CdlsOSl/fscKv6nkCRrzNEiYeFhKglwvAYAwEJk04ZBGAEAugzQ80mRJCJbtqyXLl4J8A9QCXftmo9Md/29t2ThinGvvXLpqmne57rv5o3b7tz2O3b0+PGjJ03LZT+6+U0yZ3ZTCSepwa4du0+fOnvx4uX9ew4EBDz89/6fRMvUxcV59NfDP+k35MSxk/JPlnjkyd28ZdNX3+iuHZHxMi9NuGfOrF6Iu/t/Xq9jjOioaGXxSzPJnj2b+UUnJ0eZRkVFq6RBHgEAsAS/AoZBGAEAumy9MiKlaiKKFi+yd8+BY0dONG3W6JkrnDx+aumSlTVqVK3fqG6sqxxiWhh58npog1DqWbdmowQB8rpcXF3Kli3dvmObwkW8UqdJPfLzMbHWdIzpQidIeFj4q93ekicp87k8clasXD6fZ97qNatOmvDjqZNnTKtVq1Fl5YbFK5auunj+kgQN0r3/dfIfK5atnvz7D6YzerzAS3vhp61JFe+hKBa+tP8/YcfkPpaTPAIAAPtBGAEAumy6z5NSSYSoW7/2jGmzN67f/FH/99KkTR13hZXL1/41Z1FEWETcMEI7h2XxksUm/jBW7/4jIyMnfD1JXtdPUyaaD6mwfMkqlRiWLl4h3fVKlStMmfaDa2pX0/LHj4NirZk5s9trb/TQ5oOCgj/pP2TH1p2//jJtwndfxb1bS15aUrP8paUU8ggAAOwEA1gCgC7brYxIwSRCyP72suVL3751Z/zXE+Nee/LkmUULlspMxy5t415bsnSJnLlyHNp/6NGjQPPl2zbvqF2l4bDBo2T+2lWfO7f9cnvkijW4466/96inh2lEqZdzOGbsiZZtm5l31y+cv3Tt6nX1z3EKq1eua1y35e9TZ5hWSJcu7Yf935WZGzduaktidZYteWlJzZKXluIYzxIAAHtAGAEAumx072vKJhGaz4YOdHR0XDh/yZBPR1y5fNX0xKQP3/fdj8NCw7r06FiqTMm4N3Rxce7+apf79/2//GKc6UyT16/5fjl6/IMHAVWqVZKLOXI+PV1FQEDAvbv/njjjr7mL1qxaLzMhIaHq5WhjJVw8f9m0RJ7P4IH/H/cxJDhEpmXKlrp18/bsP+fLczO9uhVLVquYE09oS1KnfloV4ut70/KXliCp06QODg7x87tn+U0seWnWIFYecef6Y/IIAAAMhsM0AECXLVZGWEMSIUqUKj5l2g8DPhy0Yulq+eeRJ3e27FkvX7yiFQXUqVtz0JCP9W7boVPbNSvWrV6x7tSJM9qZO48eOR4aEtquQ+sWrV+Ri+nTp+vxWhcJAnp2ebNlm+YPAx4eOnD47JnzpcuWPH70pP+DFxk401ynru0X/bV05vQ5gY8Cc+XOcerU2UP7D8vf07uI1/lzF/39/VXM0A/9Bn4wacKP7Vp2KVuutCx5cP+BXCsv8/2P3tHuRzsuY/DHQ3+fPH3oF4PLlCv13JeWIPnze971u9e+RZes2bIsWTXfkptY8tKsxH+O1/jxRpsPPXLk+89ZSDheAwAAm0ZlBADosrl+jpUkEZqn4zuuX9z34/crVCoX/ST69KmzGTNlrFq98nc/T/j5t++cnXXT8AwZ089e8Merr3d3cXU+deL0hfMXS5UqMfab0SO//Ny0zqdDBgwdMSiTW6bfp06fM3O+k7Pz6LEjZs77PUuWzMePnwx89Fi9BAkR5i3+s1HTBnt27/vlx9+OHT7eoHG9RSvmSpQg1+7fe1Bb7c23X5v4w9iyZUtdvXJNnqd7Fvd3P+i9aMU8SV60FXr06lqlasWIiMgLFy49fPTIwpdmuYGD+0om4u8fcOe2n7//Q0tuYuFLsxKm+ojwkKd5BPURAAAYiW0PFA8AiUvrxks/R/o8ERERgYGBAQEB+fLlS5s2rbJ6VpVEAInl+K7ba2ZdUE+USxoHrT7CycnJ8R9afYSy4jO9/f333/PmzRs2bFiuXLkUAOtw7NixqVOn9uvXz9vbWyGxDRw4sGTJkr169VJJwN/fPygo6PHjx6n/4RLD9ItAuZwNoWEKALpsqDIiVhIRHhZJEgFjoD4CAGCOuMEwaJsCgC5bGTPiGUnEj5dIImAY5BEAABgPzVMA0GUTlRHPTCKunCSJgKGQRwAAYDC0UAFAl/VXRpBEwH6QRwAAYCQ0UgFAl5VXRsSTRHgWIYmAAZFHAABgGLRTAUCXTVRGPDOJ6PghSQSMSS+PiP4HeQQAADaBpioA6LLmygjzsoiI8KjFP1wkiYCdiJVH+PkERcYwFUeQRAAAYP1orQKALiuvjDCVRSz96eLVU4GyJH9RN5II2APJI17p6S0zT/OIH3z9fIJNR2pQHAEAxsbm3TBosAKALqutjDD9DMvMntW3Lh1/WhPhli11hw9KkETATpSpkaNmC0+ZCQuJXvfHTfPDNCiOAAADs/4zncFCtFkBQJc1V0aYuluVm2YvVCajzATcDd216roC7MMdn6CDW27IjHPqVPW6Z42MjIx7jAaRBAAAVoswAgB0Wf/ZNDTNeufJVyydLNmzzmfb0qsKMLq7N4PmTjweGhzp7KoavZE5U3aHJ/+lAACAdSOMAABdNnE2DZmmclBN38yVp0gamd9LHgGjkyRi9oTjYTFJRO0e6TJmexH7ungAABAASURBVNqYIYkAAMC2EEYAgC4rr4xQ/xw2KVMnZ4dGvbLnLuyqyCNgaOZJRI2uqTNldzR9SU1fBwUAAKweYQQA6LLyyghT10sjeUS9Hu65vFxUTB6xZdFlBRiLKYlwcnlStZNzxmwO5hR5BAAAtoMwAgB0WXNlhHkSofXEHB0dXVyd6nbPnKOgk1y1f+MN8ggYSawkIlN2R6cYjv/QvggkEQAA2ATCCADQZbWVEbFqIkxhhHTMyCNgSOZHZ1Tp6OSWQwsinJydnbUZ7SsQK48gmAAA42FsIMMgjAAAXTYxZoQpiRDOMVxTO9fp5mawPOLWjdvDBo86deqsSlSJdbdfjhpfsnDFTeu3qBRy9PDxt3q937B288pla7V+pePIz8fcv/dAGYV5ElG5g2PmnM5aDOHi4qLNCPMkQqMAAEbEFt4wCCMAQJf1jxmhhRFaEqHVq5vyiNrdMhkpj/h6zDdLF69Q0dEqUSXR3Saz1SvW9ezy5p5d+yLCw70KF7p+zWfRgmVtm3fyue6rbJ8piXB0fiJJhFYToSURzv8wff45UgMAAFtBGAEAumxlzAhhqox4eqRGjDRpXA2WR+CZbt24PXrE1/JZHT7qs627189dOGP73o3tOrR+8CBg6OAvlI37TxLR/hlJhMyYJxHmX1giCQAArBlhBADospWzaZgfqaEdP6911VKndiGPMLxVK9c+fhwk6UOnru21M0pkzJhh6BeDc3nkPHTgyPVrNlwcESuJcM/9b9amxRCxkgjTMRqKJAIAAKvnpAAAOqx/zAiNlkfoXSt5xI65D+9cjpQ8Qi7W71BQ2ZTbt+40rN1cm+/c7lWZrt601NMzr8yEBIfOmTl/394DZ06dLehVoErVij1f7y5dcW3lWTPmjvtyYp68HotXzkuXLq22cMG8xaOGf12wUP4fp0xs3qjdM+82rvv3/Rf9teTE8VOnTpwODQmVfn7p0iX7f/pRpkwZlY6w0LApP/++Y/tO3+s3PD3zla1Ypku3jvK4phXGfzVp5vQ5S1bNv337zpIFy44cPpYzV85atav36t0zffp05nd1+ODRpYtWHD1yPCQkpEKlci1aNatVp7rp2qzZsjRv2bRth1bmN5HeeokSxW7duH3D90Y+zzzKBlmeRGijV5JEAABgWwgjAECXlVdGKLNnaOA8Il36dO/37bN+zYaLFy537tYha7asWgRw6tTZvu9+LFFF6jSpixQtfP2ar3TaF8xf8s13X1eqUkFW6PFa143rt8jCn76bMujzAbLE57rvN+O+kx7sV9+Mds/i/sy7jWvf3oMDPxrs7x8gf+TiJYv53fE7f/ai/Dtz5vycBX9ITzjuTYKCgrt37CX37OLqUqSot/8D/7kz//przqI+H7z17ge9zdfcvHHblJ9+k6ykQKH8ly5clrBjy6ZtcxfOkBelrfD16G8kcJEZyRTc3TOvX7Np9Yp1kj6MmzhGW6Ft+1byL9YT8PO7J+GFzBQqXEjZIJIIAAAMj8M0AECXTVRGmJ/F0Pwcn6bjNYRNH6+RIUN66cDn88wn8+06tJJ5N7dMMj9uzDeSRPR5v/fOfZvmLJi+bfe64aM+exjwaNyX30bHDEgpf5BRXw1Lmy7NrBlzpZMfERE55NMRwUEhvd/pVbJkMb27jUseSJKI197osfvg1r+WzNy6a92KdYuyZc8q93n08PFn3mTSNz9KElG3Qe0tO9fOWzRj3Zblv07/yc0t48/fT5Fow3xNWfL5yEF/73/6ErbsXFeiVPHz5y6uWLZau3bnjj2SRBTyKrBg+ew1m5YtWDZ7/dYVFSuXX71y3drVG/T+YqEhoR++0//e3ftt2rXInj2rsjUkEQAA2APCCADQZf2VERrD5xFx7di+6/DBo1WrV/6gXx9TEUGnru2bNm909sz5jf+cYjN/Ac8P+70nM+O/njTt1xlHDh0rXrzoO+/3tvyBJMKoWKVC85ZN+3/yQYaM6bWFBQvlr1W7hszcu3c/7k1u3bg9f/ZCSSvGfjPaFHBUr1n1g/5Pn8lvk/8wX7l2vZqdurST90vmJTfp0r2DzJw5fU67duovv8t06MjB8rS1JTlyZh8xeojM/D51+jOfcOCjx+/27nvq5JlKlSsMGjpQ2ZrnJhGmc2eQRACAfbKJthksQRgBALpsZcwIZX95xLkz52VauWrFWMurVa8i0zOnzpqW9HitS8XK5Q8dOPL71Bnypxg9doT0Z5XFnJ2dhgz7ZNzEMabDMfzu3N20Yat21szwsPC4N7lw8ZJMJa2INfRDk1cayvTihf/82ctXKGt+MVu2bDINCwvTLp44dsrF1aVCpXLm6xQomN8zf75zZy7EfXT5xH747oAD+w81a9Hk1xk/Z8iQXtkUS5II06eaJAIA7BMbfMNgzAgA0GUrlREaexg/wuT6VR+Z/jDxF/kX99pr13xM8/LXGDF6SMsmHUJDQvu837tIscIq4Y4dObFv7wHf6zeOHjl2+dJV0/Lo6Gd8PK5duSbTnLlzxlqeMWMGN7dM9+7eC3z02FRkkS3bfw6jcHJyjLnbp4eZ+PrciIyMVJGqdJHK6lkuXb5SrFgR8yVrVq4/uP9w1eqVv/5mlFZtYUNIIgAAsCuEEQCgy4YqIzT2k0dor6548aIZ3Z4x6mSuXP8JAv7evuv/Mzt2v/fR2/H8ZZ7JNISkpAlly5WuWqNK6dIljxw59tecRc9cPzIy6ul/T6LjXqV9nMxjgngiA4dUT59nhgzpS5QqrixzYN/TASm6dO9IEgEAAKwcYQQA6LKtygiNneQRefJ5yLR1+xbdX+0S/5rXrvn89P0U6dJXqV550/otv0+d8fa7byiLXbxwWZKIzJndFiybncus2OHAvkN6N8kXc37Q27f8Yi1/9CjQ3z9AnknadGmUBXLnyaX1vX//8xdlmQcPAmTqmT+fsikkEQAA2CHGjAAAXTZXGaEx5PgRsd6HuvVry3Tr5h2xVvt23PcNazf/a+7/axbkHfzi8y+Dg0I+6v/e8FFDJFOY8vPvZ0+f17vbuA4fPKJihpk0TyJCQ0L37T0gM9FPouLeJE+ep0HJ3zt2BQY+Nl++bs1GmUomoizWsHE9yS/27/vPCTju3b1fp2qjTq17yNOItf4Pk785eeFgYW9bOp0nSQQAAPaJMAIAdNliZYTGeHlE6tRPT5nh63tTuyj97boNau/dvX/m9DmmdbZv2zlrxrz79+5Xr1lVWzJ31l/Sky9dtmSXHh3d3d0GDOobHhb++eART8dieNbdxpU9R3aZXr50NSrq/7mDzIz4fIyvz9OKktDg0Lg38S7qVbV65bt+9z77ZPijR4Hawt079/783WSZ6dy1vbLYa290l+m4L7/1u3NXWxISHDrssy/u3/cvUbq46TQiJiePn5LXK2mFshEkEQAA2C0O0wAAXTZaGaEx2PEaefPlkengj4f+Pnn60C8GlylX6t33ex89dGz8V5PWrt6YLl3aiIiIQweeVjF8Nf4LbeWbvrd+mPiLdGK/+HKY9j62bd9y+ZKVB/cfnvrz7+/37fPMu431uNVrVClVpuSJYyffef2DCpUrXL18VXr7EjRIwHH86El/f/+4T1Uea/TXw3u/+u62zTvqVm9SpKi3/wN/Lbx45703q9WooiwmD92mXYtlS1Z1bN2tcJGnQ29eu3b91o3bxYoVGTi4X9z1vxj61Zkz58Z+M7pF61eU1SOJAADAnlEZAQC6bLcyQmOk+ogevbpWqVoxIiLywoVLDx89kiUlShVfuHxOw8b1Ah8FHj1y/PatO/Ub1p057/dWbZtrNxn22RdBQcGvvt7N/LCFEaOHSA/318nTtYM14t5tLC6uLlP/+LHbq53v3Lk75affNm3cKkHAjDm/jhj1uVy7X2fkiFy5c85fOqtt+1b58uW5dPGSdKIlU5g1f9qH/d9VCTRm3MhhIwfnzJ3r4oVLx4+dcHd3lzuZMe83yV+ULSOJAAC8GJtum8GcbbezASBxPYkRFRUVGRkpe9ofxcibN2/atDbc8TNt52UmOob2AjXhMUJDw7X6CFmtciMPGz3fJ2yFXSURf//997x584YNG5YrVy4FwDocO3Zs6tSp/fr18/b2VkhsAwcOLFmyZK9evVQS8Pf3Dw4ODgwMTP0P7edDdreY/1jAJlAZAQC6bL0yQmPI8Sxhu6iJAAAAijACAOJh02NGmCOPgJUgiQAAABrCCADQZYzKCA15BFIcSQQAADAhjAAAXYapjNCQRyAFkUQAAABzhBEAoMtIlREa8gikCJIIAAAQC2EEAOgyWGWEhjwCyYwkAgAAxEUYAQC6jFcZoSGPQLIhiQAAJC5Dts3sE2EEAOgyZGWEhjwCyYAkAgCQ6PiBMAzCCADQZdTKCA15BJIUSQQAAIgHYQQA6DJwZYSGPAJJhCQCAADEjzACAHQZuzJCQx6BREcSAQAAnoswAgB0Gb4yQkMegUREEgEAACxBGAEAuuyhMkJDHoFEQRIBAAAsRBgBALrspDJCQx6Bl0QSAQAALEcYAQC67KcyQkMegRdGEgEASB521TYzNsIIANBlV5URGvIIvACSCABAsuGHwzAIIwBAl71VRmjII5AgJBEAAOAFEEYAgC47rIzQkEfAQiQRAADgxRBGAIAu+6yM0JBH4LlIIgAAwAsjjAAAXXZbGaEhj0A8SCIAAMDLIIwAAF32XBmhIY/AM5FEAACAl0QYAQC67LwyQkMegVhIIgAAwMsjjAAAXVRGaMgjYEISAQBIWbTNDIMwAgB0URlhQh4BRRIBALAC/KAYBmEEAOiiMsIceYSdI4kAAACJiDACAHRRGRELeYTdIokAAACJizACAHRRGREXeYQdMk8iyrd+QhIBAABeHmEEAOiiMuKZyCPsinkSUbCO/6PwG/fu3dPeaJIIAADwwggjAEAXlRF6yCPsRKyjMwqVyJ4uXTofH58DBw48fvyYJAIAALwwwggA0EVlRDzIIwwv7jgRrq6uhQoVKlmyZEhIyNq1a/fu3SurkUQAAIAXQBgBALqojIgfeYSB3fF5rDdiZe7cuVu0aCGpxIEDB6ZMmeLj40MSAQBINrTNDIMwAgB0URnxXOQRhiRJxNyJJ+I5d0batGkbN27crVu3qKioyZMnL1q0KCwsjCQCAJAM+KExDMIIANBFZYQlXiCP2DDvooK1kiRizjcWncXTy8trwIAB1atX37Vr15gxY86cOUMDEQAAWIgwAgB0URlhoYTmEYe33SKPsE5aEhEeGvXcJEIbJyJNmjQdO3bs27evvOM//fTTjBkzgoODFQAAwPMQRgCALiojLEceYQAJTSJM40R4eXkNGzasfv36Bw4cGDly5MmTJxUAAEC8CCMAQBeVEQlCHmHTXjiJUDHvuKzQoUOHgQMHpkuX7pdffvntt98eP36sAAAAdBBGAIAuKiMSyvI8IpunoyKPsBovmUSY7qdAgQKff/5548aNjx49OnLkyP379yssYW8rAAAQAElEQVQAAIBnIYwAAF1URrwAC/OIuj0yk0dYicRKIjSyTps2bT799NNMmTLNmDHjxx9/fPjwoQIAAPgvwggA0EVlxIuxKI9I40weYQ0SN4kw8fT0HDJkSLNmzc6fP//FF1/s3LlTAQCQGGibGQZhBADoojLihZFH2IQkSiI08o63aNFi0KBBWbNmnTt37sSJE+/fv68AAHg5tM0MgzACAHRRGfEyyCOsXJImESZ58uSRPKJly5ZXr14dPXr01q1b+U4BAABFGAEA8aAy4iWRR1it5EkiNPKmv/LKK0OGDMmZM+fChQvHjx/v5+enAACAfSOMAABdVEa8PPIIK5ScSYSJJBGDBg1q27btzZs3x4wZs379er5cAADYM8IIANBFZUSiII+wKimSRGjk5o0aNfr88889PT2XL1/+9ddf37p1SwEAALtEGAEAuqiMSCzkEVYiBZMIk+zZsw8YMKBjx45+fn5fffXV6tWro6KiFAAAsDOEEQCgi8qIREQekeKsIYnQyL3Vq1dv2LBhBQsWlDDiyy+/9PHxUQAAwJ4QRgCALiojEhd5RAqyniTCJEuWLP379+/atau/v//YsWOXLl0aGRmpAACIF20zwyCMAABdVEYkOvKIFGGFSYRJrVq1hg0b5u3tvXHjxlGjRl2+fFkBAKCPtplhEEYAgC4qI5ICeUQys+YkQuPu7t63b9+ePXsGBQV98803f/31V1hYmAIAAIZGGAEAuqiMSCLkEcnG+pMIk2rVqo0YMaJ48eLbt2//4osvLly4oAAAgHERRgCALiojkg55RDKwoSRCkzFjxg8++OD111+PiIiYNGnS7NmzQ0NDFQAAMCInBQDQQWVEkjJlPVoeobea5BHbZvvfvRYleYRcbNzVS8ECNpdEmFSqVKlo0aLz58/fvXv3qVOnXn311WLFiikAAGAsVEYAgC4qI5Ia9RFJxHaTCE2GDBneeuutPn36REVF/fjjj9OnTw8ODlYAAMBACCMAQBeVEcmAPCLR2XoSYVK6dOkRI0ZUqlTpwIEDX3zxxeHDhxUAADAKwggA0EVlRPIgj0hEhkkiNOnSpXv99dfff/99mf/9999/+eWXwMBABQCwY7TNDIMwAgB0URmRbMgjEsW/SYTTk0ptbT6JMClRosSIESOqVat28uTJL774Yu/evQoAYK9omxkGYQQA6KIyIjmRR7yk/yQR7Ryz5DFIEqFJmzZtz549P/roI1dX15kzZ3733XcPHz5UAADAZhFGAIAuKiOSGXnECzN2EmFStGjR4cOH16pV6/z58yNHjtyxY4cCAAC2iTACAHRRGZH8LM8j3HJHK/KIGHaSRGhcXV27du3ar1+/9OnTz58/f+LEiffv31cAAMDWEEYAgC4qI1KEJXmEo5NK7XUubdZQZfd5hF0lESbe3t7Dhg2rV6/epUuXRo8evXnzZnJDAABsC2EEAOiiMiKlPDePOHfuXEjo49rdMtn58Rr2mURo5NV17Nhx4MCBmTJlWrx48fjx4/38/BQAALARhBEAoIvKiBQUTx4RGhp64sSJbCK7uz2PH2HPSYRJgQIFhg4d2qhRo+vXr48ZM2bdunUKAADYAsIIANBFZUTK0ssjdu7cGRYWVrFiRXsez5IkwkReadu2bQcOHOju7r5ixYpvv/2WEgkAMDDaZoZBGAEAuqiMSHFx84gHDx4cPny4SJEi2bJls9vza5BExKWVSDRt2vTSpUsjR47cuHGjAgAYEW0zwyCMAABdVEZYg1h5xOrVq6Ojo+vXr2+35/skidAjr7dVq1YDBw7MmjXr0qVLJ0yYcPv2bQUAAKwSYQQA6KIywkqY3oXr168fP368atWq7u7uzzzfp+HzCJKI5ypYsODw4cMbN2589erVr776at26dVFRUQoAAFgZwggA0EVlhPXQOtKLFy+WznbTpk2feb5Pw+cRJBEWkpffpk2bwYMH58iRY8WKFePGjbt586YCAADWhDACAHRRGWFVzpw5c+nSpQYNGqRPn/6Z5/s0dh5BEpFQefPm/eyzz1q0aHHr1q2vv/569erVlEgAAGA9CCMAQBeVEVZl6dKladOmbdiwoXrW+T6NnUeQRLwY+Ts0a9Zs2LBhefLkkTDiq6++8vX1VQAAwAoQRgCALiojrMeBAwdu3LjRvHnz1KlTa0vsJ48giXhJ2bNn//TTT9u3b3///v2xY8cuX748MjJSAQCAFEUYAQC6qIywEtHR0StWrHBzc6tdu7Z61vk+DZxHkEQkCvlTNGjQYNiwYQULFly/fv2XX3555coVBQCwQbTNDIMwAgB0URlhJf7++2/Zp926dWsJHbQldpJHkEQkrixZsgwYMKBbt24PHz785ptvFi9eHBERoQAANoUfOMMgjAAAXVRGWAPpLq5ZsyZHjhyVK1c2X274PIIkIonUrFlzxIgRRYsW3bx585gxYy5eNOZZYAEAsHKEEQCgi8oIa7Bx48bAwMB27drFfS8MnEeQRCSpTJkyffjhh6+//npISMjEiRP/+uuvsLAwBQAAkpGTAgDooDIixQUFBW3YsMHLy6tUqVLPXMH0Hml5hN79SB6xbbb/3WtRkkfIxcZdvZQVI4lIHpUqVSpWrJgkEdu3bz9+/Phrr73m7e2tAABAsqAyAgB0URmR4tatWxceHt6+fft41jFYfQRJRHJKnz79m2+++d5770VGRn733Xdz5swJDQ1VAAAg6RFGAIAuKiNS1qNHj2SXdalSpTw9PeNf0/I8Ikue/+cRm/66pKzP7euP5/4/iVAV2sROIjTai5IXSBKRWEqWLPnFF19Ur159165dMnPq1CkFALBWtM0MgzACAHRRGZGyVq5cGRUV1a5dO0tWtjCPqP/a//OIg1tuWlseIUnEvG+Ph/0/iXDIli92EiEzpiRCCyNIIhJL6tSpe/To8dFHH8lf9eeff/7zzz+Dg4MVAMD68JNnGIQRAKCLyogUdOfOnd27d1epUiVHjhwW3iT+PELrzFttHmFKIhwcn5BEpJSiRYsOHz68Tp06+/bt++KLL44fP64AAEDSIIwAAF1URqSg5cuXS3+7VatWCbpVPHmEqUtvhXmEeRJRvpUjSUQKcnV17dy584ABA1KnTj1lypRp06YFBgYqAACQ2AgjAEAXlREp5dq1a0ePHq1Xr56bm5tKIJvLI2IlETkKkESkPC8vr6FDhzZs2PDw4cOjR48+ePCgAgAAiYowAgB0URmRUhYtWiT7pZs0aaJeiA3lESQRVkv++O3atRs4cGC6dOn++OOPyZMnP3r0SAEAgERCGAEAuqiMSBGnT5++dOlS48aNpROoXpRN5BEkEdavQIECn3/+edOmTU+dOjVq1Ki9e/cqAACQGAgjAEAXlREpYunSpRkyZGjQoIF6OVaeR5BE2Ap5C1q1ajV48GB3d/eZM2d+//33AQEBCgAAvBzCCADQRWVE8jtw4MCNGzdatGghvXH10qw2jyCJsDl58uQZNGiQfDIvXrw4atSonTt3KgBASqBtZhiEEQCgi8qIZBYdHb1ixYosWbLUqFFDJRIrzCP0kgjnf5BEWCd5L5o1a/bZZ59lz5597ty5kyZNun//vgIAJC9+Cg2DMAIAdFEZkcx27Nghvbu2bdtK91slHqvKI+JJIkxTkghrljt37kGDBsmn9MqVK6NHj966dStbCQAAXgBhBADoojIiOYWFha1atSpfvnzly5dXic1K8ghqIoxB3otGjRoNHTo0b968CxcunDhxop+fnwIAAAlBGAEAuqiMSE6bNm0KDg7u0KGDShopnkfEn0RoA0aQRNiQ7NmzDxgwoGPHjj4+PmPGjNm4cSObCwAALEcYAQC6qIxINkFBQdKXK168uJeXl0oyKZhHkEQYkrw19erVGzZsWIECBZYuXTpu3LibN28qAABgAcIIANBFZUSyWbNmTXh4eNu2bVUSS5E8giTC2LJkydK/f/9u3br5+fl9/fXX8mGOiopSAAAgXoQRAKCLyojkERAQsGPHjkqVKnl4eKik9wJ5xLYlV9SLIomwEzVr1hw+fHiRIkVWrVo1btw4X19fBQAA9BFGAIAuKiOSx7Jly2TasmVLlVwSmkfsXe/7YnkESYRdcXNz++CDD1599dUHDx6MHTt2xYoVkZGRCgCQqGibGYaTAgDooDIiGdy5c+fAgQN169bNmjWrSkampEnLI/RWkzxiy5/+932jJI+Qi3XbFVAWMyUR8lAVWjtlz+9EEmEPqlatWrx48Tlz5qxbt+7IkSNlypRRAIDEw0+kYVAZAQC6qIxIBosXL5aeebNmzVSyS9L6CJIIe5YxY8Z33333zTffDAoK2rBhg2xGIiIiFAAAMEMYAQC6qIxIahcvXjx58mSjRo3SpUunUkIS5RGxkogcBUki7FGFChVGjBjh6ekp7+nUqVPl064AAMA/CCMAQBeVEUlt0aJFadOmbdiwoUo5iZ5HkETARFK26tWry2YkPDx84sSJCxYskBkFAAAIIwAgHlRGJKljx45dv369RYsWrq6uKkUlYh7xzCTC+R8kEfZJ3tl33323WrVq27ZtGz169Pnz5xUAAHaPMAIAdFEZkXTkD7t06dIsWbLUrl1bWYFEySP0kgitLIIkwp6lSZOmZ8+eH330UXR09HfffTdnzpzQ0FAFAIAdI4wAAF1URiSdvXv3+vn5tWrVKp4zWSSzl8wjSCLwXEWLFh0+fHitWrV27dr1xRdfnD17VgEAYK8IIwBAF5URSSQqKmrlypUeHh6VKlVS1uSF8wjzJKJ8K0eSCOhxdXXt2rVrv3795MPwww8//Pnnn8HBwQoAYDHaZobhpAAAOqiMSCJbt24NCAjo2bOnsj6mBErLI/RWq/dq5q2z/O/7REkeERwYcf7IPUkiZHn5lk45CzFiJZ7D29t72LBhK1askO/C6dOnu3fvXrp0aQUAsAA/nYZBZQQA6KIyIimEhISsW7dOOmPFihVTVsmS+og0aZ3r9XDLmu9ppn98953QkKdJRKU2zrkKO5sKIkgiEA/5YHTo0GHgwIFp06adMmXKtGnTAgMDFQAAdoMwAgB0URmRFDZu3BgcHNyxY0dlxSzKI9K5VK/tkznLY23NKu1dc3u7xEUSgXgUKFDg888/b9KkyeHDh0ePHn3w4EEFAIB9IIwAAF1URiS6R48ebdq0qXz58h4eHsq6xZ9HSMrg6urqEnKrSpEtWTL7VWvkn69YWtd/kETAcvIJad269aeffpohQ4Y//vhj8uTJ8jVRAAAYHWEEAOiiMiLRrV69Oioqqk2bNsoWxJNHaKNCOEWHp458UKPY5jwej00ZBEdn4AV4enoOGTKkefPmp0+fHjVq1N69exUAAIZGGAEAuqiMSFz37t3buXNnrVq1smbNqmyEXh4hicPTpCEqzCH0oWNIgLOK/H+txD9TbTWSCFhOPioSRnz22WfyBZk5c+b3338fEBCgAAAwKMIIANBFZUTiWr58YBn/lAAAEABJREFUuXS3mjVrpmzKM/OI/2cN0eGOYYGOoY+cn0SYjtHQcgqZkkTgBeTOnXvQoEGtW7e+dOnSqFGjJL9TAAAYEWEEAOiiMiIR3bhx49ChQ40aNcqYMaOyNXHziP8fqvEk0ikiyCnisZOKMp1Bg6Mz8JLko9KkSZMhQ4bkypVr7ty5kyZNun//vgIAxKBtZhiEEQCgi8qIRLR48eK0adM2btxY2aZYeYRMJWtIV7SmW/XObtU6ps1bnCQCiStnzpwDBw7s0KHDtWvXRo8evXXrVtrfAKD4STUQJwUA0EFlRGI5d+7c2bNnpVvl6uqqbJbp86DlETKfvnSDJ0/qm39ITNGDrGB+UQEJJ5+c+vXrlylTZubMmQsXLjx8+HDPnj2zZ8+uAACwfVRGAIAuKiMSy6JFi9zc3OrUqaNsXNzjNbQhJBzMUBOBxJUlS5b+/ft36dLF19d3zJgxGzduJCQFABgAYQQA6KIyIlHI7twbN260atVKeunK9plSBmV2yIZ5GBFrBQUkhtq1aw8bNqxQoUJLly4dN27czZs3FQAAtowwAgB0URnx8qKjo6Xv5OHhUaVKFWUgsRIHk1hLFJB43N3d+/bt27Nnz7t373799ddr1qyJiopSAADYJsIIANBFZcTL27Vr1/3791u3bm3InnkqHQpIMtWqVRsxYkTx4sVXrVo1btw4X19fBQCADSKMAABdVEa8pIiICOkvFSpUqGTJksqIIm5fDLu4T/5FPrihgOSSMWPGd9999/XXXw8ICBg7duyKFSsiIyMVAAA2hbNpAIAuKiNe0ubNmwMDA9977z1lUA83/BJ0aIXMZGrWz63JBwpIRpUqVSpatOhff/21bt26I0eO9OrVy9PTUwGA0dE2MwwqIwBAF5URLyMkJGTDhg1lypShgwQkkQwZMvTu3btPnz7BwcHjx49fsmRJRESEAgBDo21mGFRGAIAuKiNextq1a8PCwtq0aaMAJKXSpUt7eXktXLhw06ZNx44d69mzp1xUAABYNyojAEAXlREvLCAgYOvWrdWrV8+RI4cCkMTSpk372muvvf/+++Hh4RMnTlywYIHMKAAArBhhBADoojLiha1cuVL+ei1btlQAkkuJEiVGjBhRs2bNbdu2jR49+vz58woAAGtFGAEAuqiMeDF37tzZu3dv/fr1M2bMqAAko9SpU3fr1q1fv34y/913382dOzc0NFQBAGB9GDMCAHRRGfFili1b5urq2qRJE2V0WV+dKP8UYGW8vb2HDRsm38Tt27efOHHitddeK1q0qAIAwJpQGQEAuqiMeAHXrl07duzYK6+8kiZNGgUghbi4uHTq1Kl///4y88MPP/z555/BwcEKAACrQRgBALqojHgBixYtcnNzq1u3rgKQ0ry8vIYOHdqoUaP9+/d/8cUXx48fVwBg42ibGQZhBADoojIioU6ePHnp0qXmzZs7OzsrAFZAvoxt27b99NNP06dPP2XKlGnTpgUGBioAsFm0zQyDMAIAdFEZkSDyt1q+fHn27NmrV6+uAFgTT0/PIUOGNGvW7OjRo6NHjz548KACACBFEUYAgC4qIxLkwIEDN27ckH2w/NEAK+To6NiiRYtBgwa5ubn98ccfkydPfvTokQIAIIUQRgCALiojLBcVFbVs2bJ8+fKVKVNG2Y2H63++82N3+Rd0YKkCbEGePHkkj2jVqtWZM2dGjRq1d+9eBQBASiCMAABdVEZYbseOHQEBAR06dFD2JOLOpdCL++RfxIMbCrARjo6OTZs2HTJkSI4cOWbOnPn999/Ll1cBAJC8CCMAQBeVERYKCwtbvXp1yZIlvby8FABbkDNnzoEDB7Zr1+7y5cujRo3auXOnAgAgGRFGAIAuKiMstGnTppCQkPbt2ysAtkO2bw0bNvz88889PDzmzp07adKk+/fvKwAAkgVhBADoojLCEkFBQRs3bqxSpUqOHDkUAFuTPXv2AQMGdO7c+fr166NHj966dSvbPQDWjG2UYRBGAIAuKiMssXr16qioqFatWikAtkk2dHXq1Bk2bFiBAgUWLlw4ceJEPz8/BQBWibaZYTgpAIAOKiOe6969e3///XfdunXd3NyU/Ulbpolztvwy41qokgJsnLu7e9++fXft2rVkyZIxY8ZIwtigQQMa/QCAJEIYAQC6qIx4rpUrVzo7Ozdt2lTZJQkjlPwDDKRGjRolSpSYM2eORBLHjh3r1atXlixZFAAAiY3DNABAF5UR8btx48aBAwcaN26cLl06BcAo3Nzc3n///Z49e968eZNRJAAASYQwAgB0URkRv6VLl2bIkKFBgwYKgOFUq1bNfBQJTrQBAEhchBEAoIvKiHhcvHjx9OnTLVq0cHZ2VgB0aNsQG4013dzc+vbt261bN19f39GjR+/YsUMBhhAeHi5TFxcXBSDlEEYAgC4qI+KxaNGiLFmy1KhRQwHQZ4A+T82aNYcNG+bp6Tl//vxJkyY9ePBAATYuLCxMpq6urgpAyiGMAABdVEboOXjw4PXr19u3b+/gYO+/I1GB98JvnY+876OAZ9H6PKlTp1a2zN3dvX///l26dLl27dro0aN37dqlAFsWGhqqCCNsFm0zwyCMAABdVEY8k+zpXbRoUcGCBcuWLavsm/+yr32HVr01ttmjLb8p4Fm0MCJNmjTK9tWuXXvYsGF58uSZM2fO999/HxAQoADbxGEaNo22mWFwak8A0GWkyohE/OU+c+ZMuXLlmjVr9sz7tKu/WJqiNVTE091rznlLWrI+O3PskIQRjo6OBmg6ay8ha9asH3/88fnz548fP75ly5by5csXKFBAWTe+d4iLwzQAa0AYAQC6jFQZkYjHU5SPoXet/NGio6OV7bPkL5auRD35pywWFRWlYGcePXpkjA6P+TeiWAxlI/jeIS75YqZOnZoBmIGURRgBALoYMwLAS7p3716mTJkUAGty9+7d7NmzKwApijEjAEAXY0YAeEl37tzJkSOHAmBN/Pz8smXLpgCkKCojAEAXlREAXkZgYGBkZCRhBGBVQkNDHz9+TBgBpDjCCADQRWUEgJdx9+5dmVINDliVO3fuyJQwAkhxhBEAoIvKCAAvw9fXV6Z58+ZVAKyGj4+PTPPkyaNgm2ibGQZhBADoojICwMu4ePGiq6urh4eHAmA1+GLaOtpmhsEAlgCgyzCVEfIqSpYsKS+nZ8+eeusMGDBAVqhcuXJkZKRCjMWLF8vfJG3atNJyfeYKLi4uNIkQj/PnzxcqVMgwHxJvb+9UMaZMmaK3TuHChbV1AgICVOKJjo6eNWtW//79TUs+/PBDeZQlS5YoIIFkky5fzEQ84zWAF8OXEAB0GaYyQl7FtGnTpOE1e/bs1atXx13h8OHD33//vXSt//zzTycniub+IyQk5PXXX6coFAl17969R48eeXl5KcNZunTpM5fv27dPL7l7SbKNevXVV69evaqAl/Pw4cMHDx4Y8osJ2BzCCADQZaQxI6pUqTJgwACZ6dOnjzTFzK+KjIzs3bu37HgcOXJksWLFFOLYuXPnjz/+qICE0LrlsgNWGUvGjBk3bNggUUvcq5YsWSJpZpo0aRRgrY4dO6aM+MUEbBFhBADoMtiYEaNGjfL29vb19R08eLD58gkTJhw5cqRSpUqDBg1SiCN37twy/fzzzy9fvqwAix0/fjxt2rQFCxZURqFtD1u1aiXT5cuXx11BwoimTZumS5dOAdbq8OHDrq6uRvpiAraLMAIAdBnsbBqyu/LXX3+VmSlTpmzZskVbeP78+TFjxkiXafbs2aYDaIODg8eOHdu4ceOsWbPWrl17xIgRsQ7/vn379oABAypXriy9Dkkx3nnnnd27dyvD0bpe9evXb9OmzePHj996663n3iQ0NFRii7Jly8re4woVKnz00Udnz55VsD/yJTpx4kT58uUdHR2VsbRr107F5A6xlu/fv//ixYvatbFY8r1YvHhxixYt8uXLJ5udli1bfvvtt/I31K7q06ePbGdkZtmyZfKt7NWrV9ynJMvnzZsXa/m7774ry8PCwhQQQz5UFy5ckA+h8b6YgC0ijAAAXcY7m0adOnWkda5iGvchISEy88EHH0jjbPTo0d7e3to6steoaNGin3322a5du2Sh9C5GjRolS7Zv366tEBER0ahRo0mTJl2/fl16Fz4+PpJx1KhRY+rUqcqg5KVJB0kSnPhfowQWFStW/Oqrr86dO1e8eHFJcH788cdSpUrJn1fBzhw6dCgqKkrrQhuMJCxeXl4bN2588OCB+fJFixY5Ozu3bt061vqWfC8kDO3QoYPcZ/r06WWX9Zo1awYOHFi1alUtBm3evLm24SpRooRsjuI+xKuvvirTWGGEJCCyJFu2bLIbXAEx5AdOftnlA6kAWAHCCADQZbDKCM24ceMKFCggu4a++eabWbNmSeu/bt265mPU9+3bV/KFYcOG3bt3b/fu3Tdv3pwyZYr0Ovr16xcdHS0rrFq16uTJkwMGDLh9+7YEFrdu3VqxYoWLi4vs+TTqmTiyZ88u+2llZvDgwTdu3NBbTa49depUq1atZJ29e/deunRpw4YN7u7uw4cP37p1q4I92b9/v5ubW+HChZURderUSULJZcuWmS9cunRp06ZN5QMfa2VLvhffffddhgwZrly5cvr0afnT3b17VxKHEydOTJs2Ta5t2bLlG2+8oWJO1SGbprZt28Z6CEkrcuXKtW7dOj8/P9PCJUuWPHz4MJ5TCMEOSUqYJk0aU/gOG8WQ0oZBGAEAuoxXGSGkxf/LL7/IzKRJk6STkDZt2t9//930MteuXbtz586GDRvK7kfTKHTvvPNO586djx49unjxYrmoDZ1gulZuK12F3377Te7WYGGEeXNHdr1KR0v20/bu3fuZK1+/fv3nn3/OnTu37OM19ccaNWo0ZswYmZHdwgp2QyI86XJXqVJFGYv2jZBp+/btVcxBE6artPNoaMvNWfi9OHfunGxJUqdOrV2UNSU2nTp1qqypLODs7NyjRw/JR8yLI+QRZUoYAZP79++fP3++UqVKnNTT1nFSbcPgqwgAugxZGSGkUy1da39/f+kyjR8/3nxQcUkcZFqvXr1YN9G6BIcPH5Zp48aNZfrll19KQjFr1ixfX18V01eXnaWmvoQhSWoj+7pl7+v06dPjXiv7fmX6yiuvSNxjvrxjx46ma2En1qxZI72dWrVqKYPSjtSQ70JgYKC2RJJK+frHHTDCwu9FixYtHj16JHcrG5Zt27ZJrFCkSJG33367dOnSyjJvvvmmMjtSQzZu69evl5uXLVtWATE2bdokv+m1a9dWAKwDYQQA6DJkZYRm4MCBMs2SJcv7779vvlw7GeHnn3+e6r9ee+0107WlSpWSnZYys2DBAskg8ubNKzuafv31V6Meo2Hi4eExYcIEmfn000/Nq8E1smtXpvny5Yu1XPIL+TvfunUr1hlVYVTy2Thy5EiVKlXiHrBgJF26dK2hvtIAABAASURBVJHIwDSMpXaMRqzEQVn8vZBUtHjx4teuXRs6dKiEodmyZXvjjTcSNPirhBc1atTYt2/fmTNn5OKff/4ZHR2tJRSAihm6cvfu3fIx006QBMAaEEYAgC6jVkaomKpm09ScVrwq+ycbPoupRyG9celjjBgxomvXrrLy4cOH33nnnUaNGj1+/FgZWu/evevXr3/v3j15vbGu0rIYbViNWLRIy8nJScEOyA55mTZp0kQZmvmRGtoxGs88j4aF3wvJNCXBmTVr1rvvvit/OhcXl+nTp5crV04ST2UxbRjLOXPmyFTuSrZmsoFSQIytW7dKfKZV9gGwEjSMAECXgSsj9GinXu/Vq9eHH34Y/5re3t4jR47U5i9dutSsWbNt27bNnDlTG/TewP74449SpUpJHyzW0P1eXl4y1Q5aMRcQECDhhewHTpcuXVRUlIKh3b59e+/evRUrVsyePbsytLJly8pO5nXr1kkEuWTJEokP4p7kQln2vdCWyD30iKFitr3Dhw8fM2ZM3759O3XqpCzTrVu3jz/+eOHChR06dDhz5oxMs2XLpoCYsohNmzZJns7QlYBVoTICAHQZuDJCT6tWrWS6YsWKWMs//fRTacZNmTJFxRzikTNnzt27d5uuLVSokHa4x9WrV5XReXp6jh07Vmb69etnHi5oOc7atWsfPXpkvr62a7dBgwYKdmD27NmOjo5t2rRRdkB6+6GhoZs3b5YwQjYdGTNmjLuOJd+L8+fPS65h/keTbe/o0aOzZMki4Y42LIUluXD69OnlKcm9TZ48WTF0JcysWrUqLCws7gCrAFIWYQQA6DJMZYQ0wixcs0SJEtKpkD1IkyZNMi1cs2bNd999d+fOHa3AVfaIyvzIkSODgoK0FaSboZ1oo0iRIsoOvPvuuzVr1vTz8zMvPi9VqlTDhg1v3rwpXSDZ66st3Lhx47Bhw2SmT58+Cka3d+/ey5cvv/LKK5kzZ1Z2QHr+KuaMGM88j4bGku+FdgLUlStXSo/RdMNly5bdv38/f/782jgU2ul7rl279swjPky0IzVmzJghgam8EQqIGcZl+/btpUuXNuqpdgHbxWEaAKDLAJURZ86c2b1797Fjx37++WcLbyKdhF27dg0YMOCvv/6SbkB4ePiOHTtk+cyZM7WdnN27d5erpNtQNIYsOXv2rK+vb926de1kV6R8MKZPny5N25CQEPOFf/zxh+zpXbFiRa5cucqUKXP37l3tNKhDhw6V/piCoQUHBy9ZskR25tvPQekSNEh8uX///tSpUzdv3vyZ61jyvZB1fv311zp16rRs2bJWrVqurq7aZsfJyUk7D7GKGQJT8ogjR44UK1asYsWK2sAQcclWSPKLq1evduvWLe6YOLBPCxYskM+Y5cf7wPrZW9WqgVEZAQC6bLQy4saNG5IUTJkypV+/fj/++OOJEydq1Khh+c2loS8t/nbt2sluTAkyfHx82rRps3PnTlPQIH+ThQsXTpgwwcPD4+jRo6dPn65UqdJPP/20fv16FxcXZR+8vLzGjBkTa2HevHkPHjz4xhtvFCpU6NSpUw4ODr169ZJkZ/To0QpGJ2nd48eP5Wvi6Oio7IZWHCEhQtzzaJhY8r2oWbPmoUOHpLt4586dvXv3Shjx4YcfyobIVN2QPn162chkypTp/PnzsonTeyzZOmnn8pSHUEBMIi8/UhKHGfvsNvbG3sbzMjC7OxwaAOLxJEZUVFRkZGRERERgYKB0yGWPXNq0aZXVu379+tEYt2/f1pbITktpl1eoUEH2WyZbB0n+gPHXUduKpPiLMYClUclu/Pnz58u+/c6dOyuDsomQRbbYuXPnrlq16pYtW0wL+d7ZrdDQ0FGjRskPukzld1AhuQwcOLBkyZJJlAn6+/sHBwdLCy31P1xiyDZKsk7tfOQKNoLDNABAl01URvj4+Mj+w8OHD/v5+clF2XMoPaLy5ctLhuLq6qoAJDFfX9+FCxd6eHhoZQJIKdI56du3b0hIyJtvvqkApf7880/Jp9577z2SCMA6EUYAgC5rHjPi+vXrWgZx9+5duejm5lavXr1y5coVKlSIfQJAspFdr1OnTpWdcn369LGrAzSsiuwmNZ0itGjRou3atVOwe3v27Dl27Jik87KLXgGwSoQRAKDLCisjrl27JgGExBD37t2Ti+7u7vXr1y9fvrw2tCSA5BQZGTl58uT79+9/+D/27gK8ifuP4/hRN7RAi7u7u7vLsAEbPhiuYxs6bIztjww2dMCA4S7D3aVFC5QWKKVAi7VA3fh/k4Ms1GiRkoT36+mT53K9XC6Xy+V+n/vmdwMGODo6KvhE7OzsihUrdv/+/aZNm06aNEm99AY+Z/KpXL16daZMmbicJ2DICCMAIF6GUxlx+/bt81pygCV3pdlTt27dUqVK5cqVSwHwKURHR8+fP9/Dw6NFixaFChVS8EldunRJAbTCwsLUC0j17t3bwoLGDmC4+HwCQLw+eWXErVu31Azi6dOncjd9+vT169eXDCJHjhwKgE9Hdg5Llixxc3OrVatWgwYNFACGQU0JfX19+/btmzFjRgWAASOMAIB4fZLKCHlGXQbh7+8vY+RwSlo7kkFkz55dAWAAVqxY4eLiUr58+bZt2yoADMaaNWuuX7/eunVruoowYVwO0mQQRgBAvJKzMkKe6+bNm2oGERAQIGOcnJwaNWokGUTWrFkVmIoIv5tPV4/K0HOumX1aBcbpn3/+OXny5Me7cB2Ad3P48OGjR49Wr169bt26CkwXHXWbDMIIAIhXMlRGyPw9PT1dXV0vXLjw7NkzGZMpU6bKlStLBpElSxYFpkWSCN9ZX0YHPX0wvY3TwJUWqZ0UGBX5wC5btuz06dMFCxb85ptvFAAGw8XFZc2aNUWKFOnQoYMCwBgQRgBAvD5eZYTM2cPDQ80gnj9/LmMyZ85ctWrVcuXKfaTfuEZFRSlIio+xxoIu7JQkQgYiH9/xm9XBqf8Ki3RETkZDP4no16/f53YhT0Peh5w6dWrbtm2yu27RooXsRRV8fq5evbpkyZJcuXKREgJGhDACAOL1wSsjoqOjdRnEixcvZEzWrFmrV68uR88ZMmRQYOrSNOifIioyYPccGY58ctd3RlvnwWssHLMpMHifeRJh4CpWrJgnT55FixZJc/T8+fOdO3e2s7NT8Nm4devWvHnzMmXKNGDAAEtLSwWAkSCMAIB4fajKCMkgbty4oWYQgYGBMiZ79uy1atWSDMLR0VHB5yR148GKlW3Atl9lOOr5w6AzG1M3GqTAsJFEGD7Jc7/77rt///13165d0jTt0aNHvnz5FHwGfHx8Zs+enS5dukGDBtnY2CgAjAdhBADE6z0rIySDcHd3lwzi4sWLagaRI0eOunXrlilThgzic5a6bm8zG4en68bZV2hDEmH4dElE0aJFe/fuTRJhsOStadasWeHChZcsWTJjxozatWu3bNnSwoJjXVPm5+c3a9YsW1vbwYMHOzg4KACMCjtoAIjXu1VGREVFSQbh4uIiGURwcLCMyZUrV7169SSDkFM3CqAoKat2snLOa523ggLDJjuBxYsXy8eZJMJY5MmTZ8yYMWvWrDlw4MDVq1d79OhBZ8Cm6vHjxzNnzpSv6aFDh6ZJk0YBYGwIIwAgXkmqjJAM4tq1a66urpcuXVIziNy5c5cqVap06dJp03IRR8REEmH4SCKMlLW19ddff128ePHly5f/8ssvzZs3r1OnDtcCNDEBAQHTp08PDw8fNmxY+vTpFXxOPvaVzpBsCCMAIF6JqYyIjIzUZRAhISEyJm/evCVLlpQMghM1SKrokBdmtikVGACSCGMn++FcuXLJm7hx48bLly9369aNfbLJCAwMnDlzZlBQ0JAhQzJnzqzgM0O2aDIIIwAgXglURkgGcfXqVTWDCA0NlSklgyillTp1agVIuueHljw/+FemIevM02RS8EnpkogSJUr07NmTJMJIyd548ODBBw8e3Lx584QJE77++mtJKBQYOfnOnTVr1pMnTwYMGJAzZ04FgNEijACAeMWujJAMws3NTc0gwsLC5L/58uUrXbq0ZBApU3JCG+9Okgj/TZNl4MGsDs6DVluQR3w6+klEr169zMzMFBgt2UvXrl27UKFCCxcuXLBgQbly5Tp06GBra6vAOEVERMyePfv+/ft9+vTJnz+/AsCYEUYAQLx0lRFy9HPlyhXJIORWzSDkGEjNIOi+Gx9W1NN7vrM6ZBqy3jxVBgXJjiTCJGXKlOnHH3/csmXL/v37PT09e/TokTt3bgXGJioqat68ebdv3+7WrVuxYsUUAEaOMAIA4hUeHi6HrYcPH7527ZoMS7OkQIECkkGULFnS3t5eAT6cVDW7ya1aHKHNI9o7D1pDHpHMoqOjlyxZQhJhkiwsLL744ouiRYtK2PTbb781bdq0cePGCoyHfDz/+usv+Tr+8ssvy5UrpwAwfoQRABCT5A4XL148f/68HPRERESYm5vrMgg7OzsF+Dgkj3gZERaw/TcZjnzsHXL9qEP51gqSizR1Fi5cKJ99kggTJjvzMWPGSOS0ffv269ev9+jRg15+jMWKFSsuXLjQvHnzatWqKQBMAmEEALwSFhYmBzqSQVy5ckXNIHLnzp0zZ87q1as7OjoqwMeXul4fJTI8YNfvaVuNIolITrokokyZMt26dSOJMGEODg4DBgw4cODA5s2bJ06c2LVr16JFiyowbOvWrTt16lStWrUaNmyoADAVhBEAPndqBqH2BxEZGWlhYVGoUKHixYvLCTS5GxAQQFdnSE6pGw20zlveJl9FBclFP4no3r07F437HNSuXTt//vzyvv/555/SxG3dujXXTDFY//7778GDB6tWrdq2bVsF0Hbuo8AkEEYA+EyFhIRI28PFxeXq1atqBiEnx0qXLi0xhAzLmIiIiOfPn9MsQfIjiUhOJBGfraxZs44aNWrNmjXS0PXw8OjVq1eGDPTSYnCOHj26ffv2smXLfvnllwqgxY7aZBBGAPi8SAZx4cIFNYOIioqysrIqVqyYHOXIrbW19UstGa9OrLuaBvBpRYe8iHzqY5WlkIIPiiTiMydfAV999VXhwoVXrFgxefLkdu3aVa5cWYHBOHv27KpVq+RUQdeuXfl4AqaHMALAZ0EyiPPnz0sGce3aNTWDKFmypDQ/JIOQ4fgeJUkERz/45KLDgvzmdIp8es9pwEqrzAUSmDLIZZt9mWYKEkeXRFSoUOHrr7/mw/7Zku+CnDlzysYgkYTk1BJPSDat4FO7fPny0qVL8+XL980339CNC2CSCCMAmLLg4GBXrevXr0sGIceXpUqVKlu2rJxmsbS0fOvDqYyAIXg4t1u4z1UZkEjCeeBqS+e8cU72bOfvAbtn2xasZmafRsHbyA5h0aJFJBFQOTo6jhgxYvv27bt3775z507Pnj1z5Mih4NO5cePGggULsmfP3q9fPwsLGiyAaeKzDcAEBQWSFoE3AAAQAElEQVQF6TIIOflpY2NTRksyiCQd01AZAUOQsma3MK/zsjlGBwX4/t7RedAqS6c8MabRJBG7fpeB0Jtn7YrXU5AgSSLmz59/5coVkgjomJubt2jRolChQn/99devv/7arFmz+vXrJ3Lb2LFjR5MmTRR8IF5eXn/88UfGjBkHDBiQQPUiAGNHGAHAdAQGBkoA4eLi4u7uLjmCra1tuXLlypYtW7hw4Xc7r0JlBAyBfclGLzv/9mTFcG0e8dR31pfOQ9ZZZvjvtK0uiRBhnqcJIxJGEoEE5M+ff8yYMUuWLNmyZcu1a9e6d++eKlWqhB8yceLEZ8+e1atXj2bzB3H//v3Zs2fLah88eLCdnZ0CwHQRRgAwepJBuGjduHFDsgM5dqlYsWKZMmUkg3jPS7VRGQED4VC2hdw+WT7s1f3oSN2/9JMIEXbngoL46ZKIKlWqdOzYkQ84YnNwcJAT8gcOHNi0adOkSZO6detWqFC8fceuXLnywYMHMnDq1Knq1asreD9+fn4zZ86UWGfo0KEpU6ZUAJg0wggAxurFixcSQJw7d87T01NSA3t7+8qVK0sGUbBgwQ91uXgqI2A4NHlEZLj/1l/0f6bxbO88/SRChPtcexkRlsKS7vfioJ9EdOrUSQHiV7t27fz58y9cuFDO0stwq1at4vxmOXbsmG6AMOI9+fv7SxIhX7uDBw9OmzatAsSDYzOTQRgB4GMJDw//GDWrz549U+sgbt68Kd9GcgpL2hVqBvHBe9umMgIGxaFiW7sSDcxsXxWNPz+0JGD7bzGmeRkZFn7ngnXeCgreRBKBpMqaNeuoUaNWr1594MCBGzdu9OrVK0OGDPoTDBs2TDfs4+Nz69at3LlzK3gncoJh+vTpoaGhsladnJwUIH4cm5kMwggAH4Wc35g7d+6PP/6ofCABAQG6DELupkyZslq1apJByJmrj3fFLyojYGj0kwj/TZPjnCbU4zRhRAwkEXg3Eql//fXXRYoUWbFixZQpU9q3b1+xYkX1X9OmTQsJCdGf+ODBg4QR7yY4OHjmzJlysmHw4MGSASkAPg+EEQA+PDk+mz179r1795T3JhnEuXPnJIOQM05yN1WqVDVq1FAziGTIxamMgGFKIIkQoZ6nUyv4jy6JkL2HNCYVIInkSydnzpwLFy5ctmyZbEhfffXVvn37vLy8Ykx2/vz5p0+fpkuXTkFShIeHyzGDn59f3759SXOAzwphBIAPTBrwctyvJhEbN25s3bq1knT+/v5qBnH79m25mzp16lq1asnhYN68eZMzHaAyAgYo4SRChHldoNsIHUki/vjjj+vXr5NE4H04OjqOGDFi69ate/fuvXPnjoQOsaeJjo4+efIk1/hMksjISPmEent79+zZs3DhwgqAzwlhBIAPbO3atdeuXVOH5TRRksIIObw7pyWHenI3TZo0tWvXlgwiT548n6RCgcoIGJrAU+sSTiIUuo3QQxKBD8jc3LxVq1bSYP7999/jy6lPnDjRsGHDD9WJssmT+GbBggUeHh5fffVVqVKlFACfGcIIAB/S/v37Dxw4oLv78OHDxDzqyZMnZ8+edXFxkXMjcjddunR169aVDOKTl2tSGQGDIknEk9WJ6oeFbiMUkgh8HIcOHUrge8Hf319S+LJlyyp4G1mNS5cuvXLlSps2bSpVqqQA+PwQRgD4YFxdXdetWxdjZAK/1JAM4syZM5JB3L17V9EWwdavX7906dK5cuVSDAOVETAomiQicekY3UaQROAjuXjxYsITHDx4kDAiMVatWnXu3LkmTZrUrl1bAfBZIowA8GH4+PgsXrw49vmi2L/UePTokVoHIQ+RuxkyZGjQoEGZMmVy5MihGBgqI2A47gzOpyR6a/zMu43QJRF169Z9t25rgDgNHjz4rdPcvn2ba3y+1datW48dO1arVi262MA74NjMZBBGAPgA/P39Z8+eHREREftful9qyICaQah9W2bMmLFRo0alS5fOnj27YqiojICBeLjgGzPbVNHBzxI5/efcbQRJBD6SiRMnhoeHJ2ZKaWYTRiTgwIEDu3btqlixYtu2bRUg6Tg2MxmEEQDel3ohz4CAgPgmmDZtWnBw8IMHD2TY2dm5cePGZcqUMYoLiVMZAQOR8ZsFchvx8HaY1/mwWy5hXq4RDzwSfsjn2W1EZGTkn3/+SRKBD27lypXqt1hiuLq6fvHFF/b29gpiOXny5Pr160uWLNm5c2cFwOeNMALAe5GTkLoLecbH09MzU6ZMTZo0KV26tFFkEDpURsCgWGbMJX8O5TVt7OiQF2G3XcNuu4Tecgn3vvQyPCTGxJ9htxGSREgw6uHh0ahRo2bNminAh3Ps2LHETxweHi7TN2jQQMGbzp8/v2LFikKFCvXo0cPMzEwB8HkjjPhYOJuKz4ScLNJdyDM+0p4fP368Ohzjo2HgTX0qI2CwzGxT2hauIX+aO9FRYT5u2mzivNxGBWjO34Z5XXhxYo1N3vKSXyifAV0S0URLAT6cYcOGKUl05MiRunXrco1PfVevXv3rr79y5szZp08f1gwAhTDiw6LRgs/NgQMHTpw4kZiTG5s2bWrVqlXs8fqfGgMMJqiMQJJ8sm+BFGZW2YrJX8rqXeSehBGSSgSe3hB0/l+HCl98Dt9NkkTMmTPH09NT9jPSAjS0l/w57EZMeDOTlyZ5eqBWUFCQeqsO6A+HhLxRnRQQEHD58uUSJUoo0Lp169b8+fMzZcrUv39/CwsLjpk/CA5RYOwIIz4M3S419gBgqi5cuCARQyLLLOWYrEWLFrHH675HdTUIBvXNSmUEEkN/IzGEDcYstbNV7rLKxd0Zu8x8qV0mxaSp/UTcvHmzbdu21atXN8AkQrdIptdyMLSN/yOx13JyckpgmujoaP14QsjJf75BVPfu3ZMPqaOj44ABA6ytrVktH4Rp71vwmSCM+ADUHcHL1/THKICJunPnzsqVKxP/g88nT55ERUXFGKl+d+puVQZVjEBlBN4qRgat+yJQPu23gH26dJ3/F/tDZ3okiVi4cOHt27fbt29fsWJFA3nJMWJW3V7OxHYpsY95PvNTMmpmoT/mc/gMvpWvr+/cuXNlzfTt29fW1pZ18j4+k30LPh+EEe9L9+37MNDf3feO5OLKmwejgEmSY4sMxXM/fPjw6dOniXzI7PVLS5YsqT9G/eIs5JzT0T61mkRIumFQ36lURiBh+g0w2f+TSiczadUsXbrU29u7TZs2ZcuWlWBCMQwxMlaVYlpthhhnYmJs/Gz5UPn7+0tcaGFh0adPH8kjDOdDaqT0dyamum9JDPYwJoMw4r3ovnTlGPT0rcvj/l2oAJ+blImd8ILX4eVeh2OPn9Skd5385cy05KNkUHnEZ/XVjqTSb3c9v+55448l6qar22w4WvrYQkJCCkRGlrCxsVy5/eLK7YohUbeB9FXLZ2ndWE1a1VIy02gz6G/8i/69dMLNJ/Z/AREUFPTyZUE7O7vv/z6n4L3pdh3fNCleJp+TeshkSvuWROLYzGQQRryvGGcDACSVnNuUUyXqb2t1v7A1kO9UKiOQMN3+Pyo8PCLguYLkZan9U4JDI5VQxSBFBAbJ/k33izYTyyPUkzGBIeH+gWEKEDdLJYXyPISCiA8sNCxCPXZS9yq6fYsCGBXCiHen/8PIaC31rrWFZcZU6RQACfJ79jQ8KkLR/uQ7IiJCPkcWFhb6NYeG4PM5yYCkiu8rIGeLBuaWVgo+e/cOHQ99/FTCVtm/yc5NHWlQ+7d3FmPjV+9mckxZvWQeBcBH9fLlmgMXldcnctRx+vkmxy0wLoQR7yXOsoi8GbPP7DBcAZCgfv/8fMPPW9GGEUIXQ0i6/9JgLqtBZQTeSnd+WL2bpWZlCwd7BZ+9RxcuSxghG4auuz5dEqFWVivGTHfwo0vi0qexb1SxgALgY4qKfhVGyIFTjH0LMQSMEWHE+9J9GdM5MPBu1HRfF0PIp8lwTh7y1Y4E6JJo3clhIAbZMCIiNCVg+t1G6P5l1LsX/bIIAMlMrbqSfYgMqPsW/R6LAGNBGPEB8H0MvA+1MkLtvVKYm5srBoPKCCTsvz4jyKMRFzVslf2b7Nl011tRTEKMyggAyUm3b9F1nKwARshMwfuJ85caABJPLSxSj2gN7dPESQa8FXk0EiAbhlpNrZ9EGPXW8vLNK9eSRACfRJSWumPhOwjGi8qID8AEji2ATyhaj6HlelRG4K3Io5GA2Ps3E6uMYMsHPgndiZyXetfZVT4b7HlMBpURHwYfCeB96H+bqmMM5DNFZQQSZmhbLAzNyzfpj1dMAsURwCehfu5M7MdficexmckgjHgvJnlgASQzQz5hSGUE3urzPBBE4pnMDzTiQ6sASH664xP97yC+jGB0CCM+DE6fAh+KQX2V8tEG8D5i9LCgP9JksJMEkl+MszjEEDBS9BkBAPGiMgLA+6ChDgBAfAgjACBeVEYAAAAAHwNhBADEi8oIAAAA4GMgjACAeFEZAQAAAHwMhBEAEC8qIwAAAAwKx2YmgzACAOJFZQQAAIBB4djMZBBGAEC8qIwAAAAAPgbCCACIF5URAAAAwMdAGAEA8aIyAgAAAPgYCCMAIF5URgAAAAAfA2EEAMSLyggAAADgYyCMAIB4URkBAAAAfAyEEQAQLyojAAAADArHZiaDMAIA4kVlBAAAgEHh2MxkEEYAQLyojAAAAAA+BsIIAIgXlREAAADAx2CmwICFhoUVrFo09l+NVrW7D+45YfqkQycOK8nlaYC/PHWr7m2V5LL74B55ximzpqp35cXK3dFTxyomx4RfmrGjMgKf0KWjxzsVKBnjr3PBUsMaNP/ft4NW/jrjnudN5UMb1/5reZZHPvcUU3H+0FF5RQtHjVdgJIqXqli4WNmE/1atXhfnY4ODguW/jZq2UkzLz7/8Jq9rz979ymdJXri8fFkJyrs6dPiYzGHM2IlK8tq5a68879Rp/1MAxIXKCONQsXQFM7P/Ts/6P3929oLLiXOnVm5c/cPAkV3afaUA+AiojMAnZ5cqZe4ihfXHPLp33/XAYeXA4V1/rxz7z+K8JYopAAAAxoYwwjj8MfV3ezt7/TEvAp//sWT+0jV/z1wwq3XjFikdUimmrkThEn//vji9Y3rF5JjwSzN2VEbgk8ucO9cPS+fHGPnwrs+Sn36+dPT46v/NGr1skfLhdB09MiQ4OE1609kd5StRbNSyhab0ikzepfOn9O9+0bbTtevuSxfPK1+u7Fsfa21jLVNaWVkrgJ4SxYvKhpGe/QBgYAgjjJWkD98PGHHu4rkr192OnTnRqHZDxdSlTZOmQunyiiky4Zdm7KiMgGHKmC1r///9/E356tdOn3v2+Enq9I7KB5KrWBHFtDikTVO4QjkFnwdzc/PEZBb43KRNm4YNAzBAhBHGLWumLBJG+AcE6I90ueSyccfm81cuBIeElCtRpnmDZtUqVtX9d9+RA/1/HDh26OgK9jXrCgAAEABJREFUZcovWrHY9bJr9MuXVcpX7ta+S46s2fXns+fQ3rXb1l90u5wne86aVWu2aNAs9gIEh4asWP/PKZfTV29czZMjb8XS5bq0/ypVytS6CVp1b+vv/3T9X2v/N3fGkVNHShQpIRlK9izZY88qLDxs1cbVuw7t9bztWbJI8Sb1GtvZ2OlPcOjE4T7f9WvTtPWk7yeoY8Ijwrfs2irPft3D/b7ffeeMzrmy5xryzcB8ufPpP/Df/Ts3/rv5yvUrWZyz1KxUvXeXb9r37nT3vs+5XScVbV8YlZtWa16/aacvOs1aOOuWt5fkAlNHTZYm6BP/p2u3rr987bKs5JDQ0ExOziUKFx/+7ZDUqV69wLa92j96/HjL3xuXrvn75LnTXj5eRQoUadv0i4a1GwQ8ezZ78ZzTrmef+j8pXbz0iL7DYqzeBF7a1Nm/ygy3Ldt07qLrvqP7L129kidHrppVavT+qld0dPSilYsPnTjicdszX668/bp9W7V8Zf1ZHT5xZN/RAzduud+46ZEujaMsc/cvu9auWkt/GpnhivUrXC9fiIyMqFqxar+ufZas/nvZuhXrFq4pVqhIIt/ZzwSVETBY9qlTOaRJHRjw7PnTp7owQjbXo5u3nT905IbLhZRp0xYqX6Z+pw6ZcudU/7v6t9+3LVzcbuiAFr176M9q28Ilq3+b9cWAPq379xnX/mvPC5dm7t+RIWsW+VdURMSuZatcDx7ydvdImSZNriKFS9epUblpI/2QLiwkZPfyVW4nz3hdvZYlb+7CFco36tJJFi/h5ZfFPrBmw81LV25duRoeGuqYyTlviWJfDhtkn+a//UxEaNieFavP7jvg43Ezd7EilZs0LFOnZp9KtcrUrTX0jxm6yS4cPnpu30Hv6zfuenimckyXPpNzk+5dSteuof73/KGjv/UeULNNy16Tx8tdl30Hp/cb0nXcD0UqlN+2aIm7y4WX0S+LV63UuFsnpxw5FBiPn3/5bfmK1Zs3rt6zZ9/a9Zty5sjeq2e3MqVKlq1YPUeObDu3b5Jp9h88NGDg8PFjf8ycOdOGjVvOubhK+l+2bOlBA/qmTp1q1+59mzZvvXjpsrOTU6tWzb/u/GWc6fPhI8e+7Te4UcN6//v1Z93I/gOHHTh4uN+3vfr17a0bWb9RCzkkO354n5WVpdx1db3w5/xFXl5egYFBpUqWqFqlUvt2X1hYvDr2fuofULV63WZNG3X6sv2s2X/e9rpTvnzZnyeNl2V4+PDR0r9XHD12wt/fX0Z26tgh9lLt2bt/0+Zt7jc8QkNCS5YsVq5s2fbt29jZ2ijxCw+P2LJtx5nTZ69dd3/wwNfJ2SlXzhyDB/XLlzePbp6Dh46U1WVrazt3/iJ5FS2aN+3WpbP8SxbpfzNnX77s9vDhwyKFC5UtU/qrzl+mef1plWOhGrUaFipYYMO6f/SfUa1qOXxwVwZtSUK7L7/29fU7cnD3shWrDh8+eu2ae6HCBevVqdWubWszs/+6sQsLD1+1ep0sjIfnzZIlijVp1NDOzjaB13Xk6PE+fQdVq1p5/tzf9cdfuHi5Y+duFSuUW7xo7qHDx/r2H/xFqxYTJ4xJzAqcOPkXWYaZ03+pX6+O/jqX9fNlh7ZjRo1M5CrFR8KxmckgjDBigUGBZ86flYECef9re0+e9fNy7TdB9izZHNOm23lw97a9O5rWa/zbuGn6j/W66/Xn3/NevHhRKF/Be373V29as33PjpV/Ls+f59Ws/lq15Nc//qedeYHnQS9mLvhdJoixAG7ubv1+GOT70NfWxqZAngLe970lB1m9dd2Mn34rX+rVaSj1e33I2GFnL5yTgdOuZzI4Zoz9WqKiooaMHX7g2EFLC8si+Qtd83Q/duZE3pwJ7cp9H/p9M6KPNLllOE+O3JmdMt+8c+u2t9e5iy4b/lqTLXM2dbL5yxfOmD9LBuSlRURG/LF03gmX00FBgbr5pFA0S/jY/8m3I/tKMCHDj548ksU+5XpaFluOKmS4aMHCfo8e3bh5Q/6ue15bNfcf3cHES+Vlvx8GypNmzZzV0tLq+JkTJ86elO9UeSIvb69CeQs8fPxw35H9V92v/btym411EgpH5yyZu/vgHgeHlBI5XXC7KH/R0S+9vG9v3bO9YL6CaVKlPn/5fK9hvTctWV8wbwGZXnKKoeOG7zq4R4Yd0znmy5332g33e773ZNl+nzyzfo266mxPnDv57Xf9JfrJkD5DZifnzTu3HD11VFagksR39jNBZQQMlsf5i5JEWNnaZM6dSx0TEhj4a+8B7ufOy0abs3ChkKBAacnvX72+08ihDb7uKBNUbtpQwoizew7ECCNO79ont1WbN4n9LEsnTD2wdoOtg0PG7FkjwsJO7dwtfxcOHev3vynqBLevXJ3ef+jTB76yJNkL5Pe7c1cWYP/qdQNnTitUPt7zkFdPnZk1+LtAf80ONlfRwk/9Ht5195C/O9fcx6/+21y7g42KjJw1aLhECXI3Z+GC9zxvLhz909XTZ/Tn8zI6evaQkad37ZVhiSGy5c3jdf3GY5/718+6Dp79v3L168S3AA9u39n0x4LgFy9yFCr4+N79favWHt/277hVS7Llz6fASKg753nzF0mmIAOPHz8Z0L9PnFOeOHlampHm5uaFChWQBrDnzVs+9+7VqlFdGpyZMztny5rF7er1X6ZNt7K0lHZm7IdXqlhBvr7PnDmn+0aIjIw86+IiA67nL+om08zW517DBnXVJGL9xs1jx02SAWdnp9y5csrDJdRYs3bD7zN/y5lTc3JC/Wp5/OSpNJIlmJDhR48ey/zltmuP3l5e3g4pHfLmyX3k2Inde/bLHPQXaeu2f7//caylpUW2rFnTp3c8fOS4NLa3bN2+bOnCVKlSxrkS/Pwe9v524A0PTxmWuWXK5HzrtuQkd1xcz69bsyKbNnxUX92p02fUVSpCQ0Pl9uq16193+yY4KFhmXiB//ps3b50957pm7fqJP42tVau6kkSyqv9evjJr1ixZsmQ6e9bl5MnTbm7XdBmBHBAOHfb9wUNH5NUVLlzw+vUbx4+fyvN6LxenKpUrOqZLe/LUmYCAZ2n00szduzV7hkaNGsR+yDuswNgSs0rxkXBsZjK4moZRkq/Di26XewztJY3nkoWLlyleRh1/7PRxSSKkDb/xr7V71uzc8NfafWt3lytZdvvef//dv1N/DnIavHaVmse3Hlo9/5+jmw+2b9lOoo2FK1798Njjlsf0eTMly1g1b8WWpRv+/WfbstlLngY8jbEYk2f9Iu3Vvl17n9h+TJ3P+OFjnz1/NuX3X6RhrFtU30d+7jdvTP/p10Mb9/86dqq0b2O/og07NkoSUbRgkX3rdq9esPL41sOjBv3g6ZVQR/ELViyUJKJy2YqHNuzb8c9W+Tu5/Vi1ilWfv3i+fe+rF3vtxjVJIuSFLJ+zdOvfm+RPXtED3/ve9+7+tzIVTbYqCYJTRueVfy7btmzTgB79ZMyUWVMliejWocuZncfXLVxzZPMBeYqM6TNevuZ2/soF3cP9Hj287X170fQF+9buOrxxf+vGreQlDxw9JItzZnm98lpObj9atUKV+373Dxw7oCSFJBFjh44+se3w5iXr1YqJ3xfNvnz9yvYVW2SMPN2gXgPludZufdWj+K6DuyWJkBhClvbYlkNrF6w+s+vkt12+kX+t2bJWnSYkNHT0z+MkiRg9+Ed5v9bMXyVbSNZM2U6cO5XUd/YzQWUEDFBEWPi5vQdmDhwuw/U6tTd/nY1uW7BEgoAydWvNObJn0saV/9u9ddyqpanTO/4zbYa0t2WC7AXz5yhU4PYVN18vb93c/Ly9ZUz+0iUzZs8W44meP316eOOWvCWLLzhzeMqm1b/+u2najo1OObKf2P7vzctX1GmWTflVkohWfb+Zf/LQT2uW/XFsX/efRgU9e758yq8v499dLJv8qyQRjbt/teDMkYnr//nj6F6ZeZqMGW5ddvNwfdW6279mvSQRuYoWmbF324R1K2TOPSaMObF9l/58Tu3aI0mExBAykz+P75+w/p9FZ4+2/LaX5uGr1yvx271sZZnaNece368uc50ObSXK2bZgsQLjoe6cpdk8cMC3hw/t/nXa5DKlS8U5pSQRbVq3PHZ479pVy6SVaGdvd+zYyWm/zZgz63/7dm+XMX8vWSCTSVIQ58MlXKhcueKTp/7X3W+oY664XXvxPFBOS7ievxAREamOPHVKk5RVq1pFbu/63Js6bbq9g/3vs347sHfHyhVLDh/Y1aRRAwksJkx6VV6hfrVIU9zJyWnF34u2bFrTX1tk8dv0WZJEtGrZ7OihPSuXL5bbZs0a37x1W3+Rlq9YKa9i765t27eulxd1/Mi+2rVqSKt4w8YtSjwWLFoiE1SqWF6WRx4lf/KoalUrP3/+Yse/u2Ks0kYN6+3euWXxornNmzWRk/9jxk6UJOLb3j1lHf6z/K8jh/aMGKYJUMaOn+jvH6AkhWRG23fslDb/np1bZM1v3bhGMpcNm7boXuCGTVsliShSpJC8ulUrlsrL//H74TFefgwSMzVt0kgSoj37/jvQkteya88+a2ur+nVrx37IO6zA2BKzSgEkjDDCOJSpX0H/0p6FqhVr3/tLySNy58j108jxusnkbLzcjh02unCBV12vO2d0+mnEOEVTIPBGD2fpHdOPHPCdnHVX7/b4sqvcXr1xTb27btsGSab7fN27VNGS6hg5H/5V2zeu2XHk5FHXS66SBQzsOUCXL3Ro2a5x7YbXPa7vObRHf+K+Xfs0rtNIFibG7wV0Vm3WtJYn/zDRKcOruomv2naq8uYPEGLIniV7/Zr1xo8Y5+zkrI5JmyZN4zqavjMeP330erZr5LZft76SyKhj5BUN7zsszhlOGjm+dPHS+XLnk2kiIiPkJTet13hYnyG6zkHz5MhdXfuDl8dPH+s/sGenHupvJczMzLp1+FodOW7YGFkeRfsdWaOi5rzB3fs+SlLUrV67Y+sOVpZWMtymaWu1e0t5LbqCkVqVNbPVBSt2tnbN6zcdO2RUsUJF1MBY3pcvmrZWNLUerxZ4z+G9EovIe9G5TUd1jLwpv4yZbK3X11eS3lmTR2UEPjnPC5diXN2za/HyM/oPDXj4qGSNai2+eVXjEBTwbPviZQ5pUn87dYK06tWREjFITBAVEbFj8TJ1TJWmjRVNKcR/H+TjW/+V24qN68d+6kf37kdFRlpYWaZ4XUGdJW/u7uNH9Z46IV1Gzb764uGjN1zOF61Uoc2gvlavy5ulYS9zu3PN/czrk6sxyPIUKl+mctPGHYYNsnt9EjJznlwlq2tacQG6/dXyVWbm5r1/Hu+YOZM6pnb7L+q8eeLaxs6+SvPG3cb+mLvYq/2eLEbNNi0183n8WImfZDSdfxhmm/LVszftodl13756XYGxqVunVp9vemRwdJSmvn6pvz45bT5q1HeptT8dKlggX63q1WSgZaMz918AABAASURBVIvmtV//lqdc2dLp0qa54+0dX+BeuVIFuT195px698xZzUCTJg3DwsIvvQ7mTpw6Lbc1amhm/tdfS6X13qdn97q1a6r/lSb3pEnjsmXLeur0WfXhOhN+GlO6dMl8efOUKllcIo/tO3Y5OWUcM/p7ayvNAYB8EY8d/UOM0/W3ve7IBm+lnUCkSZN62JAB48f+WEm7nHHKnj1bvbq1x4350dnZSR2TNm2aRg01H3wJCPSnzJA+/ZTJP8mJ/YoVymXJnGnX7r3XrrvXqF51QP8+almo5mina+dmTRvJ0q5ak1DqF6euX3cuW+ZVbJQzV456dTRHhldff/rWaGc4acK4jK/3Y507dZAwKOF5qi9k777/Ln0qb5af38OaNaqnjusnY++wAmNL/CoFEB/CCONQsXQFaRyWLVFG1zisU622nC1fu2BVgTz5dZNdvnZZWpUymf5jJbDImS2Hu6e7nA/XjSxSoLC97X89MmRMr9mNhoa9muCM9icVdaq/ERw0qftGH5nXPDVfG+VjdbtYuVwluXV7nWuoypdMqNOgJ/5Pr924lit7Tv3XIqTNnMCjurb/+vdJM7JneXUqLzDwxdFTx1wunVe0P+FTR55y0RwZSKte/4H1a9aNPbdUKVMVKfBft22WFpajB//427hpup9j+D16uOfwPrXlHxYerv9YXWWKSJ9O892ZLk1aXaqiaFKStHIbo2uPt5JkRP9uxvSaGebNmVtvtunk9tnzV7OtWbnGtLFTG9R61aIIjwg/d9Flt/ZXGxERrxb4jKvmvI1sPPpzzpopa8miJXR3k/TOmjwqI/DJSXNdWvvyl+d1e1tu63fqMPTPmcPn/67rmsHH85Y08nMXLaJrYKuKV9V8cr1eH+hXatJAHn5mz3+H7Cf/3W1uYVGpcRy9IOcokD9dJufrZ1zGtftqzz+rJV+QkUUrV6jeqnlaJ80eyeu65kRx4Yoxf71VrLLmSW+7xd22N7e07DLm+37/m6Kr6fD3e3h2z36/u5rENjJMswN/eNfnwe07mXPnivG7iRi/vChVs1rfX6eUb/hqrx4ZHn79rKv6q43IN3fUMeQqUtja7r8vwbTabCU8LEyBsSlbtvRbpylRorj162ancEyv+fbM87ovFVW6dOkkWQgMDIpzDtWqaZKyc+dc1btnz7lIXtCsieYoxcVVc+AhBwanT50tXaqkhBpy18Pzltw2aFhPfyayDHVqaeKPW7e8dCMlZShSuKDu7rlzLvKlU71qZf3fddrZ2tSpXVN/VjVrVAsKDGrTvtO8BX9JtBEREZkrV852bVtL1KLEo8tXHWfNmJY9e1b1buCLwKPHTri6aio9I978sJQs+cbq8rypfS31Yx471dd+GG8nWLMQp9Jl3ihgUbuTUI9RJd2Q4CNnTtn35NWfpnHD+gnPs3jxorly5Txx4nRAwDN1zK49mjC0caO4H/gOKzC2xK9SAPGhzwjjoLu0Z1BI8KHjh0dPHXPdw71dszYO9g66ae7evxsplMjC1YvHOZNbXrcK5S+kDmdwzKD/Lwtzc0XzO71XpYY+D+7J0WrGNzt3yOyUWf8UsbePpsp35oLf5S/2c+n/DkLRNM7TKfG77/sg9iJpntE5k5Ig73ve+44eePjw4YUrFy5cvaQb//JltPb25d37PhIrxJizlaWVc0bnwOA3DjgypIvjak8Xrlw85Xra577P+csXbt65FWP+Omn1fqBobq5ZRWlTp9WfwMzsXU6tp0n1Rm+R5tqZpEmV5r/Zxjpj//zFsz2H99+9d/fy9Suul1x16ZLuVM8DP82q1g9KVE7p/xuTpHfW5FEZgU9O/9KeT339Dq3ftGH2vFtuV+t/9UZne37emk/upWMnOhUoGXsm9183GCRcKFq54uXjJ329vJ1zZr912e3+zdulalVP5RjHXtrCyqr35PGzh468eemK/MmYDFmzVG7aqHG3zg7ayi+/O5onXTtjjvzFfrjfXW8lfp4XLrmdOiOhw43zF2UZdOOjtTvYx/c1O6t0TjF3Vo6vz0DqBD17fnbvgYfed29ednN3PR8RqtvvJRQjpsn4xj7fzELzJRgdGaXA2KhFiAlLk/qN71OzFJpTcaljjDRL6PxctqxZ8uXNc9bFRY6zoqKjXV0u1KlTs2TxYubm5mrj08XlfEhoaJUqr07g37x1S/7lHGsDzpRJc2Bz9+5/lZLpHd+4FM79B76akbGuQJk58xtHRMOGDHR397h56/bvs+cq2rKLenVq9ejeJUbXEjF43/XZv/+Q5qjp0qWLF6/oxsf4sKRN+8Yq9fK6o11y55iLpH0t3j5Jq/oUupIHlYX66YvSfPAfaD/4GTO85eXHqVnTRrI2du/d177tFxIu7Ny1O2Uqh5o14u7S4t1WYGyJXKUA4kMYYWTsbe2a1G30/MXzn/43ceDoISv+WKa7/IH6PZrSIVWxgoXfOh/zBL901T4do99scltYWNjpFVOoVbuFCxROkzKO+rdMGd/42jDXhh3xPl2Kl0pcXdHY2zok8KidB3YNHTdC2orWVtZyYr9Nsy/y585na2Mz5pfx/y2zeWK3cHOLmEuo6wo0VcpUMv9K5SoWL1z8/OXzqzatiTGlpbml8hFYWCRttrfu3P6qf5cn/pquPYoWLFK/Rr0c2XNWKlOh47f//b7GwlIzz4RP9SfpnTV5VEbAoKRzdmrdv4+Px63Tu/b879uBE9et0NVBpNC2rzJmzZox21t6TavUpKGEESf/3dWq7zentL/XqNS4QXwTF61S8X+7thzZtO2uh6emdwm3a1vmLTq6ZfvIhXOy5sur7i5yFinkkCqO3YVjrNaLzrJJv+xevkoG7FOlyluqeNFKFfKWKCapxL6Vrzq4SczOSjy45TWhU/fnTzX7vVxFi5SvXydTzhxFKlX4SfvbwwSYmZkrMAmxv75js7D8AIe7VatUWvL3ikuX3cLDwyV3KFOmlJ29XckSxc65uErif+KkphKzWhXNbzZlu42MikqgiyUzvYMiXQGm6nX1U8yH6B+AKdpoYMO6lbt27z1/4ZLPPZ9rV69v2rzt3527p0z6qdGb5Rg6O3ftHf7dj5qjJmurEsWLt2ndMl++vDa2NuPGT4oxZYxjtqioKCX+D2PCB3jqY2M+JP5D0NeHgrEOCO3slLdp3KiBJAt79h6QMOL48ZMvnge2a9vaMp63/h1WoIh88+UkfpUCiA9hhFH6slX7/Uf3Hztz4sefR69buFqt5cvinMVCw2zxzEXK+5Ez5y8Cn/s98tNdk0LRXgIzSK+aIFtmTVlaq4YtvmrbSXk/6vU11JP2+h743Y/vIXJq4pfZv8oXwJ9TZ+v3Q7F55389D2k6ac+R68bNGw8fP9KvBZDHykuzt08o6fC87SlJhJxv2fjXukxO/zW/1cuXGKY/l86VJKJbh64j+w/Xjbzne09/GvVd83v0MMZjfR/5xZjmg7yzJoDKCBig7j/96HHh4oPbd1b8Mr3XpHHqyIzZNJ/cXEULDZz1a8IPL1+/9l/jJrnsO9Ty215ndu2zsrUpW692AtM7pE3TuPurTDM0KGjO0O/PHzq6+c9F/WdMVZ+0eqtmDb7qqCTaPc+bkkTIbKdsXOWod8Lz6pn/fkjvpO1N86lfzJ3VE+15Y52NfyyQJKJJj687fjdUN1LtrRP4sKpWrSxhxNlzmuIIuat2lim3Lq4Xrly5euLkqQzp0xctqjkbpDn8yJnDze2ar9/DrFky68/kwQPNoU769I7xPUsG7b98fWN9Tfv5xhhjZWXZvFlj+VO0X1Wz58ybt+Cvn3/5Lc62tCzztN9myGR//D5d//oXW7ZsV94mu/Zj7uvrF2P8ffW1aCs71HTvpRIzsHjq768kRQZtTUTsF/vA1/etj5XlLF+uzJkz55489d+t7TyiSVy/PtNJeAWqIUuMCOb5s+e64fdZpQB06DPCWE0c+ZODQ0qPWx7zl83XjaxXva5/QMBp1zeufPboyeMqzaq37tEuRHt9psQoU1zzFbvn0F79kfuOvNEVWe0qNeX24PGDMR477Y//1WxdN3b5QAIkKciVPaf3vbtu7m764/cfjffyE14+d6T9LPlLjB4xj54+pmiS+FenI6pV0PQ3eeDYGwu55/Det55tO3dR87vQGpVq6CcRsgLVTih08zco6sVTO7Rspz/yyEntCol+Y4XEeNd8H/pddPvvRy4f8J01AVRGwAA5pEnTZbTmKveH1m26cvzVpXDyFC+SLpPztTMuQXqHy8L1wOE+lWot+HGcboxtypQVG9W77Xb19K49j3zuVWxU39rWNs4nOrH930F1GutfY8LG3r7tIM31hh7d0wSdZbT9/7nuPxzjgSt/nTGgZsN9q9bGOdvr2h/el6pZTT+JkHPNV09q0l61Wjt1esc8xYo8uO2l/wsOcW7fG7uma9qOAOu0/0J/5IXDmv3eS4PcUcN4lS1T2s7e7vTps67nL2bMmCFvHk0XTmW03R/s2Lnr+vUb+i1S9bKOu3a/0eVzWHj4wcNHFG1/mfE9S7myml6ojp04GRQcohsZERF58NBR3V2v23eaNm/Tf+B/vXHLV9XAAd+mSZ368eMnQXF1e3HH+66f38MsWTLFuBLnseMn5TbqZUI/UMqqfS2798Tsj3aPtusZtc8OG20fE74P/PRLIa67eyS1H0dZsTlz5vD29nF7szfZ/QcOJebhjRs1kAU4cPDwgYOHZLHLlon76iqJWYGW2uuz3r//Rgii3/Po+6xSvD+OzUwGYYSxkkby4J4DZGDhP4slklBHdm3fRW6n/P6L7tR3cGjIjz+PlhPmxQoWifOamnFq1biV3M5dtvDwiSPqGNdLrrMX/6k/Tb7c+SQIOHHu1NLVf+tGyvTL1i1/8vRJlfKVlKRo00xzKPnDlDFed++oY9ZsWbt1T7zpsnMGzc+G/Z/5664TIaSdvGOf5qKeIaGvvsK/atPJwsLij6Vz1Ya6ounj0+23P2cor3+KEh+1kuK29y3d16oMjPllrI/2ihihiY51klOmDJqKaI9bnroxF9wu/W/+TBkICQlWx9SoVF3eOFlLKzeuVsfIChw56Qe14yj19zIf9p01dlRGwDCVrVe7grZHt7/GTpJmvKLt36Fh5y+fP33698SfdX03+nl7/z1p6oun/kUqvtElrdpd5Yqf/6ck+BuNvCWKP7n3YNeylWqHFIr2E3F0yzYZcM6VQ26z5stbunaNKydP71yyQveoC4eP7lr6z7PHT4pXiXt3kc5JswOXlCH69Q5WBhaOnvBQ++Pz8Nc78IZdO8n4+T+MfXL/Vd3c4Q1b9mt72td9KtUuJHw8/uvTx/Pi5dXTZ8tAaHCwAnw4lpYWVStXcnE9f+nyFTkDr44sU6qkbI1r121UNJ1c/ncJsHZtNUc18xcu2fv6YpPBQcFjx028c+eutJALFyoY37NIa7xWzeoPHz76cdQ4tVUsEcakyVN9fP6rc8yRM7sNvQF/AAAQAElEQVTcHjx05JBeQrHvwKGAZ8+kbWzvYB97ts7aLlr9/QMePfkvHVi9dv2OnbtlIDQkoaOa+g3qpkub5vCRY7N+/1P3k40lS1ds275TWu/S/pcx8qSZMzvLAsxbsFi91qmH580x4yYoSdemteZqOKPGjPd6fQViWb3yXIl5bP16dczNzf/4c/6L54GNG9aP7+s7MSswV07NLm7t+g2SXMhAcEjo8hWrd+ldIeh9VineH8dmJoOfaRixTl98uX3P9gtXL42ZOu6fuctl/1uiSLFWjVpu2rm5dfc26pUpvO563/e7Xyh/oe/6DU/8nEsWKd7n62/mLVvQ+7u+ObPlsLGxve5xvWqFKkFBb8Tt33bp43rZdeqcX3ce3GVvax8eEXHuoouMnzp6SvYs2ZWkkNTgyMmjp13PNOrYtHjhog8kbX78sGGtBrsO7o5zegd7h6/bdl62bkXHvl+1aNj82fOAsxdcZCFLFi4uK0RCCnUy54xO3/f/bvKsn7/q3zV3jlxWVtYyjXppzIR/f1i5XCVZmRfdLvcc2rtsqbK379w6c/6cLNKr+Qc8VQxP907dB44aPGLCdx1bdzQzS3HhykXXy+ezOGe2trQMeP5M4gZrK2vZd48dOmrg6METpk+au2x+FqfMbu5Xraw0PXr6PvS1s311BPMB31ljR2UEDFaXMSMvnzgpDfj1s/9Uf6RQq13r4zt2Ht+289aVq47OmnTyxoWLElXUbNOySvMm+o8tXrVSqnTp/P0epnXKWDT+a+ZlzJa1/bCBq3+b9X3zdvlLaq658+zJ07s3PNJkzNBmwLfqNK36fnPD9cKKqb+d/HeXrb19ZGTE9bOawodvf5mUMXu2OGcrz5ineNGbl65M7dG3ULnS92/duXrmbMDDR3lLFJMo4fnTV1cIkrTF9cDRkzt2DqnXLGfhgk98/WSaLHlz3/O8Zf36MqJNe3adOWDYnOE/1O/UIUUKM4+LF2+4XMiQJbOlpWXgs2cRYeGW1lYK8IFUrlxxz9790tguXepVN7F29nYlShS7cOGSjbV1pYr/fZQqVig3ZHD/GTPnDBrynbOzk7NTRnd3j5DQUDld/9O4UQk/y8gRQ294eEiKcezYiYIFC3jcvBkZHlGzRtVD2pIfRfvF9NP40V937dV3wJAypUvKl3iEfE27nJfjwDGjvo9zntLA/qpzB2lOd/6qR/NmTZ49e3bOxfX69RslShS9ePHK06cJXe0rg6PjtF8mDxwyYv7CxavWrMuTO/edO3ee+gfY2dlOmDAm/eu+b4cOGTh8xI8SBPzzz2pHx3Q3b90uVbKEpAOyxpSk6Nypw5Gjx8+cPdek+RfFihV58MD30aPHDRvU3RXPpYL1pUmTWqKcffs19VNNm8Z7RbbErMDGjRquW7/p8mW3xs2/KFgwv7f33ZCQ0MGD+s2c9Yc6wfusUgA6VEYYMdmZTvz+JznzL83j5ev/UUf+PGrSuGFjMjtnunHbU06MO6ZLO6jXwBVzlqoX40i8wd8MXDR9Qd3qtZ+/eG5uZtava5+5v8wxe7ObomKFimxavL5ejbrPX7w4f+WC70M/mX7ln8taNmyuJJGVpdXiGQvHDx9btkSZm3e8cmfPNeXHiT06dk/gId8P+G7s0NFpU6deuHzR8nX/WFlayENW/LnMMW26S1cvvQh8VajcuU3Hv2YskFzj2YvnEiLI0i7R9qmRKq7eGXWk3b7wt3nyWL/Hfn8umbvvyP6C+Qosn7N0/HeaUufTBtlzRP0adeWVFi9cfO3W9QtX/PXAz7dnx+4b/1pbrmQ5OZUhYY06WbmSZdcvWtOhVft0adJ53rkl0y+bvVjtJyKlw6ue8D7gO2vsqIyAwUqd3rHDsIEy8O/i5bevXFW0FwH9adXfjbp1trCyuuV21fuGh7T5+/46uefEsTEea25pWbGxprCiYqN6Zgn2P9esV7eBM3/NV7LEfa87Ms/Ujula9ev985Y1GbK+6iYzd7EiUzatLle/TvCLF5J9PHngV6ZurXErl1Rt2TS+eUpAMHLRn/U7d3jq57fxjwVn9+3PUajAmOV/9ZgwRv577cyrHay5hUX/6T93Gft9kUoV7t/ysrGzlZfW+XtNZbX96x24PO8Pi+flLV7swNoN2xYufnLft1nPrpM3rixUvmx0VNQ1vZpq4P3V0F7gU3n964xXw9rOIypUKGdn+0b9aa8eXRfOmyOxRXR09A3Pm0WKFBoxfPCmdStz5cqZ8LNkz5513eoV/b7tJSfwb966VaFc2YUL/ihX7o1LpEsTev3aFdJEf/L06cVLlyMiIzp1bL9h3T/VXy9hbJJxjBk1Uprri/5asuKf1RLYTZ44bvnSRXKgePnylRcvAhNYpMqVKqxfvUJmnjp16mvXrmfK5Nyt21ebN66pW7umbprGDev/vWSBLJKFpYWNrU3Xrp0XzJ+T0sFBSSIrK8u/Fv4xbuwPZcuUunXbK3eunLKc3bt+nciHq5UasrbV39HE560rUN7NpYvn9+/XR8IFP9+HFSuU/3PODHXmOu+zSgGoOOn37mTVRWtFRkaGh4fvvHpi6kFNnWqRzHlmdkhCGQI+Hu973jbWNhnTv3Ftrese11t2a9OkbqP/jf9V+cw8evI4NCwks1Nm/e6v5Tu4dhtNs+TIpgPJ2fDu98/PN/w0RZj9y7SonqukjZa1tbWllplW8gcBL7UkvpHPtZwqefHiRUBAQPbs2e0S0ZU3PisxNhX/S1fv/rlMxleZ8ZOFQ9LCX8Tp7g2P9JmcdZcLUe1evnLZpGndxv1Yt2M7xbCd/2XOc08v6zJFUzerK3s22b9Zaenv34wx61SPG+XgR9345fhn3o4rJ675FsvjPKxDDQXAxxQV/bLHz5rueDpVzVomb3rdvuXTHjvFNnz48KJFi3bt2lX5CPz9/YODJQB/YfOauneVg1vj3bV+tqiMgCnbsnNr9Za1F6747/Iicvw0c6Hm58R1q9dRPj8etz3qtWvU94cB+inkktV/P3r8qH6Nuuy7Y6MyAvhUJHToWbbaDdcLujHPnz7dufQfS2urkjWqKQAAwMjRZwRMWb2a9ZauXf6/eTN3H9qbSvsbBO97Pj4PfNo0bd2odkPl81OicPECeQscPnGkfofG2TJpqqz9nz+7duNa8cJFB/caoCAW+owAPpVqLZtePX120te98pUqbmFuIZ9DL7drIUFBvSaPS58lkwIAAIwcYQRMWcG8BVbNXbFm69oLVy5eunYldcrUhQsU+mHgd3Wq1VY+S/Z29otnLFyzZd2Jsydu3PaMioosmKfguGFjWjdpaW1lrSAWKiOAT6V66xZpMqQ/smm7t7v7o3v3M2TJXL5h3XpftstRuKACAACMH2EETFz+PPnGDBml4DXHtOn6du0tfwoSgcoI4BMqXq1K8fg75AMAfJ44NjMZhBEAEC8qIwAAAAwKx2YmgzACAOJFZQQAAADwMRBGAEC8qIwAAAAAPgbCCACIF5URAAAAwMdAGAEA8aIyAgAAAPgYCCMAIF5URgAAAAAfA2EEAMSLyggAAADgYyCMAIB4URkBAABgUDg2MxmEEQAQLyojAAAADArHZiaDMAIA4kVlBAAAAPAxEEYAQLyojAAAAAA+BsIIAIgXlREAAADAx0AYAQDxojICAAAA+BgIIwAgXlRGAAAAAB8DYQQAxIvKCAAAAOBjIIwAgHhRGQEAAGBQODYzGYQRABAvKiMAAAAMCsdmJoMwAgDiRWUEAAAA8DEQRgBAvKiMAAAAAD4GwggAiBeVEQAAAMDHQBgBAPGiMgLA+yDNBAAgPoQRHwanT4EPxaAa/3y0AbwP/R2aqSab7CSB5JfiNd1dBTBChBHvJc6DjKv3bzX7fZACIEFhkRHqQAo9ioGhMgJvFWPTvbVxp5kV361QQh89VQfMzMx0G4n+rclQw4gHj5//s8dVAfAxRceK/j6HxBMmjAOmD0P/w/9SeRkaGa4ASBz5+KgH64reR8lAvlCpjEDCYm+xD46eUoDX1BhCP4/QjVeMnG6nLa9OBh4/C9571kMBkFzi3Ld8Jjg2MxmEER+ASZ7oAJKN+m2qMrTPEZUReCv1QNDC3s4mR1bZYKKjo9VbRbv96DYhjpw+BzHiBtmnWTim1e3cDLYELEn0I1r15TintcvtnFLd7NXtX39rZ8sH3p/6udPfjaS0szI3NzeZHUtScWxmMggj3pduF1A5V/H5rb+LiIgIDw+P1IrSUr+G+TL+hMLCwp4+fZouXTpra2sFBkD9CpEvUQsLC7nNlNpRbg3zYD0FlRFIBNlO7HJmyzG0V7hWhBZfAZ8h3b7LXEt2cZaWluavmVKDQXcaRrSolKtRmSy6jV89/lFTCYWNH/gQ9AuRZGciOxYrKyv9HctnmEfANBBGfBiya0hlY2/jaKmGEeqXsYh9igDJ78WLF+GPnmdNmd7BwUGBAdDVLasH67ovVAOsNqQyAgnTbcy67Vnd7ctIXXuMr4DPjbor0+URauqqX1BtGnuVODd+dYwaw6n1QQA+FP2Pm27fYpiFpUAiEUa8F903sXzjaqoxLSx0RbnqzkJ3ZkDh5MCnExQUFBISIu8IlRGfXAq9H9irnxE14Fe/UA3wO5XKCCRAv25W3XRlS1bH6ycRbEKfG13uoB9GxM5bjb3xECOMULdzOQ0jd3W/V1IAfDjqhy5G0BmjtlQBjAphxPvSP8erO+jUJRF8GRsCeS+Cg4Nll21ra6vAMOgfwuq+U2P8sloxAFRGID4xkgjZjHXjhf6P5/kW+NzEaKXrxO6p13ip27+aO+g2fvX1UhMEfAzqfkO/8CrGWRwOV2CMCCPene6UqXrMIcPSmtIVKMbZjRM+CdlTh4SEyLtjY2OjwDDEOFjXHbIbWqkhlRF4K91XgHpXLZQjific6bcZ9PdyJlNNrUviFO3L1I2PUSXKxg98WCn06B8+kUTAeBFGvC/dWQ79LmR0P9Cg9yZDIHvq4OBgfqZhOFLo9XymO16PXWdoCN+sVEYgYbrNQ7f16q6mwf7/c6bfYNBFEvr7NxOQ4s1Le6oJBTEc8PHEOHyKvXtRTKLwCp8Vwoj3ojtrqus2IsXrLiRiHIbyrfwJyTsSFhYmt1ZWVgo+tRRv/l5a/3hdd1BrOKiMQAJinB/WdRgUuzHGVvSZSPHmpT1ji3NK46Xb4GNs+Wz8wIf11n2LaexSEo8di8kgjPgA9I9EddkEMYThkLcjIiJC7ShRgcHQDyNiDCgGc6ROZQQSQ916YzTD2Pkjzp2bYkJ9Rih6r5FqUCDZmPC+JZE4NjMZhBHvS//7WDfMOQGDIu+LhBEptD+fUWAY4jxDaIDfpimojECC1G019reADtvP5ylF/EUQJnMMHSOPUN58aWz5wAeXwM6ExjmMFGHEBxDjYFTR2yNwWtUQpND+ilt5s58tfHJxfjQM7fPCRxiJEftbIMa/AJPcEhI42mHLB5IHnzUYNcKID4Z9ybxE5gAAEABJREFUgSHTXYFPgcEwireDyggkHnsYfLbY+AEA74Aw4uPi69kQxPhlHZB4VEYAAAAAHwNhBADEi8oIAAAA4GMgjACAeFEZAQAAAHwMhBEAEC8qIwAAAAwKx2YmgzACAOJFZQQAAIBB4djMZBBGAEC8qIwAAAAAPgbCCACIF5URAAAAwMdAGAEA8aIyAgAAAPgYCCMAIF5URgAAAAAfA2EEAMSLyggAAADgYyCMAIB4URkBAAAAfAyEEQAQLyojAAAADArHZiaDMAIA4kVlBAAAgEHh2MxkEEYAQLyojAAAAAA+BsIIAIgXlREAAADAx0AYAQDxojICAAAA+BgIIwAgXlRGAAAAAB8DYQQAxIvKCAAAAOBjIIwAgHhRGQEAAAB8DIQRABAvKiMAAAAMCsdmJoMwAgDiRWUEAACAQeHYzGQQRgBAvKiMAAAAAD4GwggAiBeVEQAAAMDHQBgBAPGiMgIAAMAwqWeMOG9kvAgjACBe0dHRfMMBAAAYlBRaCkmEkSOMAIA4qF9yZmZmL1++jIqKioyMVADgnag1Vm+9VSfm12EATIB6+KR8BOpOUo7QdHkEjBdhBADEpP/dJsP37t1LZFsi4XZFnG0M/V+CxB5OtltjWdqElzORy2wsy5kMy/zBl/OTr2dDWKtssWyx77DFGshyfpA1zBb7DstsaFvCey5ndHR0SEjIw4cPP9KyyROZaaV4TYFxIowAgDio321WVla2trbynRoZGRmlFa318rPvSOIdjpbUkW89vkFifJD1j3fAmv+02Nt8Kolc82z5H8k7b+2fav3L80ZERAQEBCgflJo+qDGEubk5eYQJIIwAgLjJN5yEEQ4ODuFa8rX6Ukv972eeR+i//ISH9W8Tnh4AAJgGOX8TFhamfDi6GMLCwkINI1T6eQSRhNEhjACAmNQvvOjoaPXbTr721DazjFeLI2I3sAEAAKCSwydra2vlA1FTBl1NhByYWVpayq0ujFBgnAgjAOANKV53zqz7ztMlETKs/zMNwggAAIAY1EMmGxsb5QPRhRHqnNU8QhdG6HdmSTBhXAgjAOA/+j/LVJMI3Xi1VkJNIoghAAAA4qRGBra2tsoHleL1RTTM38QPNIwXYQQAxKT/Mw3dXbVEQr/3SiIJAACA2D7GzzQUvcJV/W4s6TDCeBFGAEDcdEmE6qUeBQAAAHFRI4MPGEboZqu8PjDTXVlDd6vACBFGAMAb9C+aJV9v6rA6QFcRAAAAbyUHTpaWlsqHpp9HxC6IIJIwOoQRABBTjMt36zqS4JqUAAAAb6X27KB8IDFSBv2+KvWP1hQYG8IIAIiDLoDQfdXpxxMAAACIz4cNI+Kcf5zDMC6EEQAQN/3vNpIIAACAREqGHiU5MDMBhBEA8HZ84QEAACQex054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CgAAAAAEByIowAAAAAAADJijACAAAAAAAkK8IIAAAAAACQrAgjAAAAAABAsiKMAAAAAAAAyYowAgAAAAAAJKvEhhEvX75UAOOkbr0vtRTAyKVIkUIBAAAAjNxbwgj9xhsNORgpwgiYDEkidJsxqQQAAACMV0JhhO6QV9eK078FjEV0dLR6GxUVpQBGSM0d1CQi9jAAAABgdOINI/RPJsegkEfAqKgZhNxGRkYqgLHRpQ/6FPIIAAAAGLO4wwj9JCIwMPD+/fv645VYp+ne/1aJn1HM30Bei9Gtt489f/XW399fZvj06dMHDx581CcyjZX2sef/GX4w33PO0dHR6nCqVKmsra3NzMzkrtwq5BEAAAAwWglVRqiitRwcHCwsLJJ6CJ784lw2Y1lOA/Fuza3kl/jltLGxkVtbW1vZjJXkZXor89P6bJczKioqLCxMre4xNzdX8wjdcykAAACAsYkjjHip11WEmkTIwW7atGnt7e0VwAjJ+WT11tHRUQGMUKiW/k+N1OIINYmgOAIAAABG5y2VEZJEqAMKAODTkbghIiJCvyCC32gAAADAeL29zwi1MkIB8NFEBj0Nf+ptbpvaKm2WFOZWChCL7I2joqLUPMLMzEz2zHKr7qXZRQMAAMDoUBkBfEpRoS+CvF1CfS6Gv3hobu1glS67Q66KVulz07xEDGplhAxIBmFubs6eGQAAAEbNIuF/UxkBfDQvlaAHYTcPP795IToiTO5HhwVFPH8Y7HPRxrlQmiINLVNnUoDX1MoI9eIaxMQAAAAwdm+/mgaHvMAHJPney4hQs8jnZkF3UoQ9SZkutY1duQCf2yEBj6MiwjUfvMjwEJ+LYQ89HHJVcMhT2dw2TQpzSwWfPV0MoUsi2DkDAADAeFkkZiIqIz5n06dPX7Nmjf4Yc3PzDBkyODk5FSxYsEaNGmXKlFE+nODg4Fq1ajk7O2/ZskX5yLp06XL9+vWNGzdmyZJFSRbR4cGhftdDH1y1iH5hmyaNtX3KFCnMLG3s0ucpHPYiIPCxb4j/48iwEHXK5+4Hg30u2ucsb5O5qFXqTCnMzBV8xnSXNyKGAAAAgAlIKIzg5BviFBUV5at18eJFySkmTZpUr149BQl6GRUR4ns92Nsl7PGtqJDnEvEFP0lplza9fYZMEkZI3meTKq2lnYN9uoxBT/zkLzpS0ztAZNDT59f3hfpet8tW2iFv5RRmiUoPYZLUa2fE3ifTgSUAAACMEZURSJSuXbt+++23+mOCg4N//vnnPXv2TJ06tXr16tbW1oqxGTlyZEhISPr06ZWP75H7yYDLO2xShL0e8TI86Hl48IvAxw9SZsyaOnOOFGZm5haWNqnTWadM45AxyzOfW8EBj7X9BESGPfF6fNfzpYdb0SbfKvhcxQgdyIgBAABg1MwSMxFHvYjNzs5uxIgRNjY2gYGBLi4uihEqXLhwmTJlkidGCXzuf/uOz22fR8Eh4WqlvWbsy5eRoSH+3h53XY+9eHhf02eEfCbNzW1Sps5YsGTGAiXNbR1eBIWdd7uz/cB5t3NnFHzGdJURCgAAAGD8qIzAu0uVKlXOnDmvX7/+7Nkz3cijR48ePHjQ09Pz1q1bqVOndnZ2/vrrr2vUqKH/wMePH69bt+7EiRNeXl4ZM2YsV65c796906ZNG+ezPHjwoHv37k+fPh06dGj79u0T/yxXrlxZtWrVxYsXraysZAKZw7Rp0zZs2LB48eIiRYoob/YZ8fz583r16tWqVWvs2LHz588/d+7cw4cPS5Uq1apVq0qVKunP1s/P759//jl58uSTJ09kgo4dO/r7+48aNap///5fffWVkqDg0HDvB49TpbRLbW9ra2NpZvYqDYwKD318080mZRr79Jls0zhaWNtIXhFpbhfhkOPU4ct+9/1S2ZpbmvEx/KwRQwAAAMCUJCqM4CAYcZIGvKQJMpA9e3a5lRP+33///eHDhxVtTpErV66bN29K7vDdd99NmTKlTp066qMkHZBYITAw0MbGJnfu3BIobNq06fTp08uXL3dwcIjxFAEBAdLIlxxBbtUkIpHPIjOUZ4mMjEyTJo36QwxJIjJlesvFMoODgwcNGnTp0qW8efPa29sf1hozZkzTpk3VCXx9fb/55hvJI2ThJYiRzEJSiapVqyqJFhX90v9ZUGBQqL2tdZpUdnY2Vq/CvpcvQ5/7hwU+t3ZIFW2dOjDKNiAgOCQk3PxlCkd7CwJBsA0AAADAlCTqZxocBCM2aZZPmjQpNDQ0c+bMBQoUkDF79+6VprsEBIsXL96zZ4+ECwcOHOjSpYv8a8OGDeqjJB346aefJIn44osv9u/f//fff8ttixYt7t+/P2/evBhPERISMnDgQB8fn+7du+uKDhLzLLJUEyZMkOcaMmTI7t27hw8fLiMlknB1dU34RUmEIY+S+fzzzz+bN28eP368jJw7d25UVJQ6wYwZMySJaNCggcxWFl4WRnIKNRlJkojIqIAXwXd9n95/GBAeHqn/ks+dvrhm/b5btx5IEiFjLM3N+ABCIRQGAACAaaHPCCTK0qVLK7xJEgRphFtYWPz4449yK9PY2trWrVt35MiRRYoUUdvPNjY2MpkMPHnyRJ2PxAH37t3Lly/fiBEj1EfJNBIZpE6d2sPDQ3mdfMmthALDhg1zd3fv1KlT7969dUuSmGeRgOPx48e1atXq0KGD7oFdu3ZVnzFhsjBZs2ZVhxs1auTk5CSzevTokdx9+PDhoUOHMmTIMGrUKHlSGWNlZSVLohaGvIOoqGiJJDzv+vk+fhYUHHrj1oNtBy6fdPOxM4+2eFUtwUcPr5BJAQAAwJTQZwTeRZo0aRwdHfPmzdunT5/MmTOrI6tr6aaJiIi4rCXD4eHh6sjz58/Lbc2aNfU3KskX9uzZow6rzW+5HTt2rIuLiyQOAwcO1H/qxDzL2bNn1WfRf2D69OllbhcvXlTiJ2lFsWLF9MdI9ODn5xcWprkKxsmTJ+W2cuXK+n1empub165dW8Ia5V3JK34SEHj3/mNvnyeWZimypbG2tjCTnDAiLCTo2ZPIiDAFIJkCAACAaaHPCCRK7Et7xun58+cHDhzw8fFxc3O7dOlSZOSrHyBER0erA2rxgrTwE56Pr5aEFOp8ihcv/tZnsbOzS5cu3YwZMxRtH5P58uWTSOLatWtyNygoSLbhDRs22NjYyPjNmzer2Yd6d8WKFZ06dUqVKpW6YDGiN8kadMsvs5XbjBkzxlja2GPejb2VuW44yP/x80cPggIeKXz6oEUoDAAAAFNCZQQ+GC8vr549e7548UKG8+bNW7NmzRw5cpQvX17/RxZWVlYJz0S3sX3xxRfy2JEjR06cOHHVqlW6X1gk/Cy633pIuPDgwQP92d67d0/R9nmpDijaoEHuyqnuEiIAABAASURBVG3WrFkl4FBeRw/xUZchGbK5sKDnfjfdoqMiFeA1QmEAAACYEioj8MEsWLBAMoIOHToMGTJEN/L+/fv606jdMahdMOjbs2dPdHS07vcX6dOnHzFihCQIFStWPHXq1NKlSyWAeOuz+Pv7y/x15RiJIU9ar169RE6cJUuWOBderZh4q6ioaPksJSbak0/cS5IIvIlQGAAAAKaEq2ngg1GvVfHFF1/ojzx27Jii9zMNtYOJI0eO6E8j8cG0adOmTJmiK0ywsHh1MUu1n0sJI9RriCb8LBEREQ0aNFCSwtfXV73wZ2JUqFDB0tJSwhF5It1IeWkHDx5MzMPv+4c+D4l8HhwRFR1NwIekYpsBAACAKeFqGvhgnJyc5PbmzZu6MZcvX/7jjz8U7RUr1THly5fPkiWLu7v777//rrte5uLFi1+8eFG3bl39jiFVWbNm7dy5szT+J06cmJhnkTBCnSAxJEeQMEJJtDRp0jRu3NjPz2/y5MlqZ5kSo/z222/e3t5KIjI7+b+kEA/8Q3yehDzwD9UUSgCJRigMAAAAU0KfEfhgvv766x9//HHMmDFt27aVbebSpUtXrlyRaCAoKCgwMFBa71ZWVjY2NuPHjx88ePA///yzadOmvHnzBgcHe3p6Ojo6Dho0KM7Z9ujRY+fOnTKrDRs2fPHFFwk/i+QLMn7OnDmJWWBZpKQGbT179nRzc5PlOXjwYO7cuW/duhUaGiqJiY+Pj62tbQIPTJHCzNrC/OmLUDtrC0sLM48HgcGhkXkzp1QSzdzSUsFnjFAYAAAApoTKCHwwderU+f333wsXLiwpg2QNvr6+nTt3loHSpUvLJnTu3Dl1suLFiy9fvrxixYopU6a8du2aNOZbtGixdOnS1KlTxzlbiTDU7iFmz579+PHjtz6L/CvG1TfiJNPoSjMSL2PGjH/99ddXX30lScTNmzednZ1HjRoliyT/cnBwSOCBWYrXLF+vdf5cWexsrVLZWmRMZZ09o31inlFSDNuUafJXalin90QFnzFCYQAAAJiSFLGDhpda0k6LjIyMiIh48eLFs2fP5NyvvX2i2k7AJ+fp6Tlnzhz1lxRxsra2HjNmTLp06ZSkkNzk3r172bJli3FNkO++++7w4cMSiOTNmzfhOTz3u+PtuvvudVfvuz6Z0lhZWvx38Y7g4NAnDwNiTG+X2tE5b7ECVZtmzl/K3PItFyKBCZNt7+nTp4GBgebm5ra2tjY2NlZaFhYWZlpEFQAAwEDIecRixYp1795dARLE1TRggp48eXLz5k1JDeKboGHDhklNIoQ0+Tp27Ojo6Lhq1SpdHYerq6skETly5HhrEiFSOeUoVK9rpkKVs18/dc/tWFRYUHxT2jikzl6sUq7SNTPlK2Fl56Dgs0fcAAAAAFNCnxEwQZLF2tnZBQUFxVnO4+TkpP6wIqnkRHSjRo127tzZsmXLAgUKyOciLCzs+vXrDg4OP/30UyJnYm5h5ZizaOpMebKWrO11Zruf+5moiLAY0+QoUaVYnbaO2fNb2yWhUwmYNkJhAAAAmBIqI2CCJImYO3fu8uXL3d3dY//3yy+/tLBI1JYf2+jRo4sXL37gwAEvL69nz57lzJmzc+fO7dq1S/z1QVUW1rapnXOXaDbAv7S7x5HVAT4eZmYR5pZWjlnzlmv1TZaCZRTgTYTCAAAAMCVURsA0pUuXbtCgQcuWLTt16pT++DJlyuTPn195V5JitNZSPogUKdJmLVjuy7FPvdwe3HCxTpM5e/HK1rb8KANxIBQGAACAKaEyAqZMUoMrV64EBgaqd62trVu1aqUYmBQpzBxzFZM/BYgfoTAAAABMSaIu7clBMIyUg4ODfvrQrFmzd+i3EjAEhMIAAAAwJYkKIzgIhvGqVKmSs7Ozou23smbNmgpgnAiFAQAAYEqojIDpa9eunaLtt9LMLFEbPGCACIUBAABgSugzAqavYMGCvXr1ep9+K4FPjlAYAAAApoSraXwY5DUGrmTJkrxHxoIdTpzYgAEAAGBKqIx4LzHWDCsKeB9qDKH7HJFK6GNtAAAAwJRQGfHu1CZT7FsA70bd1ehu5QPFzkeH3QsAAABMCZUR70iXPuhTSCWApNMlDin0KOQRb2I9AAAAwJRQGfEudIlDeGTEqG1z1SRC1lJ0dLT+NKw3IGExPiZmZmZTmn4rY2RAd8tHSUXECQAAAFNCZUSS6ZKIaK1Dnq4KgA8kMjJSMgj5fJmbm8vnizxChzUAAAAAU0JlxLvQ/S5DvxQCwPuLiIiQGMLCQrNrkgE1+2MXpBAKAwAAwLRQGfGO1DAiKipKN6Zzxcb21rYKgCR6ERq08vQudTgyMlIdkDxCv/8IiiNIZAAAAGBKqIxIGl0uo5ZF6Mc0TYpVTZ8yrQIgiR48e6QLIyIiItQBMy1dhyzKZ49QGAAAAKaEyoh3od9thALgA5HPlIQRateVatjHzkeHRAYAAACmxCwxE3EQHBt9RgAfQ5RW9GvK68+a8tljJQAAAMCUUBmRZC/fpAD4cHRhBB+xGAiFAQAAYEroM+Ld0VICPizZ1agxRIwOWaAQCgMAAMC0UBkBwIDofp2hkPe9iVAYAAAApoTKiPdCSwn44GSHwycrNtYJAAAATAmVEe+IdQJ8DPpXz1Wgh1AYAAAApoTKCAAwAqQzAAAAMCVURgCAESAUBgAAgCmhMgIAjAChMAAAAEwJlREAYAQIhQEAAGBKqIwAACNAKAwAAABTQmUEABgBQmEAAACYEiojAMAIEAoDAADAlFAZAQBGgFAYAAAApoTKCAAwAoTCAAAAMCVURgCAESAUBgAAgCmhMgIAjAChMAAAAEwJlREAYAQIhQEAAGBKqIwAACNAKAwAAABTQmUEABgBQmEAAACYEiojAMAIEAoDAADAlFAZAQBGgFAYAAAApsQsMRNxEJzMugzsXrBq0QT+fv1zumIYgoKD/lg6b+3WdcqnsPvgHlkbU2ZNVfA2U2f/Kutq657tynu7cOViz2G9FSQvQmEAAACYkkSFERwEIz5rt66fvWhOUHCwgs9Gz+F9LrhdUpC8CIUBAABgSugzwnDNm/ZHzco1FAAgFAYAAIBpoc8IADAChMIAAAAwJVRGGLEXgc9bdWvn88Dnx0Hff922szoyKCS4bc/2t+7cnvT9hDZNW0+d/evSNX9v+GuNm/vVPYf2Xrh6OW/2XLWq1fqqbWc7G1v9ublecv1j6bzbd7wCgwNLFStZrXzVDi3bWVi82kKeBvhXblqtef2mnb7oNGvhrFveXhVKl79y7crNO7fkv7/M+VX+1GeMc1HDI8I3bN8kC3DZ3S21Q6qihYr06/pt/jz5dBOEhoXNXTrv0MkjPvd9cmTLUbpYyS9bdciTI7f+TMLCw1ZtXL3r0F7P254lixRvUq+xnY1d7Ofy9fP9e91y18uu3vfuFi9cvGalGu2atzE3N1fi9+jxo79WLnG57OJ5+2aenHkK5y/UslGL0sVK6U9z7ca1lZvWuFxy8X3oly93nqZ1m3Zo1c7SwlLRdl0xaMzQn0aMtbW1k1dhaWnVqlGLbh26yL+CQ0NWrP/nlMvpqzeu5smRt2Lpcl3af5UqZWr9OUvYt3nXlkMnjrhePp82dZrypcp1bPVl7hy5dBOob+LWvzf5PvRdt32DTJbZyblahardv+zmYO+gm0wWY+POze6eN0LDQkoWKVm+dLkOLdvHeJfFadcza7euO+V6ximDk6zGjq2/zJszj/4ECWwJW/ds/27C9+pkBasWzZop6751uxQkC0JhAAAAmBIqI4xYSodUE78f321Qz1kLZ9evXtfZyVlGTpvzqyQRNSvX0M8F/jd3xolzpxrUqt++edujp4/NmD/rzPmz86b9obalxfptG0b/Mk4GnDM6586e64zrmcMnjqzesnbOlFk5s+WQ8SkUTSD12P/JtyP7SjAhw4+ePJK84Mjpo0dOHq1eqVqJIiUK5SsQ53LK9F0H9bhx84Y8XYG8+e/53pNm84GjB1fPX1GkQBFF2wtm+96dJGKwtrIumC//E3//FetXrtq0pm+3b/t17aPOJCoqasjY4QeOHZSZFMlf6Jqn+7EzJ2K0osXmXVt/+m1CSGhoujRpc2TJ4XLRVX0hi36blyF9hjgXLyIyovvQbzxueTimcyyQt+Dd+3evXHdbu3X9+OFjpRGuTiMLM2nmFFmGjOkz5s2V+6LbZfmTUGDGhN+U12ndyXOndx3crU4vCyC3bu5u/X4YJAmCrY1NgTwFvO97S5axeuu6GT/9JomDOmVgUGDvEf1kvMxEQhBZFfLaV29e+12/4bqASbX36P4/l8y1t7OXN8jT6+bla277jh5YM3+VzFz+u2X3tpETf5CVkz1LtgyOjodPHjl04vDmnVtWzFmqn32sWL/i0tUr6nq+cv3qVferOw/s2rVyR+pUqROzJeTPnW9Az/4Lli2UCb75upe9rZ2C5EIoDAAAAFPC1TSMW6UyFdu3aCst2Emzfpa70lZfs2WdtMMnfjdefzJJIiZ9P2HWxOkj+g5dNW9F2RJljp85sWbzq0tgSPP759nT5Bz77CmzDm3ct3r+P0c3H2xSt5GkAz/9NlGd5qWiCaROnD3plNF55Z/Lti3bNKBHv85tOsoCqIshqYGaLMQ2c8EsSSIqlq5wYP2e9YvWHN96RBZGIoAx035SJ/jfvBnyXLWr1jq8SdO63rd216LpC9KkSj170ZxTrqfVaTbs2CivrmjBIvvW7V69YOXxrYdHDfpB2uT6T/TE/+nE6ZM1zzjhf8e3HZEXcmzr4fYt27l7us9dNj++dXjw+GFJIrq27yLzXD1vxbEth/6cOlta9TMXzoqMjJQJ7vh4/zJnmoW5xdRRk49sPrB2wWq5LV64qDTj9xzep7xO6ySJaFS74d61O5fMWtSiYVMZM3nWL5JE9O3a+8T2Y+palYDj2fNnU37/JTo6Wn32hSv+kiSibvXahzft3/DX2l2rdqycuzx9Wsdf//ifpDb6yylrY+zQUSe3H5VZHd58oFihIjduemzZtVX977K1yyWnkJWz45+t6xauObn9WJ1qtWWC9Ts26c9EkoiR/Uec/PeYrGdZ1Nw5cvkHBOzYtzORW0LBvAXkjba0spI/Geja/msFyYVQGAAAAKaEq2kYrj7f9Yvzup6l6pbVn2xE32FZM2fdd2T/rgO7f/x5tIyRJmuMKoCSRUvqCiXkbPZP32lOfa/evEYdI+1hiTP6fN2rXvU66hgHh5RTfpyULUu2ky6nTrue0Z/VpJHjSxcvnS93vlJFSyqJEBQSvG3Pdjtbu1/HTlWXyszMTBamaoUqYaGh0t6+73d/5cbVGdNnnDbm5zSpX52fr1q+8qBeA2RAPQkvVm1eK7eTf5jolCGjOuartp2qlK+s/1xL1/wtL6RX514NazdQEzQba+sxg3+U9SMZzcPHD+NcQp8HPuqU6l15oMQiE0eOHzdsTGRUlIzjVmgiAAAQAElEQVTZtntbaFjYly3bt2zUQp1GlnZonyGO6Ryvul/VzUde3dTRk7NlzibRTBbnLEdOHnW95Fq5bMWBPQeoxQuiQ8t2jWs3vO5xfc+hPXJXgonFq5bKq57642SZpzpN6WKl+nbrI2HNktV/6y9nzco12rdop/7eRN7EDi07yMA1j2vqf297e8mSW1u9ehUyz2F9hvw0YmzlspX0ZyIvrVuHLupvNzI7Ze7Y6ksZcL/prv43SVsCkhmhMAAAAEwJlRFGT85jjx82RgZ+mDIq4NkzOY/dsHbDGNPE6MohT47c+fPk8/S66evnK3c9bmvqC6QBrz+NNGvrVK0tA7fu3NaNTJUyVXzlD/G5dPVSSGho6WIlY+Qji/43X87hS6Pd85bm2atXrKrf/YFmeWrV1yybtvbhif/Tazeu5cqes0Ce/PrTNK7TSP/uNY/rclu+1BthjYWFRcUyFaKioq57uMe5hFXKaRKNecsWDB4zbPOureo6kdyhUe2GakLhcum83NatUUf/URVLVzi+9fDgbwbqxkg6o8sCNAvjqV2Y0uVjPF3lcpp0wO2GJkTw9PKU0KFogSLS5n9jkbQhi5v7Nf2RZYq/0YeFkza8kJREvStRRWBQYOvubef+vUBSA5lt7hy5JLwomPeN386UK/nGysmbW/M7l+cvXqh3E78lIPkRCgMAAMCU0GeE4Ur8pT2rVqjSvH7TrXu2S3t+7NDRsSfImjlLjDFOGZxu3PS4+8DH2cn5ptdNOd/unME5xjSZnTPJrfc9b92YDOnSK0n01N9ffbr4JrjlrWniOjtlijE+VcrUcnr/0eNHLwKf3/d9oHl2xwxxLqGOt49mUTv36xLnE3n53KmuVIs9XgKO4d8O+W3ujF0Hd6udPhQtWKRtsy++aNJa7bXxsf8T7UvIqCQobeo0sRdm5oLf5S/2xN737iraH4DI7bEzJwpWLRp7mtvet/Tvxnj5ZuaaJPHl6597jOg79MbNGxIwzVqoeTpJN+pXr9ujU7cYnYCmTZNW/66l9gVGv3w1k8RvCUh+hMIAAAAwJVxNwxQEBQe5Xr6gaHtDvHT1crWKVWNMYG4W97UkoqOjJWmKiorSdWEQm/51KMwtEromRZwsLTV9ZCYQZ0VFR6mLEvtf6oZnZm6RIsVLJa7t0N72jWIKMzNN+7xi6QpmZnFssSkdHJR49OzUo061Ojv27rh91+v23Ttu7levXHfbsW/n3F/m2NvZW716CW+J5GJcsCOFdmEKFyicJmWq2BNnyqhp3pul0EyTNXPW7JmzKm9jluAFQTI5Zdq4ZN3OA7vPX7ngc+/u1RvXNv67ace+f6eOntxIr1JGXUVxStKWgORHKAwAAABTQmWEKZj25/98Hvg0qdto/9EDo38Zu2XpJl3nC6qHjx/FeIjfIz9FW7AgLfxc2XNK29v3kW/WTG80idV6hPRJr4bQlz1LNu0C+MUY73rJVZr9FcuUz54lu9z1fRRzgucvnvkHBKR0SGVva5fBUVOV8MDvQYxpHvjd178rrXqvu3e+HzCiYL6CShLJSujfo5867H3v7jfD+5w5f3bLrm0dW3fIljmbxBOyDtVF1Vm2bkWOLNlrVK4e5wyzafOFVg1bfNW2U3xPmi2LZpqiBQrPnDhdeW9WllYtGjSTP0X7mf190ey5fy+YPGtqo1g/24nTx94S8J4IhQEAAGBK6DPC6B0/e2LN5rXSDp/4/YReX/Xye/Twp/9NjDHNgWMH9O963vb0uOUpLU/1sp1qy3Pn/l3604SFhx08flAGyr/Zy0AMb90y1Da56+ULj94MRJauXT7q5zEP/HzVCY6cOhYY+EJ/AjnJL7eVylZQtD+RkKWVjMDN3U1/Gglf9O/WqlxTM/L4oRjL0KFP54ZfNrnodlmJyy9zfq3SvIbr5fO6MRKgdGyt6dnR54HmehZZMmXRPtdB/Udddb86ZdbU5etXKPGoXaWmorlUx8EY46f98b+areuu2qTpPbRYoWLOGZ3PXjgnyYv+NAeOHazctJqsHyVxbnt7NenUvN8P/3VgIZ/ZQb0GSib1+MnjwKDARM4nkVtCCoUdwidAKAwAAABTwtU0jFtQcNC4aRNkYPzwsXY2tj07dpNG+84Du+RPf7Id+3b+s2GVOuzzwOf7yaPkPf22ax91TPuWbeV2/vJFew7t1c12zNRxd3y8y5YoU7hA4QQWwNpac52IGBeh1GdvZ9+8QbPgkOAffh4d8OxVk/uU62l5LlnU0sVKFciTv3LZig8fP/xu0o+6NvmxMyd+XzRHs2wt2qpj2jT7QtF00jnG6+4ddcyaLWu37tmu/1ytm7RK75h+4fKFF65cVMfIy5y54PcLVy6Ym5kXKxR315sF8xV88vTJnMV/BoUEq2MkFlFXRe7sOeW2ZcNm1lbWqzev3qXNR0REZMTMRbNloGn9pko88uXOV7tqrRPnTi3VuyjG4RNHlq1bLk9XpbymG0srS6uv2nbSXpF0SnhEuDqNZC6TZvz8NMC/QpkKSuKooZJEGAf1gpi9R/bLCs/inCVGz6AJSOSWYGtjExISHN/VSfCREAoDAADAlNBnhOHq812/+P4lTe5jWw7JwG9zp0u40Kh2w6ra6y9Im1lSiS4Du0+a+XO5kuXSp3NUp8+TI/fEGZPnLV+Q2cn5yvWrUVFRbZu1af66IV2pTMWhfQZPnzdz4OghcqLeOYOT+033kNDQrJmzTvhuvJKg7Fk1v8JYsX6l6+ULzes16dohjs4jfxgw0uO257HTx2u0ql0oX0Eba5vT5zUXiZz8/QS1C4PJP0zsOqiHtKWrtahdMF/+J/7+Pvc1l9v8tss36qUuxFdtOh05efS065lGHZsWL1z0gZ+fNIYb1mqgdjmpkkbyoJ79x077qVO/ryuUKidjngT4u3u6S2t8xoT/xdddgqyHnft3HTpxuEnHZrlz5FK0l43wfeRXvlS55g01P3mQWOGHgSN/+t/EwWOHZflzeo6s2Xwe3JPIoHqlai0bNlfi922XPq6XXafO+XXnwV32tvbhERHnLrrI+Kmjp+h+8dGu2Rfb9/67be+OK+5umTJqeo48f+WCrPw2TVs3jz/piEE+oRNGjuvcr+u3I/uXKV7G2spSfS5zc/Nxw0YriZbILUGyD1n5Lbq2Tp8uw7ZlmxQkC0JhAAAAmBIqI4yYyyWXVZvWpHRI9eOg73UjK5Qu36pRSzn3PnbaeN3I3l2+mfT9hNzZc926c6d8yXLS+J/w3Tj9WX3Tueei6QtKFy/98mW0BAdFChQZ2X/E5iXr1cZ5AiQs6NCqvTR6r7pffR74PM5p0qZJ88+fy9q3aJstS7Ybtzzu3vepV6Pu+kWr5enUCTI5ZdqwaM0XTVrJBB63bpqlSCEvYeXc5YN6/fe7AytLq8UzFkrUIqfob97xktcy5ceJPTp2j/FcErIsn7NUprnjc9f18vmoyMh2zdtsXro+f5588b0EacnPnDh9RL9hThkzXvO87ul1q2ihomOGjFo0fb48qTpNh5btFs9cKLONjIq44HZJXpGsn1kTZygJKlaoyKbF6+XFPn/xQiIG34d+davXXvnnMv0IQ96+VXNXdG3fxdLS6vL1q+63PIoVKjZt7NS3xkAxSAax8a+1ks488X8sSxgZEdG5TUd5dklMkjSfxGwJI/oOl3jCPyDA75GfrqADHxuhMAAAAExJithBw0stOXkeGSktmogXL148e/Ysa9as9vb2ymdPXTnR0dGRWkEhwY0XD1f/tarXlPQp0yoGZursX5eu+Vsat4k/zQ4kswfPHn3911h1eHmz721tba21rKysLC0tLSwszMwkoUrxObfGQ0NDnz59GhgYKMGfrB8bGxsrLXXlqOtHAQAAMABDhgwpVqxY9+7dFSBBXE0DAIwAcQMAAABMCX1GAIARIBQGAACAKaEyAgCMAKEwAAAATAmVESbu+wEj5E8BYOQIhQEAAGBKqIwAACNAKAwAAABTQmUEABgBQmEAAACYEiojAMAIEAoDAADAlFAZAQBGgFAYAAAApoTKCAAwAoTCAAAAMCVURgCAESAUBgAAgCmhMgIAjAChMAAAAEwJlREAYAQIhQEAAGBKqIwAACNAKAwAAABTQmUEABgBQmEAAACYEiojAMAIEAoDAADAlFAZAQBGgFAYAAAApoTKCAAwAoTCAAAAMCVURgCAESAUBgAAgCmhMgIAjAChMAAAAEwJlREAYAQIhQEAAGBKqIwAACNAKAwAAABTQmUEABgBQmEAAACYEiojAMAIEAoDAADAlFAZAQBGgFAYAAAApoTKCAAGRBd9koHGwAoBAACAKaEy4h2p60R/zRy/eTGljb0CIImeBQfq3yX9jBOrBQAAAKaEyogPZs6BNQqA95PiNd2wAi1WBQAAAEwJlRHvjpYS8GFJ7mmmxYcrNkJhAAAAmBIqI5JM/5ytKJQxR7TWy9cUvTXGqjME8i5ERkZaWFjQvjU0+j1ECLMUZubm5moeoRCDvom1AQAAAFNCZcS70OURluYWs5oPDg8PDwsLi9CK0pJsQiGJMBhBQUEPHjzInDmznZ2dAkOi+yhJBiFpkaWlpbmWfn0E+x8V+xMAAACYEioj3pHaRpJWk+QOciuNKHWkmkSohRIKDEOolrxN1tbWCgyM7qOkkkhCl0fodx6hfPZYCQAAADAlVEYkjawKSRl0J2zV87fSfFL/K8MSRuj/XgOGIDAwMCQkRN4mGxsbBQZG/9NkoSXRntlrVEbosEsBAACAKaEy4h2pbSdZM3IKV3ndoIqOjiaMMEDyTgUHB8stlREGSD+MMNejCyN0kymfN9YAAAAATAmVEe9CVzqunstVYwi1aEL3Aw3CCMMhLVsJI+SWygjDpAsjdJGEekufEfrYpQAAAMCUUBmRZGrooLwOI9QBySDUQgnKIgyQvDVqnxFWVlYKDE8KPbpIQr8sAgqhMAAAAEwLlRHvSL9fPbUXCV0YoZuGSMJAyLsTFhYmb5DazygMR4xfYcRIJZQ3P2ifOfYnAAAAMCVURrwLXTeWivasu/7vMlhXBkjeo8jISMIIA6efO8S+BesBAAAApoTKiHek/2MN/WxCRSRhaCSMULSphALDE2MPo3+XnY8OexUAAACYEioj3p2umRQjiVBoQRkYXQ+jhBHGgk9QbKwTAAAAmBIqIz4A1o+B05Wu8E7BeBEKAwAAwJRQGQEARoAoDQAAAKaEyggAMAKEwgAAADAlVEYAgBEgFAYAAIApoTICAIwAoTAAAABMCZURAGAECIUBAABgSqiMAAAjQCgMAAAAU0JlBAAYAUJhAAAAmBIqIwDACBAKAwAAwJRQGQEARoBQGAAAAKaEyggAMAKEwgAAADAlVEYAgBEgFAYAAIApoTICAIwAoTAAAABMCZURAGAECIUBAABgSqiMAAAjQCgMAAAAU0JlBAAYAUJhAAAAmBIqIwDACBAKAwAAwJRQGQEARoBQGAAA8R/sjwAAEABJREFUAKaEyggAMAKEwgAAADAlVEYAgBEgFAYAAIApoTICAIwAoTAAAABMCZURAGAECIUBAABgSqiMAAAjQCgMAAAAU0JlBAAYAUJhAAAAmBIqIwDACBAKAwAAwJRQGQEARoBQGAAAAKaEyggAMAKEwgAAADAlVEYAgBEgFAYAAIApoTICAIwAoTAAAABMCZURAGAECIUBAABgSqiMAAAjQCgMAAAAU0JlBAAYAUJhAAAAmBIqIwDACBAKAwAAwJRQGQEARoBQGAAAAKaEyggAMAKEwgAAADAlVEYAgBEgFAYAAIApoTICAIwAoTAAAABMCZURAGAECIUBAABgSqiMAAAjQCgMAAAAU0JlBAAYAUJhAAAAmBIqIwDACBAKAwAAwJRQGQEARoBQGAAAAKaEyggAMAKEwgAAADAlVEYAgBEgFAYAAIApoTICJiIwMHDChAlyG98Ev//+e5zjHRwcxo4dK7cKYMAIhQEAAGBKzBIzEQfBMHySJjRt2lRJulatWpFEwPARCgMAAMCUJCqM4CAYRqFq1ao5cuRI0kPy589fqVIlBTB4hMIAAAAwJVRGwHSYmZl16NAh8dmZTCnTK4AxIBQGAACAKaEyAiYlR44cNWvWTOTEMqWzs7MCGANCYQAAAJgSKiNgapo1a5Y2bdq3TibTyJQKYCQIhQEAAGBKqIyAqbGxsWnVqtVbJ2vXrp1MqQBGglAYAAAApoTKCJigsmXL5s+fP4EJChUqVKJECQUwHoTCAAAAMCVURsA0dejQwcLCIs5/yfi2bdsqgFEhFAYAAIApoTICpsnZ2blBgwZx/kvG028ljA6hMAAAAEwJlREwWRI6xO7J0snJKb6QAjBkhMIAAAAwJVRGwGRZWFi0a9cuxsi2bdvG9/MNwJARCgMAAMCUUBkBU1aiRInixYvr7spw4cKFFcAIEQoDAADAlFAZARPXrl07tRTC2to6dqEEYCwIhQEAAGBKqIyAiUuXLp3aSUSzZs1kWAGME6EwAAAATEmifjzPQTCMmoQR3t7eNWvWVACjRSgMAAAAU5KoMMIYD4IJUKBjbm7ep08fha0CcTGW/RtbLwAAAEyJiVRGcJgO4N3E3nsYZjxBZQQAAABMidFXRugaErEHACCRdHs5GVD3IYa232PPBgAAAFNi3JUR6oLpblX6/wKAhOnHEDEiCYPKI6iMAAAAgCkx4soIXQbhH/ziXsBDNYmIjo7W/6/CETyAuMTYRcht1jQZU9s6mJmZ6cYYVB5BwAoAAABTYqyVEfrVEMdvXvxp1yIFAN7D+AY96xYoJ7sUNY9Qbw0njyBXBQAAgCkx7soItRSCE4YA3p/sTCIjI83NzWWXot4qhrT3Y0cHAAAAU2KUlRH6HUNEa6l3LczMHWxsFQBItBchwVEvNfuQqKgoCSPUkSleU7T7GUOIJKiMAAAAgCkx+soI/U4rCzjnnNlhuAIAidZ/5VR33zsyEKmljlR/pmFQxRFURgAAAMCUGHGfEbqfaegqIwDgnamVEboYQmU4USyVEQAAADAlRlwZobyOJBQAeG9qGCFJhLm5uQF2RsO+DgAAAKbEWCsjFL0OLKmMAPD+ZE8ieYQaQ8T4CZghoDICAAAApsToKyMUAPgQJIl4+SbFkLC7AwAAgCkxS8xEhnwQzC81AHwoaqWV/l7FcHYvVEYAAADAlBhrZYR+C4EwAsAHYZg1ESp2dAAAADAlRtxnhMqgursHYLxi7OgMbb/Hjg4AAACmxLj7jACAzwSVEQAAADAlRl8ZAQCfA0JhAAAAmBIqIwDACBAKAwAAwJRQGQEARoBQGAAAAKaEyggAMAKEwgAAADAlVEYAgBEgFAYAAIApoTICAIwAoTAAAABMCZURAGAECIUBAABgSqiMAAAjQCgMAAAAU0JlBAAYAUJhAAAAmBIqIwDACBAKAwAAwJRQGQEARoBQGAAAAKaEyggAMAKEwgAAADAlVEYAgBEgFAYAAIApoTICAIwAoTAAAABMCZURAGAECIUBAABgSqiMAAAjQCgMAAAAU2KWmIk4CE4G2/f+W7Bq0e6De8b+V9eBPeRfpeqWDQsPi/GvX+b8Jv/6fdHs+GbboXcnmcDngY96Nyg46I+l89ZuXacYjwtXLvYc1lsxXa26t5X36GmAv2LY1m/bIG9E2YaVGn7Z5KLbZQXJi1AYAAAApiRRYQQHwcmgQunycnvB7VJkZKT++KCQYJdLrjIQEhp66tzpGI86f+WC9rEVlMRZu3X97EVzgoKDFePRc3gfWS0KPqk9h/eN/mXc8TMnsmfJFh0dnTZNagXJi1AYAAAApoQ+IwxFBsf0hfIXunbj2nXP60ULFtWNP3n2VERkhEQVp13PnDx3qkbl6rp/BQUHXbl+xc7WrnTxUvHNdvSQHyR6SJ8ugwK8h/OXNbHX9wO+69LuKwWfAqEwAAAATAmVEQakQslyiuZXCW9UAZx0OSm3g78ZaGNtffzcSf1/XXC7GBkZWbFMBUsLy/jmKbmGBBnyWAV4D2HhoXKbxTmLgk+EUBgAAACmhD4jDEjZkmUVTcRwQX/k4ZNHnTJkLFW0pPzX45aHr5+v7l/nL52X2/KlNBHG0wD/glWLfjfh+4tul7sP7lmzdd2Rk36UN06/z4gmnZr/MudXRdPTxK8ycv32jep8ZLJNOzcPGjO0Wstazbu0mjRzyq07txNe1KmzNXNwc3dbu3Vdz6HflG1YqcM3HecvXxgcGhJjStdLrj2GflP7i/rlG1Xu/V3fFetXxvgdyqPHj6b+Pq1tr/al6pZt07P92GnjXS+fV/+1dc92eZbAwBfyJwN12zZMYJFk5chSdRvUUxamaouaMitZHv1Nt1X3tjVb1Xn89MkPk0dXaVa97/cDvO95q/+SVSHLX7lpNZlg2PgRe4/s15/zhOmT5Nl3H9yjP1Luykj5l3p335EDcnflxtU379yS+Tfo0Lhe+0bj/zfxjo93jOW8fM1N3iZZITLN5Fk/3/e7r7yNrJxKTavKSpi9aI4sp7zA7kN6ycrRnyaBV/fWtyDhaQ6dOKy+NBnu/+NAGZ4xf5YMy60MDx03QkGyIBQGAACAKaEywoBUKltBVvX5yxd1Y257e/nc96lSrormv2U0HUMcOnlE91+10V6pbEW5TaFo3qPH/k++Hdn3xLlTvg99Hz15FOON+7JVh+qVqsmA3A7o2b9QvgIyHBgU2LlfV2nB7jm0N6NjhvDwcGmISiSxbN2Kty7w/+bOGDvtJ3t7h/bN2waHhUrrdMCPgyIiI3QTrN+2oWPfr4+fORH9Mjp39lxnXM9I0tGyWxuvu3fUCWTi7kO/Wbp22X0/3wJ5Cz546Lt26/qO3361evNa+W/+3PlkOa2trOVPBjq36RjfkixevbR5l9ZL1/x98eqlvDlyh4aFXbnuJsvzy+xfddOoa2PI2GGSvDzxf3ra9UwGx4wyRqKB0VPHXrh6KV2adGnSpP13/y55FdKYj91d6Ft53fXqMrD7v/t3pk2dNjQsdPWmNV/0aHfjpoduAnnSrwd0kRwhMioydapU0sJv06O9vFNvnXNEZFTPob1Xbl6dN0++Vo2ae9z2lMWes/jPt766t74Fb50mR9YcsvJLFikhw83rN5XhCmXKK0h2hMIAAAAwJfQZYUDs7exLFClx4coFOVue2SmzjDlxVvO7jIplNTFERW0YcdLlVIeW7WRATlxfcLvklCFjgTz55e5L5aU6faH8heZMmZXSIWVgcFCM+UtjXhr/R04erVSmYrcOXdSRC1f85XLJpW712mOHjs6YXtN8lYxj6Njhv/7xvzrVaiVcli+px6TvJ7Rp2lqG+3br03v4t9KgXbN5nZoa3L1/9+fZ0xzsHX4eNble9ToyRs7tj/ttwo59O3/6beKSWYtkzMHjhz1ueXRt3+X7AZoT7LKlHTx+aNDooTMXzpLZFsxbQP6WrP5b/tWva5/4FsP3od+0Ob/JwPSffq1bvY6VpVV0dPSRU0f7fNdv9ZY1Q78dLGPUmfs+8gsODZHJShcrffXGVVsbGwkOJBrImzPP9J9+y58nn0x2x8d76LjhB44dXPjP4v7dvlWSQhKcds3bfNd3mINDSrkrL3bN5rULVyz6ddwviuaXDmGjfxkXEho6btiYL1u1lzHyRg/4cbCb+9W3zllW3U1vr79nLSpcoLDc7dS641cDuv6xZG6dqrXkHY/v1SXmLXjrNLmy55SV/+Tp4wtuF+vXrC+birpIXzRtVblcpXRp0ipIFoTCAAAAMCVURhiW8tpfauiKI05oO4moXLaS3BbOX1gafsfPnlTr5y9dvRQcElxJ+y99k0aOL128dL7c+UoVLfnWp3v2/NniVUvTpE499cfJahIhShcrJcmCxBZqCpCAkkVLqkmEsLe1++m7cTKwevMadYzEHEHBQX2+7qU2cYU00af8OClblmwSqcipexmj/n5E16WFbGm1q9aaOHK8NNcjo6KUxAkKCWrbrE3/Hv0a12mk5g5mZmY1K9fIkTV7aFjYs+fP9Sfu27WPTOac0UmeSO6qxQUSqahJhKIpBMj+y+gpsiSLVixKanFEesf0Iwd8pyYRoseXXeX26o1r6t1Dxw/fvXe3Ya36ahIhJHL6fsB3iZx55y86qEmEyJktR98ufSSAWP3mVVpjvLrEvAWJmSZO2bNkr1C6vGxpCpIFoTAAAABMCX1GGJby2gt8StCgaGsfTpw9UbRgkfTpHBVtQ71q+Spy1lr9r/objYql3yiYT5UyVZECRZRE8/TylNChaIEiuvazqkr5ynLr5n4t4YfrkghVnhy5pUnv6XVT7djC4/ZNuW1Yu4H+NNZW1nWqak6tq91SVCmneaJ5yxYMHjNs866t6gNbNmrRqHbDxHe6Kc8r+YWuikE216vuVzfs2BQWpokSIiLD9SdW4x5VeES4LIakDyWLltCfJm+uvEULFpYgwztWjw8JK1KgsIQyursZ0zvJbWjYq0Tj3CUXua1Zpab+Q8qVLJs1U1YlEVo2aql/t241zWo8e/6s/kj9V6ck7i1IzDQwBITCAAAAMCWJ+pkGB8HJplzJMpYWlhevaCojzl48FxIaWqF0Bd1/JarYumf7uUuupYuXPq+dpmqFqvoPz5AuvZIUaveKx86cKFi1aOz/3va+lfDDs2aO+SMOpwxON2563H3g4+zkfNPrprm5uXMG5xjTZHbOJLdq94oF8uQf/u2Q3+bO2HVwt/wpmst/FGnb7IsvmrS2sEjUxqmSSOXoqWNXb1zzvO15yvV0wLNnun9FR0frT5kuTTrdsMctTW8OWZwzx55hZucsl6+5ed+7m6Qz/xkc37iEqoW5udxGRb3qCfKB3wPtNDHfo2yZs6oVIgmQtZE10xtrO71jetlUbnt7Sfii+4TqvzqRmLcgMdPAEBAKAwAAwJTQZ4RhkTPSkkecuaCJIU67aCrkK5erqPtvVW0dgeul81FRUWcvnCuUv5BaNFH+YfYAABAASURBVKFjbmGuJIVZCk1pTNbMWbNnTtTJ+RjMzeJ+Omn/yzYjCxkjCHjjseavHtuzU4861ers2Lvj9l2v23fvuLlfvXLdbce+nXN/mWNvZ68kQlh42Ff9u1y6ekXR/vChXMly2bNkr1K+0vR5M2VW8T2voqk9idYubbybt4V5vB+QqOg4fkVibpZwqZEmMogd7dnZ2Slvk0JJYWb29jom/VeXmLcg8W8TPjlCYQAAAJgSKiMMTrlS5U+cO3Xd8/q5iy62NjZlS5TR/cvZyTlvrryXr12+euP68xfPv2jSSnk/2bJoMoiiBQrPnDhdSbqHj2NeBsLvkZ+irY+QbSZX9pySBfg+8o3xM4T7vpoCgfR6RRwyZf8e/dRh73t3vxne58z5s1t2bevYuoOSCBt3bJYkonypcgt+m6f/444JQZMSfmDObNnl9sHDB7H/dd/3nmYhHTVZj9ogjxHJxeiKIjHSa2sifB/6xnwuvwdvfWxEZMSjJ490/XqIx08ey8gszlni+3gm5i1I0tuET4tQGAAAAKaEPiMMTvlSmvTB9fL5i26XypYsa231RtcJlctWfOL/9ODxA4qmw4gKShLFaLYWK1TMOaPz2Qvnnr94pj/+wLGDlZtWG/XzmITnduDYAf27nrc9PW55SuM2Z7Yccldt3O7cv0t/mrDwsIPHDyqvezf4Zc6vVZrXUPu/UGXPkq1j6y8VTd+W914v81uyMNdLrnLbvEEz/STC45aHemXKBAofUqdKnS5N2js+3heuXIzxQq55uKdKmapg3oJy19JC0ynm/TcziwR6doxP6WKl5Hbv4f36I2/duX3j5o3EPHz/0YP6d3cf2iu3VStWSeAhiXkLEjMNDAGhMAAAAEwJV9MwOCUKl3BwSLlh+0Y571051sUy1At8btv7r6WFZdmSZZQksra2kdt7vq/a+VaWVl+17STpxsTpU8IjXnX06H3v7qQZPz8N8K9Q5i1hx459O//ZsEod9nng8/3kUZJbffv6GpztW7aV2/nLF+3RNptFUHDQmKnjpPFftkQZ9cIQBfMVfPL0yZzFfwaFBKvTBAa+UKfPnT2nOsbWxiYkJPjh44fxLUYGbb2Ap7YjRpW8ouETvleHg1/POU5q8DF66tjrnu6vX773D1NGRUZGdmrdQa2JUJdkzea1t729NDMMDVm2boXaw0WS1K5S0ylDxoPHD839e4Ea8Pk+9Bs1dWxU4q4b8sfSuS7aLjAV7RVe/1w6V8KXHl92S+AhiXkLEjNNnGRFSSKj9ruBZEAoDAAAAFNCnxEGx8LColyJMtJkVWJdLENIQCDZ0N17dyuWrpDILhX0Zc+aTW5XrF/pevlC83pNunbo0q7ZF9v3/rtt744r7m6ZMmp6MTx/5UJIaGibpq2b12+a8Nw0l7GYMXne8gWZnZyvXL8qjeq2zdroHlWpTMWhfQZPnzdz4OghzhmdnTM4ud90lzlnzZx1wnfj1WlkYjknf+jE4SYdm+XOkUvRVgr4PvIrX6pc84bN1GlyZsshSUSLrq3Tp8uw9e+NsaOxDi3brtu2Yemav18EPpeX4Hbj2tkL52SjzZ8n342bHk8DnibwEvp8/c01j+v7jx5o2fWLvDnzWFhaunu6y2Mrl63Y++ve6jSN6zVeu23dpatXGnVsKumJt493SGjIkN6DZsyfpSSFg73D2KGjh40fMWvh78vXLc+eJbub+1WnjE5FCxaJ3bdFbKkdUnXq20UWIDw8TL3IxdTRU7JnyZbAQxLzFiRmmjht2L5p/vKFjes0mv7Trwo+PkJhAAAAmBIqIwxRuVKa2vh0adIWyl8oxr/sbe3UXiTeWrYQpyrlKndo1V5O+F91v/o8UNPrQUqHVKvmrujavoulpdXl61fdb3kUK1Rs2tipCTdEVb27fDPp+wm5s+e6dedO+ZLlJv8wccJ34/Qn+KZzz0XTF5QuXvrly2iP255FChQZ2X/E5iXr1dxB0W5aMydOH9FvmFPGjNc8r3t63SpaqOiYIaMWTZ9vZWmlTjOi73BpGPsHBPg98vN/FhB7MaRVv3bByga16h8/e3LOkrnnr5yvW73OpiXr2jXTnPM/43o2gZcg0c+cKbOGfzukcIHCTwKePHzkV7Nyjf+N//WvGQt1P/qws7H9+/elA3r2L1m4uN8j30plK8775Y8mdRspSVenWu31f61t17yNvb2D70PfFo2ar5jzt3NGp8Q89s9f5vTv0U/W2LMXzxvWavD374tbNmz+1ke99S1I5DT45AiFAQAAYEpSxD7AfaklZ7kjIyMjIiJevHgREBCQLVs2e/skn4f/SGTxorVkCcPDw3ddOzXt8D8yvkjmPDM7DFfw8U2d/evSNX9LZvHW6gm8v7a92l++5nZowz5nJ2cFH1r/lVPdfTXdi/Qr3aJ6rhLW1tY2NjZWVlaWWmZanzyQDQ0N9ff3l72xJIm2trbqEgpJ0wxkCQEAAFRDhgwpVqxY9+7dFSBBXE0DAIwAlREAAAAwJfQZAQBGgFAYAAAApoTKCAAwAoTCAAAAMCVURuBdfD9ghPwpSBbrFq5R8NkjFAYAAIApoTICAIwAoTAAAABMCZURAGAECIUBAABgSqiMAAAjQCgMAAAAU0JlBAAYAUJhAAAAmBIqIwDACBAKAwAAwJRQGQEARoBQGAAAAKaEyggAMAKEwgAAADAlVEYAgBEgFAYAAIApoTICAIwAoTAAAABMCZURAGAECIUBAABgSqiMAAAjQCgMAAAAU2KWmIk4CDYQU2ZNLVi16O6DexSjEh0dvXnX1p9//0VJFheuXOw5rLeCJErmtwlJRSgMAAAAU5KoMIKDYLwPN/dr30/68Z7vPSVZ9Bze54LbJQVJlMxvE5KKUBgAAACmhD4jAMAIEAoDAADAlNBnBAAYAUJhAAAAmBIqIxLr8Ikjvb/r26h2wxkTftON7PfDwP1HD/Tv9m3/Hv10I+u2axjwLODE9iNWllZy1/WS6x9L592+4xUYHFiqWMlq5at2aNnOwuLVmn8a4F+5abXm9Zt2+qLTrIWzbnl7VShdfuqoyRIA+T16uGT138dOH3sa8LR8qfJfte0Ye6l2H9yzcedmd88boWEhJYuULF+6XIeW7e1sbJXklcBijPv1pzVb1snAviMHClYt2rJRC3l1U2ZNXbZuxda/N+0+uHvNtvU5s+bo/VWvF0Evho4b8XXbzj8O+l43Z3X95M+TTybWjXz0+NHqzWuOnjnmeftWZqdMFcqU79etb7o0abfu2f7dhFePlefKminrvnW7ZOJqLWsVyl9o0+J1+svcqnvbazeuHd18MEP6DAm8CzKlyyWXjTs2n79yITgkpFyJMs0bNKtWsaqS7BJYyUtX/z11zq8dWrUfP2yM/kO27d0x4qeRXdt3+X7ACCXpb5M6k4Rfvkzf/8eBP40Ym8U5y/rtG85edEmbOm25kmUG9xqYOlXqXQd2bfh380W3S84ZnVo3btWl3Ve6ZFPel79WLnG57OJ5+2aenHkK5y8kT1q6WCkF8SAUBgAAgCmhMiKxKpWraGNtfeb8GYlm1BUSGRl55vw5GXC9fF43medtT5/7Pg1rNVCTiPXbNoz+ZZwMOGd0zp091xnXMxJqrN6yds6UWTmz5ZDxKRTNrB77P/l2ZF9pEsvwoyePZP4PHz/sMrCb1907Dg4p8+bMc/T0sd2H9uTJkVt/kbbs3jZy4g+WFpbZs2TL4Oh4+OSRQycOb965ZcWcpalSplaSS8KLUaNS9RRmZqs3rcmbK2+jOg3z5cqrvN6i/lw6b9fB3ZqX/+TxwJ79JYxIzNNJq7jv9/39AwJkzeTPlff6TXfPDTdPnD25bsGq/LnzDejZf8GyhTLZN1/3sre1UxInvndBBibP+nn5un9kQF6dY9p0Ow/ulhZ+03qNfxs3TUlGCa/k5g2b/zp3+o69O0cN+l6m0T1q6+5tctuiQVPlnd6mxL/8E+dOSdJhbm5eOH/Bqzeuy6fg7n2f2lVqTZg+KbNT5myZs7q5X506e5p8KDq27iDTR0RGdB/6jcctD8d0jgXyFrx7/+6V625rt64fP3ysRHUK4kIoDAAAAFNCZURiSTuqSvkq+48euO5xXU6zyxhpPr0IfG5hYeFy6bw0rtRG4Mlzp+W2eiXNqWNpYv08e5qDvcPPoybXq15HxgQGvhj324Qd+3b+9NvEJbMWyZiXimbdSlta5ikJRUqHlIHBQTLmtz+nSxIhJ5PHDR9tbWUdEho6/rcJW3Zt1V+kZWuX29vZ//vPNqcMGeVuwLNno6aOkSVcv2NT9w5dlfcTGhbm5X27YL6Cb50y4cWoXbVWBseM0srNmS17v6591IeoW5QkEYN6DWzTtPWZ82fLliijBhMJkwBo1M9jJIn4um3nEf2GyToPDg2Z9sdvMv85i+d+P/C7gnkLLFn9t0ype67EiO9dOHb6uDTFJQyaNubnwgUKyxjfh34jJozcvvdfeV2N6zRS3tuFKxdLFCn+1rwv4ZWcLk1a2cB2Hdxz4OjBBrXqqw/xe/RQlj9/nvzq5voOb1PiX74kEW2afTHi26GpU6W+7uneqe/X8tiz58/98fPvdarVlgnOXjj3Vf+uq7esUcOIg8cPSxKhK9mQ7eHg8UODRg+duXCWbA+6uiHoIxQGAACAKeFqGklQuWwluT3teka9e/q8ZqBpvSZh4WGXrr66fMOJcyfltmblmnK7cMVfQcFBfb7upSYRQk7mT/lxUrYs2U66nNLNRzVp5PjSxUvny52vVNGST/yfyvln5wxOY4dpkgj5r62NzbjhY1KlTKX/kNveXvLWqBOINKlTD+sz5KcRY9XlfE821tYTZkxZv23DW6d858WoV6Put12+yeCYvkndRmZmidoUz148d+vO7WKFivwwcKSa/tjZ2I7oOyy9Y3r3mzeU96b/LsjdP5bOk1t5F9SmuKKpcHH6aYSm1GX+8kXKh3Dg2MFRP4+Njo5OeLK3ruQWDZvL7Y79O3UP2bxrizTypW2fyDnElviX75g23ZghP0oSIcOSB9WsXF0GWjVpqSYRolzJspKY3Lnrrb5Snwc+inYbU/8rCybpxsSR48cNGxMZFaUgLoTCAAAAMCWJagFyEKxS6x3OXnRR7549f1bygmb1m8jwuYuuciupxCmXU9KalXaX3PW4fVNuG9ZuoD8TaQ3WqappoUmjWjdSUoYiBYro7sqcZZ1Xq1hN11pTtK3uutXq6M+qZuUagUGBrbu3nfv3Aok2IiIjcufI1b5FO2kNKh/C4F4DRv8ybv7yhQlP9s6LUbZEGSWJXLTruU61OvoBmb2t3bEth9RKk/cR410Ql69dlvcrxnLKq8uZLYe7p7u83cp76/5lt71H9g8cPSQ0LKG5vXUl16hUPUP6DIdPHHn+4pk6ZvPOLebm5k3qNk7kHGJL/MsvWbSkLuYQ6dOll9s82d/4VVG6tI7ykEDtj3GqlKsst/OWLRg8Ztjq5AkJAAAQAElEQVTmXVt9/XzlbstGLRrVbqi/zUMfoTAAAABMCX1GJEG2zNnknPmZ8+ciIyOjoqNcLrlKOlCySAlp8smwookkXEJCQ6uWr6JOf9PrpvzLOYNzjPlkds4kt973vHVjMmgbbzoPHmraZhkcHeN8oM6IvkNv3Lzh6XVz1sLfFW3ZRf3qdXt06haja4l3Vr5Uua/bdp4xf9Z1D/exQ0enTZMmzsneeTHSaiObJHni/0RuM6bPoHwEMd6Fu/fvyhsdqUQWrl48zulved1SfwHxPtKkTj3xu7GDxw7v2PeraaOn5H3dWUMMb13JZmZmLRs2X7jirx37dn3Zqr3rJdfb3l4NatV3TJsukXOIIUkvP02qN/ooSZFCk3KmTv3GSDOz/3YjBfLkH/7tkN/mzth1cLf685yiBYu0bfbFF034jUa8CIUBAABgSugzImmqlq+8ZPXfl65dlnO8kjuUKVHG3s6+ZJGS5y64REdHnzh7SqapVkFTQCErLSoqKoHye8kp/hu2MNf/V4pXtzEzIDu7N3pkzOSUaeOSdTsP7D5/5YLPvbtXb1zb+O+mHfv+nTp6spxhVmK5eedWk07NlaTbeWDXpauX967dGeePKZK6GDoW5ubK20RJc1iPtaXmtPkH2R6joiJjjInxLqgvNqVDqmIFCytJUbNVHd9HfkoSXXW/2qpb201L1+fNmSf2fxOzkls2aqENI/6VMGLb3h0yplm9pkmag74kvfx3SBB6dupRp1qdHXt33L7rdfvuHTf3q1euu+3Yt3PuL3PkM6UgFkJhAAAAmBIqI5KmWsWqEkacOX82UttILluitHrrcsnl8jW342dPZEifoVghTam/rLRc2XNK+8r3kW/WTFn1Z3Lf94HyupQ9TukdNWf+Yzdo1Wp2fVaWVi0aNJM/RRt//L5o9ty/F0yeNTXO5qWcA79+7IqSFPOXL5wxf1bnNh0H9xqYQLcOSVqM+JhpT6erfUnqBDwP0L+bNbNmTT568ijGY3cd2BUV/bJm5eqx27Fm2sgjdqCmXjUjAVmcs1homC2embQfgBzatD9J08vm1GVg97Ilykz+YUL2LNnjm+ytK1ne3/KlysncvO/d3X1wj2PadDUqV0vSHPS988tPPPmA6K6JK8v8zfA+svBbdm1TO7lEDITCAAAAMCX0GZE05UqWlebuaZczrpfPO2XIqBbVqz+q37Fvx3WP67Wr1NRNrGYQO/fv0p9DWHjYweMHZaB8ybIJPIvcHjtzPCgkWDcyIjLiwPFDuru3vb2adGre74eBujESfwzqNTBN6tSPnzwODApU3ttFt8u/L5ozdujo0YN/dLB3iHOaxCxGihSJ2n6stZ0FqEmNzmnXs/p3s2bOomiuxXBQf6SsmYkzpoydNt7cXBOuxagosbbSXGPV9+GDKL2eEa97usviKW9Tr3pd/4CAGF2NPnryuEqz6q17tAsJDVXem6yiH6eMaVavyeKZC+NLIhL/XjfXBg2L/vlLohYZ1l3m893epo/38n+Z82uV5jX0r4mbPUu2jq2/VDR9W95TEBdCYQAAAJgSrqaRNNK6q1qhyrmLLpeuXi5fspw6snTxUrKK1mxZp2h+o/Hfuej2Ldsq2usO7Dm0Vx0TFBw0Zuq4Oz7ekl/orlAQm8QctavW8nv08IfJo9SGokQYE/432ee+j26anNlyKNprMRzUSyj2Htkf8OyZnNOOLztIkkkzJ03+YWLCp6kTsxg21jZye8/3QcLXjMiVPZeivZzkoROHZUAmPnLy6Ny/5+lPU6F0hdw5cklK8r95M3ThgqzhJ/5PG9dppPZ9aGtjExIS/PDxQ/W/sgyZnTLL8sxdtkBiCxnjcctj9NSxSiJ0bd9Fbqf8/ou8F+qY4NCQH38eLU9XrGAReSLlvc39e0GF0uV+GfOzLjiILfHvdaPaDWSpNv27RYab12+apDnEfps+3ssvmK/gk6dP5iz+Uxe3BQa+UD8mubPnVBAXQmEAAACYEvqMSLIq5SrtPrhHmrWli5dWx9jb2ZcoUuLClQvSGK5c/r8LJVYqU3Fon8HT580cOHqIc0Zn5wxO7jfd5Xxy1sxZJ3w3PuFn+X7Ad+6eN6R5dvTU0YL5Cnnc9oyMCK9ZuYbaUFe0CdGEkeM69+v67cj+ZYqXsbayDI+IkJTE3Nx83LDRynuTZufEkRPeekWMxCxGJqdMsmau3bjWuFOzogWL/DZuWpyzkgZzh1btV29a0+e7fjmyZpdmqpy0lyhE4gndNNIAnvLDpD4j+y5c8ZekP7J4wSHBV667yeod/u0Q3XwkiWjRtXX6dBm2/r1RlnB43yFDx42Y89cfK9avSJ82vafXzVLFSjWoVV/ex4RfXYkixVo1arlp5+bW3dsUyJNfxnjd9b7vd79Q/kLf9RuufAj1qtcpUaR4wnlf4t9r2RQllNmwY1P+PPn1O9d8t7fp4718CUp27t8lG3OTjs0kXVK0F5fxfeRXvlS55g2bKYgLoTAAAABMCZURSVa9YnV1QO0wQn+4QpkKdja2+hN/07nnoukLJLZ4+TJaAoUiBYqM7D9i85L1agMsAdmzZNvw19r+3b7NkS3nTa+bFUuX/2uGnEIvrz+NtCo3/rW2Ya0GT/wfX3C7FBkR0blNx02L11evVE15b/JCEnmJ0LcuhrSQRw8Z5eCQ0uvuHd059jiNHzZm0vcTqpav/OzFs3w580oiM3bo6BibX8miJdYvWlOrSs3UqVJfvnY5JCTky1bt18xfmfr1BR1G9B0ucY9/QIDfIz//Z5ouJ6R9vnzOUllCCwtLGxubbh26Lpo+P2Xiikd+HjVp3LAxmZ0z3bjtKa/OMV3aQb0Grpiz9EN1sigvJzGfr8S/1+pPh9o3b5vUOcT5Nn2kly8veebE6SP6DXPKmPGa53VPr1tFCxUdM2SUvC9WllYK4kIoDAAAAFOSIvYB7kutqKioyEhpsES8ePEiICAgW7Zs9vaG0sW9LF60lixheHj4rmunph3+R8YXyZxnZocPc74aMFKd+na57nn98Kb9H+SnOp+D/iunuvvekYF+pVtUz1XC2tpaEisrKytLLTOtTx7IhoaG+vv7y97Y3Nzc1tZWXUKh6WLUMJYQAABANWTIkGLFinXv3l0BEkRlBGAiJJ77e+1yl0suTes1JokwPVRGAAAAwJTQZwRgCjr07nTB7aKiuXqIdafWHRWYHEJhAAAAmBIqIwBTULhAIUsLy+qVqv01Y0H+PPkUmBxCYQAAAJgSKiMAUzB26Gj5U2C6CIUBAABgShIVRnAQDACfFqEwAAAATAmVEQBgBAiFAQAAYEqojAAAI0AoDAAA/s/efcA1cf5xHD/ZKE5EUETce+9ZqROtC+vWqq11VG1rh6217t1qnW1ttX+31rr33nvviRMRRRRUFJDp/5ecppFlqAjk/LxfeK/L5bIul3jPN7/nOUBLqIwAADNAKAwAAAAtoTICAMwAoTAAAAC0hMoIADADhMIAAADQEiojAMAMEAoDAABAS6iMAAAzQCgMAAAALaEyAgDMAKEwAAAAtITKCAAwA4TCAAAA0BIqIwDADBAKAwAAQEuojAAAM0AoDAAAAC2xMGUlDoKRwu4HPihas2TLbm0UAHqEwgAAANASKiMAwAwQCgMAAEBLGDMCAMwAoTAAAAC0hMoIADADhMIAAADQEiojYDb87/nPXTr/xNkTt/x8Sxcv7VGtdptmrSwtLeWqx8GP32tRx9bWdv/a3dZW1oabREZFVm9SOzo6au/qnRnSZ5Aloc/CFixbeOj44QveFwq4F6xavlKXth9lypjZcBOvT1o/fBi07H9Lfpk+ac+hPWVKlBnwef88rnkiIiNWb1ojN7x05fKde3dccrjky5Pvqx5fFMpfyHDbZ+HhC1cs2rp7+9UbV0sVLflBvUZ1atWp3qRWvffq/DpmqikvBEgIoTAAAAC0hMoImIdVm9YMnzAi7NmzbFmyuru6Hz99YveBPYtXL/lrwh9O2Z0yZ8r8fg2PTTs37zqwp/57dQ23kotPngY3a9hUTSLOXz7f54cv/QP87e3sihQocuvOreNnji9es3TS8AmVy1VSb6JGb18N+eboqWMyc/jEESfHHP4B93r07+V97YosKeCeP5dzrms+12/cunns9PHl//vHLZebLI+Kiuo3+OtdB3ZbWVmVKFLsqs+1QT8NbXriSJJeiAIkgFAYAAAAWsLZNJCipA0v6YCSRIEPg0ZOHC0zk0f8sn/tnsV/Lty3ZnfbFm0uX708fd6f6jqN6zWS6dZdW41vuHnnZpk2qddYvTh6yk+SRPTu2vPAun1yJ3tX7Rz27ZDHwY/HTP0pJiZGXUeiN//79y5f8544fPyuFdvHDxknycWMBTMliahesequ5dvWL1wjfwfX7atVtWbwk+B1WzeqN/xn9VJJIkoWLbH1n43//Pm33PmI74au27YhqS8EiBehMAAAALTEpDCCg2Aklzt373T98tOgRw+TdKs5/8wNCQ3p3qm7Z52GajRmZ2s7uN/A3LlySwQQ8CBAlrxfo3ZGh0zb9+0Me/ZMvdWz8PAd+3Y5Zs1Wo3J1ubjn4N4TZ05IoPDFp59LvqCu065Fm8Z1PC9dubRl1xbjR+zdtVfjuo1ccjjXqfm+XMzjmqeBR/1h/Ye6OLuoK2TNkqVxXU+ZeRB0X12yYPlCS0vLMT+MyumcU13SpllrCRqS+kKAeBEKAwAAQEuojECKqlW1pkMGh86ff+zn72f6rS5euSTTyuUqGi+0srKqWqFKdHT0pSuX5aK1lfUH9RtJU3/vob3qClv3bAsNC21S/wN1OIaLV/V3Ur5yrDuvXqmaTM97XzReWLnsK4/VtW3nqaMm5XF1Uy8+ffpk76F9x8+clPmIiEiZ+t7xvXHrZn73/IULFDK+YYPa9ZL6QoB4EQoDAABASxgzAilt2LdDOvXt0qZ7+xHfDatbq44pN7l1+5ZMO/XpEu+1N2/7vKfUkpkP6jZavPKfrbu3NfCor7zso9GobiPjO5k8Y6r8xfMQfr7GF7NlyRZnhVvb9u4ICAg4de7UqQtnDMufP9f177jjf1emznEGfXBxcvkPLwSIi1AYAAAAWsLZNPCmvhsxYM2WdUrS9fnhi9E/jPzwA6/XrmlhoSvhqVq+ioVFPLtiRgcHdaZimQq5c+XesX9X2LNnERHhuw7sye+er2yJ0uq16fR3UrxI8SwZM8W9k5w5chpfjHVui407Nn09tL+kcrY2tmVLlmnV9MPC+QvZ29kN/mmYuoK1te4UHq8N7Ux8IUBchMIAAADQEioj8KZ+HjJO/kxfP+jRw1bd2sY8jxn746hqFaqachOJGG76+gz4vH/RQkUTWU1Ss2YNPvh9zp97D+8LfhIcFRXVtEFTw7VuuXLL1Muz+UetOypJIffz07Tx8in4fdw0dQgJ1aqNq43uXNeD49792IM+3A24+x9eCBAXoTAAAAC0hDEjkNKG/Dw0XNB3HwAAEABJREFUS5YsS2YsMjGJEO9X95Dp9v27Yi1v16uTZ/sPTp8/a1jyQf0PFN1YlXu27NadVuODeo0MV9WpobuTnft3xrqTn3/7xaNlvb9X/qMk4OZtH//791xdXI2TCCGRh0yjo3XdNJwcs5cuXvLGrRvXfK4br7N9747/9kKAWAiFAQAAoCWcTQMpateB3QEPAmZPmpkjew7Tb9XyA6/sjtlnzp956txpdYnsk5NnTD117pSlhWWpYiUMaxZwz1+2eOnt+3YcPn6kQukKhiEnRaH8hSRNOHDs0JzFcw0Ldx/YM2/p/MCgwBqVqyX06C5OzjJ9+Pjh/cAHhoUSXqzfpjupZ9izMHVJ59ado6Ojfxw96O69F9UQy9ev/Gf1Uv1suqS+ECAWQmEAAABoCWNGIEXlzuk6a+JMB4eMSbqVvZ3dl5/2HfLz8I59OlcpV0mWBD56ePnqZYcMDpNG/KIOxGDgWddz3LSfZUY99aaxz7r0OnH2xLhfx2/cuSmDfYaIyMhjp4/L8nGDxuRxzZPQo+tO/9G607ylCzr0/qi5Z7PHwY+Onjp+6colST1OXTgjIcWLx32/wc79OyWhqN+2UYkixe7euyexS8G8Ba7evJbezv4/vBDAGKEwAAAAtITKCKSogvkKJjWJULVu2mr+r3Mqlqngc9v3xNmT0VFRbZq1WjVnWaxTaYom9T+Q+MzKyqpJ/caxripVrMTKWcvq164X/OTJyXOn/APu1XuvzqLf57XwbJb4ow/4/LshXw/KmjnzzPl/zV+60MbaaszAkQt+n+eYNduZC2eePA1W9Gfo/GXY+MFf/Vi1QpVrN2+kt7fv2raL3FCuypgx4394IYAxQmEAAABoCZURSIucHLNf2ncu1kJpwM+dOuu1t82ezfHi3gQHX8jpnHPa6MmJ3HzlrKVxF1pYWHRo2U7+Yi3fv3aPYd772pVczi4dP2wvf4aFklzItGDegsa3MvGFAMYIhQEAAKAlVEYAyWP0lLEVPaudOHvSsCTwYdDcJfNtbWxrV6+lAG+GUBgAAABaQmUEkDyaezY9fOJIl88/KVuyjLWVlSR4570vhISGjBowPJdzLgV4M4TCAAAA0BKTwggOgoHXatnYK4djjpUbV12+6u3n7+fq4trQo0EHr7bFChdTgDdGKAwAAAAtoTICSDY1q9SQPwV4CwiFAQAAoCVURgCAGSAUBgAAgJZQGQEAZoBQGAAAAFpCZQQAmAFCYQAAAGgJlREAYAYIhQEAAKAlVEYAgBkgFAYAAICWUBkBAGaAUBgAAABaQmUEAJgBQmEAAABoCZURAGAGCIUBAACgJVRGAIAZIBQGAACAllAZAQBmgFAYAAAAWkJlBACYAUJhAAAAaAmVEQBgBgiFAQAAoCVURgCAGSAUBgAAgJZQGQEAZoBQGAAAAFpCZQQAmAFCYQAAAGgJlREAYAYIhQEAAKAlVEYAgBkgFAYAAICWUBkBAGaAUBgAAABaQmUEAJgBQmEAAABoCZURAGAGCIUBAACgJVRGAIAZIBQGAACAlph9ZYQ8N0NWEhrx7PRtbwUATCbfG+qM+kVn+LpLa997hMIAAADQEnOtjDBuJxjmbzzw+3bJJAUAki6dnpLA10uqozICAAAAWqKFygiO0QG8OUldLfTS5rcKlREAAADQEvMeM0JtMNhb2+TIkPW5nlyMiYmR5eqUw3eooqOjLS0tFcCIceIgGYS9tW26VylpCakrAAAAtMSMKyPU1oI0IWrmK1Mld/GIiIjIyEh1Gq2n8Fsi9EJDQ/39/XPmzGlvb68AL6nfbJZ61npWVlYynzbzCL7NAAAAoCVmXxmh5hHSfpBWhFocIUskiYiJiTHUSuAd9+zZM8kjZD+xsbFRgJdifYGoSYRQO2soaQyVEQAAANASc62MMPxuqTYkDLmDukTmCSNg8PTpU8kjZD+xs7NTgJdifY1IGGFtba3OqwvTVHEE32YAAADQEjOujIgVRigvkwi5aJxEcAQP2SVCQkJkamtrqwB6hhNnqN8bQsIIwzQNDmNJZQQAAAC0xCwrIwwjUxoaEtJ+MJ5XwwiFJAJ6sleEhYVRGYG4DN8bhkjC0FMjrX3v8W0GAAAALTHvyghF3840XJR5Q00EYQQM1DCCMSMQi3FxRKxIwrgyIo2kElRGAAAAQEvMeMwIdaxKRd/UVC8aRotQ1yGJgEp2jIiICPm5mzACccXqr5E2T6Wh8IUGAAAAbTHvs2koRg0JQzWE8TD4HL5D0e8eEkbI1MrKpB0e7wjjuME4kjC+Ku1EElRGAAAAQEvMtTJCeXXkCMMSdYYMAsbUs73K1NLSUgHiiJtKxJ1PdXytAQAAQEvMuzLCOH1Is00IpDpDpx7jqhkgIWk2flUAAAAArTDjyghjHKYjEbJ7xMTEpMFRAADTURkBAAAALTH7MSMA4F1AlAYAAAAt0UhlBABoG6EwAAAAtITKCAAwA4TCAAAA0BI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DADhMIAAADQEiojAMAMEApDAQAA0BA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ERQUNDIkSPDw8MTWmHq1KnxLre1tR08eHC2bNkUIA0jFAYAAICWWJiyEgfBSPskTfD09FSSrmnTpiQRSPsIhQEAAKAlJoURHATDLNStW9fZ2TlJN3F3d/fw8FCANI9QGAAAAFpCZQS0w8rKqn379km6Sbt27SwsTPoUAKmLUBgAAABaQmUENKVw4cIVKlQwceWqVau6u7srgDkgFAYAAICWUBkBrfHy8rK1tX3tag4ODi1btlQAM0EoDAAAAC2hMgJaky1btqZNm752NcksJI9QADNBKAwAAAAtoTICGuTh4ZH4SJbu7u7VqlVTAPNBKAwAAAAtoTICGmRhYZHISJayP7dr104BzAqhMAAAALSEyghoU+HChatWrRrvVR4eHoxbCbNDKAwAAAAtoTICmtWyZcu4I1lmzZrVlBElgLSGUBgAAABaQmUENMvBwSFu7uDl5WVnZ6cA5oZQGAAAAFpCZQS0LFaPjMKFC1esWFEBzBChMAAAALSEyghomYWFRbt27aysrGRepoxbCfNFKAwAAAAtoTICGufu7l6nTh2ZadiwoYuLiwKYJ0JhAAAAaImVKStxEAyz5unpee3aNQkjFMBsEQoDAABAS0wKIzgIhlmzs7P75ptvFMCcEQoDAABAS6iMSBPYwtAS4su3ga0KAAAALaEyIpUZYgjjPIJsAubF+CtC5tUdmO+N5MXXAgAAALSEyojUpG5Yw9T4ovEKQNoUK4MwXqJGEuQRyYiNCQAAAC2hMiLVGKKHJ89Cn4aHynxMTIwhklBIImAOjNMHB9v0Ge3Sp9NTyCOSG18IAAAA0BIqI1KHIYmQAGLO4XXzjmxQADPXtfIHn1ZtZqEnGYQ6JY9ILmxGAAAAaImFKStxEPw2PDeiAOZPkrWoqKhoPeN9mz08WbAZAQAAoCVURqQC444YatcMBTB/kkFIGCH7s5WVlZpgqsURCpIDWxIAAABawpgRqcPwu7GEEdKEUxc2LlXz87rtFMCsTNyyYOuFQ8rLMELRf2Oo1J2cL5BkQWoJAAAALaEyItWoSYQwLLFIp1hZWCqAWbF4mTVIGBEZGanGEOrIEYZ1iCTeHBsQAAAAWsKYEamGMSOgMbInq2NGGPofsW8nIzYmAAAAtMSkMIKD4GRkvDEZMwJaovY5EsZJBLt3ciEUBgAAgJYwZkTqMB7DktYatMHQ88gQRrBvJyM2JgAAALSEMSNSExsWWmKcQbBvJztCYQAAAGgJlRGpxrg4QgE0gRji7WHDAgAAQEuojEhlnGUAWkJZxNvDFwUAAAC0hMoIADADRDwAAADQEiojAMAMEAoDAABAS6iMAAAzQCgMAAAALaEyAgDMAKEwAAAAtITKCAAwA4TCAAAA0BIqIwDADBAKAwAAQEuojAAAM0AoDAAAAC2hMgIAzAChMAAAALSEyggAMAOEwgAAANASKiMAwAwQCgMAAEBLqIwAADNAKAwAAAAtoTICAMwAoTAAAAC0hMoIADADhMIAAADQEiojAMAMEAoDAABAS6iMAAAzQCgMAAAALaEyAgDMAKEwAAAAtITKCAAwA4TCAAAA0BILU1biINjsbNuzo2jNksZ/xWqV8vCq265Xpx/HDl69eW1MTEyS7rB197ZyJ/73/BNZZ+Sk0bLOll1b1YvtenaUi7fv3laS7yHikheyatOasVN/Ut6Mz+1b8ug1m3skss6uA7tlnUHjhigmCwkNkZs0bNdYeQu8Pmktdx706KF68dylc3KxSafmCrSIUBgAAABaQmXEu0ISJf/79+Tv1LlTy9evPH/p/MAvByjm7/zliwNGDaz3Xh0F0DRCYQAAAGgJY0ZoWZXyledOnWW8JDo6etGKxaOnjJ23dEGjup7lSpZV3ppBX/0QEhqaPZuTohVlipeR7ZndMbsCpDhCYQAAAGiJSd00OAjWDEtLy49ad6xWoarM7z6wR3mbShYtKWmIna2tohVZs2SRV1TAPb8CpDhCYQAAAGgJY0a8i4oXKS7TR08eqxebdfEyHnpANWbKOFm4YftG44XRz6NnLZ7T/rOPajb36Df4my27tyXyKLHGjIiMipTbdurTpZJn9QZtG3015Nu1W9fH3bWeK8+XrVvR/dteslrH3l2mzJz6OPhxQg8xdPzw1t3bKi/HyBgw+kfDVXIn7Xp0qN6klodX3W+G9d+6Z7vyxmKNGaE+6KIVi6/5XP9h9KCG7RrXb9to2C8jfW7fSuRO7ty7I09JvaFhof89/59+Hd+2Z/tqTWr2/K733yv/iY6OjnXDsxfPfzdiQJ0PG8gDjZ4yVu5HeR3ZOOooGHOXzP+k36dVP6jxyVfd5c6TOmII0gJCYSAfQzMAABAASURBVAAAAGgJY0a8i85ePCtTd9c8ShL1HdjvovfFfHnyZs+WfdPOzfL3da9+PTp9asptR04cvWTNMocMDm6ubhHh4Rt3bJK/3Qd2Txj6s/Fq/YZ8ffr82WxZsrrmzHX8zHH5O33+zKzJf8V7n7WrvZfOwmLxyn8K5ivYqK5noXwF1eXSaF+zZZ3MFMxbwMraesP2Teu3baxT8/1JIybY2iRzpcZN35u/z/3jyZMnxQoV9bt3R57Mui3rF/0+v3CBQnFXfvjoUfeve/nfv/d93/4dWrZTF67atGb4hBFhz57Jq3Z3dT9++sTuA3sWr17y14Q/nLK/6ORy+MSRXt/1lnVyZM+R3TGbBBnrt26wsLQ05RmOm/rznCXzcufK7erieuTk0QNHD56/fH7UgBEKzAqhMAAAALSEyoh3S0hoyG9z/pAWqZWVlUf12koS3b1356+JMzYuWrdq9rIFv811zJpt4h+Tz1w499obBj4MWrFhVdkSZQ5v2L9y1tL1C9esW7DaPXeedVs3xLq5r9/t38dN27dmtzzE3KmzrK2sDxw75H3tSrx3K/nCh41bykxetzx9uvZqULuezG/YvlGSCIkh1sxdKY8i97Pp7/UlihTfsW/nzIWzlOQ2b+mCOjU89q/ZtfjPhXtX7Wzbos3TkKczF8STnoSEhfb6/rNrPtf7ftL743Zd1IWyZSSmkZnJI37Zv3aP3Im8drmTy1cvT5/3p7pOeET4oJ+GShIx9JvBe1btWDJj8dYlG3M653wQ+OC1T0/WWbt1nbxZ25ZsWv6/JWvnrXJwyLhs3YqrN68pMCuEwgAAANASxozQMvk5PdYJPis0qDLtr1/lqi8+7ZsvT14liXp3/axm5erqfMUyFT7r0ktmFq38+7U39Lt7Jyoqytra2sLixS4nYcHQbweP/XGUs1MO4zW7dfxEIgZ1tSrlK9etpTtNxqVrlxWT/Trrd5nKL/+G2gRJPX4aNEZ2478W/CUNeyVZZXfM/v3n30kLX73YrX1XmV7wvvjiav1nRx5aXv6XP/Y7ff7spx0/kTDCcPM5/8yVhKh7p+6edRqqHzQ7W9vB/QbmzpX7n9VLAx4EyJJd+3f7+vl6vt+gvVdb9Va5nHMN+Pw7xTQSfMibpc7Lm97gvXqvPEOYCUJhAAAAaAmVEe+QrFmyFMpf6P0aHoumzzexb0Us0h42vli31vsyPXvh7GtvWLRQYZccLkdPHWvXq8PC5X9funJJFlavWM2rUYtYYUTlspWNLxbMr+t58eTJE8U0EZER131uSPpQtmSZV+4nX8GSRYs/Cw+/leiADv9BiSLFM9inN1zMkd1ZpvJALy7rPzsxMTE/jP5x35ED5UuX//azr41vflG/KSqXq2i80MrKqmqFKtHR0Zeu6FKYY2eOy9SjhofxOpXKVsydM7diggovkwiVk/5sIBHhyRzK4G0jFAYAAICWMGaElsU9teebsLayzp7tlbNaOjk6WVpa+vi9vnlvY20z+ocR3wzrf/r8WfmTJdKQblK/cde2XbJkzmy8pmO2rK8+qG4XjY6JVkxz5bquQ4erS664V+VycT178fwtP19JZJTkIxvB+KKVfhyH6Ogo44XyoPKX0SHTiTMnTp07bRyUqOFIpz5d4r3zm7d93lNq3b13V3kZIhhzy5XbMD5oInJkj+8ZmrxJkUYQCgMAAEBLTAojOAh+B0W92pxWdKcFtTB0sjCQ3/xjtXUTUqNS9Y0L16/atPrK9as+t29d8D7/x7wZqzatmTlhunE6YGFatU6CTzsqRv+sEtxjrSxN2udNZ2mR6BN+GeR1bt1JsqE+P3wx+OdhK2cttbJ68TTUTVq1fBULi3giv4wODuq9KPFlgunTp1dMeYbpTBrnEmkcoTAAAAC0hMoISHtY11iNFTnFPaHms/DwJ0+D5ed9wxL/+/5yK/fc7oppsmbJYhi4MSQ05Jth3+06sHv63BkTh49XkkleN90pQu4G3I171R1/P0U3xIOjkpL0WzWXc64fvvhePkfv1/DYuX/XX4tm9ercQ70+d67cN319Bnzev2ihogndR3Z9TYR/gH+s5Xfu3VXwziAUBgAAgJYwZgQUO2sbRT/GpGFJZFTksdPH46554Ogh44ubd22Vac0qNZTXWbd1Q91WDY3PMZEhfYYvP+0rM3fu+ilvIF26V3bOzJkyZ8uS1ef2rVPnThsvv3rj6sUrlzNlzFS0YFElxVlbW6mJ3g9ffGdrY/vnvBk3bt1Ur3q/uodMt+/fFesm7Xp18mz/gdqlpXypcjLdunu78QrXfW54X/NW8M4gFAYAAICWcDYNKO7602rMWDAj+ImuGuJBUOCQn4bfux8Qd83x0ycaWtH7Du//c97M9Pbp2zZr/dqHKFOi1J17d+YtW3jLz1ddIgnX6k1rDY/+n9nZ2snUz/9uTEyMuqRDy/YyHTRuyKWrL87Bccvv1g9jfoyKiurYsp2lZWr2WcjjmufTDh+HPXs2+Keh6pKWH3hld8w+c/5MQ3oiW2byjKmnzp2ytLAsVayELKlTw8PZKcfO/bumz52hJoP+Afd+HDckOppxH94hhMIAAADQEsaMgNK9U7c9h/Zs27Nj94G9hQsUuuB9MVvWbB+36zp78Rzj1eQn/fzu+Zp81LxYoaIhoSFqKvF93/6ZM2V+7UO45XL7ple/CdMnNe/iVa5kWVny4GGg97UrObLn+Lxbb+UN5HTOaWdre9H7YuOOTUsWLTFh6M+9Ove4eOXS9r07WnT9sGDeAlbW1pevXpZ9uHrFqj0790z83h4EPihas2Tc5S0aNR/342glOfTo3H3N1vXHTh9fsmZpm2at7e3svvy075Cfh3fs07lKuUqyQuCjh/KEHTI4TBrxizqihMwP+XrQN8P6T5k5df7S+ZJonL98wTmHs7zec5fOK3g3EAoDAABAS6iMgCIt9hX/W/pR6455XN0ePnrUtP4Hc6fOKlygYKzVLCzS/TZ2ao9O3aRhfz8osHTxkpNHTDCMAfFan3bsNnnEL2VLlL1+6+bZSxeyZ3Xs07XXytnLTDw/ZUIypM8w6KsfHRwy3vT1Uas5rKysfh0z5dvPvipepHjgo8CA+/c8qtf+Zdj4/02aKbGFktok0/m+T3+ZGf/7pPuBD2SmddNW83+dU7FMBZ/bvifOnoyOimrTrNWqOcskGDLcqm6tOsv+t0SWZ8jg4B/g37xRswW/znXJ4azgnUEoDAAAAC1JF/cA97ledLS0iaIiIyOfPHny6NEjNze3DBkyKHhj6gaPiYlRt3BERMSfB1ctObNDFjYpXfPLeh0VwKxM2Dxv8/mDMtO8UPV2JevY2tra2UnsY2tjYyPBkKX+LCwKmeabefbs2cOHD+XbWLanvb29bGEbPdnCFnpsXgAAkEZ89dVXpUqV+uSTTxQgUZxNAwDMAJURAAAA0BLG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DADhMIAAADQEiojAMAMEAoDAABAS6iMAAAzQCgMAAAALaEyAgDMAKEwAAAAtITKCAAwA4TCAAAA0BIqI1IfWQ80I91LCpIbXxQAAADQEiojUo3aYDNuue27dvpagJ8CmJW7wfcVvH1EPAAAANASKiNSU6wN+yjkifwpgHmS/dnCwoLiiLeEUBgAAABaQmVEKqPZBs1Qwwg1j1DYt5MbGxMAAABaQmVESpONKeGOcWutTsEK7pmdo/Si9WL0FGKgV8nWePTokWyxLFmyKOZP3u6nT5/K221vb58+fXrFDKm7sRpAWFpa5s3qYmHEeB28Ob4NAAAAoCVURqQaNYmQNlvB7LkljIjQM0QSah7BljcWGBh4Lzidm5tbxowZFU2Qt/jOnTvBwcH2Efaurq42NjaK+YiVRFjpWeqlM6IgmbAxAQAAoCVURqQmQx6htuXUigm5aEgiCCMMJKDx8/OztbV1cnJSNKRgwYIBAQE3btyQSCJfvnw5cuRQzIchcVAzCNmHra2tZWrcWQPJhW8DAAAAaAmVEanD0IpTkwh1C6sX1bKI5y8p0Lt69ao01ytVqiR5hKItbm5ujo6OJ06cOHPmTM6cOUuXLi3teSXNM+5qpO7Gah6hzhvyCMNqCt4M2xAAAABaQmVEqjG04iRxkMab8jKMUJMIdcwIhSRILzIy8ty5cw4ODnny5FG0yM7Ork6dOqdOnTp//vzdu3ffe++9tF8AYvhaUEMHQwahphLGSQSSBV8FAAAA0BIqI1KBOoal8jJ9UBeqNRFqNqFey2Y3OHPmTHBwsIeHhzTaFe2qXr26pC2bNm1atWpVlSpVKlWqlPYb87HqIwxDSNBNI9mxPQEAAKAlVEakmlg/LMfExKghRazeGUQS4eHhBw8edHR0LFSokKJ1+fLl69Kly9q1a3ft2nX9+vVmzZplzpxZSZOMvxaMux0ZaiLoo5G8+CoAAACAllAZkTpineDTMHQl40TEtWfPnqdPn7Zu3dq8Tjbxn8nL/Oijjw4dOrR+/frp06e3atWqePHiSppnnD6o9T4kEcmLLQkAAAAtoTIilRm2raHvBmGEsbCwsF27duXKlato0aLKu6RGjRr58+efP3/+nDlzqlSp4uXlZW1traRhxtED3xhvA98MAAAA0BIqI1KN2mAzDB4RawlUO3fulDyiSZMmhsE13h2urq7ffvvtihUr9u3bd/Xq1a5du+bOnVtJq+IGEEQSyYvtCQAAAC2hMiKVxdq2hr4bEE+fPpUwIn/+/IULF1beSdbW1m3bti1RosTcuXPHjx/fvHnzunXrKmkVu+5bRUwJAAAALaEyIm2hOWds27Zt4eHhXl5e7/hmKVWq1ODBg2fPnr1ixYqLFy926dIlU6ZMCt4xfDkAAABAS0wqfecgGClPLYsoUqRIvnz5lHde5syZv/zyy+bNm3t7e48aNUoiCQXvGEJhAAAAaIlJYQQHwUh5mzdvjoqKatasmQI9yQQbNmz47bff2traTps2bdmyZdHR0QreGYTCAAAA0BIqI5AWPX78ePfu3cWLF6csIhZ3d/dBgwZVqVJlx44dP/30k7+/v4J3A6EwAAAAtITKCKRFW7ZsiYqKat68uYI4bG1tu3Tp0q1bt/v3748bN27fvn0K3gGEwgAAANASKiOQ5jx+/HjPnj0lS5Z0c3NTkIAKFSoMGjTI1dV10aJFf/75Z1hYmAJNIxQGAACAllAZgTRn48aN0dHRTZsqFGybAAAQAElEQVQ2VZAoR0fHb775xtPT88yZM6NGjbp69aoC7SIUBgAAgJZQGYG05eHDh/v37y9TpgxlEaawsLBo1qzZV199FRMTM2nSpHXr1smMAi0iFAYAAICWUBmBtEUti+AkGklSsGDBwYMHly5desOGDb/88ktgYKACzSEUBgAAgJZQGYE0RC2LKFeuXM6cORUkRfr06Xv27Nm+fXtfX9/hw4fv3LlTgbYQCgMAAEBLqIxAGrJu3TrZ2Zo0aaLgP6lVq9bQoUPd3NyWLl06adKkoKAgBVpBKAwAAAAtoTICaYW0nA8ePFihQgXKIt6Eo6Pjt99+27Jlyxs3bowcOXL//v0KNIFQGAAAAFpCZQTSiu3bt8v0gw8+UPBmJD2sV6/ewIEDnZycFi5cOGXKlODgYAVmjlAYAAAAWkJlBNKEZ8+e7du3r3jx4i4uLgqSg2zJ77//vkmTJlevXh02bNi2bduio6MVmC1CYQAAAGgJlRFIE/bv3x8ZGVmnTh0FycfS0rJx48aDBw92c3NbsWLFyJEjL1++rMA8EQoDAABAS6iMQOqLiYnZvn27o6Nj8eLFFSS3HDlyfPXVVz179oyOjp4yZcpvv/0WEBCgwNwQCgMAAEBLqIxA6jt79uyjR4/q16+v4K0pU6bM0KFDmzRp4u3tPXLkyEWLFsk2V2A+CIUBAACgJVamrMRBMN6qHTt22NraVq1aVcHbZGVl1bhx42rVqi1fvnzfvn0HDx6sUaNGo0aNMmfOrCDNIxQGAACAlpgURnAQjLfH19f3ypUr9evXt7GxUfD2Zc2a9dNPP/Xx8Vm3bt2ePXsOHDhQq1YtT0/PjBkzKkjDCIUBAACgJVRGIJUdPnxYdjAPDw8FKcjd3b1Pnz4SSaxfv37nzp379u2rXbt2gwYNHBwcFKRJhMIAAADQEiojkMpOnTpVuHBh+bleQYqTSKJ37963bt2SSGLbtm27d++uUKHCe++9lzdvXgVpDKEwAAAAtITKCKSmO3fuBAUF1a1bV0HqyZMnz2effebv779r167Dhw8fOnRIltSqVatSpUr0nUk7CIUBAACgJVRGIDWdOXNGpqVLl1aQ2lxcXNq1a9eiRYuDBw/u3r174cKFy5YtK1eunEQSRYoUsbAw6cw7eHsIhQEAAKAlVEYgNZ09ezZnzpyOjo4K0gY7O7v39S5evGgolMiYMWNFvXz58ilIJYTCAAAA0BIqI5Bqnj59euPGjQYNGihIe4rpPX78+LjeTj0nJ6dKlSpVrlw5R44cClIWoTAAAAC0hMoIpJrTp0/LtGTJkgrSqsyZM9fRe/jw4ZEjR06cOLFBz9nZWU0rChcubGtrq+DtIxQGAACAllAZgVRz5swZOzu7AgUKKEjzsmbN2lAvMDDw/PnzFy5cOHDgwK5du+SqQoUKFdHjrXyrCIUBAACgJVRGINVcunSpaNGi7F3mxdHR8T296Ojoa9eunddbp2dpaenq6ur+Uq5cuXhzkxGhMAAAALSEygikjocPH0ZGRubOnVuBeZLoobCel5eXvJtXrlzx9fW9efPmoUOH9u7dKytYWVnlzZs3u56Tk5M6dXBwUPCfkOwAAABAS6iMQOq4c+eOTOWHdAXmL2vWrJX11Iu3b9++deuWj4+Pn5/fuXPnnj59aljT1tbW2dk5c+bMWbJkUady20yZMslMhgwZFCSMUBgAAABaQmUEUoc0UxXCCI3KrVe9enX1Ynh4+P379wMDA2X64KWrV6+GhYXFuqGjo6Mhm1CjCnVGFlpbWyvvNkJhAAAAaAmVEUgdd+7csbCwkB/JFWidra2tGk/EWh4VFfXw4cNHjx4FBwfLjExl/vHjx76+vufOnYuIiDBe2d7ePlZCIVOJLdTwQvYlResIhQEAAKAlVEYgdUgYkSdPHgXvMCsrKye9eK8NDQ2VYEKNJ4ynly5dktgiJibGsKakpZJHZNaLFVgIzYxSQSgMAAAALaEyAqlAWpISRlSrVk0BEpBeL2fOnHGvknhU8ojHeoacQgQFBd24ccN4iApFH3kYhxSxAgsbGxvFTBAKAwAAQEuojEAq8Pf3lzwiV65cCpB0Eo+qVQ/xXhsVFRVvScXt27fPnz8fHh5uvLK9vb2hpMI4qlBZWloqaQahMAAAALSEygikAmkcKvrRChUguVlZWTnqxXvts2fPjIspDMNVXLlyRRZGR0cb1pTvPQcHh7jFFGpOkTFjRiVlEQoDAABAS6iMQCpQT6MgP0orQMqys7Nz0Yt7lXzRPX361LiYwjDj4+Pz5MkT45UtLS3j7fehjqlpa2urJDdCYQAAAGgJlRFIBYQRSIPkiy6jnpubW9xro6Oj1WzCcNYPtbbi7t27ly5dinWaUgkjDOcojTtcxX/r/UEoDAAAAC2hMgKpgDACZkcShGx68V4bERGhZhOxBqq4du2aTKOiooxXNu79Ees0pXJVQuEvoTAAAAC0hMoIpIJnz54phBHQEBsbmxx68V779OlTQ6ePWGNqBgcHG6e9au+PuKcptbOzMx7PAgAAADB3VEYgFahhhLSvFOAd4KDn6uoa96qYmBjjfh+G6b1797y9vUNDQ41Xtra2lvsx9P7Ili1bVj2ZkYtWViZ9nwMAAABpAZURSAVhYWGSRFhYWCjAu00+BWqykNAKAQEBkk3cv3/f398/KCgoJCREPj6+vr7nz5+P1fsjQ4YMhn4fklDI1N7eXp1JqGQDAAAASC1URiAVSGsqffr0CoDXUXt/uLm5PXz48MmTJ5aWlhIxSJZnY2MjYYRkE8F6hj4gws/PT5bExMQY34984rK8ZEgr1KkgcQYAAEAKozICb8vatWuvXr0a71XSWIqMjJw0aVK810oDqWvXrgoAI3FDYckXMmXK5OrqamFhEfdbWuIJSf3UTh8SZBimly5dkqnxCBRyW0PXj7jIDQEAAPA2UBmBt6VSpUqbNm1KZOe5cuVKvMt79uypAHhVUkNhteTBxcUl7lXyqXz69OmjOAIDA69duyZXGa9sbW0dbz2FLJEZBqoAAADAf0NlBN4WaQV5eHjs3LkzSbcqXbp0mTJlFACvSsZQWL7SM+q5ubnFvTY6OjpuPYUs8fX1PXv2bHh4uPHKxr0/YsmUKRP/dwAAACAhVEbgLWratOmpU6ekMWPi+vIra5s2bRQAcaRYw97S0tJRL95rnz179ig+/v7+cXt/qNUZseop6P0BAAAAhcoIvFV2dnZeXl6zZs0ycf2GDRtmy5ZNARBHGgmF5UPtohf3KrX3h6GSwuDBgwdXr15NqPdHLGpsQe8PAAAAzaMyAm9XxYoV9+3b5+3t/do1nZ2dJYxQAMQn7YfCht4f8V6r9v6IRWILHx+fM2fOxO39EauSgt4fAAAAGkNlBN66du3ajRkzJioqKvHV2rdvz8+hQELMPRROvPdHWFhYrHoK1d27d4ODg+P2/oi3nkKm9P4AAAAwF1RG4K1zcXGpU6fOli1bElmnQoUKhQsXVgAkQNuhsL1eQr0/njx5YqikMAyrGW/vDxsbm3jrKVTEnQAAAGkHlRFICZ6enkePHk1oJEtbW1svLy8FQMLe2VBY/gPKpJcnT56418bb+0P4+PicPn06IiLCeOUMGTIkdJpSen8AAACkMCojkBLs7OzatGnz559/xntt06ZNGbcSSBxN5Xi9tvdHvKcpvXPnjszExMQY1rSwsJA8IqGSCnt7ewUAAADJisoIpJAyZcoUK1bs4sWLsZY7Ozt7eHgoABJFKPwfqL0/cubMGfcq494fxu7fvx9v74946yno/QEAAPCfURmBlNO6deu4I1m2b99efpNUACSKUDh5Jd77Q76mjCspDG7evCnThHp/xB1Wk94fAAAACaEyAinHxcWlYcOG69evNyypWrUq41YCpiAUTklWVlav7f0R9zSlfn5+wcHBcXt/JHSaUnp/AACAdxmVEUhREkYcOHBAHcnS1ta2ZcuWCgATEAqnHYn3/pA8Iu5pSu/fv3/lypWQkBDjldXeHwmdppTeHwAAQNuojECKksNrw0iWTZs2dXBwUACYgFDYLMh/l5n1Eur9YVxJYRhWM97eH/L1mNBpSjNmzMj/ywAAwNxRGYGUVqZMmdKlS8shOONWAqaj8akBksZm14v32nh7f4h4e38Ycoq4w2rS+wMAAJgFKiOQCtq0aSNhBONWAqYjFNa81/b+iHua0oCAAG9vb1N6fxhYWloqAAAAaQCVEf8dm+U/y6rHBnxzBIXvDt7rd5mh90e81xr3/jB248YNCSzi9v5I6DSl9P4AkJI4DtS253oKNO3NDxuojEiyWJ8rPmZIFeqn0rD78SHVPL5qkJDEe3+EhobGe5pSPz8/WWK8X1laWmbKlClLAqcppfcHgDfEf2TvjnR6CrQu7oc6qe87lRFJo24KwwYh80NqMf6WlxnZD/nS1zbeX/w36fUS7/0RS0BAwOXLlyXFMF7Z1tY2ViUFvT8AmMj4yDnWDDTJwsJCjluMRzuCVhkfoKpNEiUpR61URiSBIYkwUIzyCL5VkQKMAwgD5T99+GFe+IZBsjP0/nB3d497bVRUVNx6CrX3h0wjIyONV1Z7f8R7mlK5iu8l4F1mfJwc67CZ/9q0ShJq+eaPjo5WoGmGZojyaiPF9F9JqYwwleFLU0K+3/9aGBERESvcpSmIt8qwgxk+3p92bpMhQ3o1e1anCrSL9xcpzMrKykkv3mtDQ0PjPU3p7du34/b+UCOPeDuA2NnZKQC0yziDeHb1yPOY6Fg/6cXqdgptyJMuKOtTn9DLBxRojuGI1PD5tcqY3Tpnobi/kppy7EplhEli1UQcOHw87Fm4AqSqjm2a2dnZyg6pnpdEzSOe019DozhQQ5qi9v7IlStX3KsS6v1x7969eHt/xKqkMO4MQu8PQAMMx88B0z9+HsXx8zuhkfy7pARdmqPgHWBbsn7WzpMtXkpSS4TKCFOpX6MxemwQpAXR0dFRUVHqwTrdNDSPdxbmwpTeH3FPU3r9+nUTe3+o6P0BpH3GRcQcPwNaJR9ttUli+Iyb/hMplRFJYMgjDEsa1KmVJXMmBUgp0TExy1dvVOcjIiLUznixxo+gOEKTOIaDNpje+8OYr69vcHBw3N4f8dZT2NvbJ3QaVAApzFAWIUcsusaJojg2+8ahbAMFgPm7v3Rk6MV90jqW3xLkYy7/xavtEdN/IqUyIgnihhF1PWq4u7kqQEoJj4gwhBGSQaq/IqpjRqj7JzGEVvHO4l2QeO+Px3rG9RQJ9f6Qr8RMmTIldO4PTlMKpCRDZbF60cLOwTJTdgWA+UtnbSNT+XRLq0R59ffR5BzA8h0/CDYen9L4yxRIXdF68vOguluqI0eQR2gVoTDecfLNpkYJ8fb+EAEBAWpIERYWps5IVHH//n1vb+9YUYWNjU3cegpV9uy0kYDkYTzgGt2cAQ1TKyMU/S8BKuMuWok3TKiMSIK4lRFAKpKPvdpBy1AWQRKhOgu5cgAAEABJREFUYbyzQOJy6MV7lXxVxnvuDx8fn9OnT0dERBiv7ODgkNC5PzJmzMgnEUgqjp8BbVMrI6Q9Yhw7cjaN5PT8VQqQBhjXPbJbah5vMfCfWVlZZdeL99qwsLB4B6rw8/MLDg42bkHJkZYhp4h3rAoFgBHjw2a1ZcL/ZID2qIPCGJKIJLWXqYxIMrYG0gj1Y09M9o4gFAbeEnu9nDlzxr3KcJrSWGNVBAQEeHt7h4SEGK9sY2OTJWGcphTvLA5UAG2LFUYk6bZURiSN8fgRQOoy7o1pvASaxJsLpDzDaUrjvda494exGzduSGARt/dHvPUU9P7Au4AkAtC2eMsinifXqT35+gDSIH5neKfQVgHSmsR7f4SGhhqf9cO494csef7qaUozZcoUbz2FBBb0/gAApGVxGyOmj2RHZQRgrogh3im83YB5UU9Tmnjvj1gCAgLinqbU1tY27lk/6P0BAEg7/vNPpFRGAIAZIBQGNMPQ+yPe05RGRUXFradQe3/IVD19moHa+yNuPYWEF3IV3xsAgLfNOCtgzAgA0CBCYeAdYWVl5aQX77WhoaHxnqb09u3bcXt/qJFHvB1A7OzsFAAAUhWVEQBgBgiFASgve3/kypUr7lUJ9f64d+9evL0/YlVSGHcGofcHACAFUBkBAGaAUBhA4kzp/RH3NKXXr183sfeHit4fAIDkQmUEAJgBjv4BvAnTe38Y8/X1DQ4Ojtv7I956CpmxtbVVAAAwDZURAGAGCIUBvD2J9/54rGdcT2FK74+4w2rS+wMAYIzKCAAwA4TCAFKFfPmoaULivT9iibf3R8aMGePWU9D7AwDeWVRGAIAZIBQGkAa9tvdHvKcpvXXrVkK9P+I9TSm9PwBAk6iMAAAzQCgMwOyovT9cXV3jXhUTExP33B8SW9y9e/fSpUtxe3/EqqSg9wcAaACVEQBgBgiFAWiJhYWFmibEe21kZGS8A2peu3ZNplFRUcYrZ8yYMd56CpnKVQoAIK2iMgIAzAChMIB3h7W1dSK9P0JCQgyVFMbDapre+0M994eNjY0CAEg9VEYAgBkgFAYAVQY903t/iLt37168eDEsLMx4ZTs7u1iVFIbOIPT+AIAUQGUEAJgBQmEAeK3X9v4wrqQwDK5pYu8P43N/KO8qPz+/eGMgAPgPqIwAADNAKAwAb8ja2jqHXrzXGnp/mHLuj3jrKd6F3h9jx47t0KFD9erVFQB4Y1RGAIAZIBQGgLfqtb0/4p6m9M6dOxcuXEio90fcYTXNvffHihUrIiMj586d6+3t3alTJysrk9oRAJAQKiMAwAwQCgNAakm890dERETcegqJLa5cuSJT494fckTt4OCQ0GlK037vD0lk1JmDBw/evXu3Z8+e2bJlUwDgv6IyIs15/Di4VIXaxkv0VYXZnRyzlShRtFvXTgUL5H3tnWzfuefj7l+2bd1i/NihirZs2Lit1+f9P+nSYdjg/kqKexoS8r9ZC52cHDu0+1ABUhChMACkTTY2Non0/nj69GmsegqVj4/PkydPjI+xrays4oYUajcQmUkLvT8ePHhgmL958+bIkSO7detWsmRJJQ24eOrIjlX/3PA+H3jvrl36DE65XN9r2KJO83YW78ZApM9jYvZuWnX98rmuXw1RNK1/x0Z3b92YvvZAxiypH4QFBdxbMXvahRNHgh89qFirfq9BPylv7MS+7RN/6FOzYfNkube0j8oIMxAZGennd1f+Tp05v2zF2rEjB7Vq2VRBali0eMUvU6YP+uFrBUhZhMIAYI4c9BLq/WHIKYyH1Yy394e9vX1CpymV5RYWFsrbZ6iMUIWGhk6bNq1Ro0bNmjVLmScQr8iI8D/H/HBo+waZt8+QIU/BIoEBd69fOCt/O9Yt+3HynAyZMitad+PSuRljB5atVltBChrfv7vvdW/Z63LmyW9Jr6X/hMqItOv6paNqZ7zo6Gj/e/fvPwhcvGSFNIa/+X5o9uzZPN6rkchty5Up/c/CGU6O2RUAmkAoDAAaIw34rHrxXhsRERH33B8yvXLlSmBgYKyVM2bMmD59+oSiiuQaqCJWGKHauHHj1atXu3fvLg+kpLjo6Kix/T7xPns8R648nT7/vnzNuupyvxtXF/w67uyRfRO+7/Xj1LlW1loeVRSpIizkqSQREnX9tmpvMu5ghUqWGzhlTuZsTsq7gcoIMyD/hbjmcpG/sqVLOOdwmjT1zwE/jty6cXlGhwwJ3SRbtizVqlRSAGgFoTAAvFNsbGyc9eK99unTp7HqKUJDQ2VGcoF4owrjc38YnwpErlJMFqtYw0DykVGjRkkeUbhwYSVlLZ0xWZIIt/yFpf1mXLfvmq/g12N+Hdyj9ZVzJ3etW1bPq4MCJKvwsFCZOubImbxRl+zGxctXVd4ZVEaYmX6f91yxar3Prdvr1m9u37alLBk2cvysuYu2bFiyfuO2RX+vyJc/T5+en8TERBvGjNixa1/XTz9/v3aNuf/71fiujp8849W6S41qlf+e/6e65OjRk/8sX3P85Kmw0LDKlSp4NW8st0rkyajDN4wd+aOE8VN+m2ljbd2qZdMe3T5S9PvMspVrt+/ce+zYqWxZs1atUqFzp7axRrsIDAxatHj5yTPnz569EPbsWa6cLuXKlvqh/xfyX6RhnfDwiHkLl2zctO2y99Xy5co0a9owg336uM/kzt17s+YsPHrs5E3f2+VLl6rzfq0O7VoafgdI6HkG3L//x4y5R4+f9L5yvVDB/CVLFP3Qq2mlCmUTer11PFtevXpDZkaNnSh/P48d2q51C7n47Fm43O2OnXt9ff3y5s1TsXyZzh3bFCyYTwGSD6EwAMBA7f2RO3fueK+NdZpSiSrU5OLmzZtPnjwxXjPegSoMTB+oIjg4eOLEiS1atPD09FRSSkR42NYVi2Sm23cj444gYG1r17Rj9zXz/3wa/Nh4+c41S7avXhxwx9fKxrZo6QpV6zau7NHQcO3RXVumDP6i69dDsru47ly75NLpYw6ZshQvV7ltz28cMmc5uH29RBvXLpzOmt35/aatG7X9WP3fOST4cc8PqlSt08jr474b/5l98dTR0KdPCpcq59W1T97CxW9cOrd24cwLJ4/I9ixb3aP9Z/3tM/w7WKkcM+/ZsOL4vh3eZ09kzCyPVaVh649yuRcwrDDw4xZB9/3/WHdowz+zj+/dfuvqxbyFS1Sq3aC+V4d0+t4xM8cN3L1+hcycOri7U62i1es16T10glw8tGPj7nXLbl33jngWWrBEuRIVqtRv2dHWLn1C23POxBHbVi4aO2e1vMwda5a4uLq36PKZPGG5KjDg7obFs2RrBPj5FixepnyN9+u2aK+Ox/H08aM+zWta29r8uf6wpZW14d6ioyJ7NK4aEx01fe0Bu/S6H1DDn4VuWjLv3LEDN73PywssUaHqB+26xepEExz0YNvqxdcunLl+6VxEeHg2pxwFS5Tt2Od72fiKyaIiI+Rdlpd/0/uivUOG/EVLt/70C7cCRQwrRIY/Wz7r1xP7d9z3v+Ps6lakVIUGrT5yzZuEbT7o0w9vXj4vM7euXpJtLjOzt52aN3WMPG7f4ZNkTzDclTyNX4d+9X6zNt36j1CXXL94VjbmtUvnHgXez1uoWKGS5Rq26uTonEu9Nt4xI0zZaTt/OahExWqr5/1x+czx589jSleu2aTDpy5ueZW0jcoIMyPvRWPPetNnzDl05LgaRqhvztRpM9dt3Coz9x88+PbLz0JCQw03qV2rmmO2bHv3H5b/iSQNNyxfv2GLTJs1ebErDx3x8+x5f8tMXnc3R8ds6zZsWbVmQ4umjaZOGpPIk5Hp/gNH1IcWz8KeyfTJ05Cu3T+XaENWkBZ+SEjonPmLF/y9bNAPX33S5UUyfeDQ0c+++O5h0CNZp3SpYv7+9y9dviJ/Fy5eWrlkrqF/iqyzbftua2vrUiWKnr9weffeA5IaxHoay1euGzhkdFjYs2zZsuZ3z3Pk2Intu/bKw82f/WsOJ6eEnmdkZGTHzr0vX7ma3dGxRLEiN31unzl7YdHiFWNG/NipQ6t4X69EDLt275dwp45HzXJlSpUopov/n4aEtPiwi/fVa7a2NsWLFg4Meigvdv6ipf369vjy8x4KkEwIhQEAJkrkNKUiKChITSjUkgo1p/D19T179mxERITxmupAFYZiisQfVP6fWrlypY+PT5cuXezs7JS378S+ndK+dc1XsGCJMvGuUKNBM/kzXiLNQmkcyoyzq7uVtdWRXZvlr0zV9/qNnmZtY2tY7cyR/dImlANIacH6Xrt877aPtAMr1Kw3b8qoLI5OTi65fa97L/rtZysrmwatOhlu9SjowbBebcNCnspTehYWKo3YK+dO9fhhzK/DvpJrXdzy+V69vGP1P08eP/xy5FT1JrLyuK8/kba3zLvlLxwWGiJtzh1rl3To/V2jtl2Nn/m8yaO2LF+Qzck5u7OrhAIXTx6RNq3aXi1X/f106SwkJXHO7V693gdyP7Jw78aVf475QfICWT9zVsezR/bJn2QWw6YvTnAQDX2bYvmsacf2bJOZq48f2drby4xkJbMmDJMWfnqHjPIQl8+cOHt0/9aViwZOnpMlew6JCcrV8JCbSJ5i3EKWi+FhIdJsVpMISWQmDPjsceB9K2ub3PkL3fPzlVe9ffU//UZNLVauinqT88cPTv7xc9kmMp+nYNGHDwLu3rohfz5XLo78a5mlpUnt1uCHgSP7dpJbyWt3zVvwgb+fvJWnDu4a/sc/+YrqBlt9FhryY7eW8p7KHeYuUOjJwyDdNl/zjyQvH3b7wsRtLlGUf5lKG5fMyZQte91mbWSJhWljRty9dV2eXmREeFanHLnzFbzpfeHKuZM71iweMHF2QruxiTvtnVvXV8z5NezpU7eCRR7435H94cDW9cP/XGycwqRBVEaYn/z53WV62++OelF9c6SZ3f+r3u3aeh04dKxypfI7d+8zrG9paenVvNFfsxdu3LzdcA4IeU/Xb9wq7edGDXWd63bt2S9JhLTzp/wyqmSJYrLkrn/AF98MXLV2Y716tZt90DDeZ6LuGPLQTRs3+L7/F763/dzz6BL63/+cLUlEg/oeo4f/4KwfXPro8VN9v/x+9LjJDep55HbVJX/DRoyXJKJHt4++6NM9UyZdieDVqzfad+55+syF48dPV6lSQZb8s3SVJBGlSxX/64/JLs66WEGepIQmxs8hMDBo8LBxMjN96s+NG9WT/zaePQsfMWbCgkXLpv7616jhPyT0PLfv2CtJRPdPOg0e+I26zrYde3r17f/zpN/atWkR76mzu37ULiIiUsKI6tUqqwUgYtzPUyWJqFe39i/jhqlZz559B7/8etAvU6ZXqlSuelU6yyB5EAoDAJJFNr14rwoLC1PH1FRDCoO7d+/GO2BEXCdOnLh9+3avXr1y5cqlvGWSCMi0cMlyJq5/YOtaadRJi67f6KlqC83f9+aUQV+cPlyuPEUAABAASURBVLRHfk9u9emXhjWl+VrLs0XHvgOkpX3rysWhn7U/f/zQpVPH+o2aVrF2fUV/8o7Rn3feunKhcRhx6dTRvIWL9xn6S848+Z4+fjTqi49uX78y4buezT7q8eEnn1taWYcEP/6qXX35HfvRgwBpxstN5HGlTV62Wm352Tyrk65LjvfZ45MHffn39PEV36vnlPNF5Yvc274tawZNm1+0rO7AUhq0g7q12rd5ddOO3SX4qPhe/WzZnaXxmdMtr6E5vWHxbGtbu18Wbc6Ww1l/Dw+nj/peXunOdUuadOge/wbStykkVmj5Sd86zdpKNFC0TKXgoAezJ+p+0u87bGKVOo3kaCQy/NmcSSN3r1++fPav6q/91es1kVsd2bnJOIw4tF3Xfq5R/8Wg+7MnDZckommnHl5dP7Ox1WUc21YsnDtl9JyJI8bNXauWG8i8JBENW3/04cefp8+YSZb43bw26vOPbl295H32RLGylRUTLP7jF0kiCpeq8MWISbKRn8fEyJb53/ghf479QR5IVlj420+SREhj/rNBPzlk1o3YIpvltxHfrpzzu2zeEhWqmbLN6zZvJ2+ihBFZsmWPFWEkbsuKhZJESBpVyaOBoh9+ddXc6bIbrJzzW//xM+Kub/pOu23lovcat/zoi4Fq3c3McT/KeyR3/vmIyUoaZtLItxwEpynZszvK9NGjV/5L8GxY5/M+3Z2yZ2/exDPugMZNm+hK5jZu3mFYcuDQUYkb6tWprfaJmPrbXzKV7EBNIkROlxxjRwySmd+mz1ISlcMp+8TxI/O4udaoVlmCBonXZ/w1L0vWLBN/Hun88jRXlSqU/bJvj8jIyBl/zVf05wepWqVCi6aNBvT/Qk0iRMGC+Tz0vUICXvZ1nL9omUwnjBumJhHi487t36tZzfjRZ85a8DQkpE/PTz5oXF/dUe3sbEcM+V6ez8LFy+8FBCT0PH18b8tC25fJvdy2ft3aP40eLBshKipaMY2f3915C5c453Ca8stoQ9WJPMP+X/eWmV9//58CJBNCYQDA22Zvb+/i4lK0aNFq1ao1atSoffv2n3322Q8//PDTTz9Nnz7dxDsJCAgYO3bsgQMHlLfsUeB9mWbOZup47Uv/0tUj9Bo0zvBbsYtbXskOZGbtwr+kWWhYU1rCn/QfrnYNyFOoWDn9WSpqNWqhJhFCGsbpHTIG+PlKW9f4IT75ZpgkETIjt5X2vPoQrbt/pfZfyJApczF9y/ae3y1F39zd8M9s+wwZ5DmoSYSQVvSHH/eJiY5et/Av43tu0r6b2ioWOfPkl6hCZq5fPpvQi/W/7ZNOSWdj+6KjjbS6O/b9vuvXQ0pXqqkkqlyN91t+3DeLo1ONBs0kI1j39yxJH5p26l61bmP1SFsyDtk42Zycd61d+vD+PVlSoVZdW/sMx/fvjAh/MaqI3OTkgZ2yGaXNLxdP7t95/cJZef5te36tJhGiXsuOVTwaStxwaKcutoiOiixerkplD88Ofb5XkwjhmrdAmSq1ZObhgwDFBOFhIQe2rrO2sVWTCFkiL+H9Zm1KVKga8Sz8/t3bD/z9dq5ZkjFLNslW1CRCyJNs20NXvSJ5hPIG29wUss/I1OZlA0SeqlfX3h36fu/ZunO865u+08ou16Xfj4YeQBKByfTG5QtK2mZSGMFBcJpiqc8aniuvvClVKlVI5CblypQsUCCv/GIvMbe6ZL2+w4Kh5OHU6XO2tjaVK5U3vlXBAnnz53O/eMk7PDwikTuvUKGMre2/XQqvXLkuWUOZksUzZXQwXu29WroQ4dyFSzK1trYeMfT7qZPGGAoQ/O/d37R5h88tXUAQoX+4wMCg8xcu5c+ft2iRQsb307RJA+OLFy7qQvGqlV95+XK31atVjo6OPn/BO6HnWVv/fH79/a/en3+3fOW6O3d1X6atWjZt2riBxBmKaS5fuSZTyVBiDSb6QSPd/1Xe+muBZEEoDABIRf/884/pK0uckePlL1Jvm4ntlKjIiPt3fB2dcxV6tZIid/5CeQoWlZawtN4NCwuVKGtcAJ8pm+6HwNx5XzkilQZtdHRU6NN/x+CwtUufv3hpw8XMWXUpiTSnjf8Hz6hvAAc/DFJ0P/tfldAhX5FSxkNIiNL65vcN73PGCw2tYlVWfUs7MuFD9LLVa0s0MKBLsxWzf71w4pC8wFzuBep5dZBsRUlUsXKvFCD4XNG1Zku8OqSipaVViQrVZMvf9NZdK1FLtbqNdAHE/t3qCod3bZJ2cvX6TdRxJW5euRj3TkSpyvpXeum8eicffzvsi5GTDd0xggLuHdm5SQ1uoiIiFBNcPX9a3mh5i9UkwuCHyXMm/rPFKWdu32u6poEEHLG2edU6jWV6+8ZV44VJ3eamKFNFl85MGth3zsQRx/ZsDQt5amVt07jtx6UqxxMSJWmnzVe4hERChovZsuvirYiIMCVtY8wI8/M4WPetl+XVnnvZsr5mWJeWzRqPn/T7+o3bOnVoJWHBmnWbM2XKWK+u7vNwy9cvSkfJWzj+ROPqteslihdN6J5jPfSNW7qvjN17D+QpGE/V3NXrNw3zx0+eOXjwiI+v3/GTp9WBIVUxz3UZ820/f0VfzhDrHtReHgY3fXQP16pDNyU+6rXxPk/JOAZ89+W4n6es27hVHUuidKni7dt4tW0dfx+NeF2/ofsKcM3pEmt55syZsmTNEnD/QXDwE0PpB/AmCIUBAKko7kk64pImQ6VKlTw9PV1dXZ/rKW+T/Hov0yePH5qystoKze4ST+eR7C6ut65euufro462oOjrCIxXUIuOM2TOFHehMYdXx2JQV4i1MJ3Rre763pSpJAXqCIix3L11w/hi1ldb1xaWuvuJiUmwmLdT3wG3rly+5+ezYpZuAHsJSuSH/WYf9TQepjFeGV8dKtLfV3esO+rzj+Jd2dAYrtGw2a51y47s2lSljq4cW+2jUbN+M+PVls+aJn+J3Im4cu7kuaMHJIDwPnsy4M6/h/Em7kuPgh7I1FBmEtddX91WjbsbZMiU2T5DhqePH4Y+CTbUZSR1m5uirle7s8f2n9y/c9vKRfIn+0Px8lUkjFBLSGJJ0k6rfhz+fbb65kxMTFo/emTMCPNz/vxlRVe28MrJGiytXnMG6WZNG0kYsXHzdgkjJCmQRnLH9h9aW+tqxiwsdGGTtJlLlyyuJJ2lxSsPbZFO90HN4+aaxy13IrcyjJcp7fYK5UrXrFalXNlSx06cmr9wqbpCunS6vS6dEjsIy5DhlRoE9Yu+etVKcf9LUHTnsnJI6HmK3j26NqznsXrdphvXfa7d8Dl77uKZsxdWr9s8a8ZkhwwJnjbVmC7Ckc+5Es8HRE3wXvu+ACYiFAYApKLEx4yQH3Jq1KjRoEGD7NlN7TTx5vIVKaHomq+nElpBfqufMfbHQqXKvd+kVXS0rg35POG2mYXlv8dsVv/p+M34XBKmSKc/Zs7m5JzDNc9rVzZ+eqaQn9N/mr/24Lb1l88cD7hz+6b3+f1b1hzavqHnoHHV6zVJ5IaxxolU05PCpSqoTfFY0ju8+MmtaJlK8kJOHNgVER4W8Sz89OG9TrncCpZ8cYo6C/0xjPye75Apnl9Ps7vkVGdm/zJ8+ypd68AuffqCxcuWqlS9YMky3mdO7Fy7VDGNtXqWzYSbrtHRUfrrY+K7UvckjQ/dk7rN4xWjf0QD2bzfjJt+/tiBkwd33b110/e69/ljB+WvYeuPPvriRyX2s03CThvvG5T2URlhZiQY2rJ9l8xUq1IxKbdT3PPkrlql4oFDRwMDgzZs2i5LWjR5cdaZ3K655L8Q+ewtmveH8sbc9RlEqZLFp0/7OaF1vK9ckyQia7YsG1b97Zrr37KCg4ePGebV6r67/v6xbnvH767xRYk8rt/wGfLjN8WL/ZehYgvkz/v1F73U+Zs+vl0//fzQ4WMrVq7v3KmNKTfP5677z+OuvouHscePgx8GPZJ8J0P69AqQHAiFAQCp6PHjx/Eut7e3r127dt26dTNlyqSkrDJVatnY2vteu3z94tn8xUrFXeH4vh0Ht6+/euF0/ZYdXXLrBoAPDLgbd7UH/n5KnJ/BU4BLbt1hZL6iJb8a85vyFlhZ29Rq5CV/iv4oYsmfk9YunDFv8qjEw4hYnF3dZPt06TfIvXBi/TuktVijYfO1C2acOrA75Enw85iYWp7NDdeqaYtH41aebbskdA+3r1+RJMI+g8O4uWsM57kUF44fVkymvstxB5iQROaOz/WSFas5u+p3g3ux2xchwY/DQp7a2mcw7umQVBbqD5+vHrDFOrOsqkTF6vKnzp/Yt2PK4C83L51fp1m7WHUraXCnTXaMGWFm/lm2+vr1m845nDwb1FGSqHmThhKwbdm2S/7yuLlWrvzvCBGNGtSRxvPBw0eN17//4EG5ynUbN+8Qpj9hp4nKlCmZK6fzocPHpUFuvHzr9t1lK9f5dsBwmT9y9KRM63rUMk4i5FEOHDyi6FJAXVrp4uyUP39eCQjOnntl5JXN23YaX6xbR9fZbOu23bGeRss2XT3qtzh5+lwCT1MZNXZi+Sr1jh7/N03P6+6mZhCGM5XEFSuYy5NHd9KsXbv3Bz95arx8nf60qTWqmzTqL2AKQmEAQCqKWxmRMWNGLy+vsWPHyjTlkwhFP5Ji/Za6c8b/b8KQ8LCQWNeGPgleMkN3HoE6zdvI/6EOmbPIz/iB9+5cOXfSeDVpA8uv0/JTvPvrBlNIdgWKl87s6HTx1NGQV9urx/Zs7dGo0vRR35t+V8qrBwl3b13/um2D8f17GF2frm2vr/U9ER6p5840UfkauvPuHdu7Ndbywd1b9Wtd9+r504YlNRvq0ocT+3ce3rlJMTqPhlCHfjwa504WTBvbp0WtrcsXKLpzkehaAeWqeRgnERHhYeePH1R09QUmdY5QUw95ix+9mkes//t///t5cOC9uy76FU4f3htrI0hoJdMSFaoob8DaRleX8eCen/HCCycOGealTT2sZ9vezWpERf478ET5mnXUPhr+vjdi3WEa3GmTHWfTMA+y756/cGnC5N9/GDRKLg7+8Rt7+ySfwLmxZz1LS8tJU/8IDn7StImn8dv6qf5ElcNGTvC/d19dEhoW9u33wwKDgsqULp6kx7Kxse7aub3ccPDwnyIiItWFkikMGfFTUNDDGtV0I8G4uOg6NV27diP65TeLzHw/cMQtX92n99mzF9lHu9YtZPrN98PUoRnEwr+XrVy9wfjh2nzY3Cl79t/+nHX85Bl1iWyrnyf+duzEaQtLizKlEux4UrxYkQeBgZOn/hkSGqoukUBhw2ZdzUj+fO4J3crOVjea0e3bL9KKokUK1axe5V7A/X7fDjKEL3v2HZwwSTfidKf2rRQgmRAKAwBSkdo1VeXo6NihQweJITw9Pe3t7ZXU49W1dzYnZx/vi6O+6GLc6rt+4czYrz8JuHMrT6FiDT58cfbN+i07yvSPUQNu6cdTVHSOIzPFAAAQAElEQVRntfD5fWR/+Rm/vlenZKnJTxIraxvP1h9JaDJrwlBD6/TebZ85E0eEPn1SsmJV0+/KxlZ3rH7f3089u4eLm6439+lDe47v3WZY58iuzWEhIVmyO8UauzFx7zdrJU3iNQtmGtrDckCyePovNy6ds7CwLGBUkCK/6uctXPz4vu0XTx6RnMU597+H0275C0t7+/LpYxIKGBae2Ldj87L5Tx4Fla6q+2VRHejB79Y1Q+4gM3+M+iFIf8KO8Gcm/TJqlz5D1bqNIyPCp4/67unLwUQkzpDHcsqZu0jpCm4FixYpU1Ee9NdhXxsyINlQS2bqcqv6Xh2UN5ArT36Zbl3xt4RB+uccuvGfOcf2/PsWSOMrV94CwQ8DJSYzHNfd8bl2+YyuNjyXe/6495mMO62/7035jPi9OkhnqmPMiLQrf9FK8S4fOqi/4SwYSZI1a5b69Wpv0p/g06tZI+OrypUp2frDZkuXr2nUtF2xorqxgm/43PLzu1uieNEfB3ylJFGHti1Xr920as2GM+cu5HLRfbMcP3k6LOxZ29YtvJrrxqqtVaOaPOLJ0+c6de1dtXKFa9dvHjx8TJr05cuWOnHqbGDQi++OT7p02Llr/8HDR99v4FW2dIk7d+/JOk0a1VfHm1RJUPLtV58NGDSqVbtP1K4rcvOLl7wzOmT4fepP8Q4koZJnsnb95u0799Zp4FUgv+4r+9r1G3f9A6pWqdiyRYLVa3nzusl0zvzFEnbIPXT/pNP4ccM6dO65bfvuitXrFy9aWB5djVQ+79O9Vo0k/C8CJI5QGACQ6lxdXSWAqFixYiKHWClJGp+Df10w7utPpW085suu8luxNPYC7/k/1p/1U3KKb8b9bmv3os9sy0/63vS+IC3PgZ94Obu6W1lb+d3UnfhMWqctP+6tpIa6zdrt27zm8M5N1y+dc3TWDZ2gng+iZsPmtTy9TL+f7C65LK2spZ35Vdv6+YuW+mLk5J4Dx4zs22nSwL6SC1jb2EZFRFy9cFqOJbp9O0JJChtb+9bd+82eMGxE7w6FS1eQe5C29B2f67L8qzHT0r26G1Sv32TRb7pu2tXrNY11Px9+3Nf77PG/fx9/YNs6+/QO6vOR5d1/GKN2nShdpZZ74WKSK43+onPx8lX8bl6/eOqIpAYScMi7FvzogWKaLv0G6QZiOH6oT/NabgWL2NjYyeMqurNj/qQ+296Dfx7Rp5PsBr2b1chdoNCTh0Fq3tG0Y494T2lhuhoNm25bvVhSg/4dG0s0E3DntsQirT79ctlfUwzrtOv1zdmj+zYsnnXywE71rLRXzp2Kjor8oH23nHniCSOScafdsmLBlmULqtdr0nvoBCXNYMwIs5HX3a1c2VKtWjZ9kyZusw88JYwoXap44UKxh9L95afhZUuVXLJi1WXva6GhoQUL5u3Qxuvjrh1MHMrRWKZMGVcumTN+4q979x+WPMLG2qZM6ZLt23g1b+qprmBrazNv1m+/TJ6+98Chyb/OsLa2ql610q+TxmbKnLFhk7aGkSNsbKwXzZv+9z8rV6/fdPHC5ZIlivX/pk+RQoWMwwjRvm3LAvny/jLlj5u3fB88CHTL7dqhXcs+vbq55c6VyJOUvXr6tPESK2zctO38pcs2VtZly5bs3euT9m1ayuMmdCvZ+B91bL1o8Ypz5y/WeV/3heWay2XtyoUjRv9y6tRZ7yvXnZwcJdZp18arUoWyCpB8CIUBAKmoYMGCEkOUKlVKSWOccrmNm7t6/9Z1B7auC7jj6+N9Kb1DxvzFSlb28Gz4YSdr23/Ley0trb79+c+1C2ZIezjw3l05FJQGcI0GTavXb5pajZ30GTONmrns7z8mnD2y/8blC9LUzFekRJ3mbWo2aJ6k+5FQputXgxdMG/fA3089q4I0Vkf9b8Wqub/f9L74OOiBtI3rNm9Xz6u9W4EkD7ImN3R1L7BkxiT5Tf7Jo0fZnXO917ilV5fPZMvHWrNG/aYSRkibX7ZqrKvyFy89bu7aOZNG3r5+xe/GtYxZspStVrtppx5FSr84l58kJgMnzZFHOXN0/6q50y0srYqVrdS8S68MGTJKO9z0kSMyZsk2YsaSeZNHXTp9XNKZDJkyla9Zp0Xnzwyjijg65xo3d408k6vnT925eT1TlmyyA9Tzale4VAXlzUjsNWz6orULZp48sOue3y2JVGTTueUvZBxGZMrqOHLm8pVzfr9w4tC1i2ezZXeuVLt+FQ/PSh4N4r3PNLjTJq90cQ9w1TPxREdHR0VFRUZGPnkie90jNze3DBn++3geZk3dIDExMbJNIvV69hscru+A8NOIAe5urgqQUsIjIrr0/EadH/jVp07ZHW1tbe3s7GwkQbG2ttRLp6dAQ549e/bw4UP5Npb3197eXn3HhZWVlYUe7zgAIE2JdfwcERHxaHg1JTrCqc3QjJWbKQBS3D9/THz65FG3/kmrjknEvXn9Q87siHCv+rzJEDs9Wz3duREsLdUD1MSPURkzAgDMAJURAAAA+G+io6NOHdyVN42NecmYEQBgBgiFAQAA8N+sX/Q/azvb9xq3VNISxowAADNAKAwAAID/pn7Ljk06fJryZ41JHJURAGAGCIUBAADw3yTplK4phsoIADADhMIAAADQEiojAMAMEAoDAABAS6iMAAAzQCgMAAAALaEyAgDMAKEwAAAAtITKCAAwA4TCAAAA0BIqIwDADBAKAwAAQEuojAAAM0AoDAAAAC2hMgIAzAChMAAAALSEyggAMAOEwgAAANASKiMAwAwQCgMAAEBLqIwAADNAKAwAAAAtoTICAMwAoTAAAAC0xMKUlTgITkk3fXxHjJ7QqWvvyjUalCz/XqNm7QcPG3fp8hUlBS1euipPwXJ9vxwQ9yrf23eq1vKUazt2+Sw8PEKWeLXuIhdluczff/BA5hs376CuvHbDFrk4fNT4RB5LVpC/oMCH8V77YftP5Npde/arF8f8NEUuLl2xRr0oW0Yubty0Xb3Y4IM2ursKepTQY40c84v6cIa/AsUqv1e3WduOPeSqg4ePGtY8efrcF18NrFS9gVwrM5evXFWXPw0J6dC5V9w/7yvX1Jl7AQGGO5k1d5EsmTz1TwV4Y4TCAACYi4XTxnWqVXT3+uWJrDNn4ghZ59COjUrac3TXFnluM8cNVN7Ys9CQ5f+bun3V34ksQSyzJgyV7X94xyZF60wKIzgITjHLVqxt4tXxr9kLz5y/6OSUPa+7m7Ry5y74R5rZY36aHBMTo6SqO3fvtf+oh0zreNScNWOKra2NYuYiIyMl/ZEYYuasBRJJrN+wVdEnDp/2/Oqmz61hg/p3bN9KIpWJU/6IdcMnT5/sO3A4NDRUvRga9kwuHjx8bPOWXYZ15i9aKkuuXruhAG+MUBgAAJidbav+Xjnn97DQkESW4J3FmBFpyO8z5oz7eUrmzJl+m/pT08YN1IXBwU+m/f7Xn3/N+2Pm3EePg38eM0RJJQH373fo3POWr58kETOnT7S2tlaXDx/yXUhoqFN2R+Xt69Cu5fse1Qvkz6u8gS8/7/HNl58ZL5H0YfCwcctXrhs4bEzdOu85ZMiwevlciVqcsme/eMn7519+LV6ksLqmXLVoni6YkPxCwovhQwaUKV1cLqqlEzWrV9m8dWfnTm1k/tLlK9eu3axVoyofHyQLQmEAAMxFPa/25Wp45MqTXwGQMCoj0gpp5E+Z9qedne2KxbMNSYTIlCnjjwO+knhC2rSLl6w0dFhIYZJEtP+o1/UbPg3qexgnEaJ0qRLVqlSSZ668fXnd3eSxcjg5KclKIoZhg/pnyujwMOjR4aPHZUlu11ySRPT7dlDDJm0LFsj3UYfWptxPY8+6+w4cfvhQ109k67ZdVapUyJ49Gx8fJAtSLQAAzIVzbvfi5atmyZ5DAZAwKiPSiqEjfgoLe/ZF3+6FCsWToUo8ceeO/+hxk379Y5bHezVkScu2Hx87fmrZ4tmVK5Y1XvPj7l9s37n37/l/1qhWWdF1HwibM/fv/QePnr1wqVDBfNWrVvq0a8fMmTMZ1m/UrH1QUND61YvG/jx1x8595cqVGvrjt7EePTAwqFPXPleuXpck4o9p462sXtltvFp3OX7yzP5d691y51LesjE/Tflj5pxffh7eumUzJVnJNilUML+8kIePHhsWduvaoWqVirPmLPqoW581y+dbWlomfiey9VycnTZu3t6h3Ydbtu9q+oHn+QuXFCA5kGoBAJC4gR+3CLrv/8e6Qxv+mX187/ZbVy/mLVyiUu0G9b06pLP49ydY+S91z4YVx/ft8D57ImPmLMXLVWnY+qNc7gXUawd3b3Xj0rkxs1flKVhUXXLtwpmhPdtYWFr+b/Nxa1s7deHONUv+N35I6+79mnfuFfeZLJw2buOSOd0HjK79wYfqkqCAe+v+nnn64N4nj4OKl6/SqE3XeF/C5dPHdqxdKk8sIvxZ0dIVanm2KFvdw3iFqMiI3RtWnD928Kb3RXmxWbPnyOWev91n37rlL2xY5/rFsxsWz7p26dyjwPt5CxUrVLJcw1adHJ3/y4H6rSsX1yyYce74wezOuUpWrN643ceZsr5SDR3+LHTTknnnjh246X1etmGJClU/aNctQ6bM6rVft20QcOeWzCyePkH+uvUfsXbhX7GWvN9MV1Oc+Jui6IfY2LZy0dg5qw9uX79jzRIXV/cWXT6LtXEMAgPuyha4dPpYgJ9vweJlytd4v26L9hYvj+QnfNfz1MHd5WvW+Xrs74abTB3c78iuTdXrNek9dIK6xPe69861S3y8L8qmtra1yZrdubJHQ3lQQ9NY9rdHQQ9+nrdu/d+zzh7bf+/2zbyFS9Zt3rZq3cZPHz9cMnPy+eOHnjwKKly6Qqe+A1zc8hpudf/u7anLd61dOOPM4X13b93MX6zke429anl6KYl67b5xaMfG3euW3bruHfEstGCJciUqVKnfsqOtXXolDeNsGmmCtPYlQZCZXt27JLROpw6tJkz67ciRE76370izv1mThhJGbNq8zTiMePTo8e69B6U9LKGDXDx77kL3z76+c/eevb1d8aKFfW76Hj16cuGi5b9PHSdtbPUm6sfpsy++P3xYVxFw6NCxHE7ZjR9Xfudv37nXpctX4k0iNOPx42DvK9dkJp+7e8D9+5LLVKlcoVTJ4vInm3H+wqUPAgOdc7wm3paN2ayJ5+atO9+rVe30mQvTp40njEByIRQGAMAU8yaP2rJ8QTYn5+zOrtIcvXjyiDTOew36Sb02LOTpuK8/kXxB5qUBHxYasn314h1rl3To/V2jtl1lYZkqtSSMuHD8sCGMuHDioExjoqO9z50sUaGauvDs0QMyLVettilP6eH9eyP6dHjg7yctw1x5858+vO/Ynm3Oru6xVpv9y3B1WEfHHDkzZc56ZPeWwzs3Vfbw/GLkZHWFoHv+Y7/++O4t3XhkOXLlyebkIg17adlePnNM0hNZIsvvEaXoggAAEABJREFU3ro+sm+nyIjwrE45cucreNP7wpVzJ3esWTxg4uyCJcooSXHp9PF9m9daWFi4FSh0+/o1uauD29YPn7Eki+OLImXZUBMGfPY48L6VtU3u/IXu+fnKht2++p9+o6YWK1dFVmjwYadTB3dJVCFBRqGSZfMWLh53iSlvio7+OGj5rGmy6WTm6uNHtvb28T5tCTVmTRgmqU16h4zOud0vnzlx9uj+rSsXDZw8R61V6f79qG87Njqxb8cR2bzve8qSvZtWShIhr+vjb4epd7Ju0czF03+RGWsbW9d8Be/63PC9dln+gh8Fduk3+N8He/5coo2rF07L/mZpZXPx5GH5S5fOYvmsqfdu33IrUPhx0P1TB3bdvHx+0j9bDUlWTHTM6C863/O7VbFWvQLFy8i7/OfoH/x9fSTbSui9eO2+sXfjyj/H/CCBi+z2mbM6nj2yT/52r18xbPpiQzaUBlEZkSbcvHVbpjldcjhkyJDQOhnSp69Yvuz+g0dOnDojYUSTxvVHjP5l/catgwd+Y3iD1q7fEhUV1bJFE3XJsFHjJYn4om/3Pj0/kTxClixYtGzIiJ+GjZqwYfUiC31CLEnTXf+A0LBnv04ZV6lCuXPnL6prqoKDn3T99HNJIlxdc77VJKJslTpK6pGtNHLML0+ehuTPn7d4sUIBAQ9+GDy6SqXyfXt3O3j4+NLla4oUKph4EqEGdjJt5Fnvf3MW/bNsdfmypXK7vvVSEbw7CIUBAHitp48f7duyZtC0+UXL6n6Zk5b5oG6t9m1e3bRjd2lSypLV8/6QRm/ZarXlN/msTs6yxPvs8cmDvvx7+viK79Vzypm7XPX3V82dfuHUEc+2L34jvHDyaDoLi+cxMZfPHFfDCJk/d/xAthwueQoVM+VZLfx1nCQRNRo0+/T7kdK4jQgPmzl2kPzCb7yO/FYvrU1JKD4fPjFvkRKKPnqYOlT3c/2BrWur128qS1bO+12SiCJlKvYeMl4apbJEfnj/dfg3548d3Ld5TcuP+8qSLSsWShLx5ciplTx0/b5lXl6OvOqVc37rP36GkhT3bvvInfT6cZxkKHI/M8f+eGDbupnjfjTcz+xJwyWJaNqph1fXz2xsddHAthUL504ZPWfiiHFz18pG82zTOSoqQhc9VKrepMOnskK+oiVjLTHlTdGtpD8OkiSi5Sd96zRre/74waJlKsV9zsFBD2ZPHCEzfYdNrFKnkbSJIsOfzZk0cvf65ctn/yr3L1dldnTq3O9Haf/PmzK6dJVaIU8ez500UpZ3HzDaPoODuuXVJEK2c2WPhhK1yDt+8sDOiT/02bF6Scc+38uSFw/3MDAqKlI2SJmq78k6f4wesH/LmmlD+8nFwb8uyJglm2RYP33T7fzxQ0f3bFXfREVfTnLX12fwtHnqG+3ZuvPw3h1kI1Sq3UBNZ2IxZd/YsHi2hB2/LNqcLYduAz59/HD6qO9PH9qzc92SJh26K2kVY0akCb63/WSa28018dVy5NDVLPj53ZVpdkdHj9o1JEc4evSkYYUNm3RJYbMmDWW6Y9e+o8dO1axe5dt+vQ35QqcOrZp+0ODCxcsbXp4OU/Vl3x7NPmgoaUj9uv/mu6FhYZ0/6XPy9Dn1QZcsW61owpRpM2Kd4LNqLU+JdWxtbUYP/8Ha2lqSl18njb12/WaHzr1Wrl7frEmj2X9NMfHO9RlEzj9mzGlQz0MBkg+hMAAApmjSvpuaRIicefJLa1Zmrl8+q+ijig3/zLbPkKHP0F/URq8oXKrChx/3kUbjuoV/ycX8xUpJi1Raj2oLKDo66uLJI3InlpZWl08fU28iLefQJ8FlTSuLkObxoR0bM2XL/ul3IySJkCXSbv90wEi79K/Uz6+YPU2mn34/Qm1timzOLj1+GC0zkia8eDluecvXrNNjwGg1iRDS3K1er4nMPAq8ry4J8PPVPYTdi4N/eUSvrr079P1eWrxKEmVxdFKTCPV+ug8YJUukfSshhSw5uX/n9QtnZVO37fm1mkSIei07VvFo6Hfz2qGdpp6y1JQ3xaBcjfclc5GnIcmOcdcbg3V/z5L0oWmn7lXrNlaPnaSJ/kn/4dmcnHetXfrw/j11tVqeXnJXstFWz/tTEoRnoaF1m7eTBEG9NiwspFYjrxZdPpN2vpo7yGOVr1nX0TlXdFTk0+DHxo/YrFMP9YayTpOOL+KVbv1HylsjMxaWluWqvS8z9/Tvi0GDlh0Nb3TOPPlaftxHZrauWKjEx5R9w/+2Tzolnc3Lcx06ZM7ase/3Xb8eUrpSTSUNMymM4CD4bQsN0Z0h0iH9a7r0REZEGl9UQ4eNW17ECn53/A8cOlq8WBH5k4sXL16WafWqFWPdSa0aVWV67vxF44VVK5eP+3Dbduw5cepsg/oeI4Z+LxdHjpko7XPl7Th1eMetqyfj/lWqVE55m2Tfds7hVLJEsdYfNtu5ZaU60Ib4oHH9owe2yBM4sGv9hHFDk1Tj0Khh3fDwiPp1PRQg+RAKAwBgCkMSocqqr8yPDI+Qqd/Nq9K+zVeklPoDuIH8PC7TG966X+Dk4FCaneFhIdcv6vKLK2dPRkVGlChfVUIK77MnJZuQhWeO7pNp+ervKya4cPKIou/9YajSF9LCr1CznvFqNy5fkLwj1q/9udwLZHdxveNzPTIiXC42bvfJ12N/d879on9HWMjTUwd2XTp1VPcCIyLUhWWq6BrGkwb2nTNxxLE9W2UdaU43bvtxqcpJbpSWq+5hPOKAPH91Q3mfOyHTm1d0rQnZMrFuVaqyfmNeOq+YxpQ3xaBYucqJ35vPlQtxn5Vs2BIVqsmh1E3vC4aFn3wzTBKQjUvmSNgkG7lD3+8MV7nmLdBz4NhWn36pXtTd8PL5nWuXRkbqNnJUZMQrT6nsv08pSzbdL8fpHTKq5QmqjFmyyPTJ4yDjW9X+oKXxxcq1dWUs6q4Slyn7RtnqtSPCwwZ0abZi9q8XThyS0ERWqOfVwcTindTCmBFpglrycNPHN/HVrt/UDffi4vyiv4Bn/ToZ0qffsGnbkB+/le9N+W1f3qnmzTzVa2/46Lp+/DzxN/mLe1c3b73yWNmyZYv3EZs0qj910hgrK6vduw9s37X3868Grlo618bGWjFncU/t+R9Uq1JJogrDxaKFCxku/vDdl/Knzk/5ZbQCJAdCYQAATJH11XNYWFjqfnyNiYmW6V3fm4puDIhDnWoVjXtDdSwGUbpyjf2bV58/frBA8dIyVfQNzgf+d66cO3ntwmn50f7skf2WVtYlK1VXTPDg3h1FX2UQa3l2l39/6wq4c+u57inGfFS7eLx34nfzmlrAf8/P5+juLYEB/pKSGDet5ebqTF2vdmeP7T+5f+e2lYvkT36uL16+ioQRhp/9TZfNySXOEl0bOyhAV1/gr6+PWD5rmvzFva16rSlMfFNUGTNnSfze/H11jzvq84/iv9boWWV1cm7b85s5+j4d3foPjzXQozTm5TfJG5fP375xRZ5bWEiI4SrDpn7xlLL8+5QsLHRjZDpkymq8QtwKDlmSI5eb8ZLMjk4Wlpb37/hKay7WIZ+J+0anvgNuXbksu8eKWb8q+rSr4nv1mn3UU4IVJQ1jzIg0oWQJ3b4lYcSzZ+GJnCPzxk3d56dihRcjVsqaHzSqv2T56sNHjletUnHDxq3yTjVv0ki91sIinf6ei2UxOneGgWvOV75crKziqZGRB5o2eax6ColxYwY1bNLu3PmL48ZPGRLndBsA3jZCYQAATGGR8OnP0qXTHfFKizqHa55E7qFcNQ9F1zw+LG05mWbIlNk1X8GiZSutW/TXpVPH3AsWlVSibLXahoEDEqe2pOI2p+yNhopTn5itfYZ8RYonclcHtq37fbjuOFx+J5egpJZnizwFi9rY2c2eMMywjlz1zbjp548dOHlw191bN32ve58/dlD+Grb+6KMvflSSIu6WfP5c1w7P4JBRd63+JeXOX8ghUzwBQXaXnIppTHxTVPLqXnNv+pa/BEZqCBVLev0zNzh1cLc6I7mDceVIZET40F7tbulLPyRFKlq2soure+mqtRb99rPvtcuxn5JVkn+mlV0i3j4mCaxs0r7h6Jzrp/lrD25bf/nM8YA7t296n9+/Zc2h7Rt6DhqnduRJm6iMSBNcnJ1q16q+e++BWfP+7t2ja7zrzF+wNCzsWbkyJfMYDS3RvJmnhBFbtu1ycXE+cersezWr5cr5oijIXb9a6w+bfty5vfKf5HJxNpzM0jlHjgnjhn7So99fsxfWqFGlrkctBUAKIhQGAOANueTWNXfzFS351ZjfElktfcZMhUuVv3T6WOiT4CvnT1V6r74sLFqmovxfLC099TdtEweMUF6W7gcG3Iu1/IH/XcO8U87c0jqVnxIHTZuf0P1ER0ctmDZOZvqNnlZR/5RUu9eviLtyiYrV5U+dP7Fvx5TBX25eOr9Os3ZJ+p08+FFgrCWB9/xlqvYTUbMDj8atDCN9/jcmvikmcnZ1e+Dv16XfIPfCr+mesG/zKgkj5HHDQp5uWb6gkkcDQ4eLXWuXShJRqGS5gZNnG3eukTWV5BATHf3oQYBhgAzxOPC+LMyS3Snu8Z4p+4ZK0rFajbzkT9G335f8OWntwhnzJo9Ky2EEY0akFV9+3kOmEyb+tn3nnrjXHj58fMzPuhO39Oj2ytgz1atWkvRh+869GzZulYtNPmhguKpePd1X5NZtu2Pd1ZifJlet5Tl/4VIlierVqd22dQuZ+fa7YQH37ysAUhChMAAAb6hA8dKZHZ0unjoa8uoYhMf2bO3RqNL0Ud8blpSpWjsqMmLDP7OliVhMPwiFXfoM+YqVvHT6+In9OxX9SIomPmixcrrxC84e2Rce9m+pf3RU5Il9rwwnX6FWXWnrXjhxyHjho8D7PRpXHtClaUR4mP+tm8FBD6S9apxEiNOHdEf7Mfq+A3K0MKxn297NahiPa1C+Zh21j4a/7w0lKc4dO2h8MfxZ6OnDeyWpKVKmglxURwY9undrrFstmDa2T4taW5cvUC/GbUjGWmL6m2KK8jXq6m4b51kN7t6qX+u6V8+fVi9KFjBvyhh5Jt2/G/mJ/nSef47+wfAGXdKPVPpeIy/jJML3urfEHMrLTf2Gju555Rke2rFJeTneR1yv3Tfu3rr+ddsG4/v3MFwrL61tr6/tM2R4+vhRcmUobwNn00grKpYv061rh6ioqI+7fyl5gf+9F639B4GBk6b+0a5zz5DQUFnhg8avfPtYWlo2a+J54+atOfMXW1tbN25Y13BVkUIF69Wtve/A4ZmzFhgWbt+196/ZC+8/CHqvVjUl6YYN7u+eJ3dgUFC/bwazVwApiVAYAIA3JD8de7b+KPRJ8KwJQw3N9Xu3feZMHBH69EnJiv+Oelimqq4KeIu+RV2sXBV1YbEylaW9enjHxjwFixrOZ/Fa2XI4SxYQ/DDwtxH91WZhZET4Xz8PCbr/Sq1Ek/a6E1xKUlMAAA65SURBVDHIMwl6WUMhjf/po76TZ1ugWCkbW/tsOXSdrEOCgw0nzhDS5j+ya7PMSItU0R8t5MpbQB5ryYzJhmP1Oz7XLp/Rta5zuedXl1y/cEZatg/v30v8mfvduKqe4VI8Cw2ZPvK7J4+C6jZvp547wy1/YXldl08fW//3/ww3ObFvx+Zl82W10lVflFHb6E8gcv/ObcM6sZaY/qaY4v1mrRwyZ1mzYOaVcy9Gc5PtIK/ixqVzFhaWsiXVhX/9PFgesWHrj/IUKla8fNUaDZtL0LDwt5/Va9WaBd8b3oa7lRho2pB+6nx4WKjyxlbM/tVwcpZzxw6smD3N0sq6Wace8a782n3DxS2fooul9hzfu81wK9kxwkJCJL2KNTJomsKYEWnIkB+/zZgp4+Spf/4xc6785XV3s7G28b56TdG/BQO/79erezxFUE0/aCArS3jRtHGDTJle6Qf1ZZ8ex06cHjnml3XrN2fIkCEiKvLIEd3gt5PGj5RMQUm6DOnTT/5ldMs2XSXj+POvefE+HwBvA/EfAABvrm6zdvs2rzm8c9P1S+ccnXWBgvxaLm3gmg2b1/L0MqyWt3DxjFmySaNaHTBCXVikdAVpeEdHRyV1MMjOX/448upFaah/1rR6noKF/W5cj4qKLFW55tkj+wzrFCxRpnr9pge2rh3QtWmeArpT4/n73pTcQR5dHetBmpT1vDpsW7loSI/W8qP9k8ePLp06og5eeNP7QvDDFydraNfrm7NH921YPOvkgZ2Z9T1Erpw7FR0V+UH7bjnzvAgj/ho/5NbVS936j3i/WZtEnnbJitU3LpmzY81ilzx5b125LFtJWraerf4dG/LDj/t6nz3+9+/jD2xbZ5/eISoi4uoFXelB9x/GOLu+OOWHi1temW5fvfjy2eO1PFvI04i7xMQ3xRTSMm/dvd/sCcNG9O5QuHQFaUNJNHPH57os/2rMNHWkhv1b1pw6uDubk3ObHl+pt+rU9/uT+3fsWP1PFY+GJSpWr9+yw861y7YsWxDy5El2Z5cbly9cOnXsufI8Z558d2/dePwoSHlj6TNkGtm3k2veAhEREffv6E4s0EM22svzpMTy2n1DXmbPgWPkDicN7FugeGlrG1v1vZDl3b4doaRhVEakIbK7fP1Fr20bl3X9qF2pksUeP3ly7/79sqVLSJt/19ZVCbX8S5UsXqBAXkV3pk/PWFeVKV184+q/PRvWefzk6fGTp+/e8W9Q32PZ4tkfev33jkMVypX+rOfHMjN+4m+xzg8K4O0hFAYA4M2lz5hp1MxlDVp1srK2lkam73XvfEVK9PxxbM+BY2OtWa66h/LqSSKLl6+i/nesXmU6aWSOm7Omeeeezq5u0jAuVr7ywMmzS1SI/Zt/7yHjO/cblN051+0bV65dOJMpq2PLT/oO/+Mfu/Qvhrrs0m9Q5y8HOWTOunbBzO2r/ra0tvn0+1HDZyyRFyXNePmdXNaRW42cubxuC92Ycdcunn14P6BS7fpfjpzavnd/JYnk9Q6cMkea9JKeZMqarcr7nvIqMhudFiR/8dLj5q4tV+P90CdPJD4IvH+3bLXag39b+F7jf89bKZmLR5NWst1uX7/yVN8RI+4S098UU9Rt3m7QtPmFSpa75+ejD2Ki5fn8NG+Nm74Z//Txw3lTdGe76/bdSLXEQ9GdESNb+89022f66O/Dw0IkSRn119LyNeueO3Zg9bw/r5w7UbFW3XFzV9dtrtuq548dUt7YdxNmtOjymRzehT4NrvhePdnOxhstrtfuG0XKVBz1vxVyV4+DAmUFSbtkO4yZvcr0/kSpIl3coOG5XrSEfvIiIiOfPHny+PHj3LlzZzAa8fWdom6QmJgY2SaRej37DQ6PiJSrfhoxwN1oOEngbQuPiOjS8xt1fuBXnzpld7S1tbWzs7OxsbG2trbUS6enQEOePXsWFBT09OlTeX/t7e3Vd1xYWVlZ6PGOAwDSlFjHz/Lz76Ph1ZToCKc2QzNWbqYgtQ3r1a7Bhx3l93YFKWvgxy1uXb00ZflO03v6pFn35vUPObMjwr3q8yZD7PRs9eQAVQ5Z1QPUxI9ROZsGAJgB4gYAAJAsHvj7+Vy5mLdwcQVIVYwZAQBmgFAYAAAki//9PKRei/a53JNwmk/gbaAyAgDMAKEwAABIFn2G/uKQOYsCpDYqIwDADBAKAwCAZEESkYrGzF6l4CU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xMKUlTgIBoDURSgMAACAtOZNsgIqIwBzRUr4TuHtBgAAQJqVTi9JN2HMiDeybef+LJkzKkBKiYqOMcyne0nBO4BQGACgATFhT6IfBygAzN/zyAh1JlaTxPTmCZUR/4Vh+27duVcBUolhP4w7A+3hzQUAmCnjhkrg2onypwDQEAsLi1i/kpr4iyljRiQNmwJph/ohN3z4FWgaoTAAwHxxrAJoldoeiZtHmILKCJOkMyIbunKFMuHh4TF60dHRMjVsIrYV3hL1g61O1Q+8vZ2dpaWlzBivAK3i/QUAmJd0r7Lv/Ftk+LPIyMioqCiZRus911MAmBW1UWypyuioNkn+Qx7BmBFJYNi4H3dsKWFEREREpJ76ZWocSQBvg7r7qZ96az3DJ1/98CvQLr5eAADmyPBjnk3eckpExPOIiJiICMuoqOfy9zKM4P84wIwYPtSSRsiflbW1ld5/aJJQGfF6skFlCxh+l1Y3sWxudbPIvJpEEEbgbTN88iWDsHpJzSOMf3lQoEW8swAAM2I4fjaUcBsOYBR9jafMc/wMmCPjSm3jJkmsVokpd0VlRBIYvkxlQysvMxq5qIYRCj9d4i0z7iukfuYNGSQjR2geXy8AADNl+ClFvajOG5cV838cYEYMYYShZNuQRxh+uTdeMxFURiSB8e/S6hKZV4eNoMYMKcA4jDCkj4YZ49UUaA5vKwDA7BiOW+Qg2XD8bJxEcPwMmB1DjwE1jPh38Ag9KiPeCsNGV79JDd+t8k1q6LLBlyneNuPuGLEGjGDYCG3j6wUAYF6Mezqrv5oYDp7lGIYkAjBrxr+SGnoPMGbEW6F+mSovSyEMkY8spMAMKSnW2CXEEO8O3mIAgDkyrug2hBGGg2eOnwEzZSh/MG6PGJdFmHLsSmVEEqjpg1ppZig5M3yN8mWKlBH3c274tUHh06pdfMMAAMyU4eBELYhQD6EV/msDzJxxf40kZRAGVEaYyrjSzHDRsGXYREgxxjthuleHhyGJ0DDeXACA2TEUFxtqig1LOHgGzF1CLRHTj1qpjEgC4+9T44tAqoj1weRzqm182wAAzJF6fBLrEFrh/zVAE+I2QKiMeIsMG9f4KxVIReyE7wjeaACA+eJ/MUCT3vCjTWXEf8Q2AZCSCIUBAFrCsTQAKiMAwAxw0AYAAAAtoTICAMwAoTAAAAC0hMoIADADhMIAAADQEiojAMAMEAoDAABAS6iMAAAzQCgMAAAALaEyAgDMAKEwAAAAtITKCAAwA4TCAAAA0BIqIwDADBAKAwAAQEuojAAAM0AoDAAAAC2hMgIAzAChMAAAALSEyggAMAOEwgAAANASKiMAwAwQCgMAAEBLqIwAADNAKAwAAAAtoTICAMwAoTAAAAC0hMoIADADhMIAAADQEiojAMAMEAoDAABAS6iMAAAzQCgMAAAALaEyAgDMAKEwAAAAtITKCAAwA4TCAAAA0BIqIwDADBAKAwAAQEuojAAAM0AoDAAAAC2hMgIAzAChMAAAALSEyggAMAPpXlIAAAAA80dlBACYged6CgAAAKAJrwkj1B/iOAIGgNSVzohilBETFgMAAMAcJRZGGB/sBgYGBgcHSyqhZhOGqZJ8Yt3zm0+V5KP556a8HWl2u7HRUvG5KcknLW+r5H2eMTExMrWwsEhnRAEAAADMVoJhhOF4Vz38DQsLe/bsmaFEQi0YfsOj4ZRsEvBYPFZSH1RJbqnyohReVzLdfwo8VtzHVYzK09RvY0tLS/U72XCVAgAAAJih13fTsLOzc3R0DA8Pj9CLjIyM1nv+kgIASG5q0GChZ2VlZa2nhhGGEgkFAAAAME+v6aZh+C1ODoUNP9NJEhGjpwAA3iY1elC/hNUwwjiPUAAAAADzFH8YYdxHw3AcrC6Xi2oYoWYTVEYAwNtg6IuhfgnHzSMYPAIAAADm6zVjRqgHwYaaCPWiWhZBDAEAb5shFFY7a6iRBEkEAAAAzF08YUSsgdPUI2B13jiJIIwAgLctndFAwmpBhHFlhAIAAACYp8QqIxR9d2XDEplXYwh1tAjCCAB42wxfxYZIwlAoYaiMIJUAAACA2UmXUKZgGBIiFpIIAEhJxifyNO6gYcggCCMAAABgdl5/ak/lZccNNYAw1EqQRwDA2xYrcYhbDUESAQAAAHOULpFMwfiqhOYBAG+bceKQ0DwAAABgRtKZkiyQPgBA2kEGAQAAAHNnZcpKHPgCAAAAAIDkYlIYAQAAAAAAkFwIIwAAAAAAQIoijAAAAAAAACmKMAIAAAAAAKQowggAAAAAAJCiCCMAAAAAAECKIowAAAAAAAApijACAAAAAACkKMIIAAAAAACQoggjAAAAAABAiiKMAAAAAAAAKYowAgAAAAAApCjCCAAAAAAAkKIIIwAAAAAAQIoijAAAAAAAACmKMAIAAAAAAKQowggAAAAAAJCiCCMAAAAAAECKIowAAAAAAAApijACAAAAAACkKMIIAAAAAACQoggjAAAAAABAiiKMAAAAAAAAKer/AAAA///tv7F9AAAABklEQVQDAAiNDzbSGUIEAAAAAElFTkSuQmCC"/>
</p:tagLst>
</file>

<file path=ppt/tags/tag5.xml><?xml version="1.0" encoding="utf-8"?>
<p:tagLst xmlns:a="http://schemas.openxmlformats.org/drawingml/2006/main" xmlns:r="http://schemas.openxmlformats.org/officeDocument/2006/relationships" xmlns:p="http://schemas.openxmlformats.org/presentationml/2006/main">
  <p:tag name="MCDIAGRAM" val="mcDiagram:25d9e851-f712-4f1d-accf-4ee7e2a76413:d93b0060-2743-40de-869e-a84dc07553f2:0:1"/>
  <p:tag name="MC:BASE64" val="iVBORw0KGgoAAAANSUhEUgAACYcAAA8ACAIAAAA9NbdRAAAQAElEQVR4nOzdBZwc5f3H8Wdm5dw9dxe5uIckBAIhQHApFCtSoLiWluItbaG4Q3G3IoUiwS1/LHiIEOJy8VzOXVbn/9wtGTazu3OSu9zdzuf9utcy+8wzk2XvVma+83seu6ZpAgAAAAAAAAAAAAB6jF0AAAAAAAAAAAAAQE8ilQQAAAAAAAAAAADQs0glAQAAAAAAAAAAAPQsUkkAAAAAAAAAAAAAPYtUEgAAAAAAAAAAAEDPIpUEAAAAAAAAAAAA0LNIJQEAAAAAAAAAAAD0LFJJAAAAAAAAAAAAAD2LVBIAAAAAAAAAAABAzyKVBAAAAAAAAAAAANCzSCUBAAAAAAAAAAAA9CxSSQAAAAAAAAAAAAA9i1QSAAAAAAAAAAAAQM8ilQQAAAAAAAAAAADQs0glAQAAAAAAAAAAAPQsUkkAANA5mqYJAAAAAACwcxRFEQBgJaSSAACgHcSQAAAAAAB0O8PhNiElgKhHKgkAAMLrbBhJeAkAAAAAQKgOxo36YTXxJIBopXACEQAAGJh8PeCbAwAAAAAA3SVSAEkwCSAqkUoCAIAdhH436EiLeTsAAAAAANbUwdwxbDeySQBRhlQSAAD8yvDFIPiuvmzSBwAAAAAAhGUSQ+rLoTEkwSSAaEIqCQAAfhE2g9SXQ1PJSP0BAAAAAIAubAApQsLISNkkwSSAqGEXAAAApmWRhlvzeBIAAAAAABiEJo5yQR5Nhw0gDe2h3QCgnyKVBAAAESsjS0pKfD6fCAkgA8dOwQuiV7NJ/Viua7ehO+SQr8u6/PxHWkYHBb8YQ5d38hWBLuMV0Vt4RfSu4Oc8tJ1XxK7HK6J3dfvzzytiJ/GK6F3WfEUoOxZH6v/Xdrs9MTEx7MPmzwxAtCKVBAAAv9J2LItsamryer2dPTjc+QPITh19mR/WBi/38duOPyftPj88J519HqLgOeGZ6cJfCM+Jpf5OdvLZ6Noz049ud9lz0sefn175O+njz0kvPjPR/Zx07S+kjz8/Pfp3YpG/lg4+G/30L6TXX0F98NbfJvAIA0L/Nzv+pwIA/cKv784AAMCagr8MaEHDtErr1693u93de1Ddd3TjoWygg2Wfn+h+Trr2dxK8HK1/J73yCurjeuUvJCpfQR38Owltsc57LK8gEe3vsQGR/t8jreVbitWeE76lRMK3lFC98pxY+VtKB58Tm82WlJSkqmpg/3JB2U5sjyoDC/pjEADQz1ErCQAAfqHtGEkGBA60EhMTnU5nFw7AYNCFQ9y+fxv4X+D33kFR83vnt98FUfbb52+gy/jtWxPv/1bG+7+Vhf72g5f57VtB6O/d6/W2tLQElv1+f+CZlJGkXA4sCAJIANGLVBIAAPxK25HYfqiZlJSUkpIiAAAAAADATmhsbHS5XKLtcFtPIuVCII/UwlXGB0JKkmAAUYBUEgAAS9MPeAxHPnoqGXxdJwAAAAAA2El6vujz+QIH3YFIMjieDCCGBBBlSCUBAMAvtAg4CgIAAAAAoLvoR9kylQzOIEVbMKlfIiy255ccmAOIGqSSAABYl3mhJLWSAAAAAAB0Oz1rlKlk8BF3oJEkEkAUI5UEAAC/MMwoGZjfggMhAAAAAAC6kV4HKY+7gxsDd/WLg/XAkqNyAFGDVBIAALQy1E0GD99KrSQAAAAAAN0luFYy0KJsx1wqAKIbqSQAADAKrpjkWAgAAAAAgG4UOMqWt16vV28JDSaDj8cZ1hVAdCCVBAAAvzIUSgrmlQQAAAAAoFsFwkV/Gz2MVFU1+GBc7ykYwRVAFFEFAABAEEMwyZWYAAAAAAB0I/0oOxBMapEFunGtMICoQSoJAABaBQ/Zqh/w6KPHCAAAAAAA0B30o2//dpHySACIMqSSAADgV8FXYlIrCQAAAABAt9PnlQzOIwPLeh+CSQBRiVQSAACrCz3U0S/bFMwrCQAAAABAt9JCZk4JbQnuCQBRg1QSAACEEXwIRK0kAAAAAADdJXCU3e6orUSSAKIPqSQAADA71KFWEgAAAACAbhR28pRI2SQARBO7AAAACGIYKIZaSQAAAAAAupE+r2TYtQSTAKIYqSQAAPhF2CMfaiUBoCdceeWVX375pegmn332WXx8vFz4/vvv//SnPwUap06d+tBDD4n+4IADDmhoaBDdYdSoUc8991xguXufjenTp/v9fn3PosdcfPHFP/74Y2D54YcfnjJliui8XfZod7358+dfdNFF7Xaz2+3xbRISEpKSkgYMGDBhwoSZM2dmZGRE2uSRRx559tlnA8vnnXfe2WefLQAA6Bn65b8m9ZEciQOISqSSAAAgDOaVBAAA/ZfX661rE7i7aNGi999//7777jv11FPPPPNMmVkKAAB6jx5J6i16NkkYCSC6Ma8kAAAwCj4KolYSAABEh5aWlieffPLiiy+ur68XAAD0nnaPsjkMBxCtuDwQAACYoVYSAHpCUVGR+ZilCxYsCO6cmppq0llV+/f1phMnTmxubo60Vj5Rq1atCu5ss9kidS4sLBSwkkmTJoX9+/f7/fXbGf66Fi1adO21195///0CAIBeos8raUgfCSMBRD1SSQAAYIZaSQDoCRdeeKF5h+B5Ac8777z9999fRK977rnHZO3ChQsvuOAC/e5dd92VnJwsdrmzzjqrH30g9q9HuzPuvffewKSqJioqKp544onZs2frLd9///177713xBFHCAAAekPg8l+GbAVgQaSSAADADLWSAABI5557rug/+tej7WmZmZl//etfR40addttt+mNL7/8MqkkAKC3cJQNwLKYVxIAAJihVhIAAESBY4455oADDtDvrl69es2aNQIAgN7AUTYAyyKVBAAAZqiVBAAA0eHUU08Nvrt06VIBAEBv0OeVFABgMYzgCgAAzFArCQBRQL6Tr1y5cv369aWlpbGxsZmZmSNGjCgsLBSd1NDQsGzZspKSksrKypSUlNzc3FGjRmVkZIh+pbuejY7YsGHDqlWrysrK5D+al5c3dOjQwYMHi76qWx5tRUXFunXrVq9ebbPZ5E4mTJiQmpoq+oaRI0eqqqrP2FpTU9ORrTwez5IlSzZu3FhVVZWcnJyTkzN+/Hj59y86w+fzyedEvnaqq6vlv5uQkJCWliZfQaNHj3Y4HB3fT319fXFx8ebNm+WvST4Y+dc7cODAIUOGiE6Sv2L5eDZt2iT343a7s7Oz8/Pzx4wZY7dzmggAdoXgeSUBwFL4ugkAAMxQKwkA/VpLS8tTTz01e/bsuro6w6qxY8eecsopBx54YLs7kZ8F77///iuvvCLDvNC1Mrj67W9/e8IJJ/T9PGNnno3p06fradb3338fvMrr9e69996B5eOOO+6qq66SC5999tkLL7wg0yzDfmQQdeSRR5500klJSUmiq5qamv785z8vXrw4cFfmf//6178OOuigXny0jY2N77777ttvvx06LKrM8K655pphw4YtXLjwggsuCDTKxy+fcLFrySdK5tDy2Qvcbfdc8LZt2x544IEvv/xS5naG/ey5557nnXeeTOXN9yD/iQ8//FD+ycnnVj7zoR3kq0YGt8ccc4z89Zl842poaHj99dc//vjjsKPOJiYmzpgxQz4emSyK9sj/qccff/zzzz+XvzLDKqfTKf825H6KiooEAKAncZQNwLJIJQEAgBmu3wSA/mvjxo2XXHKJDCHCrl26dOm11147f/78K6+8UlUjzu5RWVl5+eWXL1++PFKH9evX33fffTIyuemmm9oNaXpRtzwbHeHxeO6888633nor7Fr5AJ588kkZ4Ml8NDMzU3SeDKjk/8iyZcsCdx0Ox+23364Hjb3yaH/++Wf5R1JbWxtp7Zlnnnndddf1elltSUmJHklK5iWGMrf7+9//Lp+f0FU+n+/rr7+Wca/MdI8++uhIe6iqqrr00kvDZvk6GVUuaCOf5DvuuEOGpqF9ZBIpQ9yKiopIO5F/EjL7nDNnzhVXXCEDThHZ//73P/lqDZuPSjJ8lfm0/B+XgfHFF18sw1cBAOgZXP4LwLKYVxIAAJjhYAkA+imZYchcIVIIp3vjjTdk7BRp7ebNm8866yxDJGm322X6aMioNm3adPbZZ8+dO1f0Sd3ybHSE3++X6WakkE8nH8lf//pX0Xkyf7rwwgv1SFKGWPfff3+XI8luebQyxJIPyRBJZmVljRgxQs93Zdwl/6FXX31V9KrVq1cH3x02bFiknj/++KN8wGEjSZ3M9m655ZZ58+aFXVtTUyOfFkMkmZqaOnz48LFjx+bk5Bhqi2XGKfcWup/6+npDJCnDwsAosoMGDYqJiQl+PLfddtv7778vInjiiSfuuusuQySZnZ0tX87BD0Z+93vxxRdl8m2oEAUAdCPmlQRgWdRKAgAAM9RKAkA/tX79+sDC4MGDDznkkKlTpxYVFfl8vpKSkk8++USmDvrb+1NPPXXkkUcOGDDAsAeZSVx99dXBSd5hhx120kknyVglUEQlg6ivvvrqjjvuaGlpEW2hyD//+c/nn3++h+Zo3Bk7/2x00LvvvqtHWQcccIDMC2Xkk5ubK/OwTz/9VOZ/gedKWrx48YcffnjooYd2fOfyCf/jH/+4atWqwN3ExMQHHnhgzJgxoqt2/tHKtOz6668PTu/kIzziiCPS09NF25/Qzz//fMMNNwT+iuQ+Re+RD+bpp5/W78pA12S80wULFgQWpkyZIv9g5JMsI0D5/G/duvXZZ5/95ptv9J4ySnzzzTdD9yDTYv2vTv5bJ5988vHHHx+c5cvXy3vvvSeTwvLy8kDLRx99dNppp8nXV/B+Hn/8cT2STElJOffcc4866ig9jJS5snxWH3roIfnAAi333XffzJkz5d+G4fHIX19w4p6RkSFzevkbD8z6KV8La9aseeyxx77++utAh/nz58tdBQb4BQB0O+aVBGBZpJIAAMAMtZIA0K/JAEPmCg6HQ2+RwYZMnmTW8pe//EVv/Pbbb4877jjDtjKT0Cexi4uLu+eeeyZPnhzcQe5K5k8ysLn88su3bNki2uY7vOmmm2S2IfqknXk2OiiQzw0ZMuS2226TCajePqnN0UcffcEFF+izWsoUquOpZHV19UUXXVRcXBy4m5aWJrOooUOHip2w849WxqLNzc2BZZm93XrrrXvttZe+1ul0yudWBtXXXHONnvP1is2bN8u/5+Cq3xNPPLHdreRfS/BfQlabe++9V/5fv/DCC4FGGQeuW7fOMBjsihUrZOIYWLbb7fLpnT59umHnsl0+wzNmzJCPpL6+PtAot7r00kv1PjK51CtZZX/5T48dOzZ4J6qqHnjggaNHjz7jjDMCvykZnc6ZM+e3v/1tcDf58pS/Gv3uYYcdJn8jwaPF2my2kSNH3n333TIllcF8oPH111+fNWuWjPAFAKC7cZQNwLIYwRUAAJjh+k0A6L9kziSzh+AQTiejIxmH6HdDp76rqqqaPXu2fvef//ynIZLUyTzmwQcf1P+VRYsWuNeBpgAAEABJREFU/fjjj6Lv2Zlno7P+/ve/B4d8OhkiypxPv7tkyRLRMTKSPP/88/VIMjMz88knn9zJSFLX5Ue7YcOGDz/8UL8rk93gSFIno1+ZCHZtEs0uk3ne+vXr586d+/LLL1922WUyXAweXlj+/5577rnmezj22GMjhdPnnHOOTIX1u6F/MHokKcmAMDSS1GVkZJx88sn6Xb3kMaC0tNTlcgWWJ06caIgkdfn5+aeeeqp+N3RQ2RdffFEvey0qKrr22mvDTmApv/Wdd9558n9cb9nJAY0BAJFwlA3AsqiVBAAAZqiVBID+SwYMgaFWwzrooIO++uqrwLIMvQxrZZbj8/kCy7PaiMgGDBhwyimnPPfcc4G777//fh+sr9qZZ6NTjjrqqHHjxkVau8cee+jLdXV1brfb6XQKUxUVFRdddJGMAAN35bP98MMP5+Xlie6wM4/2s88+05cHDhz4m9/8JtJ+YmJi5PMfdt7EnbT//vuLzvvHP/4RNp8OJh9wpFVxcXEzZ87UqxhlhG/oICPYfffdt6SkZMuWLcccc4wwVVBQoC83NDQErwr+i5X/it/v16fqNDj88MNl0Cj/NuQfRvAORdsMl++8845+96abbjL/f5f/4/IlHEgxFy5cKP8XTIa6BQB0DfNKArAsaiUBAIAZaiUBoJ+S6cXee+9t0iE41qqsrDSsDZ4CMLiOMBKZwejL3333nehjdvLZ6JRDDjnEZK1MjIJPQTY1NQlTpaWlMiXSI8khQ4Y8+eST3RVJip17tMHVhxdeeKFJ6CvJzLK7ijt3Rnx8/D333GMSxAbIDsHVkKHM/2D+8Ic/3HHHHf/5z3/k62jYsGHCVFZWlr6sXwoQkJubq88QuW7duksvvTR4nlfDTk488cR99tlH/nOGOsivv/5axsmBZZkvtvtbkP/jU6ZM0e/2zdJnAOjvAkfZHGsDsCBSSQAAYIZaSQDop2T8EHaQRl1OTo6+bCj2amlp2bx5s343uGAuktGjR8fExASWZUizceNG0ZfszLPRWRkZGeYdUlJS9OXAzI6RyAhKpn2BOTtF26VCDz74YLv775QuP1r5DSF4TNd2axZlMCwzM9F7srOzTzvttBdeeME8nw5oN7qTe9OXu1xcK5/DlStXBoe7Xq/X0OfAAw/Ul7///vujjz7697///f33379o0aIOnstetWqVvjxp0qSObDJ+/Hh9ef78+QIA0N04ygZgWYzgCgAAzFArCQD9lF5iFYnd/uvxoCELWb9+ffDdI444QnTSpk2bBg4cKPqMnXk2Ois9Pd28Q/D4mYbaOIPbbrtNr3ITbSHWSy+99Kc//Ul0ny4/2uDsNjk5uSNnV4MDzu4iY7awg5rKx5Oamir/Rfk/WFRUNHLkSMO4pua6/Q9G/u5KS0tlzLx169bAgrxdunRpXV2d+YannHLKxx9/HFyluqbNiy++KJ/26dOnT506debMmfJ/NtIegueqfK+N6IzgCxQAAN2Fy38BWBapJAAAMMPBEgD0U/Hx8aKr2k1K2hWcpfUFO/NsdFY3Zm+hT6PMomQE1cGKt47o8qOtqKjQl00isWAd7NYp9957b0/8crtrn2vXrn3nnXfmz59fXFzctbR70KBB99xzz0033RSaDsrX6Udtbr755v322+/YY48NW9a8ky/nvvZaBoDowLySACyLEVwBAIAZaiUBoJ/amfNc9fX1YufsZLlht9tlZ/3C1u3tpElt9Ls33nijy+US3WFnHm1DQ4O+bF7xqYuLixP9RLf8wbz00kunnXbayy+/vGrVqkiviMGDB7c7b+tuu+326quv3nLLLQcddFCkuPTzzz//05/+9Ic//CF0GsidfDn3tdcyAEQH5pUEYFnUSgIAADPUSgKABQVPwZidnX399deLThoyZIhAd5g8efK9995bVlZ26qmnBsLIzZs333fffVdffbXoVcEzcW7btq0jXxhkN2EN8tm46aab3n333dBVMpodPXr0iDYybhwwYMD8+fO/+uor8x3abLYD2siM8Jtvvvm///u/uXPnNjY2GrqtWLHikksuueuuu4Lnzgx+OZ955pm777676Ax9vlgAQDfiKBuAZZFKAgAAM9RKAoAFJSUl6cvl5eUTJ04MnkUPu8y0adPuvvtup9M5cODA884774EHHgi0v/HGGwceeOCUKVNE7ykoKFBV1e/3i7ZaSfl3IgNs801KSkqENTz//PPBkWRubq78ZY0cOXLSpEkyjDSciQ6uOm2XfCXObOPxeL799tvvvvvu66+/Do575W/kX//619tvv62HkcFzZMq1vftnAwAI4PJfAJbFCK4AAMAMB0sAYEHBlY7yg2D58uUCveGMM86QkWRg+fe///3YsWP1Vf/85z87lWb1BJmV6ssdqYO0SK1kXV3dk08+qd899NBDX3vtNfn7OvHEE2UwGfq1qra2Vl/u+KVgDodDZpNXXXXVW2+99dxzzx1wwAHBO/zwww/1u4WFhfryypUrBQCgD2BeSQCWRSoJAADMUCsJABaUlJQUnGSsWrWq3U28Xu+LL774ySefLFmypKKiQqC7yU/k66+/Xi9alU/ynXfeKXpVcCrZ7hik9fX18+fPFxbw6aefut3uwHJiYuJf//pXmSCa9C8uLtaXA7Wnuubm5tWrV3/xxRevvPJKZWVlpD2MGjXqxhtvHDdunN4it9KXg9s7eIXBvHnzZs+e/f33369fv97j8QgAQHdjXkkAlsUgPAAAwAy1kgBgTWPGjNm0aVNg+bXXXvvtb39rs9lM+r/11lv3339/YDk+Pv7dd99NSEgQ6FaBcVwffvjhwN0PP/zwkEMO2WuvvUQvOfjgg7/88svA8quvvnrqqacmJydH6vzSSy/1enHnrrFhwwZ9efLkycHTOob17bff6suGVPK6666TkWRgWUabxx57bKSdyJen/EtYsmRJ4G7wUx2cStbW1s6ZM+fAAw8UkXm93ptuukkvbD3nnHPOPfdcAQDoVhxlA7AsaiUBAIAZaiUBwJoOO+wwfbm4uPj555836SxjjOAORx11FJFkD5HJ34gRI/S7//rXv4LH/9zFDjrooIkTJwaWm5ubn3vuuUg9KyoqXn75ZWENcXFx+nJVVZV5Z/m0rF+/Xr/r8/mC186aNUtfnjt3rvmu1q1bpy/n5+fry4WFhcHB5N13311fX2+yn7fffluPJO12++9+9zsBAOhuHGUDsCxSSQAAYIZaSQCwpunTp0+YMEG/+9RTT82ePTtsz4aGhiuuuCJ4ysCTTz5ZoGfYbLbrr79er1utqam56aabRO+57LLL9OUXXnjhhhtuaGlpMfT54YcfZJgqY0thDSNHjtSXV6xYsXTp0kg958yZ8+CDDwa3GJ6lfffdV59Y9JtvvnnzzTcj7Ur+Q3pVpWir0Qxee9555+nLMii96qqrSktLw+7n888/14uepcMPPzwlJUUAALob80oCsCxSSQAAYIZaSQCwrL/+9a/64JMej+fWW2/9y1/+smTJEq/XG2hcs2bNo48+etxxxwUPQSljqtzcXIEeM3To0LPPPlu/++WXX7733nuil4waNeqEE07Q78pHcuKJJ95+++1vvPGGDMmeeOKJP//5z5dcckl1dbWwjOBUUr5YLr300ldffdUwO+PWrVvvuuuua6+9Vn81BdTV1QXfjYuLO+ecc/S7t912mwwUg2srJRkDy/1ffvnl+mSWEyZMmDp1anCfPfbYQ+aL+t0FCxaccsops2fPLisr03ci88g//vGPV199tZ6MFhQUXHTRRQIA0AOYVxKAZTGvJAAAMEOtJABYVlFR0Y033iiDEz3t+KaNqqrDhg2TeUZNTY1hE5mWyVBKoIedccYZMkNatWpV4O7dd989bdq0rKws0RtkDi1Dxzlz5gTubtu2TUaSod2mT58uM7ZPP/00cDcmJkZEKZnKH3PMMXpdowwa5S/ooYcemjhxogws5QtHRpKLFy8OrHU6nTK2lAFh4LdZX19fWVmZkZGh7+3000//8ccff/jhh8DdL9okJydnZ2fHxsaWlpbK/sGzUaampv7zn/8MfVTXXHON7Dx//vzA3YaGhltvvVUuJCUlyfRxxYoVhjPjmZmZ8jGnpaUJAEAP4CgbgGVRKwkAAMxQKwkAVjZz5sxnnnlmyJAhwY0yApEJiiGSlCGTjCSDB4pEzzGM49rY2Bg2iNo1ZEp90003/e1vfwvO0oLJ7xLnn3/+fffdZ7f/emF0YmKiiF5XXnnl3nvvHdzS0tLy/fffP//88x9++KEeSU6ZMuW///3vcccdN3r0aL2nzCCDN5TP3g033CCDw+BGmXSuWbNmyZIl5eXlwZGkTD0ffvjhwsLC0IckX6EPPvjgmWeeqf/ZBMgcdPny5YYve6NGjZKdKXoGgJ7DUTYAy6JWEgAAmKFWEgAsbtiwYS+99NIHH3wgAxXD0JEBTqfzmGOO+cMf/hAplEJPGDp06BlnnPHUU08F7i5YsOD111+X+ZboDfKrwtFHH33YYYd9+umnn3zyyYYNG8rKyvLy8ia3kdlbenq67Obz+fRNkpOTRfSSyd8999zz3nvvyWyvqqoqtIN8WcmA8MADDwzc3W+//d56663AsswpDznkkODOaWlpr7zyyhtvvPHcc89VVFSE7k3GvbvvvvtvfvObWbNmmXxtk/nxBRdcILs98cQTc+bMMQwqGyDzyLPPPnvmzJkCANCTmFcSgGVR/QAAgHXpU1kE+P1+eesLErgAXzbKE4spKSkCAGBtK1eu/OabbwJhRmpqakFBwYABA+RtcA0cEMlFF12kjyD6+OOPT5w4UUS7hoaGRYsW1dbW1tXVNTU1ZWZmyu9Uo0ePTkpKEp0nX3o//fSTjDkb2sivajLuzc7OHj9+fGdrT+WD+fzzzzdv3iyXHQ6HfFSBl3MgPwYA9KjGxkb50SAjSfnGXl9fL79Hybdi+45s26ltlO0EWSaAfo5DRwAAYIZaSQCAbmQbAXRJaWmpvty1WK7fkWHhjBkzRDeR56ynTp0qukN8fPzhhx8uAAC9hKNsAJZFKgkAAMwwryQAAAhr9uzZzzzzzIABA/Ly8o488sjJkyebdN7cJrAcGxsbdu5DAAAsgst/AVgWqSQAADDDwRIAAAirqKhoWxu5XF9fb55KvvDCC/rynnvu6XA4BAAAVsVYrAAsSxUAAACRUSsJAADCGjp0qL48t02kni+99NKbb76p3505c6YAAMDCAkfZHGsDsCBSSQAAYIZaSQAAEFZCQsKJJ54YWJZfGK688sqrrrrq+++/b2lpCTRWVla+995755577r///W99q0mTJh122GECAAAL4ygbgGVR/QAAgHXpl2cG+P1+eesLUl5eHmjMy8tLSUkRAAAAQeS3hYsuumjRokWG9pEjR8pIsqKiwtAeFxf38ssvy+8VAgAAq2psbKytrZXBpMfjqa+vt9vtDofDviPbdmobZTtBogmgn6NWEgAAmGeBhbcAABAASURBVKFWEgAARCLPlt5yyy1Tp041tK9cuTI0kpwwYcJzzz1HJAkAAPkiAMuyCwAAgMiYVxIAAJjIyMh46KGHFixY8MQTT8jbsH2mTZt2xBFHHHLIIZx+BQBAbL/8l2NtABZEKgkAAMxQKwkAANo1efLkRx55pLa2dsuWLVvbqKqa0mbUqFHZ2dkCAABsx1E2AMsilQQAAGa4fhMAAHRQIIYcM2aMAAAAkXH5LwDLIpUEAABmOFgCAAAAAKAbMa8kAMtSBQAAQGTUSgIAAAAA0I0CR9kcawOwIGolAQCAGWolAQAAAADoRhxlA7AsaiUBAIAZaiUBAAAAAOhGHGUDsCxqJQEAgBlqJQEAAAAA6EbMKwnAsqiVBAAAZqiVBAAAAACgGzGvJADLolYSAACYoVYSAAAAAIBuxFE2AMuiVhIAAJihVhIAAAAAgG7EUTYAy6JWEgAAmKFWEgAAAACAbsS8kgAsi1QSAACYoVYSALDrhf3o4cwdAACIDoHLfznWBmBBpJIAAMAMtZIAgK7p9hNtO79DPtEAAEBfwHcSAJZFKgkAAMxw/SYAwFw/+pgweaicHAQAALsMl/8CsCxSSQAAYIaDJQCArlsCyF2TYnb2w4sxYwEAwC7DvJIALItUEgAAmKFWEgAsqwvv/13+yNiZz5qwZ/Ta3WFHzgOG7oSzhwAAYOcxryQAyyKVBAAAZqiVBACL6Ox5MfP+Jmt3zXyTkT689PZID8P8U8+wFR+RAACgC/gKAcCySCUBAIAZrt8EgGjV8bf3TkWMkTrv4k8T/Z8znPWL1K63dKo+kpASAAB0AZf/ArAsUkkAAGCGgyUAiCYdjAbDdjM0diSPbHeTHmVIGcPGk8GNoS2dzSkJKQEAQEcwryQAyyKVBAAAZqiVBIB+rcsxZHCLebjYwZ6h/4Tf26BoXs3v9vvcmuZRhFz2tP245a3QfIotVrXFKfJHjdGUmNa79kQRot3BWiN10z/jDNmkYZTXdnPKjoSUnHYEAAA65pUEYFmkkgAAwAy1kgDQH7V7kqvjMWTY5UiN3qaNvpbNfneVz12teWv9HvlTE7gVvnrZ6JeN7hrN1yB2gmJLlFGl313euuxIU+0pNmeq4khVbMmqI0V1pLbdpij21mV7bLYtbqDqzPxl25CIMbTREEaa5JQdDylJKAEAgI4vAwAsi1QSAACY4fpNAOgvzN+uuxBDmix4m7f6mjd4mzd6Gtb7WzbIMNLTuE62iF1Chpp6rql5qn3yp7m9bWwJ9riB9vjBttbbQba4QY4EuTxIdSQH1oemlcHRY6Scst2QkoQSAACE4vJfAJZFKgkAAMxwsAQAfZxJGNnB8VQNoWPoXU/dT+66ZZ765Z66pb7mdZ6G1aLf8TV6G5bLH0OzYk+RUaU9YZg9aYwjabQzaYwtfkhoDWXYnDJsSBm27NKwt2CRpr0EAABRjHklAVgWqSQAADBDrSQA9EEdL4tsd8xV413NJ0NHd/0yb/1yd91SGeN5Gotlo4hSmrdWZq7yR5S8/kuTGudMHm1LGOVMHutIHG1PGm2LHRA2ngwbUoZNK0UHEkriSQAArIN5JQFYFqkkAAAwQ60kAPQdnS2LDE0iw+aRruof5Y+ndoG7bomnbrGwOH+zu2aBqFnQvOWXBtWebE8a60iZ4kyZ6Eybao8vEuHiyeAA0ryMMvgspEk8KUgoAQCIUnzEA7AsUkkAAGCG6zcBoNd1MIyMNA1kSB7p9zSsdFfPl0mku3aBq3axonkEIvN769zV38qfxra7iiPNmbKbM3WKI3k3Z9o0W0yWiBxSGsZ6NehgASUnLgEAiDJc/gvAskglAQCAGQ6WAKC3RAojzcsiQ5NIeett2uCuXeSume+uaS2L1HxN+ua74C3eFpNhcyTZnCk2e6IqFxzJNmeSojgV1f7Lj+IQil2xORSldbmtUd7a/F6X5mvx++Wtu+229Wf73RZHTJZc9nnqfO46v6fe561vXfbU+921oidpnmpXxafy55f/u9gBjpRJjpSpMalTHamTVXuSSUIpIgz3qt8N7NPwycvgrgAARBnmlQRgWaSSAADADLWSALCLdSSM7EhZpM9d01LxeUv5p81lH/maN4ue5EgocMblOxLynfH5jvgBjtjsQPpoj80UvcHvafB5G/ytIWWdp6nE3bTV07jF3bxF3npdFaJb+Vq2yp+W0vfr2+46UibHZOwfk7l/TMYMfShXw21oMNnB8V2JJwEAiA7MKwnAskglAQCAGWolAWCXaTePDJtBBhb0FlfVt81lc1wVn7uqvxfdTbUnxCQPc8TlORPyHXEDnPEFrRlkfJ7oY1RHovwRcbmtdzJ2WKX5XJ6mra05ZfNmt4wqm7Z4mra56laKbuKpXSB/GorvFmpcbNb+sZmznOkz7YkjQhNKQ+lk6Acu8SQAANGKT3AAlkUqCQAAzHD9JgD0tK6FkcG33qbNTaUftpT/X0vF55q3TnQLxSYTx5jEwc6EQa23iYNikgbZnOmin1NsMc6kIfJnx2bN07jF1bjB3bDe1SBvN7ga1vtclWJn+JtbSt+XP3LRFjc4JnNWTNYBsZn7KbYEZTuxY+lku/EkE08CABAduPwXgGWRSgIAADMcLAFAzwmbR4aO1Br2VvLU/dxU8nbT1tmehuVip9liMuLTxsemjo1JHNSWQQ4VFqI4Egrkj8jeW2/ye5tc9cVtCWVxc/XPzTXLNF+L6BJf8/qmTU/LH7ks48nYnCNic462xWQaskkRLqT89SFSOgkAQLRgXkkAlkX1AwAA1hV8alvy+/3y1hekvLw80JiXl5eSkiIAAN1hJ8NId828pq1vNW1729tYLHaG6ohLGRmXOj4ufby87YMDsfYtMpOsW9MaT1Yvbq5e4m7cKHaK6kzbMzb3N/G5R6uxA8T2PDJsThn2NiDs2UxOcQIA0Jc1NjbW1tbKz2uPx1NfX2+32x0Oh31Htu3UNoYvCQIA+i1SSQAArKsjqaS8lcc8ubm5pJIAsPPM80iT2SJbI7HKrxq3vtW87R1fy1bRVfbYnLj0cfFpE+JSx8WmjlZUp0CX+Nw1MpuUCWVT9ZKWmqV+b6PoKkfKbnE5R8XmHmVPaK1PNYkn9bOQhpOSkc5OctYSAIA+SKaSdXWtQ+6TSgKwIFJJAACsi1pJANg1ulYcGVjw1K+o3/Bs4+ZX/O4y0SU2Z2pCxu4JWdMSsqc74nIFup3ma65Z3lj+fWPFD03Vi4XfI7rEkTwxdsBJ8fknqo40JYQwLaAMoHQSAIC+j1pJAFZGKgkAgHVRKwkAPa3jxZGGMNLnqmjc/HLDppc8dYtF5ym22Pj0SQmZ02QYGZsyUjYI7BKar6WpcqGMJxvKf3DVrZINorMUR0zWgbF5J8XnHKbYWotZ5blIEVRDKdqLJymdBACgL9NrJb1er1wglQRgKXYBAAAQmTzg4RomAOiC0DfPjhRH+n2u5m3vNWx6saV8jtC8olMUW1zq6EASGZc2UVEdAruczIMTsqfLn+y2UV5lPNlY/oO89TR1eNxdzeMq+0D+1DnS4vKOi88/2ZEyOWzRZOAz2nBqMviD27Aq0M6pTAAAel3gE5xjbQAWxHsfAADWRa0kAPQEkzzSpDjSVT2vYeMLjVte07w1ojMUNSYha4+k3P2Sc/dTnckCfZK7fl1dyaf12z5vqV0uOsmeODJuwElx+SfbYnKUzo/syrCuAAD0KcwrCcDKSCUBALAu5pUEgO7VhTzS66ps3Phsw8ZnvY3FojNUe0Jizj5JufsmZc9Q7HEC/YS3ubSuZI6MJ5sqF4pOisnYPzb/pLi8EwLnJQ0ju5JNAgDQLzCvJAArI5UEAMC6qJUEgG7R7mCtwdmk/t7rqV9as/rfTVteE5pLdJjNmZ6UOzMpd//ErD1kMinQb/lcNfWlX9SXfNpYMU/zuzu+oRqTG1dwRtLgcxVHuknpZHAeSTYJAEDfwbySAKyMVBIAAOuiVhIAdlIH88gdBmv1exq3vlm//jFX1XeiwxRbbFLufqkFhydk7SkUVSCK+L2NdVs+rt3yflPlIvln0tHNVGds9tHxg85zpk7pltJJTnECALBrUCsJwMpIJQEAsC5qJQGgy7owWKvPVdaw/sn69U/5XNtER6nxGVNSCw9PzjuQYVqjnqeppHbze7Wb33c3buz4VvbkyQmDzovLO0ZRnUoEgmwSAIA+g3klAVgZqSQAANZFrSQAdEHH80h9wVX1fV3xI00ls4XmER3jTBqSkn94auGR9tgsAYtprv65NZ7c+onfXdvBTVRnVlzB6QmDzrXF5ERKJcMmlIJsEgCAXYtaSQBWRioJAIB1USsJAJ1lOIAyzyP9vpbGza82rH/cVbNAdIzNmZaSf0hKweGxqWMELM7vrS+dK+PJ+rKvhb9DebYmbLHZR8YPOi8mfbo+rCvZJAAAfQrzSgKwMrsAAACITB7wcA0TAIjO5JFto7U2169/om713T53heiYpLxZqQVHJubOFECAak/K21/++N11NVs+qN7wmrt+nfkWivC5yt6SP47kSfFFl8flHCH/GJXIw7r+uuH2j/vg9tAWAADQLQIf0BxrA7Ag3vsAALAuaiUBoCM6l0d6G+uKH6krfsDfsTxSdaakFR6dPuR39rhcAZhqqlxYte6V+m2fCc3Xkf6BbDI2+/DgGotI47sK6iYBANglmFcSgJVRKwkAAMxw/SYAK+tUHunz1DWse7h27YOap7ojO49JHinDyJT8QxVbjAA6ID5jN/njbSmv3vBa9fo3fe4q8/6eukW1i05rSBybKLPJ3KNU1WYSTOoCH/2GRuomAQDoRqEftQBgEZxnBADAuqiVBIBIQg+UDEmkCM4j3dV1ax+oX/eI5q1rf9eKPTlvVtrg38VnTBJAV2l+T93WT6rWvdJSs7Qj/W0JIxOKLo/LPUa12TteN0nRJAAA3Y55JQFYGakkAADW1ZFUMtCYl5dHKgnAOkxKJA3vnF5XZf3afzesf9zvrW93t7aYjLRBx6YPOcHmTBdAN5GpZFXxK7Ulnwi/p93OtvihiUOviM09TlHtJsO6CrJJAAB6jEwla2tr5YcpI7gCsCBSSQAArItaSQAw6Hgeqfma69bcV7v2Ps3b0O5uHfH5mcPOSC38jVCZRAM9wueqrFjzfPWGN+RfZrudbfHDEkdcF5t9uPyIbzebVJhsEgCAbsW8kgCsjFQSAADrolYSAHTtTiH564LfV7/h2dqVN/tc29rdrTOxKHP4GSn5hwpFFUAP87lrq4pfrFr/qt/TgbA8ZUry6DvsyZMM2aRclmsDt2STAAB0O2olAVgZqSQAANZFrSQABAQfFpnlkZrWtO39muX/9NQvb3efsSmjMoedmTRgljzsEsAuJCNJGUxWFb/kc9e02zkm5+ikEdfb4gYaiib1uyIolWRAVwAAdh7zSgKwMoYPAgAAZuQBD9cwAYhiHR+y1V27uOrny1xV37a7z7gO6oSDAAAQAElEQVT0iZnDz0rM3lsAvUF1JMq/wIyiU6o3vF655j9eV4VJZ1fpW66y9+MKzkgcdpXqSA+c95S3fr8/+ARoqOD2wIuFk6QAAHSQ/OjkWBuANfHeBwCAdVErCcDKOp5Heps2VS/7R9PW12Sb+T4TMqdljjg7PmOKAPoGze+u2fhO5drnPE1bzXsq9uT4QX9KGHyhYovVs0mlk5NNEkwCANAu5pUEYGWkkgAAWBfzSgKwrA4O2eptqaxdfUf9useE5jbdn5KYs0/WiHNiU8cIoA/SfLWbP6hY84y7YYN5RzVmQOKwa2MH/E5VbZGCybDDugbjbCkAACaYVxKAlTGCKwAAMBMYWEYAQLTocImkv37D8zXL/u73VJnvMC59Yu64q2JTRgqgz1JsKYVHphQcXrPpnfKVj3pbyiN19Lu21i29uGnjY8ljH7AnjZWvhOAzoXI54r/AgK4AAHQY+SIAyyKVBAAAZpjrAkA0iVQiaZxCsn555cIL3DU/mu/NmTg4e/QlSbn7CqBfUNTUgUen5B9SufaFirXPa96mSB299Ysrv9s/vvDshGHX2hxJ7U42qX9bMGSTnGwFACAs5pUEYFmkkgAAwAynFAFEh7AlkoYhW1vHrPY11ay4ua74QaF5TfZmc6ZnjTwvbdAxQrEJoF9RbLGZI85JG3Rc+apHqzfMFpovfDfhb970hKvsncSRN8fmHB04c2oY09VQOqn30VsomgQAICw+HAFYFldkAABgXcwrCcAiOlgi2VjyTvWSK33Nm0x2JROdjKJTMoedqdjjBNDPuRs2lC7/d8O2L827OdL2SRpznz1+kF40qaeSYWeaFCEnWzn3CgCAjnklAVgZtZIAAMAMtZIA+rV2SyQDvE2bKn/6Y0v5HNOdqSmFR+aMvtgWkyGAqOBMHFS4+z3NVYtKfr7TVbcyUjdP9dyqb/aKH/KXhCF/Um0xgckmDQO6Br4tBL42hC2a5OsEAAA68kUAlkUqCQAAzDDXBYD+q0Mlkn5P7Zr7a1fdqvmaTHaVkDU9d+xlzqQhAog6cemTivZ9oW7rJ2XLH/I0bQnfSXM1Fd/WUvLfpDH/jknfO/Dq0cslDUO5inAzTTKaKwAAOuaVBGBZpJIAAMAMxQ0A+qMOlki6qr6rWHiBt3G1ya7ssVkDJv4zIXu6AKKZkjzg4KTc/StXP1Ox5lnN7w7byd+8vnb+0TE5xyeNuklzZgbCyODhW4MzSIomAQCIhE9DAJalCgAAgMi4fhNAv2MokQwNI1srJL3NlYsv3/bVgWaRpGJLLzp12Kw3iSRhEYrqyBx5XtG+/43P2M2km6v0tcqv92gpfScwC7Xf7w/c6oJfayLoZRhguAsAgAXxUQjAsqiVBAAAZqhpANC/hI7aGqZEsmZRxY+ne5vWmuwnNmXUgN1uiEkqEoDFOBMHDtrridrN75Uuvc/nrg7bR/PW1i0+s7VocvQdmiNZVdXAZJOB0VwD803+0pOiSQAAQjCvJADLIpUEAABmqJUE0F9oHZpF0luz8vba1bfLUCXSflRHYvaoP6YNPk6+BQrAqlIKjkjK3qd0+b9rNr4tX0Bh+7hKX/PUfJ049pGY9L3DjuYaPN9k2JkmORsLALAm5pUEYFmM4AoAAMxwxhBAv2ASSbZmkW3c9WtL5u5fu+pmk0gyecDBw/Z/M23w8USSgOpMzpv4j0F7Pe5MGhKpj99VUrfgmPoV1/q8LYbRXAMvPcPgySLCGMsAAFgKR9kALItUEgAAmOH6TQB9XOiUdSJkFkmptvixki/2dNfMj7QfR/yAQdMfyZ9yiy0mTQDYLj5jt6EzX84adbFii4nQRWvZ/Hj19/u7a38yTDAZmkqGBpOCubUAANbDZx8AyyKVBAAAZqiVBNCXhS260usjA7feltLS735bs+QyzdcYfi+KPWP4mUP3fy0+c3cBIJRqz5SvkX1fScjaM1IXX+OqmnmHNhTf4/d5QrNJQ0IpIlxPAACARTCvJADLIpUEAABmqJUE0Ge1WyIpU5CGLW9u/XRKS9knkXbiTBpStO8L2aMuVlSnABCZI6Fg4J4P5k38h2KPD99D8zQX31r1w6HexnW+NoYBXRnNFQCAgLCDBwCAFZBKAgAAM9RKAuib2o0kfd6Wyp8uqZx/qt9TFWEfSvqQU4pmvhSTNEwA6JjUgUcPnflSbOrYSB189YuqvtvXVfZB6ByTofGkYDRXAIAlcZQNwLJIJQEAgBlqJQH0NcEFVYbRIPXkw924ofSr/Rs2PB1pJ7aYjEF7PZYz7jJFdQgAneFIKBgy4+mskRcKxR6+h7+pbvHp9Sv+pvk9gWwyNJ7UGM0VAGBhfNgBsCxSSQAAYIZaSQB9SrslklJz+acln+/hrv0p0k6S8mYN2/+1+IzJAkDXKLbMEWcP2edZZ8LASF1aNj9RPe8Ib/MWkwkmGc0VAGBNzCsJwLJIJQEAgBlqJQH0HWEjSRFcKOnz1iz/V9m3R2neurB7UB2JAybfWDD1DtWRJADsnNiUUUX7vpw2+HeROnjrFrSO5lr5VfBorpHiScForgAAy9CYVxKAVZFKAgAAM9RKAugjTKokA/GG11VZ9u0RtavvkGvC7iE+Y/LQ/V5NyT9MAOgmii0md/xVA6c/bIvJCN/DW1O38LiGtXduH8nVFxxJhh3NNXhrTtcCAKISR9kALItUEgAAmKFWEkBfYD6RpLxtqZpX8vkeLZVzw26uqM7sMZcO2usxe2y2ANDdEjKnDdv/tcScmRHW+5vX3VG74ASfu6rd0VwF00wCACyATzcAlkUqCQAAzFArCaB3BecTWoSJJGvXPFD69UG+lq1h92CPyx0y8/mMoafKdFIA6BmqI6lw2j2546+RS2E7eKq/rP5uX1fNouDRXPULC8Jmk/q2nLoFAEQZ5pUEYFmkkgAAwAy1kgB6kcmorb8USnoaSr8/oWbZNULzhN1DQua0ofv+NyZpmADQ89IGHz94r8ftMZlh12rubbXzD2/a9LRfH851x8kmCSYBABahMa8kAKsilQQAAGaolQTQWyJFkoEFGWB4mjaXzN23pfT9CDtQMkecM3D6Q6ojUQDYVeLSxhft+3J8xm5h1yqap3Hl1XVLLtb8Xj2MDGST7U4zGVw5DQBAv8ZRNgDLIpUEAABmqJUE0CtMqiQDuYWrekHJFzM89cvDbi6TyIHTH8waeQGjtgK7ni0mbdD0RzOGnR6pg7v0fzULjvd56oNHc2WaSQCAdfBxBsCySCUBAIAZaiUB7HrBE0mGHbi1adv727460O8uC7t5TNKwon3/m5C5hwDQWxRb9ug/FUy9Q7HFhV3vrfm6Zt6h7sYN+qUGTDMJALAO5pUEYFmkkgAAwAy1kgB2seBIUoTkkVLdmvvKfzhRaK6wmyfnHzpk5vOOuFwBoLcl5c0qmvkfZ+KgsGv9Tavq5h3sql5gPs2kCDf5Fl9OAAD9msa8kgCsilQSAACYoVYSwK4UGkmK7cFk2+xznvL551Qvu1bGGWE2Vh2546/Jn3yTojoFgL7BmTi4aJ8XZDwZdq3mrapbcFRL6TvBFZOR6iYFwSQAIFpwlA3AskglAQCAGWolAewaeuogwlVJtmYU3oay745q2vJy2M1VR/LgvZ5IG3y8ANDHKPa4gql3ZI26KPw8r5qrYck5jese8IfQo0qCSQBAlOEjDIBlkUoCAAAz1EoC2AVCYwY9gQhkEp6mjdvm7tdS8UXYzZ2Jg4r2eT4ubZwA0FdlDj+rYOrtQnWEW6k1F99Yv/SPPq87MJpr6DiuBJMAgGjCvJIALItUEgAAmKFWEkBPixRJ6uM3uqoXbPtihqd+edjN49InDZnxnCOhQADo25LyZg3e6wmbMzXsWnfp/2oXnuB1VQeP5ho6jivBJAAgCmjMKwnAqkglAQCAGWolAfQok0gyoGnb+9u+OtDvqQy7efKAgwdPf1R1JAoA/UFc2rghM19wJg4Ku9ZX+03tj4d6mjYGKiYDRZMdDCY5sQsA6Ec4ygZgWaSSAADADLWSAHpOu5Fk/Ybnyn/4ndBc4bZWskZemD/lFqHaBYD+wxGXO2TGc3Hpk8Ku9TcX1847xFW3LBBG6tlkpGCSokkAQH/EZxYAyyKVBAAAZqiVBNBD2o0k69Y+WPXTRbI5zMaqo2Dq7ZkjzhYA+iHVkTh4+qMpBUeEXat5KuoXHOWuWRg8lCvTTAIAognzSgKwLFJJAABghlpJAD1Bf2Mx1DwFyOChevl11UuvDrutzZk6eK8nkvJmCQD9l2ofsNu/skdfIr9rhFnrq6tbeExzxVf+CAyRJMEkAKB/0ZhXEoBVkUoCAAAz1EoC6HbBkaQIySP9fl/V4kvrVt8Vdltn4qAhM1+ISxsnAPR/GcP+UDD1dkWNCbPO39T088kt5Z8EYkh9HFfDTJOCYBIA0A9xlA3AskglAQCAGWolAXSv0EhSbA8mW2MGv698/tkNG54Mu21s6tghM551xOUKANEiKW/WoL0eVe0Joas0v6txyRktpW/JSFK+RRBMAgCiBp9TACyLVBIAAJihVhJAN2onkvS5y+ad3Lz11bDbxmdMHbzXY6ojSQCILnFp4wfv/aTNmR5mneZtXHp+85YXA8GkYRBXgkkAQD/FvJIALItUEgAAmKFWEkB3aS+SbC79/piW0vfCbttaTbXng4otVgCIRjHJw4fs84w9fCW01rzq8uaNj5kHk4Z48pct+Q4DAOiTNOaVBGBVpJIAAMAMtZIAuoV5JOlz1277+jBXxedht00pPLJg6u1CtQsA0csRnz9kxjPOxKKwa5vXXte49vbgQVwN8aTY/pYiCCYBAH0eR9kALItUEgAAmKFWEsDOC40kdW2RZE3pN4e4a+aF3TZj6OkDJl0v340EgGhnj80aMuOp2NSxYde6Nt7bsPJvoXlk8DLBJACgX+CzCYBlkUoCAAAz1EoC2ElhI8nAQmsk6akv+/ZIT93PYbfNHX9l9pg/CQCWoTqSBk9/ND5zWti17q1PN6650VAxqY/jGuhDMAkA6PuYVxKAZZFKAgAAM9RKAtgZYQduFdsjSb+3uezb37hrF4bbVB0w6fq0wScKABaj2OMG7XF/Yu6+Yde6Nj3UvOHfYYNJ86FcAQDoO/icAmBZpJIAAMAMtZIAusxwnsUwl6Tm91TM+134gVsVe+G0u1MKjxQArEm1F069M3XgUWFXtqy7rXnzs4FgUo8n2w0mOfMLAOg7OMoGYFmkkgAAwAy1kgC6JuzYiUGRpLd83qnN5Z+GbqjY4gZNfzAxZx8BwMoUNW/iP9OHnBJ2Zcuav7VsfVlGkvItJVIwKcJVaQsAAPoAPpIAWBapJAAAMEOtJIAuCI0kte3aAgN/+fwzm0vfDd1QUWMG7vHv+IypAgCEyBl3WcawP4RbozWtvNxV+k4gmAw7lGtwJEkwCQDoU5hXEoBlkUoCAAAz1EoC6Kz2Ikmt8qdLmkveCLOlYivc4574DXjuRgAAEABJREFUjMkCALbLHn1J2uDjQtvlN5SmFRe5yj8KnWNSf7cJO2sXX2wAAL1OY15JAFZFKgkAAMxQKwmgy8JGklU/X9648dkwvRVbwZTbEzL3EACwo9zx16QU/ibMCs3buOxcd9VXhmBSL5rUg0kRYVhpAAB6BUfZACyLVBIAAJihVhJAp4RO5xasZuXNDesfC7edkj/5xqS8/QQAhKEMmPiPpLxZYVZonsYlp7tr5psHk6ElKXy9AQD0Ij6GAFgWqSQAADBDrSSAjjOJJGU2UL/u0bpVt4bdMG/C35IHHCwAIBJFLZhyS2LOPmFW+Zsbfz7FW7+EYBIA0F8wryQAyyKVBAAAZqiVBNBB5pFk4+ZXqpdcEXbD3PFXpg46RgCAOcVeMPWO+IwpYVb56uoX/c7btNkfwlCxLQgmAQB9gMa8kgCsilQSAACYoVYSQEeYD9zqqvq+ctEFYTfMGnlB2uATBQB0gKI6Bu7x77j0iWHW+aobfj7Z66oxlEiGZpOCs8AAgN7GUTYAyyKVBAAAZqiVBNAu80jSXb+6/IfjheYJ3TBj6GmZI84RANBhii124B73xySPCF2lNa9pXHKG3+fx+XzyzScwoKueTUYKJvmeAwDY9fj0AWBZpJIAAMAMtZIAzBlOqRgiSZ+rquy7o/ye6tANUwcdkz3mzwIAOkm1Jwya/nBM4tDQVb667xpWXO5roxdKho7jSjAJAOhdzCsJwLJIJQEAgBlqJQGYiDQ92y+RpLe5/Ifjfc0bQzdMyts/b8LfBAB0ic2ZOnCvh2wxGaGrvGWvtmx4IBBMdnyOSb7tAAB2JY0RxQFYFakkAAAwQ60kgI7QQsZulQFAxfyzXNXfh3aOTRmVP/kWIXhvAdB19pjMQXs+qNjiQle5NtzuKX8vNJIM3OrdQku9BQAAuwRH2QAsi1QSAACYoVYSQCSRppMMnPevXXljS+nboVs54vIG7vGgojoEAOycmOThhbvfFe7Mhta04o+e2oWGckl9TFe9VlJErvkGAKDn8IkDwLJIJQEAgBlqJQGEFSmSDGjc/Erd6jtCt1LtCQOnP2yLSRUA0B0SsvbIHX9VmBWau2nJaZ7G9WEnmAwezVVwahgAsMsxryQAyyKVBAAAZqiVBBDKJJKU5/qby7+sXHRBmM0Ue+G0e50JhQIAuk/a4OPTi04Jbde8Vc1Lfu/31BmCSSaYBAD0Oi6LAWBZpJIAAMAMtZIADEJnYgvmaVhTMe9EoXlCN8yffEN8xmQBAN0tZ8yliTn7hLb7W9Y1LjnD52kJO5QrwSQAoLdwlA3AskglAQCAGWolAUQSfB4/cFrf664r+/4YzVcf2jlzxDnJAw4WANATFLVgyq2xqWNC1/jqvmtee50hjAwtlwy93kIAANBj+KABYFmkkgAAwAy1kgCChY7dKrZHkvIsf+WCM3xN60K3SsrbP2vkBQIAeoxiix047X57bE7oKs+2591l7/jahA7lGtwz+C7niwEAPYd5JQFYFqkkAAAwQ60kAF2k6SQDZ/Yb1j3YUvZR6FZxaePzJ98iAKCH2WJSB+35oGpPCF3VvOov3oaV/h0Fv4OFjuMKAEDP4UMHgGWRSgIAADPUSgIIiBRJBrRUfV+97O+hW9ljswqn3aeoDgEAPc+ZNKRg9zuECPnq4m9uWnaWz9NgmGAydChXwQSTAICex1E2AMsilQQAAGaolQQQynAS39tSWjHvJKH5jP0Ue+G0e23OFAEAu0pC5h6ZI84Obdda1jetvNRQJRk2mxQEkwCAHsbnCwDLIpUEAABmqJUEICKcoP/ltL7PW/njyX53eehWueOujE0ZJQBg18oaeX5C5rTQdl/l+y2bnwhMMBm2UDI4mNRx4hgA0O2YVxKAZZFKAgAAM9RKAjAZu1We069deYOr+ofQrZLzD00bfJwAgF6gFEy9wx6XG7rCte4mb91PeiRpKJcM7sn3HwBAz9GYVxKAVZFKAgAAM9RKAhbXznSSFZ/Vrbk7dKuYpGEDJv1TAEAvUR2JA/e4T1GdhnZF+JqWneV1VYStmAxeFozjCgDoMRxlA7AsUkkAAGCGWkkAOkOVpKdpY8WPp4Z2k2FAYbgwAAB2pYiXR3hKm5ef7/d5/SFCx3ElmAQA9AQ+VgBYFqkkAAAwQ60kYGWm00m2VPxwguatC9lIKZh6uyPcwIkAsIsl5x+aOuiY0HZ/3Xct6+8M1Erq47hqTDAJANhVmFcSgGWRSgIAADPUSgKWZT6dZPXSv3nql4ZulTXivITMPQQA9A15466OTRkV2u7Z8pC35ht9EFcmmAQA7Eoa80oCsCpSSQAAYIZaScCa2ptOcm7jhsdDt0rInJY58hwBAH2Hai+cdq/qTAlZobWsvMTvqQtbMckEkwCAHsVRNgDLIpUEAABmqJUEIIJSSXmm3ueurVp4Vmgfe1xuwdQ75NuGAIC+xB6bVTj1ztATIJqnrGXNtYYqyUgTTP66Fd+LAAA7jU8TAJZFKgkAAMxQKwlYUGihpH5XqvzpYp9rm3EbxVa4+12qI1EAQN8TnzE5c/gZoe3eijfdFR+2O8Gk4PQxAKBbMa8kAMsilQQAAGaolQSsJtLYrYGT9U1b/teybXboVlkjzg07cxsA9BFZI8+LTRkd2t6y6nKfq9wQTBommGQcVwBA9+KSFwCWRSoJAADMUCsJWJmhWsjbXFK1+M+h3WQemTn8LAEAfZliL5hyq6LGGJv9dS2rLm0dnrqNYVJJwwSTOs4jAwB2BkfZACyLVBIAAJihVhKwlLCVQPoZ+aqFZ2m+esMmii2uYMptQuHIAkBf50goyBlzaWi7v/ZLd8nz/hBaOAIAgJ3GBwoAy+LcAQAAMEOtJGAdkcZuDVQL1RU/7Kr6KnSr3HFXyBP9AgD6g7QhJyRkTQ9tdxXf4G0s1sPI4NtIVZKcUAYAdBnzSgKwLFJJAABghlpJwJqMY7c2rq5bcV1ot8ScmakDjxYA0H/k73aD6kg2NCrC3bLyYp/XExxM6qmkYRxXgkkAwE7SmFcSgFWRSgIAADPUSgIWYTZ2q99T8eNpmr/FsInNmZY/6XoBAP2KLSZtwKQwl1loTUvcm+73+XzBI7iGHcpVAACwczjKBmBZpJIAAMAMtZKAFZiP3Vq75l5P/dLQrfIn36g6kwUA9DdJufumDjwqtN2z5UF/89pAMGkokWQcVwBAN+LjA4BlkUoCAAAz1EoCVmMcu7Vpff3q20O7pQ0+PiFrTwEA/VPu2CvtcbnGVs3TsvoKGUYGB5ORxnH9dSPOLAMAOol5JQFYFqkkAAAwQ60kEPXMxm7VtKqfLtL8LsMmjvj8nDF/EQDQbyn2uILJN4eeFfHXz/dse1EPJoMZ6ib5ggQA6DI+SgBYFqkkAAAwQ60kYBFhx25t3PI/V+Xc0M75k29WbDECAPqzuPSJ6UWnhLa7N9zmc1UEgkktRKCP4Wwyp5UBAJ3CUTYAyyKVBAAAZqiVBKJb6DiEOp+nvmbJFaGbpA46Ni5tnACA/i971AX22Bxjq6/Ovf6G4BLJjozjCgBAx/EhAsCySCUBAIAZaiWBKBa26Ec/2167/O9+T5VhE5szJWf0nwQARAXFFjtg4t9D230Vs3213/jDiTSOK+eXAQAdx7ySACyLVBIAAJihVhKwCMPYra7qBY0bnwntljv+KtWRKAAgWiRkT0/KmxXa3rL6Kp+3OTC7JOO4AgC6l8a8kgCsilQSAACYoVYSiFahZ9WDYklv9eILZZthk/iMyckDDhEAEF1yx1+l2OONre5N7k0PGMZx1cIRAAB0EkfZACyLVBIAAJihVhKISiaFPlJ98YOe+mXGbVTHgEnXCwCIOvaYzJzRfwxt95U85mtaEyiXDDuIq96TckkAQKfweQHAskglAQCAGWolgagXPHCrvPU2ba5bfUtot+yRFzjiBwgAiEZpg0+ITRltbNU8rjVXyvdGfRxX/TZ0gkkAADqOeSUBWBapJAAAMEOtJBB9wtb06MFk1eI/ar5mwyYxiUMzhp4qACBqKQN2u04oNkOr1rDAU/pqu+O4CsolAQCdoTGvJACrIpUEAABmqJUEopvhxHpz6Ueuiv8L6aUMmPyv0JP1ABBNYpKGZRT9PrTdveFmv6chuD4ydBBXgkkAQKdwlA3AskglAQCAGWolgSgTeg49iL9m2dWhm6QNPjY2ZZQAgGiXNfI8e2yOoVHx1Xq2PBwYxFXeGoLJsNNMAgBgjk8NAJZFKgkAAMxQKwlEE5OyHqlhw3O+pmLDJqojOXvUJQIALECxxeaOuzy03VvypK9lqz+IPrukCBkN27AAAEAo5pUEYFmkkgAAwAy1kkAUCy708Xsba1f+K7RP1shzVUeiAABrSMqbFZc+0diquTyb7gk7u6RhmkkBAEAHaMwrCcCqSCUBAIAZaiWBqBG2UFI/q16/9t+ap9KwiSMuL33QCQIArCR33JWhjf6KN7wNy8MGk2HnmBScawYARMZRNgDLIpUEAABmqJUEopLhTLrPVV639r7QbjljLxOqXQCAlcSmjErOPyyk2e9Z/6/QQVyDI0nKJQEAHcTnBQDLIpUEAABmqJUEokPY2h39ZHrtyhuEv9mwSVza+KS8/QUAWE/OmEsUNcbQqNV/56v50ufz6alkpIpJyiUBAOaYVxKAZZFKAgAAM9RKAtHHcALd07i2adPzod1yx18tAMCS7LHZGUN/H9ruXn+T3+eNVDEZ6MMXJwBAuzTmlQRgVaSSAADADLWSQBQInVEyWO2ya2SbYZOUgsNjU0YJALCqzGFn2pzpxtaW1d7y181nlwwumhSccQYAhMNRNgDLIpUEAABmqJUEokzwiXLJVflVS9lHhj6K6swefYkAAAtT7HHZoy4IbfduusPvbQ7kkXowaZhgMoBvUACASPiMAGBZpJIAAMAMtZJAf2deKFm95LLQTTKGnmqPzRIAYG2pA38bkzTU2Oqt9Gx93DC7ZGg2STwJADDBvJIALItUEgAAmKFWEogmhkLJpq1vehtWGPrYnGmZw88SAABFzRlzaWizt+Qxv7cheARX8kgAQKcwryQAyyKVBAAAZqiVBPo100JJf93qW0M3yR51kWKLFQAAIRKyp8dnTDU0Kv4m79Yng2eXNJ9aUnDeGQCwI46yAVgWqSQAADBDrSQQBQzXYgfOlTdvez+0UNKRUJg68GgBANguZ2yYcklf6TOBcsng2SXN80i+UAEAdHwoALAsUkkAAGCGWkmg/zKc7NBnPgvchi2UzBp+tlA4RgCAX8WmjErMmWls9dV5S57rVLkkAAA65pUEYFmccQAAAGaolQT6u+BCSf22pfwTT91iQ097XG5KwaECALCjrJHnhTb6tj3l9zZRLgkA6AKNeSUBWBWpJAAAMEOtJNBPhS2UDJw0l+pX3x66SdaIc4ViFwCAHbWWS2bvbWz1VXtLX9DfV8MGk5RLAgDC4igbgGWRSgIAADPUSgL9mqFEMveqljsAABAASURBVKCl4nN3zTxDT3tcbmrhEQIAEE7WqAtDG31bH/V6mk0GcdV78m0KABCMzwUAlkUqCQAAzFArCfRHkQolA+pX3xG6SdbwcyiUBIBIYlNGJWRNN7b6qn1lL/uDtFsuyWloAIBgXkkAFkYqCQAAzFArCfRfYQslXZVfuqu/NvRUHUnMKAkA5tKLTgpt9Jc85PO2BKeS5JEAgHZpzCsJwKpIJQEAgBlqJYF+p51CyTV3hW6SUXSqYosVAIDIErP3jk0ZZWz1VvnKXgkulCSeBAC0i6NsAJZFKgkAAMxQKwn0a4bz4O7aRa7KLwx9VEdSetHJAgDQnqwR54U2+rc94ve59TBShFwOovfkOxUAIIBPBACWRSoJAADMUCsJ9C/6CQ7DmfHAufL6VTeHbpIx5GTVHi8AAO1JzJ0ZkzjU2Oop81W8yeySAICOY15JAJZFKgkAAMxQKwn0X4aE0tu4rqX8Y0MfxR5PoSQAdFzWqAtCG30lj5iM3UoeCQAwYF5JAJZFKgkAAMxQKwn0I5EKJQMa1j0YuklG0cmqI0kAADomKW+/MOWSro3+2m8M5ZIm2aTgTDQAWBtH2QAsi1QSAACYoVYS6KeCE0rJ56lr3PyioY+iOtOHnCIAAJ2gZAw/PbTVV/YfQySpLwhqYgAAO+ITAYBlkUoCAAAz1EoC/Y4hjwxokpGkv9nQMzn/YJszRQAAOiMl/xA15M1Tq/k/4S4JhJGGWsnguyKkrh0AYEHMKwnAskglAQCAGWolgf7CMG+ZFjSIq9/va1z/aOgm6UOYURIAOk+xpw/+XUir31v6gqFQMnAb3ImvVQAAQQ09AAsjlQQAAGaolQT6l9BsUmop+z9v0zpDz7j0SbEpIwUAoPPSBx8vFJuh0Vf+X7+vxXxqSU5DAwAEVZIALIxUEgAAmKFWEugXwoaRusaNT4Rukj7kJAEA6BJbTEZy3oGGRsVX6698R48kw04wKULesQUAwHp4/wdgWaSSAADADLWSQD+lR5K+5i2u8o8Na21OeT59lgAAdFV6UZhrO/xlzxtqJQ1Fk3pPzkcDgJUxryQAyyKVBAAAZqiVBPo+Q/2NoVCyft3Dss2wSevJdIVjAQDouri08aHjYGtNy7TGRYZayUjjuP6yCV+0AMB6GNAbgGVxJgIAAJihVhLoXwxnujW/q3nzc4Y+iupMG3SsAADsnPSiU0IbfaXPByLJABFysYgAAFgeR9kALItUEgAAmKFWEugvgism9RPfTZv/6/fWG3qmFBxqc6YIAMDOSck/RA15O9WqP/B7qiON4Br8Fq2Fm2kSAGAFvPMDsCxSSQAAYIZaSaCPMxZHBg3iKk+FN6x/KHSTjKLTBABg5yn29MG/MzZqXn/ZC5Fml/y1F+ejAcDCmFcSgGWRSgIAADPUSgL9jl6I46ld5G1YaVgbnzHZmTREAAC6Q/rg44ViMzT6y1+RQWRoraTYcTRXQTYJAFbFpwAAyyKVBAAAZqiVBPqy0FFbgzVufil0k/TBJwoAQDexxWQk5x1obPVs0+q+02slQwdxDfSidBIALIujbACWRSoJAADMUCsJ9C/BtTgtJa8Z1tqcGUkDDhAAgO6TPiTM1R6+yjcNg7iG1k0CACyLDwIAlkUqCQAAzFArCfR9wUmkvtBc+p7fU2XomVJwmAAAdKu49AmO+HxDo7/yPUVzB9dKhlZMMnwfAFgW80oCsCxSSQAAYIZaSaDPCjv0n36mu3nLy6GbpA38rQAAdLfUwqMMLYpweyveDQ4jRdBbtN5NYxBXALAkLkwBYFmkkgAAwAy1kkA/op/v9rmrm0s/NKyNSR7pTBosAADdLbXwyNYgckf+qtn+IIb6yEgTTAIArICjbACWRSoJAADMUCsJ9HGGE9zbZ5T8nyK8hp6phUcIAEAPsMflxGdMNjRqdd8K97bQSSVDqycFAMBiePMHYFmkkgAAwAy1kkDfFDroX/AJ7qYww7eqKflMKgkAPSWlwHjlh/wC5auc3ZFaSR0nqQHAIphXEoBlkUoCAAAz1EoCfZlh9L/Arbdhlad2oaFnYs7etpg0AQDoGckDDlTUGEOjVvE/sT2DDK2VNOSUAgBgGbz5A7AsUkkAAGCGWkmgjwutvGnc/GJot9SCIwUAoMeo9vikvP2Nre5NvvpFhlrJ0CrJ0PJ3AEB04ygbgGWRSgIAADPUSgJ9UNhB//SZy5q3GFNJ1ZGUlLuvAAD0pNTCMNd/aFWzTaok+ZYFANbE+z8AyyKVBAAAZqiVBPqs4BJJfcFd9Y3fXWHomZJ/iFDtAgDQkxKy9rA50w2NWtV78iZsuSSDuAKAZTGvJADLIpUEAABmqJUE+pqwA/3pZ7Sbt70duklKwRECANDjlDDlkr4af/08vVZSEkEF7novjUFcAcBKuB4FgGWRSgIAADPUSgJ9X3C1TfO22Ya19rjcuLTxAgDQ85LzDw5t1Ko/iTS1ZGg8CQCwAo6yAVgWqSQAADBDrSTQNxlOZ/8yfGvNQr+r1NAzOW+WAADsErEpoxzxAwyNWvX7IugdO1I8KSiaAQDL4A0fgGWRSgIAADPUSgJ9iskQf/JuS+m7oZsk5ZJKAsCuk5S7n7HJW+5rWOLfLlKVpMYgrgBgGcwrCcCySCUBAIAZaiWBPi642qalzJhKqs6U+IyJAgCwqyTl7h+mtfYTEVLgHjae5HsXAFgBJfIALItUEgAAmKFWEuiDtHDDt3ob1/oaVxl6JucdIAQvYQDYdeIzJtmcKYbGwNSSgeFbTeaYFAAAa+AoG4BlkUoCAAAz1EoCfUc7w7duezt0k+SwJTsAgB6kJLVeEbIj1xrNtTk4jBQ7VkmGBpN8AQOAKMabPADLIpUEAABmqJUE+rLgOpvm0ncMa1V7QkLWNAEA2LWSQ6eWbC2XfF9EHsRVAACshHklAVgWqSQAADBDrSTQ12jhhm/1uUq9dQsNPRNzZgrFJgAAu1ZC1h6qPcHQqNX8OoirfktICQDWxBs+AMsilQQAAGaolQT6iPaGb30rdJPkPIZvBYDeoNharwsxaFqsucuCI0mx4yCuAZyhBgAr4CgbgGWRSgIAADPUSgJ9VnBtTUvpe8bVqiMxey8BAOgNYQdx9Vd/LCIP4hr6jYvvYAAQrXiHB2BZpJIAAMAMtZJAn2I4ef3Lgq/JVfW1oWdS9t6KLVYAAHpDYs7eQnUYW+u+CB64lUFcAcCymFcSgGWRSgIAADPUSgJ9jf6S1M9cN1d8oQifoVti9gwBAOglii02IXN3Q6PW+KPQvP7tIlVJ8tULAKIe16AAsCxSSQAAYIZaSaAviDSsX+DWUzU3dJPE7OkCANB7ErP2MLQo/iZf/ULNlGETTlgDQFTiKBuAZZFKAgAAM9RKAn1QcCQpb12Vnxs6OBIK7HE5AgDQexIyp4VpbfhWhJtakkFcAcBSeJMHYFmkkgAAwAy1kkDfYQgjf5mWzF3ubVhu6Bn+VDgAYBeKSR5uc6YbW+u/M0wnKcIN4goAiG7MKwnAskglAQCAGWolgT4l+PUYOIvdUv5ZaLfEzD0EAKC3JWQZrxHRGhdpvkY9mDTMLkmhJABYBO/2ACyLVBIAAJihVhLodWGnGQsavvWLkC2UhCxSSQDofaGV64rwafU/yAV/m+AkUmd+FwAQBTjKBmBZpJIAAMAMtZJAH2EY5U8/ke2u+tLQMzZ1tOpIFACA3paUOyNMa8N3WscmleQ7GABEK97hAVgWqSQAADBDrSTQd+gnL/Sz1d7Gtf6WzYZuTCq5S3FGCUBkNme6M3GQsbX+27AxJCWSAGAdzCsJwLJIJQEAgBlqJYHeFXb4Vv3WXRU6fKtIZPjW9nTj25pWVaPVN4qdo7k9wuUSAKJRQkbIlSItqzRvjdhxLsnQnBIAEMWoiQdgWaSSAADADLWSQB/066SSFcZUUlGdcekTBUxpm7Zqm7eJ7uAv3uz7ZoHYGQ1Nvu8Wac2kkkB0CjvRr1Y7N9LArYbz1Jy2BoCoxFE2AMsilQQAAGaolQT6Am3HuSS1XyeV/NrQMz59NxlMCpjTFPfsT7z/963m84qdo9XWe97/UquuEV1T2+B69g3/2k1KUrwAEI3a6tdDTj03zvf7/eaRJF/AACCK8SYPwLJIJQEAgBlqJYE+InS+MW/Tes1bZegWnzFZoD3qwDzbmBHuR//rvvNprbRC7AStus6/rcLz7hdd2ba80nXvM76vF9imTRA2uwAQjRR7XGzKCEOj1rhIizBwa/C7PeesASBaMa8kAMsilQQAAGaolQR6kcmkkq2FkjU/hm4SlzZOoF2KYttvd3XMUO+3i1que8D7+Q9aU7PoEq2uQdE8nrf+T0aMndjM79c2bnU9+KJ30Qq1MFcdXSQARK/Qd2alZZXwt4igInixY60k374AILpRFg/AskglAQCAGWolgb5GP3nhrQ0znWFc6liBDlBU1XnRKWpepr9sm/vpFzwvvesv3tTpAV19Xq22Qc2qELYmzzufy6yxQ1v5/b4Vxa6nX/GvWSwUn+3gGfLBCADRKy51fEib39fwc/AgrgzoCgCWwlE2AMvi6BcAAJihVhLodVqESSU9tfMNPZ1JQ1RHokDHqDmZ9uMOUZKdakaJb95s14MveD/8Wqup6/getIYWraVFzWp0ji3xzl/q31LWka18Py71/Od1Ufm9ml2r5qbZ95wkAES1uNQwVexK88+GGFKEJJEAgGjF+zwAyyKVBAAAZqiVBPqC0Eklhd/jqVtk6BauHAdm7HtMtE/bU7hinLtttqd95fnfa66HX/L9vErz+Tqyeeu4r80uJd5lH16uNG/xfrdIMy+X1DTvx1+7H39ZuOY5xpQIl902fZqSGC8ARDVn0uDQS0a0xp/ClkgKppYEAAtgXkkAlmUXAAAAkVErCfQdO0wqWfez0DyGDgzf2llKcqJ91nTX6g2+qkrHyFI1p86zsNZ1Z7HjxMMdR+zX7uZaY5MMJtVct+LwO4o2e39eqU3fTSnICd/b5/V8MNf9ygeO/FWO3bb4tqZongzb3pMFet6G9Wu2bN5UV1dTV1crP9eSkpKTklPy8vKLho4UwC4Rlzqusfy7HZqaFgeu/TKZWpKz1QAQrfSPAAEAFkMqCQAAzHBGDOgtYU9S/DqpZF2YSSXj06mV7DR1xGDbPlO9b2yxD6i1pTere69yr6h1P1/lm7/Uecaxam6mcDoibas0twhPs3C2Flaq+TXaN8t9y9aoeZnCZjP0lPml95NvPG+/7yha5Ry/TfOovrJEddgENT1VdMmbb7z45GP3im7yj+vv3nP6voHlKy47e/nSnwLLt9/1xLjxu4l+6+ef5n/wwZuLF82rrq4M2yE7O2/f/Q85+JCjB+QXCgv429UX/bToh8DyrXc8OmHiVIFdJS5tvCGVVL3yraDCb8tRVTV0jO5AH8PXML6VAUDU4P0cgGWRSgIAADNcvwn0rrDVM621kjU/GnoqtpiYpGECnaUEpP+oAAAQAElEQVSqjv338C9a7vqhKnZGsRLrdU7YYktv9Kxsbrl1i+PwA+17TVbSU0S4M0daY4vwNyhq669GiXPbskv8PyzQpoxVMnbMGptbPO985vv0I8fgtfbh5a3j7zY5tZoM2z6jRBLzgPaITRvXP/H4PfPnfWPerays5H+vPPvGay8c/7vTTz7lHIfTKYCeEXZqSdH0k4g9WIswu6ReRqPfCgBAtOCNHYBlMa8kAAAww8ES0HcEB5OhtZKtp7wVvt53hZKW4jj+EK06z7M6S/O3Pov2gTUxM4rtWT9733vN/dybviWrwm6oNTYpok7Y/MKmKrGqLa/Ov3Gpb0XxDp1qal0vvuOf8459yKrW6ScdrRNP+qviReJQ2/BBit0m0N3Kyrb99arz240kdT6f95WXn77w/BNLtm4WQM+IT58YprVtEFdDKsnVYABgBcwrCcCyqJUEAABmqJUEel3wa/CXZV+Dt3GNoVtcGpNKdp1t7HDHyUd4XqlR05rsA+pkixrncYzdJoNGz8pq98NrbVMmOU44RElJ0jdpDRAam4RoFDZNxDhEWrLaXKkkl3vf/z/79tkitS3bXM+/5ft5fsz0NbbsesUh92sTLX7fpixlbJFSmCu6KjMze9yEKSYd1hWvamyoDyxnZGTnmY5QmpLcxYFk+yC323XDdZcZhmzdZ+bBw0eMTkpKTk5OlZ9rGzYUb9myce2aFfJZ0vuUbN101RXn3nr7IwWFgwXQ3VRHoiOh0NO4aYfWxsWGOvhQFEoCQFRiXkkAlkUqCQAAzHAiDOgVoWcogsto3NU/hG4Sl8qkkjvBZnMcsZ9v/lLvyiY1tVmN94jWQXE1NbMxJnWNt7jW/VGlb+nqmLOPU8eNCGyheH1afaNweOUJpdaJJPOzxNZyx+BK97ervT8usU8d59+wxfXka2LDz3EHLVMS3a1vpXlZoqpOqxRa00DH+JFKbIzoqn1mHiR/TDoEzyC494xZ5190hbCG9997PThrHDtut/MvvHzosFHBffaYPjOwsHLFkjdff2nulx8H7lZVlt95+z/+/eB/BNAD4lLHGVPJpkVC84eWSwbjmxgARCXe2wFYFkM8AQAAM1y/CfQpgdejp25x6Kr49N0EdoYMJk8+0u8q9G5M0/xtLSkJSnaaEqs4RpbFHbZYcS1uuftRz+sfadW1cqXm8Wi19WqCS9j9wmkXCXFKYrya1aik1nmee9O3ar37iVfE1h+d+65Qk9yKqoi8DBHjFB6vZ1WukpWpjhkq0N28Hs9rrz6v3x0zbtIttz1siCSDjRw17pprbwnOd9esXj7vh68F0APi041TSyqay9+yQTMlgobvFozvCgDRgvdzAJZFKgkAAMxwhT7Qi7SQkf0Cdz0NKww9bc50W0z0DMLZW9RB+faD9/dtLvDXxrXeb3aJrFQxrEAkxqnJrph91tqLVnjffdX96Eu+n1eJhiZR3yycXqFqrXFjTILITFVsmn10qX/zFvcDT4vqH5x7rFeTW1p3lZEsCnJEfaPWKHwbs22TRiupyQLdbdXKpdVVFYFlVbX945932R2Odre69LJ/5ubl63e//OJjAfSA2OSRoY1ayxr9xHTw+zxnqwEgujGvJADLIpUEAABmqJUEepfhBRg4Ve1rXGXoFpM0RGCnKXEx9pm7KwW7eVfktZZLur2ipELkpIvxI0VhjhKjOUaWOaetEVVzXPc+5f7P29qWLUqsVyiacNiFI1WkZ4oYhy273pZfo8YtdU7ZpKY1t55rSogTIwYKl1vUNHjXZQh7sm3mVIEesHXrr8NjFg0bmZzSoag+Ni5u1gFH6HdXr1ougB4QkzwiTGvLWvmu7vf7g7NJw4KgpAYAog4V8AAsi3klAQCAGWolgb5DP23hbTSmJjGJRQLdQc3OcBwyw/1osW9DjX1IlahtECWVYugokZwrUlcrxVtsaqOa3OLdVuddUq61OOxDfK3vkTKVVOJFWr5I2qi4apxTNyl2X2tgKcXHit1GtQ7xWrxFa/Z5N6Tbdh+n5maJ/qahvn7lip9LSrY0NTWkpqZn5+SNG7dbRyoRg8m/4XXrVm/ZtLGyqszj9mRkZuXlFYwYOcZm654j06bmJn3Z0ZnHNnnyHi+98HhgefOm9c1NTXHx8R3ZcFvJlpUrl1SUl8XFxQ8aPHTo0JEy4xSd5Pf5iotXl5Zurauprq2riY9PSElNy87OGz58dGefYcnr9f608Ie1a1clJSUXFAwaN2Eyn+N9hGqPt8Vk+FyVwY1KWyoZuAgstFYysMBvEACiD+/tACyLVBIAAJihVhLoC4LPUPuaNwi/29AhJolUspuoqm3yGHW3Ca4vatTMBjXJLTZuay2XzJguBmeItJVi2RqlosY+sNqW2eBdk6XEeANbCSVGxGeKtBRRVacmun7ZW4xDjCsSaUNF2TJRXuvbluyvj3Uesa8wnIdqHZbXo9jtrfvpe5YuWfTcMw/JW/lAg9vj4hNmzjzojLP+2JGSxLKybS8+/9jXX3/a3NRoWOVwxkybtvepp10wcPDO/hlnZ+fqy2tXr2ior0tM6tBIuSNHjTv73EuzsnJzcvNk4BoaST73zMOv/vfpwPJTz76Vm5e/rnj1C88/+t23X+zYUZm6+14HHvSbvWfsr9ps5v+o/LV/9ukHH7z/xqoVS71eT2gHu90xesyEw444dua+B4c9dynT0+OPmRlYPu6E088650/Lly2+6V9X1tT8mnsVDhxy1jl/nrbHDNExcp//uPaS5ct+CtyV/xdXXn2jfAB6h00b1l1w3gn63Uv+fO2hhx8j0DExSUObDKmke63YcaRuvncBgBVw0QkAyyKVBAAAZjhYAna9SKekA+2e+hWhq2KSSSW7j83mPPVo74Ll7oWFMXsXKy6PWLFBTMsQMZNEeqKYmiaKVynrtyiKxzlx6y+bJMS2HlupMSK3QGze1johpWgroBw5RGRPEFqj2FSmeXy+rSm2gcNsQwcKr09rcQu327d5m3/hMv+q9ba9JzsO3Uf0Pc889cBrrz4XdpXMFz/6cPa8eV//47q7Rowca7KTd99+9fFH7/H5vGHXetyur7/69JuvPz/muN+fedYf2w3zTIwbN9nucHo9rbG92+164rF7/3LFdR3ZUP6jxx5/quiw1//3n2efedDv84Ws0X6c97X8GTtut39ef09iUlKkPdTUVP3jb5cUr10pIpNR5c+L58ufTz56Rz7JMbGxwtT6dWuu/evFrpbm4MZNG9dt2bxBdCyVbGps+Ns1F69etTRwVz6Z1/7jjo4nmmhXTOKQpoofglu05jXGTDKcwJcxvaqS72YA0N8xryQAy2JeSQAAYIZaSaC3BA/fF1wr6W0IE2Mwr2T3UlKTYy8+RavP8a5Pb51gsqJGbNogvFuEkiTiRouRu4upk0RWqrBvz89sqlDihJouUvJEUluZnVw1pEAUjBW2RFG/WWyr0upi/VUJ6ohhvoXLPR9+6X78v67rb3ffeq9n9v8pGan2GVP6YKHkKy8/HSmS1FVVll/3j0urKisidXjpP48/8tAdhkgyIzNn6LBRwQO3apr/jdf+I0M1j9stukqmgDP2OUC/O+eTd2696ZrFP83v3g+y9997/ekn/x2IJBMSk3abvOcxx526+7QZwTWjS5csvOwvZ5SXbQu7h7ramquvOM8QSSanpA0pGiHz3cysHMOQtgsXfHf/v28O3U/wqUz5/3j3HdcZIknRVv2736xDRQfISPLqK87XI8mY2Libb3mQSLJ7hda1K8IjXJvCTirJvJIAEMWYVxKAZVErCQAAzHA9PtB3BE5SexuNqaTqTLE50wW6lW3KONt++3vn1qnpTba0ZrFyg0hMEdmJwpYh7INFdrpIzBKbV4oNW0Vji7DbWwNLJVnYC0RhoSirFoPzxZCJwjlYeIvF0nWa1+8rT/TXxmkLFvt+/FRxVKqpzWqe29+QpWaPcpxwmJKcKPqeBfO/FW2x1j4zD9x7xqzBQ4bn5ORVVJRuWF/89FP3b960PtCtrrb6uWcf/svl/wzdw2effvDi9vkapbS0jDPOvmTa7jOSU1sDPBnsrV+/5vlnH5n3w1eBDot/+vHxx+65+JJrRFedcso583/8pr6uNnD3q7lz5E9uXsEhh/52j+n7DBo0VOy01//3fGBh3/0PveKqG9SgOPnV/z7z3DMPB4a63bJpw0MP3Hb9jfeF7uGpJ/6tP3sxMbG/PfaU3xz1u7T0TL2DDHHnfPLei88/VllZFmj5/NMPjj/h9CFFw4P3E3wqc84n78pfRNuiIqPEwoFDNm9ev2D+9xMmTJFPu2iPfMb+dvVFxcW/vL3ItPXmWx8aPmKMQLcKO9q21rJGixsUfPWJAABEO46yAVgWqSQAADBDrSTQi8K++nyNqwwtsUndELRYhObx+pev9a/ZqCTGK8kJIilRxoGtP0nxoaWK9oP29q9d7yuuUcdvVYRXrC4WydkiPrF1CkklVeY2YkimSFkmVq4Wsc7WSFKJE7aBIrtADK0UQyeK+IlCqxVVW0RlrfDaNJ9qH1Zmyy5unXUyxqs4vd41mZo7OeacE9TCXNFXpaSk/+O6O0ePnai3yIRP/kyZOv1v11y0dMnCQOP8eV+HbrutZMsD9/1a4TfrgMP/+Ke/BQ9DqtpsRUNHXnfDvS/857H/vvhkoPH9d1+bsc8BEyftLrokv3DQLbc/8terLmyorw16JJufe+ZB+RMXnzBq1PiRo8eNGT1hzNiJ8q7oqiOP+t0FF11pOKX4u5POzMkdcMetfw8EkzJtnffD17tP2zu4z9o1K+Z88k5g2WazX/uPO6bsvpdh57L9kEOPluHiBeee0FBfF2ic8/E7515wWaTHE4gk4xMSb7jp/tFjJgQaKyvLqyOXsepqa6qvueqCjRvWBu7KX/qtdz4SKcFNTkk9+ffn6neHDRsl0GHh69pb5DPfWuMbduxWvRcXigFANOFdHYBlkUoCAAAzHCwBvc5whtrbYJxXkuFbO05x2NVBA3wLl3ne/Fi4PJp8e1NURZUJkqKmp4nkeDU9RclMlyGlkpWupCSq40Z63ypWB9Ta8+pFdZ3YsEKMyBa2HKHYhJImYjJFToFIyZSxjlCTZUAs5A5jhouRLSJuZut8Ge5iUbxe/gqFw+cYXt76CFQt8J7qK0v0rM52HHG4bdxw0Yedf9HlwZGkzu5wnHf+ZX++5LTA3erqShmAZWRkBfd547UXXK6WwPLAQUP//Jd/yK1CdyU/ZU47/YLa2uoP3n090PLSC090OZWUiopGPPTIS7fd+rflS38yrGpualy44Dv5E/iXBw8Ztuf0mQcd/BuZs4rOGDFy7IUXXxV21b77HfLjvG8+nfNe4O4Lzz9qSCU/+egdffmww48NjSR1aWkZvz3mFLmHwN3SshLRnutvuE+PJCX5GzH8UkLJSPLKK87ZsmlD4G56Rtaddz9h8oSkpKadevr5Al1ic6banOk+OhA1bQAAEABJREFUd9UOra615mEkX8YAIPowryQAyyKVBAAAZqiVBHYx81ecr2Wz8DcZGsMOCYhIlJQk5+m/VQvz3M/NVjxV9uElitOr+VSt2ak12/1rHNrPDuGxCU1tnVFS5paa4lmWZ8upV4RflJSL7LUiPVmouTJfEEq8UNNE4iDhmS/UlNYWGUvaxwn7yNa6Sd8WUbFO1LQWusnoUzjV1oFekxM0l1srafGuzVEHT3EcvJfow2ejZJQoM7ZIa4eNGJ1fMGjL5l/SrJrqyuAArK625uOP39bvXnPtLWEjSd1pp13w6SfvBVLMJT8v2FayJTcvX3RVZlbOHXc+/vFHb7/7zv/WFa+K0Etbv261/PnvS0+NGTfpnHMvHTlqnOiY08+4yGTtSSef/flnHwYmnlyzenllRVlGZra+VsZ+e+61X9m2kpJtmw8/8lhhKi8oHWxsaDDvvN+sw8aOmyQ6o7qq4uqrztcjyZzc/NvueDQ7J0+gx8QkDWmq3CGVVLanksGNhniSYBIAokzgjZ1jbQAWRCoJAADMcBYM6Av009O+xuLQtTGJpJKdpCj2WXuqQws9r33kW7nQNmCdfWiFGufV12s+RZPBpMumeexai7112W0TsT5R1yg2FYuEbBGf25o7ipi20VydIuZgodjbUkl5Ey+EV/gbhXuLKF0vnK1JpEhOEmmpIt7WmmuurPatz9G8YxzHHqykp4o+zFDkFyo7O09PJSsrK4YO+3XVvB++9rhdgWWZL7Y7oWNKatqEiVP1CSZ/WjRvZ1JJ0TY87KGHHyN/Vq9aNu/7r35aPH/50p98Pm/YzsuWLLrsz2ccctgx551/WWxcnPmeZYS52+Q9TDrkFwwcOnTU6lVLA3e/+eaz3xx1or72dyedITosMyjO9Po85p3NH1WoivLSq688TwbAgbuFA4tuveORjkxCiZ0RkzS0qXJ+cIvWskFsn1HSpFYy+FYAAPo53swBWBapJAAAMMP1m0Cv0HY8Q623+11bQjs7EgoFOk8dlO88+3jv5wO9n33hX7jSMbrEltbctkJVkmMVr0/4/MLTJPxB74FycUu5SF8lCguFPbU1j5SppGgLJhXHL7WSrZ28QqsQnvUyUxJ5I0RSXms22bxBrF8r1pf4yxI8m4Y4Dp1uG1nUlwslpcFDhpl3yMz6NTOrrdmh/Gvt2pX68thxu4kOGD1mwq+p5E8/HnLYb0V3GD5ijPw5RQiXq+XnxfMXLfhhwfzvNmyfQzHYRx+8uXnT+htvfiB48stQ++xzoGhP4cDBeiq5etVy0Xnyhb+ueNV3336ht/jaii9NjB3biULJ8rLSf997ox5JKop66+0PE0nuAs4E4+i4qtagaS2aZjekkqEFlDqySQDo73gnB2BZpJIAAMAMB0tAH/HLpJJNm0LWKI64HIEuUVKT7YfOVIsK3S+/7fpqqQwm7UWViuJvXTcwT6QntSaMHo9ocQuPV8icUi64PaK8QuQuE7bBcnsZMbSVS7YFk62HV/IN09eaSgq3iB8vEvZvSyt9oulrsX6dWL/N3yDc84tsw8fZZk0XsU7RtyXEJ5p3sNl+PaI0ZGal235N0P/vk3flj+iMkq2bRHeLiYmduvve8ke0TYS5+Kcfly356fvvvywv26b3Wbpk4c03XnXDzfeb7Cc9vZ2ZGqXCwl9ne62qrDDvLF/a5eWl8mHIJ00ulJVtKy/ftnLF0ob6WkM/8/3kDejE7JgP3H+LXszatm//G6+/ePa5fxboYY643NBGf8tG1T6a68AAwDqYVxKAZZFKAgAAM9RKAr0l7EsvtFbSHpfdloShi5RYp238iNhBF7iffdM99yt/TbxjXImqNYnGja3zRw4rEDmFwpbbNsGkR2gu0TrbpK81dPQuFc5sodhac8dAMCli2n4X3tae9lHCNlBobqE1CNf7YvWPoniz5tU8iwb6vRkxpx2tpiaJPi8hIVF0VZ0hUeskj8cjelJaWsa++x0if86/6Iq5X37y8IN36BHg/B+/Wbjge5PRUDMyO5JKDtaXq6rCp5IbNqz9+IO3Fv80Xy5EGlq24+LiEzrVPziSDHjjtRemT993TCdnpkRnhU0lNddWLWFU4EtXqF+7ca0YAEQL5pUEYFmkkgAAwAznv4C+4Nd5JZs3G1aFPcGNzpFvcylJMX8+XcaT7v++o30f75y4UUlpVsprRFWdyNkmhgwQSQUidpBQEoWSIJQkGWYKJb6tPtLRelTVWhAZCCZtrYFlq5jW8FKrFk1zxMpvxJrN8qSTb326b2tO7AUnqgX95Le2E+//jfX1Yid4vTub0nWQqqoym5Qh4pWXn9vS3BRofOXlp01Tyex2d5uekakvt7Q0h3Z4840Xn37yfr/poKyFA4fkDSj84bsvRQd07cN67LjdNKEtW7Ko7Z52913XP/L4K05njECPccSHefnb/KUiaMhWw0lqfWpJAQCIFryrA7AsUkkAAGCG6zeB3hUyr2RoKpkn0E3s++6uDMj2vvOZ69sf7cPW2QurlVif2FohtlWJnK0it1hkDBYJQ4RNxpBxQduprWGkYm+LJ1WhyYSyrc7PXy5qPxCrvhLrWn9r/po4z6ockZQlUpO1ymolLUUGYiJ6BU/NeOLJZ03abZrojJiYWNFJa1YtX7VqWVlZSem2rTNmHrj3jFkd37Zo6Mjjjjv1xRceD9z9efF8r8djdzjCdm5oqMvObidXLiv9dVTY1NS04FXyFX3fPTfO+fjt0K1i4+KHDR89dOhI+TNu/G45uQMW//RjB1PJLhg/Ycq/bvp3RXnZHy882d1WOrmtZPPjj93zx0v+KtBjbM701hprbYdA2t+yRd0xkjS8+QMAogyXmwCwLFJJAABghoMlYFdq9xy0r3mDoYVaye5ks9lGFSnpKb4vBnje/cRfsdE+vEzNaFL8flFSIcqrRUaZGLBZ5I0QMcNbx2j9hdZWFukTiq9t5j8ZNviF1iTcC0TDKtHUJGyq8PkVm9+WX+MvL3Y/9h8lv0AdWmgbPcw2fJCIjc66tMTEZH1Z/mFPmDhV9LD333/jow/eDCzLTLRTqaS07/6H6qmkVFtXk5ERfqTWsm0lRUUjhKny8l9TybT0zOBVr736fHAkmZWdO3Hi7kOHtcaQQ4pGGD5zmxobRc/YbfIe1/3rXofTmV8w8NTTL3j6yX8H2j949/WZMw/aBb8vK3PG57sbNwa3KJ6SwIJh4FbDMl/JACBqMK8kAMsilQQAAGaolQR6keGstOapFJpxWEtSyW6nZmcovzlAHTHEdfeT/rpY59SNtoy2gT29PtHYLOz+1nFNlcTW6LE1gPS1TiTZeutqiyTVX2adFDbhGC8y40XcStG0SlRWq+U1jqRyrbHSX7/ZX5bi+yzb93meSE+37TbaNnW8bWCeiK7TUgMGFC6Y/21gee2alaLnFQ4crC/P+/5rn89rs3XigDd9x+wwxhmxWLO8YptoT1lpib6clp6hLzfU1wVnn/vPOvzSy/4RqShTqqur0Ze79+P4dyedKSPJwPKxx5/61dw5q1YuDdy947a/P/7ka/E7MasozMn3bUMqKTwl5sWR+vRj+q0AAPRnzCsJwLKiecggAACw8zjzBfSW0NnFPIaz2G1IJXuC1uLyzJ4jmhtsA2rVlO2TAg7MEdMmiby9RMwEoSYLzSV8JcJfIzR367LWIoQMLxtbb2WLzCZlH0eOSBoqMieKosFi9zHKXqPUQbG23AbH+K2xe/2sJizxL1vpffUD30dz/ZU1IrqMHD1OX161amlHNlm08IcP339zwfzvNm9a7/V4RCcVFg7Wl2tqKr/84hPRGZs2rdOXU1LSE5OSIvUMHp01LL/f/33QsKujRv76VHw19/88bWOlSgmJSZf8+W8mkaS0Yf3aX3fbYycu5Qf9FVfdaLf/8kiqqyoefvAOgR4TZmpJ91bjZSjtjePKiWwA6Nc4ygZgWdRKAgAAM1y/Cex6oS+6wIlpX8vm0M5hzm5jZ7hcvmVr3U//T6svdu6z0T6gXthtIjlBDCsUWQXCPkD43KLxJ+GpE1qtSBwqYvZvzSB99a23tgL5rtlaOql5hNYs3N+I2q9EWbmoaxSNLa11li6P5lO0Jqd/W4pnfb6m5doPGO049iA1L1tEnVGjxuvL9XW1c7/8ZJ+ZB5n09/m8991zQ3nZL4HfKaee9/vTzhOdMX7CFJkm1tZWBe6+/NKTe+45My4+oYObz37jJX1592l7m/SU/y+n/+FCvdAw1Beff1RW9kutpM1mDx5LVgau+vL48ZODZ98Ma/72elPJ7/OJHpNfMPD3p53/3DMPBu5+9un7+806ZOruewv0AEes8X1b8ZbJF4Gm2fnSBQAWweW/ACyLWkkAAGCGgyWgV4Q9Ma25t4Y2hp7dRpdpNbWeD+a6n/6P4vg5dr/V9vwGkRzfmkdOHCbiYkVVhdj4rVj1mVj8hZj3jdiwTaiZQrEJ31pR/bpofEf4q1qnk/RtFu4fhFYn7ENaU8yyWrGpTFTVaY1eX2W8d0WO67uR3qr9bHseHnvlOTEXnBiVkaQ0IL9w5Ohfg8lHH7qrob7epP/HH7ylR5J2u+Ooo08UnRQTE3vCiX/Q727ZtOHvf7ukob6uI9v+5/lHZZSo3z36mJNMOsvH+fpr/4m0Vr54//fKc/rdPafvkIzGxMXpy9XVlcLU7Ddf2rTx1wpOX0+mktLxJ5xWVDRSv3v3ndfLOFmgB9hDatzlVy3NXaqP5hdaMan3JLYEgOjAvJIALItUEgAAmKFWEuh1+mvQ12yslVRsMaqDud+6h3/DFtfTb3g/nG3LWuycsklNdIu0JJGRIjxesXqTWLJGLF4qFq8WqzaJksrW2seCQqHKtcvEtnfE4k9F6VrhW9eaSnqXiq1viPo5wl8pEkeKkSNETOvAmP7KBPf8Qm/tdPuhpzgvONn5+yPV4YOFLZpHrznt9Av05ZqayptuuKKivDRsz2+++uzJJ/+t35114OFJySmi8w4/8rgB+QP1uyuWLz7zD0e9+t9namuqI22yacO6q688/78vPqm3TJi4e9HQkab/jnjl5afnfjEntN3r8dx1xz83rF8TuGuz2U/7w0XBHYYNHaUvr1m9Qp/KMdTcLz955skHgltcrmbRk1Sb7YprbpC3gbt1tdX33XNDaDf5ZL7w/GP6z5pVywU6KWyNu+beIsIN2druUK4AgP4o9LoTALAIRnAFAABmqJUEepFhajG/u8zQgUklu4emeb+a73n1A8W1xjF+oy2zUXH4W9sbm1vTR49H+Nt+Cy6b8CtKoNQtJ00kZwnPWrF5iShe1zpGq+wzYLWIkTllsViyWiRuFcPWiYwRIn2EGF0pflqtxHiFX1UHFth/s79it8SB2G6T95h14BGfznkvcPfnxfMvPP/Es8/58+7T9s7IbK0Qdbla5s/79r13/7do4Q/6VnkDCs8484+iS2JiYm+8+YEr/nKWXobY1Njw3DMPPVVm0mEAABAASURBVP/sI2PHTZo4cWp6Rpb88XjclZXlJVs3y4e0rni1/N3qe8jOGXDVNTe2+w+53a7bbrnmp5+OPebYU/MLWnNQv8+3du3KRx6+c+Xyn/Vup/z+3MKBg4M3HDb811TS5/P+49o/nXr6eYcddmzw7JKl27a+8foL7779quEfbWioFz1s0KCh8jG/8PyjgbvfffvF/33y3gEHHRHcp6625uUXn9DvZmZmDxsxWqAz7DEZoY2qr0pfDi6UBABEJY6yAVgWqSQAADBDrSTQd/g9xnovm6Mr9WQIpjW7PO997pk9x5axwTlzgxLj088Rac0erdHpL0/zlSX5KhOFy+6YtNlRVNk6d+SIQcJbIdZtEcWbW4sppfpGUblKZCeKmtK2WSRbRO18MbRUyFAqP09U1in+UvvgSs+P87TSw5T86By1NdQlf/5bRXnZ4p/mBe7KjPCBf98sFxKTknPzCtauXiHT9uD+aemZt9z+SEpqmuiq3Lz8m2596Korzm0MyvDkv7Lk5wXyx3zbpOSUm299SD4G826ZWTmBos8P3ntD/sTFJ+QXDFq/bo3X4w7uduRRv/vdyWcats3Kzj3siGPlVoG7DfW1jz505zNPPThmzMShw0ZWVpRv27Zl+bKfAmsdzpjzzr9Mdi4uXtnWuU6mrWlpGaInnXjSmd989VngX5QeefiOSZOnZWRkCXQfmzPMW7fmrTEplBQAgOjC5b8ALIsRXAEAgBkOloBdpt3zzpqnxtBicyYLdJmMqjZscT/xX+/brztHLo2ZulF4bf7qeO+GNPeCgpbPxjZ/vLfrq/09G2dosTNF3BBh99my2oKu3AyhKmLJKm3len+t4lpQ4FmeI1weUbZOeFaIra0D7fqb7P5yof1cLH6YL2pqxMAcJTXRVlSpJFa5H/+vaHELa3A6Y26+7aETTz5LHxc0QAZsa1YtM0SSw4aPvvW2R7Kzd7YCePCQYY88/uohh/7W8I+aUBR11oFHPPLYKwPyC9vtfOhhxxz5m9/pd5ubGuX/y46RpHLeBZdfePFVqhrmiPuii6+etsc+wS2uluaFC7577dXnPvv0fT2SnDBx90cff/XwI48bHlSJ+NPCeaKHGcZxlf93d972d4FuZXemh2n1/TIHathJJYknASDKMK8kAMuiVhIAAJihVhLoLfpLTz89Ta1kd2pxe+cv8bzxsX9DsW1AjdbicM0bJLzJmpqtJKSJ9BR1aLotP0vNz1Hzc0V8bPOVd9gyG9SktuTJaRcLVmjVjf7yRM+KAf6mQl9zuX1IpVJdK2q3iKrWYRi9K3N85UmOYeU2T41St0wMyhXZqWqLyzG2xPXNKu/cefYD9xLWOA8lk7nTz7jo4EOOfvE/j3355RxDQWHA0GGjTjn13D2n7yu6SUZG1p/+8vcTTjzji88/+uH7uStXLA0epjVYWnrmfvsfetDBRw4aPEx02IV/vGr0mAnPPfNQWVmJYdXeM2b9/vTzBw0aGmlbGfhdd8O9cz5595knH6ipqQztMHjI8JNOOWufmQcF7u41Y/+PPpwdWJ795sv7zTpU9DD54E886Sx9mNafF89/753XjvjN8QLdRVEVW5zm22GiUMVXaz5qKxeKAUA0Cbyrc6wNwIJ47wMAwLqC56trDTz8fnnrC1JeXi5v5cFSbm5uSgrhB9CzDDGk/pKUC4GXZMUXI7Qdg8n0IafkjLtMoJO0imrPx197P/hSa2hSUuLVvCwlJ0vNyVIyU5XMNCU9RclKV+Lj9P7+ZWua/3ZvzP7L7fltxUx2m+b2eddleovzlaHT7FMmuB592TlptWNctcjLEKVVwuVp+XiKljRENFWocRvtw0rVnCYlOV62a01u9/xBmjI95o+nKQU5wmKam5q+/eazrW3lpA6HIzsnb0BeobxJTU0XPam2prq4eFVdbU1jY0NDQ718eSUnpSQlp2Zl54wcNa4je3jumYdf/e/TgeVTT7/g5N+fE1heV7x63brVFeWlsXHxaWnpRUUjA9NMdkRTY8OSnxfW1dc2NNS1NDWnpWfIJ2T48DGJSUkC0W71nCO9zduCW/ypx4jCG+12u81msweRd2W0H7iV5LeyQA2u0kYAAPqhxsbGurrWb5Uej6e+vl6+28vvRfYd2bbT3//1d37e/wH0a9RKAgAAM1y/Cexiwa+4HV99GiO4dgv/5hLv5z+IqjrHb/ZTCvLUzDQRH6ckxrXGkE5H2E08Xy1QEpptOQ2/7KFReBYP9Jflq7MOdBwyQ01P9S1a4V1ebR9SpWytEDJAro7z27Kdxx+qxDg8b3zs+maxfWiFfXiFGutRVOEYXeKau8Yz90fH8YcoDmsdkcXFx8868Aixy6Wkpu02eQ/RA4YUDZc/okviExKn7bmPgCXZHCmGVFK01UqG9qR6EgCiEu/hACyLVBIAAJjhYAnoFYZsspWnNnQISkZw7QK1IM956tEd76/V1PkXr5SxomJvnQTRXxPb8nWR1pAWe+kfbHtPDvRxnPqblku/821Lsg9sTY59a7LUtDTbxFFKfKxt8ljvh3Ndz7zu3ZjmnLrRlt2gJLjtI9Z5v/7RPmGkMrYTo4YCiBo2h/GaEsVXp21/w9cbuTIMAKIVVY8ALItUEgAAmKFWEugjNG9NaKMthlrJHudbtFw01tp3L9e8indLqnf5MCVvROxFp6hB46+qOZnqblN9WypteXVC1Tzr052/HSEjycBa+6H7qCOHuF/9wPPjcn/eBvvwbTKb9G5cIYNJx+B8JSFOALAYmzPkmhJfXeC/ga9exJMAEN2YVxKAZakCAAAgMmolgT7C564KbaRWsse5Pb5la5WkEqFo3hW53tXjbXsfFHvFWWrIlJCOg/bWGjL9VfH+8kTR4rRN3WG2QnVIQcxFpzhOPtavzHDNHekrTbTl1vnmf+tfUSwAWE+Y8bfbRnANPT0d2sgpbACIAhxlA7AsaiUBAIAZrt8Edr2w9TF+d3VoT1LJnuYvq9Q2bFWcLe55gzRthOO3B9lnTBWJ8aE91cH5Im+Ur2yLvyFGyc1UBw4wdFCSEmwH7qWOHOKdW+T95muhbdYa6zxvzVHHD1ecTgHASkJrJTVv7S8L4bJJvZ2z2AAQHXhLB2BZpJIAAMAMB0tAX9B6KjrsCK5ORnDtWf5NJb5NJYo3XRk6ynn6b23DBgqHI2xPJTnBtts477tL/bXCcfRUERMmaFRUVRmU78jOtI0f6f3wc9+Cpb6la7yfz3McvLcAYCWh15SookUTITMKc2UYAEQp5pUEYFmM4AoAAMxQKwn0Fv189C+3YVNJaiV7ktbc4l+1QTS77IcfFnfr5bbRQyNFkq1sdtuEUSJ1uHA57PvvabJbJS7GNnGU8y9nO84+SUlM8Dw/WyurEgCsxOYIc02J31PBly4AsIjg7/kAYCnUSgIAADPUSgJ9hOZrDG1U7XECPae+UdtWHnPJqfYZUzrSXS3Ms40aothUdUB2u50Vp8Nx8N62ccM9/3nLM+dr5wmHCQdHZ4BVqPYwA0Er/mYRcoaaE9YAEJU4ygZgWRz3AgAAM9RKAn2E3+cO06rYBHqM5rDZD51hGzdC2Dr2PNtttj0mqUUDRYfJ/NJ52Rn+Feu0hkYljcrXvusPZ14kfwTQTRQ1XOG15vnlvzvWyguySQCIOlz+C8CySCUBAIAZDpaAXcP8jHPrK1F4DY2KGiPQk9TUFJGW2qlNbCMGaYPzO7WJ4nDYxo8QAKxEUcOcjdH8O1x9Yogk9Vu+mAFAFGBeSQCWRSoJAADMUCsJ9K5fz0r7jbWSYU9qozt14TyR06k4nQIATEWqlWz/ChXOXwNAVAi8pXOsDcCCOJEBAADMcP4L6BXBZyh+qY8Jk0o6BACgH1KUMGdjFOETDNYKANbAUTYAy1IFAABAZFy/CfSiHbLJ0FRS4RJDAOiXwl5Wor/Pa9v9uoovYwAQXXhjB2BZpJIAAMAMtZJAX6GFzitJrSQA9Eth38BVxWdoCZ5RMuwqAEA/xbySACyLVBIAAJihVhLYlUwqYxjBFQCiRtiJgeX7PF+6AMAiTK47AYDoRioJAADMUCsJ9BGKCKmVVEglAaBfCv8GrnlEB3AKGwCiAEfZACyLVBIAAJihVhLY9cJWTIaplbQxryQA9EthayUDI3XzvQsArIB3ewCWRSoJAADMUCsJ9Lpfxnfyh9TQKKSSANAvhR+Ce3utZMdPVXNSGwD6KeaVBGBZpJIAAMAMtZJAXxGSSjKvJAD0U4rqDNOqeQUAwBqYVxKAZXF5NQAAMEOtJNBXhAz3F6Z6EgDQL2i+sK2/LunDd3PCGgCiEUfZACyLWkkAAGCGWkmgj1AUY2Wk5qeqBgD6pfCXlez4Pq+1EQCAaMQ7PADLolYSAACYoVYS6CvCpJLUSgJAvxT+spLt7/N89QKAqMe8kgAsi1pJAABghlpJoI/QlJALCpmBDAD6J7/fHaZVYbZgALAK5pUEYFnUSgIAADPUSgJ9hGqLMbRQKwkA/VSkEVw5PQ0AFsFRNgDLolYSAACYoVYS6DOMFxSSSgJAP2UyryTfuwDACni3B2BZpJIAAMAMtZJAH6GoTkOLppFKAkC/9P/s3Qd8HGeBNvB3iyy595Lq9EYJJJQEQhJCChAIPZfQez3gOD7KAcfB0Xs52gFHOcpxHJ0QCJCQHtJ7T5w4jnu3ZNUt39prb8YzuyPZlm1J8/+jn5idnR3JjjWrmWee9206r2TVcFYAmWFeSSCzpJIAQBpdSRgp8vH5xppe1AZgFGh2W0k9lXSFGiALzCsJZJYb8QCANLqSMELkcslUUlcSYFSqVPqbrE0c5wEYq5xlA5mlKwkApNGVhJGiSSrZHwAYhZqX3fNtLlIDZISzbCCzpJIAQBpdSRgpmnZoquUAwGjTvOy+9TjvUjXAmGdeSSCzpJIAQBpdSRghqrkmky9USj0BgNGmUupustYIrgCZYV5JILOkkgBAGl1JGCHyxUnJleWBDQGA0aZS6myyNj+hsZjbKgAwFjnCA5kllQQA0uhKwgiRb5ueXCmVBBiNyv3rkyurhWnJlS5bA4xJzrKBzCoGAIDWdCVhj9sy60yxydVqqSTAaFTuj3clq/lJtSN92E5+SQMYpcwrCWSWriQAkEZXEvasxqWKXLOuZKW/MwAw2iTvKanmpzSWXaQGGPPMKwlklq4kAJBGVxJ2v6Z3A7QYwXV9YGT40/m//o+vfCK28lOf/c/HHn1s2E4XX/Snz33mQ9E1p51x1j/984cDw+o97379HbfdVF9+8dmves3r3h52wg+//42f/+x79eXXvv4dL3rJKwO01iSVLEytLwz6e5dfzADGAAdzILN0JQGANLqSsKfELlW0SCV1JUe0yy79S9h+l1zy5wCMaeldSQDGPGfZQGZJJQGANLqSsDul/bgVJtR+HGPrdCVHuEsv+fP2XnLq3LD++muvDMCYlkwlc8Vpuc22Wdl61jG/ngGMauaVBDID0ULAAAAQAElEQVRLKgkApNGVhJEj3z47tkZXcoTr6txw803XbtdLLr/swnK5FIAxrdJ6BNe6WELpsjXAGGNeSSCzpJIAQBpdSdiD4oO4FuODuCbbNowEudwj51mXXfrXsD0uNXwrZEC5P20EV796AYx5DvVAZkklAYA0upKwRzSuUzTqMpv+r21abLNyn1RyJDrk0CPHT5hYX77yiosq5fIQX7h61Ypbbr6uvjx9xqwAjEWVga5aChlfu7UrmXKd2iVsgDHDWTaQWVJJACCNriSMBFt+DIvxVLJSkkqORG3j2o4//qT68ob162684eohvvDSS/+ydQ/txx1/YmO94zCMJc1r7puP8IP+sDsaAIwN5pUEMksqCQCk0ZWE3WMolyRyiVSy1Ls6MCI97aTTG8uXXTbUQVwv+duW4VuPO+6kjvbxjfWOwzCWlPqaHLqr+SmxiSSjpfngyjXA2GJeSSCzigEAoDVdSRghaj+Jhfa5A9uu3HRpu1qqxZWBEeYJTzh+0uQpXZ2bGlGXX3bhO975wXyhkP6SJYsX3XvP7fXlk04+/fbbbgzbqTQwcM/dty9bvmT1qpVt49pmzpiz737zDzzo0LCdVq5YtnTpw4sXLdzQuX7a9JkzZ8466KDDZ8zcjhFl+/v7Hlr4wNIlD9f209HRMW36jHnz9jno4MOLxdH9b7Wnu3vBgnvuv//ucrk0Z85ej3nMMVOmTgs7avWqFfffd/fKlcu7ujbU/p7nzdv7sMMeNX7ChLD9av94li5ZtHr1ynXr1hYKhWnTZsyeM/eQQ46YMHFSYOQZ6FnWZG3xkR+xWB4ZRJIAY44DO5BZrl8AAGl0JWHkyLXvk1hXHehe1jZx38BIUjts1jLIE5526p/O/1XYFGVtvO66q5705BPSX3XxRX+sL9TizCc++YTtSiXvuvPWn/74OzffdG2pFEuua3ubesopzzr3pa+fMm2Q/Gz5siW/+83PLrnkz2vXrEo+O3vOvKef8qyz/+HVjSkzkyrl8kUX/fGiv55f+06S0+YVi21HPepxL33Z6x9z9LGxpy6/9MJPfeJ99eWJkyb/9H//Mmh+uWzpw6979fPry/vsN//b3/1l2GVqf64rLv/bX/7yu+uvvSr65yq2jXvGqWe+4pVv2q5JQHt7en75ix/95c+/q6W/sadyufzhRzz6JWe/6rinnDSUXd13713/+7Pv3XjD1bV/Y003OODAQ0897TnPPvNF7R0dgRGjaSpZKc6r37kQu07tsjXAmOT2XyCzjOAKAKRxsgR7SmP4vsbPYHH8fsnNBnqXB0akk06ODOK6dcLIFBdeeH594alPPWXoncJyufTFz3/k3f/0muuvuzIZSdZ0da7/3W9/9rrXPv+Sv12Qsp/as69/7Qt+8+ufNo0kw+YC5c9/9v3XvfoF99x9e9MNujo73//eN3/p8x+5+aZrkpFkTe3bu+Xma9//3jd9+Yv/Xsv5ok/VQrhG6XBjV+eVV1wUBvPnC37XWD799LPCLrNh3br3vPsNn/7k+6+/9srYn6s00H/BH3/95jeefe01Vwxxb3fcdtNrX/W8n/7428lIMmx6z63cdectH/vouz/8oXdsWL8uZT+1v8DPf+bD7/zHl195+UWtIsmaBx+497vf/lLtO1z00IOBEWOgO/5fv5prD8XpsVFb/QIGMIYZnRvILKkkAJBGVxL2rG0uWLTvndxgoHtpYER6zGOPnTZtZn35qisvLpVKKRvfd+9dy5Y+XF8++ZRnhqHp7+/7tw/904V/OW/b1bn99j9or71rGfYj17m6N3Z99tMf/PF//2fT/dx9522f/fSHoknhuHHt8/ba94gjHztnzl75/CNjz65fv6YWPS5ceH9yJ7X9x/qdU6fOOOTQI2sfEydNjq7/ywW/++pXPhFdU0thn3HqcxoPL/rr+SFV7Y3pL3/+fX05l8uftstSycUPP/TOd7yylhRGV9b+OLU/VNu49vrDrs4NH/vIu++4/aZB91YLLz/wL2+r/R1GV46fMPHQwx7VMX6bgVtrCejb3nLu0iUPt9pV7b/X3y46P7afffc74Mijjq79h2vvGB99asXyJR/58DsH+vsDI8NAb/y4XS3Oiz5sOnCrK9cAY4l5JYHMMoIrAJBGVxJ2v6Z3A9RWFsfvn9y4+fxkjAC1/2QnnnTa7377s1AfxPWaK1KG5bz4b3+qL9SSvFqcGYbmW1//3I03/L3x8PAjHv2KV73lqKOOrg/X2dfXe9edt371yx9ftnRxfYP/+cl35h9w0NNOPC22n80Z4ZZ/cvvPP/hVr35r9Fvt7en54/m/+vGP/rO3p3vTbnt7vv3NL3zi09+I7uGKyy68/rorG3/0s55/zkvOflV0Ksp77r79v77zldtuvaH+sBZMnnHG84581NGNDZ75rOf/+pc/ri9ff91V69atmTZtRmjhlpuvW7N6ZX35iU8+Yeq06WHX+NIXP1qL9BoPTz39rHPOfe1ee28aM7kW4j744H3f+sbna1lsuVxq/NFaWfTQg5/6xPsH+vvqD4tt484993UnPf2M+t7C5jFp/3zB7/73f75Xf1j7A37y4+/70ld+UGxri+3qr3/+fbR9+/RTnv3is195wIGHRLep/RX913e/et89d2zd+eLz//DL573g3MAIMNAd77hX2/ZqLCd/7zK7JMDY45AOZJauJACQRlcSRpD8+FxbPH2RSo5kJ0YHcb3sr602qx1mL71kS8h0yjOeNcSrVJdfeuEFf/pN4+Gb3vL/vvDl7z/+mCc3ZhBsb+84+nFP/I+v/+SJT3pkSsuvfOnjsaFB77zjlgcfuLe+PG+vfT/3he/E0tOO8eNf8KKXvee9H2usuenGaxY//FB0mz/9MfqdvLv2EY0kaw47/FG1IPOIIx/bWPP73/9fdIN6z6++XKmU/3bhH0Nrf91alKw59dQzw65x8UV/uvP2mxsPz33ZG9717g83QsR8oXDQwYd/8jPfPOUZzx50V5VKpRYx1gLd+sODDjr829/9xTkve11jb2HzX/4rX/3WD33487X/cPU1C+6/+39++t3Yrkql0vf/62vR7+r/ve/fY5FkzWOPfsKXv/rDox79uMaaC//6h8DIMNCbGMG1OC+3Vez3rpSQEoDRy1k2kFlSSQAgja4k7HHbTDM2Lj6Iq1RyJDvyqMfOmj23vnz13y9tNYjrbbfcsHrVlu7Uyac8KwzNf//wkbbis57zorOef07Tw/WEiZM+/JEv7Lf/QfWHPd0bf7u5vtmw6KEHGsvPOPXMSZOnhGZqUeWxT3xK42EtmIw++/CiB+sLxbZxz37Oi5vuoVgsvvFN/9x4ePON18Y2OO2MRwZiTRnEtben57LLLqwvT5k67cnHt2yg7qQf/+iRAW+fesIpL3/lm5Lb1P5Q737vvx9y6JEh1RWXX/jQ1mFva6HjBz/82bnz9m665fFPPfmd//yvjYe//c3PYtNGXn3VJevWra4v7z//4KbfVV3t38OrXv22xsPlkdIne1C13FvpXx9f2RYfwbWhsSYAMIaYVxLILKkkAJBGVxJ2s6ZXKBoP8x37xraXSo5wJz99yySRtWypFkw23eaSSy6oL8zba99DDj0iDMF1116x+OGF9eWZM+dE076kfKHwhjf+U+NhbB7KQuGReT1Wbx0WtamXvuwNb3/nBz/+qa9/53u/fuaznx/7EvWFcqm0bu3qVns4/MhHv/HN737/Bz/15f/4729++39jz5500umNCREXLLh70cIHmu7k0kv+3BgH9emnPLuWC4ZdoPbVly5ZtPVR7mWtw7+ac1/6+pDq17/8SWP5Na9/+7y99knZ+KSTzzj8iEfXl2v/bC7fGsFu/V5yTzvx9MOPfMzUqTOedeYLQ6q9N00vusXGrq7ACNB0MuBqca/Gwd8VaoAsMK8kkFlSSQAgja4k7EFNBu7TlRxtTooO4npJk0FcK+XyZZduWf+MIQ9GGk2qHn/scePGtadvX9tm/ISJ9eWVK5YtXfJw46kDDjy4sfyn83/13f/8Um9PT9OdHHHkY5757Bc8/pgn773PftEsc9NODtiyk2q18r73vOm2W28MLTzvBec+7cTTDj3sqClTp8We6hg/PvrXFR2fNuqiCx+pUT7r2YPEcjvs6qsfiZCfcsLT588/OGXj455y0sGHtIyTa3/hd991W+PhU5/6jDCYp55wSmP55puuiz31/g9+8otf/v5Pf/7ns573D+n7mT5jZi635ay/9p+m9o8tsKc1P2iP2zSv5DbN+K3xZNOcUsMGYLRzDAcySyoJAKTRlYQ9JXo9urFcGB/vSlbLveX+dYGR6qCDD5+315b/alf//ZK+vt7YBtdde2VX54b6cqNYOaj777u7sfzoyNyBreTz+SOOeEzj4c03PTJ6ai1O22ff+Y2Hv/7VT/7hxae8592v//nPfrBk8aIwNLWgsbG8bOnD7/t/b3j1K57zxc9/5KorLh7o7w9DdsYzH6lgXnjh+ckUbfWqFbfeckN9+dDDHrXf/geEXeO+ex/5Gz722OMH3f6JTz6h9a7uaizPmbt3bMbNpo7aOsVm2DRY7tVhh9TS0L9c8LtaGNlYU5ZKjgBNU8lKccsIrildSUkkwFjiLBvIrF0y1g0AMGboSsJuk34TQP0nMTmCa03/xkXjx00LjFTPeMazf/Ljb9cW+vv7rrn6smiAV3PxxVuGbz3s8Eftvc9+Q9znsmWLG8tf/uK/1z7C9liyZJu48eWvfNNnPvmBxsNSaeCO226qffzw+1/bb/8DH//4Jz/u8U963DFPam/vaLXDp55wyi9/cfiC+x9J8mqR2IV/Oa/20Tau/bGPPfbYJxx/zLHHDxoiHnHkY2oRaX1w2g3r11533VVP2jbtu+CPv6m9NdWXTz3tOWGXWbPmkcFsp02bMej206fNbPXUsuWP/MdasXzJmWc8IWyPtWtX18LslL/8mnXr1qxYvnT5sqUrVy6r/c2vWLnsoYULlix+KLZZNbgAuufVjtiJdblqcW4sj2w1jjcAY4N7TYDMkkoCAGl0JWHk2NyVPDC5vq9zwfjpjwmMVCef8qx6Kllz+aUXRlPJWk555RV/qy+f9PQzhrjD2mG5e+NOzREY6y+eeNLpXZ2d3//efyR3u+ihB2ofv/vtz2rh4umnn/W855+zz37zkztsGzfuox/7yuc/++Gbb7om8bX6rr/uytpHbXn+/IOf94Jzn3HqmcW2ttDCs579wu9++0v15Yv+en4slfzrX/+w9Su2D71augPWrFnVWJ42fQip5IyWqWTnhvVh59T+eyVTyfXr1l7wp99cd+2V999/d29Pd2CU6OtaEFuzqSiZe+TiTGzs1mha6eI1wJhRv/3XuTaQQUZwBQDS6ErCHpS8El2YeFhys77OBwIj2N777HfQwYfXl6+5+rLoIK6bBzjtC5tGWC2cdPJQU8nO9TubcpXKpdiaZz/nRd//4e/f+o/vf/wxT659z1CRTAAAEABJREFUM8mX1L7PP5z3f298/Ys+/u/vaTqy64yZsz75mW98/ov/9Zyzzp41e27Tr7tw4f1f/fLHX/Oqs84/75ehhdNOP6sxaeXf/35JT/cjedttt9ywfGtJ9PjjT5o0eXLYZTq3DqtbM3Hi4F9oxvSWqeTGrp2KkEOz/1433XjNW974Dz/8/tdvv+3GVpHklKnTaol4YIRJHrEr4w5KBpAAjG0O+EBm6UoCAGncvwl7VjyYzI3Ldcyv9i6MbpNs3jDSnHjS6fXRTfv7+/5+5SWNWuSll/y5vnD0454wvXWsFdM+fpva3Ps/8Omp07ZvCN+ZM2YnV9ZCvjOf++LaR1dn5xVXXHT5pX+96aZrkjM7XnXF3+68/ZYvffUHc+buldzJkY86uvbxlre99+47b7vs0r9cfvmFK1fEZ9Fbs3rl1//jU8uXL3nN697e9Ns4/iknX37ZX8PmKPTiv/3pWWe+sP7UX/96XmOz05/5vLArTZ48patzS/q7atXyQcee7WrdXm3veOS/15Oe/LQXvOhlYTtNmjQl+vCCP/32P778ieiEkXW1NPfAgw496ODDDjnkyMOPePTBhxxeO25cfNEfAyNGtTIw0L04vnLcQY3l3Lai6wMAY4jbf4HMkkoCAGmcLMEeEb0hIBpMbhrEdcJhpW1TyX5dyRHvpJNP/8H3/qO+XAvq6qlkLfy79portm4w1KJkTXt7R9u49nrJsmbipEmPPXr7pipMV8sFz3jm82ofnRvWX/33S6+79qobb/x7V6Q7uG7d6q/9x6f+/eNfTdnJ4Uc+uvbx+je9687bb77mmituuP6q++69M7rBL37+w6c85em1bZKvPf2Ms+qpZNg872Y9lSyVSpdfdmF95Zw5ez3u8U8Ku9L0GTOXbp19c8XypYNun7LNpEmPVC07Ozfs5H+sO2676atf+nhjcs2O8RMef8yTDz30yKOOOvqIIx/TNm5cdOOe7o2BkaSv8/7kymr7I13J2K1ghm8FGKvMKwlkllQSAEijKwkjROPKRX7CYWHNX6JPDfQsrVb6c/lxgZFqzty9jjzq6DvvuLm2fM3fNw3iWksWa8FbefPInIVC8YSnnbpdO9x7r30XLtwSb9x3713HHHtc2AUmT5l66unPrX1UyuUbb7j6B9/7+oIFd9efuv7aK5cueXivvfcddCf19uSrXvPW1atW/PH8X//PT77TeOq3v/3Ze4/8ePIlxzzh+OkzZq3dPLPjbbfcsGb1qhkzZ111xcWNjO2U087c1VfxotXVFSsGTyWXL1/S6qm99tqvsbzg/rsrlUo+v+NzqfzXd7/aiCTnzz/4E5/5RkrLdv36ddGH3tD3uL7OJtX2avvBjeWmXUmlSYCxx7ySQGaZVxIASKMrCbtf8tbp6HJx0uHJl/RtuDcwsp140mn1hVJp4O9XXhI2Dd+6JV0+7vgTx0+YELbHEUc+prG84P57hvKSv/7593/9y3m33nz98mVLasFYY/36dWvvvuu2Sy/58+9/97+tXpsvFI594lP+/RNfGT9hYmNlLQ0NW/5EpcUPP3TD9X//4x9+VdtVq53MnDXn5a980wtf/IrGmgcXNP93W/sH/8xnvWDro+olF19Q+7/LLmuE8bnTTntu2MUOP/yREueVV1w86PbXXH1Zq6eOevTRjeVaIL140cIwmNrf5+9++7+1fycLFtzT29PTWL9s6cN33XlL4+Hb3/mB9IF/H3zgvujDasWlzz2saSpZaTvQkK0AWeM4D2SWVBIASOP+TdiDotepG1cu8uMPTW7ZZxDXEe9pJ55a+89YX77yir9tWLfu5puurT888aTtGL617rDDH9VYvvrvl6xauTx9+1rK9eUvfuxLn//I+9/7pte+6qzbbr2xvr5cLr3x9S/+53e++jOf/MC3vv659MBs+oxZhx32yNft7t4yk+J5v//5G1/3wn/9wD9+7auf/M2vfhpSPfm4ExvLG7tbzsW4edTW3NY/4KWlgYHrto52+9ijj5231z5hFzvlGc9qfAMPLbz/qtRg8pabr1v0UMufwZkzZ8+cNbfx8Pe/+3kYzI9++K3//MbnPvbRd7/9LS/9yIf/qbH+wQcfGf+zlhAf+aij0/dz/fVXRR9WKuXAHpWcBrhSmBcKW25KaNqSTF62NugfwBjgLBvILKkkAJBGVxJGgsY16E3zSk46IrlB8ko3I00t0jv6cU+sL197zeVXXHFRfRzOjvETjnvKSWE7nfC0Z9ReWF/u7+/78hf/PX37H//3t6rVLf3IAw48tBbs1ZcLheJTTzilsdlVV12cvp/GCK41jeFbTzzx9EaAd911V1bKadHXooWP/Fudt1fLAWBrSd7jj3lyffn222+qBZN9fb31h6fu+qJk2PzfKzoB5M9+9r2UjX/7m5+FVJszzi3+cN4v7rrz1pSNaxFyY1rNmuc9/9zG8vjxj3Rqe3t6Gn8nTd19121/Ov/X0TWlUimwRyXvIKm0HxQS6WOrh34lAxgzHNiBzJJKAgBpdCVhdxr0wsSmK9P59lz7frH1upKjQmMQ11qY9N8//GZ9+WknnlosFsN2mjR5ylnPO6fx8MYbrv7m1z5biyeTW9aO4T/8/tcvveTPjTUvevHLoxucdPLpjeX/+/kPU4ZgPf+8X3ZuWF9fbu8Yf9BBWwYTnjFz1qMf8/j6cvfGri994aPREWKjerq7f/WrnzQeNl7V1OnPPKu+UIs5f/Tf/1lfnjBx0gknPiPsFm9487tqP2/15fvuueOLn/9I01TvD7//xd+vvDh9Vy980ctrf2NbH1U/9Yn333n7zU23fOjBBR/+0DsaEfLe++wfDa0PPviRmxJq28RCx6gHFtz7iY+9L1aO7E1NMdnVqpWBgY2LYiujw7c2LUo2nV0SgNGufpbtXBvIIKkkAJBGVxL2rGhFpvHDWEzUJZvOVcZI89QTTsnnC/XlDevX1hdOOnm7h2+tO+fc1+63/0GNh+f9/uf/+NaXXnvNFY1pCDesW/fHP/zqLW88++c/+370ezj5lGdF93P045547BOeUl/u6tzwnn9+/Xe+9cVG+li3etWK7333q9/8xmcba573/HMnTZ7cePjKV7+1UZe86MLz//EtL73+2iuje6i9m1x5+d/e/743L1n8UH1NLaV7XiRYTXrKU0+pZZD15UUPbfkX/rSnndre3hF2i4MOOuzsc17deHjhX8774PvfumDBPfXMtfYnWvjgfZ/+xL9842ufHnRXU6ZOe9s/vr/xcNXK5f/vn19f+ytdvGhh/XJkLXm97dYbP/+ZD7/9bS9btvTh+ma1P+m73/PR6Ltw7e88WjD99re++N1vf3n9urXRr9XV2fmbX//03e967epV8XF9u7o2BPac/q4mt49U2w+OPkxmkwCMSY7zQGZt9z25AECm6ErCnhL96YtXZ8YfEsJfohsPdC+uVvpz+XGBEWzylKnHPuH4a6+5vLFm6tQZj3v8k8IOae/o+PBHvvAv73tzY1LJWsT1kX99Z21hzty9x3eMX7jw/thLHn/Mk9/7/k/k8/GbU2vR19vecu7aNavC5pkma5nWb3/zs2nTZ8yePXdgYGD16hUb1q+Lbv+oRz/+nJe+dts1j3vFq978o60F0Fpc9+EPvaNj/ISZM2fXArnanletWlka6G9sn8vl3/u+j9eeCq0Vi8VTT33O7367zeCop51xVtiNXvaKN65YvuxvF51ff3jbrTe8/S0vHTeuff4Bhyxa9EBvT3djy+ecdfZ5qRNGPuO0M5csXfSzn3x364rqL//vv2sf9b3V/sZiVddagP2hf/v8EUc+JrafV7/2bbUotLGTX//yx7/99f8cdvijjnrU0Ru7OleuXH7rrTcMbN3VWc87p3+g/0/n/6r+cNFDD9Si1sAe0rTUXhl3YL5FDNn0rhQAxga3/wKZpSsJAKRxsgQjR+PydHHi4clne9ffHRjxnnbiadGHJz39jJ05xu69z35f/+bPjn/q02PrVyxfkowkT3jaqf/6b18otrUl9zN12vRaWhkZYnTT6KC1KPGeu29/YME9sUiytp+PfuwrycLiP5z72icdd2J0TS20W/zwwjtvv3nZ0sXRSHL6jFn/8sFPDWU2zTOf++Low332m3/kUY8Nu1GhUHz3ez/6vBe8NLqyFh/ee8/tjUgyXyi86a3viU7P2corXvnmf/ngZ2rhdHJvsUhyxszZ//LBTx9z7HHJndT+Cb3qNW+LrqlUynfdecuvfvGjC/70mxuuv6oeSc7ba5+Pf+rrb3rr/6sFxo0tb7n5+sCe0/QoXR13cDR6bDqOa2Njv5IBjBnmlQQySyoJAKTRlYQ9InqdInnNIj/xUcmX9Ky9NTDiPeWpT68FXY2HJz99B4dvbZg0efKHPvy5z37hu489+omttqnFll/75v/8y4c+3d7RcuzTxx597A/++/cvfPErxo1rb7rBxEmTTzn1zK987ce1/YyfMCG5Qe2f6L999Iv/+pEvHHLoka2+yiGHHfX6N73rv37wm6c+bUhzQ+673wGHHf7Iv/bTT9+tRcm62p/rjW/+50999ltHPuro5LPHHX/S177xk7Oe9w9D21k44cRnfP+Hv3/py98YyyYbanlkLeP83g9++5QTnt5qJ2ef85ovfPn7jXk9Y2qh78te8aZvffv/Hn/Mk2sPjz/+pGJxSxT9twvPjw33yu7Usy5+lC4X9wmFTT9NyWAyqEgCjGnmlQQyy3VGAMiuxolQXaVSqX0uR6xcubL2uXZFbN68eVOnTg3Artf4/Tz6s1nX+NksDfSvv+LQUOmNvnDK3qfvc+wnAxm2auXyKy6/qLNz09yB48eP32uv/ebttffee+/fMX780Heybt2ae+66vWtjZ/fGro0bu2qB1vTpM+bM3fvIox4TzVPT3XnHLatXrdxY20n3xt7enqlTp0+fPvPgQ4+YM2de2E7vfPsr77vnjs2LuR//zx9rkVvYc+6+87YlSxetW7umVCrV/ixHHPmYufP2Djuk9vN8883X3XH7zbWf8XwuN3PWnL32rv332mf27LlDDKJqL7zl5uvWrlnd2bV+Y2fXpMlTat/S/vMPqu0kMAJVK3f98WnV8jal2P6JZ5T3+WRxq0LtZyyyXJfP52ufa/8qagvSSoCxYePGjRs2bPqFbWBgoLOzs3bYb2trK24r+kZQfwuI3rYSAEYt80oCAGl0JWE3G/SHbtPViNo16smPL6+/Krq+Z91tgWybNXvu815wbtg506bNeNJxTws7Z7jGWV229OGtkWQ4/qkn79lIsubwIx9d+wjDofZD/PhjnlyvM+6Y2pHg6Mc9MTBK9G64JxZJ1lTHb5o3tNUIrk0vQLsSDTA2mCoFyCwjuAIAaZwswR7XdDS//KTHxTYb6F5S7l8TYAz5y1/Oayyf8cznBxi1etbenlxZSyVzqZNKAjBWaT0CmSWVBADS6ErCCBEtytQUpxyT3KZnjaklGTtKAzv80fAAABAASURBVAMX/PE39eXZc+Y94YlPCTBqJSeVrIZiZdxhjRiyfh9Y7FAfjNcKMEaZVxLILKkkAJBGVxL2oORPX+MidXFqk5Ebe9bdHmCs+Pa3vrh2zar68vNf+FJvRoxqPWsTqWTHESHfluxHxpYb2/sRABhLHNWBzDKvJACQRlcS9pRGdaZxc0D04kV+3OzcuL2q/UujL+nWlWQ0q8WQ06fP3G//Axbcf8+111x+z91bUvapU2c861kvDDBqVQa6+rsWxlaW2x+dMnyriiTA2Ob2XyCzpJIAQBonS7DHRUf2i16zLkw5prTqD9Ete9bdEqqVkDMgCqPSQwvv/+2vf5pc//o3/VN7R0eAUStZlKypdDw6JEbnToaR0btSciYhAxgrHNKBzHLBAgBIoysJu9+glyfql63zkx4XW18t9/V1LQgwOs2aPTe58pRnPLv2EWA061l7W3Jluf1RrfqRyfUBgLHFvJJAZulKAgBpdCVhJMg1U5xyTH9iy541t7VPPiTAKDRn9rzowylTp738FW8+87kvDjDKda+LdyUruanVcfs2jR5z284l6dcwgDHJ4R3ILKkkAJBGVxL2rOTPYOP6dXHy0fV5J6PPdq+5cdr85wcYhc556euefPyJ9993d2fn+n32nX/MsceNG9ceYNSrdq++MbaqMv4xuSFobO/iNcAY4/ZfILOkkgBAGidLsAflts4o2fhJ3OYidWF8YdJRlY23R1/StfLvAUanfKFw8CFH1D4CjCE9a2+vlntiKysdj84lBmuN9ib99gUwtuWM0Q1klXklAYA0upIwEjS9eF1bU5jypNiW5b7V/Z0PBABGho0rr06urEw4Jmw7amuyHxm2vWbtyjXAWGJeSSCzpJIAQBpdSdgjmv7c5RKTjRWnn5jcrGvVNQGAkWFj4phcCR2VjqNzQxvBtWlOCcBo53gOZJZUEgBIoysJI0SuWV2ybdpTq6EQ23KjVBJgZKhW+rvX3BRbWRl/TDXkY9FjrDcZjOMKMKY5ywYySyoJAKTRlYQ9LlmUeaRAU5hQmHxMbPuNq66tXQgPAOxp3atvCNVybGV5wpOSnciQyCYb2/tNDGDsyRmdG8gqqSQAkEZXEvas2KRiyYfFaU+LvaRa6u5Zd3sAYE/buLJJeb0y8bhc6pCtLlIDjHnmlQQySyoJAKTRlYQRIlagaVzCLk5/WnLjptfBAdjNNq66Oramkp9Wbjsotz2CSg3AmOOQDmSWVBIASKMrCXtK8lJF9PJ0Q2Hy46q58bEtTS0JsMdVBjp7198dW1kef1wycYw+BCALnGUDmSWVBADS6ErCSBPrzeTybcXpJ8S26V5zU7XcFwDYc7pWXp1cmTJ8a0pLEoAxxkEeyCypJACQRlcS9rhogSbWp6kvJ6eWDNVy9+obAgB7TtPaenniU9IzSFeoAbLAvJJAZkklAYA0upIwQjTNJusKU09Ibt+14ooAwJ7TueyS2Jpy24GV/LTcdhYl/SYGMPY4tgOZJZUEANLoSsIelBvi1JITD821zYptuWHJXwMAe0jvujvKfatjKysTnpQeQ0bF1rh+DTCWOMsGMksqCQCk0ZWEESjWodkUTM44I7ZNqW9V77o7AwB7woZlf0uuLE88IdmGHLQrCcDY4zgPZJZUEgBIoysJI0QuMnxrSJQm22Y+M/mSzmbXxAHYDTqXxo/A1dyE8vgnpmeQLk8DZIR5JYHMkkoCAGl0JWEkaJpEhkjJpjj9aSE/KfaqDUsvDgDsdv1dD/V3PRhbWZpwYsgVYmFkPp9PCSmDGg3AGOXwDmSWVBIASKMrCXtWrsXUkvHr17lCYcYzYlv2dy0Y6F4SANi9Niy9MLmyPPmUEDmG15aTkWRj45xJJQHGNGfZQGZJJQGANLqSMHIkL1LnBhvEdcPiPwcAdq/OZRfH1lRz7eUJx0djyMZyfaG+WbIrCcCY5FAPZJZUEgBIoysJI0RsQL+k4oxnVHNtsVdtMLUkwO5V6lvVu+722Mry+ONqwWSuxZCtwaSSABljXkkgs6SSAEAaXUkYaXKJ+ca2XNUujC9OOym2ce3KeKl3VQBgd+lsNnzrwMSToy3JVtNJJqPKAMBY5AgPZJZUEgBIoysJe1yu2dSSYdtIsn6BuzDjjOTLO5ddFADYXTYsuTi2phry5Ukn55qVI4fSmHTlGmDscZYNZJZUEgBIoysJI0oudWrJ4szTQq4Qe8mGpRcHAHaLSmlj95obYivLHU8I+Ym51E5kLI/02xfA2KYTD2SWVBIASKMrCSNHrvWkklsak20z8pOfGHtV9+rry/1rAgC73obFfw7VcmzlwMSTcokZJWPjuIZtbzQJLlUDjGnmlQQySyoJAKTRlYSRqWUwOT0xiGu1vP7hPwUAdr11D/8hsS5XnvT0aBiZTCijRclcohMfABhzHN6BzJJKAgBpdCVhJEgZ1i/arald5h4356zkIK7rm1wlB2CYlXpX9qy5Kb6y/XGhOCsaSbYKI2NdSQDGMGfZQGZJJQGANLqSMKLkWg/iuqV/M252fuoJsVf1rr+7r3NBAGBXWrfwN8mVA5PPzLVW26ARVQYAMsNtKEBmSSUBgDS6kjCSNQ0pi7NflNxy/cPnBQB2pXWJI201jCtPOjUXaUmGzTFkckbJoC4JkCXmlQQySyoJAKTRlYQRIvmT2PQq9qZUcsYZ1fyE2MbrHjpv0+VxAHaNnjW3DHQvjq0cmHhyKExoNNqjeWTKaK4NfgcDGKsc4YHMkkoCAGl0JWEEisWQ0UFcNymOb5t1Vuwl5f41G1ddEwDYNdYvPj+5sjzY8K3JMNJ1aoAscJYNZJZUEgBIoysJI03jR7LpuH91hdkvTL5w/aLzAwC7QqW0fvEF8XX5aaUJT47FkLHhW1tFlQGAMc0BH8gsqSQAkEZXEkaO3NAGca1d7y5MeVIYt19s4w1L/lot9wUAhlvn8ssqA52xlQOTzqwdknORsVsN3wpAnXklgcySSgIAaXQlYWSKxpBR9Svdtc9tc14Ue0m10rdh6YUBgOG2/uE/JFeWppyVG6wTmTN8K0AmOeADmSWVBADS6ErCCJQbyiCus16QfOH6RX8IAAyrykBn5/LLYyvL4w6rth8YvVmkUZocNKoMAIx1zrKBzJJKAgBpdCVhRMkNfRDXCQfkJz8ptvHGVVcPdC8JAAyf9Yv/GKql2Mr+SWeGrQfnWBJp+FYA3IkCZJZUEgBIoysJI1Y0hmx6vbtpXXLtwl8EAIbP6vt/EltTreYqU54ZPSBHG5M5w7cCZJ55JYHMkkoCAGl0JWFkyg1hENfirOeEfEfshWsf+m0AYJhsXHXNQPfi2MrSxBOqhemNPLKmtjIWTBq+FSDLHPCBzJJKAgBpdCVhpIlewmgaSYbN1743aZtSnHNO7OWV/vXrF/0+ADAc1jzwv8mV/VPODlsPxbEWe6s8MsqlaoAxz1k2kFlSSQAgja4kjFgpLcnGRfC2vV5bezL2wjUP/DwAsNNKPcu7ll0WW1ku7l+Z8KTooThamkyGlPVX+XULIFNU5IHMkkoCAGl0JWHkaxVJbvq/jv3z00+Nbd+7/s6etbcFAHbOmgd/HkIltrJv6ity204kmVKaDNtOEhwAyAbzSgKZJZUEANLoSsIIlEsM4hp9GL3kvbku+brkHtaqSwLsnGqlf+1Dv4mtrOSnlyY/MxpAxvLIsO2A28k80u9dAFngaA9kllQSAEijKwkjWa7Z8K2NNVsuiE95cm7CUbEXrl9yQbl/XQBgR21YfEGlf31sZf/kF+UL7Y1+ZKwr2Wp2yQBAxjjLBjJLKgkApNGVhNEi12Ic15pisi5ZLa9d+KsAwI5aveBnsTXVXFtp2j+E9IG1W+SRft0CyJScsbuBrJJKAgBpdCVhZIpdy84lKpLRheKss0JxVmwPax7431CtBAC2X8/aW/s23B1bOTDxmdXClGhRMtqYjB6Zo6+STQJkkHklgcySSgIAaXQlYYRr/IRGmzexrmQu31aY+8rYC8t9qzcs/UsAYPutvv8nyZX9016e23bs1lxkdsmU4Vv9rgWQNY78QGZJJQGANLqSMGK1qtck48napfC2vV5RDW2xPay653sBgO000L20c+lF8ZUdT6qOO6BpYb3Rj0zmkQBkk7NsILOkkgBAGl1JGPmaXuyOFnQ2j+I6rTD7RbEX9nXev3HFlQGA7bHqvu+FEB8Be2DqufGe+rYLTSuSOcO3AmSSrjyQWVJJACCNriSMLrlm6pfF2/Z6bXL7Vff9IAAwZOW+desWnRdfWdy/NOH42kJ0+NZkaTIZTAaXpAEyybySQGZJJQGANLqSMJLlEgO3hsiorfGFCYfmpp4Y20P36ht6190RABia1ff/MFQGYiv7p54bm04yVpqMHo0br8opSgJklcM+kFlSSQAgja4kjArRzk2rrmRtoW2v1yVfu/Ke7wYAhqAy0Llm4S/jK3OTByY/J0RuConKpXYlXZUGyCZn2UBmSSUBgDS6kjCKxH5aY43JTaY+LXQcHHtV1/LL+rsWBgAGs+aBn1dL3bGV/VNelMuPS+aRjUgyRG4ZCZJIAMwrCWSYVBIASKMrCSNcbGayVl3JxuXy4rxkXbK66t7/CgCkqpZ7Vy/4cXxlKJSm/UM0kmx6+G3VlaxzVRoga8wrCWSWVBIASKMrCaNR8sJ348p4cc4Lq4Wpse3XL76g1LsyANDa2od+WxnojK0cmHh6tTAjl5jNN5ZQRpcbr/UrFkBmeQsAMksqCQCk0ZWEkS92jTulK7n5QXthzsvju6iWV97znQBAK5XSqnu+l1zdP/WlySQyZUbJ+qtkkwAZ5ywbyCypJACQRlcSRpGm8WSsrFPTNu+V1VCIvXbdQ78d2PhwAKCZNQ/+b7l/dWxlqePYasdh0QNscl7JpoIwEiDbvBcAmSWVBADS6ErCqJDMI0OiN/lIg6d9TmHOS+O7qJZX3P2fAYCEaqln5b1NipJ9098UiyRzzYZyjbYkg2vQAJhXEsgwqSQAkEZXEkaX6PCAzSPJel1yv3dVc+Njr92w+IL+zgcDANtaveCnlf71sZX9HceVOx6bS0wh2XRNq6Kk37IAssnxH8gsqSQAkEZXEkajWDaZLO7k26YX93pD4nWVFXd9LQAQURnoWr3gR7GV1Wquf+bbo23I2M0fscNvMFgfABHOsoHMkkoCAGl0JWG0iDVvWnV0GpfI2/Z+YyjOiu2kc9nFfRvuCQBster+H9aCydjKgUnPrIw7uLbQajrJVl3J6E78igWQWW5VATJLKgkApNGVhFEqee073uMpTizs/Y/JFy6//SsBgM3K/evX3P/T2MpKtdA34y2xDDL2MCTuDmm83DVoAMwrCWSWVBIASKMrCaNIq7pkqwnPinNfGsbtG9vJxlVXd6++IQAQwqp7vlOt9MVW9k95SbU4J2wuSkYPqk0TStkkAEneBYDMkkoCAGl0JWG0iyaU8SvmhbbCvu9JvmRl82npAAAQAElEQVT5HeqSAKHUs3zNg7+IrazmJvZPf00+VVCUBCCVs2wgs6SSAEAaXUkYXWLXvltplHgKM88MEx4d20nvutu7ll8RALJt5T3fDtVSbGXvlFeEwtTQuiiZSzTUw9YDcmMnfrkCyLiceSWBrJJKAgBpdCVhlGoVTzaulT9SmNzvg8mXb6pLVssBIKv6Ox9ct+i82MpybtrAtHPTi5Kxg200j3T1GYA680oCmSWVBADS6ErCqDOUumT0AnphyhNzU0+M7aS/a8Hahb8MAFm15JaPJW/O6Jv+5pBvD5uLktEYsmlFUh4JQCveF4DMkkoCAGl0JWH0GjSe3JJKFgrF/d6XPDVYcde3Kv0bAkD2dC69qGfNzbGV5eJ+A5OfGwsjk0XJVtmkhBKABmfZQGZJJQGANLqSMBql55Gxi+mblicckZ95VmwnlYENK+76ZgDImGqlf9ntX0iu753xj/lCMRZG5prNKNkIJusv9KsUADE580oCWSWVBADS6ErCqJZLnV0yemG9uO//q4Zi7OVrH/pVX+eCAJAlq+/7UalneWxlqe2w0oQTY4fQZELZVFCUBGBb5pUEMksqCQCk0ZWEMSDX2iNX0tv3Ksx9RfyV1fKyWz8dADKj1Ltq1X3fT67vnfnuVqO2thrBtf5Cv0cBkOTdAcgsqSQAkEZXEkapphfEW9UlC4XCps97vy0UJsf20736hs6lFwWAbFh+x1eq5d7Yyv7xT6uMPzoaSdYOm7GEMmw+xiYbk0FREoAEZ9lAZkklAYA0upIweqXnkbG65CZt03Nz35Dcz7Lbv1it9AeAsa533e0bFv8xtrL2q1Dv9LfFDphNS5PJMNIvUQA0lTOvJJBVUkkAII2uJIwBsXgybL1WnpwarTjvtaE4K/byUs+y1ff9KACMcdUlN308ubZ/0pmh/YBcYiLJesu8vjI0K0rWX64oCUCSeSWBzJJKAgBpdCVhzBhSXbI4Pr/3O5OvXXXf9wa6lwSAsWvtA7/o67w3trIaxvXNeEv8UNmiLqkoCcAQeY8AMksqCQCk0ZWEUS3XYnbJ2udWF9aLc8/JTTgqtp9quW/JTR8JAGNUqXfF8rv+I7m+d9prQ3FmbttZeOsPo13JfLPpJIOiJAAtOMsGMksqCQCk0ZWE0S7XbHbJ6AX0aDC5+SJ7oXDg56uhENtP9+ob1i/6fQAYixbf+JFqqTu2stR26MC0VwyxH5kUAKCFnHklgaySSgIAaXQlYcyIXfuIRZLbxJMTDivs9bbkHpbd/oVy/7oAMLZsWPLn7lXXxFZWQ6Fnzkdz+WKIlMsb/chYTtk0jFSUBKAV80oCmSWVBADS6ErCGBC7Mh5r8zSup0cvuBf2fkuu49DYfioDXctu+UwAGENqR7altzY5svVNeXl13EHJcmSrlmSrbBIAkrxTAJkllQQA0uhKwtgTq0s2rqdvozAuf+DnqonzhQ1L/9K1/LIAMFYsu/3zlf71sZWlwj69015bPzzWb9eIzigZK0rWF0KzGXyD684ANOMsG8gsqSQAkEZXEsaGIdYlt7ngPvFRhXmvS+5q6S2fqiRmXwMYjbpX37R+0XmJ1bnuWR/JF9pz2868m9tmCt5txm6NtScDAKTKmVcSyCqpJACQRlcSxqRcQvKC+6aFfd4Vxs2PvbbUu2LFnV8NAKNctdy75MZ/Ta7vnfSS6vhH5xNzSaZPKhndg6IkAOnMKwlkllQSAEijKwljRtOr5K2CyS0X3PObxnFN7mrtg7/oXn19ABjNlt/x1YGepbGV5fzcvhlvaTVYayOYTBbNo+q78hsUAK14jwAySyoJAKTRlYSxKplHNm9MTnpcbvbLki9ffP0HKwNdAWB02rjy72sf/HmT9bP+LVcYH4skYy3JZCRZf61LzAAMkbNsILOkkgBAGl1JGEta1SVrn2OjEUavxRf2fU9omxvbValv1dKbPxEARqFK/4bFNzQZu7Vv0lmV8Y9rhI7RKSSjwWSrlmQwdisAQ5MzrySQVVJJACCNriSMYa26kvFxCwsTc/t/MvnyDUv/smHxnwLAaLP4po+U+9fGVlby03umvyOfGLu11VyS0d5ktDEJAIMyrySQWVJJACCNriSMMbEeT/RhMo9sdIOK00/MzXxhcm9Lb/lUqXdVABg91i86r2v5pcn13TM/kCtMbJpE1g+G0Uklk8O3BkVJAIbMOwWQWVJJACCNriSMPclgMiafGMR108N9PxCKs2K7qpQ2Lr7hgyE4SgCjQ6ln2dJbP5Nc3zfhtNKEpzaOfrEYMlqUzLUevhUAhshZNpBZUkkAII2uJIx5yTwyGkw+cmm+bWpu/48lX969+vo1C34aAEaB6sPX/0u13BNbW85N7p357uY3ZGxbkWzaksyZURKA7ZQzrySQVVJJACCNriSMSU2vnteXo+MTxhRnnBqmnZHc2/I7v9bf+WAAGNlW3/ffPWtvTa7vnfmeUJgaG6812ZVsOpeky8oA7ADzSgKZJZUEANLoSkIWNO1KNq8N7f/Ran5S/PWVgU31o8pAABip+jrvW3HXN5LrB8Y/ZWDiqa3Gbo3NJZmcVDL2a5LfmgAYCu8XQGZJJQGANLqSMFaljD0YE20LFcbNLBz6/eRRoa/z3sXX/0sAGJHKfWsfvOKNoVqOry/u0z37k/kWY7cmNQ0jc8ZuBWA7OcsGMksqCQCk0ZWEMSwZTEZFL8RHy0OFyY/Lz31dcm+dyy5e++D/BoCRplpZdN17KgMbEk/kumd9LOTbY8e6ZGMy2Y9sWpQEgCHyDgJkllQSAEijKwnZEYskc4kBXR+pEO3zrmr7Qck9LLvti92rbwgAI8nyO77as+am5PreKS8ttx/RauzWaD8yv+0IrmHrATMoSgKwQ5xlA5kllQQA0uhKwtjWdBzXZDwZG8c1X2gvHPjFJmcT1fKi695T6l0ZAEaGDUv+vGbBj5Pry8X5vdPemIwkGw+bxpOxiqRIEoAdE7u1BSA7pJIAQBpdSRjzYldDckMcx3XSo/L7vje5t0r/+kXXvKta6Q8Ae1pf531LbvxIcn01175xzqfzhfbYwK3JrmTO2K0A7AL1s2zn2kAGSSUBgDS6kpAdrYqSrcZxzc15TZh6WnI/vevvWnLTvweAParcv/6hq9/Z9CaJjTM/Uh13QKwInlzIGbsVgF3DeweQWVJJACCNriRkwQ6M47qlMXng50LHYckdblj8pzUP/CwA7CnV8qJr313qWZ58pmfyy0sTT4pVwKNjt+YTUsZuBYAd4CwbyCypJACQRlcSsimXOo7rI0O5FifmDv5WNT8puYflt3+pe/UNAWBPWH7HV3rW3JRc399+bN/0N0cbkNEjWzSSzA1t7Fa/JgGwA3LmlQSySioJAKTRlYSMSNYlk+O4Jq/jb7qU37Fv7sCvNDmzqJYXXfeeUu/KALB7bVjy5zULfppcXy7M6Z79yVy+EMsj6we3aBfc2K0A7FLmlQQySyoJAKTRlYTsGHQc1+hl+mipqDD1hLDXu5I7rPSvX3TNu5pO6gawi2ya2vbGjyTXV3PtXbM/nytOaX4cS7Qkjd0KwK7j3QTILKkkAJBGVxKyLJcYxDU55uGWlfPeEKaeltzDpnjgpn8PALtFuX/9oqv/qenNEF0z/q3afkg0kkx+Tg7iauxWAHYFZ9lAZkklAYA0upKQKa3GcW1cnU9mk43r+Ln5n6mOOzC5zw2L/7RmwU8CwK5WLS+69t2lvlXJZ3onn1uedHJjpNZkJBlLIpvOKxmM3QrAMMmZVxLIKqkkAJBGVxKyJmUc11gkGZuDrdA2KXfQN0NhcnKfy+/4avfqGwLArrT89i/1rLkpub6/7TE9097atOodvbsiNpFksh/p2jEAw8W8kkBmSSUBgDS6kpBB6RNMRi/ZxytHEw6szv9Sk6sr1fKi694z0LMsAOwaG5b8ec0DP0uuLxfmdM/9bL5QjBYlozdVJLuS+WbDt0b36VcjAHaStxIgs6SSAEAaXUkgl5Df1jaX+KeekNv7n5I7qbSe7A1gJ22awvbGjzR5Ijeua/bnQ2FqsuGdPIjF8shoMBmM3QrAsHKWDWSWVBIASKMrCdmUazHBZHS6tXxigskto7nOfVN18onJffZ13vfw9e8P1XIAGD6lnmUP/f0dTW966JrxwWr7Ia0OVtGqd/LgFt2PSBKA4ZUzrySQVVJJACCNriRkVtOr8MnSZH1ExMa1/vrD3AFfDO0HJffZtezSJTd+NAAMk3L/mgevfFPtc/KpnokvKU06LdqGjI3XGp1OstXArcnhWwFg55lXEsgsqSQAkEZXEqhL5pHRadhiV/wLbZPDgd+o5MYn97N+8fnLb/9SANhpldLGhVe8ZaB7cfKp/rbH9M18R67ZiNP5ZtNJRg9orfJIvxEBMFy8pwCZJZUEANLoSkKWtRrHNVYtil3x33LRf8KBuflfaHr8WLPgJ6vv/UEA2AnVct9DV7+jr+v+5FOV/MzuuZ/N5YuNQVkbt0006t3RNdE8Mm86SQB2PWfZQGZJJQGANLqSkHG5IU8wuU1Xsn7pf/opuf3+reluV9z1tXUP/TYA7JhqedG17+5Zc3PymUpu0obZX8oVp8Vulcg3G8c12fyO7sqvQADsIjnzSgJZJZUEANLoSgINyQkmo5f1Gw+jPaTcrHOqc97adG9Lb/5E17JLAsB2qy6+4cMbV/49+UQltHfN+VLoOCSWOEbvmWisyaXOJRk74gUAGD7mlQQySyoJAKTRlQSS5aFWc0xGg8lHAoC9316dcXazHVcWXf/+7lXXBoDtsezWT29YckFyfTUUumZ/rtLxqHxivttkXTLZkmyaRwaRJAC7gDcXILOkkgBAGl1JIKSO45pLzC4ZywA2Xe7f79+qU5/dZL+VgYeu+efe9XcFgKFZdc9/rX3wl8n11Wpu48yPViY8oekRKb/tUK7JPDJvOkkAdiNn2UBmSSUBgDS6kkBdq2Ayek2/VTxZKBRz8z9TnXxScrfVcs9Df39bf9eDAWAw6xf9fuXd32z61MYZ7x+Y+PSU2yOivcnkANTRiqTffADY1XLmlQSySioJAKTRlQSSopdRotlk4yp/k1ETi+PCAV+pTnhccm/l/vULr3pLqXdlAGitc8mFS276WNOnNk57x8Dk57Q6BMXb25s3iHUl6/uJDd/qYjEAu4h5JYHMkkoCAGl0JYGG5NEgFkw2LvdHq5ONZlKh2BEO+na14/DknmuR5MKr3lzuXxcAmuleff3DN3wghEryqZ7JL+uf8g/JxDEZTDaeyrUQ3a3ffwDYdbzLAJkllQQA0uhKAlHpE0zGSpOxSGDT57Yp4eDvVcfNT+65v2vhQ39/W7XUEwC21bvu9oeufmeolps8NeFZvdPf2nSY1mRRMjbWdDKSzBnEFYDdwlk2kFlSSQAgja4kEJMeTMau+CdzgnzbjOpB368WZyf33Lv+7oeu+edqZSAAbNXftXDh3/+xWu5NPtXXcO4JMgAAEABJREFUcVLPzA/ktxWdPDI5mnQ0j8xvO6OkX3gA2G289QCZJZUEANLoSgJJrYLJ6LX+ptWlLQ879qoFk5X8lOSeu1df+/D17wsAmw1sfHjhlW+qDHQmn+pvf+LG2Z/I5QuNeyDi5ezI52QemZxRsrFn14gB2NXMKwlkllQSAEijKwmki97oHbvWnwwmH3k44eBw0PequQnJHXYtu3ThVW+tVvoDkG39XQ89eOUbSn2rkk8NtB2xcfan6seTWCeykJhIMhZM1o9RjV1Fs8kgkgRgt/B2A2SWVBIASKMrCTSVvIgf7U3mW9gmJJh4VPXA/6zm2pI77151jTkmIeP6Ntz74BWvKfWuTD5VLh64ce6Xc4UJg0aSjaFck3XJ2IySda4RA7B7OMsGMksqCQCk0ZUEWokdHKJzsyUzgKaxQX7ysdX9v1RtdlbSvfrGB698Y2WgKwDZ07vuzgeveH25f33yqXJh7865Xw2FKWnHlsg9EPVtci1E9+wXHgB2G/NKApkllQQA0uhKAilaTTAZm2kypc+Un3ZK2O/TTQ8zvetrscQbyv3rApAlW25KKG1MPlXJT++a+7VQnNm0ip0cL7pxY0TTomRwORiAPcS8kkBmSSUBgDS6kkC6lGCyEQZEPyf7TLkZzwnzP9P03KSv894HL39t0yEcgTGpa8UVmwZwLjcZwLmcn9k595vVtnmxQaFbDdwaiy2TLUljtwKwp3jfATJLKgkApNGVBAaVHkymTDD5SDA5/bnlTUO5FpI779/40AOXv2agZ1kAxrrOZZcsuuafq5X+5FPlwtzOed+ujtt/iJFkchzpaDAZRJIA7FHOsoHMkkoCAGl0JYGhSB/KtVUkue1QrqdW5v9HNbQld17qWfbg5a/p73ooAGPX+sV/fPja94RqOflUubBv59z/DG17pUSS+W3nkoxVJEWSAIwoOQOJA1kllQQA0uhKAtsrFkzGEoL81pkmm4QKU0+qHPidam58cp+l3pUPXvGavs4FARiL1j74iyU3fDiESvKpUvHgzr2+HdrmDNqSjN39ED34NPLIIJIEYAQwrySQWVJJACCNriQwRMkL/Y3P0brSIMHk5CeWD/heyE9K7r/cv/7BK17bvfq6AIwtK+76+rJbP137pSP51EDbUZ1zvxEK01qVrZNHkuSorY29RbPJIJIEYM/xHgRkllQSAEijKwkMXfLySjSYbIQE0Q5TkwEYJz+2fOAPqvmpyf1XBroWXvW29Yv+EIAxoVoZePi6966+9/tNnx0Y99iuuf+RK05OH/85PZKMaezc5WAA9iBn2UBmSSUBgDS6ksB2aTrBZGMhFkwmk4YtT008snLwT6rF2U2+QLW85KZ/W3nXNwIwylX6Nyy88g2dSy9q+mxf+5M753w5Vxi/A5FkdNTWZB4ZRJIA7GnmlQQySyoJAKTRlQS21xCDyfSkIT/+wPJBP6627dP0S6y693sPX/feamUgAKPTwMaHF1z2ip61tzV9trfj5O45n80XOoYxknTlF4CRw7ySQGZJJQGANLqSwA5oGkw2DDGYLHTsu6kx2bZ/0y/RufSihVe+odK/IQCjTffqmxZc9sqB7sVNn+2d8Ozu2R/L5dt2USTpFxsA9jhvRkBmSSUBgDS6ksCOGTSYjGnemBw3u3LwT6vjH9P0S/SsvW3BZa8Y2PhwAEaPDUsuWHjVmysDzW8p6Jnyqp5ZH6wfEkSSAIxVzrKBzJJKAgBpdCWBHTZMweT08oE/qEx5ZtMvMdC9eMFlr+xefVMARoOV93x78fUfDNVS8qlKtdA18yO9095YOz7Ufvbrn5MBZEokmUsIIkkARqSc0cWBrJJKAgBpdCWBnbHDwWRxsy0LbeOr+3+uPOtNTb9EZWDDwqvevGHJBQEYySqlxdd/YNXd327+ZG5i55yvDkw8rX4cqEeS0WNC0xsXYpFkLJgMIkkARirzSgKZVQwAAK3pSgI7qXFzQ30hdkippQitXhVbU573j+WOg/IPfzAXEi2rai3t+GDvurvmHPmPIVcIwAhT6lu16Jp39667vfmz+Tldc75cHTc/eY/Cls60SBKAscUbE5BZUkkAII2uJLDzdiCYbHqlpjzt2QP52W0PvyNX6Uo+u/r+H3WvvWW/J3y+0D49ACNG96rrH77+/eX+tU2fLY07asPMz+TaZuRbjOecDCZFkgCMdm7/BTLLCK4AQBonS8Cw2N6hXJvGEptMeWL5oJ9WivOafpWeNTfff8k5PWtvC8DIsOre7y/8+1tbRZL940/qnPuNWiSZMkyrliQAY0/OvJJAVkklAYA0upLAsEsPJhupQ/M5JovF/PiDygf9rDr+MU13Xu5b/eAVr1uz4KcB2KMqpY0PXf2OlXd9PVTLTTfomfyyrlmfyOXH1X/q63NJiiQByALzSgKZJZUEANLoSgLDJRkVpAeTaRFF+6zygT+oTH5G869ULS+//YuLrv3naqknAHtCf+cDCy556cYVVzZ9thryXdM/2Dv9rU3r0dEbEaIrm3WqRZIAjErepIDMkkoCAGl0JYFhNJRgsv45pSm1JasodlT2/1Jp9tur1ebXdLqWXbrg0pf1dz0UgN2rc8mFCy57+UD34qbPVvLTNsz+2sDkZ9fvPGhEktEMMvmzn0sM9Rw7egSRJACjh7NsILOkkgBAGl1JYHgNPZhsVaKKBhVhzhtK879TyU9p+rX6Nz5UCya7ll0SgN2iWhlYduunH77+fdVyX9MNBsY9ev28H1bGH13/uY5Vous/4K0iyUZgKZIEYLTLmVcSyCqpJACQRlcSGHaNFCEMOZhMNiYb5ar8lCeXD/5FteOIpl+rWu5ZdO27l9/+xVAtBWBXKvWuePDyV6998BetNuiddHbX3G+E4qxWP9pNbz6I5pG5xESSIkkARiPzSgKZJZUEANLoSgK7SKtgstXUcSm5Rb59r9KBPy5PO7vV11qz4KcPXPYqo7nCrtO59KL7L/6H3vV3N322Ejo6Z36qe/o7cvliLGuMViRb3YLQOA6IJAEYG7xhAZkllQQA0uhKArtO02CyvhCrSzbNMAqxaSb3/mBpn89Vc+1Nv1YtLFlw6UvXPvjLAAyrykDXkhs+/PB1760MdDbdoFzYd8O875cmnphSgC4kKpIFc0kCMHY5ywYyqxgAAFrTlQR2qcatD/WF+gGnvlBLICqVSu1zSFy4iaaY5XK58bA87YxS+8HFRW/PDSxOfq1quXfZrZ/asPTCfY7592L7rADstO7VNyy+4UOl3hWtNujreGr3zI+EwoRo7zl6q0HstoPGw2g/MlqUDNvewdD4Qn5dAWAUyZlXEsgqXUkAII2uJLCrpcwxmW8hOcbjI+3JCYcOHPTz8sSntvpy3auuuf9vL+lcelEAdkK1MrD89i8tvPJNrSLJaihsnPq2jbM/kytObDVAa/MxmZuN4SySBGAsMa8kkFm6kgBAGl1JYDdo2phsiJYm60/VHtZHdwyRxmT9hbWFEKaU9/96WPW9wqqvh2o5+eUqA50PX/feqfs9Z96j/l++bVIAtlNf530PX/8v/Z0PtNqgnJ/RNfPjlfFH5yNlx6bNyFhLMnY7Qm7buSRDJJVs8IsKAKOONy8gs6SSAEAaXUlg94gFk2HbizW1WCJ6R3ntqVowGetLbY0kty7Pfl15/OPblnwgV1ra9CuuX3TexpXX7HPMxyfMPCYAQ1StrL7/Ryvu/lYt3m+1SX/HUzfO/EAoTIsmi7EMsrEyNmprMpUUSQIw9rj9F8gsqSQAkMbJErDbxPLI9NJkSDQm6xNMbvN58rH9B/2iuPyzhfW/bfoVS70rFl755pmHvHz24W/J5dsCkGqge+niGz/Us+bmVhtUcuO7p769f/JZ0ZpjcgrJZB4Za0nGKpJNR20NIkkARq2ceSWBrJJKAgBpdCWB3Sl6zGk1mmsjuaw3Jhsbh2a9yVxuSnnvj1YmPb249N9ylfXNvmZl9X3/3bn04r2O/tcJMx8fgKaqlTUP/M+Ku/+zWuputclA2xEbZ360Om7f6KitrYZsjX3e3kjSZVwARrX6b7nOtYEMkkoCAGl0JYHdLCWYrD+s1yVjF3Eas0uGrZFkY5rJTZ+nPn1gwmMKS/61sPHKpl+0f+NDC698w9T9zpp31D/lx00JQETv+ruW3PjRvs57W21QqRZ6prymb+orcvlibCDWQYuSTfPIxjyyIkkAxiTvZUBmSSUBgDTu3wR2v/TGZD2SbAzl2ihNxoZyjY/mmptd2u/r1XW/Kiz/fK7a0/Trrl/0u67ll8496p+m7vecANTixlL3iju/tvbBX9QWW21TLuzbNevfy+MOi4WLyTAyOXBr01kk6wshMoukSBKAMcbtv0BmSSUBgDROloA9ojG1ZBhsKNdGfhmbZjJsO9nklofTX1SZ8KTC4vcV+u5o+nXL/euW3PSRdYt+u9dj/3XcpP0DZNiGJX9dftvnS32rWm+S6530ou6pb8kVOqKjtiY7kbGi5FAmkgzN5tzyOwkAY0POvJJAVkklAYA0upLAHtQ4BEUXohtEh3JtTDMZb0nGRnPN7V8+8EfVVf9VWPWfuVBu+nW7V994/yX/MOuQV8869DW5/LgAGVPqWbb4xo92r742ZZtyfsbGmR8udTwhVnNMiSGjK4cSScZ+3l26BWDMMK8kkFlSSQAgja4ksGfF8sjYQameRNbzjHokGVqUJutDvG7NKXOV2W8sTzqpuPQjhb47m3/hysCqe76z/uHz937cv06Y+YQAGVEtrb7vxyvv/U613Nd6o1zvxLM2VSSLk6MVyVZDtsY+78BEkkEkCcDY4n0NyCypJACQxv2bwB63w9NMNmLI2sNHBnHdWqCsTDiidOBPKmt+Xlz1tVylq+mXHuhevPDKN0/Z51nzHv2uwrgZAca0nrW3Lbnp3/q7FqZsUyoe0DXjQ5X2I2KZYjKAjA3lGhu1NdqPTJ9IMrh0C8CY4/ZfILOkkgBAGidLwEiQHkyGxDSTydFcG8shklxuKk3OPKdv0tOLKz5X7Pprq6++YfEfu5ZfOuuQ18w46NxcoT3AmDPQvWTFnV/fsOTPtZ+hVttUcx09U17dO/ncXL4Yq0gOOnDr0EdtDSaSBCADcuaVBLJKKgkApNGVBEaIxgiuoUUwGRLZZHT7WG+ytuUjc092zCvv+7nqxquKSz+WKy1t+tUrpY0r7vramgf/b84Rb5m677NDLh9gTKj0b1h573dr/7ZDZSBls/5xx2yc8YFq27z8trNItgogY9lkLI9MRpKNH2eRJABZYF5JILOkkgBAGl1JYETJtZ5msv5Uq8ZkNJiMlSa3pJWTntJ/0K/yK79ZXPuTXCg3/eql3uVLbvrI6vt/Mveod0ycc3yA0axaGViz4Ker7vtBZaAzZbNKfubGae8YmPiMTSOythi1NTZka6tIMjZqazCRJABZ5W0OyCypJACQxv2bwEizM6O5xoLJRiJSL1BWchMqc9/VPwBc948AABAASURBVPXMtmUfzffe0eob6Ou896Gr3z5h5rHzHvOe9smHBBh9qusfPn/FXd8s9SxL26ia65v0vO5pb80VJua3DRTzzYZsbZpTtkolcyaSBCDD3P4LZJZUEgBI42QJGIEGDSbD1mwyGknWFlKCyUeyyfGH98//UX7tL9pW/Ueu0tXqe+heff2Ci8+dus+z5hz51uL4eQFGie5V1y+77bN9nfenb1YqHtA140OV9iOimWJ9OTZSa7IiGc0gm+aRsTAyZ9RWADImZ15JIKukkgBAGl1JYGTKbTvNZGgxmmu0LhlNKBt5ZD2JrEcmj8w0WVs/4+y+KacVV36zsP5XrQZ03VQ4W3z+hqV/nXHgObMOfW2+bVKAEayv877lt39l48qr0jcr56b3TH3twOTnhVwhv23NsWknsunDXGIiSaO2AkCDeSWBzJJKAgBpdCWBkWzopcmwNcIMW49s0aLkpopkZJTXymbl3IzSvH8pTT+3uPIrxY2XtPoeqpX+1ff/99qHflXLJmce9LJ82+QAI0wtj1x5z3c6l/wthErKZtVcR+/kf+id/PJQmJBLDNkaSx8HrUhGh2+NJZEiSQAyzrsekFlSSQAgjfs3gRFu0GCynjI2sslG6FiPUqKlyXpvMr4yf1Bp3y+Vu28sLv9Mof+eVt9GZaBr1T3fXX3/T2Yc8OKZB7+80D4zwAjQu+6Olfd8u2v55embbZpCcuKzeqa+qVqcGYsSm1YhB61I5poN2ZozaisAbOb2XyCzpJIAQBonS8DIlzKaaz2nrEeSjcZkI3FsTDwZ602GzQ3L6PrKxGP6D/hpYcMFxVVfy5eWtvpOquWe1ff/aM0DP5+2//NmHfKq4vi5AfaQ7tXXrbzne92rrhl0y/62o3tmvqfcdsCm+uO2HccUKpIAsMNy5pUEskoqCQCk0ZUERovckEdzjZYmYwXKLZNKbhZdv/mpXGXqs/omP6Ow9n/a1nwvV+ls9Z1UK31rH/z52oW/mrbfmbMOfW3bhH0C7EZdy69Ydd/3etbcPOiWpeJB3VPfWppw3KYQscWQrdEMsjFqa3R99CXbVZEMrsYCkFXmlQQySyoJAKTRlQRGkVhpMtqebKyJlSbr6WOjQJmMJxOjvOYrM1/VN/X5hVX/WVz/i1wotfxuqqV1D/123aLzpux92uzDXj9u0gEBdq1q59K/rbr3e73r7xp000phVveU1/VNeHa+UEzPI9Prko1XJSuSYWs/Uh4JADHeB4HMkkoCAGncvwmMOrE8Mr00WY9MaguNcmQyngxbB3R9ZOLJ3LTS3PeUZ7yysPq7hQ2/y6dlk+UNi/+0YfEFE2c/efoBL5k894SQKwQYVpWBznWLfrf2wV/2b3xo8I0Ls3omnds36fm5QkchkikOMZJsdCVbhZEqkgAwKLf/ApkllQQA0jhZAkajXOportHSZKM3GbaO15pMVqIDuja22Vyb3Ks074MDM97Qtvb7bRt+G6p9rb+j6saVf699FMfPnb7/C6cf8ILCuBkBdlrvutvXPPiLDUv+XC33DbpxuTCnd/JLeyc+N1/oyA8hj6yvjw3Z2ngqFxm1NaUiGbbNIP1SAQDBvJJAhmk/AEB2Na7F19XnVytHrFy5sr5yr732mjp1agAYbaLnO9EAstpM/YjXyCArEbVDYn2hsUFMtX9l29ofFjf8KlcdPBwKueKUvU6ZfsCLJ8w8JsD2q2WQ6xdfsHbhL3rX3TGU7cuFeT2TX94/8cxcYVyuWR4ZCybrQ7OmRJUp/UgVSQBIt3HjxvXr19feFgcGBjo7O4vFYltbW3Fbha2i9wDJMoExQFcSAEijKwmMajtQmqxf8Wm0J2ONyXpRMh+ZbHLL9h1zS3P/38CM17St/VFh3f/lQ2/at1UtbVjy59rHuEkHzTjwxVP3PTNfnBhgCPq7HqqFkesWnVcZ2DCU7UuFvWt55MCkZ+fybY0rmvkdqkhGX9s0lQxbf2TqX1okCQCteFsEMktXEgCyS1cSyI700mRjoX7Qi/YmGw/rjcn6cTKlN7lp69K64tofta37ea7aPZTvLVecMHWfZ8448Oz2yYcEaKpa7lx26doH/2/jqmtrD4byilJhv94pr+ybcHq+UIyFkbnBepBNn2oaRtaWQySMVJEEgEHpSgJZJpUEgOwaSipZLwPNmzdPKgmMdslgMgxtQNdoMNk0hmyRTa4vrPlJ2/qf5asbh/gddkw7auq+Z9YSysI4h1y26O98YN2i361/+I+lvlVDfEmpeEDP5Ff0Tzh1iHlkShhZDx2TwWSrimTyOqkrpwAQU0slN2zYNOZBqVSqLUglgUyRSgJAdulKAhnUKptMxpONPLKROyYXhpBNbix0/qFt/S/y/fcP9VvMFSfNfeq0fZ8zae4JuXxbIJPKfevWLz5//cN/6F1/9xBfUq3m+juO75/8woHxT66lh8kEMZ8Yo7WxvulEkrltx3qN7TCoSALADtGVBLLMvJIAQJqqeSWBsSWXmGkyNEtTapli7TJQI5hsrKwHM/WFaNjTWFNffiSYzE+uTD+7Z+qL8z03Ftf9vLjx4lwoDfItVktdyy6pfeTHTZ261+lT9ztz/PRHB7KhWunvXHZpLYzsWnFlqJaH+KpyblrfpOf0TXx+tW1ebnMgGStHxhLHpitjGyQjyaQgjwSAHeK9EsgsqSQAkCZ6+R5gbKhfBormkdE7MOrHvVoM0/hcf7aeO9Y7kcn0sbGmPvB19NktDyce2z/+8aXK2vzaXxY3/LpQXjHo91npX7924f/VPsZNmj913zOn7ffcYsfswBjVs+amdQ+fv2HJXyoDnUN/1cC4R/dOesHAhFNCrq32L62QKEc2bUAOmkc2LUfGwsjoj0z0W3KZFQAG5fZfILNcZwSA7DKvJJBxsbOh9AFdm042mTKUa+yp6PpqpZTvurRt/S+KvdfWvkgYqtz46Y+ePO/pU/Y6pW3ivoExoFrpXn1j57KLax8DPUuH/rpK6OifeFrvpBdVxh0SiyHD5lww2okcSh7ZtBkZiySDIVsBYDiYVxLIMl1JACCNriQwhkVLkyF1QNdGBhkrTdbXtOpNRp+KhpTV2sopp/RNfnpf38K2Db8sbvh9vto1hO+32rP21trHiju/2j754Ml7nTJ53skdUw8PjDbVysDGlVd3Lvtb57JLy/1rt+u1pcL+vZOe3z/x2aEwKbftYK21Z6NJZG7biSSb5pGNlfXXJruS9fVhsDwyuEIKANuj/jukc20ggxz7ACC7dCUBGqJnRtHSZEhUJ6NFyejD9H5kdCH2MFT7C10XFzacV+y5OhcqYXu0Tdi7lk1OnnfKhBmPDbl8YASrlLo7l1/StfTSzhWXV8s92/fa3Pj+CWf0TTit3HF0roVkEhnrQSafauSRucRUlGFrEpkzZCsADKtGV3JgYKCzs1NXEsgUXUkAII37N4GMyKVONhmV3zrZZKM92Zhssj4VZTSYbDysPVu7rpRcv3khX5lyRmnSaf3lNYUN57d1/qEwcH8YmoHuJWsW/LT2URg3Y/JeJ02Z9/SJs54U8k70RpBy37paGNm59KKNq66tVvq367XVUBjoeFLfhGf2jz8hl29PliNbRY9NHzbtR+ZaTB4pjwSAXadqXkkgq1xnBIDs0pUESNqBySZbdSibtieb1iVjT+V6727rOr/Y+ad8ZfuG96zJFcZPmPn4ibOeWPvomHKYAuUeUS31dK+5ceOq62pJZO/6u8N2VmBrSm2H9o4/fWDSs6qFaa0iw1j6mGxAtookw5DzyGAKSQAYbuaVBLLMLbQAQBpdSSBrckOYbDIXmWkyWZpsPMy3mF0yt3lyym3rklue2rI84ciB8UcMzHpnfuOVhQ3ntXVflgsDQ/z+q+WejSuurH3UlvNtUybOOnbirCdMnPmkcZMPDOxK1cpAz9pbajFk7aNn7e21ZDJsv3J+Rt/40wYmP7fcdsCW6HHbpLBpEhnNF5sO3zqMeWRwMRQAdlrVvJJAVkklAYA0BpYBsik3hAFdU7LJR1qPWyPJphlkLjKsa7RDufVzvjLpaeWJJwxUNuY3Xl7ceHGh+8p8dTvmI6wMbOhc+rfaR2250D6zXqCshZRtE/YJDItaCLzuzloM2V37WHtztdwXdkgpP2dg/NP6x59U7nhcLl+orWk6UmtKRTIaSeabjeDa0CqPDJHBWnOGbAWAXclbKpBZUkkAII37N4Es2+FsMladzG075WQsp6xHQY0NYp8372RyZcoz+yafkQsD+a6rChv/Vuy+LF/ZELZHuW/1hsV/qn3UlovtszqmHzV+6qPGTztq/LRH5cdNCQxZ/8ZFvevu6Fl3R+/62ue7arlk2FHl4vz+8SfWPsrtR26pQm5tNDbNEdPzyFyzSSUHDSPlkQCw+7n9F8gsqSQAkMbJEkD0/oztyiaj6+vxZLQo2XSCya0x5DbPRlbmK5NPKk86cSBU8t3Xb4onN16SL68M26nUt6pr2aW1j/rDtgn7jJ961OacshZSHpUrjg9ElHqWb84g7+xZe3vP+jsrA9uXBzfZYdvhfeNPLE04qT5Ma9gcRjaVkkc21qdElbGdyCMBYITImSESyCqpJACQJqcrCdBssskwtGyyUCg0BmttRJVh89x+sVpkNJ6s7zaaTSYW8pWJTypPeGL/7Pfmem4rbvxb28aL86VFYYcMdC+ufWxY+pf6H6Jtwl7jJh3QPunATR+TawsHZalMWR3oXtrX9UB/14N9nQ/0dT3Y3/VAuX992GnVkC+Ne2z/hBP7O06qts3dkhdu/pcQtm1GpuSRrRLKWFEybJ08MkWQRwLAnmNeSSCzpJIAQBpdSYCGHcgmQ+SqU3Rk19iwroNVJLd5WF94JKec8JiB8Y8emPX2XP/CfPe1hZ7rij3X5qudYQfVYrkltY+NK65srCqMm9Y++aDNUeWmtLJtwj7jJu0fRr9KqXug++H+jQ/3bbh/UwC5sZZEPlit7ODckE2VivNL7Y8f6HhiefyxldykLbFiIhpMhpHJxDFszRoHLUfG9hAS2WdIVDTkkQCwO3mrBTJLKgkApHH/JkDMdmWT9aeS803GhnVtxI3JAmV9oVAoJId+jceT7QeUx80vT3txX+2pvrvz3dcUe68r9NyQD/1h55T713WvvqH2EV1ZHD933IR9NyWUE/Zpm7j3uPGbPhfbZ4URqFoa6F7W37N4YOOS/k3F0PrnxbU/V9gFyvlZpY5jB9qPLY1/UqUwq5H/FZpVFXMtBlxNX5kMLJvuKvnlgjwSAEYAt/8CmSWVBADSOFkCaGqI2WTj2WgwWd8yOqxrtDrZqjQZ3aC67YCujZWNNWH8keWOI0rVV9S+Vr7nxkL3NYWe69r6bwnDp9SzvPYRVl+/zZ+00N5Wiyc7ZufbJhfGTSnUPhcnb16eXGibWmiblC/WFqYU2qeFnVAZ6KpUemsJaLXcWx7orH1UBjaUB7rKmz7Xljs3L3RtXrlhoHtmfqmpAAAQAElEQVTpQM/SsItV85P6xz1+UxjZcWyl7cBkEhkiceDQw8hci07koAO0JiPJII8EgBEjZ15JIKukkgBAmpyuJEBr6dlk/RDaOJDmIlNLxkqT2wSKkVknq4l5JRsPk/Fkq5CyOuGY0oRjBqrV3kpfvu/OfO+thb47C323F8rLwnCrlvv6uxbUPoaycS7fnssXN33k2sKmhbb6cq6+nCtUyn213LFSqX3u3/x508MwYpTaDhsY9+ja5/K4wyvth8aSyLBtPbGplJSx1bySjUFZm74wbDtYa5BHAsCIVDWvJJBVUkkAII2uJMCgWmWTYdscKHr5KRZG1tbUw8VcZNbJ+spW00k2wsjG4K5NQ8pt5MdXC48vT3h8qf4lKhvyPbcW+u/I995e7LsjX90Qdq9qLWgc1kkcd7VSYZ/SuCPL7UeVxx1Vbj8i1MLUrf+JmyaRYWtGmD7vY0oY2WqzFGHIg7UGeSQA7CHegoHMkkoCAGncvwkwRI2rS7E8sjrYsK6hdXWysTLam0y2JKNhZ9NUsl7BTISU06qTnzZQPaH2VG9tJwPL8gML8n33FWqf++8vDDyYCwMhwyr5KeXigaW2g8ptB1XGHVwed0jITwyNuLF1/hdtK6ZkkE3ng9zeMDL2hcLQypHBxVAA2KOqbv8FskoqCQCkcbIEsL1yQ5hyMte6OhmS8WEjRtw2j2w6iGt99NfkTurbhM39y6ZfIrTvXW3fuzTxqaX6dxsquf6Hcv33Ffrv3xxSLsgPLK59v2GMqubaS4X9K+2HlIoHVtpqGeRBlcLsbbLGZjFkSKSPocV4rY2IMSSqkykP63uLvTYMIYmURwLASJYzrySQVVJJACBNTlcSYIcMJZuMbd8qlUyuic4c2WQiyUhOGX1tI49sGUxGVtbyr9BxUKX9wEo4bcufotJXGLg/DCzJDazIV1bnBpYXKitzpZWF8pIwelRyk6qF2eXCrFroWCnMqRRmVdvmVYp7V9rm1zdoXCUstM75onFgMiBsGknGnkoZuzWXOhVlbIPQ4psM8kgAGMGq5pUEskoqCQCkqepKAuyEptlkGFp1MgwhnowllNVEjTKqUChUBxO2CSa3+U5Cfny1+Ohqx6NqD8tb/1Bb/mjldfnSyny5FlKuyJVW5StrQnltobKu/jlXWR92o3J+ZrUwvZKbVi3OqOSmVoszy/lZoW1O7XO1OC/k2xt/59GFwrYPc4mHsbAwNAsOoyvr/wmGPqNkLjWMDC36kUE5EgBGIe/OQGZJJQGANO7fBNh50TAyuqaaWp0MzQLCpg+rkUklm+aR6enjoF+l1cIj325hZrVtRiUc3lgZW8iX1+Qqa3PldbnaQnltvtIZqv2hWsqFUrXSn6ulnNVSqA5sWgilSrmvNNAbquVagjiufXIljMvl26u59pDb9Lma2/IwX1pRzXVU8lMr+WmhFkDWP+cmJf/a68u1B7lm6V0u0S+MBYGx9dsVH6aIFijD1pFaQ7P0MfltBOVIABjNqm7/BbJKKgkApHGyBDCMcoNVJ3PbliZD5O6Q9OCwLpZlDl3thclhXUNKb3Kwz1Gb1hRmhzC79kRl22erzW586enpWbFiRS1CrP1vvzn7Jf8CU/5uC822bBXXDfo51zqMbLrB0IXW6WNOGAkAY13yDR0gI6SSAECanK4kwHDLtahOhtSRXVPiydCiOhmGllDWN4uWLHNbJ7lstcPkw5BIJZs+TC4n1b6Tcrlc/+MXi9t90to0scsNeYDWMFgqGYZWmoxu0yhBJrcPqalnq284tLiO6eImAIwKVfNKAlkllQQA0lR1JQF2mdy21cnomtixt1U8GVpkk6FZ6zG0CCnDYMPDNkLK0LoxWW0xdms1NZVsdTFuYGAgbA7z6nle7O8n/e8zDDY6a2yD3GB5ZP1vIBkctlqTnkSG1MJlaJ2bJv+YKWsAgJHMezeQWVJJACCN+zcBdrXckKuTIRFPhsGmfkxmjaFZQhkGm1Gy2mJSyWrrEVyrLYZ1rbYuTdYf1vK8UqlUX2jalcwNVhNMiSdzqWOi5lpkkKF1P7Lpw0FfGFoHosnvc4h/agBgtKi6/RfIKqkkAJDGyRLAbrMD8WR0s6ahY0hNKxs7rw5Wu2y1JvnlcttWOUPr9mRo0ZWshZGNrmQ0lcwNrSgZBkslc5FCajIFTF9ICRfTNw7NYshWGaQwEgDGtuTtRwAZIZUEANLkdCUBdrsdiydziZFdw2CTQSYXWm1TTR2+NaTWJWPrG6FgbJvonyiZSm5vJBn9i8oNVpQMrSPDlIUwhMSx1cPk9xOEkQCQGVXzSgJZJZUEANJUdSUB9pwhxpOxq1q5bcd3DYMllKF1bLldewita5EpC8mHja5koVBoOoJr07+i2MP0SDIMYSjX7Q0vW+0hNKtFhhYlCWEkAGSBN3cgs6SSAEAa928CjAQp8WSIJJS5RG9y0IQy/XPTxHHQF4YhxJMpy42uZKVS2a5UsulybsiNyWRMOMS0Mj2/TP9mmj5MWQkAjAFu/wUySyoJAKRxsgQwoiTjyTBYgXLQhDJsz4isreLG2Hc1aFcy+doQGeI1PZVs9ca0A6lkbPvtSi5TXhJ2NIkMwkgAyICmv40AZIFUEgBIoysJMDKlx5NhexLKMLTxV7e3Ddn07WMoXcl8Pl8qleord74r2XTjQaPKQUPK0LpbGVonkUEYCQCYVxLIMKkkAJBGVxJghGsaT4btSSjDYCFl2J55IptmjUOpSDY05pWsrS8UCmEw6cnfdhUoh7Iw9J033Wwo6wGAsc3vAEBmSSUBgDTu3wQYLWIxZMpTyYQyDBZSRsd9jX2JQeuPg8aQyZX1rmRNq1Qy9h0mn92x5aGvDINVMyWRAEArbv8FMksqCQCkcbIEMBrtQEIZEsFkiEz0mNx4KGOx7kAeGTZ3Jcvlcv3r7lhXMqTGhEN/KuXh0GPIoTwLAGRKcgAGgIyQSgIAaXQlAUa7ISaUodmdKK1yyrDtyLHJ/aQ8DC2yyej6eleytttaQpncbAfyv/RAMWzPMLDpK4f4LACQZeaVBDJLKgkApNGVBBhL0uPD5AE/PadMWRPdf9PdhtZqSWSlUqkt1D4PpSvZ9EsP/dlhHHzVOyYAMBR+ZwAySyoJAKRx/ybAGJYeUoah5ZQhEUMOfX3Tr15bqKeS5XI5JSAc+n0zO5Ay7uSeAQBSuP0XyCypJACQxskSQHYMGlKG1jlcq1pk7FUpd7o0tsnn8/XNap+bjuAa236HN9iuzYIMEgAYJuaVBDJLKgkApNGVBMis9EbjUDZOvnCIV9/qXclhuTNmh/fgQiEAsIuYVxLILKkkAJBGVxKAqPSu5A68MMXueQ/yNgcA7GZ+/QAySyoJAKRx/yYAQ5F+cW1730oaXckwHFz4AwBGFLf/ApkllQQA0jhZAmDnbddbSXRj70EAwNhjXkkgs/IBAKA1XUkAAAAYRvWzbOfaQA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HZMpVL53Oc+t3DhwrCjd8KRDwAAEABJREFUBgYG3vrWt4btd+ZmAQBgRDKvJJBZupIAQBpdSQB2TD6fP+ecc3b/5ba5c+eeccYZAQBgpDKvJJBZUkkAII2uJAA7bP78+SeffHLYvc4999xi0bBAAMDI5SwbyCypJACQRlcSgJ3x3Oc+d9KkSWF3OfbYYw877LAAADCCOcsGMksqCQCk0ZUEYGd0dHS84AUvCLtFe3v7bvtaAAA7zLySQGZJJQGANLqSAOyk448/fvf0F5/73OfOmDEjAACMbOaVBDJLKgkApNGVBGDnnXPOObt6rse5c+fu/jksAQB2gLNsILOkkgBAGl1JAHbevHnzTjnllLArnXvuufm8M1wAYBRwlg1klnM2ACCNriQAw+KZz3zm9OnTw65x3HHH7Z5BYgEAdp55JYHMkkoCAGl0JQEYFh0dHWeffXbYBSZNmvTCF74wAACMEuaVBDJLKgkApNGVBGC4HH300Y997GPDcHvOc55TCyYDAMAo4SwbyCypJACQRlcSgGF09tlnt7e3h+Ezf/78E044IQAAjB7OsoHMkkoCAGl0JQEYRjNmzHjmM58ZhkntHeqcc87J553YAgCjiXklgcxy8gYApNGVBGB4PeMZz5g7d24YDieffPL8+fMDAMCoYl5JILOkkgBAGl1JAIZXsVg899xzw06bNGnSc5/73AAAMNo4ywYySyoJAKTRlQRg2B122GHHHXdc2DkveMELOjo6AgDAaOMsG8gsqSQAkEZXEoBd4YUvfGF7e3vYUbVc8/jjjw8AAKOQeSWBzJJKAgBpdCUB2BV2ZvzV2nvTOeecEwAARifzSgKZJZUEANLoSgKwi5x88snz588P26/2wnnz5gUAgNHJWTaQWVJJACCNriQAu0g+nz/nnHO296rc9OnTd7hkCQAwEjjLBjJLKgkApNGVBGDXmT9//lOf+tTtesnZZ5/d0dERAABGLfNKApkllQQA0uhKArBLnXXWWZMmTRrixo997GOPPvroAAAwmplXEsgsqSQAkEZXEoBdqhZJvuAFLxjKlsVi8eyzzw4AAKOcs2wgs6SSAEAaXUkAdrXjjz/+sMMOG3SzM844Y8aMGQEAYJRzlg1kllQSAEijKwnAbnDOOeekv93MnTu3lkoGAIDRz7ySQGZJJQGANLqSAOwG8+bNO/nkk1M2OPfcc4vFYgAAGP3MKwlkllQSAEijKwnA7vHc5z53+vTpTZ867rjjhjLEKwDAqOAsG8gsqSQAkEZXEoDdo6Oj4+yzz06unzRp0gtf+MIAADBWOMsGMksqCQCk0ZUEYLc5+uijjzzyyNjK5zznObVgMgAAjBXmlQQySyoJAKTRlQRgd3rJS14SnT9y/vz5J5xwQgAAGEPMKwlkllQSAEijKwnA7jRv3rwzzjijvlx7AzrnnHPyeeetAMCY4iwbyCxndwBAGl1JAHazWio5d+7c2sLJJ588f/78AAAwtjjLBjJLKgkApNGVBGA3KxaLL3nJS6ZPn/7c5z43AACMOeaVBDJLKgkApNGVBGD3O+qoo9761rd2dHQEAIAxx7ySQGYVAwBAa7qSAOwR++yzTwAAGIucZQOZpSsJAKTRlQQAAIBh5CwbyCxdSQAgja4k7GauUAAwFH5DAxi9HMOBzJJKAgBpdCVhV/MjBsAOiL59uLoNMLq4/RfILKkkAJDGyRLsOkPMI8WWAKT/PtZ4p/BrG8CoUD9cO2gDGSSVBADS6ErCrtDqx8qPGwBNJd8gml7Ldj8ZwKhQP1z75R/IIKkkAJDGtS0YdsmrD7E1g24AQKbEfhmrP2zVj6yv9/sbwEjmKA1kllQSAEjj/k0YXikBZH150IQSgKyJBY3Rm8Yav6ols0mXvAFGLEdpILOkkgBAGidLMIySGWRIhJEpCwBkU6Mc2eq3sqbZpN/iAEYs80oCmSWVBADS6ErCcGkVSUZTyeTnIJUEyLxoMzJs/fWs1bCurnEDjHzmlQQySyoJAKRxbQuGXTR0/MBPbr7pgbWNgkvKhQnXLACyptXvYG867eDnPGHvpr+kxQJLv8gBjEwOzkBmSSUBgDTu34Rh0XS81trnNZ19y9b2BAAYso19pUqlEjb/nlZXX9+IJIWRACOcAzWQWVJJACCNkyXYeU2j/cbYrQCwXWqRZLlczufzyaeSkaTf5QBGIPNKApkllQQA0uhKwjBqVCSjAgBsj8pmtXeQWjBZ70pGE0oTTAKMfOaVBDJLKgkApHFJC4ZXNSH6bD7njmkA4irbvl3UHtRSyUbPphZJ1h7GqpPR0qRf5wBGGodlILOkkgBAGvdvwk6KzSgZXZ/84frR/ztt3owJAQAifnXFgq+fd2vjYb0rGR39rxFMuswNMCq4XwTILKkkAJDGyRIMo/SiJAAMRXReydrnxhtK7J3Fr3AAI5Z5JYHMkkoCAGl0JWFXEEwCsMPqI7jGVjbiyeg1breXAYxM5pUEMksqCQCkcTELhkX0ikNjOXlNGQAGVe9K1pdrv6fVR3NN3u/iVziAEcshGsgsqSQAkMb9mzCMjOAKwM6rvX1EU8lCoRALJusXu91bBjBiOUQDmSWVBADSOFmC4RKrS0olAdgxlc1yEdHZJZvyGx3AiGJeSSCz8gEAoDVdSdgZrX581CUB2GGViMZbSeOzNxeAkS966AbIFKkkAJDGnfUwvKKXj12GAGAH1N9B6pFkNJtsOoex9xqAEchZNpBZUkkAII2uJAwjP00A7Lzar2exrmSsKKmCAzDCOUQDmSWVBADS6ErCzotddIhdNQaA7VLPI4P+PcCoZV5JILOkkgBAGl1JGC5Nmyt+vgDYAdVtRVcGAEY8pXYgs6SSAEAaXUnYFRoXjv18AbC9qs202jIAMPI4CwAySyoJAKTRlQQAGFGaxpDRxmQAYGRzrAYyqxgAAFrTlYRdyvUIAHbMULqSAIxM5pUEMktXEgBIoysJu44fLgB2RuxydvRtxVsMwEhmXkkgs6SSAEAaXUkYdq4+ALCTWvUjXeYGGBWcZQOZJZUEANLoSgIAjCh+NwMY7RzJgcwyryQAkEZXEnYp1yMA2GFmlAQYpcwrCWSWriQAkEZXEgAAAIaRAbeBzNKVBADS6EoCAADAMHKWDWSWriQAkEZXEgAAAIaRs2wgs3QlAYA0upIAAAAwjMwrCWSWriQAkEZXEgAAAIaReSWBzNKVBADS6EoCAADAMHKWDWSWriQAkEZXEgAAAIaRs2wgs3QlAYA0upIAAMD/Z+8+wKSq7j4AX5ddQBYEBBYWBUQRG4qK2At2hViwo0aNRg1GDZaoMdEQY4zGJEZsn4klFjSxa8Teu2IHC6KodFR6ke534SbDssteys4uM3Pe9+GZ59yyw+7szp177u/+zwGyyLySQLDUSgIAadRKAgAAQBaZVxIIllpJACCNWkkAAADIIr1sIFhqJQGANGolAQAAIIv0soFgqZUEANKolQQAAIAsMq8kECy1kgBAGrWSAAAAkEXmlQSCpVYSAEijVhIAAACySC8bCJZaSQAgjVpJAAAAyCK9bCBYaiUBgDRqJQEAACCLzCsJBEutJACQRq0kAAAAZJF5JYFgqZUEANKolQQAAIAs0ssGgqVWEgBIo1YSAAAAskgvGwiWWkkAII1aSQAAAMgi80oCwVIrCQCkUSsJAAAAWWReSSBYaiUBgDRqJQEAACCL9LKBYKmVBADSqJUEAACALNLLBoKlVhIASKNWEgAAALLIvJJAsNRKAgBp1EoCAABAFplXEgiWWkkAII1aSQAAAMgivWwgWGolAYA0aiUBAAAgi/SygWCplQQA0qiVBAAAgCwyryQQLLWSAEAatZIAAACQReaVBIKlVhIASKNWEgAAALJILxsIllpJACCNWkkAAADIIr1sIFhqJQGANGolAQAAIIvMKwkES60kAJBGrSQAAABkkXklgWCplQQA0qiVBAAAgCzSywaCJZUEANKolQQKwGcjvh72+VcTvp1Uv6S4/brl65S37rBuedyOgLzy6fAvR42bMGXKtMlTp5eUFJe3blle1mqdNq1atmgeAUD+cPsvECz9cAAgjc4SkLHBdr3Sd2jYoH6rlmu3aN507fhf06ZlLdfeevONd91hm3r1VtvMER989Nmfrrv1jXc+rLT+hCMPvOjsUzfa6cD58xcka754c1BU0KZNn7nTgcfNmjU7WWy+VpOXHrmt0ZoNopx3zGm/yvwGH7z1b1tsumHFrTfcds+fr78tafc75dgzTuoTUWu679Nn0tRpK7JnfPLQvGmTZms1adKkcasWzTfs2L7zBuvttkO3pms1jlbeyNHjH3ziuaeef/XTz79a5g7rtWt74tG9e++/54r/Sb82+IMfn35hZrHgjwAA5BTzSgLBkkoCAGnUSgIrbvacuaPGjI//VVzZpqzFUQfvf1Kf3o0aNYzq1kuvv/Oz834/Z+68qps26rReFJiHn3g+E0nGJk+b/siTzx918H4R1IL45GHSlGnxv2TxmZfeiB9bt2px/uknHrRfjxV/nk8+G3HTwAceeuL59N2+GjX24iuuu/rvd/bpvf+JfXqvWvYJAHUmuf1XXxsI0Gq7ZxkAyAtqJYEaGv/NxL/9/c59jjr14SdeiOrQggULf//XG5cZScY6r79eFJj7Bz1dac3A+xWHUacmfDvx7N9eecNt96zg/v932z0HHHfmciPJjImTp157y78OOfGsz0Z8HQFADtPLBoKlVhIASOP+TWCZNttog2ZrNam0cv78+ROnTJ00eWqmQCpj3ITv4jRi5vffH917/6hODP7goxEjx2QWN96wY+/99+zUsV3DBvXjxU032iAKyYcfDx/yyedJO34pPh3+Zdz4+LMRb7//8TZbbhrByuu55y6dN+iQssO06TPio0F8THjlzfcqnkv8+frbNt94w5232ypK9as/DLjnkScrrezYfp2NNlgvfiNvuH6HkpLi4SNGjvh6VPxnPGb8N5l9vho19oiTz/3jr/vtv8dOEQDkJLf/AsGSSgIAaXSWgGU665Rjd9952+q2zp4z94OPP3v3w4//+e9Hvps4ObP+osuvjbPMnnvuHNW+j4d9kWnHGcZDt/4tzjAq7XPmT49euDCIGy8eeOyZpFGvXtF5p/3kxLMuThb/9fDj+Z5Kbr3Fpv1OOTZpd99ys4i6sueu2x283+4rsudnI77+3Z//r+L0rr+54trn7vtHUVG1ozddfMV1lSLJbbpuesn5p2+0dA66b48dk0YcfMZ/5JmC7OkzZp3+q8v+fuXF8TcZAUDuMa8kECypJACQRq0ksAoaNqi/3VZd4n/HHvqja2+566aBD2Y2nX/pVXG6UNZy7aiWTZs+I9Pec5ftq0aSsZ//5KgoAHFI/NDjzyXtzTbutNuO3dZpU5bUlj369EsX/uLktZutFeWt5C8tIod1Xr/DwOv/eNLZ/V94dXCyZtSY8Y8//2qvPXdZ5v6PPPniwAceyyyu3XStfj/78dG990+5dPwDUzAAABAASURBVLvzdlvF/3bboft5v//r/PkLkpW//P1fH7ltwLptW0cAkGPMKwkEy7ySAEAatZJATTRp3OhXZ/70Fycfk1kza9bsATfdFdW+2bPnZNptWrWIAjbo6Zemz5iVtHfZduv4sede/02D5s2b/++Hn4ig9l1x0VkV8+9MQlnJxCnTfnvldZnF9dq1HXTXdccc0nNFzkYO2q/HzVf9rrTRmsni1GkzzvjN5REA5B69bCBYUkkAII37N4GaO/OnR+9fYdTWex558ouvRke1bGGFY9cyCyXD8cBjz2ba+/TYIX485Ed7ZdYMvH/QwoULI6hlLZs33WnbJXNJDh/x9TJ3u+WuB6dNn5m0mzRudP0Vv1mp0uqdt93q7J8dl1n88KPPrrz+tggAcoxeNhAsI7gCAGnUSgJZ0f+Xpz3x3KvJ9ZcFCxbefNcDl1145nK/au68+UM+Hj5m/DcTvv2ufv2S1q1arNdunY07rRetVt9Nnjrko2Fjv/lu5oxZrctadmy/TpeNN0iZIW+Z4pdi2OdffTV67IRvJ86dO691q5bt2rbefJMNi4vrRVk14usxmfn8OrQr77Jxp7jRuWP7rptt9MFHw+L2uAnfPfvKW3vvun20Wn3z3aTPRnz96fCvShs1bNe2zXZbb15LWXLWX/n4Cd8fOuzrMeO++XZSo0YN27dt02WTDVdhUNxPh385YuSYSVOmzpgxs7x1WYd1y9fvsO5aTUpX6kniH+qT4V+Om/DttOkzWjZv3ra8bItNN8zUDq52m3be4D9PvZi0P/38q6o7TJoy7fZ7H8ks/vSYQytNJLkijj/igMefffntDz5OFu995MmzT/1xvXruyQYgh5hXEgiWVBIASKNWEsiKls2b7rf7jo8/92qy+MJrb6fvH8c81/3zX6+99f7sOXMrP9XazQ7ab/efHX9E1eBn4pRp2+7bp+qz/ebya+N/STsOn4a9+t/YY6OdDsxMQffFm4MqfdUxp/0qyfM27bz+f+64JlqcG139j4HPvfpW5qsSazdda989djr1x4e1W6dNtDxjx3977S13P/X8a5OnTa+0Kc609thp29NPOnrDju2iLLnv0acz7QP23i3T7t1zjySVjP3roSeWm0p+O3Hy9j2PTdrrtm394oO3pOwcvz7xa5u0GzZs8NGLD1S358xZ3z/4+HP3PPzkR8O+qLi+rOXaxx1xwElHH1J/ednkDbfd8+f/FcP1O+XYM07qU92eNXzlXx38/nGn/zppX/vHC/ffY6fF+fqD9zzy5Jcjx1TaeavNN+5z0P4H99xjRcKw+O1wy10Pxs9fddOeu2x3Tt/jl5vMzZo1+5Z/PfTAY898PWpcpU3xN7DNFpvG8d4eu2wbrW6zvv8+015mBeQjT74Q/yyZxaN67x+tvPjU5cJfnHzIiWclixMnT33pjXd236l7BAA5w7ySQLDcLQgApFErCWTLIT2XjBo64duJn305cpm7xYHWr/4w4NCTzn7u5beqRpKx7yZNiaOgfY84ddAzL0d16O4HH4+/q6defL1SJBmbNHVavHW/o0976/2h6U8y8IHH9jr85H8//GTVYCxanC09+vRLvY457U/X/TNOvKIamzdv/gODnsksHn7APpn2Qfvu3qB+SdJ+8bW3vxo1NqpzQz75fK/DT/ntn66vFElGi0sn46wxDpZGjh4fZUPWX/n4b/jY0351xbW3VI0kY+8N+fS8S686/VeXpT/btOkzT/3l708667fLjCRjz778Zs+jT4vfEfGvsroneeeDT/Y64pSrbryjaiQZLS5NfvO9oSef+7tTzr1k8tTp0Wr15jtDMu2NO3WsusPrb3+Qae+16/YtmzeNVknXzTqv06Yss/jo/wo0ASBH6GUDwZJKAgBp3L8JZEv3rbpUXHxj8AdV94ljyFPP+/09jzxZcWV8INqk8/qdOrarePkmDgLP/PXl19x8d1Qnbv3Xw7+5/NplpqQZs2fP+fl5f/hu4uTqdrju1n9dfMV1c+bOq7iy3TpttuyyUSYgjBbHSDfefu+JZ11cac9V8Owrb377v+9np+5brtu2dWbTWk1Ke+65S9KOj/N3P/hYVLeef+WtY39+QZw+VlyZjDGbqS/85LMR8eswafLUqGay/sp/N2nycWf8erkhdJxhD7hpYHVb42D+0BPPeualNyquLG20Zveum63ffp2KI8rG74hfX3HNMp/kpdffOaHfb+KItOLK5ms16bbFJpVGf40DzoOOPzNbKe8q+M9TL1Z8xTqvX7kANH79X3nrvcxity02jWpg/z13yrSffumN72fPiQAgZ+hlA8EygisAkEatJJAtTRo3iv9NnzErWfz8q1FV97nsb/944dXBmcU4njnz5GO27LJxozUbxItxrvD+0GG//dN1X3w9Otnhb3+/s1PH9vvv8d/4oUWztTIDsV529U033/Vg0r70gtP7rNJQkIkRI8dcetXfk/ZWm2980L67b7Fp5w3X7/D1qDFxiHLXg49lkp44Kx1w892XnHda1SeJI5m//t8dmcXy1i3P6Xv8bjtsk4xDG+cxn33x1dX/GPj0/zKqV95874prbrn4nFOjGnhg0LOZdu+ee1baekivvR58/Lmkff9/njn7Z8dXjOhq1cQp0877/VUzZv53PM/4g+bis089YN8ezZs2iRb/ot/58OMLLxswZtw3y6xEXCm18cpffs0tsxenXI0aNTzqoP126NZ1i806xx+ZHw0b8dATzz7y5JLKvH/cef8RB+1bsW4vMWvW7NPP/8OI//108Stw2glH9u65x3rt2iYfu99NnnrFNTdnfoPxL6hdeZtK49N+8dXoM39zeWbI04YNG5x+4lG99ty1/br/HUl41JjxDzz27ICb7koW49ez38V/+teNf6pfUteXAu568PHf/fmGzGL8rR52wN6V9hn8wUezK2SH23StUSq5+SadM+2Zs76PE+6tt9gkAoDcYF5JIFhqJQGANGolgSyqmM1MrTKQ5pMvvDbwgSUVe/3P7Xv3jVfs2L1rEknG1mzYYIdttrj/lqsqToJ40R+vqe1xKTP5041/uui+m/7y48N/1HWzzvF3tUnn9U8+9tCH/zlg2y2XlIE+/szLVQftHD12wm8uX1LrdtiP9n7q33/vvf8emakx69Urip/thj/95hcnH5PZ7bZ7Hnn97Q+jVfXNd5Oee+WtpB3nwfvvuXOlHeIXs2P7dZL25GnTH3ni+aiuDPjHwElTpiXtxqVr3vq3S4474oAkkowW/6J33narB27+a5wBRzVTS6988ifRa69dXnron7/ud/Ieu2zbcu1mLVs0323Hblddct6Ayy7I7Dln7rzHnn2l6jNcNuCmTLgevy/iP/Wzf/bj+NeRuTrZsnnTKy8++6fHHpr5kjiDH//NkprIhQsX9rvoikzMH8eiT/7r//oef0QmkowW14PGP9ffr7w4fpGTNR98NOyG2+6J6kr8W37i+VdPOfeSiy6/tuLQx+f2PT7OXyvt/OX/XpDE+h1qNLtqm1YtKy5OWd2j1wJARUkvW18bCJBUEgBIo1YSyKLWZS0y7SlVUsm/3Xhnph1nVHH4t8zjTxywXXf5r+MkKVmM47Q77v1PVPvOOPHovXbbvur6tZqUXvqrMzKLk6ZOG15lysxb//VQpi5w087r//6C0zNRa0Xxz3vmT4+Of/bMmhv++e9oVd37n6cyl7oO2m+Phg3qV/3vDv3Rksk+b6+TlzEWR2t33vdoZvHc007YZfutq+4Wh3z/96eL4jA4qoHae+XblLX4469/kUlSK+q15y4H77d7ZnHIx59V2iHOSu9+8PHM4jl9j+/edbNoWc477YSum22UWYwTvkz7yRde//izEUk7Dh2vufSCdcvLlvkke+663WW//kVm8bZ/P5x5TWrinN/+eYPteqX/675vn59fcNmzL79Z8Qt77rnLCUceWPUJZ8xa8l3Fv5Gma5VGNVDeZqlUcvL/UnAAyAV62UCwpJIAQBq1kkAWtW65JCeYNmNmxU0vv/HuZyO+Ttrrtm19/uknpjxPvXpFF1TY4aEnnotq2cad1juxz8HVbd1gvXU7tCvPLH6z9CR/k6dOv+c/T2UW/3LJL9PHzzz9pKMzlW2vDn4/TrCilRcfuv/90JLpOQ+pMnxr4tBee2UuisUR13tDPo1q3/OvvpVpr9Om7MiD9qtuz5ZrNzv6kF7RqqrVV/68n59Y2mjN6rbuuM2WmfY3306qtPXZV5akdF027nTAPrtW9zzxn/oxvXtm2p998VVm023/ejjT/uXPf1Jx0tCq4qA0E3xOnTbjqRdei1aHJo0bXXbhmddcdsEyL8XOqpBKxnFvDS/Xtm3daqmZaKdJJQHIIXrZQLCkkgBAGrWSQBbNXzA/0y6uV6/ipicrxCQ7b7tV1cK+Snbs3rX5Wv8tU/t61LjMzI61ZN/ddyourpeyQ4d1lwxHOWv27IqbXnz97czMfxt0WLdzx/ZRqhbN1tqhW9fM4hvvrMogrnGoNmb8N0m78/odum7WeZm7lbVce4+dt80s3vXQ41Hte+G1tzPtk489ND0pPOXHh6WEf+lq75WPPxkP3He3qHrt2y9JqSv9PcSefWlJKrnv7jsWFaV1zPfdY6dLLzj9gVv+OuSFB+JIL1k5bsJ3gz/4aMk+PXaMlmev3XbItN94b9VHBl4FTddqvH23LeJc/5HbrjnyoH2r223O3HmZdmlpo6hmKt1WVemAAwCrl3klgWBJJQGANGolgSyaNn1JfWSTxkulDpmxKGPdttg0Wp44yOlaYdLBN9+t3ZSlVYvm6Ts0bdI40543b37FTZ9W/NGqGaizkorzKb753pBo5T0w6JlM+6je+6XseUivJWWU/3nyhUm1P9Dl0E+HZ9q7bt8tfec4KdyywhCmK6X2XvnWrdZOv4yY8vcQe7tCoNihyvSKlTQuXbNP7/27brZRg/olmZUfD/si0+7Yfp3l/n3Gtq7wo7321vtRjW3cab2dum+Z+bfd1pvH30nV+wl+ekzv1wfdOfD6P/6638kV57ysqkXzppn2jOkzo5qZ9f2ciotlrdaOACBnmFcSCFZxBABQPbWSQBZNnz4j016rceOKm0aNHpdp//KSv8b/opXxVYUvrw0t1m6WvkNJhYK/BQsXVtw0etySgUDveeTJ+F+0Mkau/I8WJ4uPPfvKkm9g7IRrbr67up3nz1+SmcX52X3/efqUHx8a1Zr4Y2VChRFNl/vCRosmmFz+PstUe6/8clPA+iVLEsSFS/89TJ8xq2JR4Abt141W3qgKP9qXI8dssN3KjXM7bsJ338+es2bDBlENnPzjwypOn5mIf9ghn3z+z38/9MiTLyZrbhr44Otvf3jTX/uXtVxOLtimbMkIz5OnTY+fKr2KNN3UpWeubdOyZQQAOUMvGwiWVBIASKNWEsiiESPHZNrrli+ZBi8+zkyaWqMSvXnz5kW1qVnTJtGqmrJ0OrKy5qyq8WXJAAAQAElEQVT8j/bwE89XrM+75e6HVvxr//Xw4ycfe0jtXSmLI8nMx0qD+iWZeRxTtFx7+YWAy1R7r3yzpmtFq+rbiZMrLnbssCqp5NSa/WixuXPn1TCVXKZFRcybdb7qkvN227H7Ob/9c7Lyo2FfHH/GbwbecPnazdJetzatlgoOv/h6zIYd20WrasTI0Us9eesWEQDkDLf/AsEygisAkEZnCciWkaPHV8xjumzSKdOePLWmEcv8+Qui2lSTI+G0mo1FuQo/2j0Pr1xRYEVfjxr3wquDo1pTMSlcu8KInSlarNhuVdXeK1+zv4clFcPlrVtWHJd1xU2fUdMBTuctqN23zMH77X7mycdkFj8b8fVPz+6fmeZzmSoFh+8P+SSqgXc++DjTjn9frVtKJQHIIeaVBIKlVhIASKNWEsiW9z8aVnFx8002zLQr1Wxdd/mFzdZaudrE1q1yN3Ko+NOd+dOjt9t682hlrNmw4Urt/96QT+MEKKqBux56fPedt41qYH71iVfF3+z4bybGyV9xcb0o1fQZs6JVUsev/Apq1GjJ0343acqq3f3ToMGSH22f3XY4/sgDo5XUtHFpVMvOOPGoDz769MXX3kkWP/ho2Lm/+8v1V/y6uv3btm61fvt1MhXV7w759PAD94lW1VMvvp5p77DNFsv9MwOAupScAOhrAwGSSgIAadRKAtny7MtvZNobdFh3nTZlmcU4PYqjmkwdVePSRtt32yIqFE2aLJlBc+HChbX9o90/6JlM+9AD9vrTb85aka+68/5Bv/3T9Un7+VcGjxn/TcVfUCULlldmV7EcsJLWrdbOXIOLH8eO/7b9um2iVOMmfButkjp+5VdQxRlV582b/813k1YhU6+YKU6dPiM33y9FRUV/7X/ewT/5xagx45M1T77w2i13P3Rin4OXuX/8h3Hoj/a68vrbksVnXnz9V2eetFaTVUlP33h3yCefjcgsHtJrrwgAcoleNhAsI7gCAGncvwlkRRxLPP7cK5nFg3vuUWmHju3WybQ/HjYiKiDrrVueaX88vHZ/tDjZffTpFzOLB+y12wp+4QF775YZSjQ+7N9536BKO6xRtKTzuGDBwvRnm1J9Khl/rLRcu1lmcfS4CdHyjBn3TbRK6vKVX3FlLZs3adwoszhuwnfL/ZJBz7z88BMvvPPBJ3GEmXwot2+35Ef7aNjnceYa5aRmTRv/+eJzKq654tpbPvx4eHX79+65Z716//1LmzR12i13Pxitkn8/9Him3XytJj333CUCgFyilw0ESyoJAKRRKwlkxcVXXp+JsuKjymE/2rvSDltutlGmPezzL6MV8OBjzz34+HNvvjd09LhvcjaViW2x6ZIfLSWPqei1wR/c+8hTr7z13oivx8ydNz9aYYOeeSkz3mnrVi127L7lCn5h07Ua77v7jpnFex9+cs7ceRV3KKm3ZADMqdOmp19KG546hOxWXTbOtF94bTlzWH43cfL7Hw+LVkldvvIrrqioaItNOi/5H99+P33/+KXu/6frz/7tlUeccu4OvX783aQp8cqtN98ks8OMmd9nRj1N8dWosXfc9+hzL7/16fAv0+d3zK5tttz0Z8cfkVmcP3/Br/84oLo5O+M/2h/tvWtm8Zqb735/6Er/9l95871HnlySzR/cc49Vm7wTAGqPeSWBYEklAYA0aiWBmrv5rgdfev2dzOIRB+5T1nLtSvtUnGby6ZfeGP/NxChVHLGcf+lV5/b/y9E/O3+3g3/y1vsfRbmq66ZLIqg4Y3v8uVfT948Dm99ccc0Ff7j6+DN+s/cRp/z9jvuiFfbAoGcz7TjdyZSdrYiD99sz0548bfqjT71YcWvj0kaZC2dxYPntxMkpT/XaW2lJ2/4VCtf+9dATE6dMS9n57oeemLeq6WBdvvIrZYsK39jA+wdVF9El3v3w00lT//sSbbdVl1YtmkeLCi7XbrfOkpFv737gsWh5rrnprv5X3nDyub/rdezpfc+/NKpDvzj5mI037JhZ/PizETcNvL+6nX915k9bNG+aWfzZeb//4qvR0Qr79POv+v3misxi/CqdcdLREQDkmMxo9hFAYKSSAEAatZJADf3jzvv/dN2tmcWmazU+57QTqu62T48dMxPIzZz1/YV/HBCluvbmuzPFl5tv0mn7rTePclWHduXbbtkls3jpVTdOmz4zZf/7Bz3z9ahxSbthg/rHHvqjaMWM+HrMW+8PzSz22mvXaGXssv1WFdPiux5cKuiKA84kD8t8k9U9z8jR4x987Nmoenvtsl3F3/XNAx+obs+58+bftQJ5W3Xq7JVfWQfuv3vmszUO4Ac983J1e8afwgNuHphZ3Gu3HZY8yT49Mu3b7vlPek1hnOL/p8LQvscdfkBUh+qXFF96/ukVTyeuufnuL6up74z/zP5w4ZmZxTj/Prrv+StY6vrGu0PineNMPVmM/8crf3t2fMyJACDH6GUDwZJKAgBp1EoCq+C7SVOeeP7Vy66+qcchJ11+zS0VS8EuOe/nLZqtVfVL4uTg+CMOzCy++Nrbl17199lz5lbdMz4oXXXjHQ8+/lxmzU+O6h3lttN/2ifTjlOoMy78Y3XFoM+8+Mbl19ycWTyk557Nmq5opvLvh5fMpbdBh3W7btY5WhlFRUUVR9aNU64PPvqs4g4VR1698fZ7h385quqTjB3/7Vm//VOl0V8radSo4bkVkumbBt7/74efrLpb/CSX/OX/vvluUlQDdfPKr6zOHdsftG+PzOKAmwZ+8tmyp70ccPPdr7z5Xmax4ii7P+lzcGZ+yvhNEb/s7374yTKfJP5NnXruJZkUf8OO7ffYZduobm21+cYVo9D4rf2rS6+u7gRj7123773/kqln4+NJn5+dFx8Qvps8tbrnj/9OLr7iuhPO/M3UaUvmND39xKO6d90sAoDco5cNBKs4AgConlpJYJmu+vudt/7r4UorFyxc+O13k76dNLm6irR+pxxbcdK4Sk758eHPvPxmJp6Jn/+1we9fcMZJ23TdLM6x4jWTpkx75qXXb7vnP58OXzLxZPyEB+yzckWBdW+n7lsefsA+9/7nqWTxlbfeO+DY0887/Se77tCtdasW8ZrvZ8959c337nrosRdfWzLUbaeO7fr97LgV/C/mzZv/wKNLKhQP3G/3aOUdedC+1//z35nFfz30RMVo80f77PbkC68l7ekzZp1ybv9fnvaTnnvunKyJf+kDHxh0y10PTlo8Iuu6bVuPHjuhuv/o6N77P/7sy6+//WHcjtOyCy8bMOLrUT8+/MB1y8uixSWSH3w87A9/+8eQFauQS1EHr/yqiXPZl954J3mtvho1tveJZ53b94T4xWzbplW0OJEd/P7Q627+V8Xi1zNPPmadNmWZxeZNm8S/gHN+++dkceTo8Uec8sufHXf4oT/aa712bePP7viFfXfoJ/HPPuiplzIBf+PSNS//Tb/V8sl+Tt/jnnzh1UwqPPiDj+68f9CPD1t2Qeqf+5/TaM2GA/9XKRt///EBIf4Xp4zdttxsnfKytq1bzZs/f8K3E0ePGf/2hx+/N+TTSs9w1qk/jlPJCAByknklgWBJJQGANGolgWX6aNgXK7V/+3Xb9D/ntN127JayT6M1G1x32YUn9PtNnK8ka4Z98fVP+l0cNzq2XyeOKKr+p7vtuM2Vvz2nqCgPxoDp/8u+47/97uU33k0WJ02ddsEfro4bLZo37dCu7QcfDcuUsiXi/OnWv/1+mXWly/TUS69nZh+Mlh7ec8XFUeJ2W3V5873/JmGPPPXChb/4aaYgL87M7u7e9bXBHySL8a/pjAv/eMaynueUHx826/vZd973aHX/Ufzh8rdLLzj5nP4f/q8c86aBD8b/Wq7drN06bT4e9kWm2rLpWo333GW7ivNlrqzafuVXTXnrllf9/ry+5186a9bsaHGo/McBN8X/4leg/brlH336eaV60yMO3PcXP608P+LB++0+cvS4q//x3yFe48/rG267J/5X2mjNjTut9+nnX82c9X3F/YuL6113+a+37LJRtDrE39Ulv/z5Kb+8JLPmr/93+9677tCmrMUy97/k/J/vskO3Cy+9uuIfdpxlxv+iVPET/u3S81VJApDLktt/9bWBABnBFQBIo1YSqKE4+zn3tOMfv+uG9Egy0aFd+cP/HNBzz10qrf9y5JiqkeSB++527WUX1i/Jj1stGzaof8tVvzvzp0eXLP0NT5w89d0PP6kUjG21+ca3XH1JUja3gu5/dMlEj3EeE8fA0So5uOeSkTNnz55TaWzVG664aNcdlvN7/NnxR5z38xOi5WnZvOkd11y2U/ctK678btKU94Z8mgnkWrVofsOfLmq/TnlUA7X9yq+ynbfd6v6b/9p5/Q4VV8avQPxdVYwk42/7tBOOvPSC05f5JPHPdf0Vv25ZYcrPaPFsne98+EmlSHKd8rI49Y//02j12XPX7SpWS0+bPjN9Btm9d93+kTuu+clRByXV0ivi8AP2efifV4skAchxetlAsNRKAgBp3L8JrIIG9Us227hT1007x5nTLtt3Ky6ut+Jfu1aT0msuu+D49w+89ta7M/VtlcSx5c9PPGrjTutFeaWoqOgXJx9zaK+9rrn57kefeSnO/Krus2WXjU7/yVG777xy0/6NHjvhpdeXDEDaa+9VH9L2R3vt9vur/p4U8MXuenDQSUcfnLlw1rh0zTjhu+vBx2+9+6E4Kq70tTtvt1Xf44/YvtsW0YpZ9Gx/u+TBx5698Y77Kj1bnEId/qN9zvjp0c2bNnnr3SFRzdTeK19DcST5nzuuue/Rp//v9ntHjRlfdYf4+/lNv5PXa9c25Un27bFjnDXe+q+H77jv0e8mTq66Q5xHnnzsoUccuG/8xoxWt4vOOuWlN97JDPL84mtvP/j4cxVnkaykvHXL35x1yuknHh3/Kd5536AJ3y57WtAuG3c67Ed7H7Tf7vEBJAKAnOf2XyBYrjMCQLiS04Af/mfhwoXx44IKvv322/gx7iy1adOmadOmEbCSMu+y+DF5i8WP8dsqeYyddduQ97+entl/4C/3brN2o4j/Gf/NxKdeeG3q9Blxe82GDddbtzzOVzqs23bFC6dy1sxZ3z/z0psjx4yL2/VLitu2KWu/Tpt12rZp2TxvDrYjvh7z2Yivxoz7pl69eq1btdh8407rtm0drZL58xe89d7Q8d/EmdqUBvXrt1+3vNsWm2ZGjs2u3Hzl44PD629/+O6QT+JGnOK3bV22XrvyduuUr70yA8nGh5Y33v3wvSGfxk9SVLRG65Yt1l2nTfu2beJgr2Cue8ap5LgJ342d8O24Cd/Gf3jJBJPxLzFOr6OC9sCrI657dEk8/+Ptm/fconnxYvHrUFJSkrTjAL7eYkX/s8b/ROpyAHLGzJkzp01bND75/Pnz40Z8AM8cyTPq/Y/jOVBg1EoCAGnUSgKrUZuyFscdcUBUiEobrXnQfj2ifLZ+h3Xif1E2Idl7DQAAEABJREFUxFfeduzeNaoTufnKx5+28StQwxchvm65U/ctKw2KW2Di/Dv+t7qmxgSAbDGvJBAsqSQAkMbAMgAAAJBFetlAsIoiAIDquX8TAAAAskgvGwiWWkkAII1aSQAAAMgiM0QCwVIrCQCkUSsJAAAAWZT0svW1gQCplQQA0qiVBAAAgCzSywaCpVYSAEijVhIAAACySC8bCJZaSQAgjVpJAAAAyCLzSgLBUisJAKRRKwkAAABZZF5JIFhqJQGANGolAQAAIIv0soFgqZUEANKolQQAAIAs0ssGgqVWEgBIo1YSAAAAssi8kkCw1EoCAGnUSgIAAEAWmVcSCJZaSQAgjVpJAAAAyCK9bCBYaiUBgDRqJQEAACCL9LKBYKmVBADSqJUEAACALDKvJBAstZIAQBq1kgAAAJBF5pUEgqVWEgBIo1YSAAAAskgvGwiWWkkAII1aSQAAAMgivWwgWGolAYA0aiUBAAAgi8wrCQRLrSQAkEatJAAAAGSReSWBYKmVBADSqJUEAACALNLLBoKlVhIASKNWEgAAALJILxsIllpJACCNWkkAAADIIvNKAsFSKwkApFErCQAAAFlkXkkgWGolAYA0aiUBAAAgi/SygWCplQQA0qiVBAAAgCzSywaCpVYSAEijVhIAAACyyLySQLDUSgIAadRKAgAAQBaZVxIIllpJACCNWkkAAADIIr1sIFhqJQGANGolAQAAIIv0soFgqZUEANKolQQAAIAsMq8kECy1kgBAGrWSAAAAkEXmlQSCpVYSAEijVhIAAACySC8bCJZaSQAgjVpJAAAAyCK9bCBYaiUBgDRqJQEAACCLzCsJBEutJACQRq0kAAAAZJF5JYFgqZUEANKolQQAAIAs0ssGgqVWEgBIo1YSAAAAskgvGwiWWkkAII1aSQAAAMgi80oCwVIrCQCkUSsJAAAAWWReSSBYaiUBgDRqJQEAACCL9LKBYKmVBADSqJUEAACALNLLBoKlVhIASKNWEgAAALLIvJJAsNRKAgBp1EoCAABAFplXEgiWWkkAII1aSQAAAMgivWwgWGolAYA0aiUBAAAgi/SygWCplQQA0qiVBAAAgCwyryQQLLWSAEAatZIAAACQReaVBIKlVhIASKNWEgAAALJILxsIllpJACCNWkkAAADIIr1sIFhqJQGANGoloVZ5fwGwytZYLAIg35hXEgiWWkkAII1aSQCAnJJyFdsFboC8YF5JIFhqJQGANGolIesy7ylvLgBWTVIlWd3lbJ8vADnOgRoIllQSAEijVhLq0vTZ8xrOnBsBQAWz582vblPF69rVtQHINW7/BYIllQQA0ugsQa2q9P762TUvRACQao0KIrNLAuQh80oCwTKvJACQRq0kAECuqXo52/DgAHnEvJJAsNRKAgBp1EpCbcjUtbgSAcDKqlooWd3ZmrM4gNzk+AwES60kAJBGrSTUXMWKlkoXIFyPAGAVrLG0iisjAHKeXjYQLLWSAEAatZKQdRWvI3do1ej7uQt++J9o8ZuuUiORaScNb8wCs3DhwgULFmQW69WrV1TkFlIIVNWzr0p3t6xdWpJ8iMQHimXGkwDkuDXMKwmESioJAKRRKwlZVOkNFS/+Yv/158+fH8dRyWMcTWUayWPshwoiN1YXnPgXOnHixNmzZ2fWrL322o0aNYqAgFUanTWR3K9Qb7Hq8shKg7tGAOSk5AYUJ/ZAgKSSAEAatZKQXdVdQY6vLye5Y9KouCkTTCYrXbwoJHEIPXbs2Llz5yaLcdJQXl7esGHDCAhb1ZSxaGkV11T9ZKn0DBEAOcbBGQiWVBIASOP+TaiJlHdQxQvNPywtqjA3WGaHOJuMRJKFZfbs2V9//XVm4Nb69euvt956xcX6aMAia1Qol6wYQ9arVy/TrlQZucx4EoAc5PZfIFh6vABAGp0lyJZMQrlGFZWCyYr7ZAolk1kGpZIFY8qUKV9++WUSNseaNGmywQYbxGFDBKvbqFGjkrJdJwCrXaVPior1kZlxXKtWTFb3VBEAOWMNQ20DoZJKAgBp1EpCFiXXHZKwf5nBZGa3OKyqGlhGUslCEac+X3/9dWaxbdu266+/fgQ5YPr06WPGjIkbo0ePbty4cf369StGYstUaVPKntXtn9x1QSVrVKmArBRMVpdHrmHsVoCcZ15JIFhSSQAgjVpJyIqKFx0y7Uz5Y3KVueLOmWAyE0ZKJQtD/GsdOnTohAkTksX4V7zpppvGqWQEuWHYsGHz5s1L2nPmzInqyt577x2xtIqpZFIxXzWSTEZzrU4EQK5ylAaCJZUEANK4fxNqQ3JlOckdkzwybieNTEFMZuzWirWSkWAyn82dO/fNN9+cMmVKslhcXNy9e/cWLVpEkDO6dev27rvvTpw4MapDrVu3NnxxJZXqHZMPiKrBZNXFSpe5XfUGyE1u/wWCJZUEANLoLEEWVXw3ZcZxzVRJxjFkpuolKYtJgsmoQq1k5msj8s20adNefPHFWbNmJYulpaW77bZbkyZNIsgljRs33nXXXV966aVx48ZFdaKkpGTHHXeMqKDih0UmaKw0iOsaFca/VSsJkHfWMK8kECqpJACQRq0k1FDmTZQ0Kg7fmtRHVqySTNrJPkkwWbVK0lsyH40dO/b555/PDIzZqlWrvffeu379+hHkpO233/6BBx6YP39+VPuOOeaYiCoq1UpWlztWCild3QbIF+aVBIIllQQA0qiVhKxL3lOZN1cmmEzWZAZujZaOIdVK5q8hQ4a89tprmd/ahhtuuPvuu1ecSRRyzVprrRX/ocZ/ulEtixP64mLXJZahunLJqEJCWbFicpmFkpWiTQByhyMzECxn/wBAGvdvQhZlyiUrrc/URGZumjaXZGGIM+ann376k08+yazZeeedt9lmmwhyXrdu3T788MMFCxZEtenII4+MWJ6K4eIKilzvBshtbv8FgiWVBADS6CxBzVVM96sGk5ViyIqFkstMJSWU+WLOnDn333//qFGjksXi4uKDDz54gw02iCAfrLXWWl26dHn77bejWhMn9IqGq1PpY6JiY5kBZMXFlKcCIEe4gwQIllQSAEijVhKyoupbqeo1iIrxZLLG2K35a8qUKXfeeefkyZOTxcaNGx9zzDFlZWUR5I8dd9zxnXfeqaXZJZs0abLPPvtEVKPSZ8Qyg8mqjTUM2QqQJ8wrCQRLKgkApFErCVmXuQBRtWIyE0wmK43gmqdGjhx5xx13zJ49O1ls06bNCSecUFpaGkFeadq06eabb15L5ZLnnHNOxIqpmjVWDSCriySdxQHkJsdnIFhSSQAgjfs3IVuqjuMaVbgeUfEOgKRR9Z4Ab8a8MGTIkLvvvnvhwoXJ4qabbtqnT5+SkpII8tAuu+wyePDgzN9ztnTr1s3YrSuouoix0tB/qiQB8ovbf4FgSSUBgDQ6S5BFlYLJ6H9BY1LjUt0Qr5W+hFz22GOPPffcc5nFvfbaa7/99osgb5WVlW255ZbZLZcsLS098sgjI1ZG+oCuy9wn8qkBkMPMKwkESyoJAKRRKwnZVek9VSmbrLSm4j4Z3pK5ad68ebfffvvQoUOTxXr16h177LFxnBNBnovD9TiVzGK55CWXXBKxAlIuVVcXUq7I1wKQC8wrCQRLKgkApFErCVmXnjtWnXJymV9OTpk+ffoNN9wwZsyYZLG0tPTUU0/t0KFDBPmvdevW22yzzVtvvRVlQ6dOnYzdmi3VfRz4mADIfY7VQLCkkgBAGvdvQi2pOkBrpfXki7Fjx1533XXTpk1LFsvKyk4//fTmzZtHUCj22WefOJWs+flAvXr1zjzzzIja4eMDII+4/RcIllQSAEijswS1rWqhJHlk6NChN91007x585LFjTba6JRTTmnYsGEEBSTO2rt37/7GG29ENXPNNddEZJWTNIA8ZV5JIFhSSQAgjVpJqEsuTOSXJ5988uGHH84s9ujR4/DDD/dLpCDtt99+NUwl27dv790BAAnzSgLBkkoCAGnUSgJUtWDBgttvv33w4MHJYnycPPbYY3fYYYcIClRZWdkWW2zx4YcfRqskfo9ccMEFEQCwmF42ECypJACQxv2bAJXMmjXruuuu+/LLL5PFhg0b9u3bd8MNN4ygoPXs2XOVU8kePXrEj/fee2/8ftl///2Li12LACBobv8FgqUnAACk0VkCqOibb74ZMGDApEmTksW11177zDPPLCsri6DQtW/fftXKJZs1a3b44YfHQf7zzz8fL7799tsnnHBCx44dIwAIlXklgWAVRQAA1VMrCZAxfPjwyy+/PBNJxrHKhRdeKJIkHD179oxW3mWXXRY/3nPPPcnit99+e+WVV955553ff/99BABBSnrZ+tpAgKSSAEAatZIAiddff/1vf/vb7Nmzk8Xu3bufffbZjRo1iiAYSbnkSn1Jt27dksYpp5yy6aabZta/9tprl1xyydy5cyMACI9eNhAsqSQAkEatJEB8GLz33nvvuOOOzPHwoIMO+slPflKvXr0IArNS5ZKlpaUnnXRS0m7evPnpp58ev3EaN26crNlqq63q168fAUB49LKBYJlXEgBIo1YSCNzs2bNvvPHGYcOGJYvFxcWnnHJKly5dIgjSSs0ueeWVV1Za071798022yyO+eP3VJzuRwAQJPNKAsGSSgIAadRKAiGbPHnygAEDJkyYkCw2btz4jDPOaNeuXQQB22effVYkldxwww2Xub5Ro0bHH3/8rFmzGjRoEAFAkJLbf/W1gQAZwRUASKNWEgjWV199ddlll2UiyfLy8gsvvFAkCeuvv351iWNGcXHxWWedlbLDMudkveOOO5588smFCxdGAFDQ9LKBYEklAYA07t8EwvTuu+/+5S9/mTlzZrK42WabnX/++c2aNYuAKOrVq1f6DgMGDIhW0scff/z6668//PDDl1122ahRoyIAKFx62UCwpJIAQBq1kkCAHn300ZtuumnBggXJ4r777nvaaafVr18/Ahbr3LlzSrlk+/bto5X373//O2mMHTv2j3/844MPPjh37twIAAqReSWBYEklAYA0aiWBoMybN+///u//HnvssWSxqKjohBNOOOigg1wzgkqqK5eM3ywXXHBBtPJOP/30iknn008/femll0YAUIiSXra+NhAgqSQAkEatJBCO6dOnX3nllR9++GGyuOaaa5599tnbbrttBFRRXblkjx49olXSqlWrs84665hjjonfeska7z4ACpVeNhAsqSQAkEatJBCIsWPHXnbZZaNHj04W44DkwgsvXH/99SOgGlXLJZs1a3b44YdHNbDTTjv1799/yy23LCsr23///SMAKER62UCwiiMAgOqplQRCMHTo0H/84x/z5s1LFjt16tS3b99MwRawTJ07d+7YseOXX36ZWRNH+1GNNWnS5JRTTpk1a1a9evUiAChE5pUEgqVWEgBIo1YSKHhPP/30DTfckIkkt99++379+okkYUXss88+mfYWW9jdYbEAABAASURBVGwRZU+jRo2qrvz73//+/PPPOzMBIN+ZVxIIllpJACCNWkmggC1YsOD2228fPHhwshgf7g477LDdd989AlZMnES2a9du1KhRpaWlP/vZz6La9Pbbb7+/2Jtvvnn88ceXl5dHAJCf9LKBYKmVBADSqJUECtWsWbP++te/ZiLJBg0anHHGGSJJWCnxeULPnj3jxpVXXhnVsvvvvz9pjBw58ve///2gQYMiAMhPetlAsKSSAEAatZJAQfrmm28uu+yyzHx4zZo1O//88zfeeOMIWElbbLHFHnvsEdW+M888c7311sssxqnkH/7whwgA8pB5JYFgSSUBgDRqJYHCM3z48Msvv3zSpEnJYocOHS688MI2bdpEwMpLhj6Oal95efkvf/nL+P+qX79+smaHHXaIACAPmVcSCJZ5JQGANGolgQLz+uuv33nnnZlrQFtttdVPfvKT4mI9I8gD8TnJHnvsEb9t43fxjBkzDLkMQJ7SywaCpe8NAKRRKwkUjPho9sADDzz77LOZNT/60Y+SKfGAPNK8efMzzjgjTiVd0gUgT7n9FwiWVBIASKOzBBSGuXPn3nDDDcOGDUsWi4uLTzrppK5du0ZAfmrcuHHVlddee+3WW2+94447RgCQw8wrCQRLKgkApFErCRSAKVOmXHPNNePGjUsW4zDjjDPOaNeuXQQUkJdeeunjxV5//fXjjz++ZcuWEQDkpOT2X31tIEBFEQBA9dRKAvlu1KhRl112WSaSLC8vv/DCC0WSUGDmzp378MMPJ+0vvvji4osvfvLJJyMAyEl62UCwpJIAQBr3bwJ57YMPPrjyyitnzJiRLG622Wbnn39+s2bNIqCw1K9f/9xzz+3UqVNmTRxSXn311REA5B69bCBYRnAFANKolQTy16DFMot77bVX7969HdOgUJWXl5999tmDBw9+4IEHpk6dGq/ZfffdIwDIPeaVBIIllQQA0qiVBPLR/Pnzb7311vfeey9ZLCoqOu6447bddtsIKHTdu3ffYostBg0aNHv27LgRAUDuMa8kECypJACQRq0kkHdmzJhx3XXXff3118nimmuu+fOf/3z99dePgDA0aNDgkEMOWeamWbNmNWrUKAKA1UovGwiWVBIASOP+TSC/jB8/fsCAAVOmTEkWW7VqdeaZZ7Zo0SICgjdjxoxLLrlkyy23jDPLhg0bRgCwmrj9FwiWVBIASKOzBOSRTz/99MYbb5wzZ06y2KlTp759+6655poRQBTdd999cTD5yiuvfPjhh8cee2yXLl0iAFgdzCsJBEsqCQCkUSsJ5Ivnnnvu/vvvzxyytt9++zh1KCoqigAWj9360UcfJe1p06Zdf/31W2+99ZFHHtmkSZMIAOqWeSWBYOmiAwBp1EoCuW/hwoW33377fffdl1zZiY9ahx566HHHHSeSBDIaNWrUv3//7bffPrPm3Xffve222yIAqHN62UCw1EoCAGncvwnkuO+///6GG274/PPPk8UGDRqceuqpG2+8cQSwtNLS0uOOO2677ba74447Jk2aVFRUdPjhh0cAUOfc/gsESyoJAKTRWQJy2eTJk6+55prx48cni82aNfv5z3++zjrrRADV2GijjS6++OJHHnmkYcOGrVu3jgCgzplXEgiWVBIASKNWEshZY8eOHTBgwLRp05LFDh06xJFk48aNI4BU9evXP+yww5a5adasWY0aNYoAoDaZVxIIlnlWAIA0aiWB3PT555//+c9/zkSS3bp1O//880WSQE1Mnjz5oosuGjRo0IIFCyIAqDV62UCwpJIAQBr3bwI56KOPPhowYMDs2bOTxV122eWkk06KAGrmzjvv/P777+NU8vLLL58wYUIEALVDLxsIllQSAEijVhLINR988MH1118/f/78ZLF37959+vSJAGpm4sSJI0aMSNpjxoz53e9+98QTT0QAUAvMKwkESyoJAKRRKwnklKFDh/7jH/9IjktFRUU//elP99577wigxlq0aHHRRRdtuOGGmTWPPPLIddddFwFAtiVns/raQICkkgBAGrWSQO749NNPb7zxxoULF8btkpKSX/ziF1tvvXUEkCVrr732WWedddhhh2XW7LXXXhEAZJteNhCs4ggAoHpqJYEcMXz48Ouvv37BggXR4kiyX79+HTt2jACybY899ujSpctDDz3UunXrjTbaKAKAbHP7LxAsqSQAkEZnCcgFX3755bXXXpvMJVmvXr3TTz9dJAnUnrKyslNOOSUCgNphXkkgWEZwBQDSqJUEVrvvvvvummuumTdvXrT4oHTqqadWnPgNoC4NGzYsAoCaMa8kECypJACQRq0ksHrNnj372muvjR+TxRNPPLFLly4RwOrw5JNPXn311YMGDYoAoAb0soFgSSUBgDRqJYHVKD7+3HTTTd98802yeOCBB3br1i0CWB0+/vjjhx9+OG7EqeStt96aTHMLAKtALxsIllQSAEijVhJYjR599NE4Bkjam2+++X777RcBrCalpaWNGjVK2oMHD77mmmvmzJkTAcDKM68kECypJACQRq0ksLp88MEHjz/+eNJu06bNSSedFAGsPh06dDj//PNbtGiRLH722WcDBgyIAGDlmVcSCJZUEgBIo1YSWC2mTJly6623Ju0111zzjDPOqF+/fgSwWrVq1ercc8+NH5PF7bffPgKAlaeXDQRLKgkApFErCawW//znP+fOnZu0TzrppObNm0cAOaBp06Znn312HEzuv//+u+yySwQAK08vGwhWcQQAUD21kkDde/nllz/77LOkveuuu2666aYRQM6Ig8nzzjuvtLQ0AoBVYl5JIFhqJQGANGolgTo2ceLE+++/P2m3aNHi0EMPjQByjEgSgJowryQQLLWSAEAatZJAHbvnnnuSsVvjg8/JJ59cUlISAQBAAdHLBoKlVhIASKNWEqhLw4cPHzJkSNLu2bNn+/btI4B8MGbMmL/85S+zZ8+OAGB59LKBYEklAYA0aiWBOrNw4cK77747abdq1Wr//fePAPLB4MGDr7jiii+++OL222+PAGB5zCsJBEsqCQCkUSsJ1JkXX3xx/PjxSfvwww8vKtJbAfLDZ599Nn/+/Ljx/vvvv/zyyxEApDKvJBAs/XwAII1aSaBuzJo169FHH03anTp16tKlSwSQJ4444ohWrVol7fvuu2/y5MkRAFRPLxsIllQSAEijVhKoG//5z3++//77aPFhp0+fPhFA/igpKTn11FOLi4vj9rx58+68884IAKqnlw0ESyoJAKRRKwnUgenTp2fGPNx1113Ly8sjgLzStm3bgw8+OGmPGjVq4sSJEQBUw7ySQLCKIwCA6qmVBOrAs88+u3DhwrhRr169nj17RgB5aPfdd//oo4/WX3/9vfbaq0GDBhEAVCO5/VdfGwiQVBIASKNWEqhtc+fOffHFF5P2dttt16RJkwggD8WnTGeccUYEAMujlw0EywiuAEAa928Cte21116bM2dO0t57770jAAAoaHrZQLDUSgIAadRKArUqPsg8++yzSXvzzTdv3bp1BAAABc28kkCw1EoCAGnUSgK1atiwYRMnTkzae+21VwQAAIUu6WXrawMBkkoCAGnUSgK16q233koabdq02XDDDSOAAhIf4l566aUIAJamlw0EywiuAEAatZJA7Zk3b957772XtLfbbrsIoFB89tlnN91004wZMxo1arTrrrtGAFCB23+BYKmVBADS6CwBtefDDz+cM2dO0t52220jgELRunXrmTNnxo1Zs2a9/vrrEQBUYF5JIFhSSQAgjVpJoPZkhm/dcMMNmzdvHgEUiqZNm3bt2jVpSyUBqMS8kkCwpJIAQBq1kkAtmTdv3ieffJK0u3fvHgEUlh133DFpfP7555MnT44A4H/0soFgSSUBgDRqJYFaEl+mnz9/ftLu1q1bBFBYNt1000aNGiXtTGk4AESqJIGASSUBgDRqJYFakimUbN++/ZprrhkBFJaioqKtttoqbmSySQBImFcSCFZxBABQPbWSQC3JpJKbbLJJBFCIdt999+7du3fu3DkCgAqS23/1tYEASSUBgDRqJYHaMH369DFjxiRtqSRQqNq2bRsBQBV62UCwjOAKAKRx/yZQG0aNGpVpt2vXLgIAgGDoZQPBUisJAKRRKwnUhkwq2bJlS5NKAgAQFL1sIFhqJQGANGolgdowevTopKFQEgCA0OhlA8FSKwkApFErCdSGzKSSUkkAAEKT9LL1tYEASSUBgDRqJYGsW7BgwYQJE5J2+/btI4CCNnjw4HfeeSc+7m266aaHH354BEDwktt/9bWBAEklAYA0aiWBrBs9enTmEkzHjh0jgIL2zTfffPjhh3FjrbXWigBAlSQQMPNKAgBp3L8JZF1mUslmzZqtueaaEUBBa9u2bdIYO3ZsBADmlQQCJpUEANKolQSyLpNKmlQSCEEmlZw5c+aMGTMiAIJnXkkgWFJJACCNWkkg6yZNmpQ0WrZsGQEUurKyskz7u+++iwAIXtLL1tcGAiSVBADSqJUEsu77779PGo0aNYoACl18KtW0adOkPXHixAiA4OllA8EqjgAAqqdWEsi6TCppUkkgEF27dp05c2bjxo2bN28eARA8t/8CwZJKAgBpdJaArJs1a1bSUCsJBOKoo46KAOB/zCsJBMsIrgBAGrWSQNZlUsnS0tIIAAACY15JIFhqJQGANGolgexauHDhnDlzknbDhg0jAAAIjF42ECy1kgBAGrWSQHZlJpWMjOAKAECQ9LKBYKmVBADSqJUEsiszfGtkBFcAAIJkXkkgWGolAYA0aiWB7FIrCQBA4MwrCQRLrSQAkEatJJBdFVPJ+vXrRwABGDp06NNPPx03mjdvfsIJJ0QAhE0vGwiWVBIASKNWElimSZMm3XbbbdHKmzlzZnJUqVev3lVXXRWtvPLy8qOOOioCyB9Tp04dPnx43CgrK4sACJ7bf4FgSSUBgDQ6S8Ayrb322i1atHjjjTeilZccVRYuXJhco19ZPXv2jAAAIG+ZVxIIlnklAYA0aiWB6hxyyCENGjSI6la3bt022mijCAAA8pZ5JYFgSSUBgDRqJYHqNG7c+IADDojqUByCxlFoBAAA+UwvGwiWVBIASKNWEkjRo0eP9u3bR3UlDkGbN28eAQBAPtPLBoIllQQA0qiVBFIUFRX16dMnqhNlZWVxCBoB5KGmTZtuuNh6660XARA880oCwSqOAACqp1YSSNehQ4ftt9/+jTfeiGpZHH/GIWgEkIe6LBYBwGLJ7b/62kCA9OoBgDRqJYHlOuSQQ0pLS6PaFAefG220UQQAAPlPLxsIllQSAEjj/k1guRo3bhwHk1GtiSPPWn1+AACoS3rZQLCkkgBAGrWSwIrYYYcd2rdvH9WOAw44IA4+IwAAKAjmlQSCJZUEANKolQRWUJ8+fWrjwkocdu68884RAAAUiqSXra8NBEgqCQCkUSsJrKAOHTr06NEjyqr4+BOCIUlxAAAQAElEQVSHnUVFui0AABQOvWwgWMURAED11EoCK+6AAw546623Zs6cGWXJTjvtFIedEUCeGzp06NNPPx03mjdvfsIJJ0QAhM3tv0Cw3HQMAKTRWQJWXMOGDQ855JAoS0pLSw888MAIIP9NnTp1+GJfffVVBEDwzCsJBEsqCQCkUSsJrJQddtihc+fOUTbEAWfjxo0jAAAoLOaVBIIllQQA0qiVBFZWnz59iotrOlVEHG3GAWcEAAAFRy8bCJZUEgBIo1YSWFmtW7feY489ohqIjzxxtBkBAEAh0ssGgiWVBADSqJUEVsF+++3XrFmzaFX16NEjjjYjAAAoROaVBIIllQQA0qiVBFZBw4YNjzzyyGiVxHHmAQccEAEUkKZNm2642HrrrRcBEDzzSgLBqul0LwBAYVMrCayarl27brLJJp988km0kg455JA41IwACkiXxSIAWEwvGwiWWkkAII1aSWCVHXHEEcXFK3cfZOfOnbfZZpsIAAAKl142ECypJACQRq0ksMpat2697777rvj+cYTZp0+fCAAACpp5JYFgSSUBgDRqJYGa2GeffZo1a7aCO8cRZhxkRgAAUNDMKwkESyoJAKRRKwnURElJyZFHHrkie8bhZRxhRgAAUOj0soFgSSUBgDRqJYEa6tq16xZbbLHc3eLwMo4wIwAAKHR62UCwiiMAgOqplQRqLk4chw0bNmfOnOp2iGPLOLyMAArU0KFDn3766bjRvHnzE044IQIgbOaVBIKlVhIASKNWEqi5+Cr8fvvtV93W4uLiFRzlFSBPTZ06dfhiX331VQRA8MwrCQRLKgkApFErCWTFHnvsUVZWtsxN++67bxxbRgAAEAa9bCBYUkkAII1aSSArSkpK+vTpU3V9HFXus88+EQAABEMvGwiWVBIASKNWEsiWjTbaqFu3bpVWxlFlHFhGAAAQDPNKAsGSSgIAadRKAll0yCGHNGjQILMYh5RxVBkBAEBIzCsJBKs4AgConlpJIIuaN29+wAEH3HfffXE7jifjkDICCEC7du169eoVN0pLSyMAgqeXDQRLKgkApFErCWRXjx49XnrppW+++SaOJ+OQMgIIQPvFIgBYzO2/QLCM4AoApNFZArKrqKjo6KOPbt26dRxPRgAAEB7zSgLBUisJAKRRKwlkXefOnX/7299GAAAQpOT2X31tIEBSSQAgjVpJAAAAyCK9bCBYRnAFANK4fxMAAACySC8bCJZaSQAgjVpJoJZUdy3GMQcAgMJmXkkgWFJJACCNWkkgu5Z7SKm4gys1QGF49dVXBw4cGDfKysr69+8fARA280oCwZJKAgBp1EoCWbFq11ySr3IUAgCgkDi/BYIllQQA0rh/E6i56g4jVdcv8wKNbBIAgELi9l8gWFJJACCNzhJQE1Vzx/QbHVKGb5VNAgBQGMwrCQRLKgkApFErCayySkePiotxe/asBQ0b1avuazMHn6rZpMs3AADkNfNKAsGSSgIAaQQAwKqplEFWbMSPc75fcONFnzZtVf/Hv9wwviCTbK16tFlmNum4BABAXnM2CwRLKgkApHH/JrAKqoskk/bsWfP/fvGwrz+bEX0W3f7DZ8ee26mo6L87LPMCTXIgEkwC+atdu3a9evWKG6WlpREAwXM2CwRLKgkApNFZAlZW1Ugyk0cmVZL/jSQXG/La5DuuHH7MORskwWR1U+xULZp0dALySPvFIgBYzLySQLCKIgCA6qmVBFZK1crISpHkjRd9mokkE0Nfn3Lnnz+fP39hJT9UEVVThQkAAHmk6pktQCCkkgBAGtVIwIqrOn9kRpwyLhq4tf+wkcNnVv3Cj96YevdfR8T7LFiwID2bjASTAADkOb1sIFhSSQAgjVpJYAVVjSSjCsHk3DkLFw3c+umM6r586BtTB/7ly6oVk1WzyUgwCQBAPnMGCwRLKgkApFErCayI9CrJOd8v+Ec1VZIVffzmtH//7asF/1MxkhRMAgBQMMwrCQRLKgkApFErCSzXMiPJpBGniXPnLPzH74Z99cmMFXmqj9+a/u+rRyUVk5VGczWUKwAAheEH80oCoSqOAACqp1YSSLf8SLL/sK8/nbniT/jxm9Pu/WHUYaevW6/eorsiiooW3UkZP8bPlrQzktsmMscoxysgZ7366qsDBw6MG2VlZf37948ACJuzViBYaiUBgDRqJYEUy40kb75keHWR5O4Hd9hmtzbL3PTJW9Pvu2ZUZuzW6sZxVTEJAEA+ctYKBEutJACQRu0RUJ30SHLO7AVxJFndwK0/+nGn7fdpG+8+f8EP778yoeoOnwyecc+A0Yf+fJ3i4qJMBpmpm6y4p4pJAADyi3klgWCplQQA0qiVBJap5pFktOgIEx16ykZb7tx6mbt9OnjG/deNmTdvQcWKSXNMAgCQ734wryQQKqkkAJBG1RFQVVYiycRyg8kHrh8rmAQAoJDoZQPBkkoCAGnUSgKVZDGSTKxIMDl37vyFVQgmAQDIR85UgWCZVxIASKNWEqgo65FkIgkm48Yy55iMg8kHo3G9+5aXlFTeZI5JIC+0a9euV69ecaO0tDQCIHjmlQSCJZUEANKolQQyaimSTAgmgQLWfrEIABZLzlH1tYEAGcEVAEjjgj6QqNVIMrHcoVwfvGHcvHkLDOUKAEBe08sGgiWVBADSuH8TiOokkkwIJgEAKHjOToFgSSUBgDRqJYE6iyQTgkkAAAqbeSWBYEklAYA0aiUhcHUcSSYEkwAAFLCqZ6oAgZBKAgBp1EpCyFZLJJkQTAIAUKj0soFgFUcAANVTKwnBWo2RZCIJJuPG+69MqLp1UTAZjevdt7ykpPKmoqKipZ9njYo3WLjZAqh7r7766sCBA+NGWVlZ//79IwDC5owUCJZaSQAgjc4ShKkmkeRBJ25Y80gyoWISAIDCY15JIFhSSQAgjVpJCFANI8nuu5dH2SOYBACgwPxgXkkgVFJJACCNWkkITU5FkgnBJAAAhUQvGwiWVBIASKNWEoKSg5FkQjAJAEDBcBYKBEsqCQCkUSsJ4cjZSDIhmAQAoDCYVxIIVnEEAFA9tZIQiByPJBNJMBk33n9lQtWti4LJaFzvvuUlJZU3FRUVLf08a1S85cLtF0Bta9euXa9eveJGaWlpBEDwkvNPfW0gQFJJACCNi/UQgryIJBNJMFlcvMbbL4yvulUwCeSm9otFALCYM08gWEZwBQDSuH8TCl4eRZKJ+BrOwSd13qZHm2VuNZQrAAA5zpknECypJACQRv0QFLa8iyQzBJMAAOQp80oCwZJKAgBp1EpCAcvfSDIhmAQAIB9VPQsFCIRUEgBIo1YSClW+R5IJwSQAAHlHLxsIllQSAEijVhIKUmFEkgnBJAAA+cXZJhCs4ggAoHpqJaHw1CSSPPSUjbbapXWUY+JgMn58+4XxVTctCiajcb37lpeUVN5UVLTUPZrJTRiZI56jH5BFr7766sCBA+NGWVlZ//79IwDCZl5JIFhqJQGANGolocAUXiSZUDEJAEC++MG8kkCopJIAQBrVQlBICjWSTAgmAQDIC3rZQLCkkgBAGrWSUDAKO5JMCCYBAMh9zjCBYEklAYA0aiWhMIQQSSYEkwAA5DjzSgLBkkoCAGnUSkIBCCeSTAgmAQDIZT+YVxIIVXEEAFA9tZKQ70KLJBNxMBk/vv3C+KqbFgWT0bjefctLSipvKipa6q7N5LaMzDHQ8RBYZe3atevVq1fcKC0tjQAInrNKIFhSSQAgjVpJyGthRpIJwSSQO9ovFgHAYs4qgWAZwRUASKOzBPkr5EgyYShXAABykHklgWBJJQGANGolIU+JJBOCSQAAco15JYFgSSUBgDRqJSEfiSQrEkwCAJBT9LKBYEklAYA0aiUh74gkqxJMAgCQO5xJAsGSSgIAadRKQn6pSSR5xGmbFGQkmRBMAgCQI8wrCQSrOAIAqJ5aScgjNYwkt9ihVVTQ4mAyfnz7hfFVNy0KJqNxvfuWl5RU3lRUtNStnMlRMXMJya0bwIp49dVXBw4cGDfKysr69+8fARC25BxSXxsIkFpJACCNC+6QL5YXSc4PPJJMqJgEAGC108sGgiWVBADSuH8T8sJyI8nbLhshkkwIJgEAWL2cPQLBkkoCAGnUSkLuW5FI8vMh05b5taFFkgnBJAAAq5F5JYFgSSUBgDRqJSHHiSRXjWASAIDVpeqZJEAgpJIAQBq1kpDL0iPJuXMWiCRTCCYBAFgt9LKBYBVHAADVUysJOWu5keQ///CFSDJdHEzGj2+/ML7qpkXBZDSud9/ykpLKm4qKlrq5MzlOZi4tuZkDqKpdu3a9evWKG6WlpREAwXPGCARLKgkApNFZgtwkkswWwSRQB9ovFgHAYuaVBIJlBFcAII1aSchBIsnsMpQrAAB1ybySQLCkkgBAGhU/kGtEkrVBMAkAQJ3RywaCJZUEANKolYScssqR5BpFIsnlEEwCAFA3nCUCwZJKAgBp1EpC7qhJJNnnjE1FksslmAQAoA6YVxIIllQSAEijVhJyRA0jyU23aRmxAgSTAADUth/MKwmEqjgCAKieWknIBSLJuhQHk/Hj2y+Mr7ppUTAZjevdt7ykpPKmoqKl7vhMbunIHD8dSyFwr7766sCBA+NGWVlZ//79IwDC5swQCJZaSQAgjVpJWO3SI8l5cxeKJLNOxSQAALXHmSEQLKkkAJBGfQ+sXsuNJG++5DORZG0QTAIAUEvMKwkESyoJAKRRKwmr0YpEkiM+mlH1C0WSWSGYBACgNvxgXkkgVFJJACCNWklYXUSSuUAwCQBA1ullA8GSSgIAadRKwmohkswdgkkAALLL2SAQrOIIAKB6aiWh7okkc00cTMaPb78wvuqmRcFkNK533/KSksqbioqWugc0uckjc0R1dIWgtGvXrlevXnGjtLQ0AiB45pUEgiWVBADSqJWEOiaSzE2CSaAm2i8WAcBiyXmgvjYQICO4AgBpXDSHuiSSzGWGcgUAICv0soFgSSUBgDTu34Q6s8qRZJFIsq4IJgEAqDlngECwpJIAQBq1klA3VjmSrFe8xtH9uogk64xgEgCAGjKvJBAsqSQAkEatJNSBmkSSx/TrsvFWa0fUIcEkAAA1UfVsECAQxREAQPXUSkJtq2Ek2blr84g6FweT8ePbL4yvumlRMBmN6923vKSk8qaioqXuCk1u+8gcYx1voYBNnTp1woQJcaOkpKRjx44RAGFz1gcESyoJAKRRKwm1SiSZvwSTwIobOnTowIED40ZZWVn//v0jAMLmrA8IlhFcAYA0OktQe0SS+c5QrgAArALzSgLBkkoCAGnUSkItEUkWBsEkAAAry7ySQLCkkgBAGrWSUBtEkoVEMAkAwErRywaCJZUEANKolYSsE0kWHsEkAAArzpkeECypJACQRq0kZJdIslAJJgEAWEHmlQSCVRwBAFRPrSRkkUiysMXBZPz49gvjq25aFExG43r3LS8pqbypqGipTBTgsgAAEABJREFUW0WTo27mEpVbQ6AwdOnSpV+/fnGjpOpRAIDwJOd4+tpAgKSSAEAaF8QhW0SSIRBMAsvUdLEIABZzdgcEywiuAEAa929CVogkw2EoVwAA0jm7A4IllQQA0qjRgZoTSYZGMAkAQArzSgLBkkoCAGnUSkINiSTDJJgEAKA6Vc/0AAIhlQQA0qiVhJoQSYZMMAkAwDLpZQPBKo4AAKqnVhJWmUiSOJiMH99+YXzVTYuCyWhc777lJSWVNxUVLXXzaHIczly6crMI5KOpU6dOmDAhbpSUlHTs2DECIGzO6IBgSSUBgDQ6S7BqRJIkBJNAbOjQoQMHDowbZWVl/fv3jwAIm3klgWAZwRUASKNWElaBSJKK4mByx33XWeamOJh86IZxCxYYyhUAICDmlQSCJZUEANKoyIGVJZKkqp7HbrDd3m2XuemTwTPuv84ckwAAAdHLBoIllQQA0qiVhJUikqQ6BxzXqbpgctFQrjcIJgEAQuEsDgiWVBIASKNWElacSJJ0gkkAACLzSgIBk0oCAGnUSsIKEkmyIgSTAAD8YF5JIFTFEQBA9dRKwooQSbLi4mAyfnzz6bFVNy0KJqNxvfuWl5RU3lRUtNQdpcktI5njs2M15LguXbr069cvbpRUfXsDEB5nbkCwpJIAQBq1krBcIklWlmASQtN0sQgAFnPmBgTLCK4AQBqdJUgnkmTVGMoVACBY5pUEgiWVBADSqJWEFCJJakIwCQAQJvNKAsGSSgIAadRKQnVWOZIsKopEkiTiYHKn/dZd5qY4mHzohnELFggmAQAKjV42ECypJACQRq0kLFNNIsmjf7GZSJKM/Y9Zv7qKyU8Gz7j/OhWTAACFxtkaEKziCACgemoloaoaRpIbb90iggoOOK5T/Pjm02Orblo0lGs0rnff8pKSypuKipa6xzS5iSRzxHb0hpwyderUCRMmxI2SkpKOHTtGAITNvJJAsKSSAEAatZJQiUiS2iCYhMI2dOjQgQMHxo2ysrL+/ftHAIQtOU/T1wYCZARXACCNi9pQkUiS2hMHk9UN5boomLzBUK4AAAVCLxsIllQSAEjj/k3IEElS2wSTAAAhcIYGBEsqCQCkUSsJCZEkdUMwCQBQ8MwrCQRLKgkApFErCZFIkrolmAQAKGxVz9YAAiGVBADSqJUEkSR1TzAJAFDA9LKBYBVHAADVUytJ4ESSrC5xMBk/vvn02KqbFgWT0bjefctLSipvKipa6sbT5BieuezlRhNYXbp06dKvX7+4UVL1fQtAeJyVAcGSSgIAaXSWCJlIktVLMAkFo+liEQAsZl5JIFhGcAUA0qiVJFgiSXKBoVwBAAqPeSWBYEklAYA0qmoIk0iS3CGYBAAoMHrZQLCkkgBAGrWSBEgkSa4RTAIAFBJnYkCwpJIAQBq1koRGJEluEkwCABQM80oCwSqOAACqp1aSoIgkyWVxMBk/vvn02KqbFgWT0bjefctLSipvKipa6lbU5KieuQTm1hOoG1OnTp0wYULcKCkp6dixYwRA2JJzMH1tIEBSSQAgjQvWhEMkSe4TTEKeGjp06MCBA+NGWVlZ//79IwDC5uwLCJYRXAGANO7fJBAiSfKFoVwBAPKdsy8gWFJJACCNGhpCIJIkvwgmAQDymnklgWBJJQGANGolKXgiSfKRYBIAIH9VPRMDCIRUEgBIo1aSwiaSJH8JJgEA8pReNhAsqSQAkEatJAVMJEm+E0wCAOQjZ1xAsIojAIDqqZWkUIkkKQxxMBk/vvn02KqbFgWT0bjefctLSipvKipa6v7U5AaUzNHekR+yrkuXLv369YsbJVXfkACEx7ySQLCkkgBAGrWSFCSRJIVEMAm5r+liEQAslpxr6WsDATKCKwCQxoVpCo9IksJjKFcAgDyilw0ESyoJAKRx/yYFRiRJoRJMAgDkC2dZQLCkkgBAGrWSFBKRJIVNMAkAkBfMKwkESyoJAKRRK0nBEEkSAsEkAEDuq3rGBRCI4ggAoHpqJSkMIknCEQeT8eObT4+tumlRMBmN6923vKSk8qaioqXuWE1uSckc/30WQA1NnTp1woQJcaOkpKRjx44RAGFzZgUESyoJAKRRK0kBEEkSGsEk5JqhQ4cOHDgwbpSVlfXv3z8CIGzOrIBgGcEVAEijs0S+S48k585ZIJKkIBnKFQAgZ5lXEgiWVBIASKNWkry23Ejylt8PF0lSqASTAAC5ybySQLCkkgBAGrWS5K/lRJKzRZIUPsEkAEAO0ssGgiWVBADSqJUkTy03kvzH70SSBEEwCQCQa5xNAcGSSgIAadRKko9WJJL8+lORJKEQTAIA5BTzSgLBKo4AAKqnVpK8I5KEquJgMn588+mxVTctCiajcb37lpeUVN5UVLTUbazJJ0Lm8pnbVmDFdenSpV+/fnGjpOo7DYDwJOdR+tpAgKSSAEAaF53JLyJJqI5gElajpotFALCYMyggWEZwBQDSuH+TPCKShHSGcgUAyAXOoIBgSSUBgDTqYMgXIklYEYJJAIDVzrySQLCkkgBAGrWS5AWRJKw4wSQAwOpV9WwKIBBSSQAgjVpJcp9IElaWYBIAYDXSywaCVRwBAFRPrSQ5TiQJqyYOJuPHN58eW3XTomAyGte7b3lJSeVNRUVL3diafEZkLqu5kQWqM3Xq1AkTJsSNkpKSjh07RgCEzVkTECypJACQRmeJXCaShJoQTEKdGTp06MCBA+NGWVlZ//79IwDCZl5JIFhGcAUA0qiVJGeJJKHmDOUKAFD3zCsJBEsqCQCkUfVCblrlSHINkSQsTTAJAFDH9LKBYEklAYA0aiXJQTWJJI/8+aYiSahEMAkAUJecKQHBkkoCAGnUSpJrahhJdtm2ZQRUIZgEAKgz5pUEgiWVBADSqJUkp4gkofYIJgEA6sYP5pUEQlUcAQBUT60kuUMkCbUtDibjxzefHlt106JgMhrXu295SUnlTUVFS93tmtzOkvns8DkCsS5duvTr1y9ulFR9CwEQHmdHQLCkkgBAGrWS5AiRJNSNOJgsKSl65bHRVTcJJmGVNV0sAoDFnB0BwTKCKwCQRmeJXCCShLq0X5/1d+657jI3GcoVAKDmzCsJBEsqCQCkUSvJaieShLonmAQAqD3mlQSCJZUEANKolWT1EknC6iKYBACoJXrZQLCkkgBAGrWSrEYiSVi9BJMAALXBGREQrOIIAKB6aiVZXUSSkAviYDJ+fOWx0VU3LQomo3G9+5aXlFTeVFS01P2vyQ0umU8TnywEaOTIkUOGDIkbpaWlPXr0iAAIm3klgWBJJQGANGolWS1EkpA7BJNQc6NGjRo0aFDcKCsrk0oCkJwL6WsDATKCKwCQxoVj6p5IEnKNoVwBALJILxsIllQSAEjj/k3qmEgScpNgEgAgW5wFAcGSSgIAadRKUpdEkpDLBJMAAFlhXkkgWFJJACCNWknqjEgScp9gEgCg5qqeEQEEQioJAKRRK0ndEElCvhBMAgDUkF42EKziCACgemolqQMiScgvcTAZP77y2OiqmxYFk9G43n3LS0oqbyoqWuqm2OTzJXNJzk0wFLadFosAYDFnPkCw1EoCAGl0lqhtIknIRyomAQBWmXklgWBJJQGANGolqVUiSchfgkkAgFXzg3klgVBJJQGANGolqT0iSch3gkkAgFWglw0ESyoJAKRRK0ktEUlCYRBMAgCsLGc7QLCkkgBAGrWS1AaRJBQSwSQAwEoxryQQrOIIAKB6aiXJOpEkFJ44mIwfX3lsdNVNi4LJaFzvvuUlJZU3FRUtdZts8omTuTznthgKyciRI4cMGRI3SktLe/ToEQEQtuQ8R18bCJBUEgBI46Iw2SWShEIlmIQUo0aNGjRoUNwoKyuTSgLgDAcIlhFcAYA07t8ki0SSUNgM5QoAsCKc4QDBkkoCAGnUqZAtIkkIgWASAGC5zCsJBEsqCQCkUStJVogkIRyCSQCAdFXPdgACIZUEANKolaTmRJIQGsEkAEAKvWwgWFJJACCNWklqSCQJYRJMAgBUx1kNEKziCACgemolqQmRJIQsDibjx1ceG11106JgMhrXu295SUnlTUVFS907m9wck/kk8qlEntppsQgAFjOvJBAstZIAQBq1kqwykSSgYhIAoKofzCsJhEoqCQCkUZXCqhFJAgnBJABAJXrZQLCkkgBAGrWSrAKRJFCRYBIAoCJnMkCwpJIAQBq1kqwskSRQlWASACDDvJJAsKSSAEAatZKsFJEkUB3BJABA4gfzSgKhKo4AAKqnVpIVJ5IE0sXBZPz4ymOjq25aFExG43r3LS8pqbypqGipu2mT22Uyn00+p8gLI0eOHDJkSNwoLS3t0aNHBEDYnL0AwZJKAgBp1EqygkSSwIoQTBKmUaNGDRo0KG6UlZVJJQFw9gIEywiuAEAanSVWhEgSWHGGcgUAAmdeSSBYUkkAII1aSZZLJAmsLMEkABAy80oCwZJKAgBp1EqSTiQJrBrBJAAQLL1sIFhSSQAgjVpJUogkgZoQTAIAYXLGAgRLKgkApFErSXVEkkDNCSYBgACZVxIIVnEEAFA9tZIsk0gSyJY4mIwfX3lsdNVNi4LJaFzvvuUlJZU3FRUtdYtt8mmVubTnlhpyzU6LRQCwWHKuoq8NBEitJACQxoVdqhJJAtmlYhIACIpeNhAsqSQAkMb9m1Sy6pHkGiJJoFqCSQAgHM5SgGBJJQGANGolqagmkeRhP9tYJAmkEEwCAIEwryQQLKkkAJBGrSQZNYwku+5YFgGkEkwCACGoesYCEAipJACQRq0kCZEkUDcEkwBAwdPLBoJVHAEAVE+tJJFIEqhbcTAZP77y2OiqmxYFk9G43n3LS0oqbyoqWuqm2+TzK3PJz002rF4jR44cMmRI3CgtLe3Ro0cEQNicmQDBkkoCAGl0lhBJAnVPMEmBGTVq1KBBg+JGWVmZVBIA80oCwTKCKwCQRq1k4ESSwOqy3KFc5xvKFQDIT+aVBIIllQQA0qgsCZlIEli90oPJeweMFUwCAPlILxsIllQSAEijVjJYqx5JFkWH991EJAlkRRxM7nJAu2VuGv7+zH9dNWbO7PmCSQAgvzgbAYIllQQA0qiVDFNNIsk+Z2y6xQ6tIoAs2feIjtUFkyOGzLp3wFjBJACQX/SygWBJJQGANGolA1TDSHLTbVpGAFklmAQAConzECBYrjMCQLgqZk5J4BQ/Lqjg22+/jR/jYLJNmzZNmzaNCIBIEshZT97z5cv/GbXMTetv3ujwM9s2aFhcVMUaS4uWrk5QqQAA1LGZM2dOmzYtbsyfPz9uFBcXl5SUFC+t3v9UOp+JnL0AeU6tJACQRq1kUESSQC5TMQkAFIaq5yQAgZBKAgBpzCsZDpEkkPsEkwBAAdDLBoIllQQA0qiVDIRIEsgXgkkAIN859wCCJZUEANKolQyBSBLIL4JJACCvmSESCJZUEgBIo1ay4IkkgXwUB5P7HrX+MtUjV84AABAASURBVDclweT8eQsEkwBAbvrBvJJAqIojAIDqqZUsbCJJIH/t0mvd+PHJf42ouikOJu+5eswRv1inuKTypqKipe7NTW6+yXzS+dSjlowcOXLIkCFxo7S0tEePHhEAYXO+AQRLrSQAkEatZAETSQL5Lg4mq6uY/PyDRcGkiklyxKhRowYt9sILL0QABM/5BhAsqSQAkEbVSKESSQKFQTAJAOQd80oCwZJKAgBp1EoWJJEkUEgEkwBAfvnBvJJAqMwrCQCkUStZeESSK+u351z5zGMvJ+0fHbb3r35/RlRYPnjn49OOvSBpb7ND16tv+X2UM15/+Z1zT/ldZnG7nbf66z9+F+W8+fMX7LZ576Rd2rjRU4P/VWmHc07u/8Yr7ybta/75h62327y6p5o18/tGpWtGLE/KHJNJMGmOSQAgdzjHAIKlVhIASKNWssCIJMkvjz/4bMXFN195b/TX46JgxHH4qUf9MmLFqJgEAPKFcwwgWFJJACCNSpFCIpIkv0yZNO3l596stPKBux+LAjB+zDfn/uyS355z5cSJkyNWmGASAMgL5pUEgmUEVwAgjVrJgiGSJO88/shzc+fMixYfiDp2aj9i+Ndx+4lHnjv5zGPXbNQgKlzz5s7/8YGnz5o1O2LlGcqV3LTTYhEALJacXehrAwGSSgIAaVyKLQwiSVK0Lm/10zOOzrSjnPHY/c8kjU0277Tb3jve8Jfb4vbUydOfHvTigYfvE+WzvX+0W5etNk7a5euUVdoavytFkjUhmAQAcpzzCiBYUkkAII37NwuASJJ0bdq2+slpR0U55oN3Pxnx+cik3XXrzfbcb+cklYwWD+Ka76nkfgftHlGbBJMAQC5zXgEEy7ySAEAanaV8J5IkTz324DOZ9rY7b12+busuXTdKFod/MiLOLCNIlT7H5L0DxppjEgBYXcwrCQRLKgkApFErmddEkuSpWTNnP/fYy0m7yVql3bbfIm7sc0CPzA6P3PNEBMuTEkwOf3+mYBIAWF2qnmMABMIIrgBAGrWS+UskmS+mT5s57KMvhg8bUb+kpFXrFu3Wa9uxU/to5c2a+f2Iz0d+NXzk9OkzWpeXdezUbtWeZ7niv58P3/l4woSJ0yZNmztvXvuO65Sv27pd+7YNGtaPsuTpx17MTKy4+z471au36GbKvX+027VX3jJ3zry4/exjL595/k+bNm8SrT7xW2nMyPFffjFy5Jdjmq/dtEPHdTfbcqOIHJMylGsSTB5+ZltDuQIAdcy5BBAsqSQAkEatZJ4SSea+8WO/vePGe9989b1xYyZU2rR2i2Z79dr12JMPa9Gy2XKfZ8GChS8+/drjDz//+otvV3q3xgHnaeecsOte28ft3TbvPX/+grix+747Xvq3Cyru9sE7H5927H/XbLND16tv+X11/9e8ufMHPfTMvbc/8tUXoyttqt+g5KAj9jv+1COat2ga1dgTDz6Xae+x/85JY62mjXfdc/tnFtdQzps3/5H7nvrxyYemP0+882/PuTJp73/wHr/5Y7+Und9+/YNfnHhR0t6xR/crb7iouj2/GT/x0fuf+s99T8WNius7bbTej085fK+eu0TLc87J/d945d2kfc0//7D1dpsn7X26HzVzxqyKe06dPH2nTQ5M2nEK+9hrAytu7b37TzLfw3J/wGAJJskFI0eOHDJkSNwoLS3t0aNHBEDYnEsAwTKCKwCQRmcpH4kkc9yk76b87bJ/HLXfqQ/d80TVSHLRDhOn3HP7I332P/X+gYPSn2rKpGk/P/aCi87602svDK56A8Gor8b+6ozLbvzbnVm5t2DE8JE/OfQXV/72+qqRZGzunHn33vGfI/c75b47H41q5vNhX3343n+njWzdtlUclGY27XfwHpn2o/c9Ff89R3Xu8YeeO3zvn9587d2VIslo8Xceh6Dxr2PunLkRucRQrqx2o0aNGrTYCy+8EAEQPPNKAsFSKwkApFErmXdEkv/P3n2AtXXdfRy/tsXeYGQwXmCDbbzwBGHHAydNm93s0abubtqm6UqbbrdJ59s2bdNmtGmbJnWTNnu1TdzYjmMQwxu8wBtjAwKMEGJK5P1Hl1zLAgRmWdL9fh4/es6950oGIemOn/7n+DhJCj//kfskd3RfGRwSlDErTVaePnUupLQ3t/76gcf2l5Z/96df7vWCxcljVV//7A+rKqvdV0ZFR0xLm3z08Am5u7rmycf+dfLYqSG+kd/eaP7xt3/rUcYXFx8zJW1S9amamuo67Wd+8Md/DAsPu/L6tcpgvf7C/7T2Vddf5v67Zy9fKDllzWmLtE+dPJO/peSSvGxlFP314Wcef+gf7mvkx8vITLPbWuTnUdds+u+21tY2BT6GikkAAOA71KMIzrUB6BCpJAAA8IZLrv6FSNLHna23fv1zP3SPJFddZvr4529NS5+qTp3Y3NxSvG3Xgw88pm3z35c3T0ud9NHP3tTz0X76nd+5R5IfvHbNus/dMnnaRMU19ePxI6cee/DJbZuLZXHLmwXKEBw+dPyH3/hVe1t3/Z8En3d/45PZlywab4xX11QcPPbL9Q+X7TmkLv78+w8ZkxKW5mYpF07+lzde3ay25cPnmps+4N4rEdGVH177lz88oy6+/K83RjOV3FG41z2SjI2P/s5Pvrxo2fzQsPcm1GxqtL39v8JfP/BoR3un+e3tyqC8WfLeryZPQt7CG9U1PUdtxaARTAIAAB/B8QMA3WIEVwAA4A3f3/QjRJK+789/ePrUie6KOnlzffEbH//J776VPitVjSRFZGR43geX/+nZX89dMFO712O//fvh8uMeD/X68//ThjkVn/zi7d/72VfUSFJx5Shp6VN++vtvf+RTNyhDIwnZD7/+Sy2SXLhs7hMvPXTlDZdqkaSQX+H3T/50/sLZ6qLT2fXbn/5JGRQJ9qxnbWo7Z8Ui9/9FdcV1a7WLOIVbd2jP50hz/VKPa4tT01L++Mwvc1ctUSNJER0bdfWNl/3+iZ8kJMYpo+Xmj137qbtvV/+Nctmon2IoVwAA4As4fgCgW6SSAADAG6pA/AWRpO87c6rm1Wff0BZvXXfdbR//cK9bJiWP/79Hvy8pl7oof8QNj7/gvoGs+fPDT2uLH7ou7xNfuLXn40g2edfXPnbpFZcoQ/DWf945evik2pb09Ds/vkd+vJ6bBQUbfvjrb2gR3bHDlRUHjioX7j8vnRu+1X0WSU3ypAnZyxeqbXkeXvrnf5VRsfmN/CNu2fD9D96XMjmp52ZzsmZ+80dfVEbLbeuu+/jnb1X/rbrMpGAACCYBAMBFx7ySAHSLVBIAAHhDraRfIJL0C6+98D+Hw6m2o6Ij7uxtUFaNRJLrPneztrjxtbfP1lu1xX17y9W5FRXXnJSf/MJtXh7qc1+502AYpwyWeeu5wUhvuOMqCQX72tKYlLD2ipVqOzwi7OC+I8oFkuC2OH+32o6Ji+orZnNPK19/8X8d7Z3KyMvfUqK1135oxfSMqX1tuXz10jlupa7wQQSTAADg4up5LAEAOsG8kgAAwBtqJX0fkaS/2FlcqrXv/OzN0TGR3re//vYrX3zmP5XHTyuuv6bcXcIwtWvbpmJtsw/feoWXpFBxFRded9uHnnvqNeXCtdjbCrfu0BZX91eNd8ud1y7OWZA+M3Xa9Ekes/ENhAS3WvuD1+QFBfV+trJybY5klupAr02Ntjdf3XLVjZcpI8np7Cp8p/t5kI/Ej3/+Vu/bf+yzN3/j8/cr8GHMMYlRttxFAQDAhWMGALpFrSQAAPCGWkkfRyTpRw7sLdfakqv1u71kcrmrlmqLRytOaO3y/Ye19vLVS/t9qEvWDHLGweOHT7a0tGmLk6eleN9+esbUy69alZY+ZRCRpLxi//PyJm3xig+v7WvLkNDgy69eoy0+94/XlREm2bDEn2o7OcWYOmOK9+1zVy/hSpPvo2ISAABcLBwzANAtaiUBAIA3VH74MiJJP2Kz2Ts7HdpiUopxIPeKHx+rtc/WNWrtestZrR0TH93v48S8P0XlhWqoP/efRkZFuP88w8789g5tWNqo6Ih33iqUf31tbGs698KuOHB03+5Dc7JGcNDUutoGrR2X0P+TIB+b441xlpoGBb6NikkAAHBRMK8kAN0ilQQAAN5QK+mziCT9S33tuRwxOjZqgBM9JoyPO/cIdeceoc5yLu6KjR1AKhkXowyKeyo5Y1aqMpL+/dJbWtvWZH/8oX8M+K7Ky8/+d0RTyfr6c09+bFz/T7gYb0wglfQLBJMAAGD0qUcLnGsD0CFGcAUAAN5wadU3EUn6HZvt3J+j3xklNSGhwVq79f2RVOWv3NjQpK13OLv6fZyw8FBlUNxLEo1JI/iykd/IS2Vkv976zzvqNJMjpNl67nmIiIoYyF1i4weZBGP0MZQrAAAYZZxlA9AtUkkAAOAN39/0QUSS/igs7FwuWHPaMsC3VU11ndaOju3OMuVdmTI5ye3Ravt9nOoBbNMr9zjTetaqjJjXXtjoHEC82pe21g55BGVoHE5nX12RbkFyfe2AKiDtzS0K/AfBJAAAGE0cJwDQLUZwBQAA3lAr6WuIJP1UlFus1dnpqK2pnzCA0kP3NDE2/tx0hpOnTqyqrFbbNWfqLuhxLoh7XWBtdb0yYl57/lym+O0HvnTlDZcO5F7rv/bLjf/eqrZf+dcbt3/iw14+r/pNPW3W5r66EhLODaU7wCezuqpGgV9hKFeMqJMnT5aWlkojIiJi9erVCgBA35hXEoBuUSsJAAC8oVbSpxBJ+q9EY3x4RJi2WH1qQJFV9alzAVhc/LnpDCdNm6i1a6st/T5Ozen+t+nV5MnJbg8yoDTu2Sdf3fJmwaF9R5r6Dvk87CwqrTx+Wm0HhwSt+eDyAd7x8mvXaO1TJ8+Yt+7w2MA9MZI3ieJVs83eV1f8+HOR8OlTNQ6HU/Gqo71zRENcjBAqJjFyKisrX3fZsmWLAgDQvZ7HDACgE6SSAADAG+o8fAeRpF+TeGzOgpna4jubivu9i81m31VSpi3OzJyhtSe5hYWF7+zo96He2VSkDEp6ZprEhGq7paVtz/Z93rcv33/0Nz/903fu+dknbvzKp2/+mjIw/3l5k9ZeuTbHPb71LnvFwvHGeG3x5X/+12ODoKBzY8PY+ktJjx+p7KtratqkuPfniZR3nPnt7YpXRdt2KvBPBJMAAGAUcJYNQLdIJQEAgDfUSvoIIskAMHtehtZ++V//retvesINj7+gzU0oQV32ikVa1+rLl4eGBavtXcVlJQW7vTzOdvPe7eY9yqBIqjdrbrq2+MLT//a+faFbGrf2ikuUAZDwdcsb+dripVesVAZMst4PXZenLeZvKak+vyrUPeCsre5nqNvi/F19dY0bN3bVB3K1xaf+9Jzi1XMbXlOGwGNQUIwygkkAADDSODYAoFuc7gIAAG+olfQFRJKB4fKrV0u4pbZb7K1P/+VFLxtbz9qe//ur2uKKvOwOdh3vAAAQAElEQVSg4HNlf4kT4u/45A3a4hOP/quvMUVl/V8efloZgsuuPBcTbn4jv7rvaSzlZ37x6de1xVWXmpQB2Pja2y0tbWo7MioiZ+Vi5UJ86Nq1WlveES8+c15u6j7y6tHDJw+UVvT1OP99efPJY1VK3z7g9jzs23Oo52ixmoqDxwYdA6vc/9ad7Z0KRp0Ek1d9dEavXQSTAABg6JhXEoBukUoCAABvqJW86LxHkq32TiJJfzFt+qTLrzk3D+I/n3zl748/3+uWtdX137jrR1pWJ2/D62+/wmOb2z5+vTZ46e6Ssi985L4zPeaqrKqsvuuOb/Y77Kp3V9/wgaQUo9p2Ort++YM/NDY09dysva3j/vt+rU2mOCU1Zeac6coAvP7C/7T2pVeudB9zdSCmpqUsWDJHW3zl2Tc73GK8ydNSYt3m4/zF+j+0trT3fJBdxWUP//Kvilfyv7gHtD/73kNlew713KyutuHBH/9RGbKIyHC1IS+DesvZvjZ7+omX/vrwM+q/tzeaFQyfnA9MJJgEAAAj5F3mlQSgVxd2zg8AAPSGWsmLq/9Icv3hU4ftPe9IJDlCirftvOcT3xv49jmXLLrt4x/WFu/66sd2mPfUuIYSlT/iI7/624HSinV33ZKWPlUto2xubinJ3/3gA4/W1zVq9/rMl+6YlzXL45HDwkO+/O3PfPfLP1MXJSH7xE1fzV21ZMas1Kmpk04cO1Vx4Fj+5uJmm10ZmqBgw9e/f9fXP/tDddH8zo5P3PDle7796UU586OiIhTXEKz5m4r/8oenJQRVt5HfRX62gTz4oX1HDpYd1hYv/dCABn318MFr1mjJa1Oj7a3/vKMN62owjJOk87mnusdTLd9/9Jufv19++OkZU9U18jM//deXXnrmP/LnCA8PDQ4N7jVzVckvtd2852yDVXGlj3d/7Ntf+c5n13xwufo82Jtbi7bt/M1P/uglRBy45BTj4UPH1faPv/2bmz92bXBQkDyx7hGs+NffXtaSYPmtV102oPpUDJAEk3L72lOHe3apweRNX5poCPLs8hiAV/1yj7YnZa+qWzExMenp7w2IHRcXpwAAdI/jAQC6RSoJAAC8oVbyIiKS9EGSAGkh0EBMmpzsvhg/PvaB39z3jc/fryZbYsubBfIvOCRo5uzpDfWNWrCnyV6x8KOfvanXB19zee5999/9s+89pC5KIPfflzcr8u98qTOmyJZ/+cMz6mJQcLBygUwrF3/2K3c+9uCT6qKkqt/+0k/f++2mJEdEhUuy6LH9d372FfmxB/LI/37pLa09cdKErKVzlAt36RUrH/rZ41pp6Sv/esN9ssl1n73lrdff0Z7wHUV777z27p4PIp91639576MPPukllYyNj/7Fw9/7+l0/tJ61yWJHe+fPv/97+Tc1LSU4OLji4DFty7kLZo4dN3bvzgPKYEm6rKWSRdt2yT+1vXH7P90ny8RII5jEcJnrogAA4MLxAADdYgRXAADgDSdLFwuRZKDKXJDx5+cfzFp63rVpybdKdx/0iCQTEuPuue9TP/ndd7y8B6++8bKHN/x89rz0vjZY/YHcPz7zS2NSorYmMipcuXB3fubGH//2PvfRUMWpk2c8IsnECfHrf/n1y69aNZDHbG/r+M9Lm7TFtVesHNynTXhE6Eq3GsG9uw64/1RxCTG/f/Knk6Yme3mE6Ngo+e2Wr1mq9Ef+fH948qcTks57f504WuUeSWbOT//JQ98ODrng9NfdDbdfpc1C6u5IxQkFo4uhXAEAwLBjXkkAukUqCQAAvKFW8qLoK5JUL3YTSfo7ybT+8ORPfvK7b0l81bNX3nSmlYvvf/Abz775p5s/dk1oWD/h1oJFs//0z1/+9i8PXH3DZRmZaRIcGpMSPnD16nt/+Pmn//2IhG0S2jkcDm37qOhIZVAk4Hz69Udu/di12pSH7iRCu/nOa5569Q/uky96t/mNfHtzi7Z46ZWDGb5V9aFr89wXX3rmP+6L06ZP+uvzv71t3XUxcVEedwwJDb78mjV/fe7BgY99mjpjyt9efuiTX7wtKjrCo0ue+S/c+/FHNvxCEmVlaOS18cvH1k+eNtFj/YnDlQpGXb/BZCfBJAAAuBDMKwlAt7jOCACAfrknXmoFntw63VgsFrmVjCQpKSkmJkbBqPASSUqDSDLAHK04mb+lxNHZKW+0xAnjp6VNSsuYFhYeogyrJx/912O//bva/txXP/bRT9+gDEF7W8fWtwpPnTgt7eCQ4CmpKckpEyZNmdhvgHrRyZvo0L4jJ0+ctlTXRUZFTJiYODdrljor5CA0WZtLdx5oqG8822CNjYtOmZy0YMkcg2GcMqz27604cbSyrqbe4XTGJcQuyVngve4TI6fwzdO9DuUqZi2N/PBdyUFB48b2MOZ8yvlVEVRIAACgQ3a7vanpvVkDOjs7bTabwWAICgoynG/c+zyOKBSOHwD4OeaVBAAA3lArOcqIJPUmLX2K/FNGWE11ndbuWeF3oUJCgwdeEOlT5ILO7HnpXga8vSDRMZEDGfR1iDLnp/daU4vR52WOyYMlzS8qZ1zBpGcXc0wCAICeOAYAoFukkgAAwBtOlkYTkSQG6OSxqns+8d3kSUlJE42Ls+dfef1aLxvL62d74R5tMTV9qgJgUAgmAQDAsKDqEYBukUoCAABvqJUcNYOOJOVy961EkjozaWpyk9VWW12/R9lXtG3HB69dM25cnxPGb36j4NSJM2o7Lj5mXtZMBcBgEUxicMrKyjZu3CiNuLi4devWKQAAfVP3/pxrA9ChsQoAAEDfuFQ6OoYSSd7+5blEknojCUf6zDS13djQ9Kffbehryz079v/8+7/XFleuzfFIRwBcKAkmr/rojF673gsmHznT2ens6uHd8ylun/webQQkq9Va4XL8+HEFAKB7nGUD0C0uSQAAAG/4/uYoGGIkOWthvAL9ueNTN2jtp/747F0fuW/j61ubGm3qmhZ7a+G2nT/42v/d8/Hv2ptb1JVx8TGfvPt2BcCQEUwCAIChYL8PQLcYwRUAAHhDreRII5LE4FyyNvtjn7v5b4/+S13cu2O//JPG5GkTQ0NDKg4e63mXb97/xYTEOAXAcGAoVwAAMGjMKwlAt0glAQCAN9RKjigiSQzFp+6+vdlmf/mf/3U4nNrKyuOne245IWn8vT/8gmnlYgXA8CGYBAAAg8O8kgB0ixFcAQCAN1weHTlEkhgiyTa++t3P/uPfj1x70+XjxvV+YD89Y9oXv/mJp179A5EkMBIYyhUAAAwCZ9kAdItaSQAA4A3f3xwhRJIYLimTk77xoy986VufPlNVfaaq9nRldVtbe2xsdHRs1MTJSTNmTlMAjCQqJjEQMTEx6enp0oiLYyRtAAD7egD6xXVGAAD0yz0PE2oe5nRjsVjkVk6WkpKS5GqagmFCJAkAAabwzdO9BpNi1tJIVzA5bmwPY86nnF85wcVKAAACkt1ub2pqkobD4ZCGwWAICgoynG/c+zyOGRSOEAD4OUZwBQAA3lArOez6iiTVBpEkAPgjhnIFAAAD13O/DwA6QSoJAAC8YWCZ4dXXaadaq9rW4iCSBAA/NRLBJAAACEicZQPQLVJJAADgDbWSI6Tn8LkSSf7xBxVEkgDgvy40mNSGT/cIJjXsggEACEjs4gHoFqkkAADwhlrJYdTr2K2q9lYnkSQABICBBJNqGOlRK+m+JVcqAQAIbMwQCUC3SCUBAIA31EoOl55XnN0jyce+X04kCQCBwXsw+cLDp9Vgstdssuc4ruyFAQAIPO8ybDsAvTIoAAAAfaNWcth5nHm+VyX5/UO9RpLi1rsziSQBwO9IMOlwdP336aM9uw5tt7/0yJnrv5CsLqrf/lETyrFjz31vmJ1vgCkrK9u4caM04uLi1q1bpwAA9I0dPQDdIpUEAADeUCs5EtyrJB/93iGqJAEg8Ky4YpLBMPa1pw737NpfbOt6990bvpASFDRGwkh1pUSSHt8E0hb5hlAAsFqtFRUV0jAajQoAQPfYuQPQLUZwBQAA3nCyNCx6HYhPIsk//bCcKkkACFTeh3J9/g9VDkcvw7f2nGYSAAAEGOaVBKBbpJIAAMAbaiWHnfsV5y5HV6/bjB0r/zhBBYBAEBTS+3m361O+Sx27tWceyc4XAIAAxrySAHSLVBIAAHhDreTICQoZ88kfzJiSHtGzq6tL+cdv9x3cWa8AAPxW4ZunX3vqcGd7L19AyVgcfvVnjD3rIz0KJblYCQBAQOIsG4BukUoCAABvqJUcRj0vNAeHjv3499ImZ4T33FiCyb8/uG9fSZ0CAPBDBf+t6nVSSZG+MPSqT8W/90nvqpJUzi+jV3pkkwAAIMCwowegW6SSAADAG2olh87jhNO9IEZxVUyu+3bqpOlhvd73n7/fT8UkAPidwjdP/3vDkV670hYEX74uVoshteFbld6ySe1eXLv0dzExMeku06ZNUwAAuse8kgB0i+oHAAD0y+MaqHph1OnGYrGoK5OTk+VqmoJB8bi+rF2Alme4y0UabS2OJ39youpoW8+7jx2r3H7PnFmLEhQAgD9QB27ttSt1ftAH7owODjaMGzfOYDh3O3bs2HEuY983xo16Xy5cAgAQGOx2u9VqlT17Z2enzWaTg4GgoCDD+ca9z+PAQOGQAICfo1YSAAB4Q63k8Oq1AkZxDeV6+zdSUtJCe96FOSYBwI94iSSnzDbk3R4+dqziMZGktgFfGgYAQCc4ywagW6SSAADAG+aVHDUSTN7ytaTkacE9uwgmAcAveIkkJ80cm3dHiBpJenSxnwUAQG/Y+wPQLVJJAADgDbWSo0mCyZu/OoFgEgD8Uf+R5LjeR11jPwsAgN4wFisA3SKVBAAA3lArOby8TA+mrpFg8vovJSRNDep5X4JJAPBZXiLJlIwxq28LGuM6+dYuQfY6NRSXJgEA0ImeA7kDgE6QSgIAAG+olRw57pek3YWEjZNgcsIUQ8+7EEwCgA/yEklOTFckkhw77r2P97Fjx47pQTk/pAQAAHrAfh+AbpFKAgAAb6iVHDqPE06P+hj36klNcOjYD98dTzAJAL6v3ypJj0hyrIv2ga+1lR7xJGWUgaSsrOxBlyeeeEIBAOgeZ9kAdItUEgAAeEOt5DDqeX3Z45K02lAvWIeEjbv2C7HGyeN6Pg7BJAD4CO+R5Mpbxkkk6f7ZrkWS7rdKb3kkO98AY7VaK1yOHz+uAAB0bwzzSgLQK1JJAADgDbWSI2dMb9yvWYeGG675fAzBJAD4pn4jyXGG7s/zcePG9Uwlew7oqvTII7lYCQBAQGJeSQC6RSoJAAC8oVZy2PUVRnpU0qhrwiKCCCYBwAd5n0vykpvH9lolKfGkR0g5psd8k+qDsPMFACCAsaMHoFukkgAAwBtqJYdFX1eZvdRKjnORBhWTAOBrvEeSapWkFkC6Uz/ee34Hpde6SQAAEKg4ywagW6SSAADAG2olR0Jf5ZK9zCtoGAAAEABJREFUkuvXIWHjrr4rmmASAHzBQCJJbeBWLYN0DyO19e5DuWpzTGqomwQAIFCNYV5JAHplUAAAAPpGreSw83hK1SvR2qJ0yaVqj7vImtBwRYLJVx9pqq10evSqweTt98yZtShBAYDh0NRoqz5tqT5dW3PaMi5oXNqMKTNmp0VGhiu6N8BI0j2GdK+SdM8ptTyyVwoCS0xMTHp6ujTi4uIUAIDuqV//5VwbgA7x2QcAgH6phwHvvq+rq0tunW4sFovcyslSUlKSXE1TMDTacZfHM68++T05e2hrcfQaTApJNvUTTC6ffY3W/vWffpi9YqFykezZsf/zH7lPbS8xLfjtX+73snGLvTU8Iky5QFv/V/itu3+iLf67YENMXFS/9yrbc+izt97rvubhv/9sweLMfu946uSZWy7/rLa44bWHp02fpAyfO6/90pHy42r7n288NmlKsnvvrx947PkNr6vtb91/91U3XqZg1FVX1cofIn9LSc+u5JQJi03zP37XrUkTExVdGngk6Z5BapGkwWDQ1nifXVKhUBIAgMBlt9ubmpqk0dnZabPZ5AghKCjIcD6PLzP1epAAAP6IEVwBAIA3fH9zGHlcYu53BNeeV7RDww0M5eqPGuoaf/iNX7/+/P+UC7fElOV+3WH39rKB3Kt42y6PNUXbdg7gfsru4nOPP3HShOGNJOHjnM6up5946c7r7u41khRnqmpee27jbVd87sGf/FFe1YrODDGS7JlB9qyV1B6Qq40AAAQ2zrIB6BapJAAA8IZ5JUeIRzDpcZG612ySYNIfyTvolWff/Oi1X3zz1S3KoIRHhM53q3Es3XVwIPcqyfdMJUsKdg3kjnt27tfay1YsUqAnv/nJH3//87/Ym1vdV06ampyRmea+pqO987mnXvvkTV85W29VdGPokWTP4VvdP//ddwruD84uGACAgETVIwDdIpUEAADeUCs5vHqedmqno70Gk71OS0Yw6Uf+/sfnfv793zc2NClDsCRnvtbet7v/VFL+u727Dnis3L+3oq62od/77i45Vyu5LDdLgW5sfH3rC//4t7aYMjnp2w986d8FG/7538f++vxvNm7/1y8e/t7UtBRtg9rq+gfue1AnO4iRiCR7rZXkAiUAADqhTeqhAIDOkEoCAABvqJUcdj2nCvMIJj2yyZ5XtAkmfceE5MRP3X27+u/yq1f33MDe0qYM2eJst1Ry76H2tg7v2xcX7Nba193yQa1dtK2fcsmqyurTp2rUtrwOl+ZetAk7McpOHK36v/UPa4uXXblyw+sPX3nDpdokpuERocvXLP3biw/d9vEPa5sVbtv51GPPKoHuIkaS7H8BAAhU7OUB6BapJAAA8IZayZHQ6wSTyvvBZM+iSYJJn5U0MfHjn79V/XfFh9cqI2NO1qyIyHC17XR29TuIqzZYa2RUxI0fubrn+r7sLtmntRcumytBlAJ9ePovL9ibW9R2yuSke9d/ISjI0HOzoGDDF7/x8VWXmbQ1Tzz2LyWgEUkCAICRwFk2AN0ilQQAAN5QKzlCCCYxcAbDuMVug7iW7T7gZWN5z+ZvKVbb8xdnps6YnDA+Vl0seLtEQk0v992z81wquTRngQLdKDafq6+9dd11EZFhXja+70df1NrtbR2nK2uUAEUkiWFUVlb2oMsTTzyhAAB0bwzDtgPQK1JJAADgDbWSI4dgEgPnPohrmdepJQ+UHraetant+Vmz3ruvqXt6SHtza9kub4nm7uJzk0ouYfhW3Th2+GTNaYu2uPLSHO/bR8dGSdqtLR6tOKEEIiJJDC+r1Vrhcvz4cQUAoHvMKwlAtwwKAABA36iVHFFa6Ks21Kdabchla+W9ZLFLbXgRGq5IMPnqI021lU6PLjWYvP2eObMWJSg6VlNdV3XizKmTZ6yNtviE2PHG+BkzpyUkxin+Y7Fb5eKe7fu8vDCK83dq7azseXK7JGfBm69uUdcUbtu1YMmcXu945lRNVWW12o6Nj549b4bSNwk+Dx86Vld31lpvbe/ojI+PSUwanzpjSuKEeGXUyU9+oKyitqY+LDx02vQp6TNTBzH2rNPZdeTQ8ZozlrMN1sazTRERYXEJMcbkxJmzpwcFD+akyeFwyl9KfrbGxqZpaZOnzZicMjlpEB+nnR2OA/sqqqssdbX1wUFB4yfET5o2cUbGNGVQTlfW7Czaa2u2T0hKnLdwtvr3krfGpKnJ1VW18jNnzs+QN0i/jzM1bfKxw5Vqu66uQQk4RJIAAGBEsccHoFukkgAAwBtqJUcaweTIkZTl+X+8/tZ/t7nXgWkmTUm+9MqVt3/ieu+DVXq3Z8f+z3/kPrW9xLTgt3+5X20//cRLv//5Xzw2/s1P/yT/1PaXv/Xpm+68Whmw1BmTJUCy1LwX/7S0tJXvPzprbu+pYXFB91CcMXFRcxfMlEbuqiVab0nBrs9++SO93nFXyblCyWXLF/V6oaSutuGpx58zb9mu5ZceJk6asOpS0y3rrhuJePLxh/7x14efUdvPbfxT8qQJh8uPP/HwM5vfKHDfTH7yFWuWffDaNZeszZFIyPtjyntt4+vvvPbcm2V7Dra3dfTcICQ0eP6izGtu+sCay5f3+pxIkrdq3ofV9lU3Xvat++/u7HT868lXnvv7q7XV51UqG5MSrr7xA1fd8AFpKAOwb/ehvz32r+2Fe3r+YBKuf+CqVXd+9mb5K/d194d/+cSGP7+gtjftes4QZPjF+j+89txGbYOgIMOV11/6+a9//JK8bPknHzXyAzscDmUAGixntXaiMdA+W4gkAQDASOPrvwB0ixFcAQCAN5wsjQKGch0Jb/1n260f+tw//vJir5Gk4qoPe+KRf95x1V0HSisUf5CzYrHWLtvV+yCuNpt97479ajt7xWL1hRSXEKNFmPLLnq239npf7Y6Kq7yy5wYv/OPfN176qeeeeq2vSFKcPlUjieztV961bVOxMsKe+dvLn7rxqx6RpOL61HpnU9F37vnZVz/1fXlCvDyCPBWfufXeH977yx1Fe3uNJBXXvIklBbu/95Vf3HvX/a0t7Up/JAv/zK1fl0TQI5IUsubPv3/61g999n//fsf7g0jS+bPvPvSZ2+7N31LS6w/WUN8ov/5tV35OXufKwPzqh4+4R5JC0tOt/ysMDglSF+WTJGlioqT1/T6UhMF73x8KWE1tlQBCJAkAAEbBGOaVBKBXpJIAAMAbaiVHB8Hk8Nq/p/wHX/s/CV20NeERYdOmT8paOnfS1GSD4dxTZKlpuOcT3zt2+KTi8xa5JYWlu3ufHrJw6w7tDbssN0tbv9Stnb+597xw9459Wtu0crFH70v/+u+v7n/0vKc0PHRqWsrCZXNnzJwWFx/jvnGLvfV7X/35iaNVyoh5+dk3HvrZn9WfJzY+2rRqyUc+dcMla7PdB+bdXrj383fcV1Nd1+sjNDXa5E+/f2+5+8rxxvjZ89LnL5qdMjlJi+tU5re3//qBRxWvbNbmez/3o/L9RxXXm1fC4Gtu/MCNH71qXtYs7VUnKaO8OCW77etBZIP7vvjjV58/L0GUR0uflZo6Y7L7pSvrWdv3v/oLrX7Ug/uWhe/skGes5zZrr7gkKOjChs+RaPZH9/5aW1z9geVR0RFKoCCSBAAAo4N5JQHoFiO4AgAAb6iVHDUM5TqMfvXAo9oZfvrstE/ffcfyNUu13hZ722vPvfnnPzzd7Cqksze3/OEXf/3lH3+gDJ/b1l0n/6Tx6INPPfXHZ9WVFzpqq4clOfO19q7i0l63KSnYpbVzLjmXLC7LXfjUH5/r3sa8+6obL/O4Y73lbOXx02p75pzp8eNj3XtPnTzzu58+ri1KuPvRz9yYvXyh+4fDqRNnHv/dho3/3qoudrR3Pv7Qhvsf/IYyMrRf50PX5X37x19yf2v8/fHnH/31k+oL4GjFiQcfeOxnv/9Oz0d45Fd/O1J+XG1HRIbd8rFrr7v1igS3X9zhcL7xyhbJ/M5U1ahr/v3iW7esu9bLnI5vbzSrDQlKf/XYevdRdqtPW+797A+Pvp9///7nf1mSPV9enD0f5Hc//7MkoNri/MWZn/zC7XMWzAwLD5HFttaOfXsO/ur+R7TQ9/GH/jFt+pQ1l+d6PI77Ra5fP/CY2piSmiIvjI6Ozn17DlUcOHrZFSuVC9HZ4fjOPT/RnjfJIz999+1KoCCSxIiKiYlJT0+XRlycP81qDAAYIez9AegWtZIAAMAbaiVHExWTw6Jsz6GDZd3RwrTpkx564sfukaTyXt1k6M0fu+b7P/+qtsb8zg4J1RTfJknh7Hnparu+rrHXH7hoW3cqKSFWXMK5+sUFS+ZERIarbfPW7U5nl8cdS96fjVIsNWV59D724JPaOKKmlYt/8/iPclZ4Tjw5aWry+l99/ZNfPJdRbX4j3/sAqkMnUeJ3fnKPR1r/kU/d8KNf36v9eO+8VVS4bafHHSWQe+W5N9V2cEjQA7/5lvzkCednsQbDuCuvX/vHZ/7PvRL0jZc3K/2ZkDT+93/7qcfEn0kTEx/+x88XLpurrdGSQneSa770zH+0xa9+97MPP/XTJab5aiQpQsOCF+fM/+M/f3XJ2mxts1+s/0NTo03pW13tezOSXnvT5U+88Nt7vvWpe39w1xMv/Ob/Hv3+nKyZyoBJJPn9r/1Ce42Jb/7o7uRJE5SAQCSJkTZ37tyvuKxbt04BAOgeZ9kAdItUEgAAeEOt5CgjmBy6k0dPae3Lr1rd1/CSElWuWLNMW9xetEfxeYuzz5VL7t2536NXslg1fBLLli9075KXxrLl3VmjvbnVfQpJ1Z7t54ZvdR/uVXFNvrj1f4VqW4K6b/34nqDgPgdc+ehnbpTYTG3Lp0dfk3oOi/mLZn/pvk/2+gGV98EVV95wqbb4198/7bHBf9zCxetu+ZD25PQkYfAtd16jLVYP4Df65v13p86Y3HN9VFTEfT+6W/uB9+48kL+lxGObx3+3QWvf+JGrbrjjyl5/wcjI8B//9lvps1LVRYkkn9vwuuJV7uqlX19/V0ho8Lk1q5YoA9Zkbf7SJ76rvRLkp/ra9z7Xs0DTTxFJAgCAUTaGeSUB6BWpJAAA8IZaydFHMDlE500baWnwsuWdn7npW/ff/du/PPDPNx676vrLFJ+32G1qyX27D3n0luSfK2LzSBbFErc1RW5bqvbs7E4lJVOcvyjTvauhvvFD1+bJA06akixpn0dBoYegIMPEScnaon0kayU/+cU7vPR+9FM3ajMmlu05ZKk575WQkBiX98HlmfPTo2Ojrr7xA4pXyZOTtLa9uZ/faF7WrOwVC/vqnTQ12T0uzd903hyfRdt2aUO8JqdM+PzX1il9k/f657/+cW3xjVf6KeK851uf6ncI6L5Yz9q+8JH7tDBbPoK+//OvXH/7FUpAIJIEAACjj3klAegW80oCAABvqJW8KJhjcihSZ0zR2i/8499hYaHr7ro1PCK055ZzsmZe0AiWF8WBWX8AABAASURBVN2Cxefywr27Dnj0Fpu7R2GNiYty31KVu/LcMLY7CmXLj2qLtdX12iSFS00Lg0OC3O84PWPqfQ/crQxY4oT4oxUn1HZnp1MZGYuz5y8xzfeygeR/s+ema8/SO5sKr7/tXIp2xyevVwYs0RivtR39/UZ3fX2d9w1WX5b72nMb1fa2LcX3vvt57TN26/vTUirvTQWa5V7X2Ct5BiRVVcduPXXyTFVldYpbgOpualqKhMrKoHR2Ou67+8daXCo/1f0PfnP56qVKQCCSBAAAFwVHAgB0i1pJAADgDbWSFwsVk4OWPjstzS2Y3PDnF65a8ZEvrfuuNCS5UfyZBEI5KxapbUn+rGfPTSVos9l3FZep7WW5vdTqGZMSpmdMU9v791a4T0O4q3iv1l7iVo55oeRneGdTUc2Zc2OcOp0jlUquuszU7zZTpk/S2uX7jigXTj79Kg4ecx9n1eH1N4pPiO2ZB3uYlnbup6q3nHUf5Lb84FGtPW/RbKU/8jafs+BcrL6rqLSvLedmzVIG6w//91etSjIiMvxXj60nkiSSBAAAQ8RZNgDdolYSAAB4Q63kRUTF5KB9/Au3fe8rP9cW29s6dhTtlX8P//KJGTOnSfC22LRg0bL52gyIfmRRzvzCbTvV9p4d+1ZemqO2i7ft0i5tLDX1PkvistysI+XH1faOolJtUsC9O86VXS7J7XOGRXdtrR2nKk/X1TacOVUjMWTNmbrTJ8/s21vucXnlXWWkrraMd6tf7MuUaSlau67urPeN35sFs7pefpfq07W1Z+pqqy1yu39veUN9o8dmXh4kMan/t1LypAnywpMnUF20WBqSUoxqu6ryXGr+wLd+I/+UC3Gqss/QPWXyIAsljx0++exTr6rt4JCgn/zu2wuXzVUCwjuvn3rjmaO9dhFJAgCAkTaGeSUB6BWpJAAA8IZayYuLYHJw8j643Gb7wmMPPuleTag6fOi4/Hvmby+Hh4deecNlN9x+5eRpExX/4V7LWLrrwLlUsuDcVJG5fZSyLV2+8OknXlLbu7eXaank7h3dRZYTJ02Y5lZf6MHhcL756patbxWW7ztSU12nXFQJA0glp6ae+10a+kglJXX794tvybMhr4qO9k5liD9VYv8/lUhLnyZ5Z/cPZun+weR93fPlekE6+/75Q8NClEH5z0ubtPYdn7zB+6i5foRIEqOvrKxs48b3Rm+Oi4tbt26dAgDQN/WcjnNtADpEKgkAALyhVvKiI5gcnGtvujzvgyve+s87294qKinYLYmaxwYtLW3PPvWq/JPNPvuVjw561r1RNnPO9PiEWLWAr2z3QW194dYdamP2vPS4hJhe75u9YmF4RFiLvVV5b9TW7iSyrrbh+JFT3Rtcsriv/7e6qnb9139Z6vY/9iQPvmjZPMn5qiqrlRE23tj/yzV+fJzWbm1p67nBs0+++odf/rWz0+HlQWbMnJYyJflttxkfvUgcWCqZ0NsP1tTYrAyNo6vP0WXHjhnkzB3bC/do7dUfyFUCApEkLgqr1VpRUSENo9GoAAB0j6MCALpFKgkAALzh+5u+gGBycKKiIq67+YPyz2azb91YuGVjQUn+rp4R1Kb/bivbfeCRDb9Impio+IMluVlvvrpFGnt3Hmhv6wgJDa44cFTCRbV32fKFXu67OHv+O5uKpHGk/Hi95WxCYtyukjKtd6mp90kly/cfvfeuH2n/hbvUGVPSZ6dlzE6dNSd9btasoGDDPZ/43iikks1NzUryeO/b1Fafm7IxNv68pFbePv/3g4dffvaNnveKjIqYNXdG+qz3fqn5izKTUow7i0oHmErKK20gm9W4/2DvR8ghoeeVM/74t/dFx0QpFyJxwvC/f0+dOK02IiLD0tKnKP6PSBIAAPgCvv4LQLdIJQEAgDecLPkIgsmhkHjyyuvXyr8ma3PBlpKi/F0ST55tsGob1FbXP/jAYz9/+LuKP1i8bJ6aSoqDZRULlsxxL2hb5nViyCWmBWoqqbhKLVddZtqzY/+5R+4tlZQn7dtf+qkWScpLLueSRbPmpmfOz5i3aLY8tx7b91qVOOxqTltmzJzWzzZnzoV/4xPj3Lue/utL7pHkpCnJi5bNmzErdf7iTHlYjw+9gf9G7v+jF6dOnJsAUqubDA0LDg8PbXn//4qIDF+UPU+5qDo7HPbmVrVtTErs9xPG9xFJAgAAHzGGeSUB6BWpJAAA8IZaSd9BMDl00TGRH7x2jfxzOrt2FO790++e2r+3Qu3atrm4qrI6ZXKS4vOWrViktfftLZdUsji/e1LJqOiIrKVzvd3XrZLySPnx91LJ7fvURcnAIiPDe97lmSdeOlNVo7YjoyIe/NMPMxdkKH2zNjZp7ZH79HAvN+xzmzPnJr90H83V1mT/6x+e1hYlrr73B18ICu7zzMj9N1K8/kbVp2uV/kjKqw6iq3IfzXXStInl+7szs/IDR5d6DZhHQVt7u9YOjwhT/ByRJAAA8B3MKwlAt0glAQCAN9RK+hSCyYFobGg6fapG8qHGs9brb7ui120kVli2PGv6zGl3XHmXZFTqyooDR/0ilTQmJaTNmHL08EnFVSvZ3tZRtqt7ukfvw7eKKakpEydNkOdH2ocPHZfn6mjFCbVraU7vw7dufO1trf2RT9/oPZK02ezuhYDvdo1YKtlfVaK8F/K3FGuLs+ema+233yzQShJj46O/8p3PeYkkxTHXU63y/hvVW862trSHhYd42aZgS4nWltdb/PhYbTFz/kwtlZS/jjIA/315s3wMTEhOTJpoNCaPH95yxqioiPwDrygBgUgSAAD4FI4QAOiW3w/CAwAARhTf3/Q12umrdu1ba2jXx90vl/e8ni63oeEGCSaNk8f1fHw1mDy4s17xTw6H86PXfPHTt3zte1/5+a9+9Gjl8dNeNk4YHztn/kxt0W5rUYab/EGUEbDk/Sq6ioPHDpSWaxnbstyF/d53+ZplauPwwWP7S8vdHrOX+7bYW9UIU5Wzop/HL8nf7b7Y5exSRsaWNwo62ju9bPDWf7Zp+WhwSNAla3O0rpPHq7T2wqVzvYeIQitFFc6ufn6jt/691UuvfJz+/fHntcVLr1zp3jt7zgytvW1TUW11P29D+QV/8p3f/uibD37hzm/fcOmn9mzfr6A3RJLwBTExMeku06ZNUwAAusdZNgDdIpUEAADeUCvpgwgmvTAYxq36QK62uG1zkfftKw6eyyqSJ01QhltISLDW7ujsVIbJ4uz5auPksaqCt7dr65eu6D+V1MYFraqsLsrfqbZj46Mz56f33DgoOCgo6FwdYX19o5dHbm5uefTXf3Nf43Q6lZFx6uSZZ/72cl+98sH19F9f1BZXrs2JiDw3AGloWKjWrq/z9huJ5556zb1ssd/f6I+/+7tWfdvT1v8Vulderv3QJe698tKNfH+eTsmDf/GD3yte/eXhZ5zv576z5s5YuGyugh6IJOEj5s6d+xWXdevWKQAA3RvDvJIA9IpUEgAAeEOtpG8imPRijVsqueHxF7SZI3t6+dk3tFAqIjI8PTNNGW7BoedSyYFMOjhAC5fN09qvPr9RbcycM31C0vj+77v03H3ffLV7dNZlyxf1urFEkumzzz0trz33Zl8fCBLFfe/LP5Ok031lW2ubMmKe+uOzW94s6Lm+s8Pxk+/87tC+I+picEjQJ75wu/sGGW6/0cGyigOlfb5CNr9R8PCvn3Bf0+9vVG85+6Nv/rrJ2tyza8+O/b/60SPa4tU3XDY9Y6r7BlHRETd99Gpt0bx1x29/+nh7W0fPh5K/wp9+t+GNVzZra27+2LXKcJPM+68PP6P9O+NWNesviCQBAIBvUg+qOdcGoEOkkgAAwBtqJX0WwWRfFufMX756qdo+22D9wp33/eH//uqREllqGh598KkH739MW3PznddEvV+mNozcY8L/vrz5ub+/trOoVP5Vn6lThiAiMkwrjGtqtKkNrQjSu/CI0JwVizzva1rQ1/YZs85leJLSfeeen7lX+ymuUXMlHfzMrV8vPn/4VsUVVSojpsXeKj/Mrx94TBup1ensOlh2+J5Pfu/fL76lbfaJu26dmpbifkf3+LmjvfMbd93/wtP/lizTfZvqqtrf/ezP3/3yzzxCwabGXuJGDwVbSj5xw1cK3t7e2tL+/r1s8l98ad13tBQ8ITHu8/d+vOd97/jkDemzUrXFfz35yqdu/lrhtp0t9u401HrW9upzG9d9+J4nHvmnttmlV1xy2RWXKMOt8sTpxx/6h/bvTNWwxeqjg0gSAAD4LI4WAOiWQQEAAOgbtZK+TPvrqA31zFZtyEVz5b1ksUtteBEarkgw+eojTbWVnkNTqsHk7ffMmbUoQfEr3/7xPZ+46Ss1py2KK3b6x19e/OffXh4/IUEyws5OR211Xb3lrPv2S3Lmf+RTNyojIN0t0pMU7cEf/1Ft37buui9+8xPKECzOnr+ruMx9zUAmlVQtWZ4lQZf7mpxLFve18S3rrn3rv+9o+eLbG83yLyMzLWvJe7GopaZu355D2gyIkoxekpctSaG6KLGWMjJSJiepdZnPb3hd/kXHRk2dllJx6Ghb63kh4i0fu/aOT9/gcV95Gdxwx5VyL3Wxob7xVz969NFfPzl/cab8veot9adP1WjPbXh46Bfv++Rrz72pFt1Kzt1Q1xg/PrbXn0reesbk8fLCO1NVc+/nfiSL8kTZm1u03FSVOCH+/x79QXRMZM9HCAsPeeC39331Uz/Qqk6PVpz42qfXS2PytIlh4aHl+z1jNtPKxd/96Vf6fafrDZEkAADwZXz9F4Buce4KAAC84WTJx1Ex2avY+Ojv/fQrEZHh2hqns0uyor07DxworfCIJC+7cuVPf/+d0LBgZQRIkrRizbKe648fO6UMzaKc86obIyLDspYOdFpBj/xy5pzpfcVsYkpqygO/+VZ4RJj7SsnG/vXkK/Jv8xsFaiQpueA9933qwcd/eMnaHG2znUWlysi4+obLbr7zGm2xqdFWuvugeyQpr/yvfOczX7rvk73Gdfd869MrL81xXyPZofnt7U8+9q/XX3hLiySzVyx88uWHrr3p8ozMGdqWO4v7/KXkLfWrx9ZL6KguyufnoX1HPCJJebYf/9ev3QsiPUyakvzn5x/M++AKj/WVx0/3jCTl1Xv/g/cFBfNl0/MQSQIAAB83hnklAegVqSQAAPCGWknfRzDZq4XL5j638U8f+fQNHnGaRpLLq2687K/P/2b9L7/e1zbD4vu/+NqV168NCjovNzp+uFIZmjnzM9xj12XLF8ofc4D3nZ4xdbwxXltcaupn6NclpvkbXnv4sitW9tobFR1xxYfX/v2V39/8sWveKxZMSliwZI7adbTihPmdHcrIuOdbn/rhr+6dNDW5Z9elV1zy1CsP3fiRq/q6rzxXP33o29//+Vfkp+11g1lzZzzwm/t+/acfJk+aIIsr3aLW5//+mtK31BmT//r8byVrKGRKAAAQAElEQVQs9PiLi4mTJnzzR198dMMv3J/8XkVFRdz/4Dce3vBziUX72kZiy7+9/Dt59YaFhyhwQyQJAAB8H/NKAtAtrjMCAKBf2omQqqurS26dbiwWi9zKZdakpKSYmBgFPkw7qHP/s6qNLhetoXKeT13T1uLodShXMXas4o9DuYqz9daD+w7bmuz2ZnuzrSUo2BCXEJuUnDhnwUyDYZwyWpqszaU7D5w5VWOzNY8zGCZNSc774HLF31QcOFpVWS2/i7XRFhoSPH5CgoSCM2ZOG50w5vGH/vHXh59R25/78kc/+tmb1Pbh8uNHy0/WVlvCw8Pkj5s+K7XXqLJXzc0t8ndpamyyWe2tLa3x4+MmTDTOnDt94JOMOhzOVfM+rLblFfV26Ytqu8XeVrrrwOlT1fbmlviE2MQJCVlL5/aMKvtVW12/9X9mW9N781mGhofKKydpojFlcnJ4RKiCHogk4bPKyso2btwojbi4uHXr1ikAAB2z2+1NTU3S6OzstNlsBoMhSA4Tz+dxTNLXEQgA+B2G+gEAAN5QK+kvmGOyL3EJMaaVi5WLLTomcvmapYqfS5+dJv8UHzMjY5r8UwYlMjJ8hF4ekhp6qXQcOGNSgpeiT7gjkoQvs1qtFRXvTU9rNBoVAIDuMVUKAN1iBFcAAOANJ0t+hKFcAeiWl0hyQtq7RJIAAMCnUPUIQLdIJQEAgDfUSvoXgkkAOuQ9klx9WxCRJAAA8CnMKwlAt0glAQCAN9RK+h2CSQC60m8kaQgaQyQJAAB8CkcRAHSLVBIAAHhDraQ/IpgEoBNEkgAAwB9xlg1AtwwKAABA36iV9FNanKw21D+i2pBL7cp7yWKX2vAiNFyRYPLVR5pqK50eXWowefs9c2YtSlAA4GIgkoQfmTx58pVXXimNiIgIBQCge2OYVxKAXpFKAgAAb6iV9F8EkwAC2NuvVm7817Feu4gk4YOmuCgAALio52WcawPQIUZwBQAA3lAr6dcYyhVAQCKSBAAAfo0jCgC6xTcyAADQL/Uw4N33dXV1ya3TjcViUVcmJyfHxMQo8E/a8Z77X1xtdLloDZXzfOqathZHrxWTYuxYhYpJAKOGSBIAAPg1u91utVrluKKzs9NmsxkMhqCgIMP5PA5X+jo4AQC/Q60kAADwhlrJAEDFJICAQSQJAAACAPkiAN0ilQQAAN4w10VgIJgEEACIJAEAQGDQRq9RAEBnSCUBAIA31EoGDIJJAH6NSBIAAAQMji4A6BapJAAA8IZayUBCMAnATxFJwt/l5+d/3mX9+vUKAED3OMsGoFukkgAAwBtqJQMMwSQAv0MkCQAAAswY5pUEoFekkgAAwBtqJQMPwSQAP0IkCQAAAg/zSgLQLVJJAADgDbWSAYlgEoBf8BJJJqUpRJIAAMBPcaQBQLdIJQEAgDfUSgYqgkkAPs57JLnqtnFEkgAAwE9xlg1At0glAQCAN9RKBjCCSQA+awCR5FgiSQAA4KfGMK8kAL0yKAAAAH2jVjKwaX9ftaGeFasNuXCvvJcsdqkNL0LDFQkmX32kqbbS6dGlBpO33zNn1qIEBQAGhkgSgWfy5MlXXnmlNCIiIhQAgO6p51ycawPQIT77AADQL/Uw4N33Sf4kt043FotFbuVkKSkpKSYmRkGA0g4I3V8SaqPLRWuonOdT17S1OHoNJoXEmgSTAAaISBIAAAQ2u93e1NQkjc7OTpvNZjAYgoKCDOfzOJ7p6+gFAPwOI7gCAABv+P6mHjCUKwAf4SWSjJ/UkXlpQ0trs1rDTSQJAAD8F2fZAHSLVBIAAHjDvJI6QTAJ4KLzHknOu9zq7OpsaGg4fvx4ZWWlzWYjkgQAAH6KqkcAukUqCQAAvKFWUj8IJgFcRF4iSeO0roVX2pUxXQ6Ho6vrvdvGxsaKiori4uIjR460tLQQSQIAAP+iTZmhAIDOjFu/fr0CAADQY5pJIZd65fqvXK6NjIwMDQ1VEOh6BpPaokdXz7a2ZpxhzPSsoKryTnuT5zm2vMTKii3JUyPHJ4crAPA+73NJrr7dEB0TGRYWJottbW2SSqqT2nZ0dNTX10swefr0adlbxcbGhoSEEEkCAAAf19nZKYcxyntf3OyShvr9zrF98H4kAwB+h1QSAAB06zWVVNdERUWRSuoEwSSAUeY9klx12zhD0HuX5IKDg6Ojo41Go+yP5Pqd3W53uEg8abPZTpw4sWfPnrq6Ogkm4+PjtUt7RJIAAMDXSCrZ1tYmxyGkkgB0iDHZAADQL48YUs6I5NbpxmKxyK2c8yQlJcXExCjQDe0Q0f1Foja6XLSGynk+dU1bi+PVR5pqK509H3/sWOX2e+bMWpSgANC3AUaSPQeObmlpkSTy2LFj0tCqJ9UPn4iIiAULFixatCgxMZFIEj4iPz9/w4YN0pBknW+HA4DO2e32pqYmacgxjDQMBkNQUJDhfB5D05NKAggY1EoCAIBu1EpCQ8UkgFEw6EhSFsPCwiZOnJiZmZmQkNDZ2dnQ0KB9Q6K1tfX48eMSAh0+fFh2YRICyZU+hUgSF1VlZWVpaak0JDVfvXq1AgDQMa1WUh2RnlpJALpCKgkAALoxryTcEUwCGFFDiSS1tsFgGD9+/KxZsxYsWCA5pdVqbW5u1oq5JaosKyt7++23a2trpVfyS/XxuZaH0UcqCQDQMK8kAD0jlQQAAN2olYQHgkkAI2RYIkn3Yc1kJzV16tScnJyMjAz55Kmrq5Prfeq+zOFwnD59usiltbVVUkxJKBVgdJFKAgA0zCsJQM9IJQEAQDdqJdETwSSAYTfskaS72NjYzMzMSy65ZMKECZJBSjwpn0LaTq2iomLz5s2HDx+W+8oGsr0CjApSSQCARquVlOOT9vZ2UkkAukIqCQAAulEriV4RTAIYRiMaSWoX7AwGQ0pKyrJly0wmU1hYWH19vSSU2n8ki7t3796yZYs0IiMj4+LiFGCEkUoCADTMKwlAz0glAQBAN2ol0ReCSQDDYnQiSfdrdhJJpqenSwiUkZEh+zWLxSKX/9T/0eFwnDx5sqCgYMeOHXJB0Gg0hoSEKMCIiYmJyXCZNm2aAgDQMeaVBKBnY9TrjwAAQIc8Ykg5I5Jbpxu5equuTE5OlktpCvRNO250f+WojS4XraFynk9d09biePWRptpKZ8/HHztWuf2eObMWJSgAAtHoR5La42vt9vb27du3FxYWHjlyxONnkAfJzMzMzc2dN2+e/BcKAADAyLDb7VarVY5PJJ602WwGgyEoKMhwPo/DHlJJAAGDVBIAAP0aSCopt3LOk5SURCoJhWASwGD5QiTprra21mw2FxUVNTY2enRFRkYuXbpU4smUlBQFAABguEkq2dTUpLhGbpAGqSQAXSGVBABAv6iVxCAQTAK4UL4WSWrk8+rAgQMFBQV79+6Vy4IevZMnT87JyVm2bFlERIQCAAAwTKiVBKBnpJIAAOgXtZIYHIJJAAPns5Gku5aWlpKSErPZfPLkSY8u+X/nz59vMpkyMzPlf1QAAACGRquVJJUEoEPj1q9frwAAAPQIKYVcpVXXREVFhYaGKoCLdhrscVasnScr/QUDsmacYcz0rKCq8k57k+eX5OSVWFZsSZ4aOT45XAHgz/wikhRyKXDatGkrVqzIysqStsVi6ejoULtkJ1hdXS2ZZX5+fnNzc2xsbGRkpAIAADBYEka2tbXJsUpXV5cccqiHPWP74P2ABwD8DqkkAADo1msqKadJcs4jV2BJJeFudILJlLTohKQwBYB/8pdI0l10dHRmZmZeXt6UKVPkKmFdXZ1WHd7e3n7kyJG33377wIEDsnM0Go0Gg0EBAAC4QJJKqt9/ksMMOcAglQSgK4zgCgCAfjGvJIZopIdyldjyji/PzVgQpwDwN/4YSfZks9mKiorMZvOZM2c8uoKCghYuXGgymTIyMrg4iH7l5+dv2LBBGpJn8+1wANA55pUEoGfUSgIAgG7USuJCjXjFZJerYjKViknAzwRGJClCQkLS0tJWrVo1Z84c+WFqa2sdDofaJfvHqqqqIpfW1taEhITwcAadRp8qKytLS0ulERERsXr1agUAoGNarSQjuALQIVJJAADQjXklMQgEkwA8BEwk6S42Nnbu3Llr165NTk5ua2urr6/XuiSSrKio2Lx5s9zKD2A0GuUnV4DzkUoCADTMKwlAz0glAQBAN2olMTgEkwA0ARlJauRnmDhxYnZ29vLly8PDw8+ePat+fUclUeWePXsknpSGJE/x8fEK8D5SSQCAhnklAegZqSQAAOhGrSQGjWASgBLokaQ72Semp6evWbNGnVTSYrE4nd2T40pD8iez2bx9+3a5zpiYmMgOFAqpJADAjVYrKYcN1EoC0BtSSQAA0I1aSQwFwSSgc/qJJN0lJCQsWLAgLy9P0sfW1taGhgaty263Hzp0aNOmTceOHTMYDLKB/CIK9IpUEgCgYV5JAHpGKgkAALpRK4khIpgEdEufkaRGfuzJkyebTKZly5aFhYXV19e3tbVpvRaLZefOnW+//fbZs2ejo6NjYmIU6JL86TNcpk2bpgAAdIx5JQHo2Rj1+iMAANAhjxhSzojk1ulGHZJOznmSkpK4iooB0g4v3V9gaqPLRWuonOdT17S1OF59pKm20tnz8SW2vOPLczMWxCkAfIPOI8me5FPu4MGDZrN59+7dDofDozclJUXNLyMjIxUAAKA/dru9qalJGnKcIA2DwRAUFGQ4n8fREakkgIBBKgkAgH4NJJVUVyYnJ5NKYuAIJgH9IJL0orW1taSkpLCw8Pjx4x5d8vvOnTs3Nzd3zpw5jOwKAICuSCpptVrlSKazs9Nms5FKAtAVUkkAAPSLWkmMHIJJQA+IJAfozJkzZrO5qKhIrjx6dEVFRWVnZ5tMpuTkZAUAAOiAVitJKglAh5hXEgAAdGNeSQwj5pgEAh6R5MDJbnT27Nlr166dOnWqXH+sq6vTvrrR0dFx9OjRrVu37tu3z+l0Go1GuS6pAACAwMW8kgD0jFpJAAD0i1pJjDQqJoFARSQ5FM3NzcXFxWazuaqqyqPLYDBkZWWZTKZZs2ZxzREAgIDEvJIA9IxaSQAA0I1aSQw7KiaBgEQkOUTBwcGpqakrV66cN2+ePAkWi6Wzs1Pt6urqOn36tJpZyl44Pj4+IiJCAQAAAUSrlXQ6ndRKAtAbaiUBANAvaiUxOqiYBAIJkeSwczgce/fuLSgoOHDgQM8z9PT09JycnMWLF0uWqcBv5efnb9iwQRpGo5FvhwOAzjGvJAA9o1YSAAB0o1YSI4SKSSBgEEmOBPndk5OTly1btmLFisjIyLNnz8rFSq23oaFBMsvNmzdbLJbw8PCEhAQFfqiysrK0tFQaERERq1evVgAAOsa8kgD0jFQSAAB06zWVlNMkOeeRi6SkkhgKgkkgABBJjjTZ1c6YMUMiq1mzZslzUltb63R2F4hL49SpU4WFhcXFxXIdMzExhCn5WQAAEABJREFUkf2yfyGVBABoJJWUMFJxnX23t7eTSgLQFVJJAADQjVpJjCiCScCvEUmOpvj4+Pnz5+fl5U2YMKG1tbW+vl7rkl1zeXn5pk2bjh49Kk+m0WiUJ1CBzyOVBABomFcSgJ4ZFAAAgL5JJMk5D4aLvJbU8FttqC8ttaFeVe/q6ur38npouHL1XdG9zjHpdLy74TdlzDEJDDsiyYsiODg420VSyUIXLZ6UT84DLmFhYUuXLs3JyZk2bZoCAAD8BGfZAHSLWkkAANCNWkmMAiomAb9DJHnRhYeHZ2RkrFmzJj09XXbKtbW1XV1dapfD4Thx4kR+fv7OnTs7OzsTExNDQkIU+B5qJQEAGuaVBKBnpJIAAKAb80pidBBMAn6ESNJ3yBMyfvz4rKwsiScTEhLsdvvZs2e13ubm5gMHDmzatElCyuDgYIknxzKyq4+JiYnJcKGwFQB0jnklAehZ9yBaAABAhzxiSAkg5dbpxmKxqCuTk5PlUpoCDB/tKNT9dag2uly0hsp5PnVNW4uj16FchcSWDOUKDBGRpI+rrq4uLCwsKiqyWq0eXZGRkcuWLVu+fLnswRUAAOBL7Ha77LvlaEfiSZvNZjAYgoKCDOfzOIgilQQQMKiVBAAA3aiVxGiiYhLwcUSSvk/2zrNmzcrLy5s2bZrD4bBYLNoXPjo6Oo4dO7Z169bS0lKn02k0GuVypwIAAHyAVivJCK4AdIhaSQAA9ItaSVx0VEwCvolI0h/Z7fbi4uLCwsLKykqPLoPBMH/+/Nzc3NmzZ/MMAwBwcVErCUDPSCUBANCvgaSScivnPElJSaSSGCEEk4CvIZL0d1VVVQUFBSUlJc3NzR5dsbGx2dnZJpPJaDQqAADgYpBUsqmpSRoOh0MapJIAdIVUEgAA/aJWEj6CYBLwHUSSAUM+GEtLSyWe3L9/v3xOevROnz49JydnyZIlISEhCgAAGEXUSgLQM1JJAAD0i1pJ+A6CScAXEEkGJLncWVhYaDabq6urPbqCg4MXLlxoMpnS09P5EwAAMDq0WklSSQA6RCoJAIB+USsJn0IwCVxcRJIB79ixY5JN7tixo7W11aMrISEhJydH4sn4+HgFIyA/P3/Dhg3SMBqN69evVwAAOkatJAA9G8fRMAAAUHmElKKlpUWSHjnniYyMDA0NVYCRpJ1de5xsa6ffSn8xhqyR6HF6VlBVeae9yfO7d+92KWXFlpTU6ISkMAXA+Ygk9SAuLm7evHlr165NSkqSYLKhoUHrksWKiopNmzYdPnxY/mSJiYnyp1QwfCorK0tLS6URERGxevVqBQCgYxJGdnR0KK6z7/b2dvVoamwfvB9HAYDfMSgAAAB9kxMeRlbAqNFeb2pDPd9WG3JCLm2JydWGF6HhytV3RfdaMel0vLvhN2VUTAIeiCR1xWAwLHWRVLLQpa6uTus95BIWFrZ48eKcnJy0tDQFAAAMN/Uch3NtADpErSQAAOhGrSR8ARWTwCgjktQtiR7T09PXrFkjt7JYW1vrdHZ/mcPhcJw8ebKgoGDHjh3t7e3jx4/nMGCIqJUEAGi0Wkk53ZYGtZIAdIVUEgAAdOs1lVTXREVFcTkSo4ZgEhg1RJJQXJNKLliwQOLJxMRE2fW7j+za3Nx88ODBTZs2nThxwmAwGI3GfgvW0StSSQCARlLJtrY2ORYilQSgQ6SSAACgG7WS8B0Ek8AoIJKEOwkdJ0+ebDKZli5dKjv9uro6uWCq9dbW1u7cuXPr1q1WqzU2NjY6OlrBhSCVBABomFcSgJ6RSgIAgG7USsKnEEwCI4pIEn2R2GzmzJl5eXlpaWlOp9NisXR1daldchX1+PHj77zzzp49exwOh9FoDA4OVjAwMTExGS7Tpk1TAAA6ptVKyn6WWkkAesOcugAA6JdHDCnXHOXW6UYuRMqtnPMkJSXJpTQFGHXawar7y1VtdLloDZXzfOqathbHq4801VY6ez6+xJZ3fHluxoI4BdATIkkMXEtLS0lJSWFh4YkTJzy65AUwb9683NzczMzMsYzsCgDAwNjt9qamJsUVT9psNoPBEBQUZDifx7EWqSSAgEEqCQCAfg0klVRXJicnk0riYiGYBIYXkSQG58yZMwUFBcXFxXL91KNLDhKWLVtmMpmSkpIUAADglaSSVqtVjotIJQHoECO4AgCAbswrCd/EUK7AMCKSxKBFRUVlZmbm5eVNmTJFrqJaLBbtWyPt7e1Hjx59++239+/fLyuNRqNcTlUAAEBvmFcSgJ5RKwkAgH5RKwk/QsUkMHREkhhGzc3NhS6nT5/26AoKCsrKysrNzc3IyOBPDwCAB2olAegZtZIAAKAbtZLwZVRMAkNEJInhFRwcnJaWtnLlyrlz58qrwmKxyKVVtUsOHiSqLCoqksxSjiUSEhLCw8MVAADgotVKyh5TGtRKAtAVUkkAANCt11RSXRMVFUUqiYuOYBIYNC+R5ITUd1ffbiCSxKDFxsZKMJmXlzdx4sS2trb6+nqtq7W1taKiYvPmzeXl5fJKMBqN8hJSAADQN0klZY8pe0ZSSQA6xAiuAADo10BGcJVbOedJSkpiBFf4CIZyBS4UkSRGU2Njozqya21trUdXSEjI4sWLc3JyZsyYoehMfn7+hg0bpCHRLN8OBwCds9vtTU1N0nA4HNJgBFcAukKtJAAA6EatJPwCFZPABfESSSbPUFbdRiSJYSYHDBI6rl69eubMmbKofsNJ7ZJGZWWl2WwuKSlpa2sbP368fo4u5BcvLS2VRkREhDw5CgBAx7RaSdkzUisJQG9IJQEAQDfmlYS/IJgEBqifSPJW5pLECIqPj1+wYEFeXp7RaJQjioaGBq3LbrcfOnRo06ZNx44dk1eXbCCvKCWgkUoCADTMKwlAzwwKAABA3+SEh/He4YO0V6baUM/M1YZ6aVvO8Pu9xh0arlx9V3SvQ7k6He9u+E0ZQ7nCr/UbSY4zEElixAUHB+e4WCyWoqKiwsJCLZ6UD+39LuHh4UuXLpVtpk6dqgAAoAPaKQwA6A21kgAAoBu1kvAvVEwCXhBJwtdERERkZGSsWbNmxowZcnQhIaXcql2dnZ0nTpzIz8/fvXu3tI1Go2SZSmChVhIAoNFqJeWku729nVpJALpCKgkAALoxryT8DsEk0CsiSfgseYWMHz9+4cKFkswlJCTY7fbGxkat12azHThwYNOmTZLhSTCZmJgYMK8oUkkAgIZ5JQHoGWOyAQCgXx4xZFdXl9w63VgsFrmVc56kpKSYmBgF8EnaAa37S1ptdLloDZXzfOqathZHr0O5CoktGcoVfoRIEv6lurrabDYXFRU1NTV5dEVFRWVnZ5tMpuTkZMXPWa3WmpoaaQQFBaWmpioAAB2z2+3qXk/iSZvNZjAYZO9gOJ/H8RipJICAQSoJAIB+DSSVVFfK1UBSSfgygklARSQJPyWfw/v27ZN4srS0VD6QPXqnTp0q2eTSpUvDwqhcBwD4PUklrVarHDuRSgLQIVJJAAD0i1pJBBKCSYBIEgFALtQWFRUVFhaeOnXKo0su0S5YsCA3N3fWrFm85AAA/kurlXQ4HNIglQSgK8wrCQAAujGvJPwac0xC54gkERiCg4NTU1MvueSSefPmyTVZi8XS2dmpdnV1dZ05c6a4uNhsNsv13Pj4+IiICAUAAH/DvJIA9IxUEgAAdOs1lZQrgHLOExkZSSoJ30cwCd0ikkTgiYmJmTNnztq1a1NSUtrb2+vq6rQuuZJ7+PDhLVu2HDp0SBaNRqPklwoAAH5CUkkJIxXXF25IJQHoDSO4AgCgX8wriYDEUK7QGyJJ6IHVai10qamp8egKDg5etGiRyWRKT09XAADwecwrCUDPSCUBANAv5pVEoCKYhH4QSUJvjh49ajabd+zY0dbW5tGVmJiYnZ2dk5MTHx+v+Bi5+qzmqXLdOTU1VQEA6BjzSgLQM1JJAAD0i1pJBDCCSegBkSR0q6OjY/fu3QUFBeXl5R5d8uKcOXOmyWRauHCh74zsmp+fv2HDBsU13iwz6QCAzlErCUDPmFcSAAB0Y15JBBLmmETAI5KEnsnrNiUlJcclPDy8oaGhtbVV662rq5PMcsuWLbJejmHi4i7+N0gqKytLS0ulERERsXr1agUAoGPMKwlAz0glAQBAt15TSXVNVFQUqST8DsEkAhiRJKCSSDIjI2PNmjVyK9d21cHn1S6Hw3Hy5MmCgoKdO3fKNV+j0RgSEqJcJKSSAACNpJJtbW1yTEUqCUCHSCUBAEA3aiUReAgmEZCIJAEP8spMSEjIysqSwG/8+PF2u/3s2bNab3Nz88GDBzdt2nTixImgoKDExER5qSuji1QSAKDRaiXlpLu9vZ1UEoCukEoCAIBu1EoiIBFMIsAQSQJeGAyGKVOm5ObmLl26NCQkpK6uTq72ql1yPFNbW7tjx4533nnHarXGxMRER0cro4VUEgCg0WolnU4ntZIA9IZUEgAAdKNWEoGKYBIBg0gSGCAJ/2bNmpWXl5eamirXfC0WixzSqF1y/ffYsWOSTUpM6HA4jEZjUFCQMsJIJQEAGuaVBKBnY9TrjwAAQIc8Ykg5I5Jbpxv1Ep6sTE5OjomJUQB/ph33ur/y1UaXi9ZQOc+nrmlrcbz6SFNtpbPn40tseceX52YsiFOAkUEkCQxaS0tLcXFxYWHhyZMnPboMBsP8+fNNJtPs2bPHjtjIrlartaamRhqSgEpQqgAAdMxut8t+QY6vJJ602WyyJ5K9g+F8HodtpJIAAgapJAAA+jWQVFJu5ZwnKSmJVBIBgGAS/otIEhgWVVVVZrNZEsrm5maPLjnUycnJkXjSaDQqAACMGEklm5qapOFwOKRBKglAVxjBFQAAdGNeSQQ8hnKFnyKSBIZLdHR0ZmZmXl7e5MmTOzo66urqtC+stLe3HzlyZMuWLQcOHJCVkk3KRWEFAIDhxrySAPSMWkkAAPSLWknoExWT8C9EksDIsdlshS5nzpzx6AoODs7KysrNzU1PT+e9AAAYRlqtJCO4AtAhaiUBAEA3aiWhE1RMwo8QSQIjKiQkZPr06atWrcrMzJS3icVicTgcapfT6ayqqpLAsqioqLW1NSEhITw8XAEAYMi0Wsmuri5qJQHoDakkAADo1msqKadJcs4TGRlJKolAQjAJv0AkCYyauLi4efPmrV27NikpSa4U19fXa10SSVZUVGzevFlu5b2TmJgo7ykFAIDBklRSwkjFdfbd3t5OKglAVxjBFQAA/RrICK7qyuTkZEZwReBhKFf4MiJJ4CJqaGhQqyTlWMijKzQ0dPHixSaTKS0tbcCPp1it1pqaGmkEBQWlpqYqAAAds9vtsl+QIy5GcAWgQ6SSAADoF/NKAgST8E1EkoCPqKioMJvNO3fuVIta3MnRUXZ2dk5OzkCOkfLz8zds2CANo9HImFUAoHPMKwlAzxjBFQAAdGNeSegQQ7nCBxFJAr4jISFhwYIFa4pZySIAABAASURBVNaskTRRjosaGhq0rubm5kOHDm3atOn48eNy+Vg2kLdYX49TWVlZWloqjYiIiNWrVysAAB1jXkkAekYqCQAAujGvJPSJYBI+hUgS8EESOk6ePNlkMi1btkyOiOrq6uRqstZrsVh27ty5devWxsbGqKioXksnSSUBABrmlQSgZ6SSAACgG7WS0C2CSfgIIknAx0mmOHPmzLy8vOnTp2szcKtdcon5+PHj27Zt27Nnj7SNRmNwcLB2R1JJAIBGq5WUXQm1kgD0hlQSAAB0o1YSekYwiYuOSBLwF/KWSUxMXLRokeSL8fHxNpvNarVqvU1NTfv379+0adOpU6ckmJQtZXtSSQCARquVZARXADpEKgkAALpRKwmdI5jERUQkCfijoKCgqVOnrlixQhJKCSAtFot6lVlxHT5VV1dv375927ZtEls6HI7y8nKFVBIAwLySAPRtjHr9EQAA6JBHDClnRHLrdCMX1+RWznmSkpJ6nSQJCDza4bH7G0RtdLloDZXzfOqathbHq4801VY6ez6+xJZ3fHluxoI4BXgfkSQQGGQXUFZWZjab5Vb2BR69cjSVmZk5d+7cWbNmKQAAHbPb7U1NTdJwOBzSMBgMQUFBhvN5HN2RSgIIGNRKAgCAbtRKAgoVkxh1XiLJlJnKqtvOixqJJAFfJu+pCRMmLFmyZOXKldHR0XKh2Wazab3Nzc3Hjh3buXNndXV1WFhYQkIC70EA0CfmlQSgZ6SSAACgG/NKAiqCSYwa71WSK28hkgT8UnBwcFpammSTc+fONRgMFotFLkCrXXJkdfr06aKiosLCQjnQiouLi4iIUAAAesK8kgD0jFQSAAB0o1YS0BBMYhQwcCsQ8GJjYyWYzMvLmzhxYnt7e11dndbV2tpaUVGxZcuW8vJyeUsajUZ5LysAAB1gXkkAesa8kgAA6BfzSgLeMcckRg6RJKBDjY2NhS61tbUeXSEhIYsWLTKZTDNmzFAAAAGNeSUB6Bm1kgAAoBu1koAHKiYxQogkAX2SoykJHVevXj1z5kx5M0o26XR2f2dFGqdOnTKbzSUlJW1tbePHj+fQCwACFfNKAtAzaiUBANAvaiWBgaBiEsOLSBLQIavVWlNTI42goKDU1FR1pVyJ3rlzpySRFRUVHtvLu3XWrFm5ubkLFiwwGAwKACCAaLWSEk/abDZqJQHoCqkkAAD6NZBUUl2ZnJxMKgk9I5jEcCGSBPQpPz9/w4YN0jAajT3HrKqvr5dssrCwsKGhwaMrPDx8yZIlJpNp6tSpCgAgIEgqabVa5diMVBKADjGCKwAA6NbrCK6Spsg5T2RkJMOIQc8YyhXDgkgS0K3KysrS0lJpRERErF692qNXoseMjIw1a9akp6fLoZf6tTC1Sy5YnzhxQkLNXbt2dXR0SKgZHBysAAD8mXy2y0e64jr7bm9vZwRXALpCKgkAALoxryTgBcEkhohIEtAz76mkSt6q48ePX7hwocST8fHxdru9sbFR67XZbAcOHNi4cWNVVZUEk4mJiby1AcBPMa8kAD0jlQQAAN2olQS8I5jEoHmJJFNmKqtuO+9KFJEkEHgGkkpqDAbD1KlTly9fvnjxYgkg6+vr29vbtd7q6urt27fn5+dLThkXFycHaQoAwK9otZJyuk0qCUBvSCUBAEA3aiWBfhFMYhC8V0muvIVIEgh8F5RKaiRxnD17dl5e3rRp0+QStsVi0eY5lpzy6NGjb7/99oEDB2Sl0WiULFMBAPgDrVaSVBKADpFKAgCAbtRKAgNBMIkLwsCtAJTBppIqeS9L6Lh48eJVq1bFxsY2NjbabDat9+zZs/LIb731Vm1tbXh4eEJCggIA8G3MKwlAz8Zo37MDAAB64xFDSgApt043FotFXZmcnBwTE6MAeJ92FO3+PlIbXS5aQ+U8n7qmrcXx6iNNtZXOno8vseUdX56bsSBOgT8jkgSgslqtNTU10ggKCkpNTVWG5sSJE4WFhSUlJeqwFu7Gjx+f4xIfH68AAHyS3W6X/YIcrUk8abPZDAaD7B0M5/M4CCSVBBAwSCUBANCvgaSScivnPElJSaSSgAeCSXhHJAlgRDkcjj179hQUFBw8eNDj2o58CMycOTM3NzcrK4uRXQHA10gq2dTUpLiKJkklAegNqSQAAPpFrSQwRAST6AuRJIBR09jYaDabCwsL5cjNoyssLGzp0qUmk2nq1KkKAMA3UCsJQM+YVxIAAHRjXkngQo1hjkn0hkgSwGiSg7T09PQ1a9ZkZGTIYm1trdPZ/U0Xh8Nx4sSJ/Pz83bt3y7Vvo9EYHBysAAAuKuaVBKBn1EoCAKBf1EoCw4KKSbgjkgRwcckF7h07dpjN5iNHjnh0yQfL3Llzc3Nz58yZIx8pCgDgYqBWEoCekUoCAKBfzCsJDBeCSaiIJAH4jtraWnVkV7n27dEVHR2dnZ1tMpnkGE8BAIwu5pUEoGekkgAA6Be1ksAwIpgEkSSAvkguWFNTIw257pyamqqMItm/7N+/X+LJvXv3aiO7atLS0nJycpYsWcJY/QAwaqiVBKBnpJIAAOgXtZLA8CKY1DMiSQBe5Ofnb9iwQRpGo3H9+vXKxSAXwYuLiyWePHXqlEdXcHBwVlZWbm5ueno6HykAMNK0WkmHwyENUkkAujLuYh0NAwAAX+MRUoqWlhZ1TVRUFN+gB/qlXSDwuF6gXUFQ+guTZI1Ej9OzgqrKO+1Nnl8ffLdLKSu2pKRGJySFKfAlRJIAvKusrCwtLZVGRETE6tWrlYtBosfU1NRLLrlk3rx5cr27tra2s7NT7XI6nVVVVYWFhRJbtra2JiQkhIWxowGAkSIfv21tbXIUJx+/HR0d6gHh2D54PxQEAL9DKgkAALr1mkp2dXXJOU9kZCSpJDAQBJM6RCQJoF++kEpqYmJi5syZk5eXl5KSIpfF6+rqtC459isvL9+8efORI0fkI2jChAlyqwAAhpWkkhJGKq5BtkklAegNqSQAAOhGrSQwLAgmdYVIEsBA+FQqqZIPmeTk5GXLlq1YsUJ+qrNnz9rtdq1Xosrdu3dv2bJF1stxYGxsrAIAGCZarSSpJAAdIpUEAADdqJUEhgvBpE4QSQIYIB9MJTVyjDdjxgz5qWbOnCmL6rTiapfD4Thx4kR+fv6uXbvkGrrRaAwODlYAAEOj1UrKSXd7ezupJABdIZUEAADdqJUEhhHBZMAjkgQwcL6cSmri4+MXLFiQl5eXmJjY2tra0NCgddlstgMHDmzatEl+kZCQENmADyIAGDTmlQSgZ2PU648AAECHPGLIrq4uuXW6Ub8sL+c8SUlJMTExCoALpB1su7/d1EaXi9ZQOc+nrmlrcbz6SFNtpbPn40tseceX52YsiFMwuogkAVwQq9VaU1MjjaCgoNTUVMUfyHGg2WwuLCxsbGz06IqOjs7OzjaZTHKIqAAALpDdbm9qalJc8aTNZjMYDLJ3MJzP41iRVBJAwCCVBABAvwaSSqork5OTSSWBwRmFYPK2L82ZtTBewWghkgSgH7KTOnDggMSTe/bscTgcHr2SsEo2uWTJEgbVAICBk1TSarXKcR2pJAAdIpUEAEC/qJUERsdIB5Njxyq3f3kuweToIJIEoE8tLS0lJSUST548edKjKzg4OCsrKzc3Nz09nU8qAOiXVivpcDikQSoJQFdIJQEA0C9qJYFRQzAZGIgkAaCqqqqgoEASyubmZo+uhISEnJwck8kUH8/+CAD6RK0kAD0jlQQAQL+olQRGE8GkvyOSBACN7JJKS0slnty3b5/HlSX5yMrIyMjNzV24cKFcWFcAAOdjXkkAekYqCQCAflErCYwy78GkRyqpxpBaPOlwONR2R5vz5UestSf6CCbvmTNrUYKC4Vb0v9Ov/u1wr10T05WVtxBJAtApuZ5uNpsLCwurq6s9usLCwpYuXZqTkzNt2jQFAPA+aiUB6BmpJAAA+kWtJDD6CCb9EZEkgCGSq881NTXSkOvOqampSiA6evSoxJM7duxoa2vz6Jo4cWKOS2RkpAIAuketJAA9I5UEAEC/qJUELorhCiZf+6P1zFGCyRFHJAlg6PLz8zds2CANo9G4fv16JXB1dHTs3r27oKCgvLzco0s+9ObOnWsymeRWPhIVANAraiUB6Nm4wD4aBgAAA+cRUoqWlhbJP+ScJzIyMjQ0VAEwHLTrCB6XFfq60OC+Um7lvSm3Y8cp0xcEnzna0XzW81uG8lYuK7YkT40cnxyuYGiIJAEMi8rKytLSUmlERESsXr1aCVzycZeSkqJWRoaHhzc0NLS2tqpdsv+qqanZsWPHtm3b5Cp8bGxsVFSUAgD6I2FkR0eH4vpgbG9vV48bx/bB+xEjAPgdUkkAANCt11RSXSPXjEglgWE0bMFkFsHkCCKSBDBc9JNKaiSSzMjIWLNmTXp6uuy2amtru7q61C65Fn/06NGtW7eWlZXJSqPRGBQUpACAbkgq2dbWJsd7742A0tFBKglAV0glAQBAN2olgdE0PMHk2PeCyepjnbazXR6PTzA5RESSAIaRDlNJlXygjR8/PisrS+LJhISE5ubmxsZGrddqtUowuWnTpjNnzsihpmzJByAAPdBqJeV0m1QSgN6QSgIAgG7USgKjbIjBpLpSgsm0BUHVxxwEk8OISBLA8NJtKqkxGAxTpkxZvnz54sWLg4OD6+rq2tvb1S65KH/69Oni4mKz2SwHn/Hx8fIsKQAQuLRaSVJJADpEKgkAALpRKwmMvqEEk5qx48YQTA4jIkkAw45UUiNHlbNnz87Ly5s6darD4bBYLOohqJBr9IcPH96yZUt5ebl8HhqNRvkgVQAg4DCvJAA9G6Md/AEAAL3xiCElgJRbpxu5TqSuTE5OjomJUQCMDO2Y3P1dqTbU92BXD84e2tsc//6T7fQRR8/HHztWuf2eObMWJSjoD5EkgJFgtVpramqkERQUlJqaquB9dru9qKjIbDZXVVV5dIWEhCxatMhkMs2YMUMBgAAiH32yX5BjP4knbTabwWCQvYPhfB6HlKSSAAIGqSQAAPo1kFRSbuWcJykpiVQSGFEEk76ASBIALpaTJ09KNllSUqLOIODOaDTmuMTGxioA4P8klWxqalJcRZOkkgD0hhFcAQBAN+aVBC6iCx3Ktdc1DOU6FESSAHARxcTEzJ07Ny8vb+LEie3t7XV1dVqXXL4/dOjQpk2bjh07Jp+xElLK56oCAH6LeSUB6Bm1kgAA6Be1koCvoWLyYiGSBACf0tjYWOhSW1vr0RUeHr506dKcnJypU6cqAOCHtFpJh8MhDWolAegKtZIAAKAbtZLARUfF5EVBJAkAvkaOPGfMmLF69eqZM2fKovpVObWrs7PzxIkT+fn5u3fvlgv6iYmJwcHBCgD4D61WUj7ZqJUEoDfUSgIAoF/USgK+abgqJl99tKnmuLPn41Mx6Y5IEgB8n1y137lzp9lsrqio8OiSj9+5c+fm5ubWqBG2AAAQAElEQVTOmTOHkV0B+AXmlQSgZ6SSAADo10BSSXVlcnIyqSQwmoYpmHS++qiVYNILIkkAo8NqtdbU1EhDrjunpqYqGCw5OlVHdj179qxHV3R0dHZ2tslkSkpKUgDAh0kqKfsFORoklQSgQ6SSAADoF7WSgC8bhWDyI1+dl7EgTtErIkkAoyY/P3/Dhg3SMBqNzKQzdLITPHjwYEFBwZ49exwOz3mUJffNyclZsmRJWFiYAgC+h3klAegZ80oCAIBuzCsJ+JRhmmNSmZ4VXHW4w97o+WVEdY7JlNTohCQ9XrQlkgQwmiorK0tLS6URERGxevVqBUMjH6SJiYmLFi2SJzM+Pt5ms1mtVq23sbGxrKxs8+bN1dXV4eHhCQkJfPAC8CnMKwlAz0glAQBAt15Tya6uLjnniYyMJJUERt+IB5NdOg0miSQBjDJSyRESFBQ0derUFStWSEIp7bq6Orm+r3bJQezp06eLiooKCwvlmFaySUkoFQDwAZJKqh9W8klFKglAb0glAQBAN2olAR9EMDnsiCQBjD5SyZEmB6uZmZl5eXlTpkyRy/0Wi0UbCL21tbWiomLz5s3l5eXyQW00GuUDXAGAi0erlSSVBKBDpJIAAKAbtZKAbyKYHEZEkgAuClLJ0SEfxUlJSUuWLFm5cqXklI2Njc3NzVpvQ0PDnj17JJ6sr6+XP0R8fLwCABeDVispJ93t7e2kkgB0hVQSAAB0o1YS8FkEk8OCSBLAxUIqOcqCg4PT0tJWrVo1Z84c+Yi2WCwOh0Ptcjqd8ucwm83bt2+XMCAxMZGjXACjjHklAejZGG1ECwAAoDceMWRXV5fcOt3IFRy5lXOepKSkmJgYBcBFpR26u7951Yb6/u3qwdlDe5vz1UetNcedPR9/nGHMHV+em7EgTglEO96ufvHx8l67iCQBjDSr1VpTU6O45kFMTU1VMLokkty1a5ckkYcOHfK4DiYf0ZmZmSaTacGCBYzsCmB02O32pqYmxRVP2mw2g8EgewfD+TyOPEklAQQMUkkAAPRrIKmkujI5OZlUEvAFBJODQyQJAFBcg7gWutTV1Xl0RURELF26VOLJyZMnKwAwkiSVtFqtcpRIKglAhxjBFQAAdGNeScD3DXEoV3lfy6LehnIlkgQAqMLCwtLT09esWSO3slhbW+t0dn9HR7KB48ePb9u2bc+ePQ6Hw2g0BgcHKwAwAphXEoCeUSsJAIB+USsJ+KmhVEzKlVZ1UScVk0SSAIC+SBiwffv2wsLCI0eOeHTJx/68efNyc3MzMzPlA18BgOFDrSQAPSOVBABAv5hXEvBfBJMDQSQJABiI2tpas9lcVFTU2Njo0SXHwNnZ2Tk5OXI8rADAcGBeSQB6xgiuAACgW68juKproqKiGMEV8CmDGMrVfWM9DOVKJAkAGKCIiIhZs2atWbMmNTXV6XRKSKl9+6e9vf3IkSNvv/32gQMHurq6jEajpAUKAAyBhJFtbW1yxCifKh0dHYzgCkBXqJUEAEC/qJUE/N2FVkzKO1ormgzsikkiSQA+5eTJk6WlpYor/Vq9erUC39bS0lJcXGw2mysrKz26goODs7KycnNz09PT+cAHMDharaQckEuDWkkAukKtJAAA6EatJOB3LrRi0n1lAFdMEkkC8DVlZWXPP/98RUWFxWIhlfR9Eg9MmzbtkksukQBSsoG6urqOjg61y+l0VlVVFRYWFhUVtba2jh8/PizMXwcVAHCxaLWS8pFCrSQAvSGVBAAA3XpNJbu6uuScJzIyklQS8E0Ekx6IJAH4oMrKSmol/VF0dPScOXPy8vImTZokyYGEylqXRJISM2/atEluZQeRmJgoOw4FAAZAUkn1uw6M4ApAhxgKHwAAeKOGFgoAH6a9T7WUUXF9w+C9uHHsWLnYIbde7u5wOOQ2JFS5+nMxvQ7l6nS8u+E3ZX4xlCuRJABg2MlOYaGL1WotKioqLCysrq7WestdQkNDlyxZkpOTk5aWpgBAf7SDdgDQG2olAQBAN2olAf9FxaRCJAnAh1ErGRjkeHj69OmrVq2aPXu2fPJbLBb1mz2K6ys+J0+eLCgo2LFjR0dHh9FoDAkJUQCgN1qtpByEt7e3UysJQFdIJQEAQDfmlQT8ms6DSSJJAL6MVDLAxMXFzZ8/f82aNUlJSXLAXF9fr3U1NzcfPHjwrbfeOnHiRFBQUGJiovcRCwDoEPNKAtAzUkkAANCNWknA3+k2mCSSBODjSCUDkuw1UlJSclzCw8MbGhpaW1u13tra2h07drzzzjuNjY2xsbHR0dEKALgwryQAPWOmKAAA9MsjhpQzIrl1urFYLOrK5OTkmJgYBYA/0I7w3d/jakN9R3edT97s6q1wOBxqu73N2esck2KcYYxPzTFJJAkA8AWyhy0vLy8oKNi9e7dEDh69U6ZMkfBy2bJlkl8qAPTNbrdbrVY5kpTPCpvNZjAYgoKCDOfzOEAllQQQMEglAQDQr4GkknIr5zxJSUmkkoAf0U8wSSQJAPA1bW1t27dvN5vNx44d8+iSpGH+/Pkmk2n27NmM7ArolqSSTU1NimtKWmmQSgLQFVJJAAD0i1pJIIDpIZgkkgQA+LLq6mrJJouKitT4wV1sbGx2drbEk0ajUQGgM9RKAtAz5pUEAADdmFcSCCQBP8ckkSQAwMfJIfTs2bPz8vKmTp3qcDgsFov2naG2trYjR45s2bLl4MGDsnLChAkSQigA9IF5JQHoGbWSAADoF7WSQMAL1IpJIkkAgN+x2+1FRUVms7mqqsqjKzg4eNGiRTk5ORkZGQqAQEetJAA9I5UEAEC/mFcS0IPACyaJJAEAfu3kyZOSTZaUlLS0tHh0jR8/PsclPj5eARCgmFcSgJ6RSgIAoF/USgI6MQrB5Me+Pi9tTqwy8rxEkhPS3l1zu4FIEoAPkhSqtLRUGhEREatXr1YAVxqxZ88eiScPHDjgcXVO9jgzZ840mUwLFy5kZFcg8FArCUDPmFcSAAB0Y15JIFCNwhyTpUW1U2bExBlH9oPCeyS5+rYgQxCRJABfVFZW9vzzz1dUVFgsFlJJqGTXM3HixGXLli1fvlzi6rNnz0pQofXW1dXt3r17y5YtDQ0NcigeFzfag6UDGDnMKwlAz0glAQBAt15TSXVNVFQUqSTg10Y6mOwa+WByAJHkGCJJAL6psrKSWkn0RQ6zZ8yYIS+MmTNnyqI6h4La5XA4Tp48WVBQsHPnTokxEhMTQ0JCFAB+Tt7ObW1tcoRJKglAh0glAQBAN2olgcDm18EkkSQAv0YqiYGIj49fsGBBXl6epI+tra0NDQ1aV3Nz84EDBzZt2nTixIng4GDZQPZfCgD/pNVKygF2e3s7qSQAXSGVBAAA3aiVBAKenwaTRJIA/B2pJAZO9laTJ082mUzLli0LCwurr69va2tTu2RHXFtbu2PHjnfeecdqtcbFxclRugLA32i1kk6nk1pJAHpDKgkAALpRKwnogd8Fk0SSAAIAqSQGQV4tM2fOzMvLmz59ukQXFotFjszVLokxjh07tnXr1rKyMukyGo1BQUEKAD/BvJIA9IxUEgAAdKNWEtAJPwom9xTUPv/HQ712EUkC8COkkhg02R8lJiYuWrRIXjnx8fE2m81qtWq90t63b9+mTZtOnz4th+vjx49n/wX4PuaVBKBnY9TrjwAAQIc8Ykg5I5JbpxuLxSK3cs6TlJQUExOjAAgg2omA+0eB2lA/DbrOJ58G6q1wOBxqu73N+eqj1prjzp6PL3nhnV+blzYnVhksiSSfe/Rgr+crRJIAAN06c+ZMQUFBcXGxJJQeXbGxsTk5OSaTSYJMBYCvstvtTU1N0pCDamkYDIagoCDD+TyOY0klAQQMUkkAAPRrIKmkujI5OZlUEgg8wxVMvvIHa23lMAeTRJIAAHghu+CysjKJJ/ft26eN7KqZMWOGZJOLFy8ODg5WAPgYSSWtVqscc3Z2dtpsNlJJALpCKgkAgH5RKwlgWILJthbHq480DWMwSSQJAMAASaRRVFRkNpvPnDnj0RUSErJo0aKcnJz09HQFgM/QaiVJJQHoEKkkAAD6Ra0kAMX3gkkiSQAABuHYsWOFhYXbt29vbW316EpMTFRHdo2NHfzI6gCGC7WSAPSMVBIAAP2iVhKAyneCSSJJAACGQvbLu3btMpvNhw4d8rjoJ3u6WbNm5ebmLliwQDIPBcBFwrySAPSMVBIAAP2iVhKAxheCSSJJAACGS0NDQ6FLXV2dR1d4ePiSJUtMJtPUqVMVAKOOWkkAekYqCQCAflErCcDdoINJSSW19qCDSSJJAAHs5MmTpaWl0oiIiFi9erUCjBbZfVdUVJjN5l27dnV0dHj0pqSk5OTkZGdnR0ZGKgBGC/NKAtCzcevXr1cAAAB6hJSipaVFXRMVFRUaGqoACGjaBQ6P6x19XQHRVrpvOc4wZnpWUFV5p73JM2Ds6lJKi2qnzIiJM3p+nhBJAghsZWVlzz//vIRDFouFVBKjSXZzCQkJWVlZa9asGT9+vBzenz17VuuVOOTAgQObNm2qrKwMDg5OTExktwiMAgkj29ra5O3W1dXV0dGhHtCO7YP3Q1kA8DukkgAAoFuvqaScJsk5T2RkJKkkoAeDDibd11xoMEkkCSDgSeRDrSQuLoPBMGXKlNzc3KVLl4aEhNTV1bW3t6tdcthfU1Ozffv2d955R3LK2NjYqKgoBcCIkVRSrV2Wd5+8E0klAegKqSQAAOhGrSQAZbDBpMeagQeTRJIA9IBUEr5DXoSzZs3Ky8tLTU11Op21tbXaEO4Skxw9enTr1q379u2TLqPRGBQUpAAYblqtpLzRqJUEoDcGBQAAoG9ykYJzHkBv5F2vXqBUG+qHgNqQKyNdXV1y2++DhIYrV98V3esck47Od5/8VemdX5tns3YQSQIAMPpkRznHpaWlpaioqLCwULJzrfe4y3PPPZeVlZWbmztz5kz2m8Dw4j0FQLdIJQEAgDdaOAFAV/oNJtWG9wdRg8nXHrPVnHB4dKnBpNz2esfkGe+uuSNI/S+IJAEAGDnh4eFrXKqqqgoKCkpKSpqbm9Uuh8Ox3SU+Pj4nJyc7OzsxMVEBMBz4+i8A3WIEVwAA0I15JQG463coV6W/qE8dyjVtQZ9DufYqabqy6tagcePGaHEjkSQAf8cIrvB90dHRc+bMycvLmzRpUkdHh8Vi0bpaW1srKiq2bNlSXl4uu1Gj0Sj7XwXAYDGvJAA9o/oBAAD98oghJYCUW6cbuRihrkxOTo6JiVEA6I92vuD+iaE2uly0hsp5PnVNW4uj14rJniamj1l9+zjtEoxHDEkkCQDA6LBarerIrtXV1R5dISEhixcvzsnJmTFjhgLgwtntdnmLyXGpxJM2m81gMAQFBRnO53G4SyoJIGCQSgIAoF8DSSXlVs55kpKSSCUB3RquYLLXOSbdJc8Ys+pWQ1Bw92UXIkkAAC66o0ePms3mh8zNGwAAEABJREFUHTt2tLW1eXQZjUbJJk0mE2cKwAWRVLKpqUlxFU2SSgLQG1JJAAD0i1pJAAM0uGDSI6F8L5h8rKn2RO/BZErGmLyPBGsXXLSRrIgkAQC46Do6Onbt2iXxZHl5uUeX7GFnz56dm5s7f/58iVIUAP2hVhKAnpFKAgCgX9RKAhi4QQSTHqmkLEow+cLv6hvOeF5JmZg+Nu+OkHEGRYsk3fNIIkkAAHxEfX19YWGhxJMNDQ0eXeHh4UuXLjWZTFOmTFEA9E2rlXQ4HNIglQSgK6SSAADoF7WSAC7IEINJtX2myvKfP7W0nA3THlYiybUfCTUEjXGPJLUw0qNokkgSAICLTvb45eXlBQUFu3fv7uzs9OidNGlSTk5OdnZ2RESEAqAHaiUB6BmpJAAA+kWtJIALNcRgUnqrq6t37yw7WZCqBpOTZxkuuzN87Lj3HrNnKtlzBFciSQAAfEdbW9v27dvNZvOxY8c8umSvPW/ePJPJNGfOHNlfKwDex7ySAPSMVBIAAP2iVhLAIFxoMOkxzeTp06d37dqldBkqzWkTUqI/8LEoOSlR3r+8ol5z6atWkkgSgJ86efJkaWmpNCIiIlavXq0AAae6ulqyyaKiIjVrcRcdHZ2dnS3xZFJSkgKAWkkA+kYqCQCAflErCWBwBhdMqrdVVVVyyfK9lHFM6GWXr5aV2sNqtZLuU0v2lUcSSQLwI/n5+Rs2bJCG0Whcv369AgQo2a3v27evoKCgrKxMdvoevampqZJNLlmyJDQ0VAF0jHklAeiZQQEAAOibnPDwHSYAHrRPBrWhXhlRG+oQbXJRsudYbdoFlM7OzvcusYR0qhdZPDbotVay58iuRJIAAPga2UHPc2lubi4uLjabzVVVVVrvMZdnn302KysrNzc3IyOD/TV0Sz1y5lwbgA6RSgIAAG+0vAEA3PUbTHpcZHHPDh0OhxpbGgwGrcjSPWLsGUASSQIA4EciIyPzXE6cOFFYWFhSUtLS0qJ2dXZ2lrjEx8ebTKacnJyEhAQF0BmOVwHoFqkkAADwhu9vAuiL92BSckctoZSG0+nU8kV1NFd1cCpt9Ffl/eTSI4N0X9TGdyWSBADAL0x1ueGGG/bs2WM2mw8cOKDt9xsaGl53ycjIkHhy4cKFwcHBCqAPfP0XgG6RSgIAAG84WQLgxQArJtVbdYJJ6ersfG/sVofDMW7cOPfvPXiUS3oklESSAAD4KYPBsNilsbGx0KW2tlbrLXf55z//KRtIPJmWlqYAgW4MM0QC0CtSSQAA4A21kgC867diUm7dqyHl1ul0yhq5lVRSeT+z1C7N9MwmiSQBAAgMsbGxH3Q5fPiw2WzeuXNne3u72tXW1pbvkpSUlJ2dnZOTExMTowABinklAegWn30AAOiXVsOkkvBAzQk0FotFbuVkSS4NcFEAgBfaaYX7B4vWUD9e1EZ5eflzzz0nEWNoaOgXvvCFng/lUSvZax5JJAkAQADo6OjYsWNHYWFhRUWFR5fs2efMmWMymebPn69+jQkIGHa7vampSXFNs2qz2QwGQ1BQkOF8497nMau6wnEvAD9HrSQAAPCG728CGIheKyY1armkWjepuNVKqosej9MrbX5KIkkAAAJGcHCwycVisZjN5qKiorNnz6pdcqhQ5hIREbFs2bLc3NyUlBQFCBRMlQJAt0glAQCAN5wsARgg78Gk8n42KevV0km51UZw9YgYe6V1KUSSAAAElsTExGuuuebqq68+ePBgQUHBnj17HA6H2mW32ze7TJkyJScnRxLK8PBwBfBzVD0C0C1SSQAA4A21kgAGziOYVNwutahr1JXq0NDqvJIenzBjeswuqfQII4kkAQAISLJbn+3S2tpaXFxcWFh44sQJrfekywsvvDB//vzc3NxZs2b1HHQB8BfMKwlAt0glAQCAN9RKArggXoJJ9w20AV29pJI9FxUiSQAAdCAsLGyVy5kzZwoKCiShtNlsapfD4djpEhMTk5OTYzKZjEajAvgbjmMB6BapJAAA8IbvbwK4UB55ZM8vN0geqa3vmVm6N/oqkVS4lAMAgA4kJyff4LJ7926z2bxv3z71KEJYrdY3XKZPny7x5JIlS0JCQhTAT/D1XwC6RSoJAAC84WQJwCC4f6HBI6RU55VUb70MvOaRRBJJAvBrJ0+eLC0tlUZERMTq1asVABcoy8VmsxW6nDlzRus64vLss88uXLjQZDKlp6dznADfN4Z5JQHoFakkAADwhlpJAIPjEUwq53/LQR3E1cuFmL7ySIXLNwD8UGVl5euvvy4No9FIKgkMWlRU1GUux44dk2xy+/btra2taldHR0eRy/jx47OzsyWejI+PVwBfxbySAHSLVBIAAHhDrSSAQdPCSPdFxTWCq1Yx2e/dva8BAAA6lOpy00037dq1y2w2Hzp0SDveqKure91l5syZubm5CxcuNBi4/gmfw2EtAN1irwwAALzh+5sAhuiCPkYGUj0JAAAgJG5c6tLY2FhQUFBUVGSxWLTeQy7PPPPM4sWLTSaTpJgK4DP4+i8A3SKVBAAA3nCyBGDo3AduVd4fvnWAHy98BAEAAO9iY2OvcKmoqDCbzbt27Wpvb1e7Wltbt7kkJSVJNpmTkxMVFaUAFxvzSgLQLVJJAADgDbWSAIbRGJcBbqkAAABciHSXW265ZefOnRJPHj58WOuqrq5+8cUXX3755czMzNzc3Hnz5o0bN04BLhLmlQSgW6SSAADAG2olAYwcPl4AAMCwCwkJMblYLBbJJouKis6ePat2dXV1lblERkYuXbpU4smUlBQFGHUcBgPQLVJJAADgDd/fBAAAGKLlLgqA0ZWYmHjNNddcffXVBw8eLCgo2LNnj8PhULuam5s3u0yZMiUnJ2fZsmXh4eEKMFr4+i8A3SKVBAAA3nCyBAAAAMB/yenMbJfW1taSkpLCwsLjx49rvSddnn/++QULFphMJtls7NixCjDCmFcSgG6RSgIAAG+olQQAAAAQAMLCwla6nDlzRh3Z1WazqV1Op3OnS0xMTE5OjsSTRqNRAUYM80oC0C1SSQAA4A21kgAAAAACSXJy8vXXX3/dddft27evoKCgrKxMUkm1y2q1vuGSlpYm2eSSJUtCQkIUYLhxlg1At0glAQCAN3x/EwAAAEDgGTt27DyX5ubm4uJis9lcVVWl9R51efbZZxcuXCjxZHp6OjEShhFf/wWgW6SSAADAG06WAAAAAASwyMjIPJeTJ09KNllSUtLS0qJ2dXR0FLkkJCSoI7vGx8crwJAxryQA3SKVBAAA3lArCQAAMEQSdZSWlkojIiJi9erVCgCfNMXlhhtu2Lt3b0FBwYEDB7RTofr6+tddZs6cKdlkVlZWcHCwAgwW80oC0C1SSQAA4A21kgAAAENUWVkpYYY0jEYjqSTg4wwGwyIXq9VaWFhoNptra2u13kMuYWFhixcvzsnJSUtLU4ALx1k2AN0ilQQAAN7w/U0AAAAAOhQTE3O5y5EjRySe3L59e3t7u9rV2tq6zSUpKUkd2TUqKkoBBoyv/wLQLVJJAADgDSdLAAAAAPRsustNN920a9cus9lcXl6udVVXV7/00ksvv/zynDlzcnNz582bN27cOAXoD/NKAtAtUkkAAOANtZIAAAAAEBwcnO1SX19f6CINtUvOmMpcIiMjly5dKvFkSkqKAvSNeSUB6BapJAAA8IZaSQAAAADQJCQkXHnllVdccUV5ebnZbN69e3dHR4fa1dzcvNll8uTJOTk5y5Yti4iIUIAeOMsGoFukkgAAwBu+vwkAAAAAHuREaaZLW1vb9u3bCwsLjx49qvVWurzwwgvz5883mUyZmZljx45VgPfx9V8AukUqCQAAvOFkCQAAYIiWuygAAlFoaOgKl9ra2oKCgqKiIqvVqnY5nc5dLjExMTk5ORJPGo1GBWBeSQA6RioJAAC8oVYSAAAAAPolieN11113zTXX7N+/32w27927V1JJtUtyyjdc0tLSJJtcvHixZJkKdIx5JQHoFqkkAADwhlpJAAAAABigsWPHznWx2+3FxcWFhYWVlZVa71GXZ599NisrKzc3Nz09nbMtfeLvDkC3SCUBAIA3fH8TAAAAAC5URETEGpeqqqqCgoKSkpLm5ma1q6Ojo9glISFBHdk1Pj5egZ7w9V8AukUqCQAAvOFkCQAAAAAGLSUl5aabbrr++utLS0slnty/f39XV5faVV9f/7pLRkZGbm5uVlZWcHCwAh1gXkkAukUqCQAAvKFWEgAAAACGaNy4cVkuNput0OXMmTNab7lLaGjokiVLcnJy0tLSFAQ05pUEoFukkgAAwBtqJQEAAIaorKxs48aN0oiLi1u3bp0CQMeioqIuczl27JjZbN6xY0dra6va1dbWts0lKSlJssns7OyYmBgFgYizbAC6RSoJAAC84fubAAAAQ2S1WisqKqRhNBoVAHBJdbn55pt37dol8eShQ4e0M6/q6uqXXnrp5ZdfnjNnjslkmj9//rhx4xQEEL7+C0C3SCUBAIA3nCwBAAAAwAgxGAxLXRoaGgoLC4uKiiwWi9ol52JlLhEREcuWLcvNzU1JSVEQEJhXEoBukUoCAABvqJUEAAAAgJEWHx9/hUtFRYXZbN65c2dHR4faZbfbN7tMmjTJZDJJQik5pQJ/xrySAHSLVBIAAHhDrSQAAAAAjJp0l1tuuUWCSYknDx8+rHWdOnXq2WeffeGFF+bPny/xZGZm5tixYxX4Ic6yAegWqSQAAPCG728CAAAAwCgLCQkxuVgsFskmCwsLGxsb1S6n07nLJSYmJjs7Ozc3lzlr/Q5f/wWgW6SSAADAG06WAAAAhkiSg/T0dGnExcUpAHAhEhMTr7nmmquvvvrgwYMFBQV79uxxOBxql9VqfdMlLS0tJydnyZIloaGhCvwB80oC0C1SSQAA4A21kgAAAEM010UBgMGS87LZLq2trSUlJWaz+cSJE1rvUZfnnnsuKyvLZDJlZGQQd/k45pUEoFukkgAAwBtqJQEAAADAR4SFha10OXPmjGSTRUVFNptN7ero6Ch2SUhIyHGRhgKfxFk2AN0ilQQAAN7w/U0AAAAA8DXJycnXX3/9ddddV1ZWJvGk3DqdTrWrvr7+dZeMjIzc3NysrKzg4GAFvoSv/wLQLVJJAADgDSdLAAAAAOCbxo4dO9+lubm5qKiosLCwqqpK6y13CQ0NXbx4sclkSktLU+AbmFcSgG6RSgIAAG+olQQAAAAAHxcZGbnW5cSJE5JNlpSUtLS0qF1tbW35LklJSdnZ2Tk5OTExMQouKuaVBKBbpJIAAMAbaiUBAAAAwF9Mdbnhhhv27NljNpsPHDigRV/V1dUvv/zyK6+8kpmZmZubO3/+/HHjxim4GDjLBqBbpJIAAMAbvr8JAAAwRGVlZRs3bpRGXFzcunXrFAAYYQaDYbFLY2NjoUttba3aJed3+1wiIiKWLVuWk5MzefJkBc7wVw4AABAASURBVKOLr/8C0C1SSQAA4A0nSwAAAENktVorKiqkYTQaFQAYRbGxsR90OXz4sGSTO3bsaG9vV7vsdvtml0mTJplMJkkoJadUMCqYVxKAbpFKAgAAb6iVBAAAAAB/N8Pl5ptv3rlzp9lsVr8qoTp16tSzzz77wgsvzJs3Lzc3NzMzc+zYsQpGEvNKAtAtUkkAAOANtZIAAAAAEBiCg4NzXOrr6yWbLCwsbGhoULucTudul5iYmGXLlplMpqSkJAUjg7NsALpFKgkAALzh+5sAAAAAEGASEhKuuuqqK6+8sry8vKCgQMLIzs5OtctqtW50SUtLk/xyyZIloaGhCoYVX/8FoFukkgAAwBtOlgAAAAAgIMm53kyXtra27du3m83mY8eOab1HXZ599tmFCxeaTKaMjAzODYcL80oC0C1SSQAA4A21kgAAAEMUExOTnp4ujbi4OAUAfE9oaOgKl+rqaskmi4uLrVar2tXZ2VnskpCQoI7+Kg0FQ8O8kgB0i1QSAAB4Q60kAADAEM11UQDA5yUlJX34wx++9tpr9+/fL/Hk3r17nU6n2lVfX/+6S0ZGhslkWrhwYXBwsIJB4SwbgG6RSgIAAG/4/iYAAAAA6MrYsWPVr1PY7fbi4uLCwsLKykqtt9zln//85+LFiyWeTEtLU3CB+PovAN0ilQQAAN5wsgQAAAAA+hQREbHGpaqqqqCgoKSkpLm5We1qa2vLd5kwYYI6smtMTIyCgWFeSQC6RSoJAAC8oVYSAAAAAHQuJSXlpptuuv7660tLSyWe3Ldvn3aeWFNT8/LLL7/yyiuZmZkmk2nBggXjxo1T4BXzSgLQLVJJAADgDbWSAAAAAAAhcWOWi81mKywsNJvN1dXVapecOe5ziYiIWLp0aU5OzpQpUxT0gbNsALpFKgkAALzh+5sAAAAAAHdRUVGXuRw7dkyyyR07drS2tqpddrt9i8ukSZMkm8zOzpacUsH5+PovAN0ilQQAAN5wsgQAADBEZWVlGzdulEZcXNy6desUAAgUqS4333zzrl27CgoKysvLtW+1njp16rnnnnvxxRfnzZuXm5ubmZk5duxYBS7MKwlAt0glAQCAN9RKAgAADJHVaq2oqJCG0WhUACDgGAyGpS4NDQ2FLnV1dWqX0+nc7RIXF/f/7N0HfBTF///xIaQACYQaUCD0XqVJVYooSlGQ8kVEBBQLCohiQwHFgn4tdLAAIsWGCogoggVBikiTDpFeQw0kQCjh//ndfp3/cC2X5O6Sy72eDx55zO7tHXd7e3ez896Zad68edOmTXPnzq2CHvNKAghapJIAAMAd+koCAAAAADxRsGDBu2x27twp2eS6desuXbpk3XT69Olvv/124cKFEky2bNlSQkoVxDjLBhC0SCUBAIA7XL8JAAAAAEiTijbdunVbu3atxJNxcXHW+uTk5J9//vnXX3+tU6fObbfdFhsbq4ISl/8CCFqkkgAAwB1OlgAAAAAA6RAREdHY5ujRo4sXL16zZs2VK1dkfUpKyl829erV69q1a1RUlAoyzCsJIGgxwzAAAHCHvpIAAAAAgIwoVqxYz549X3/99TvvvDMyMlKvl2ByxIgRK1euVEHGOsu2/pJNAggq9JUEAADu0FcSAAAgg6KjoytUqCCFIJ9HDUCQy5s3b/v27e+44w6JIX/55Zfjx4/LyvPnz8+YMUPWSGxZpEgRFRz0Wbbd6TZn3wCyPVJJAABgL4eNLtNXEgAAICOq2ygAgFLh4eG33nrrLbfcsmTJkgULFly+fFlWxsXFvf766717965Vq5YKAk4v/zWHdSWeBJBdMYIrAAD4H6enPfSVBAAAAAB4l5xmtm7d+qWXXipTpoy15tKlSx988MGPP/6ogoB1lh0SEmK3xnEbAMhmSCUBAMB17EaSoa8kAAAAAMAXihQp8swzz3Tv3j1XrlzWmvnz53/88cdXrlxR2Zp1lp2SkpLjX+at5JEAsjFSSQAA4A59JQEAAAAAPiLnm82aNXvhhRf0pJLr1q179913z507p7IvfRGwWXCMJwEg+6H3AwAAwcuqBuiLNKWQYnP1X/Hx8dZ6a2AZfYJkRpVpii3Nnpeel7P4X/f7hP3j+f4Jzn3lo/2TlffSP//88+2338p/FxERMWDAAN/tsQDdP3zi2EsBuq/YP37bV+wlT/aS+72XDfaVj/ZPQOwrz/eSj/YY+8d3++rChQuzZs06cuSI9SBRUVE9evSIiYnJ9H3l9f2j/u0lefny5fPnz4c6yPmvkH/l+JeiJyWAAHfdtyEAAAgq11ykkjqYPHbsmPz13clb5vLiqbW1QdDun+y9T9J3nJjl7HqcpHtvxMXFzZs3T9lSyf79+/OtksEjJFt+gjz8VnFcEzzfsfwuq+z+HWvJ4bo5W1FLoZZCLcU1n/76BOd3rN+OFknpvv322507d1qLuXLlevjhh6Ojo5UPZIV9cuXKFcliJX20iyStvxJGyl/ZnlQSQHbCCK4AAAQ7N6c01mmP3UmX+vdUKtVymv5a7Jrb0vcqzFM1N3/1CWGayk7/er5P0rR/MrhPHPdPmv5my33ieJykun/Sd5w43T8+3Sde3zO++wTZ/b/e3Ruu9kwW3ycZOUJS3T8WH32CfL1P3O8flbGjJYN7w3HPpOlvBvdG+o4c5fd9kqb9kymfIOWvffLPP//MtlmwYEHG90mqeyOA9ozne8OTPRPQ+yRH9q2leOU4SXVvZHzPZPBoSdNfr+yHrL9P0nG0SBrXpUuXm2++2Vq8ePHiF198IVGlyqb7xHpkk91rcVwEgEAXqgAAAIyzLFO+fPmuXLlidZ20+2v1rTQp48wqgyfb+lRNpXb6l+pfBcDbMvgJTUpKsu4riwkJCQqAV/EbmjUdO3bswIEDUpDK1alTpxSCFZ9QwBO1atU6d+7c1q1bpRwfH//ll1+2bt1a+Z53P6H6c2qXhuaw9X3U47I6jtFqF1ICQDZDKgkAAP7H7hxMREREhIaGSjApSaT8lTVS0NvbBZPKe6nkNYdrqzPyF0CWYn4wza8UAMjGpNaky1KnUgAAt+rXr3/cRsp79uzZsGFDtWrVVEDJcX33TU3HkObkkTn+HaZVx5NuHg0AAhqpJAAA+P/MSzLNsyZpSpO/On1U11/pqf5tayMFBJAqaXnR5dBQzkcABAWpR+kyX30A4Ik77rjjm2++OX/+vJT/+uuv0qVL+2iCSV+z6yVpBpMmu0jS7txcAUB2QVUYAAA4YTdujNmUZm6g00prg2u+mT8GQHZifp+YCSUAZGP6q0+qT3z1AYAnoqKi7rzzzrlz51pziKxevVoWVeBw1VfSrrukXTDpOHxrDqaZBJC9kEoCAIDrOJ4vOQ7Q6nir2Y0SANzQzfHyHRIWFqYAIAjw1QcA6XDjjTfWr19/1apVUt63b9+RI0diY2NVAHLTXdJVMKmMoYnMBwGAQEcqCQAA/o8+w5Fw0S50tP4qh1TSGtlV30QqCcATjOAKIAjly5evePHiUsibNy9ffQDguQYNGmzduvXs2bNSXrp06QMPPBCIPc5zOEySorNJK5U0s8lUu0sCQECjKgwAQPCScxsrStQF5ex8ye4uZiSpB261iy0BwBVSSQBBqIKNAgCkkVQXmzdvPn/+fCmfOXPm77//rl+/vgooZrho113SDCYdR3C1yyYBIHugFQAAAPxPDod5L1KNJO3ySFJJAKkilQQAAIDnqlWrtn79+gMHDkh5xYoVNWvWjIyMVIFDX/irrp8wxW4oV8dxXB0fBACyAVoBAAAIamYvSbv1+qxJZ5P69EkP6+q0lyTZJAA3zK8UUkkAAACkqm3btpMnT5bCpUuXNm7ceMstt6hA4Jgs2p1o243m6qq7pAKAbIRWAAAA8H+srNGuu6Sy5QdWt0hZlIJOJc08kkgSgOfoKwkAAIA0ueGGGypVqrRjxw4pb9q0qWXLlipAOJ5i2yWOOok0h3V1lUSSUALIBmgFAAAATuhhWpUtmLSiR51c2uWRpJIAPEcqCQAAgLSqU6eOlUqeOnUqPj7+xhtvVIHAaXdJ5TqbdNpRkjASQHZCKwAAAMFOp4xmd0mrYA7TqjmmkoowEoDHSCUBAACQVjVq1Jg7d+6FCxeUrbtkbGysCjQ5HCaYVA7xJJEkgGyPVgAAAPD/OQaTdjfZ9Y8klQSQVua8kmZCCQDZ2LZt23799Vcp5M+f/7777lMAgDSSeuNNN920YsUKKa9bt659+/aBFdfZnVw7JpSOOaWbRwCAwEUqCQAA/n93SeVigkmzlySjtgLICJ1Kquv7TQJANpaYmLh7924pFClShK8+AEif+vXrW6mkfKnu3bu3fPnyKtDoE21X/SbNRUUSCSA7IpUEAAD27IJJq5zDYVJJ8y4EkwA8ZLatmAklAGRjfPUBQMaVLVu2UKFCJ0+elPLOnTsrVqyoAkcOhwkmleuQ0vEuxJMAsg1SSQAA8H/M7pLq+skmnd5kd1JEKgnAQ2ZzPE3zAIIEqSQAeEW1atV+//13KRw6dCiwvk6dxopOU0nlIsIEgOyBVBIAAPyPnk7ScdHxpMguhuQ0CYCHaJoHEITMhma++gAg3YoXL24VAi6VtOOqHyTTSQLI9kglAQDAdRx7Ripn2aRdhAkAHmIoKgBBiK8+APCKEiVKWIWEhIQLFy7kyZNHBSD3/SZTXQkAAY1UEgAA2HNMHB3PhZz2oQSANOE7BECQiI6OrlChghQKFCjAVx8ApFtsbKy+jnbfvn1Vq1ZVAcv9zwE/FgCyK1JJAADgnD4LctohknMkAOlDhyEAQaimjQIAZExYWFhMTMyxY8ekfPDgwWrVqqnsheoxgGyPyQwAAEAqclxPAQAAAACQGfQgrqdOnVIBLocDBQDZHX0lAQBA2nCmBCAj6CsJAACAdCtYsKBVuHDhApVJAAg4pJIAAAAAAAAAgACQO3duqyCppAIABBpSSQAAAAAAAABAAMiVK5dVOH/+vAIABBpSSQAAAAAAAABAAIiIiLAK9JUEgEBEKgkAAAAAAOBDmzZtWrRokbJNh9anTx8FAEgvPYIrfSUBIBCRSgIAAAAAAPhQQkLCrl27pBATE6MAABmgR3ClryQABCJSSQAAAAAAAABAAAgPD7cKycnJCgAQaEglAQAAAAAAAAAAAPgWqSQAAAAAAAAAAAAA3yKVBAAAAAAAAAAAAOBbpJIAAAAAAAA+FB0dXaFCBSkULFhQAQAAAMGKVBIAAAAAAMCHatgoAAAAILiRSgIAAAAAAAAAAADwLVJJAAAAAAAAAAAAAL5FKgkAAAAAAAAAAADAt0glAQAAAAAAAAAAAPgWqSQAAAAAAAAAAAAA3yKVBAAAAAAA8KFNmzYtWrRICgULFuzTp48CAAAAghKpJAAAAAAAgA8lJCTs2rVLCjExMQoAAAAIVqSSAAAAAAAAAAAAAHyLVBIAAAAAAAAAAACAb5FKAgAAAAAAAAAAAPAtUknbLU61AAAQAElEQVQAAAAAAAAAAAAAvkUqCQAAAAAA4EOxsbHt2rWTQlRUlAIAAACCFakkAAAAAACAD8XaKAAAACC4kUoCAAAAAAAAAAAA8C1SSQAAAAAAAAAAAAC+RSoJAAAAAAAAAAAAwLdIJQEAAAAAAAAAAAD4FqkkAAAAAAAAAAAAAN8ilQQAAAAAAPCh5cuXz5gxQwoxMTEjR45UAAAAQFAilQQAAAAAAAAAAADgW6SSAAAAAAAAAAAAAHyLVBIAAAAAAAAAAACAb5FKAgAAAAAAAAAAAPAtUkkAAAAAAAAAAAAAvkUqCQAAAAAA4EOxsbHt2rWTQlRUlAIAAACCFakkAAAAAACAD8XaKAAAACC4kUoCAAAAAAAAAAAA8C1SSQAAAAAAAAAAAAC+RSoJAAAAAAAAAAAAwLdIJQEAAAAAAAAAAAD4FqkkAAAAAAAAAAAAAN8ilQQAAAAAAPCh5cuXz5gxQwoxMTEjR45UAAAAQFAilQQAAAAAAAAAAADgW6SSAAAAAAAAAAAAAHyLVBIAAAAAAAAAAACAb5FKAgAAAAAAAAAAAPAtUkkAAAAAAAAAAAAAvkUqCQAAAAAA4EOxsbHt2rWTQlRUlAIAAACCFakkAAAAAACAD8XaKAAAACC4kUoCAAAAAAAAAAAA8C1SSQAAAAAAAAAAAAC+RSoJAAAAAAAAAAAAwLdIJQEAAAAAAAAAAAD4FqkkAAAAAAAAAAAAAN8ilQQAAAAAAPCh5cuXz5gxQwoxMTEjR45UAAAAQFAilQQAAAAAAAAAAADgW6SSAAAAAPwnLCysYMGCUsiVK5cCAAAA0iI0NNSqTAIAAlGOa9euKQAAAAAAAPgGI7gCAAAAir6SAAAAAAAAAAAAAHyNVBIAAAAAAAAAAACAb5FKAgAAAAAA+FBsbGy7du2kEBUVpQAAAIBgxbySAAAAAAAAAAAAAHyLvpIAAAAAAAAAAAAAfItUEgAAAAAAAAAAAIBvkUoCAAAAAAAAAAAA8C1SSQAAAAAAAAAAAAC+RSoJAAAAAAAAAAAAwLdIJQEAAAAAAHxo+fLlM2bMkEJMTMzIkSMVAAAAEJRIJQEAAAAAAAAAAAD4FqkkAAAAAAAAAAAAAN8ilQQAAAAAAAAAAADgW6SSAAAAAAAAAAAAAHyLVBIAAADI6hYvXrxq1SopdO7cuUqVKgrISs6ePTtmzBgplChRonfv3goAAGRVly5devvtt69duxYTE/PII4+kuv3Ro0f//vvvY8eOnTx58sKFC4UKFSpYsGCxYsUaNWqUM2dOBRg2bdo0d+5cKTRp0qRly5YKAJzJIT9CCgAAAMg8SUlJ5cqVk8YOazEsLOzPP/+sXbu2SqPExMSaNWvu2bPHWpRGk/Xr15csWVIFuPj4+GrVqp04caJ8+fJbt26V/aNv+u2331q0aOH+7tHR0dJyJA1PRWxuvPHGtm3b1q1bVyELSElJuXjxYp48eRxvCg8Pv3z5slXO+mdtXbt2/eqrr6SwdOnSW265RQG43v79+zdu3CiFqKioVL+3AWSK5557TuI6qxwaGrpixYr69et7fnepqklFSy9KgJcrVy6V9Tz//PNvvfWWFD766KOHHnrI1WZSo54wYcLixYslknS6gbzYzp0733fffU2bNlVpITV2+SZU2Zeb2l028OWXX3br1s0qP/jgg9OmTTNvTU5Orly58t69e+XsY/PmzXI6pgDAQYgCAAAAMlVkZKTV0coiSUzv3r2vXLmi0kjaknQkKcaNG5cNIknxyCOPSDuXFN58800zkvRQQkLCjh07li1b9s0333zwwQfDhw+vV6+epJKffPIJVyhmrg0bNjRq1Gjnzp0q8P33v/+12l4ffvhhaYdVAK4XGxvb3oZIEggIUhHt1avXpUuXVPYidY/33ntPCrVr1+7bt6/TbaTq+OSTT0q29O6777qKJMXx48cnTZrUrFkzCSaPHDmiPBAfH9+zZ8+pU6eq7Cs71e7SISIi4pVXXlG2LrYDBw5UAOAMqSQAAAAyX7du3bp06aIX5XxeEjiVFsuXL584caJelPaR7t27q8D3+eefW+MgSaNP586dlZesW7dOol9pNFmzZo2C3yUlJQ0ZMqRBgwZ//vmnyhZKlSrVv39/KUgz3Msvv6wAAAhw27Zty2a/aBK1SvXPGolhzJgxOXLkcNxGbpU6+fjx4z1PZD/77LNq1ar9+OOPbra5du3axx9/XL169ZkzZ6psKvvV7tLngQceuPnmm6Uwa9as77//XgGAA+aVBAAAQJYwefLk33//XY/j+tprr917771Vq1b15L6JiYl9+vTRixKQTJo0SQW+U6dODRo0yCpbF7a717Jly5AQ++sOZeecPHny+PHjZ86csbtp9erVrVu3/vnnnxnQ1c+kve+HH35Q2ctLL7304Ycfnjt37v3335cXaDVIAQAQuN55553OnTunaRzXrOyNN97YsGGDFNq1a+dquPWnnnpq8eLF5hrZUra3ppOMjIzctWvX7t27N27c+Ntvv+mhTU6fPn333Xd/+eWX8tfpw44aNerFF19U2Vq2rN2lz4gRI+68804pPProo5s3b46OjlYAYCCVBAAAQJYgLR0ffPDBPffcYy1eunSpd+/eK1asyJkzZ6r3HTp0qDSRWGWJ5aZPn54vXz4V+AYOHGjFtB07dqxXr16q28+bN8/NPD2Sca5cuVIyyAkTJujr3xMSEtq0abNs2bLKlSsr+ItExaluM3z48JSUFBU48ufPL21P//3vf+Vp9+3bd926deHh4QoAgIAlv2i9evWSX7SsOUNkmmzduvX111+3yhJPOt1GMkupJerFChUqvPXWW1ILNbdp3bq1Vdi/f/+HH344ZswYq1YjdcuePXtKYFm4cGHHR/ak5hPoguE1ekhOLho2bLhq1aqDBw8+99xzkydPVgBgYARXAAAAZBV33323NP3oxT///POdd95J9V7Lly8fO3asXnzmmWduvfVWFfj+/vtvPciVNUFLBknu27Zt2/fee2/btm3t2rXT60+cOGHudmQRkrW//C8VIJ599tncuXNLYcuWLdOmTVMAAAQ4qTW98MILKvC9+OKL1kVpXbt2rVGjhtNt3n77bV0uUaLEkiVL7CJJU2xs7Guvvfb+++/rNdZ4CQpQ6vnnn7cKH3zwgXyIFAAYSCUBAACQhUi+WLx4cb0oaVxcXJyb7S9cuGCO3Vq3bt2RI0eqbOG///2vVbjrrrtcNR6lT9myZefOndumTRu9RgLgWbNmKSBjChcu3LdvX6ssn+Vr164pAAACkNk5cvTo0b/99psKZDt27Pjuu++s8sCBA51uk5KS8vXXX+vFCRMmSO6oUvPQQw/df//9evGrr75SgFIdOnSoWbOmVR43bpwCAAOpJAAAALKQfPnyffzxx3pRQsfevXu7yTbMsVtz584t0Vr2GDTy0KFDn3/+uVX2RUfGnDlzyuObo7YOGzbs8uXLCsiYBx54wCps3br1+++/VwBsli9f/ohNAPV+BoJNjhw5dLlnz54VKlTQi/369UtKSlIBa+zYsdaw8NWrV2/cuLHTbQ4ePKhH+A8NDW3ZsqXyjASTuizV8vj4eIWgJ58mXSecPn36qVOnFAD8i3klAQAAkLW0adNGmn4+/PBDa9EaoNXpZd1//vnnmDFj9OIbb7xRqVIlN48s6eamTZvi4uIk80tOTi5evHiZMmXq1asnLS8qLRISEiRx+eeff+RxChYsWKxYMWm38u68jOPGjbty5YqydT5zM3ZWRkRHR7/55pv6wXfv3i05pbTBpXrHs2fP/vXXX/v37z969Ki8/NjY2Dp16sTExKi0O3DgwLp1606cOHH8+HF5hPLly5crV87sLOuJq1evbt68ecuWLdKaJu+FPJ8GDRrkyZNHpZ3ksr/99tuGDRvkdcl72qxZM7OB0s7Jkyf//vvvI0eOyJO/ePGiPP8SJUpUq1btxhtvVAHr8OHDGzdulPfl9OnTRYsWLVWqVP369d1MVupItq9Zs6bsGWVrAzXHCgYAIFBERkZOmzbtlltuscI8CduGDBkyceJE5W1erMa4Ir/pelj13r17u9pMKni6LPUfT2Z2t0jMKbVKqR5bi2vXrr3zzjuVl+zZs+fXX389c+aM7Bn5j/xTy5I3XU5A5B2ROqqcMsj5hZwySM0w608vKidHK1eulFMbqVHfeuut1rj6Tp0/f15qvFLxkxRZ3js545CqbNmyZSW3dlP7TRNJJZ9//nk5o5H/Sz47L730kgIAG1JJAAAAZDnvvffeL7/8osdulZPY9u3by3myuY3kQNKwYjUViTvuuMPVgFTKln6NHDnym2++kSTJ7iZJXCQ4GTZsWJUqVZRb0lgjWekXX3whmZzjrUWKFLEep3Tp0ipjLly4oEPZe+65JywsTPlG27ZtpXFH2iOsxSVLlrhJJSXTnTVr1vjx41evXu14a61atfr27fvoo496+Gx37NgxatSo2bNn66vytdq1a7/yyisdOnRw/wjy1s+cOXPKlClr1qyRPWbeJG0x0m711FNPyd5zdffExMS8efNa5RdffPH1119ftWpVly5dpAVKGS9KnqQ51K2QGFJWfv/99xJLO31kOVAl6x08eLBjw5msnzt3rt3Km266SZfXr18vL98qh4eH696rurvwihUrmjRpYpXlkJNcPNUdLs15+rMjTU7ydjveJSkp6f33358+fbrjgMmyM+V/fOaZZzzPF//zn/9YqeTixYulwUu/IgAAAoj8/A0aNEgqpdbipEmTOnfu7HkPQvcyWI1JE3nm+r/o2rWrq80keNNlqYH8/vvvUrtWHpB6xYQJEyTKKlWqlGSHJUqU0DfJ3nv66aftth9oY5XHjBkzYMAAq/zcc8/piS3lCcvDPvLII7KL9B2latSnTx/ZRqpwTzzxhPyn1nrZxpzQwdHw4cNfffVVq/zWW289++yzrraUeuknn3wyevRox6kQJZKU5zN06FCpgJnrPa/dHT169IYbbrBWyt7evXu3ck3CPF1hk5TasauuHCQSQEqhWbNm8mZJuCgHjLXGIv+XROlyIJn3kh0rlfnPP/9camj6NMpUqFAhCZWlHmu+hPSRHXXbbbf9+OOPUpb/VJ5MRESEAgBGcAUAAEAWFBkZ+cEHH+hFCZAk7rLbZsSIEVu3brXKcv48bdo0Vxf2Tp48uWLFih999JFjJGk9uJyZ16xZ84UXXrh69apyYfPmzbKNnE47jSTF8ePH5TlItGm2nqTP1KlTT58+bZVbt26tfEYaO3r06KEXf/75Z1dbSktH06ZNJbN0GkmKjRs3SqOStF9IG4dyS1pA5L2rXLmyNPo4RpJCHuHuu++WFhbJkl09yNdff123bt1evXpJK4xdW56ytePIemkkatWqleR2ygPy/kr6aEaS1ouS9NRcM3HiREmdx44d6yqSVLZep++++668QD2BkxdJC1T16tWtshxy8+fPT/UurdiSTQAAEABJREFUkjXqsuwxx0hSks5KlSq9/PLLTudwlZ25dOnS9u3by5vi4ehbd911ly7LvlIAAAQCc8oAq/z666+bV6317dvX7FCYbl6vxrgh+aIEQlZZqrJmZGhHqt9S2dOLUum1xu3whNQn77vvPslxS5Ys6a2edo8//rhdpVrqjd9++63vOixu2bJFqrISPTpGksp2QaRkqOXLl9f7M+uQo0jqsWYkqWwX0v3xxx/mGqnylStXTkLZdevWOY0klW0sEMnL69SpM2zYMJVhuk547Nix2bNnKwCwIZUEAABAVtSyZcsnn3xSLy5evHjGjBl6UYIrfem6suWO+tJjO9Kc9Nhjj0k7grmybNmyDRs2NBs1pNll1KhRcuacnJzs+CAJCQmSyuzbt0+vCQ8Pt0ZGqlGjhu5yp2wNFg899FAGz7p1mhUSEuLhVerpJuGfLkvLl9XFzc6ePXuklUoaMsyVuXPnbtSoUalSpcyV0pojsdnChQuVC9KW17Zt21deecVcKTlZgwYNatWqZY4Uunz58g4dOjht+xs8eHDnzp3t4k8JC+W/thuo6pdffpFWFadJqtlkJu0y0s6oRx4zn1j37t314ocffti/f38zSZUnLOlj8+bN5cnbjWF77ty5rl272oWaXiFPVZdTPdKkUdVMJfv162e3waJFi+QYs2v0lJhfGhbz589vrpQEVJpQ3V/Xb5G9oXsMS+uhq2YvAACyOKkrys+o1Mesxb1799r1PEsHr1RjPLdq1SpJp6yyxJzuNzbHd920aZPU9D777DOndWNfMOtmP/zwgx44xPSf//zHR4OISI1FKj/6kkeL1O5uueUWiVr1GqmayhnKJ598ojKb3l1SeOmll9avX++4jewuXf7rr7+kEq4PBmWr6JYpU0bOBerXry9xtd2UFiNHjpw6darKGHOkjXnz5ikAsCGVBAAAQBb15ptvVqhQQS8+99xzZ86cUbYEsU+fPnpwy169eknjjtNH+Pzzz80pTKRNQaLNEydO/PPPPytXrkxMTJQmIXN0rJ9++snpmE6Sokk7lFUuVqzYpEmTJMGKi4v77bffJMaTZzVnzhxzSsunn3463ZfSS675+++/W2VpI4iOjla+ZDeJo11bjJCmqC5duuzatUuvkZ0vDR+SuklOKbvl1KlTslfz5ctn3XrhwoX777/fVVfCRx55xBrHyXL33XevWbMmKSlJWtzkvZCHeuONN3RaLGsk2NNvtOXdd999//339WLhwoXlXT59+rREp3/88Ye8pxs3brzvvvv0BvHx8fL8jx8/bvdMzP4Qn3766Z9//qlsMXDHjh1feOGFe++9VxLHNm3a6KxRXtGgQYP0XSSQlhci7/K2bdt+/fVXearHjh2TvWSmmPJW2l1mLg1e12zMMFh25rV/eTLYqexevYskwLY+FK7IIaoPXYmWK1asaN4qoWm3bt1kp1mLefLkkf0vr1Q+I5IKy16VDHL48OF6e3ko2bdOe7ja0ZfGy9Nz1b0YAICsTypjZuVQchqzJpNW3qrGeG7p0qW63KJFC/cbSzVGkki9KL/g8mSkrjhgwACpqnnedVKTCNaq4bz44ot65ZgxY3TNRw/fqq6vmz3xxBNWQSrYUgF77LHHrAFFzYqWF0l9vkePHvoCtQIFCsgbffjwYandyQ7cv3+/1PTMPfPwww8vWbLEKnuldpcOenft3LlTX6wplT05Y3rggQfkrEeOLj0hglTeZKWuNJYvX37KlCnyeqWmJ+cdUg0+cOCAHGZyqJtXW7788st29fC0ktRTD/IhezIdhxCAbIlUEgAAAFlUZGTktGnT9PXpR44csVqF/vvf/+rLgcuVK+dqiEhJUCQD04uSpW3fvl0SnUKFCllrcubMWatWrW+++cbsuiePJiGT+Thy/vzxxx9b5dy5c0sO9Oijj5r9LOUZSoglTVRFixa11hw9elRySpUuEvXpsbxq1KihfMwulXQcolOaNtauXWuV8+fPLy0X0oohzSuy96yV0nAje1XaqipXrmytkcY1xz55YtasWdL0ZpXDw8M/+OCDuXPn1qtXT1/zLgVJBL/88kt9l0WLFn399dd6Ud5TaR/Ri3Xr1pVmFMnVdK8+eS9q1qwp/5G8j/qKb2lnMQNFR9bMmtJ2Iw2CcjxIMidvnzTxjBgxQm8jT0y/LxK5SYB9xx132I1RJk08s2fPNg8neRzHLpgZJM9TolOrLE1FM2fOdLOxeavk9+ZNKSkp0rSnn16DBg0kk5aXaU7gKm1JshPmz5+vU2d5o998802VGvlk6bLdBwoITrGxse1svDUpHQC/kV9283ftoYce8nBIczs+qsa4Z/4Ky4O731gqugsXLpQqgbny5MmT48aNa9iwoeRVzZs3f+aZZ6SyJHVd5UtW3UzqkxIHSo47ceLEdevWff/99zfffLPytosXL0okqat58holG+7du7c5EIscAL/99pue21vODtzMZ+9n+r348MMPly1bNmrUqOnTp+/ateuLL76Q+rZ1k9S69bC0cvb0888/y5mRXd9cOQ7feusts0ejvAtSFVcZo0NZyUTXrFmjAIBUEgAAAFmZnPwPHjxYL3700UeffPLJa6+9ptdMnTpV5yV2Ro8erTss3nTTTZMmTcqTJ4/jZhIsDRs2zBwtVkIpc4ODBw+eO3fOKt9yyy2Sojn970qXLi3NNHox3UmMNHnoctWqVZWPxcTEmAmrns/Scvz4cdlvelFCYvMycJNEkpLL6j38yy+/OO4Bs+OgNIU4TS5F+/btzTfdTCVfffVV3WYUFRUlDWcSmzl9EHlDzf9O0lBJGZVbEpFKi5telKaoOnXqWGXZD3KrVZboVI463crjSII9vR8k+TMH/vWWBx98UJfdDOKalJSkI17ZXXbdC7799lud7suHSJqu7Mbj1eQd0cG8snVx0J8IV8xDV/f9BYKZpJLtbVLtqwQgq5EffYl5dEx46NCh9CVSPq3GOJWcnLx8+XKrLL/1rn7oTdYlaGYXRk3Su6VLl7777rv33nuvVJMqVKjwxBNP6Mf3unbt2kkt1KymmhNXe5FUgTZv3myV5V2W6q45ZKsmh4Fsqet4W7duTXUydX+SMPLhhx/WixEREeZFMJ9++qkuv/322/KT5Opx5EeqTZs2elEPuZFuZp3Q7LkLIJiRSgIAACBLGzlyZJUqVfRi7969z58/b5Wff/55iQmd3uvUqVNTpkzRizNnznQTIylbYKbTzSVLlphn4OYkK8eOHXMzSV6PHj3Gjx///fffS9OG07lwPGGmknrII9+RUNZsmLBLJSV/0sN1SqZljnbrSJq6zDTRLi3buHGjnpJQGnTshja1079/f13esWPH1atXlS1jmzVrll7/7LPP2k3laOfpp5/WjUryrk2ePNnNxpLz6evfHcn73qtXr9atW5cvX75r1666U6xTEluWK1dOL3q9r6SQZ6IbFleuXKkvfrczZ84cPTprt27dIiMjzVvlzdVlacnSM0E61aVLFx1Iy0EiiaZyyxysTBo3GbALABDQatWqNXToUL0oFcu0TpLn02qMK1Kr1BU5awRUT0igJZWEn3/+uXPnznrMEkdxcXETJkyQ6kHlypXdj9yQPqNHj3bzv3uRVN11WXJWNzWi4sWL65ka8+bNq0cTyXQVK1Y0L460I3Fyw4YN27dvX6NGDcmS9bCurpj12HTPSaGRSgJwRCoJAACALC1Xrlzm9ela3bp1zaEy7fzwww86j5G2klQ7HRYuXNi8oNjs51eiRAm51Spv2LDh7rvvPnDggNMHueGGGyROu+uuu6pVq2Y3JpLnNm3apMvyOMr3zAlj7PbzN998o8ueXJ8uO0eX7UZ8MhvvpAHLHBTLUdmyZT/55BNpDjtz5szff/9tjRa7fPly3bImuaCZgDol2ac5BKs8mpuNW7Vq5eZWiYc/+uijn376adeuXZ60u9144426nMH5eJySLLlv37560dVTMls/7YZvPXjw4LJly/SiHhLWDTOTNrNzp6KionT/D/kk6kAaAIAA9dJLL5njuD7yyCPx8fGe392n1RhXzPnC0zoCh1SMv/rqq717944fP17iST0DgqMdO3b07Nnz9ttv37Nnj/ISqb2b2ZjvSFosZw16sVOnTu63f+qpp6R+tXnzZqmjmpWxzNW8eXM9t4IjOZkaN27c/PnzpVK9c+dOx7MqO2Y91pPZxN0zT2dcXUgHINiQSgIAACCrq1+/vjWjpCaZn7QIuOn+aA6p1LRpU+UBc/ROuyt5u3XrpssLFiwoXbq0PKUXXnhhxYoV165dU94jjyZtHFZZmgzMRgHfOXnypC5HR0fr8oULF8y2g9tuuy3Vh6pTp07evHmtsmS3cXFx+ibzcvKKFSum+lCSoklzmPl89OBaok2bNnY9/5wywzZpiHETEDZu3Fh5Q0JCgjT67N+/X6/xUTfBhx56SHcg+OyzzxyPw8OHD+sWTNnhdkPv6rFbrVuLFSumUtOoUSNdXrJkSarbS5yvy+YxBgBAIJKK2fTp03Xl89ixY+aAmanyaTXGFXMMDPN32XMlS5bs37+/xJMSwa5ateqNN95o1aqV0xr44sWLb7311l27dilvMGsdPrVlyxZ9IaOoVKmS++2rV69+3333SdLmn36cHjLPYjJCMkg5CVq9erVek/F6rHngHTp0SAGA/KQqAAAAIMsbPnz41KlTjx49ai0+/fTT7lsNzCFYP7ZRafHPP/+YiwMHDpw9e7Zu2UlJSfnLZtSoUUWLFr3zzjubN2/erl07N1eRe0hauHQ5f/78yvckzTKHZjL/0x07dphbuu/d6JSkkuXLl7fK5kvzJJV0dOTIkbQ+mQIFCuTKlevixYvWohw/TicKUrbemSqNJLWVFyjh3549eySGlBRWDhtpx7Eb49e7ubUme0AOPGvMMXkCv/zyi113z2nTpulnIhGm3d3N3gw7d+7MkSOHSgt5sfLy3XcINttb7UYGBgAgENWqVUtqpHoo1/nz58+aNatHjx6e3Nen1RhXTp06pctRUVEqAySEu9nmhRdeSEpKWrZs2R9//CHVjxUrVuhtpHrQunXrdevWFSxYUGWMfzpKKoe6t/thdbOsdOwuCbnldEnesn379slfqcpKQYJnM6NV3qjHyjEsMbbV51IyTjl4PInkAWRvpJIAAAAIAHI2K00zOpUsUqSI++3NVph0SE5ONhcrVKggDU/9+vVzHHdI2jI+sVG2LpUPP/yw+7FA3TOftu506FN2r8gM5zK4D9X1u1G/d8qD69CdMpuNPOnbZ4mNjZXUzSpLg6DT5jw5tJRnpDFF2h/nzp27du1aVwP5+s2DDz6oZ0KSZ2V34M2YMcMqhIaG9u7d2+6+Xnlz3aeSZusnfSUBANnD888/L9WANWvWWIsDBw6UHM6TKMt31Rg3zKuCMphKmiRVamMzcuTIDRs2PPHEE5JQWjdJsjV27Fhz7Nl0/xfKL8z3xRyhN7B4/lbbPw4AABAASURBVOYuWbJk5syZf/75544dO+wupPOdfPnynThxwipLnZBUEgAjuAIAACAb0uOgpo/jGFlNmzbdtGnT119/3bNnT1ch1hdffHHbbbc1atTInJYyTcyn7cXGIzfMMZrU9eNlZXAfqut3o5lLSRObSjuzZc3zjqRmcmZ39bfmZiYekzS03XrrrZIFSnOkq0hSsuQOHTr45wL/u+++W894+tVXX+m+FGLZsmW6q6s8H72ZlpCQoDIm1XHkzCanjB9LQKBbvnz5IzYvv/yyAhCwQkJCpk+frmsXUr3xcBxX31Vj3DB/f30UBdWuXXvBggU33XSTXiOp5Llz51TG+G18VPN9SWvom3V4srvOnz8vx6qE6HIAb9u2zWkkGRoaKnVdu2H/M8681JLxMwAo+koCAAAgW8qTJ48uDx8+vHnz5iotnDbcSHbVyUbymJ9++kkSyvnz5zt2Alu1atUdd9zx3XffyV+VRuZJuzmwqu/oi/2VrQtjvnz59KK5D8uWLTtlyhSVRtWqVdNleWm6NS0+Pj4d3SXNN+Xw4cMe3suc3ygj44mtX7++Xbt2Tv9feZnSGCetcvXq1ZNYNzw8XFp87AYB9oWwsDCJSN955x1la6mUYFIic+umWbNm6c169erleF+zlbNjx44DBgxQaZRqi6o0fumyeSwBABDQqlSp8uqrrw4ZMsRalNrg1KlT+/Tp4/5emVKNMSuW7pPC/fv3//bbb/ttypQp88ILLyiPSZVgzJgxt9xyi7UosZNUhqUupLIMN5MjmlcBHj9+XGUZ3p2Y/NSpU+3btzeH29VKlCghNVipx9atW1fyyOjo6JEjRy5btkx5jxmoUycEoEglAQAAkC2ZkUlKSkpaU0n3JA1qa3Pp0qXFNt9//31cXJzeQGJLiYt2797tfohLR+Y8Q4cOHVI+Ju0dCxcu1It2e8nch9JE1aRJE3nhKr0KFCigZ1Q6ePCgSjuzi+q+ffs8uYu0LpnZWNGiRVW6SPvavffeq9sQQ0JC2rRpIy04N998s+wWab6x2z4dvRnSp3fv3lYqKT777DMrlbxw4cLnn39urSxevPhdd93leEfzzZVX590PiMUM7NMxKSkAAFnW4MGD586dq4ctlUWpGISHh7u5S6ZUY8yhYvUQmk5JXqUvY5LYNU2ppJA0S7JMPWu1n0duv3r1qvsN3IzZYNbi0ldBTZ9UQ0fv9imUGqMZSUoNtmnTpvXr15d6rKSSdhtnvKur6dq1a2bcK1VTBSDoMYIrAAAAsqHy5cvr8oYNG5RvSPOTZJOjR4/etWvX+vXre/TooW86evSopEQqjQoVKqSHYJLWCu82CjiaNWuW2S5mPn9la5PSZXky69atUxlgviOeNPosX7586tSpv/zyi4S7VsONOSzq3r17lQd065jF82mc7Lz33nv6oSTPW7lypeTQr7zyigR+jpGkur4xTtpilM9UrVpVd01YtGiRNTeStJPqAVofeOCB0FAnl6Kab4e8s76YWMhs/Uz3ngcAIAuyxnHV3ezkZ7dPnz45cuQwt7FbzJRqjBlkup9SunLlyrq8bdu2TZs2qTQyn54f+sOZw+9nJJU0a0QepsVjx4795ptvpPqU1uAwTc/Zi6nk4sWL58+frxcnT568atWqd955p1u3bo6RpLr+UMl4PTY+Pl6XJZunryQARSoJAACAbKlBgwa6bA5S6oYEYBKDLVmyZOfOnZcuXdLrk5KSpGlmwYIFEyZMMM+r7dSuXVvap3REJNLRoCMNWKVLl9aL7q9qzyBpoDGnN6tQoYLdLDKSt5lDsG7cuDHVx5T4UDLaOXPm/Pnnn1ZCptWrV0+Xf/7551QfSh6nb9++rVq1kla8r776Sl3/nq5YscKTnWM2wdx888127YOemz17ti4///zz5jNxJE2T5nhrvgj8TLpng/xH1o4y4/B+/fo5vZc5gejZs2flmFepiYuLmzhxonwQ/v77b/lQpLq9+WGhryQAIJuR+skbb7yhFxctWvThhx+62T5TqjFmKum+/6KkkubchBJcqbSQ7MqsS0itUvmYedFVqgHeli1bXN1000035cqVyyonJiamOnLp+vXrBw4ceO+999atW9d9hdCROeiIJH/uAz83zzmtzHps27ZtH3nkEffbm/91xuuxdJQE4IhUEgAAANmQ2Uxw9OjRr7/+2v32EqfJKbrEYK1bt65UqdLbb7+tb+rdu3fNmjXbt2//xBNPmM1DjnLmzNmmTRu9qPurpYl5pblPx7968MEHDxw4oBfNhFKrX7++Lkv7VKqXdU+bNu2pp57q0qWLtJ1VqVLF7OtpviPScrd161Y3jyP/0eLFi61y7ty527VrZz2CboGSRx41apRyS/be+PHj9eI999yj0kWaqHbv3q0XU50uVD9zi9OdZjb8ZVC3bt10f005PiVi/PHHH63Fli1bmiG3SWLCsmXL6kVPGh9feeWV/v37ywehVq1aHTt2dL+xNLTpVFJeLH0lAQDZj9QMW7VqpRdfffVV81a7zClTqjHm76/7vpKSzJk/7p9++qnEb8pjU6dO1bVWqQGaPS8tXqz5WDwfeVWqu24urZOk0KzuTpw4UbkllVhd/s9//mPelOprzJs3r97m4sWLcobiZuMlS5YoL9mxY4cu33777e43Pnbs2KpVq/RiqpX/VDF4BgBHpJIAAADIhsqVK2d2Wxw0aJD7jPCTTz7RE0NKDCbpi76pU6dOurxgwQLl1rZt23S5TJkyKu3M03WzEcGLkpKS7rvvvnnz5uk1TZo0saYktCOb6bI0TukpDJ2SZNdMcyXilcYXvdiiRYtSpUrpxXHjxrl5qLfeekvSNat85513Wo8j74vZ+iPNRnqiSqfeffdd802/9957VbpERESYM0XZ9QG1I0/7+eefN9c4nTdIHlOXk5OTVQZERkZ2797dKv/222+zZ8++fPmytai7UTplvrnydqxevdrNxvLp0HNViieffFK5JYeuvri+ZMmS6e6lCmQbNWrUGGzTp08fBSBbkF+3KVOm6HFcJWdys3GmVGPSVKt88cUXdTkxMbFdu3bbt29XHvjhhx+efvppvfjYY485/u7r/ogqwzUfS0xMjC7PmTPnwoULrrYcOXKkckvXo6yHMi/asyPJ64QJE/Si3UVaqdbucubMab4jcvahXNi9e7cEw8pLpK6oy+7rscqWtZuLGU8lzU60DJ4BwEIqCQAAgOxp2LBhunzw4MEuXbocOnTI6Zbz588fMmSIXpQsp0CBAnqxffv2ur1JkjxpflIubNiw4dtvv9WLTZs2VWlXt25dXV65cqXyHmmNmjZtmoSFkg6ag3wWKlTI1Ytq3bp18+bN9eKrr746depUp1tKGiftZTrZDQkJGTBggLmBBHtma5c0tVjDjTpasmSJ2XHTbPGR91RfYy7NT/LW/PPPP04fZPTo0WaGKlumezCxsLCwm266SS9+/PHHrkbcOnPmjBxmdk/J6WCn5pw6Hk4u5caDDz5oFSSPfOWVV6yyHMPyZNzc66mnntL9DCRB7NGjh6vjTbL2Dh066Hi1WrVqVu9VN1asWKHLZhcEIGjJx62STfouWAGQNUmdyv01Wyb/V2OqV6+uLxGTX3P3w8bWqVNH1yjE4cOHa9as2b9/fzfDvJ8+fVo2uOuuu3SAWrhwYacXRUkoq8seTt/onjkIR3x8vF21Uxs/fvxHH32k3JK6sR5bwho9xemOktT5gQce0P0y5ftc9pi5gSe1u4YNG+ryW2+9ZV7OqEksKrUy9yF3mtSuXVuXv/nmG1ezbEptUE6IJJc1V3oyaL97Zp3QnNABQDAjlQQAAED21KpVK2ll0IuLFy+Wc3IJ1aSRxVoj7UGSR0pLyt13363Pz6tWrWp3SXVkZKQZcD700ENdu3a1a6A5f/78pEmT7rnnnsTERGuNhHktWrRQaSfxjy6nNZWUF9LaQePGjcuXLy8NJZUrV+7Tp485xJayXbo+c+ZMaVhx9ZgTJ07U2ZW8TNml8jLXrFmjO+Rt2bJlxIgRVapUMYe3HTduXMmSJe0eSnbdrbfeqh9KdqM82tatW61OdRL1SawrLVnynHU3uzZt2pgdC6RJ7rXXXtOLa9eulcadzz//XL99cse///67Z8+eErnpZ1iiRAk3WbInzNYcaazp3Lmz3Qi00oYlrTzyZH766Se7+zpt+jF3jhxdX3755W825pi3nrv55pul2dEq69HAZL+ZLYCOChYsaF7vLw2jkqMPHTp0165dVux69erV5cuXyzEjSbluNcuXL5/szFT7PpqHrnlIAwCQzUiIlero7hb/V2PCw8Pbtm2rF3///Xf323/wwQdSDdOL8hykHii1RKkIvfjii3Lr3Llzpaojz2f48OGypTw3c8hTqW1KlUaqCo6PbNZ8Pv30UwkLrZqPm46J7kkiWKtWLb348ccfyxthTmG4dOlSee3W6A7uLweRvWS+ih9++EEe/Ntvv9VRqxRmzJghda2FCxdaa0JDQ8eOHatcv0ZXtTuzX6Y8rOTNZgooa958802pd1ljqHrrKhazHrt9+/aWLVt+//33dttIzU2ejGPE7irC9JxZJ5TKvwIApXK4n1kXAAAAyCIkL9TRyJgxY1xdE226ePGiRGjmBDCWmJgYCer+/PNPu9E1S5UqtWzZMsc4TerM7dq10y0RlqJFi0pbjGSW0p5y8OBB3XikbMMTyeOUK1dOpYu0/ujUU5onnDbuWKSlI33Zp0Wi08mTJ7uJJC3SciERlw5cLVYPQnntjuOPvfrqq05nqRT79++XtFh3qbTkzZtXGnqkleT06dPm+nr16v388892L1/eC8kyp02bZvfIpUuXvvHGG9evX+84hJc0S5nD+Vrk5ejeA4ULFzabsRzJ2yHthnZPT1qsrIeVd18aj/S189JIJ/GwHv9KmsMc262kOU8yWsf/aN68eTrDkzYyfVCletYmn4hBgwaZa+QpSVqpUiNvljQs2q2UPVOzZk1pGLVLSeVNl0/BbbfdlurDVqtWzQpu5S6Sgptj+QIAkDU999xzeiz6gQMHjh492sM7Hj58WKqpdpMFSIXEHLbU4q1qjOc+++wzPWb7008/nWrPTvnpl5qM+3HdnZKg7ptvvpFky+mtu3btqlixouN68ymZ+9+Tqr7UEj2pk0i1XJ5Yo0aNrMW33nrr2Wefddxs1KhRL7zwgt1KOV+Ijo6W/Nhu/axZs8yR8C2e1O6EPGd55io1sjeksmpdQCZxr2OfxcaNG+vAT44cM3q0c/78eal+m7NFCjnebr31VjnwpHK+adMmqfVZ68uWLSsVVz0qhkS/GzZsMO8oaWu3bt2s8oMPPuh4MJvko1G8eHGrLG+B2W8SQDCjryQAAACyLWkMkhBFQhdzXkBlG+hJzortIkk5Vf7xxx8dI0llmzdo+vTpVapUMVceO3ZMGil+//33PXv2mJGkREFLlixJdySprp866I8//lA+UKNGjc8A8KreAAAQAElEQVQ///zXX39NNZIUbdu2lVYPu8YOeckS69pFkhI+uYkkRWxs7Jo1a+w6z0n7lzy+XebXtWvXBQsWOCay8l5MnTpV2mj0sLqWvXv3yntq15Yn/9G6desy0pZnkXa0OXPm2EVr8sijbeQmK5IsVKiQLEoKLlm43kySY8cH7NKlix4rzOR0IC9PSKuQ2fQpKa8nkaSyXcsvTXXmLEfK9o7IgWcXScoTllfqSfOfxJC6L6m0bBJJAgCyNwl43nvvPU+29H81RmpxYWFhVtkul3JKfrWlfijRXZEiRZTHmjVrJhU8V5GksvUTdTp2godTVzolSZvUTOz2pB1Ji3/66SenlS47zz///Ndff233quPi4uwiScnYzKDX5GHt7ttvv23Tpo1yS/LRN998U3mJhJryn9qdyEheKC9E/hdJWHUk+cQTT0hZjplq1apZazZu3JjqVJRumCcyDJ4BQCOVBAAAQHYWEhIyYsSIHTt29OnTx5zuxdSwYUMJwKQxqHLlyq4ep3DhwnJaPnHiRFftGpIJycm2NGdIwCYtICoD7r77bl12HGEp3SQzu/3221966SVJE6XFQV/m7AlJuaRRZsaMGeZgWSZpEnr66ael7cZNJGnJnz//vHnzpIXI1bybNWvW/Pnnn7/44ouiRYu6epDHH398165d/fv3d9qRtEyZMtKaI8GY/EfmlJAZ0bJlS2lUMsfdMhUoUEBywc2bNw8cOFAaHKXFSrchbtq0SdJuu+3laS9evFge0259ulPJ6OhoM8x2eqm+Kx07dpSdOXLkSLtsUpNjXtpPpd3Qw+Yk2e26bAa0AABkV1LP9HAcV+Xfaoz8FzoDkzqqnsjAjdy5cz/77LM7d+6cPHmyVEpd1Z+Vrfrx8MMPL1q06Pfff3fTV88yc+bM3r17210paDckflpJ5UdqX127dnUctV6i4hdffFGyUj3Kfao6deoktZ3BgwfryQtMoaGhgwYN2rJlizm5gMnD2p3kvgsXLpw0aZLTzqNSV5dU+I033kh1tPw0kTqeJNzDhw93Ory/nMXI0SsbjBs3LjIyUl1ffxszZoxKL/NExqypAghyjOAKAACAYJGYmDh//vx//vlH2YbHLFWqVNmyZaXpJ00Xg1+6dOmPP/44ceJEgs2VK1ckPJMU6uabb3Yz1GpaScuOhKDKloYeOHDAcQSwTCRPTGI22Q/K9vTKlSsnqZXsRn0lvuekmUbeEXkoaXmRxqNyNrIzPW+IuXDhwty5c60hYaWdpVq1alWqVPHkivh027Bhw+7du0+dOnXy5En5H+XZli9fXpLU9DUeyUP99ddf+/btu3jxoiS7chQ1btxYZZKrV6/+9ttv0mQpJ4kS58s7UtamRIkSaXp1LVq0sHqIyivas2ePHCQKCHrye2FN+yq/Pt6aKgxAoPNPNcYccnPUqFHPPfdcWu79f09Ssj2p+p45c0a+yqTGkj9//kKFCsXExEilxS5lTNXp06elIi3VA3k0qTpKJapz584qw+RZ/fnnn7Injx8/Lk9M9mGzZs0kR1TpIo8m74skx8qW2FWqVEkesEKFCu5n7NY8r91J9CupqmyZM2dOqVLWrVvXp5VYZZtMQaqyp2yk4if/qZwQ1atXLyIiQnmbHC1Sh7TmgGjSpMny5csVANiQSgIAAABZzqxZs+6//35ddjpOFJAFScuablDzZP4qIEhIa+yMGTOUbWLjkSNHKgDwl5SUlJo1a27ZskXZJi/PyKCpgOc++uijfv36WWW7yTUBBDlGcAUAAACynO7du1eoUMEqWw3ZQED48MMPrULu3LkllVQAACBThYSEDBkyxCrv2LGDLmvwD30KU7t2bTdzjgIIQqSSAAAAQJYj7UfPP/+8Vf7pp588mQQIyHQpKSnTpk2zyg8//PANN9ygAABAZuvRoweXu8Gfdu7cuWzZMqs8dOhQ706TCSDQkUoCAAAAWdEDDzxQqlQpdX3SA2RlixYtOnLkiLLNnKdjdQAAkLlCQ0OfeeYZq/zFF19cvHhRAb6kT16qVq167733KgAwkEoCAAAAWZG0H/33v/+1ypMmTUpKSlJA1jZq1CirMGTIEDpKAgCQdfTp0+emm26SQkJCwoQJExTgM6dPn/7oo4+s8rhx4+goCcAOqSQAAACQRXXp0qVjx45SOHTo0Ntvv62ALGzevHm///67sl0UP2zYMAUAALKM0NDQKVOmhIWFSfnNN988deqUAnzjtddeO3nypBT69u3bsmVLBQDXy3Ht2jUFAAAAIEs6duxY9erVT5w4ERUVtX379uLFiysg67l69WrNmjW3bt0aEhKycuXKBg0aKACGhISEo0ePKtv4xmXKlFEAkBmGDh36xhtvSOGpp5567733FOBt+/btq1y58sWLF+W0ZcuWLdHR0QoArkdfSQAAACDrKlq0qDWOa2JiIv3PkGVNnjxZIkkpPPnkk0SSgCNplq1kQyQJIBMNHz68WrVqUhg/fvzOnTsV4G3PPfecNXHpmDFjiCQBOEVfSQAAACCra9u27cKFC6WwadOm6tWrKyArOXv2bIUKFeLj4yVu+fvvv6OiohQAAMiSVq9e3bhx45SUlC5dunz55ZcK8J5Vq1Y1atRICvfcc8+3336rAMAZUkkAAAAAAAAAAAAAvhWqAAAAAAAAAAAAAMCXSCUBAAAAAAAAAAAA+BapJAAAAAAAgA8lJCQcPXpUCuHh4WXKlFEAAABAUCKVBAAAAAAA8KFNmzbNmDFDCjExMSNHjlQAAABAUCKVBAAAAAAAAAAAAOBbpJIAAAAAAAAAAAAAfItUEgAAAAAAAAAAAIBvkUoCAAAAAAAAAAAA8C1SSQAAAAD+c+bMmbi4OCnkzJnzpptuUgAAAIDHzp07t2PHDqtcr149BQAIKKSSAAAAAPxn3759H330kRRy585NKgkgSNSoUWPw4MFSCA8PVwCADDh69KhVmVSkkgAQgEglAQAAAAAAfCjaRgEAAADBjVQSAAAAAAAAAAAAgG+RSgIAAAAAAAAAAADwLVJJAAAAAAAAAAAAAL5FKgkAAAAAAAAAAADAt0glAQAAAAAAfCghIeHo0aNSCA8PL1OmjAIAAACCEqkkAAAAAACAD23atGnGjBlSiImJGTlypAIAAACCEqkkAAAAAAAAAAAAAN8ilQQAAAAAAAAAAADgW6SSAAAAAAAAAAAAAHyLVBIAAAAAAAAAAACAb5FKAgAAAAAAAAAAAPAtUkkAAAAAAAAfqlGjxuDBg6UQHh6uAAAAgGBFKgkAAAAAAOBD0TYKAAAACG6kkgAAAAAAAAAAAAB8i1QSAAAAAAAAAAAAgG+RSgIAAAAAAAAAAADwLVJJAAAAAAAAAAAAAL5FKgkAAAAAAOBDCQkJR48elUJ4eHiZMmUUAAAAEJRIJQEAAAAAAHxo06ZNM2bMkEJMTMzIkSMVAAAAEJRIJQEAAAAAAAAAAAD4FqkkAAAAAAAAAAAAAN8ilQQAAAAAAAAAAADgW6SSAAAAAAAAAAAAAHyLVBIAAAAAAAAAAACAb5FKAgAAAAAA+FCNGjUGDx4shfDwcAUAAAAEK1JJAAAAAAAAH4q2UQAAAEBwI5UEAAAAAAAAAAAA4FukkgAAAAAAAAAAAAB8i1QSAAAAAAAAAAAAgG+RSgIAAAAAAAAAAADwLVJJAAAAAAAAH0pISDh69KgUwsPDy5QpowAAAICgRCoJAAAAAADgQ5s2bZoxY4YUYmJiRo4cqQAAAICgRCoJAAAAAAAAAAAAwLdIJQEAAAAAAAAAAAD4FqkkAAAAAAAAAAAAAN8ilQQAAADgPzly5LArAAAAAACAYEAqCQAAAMB/QkP/dw5y6dIlBQAAAAAAggapJAAAAAD/iYiIsApXrly5evVqzpw5FQBkdzVq1Bg8eLAUwsPDFQAAABCsSCUBAAAA+I9OJcXly5dJJQEEg2gbBQAAAAS3EAUAAAAA/mL2E0pOTlYAAAAAACA40FcSAAAAgP+YfSVJJQEAAAAACB6kkgAAAAD8x0wlL126pAAAAAAAQHAglQQAAADgP2FhYbpMX0kAAAAAAIIHqSQAAAAA/8mZM2doaOiVK1cUqSSAoHHmzJljx45JIVeuXKVKlVIAAABAUCKVBAAAAOBXERERVirJCK4AgsRff/311VdfSSE2Nnbo0KEKAAAACEohCgAAAAD8SE8tSV9JAEFCf92Fh4crAAAAIFiRSgIAAADwq7x581qFs2fPKgAIArpruL4sAwAAAAhCpJIAAAAA/KpIkSJW4fjx4woAgsCFCxesQu7cuRUAAAAQrJhXEgAAAIBfkUoCCDZJSUlWITIyUgEAAADBilQSAAAAgF+RSgIINomJiVYhKipKAQAAAMGKVBIAAACAXxUuXNgqnDx58urVqzlz5lQAkK117NgxPj5essnSpUsrAAAAIFiRSgIAAADwK91XMiUl5fTp0zqkBIDsqrSNAgAAAIJbiAIAAAAAPypQoEBIyP/ORBjEFQAAAACAIEEqCQAAAMCvcuTIoftHkkoCAAAAABAkSCUBAAAA+JsexJVUEgAAAACAIMG8kgAAAAD8jVQSAAAAAIBgQyoJAAAAwN/0CK4HDhxQAJCtLViwICQkpFy5cpUqVVIAAABAECOVBAAAAOBvJUuWtAonTpw4c+ZM/vz5FQBkU8uWLZMvOil07ty5devWCgAAAAhWzCsJAAAAwN/KlSsXEvK/k5G4uDgFANlUYmKiFUmKUqVKKQAAACCIkUoCAAAA8LewsDDdOr9r1y4FANmU+RVXunRpBQAAAAQxUkkAAAAAmaBChQpWgb6SALIxnUqWKFEiPDxcAQAAAEGMVBIAAABAJqhYsaJVOHTo0MWLFxUAZEf6wovKlSsrAAAAILiRSgIAAADIBBUqVMiRI4cUrl27RndJANlV8eLFY2JipFClShUFAAAABLdQBQAAAAB+lytXLmmsP3jwoLKNcFi9enUFANlOr1695O+5c+ciIiIUAAAAENzoKwkAAAAgc5QvX94q0FcSQPaWN29eJpUEAAAASCUBAAAAZA49teTu3buvXr2qAAAAAABA9kUqCQAAACBzVKpUySqkpKRs3bpVAQAAAACA7ItUEgAAAEDmiIqKio2Ntcp//vmnAgAAAAAA2RepJAAAAIBM06BBA6uwfv36S5cuKQDILjZs2KAAAAAAGEIVAAAAsoxr164pIJhIKjlnzhwpXL58WYJJHVICQEBbuXLl9OnTCxYs2KRJk7Zt2yoAgJeYZ0ycPQGAL+TIkUP5DH0lAQAAMtk1gwKCTL58+fTskmvWrFEAkC38/vvv8vfUqVPbtm1TAAAAQOC4dj3lVfSVBAAAyBweVuyIKpHt1a9ff8eOHVLYvHlzYmJiZGSkAoBAdvDgwT179ljlZs2a8VMOAF5EX0kA8K5Ue0ZaX7be6kBJX0kAAIBM4Or8+ZoDBWR3devWDQn5vxMTOeDXrVunACDA/fDD7pDq8gAAEABJREFUD1YhV65cN910kwIAAACyKg9borzVSEVfSQAAAH+zq8Y51upS3QDITsLDw6tXr/73339L+c8//2zSpIkCgIB15syZ9evXW+Vbb701Z86cKSkpCgDgJebJEV+wAJBBjj0gZY3+pnW8VW7KYKdJUkkAAAD/cRM3WmXySASnevXqWalkXFzcqVOnChQooAAgMCUnJ1euXNmaTrJFixb8lAOAd11jBFcA8B43o7PqeNLu1gwGk6SSAAAAfuIqcTTzSLuVijNtBIeqVatGRERIU76Uly1b1q5dOwUAgalw4cKPPfbYrl27Dh8+nCdPHvrxAIB3md+rfMcCQAZZ+aIZNNqFjk6zyYwEk6SSAAAAmcAxidR/naaVQPYWGhpav3795cuXS3np0qW33XZbeHi4AoCAVc6G5nIA8DpGcAUAL9LhomPBbrOMj91qIZUEAADwB6eDtSYlJR09etSq2MkZtVXJCwkJ0WW7v+Y2jrdm1l/le3azGtiVg+Sv427x0f7PrL1dpUoVK5VMTk7+/vvv69Wrl+l7+5rry0V9JxNfdZDs58w6wrPgnjdxhHOEZ+8j3Kf72XE9R7h/9rxjmSM8SPbz6dOn9VONj4/323728/7P9ke4uVc5wjNr/5u8vv/Nfeu4Pkj2sKuyT7k5wj1pUwoLC8ubN28OG6ePnPFXRCoJAADgc9ecRZJW4fLly3ZVwKtXr7qp6lmVSNlGBQ03VeoAOjHIarLg6VZUVFSlSpV27Ngh5b/++qt27dpypqQCRBbcnwHBp00V1kMF+eddNz04/nXcY67Wsz81N/vT/X52LFsPGLT703FfuVrvyR5W/9aOzLIKJunYb2ndn9dcDPJhuZZdJvlzPBrNsk/3ZFr/BgTffdLtDjlv7VVP9nOm7H8fHZmO6/3/1+LnIzyAPun+2f+mdOz/HB4EYDmc1Tk9OT4DZU+638Ouyp7vyWtpPxtS/9Yt7d4F/RysI9/pM0+xyWFQ1w/iei3DNdiAOc8HAADIBnQ9z6wmelKVdFpW3qsQe1hRdpTj+skGPCyn6a+u5jotp69qnr79mb59mNX2Z7r3nh/2av369a3FpKSkbdu2qQzsVb/tyay8P9NX9nBfeWV/mp9or+/PrLMn/bxXvb4ns9/+TPdf93vpwoULftuf2e/I9GQP80n3fH+m+29W3p9+25OuytlgTzru1bSWM3hkemt/moLhk+6jI9NxfZr+enFP+nmvZp1Pepbdn1nn+FT+2pNZ4fOepT7pKQZrUd/kuLfTgb6SAAAAmUPX7awKYvHixRXgPTmMhpv0lXO4aE5S/57keF720A033FCxYsWdO3dKef369a1atUrrIwDBJhA/6dlScnLypEmT5BusQ4cOkZGRCvCqLPVJ51OPTJeQkKDLhQsXVtmFq0+x+1s9DCqsjfm8A1lEFvxlP3/+vFRorcWrV6+GhITISj3BkPy11ihvfDOQSgIAAPiWrjuaF5fpS8x09TFv3rwKCHp33nmnlUoeP3589+7dtWrVUgCQ5c2bNy8xMXHdunXbtm0bMWIEv+kA4DsRERG6nCdPHgUAyLBLly5dvHjRaqGyxnfV/TWtqVXMWFQZ2WQ6QkpGcAUAAPCfa9dTXH8KXK9SpUo33nijVf7xxx8VAGR5W7duXb58uVWuVq0akSQAAAACjm6bumqjR3B1SmUAqSQAAIA/2FXarl0/fKsC8K+77rrLKuzbt2/Xrl0KALKw8+fPf/LJJ1Y5T5483bp1UwAAAECgsdqmpKlKR5Lm7JKOYWS627JIJQEAAHzIsdJm0sGkAvCv2rVrFypUyCp/8803CgCysOnTpycmJlrlBx98kEklAQAAEIh025QVTNplk+acRCpjSCUBAAD8xJxg0hy+lb6SgCkkJOT222+3yvv27Vu9erUCgKyqevXqoaGhUmjUqJGUFQAAABCAdDuVYx7pOBVRRhqySCUBAAAyh67b0VcSsNO4cWPdXXLOnDkXL15UAJAlNWvW7JlnnilXrlzXrl0VAAAAEJistilrWC9X80oqbyCVBAAA8DnzajK7yhx9JQFHOXPm7NGjh1VOSkpasGCBAoCsKjY29umnn46IiFAAAABAYHLVV9IxmzRHAlNpn2CSVBIAAMBXXNXM7Cpz9JUEHFWuXLlOnTpW+ddffz169KgCAAAAAAA+YPaVdJpHmhtfYwRXAACALM7uUjL1bzZJX0nAlS5duoSFhSnbh2XmzJkKAAAAAAD4gG6bctU/0mk8mQ6kkgAAAJlA1+ToKwm4Eh0d3a5dO6u8e/fuNWvWKADIbN9//z3DSgMAACCb0W1TViTpZuBWS7rjSVJJAAAAfzMvQKOvJOBGq1atihYtapW//vrrS5cuKQDIPMuXL5dUcuHChbNmzeLnGwAAANmGvnTejCStgt02GUQqCQAA4D9mF0k9fCt9JQFXQkJC7r//fqt89uxZCQMUAGQSiSRnz55tldesWXPixAkFAAAAZAt6XknHzpHe6iVpIZUEAADITPSVBNwrV65c/fr1rfLPP/+8d+9eBQB+t2LFCh1JhoaGDhw4sEiRIgoAAADIFsxhvRyzSbOgMoZUEgAAINPoHpMKgGvdunXLly+fsp0dffjhh+fPn1cA4Efx8fEzZ87Ui48++miZMmUUAAAAkF2YbVPe7RxpJ1QBAADAv8zryxjEFUhVnjx5+vbt+/7770v5zJkz06ZN69+/vwKQeVq1apWYmKi8oXLlytOnT7fKq1evHjBggFWuV6/ehAkTVNYQExNz//33SzAZFhb22GOPyXO222Dt2rWPP/64XnzvvfeaNGmiF8+fP9+iRQu92KhRo9GjR6u0ePvtt7/++mur3LNnzyeeeEJlR6+88srChQutsuyxUaNGpeXeavbs2WPGjLHKJUqU0HsMnnN/JHvoww8/nDJlSqqbhYeHy+97ZGSk/M2bN2/58uVr1ap16623yqdM+VdKSsqlS5dy5crleFO/fv02btxolSdPnnzTTTcpAACyKT3NkNk50hzH1VvoKwkAAOAnTmtyRJKAJypUqHDnnXda5S1btixZskQBgB81bty4R48eTz/9tGMkmVYrV6787rvvFBDcJAg8c+bMoUOHdu3atW7dui+//HLo0KGdO3devHix8qPt27f36tWL8eEBALDapnQL1TWfTTZEKgkAAJAJ9KVnzCsJeKht27alS5e2ynPnzqUBEYCfNWnSJDY2VnnD+++/Hx8frwBc7+jRoy+99NKYMWP8UD2+cOGCfBJ79+69c+dOBQBA0LPrIun0Vq9gBFcAAIDMRF9JwEMhISEPP/zwa6+9Js2I1gSTw4YNczreGgBfq1WrlnwSXd2amJhotvLLxjlz5nS1ccmSJVXWI68ud+7cymeSkpJGjBgxceJEBWRr8jmqUqWK05suX7587l+XLl0yb5o9e3b+/Pl79eqlfGnIkCFr1qxRAADAxm9tU6SSAAAAmYl5JQHPFShQoHfv3lY7/pkzZ6ZPn/7II48oAH733nvvubl1/fr1jz76qF5855138uXLpwJHXFzcxx9/fO+999avX1/5zNq1a7/55ptOnTopIPsqVarUpEmTUt1s+/bt48ePNzPCjz76qEWLFt7qneyUm0srAAAIQo5tU76YVFIxgisAAEDmIpIE0qR69eq33HKLVd64ceOvv/6qAMBL5Ed5wYIFkrmePXt2xowZBw4cUL40ZsyYw4cPKyDoVa5ceezYsbfddptec/ny5Tlz5igAAOAvfmubIpUEAADITMwrCaRV586db7jhBqv89ddfb9++XQFAhl24cGH8+PELFy60Fq9cubJjxw4P71uqVClzsVKlSm42Dg3937BVFy9eHDlypAKyjDQdyd4VEhIyYsSIwoUL6zWLFy++evWqAgAAfuG3tilSSQAAgMxEX0kgraRBv1+/flazfkpKyuTJkw8dOqQAIANOnDjx2muvbdu2zVqMjo4eMGCA2XPLPYlSChYsaJWlYCYryuHC8z59+ujyunXrvvjiCwVkDe6PZF8LCwvr3r27Xjx16tSRI0cUAADwC+aVBAAACArMKwmkQ9GiRR966KEPPvhAPj6XLl0aO3bss88+W6hQIQUgO5JP+o4dO/bu3Xvs2LFcuXJJUlKxYsWSJUuqNEpMTNy6davkHCdPnpTcsVixYpUrV7a+OgoUKCBrTp8+LeUyZco8+uijefPmTdODly5dWkIUq+B+y3vvvXetjbU4fvz4xo0bp+PlpOrs2bPbt2+XXRceHl6kSJFSpUqVK1dOpZd82a5fv172nuwl2V3yhKtVqyZvhwpkFy9elF10/Phxee/k8MifP79EcSVKlChfvnz66mbyIBs2bDh06NDly5crVKggOzzdwd6VK1fkoQ4ePHjmzBk5JsuWLStPzA81Rs+PZF+Qj6S5KK9dXrWb7WWDuLi4+Ph4OSzlEJW3LyYmRna7/FW+dO7cuc2bN8sbLe+4/Kc33HBD7dq1JVVVAAAELL+1TZFKAgAAZCYiSSB9atased99982aNUvZGgclmHzuuefy5MmjAGQjEhpNmTJl7ty5ErDZ3SSRmHwJeNKdUX5qFy5c+MUXXzgdkVWil3vuuadLly6PPfbYa6+91rBhw7vvvjskJM0jS8XGxq5bt84qpLrxiBEj5H+UV6dsad+wYcOmTp3qrfqABIey01atWiVhm91N+fLlu/3223v37u0mKps0adInn3xilX/88UcJIBMSEmSllC9cuGBuGRoa2qBBg/vvv79u3boqoMiel+Nh0aJF//zzj9MNIiMjGzVq1LNnT7uQTFu9evWAAQOs8tChQzt06CCp2EcfffTdd9/JG2puKQmZHGDt2rVz9Qsl6WOTJk2s8l133TV8+HBZI79un3/+uZUOapJ+3WNTtGhRx8eRI2r//v1W+fHHH+/Vq5dKjRx4shOs8quvvnrHHXeoNB7JXhcVFWUupqSkON1Mju1p06YtX7782LFjTjeQVLJFixZycDrGk4MHD/7jjz/sVpq7a/r06a7edyFRsXwc5K/dejlm5OtI9rxk2woAgADEvJIAAABBgXklgXSTZtw2bdpYZWmgHD9+vLTkKgDZhUQs3bp1+/TTTx0jSbFlyxZJg9566y1XuYXl5MmTEsJJ4uJqksi9e/eOHj36P//5z6FDhyQQ6tixYzoiSVGxYkW7gmb3Qy+LkpQ89dRTes3WrVtnzpypMkxe7Ntvv33vvfdKNuYYSSpb78k5c+bIBp4PGyvpi6S/3377rV0kqWxx2ooVKySGkRRHBQ55RRI8T5w40VUkKZKSkpYsWSJJlWymPCAhpRyrX3/9tV0kKeR/effdd7t27bpz505PHurw4cMPPPCA/L92kaSyjWgq6XWnTp10lGiS9bqsp0d1Q97QX3/91SpLFtiqVSur7OZI9oO4uDhz0elzkKNX3kHZ264iSREfHy+bde7ceenSpcp7JkyY8MgjjzhGksp2zMybN6dOOcAAABAASURBVK9Hjx7y1aQAAAhAzCsJAAAQFOgrCWREhw4d6tevb5UlWpgyZYr7fAJAoDhx4kT//v2PHj3qfrNvvvnm448/dnXrwYMH+/Tpo2eLtISGhlauXLlIkSLmygMHDvTt21ePqpoO8l3U10Z/Kbl3zz33mF0MJ0+eLM9BZcC+ffskW5Wo5urVq3ql9WLtuotdvHjxvffee/nll1Nte5L0ZcCAAfJeuN9MIrSVK1eqQCCJ0aBBg86cOaPXSAgtB0P16tUrVKhQsGBBu1qZBK5z5851/5jbt29/9tlnExISlG1mxJo1a0pCefvtt5sjoEpI3K9fv7/++sv9Q0lsPHDgQB2Xli9fvm3btpIiV6lSRYflEgYPGzZsxowZdvdt166dNeOysv0gppqN/fTTTzpDveOOO/R903oke5cZFRcrVsxxiGA5wuXoNQ/y8PDw4sWLy26XHW438HJycvKLL74oe0N5w7Rp0z799FP328iHZfDgwal+ZAAAyIKYVxIAACAoMK8kkEG9evWStmCrD8rGjRs/++yzHj16KAABTgcJkjRIZFKvXr2yZctKFHHkyJHFixfPmjVLJ2pTpkyRPObGG2+0ewRJXJ577jkz17zzzjslt5PwacmSJRLJjB07VgLLt99+2xpJ1Qp7JHVI3xSPsbGxEjul6S4jRoyQ55OUlKT/d3kt6eupeerUKYkPzU6lTZs2lecjsVbOnDmVbb5DCQ7lxeptZA/IvpXwyc3DSnJ5+fJlKUhuJzFq7dq1JR47ffq0pJWSB5u5lwRFX331lcra5LXITtadPiX06t27d5s2bczoS/aPhE8SfUmgZa2ZNGmSGfg5ko2tguztCRMmmAN4Sgz5zDPPWP+j/B06dOi8efPcTMa5fPlyqxAVFTVu3LiqVavqm+TIl7dYj9E6fvx4SQ3NgUYlkGvevLkc29biDz/8UK1aNeWabKDL7du31+V0HMnecujQoe+++04vyv6020CSeznS9GKNGjXkHWzcuLFZkZZdJG/ZL7/8Yi3KJ0tSczny9Qb6EeTg37x5s1V2P2qrZfXq1coWY992220tWrSQp3fDDTccO3Zsz5498nboryzJvOUJyGdHAQAQUPzWNkVfSQAAgMxEJAlkkLQPPvbYY3r6qz/++MOTkesABIQOHTrMnDmzT58+NWvWlJwmOjpakoMnn3zSTCaE0456o0eP1qNB5s6dW3ICSQElh5OCJEMSEc2YMaNVq1affPJJ8eLFrc3Onz//2muvKX+JiYl5+umn9eLWrVslD1PpMnnyZDN/7d+//7vvvlupUiUrklS2lKt169byks3o5cMPP9y1a5ebh7UiyYcffnju3LkPPfSQZMORkZElSpSQlO7jjz82hwyVKEgHPF7x66+/3pxGY8aMcf+Yc+bMOXjwoFUuWrSo7DSJWu0ywnz58g0cONA8wCRkcpyG0JEcoh988IHdnIKyx2RHFSpUSD/URx99lOpDyfaymRlJCgnApk6dKv+LXmMmbRb5vOiyhI5uRjWX/bB+/XqrXKpUKQmbVWZbu3bt4MGDz507p9d07drVbhtJavWLatCggXyWmzRpYleRlvrAm2++acbtS5cuNR82IwoUKCCHzciRI1u2bCn/UVhYmHwcmjVrJl9TktnrzQKl6zAAACbmlQQAAAgKzCsJZFxERMQTTzwhbYXW4oIFC3QnCQCBSxLE559/Xtr9HW9q3Lhx06ZN9aLjnJGnTp0yB94cNmxYnTp1Dh06JHGFhH/WyqSkpBMnTpQpU2b8+PH6f9mwYUOqw2x6Udu2bRs1aqQXp0yZsnv3bpVGdj3M/vOf/zzwwANOtyxWrJhEd5Is6jUSyiq3JO2TPNKxp2BISIhEqubYsFl/Oj35ddBliR4l53O1ZT0bvXjkyBHllkSbkhFK9Ot4U/ny5R999FG9+Pnnn1tjvbrx0ksvlS1b1nF93rx5zR54ssN///13cwMJ6goXLmyVExMTdc9LR+blOx07dlSZ4eLFi9u3b1+yZImE8d26dXv88cfNoVbloyHHnrm9fKiXLVtmleXwGz58uNMvB0ufPn3MW1N9Bz0kuWmtWrUc18v/NWjQIL148uRJpxO7AgCQlTGvJAAAQFCgryTgFdIW/NRTT+kW4Tlz5vz8888KQCDr16+f7urnqHXr1rp8+vRpu1s/++wzPfNcS5tt27b997//1VGBhJEvvvhiiRIlpHzjjTfed999+r5+7m8tOVO+fPmssjxnCVDddHFzat68eXpK3Tx58kge42bj/Pnzm93IJBOSsMfVxhJGPvvss25uNafGzOIxTHJyco0aNRo2bFiqVClJZ2+99Vb321vHhkUSPvcbd+/eXV8Z4+iuu+7SjyZvrpuwUFSpUkVCd1e3xsbGyqPpxaVLl5q3SpXynnvu0YtujmQ5ZqyCvInt2rVTPiO5o6u+rfIW9OrVa+jQoZMnT7ab+lF2pvym2z2UHKh33nlnnTp15O1r0aKFzl+dktdljuqc6jvoCYmKb7/9dle3yhunh21QtmBSAQAQUJhXEgAAICgwryTgLdJAOXjw4Hfeeef8+fPKNtFXWFjYLbfcorznxIkT7ptBAXhLSEhIkyZN3GxgdnRzDADMDtNWr0rZXoKKS5cuSVnikM6dO5uRp6yZPn26VV61apXyo0KFCg0ZMkT3gdu1a9eUKVMeeeQRzx9h7dq1uvzggw9GR0e7375bt25fffWV7j22Zs2aO+64w+mWEuOZ4Zwjcw5OPV+jV0h66rS/oBvx8fF6gFZHERERzz//vPJYkSJFdNl9ThwVFeV+PmM58OQAmzVrlrUoqWTbtm1dbTxw4EDlVqtWrXTcKA9lV42UVPLjjz+2yn/88cfZs2d15q3JASM/Z1a5WbNmefPmVVmJHFTvvvuu47MqX768ZPbKY/J7vW/fPquc1qTfKfffSMr2JaMn/iSVBAAEHL+1TZFKAgAAZCYiScCLihUr9tRTT0lr5sWLF5VtoDxpC3bT6SRNxo4dW65cOTdNyQC8qHjx4nYT/tkpWrSoLtv19pNvADOdssaBlJRLor6JEyf27NmzTp06do9WpUoVSa2Sk5OVLU6QaMHs9uRrt99++5IlS3S/t2nTpjVv3rxSpUoe3n3btm263KJFi1S3ly9GyaK+/PJLa/Gff/5xtaWeENEVMzqyJqH0lptuumnUqFFpusvs2bNTnVrSE/JC/v77b3OaTN3v1ql69eqlGuyVLl1al833y44kiPLClVtlypTR5TNnzki6bHYKlDC1YcOGVrIuUdyPP/7oODvj999/r8s+7SiZVpUrV27dunXHjh3NQYbT4dy5c5K8Hjt2TK/xSiopdQD3G5gDGrvpggwAQNZEX0kAAICgQF9JwLskyRg0aNDo0aOtYHLmzJnS/t6gQQOVMRJJbt++nY8q4DdOp+gzmTMd2kUOdqNBmhcThISErFixQqXmwIED/kwlxYsvvihJmDUUrVQMhg0bJl9fbqbN0ySAMTMzM6Byw4wb3XTqKliwoHIrPDxcl/Uostazuu2221RqPv30U8/DV1+QI+fQoUPx8fGHDx+WEEsSvqNHj0oeafWp1dxPs2T2qnTFjBLdDHVrxlquyM+cHBg6A5ZHs3vT27dvr/v7OqaSEr3rEc4lqvfWhTuu5M6dWyJ/pzfJq4iOjpbnIDuwQoUKciSkerw5kt96+bRa7+BRm4MHD8rvtd1mXpkoK9UvJbP7tfskGwCALIi+kgAAAEGBSBLwOskSJJh8//33rW5P1qiMGQkm33nnnd27d0th//79fGYB/8iTJ49Kr7NnzypbQuAYDJjJmRt2oZQfSDbz8ssvDx482FqUYHXy5MlPPvlkqnfUQ3GKyMhIM6x1w8NUMtXBYAPU6tWrv//++y1btrgZ8dVznozsbXazkyj0zJkz8o47bpZq51RL2bJld+zYYZXNA8DSvHlzeXD5L6RsvUZzGN4lS5ZYV+2IDh06SE6vfKlUqVKTJk1SXiU7cOHChb/99pukj/4cKDWDPTgBAMji/Hae69vKBwAAANyz+koqAF4lweSAAQOsbkbyEZNgct26dSpddCQpkpKSvNKEDSBVGWkWkTxGYptKlSql+0G8Mt5jWjVp0sSc33HWrFnmIKKuWBGsxfMJAiMiInTZzXyQ2e8iDAnkXn31VfmBWLRokavvc3nVNWrUqF69uvKMJ30lJWX3ZJ978lDq+vDS8aEkmW7Tpo1enD9/vnmrOXzrPffcowLN4cOHH3rooddff/2PP/5wFUnKrm7UqJE5yLNXcE0SACB781vbFH0lAQAAMhP9rgAfKVOmzJNPPjlu3LjLly/LB23KlCnSUFuzZs00PYgZSVr27NlTsmRJBSCrOnHixC+//FKgQAFl+x5ITEwcMWKESiNzvE1/evbZZ//88089juvw4cNnz55tplmOcufOrcvHjx/3sF5hTrmXL18+FRwkrh40aJDTaR0LFixYpUoVSbIrV65cp04dyXc//PBDT1JhZRuuNtVt5L+2uu9bXKWPnjyUuv7tsw51Ox07dvz888+t8sKFCx977DHrqIiPj1+7dq21vlatWsWLF1cBZfv27QMHDrS6gdqRn+ZKNtWqVZPf+rCwMHnV5o4CAADuMa8kAABAUGBeScB3ypcvL8Hk2LFjr1y5Ih80aWLu16+f58HkG2+84diTZu/evbfccosCkCVt3Lhx+vTpeoDK8PDwkydPSvri4bimmS4qKsocx1W+giZMmKAXnTIzxatXr0oMU6xYMZWaI0eO6LLTWCuDJNVbvXq1ymIknzYjSUmwateuLSGWHCGOO+38+fPKM0ePHk11G3OHy7vs6oD0MEUzf5ucjh9bunTpGjVqbNq0Sdmy6nXr1tWtW1dd31HSnG81ICQkJDzzzDNmJNmgQYOqVatWr15d3kfHjsKev4MAAEAxryQAAECQIJIEfEqCyf79+48fP14a61NSUiSYfOyxx6QNOtU7Oo0kxc6dOxWALOnHH380B6uUMGb//v1SkCBKEhoVIJo0adK+ffvvvvvOWvziiy9atmzpZvuYmJiIiAjdD+/w4cOepJKymS4XLFhQBYGVNnpxyJAhnTt3drO9ZGC67H5AM0+iRDOVdDMPpScBpzwxs9ulq0dr166dlUqKRYsWWank4sWLrTUS2N9+++0qoMyaNUs+1FY5d+7c8svufpRdp10qAQCAK8wrCQAAEBSYVxLwtUqVKj366KM5c+aUsgSTkydP3rFjh/u7vPLKK67mGzt16pTZVA0g6yhXrpzVmBIaGnr27FkrklSeXUxw5coVyTwks9m8efOJEydUpnr66afNqGn48OG696dyaDAKCQkxr7RYunSpSs25c+fWr1+vF6tUqaKCwA8//KDLN998s/tIUpjDd7uvqnkSJS5fvlyX3VwZI0Ga+V47tWzZMl0uWrSoOcek6Y477siVK5dV/vXXX69evSqfiH/++cdac9ttt5lj/wb9c76pAAAQAElEQVQE8x3s1auX+0hSDnLzfZFffwUAANzyW9sUqSQAAEBmoq8k4AfSBCzBpLTdK9sIhxMmTHATTEok6b7jy969exWArKdChQp33313dHT0kCFDypYtq9fPmTNHPvju7ztv3ryxY8e+9NJLffv27dKlS1JSkso8EheZc2FKuLJo0SK96NhgZMYz3377re5P5oo5yG1ERETjxo1VENi3b58uN2zY0P3Gkkxv375dL7o/fmRLnfY5Je/Ijz/+qBdbt27tZmNzS0fy7n/yySd6sU2bNq62lKNI/0cS0m/YsEF3lFS2npQqoJw/fz4+Pl4vNmrUyP32q1atMhedppLUwAEAMNFXEgAAICjQVxLwDwkm+/XrZ51oXblyRYLJuLg4x81SjSTFnj17FIAs6fbbb3/55ZdLlix555136pW7d+/+9NNP3dxLvhPMDTp06BAZGakyVf369Tt16qQX5Rm62fiuu+7SrUjJyckzZsxws/GZM2e++OILvdisWbOwsDAVBMyugadOnXK/8VtvvWUuuk8lJfF677333GwgMbB+BEnN5c11s/GkSZMkRHR16y+//HLgwAG96H4U1vbt2+vy6tWrV6xYYZVvuOEGa0DXABIeHm6NeWA5efKkm40TExPHjRtnrnH6CZLH1OXLly8rAACCG30lAQAAggJ9JQG/qVmzZt++fXUwKU2WdvniSy+95Mn0YKSSQBbh9Ac0T548ytaVSj7yeuWUKVPmzp3r9EEkwHjmmWfMwR67d++usoABAwZ4MkOkKFOmjJlOSehodqczyVfcwIEDL126pNd07dpVBYdKlSrpsmR7rpI/iRjff//933//3Vx54cIF5dZff/1lTWDseNPs2bPnzJmjF5988snQ0FA3DyWxsfwYOR0qfP369WZc2rZt2/Lly7t5qFq1asmxYZV/++23LVu2WOW7775bBRrZaeaLlY+zq5ZTeWefffZZu19zp+Pi6hFu1fUzrQIAEJzoKwkAABAU6CsJ+FOdOnV0MHn58uWxY8fqiFFagVPtPWORu9CpAshc8mmVEKh06dJutnnhhRd06iCf2TfffPOpp57avHmz7jUVFxc3efLke++9d+XKlfpegwcP9jAL9LXcuXO/8sorHm4sWaM5v+CkSZMkat2xY4fOySR8XbJkSc+ePc2BSR9++GEJrlRwqFixoi4fOnTokUcesYsexcaNG2VPfv7553brz507p1IzY8YMeUw5wPQ+P3jw4KhRo8aMGaNrevXq1TP7L7qyevXqHj16LFu2TGdpElV++eWXjz/+uE4r8+fPL0811YfSI7Xu27dPPw2JM1UAMt9Bee/kCLcbOFc+2j///HOvXr3Wrl1rd1+n72DRokV1WT4yixYtWmuTuQM4AwCQWfzWNhWqAAAAkHnoKwn4mQST0nBpdSRKTk6WYFKCig8//NDDSFLZ2j0PHDhgzloHwJ8kV5PPrAQ2BQsWlLDN1TSK8iEdOXLk0KFDddfAFTYhISHly5ePj4+XpMfuLn379u3WrZvKMmrXri3Pxxxw1RWJJN9+++1Bgwbp9GWZTWhoaIUKFeT7zbEjeN26deX1qqDRqlUrCfZ0KLt79+4hQ4ZItic/CjfeeOORI0ck4tLTBsfExAyxsRbNOSkdFS5cWPZwSkrKpk2bZJda+1x+JuTgNDeTd/ONN95QqZFHO3HihBzVkrrJohyr8jhmX15RoEABCTujo6NTfTQJICVvM8cvvfnmm+XVqQB0//33S+h4/vx5a3G5Tbly5W666SZZlE+0RML6p1ze1ubNm+uRdZ2+g2bMKQfAsGHDrPJbb70l91UAAAQZ+koCAAAEBfpKAv7XoEEDady0yhJMjho1yvNI0qJbrgH42ffffz927Fjdh8z9BJC33HLLtGnT9CCWFkmPdu7caRdJRkRESJ7Ur18/lcX079+/RIkSnmxZvXr1mTNn1qhRw1wpcdS2bdvsIkmJ4gYMGCCBTVBdF5UrV653333XbmfKYfDLL7/IfpO4S3+xd+zYUfJLOXhKlixprZGbJCl09cilS5ceMWKEpN3WorXP7SLJO+64Y/z48anmiPIg48aNk9BRr4mLi7OLJCWnnDFjhjkgrRvyUE2bNjXXBGhHSWXbzxK9y0fVXClZ8hyb33//3fopl+8EObwnTpxoJouOvSdF69atJQN2XM847QCA4MS8kgAAAEGBvpJApmjcuLEVTKbv1EsiDQXA7yTXkVRSL+7fvz/VSwQkwpk9e/awYcNcDfcaHh7erVu3b7/9NgtGksoWl3o+jmuxYsU+/vjjN954w+wEZmrQoMHIkSPnz5/fo0cPc1K9ICERlBwMvXv3djqzo6ysW7fu9OnTn3/++dy5c8uaFi1a6Fs/++wzN48soaPk3xIMO95UpUoVCYBfffXVsLAw5YGyZcvKk2zVqlXOnDntboqJiXnuuefkPypSpIjyWIcOHXQ5KipKHlkFrPr163/11VctW7Z0emuePHnkjZBEWQ5vqV0XLVpUvyP79u37448/7LaXvTFp0qTatWvbrSeVBAAEJ7+1TXFtPgAAgK/oitY1m5SUFOvv1X+dP38+ISHBCiY9vOYdgBcNGjRID+2YJnnz5n3rrbcUAP9auHDhggULpJAvX75HH33U/bySjnbs2LFixQprXtj8+fOXKFHixhtvlL9OM6pAFxcXt2zZMnmxUseQNEuyrgoVKgRhEunUkSNH5GCQOtjZs2elYiYhnxwJVatWlYjaw0dYvXr1gAEDrHK9evUmTJhglePj47ds2XLw4MGQkJCCBQsWL168Zs2a7h/qypUrTZo0scpyLz3L6YULF9avX3/o0KGkpCR5KMnYJDRNx7Eqh4E1GKzo3LmzHpY2oG3fvl32TIKNJPdyhJcsWVLC+PQ1p8r7Je/a0aNHk5OTJdqULNMxqkSWsmvXrvfff98qT5w4UQEAMkwqRYmJifJLKr+G0lQVaggLC5O/OXPmtP6G/CvHv1QaE03mlQQAAMhM9JUEMou00qYvkhTnzp07efJkoUKFFAA/uvPOO/fs2SMNJRJJ5s2bV6VRJRsVHMrbKDhzg43ygRgb5Q25c+du3LixyrDFixfrcseOHVW2UNlGeUkJGwUAQHDzW9sUqSQAAEBmsuaVJJgE/EwiSQk2VAbs3LmzUaNGCoAfyc9l37596fAHeOjChQu//vqrVa5evTpBNQAAcMVvbVPMKwkAAJCZiCQB/3vqqacyGEkq5p0CfG/Xrl2OK4kkAc/NmzdPjwpgTjAJAABgx29tU6SSAAAAmcnqK6kA+ItEksnJySrD9u7dqwD4hvwyLly4cPTo0fPnz1cA0mXfvn0fffSRVc6fP3+bNm0UAACAC35rm2IEVwAAgMxEX0nAn7wVSYpDhw4lJiZGRUUpAF514cKFKVOmbN26Vco//vhjlSpVKlSooACkZt26db/++muNGjXkQ7Rly5bFixfrgQF69uwZERGhAAAAXGBeSQAAgKDAvJKA3wwYMODKlSvKS+STu3///qpVqyoA3nPw4MEPPvjg5MmTes2xY8dIJQFPhISEfGljt75MmTL/+c9/FAAAgGt+a5silQQAAMhMRJKAf3g3krTs2bOHVBLwojNnzrz99tv6o5onT56HH364UqVKCoAHihUr5rgyb968I0aMCA2lARAAALjDvJIAAABBgXklAT944oknvB5Jip07dyoA3pM/f/6GDRta5RIlSrz00ktEkoDnihYtmjNnTnNNs2bNZs2aVblyZQUAAOAW80oCAAAEBfpKAr4mkWRKSorygT179vARBryrS5cukvdLGCkFenchy7r55ptXr16tvEGOc289lPwe/fDDD9ttJOOvVq1a+fLlFQAAgAeYVxIAACAoMK8k4FO+iyTFlStXDh48WLJkSQXAS8LCwp577rncuXMrAGkXHR19s40CAABIC7+1TTGCKwAAQGYikgR85/HHH/ddJGnZs2ePApBe27dvd1xJJAkAAAD4GfNKAgAABAXmlQR8RCJJ5Xt79+5VANIuOTl50qRJY8eOXbNmjQIAAACQqZhXEgAAICjQVxLwhdGjRyu/2LlzpwKQRvHx8RMmTDh+/LiUZ8yYceONNxYvXlwBAAAAyCTMKwkAABAUmFcS8IVBgwZdvnx5z549O2z27t3ro6FcT506lZCQEB0drQB45u+//546deqlS5esxWLFikVGRioAAAAAmcdvbVOkkgAAAJmJSBLwkbCwsIo27du3T05OjouLsxLKgwcPendoGok8a9WqpQB4YPPmzZMnT9aLTZs2ve+++xQAAACATEVfSQAAgKBAX0nADyIiIqrZSDkpKUmyye3bt+/cuTM+Pl5lmDwOqSTgoapVq5YvXz4uLi40NLRnz57169dXAAAAADIbfSUBAACCApEk4GeRkZF1bKR8+vRpSSglVpS/UlbpsnfvXgXAMyEhIY888sjEiRPvu+8+5pIEAAAAsgj6SgIAAAQF+koCmahAgQINbaQcHx9vxZMiMTHR8wc5cODA5cuXw8LCFAAPREZGDhkyRAEAAADIMugrCQAAEBSIJIEsIsamadOm8qk8fPiwJJTbt2+Pi4u7cOGC+zteuXJlz549FStWVACud+nSpf3795cvX14BAAAAyMLoKwkAABAU6CsJZDXyeSxu06JFi5SUlL1791odKHfv3i0BpNO7kEoCjk6cODF58uTjx4+/8MILxYoVUwAAGC5fvvz6669ncJLvxx9/XKVdw4YNH3jgAQUAMPitbSrniBEjFAAAAHxPanjWX01OxS9evGhV+woXLqwAZDHy8SxQoECFChWk9eq2226rXLmyLEpUmZCQYH2iLREREfXq1VMA/rVly5axY8eePn1aPi9SbtSoUWgoV0UDAP6/nDlz3nDDDatXr1b+JdW2/v37h4eHKwDAv5KTk6WFSgpXr16VQohBvq7NxRwOVBr7WXJWAAAAkJnoKwlHZtyFrEMylQo27dq1k3O2uLg4qw/loUOH/vnnH4le+CADyvYNtmDBgh9//FGvKVWqlPVjp+AlfNsAyB4qVapUt27dtWvXKj9q3759VFSUAgBcj3klAQAAggKRJCy01weWiIiIajZSTkpK2r59Ox9kwDJv3rzFixfrxS5dujRv3lzBq+x+Mvj+ARC4OnXqtHnz5uTkZOUXsbGx/CoBgFPMKwkAABAU6CsZ5NIURpJcZk158uSpU6cO7w5gadmy5apVqxITE6Ojox966KHSpUvz6Ug3D6sHeg9TnQAQcAoUKNC+ffs5c+Yo35Mvye7du4eEhCgAgAO/tU3xLQwAAJCZiCSDljW3qJubHCkAyPLy5s3br1+/ihUrPvfccxJJKmTANddcba8AINA0b948NjZW+V6TJk1KlSqlAADO0FcSAAAgKNBXMjg5Nhx7skbR4gwgEEibb//+/aWQkpKikF6u6gbWelf9I6311CsABJCQkJDu3bu/9dZbypciIyM7dOigJGmvnAAAEABJREFUAAAuMK8kAABAUCCSDEJ2yaK5aJU9TCgBINMlJCQkJyfHxMQoeJv5ze8moXQaQ1K7ABBYSpUq1bBhw1WrVimf6dSpU1RUlAIAuEBfSQAAgKBAX8lg45hB6rJedCw4XQSAzLVnz54ZM2ZERkY+8cQTERERCt6mqwdmVcGx2uA0m6R2ASCwSGq4adOmpKQk5QMVK1Zs1KiRAgC4Rl9JAACAoECjYVBxGknqPNLxr3KdUAJA5lq6dOnPP/8sX03JycmfffbZAw88oOADupJgFpwGk4pKBYBAFhUVJcHkjBkzlLfJF2P37t0VAMAt+koCAAAEBfpKBg9XI7XuGjz42pUrdqGjPjAIIwFkNSkpKUePHr10/nyzf9cUOnRoz8aNCr6kc8fI2rWL9erltPJgV6mgggEgsDRq1Gjp0qX79+9XXtW8efOiRYsqAIBb9JUEAAAICrQYBiG7PpFnV6+WVFIBQODIa/v3/506dU7BT3Lkzi3BsLJlkJbrbiWYBBDIunfv/vbbb3vxsrz8+fO3b99eAQBS47dKY4gCAABA5qEzXJBw+i6bc0kCAOAJ+eG4evXqNQfKYUhwAAg4pUqVat68ufKebt265cqVSwEAUuO3CiSpJAAAQGaiE0OwMRuOSSUBAOmQkpIiwWTKv/hBAZCdtG/fPjIyUnlDlSpVatWqpQAAHqCvJAAAQFCgr2QwsHuLHXu3AADguRSD/I6YwaRjd0l+aAAElly5cnXq1EllWGhoaNeuXRUAwDN+qzQyryQAAEBmoq9kUHEaT5prwgoVqjF2nAIA4F/n9+7dPvRFvWjFkNZVTSEh/3etufyVNVaZSgWAbKBRo0arV6/euXOnyoA77rijaNGiCgDgGb9VI0klAQAAMpPVqkgbYvCw684i7cjmrTly5sxVooQCAOBfVy9cMBeteSVDbPSPiJTtukhSwQAQ0Lp37/76669fuXJFpUtMTMztt9+uAAAe81vVkRFcAQAAMhMthtmeqzH0GMQVAJAO1hUt1rySbgZuBYCAVrRo0ZYtW6r06tq1a1hYmAIAeIx5JQEAAIIC80oGm2sOFAAAHrP6SqZczy6Y5PcFQDbQpk2b/Pnzq7SrWbNm1apVFQAgLfxWeySVBAAAyEz0lQwqZr9JWo0BAOlgl0pysQuA7CpXrlzdunVTaRQREZGOewEA6CsJAAAQFOgrGcys5mNiaQCA55yO4GoXTzreRQFAAKpVq1bNmjXTdJf27dsXKFBAAQDSiL6SAAAAQYFQKkiY9XsmAAMApJvjCK6OYeQ1F1MaA0DA6datW2hoqIcbx8TENG/eXAEA0o6+kgAAAEGBvpLBjKH2AABpZfaP1JGkchgbnN8XANlDgQIF7rjjDg837t69e0gIzd0AkB70lQQAAAgK9JUMKtecUQAApIWrXxO73xR+YgBkD7fffntMTEyqmzVs2LBSpUoKAJAu9JUEAAAICvSVBAAAaWI3dqu1kuoEgOwqLCyse/fu7reJjIzs1KmTAgCkF30lAQAAggJ9JYMWHSUBAOlwzQV9qwKAbKdSpUp169Z1s0H79u2joqIUACC96CsJAAAQFOgrCQAA0sRxOkl1/cUuVC0AZD+dOnWKiIhwelNsbGzTpk0VACAD6CsJAAAQFOgrGTzMKj4NxwCAjLDqD05/RPhlAZAtFShQoH379o7r5cuwe/fuISG0cgNAhtBXEgAAICjQVzKY8dYDANLKfS9JAMjGmjdvHhsb67iyVKlSCgCQMfSVBAAACAr0lQw2ZiOyAgAgY/g1ARA8QkJCunfvbq6JjIx02oESAJBW9JUEAAAICvSVBAAAaeK0cyTVCQDBoFSpUg0bNtSLnTp1ypUrlwIAZBh9JQEAAIICfSUBAEA6EEMCCE6SREZGRkqhYsWKjRo1UgAAb6CvJAAAQFCgr2SQYzIwAECamL8a/IIACEJRUVESTIaGhtqN5goAyAi/VSxDFQAAADIPfSUBAAAAwHONGjWKiIgoWrSoAgB4CX0lAQAAggJ9JQEAAAAgTerUqaMAAN5DX0kAAICgQF9JAAAAAAAAZCK/tU2RSgIAAGQmq68kwSQAAABMDKcBAPAuWh7ght/apkglAQAAMhORJAAAABQxJADAx8wfGhoiYIe+kgAAAEGBvpIAAABBLq15JPklAMAVD5sX9E8JzRGw0FcSAAAgKBBJAgAABC03+SLRIwAgHdz8fDhtfLC2p10C9JUEAAAICvSVBAAACE6ODceerHG/HgAQzFy1LVjr3fSPpF0C9JUEAAAIClT9AQAAgpBdrGguWmXPE0oAACyuZo40Wx6sa6OVQzZJ60SQo68kAABAUKCvJAAAQLBxzCCVQxjpWHC6CACASTcvuG9qcJpN0joRzOgrCQAAEBSo9AMAAAQVV5GkmUp6mFACAODI7BapC04bHxzX00YRtOgrCQAAEBToKwkAABA8nI7UeuDE+XfmbrXqhHYbOK5Rfmw3BAAEFlc/ExHhOUfdX8vDYBLBib6SAAAAQYHaPwAAQBDSkaQ4e/7Ssm3HFQAAvpE7POfVq1dzGNT1g7iaTRM0UwQnv73pIQoAAACZx+76dwAAAGRXrqaQpPEXAOBT8ouTYrAWzetjFIOEBz2/HQCkkgAAAJmJixABAACC1rV/KQAAfMkxknQMJjV+mIIQ80oCAAAEBaZwAAAACAaOHSWJJAEAfnP16tWQkBA9dquUlcM8lLROBDPmlQQAAAgKVPoBAACCkJlKpqSkmDfVrxjzWNvqCgCADHjqg+UJ5y/pReu3RqeS8leCSbsrY2idCGb0lQQAAAgK9JUEAAAINma/ScfukrkjQkvF5FUAAGRASMh17QxXr161rQyReNLKI63LYnQHSotuoKClItjQVxIAACAoUNEHAADI9uyGbzXLjOAKAPADq6+k/OjkzJlT99HX8aS1SOtEMKOvJAAAQFCgryQAAEBQMftHOh3BFQAA75LfmqtXr+pZJHUYqdE/EvSVBAAACApU+gEAAIKT2RysAADwGWl20PNKWmTRukha/ft7pJsmaKYITn5700MUAAAAMo8+DQAAAEDwsOukogAA8Bmrr2SKQTnMbcyPUZDz2wFAX0kAAIDMxEWIAAAAQcLskmKupCEYAOBrVudIzRrEVRnZJPPLBDn6SgIAAAQF+koCAABkb04re/SVBAD4jTVkq0VPaez0N4ifpKDlt7eeVBIAACAzcSkiAABA0KLxFwDgBzqGNINJZXTiVwh69JUEAAAICvSVRNBKuaaupFy7ksInAAAQROzGblWM4AoA8Itrril+jMC8kgD+H3v3Ad5U1cdx/HTvSSfQlln23htatoIMQVyIgqiIilucrwsFtyCIgoKCE0ER2ZS9996zQFndeyR9j1y5hCQt3U1zv58nT59zT07SJrlpb+6v/3MAABpBrSQ0IlMn4tJtkjJtkrNsUrNzs3S2yVkiM+ffqzyccl0dbJzt9B6Owssp19cl191RAABgxTj5CwAoY6ZJJGCozM5NkUoCAACUJ9aTh3XLyMk9GW974JrdmQTbU4k2V1JtrqbbJmTIYFIYfhB2tFPySBHkpg/1zK3po6vjo2/or/Nw4q0BALBmnBoGAJQBdS1JW1tb02zS9C8Rpyk0qMxedFJJAACA8sSxPqxVYoaIOme36ozDmSTb80kiKdNGn/dJ1yyduJpmczVNHI21k5tujvZBrvowr9xuYTm9a+j8XTldCwCwZgSTAIDSZnYJSaMFJqFl1EoCAABoArWSsEp/n7D/cofDuUTbLL0owsfb1CxxMsv2ZILYcN5u+p7cR5tkDQrP8XASAAAAAIDCUs48GC4habZYn7MTWkatJAAAgCZw0A9rkqkTJ+Js39nouPWinSgJWTpxPsnmfxucFp10eLF1ZtNAvWPJ3DEAAOWGehQAgAXi7ITGldmrbysAAABQfpT/WBRAxXctzebnQw4PL3YueCTpaC+cr1+c7EU+n4DkW2T7RdtHlzj/cMDxciqfkwEAVoVDQQBAGcirPhJQlNm+Qa0kAABAeeK/EWEdLiSJr/c4/n3CLiEjv/3ZzkZU8cit5pVb2UPv55Lr4ZjrcD3BzNGL5EwRn2FzIcXmVILtxWTbbL3xbRMzbSZtcTgeZ/No06xaPnyWBgBUeJwaBgAAFoJ1JQEAADSBdSVhBRIycl9b77z5vH2mLs8xvi65EWE5kWH6al56b+d/80hXB2FrsOPrc0VGtkjOtolL/zeYXBNtt+KUXULmLW+NLJ3487j9tXTxcpvs8Ep6AQCAVSCeBACUGYomYRbrSgIAAGgCkSQqOhlJPvi368Frtvo8PtXa2YqHGmY/1CgryF042uY5U6tMKF0d5SU30C23rp++e/WcZ1uKHw84zD7gmJZ9c1hmjlh91t7VXrzVMdPPVWiWXqc7un37tfPnE65ccXJ18fIPqBQcHFqvnqOLi4AQl8+cjjl1OiUhITUhISM9zcPbx6NSpUqVg0Pr1rN3dBQAAAAAAAPUSgIAAGgCtZKo0BIyxAtRzvuvml+u3sNJtK+qe6NdRlVPUSjy/eBkJyp7iJfbZd9ZM+fznU6bLtilZv13rYw//z5hX6eS/olm2Xa2osiijxx5pVfPAg528fR08/R08fBwcXf39vcPrlGzcs2aDTt08A4MFGUrJyvr76+nrfn1VxlJGl0lf5M07tLlpdk/HNq8+f1h9xheZWdv/8PJU8Landi9e/UvPx/cuPFqdLTZAXYODjUaN24WGdnhrgF+VauKQkpPSpJ7gtAwngEAAADAKlErCQAAoAlEkqi40rLF3EMOmy6Y+Uwhw8JqXvpRjbMHhOe4OJi7bVZucrZteo7Q6f/d/x1sc+UwD8dcZ5M7axCQ+3G3jD+OOfxyyP5Y3M0QcuouxyYBuk4hZTSPqwxj5MWoU8YzA54c2/uRR8qs/C7p2rVJDz10+sB+s9fK3yf2Tk5Ck66cO/fT++9tX7o0/2G67OzjO3fKy2+TJt35+ONDX3hR5pSiADJTUxdOm3Zsx/bXfvlVaFLshQu/TproExR07/hXBQAAAADrQq0kAACAJlAriQpKp8/dctH+98P2htOrqloE6Z5oltWhqs7R7pZ9OyFDHL5mdzTO5kyizbU0u4RMkZMrbISNk12ul5Pwd9UHuefW8tHX8dEFud+c69XL+d85YOv66r7d67jmnJ2yAIr8vpO2ONetlO7vWm4Losic8ucPJuxfv/7F778vm2Dyu9dezSuSVITVqy+0Jzku7sMHH7h85kxhbiQWff31iT17Xvrueyc3t3yG6XW6Nb/+Ov+Lz+MvXarVvLnQHrmf//XVV8tmz8pKT5dRrgAAAABgdaiVBAAA0AQiSVRQ19JsfjjgcDbJzAyqrSvrJnbNqualN9y3ZR7513H7JaccopNsYtNtMnLM3qudo53wdckNctW3q6K7t352qNeNK2xF+6r6MM/Mb/c6zD3kkK37t1Omm38es3+0aYLqVy0AABAASURBVLYoVwc2rJ/y1Nhnvp5e2u/lpNjY29YChtSpIzRGl539yaiRhY0kFUe2bJn89FPPz5iZ12u3b+2aXyZOPHvwoNAkXU5O1E9z/5w8OeHKFQEAAADAelErCQAAoAnUSqKCWnveYX30f2WLhhr562f2yfC4dRrRA1ds3tnkvOeybZbuNncrB1xKsbmUYnfgmt0vhx1GN8ke1TTbwe6/a6t45j7XOsvTSXyz1zEjO1cOXn3OfnjDLCf7cn4HybBwz6pVzbp3F6Xp6LZtpp0hdetG3Heff9WQ80ePnj9+rEbjxkJj1v/xx/GdO0VR7V65cu2vv3YdNsz0qjW//PLtyy8JDfvmpRc3/PGHAAAAAGDtqJUEAADQBCJJVESZOWLKDgedyZKOVTzFB11uiSTlyKiz9uPXOiVkiELJ0Yv4DJuJWx13X7F7uW1mde9c2+tvFBlJPtokKy3H5qeD/04eK+82JtWmmpcoKa379g2tWzeva5Pi4rb+80/i1aumVy369pvSTiUTY68Z9Tg4O7869ydPPz/ZbhYZqfa7eXo27NDRcKStnZ2wRrl6/aLpX5v2N+jQodOgwaH16/sEBLh6eiZcuRJ78eL2pUvW/PZbenKy0eB5n33aafBg0wUm00xGak16SooAAAAAoAHUSgIAAGgCtZKoiH476nAuyXinlWHkQw2za/veLJ9MzxY/H3L4YLNjtl4U2cozdklZzs+3zmoWqLO3/e8bPdU8U75xfjns4GyX6/Tv0pUltrRks8june++O58B941/9acJE5bPnmXUf2TLltTERDevkgtITaQnGYdk1Rs1UiJJI2ENGoz/6SehAWcOHow5dcqo84lPP+s4eLBhj1/VqvJSp3XrHsOHvzN0aMLly4bXxl+6tGvVqla9ewsAAAAA0KQyOzdlKwAAAFB+iCRR4aRkium7jKvKbG1E6+CcO2pkO934v8ccvfjruMPU3Q7FiSQlfa7YcsH2nQ2Oey7frPbzchbPtsp6p1PmmBY5fi4lFkkWhIOz80PvvFOvXTvTq65GR4vSlJWZadTj4esrtO3K2bNGPV7+/kaRpKHAatVHvj/BtH/vmtUCAAAAALSKWkkAAABNoFYSFc62GLvzycZ7rLez6FtDV9njZkB4NNZm7kGH2HTz+7adjajmra/nq6/soZf7f1yGzdFrtkfi8lx48sBV2wmbHb/pne7n+l+Pu6MYXCdHlJNGnTod3rzZqDP24sVqDRvmf8PUhIRT+/fFXriYFBfr4ePrGxQYXLNWQGioKIDc3DLNX6VLp0+fPXgw7vJlWxsb/5CQWs2amS3NzF/MqVMXT5yIuxSTkZLqHRDgGxxcrUEDN29vURKyMoynBtbl5OTq9Ta2ef4DbpOuXWWamxwXZ9h59VwpJsry4R/buTM1MdGvcmX5HFaqUkWUrZSE+LMHD8XFxCRcueLq5Sn3N78qVf2rVrV3dBQVU3Zm5sGNG88fO+bm5RUYFlavbdt8XvHivOkAAAAAjWBdSQAAAE0gkkSFs+qMmRUKg931PatnqztzWpZYesrh4DUbszla00DdC62zGwfonOyEcgs5SqcXV1LFT4cd5xxwSMs2vokcsPuy7YurnWb2zbS1gHeM2Zla3Tw98xov3+nr581b8cMPp/btNb1WBnVt+vbtP+ZJs5nfw3XrZKWnm73bncuW3R92M1wZ8/nnHQYOko1Dmze/P+wew5F29vY/nDSe6fS3SZP++mqKYc+bv8+r07q1bGxcMH/l3LnHtm83uknNpk17PDi8w8CBt12oMjM19e/p09f+9qsMw0yvDa1fv/Pgu7s/+KCDk5MohuqNGhn1pMTHL581q9cjj+R1EzsHh/Fzf5IZoWGnk6uL2t65fPmnj44ye9sTu3YZPuEzDx5ydncX16PQ4TVrGI6s367da7/8mpGSMuXpp3avWnXzu9vbdx4y5P5XX3Px9LwaHT2uYwejb/HV9h0yuzX73Uc1apielGTYIx9Iw44dRR7kbiN3uQ1/Ljh36JDptQ7Ozu369Yu8/wEZlBpdNefdd5bMmGH2Phd9/bW8KO1azZu/veBPpV0aj2Xep58u+OJz0zHbFi+eOf6VlIQEtb9qnTr3jR/fpFuE4eDivOkAAAAAraFWEgAAQBOolUTFci1NHLhmpiapd/UcD6ebu/HFVJtFJ+30JpGkh5N4slnW6GbZZpJFO1HNW7zaLqt/zewPtzhti7EzqpuUAeemCw4/HNANb5hT7sHkhWPHTTtD6tY1Ozjp2rVPRz96fOdOkQeZ2y2ZOTPql19GvPNu/qtalgEZ18145WUZ/Ji99uSePfKyYcGCcV9/7eLhkdedyAf7xZgn4i9dymuAzMnmHHpn2azvn5k6rXrjxqKoqtSuLXNBGf4Zds55793ju3bd+fjjeZWuhtWvL0pfdmbmRyMfObJli2GnzC9l6vnwu++JUiYD1C+eHBN38WJeA7IzMtb9/ru8NOzY6dnp05V41fLJZ2/y2Cf1ult+O5w/evTCiZOGqWTFetMBAAAA5Y51JQEAADSBSBIVy4l4u4RMM3tst9BbQoIdMbanE4w/a/i55L7SNvPx5tn5Z4oNA3IndMnsWzPHyeRfKDNzcn865HDwajl/irl44sTaeb8bdfpWrmx2VtJr58+/M+TufNIRVWZq6vTnn/vnm29EmTH55SODtI8feTivSFJ1YMP6H97+X97Xbpj40PB8IknV1ejoCQ/cb5TbFYqNrW2tJk2NOmVktfnvha/d0felHt1nvfHGlkV/J8XGitJk5te4jc23L79k9qG169/fzsFBlKZ9a9d88OAD+USShuSr+dEjD2empQkLY/qsXjh+bOqz44wiSXG9ArXjoEHqpkW/6QAAAACLVGbnpkglAQAAypNSKymACuJkgk1ChvFnFX/X3DqV9IY9K84YJ4oOduLeBroBtW9ZCVKmjEnGywL+K9Qr97lWWZ1DzCwyeSbB9rcj9onmblXaZGwTffjw8tmz3ht2jwwzjK6NvO8+05vIkO/zxx6LOXVKFNhP7793dNs2UTZMfvl899qrx3bsEAWw7vffL50+bdp/+eyZL8Y8kZ6cLAomLTHxiyfHpCTEi6Ia+PTTeU0ne+HYsRU/zJ785JNjWjR/a+CAPyd/eebAAVEKTH+NH9+1a+OCBWYHdxgwQJQmmZp/+eSTRvWj+Tuydeuno0blZGUJS2L6rP784YdmH1eTbt08K1VS2pb+pgMAAAAsUpmdm2IGVwAAgPJErSQqlovJtqnZxntsPb9ch1tToZ0xxilRiIe+a0iOm+N/mzq9WHbKTuaLSZk2VT3FXbWz21fJcXG4ec8ymHy5bdaey85X0275dlk6sfmi3bE421aV9aIUTH/+OXkRhVSldu1+T4wx7f/to0mnD+w36qzZtKnMpQLDqqWnpkQfObr0+++MMs4Z41+ZsHhJMRdcLJrLZ88qjfBWrZpHRFYND4+9FHNyz56Nf/6pyzZe7XP7kiX9xtzyqOUvtK+efjrt1iUbxb/VgXc1aN++UpXKCZevHN2+bc2vvxpem3Tt2tz33nvs409EkdRt2/a+V1+b8+47+YyRP9iJXbvk5fePP/YPCWnf/64ew4f7BAWJUpOdYT45D65Ro2bTZqLUyJfp8yceN5sKV2/YKLxVS112zrmjR0xXDD2wcUPUzz/1fGiEsGB5Pavt+/dX2xXuTQcAAABYAtaVBAAA0ATWlUQFkpEtYjNsckzSwBretxQ1XkgSprO8hnrmhnrdvOWeK3ZTdjsdumpzvS1WnbHrUyN7fPvsSi43/z2zlo/+w25ZI/8xzglOxtvuvmzbJFDvaL5Arqx5BwY+8dnndvbGn60Sr15d8cMPRp29R46UEZo6uF0/0WXI3RMfeujymTPqmIsnTmxeuLDzkCHK5vdHjiqNeZ9+uuCLzw3vrUWvXs99860oUfLX0aiJk7rec4/a0/2BB5tHdv/88ceMRp49fNioZ9eKFTLCNOp8+qupbe68U92Uj6t1376fjBypy7lZOLvu998HPvV0QFiYKJI+o0adO3JY3klBBl+Njv7rqyl/fz2tXf/+Q1940a9qVaMBLXr2nHv2nGws/vbbue+9a3hVrebN317wpyiMHsMf6jJ0aOWaNc8fO7r2t98Dq1UTpWnTX39dOHbMqLNO69YPvf2O4WqaZw8e/HD4gzIPNhwms2cllXzgjTflRTY+Hf3ozmXLDMfc+fjj945/VZSryrVqDXrmmUadO2emph3esmXl3Dkte/ZSriqpNx0AAACgNawrCQAAoAlEkqhA0nJEWraZ3dXb6ZaZXi6mmPmU4eOsN0wcr6bZXLuxjJ0+V6Rmi3lHHcYsc467dXrYyLCcDlWNU9DcXLE1xi4x0yLeODK9+2jlquqNGpleJdOR7MxMw54ajZs88PobRvllYLXqj5uUCS79/jtRTiIfeNAwklS06tMnvFUro86r56ONepZ8N9Oop8/IkYaRpKJJ126Dxo0z6lzxo3GYVCiPffzJuOnfBIQWNNfU63QbFyx47c47di5fLkrNHaNHj3j3Xbl7OLm61mza7JEJE2SPKDXyD8rimTOMOuVz8urcnwwjSSmsQYMR77xrNPLa+fMy1ROWzcPX9+XZP7Trf5e7t0+lKlU6Dh78v/kLHJydlWsr6JsOAAAAKHesKwkAAKAJrCuJCkSnF9n62++uZofY2drYGnzGCfPUV/fS2976qWfrRdvnVjoZrRl5d51s05rIvZft4tLLM5X0rFSp50Mj3vpj/qOTPnL19DQ7ZscK47ir67B7bGzNfASTgV/1Ro0Ne84ePCgjIlEeIu6912x/raZNjXoybp0DMy0p6fDmzUZjut1rZrlNqfuDDxr17F61ShRPq969P1y2bOiLLwbXrFnAm6TEx3/66KglM2aIUuDo4jLwqadFGTp/9Oi5Q4eMOvs9/ri9o6Pp4KZdu/oEBTWLjBz4zLjnvp0xefOWr7bv8PL3F5at6z3DTMtbVRX0TQcAAACUO9aVBAAA0ARqJWF9vJ3NfJjJyvl3SUg1X6zlox/TPGv2AceoM7dEjmvO2S0/bT+k3s25PetV0od65Z6Iu+VtEpthE51kU6eSKHu2dnajJ33UYeBA2chnWFZ6uulEmoFh1fIaXyW89un9+wx7oo8cySd9KSUySAutV8/sVf4hIUY9mWlphpsn9uw2vVVwjRrCHHdvH7+QkGvRN6stY06dykxNdXJzE8Xg5Op619in5OXsoUM7li3b/PfCmJMnb3urOe++4+TiEnH//aJENena1SWPxLqUnDt8yLSzeY8eZgfLp3rK1m2iomlrUnqrqqBvOgAAAMASsK4kAACAJrCuJKzA1dRbSpGqeentbUTOrdHktQzba2k2lT3+63WwE51C9DW9M5v423+2/ZZCrqWn7e4Kz1HzSx9nfbiP7kTcLZ9ccnPFiXjb7tV1oqTd9eTYhp06pScnJ8fHp8THH9y0ad/uXiibAAAQAElEQVTaNYYD9DqdDLF0OTldhw3L535iL16UI4065336yd9Tp5odfyXaeDbUc0ePNOveXZQtGUmaLSyTHJ1djHoMF4YU/87/ecFogJ2Dw0STmkhVemKSUY+MEk3niS2asPr15WXws89ejY4+tXfv8V07j+/adXLPnrz+/3f+l190GTpU/sCi5ITWrSvK1rULxi+Bs7u75Zc/FpydvX3V8PC8rq2gbzoAAADAEpTZuSlSSQAAgPJEJIkKRCaFTnZmQp0TCbfsw072NnX89Aev3hJuHY+zORZ/M5WUbG1EVc/cMc2zt8XYbzx/c/ClVNvLKSLE679NVwcR6KY3/abnk0tlNYqgGjXqt2unbt75+OPzP//sj88+MxyTkpDw7csvXTp9etj48Xndjww1TTuP79wpCizh8hVR5vJJsBycHPO9qXxajB+yLjv7wMYNosDiLl8SJc0/JERelLUtUxMTty5a9McXnydcvmw0LP7SpW1Ll7Tr11+UHN+gYFGybjelktwzjXr8q1a10D8xRZoeyic42OxstIoK+qYDAAAALAHrSgIAAGgC60qiAnF1yPV0MvNB5Uisre7W3LBDlRyjMVfTbH4/7HghyfjmDnaisf8t5U0ZOTbxmTc/pzja5Xo4mvmmSVll9JFp0LhnOw4aZNr/99fTFnz5RV63ykhNEcVjVIlYNuzynpbWwdFJ5CsjJVUUT2k/ZDcvr4j77/945aomXbuaXnukpKczdfP2FkWQ91+EnKwska/MtHSjnvznGS51xXgsZnl45feUVtA3HQAAAGAJWFcSAABAE6iVRAXiYGdT2S3XxUGkZ9/Sn5hpcyzOpp7fzc8wfWrq/jiaG5t+y769+JSdg53jo42z6vjl2t+IHa+l2WyLuSU4cbDNdbG/eVfyk5Feb+bTUVp22cX5j7z3/ukDB0yXrJv3ySfVGzZqGhFhehMZgIniyc7KFGXOxqbo/7da/Ieck5VdqPF716zeE7U6OT4+OS4uJSE+KS5Odn65cVNek9AqXDw9R0/6aFynjtmZtzzDybGxokQ5ubqIwtPr9Wb7c/V6ox/YlLO78aqc8ZdKvvy04IrzWMxycnPN59oK+qYDAAAALAHrSgIAAGgC60qiYgn11Hk62adnG++xa87Z1/O7GSnV8NL3rJbzy2EHw+RQ5ot/Hbc/k2jbsaqucYDezSH3cqpN1Fm73ZdvyZC8nHKD/p2y9b9vkaW3Sc428wZxK8kVAG/Dyc3tqS8nvzHgruyMDKOrpr/4wsRlyz39/Iz6A0LDTO/nkzVrg6pXFxYsN1cviso/JMSoxy8k5IsNG0WpuXr+/PLZs4w6j27fXrdNm/xv6B0YWDW8zun9+ww7kxPiRYmyd3AUhZdXuV56yu0LAU1juaTYWF12dsmul1lwxXksZtnb5/dAKuibDgAAALAEZXZuihlcAQAAyhORJCqWmj56b3MTecpwMS3rZgTp6SQG1tHV8DEuZ5TB5J7Ltt/ucXhrveMra5wmbHZadMLeqBKyeaDew2CeWJmAXk0z87HF16VMpz4OqVdv6AsvmvYnXbv27Ssvm/Z7+Po6u7sbdV44flxYL9NU8lp0dEZKcSfVzEdYvfqmnTtXLL/d7f5Ny84dOWzU6eHtI0qU3e1mT7U1V9OZ1zMWb7IWpqng6jVMOw9t2ZzX+L+nTZvzztsrf/zh0KZNCVeKtaRiiT8W89/FPr//q9bgmw4AAAAoKawrCQAAoAmsK4mKpaZPboCrmT32TKLtpgs3y5jkx5mWwbr76md7mIswM3UiJsUmOsnmWprxVXa24u66t9RXJWXZnEky87ElwKXoVX1F02fUqMZdupr271qxYuOC+ab9lWvUNOrZuvgfYY78JbB89qx9a9dcO39eVFgBoaGmnZsWLjQ7WD7SqJ9+OrJ1a0oxKhRrNG5sWqW6+pdfTu7Znf8N1//xhy7beLZY04o600UZc/WF2Ovs7G8zNZGrp6dppzIPrakzB/aL2wlv0cK0c+2vv5kdLPe6pd/NXDJz5vevv/7+vcOebNXy8WZNN/99y+tlmjXm9QyU+GMxy87+NkGv1t50AAAAQEkps3NTpJIAAADliVpJVCz2tiKymplZGWPTbRYet0vMuPkxxtZGPNw4++kWmb7OBf1s4+YoxrfNqulzS+xxJtHmeKzxe0Ruh1cq6zhfvlVHTpjgYi59mf3mWwkm5V8tevYw6tm4YEH04cOmN9+3ZvXsN9+cOHz4Mx3aj2rU8K2BA6a/8Hz5rghYBG5eXo06dTbq/GvqVzlZWaaDV86ZM3P8K+8OHfJYkyYyD5tw371z3nlbFJKdg0P7u+4y6kxPTp40YoSMivO61dFt22a9+YZpf5OuXY16bO2MPy9npqeLkuPi4WE6t+rp/WYSO5kFLp4xQ9yOd2BgcA3jcsltS5fEXrhgOnjZ998b1Ucmx8XVadnKsMfOzjhYzUzPEOaU+GMpGq296QAAAICSQq0kAACAJlAriQqna2iOq6PxxxV9rtgaY7f6nL3OIFKUweTIJjlvdcpsEax3ut2K9pU9ckc1znykiXEF2+KT9tkm1Vn+rrlhXmVdKyn5Va067KWXTPtTkxJ/+mCCUWevEQ97+PoadX778ktxMTGGPTIKmvPee+pmelLSiV27Lhw75hMUJCqaQePGGfVci46eMf6V7MxMw87jO3cu/2G2uimzsYMbN9rYFuXDaZ9HRppO2pkSH//JqJGv3dF3yYwZhzZtkk9pWlJSzKlTB9av/+KJx98Zcrfp+qC1mjWr07q1UafpwpBXz5+Xd6605QtXqNJJs0Lq1DHqWfHjD8m3lhjK7zLjlZfPHDggCqDT3Xcb9eiys98ccJd8Hgw7dy5f/suHHxiNbN6jh29wsGGPnYPx+/b8saN6nU5pG4WaJf5YikCDbzoAAACgRJTZuanbnRsAAABAaaJWEhVOmGdun+rZfxw1/ihxOdXm58OOLYIyQjxvqZi8q7aubqXM5aftVpx2OBxrk60zvkNPJ5vOITl9a2R3CdXZ3vpu2HvFdtVZM59ZmgbqvczNDVsGuj84fNPChUe3bTPq37hgQdeh99Rv317tcfHw6DNy5G8ffWQ47OTevTIt6/vo6ICQEAcnp+O7dq2b97vpkn6Dn31WVEDhLVs27txl37q1hp3r5827eOJEx4ED/UNCUxMTj2zbumHBAqNcUCaL/R5/QhSezIkHPvX0zyaRsPh3mtADBU+/7jT33d1M6mIzU1Nf6tE9JLxOdnaWzFYnb9nqHRAgikE+Y0Y/5LXz598ePGjA2Kd8K1eWmzJPXfjVFLnbFPAOZUy78scfjUI4uYO9f++wsAYNwlu0tLG1OXvokOkOLHUaNNiox83Ly6jnyNatL/fs4RsYlJwQr8vJmbh8Rek9liLQ4JsOAAAAKBFldm6KVBIAAKA8KbWSBJOoQOTeOqZ51j8n7TNMZnLddcl2yk6HCV2yjGa+rOOrD/PU96mhOx1vs++q3ekE2+Trk3r6u+XW8tE3D9RX89JXcsk1ulV8hnh9rVNSpvF3sbMRbSrrvJzKrch49KSPXundy7Te7rvXX5u4bLnhPJa9Rjy8bt68S6dPGw5Lio01LVMzVKd16ybdIkTFdPcLzx/eusWoOPLknj3yks+t5BNlukJkAfV99NH969Yd2LhBFFXPh0a06t3btL9yzZqmnYlXr8qL0o67FFPMVLJu6zbLZ80y6ow5dWrac2YSMv+QkKvR0SJfji4uT37+xYfDHzR6CaSzBw/KS143bNa9u+mTYDofrCQzZnkR1yNAw/4SfyxFo8E3HQAAAFB8ZXZuihlcAQAAyhORJCqiGt76++pnm/Zn68QfRx1eXO2oM5nY0tleyACye3Xd062yPonMmN7n38v7XTJHNcluXVkX4GYcSWbmiP9tcNx/1cwHllq++maBekc7UV6Cqlcf8vwLpv0xJ08umv61YY+zu/vLs38o1LSQIXXrjv3iS1Fh1WzS9JlpX9vZF+L/X1v37Tvw6adFUdna2Y37+uvqjRqLIuk8ZMjwt80vaRlSr15ASGg+t42LKe4yhDIIrN6wUUFGdhw8uNNg49lZzf75qNu27VNTvnJwdhYFVrdNm6enfGU6ia7pWpuG0pOTUxMS1M3SeCxFoME3HQAAAFB8rCsJAACgCawriYpI7rcPNsypU8nMrpujF/OvB5MXkm30uaY3FA62wsn+35BSXpzshL3JJxJ5qwtJ4p2NjstOO5jev4Od6FBFV6+STpSrPiNH1mza1LT/zylTYi9cMOwJCAt747ffGnbsJAqgaUTEm7/PU6a7rLiaRUa+NPsHs2V2RmR4eefjjz89dZqDU7Em5HXx9Pzf/Pl3PPZYoT5Iy5/wic8+Hz3po3xudd9rr+VzD7EXL4jikZHq6I8+8qtaNf9hfUaNGj1xkukfi7z+fLTo2XP8j3O8AwNFAcg08blvZzi6uJheFRhWTe7q+dz22sWLaruUHksRaPBNBwAAABQT60oCAABoArWSqKCqeOgfbpQ1aYtjXIaZHfjv4w6xaXYjm2a1CtK5OBTibnV6seWC7dxDjqvO2mXmmBlQ3Ut/R62cQt1nafg3gJn00at39NVl31IzmpWePuutN5+fMdOwU0Y74+fO3fjngo0LFhzavNl0ak2ZyXUcNKjXQyNC6tUTVqFhx44fLF22dObM7cuWmp271bNSpcj7H+j+4IPFnAFVZe/oeN+rr/Uc/tDmv//euWL58Z07zQ6TL1yNJk1qN2tWp3Wb5pGRhtPtmtWqT5+Xf/zx25dfjjOI3xRVatfOv5KygELr15+0YuWi6dPX/THv2q2TmsrUtnHXrnc+Orpu27aikOq0bv3pmrXLZ89eP/+PC8eOmQ6Qf3o6DBrU77HHq9apk8/93P/Gmz5Bwb9/8rHRlMXy5vXatXO6NcsspcdSBBp80wEAAADFUWbnpvjffAAAgNKiHmjlXqfX65WvuhvS0tISExOVYLJOvueFUXEpu0HuDfob1N3gRN++Qvdf5Z9jQEDL3+eJCuJaus0X2x1/O2JvNj60uT7Ra0Q1Xa/quiYBOofbTbiamZN7ONZu5Wn7ZWfsTsTZmv2U4mgnnm+dNbJJtn2FnfMlIyXl5N698ZcvJ8fFievlev4hIYFhYTJUE1ZK5nlnDx1KjI1Njo119fIMqlZdPmT/qlVN5wstQYlXr+6Oioq/FKNsevr5/ftNq1SVX4vwVMtMa9/atecOH5Kf1D18fLz8/CvXrFklPFyUKPnb4diOHVfOnUu4csXF08O/SpWazZq5e/uIYkuKjT1z8ED8pcuJ1656+PjKJ8E3KCggNLTgT0VKQvyOpcviL1+ytbf3quQns+QajRvnsxRo6T2WIrCCN13q8eN7R90sWrVt0cL16aftr7Ozk9m6g9K2tbVVemxvsLlBlOFpJpiVzzGh/JqTk3P4fNITM/er4zs3qvzWfa0EAADFcPf7S+NT/vvfLCd79XugXgAAEABJREFUm+9GhKnHD0pDHkXY3WBrQD144PhBO5KSklJSUuQrnpmZKU9V2RtQjjaV3aZEDjWplQQAAChP1Eqi4vJzyR3ZJPNIrM32GDORozz/ejLBNvqA7coz9uG++i4huhZBOTKndLC7ZYfP0onTCbZbY2y3nLc7Fm97Lsk2K+/JWSPCcobVq8CRpLi+6F2DDh2ElvhWrlz202N6+ft3veceUUIcnJxa9OwpL6I0yZi2TuvW8iJKmmelSo07dxHFIAPFrsOGFXx86T2WItDgmw5AiZBH6dv3Hjx/4fLV2Dgfb8+qwUGhVYIqB/nb2rIeFixRTo7uwJETMVeuJSQmJSQlOzs5eXm4+3h51KlVXe63AgBup8zOTZFKAgAAlCdlXUmCSVRQ1bzEN70z7v7T5WS8+TN0WTkydLQ5nWC37JRMLh0dbUWAe25Vj39LRnL0udfSbM4kFvTUXn1//RfdM534BAMAQLmaPPPnz7+Zk/8YX29P/0o+lXy9fb29fH28qgQF3tmjc1BAJVFB/LV0zRcz5pyNjjHqn/LBq30ibvlHh9S0dDdXF1FUL77z6fx/Vhn2yHvbumSui3OhV1x+66Npc+YtMuz55O0XBvTuJlBsdTr0l5mf0j659R9RDPePGb9l5z6lveD7zxvXry2KR6/Xy9116eqN23bvT0pONTumddOGPbq2G3xHdy9Pd1FhFfO9BuC2yuzcFJ/pAQAAyhORJCo6Hxcxb0D6mBXOuy6ZXwnSUJZenE+ykRdRGHY2op6ffmKXDCJJAAAqhLiEJHkRJ8+qPR9OntmtY6tHHxgsAxJh2fKJXevWqqa2r8UlfPDFjEb1w0fc01+UHBm9rN64vW9kx0LdSqfTL1m1XkBj1m/Z9eGU744cP53/sG17DsjLjLnzxz89sl/PYk2fUF4WrVj31Xe/LPl5qgBQasrs3BRzDgAAAJQnpVZSABWZDCY/i8gcUjfbz6Xkd2aZRLavqv9fx8x6/rxTAACoqOQRb9T6bfc+9vIzr0+8ci1OWKroC5emfPez2avc3Vyqh1YR1x/Lr38t63PvE38uXS1KwbLVG0UhrduyMzY+UUBLZCQ58rm3bhtJqi5fjR33xqTHXnw3MytbVBznY66MfO5/8vfGtdh4AaA0ldm5Kf7ZGAAAoDxRKwnrEOSe+2yrrIZ+ubMP2B++VmL/+2hrIwaG5zzUMKtupVzeKAAAWBpPD7dGdc1MQZmUkhKXkCRzsoyMTKOrFq1Yd+zk2Z++nujj5SEsz1/L1qhzdUq9u3Xo0KZZWNVgO1tbdVbVr3/4/eOps0WpWb1xe3pGZqEmcf1n5ToBLTl55vyzb0zS6fRqj0zN77mrd9XgQC9Pj0o+XglJyWfPXzx15vzO/Ydl1q4OW7luy+jn35428XVXV2dh8bKyc/rc90RaWoYAUPpYVxIAAEATWFcSVqOSixhUJ7tFkO6vY/Y/HbaPSy/uXl3DW/9k8+wuYbrSKMEEAADFV7NayA9T3s9ngIxDdh84unztpiWrNqidx06dfeyFt2d98Z4F5iKHjp5U20P69fzw9WdMx6SmpotSYGdnq4RMqWnpq9ZvvbNH5wLeUEaYy9dsFig1T4+6T6+3rMPRz775MT4pWd28b2Cfpx+937+Sj+lIuVNFbdw2Y84fO/YeUno2bNs9+bufXx77sLB4er2eSBIoM2V2booZXAEAAMoTkSSsiaOdqO2rf6Ft1qp7015sm+XvWsTTN5Vccp9tnfXX4PTBdXOIJAEAqLhCqgT179VlyoTxc6d+EF4jTO3fue/w59/OEZYnMTlFbfeO6CDKUIfWzdT2stWbCnw7EbVhmwwylXaVoACBkvbkw8OeGnmvchEWQOb6S6NuTvM7ZsQ9774y1mwkKa6n3T06t/3+i/dqVQ9RO+f+8U9CYooAAAOsKwkAAKAJrCsJq+TjLJ5snh11b+qMvhnD6mfX9dNX9cyt5CLcHIWDyUcQWxvh4vBvEhnqmdumiv7dzplL7kl/pmW2RyHmLQMAABatbYvGsye/Z5iZzZm3yHBiSQuRbjDlbJB/JVHaDE4BN21QJ7RqkNJetX5LSoErMpesWq802rdqEuDvK2DtotZvVT9CNm4Q/vwTw297E1cXp8kTxjs5Oiib1+txtwgAMMC6kgAAAJpArSSsmIeTTfdqOnlJyRSnE21OJdpeTLaNy7CJz7DJ1tlkXZ8Iy9lOuDmIII/cME9dHd/cWj56W94QAABYowA/32mTXh86+kVlscnMrOzPv5nzydsvCEuiz725UJ+9Q1mfOO0b2fnr2b+J60/OyvVbBvTudtubJCSmRG3YduPmnf74Z6WAtTtnEOe3bd64gLcKrxHWqmnDDdt2K5sHj54cfGd3AQA3sK4kAACAJrCuJLTA3Uk0CshtFKATQqf0ZObkZl1vujrY2DGBCwAA2tCgTs37Bvb57uc/lc0/l65+9vHhVYNvP+loYlLKll37zp676O/vK+/EcDJYU2ejY6IvXrp8NTY2PtHOzraSr3eQf6UGdWp5uLsKy9Y3sqOSSkrLojYWJJVcsXaTjDBlw97erk9EUVJJ+UQdPn465vLVpOQUPx+fysEBjevXdnN1EYWXnZ2zddf+Q8dOeXu5h4VUad20wW0/5uzad/js+Zgr12Ld3FwD/Ss1bVAnr5lId+49fCb6QmxcQmCAX81qVWtWC3FxLsTEGjqd/siJ0xcvX42LT4xPSHRzdfX19aoc4N+gbi3Hko6fr1yLO3bq7JHjZ9xcnUMqB7Vp3sihRL+FOmGvpJY/FkT7Vk3UVPLAkeOibJ0+d0HuaXJ/0+v1VYIDwmtUqxFWRZSCsnytAWtSZuemeB8CAACUJyJJaJOTvY0Tn0UAANCeQX0j1VRS2rR999D+vQwHrN6wbdTzbyvt7z9/p3O7FnP++OeDL2dmGMyt2rVDq/FPj6xVLcTwhgePnpz+w++btu2JT0o2+60b1at1V++Ie+7q7epyS5q1JGrj2PETTMf3uudxtS1/jA6tmn3w5QyjMe9+Ol1elPYbzz024p7+olAMpsuTnwtk4Cof1Ikz0XJz7eYdKanp7m63SQcXrVynNLq1byWzQFFgaWkZ3/3y5/zFK2WIa3SVjHJbNq4/6v7BEZ1a53VzGYw17na30n7ioaEvjHlo9/4jY1+dcOlKrDqmbu3qL415uEv7FrJds80dSufI+wa++swo2Zgxd8FPC/4x/e79e3V5/okRhln197/89eO8v01HvvTkiMeGDxH5ks/q38vX/bZwqfzxMjKzTAc4Ozm2bNJg6IBefSM65vW5rE6H/jk5//1r3cmt/+T1veRzsmBJ1G9/LZO7omF/gJ/v8KH9Rt43qKQiseBAf7W9afuecaMfKOANe3frKNPf0MpBMtkNrRJkeFWfe8fIJFVpvzz2kdEPDr7tvb347mfzF/2Xgn/5/it3dO8kG/KJkk+X0infDvJNIRsr1m2ZOWf+9r0Hje6hWkjlQXdEPnh3P08PN6OrmkYOSU5JM+yJS0xS9yJfL8/ty382ukkxX+tnXp+4aMU6dfPHKRNkiCvy8PvC5a+8/4W6uezXr41+HQEVEetKAgAAaALrSgIAAEA76oXXaNqwjrq5ecfe/McvWBz11qSphpGktGbj9kyD1EGn07/03mf9hz/9z8r1eUWS0v7DJ9777Jv+w586eea8sFR39uyiNDKzspet3pj/4GtxCRu37VHafbt3FgW2c+/h7kNHfzb9R9OoT1x/PrfuPvDoC2+PfuGd+MTkgtzh0ZNnHx73hmEkKR05fvrUOTNPdUJiyohn3pARr9nvvnDZ2rtHPifvULbjEpIeHvemfNXMjpz01awhj76QzwKc1+ITB498/tk3J23esc9sTCXJ/g3bdj/96ocyC09LzxRFJfeu7kNGy33VKJIU10snP546e9Ajz547XzILqbZrcTMt27nvsHyPFPCGYSHBDwy+Q0bsdWqGGVWaDhvYW23/tfT2dyhT7aVRG5S2zAh7dmlndlhWds6bk6Y+/uK7ppGkdCb64qdf/zjw4XHXYuNF8RT/tX5//NPqwq7S+AlfGNakGjp19sI7n01XN+8ffAeRJKxDmZ2bIpUEAAAoT9RKAgAAQFNaNWmgtjds3W18GtTg2FjGOe98+rXpPdStXb1BnZrq5ovvfPLH37fMXOrj6VG3VrU2zRvJtMBo4tbT5y488dK7yqynFqh/z65qe9maTfkP/nv5WuXZc3V17tm1nSiYdZt3jhj3+uWrtySI8hlr0bieUcnaqvVb73roabNZmo24+TLpc3Nfef9zo8o2cX1S2X43QlZVTo5OPv/rt+wSebsaG//6h5PTMzIfff5/8qfNZ+SufYcnf/ez2atknvrQ2Ff3Hjxq2Bng59uofu2WTerL/Mlo7lMZdb/18VRRJKs3bHvgyVfk7mrYKSPAhnVr2d1Yq+DwsVOPPPtmXHyiKLbO7ZqHGFQ6yufqw8nfyYRPFMPAPpHqE3LkxJl9h24zv+viVetlMKm0+/fuanaKWp1e/9xbH83945/870r+5E+/PlEUQ4m81u5uLp+9/ZL6ep2/ePmjqbNMv5fMWce9MVF97PJbKLW/gBVgXUkAAABNYF1JAAAAaEqAfyW1HZeQJCMomR/cvNogpPzk6x+SklPF9WKsrp1a+3p7HT56cuP2PXf1urng4oLFUX8tXaNuDu7XfeS9g+rUvGXhyS0798m7kgmWsnny7Plf/1w6fGg/ZbNPRAd1Ws4BD4/bfyOPMZ2VcdT9A+XXj6fOnnZj9ceizNqaLxllyZxD+RnWbt6RkJiSz7ysMhlSGr26tHd2cizA3YuTZ84//fqHaqbi7Ow09pFhd0R2VqvEoi9cmr941ZczflI2L8RcGffmpF+mTzKafTRX3HyZFixepQRy8kNNj85ta1QLOXPuwrqtO9u2aOzn6230A8z+baHSqB5a5e47u7dr2SS8ZrWU1DT5okz4/Fu10FC+WEMffeHQsVOy7evted+gvq2bN2pcLzzm6rWDh0/8OG+RGkHNmPPH0H49a1aravSNPvrqe5muKW0ZOD1y78D7B/X1M1i0Uuajfy1Z/eV3P8n8SemZv2jlyHsHyjxbFEZsQtJL736mlmzKJ+HN5x7r16urj5eH3JTZ6s59h16d8KV8JmUiLkqC/BYvPfnw0699qGTSGZlZ3875Q17kE37PXb3bt27q5+MlCkkG0n0iOv65dLWy+ffyNY3r185n/MJla9T2wL6RZsf8/vcKtcq5f68undu1bFC3VuUA/6Mnzixfu/GXP5eqT9rWXftlxG6YYe9Z9bvy0Bp0Hqj0mJ21VVFSr3XThnWeGnnf59/MUTZ//H3RHT06G/4XhfTptNnqXurl6T7l/fEFfOsBlo91JQEAADSBSBIAAACaEmiQSorrdU63pJIGlKyreeN6UyaMV28lIwH/G3lDdnbOx9NmqePHjX7gqZH3mt6PTGt+++ajB8e+urZMT5oAABAASURBVHnHPqXnr2Wr1VTS0vTt1lFJJWWUsmLtpiH9e5oddjY6Rs1ZlSX9bkuv1497Y6Ja1Ni4Qfjk98cbruAohVQJeubR+xvWqfXc/z5SQiOZ/8kU9plR9+V1t8rLJEOjbz55q1mjumqnUe2goS7tW37x7stqGauLs5N8TX/5elK/4U+pNX9KJCkf2tsvPakkfJKHe2h49dCeXdvd+eBYtYhTprNGr7u87a9/LVPaTo4OX33wWsc2zYx+Bnt7O5lhd+nQsu99Y2JvlDAuWBI1/qlHRGF8+e1cGa4rbRmJTZnwaqe2zdVr5UPr2LrZ/JmfPv7ye7v3HxElpG9kx/T0ceMnfKHT6dVOmb7Li2xUrRzYtEGdJg3qyK+N6tV2KNh6lgPviFRTyT+XRMngM68byuh64/b/pg6uUzOsYd1aZocpkWS98BrytTaMjVs0qScvg/v1fHDM+GtxCUrnohXrTCtrC6JkX+snH75n49bd6nyzr7z7+aI5U9TZbuWj/nbufHXwpNeflU+1AKwF60oCAABoAutKAgAAQFMC/W5JJROS8lu5sEpwwPSP3jQMMhvUqammmKs3bVfXMqwfXsNsJKmQR93PjH5A3ZSxirBUdxpkM0vyXlpy0cq1SqOSj1fndi1FASxbs1mJ+sT1/Gzye68YRZKqyM5tJrz2jLo5+9e/8lm+UTFt0htqJCmuz5+ZV1glw8iP3nreaGZdcX0e2pH3DzLskQ/tnZfGqpGkys3V5YHBd6qbF2KuGA1YsHiV2r5vUF/TmErl5+v98L0D1M2LJneVP7n7zZm3SN18YcwIw0jy5nep5PP1pDfkAxQlZ/Cd3X+aOjE40M/0qvMXL8uQ7/3Pvx3y6AtNI4cMH/vaj/MWJSSm5H+HHVo1rRL03/4gc9a1m3bkNVINL6V7BvQW+Xr/lbGmlaySTJfHGbwl9xwoYmRbsq+1ra3tJ++8oE5lLDPyz7+dq7RlgPrSO5+qIx+5d0D3Lm0FYEVYVxIAAEATqJUEAACApgTdmqMkJ+UXljz1yL2+3p55XSsPpAf07ta6aUMZWw69q5fIV7WqldV2/lFo+aoc5C8fkdLeuG13XmHSwhvz1vbt3kldDC9/s3/5S22/+OTD+Zd53RHZSZ27MjEpZXm+i1wOurN7y6b1RcEM6dezUh6vacM6twSZzz/xUF4T2DZuEK62L14yjpf8K/n2iewox/h4etx2xwipfHONxuTUVFEYqzduU9sy0rvnrjwjOhmJ3TfoDlGi5HO+6Mevnnv8QTVNNJWRmbVx+57/fTSt7R33v/D2J1dj4/MaKd9N9wy4+Vz9ZTBHq5Hf/16uNJwcHQb2iRR5u29gnyYN6uR1bcfWNxNEmfkVbbXXEn+t5ZP54evj1M3vf16gZPlvTZqq/g9Ei8b15DtIANaFdSUBAAA0gXUlAQAAoCk5OTmGm3b2dvkM7tyuRT7X9ujcVl5EwchYSKZ3yoyX8qu8FDDMK3u9Izts23NAXJ/EdenqDcNMytEOHj154ky00u5bsOlbYy5fU+ellHp1bX/bm3Tv0k69yZbd+wbdkWf+1L5lE1FgrZo1zOuqQP9b5vLt0aVdXiN9vG7mmqZTxY5+cLAosACDb2q0c97WGoOCwkcfGOyY71ypox+8++f5i1PTblN1WigytX3y4WGPDx+6afsemWFv2bVv/+ETZkdmZ+csWBwVtWGbzHrvH9TX7BgZGH82fY5SL7Vq/RaZRnt5GqfCW3btV4tT5QuklhWa1bd753yuDakSpL4lJfnMyJhTFFJpvNby3SHz1J8WLBHXf1e88t7nA/tGLr1RuOzr7fnl++MdHQhWYG3K7NwUtZIAAADliUgSAAAAmpJ4a3Gkh1ueqUZo1SCjRSiLTGZy8/9ZZbgIX45OJyzVHZGd1M8IS81N4vrPyvVKQ+Y6akVj/g4dPam2q4dWUdfmzEdzgxlZN23bk8/IFo0KWih5/btXzesqL89bJmvNp0zW1fnmbKhFnnVQ3vDwsVNR62/WO+py9IW6hwNHjqvtzm1b5D+4krdn07wLB4tDZnud2jZ/5emRf876Yvuyn7+c8Mq9A/uYLaCU7743J371weTvzN5PgJ9vt46tlHZmVvbfK9aajlloMH2rzOpEvvz9brOb+Xp7qe3CRsKFUtjX+rVnR4fXCFPaB4+efO+zb9SrPvnfC0EBJfN7CbAo1EoCAABoArWSAAAA0JTklFsmTvT0zDuVrBIsCu9afOLFmCsXL1+5eOnqpSvXLl6+euLUueOnzxkNs+TF3f0q+XRo3XTD1t2yLb8mJKYYTmQqf/LFq/5LJe/o3rmAHyWiYy6r7dPnLtRsU7jZRGWsm56R6eLsZPZamR+LAvPJO2s0lP8qjIX9ACWfNPkQ5C5x4dKVS1euXrx8Leby1b0Hj16LSzAaVqj7vHz1ZplmJV/v297Er9LtxxSTjHJlqi0vsn3s1Nltuw/s3nc4auO2pOSb77sZc/7w8/F69AEzVYaD+nZXo7u/l615YPAt+0lGZpa678lgu7O5RTQN+fncJpV0cnJU24b/NFAcJfJaOzs5fv7ey4MeHicfsmH/Y8OH5F/ADVRcZXZuilQSAACgPBFJAgAAQFPOXohR23Z2toYrvRlxc3ERBRObkPTHwuXrt+06cOSEYfpScfWN7KSkkvLzwj+r1hlOubl978HoC5eU9p0Fm75V/FskV9ylNLOyss2mkqaTfBrJybmlLLVSwVJJO9sSmOTv2OlzfyxauW33/qPHTxdt2cJ8yEhSTbacHB3c3W6/u/r53r5EtQSF1wiTF5kspqVlzPnjn0lffa/+wF99/8uQfr1Ml+3s3qmNjBuV5Sd37D0k97SQKjffoUuiNiSnpCntIf162ub7GsnPuXktC1oaSvy1rlMz7KWxD7/zyXS1p3GD8Ocee1AAVqrMzk0xgysAAEB5UmolBQAAAKANew8dVdt1a1XPq/xOsrUt0BnSTdv39ntg7MSvvpeNvCJJGbQMurO7qDh6de1gf2PFzWVRt0ziuvjG9K31wmvIiygYoxLVIsjOY85bO5tCnGGWD6rMTnzP+nVh/wefmjHnj30Hj+UVU9WtXb0gS2yalWAQ9Pr6eBXkJpUKNqzEubo6j35w8AevPq32yHBxzh+LTEc6ONgP6N1N3fz97xWG1/5lMH3rPXf1Evkqy3VbS/u1Vpw4fe7cjX8IAKxPmZ2bolYSAACgPFErCQAAAE3Zd+CY2m5Yt5Yonj/+Xjn+gy9M5350cnSoX6dmvVrV5dfG9cPrh9eQR93zF60UFYS3l3uXdi1Xrd8q25t27L0WG+93fSVI+UjVVLLghZLi36kyb6a/Pbu0e+ie/qKQvNzdRAUhP2S9/uGUX/5canqVp4dbo7q15f5QN7xGyyYNqgYHbNm5b9maTaLwvA1Wwbx0JTYnR6cGyXlRCw2LbP2WXafOnY/5d3rSqy89OcKwkPG2hvTv+ffytRu3/7dE6KZtu8c+Msx02NC7en87d77S/mvZ6mcfe0D5xHr5aqxSvyu1bdG4auVAYQFK77U+evLspCnfG/akpWWMe2PivJmfOjqQqsAKsa4kAACAJrCuJAAAALTjyIkzhks8tm7eSBTDzr2HX37/c7W8Q4YQHVs3b1i3ZtNG9Zo2qCODScPBKanpokLpE9lRSSXlA1wStfHBIXeK68tMxsYnKgPu7NGl4PdmmCkmJqfIVElYrxlz5xvGVGEhwW2bN65XW0ZT9evWrm704UtGTaJIAv191Zlv5NeLl67edn3NmMtXRfFM+GLGsVNnlXZk5zaFSiWlfj27qKlkfKL5SX1rhFVp06zh1t0HZPv8xctbd+1X9pY/l0Sp77VBfSKFZSil1zojM2vc6xONFpWUDh49+em02a88PVIAVod1JQEAADSBSBIAAADaMeuXv9S2h7trn4iOohg+mTZLjUka1Kn53efv+Pl65zU4ITHJcNPyl1Ho2aWdDFaV6SiXrfkvlVy0ap1yrcyNClWsFhoSrLYPHj2h1+ttba1zba/EpJQvZ/6kbg7u1/29l5/Kp7gt3mDHyBWF2Cvk5zi5vylLMErnYy7fNpW8EHNFFE/NalXVVDJq/VbD2VYLwvAN4uyS5+TJA/tGKqmktHjVBiWV/OdGka6rq7OMzIUFKL3X+qOvvlef50o+Xq88NfLFdz5VNr+dO79TuxYdWjUVgHVhXUkAAABNYF1JAAAAaMTeg0fnL745h2r/nl2NyhkLJfrCJTU4kf73whP5RJLSsZNnDTdz9ZZ+EO7m6tK9c1ulvWXnfpl+ZWRmrVy7WenpU5jpW6Xmjeqp7ZTU9FPnLtz2JmeiL/44b1HU+m1Hjp8uckFh2Vu+ZpP60/p6e/7v+TH5z7d5zKB4V1/Ij2bNGtZV22s2bc9/8LXY+D0Gi6oWTfXQqmp72ZpNl6/GisI4efbm6149pHJew+7o3tnD3fW/77J6o06nlzvDwaMn/7s2srMMJoUFKKXXevXG7bN+XahufvDqM4PuiHz0/kFqz8vvfhabkCQA61Jm56ZIJQEAAMoTtZIAAADQgsSklGfemKQuACnzyFH3DxbFcMIgYPDx9GjeuF7+4zds2224qdPrRZGUZYlhn8j/okf5qWH52s3rt+5KSk6Vm/b2dv16dBWFEeDnazjb58/zF9/2JpNn/PS/j6Y9+sLbdzww9omX3xMVxMmz59V2m+aNXPOuCFRs2LpLbZsuUJo/9QWSfvlzaf5J1c9/Ls3OzhHF0zuig9rOydFNnPJdgW8q5Hf/ecHN171TmxZ5jZShozo/8LW4hO17Dy6J2qBeO/COMpq+9bbvtdJ4reWLKENHdXNIv56RndvIxnNPPFSreojSGXP52mvvfyEA60KtJAAAgCZQKwkAAACrF33h0vCnXpNf1Z5H7h142+ku8+fsfLNaKyk1NT0jM5/Bew8emzv/H8OeHJ1OFImT0836zqzr06uWnm4dWqlFaSvWbl61bqvS7tyuhbeXuyik/j27qu3Zv/2950B+dXtnoi/+vWKtujl8SD9RQbi63NwxrsUm5D949m8Ljxw/rW7qCrlXdO/UxtPjvwU7U9PSZ86dn9fIrOycnwqQBN9Wgzo1e3e7GUz+tXTNB1/OKEiYKn+8J8dPkC+rsilT6jt6dM5n/KC+N6PHzdv3rNu0U2lXD/131UlRJgwLHzOys0wHlMZr/eLbH6tLt1YJCnht3KPqDzPpjWfV2GbFui1zS+IFBSwHtZIAAACaQK0kAAAArFJOjm7vwaOzfl34yLNv9Rr2+IEjJ9SrGjcIf/KRYaJ4ZDyjtmUq8/vC5XmNPHLizDNvTJQ/j2FnenoRpyR1crxZj3XhUnGXCcyfs5OjGkFt3rF39cZtSvuO7p1F4T187wB1Wk75MeTZtybt2nfY7Mjjp6Mfe+EdNeuqXT00olNrUUE0CL+5Y+w7fGzfoeN5jVwStXHSlO8Newq7V8jM+IUxI9TNGXMzrDTlAAAQAElEQVT/+PWvZabDMrOy3/nk6yvX4kRJeGrUfW6uLgbfdEHf+8bIeDIjMyuvm6zdtLP/8KdXrd+q9jw45M78Jztt3rhevfAaSlsm4jv3H1LaQ/r1EGVI3WPT0jLUJTxVJf5af/fzn2tv5K/SpDefVX8AqUmDOo8+cLPC+8PJM0+dvf1MyEBFUWbnpuwFAAAAyo9SK0kwCQAAgArn5Jno4WNfM+1PTE65FhcvIwSzJVxVggOmfvCai/Nt5lq8LU8Pt1rVQk6ciVY23/l0esyVa6MeGFzJ21Mdk5ScumDJqs+m/5ickmZ086TklMpB/qLwgoP81PaCxatqhlUNrxkm26FVgot2h/nrG9Fx/j+rxPWU91rcv9VgMgnrcWO9yULx8fL434tjnn/rY2Xz3PlLQ0e/+PjwIYPv7F4tpLL8SCJfr10HDv/+9/J/lq9TIy53N5cPXx9XgT6w1DeIq2Uc+Ojz/5Mx3tD+vQxDuPMxV2b/+peMoIxum5CULArpvoF9lqxav3nHPnE9HX91wpenzkY/OKR/1eAAcb1Ecu+ho+9//u3+vAOzwqpbq9qX778y+oW31feXfBc899ZH7pNcurRr2ah+uJ+vt7+vj3wbXrpy7djJszv2HlRLJBUyY37swSG3/UYD+0QcPnZKNo7eWJNV7gYD+kSIMlQlOFAtcHzxnU8fGTbA0dHB1s62ddN/6zVL9rWWD/OTabPVzZH3DWzborHRmGcfezBqw9YTp//9tSOD0nFvTJw389P8812goiizc1O8YQAAAMoTkSQAAAAqKJn5bdy+p1A3GdKv5/inR3p5Fnr2UbPGPfbg2PETlLY8rv7mx3nf/bygRaN6TRvVS0lJvXjl2tZd+2RyoAyQGYPMLebMW6Rsnjx3vm7t6qLw6teuobZT09Lf/uRrpT3q/oHjnx4lSlrHNs1l/qosJ6mQkaRhqVyhDOjd7dz5mC++natsyidt2uzf5EXeocy6jpw4Ix+R4Xh7e7uvPnytacM6ouIIDvR7cMidP/7+3wsto9y3Jk39eOqsFk0ayNfucmzs+QuXt+7ar1wrI97Xnnn014XL9h08Jjdj4xPleJnqFfzbyU9zn7/3iszDlHsQ14sX5UXeSUiVoENHT2bemOZX7vaRndooGXMxdW3fctKbz73wv08MZ1xMSU3/Z+V6ecn/ti2b1J/8/ng7u9vPoTigb6RM6TINpinu2qFVoH8lUYbq1a6uppLrt+ySF6W9b/U8udOW4GstY/hxr09Uw/ha1UKee3y46c+jzOM6eOTzyjN/8OjJT6fNfuXpkQKo+FhXEgAAQBNYVxIAAABa0Klt8z9nffHh68+UVCQp9Yno8PKTDxv25OTotu4+MP2H3+fOX7x6wzYlkqwZVvXHKRNefWZUi8b11ZHbdh0QRVI9tIrMlkz7T5w5L0qBg4O90XytfSM6iWJ4etR9Uye+5lfJx7BThpE79x02iiSrBAd8NeHVjq2biYrmjWcf69mlnWFPckramo3bp8769Y+/V6oxldwnl8ydOmxA70Z1aqkjt+zcJwrJz8frx8kTOrRqatgpE6/d+4+okZ5/JZ9pk94IrRIsSogMmP+a/UW7lo0LfhMZb78w5qHZk993dnIsyPhK3p7db63KHVi2hZLSg3f3MxugHj1xRmmU1Gv9wZczj536ryRUfseP//dCXs+S0Tyu386df/7iZQFUfKwrCQAAoAnUSgIAAMBayVird7cOrzz1yPq/Zs364t1G9WqJkjZ6+N1/zPy0cYNws9dWCQp4/onhf8+Z0r5VE7kZ0bG1mjT8uWRVbEKSKJJP335xcL/uDrdO23ji9DlROvpEdlTblXy8urRvKYqnV9f2UfO+ffaxB42ySZV84f734hMrfvume5eiTBVb7mSqNG3S6x//7/mgAPOFfXJXnPLBq3KfrFo5UG72MIi1fvhtoSg8dzeX7z5/58PXnpGhtdFVrq7ODw3tv+TnaW2aNRQlqkGdmnO++uDX6R/JkMz0+xqSQdrLYx+RL+gTDw0tYCSpGHzHzVUkfb08jfK/MtCkQfh3n71j+uhO3pi6uURe69Ubt6tV1NJTI+/L/5eVfO/Uqh6ibkZt2CaAiq/Mzk3xv/kAAAClRT3Qyr1Or9crX3U3pKWlJSYmKsFknToVaVokFJyyG+TeoL9B3Q1O9O0rdDplsGNAQMvf5wkAAG5IPX5876ibU8PZtmjh+vTT9tfZ2dk5yFTkOltbW6XH9gabG0QZnmaCWfkcE8qvOTk5h88nPTFzvzq+c6PKb93XSqAw5FO6Zef+2PiEhKTk5JRUL0+PyoH+taqFKDlEKUlITNm171B0zKWk5FQHe7vQqpX7GsSHFYLcB7fs2rd7/xH5BMpfG4F+lapWCQqtHBQc6GcdvzeSU9J27jsUn5iUJFvpGf6+PpWDAhrWreXp4SZKR06ObtvuA5euXJN7o5OjY2jV4BaN63u4u4rSd/x09PmL/+6NyampKSmp9vYOPp4e3l4etWuEhVYNEkUi47pRz/1PaT887K7Xnx0tysneg8dkEnn5Wqx8hiv5erdv2aRaSGXDAWX/Wlu+u99fGp+SqbSd7G2+GxGmHj8oDXkUYXeDrQH14IHjB+1ISkpKSUmRr3hmZqY8VWVvQDnaVHabEjnUZF1JAACA8kStJFBRxJw6teXvf/+fukaTJk26dhOAJclKTz+8dUtczKWU+Hjf4KCA0DD/kBDvgADDMfGXLp3Ysyf+8qXsjEx5rbwEVavm4uGxe+XKMwf/ncaww4CBAWFhAgAqIHlEXaipLEuEt5d7RKfWoiKTp5c7tGpqNPWoNZFxYNdil5YWijxprxTmlr3a1UNqGxTwlYjFURvU9tC7eony06RBeJM8SqIVZf9aA1amzM5NkUoCAACUJ2VdSYJJwMLJ9+k3L714bPt2O3v7j1atMrxqxQ+zZ73xhtIOrFbt07XrCnyv4o/PPpv/+WfqpoOT01NTvmrRs6ey+ddXU36bNElp3/3ccwOfGWd429lvvrl89iyl/eikj7rec4/htVsW/T35ySeVduchQx77+BNRPBkpKc7uZpYB0+XkDK9ZQ2nLJ+eHk6dEhbJv7ZqJw4eLYpDPvHz+1c0Sf+ZvS74EC778cvn336cmJRpdNX3vXnfvf6fmS4qN/WnC+5v+/FMONhwQ1qDBhMVLAkJDPxk1Uu7kR7ZuG//TTwIAAECItLSMpTdSyVYyEqzBvy4B1qzMzk2xriQAAEB5IpIEKoSl330nI0nZ6P7gg4HVqouS8MsHHxhGko4uLi9+P0uNJC3K5r8XvjVooIDlydXrJz300IIvPjeNJP1CQpRIMvbChdfuvGP9vHlGkaQUUreu/FolPLzL9VT7wMYNq+bOEQAAAELMW7RCBpNK++5+PQQAq1Zm56ZIJQEAAMqTUispAFiwa+fPz/v034o3N0+vweOeFSVBRpJ/fz1N3XTx9Hx59g8NOnQQFkY+9o8eHjFl7NiEK1cELM/6+fMPbFhv9qqQG8sVz//i87iLF82PCf9vzD0vvezi4SEbv0ycGBcTIwAAgLadPndh8sz/ZlAI8PO9s2cXAcCqldm5KWZwBQAAKE/USgKWb/qLL2SkpMhGvzFj3Ly9RbEZRZLu3t6v/DineuOyXg3rtnKysl7q2SMzNVVoRsMOHUUhBVWvIcrPxgUL1LaDs3O3e4bVaNy4UpUqctMnMFB+zc7M3LRwoTrGOyAg4r77Q+vVc/PykptVa9dW+j0rVerx4PCFU79KS0ycMf6Vl2bNFgAAQEu27TmwYs3mpo3qZqRl7j10dNHKdYlJKcpVo+4f5OzkKABYNdaVBAAA0ATWlQQsXNTcuYc2bZINTz+/3g8/LIrNKJL08vd/5YcfQ+vXNx1Zp0XLu5977r926zaizOXq9ZqKJKWXfvjBzr4ifUw+vW+f2n7k/Qmd777baMD5Y8ey0tOVtp2Dwxu//R5U3fwUxH0ffXT5D7NlAL939eqNC+Z3GDhIAAAAzbCzsfvu5z/Fz8b99cJrPDS0vwBg7crs3BSpJAAAQHkikgQsWU5W1u+ffKy0Bz71lIOzsyieH995e+nMmeqmT1DQ67/8mldKVLdtW3kRQB5kbGy4nGSbvn1Nx6Qm3hxQs0mTvHY2ycPXt9uwYUtmzBDX53Ft269/xQpoAQBAcVQO8jftrOTjNfH1cfb2dgKAtWNdSQAAAE1gXUnAkq2bNy8pNlZcX/ex2733ieIxiiQDw8Le/H1ePikRkD9lYmGFZ6VKTq6upmPUQknx75yuQSJfd45+TDkZERcTs/WfRQIAAGhGUEAlB4db/iGpd7cOC3+Y3KBOTQFAA1hXEgAAQBOolQQslnx7Lv72G6XdaeAgBycnUQxGkWRwjRqv/fyLT1CQAIpKb3DiwN7R/GpPubeMcRD58g4MbN6jx87ly2Vb7q7t7xogAACANsiPpVv+mXvg6PHDx075enk1alA7vEaYAKAZrCsJAACgCawrCVisvatXx5w6pbQ73T1YFINRJBnWoMErP/zo6ecnrNq18+fPHDwYe+GCTqfzDvAPDAur2bSZKKScrKxT+/Zdu3A+/tJlGar5BgUHVasWUq+eQOnoOHCQkkqe3Lv38JYt9ZhDGAAAzfD2cu/Yupm8CADaw7qSAAAAmkAkCVisZd9/rzQCQkJrNG4iiur7115bOedHdbN6o8bj58518/K67Q3/+mrKb5MmKe27n3tu4DPjRFkZ1ahhelKSYU9KfPz9YaFK293HZ/qevXndVv5aW/vbb0u//y768GGjqwKrVet6zz13Pva4rd3tVyc6sXv3n1MmH9iwITsjw+gqGeh2GDBgwNin5E8iKpTNfy+cMnas0u50992Pf/JpPoPlY//g/v/mDW4WGfnCd//tkD+8/b9l331nNDguJkZ9gSTvgICEK1eMxmxcsEBe1M03f59Xp3VrozHNu3d38fBIT06W7WWzvieVBAAAALSAdSUBAAA0gXUlAcskE7V969Yq7aYREaKojCLJum3avPbTTwWJJCuozLS0ScOHf/vSi6aRpHT5zJlfJ058/757ldU686LLyfn25ZfeGnDX7pUrTSNJKenatSUzZjzfreuWRX8LlCh7R8fGnTor7e1Lllw+c1oAAAAAsHZldm6KVBIAAKA8USsJWKZdq1aq7QYdOojCk+9uo0hS3s/Ls39w8fQUVko+5M8ff1xNc/NyZMuWqc88k6vXm71WxpCfPjpqzS+/GHbK35NhDRpUqV3b8BdmSnz85CefXPDF5wIlqnHXrmp7x/IVAgAAAIC1Y11JAAAATWBdScAyHdq8RW03aNdOFJJ8X896/XXDSLJ5jx5PfzXVwclJVAQz9h8Q1wPCEXXClZ78Z21V6HW6fWvXyIaXv3/HgQObdO1WuWZNecOr0dHHdu78deKHaonk/vXrNv75Z8dBg0zvZM677+6JilI367RuPXjcs7WaNXNydZWbWenpJ3bv7giJZwAAEABJREFU/u7112JOnlQGzPv00yq1w1v37Ss0Y/hb/5MX2UhNTBzduJHS6RscPHnLVtPBO5cvlymv0u4wcOCYz7+47f037dZNbR/ZtvWO0aMFAAAAAKvGupIAAACaQCQJWKDszMzDW/9LJYOqVy9sdaN8X3/70otrf/vNsDMgNLSiRJLFJHPEpyZP8QkKUnsq16olLzLreqVXz+S4OKVz37q1pqnk9qVLDaPch955p8fwhwx/STq6uNRv3/7dP/+a9sLzO5ctUzpnjn+lfvt27t4lsMbkpOHDCz74vtdeC2vQQFgd74AAmXHGxcTI9sFNm3Q5OXb2nDoAAAAArBm1kgAAAJpArSRggY5u26bLzlbaVcPDC3Vbs5GktHTmzPpt27Xo2VNYNZkaPvn5F4aRpEpmXXeNfWrOO28rm2cPHTIdM+/TT9R2zxEjej40Qpgjc+Jx075+vd+dZw8elJspCQnLZ80aNO5ZUWwHNm4o+ODUpCRhpaqG11FSyczU1JN79oS3bCkAAAAAWK8yOzfFupIAAADliUgSsECHNm9W2zKeEQWXm/vdq68aRpJunl5q+5sXX7gaHS2sWuR991WqUiWva9vdeafaTrhyxejafevWnj96VGn7h4TcN/5VkTdbO7t7x49XNzfMny9QcqrUrqW21bphAAAAANaqzM5NkUoCAACUJ6VWUgCwJBdOHFfbhvGMWYYf3i6fPRv101x189GJk56eNk3dTElI+HLMGLUK0yo17tIln2u9AgLsHByUdkp8fE5WluG125csVduNOnZycHYW+WrYoaO7t7fSls/8lbNnBUqIYRh/8cQJAQAAAMCqldm5KWZwBQAAKE/USgIWyHBmTt+g4PwH5/XhTUaSXYcNk40+I0cumTlT6Ty1b+/PH0x44M23hJUKqVM3n2vlr7vAsDA15Uq4csWvalX12rOHDqrtgkwZamNrW6t58z1RUcrmoS1bAsLCRPH8cPIUayiKf3f7QLUt03QBAAAAwKqxriQAAIAmsK4kYIFS4uPVtou7uygk+Y4e9eFEJZKUhr0yfv+GDercpDKhrGe9C0y6enjkP8Aw89Pl3FI2etmg2PHr55+TF1EYl8+cESghTi6uajs1MVEAAAAAsGqsKwkAAKAJRJKABUo2SCWd3VxFYch39OOffKpGkpK9o+PYLycbzkc6/fnnrXKBSfnYndzcRJHIX4aGYXARZGdlCpQQZ4PXsZivCwAAAADLx7qSAAAAmsC6koAFSjWYstLJtRAxmxJJdhw82Kg/pG7d+8aPv3n/SYlWucCkrZ2dKKrUYk8TqtfpBEqIYRjPDK4AAACA1WNdSQAAAE2gVhKwQC4eHtmZ/xXepaekeAcEFPCGAWFhppGkoueIh/esXr13zRpl898FJj/84IE33hS4ztGgllQa9/V0N29vURi+QUHCuuh1OaKcZKSlq+0i178CAAAAqChYVxIAAEATWFcSsEA+gYFJ164p7eS4uOAaNURJeOKzz1/p1TPhyhVlc8mMGY07d27cpauATCVdXGT6lZmaqmy6uLvXb9dOWLXbFneW44KOhrO2+hQ4lQcAAABQQbGuJAAAgCYQSQIWyMvPX22nltz0lR6+vjKYNOyZOm5cXEyMwHXB1aur7TMHDwprZGt7c5LbXP1tpkhKTUoS5SQ5Pk5te/v7CwAAAABWjXUlAQAANIF1JQEL5B1wM4ZJNigaK76GHTv2HDHi5p3HxU0e+6Qup9wm6rQotZo2U9vnjhwuyE02/PHHhvnzj2zZcu38+Vy9Xlg8ewcHtX3b9RovHD8uyoncM9W2lz+1kgAAAICVK7NzU6SSAAAA5YlaScACeVXyU9spJVcrqbhv/KtV69RRN4/t2PHrxA+FRbKxLdMPjNUbN1bbO1esuG0V6eUzp6e/+MK0Z8e9e8/QZzq0P7Jtm7B4Lu7uajvu0m0e4P5160Q5MZzB1dvfTwAAAACwatRKAgAAaAK1koAF8jJYSC/m1ClRohycncd+OVl+VXv++eabfWvXCMtj7+iotrOzskQpa9W7t6uXl9LOSEmZMf6V/MfP/+ILdWnG6o0a12vbVlg8L7+bCd/5o0dP7dub18gNf/xR4vtewcWcPq22vQMCBQAAAACrRq0kAACAJlArCVig6g0bqu3ju3aKkhZSt+49L75k2GOxC0y6eHoqjczU1IQrV0RpcvPy6jXiYXVz7+rVP77zdnZGhulI+Ztz3iefbJg/X+3pM2qkqAiCatTw8PVVN2eOH5+ZlmY67PCWLT99MEGUn6M7dqjtGgY1rAAAAACsErWSAAAAmkCtJGCB6rRu7eX/39KS0UeOGK6xV1J6jxzZsENHddNiF5j0r1pVbU9//vl9a9cc2rz5yNatonT0e/zxsAYN1M2lM2e+cVd/+U1lJqr0pMTHr/nll1f79lnw5RfqsHb9+rfvf5eoCOzs7dvfdfNHPXPgwMcjH5H7mNpz5ezZ719//f1h9yReverk5mYYYZaZa+fPX4uOVtqBYWGGrwgAAAAAq1Rm56bsBQAAAMoPtZKABZLvyla9eq+c86OyeWzHjhY9e4oSJb/FE59/Pr53r6TYWPW7/Dpp4n2vviYsSWi9eucOHVLa+9atlRelPfPgIWeDJRJLipOr6zPTpn34wINXzp1VemRiN3H4cNkIql7d2c1NxnhGN2nSrdvjn35axktgFseAp57evHCh+rof2rTplV5m9i65hzz15eRfP5pUGqF4/o7u2K62W/XpIwAAAABYO2olAQAANIFaScAyNe/RXW0f37VLlALvgIDHPv7EsOef6dMtbYHJng89ZGtnZ9offfSoKB2BYdXe/+efNnfcadR/6fRp00iy/V0Dnpk6zXD9S8vnWanSG7/9HlitWj5j3L29n/l6erPu3UV5OLF7t9pu0aOE83gAAAAAFoh1JQEAADSBWknAMjVo30EmQ0p7x7KlonQ0jYiIvP8Bwx5LW2CyZpOmL82eHVS9ulH/hRMnRKlx9fR8eurUt+b90bhzl7zGyNjyw6XLnvzySydXV1HRVK5V64PFS/o++qi7j4/RVQ7Ozh0HDXr/n8WtevcW5UH+Vdq1cqXS9q1cuXaLFgIAAACAtSuzc1P8bz4AAEBpUQ+0cq/T6/XKV90NaWlpiYmJSjBZp04dAWuk7Aa5N+hvUHeDE337Cp1OGewYENDy93kClmH2m28unz1Laf9v/gKNxzMn9+65ePxE3OVL+pwcTz+/hh06BFarLkqfzGhlKpyamCj+nd/VLTAszK9q1aCwMCc3N1Hxyd8Ipw/sjzl1Ki7mkqunh1+VKrWbt5ChrCg/B9av/+CB+5V2vyfGDHvlFYHylnr8+N5RI9VN2xYtXJ9+2v46Ozs7BwcHpW1ra6v02N5gc4Mow9NMMCufY0L5NScn5/D5pCdm7lfHd25U+a37WgkAAIrh7veXxqdkKm0ne5vvRoSpxw9KQx5F2N1ga0A9eOD4QTuSkpJSUlLkK56ZmSlPVdkbUI42ld2mRA41WVcSAACgPFErCVisO0aPXvXTXF12tmyv/+MPjaeSNZs0lRdR5nyDg3uOeFhYKRtb2xqNm8iLsBjr/vjvHyMcnJ3lW0AAAAAA0ADWlQQAANAE1pUELJZf1aqdBg1S2pv+XpidkSEAq5aWlLR96X/zFXe//34PX18BAAAAQANYVxIAAEATqJUELFm/J8bY2tnJRnpS0tbFiwVg1Tb/vTArPV1cL5S887HHBQAAAABtoFYSAABAE6iVBCxZUPXq7fr3V9ob5s8XgFVTd/IuQ4Z6BwYKAAAAANpArSQAAIAmUCsJWLghz7/g7O4uG/vXrzu9f78ArNThLVuO7dghG+4+PoPHjRMAAAAANINaSQAAAE2gVhKwcP4hIUNfeEFpz33/PQFYqR/feVtp3P/6G55+fgIAAACAZlArCQAAoAnUSgKWr+eIh+u0bi0bhzdv3r50qQCszoY//jh78KBsNO7StfPddwsAAAAAWkKtJAAAgCZQKwlYPvk+HT3pIwdnZ9n+5cMPdNnZArAi2ZmZv3/2qWw4u7s/OnGiAAAAAKAx1EoCAABoArWSQIUQVL364Gf+XWnv0unTK+f8KAArsnjGt9eio2Xjnpde8g0OFgAAAAA0pszOTdkLAAAAlB+lVpJgErB8/caMkRcBWJ27nhwrLwIAAACAVpXZuSlSSQAAgPJEJAkAAAAAAIByxLqSAAAAmsC6kgAAAAAAAChHZXZuilpJAACA8kStJAAAAAAAAMoRtZIAAACaQK0kAAAAAAAAyhG1kgAAAJpArSQAAAAAAADKEbWSAAAAmkCtJAAAAAAAAMoRtZIAAACaQK0kAAAAAAAAyhG1kgAAAJpArSQAAAAAACgbNjcIwAC1kgAAAJpArSQAAIDGcTQIAADKF7WSAAAAmkCtJAAAgDYpp/+IJAEAZYMSSeSjzM5NkUoCAACUJ2olAQAANIVjPwBA2bvtXx/+PGlcme0AzOAKAABQnpRaSY7+AQAAoNh65NLQD5YJAACKISE103BTLZRkXUmYVWbnpkglAQAAyhORJAAAgMYZHQ1mZuszszMEAAAlRJ2c0/AvjmE8yaTiYF1JAAAATWBdSQAAAM2iWgUAUAZs8qBeazpeQGPK7NwUtZIAAADliVpJAAAArTEKIzkaBACUNltbWwoikQ/WlQQAANAE1pUEAADQpptFKiLX0f7ftnJYqH4Vt86rofYIzTNbz8EzAwDC5I+F8ndE/pXJh+BXKFhXEgAAQCOIJAEAALTDaPZ+5XRw7WD3pePb6nS6nJwc5ater1fasqF8zb2VcnPtLAQgH2l6enpqampWVpbRVY6Oju7u7i4uLgIAtMowgzRke53ddUqtpOFXo5tzakLjqJUEAADQBGolAQAANCifmhV5slgOkGeQDQerwaQwCCM1kkqmpKTExcXJmNao383NzcvLy9nZWQCAhpnNF9U/KEoeqVIjScORed0bNIVaSQAAAE0gkgQAALBupvWRpuWS6uljtRpSaRsOMEwltZBHyiA2ISFB5pHZ2dmG/fKZ8fb29vX1dXBwEACAG0wjSflVTSXV0sm8/idGQNuolQQAANAEaiUBAAA0wubW1SJNSySNJmgVt55cNrzWulPJrKysK1euxMbGymDSsF/GkP7+/n5+foaFpAAAhVEqqcaQRvGkUdGk4c05NaFl1EoCAABoApEkAACABhkmlKbRo9FIw0jSugslk5KSYmJiZB5p1O/q6lq5cmUZSXLkDAB5MZqU1WghScMFJs1WTBrdD7SGWkkAAABNoFYSAABAUwzzSHleWK/Xq7mj0ayt4vo5ZXVFScMqSSsLJuVjvHLlSnR0tEwlDfvlww8KCgoNDXVzcxMAiiojI4MVWLVATSXVr4aRpOEakzYGq0saRpKcmtAyaiUBAAA0gUgSAADA6tmYrCWpNJRDQSV6VL7KU8aGxS5qv+mKktYRTObk5Jw9e/bMmQOV/t8AABAASURBVDMyNTHsd3R0rFatWlhYmGwIAMUQGxu7ZcsW+ZvE1RzmQ7YaRsmiYRW+YTCZV5WkUbkkNIhaSQAAAE2gVhIAAEA7zMaTyvlipUeJIYVJYGl9K0qmpKQcO3ZMRpIymDTs9/b2rl27dmhoqPqcACiOoKAgGT3K4D8zMzM+Pt7oWicnJ3d3d7cblLZMKwUqLBtzq0uqwaTaY5RQ5nU/0A5qJQEAADSBSBIAAEBrjA7/jLJJNZhUIkzDRSWFVaSSly5dOnTo0Pnz5436q1atWr9+fZmgCAAlSr65Dh8+bPaq7OzslJQUo075a0fGkx4eHoZfJXt70oQKwMbc6pKmCaWNOYIwUsOolQQAANAEaiUBAAC0wMZgOUmjwz/1xLE6QJmyVS2azGtFyYqVUMoHdeLEif3798fGxhr229nZhYeHN27c2MvLSwAoBbVq1dq3b1+hbpKZmWn0VpWcnZ09PT1lPKl+lVxdXalsLl9m/9NFGJRLqm3DWkmjMBKgVhIAAEATiCQBAAC0TJ2m1ebGKpLK8WGuAZFHAFlRUsn09HSZiMg8MjU11bDfzc2tSZMmjRo1klGHAFBqgoKC3N3dTadvLazs7Ozk5GSjTjs7O5lQenl5yYTS6zql4eTkJFAm8jqlYGMylWs+9ZFGhZKcptAgaiUBAAA0gVpJAAAArTE8AlTXjzSdrFWGlOLWEskKN31rXFzc9u3bDx06ZLR4ZEBAQMuWLevVq0eJFVA2wsPDN23aJEqBTqeLvc6ws02bNp07dxYoJ4YRYz7ZpDCppxTQMGolAQAANIFIEgAAQCPUSVyFuWDSsF9hZ2enjq9wqeSpU6e2bt168uRJw0756GrVqtW2bduwsDABoAw1atRo3bp1okzUrFmzW7duAuXHqOTRtCDStEoSoFYSAABAE6iVBAAA0I68gkmjHrVcUlS0PFKn0+3Zs2fz5s1Xrlwx7HdwcGjevHm7du18fX0FgDLn5+cXEhJy5swZUcrkN3rggQcELIBpNmm2htJosKBoUquolQQAANAEIkkAAADNyucf1EzLKC08mExJSdlyndHikV5eXjKMbNOmDYtHAuWrYcOGRuXLJU6+zceNGydgGUwTx9vmkYJIUsOolQQAANAEaiUBAAA0xbBc0nAz/2xSWPCZ4suXL69du3b37t1Gi0eGhIR06tSpcePGdnZ2AkB5k2/GhQsX6nQ6UTrk76i3335bwMLklU2atgWRpLZRKwkAAKAJRJIAAABaY5g1CnPRo2lyKSyvVlL+PIcPH16zZs3x48cN++VP26hRoy5dutSoUUMAsBgeHh7h4eEHDhwQpeOzzz4TsCT5J46mJyI4NaFx1EoCAABoArWSAAAA2mQ2ehR5V0ZazhFjVlbWtm3b1q5da7R4pJOTU9u2bWUeWalSJQHA8jRv3ryUUslmzZrZ2toKWLx86vKhcdRKAgAAaAKRJAAAgGaZXTMy/4PD8q2YTExMXLdu3caNG40Wj/T19e3cuXP79u1dXFwEAEvVsGFDBweHzMxMUaKqVq06YsQIAYtR8JMMnI6AilpJAAAATaBWEgAAAGbjyfxHlrFz586tXr16165dRovSVatWLSIiomnTppRJAZbP2dlZvlu3bt0qSo67u/srr7wiUHFw/gFmUSsJAACgCUSSAAAAUOVzZFguVZLym+7bty8qKurEiROG/fLnlNlGjx49wsLCBICKo02bNlu2bBElxM7O7sMPPxSwPJxnQGFRKwkAAKAJ1EoCAACgIMr4iDErK2vTpk2rV6++evWqYb+Li0uHDh26devm4+MjAFQ04eHhHh4eycnJoiRMnjxZALAK1EoCAABoApEkAAAALEp8fPyaNWs2bNiQnp5u2O/n59e1a1cZSTo5OQkAFZP8+NmyZcvVq1eLYmvRooUAYC2olQQAANAEaiUBAABgIc6ePbty5crdu3fr9XrD/lq1akVERDRp0oSjVsAKtG3btvipZEhIyMiRIwUAa0GtJAAAgCYQSQIAAKB8ySPSPXv2rFq16tSpU4b9tra2zZs37969e2hoqABgLWSgGBgYePnyZVFU7u7u48ePFwCsCLWSAAAAmkCtJAAAKBqOH1B86enpmzZtWrNmTWxsrGG/q6trx44du3bt6u3tLQBYnZYtW/7zzz+iSORfn0mTJgkA1oVaSQAAAE0gktQ4m+tyBQAABcJhA0qKjCFXr14tI8mMjAzD/oCAgG7durVr187R0VEAsFKtW7cuciopP8N+8MEHY8eO9fDwEACsBbWSAAAAmkCtJAAAKBSbG4w6BVAwJ06ciIqK2rt3rzwKNeyvXbt2ZGRko0aN2J0Aq+fv71+9evXTp0+LQlI+vUZHR7///vtjxoxhemfAalArCQAAoAlEklpjeh4ZAIAi428KCk6v1+/atUvmkWfOnDHst7Oza9GiRY8ePapUqSIAaIZ84xc2lQwJCUlOTk5ISJDtpKSkjz76aMSIEfJ+BICKj1pJAAAATaBWUrPMxpNZsbE77xkqAAC4QZ+dbdSj/PlQ/45wFIHbSk9P37Bhw5o1a+Lj4w373dzcOnXq1KVLFy8vLwFAY1q1arVgwQKdTlfA8T4+PuPHj09JSZk+ffrJkydlj7ztzJkzT506NXjwYFtbWwGgIqNWEgAAQBOIJHELnS7z0iUBAEC+lP9qMtwUgDlXr16NioravHlzVlaWYX9QUFC3bt3atGnD4pGAZnl4eDRo0GDfvn0FGezg4PD+++/Lhru7+7PPPvv777+vXbtWuWr16tXnzp174oknXF1dBYAKi1pJAAAATaBWUjsMzyCrrzgvPQCgUGxMGPYLpgrHDceOHZN55P79+40Wj6xTp05kZKSMIthPALRs2bKAqeQXX3yhtm1tbe+5555q1arNmTNHKbU8efLkhAkTxowZU7lyZQGgYqJWEgAAQBOIJLWMlx4AUATydHBe2SQgE4IdO3bIPDI6Otqw397evlWrVt27dw8ODhYAcF2jRo2cnJwyMzPzH9azZ0/TzjZt2sjfJ1OnTk1KSpKbcXFxEydOHDVqlLxPAaAColYSAABAE6iV1KybL7qdnbhexGBYSWlU1qBssp8AgKaY/eVvY2cne4yCyZvX8pdCw9LS0tatW7d27drExETDfnd3986dO3fp0sXDw0MAgAEZSTZr1mzLli35jKlfv/6AAQPMXhUaGvraa69NmTJF+TeI7OzsadOm9e7du1+/fvw9AiocaiUBAAA0gUhSU9QQ2lCtv//OycnR6XTKV0N6vV5+zb2Vem9GySUAwAoYzciqkjGk3Q2yLW6tmBTmJm7lAEM7rly5smrVKpkryEjAsD84ODgiIqJNmzb29pwABGBey5Yt80klAwMDx44dm8/NPTw8XnzxxTlz5mzbtk3pWbp06dmzZ0ePHi0jTwGg4qBWEgAAQBOoldQao9Uljc44y6tkEqk01JsonWqPaQMAYB1Mqx7VPxCmbPImiCQ148iRIzKPPHjwoFF/vXr1unfvLr8KAMhXnTp1ZLKYnJxsepWLi8tbb71123uwt7cfMWJE9erV582bpywzefjw4Q8++ODJJ5/09/cXACoIaiUBAAA0gUhSm4zOGisxpMLu+tR8wuB8tOyUA2QwKa7vMISRAGD1DP9MKAGkkkQqhZKGOaVRGKneXMCq5eTkbN++PSoq6sKFC4b9Mhto06ZNZGRkUFCQAIACkH9ZWrZsuXr1aqN++afkk08+EQXWpUuX0NDQqVOnpqamius13DKYfOyxx2TqKQBUBGV2AGnDSQ0AAIBSYljTppa7KXNyKtLS0hITE5Vgkk9r1spoN1B3BpUyU6vhjqHM2qpO36rsOWoeyQE8AFg9w0JJo2BSzSYNJ3RVO81GlYSU1iQlJWXt2rXr1q0zKmzy8PCQkUDnzp3d3d0FABRGdHS0TBCNOmW+KAovPj5e3lD9hwn5B6h///69evUSACxbUlKSPMaQ79nMzEx5qsregIODg/wqDzWVr6YHnKKQR5vUSgIAAJQnaiU1RZ2+1XS2PbVcUhmpVEbKfnVCV1JJANAUG3MMI0mz87gKWK+YmJhVq1Zt27YtJyfHsL9KlSoRERGtWrVi8UgARRMSEhIYGHj58mW1p379+qJIfHx8XnrppdmzZ+/atUtc/+Ty119/nT179uGHH5bBhgBgwaiVBAAAqPColYQwWQbSaGcwotZNqpRbqdO3Gt0nAMAqGU3lrUaSRpRJv9Wvakml0f+tk1ZWdIcOHZJ55OHDh436GzZsGBkZyTEkgOL75zqlLRPKgiwnmb+VK1cuWLBA/dhSpUqVMWPGyMxSALBIZVkrSSoJAABQWgqSSiYkJChHb5xRsmJmJ3E1TSXN9iid4tYVJTmGBwArpp7WMTzRYziJq1EGaXhuyOwZIlLJCionJ2fLli1RUVGXLl0y7Hd0dFQWjwwICBAAUBKuXr2qJJEuLi6FWk4yH0ePHv3mm2/S09OVTTc3NxlMVq9eXQCwPDKVVBaFJZUEAACowKiVhMJsuaSaQRqGkab9zN0KAJplk8fqkqYhpdG5IdkWt6abAhWKPD5ct27d+vXrU1JSDPu9vLyUxSNdXV0FAJSojz766MyZM1999ZUoObGxsVOnTo2JiVE2ZZ5x9913y99jAoCFoVYSAADAGlArCUVeqaTRjqE2xPUpW42GCVJJANAYo1TSKHE0qo80WmNSkEpWTBcuXFi5cuWOHTvkgaJhf2hoaERERIsWLeTZQAEApSAqKkr+nhElLSsra8aMGQcOHFB7Wrdu/eCDD/LbDLAo1EoCAABYA2oloSpgMGm4aTTY7P0AAKyM4TkdG5PVJYXBbK5GSaTSlgMolKyI5J91ecp+1apVx44dM+yXL1+jRo1kThAeHi4AoDTJ+NDR0VGUjsWLFy9atEjdrFat2hNPPOHh4SEAWAZqJQEAAKwBtZJQGR515xNMmhLmAkiO4QHAWpk9p2O2aNI0mBS3hpf53CEsh4wBNm/evHr16itXrhj2y2ygXbt2Mo/09/cXAFDxHTp0aMaMGRkZGcqmp6fn2LFjq1atKgBYAGolAQAArAG1klDllUoKk3jSqNNwvAAAaIxRuaTII5vMK5IUpJIWLCEhYc2aNRs2bJAHhIb93t7eXbt27dSpk4uLiwAAK3L16tXJkydfu3ZN2ZQJx0MPPdSiRQsBoLxRKwkAAGANqJWEIbPBpDAXTwpzs7Zy3A4AGmRU8mgaTApzU7ya3hwW5dy5c6tWrdq1a5fR4pFhYWERERHNmzdnuTUA1io9PX3GjBmHDx9WeyIjIwcNGsQfLKB8USsJAABgDaiVhBHTYFLcmkrm8xUAoFmm2aTZGkphckqIk7wWRf5B37t3b1RU1IkTJwz75cvUpEkTmUfWqlVLAIC1k78M//7776VLl6o94eHho0ePdnV1FQDKCbWSAAAA1oBaSZjKK5jMZ1MQTAKAttmYLBJpNokkkrRY8gTfxo1gLroiAAAQAElEQVQb16xZo85bqHBycurQoUO3bt0qVaokAEBLdu/ePWvWrOzsbGXT19f3qaeeCgwMFADKA7WSAAAA1oBaSZiVV9xolEqatgEAmmV2XtZ8JmslkrQQ8fHxq1evlpFkenq6Yb88/961a1cZSbJ4JADNunjx4tSpU+Pi4pRNR0fHkSNHNmrUSAAoc9RKAgAAWANqJZEXo4Nw02Py2w4AAGhHPomj2XNARJKW4NSpU1FRUbt37zb6I16jRo2IiIimTZvK03kCALRNfiKeNm3ayZMn1Z47rhMAyha1kgAAANaAWknkz+yhOMfnAICCII+0TPJITyaRMo88ffq0Yb98aZo1a9ajR4+wsDABALhB/tqcP3++/LWp9jRs2HDkyJFOTk4CQFmhVhIAAMAaUCuJgijgATnH7QCgQQU/xUMeWe7S09OVxSPV2QgVLi4uyuKRPj4+AgBgzs6dO2fPnp2Tk6NsBgQEPPXUU6y5C5QZaiUBAACsAbWSKBSOzAEAhUISaSGuXr0qw8hNmzbJE3mG/X5+fjKMbN++PRU/AHBb58+fnzJlioxGlE0XF5fRo0fzMRkoG9RKAgAAWANqJVFSOGgHAC0jfbRYx48fj4qK2rdvn9Ff6lq1akVERDRp0oTXDgAKLjk5edq0aWfOnFE25a/QgQMHdu/eXQAoZdRKAgAAWANqJQEAAKyPPIrbtWvXqlWrzp07Z9gvz9C1aNEiMjIyNDRUAAAKT/6C/e2339avX6/2NG/e/KGHHpK5iABQasqyVtJeAAAAoPwokaQAAACAxUtPT1+3bt3atWsTEhIM+11dXTt27Ni1a1dvb28BACgqmXnce++9NWrU+PHHH/V6vezZtWvX5cuXx44d6+XlJQCUmjI7N0WtJAAAQGmhVhIAAMA6XLlyJSoqasuWLVlZWYb9AQEB3bp1a9eunaOjowAAlJDTp09PmzYtJSVF2XR3d3/iiSeqV68uAJQC1pUEAACwBqwrCQAAUNEdO3Zs5cqVBw4cMOqvXbt2ZGRko0aNmPcCAEpDYmLi1KlTo6OjlU2Zgjz44INt2rQRAEoa60oCAABYA2olAQAAKih5qLZ9+/aoqKjz588b9svzcS1atOjRo0eVKlUEAKA05eTkzJo1a9euXWpPp06dhg4dKn8VCwAlh3UlAQAAtIJ1JQEAACyKPCu37jp5hs6w383NTZ4N79KlC2ubAUDZkCnIqFGjoqKi5s+frywzuX79+ujo6DFjxri7uwsAJYd1JQEAACo8aiUBAAAqkEuXLq1atWrr1q05OTmG/UFBQd26dWvTpg2LRwJAuThx4sT06dOVGSYlb29vGUxWrVpVACgJrCsJAABgDVhXEgAAoEI4fPiwzCMPHTpk1C+P0CIjIxs2bCgAAOUqPj5+ypQpMTExyqYMSB5++OFmzZoJAMXGupIAAADWgFpJAAAAS5aTk7N169aoqCj1NLdCnndr1apV9+7dg4ODBQDAMmRlZc2aNWvPnj1qT48ePQYMGMCqKEAxUSsJAABgDaiVBAAAsEzJyclr165dt26dPAdn2O/u7t65c+cuXbp4eHgIAIDlWbZs2cKFC9WP2+Hh4Y899piLi4sAUFTUSgIAAFgDaiUBAAAsTUxMzMqVK7dv3260eGRwcHBERESbNm3kSTcBALBgR48enT59ekZGhrLp5+f35JNPBgYGCgBFQq0kAACANaBWEgAAwELIw7CDBw+uWrVKnss2uqp+/fqRkZH16tUTAIAK4urVq1999dWVK1eUTUdHx9GjR8vf5wJA4VErCQAAYA2olQQAACh3WVlZW7ZsWb169eXLlw375cm1Nm3ayDwyKChIAAAqGhmfzJw588CBA2rPnXfe2bdvXwGgkKiVBAAAsAbUSgIAAJSjxMREZfFIedBl2O/p6dn5Ond3dwEAqMgWLVq0ePFidbNhw4ajRo1ydHQUAAqMWkkAAABrQK0kAABAuTh37lxUVNTOnTvlEZdhf5UqVSIiIlq1asXikQBgNfbv3z9z5sysrCxlMzg4eMyYMZUqVRIACoZaSQAAAGtArSQAAEBZksda+/btk3nk8ePHja5q2LBhZGQkR1wAYJUuX748efLkuLg4ZdPFxeWJJ56oVauWAFAA1EoCAABYA2olAQAAykZWVtbGjRvXrFlz9epVw35HR0dl8ciAgAABALBe8vP1N998c+zYMWVTfsoePHhwRESEAHA71EoCAABYA2olAQAASlt8fLwMIzds2JCenm7Y7+Xl1aVLl86dO7u6ugoAgAbIT9x//vnnihUr1J7mzZuPGDGCWbuB/JVlrSTvRgAAgPIkD92UWkkBAACAwjh79uzKlSt3796t1+sN+0NDQyMiIlq0aCHPnQkAgGbIT9YDBw6sVq3a999/n5OTI3t27dp19erVMWPGeHl5CQB5K7NzU9RKAgAAlBZqJQEAAEqcPKCSSWRUVNSpU6cM++UxVaNGjWQeGR4eLgAAGnb+/PmpU6fKj9vKpru7+9ixY0NDQwUAc1hXEgAAwBqwriQAAEAJSk9P37Rp05o1a2JjYw37HR0d27VrJ/NIf39/AQCAECkpKdOnTz958qSyKdOUBx54oE2bNgKACdaVBAAAsAbUSgIAAJQIGUOuXr1648aN8mSZYb+Pj0+XLl06derk4uIiAAAwID99z5s3b82aNWqP/JMxZMgQGagIAAZYVxIAAEArWFcSAAAgHydOnIiKitq7d6/RP9aHhYVFRkY2a9aMxSMBAGbJ4GTo0KHy78WcOXN0Op3sWbt27fnz5x977DF3d3cBwADrSgIAAFR41EoCAAAUjTxSUhaPPHPmjGG/PHBq0qRJRERErVq1BAAABXDu3LmpU6cmJSUpm97e3mPHjq1cubIAcB3rSgIAAFgD1pUEAAAorPT09PXr169duzY+Pt6w38nJqUOHDt26datUqZIAAKAwkpOTp0yZEh0drWzKoGXEiBHNmjUTAFhXEgAAwDpQKwkAAFBwV69ejYqK2rx5c1ZWlmG/r69v165dZSTJ4pEAgCLLycmZM2fOtm3b1J5evXr179+fFVUA1pUEAADQCtaVBAAAOHbs2KpVqw4cOGD03/M1atSIiIho2rSpPPklAAAoBpmpjBgxonr16vPmzVOWmVy2bNm5c+dGjRrFf70ArCsJAABQ4VErCQAAkA95OLRjx46oqCh1Sj2FzCBlEtmjR4+wsDABAECJOn369NSpU5XKMMnPz++pp57y9/cXgFaxriQAAIA1YF1JAAAAs+RR0Lp169auXSuPhQz7XVxclMUjfXx8BAAApSM+Pl4GkxcuXFA2nZ2dR40aVb9+fQFoEutKAgAAWANqJQEAAIxcuXJl5cqVW7duzc7ONuz38/OTYWT79u2dnJwEAAClTP4Zmj179q5du5RN+cG8X79+vXv3FoD2sK4kAACAVrCuJAAA0IgjR46sWrXq4MGDRv21atWKiIho0qQJR0QAgDIjs5ZRo0atXLlywYIFyn8SL1y48Ny5cyNGjHB0dBSAxrCuJAAAQIVHrSQAAEBOTs727dujoqLUifIUdnZ2zZs3j4yMDA0NFQAAlJOjR49+88036enpymZwcPDYsWOZSByawrqSAAAA1oB1JQEAgJalpKSsXbt23bp1ycnJhv2urq4dO3bs2rWrt7e3AACgvMXGxk6bNu3ixYvKpvw79dhjj9WuXVsA2sC6kgAAANaAWkkAAKBNMTExq1at2rZtW05OjmF/QEBAt27d2rVrx+R4AACLkpWVNWPGjAMHDiibMnQZPnx469atBaABrCsJAACgFawrCQAArMmhQ4dWrlx55MgRo/7atWt37969YcOGHPYAACyQo6PjmDFjFi9evGjRIrmp1+tnzZp17dq1vn37CkADyuzcFKkkAABAeSKSBAAAViAnJ2fLli1RUVGXLl0y7Lezs2vZsqXMI6tUqSIAALBsMoMMDg6eOXOmTCXlpkwoL1++PHz4cPnnTABWrczOTZFKAgAAlCdqJQEAQIWWmJi4bt269evXp6SkGPa7ubl16tSpS5cuXl5eAgCACqJZs2ZPPfXU1KlTs7Oz5eb27dvj4+OfeOIJFxcXAVivMjs3xbqSAAAApYV1JQEAgBW7cOHCypUrd+zYIY9qDPuDgoK6devWpk0bFo8EAFRQZ86cmTx5cnp6urJZuXLl559/nmAS1qos15UklQQAACgtBUklExMTlf9HI5UEAAAVgjx0OXDgwKpVq44dO2Z0lTye6d69e4MGDQQAABXcpUuXPv30U3UmgJCQkHHjxhFMwirJVFLu6vLcFKkkAABABUatJAAAsCZZWVmbN29evXr1lStXDPvlWapWrVrJPDI4OFgAAGAtYmNjP/vss7i4OGWTYBLWilpJAAAAa0CtJAAAsA4JCQlr1qzZsGGDPHox7Hd3d+/SpUvnzp09PDwEAABWJzk5+Ysvvrh48aKySTAJq0StJAAAgDWgVhIAAFR0586dW7Vq1c6dO+UxjGF/cHBwREREmzZt5CkqAQCA9crIyJDB5NmzZ5XN6tWrP/fcczKeEYC1oFYSAADAGlArCQAAKih5fLJ3796oqKgTJ04YXVW/fv3IyMh69eoJAAC0ISsra/r06YcPH1Y2W7Zs+cgjjwjAWpRlrST/zgYAAFCelEhSAAAAWAZ5Nmrjxo1r1qy5du2aYb88FdWmTRuZRwYFBQkAALTE0dFxzJgxH3/8sVIxuWPHDj8/v/79+wvAWpTZuSlSSQAAgPIkD/sIJgEAgCVIT0+Puk42DPs9PT07X+fu7i4AANAkOzs7GUy+//77SUlJcnPp0qX+/v7t2rUTgFUos3NTpJIAAADliUgSAACUu7S0tJUrV65ZsyYjI8Owv2rVqhERES1btmTxSAAAPDw8nnzyyY8++ignJ0duzp07Nzg4uFq1agKo+KiVBAAA0ARqJQEAQDnS6/WrV6/+559/jPLIhg0bRkZGsu41AACGQkJCHnrooZkzZ4rrf0OnT5/+xhtvuLq6CqCCo1YSAABAE4gkAQBAeTlx4sRPP/106dIltUcelrRo0aJv374sHgkAgFnyD+XZs2dXrlwp24mJid99992TTz7J53pUdNRKAgAAaAK1kgAAoOwlJyf/9ttvO3fuVHtsbW1btWrVp0+fgIAAAQAA8jZgwIDo6OijR4/K9qFDh5YvX96rVy8BVGTUSgIAAGgCkSQAAChj+/btmz17dnp6utpTu3bte++9l/pIAAAKwtbWdvTo0RMmTIiNjZWbCxcurFWrVs2aNQVQYZXZuSlbAQAAgPKj1EoKAACA0qfT6ebNm/f111+rkaSXl9fDDz/87LPPEkkCAFBwLi4uY8eOdXJyEtf/23jmzJlZWVkCqLDK7NwUqSQAAEB5olYSAACUjbi4uE8++SQqKkrtadq06ZtvvtmqVSsBAAAKKTAwcNSoUUo7ISHhr7/+EkCFRa0kAACAJlArCQAAysCF1BMNagAAEABJREFUCxc++OCDM2fOKJtOTk7Dhw8fPXq0i4uLAAAARdKgQYNOnTop7dWrV587d04AFRO1kgAAAJpArSQAAChtp0+f/vjjj1NTU5XNkJCQ119/vW3btgIAABTPXXfdpczjKs2ePVun0wmgAqJWEgAAQBOolQQAAKXq2LFjn3/+eWZmprLZvHnzl156qVKlSgIAABSbq6trv379lHZMTMyKFSsEUAFRKwkAAKAJ1EoCAIDSc+7cucmTJ2dnZyubnTt3HjVqlJ2dnQAAACWka9eu/v7+Snvx4sWJiYkCqGiolQQAANAEaiUBAEApiY2NnTJlijqV3IABA4YNGyYAAECJsrW1Vf/C5uTkyGBSABUNtZIAAACaQK0kAAAoDWlpaV9++WVKSoqyKSPJnj17CgAAUArq1avXqFEjpb1hw4Zr164JoEKhVhIAAEATqJUEAAAlTqfTffXVV1evXlU227dvTyQJAECpGjx4sK3tv4GL/Iy/cOFCAVQo1EoCAABoArWSAACgxMmToadPn1ba9evXv//++wUAAChNAQEBkZGRSnvHjh3nz58XQMVBrSQAAIAmUCsJAABKVnR09MqVK5V2pUqVHn30Uf4FCgCAMtCnTx93d3elvXTpUgFUHNRKAgAAaAK1kgAAoATpdLpZs2Yp55VsbW1lJOnk5CQAAEDpc3Z2joiIUNq7d+9OSkoSQAVBrSQAAIAmUCsJAABK0Nq1a2NiYpT2HXfcERoaKgAAQFnp2LGjku7IT/qrV68WQAVBrSQAAIAmUCsJAABKSmZm5uLFi5V2cHBwr169BAAAKEPu7u4NGzZU2uvXr8/OzhZARUCtJAAAgCZQKwkAAErKypUr09LSlPawYcNsbTntAwBAWevYsaPSkH+Ut27dKoCKgFpJAAAATaBWEgAAlIjU1NQVK1Yo7QYNGtSuXVsAAIAyJ/8Ke3p6Ku3NmzcLoCKgVhIAAEATqJUEAAAlYsmSJVlZWeL60cWQIUMEAAAoD7a2tu3bt1fap0+fjouLE4DFo1YSAABAE6iVBAAAxZednb1u3Tql3aJFi4CAAAEAAMpJhw4d1PaOHTsEYPGolQQAANAEaiUBAEDx7dq1KycnR2l37txZAACA8lOpUqU6deoo7Z07dwrA4lErCQAAoAnUSgIAgOLbtm2b0ggODq5Vq5YAAADlqmPHjkojOjr6ypUrArBs1EoCAABoArWSAACgmDIyMo4cOaK01XOgAACgHDVr1szZ2Vlp79u3TwCWjVpJAAAATaBWEgAAFJM816mcSJIHFS1bthQAAKC82draNmjQQGkfPHhQAJaNWkkAAABNoFYSAAAU0+7du5VG3bp1PTw8BAAAsACNGjVSGidPnszOzhaABaNWEgAAQBOolQQAAMV09OhRpdGwYUMBAAAsg5pK5uTkqH+sActErSQAAIAmUCsJAACKIyYmJiMjQ2nXrFlTAAAAy+Di4qL+aT506JAALBi1kgAAAJpArSQAACiOM2fOKA0nJ6eQkBABAAAsRu3atZXGiRMnBGDBqJUEAADQBGolAQBAcZw+fVpp1KhRg391AgDAooSFhSmNCxcu6HQ6AVgqaiUBAAA0gVpJAABQHGqtJNO3AgBgaUJDQ5WG/OwfHR0tAEtFrSQAAIAmUCsJAACKTB5FXLx4UWlXrVpVAAAAS+Lj4+Pu7q60z507JwBLRa0kAACAJlArCQAAiiwpKUmv1yttX19fAQAALEy1atWUBrWSsGTUSgIAAGgCtZIAAKDI4uLi1HZAQIAAAAAWRl1aklpJWDJqJQEAADSBWkkAAFBk8fHxSsPV1dXR0VEAAAALo6aSFy5c0Ol0ArBI1EoCAABoArWSAACgyFJSUpSGumYVAACwKIGBgUpDr9dfvXpVABaJWkkAAABNoFYSAAAUWVZWltJwdnYWAADA8hgu/JyYmCgAi0StJAAAgCZQKwkAAIpMTSWZvhUAAMtkZ2fn4eGhtBMSEgRgkaiVBAAA0ARqJQEAQJGRSgIAYPl8fHyUBqkkLBa1kgAAAJpArSQAACiyzMxMpeHk5CQAAIBFUlNJZnCFxSqzc1P2AgAAAOWHWkkAAFBkOp1Oadjbc4YHAAALRa0kLB+1kgAAAJpArSQAAAAAAFbMzc1NaaSmpgrAIlErCQAAoAnUSgIAAAAAYMXU5Z/VBaEBS0OtJAAAgCZQKwkAAAAAgBVTl38mlYTFolYSAABAE6iVBAAAAADAiqm1ktnZ2QKwSGV2bopUEgAAoDwptZIEkwAAaNmlS5cmTJiQk5Mjimr7daKQ5BHISy+9FBYWJgAAQKlhBldYvjI7N8UMrgAAAOWJSBIAAAQFBfXq1UuUua5duxJJAgBQ2kglYflYVxIAAEATWFcSAABIMpX08fERZUh+u379+gkAAFDKSCVh+crs3BSpJAAAQHmiVhIAAEj29vZDhw4VZUh+O2dnZwEAAEqZg4OD0tDr9QKwSNRKAgAAaAK1kgAAQNGkSZPGjRuLMlGvXj357QQAAChbxVlGGig91EoCAABoArWSAABANXToUHt7e1HK5LcYMmSIAAAAAK6jVhIAAEATqJUEAAAqX1/fXr16iVImv0VQUJAAAAAArqNWEgAAQBOolQQAAIZkZBgYGChKjbzzMgg+AQAAUIFQKwkAAKAJ1EoCAABD9vb29957ryg1Q4YMKYNJYgEAAFCBUCsJAACgCdRKAgAAI+Hh4S1atBCloHHjxvXr1xcAAACAAWolAQAANIFaSQAAYGrgwIFOTk6iRMk7HDp0qAAAAABuRa0kAACAJlArCQAATPn6+vbr10+UKHmH8m4FAAAAcCtqJQEAADSBWkkAAGBW165dAwMDRQmRdyXvUAAAAAAmqJUEAADQBGolAQCAWba2tvfee68oIfKu5B0KAAAAwAS1kgAAAJpArSQAAMhLeHh427ZtRbHJO5F3JQAAAABzqJUEAADQBGolAQBAPgYNGuTu7i6KQd5c3okAAAAA8kCtJAAAgCZQKwkAAPIhM8U777xTFMPAgQOLmWsCAADAulErCQAAoAnUSgIAgPx17NgxLCxMFIm8Ybt27QQAAACQN2olAQAANIFaSQAAkD9bW9thw4YV4VSRvIm8oQAAAADyRa0kAACAJlArCQAAbissLKxDhw6ikLp27VrkIksAAABoB7WSAAAAmkCtJAAAKIj+/fsXanlIHx+ffv36CQAAAOB2qJUEAADQBGolAQBAQchIcuDAgQUfLwc7OzsLAAAA4HaolQQAANAEaiUBAEABtWvXrnbt2gUZGR4e3rJlSwEAAAAUALWSAAAAmkCtJAAAKLh7773X3t4+/zFywLBhwwQAAABQMNRKAgAAaAK1kgAAoOCCgoIiIiLyH9OrVy85TAAAAAAFQ60kAACAJlArCQAACqVPnz7e3t55Xevj4yNTSQEAAAAUGLWSAAAAmkCtJAAAKBQnJ6d77rknr2uHDh162yleAQAAAEPUSgIAAGgCtZIAAKCwmjRp0rhxY9N+2SmvEgAAAEBhUCsJAACgCdRKAgCAIrjnnnucnJwMe+Tm0KFDBQAAAFBI1EoCAABoArWSAACgCHx8fPr162fYIzd9fX0FAAAAUEjUSgIAAGgCtZIAAKBounbtGhoaqrQDAwPlpgAAAAAKj1pJAAAATaBWEgAAFI2tre29996rtGVDbgoAAACg8Mrs3JS9AAAAQPlRaiUJJgEAQBGEhYW1bdtWNsLDwwUAAABQJGV2bopUEgAAoDwRSQIAgOIYNGiQAAAAAIqBWkkAAABNoFYSAAAUh7u7uwAAAACKgVpJAAAATSCSBAAAAAAAQDmiVhIAAEATqJUEAAAlRR5UqG2OLgAAAFBA1EoCAABoApEkAAAoMsMYMv+rON4AAABAXqiVBAAA0ARqJQEAQBHkk0fmP56jDgAAABihVhIAAEATiCQBAEChFDaPNHtzDj8AAACgolYSAABAE6iVBAAABWQ2jyxISGl6pMHhBwAAAFTUSgIAAGgC5wQBAEBBGKWP+W8aUv4FSphkkxyEAAAAQFFmh4W2AgAAAOVHPVEIAACQF8OjhdzrDNtpKdlfjT8UfSI5N29GNzS9WwAAAGhWmR0WkkoCAACUJ8oUAABA/owiSbWh1+vl1/TUHBlJnjyQNPXVwxdOpeqvK3g2STAJAAAAaiUBAAA0gVpJAACQD9ME0TBlzEjTTXnl4MXTabI/M10vg0nZVgJLNZ40DSlFHkknAAAAtIlaSQAAAE2gVhIAAOQl99aZWsWtkWRq0r8Tt8acSVfHy5DSsGLSMJg0yiYFwSQAAABuoFYSAABAE6iVBAAAZhlGkuLWPFJGjCmJWV+/cUSpkjSUma6f9trRc8dTjILJvGZzNf12AAAA0BpqJQEAADSBWkkAAGDKNJIUBsFkalL2tNeOGFZJGsrK0M98+4RaManT6fJKKAXBJAAAAKiVBAAA0AhqJQEAgJHbVklOf+PY5eiMfO4hM10/438nz59IVSJJw2CSikkAAAAYoVYSAABAE6iVBAAAhsxGkkpDZoqpSdkykow5m3bb+5HB5Hfvnrp4Oo01JgEAAJA/aiUBAAA0gVpJAACgyiuSVKLE9NScr18/eulcegHvLSsj9/t3zyjBpGHRpGk2KQgmAQAANIxaSQAAAE2gVhIAACjyiSRlIy0l+5s3zU/c6uBoO+SJuoFV3UyvykzXy2Dy/Mk0swtMEkwCAABAUCsJAACgEdRKAgAAUYBI8tu3jl84ZWbiVgcn24deatSkfcDI15qYDSazMnJ/mHD2wqlUvQmCSQAAAAhqJQEAADSCWkkAAHDbSHL6G8fyjCRfbFStjpdsu7rb5xtMRqvBpGHRJMEkAAAAqJUEAADQBGolAQDQuIJEkjFnzKwlaRhJKvIPJn/84LwMJmUkqa4rSTAJAAAAQa0kgP+zdx9gUtWH3scPbekdFgQU6U2BoCgIqOkx8aYnr8ktSUw1pveiacaYaJoxVU01ptyb3hNTVJpdURGkg3TpbSm763vkxGHcMrNl+v/zeXx8zuweRlp2N/Pd3zkABMJWEgBClsMkmcgcJn/8+U2b1x4SJgEASGcrCQAQBFtJAAhWzpNkIkOYPFJTL0wCANCArSQAQBBsJQEgTHlKkglhEgCAlrOVBAAIgq0kAAQor0ky0cIwWf90wiQAQIBsJQEAgmArCQChKUCSTLQkTNY3IkwCAITGVhIAIAi2kgAQlIIlyYQwCQBAVraSAABBsJUEgHBkTZI3fHJl00myqi1JMiFMAgCQma0kAEAQbCUBIBAtWUluWnOo8Q98ciX5oTYmyYQwCQBABraSAABBsJUEgBAU+MKtjQmTAAA0x1YSACAItpIAUPGKniQTwiQAAE2ylQQACIKtJABUthJJkokkTA4e1r3xu4RJAIBg2UoCAATBVhIAKlhJJclEHCbf9PHpwiQAACm2kgAAQbCVBIBKVYJJMtGzT5dchckGv5wYzLcAABAASURBVEYAAMqRrSQAQBBsJQGgIpVskkzkJEw2GE36kgYAoEzZSgIABMFWEgAqT4knyUT7w2TU6AUsYRIAoBzZSgIABMFWEgAqTFkkyUROwmTkHpMAAGXOVhIAIAi2kgBQScooSSZyeI/J1A8UJgEAyoutJABAEGwlAaBilF2STOQwTD7hHpMAAGXIVhIAIAi2kgBQGco0SSZyEibdYxIAoEzZSgIABMFWEgAqQFknyYR7TAIABMtWEgAgCLaSAFDuKiBJJtxjEgAgTLaSAABBsJUEgLJWMUkykYTJISN6NH5XHCZ/9LmNG1e7xyQAQKWxlQQACIKtJACUrwpLkok4TF780WlNLiaPHXniJ1e34h6TwiQAQFmwlQQACIKtJACUqYpMkomc3GOywVc4vuABAChZtpIAAEGwlQSAclTBSTKRkzAZucckAEA5sJUEAAiCrSQAlJ2KT5KJ9ofJxqNJX/YAAJQgW0kAgCDYSgJAeQkkSSZyGCafcI9JAIBSZSsJABAEW0kAKCNBJclETsKke0wCAJQyW0kAgCDYSgJAuQgwSSbcYxIAoLLZSgIABMFWEgDKQrBJMuEekwAAFcxWEgAgCLaSAFD6Ak+SiSRMDhnRo/G74jB501UbN64WJgEAypKtJABAEGwlAaDESZIpcZi8+KPTmlxMHj38xE+utpgEAChLtpIAAEGwlQSAUiZJNuBSrgAAlcdWEgAgCLaSAFCyJMkmCZMAABXGVhIAIAi2kgBQmiTJDIRJAIBKYisJABAEW0kAKEGSZFbCJABAxbCVBAAIgq0kAJQaSbKFhEkAgMpgKwkAEARbSQAoKZJkqwiTAAAVwFYSACAItpIAUDokyTYQJgEAyp2tJABAEGwlAaBESJJtJkwCAJQ1W0kAgCDYSgJAKZAk20mYBAAoX7aSAABBsJUEgKKTJHNCmAQAKFO2kgAAQbCVBIDikiRzSJgEAChHtpIAAEGwlQSAIpIkc06YBAAoO7aSAABBsJUEgGKRJPNEmAQAKC+2kgAAQbCVBICikCTzSpgEACgjtpIAAEGwlQSAwpMkC0CYBAAoF7aSAABBsJUEgAKTJAtGmAQAKAu2kgAAQbCVBIBCkiQLTJgEACh9tpIAAEGwlQSAgpEki0KYBAAocbaSAABBsJUEgMKQJItImAQAKGW2kgAAQbCVBIACkCSLTpgEAChZtpIAAEGwlQSAfJMkS4QwCQBQmmwlAQCCYCsJAHklSZYUYRIAoATZSgIABMFWEgDyR5IsQcIkAECpsZUEAAiCrSQA5IkkWbKESQCAkmIrCQAQBFtJAMgHSbLECZMAAKXDVhIAIAi2kgCQc5JkWRAmAQBKhK0kAEAQbCUBILckyTIiTAIAlAJbSQCAINhKAkAOSZJlR5gEACg6W0kAgCDYSgJArkiSZUqYBAAoLltJAIAg2EoCQE5IkmVNmAQAKCJbSQCAINhKAkD7SZIVQJgEACgWW0kAgCDYSgJAO0mSFUOYBAAoCltJAIAg2EoCQHtIkhVGmAQAKDxbSQCAINhKAkCbSZIVSZgEACgwW0kAgCDYSgJA20iSFUyYBAAoJFtJAIAg2EoCQBtIkhVPmAQAKBhbSQCAINhKAkBrSZKBECYBAArDVhIAIAi2kgDQKpJkUIRJAIACsJUEAAiCrSQAtJwkGSBhEgAg32wlAQCCYCsJAC0kSQZLmAQAyCtbSQCAINhKAkBLSJKBEyYBAPLHVhIAIAi2kgCQlSRJJEwCAOSNrSQAQBBsJQEgM0mSFGESACAfbCUBAIJgKwkAGUiSNCBMAgDknK0kAEAQbCUBoDmSJE1KwuSAId0av0uYBABoA1tJAIAg2EoCQJMkSTKIw+SbLxMmAQByw1YSACAItpIA0JgkSVa9+1UJkwAAOWErCQAQBFtJAGhAkqSFhEkAgJywlQQACIKtJACkkyRpFWESAKD9bCUBAIJgKwkAKZIkbSBMAgC0k60kAEAQbCUBINHmJNm5SwdJMnDCJABAe9hKAgAEwVYSAKL2Jcn/eb8kiTAJANB2tpIAAEGwlQSAdibJ0VP6RSBMAgC0la0kAEAQbCUBCJwkSQ4JkwAAbWArCQAQBFtJAEImSZJzwiQAQGvZSgIABMFWEoBgSZLkiTAJANAqtpIAAEGwlQQgTJIkeSVMAgC0nK0kAEAQbCUBCJAkSQEIkwAALWQrCQAQBFtJAEIjSVIwwiQAQEvYSgIABMFWEoCgSJIUmDAJAJCVrSQAQBBsJQEIhyRJUeQwTDb4OwwAUBlsJQEAgmArCUAgJEmKKCdhssFo0pdwAEDFsJUEAAiCrSQAIZAkKbr2h8ko7S9w8gOFSQCgMthKAgAEwVYSgIonSVIihEkAgCbZSgIABMFWEoDKJklSUoRJAIDGbCUBAIJgKwlABZMkKUHCJABAA7aSAABBsJUEoFJJkpQsYRIAIJ2tJABAEGwlAahImZPkwX2SJEUmTAIApNhKAgAEwVYSgMqTNUl++7JHJUmKTpgEAEjYSgIABMFWEoAK05Ikue2xw41/oCRJ4WUNk4+tPChMAgAVz1YSACAItpIAVBJJkrKTOUzefLUwCQBUPltJAIAg2EoCUDEkScpUhjB57MgTwiQAUPFsJQEAgmArCUBlkCQpa8IkABAyW0kAgCDYSgJQASRJKoAwCQAEy1YSACAItpIAlDtJkoohTAIAYbKVBAAIgq0kAGVNkqTCCJMAQIBsJQEAgmArCUD5kiSpSMIkABAaW0kAgCDYSgJQpiRJKpgwCQAExVYSACAItpIAlCNJkoonTAIA4bCVBAAIgq0kAGVHkiQQwiQAEAhbSQCAINhKAlBeJEmCIkwCACGwlQQACIKtJABlRJIkQMIkAFDxbCUBAIJgKwlAuZAkCZYwCQBUNltJAIAg2EoCUBYkSQInTAIAFcxWEgAgCLaSAJQ+SRIiYRIAqFy2kgAAQbCVBKDESZKQIkwCABXJVhIAIAi2kgCUMkkSGhAmAYDKYysJABAEW0kASpYkCU0SJgGACmMrCQAQBFtJAEqTJAkZCJMAQCWxlQQACIKtJAAlSJKErIRJAKBi2EoCAATBVhKAUiNJQgsJkwBAZbCVBAAIgq0kACVFkoRWESYBgApgKwkAEARbSQBKhyQJbSBMAgDlzlYSACAItpIAlAhJEtpMmAQAypqtJABAEGwlASgFkiS0kzAJAJQvW0kAgCDYSgJQdJIk5IQwCQCUKVtJAIAg2EoCUFySJOSQMAkAlCNbSQCAINhKAlBEkiTknDAJAJQdW0kAgCDYSgJQLJIk5IkwCQCUF1tJAIAg2EoCUBSSJOSVMAkAlBFbSQCAINhKAlB4kiQUgDAJAJQLW0kAgCDYSgJQYJIkFIwwCQCUBVtJAIAg2EoCUEiSJBSYMAkAlD5bSQCAINhKAlAwkiQUhTAJAJQ4W0kAgCDYSgJQGJIkFJEwCQCUMltJAIAg2EoCUACSJBSdMAkAlCxbSQCAINhKApBvkiSUCGESAChNtpIAAEGwlQQgryRJKCnCJABQgmwlAQCCYCsJQP5IklCChEkAoNTYSgIABMFWEoA8kSShZAmTAEBJsZUEAAiCrSQA+SBJQolLwmS/wV0bv0uYBAAKzFYSACAItpIA5JwkCWXhyTD5cWESACg+W0kAgCDYSgKQW5IklJG+A7sKkwBA0dlKAgAEwVYSgBySJKHsCJMAQNHZSgIABMFWEoBckSShTAmTAEBx2UoCAATBVhKAnJAkoawJkwBAEdlKAgAEwVYSgPaTJKECCJMAQLHYSgIABMFWEoB2kiShYgiTAEBR2EoCAATBVhKA9pAkocIIkwBA4dlKAgAEwVYSgDaTJKEiCZMAQIHZSgIABMFWEoC2kSShggmTAEAh2UoCAATBVhKANpAkoeIJkwBAwdhKAgAEwVYSgNaSJCEQwiQAUBi2kgAAQbCVBKBVJEkIijAJABSArSQAQBBsJQFoOUkSAiRMAgD5ZisJABAEW0kAWkiShGAJkwBAXtlKAgAEwVYSgJaQJCFwwiQAkD+2kgAAQbCVBCArSRKIhEkAIG9sJQEAgmArCUBmkiSQIkwCAPlgKwkAEARbSQAyaHOS7NRZkoTKJEwCADlnKwkAEARbSQCa054k+Z/vOU2ShEolTAIAuWUrCQAQBFtJAJrUziQ5flr/CKhcwiQAkEO2kgAAQbCVBKAxSRLISpgEAHLFVhIAIAi2kgA0IEkCLSRMAgA5YSsJABAEW0kA0kmSQKsIkwBA+9lKAgAEwVYSgBRJEmgDYRIAaCdbSQCAINhKApCQJIE2EyYBgPawlQQACIKtJACRJAm0mzAJALSZrSQAQBBsJQGQJIGcECYBgLaxlQQACIKtJEDgJEkgh4RJAKANbCUBAIJgKwkQMkkSyDlhEgBoLVtJAIAg2EoCBEuSBPJEmAQAWsVWEgAgCLaSAGGSJIG8EiYBgJazlQQACIKtJECAJEmgAIRJAKCFbCUBAIJgKwkQGkkSKBhhEgBoCVtJAIAg2EoCBCVLktx/7MZPr2wySXbsGL3mnZMlSaC14jD5xo9O6zugqvG74jD5k2s2bVl3KFUimwuTDfjyFQAqjK0kAEAQbCUBwpE9SX5q5aY1hxr/wDhJvvbdUybOGBgBtF7/wd3edNn0JsPk0cNP/PgLT4bJurq6DGGywVwyEiYBoLLYSgIABMFWEiAQmZNkzUFJEsijDGHy8MF6YRIAAmcrCQAQBFtJgBBIkkDRCZMAQHNsJQEAgmArCVDxWpIkH1slSQJ5J0wCAE2ylQQACIKtJEBlkySBkpKEyV59uzR+lzAJAMGylQQACIKtJEAFkySBEhSHyTdfLkwCACfYSgIABMFWEqBSSZJAyRo4pLswCQCk2EoCAATBVhKgIrU5SXaQJIGCECYBgBRbSQCAINhKAlSe9iTJ/3fpZEkSKAxhEgBI2EoCAATBVhKgwrQzSZ521qAIoFCESQAgspUEAAiErSRAJZEkgbIjTAIAtpIAAEGwlQSoGJIkUKaESQAInK0kAEAQbCUBKoMkCZQ1YRIAQmYrCQAQBFtJgAogSQIVQJgEgGDZSgIABMFWEqDcSZJAxRAmASBMtpIAAEGwlQQoa5IkUGGESQAIkK0kAEAQbCUBypckCVQkYRIAQmMrCQAQBFtJgDIlSQIVTJgEgKDYSgIABMFWEqAcSZJAxcscJn9yzebtG2uESQCoDLaSAABBsJUEKDuSJBCIDGHy0P66m67aJEwCQGWwlQQACIKtJEB5kSSBoAiTABACW0kAgCDYSgKUEUkSCJAwCQAVz1YSACAItpIA5SJzkjxyuE6SBCqVMAkAlc1WEgAgCLaSAGUha5L87mckSaCSCZMAUMFsJQEAgmArCVD6WpIk1y070PgHSpJAJREmAaBS2UoCAATBVhKgxDWXJJMDSRIq2+Pbdj30wPJb/nj7T7736z/9+h/LH1519MixKGDCJABUpIJ9Ou5lngZgAAAQAElEQVQcAQBQPLaSAKUsQ5KMX2GXJBPvvvjyexYvyXBCp04dBwzq139gv/4D+vbt33fAgL6jxp7yrAvm9ujZPaIF3v/mT92x4L7k+LofXDnj7NObO/PQwZr2/K5++bPf+eXNf0yOP3rFOy985XOjylJbW3fe6S9Ljnv26vG3u3+W4eQH7n74S5/59ppVGxq8Pf77PHLUiPOed85rL35ZmH+HkzB5wxUPHNjbMNAmYfK/Pzq8ekT3Tp06xR8nU+/q2LFj/DD+d/Iw+c681JfBviQGgOIq2CdiVRIAoJgavCIDQOmQJHOlrq7+8W274n/S33jt52983oXn/febXzl0eHVELvz9T/N/+K2f3/T7r0e0z769B77z5R/99v/+2uRoIP77HKfK+J/f/e9fXvPGl7/iNS+q6tolCowwCQAVpmCfiF3BFQCgmLz+AlCaJMl8O3Sw5jc//8trL3z7DV+7uba2LqIdtm7a/oG3feaT779m587dEe1z5PDRd73hst/871/Sk2T81drkqeNOGj4k/cydO/Z8/Qvf+9g7PxfmBUhdyhUAKomtJABAEGwlAUqQJNlmw0YMGXby0AZvfKL+ib179u3ZvW/Prr0NAmRcgH7wrZ9v3rjt8s+/J7WgolWOHa397xe/49ChwxG5cN3V31u5bE3q4dQzJv/PW181/YzTuvfoGj/cvXPvrbcs+s5XfrR/38HkhMXz773pO//3P297dRSeJExe/5kHDu6zmASA8lawT8GqJABAMXnlBaDUSJLt8cznz3n7B17f3Hvj38DVj65b+tCK3/z0zyuXr029/W+/v7VP317v/fhbIpry3AvPO+0ZE5Pjkxpd8Db+XZUkc+Wvf7jt1z/9U+rhuz/yple/7sXpJ/Qf2PdlF11w3nNmf+bDX7570QPJG6//2s2nPWNShvt9VrA4TL7p49NuvHKJMAkAZa1gn3x9HyIAQDElr8JEAJQGSTKv4ggxbtLol776Bd/75Vc+csU7+/TrnXrXL378h/n/uDOiKS94yTPf8PaLkn9OGjEkIm9uvPbHqeN5zz67QZJMGTCo3xVf+fCIkSclD+OPDz//4W+jUA0e1iMOkz37uJQrAJSxgn3yVSUBAIrJN4MDlA5JsmDiPPkfr3zuFV/+cOfOnVJvvP7aH9fV1UdQJBvXb9m8cVvq4Zvf9V8ZTu7dp+cl73td6uG61Y9FARMmAaDc2UoCAATBVhKgREiShXfm7Knv+sibUg/XrFz/h1/dEkGR3L34gdTxyacOGzN+ZObzJ0+dkDreuGHLoYNBX0dXmASAslawT7vuKwkAUEy2kgClQJIsllf854viErnikTXJw5/c+KuXvOr5LfmBRw4fXfno2tUr1h06WDO4euCwEUMnTBnTqVOrv/c6/iNevWL9xvWbd2zbdfTYsUHxU508ZOKUsekjzpbYv//gutWPbd6wZfu2XX369Ro4sP+IkcNOHTMiqmg1h46sfHRN/Fu3Z9feg/sP9hnQZ8CAfiedPGTMuJFt+/Im/uNY+uCK+Lfx8e27uvfoNuzkoZOmjOvbv3drn2TThq1rV2/YsHZT/wF9R44aMWX6hJb8wN0791QPHbh96874eO4zz856fnxyr949D+w/mDzcvnVHxf+JZ5aESfeYBIByVLBPuKokAEAxNXjlBYDCa/B9wemFMn6t/OiRekkyr174kmenquTGDVseW7f55FOHNXdy3CD/90e/u/WWxauWr23wB9ejR7ez58143VtfPW7S6KgFtm7Z8cNv/uzWvy/et2d/g3fFT3XO+TNff8lFo8aenPlJDhw49Lv//es//jx/+cOrGr+334A+c86f+YZL2nszyPe/+VN3LLgvOb7uB1fOOPv05Ph5My86eOBQ+pl7d++fM+nft0KMY96fFt0c5cHhmqO//Mkf/v6n21cuW9vkt9X36dd71rwzXvP6l46f3PSfxT2Ll7z74suT489+9SPPfP45dXX1P/vBb37/i7/FfwEanHzatAkvfvULXvCSZ2atznFQ/MMv/xY/SVIWU8ZOOPW/3/Kq57xwXuYffvGlr4n/OXasdsvGbT1794yyOXTwcCpJRscjZRQ8YRIAylTBPuG6gisAQDF5nQWguJq8WmCylUyS5I2fXiFJ5tULXvqsqq4nrvp4zx1Lmjzt6JFjP/vhby+64G03fO3mlcvWNI5hhw4d/tdfF73+5e/54me+HZ8cZfTrn/35NRe89Xe/+FvjJJk81d//NP91L33nt778wwy3uly9Yv3/vOSd37jm+00mydieXfv++Kt/vPbCt//+F5VzZdoH71/26ue/+Ztf/EHckpu70lf8u/q339/6hle8J/7DaslzPr5t1ztf//H4ORsnydjDSx793Mevvew9n89829E//+afr3rum7779Z82SJKxVY+u++T7r7n8vVcfPXI0yqZLl86njBo+cFC/rGf+5bf/TB1PnTGpR8/uES24lOuOLYdTl3JNfbB94ukil3IFgMJyX0kAgCC4ryRAiUi/dmv2JNlBksyZ3n16jp0wKvXwvjsfanxOzaEj737j5dd9/rs7H9+demP8OXT02FMmTBnT4DWUX//0T5f814fjItjMfzD64bf/94uf/laDcjlsxJAp0yak99G4gf34hl9+4K2farJx7t9/8ENvv2Lb5sdTb4lr1vCTh06fedrocSPTA1X8wz9/+XV//cNtUflb9tDKD771M+l/Cp07dzpp+JCpZ0yedPq46qEDG8wZf/Ctn/8hW5HdvXPPe990+ZJ7lmY+7fa/3/G9b/y0ufd+/5s/++xHv1pbW5d6S/y3Iv67MeKUk1Jv+edfFnzi/ddEObJu9cZvf+WHqYcXvPTZEU/JHCZ/eOVjqTAZ/7u5NhmJkQBQQO4rCQAQBFtJgCJq8naSiThJ3vCpR9cvP9j4R8Uftl/5tomSZA4NHnLi0pfrVm1ofMKnP/TFB+99JPVwzPhT33fZWyadPr5rt6roePZb9vDKa6+64dGlq5MTlj+86rMf/co13/5E40+yt/zx9uuv/XHq4ZChg9763v+eNe/M5OaFcSJZs3L9d7/+k/n/uDM54a6FD3zjS99/78fe0uB5vv+Nn23dtD05Hjio3xsufc0LX/rs5OcTi/vKbbfccf21N21Yuyl5yze+8N0558/s1atHlDt/u/tn0fFbbD7rGa9M3pK/q7bGjh2tjX9XU9csjYPff7/5lc950Xndulelztm/7+BN1//fr3/250MHa5K33HDdzc9/yTPjZNvc037ji987XPPkhLFHj27/8arnn3H21Dhwxv+DXLFs9V9/+6/4zyt15k++96v/eOXzhg4b3OAZ7r3jwRuv+0nqYb8BfT7+uffMOGtq8hPbt2f/bX+/48uffXJBu/i2e6Jc2LZ1xwff9umDB/79a4x/whe89FkRaTJdynVffRwmX/fxkwed1C39Uq4dO3Zs8Hpo+qVcfc0MAHllKwkAEARbSYBiaXw7yZYnyWnnVEfkzqDqAanjvXsabhzjLpVqhLHnvvDcb//k6ukzT0slwKquXaadMfnbN1/9olc8J3Xa4tvv/c3P/9LgqbZs3HbNp76Rehiff/Mfv/X8Fz8zSZKxTp06jps46qrrPvbGd7w2ddovbvpD3L3Sn6e2tu73v/hbchz/NL7wzctfdtEFqZ9PdLyvPPP553z5+k8NGPjvC4Hu3LHn1r8sjMrZb3/+l3WrNybHw08eeu33P3vhK5+bniSj48vXt3/g9Z//+sdTb9mxfdddC+7P8LRJknz2BXN/+Y/vvusjb5zzzJkDBvWLQ+/seWd86osfuOIrH0qdGWfFf/11QYMfHofka6+6MfVw5Ojh1//si+ecd2bqJ9anX+//eOVzv/6Dzw0c3D/Kha1bdrz7DZdt3rgteRj/kj/zpQ9lyK7ByrSYPB4md2w5XN9IaijZmK+ZASB/CvZ5VpUEACgm3/cNUHQN/h94cuHWJpNkTJLMh8GDT1TJPbufViXj5vTdr5+YwY2fPPpTX/pAj57dGj9J3CY/9tl3PeOs01Jv+fGNv0y/pGfs5z/6XWrfNm7S6A9+4u3de3Rt/FTxp+aLL73olf91YeotP7r+/9JPeHzrjtQWcPqZUyadPi5qykkjhrzm4pelHt5710NROfvz707cRjFOj403iylnzJo6a+6M1MMtm7ZFGVUPHfiRK94Z58PG73rWC+Y+7z/OTz1c9tDKBif8668LV69Yl3p4xVc+EhfTxs8zZfqED3/mHVG7rXp03SWv/WDq/pdxkvzCtz4x7OQhEU35d5js3WyY3L6ppkGPzHyDSQAgT2wlAQCCYCsJUBTNDSWPHK674VOPrn1kf+MfEv//9FddIknmxaC0K7jGGXL//hNJ+L47H0wVoNi7PvymzE/1jg9enDreumn7wn/dlXq4b8/+P/7yxD0OP3n1+7pUZdq3veGSi3r2+vftIe9ZvGTLxhNprWPnTqnjXTv2pC5B2djzLjzvfZe99Zpvf+Km3339w5/OQRUrliOHj06ZNmHO+TNHjxs5YuRJc591dubzh51yIg0eOnAo88lve//r0+/E2cCZs6aljh/fvqvBexfeenfq+NkXzB0zfmRzzxP/5ONfQtQODy959O3/9ZHtW3cmDwcM7HfdD66cNmNSRPOeDJOXNbuYvOmqjTu2HE7dV7LJPBkBAPlnKwkAEARbSYDiSv+/30mSXLfsQOPTXLg1r+qevmjs1PFE87v3zhP7wrnPPCt9CtmkiaeNTb/D3713nrjy6h3z7z106HByPHL08FFjT8n8VP0G9Jlx9tTUw/vSfiZDhg5KXfR15fK1H770yq1bdjT5JIOqB7ziP190znlnjh53SoOLnZaXrt2q4rx69bcuv+l31/38L9/pnNZlm5S+fz1WW5vhzPgLoee96NwMJ8QRNHV8uOZw+rvihh3/saae5w1vvyjK6HVvfXXUVpse2/rRS688+FRhHTZiyDd//Plxk0ZHZJPhUq4H99Yll3JNqmRzMbLBPYABgJyzlQQACIKtJEDRpV4E37KupskkGeves/OQk3tG5Mf+/Sd+2+PPjOkXaF23akPqeF62fV7i3GfPSh2vWbk+dbxi2drU8dRnTI5aYMq0ianj++95OP1dz75gXup40a13v/LZb3zjq973rS//8MH7lwX+mf3Y0dr773p46YMrUm+pra3PcP7gIQMyvwrWu0+vE0919GmB87F1m/ft+fey+aTh1VlL8znnn9m2V9ziX9Qn33/Nrp17koejx57yjZs+f/KpwyJaps+ArgOrm57DxmHy4cX7kiTZ5HVcIwAg/wr2Ode9uAEAislWEqCIGvx/71PG93jjJ8Z+/8rV9XUN/z/5oQO13/3ckjd+bNpQbTIP9u87ccnWAYP6pb9r544TV+wcWD0gaoEBg/unjnft2J063rr5xCVYf//LW36fdjXXlti0YUv6w1f/94tv+cNtqZ95/Hdp+cOr4n9+bDD1IwAAEABJREFUfMMvBwzsN+vcM54x87Q555+VmlRWpGPHardu2r5ty45tm7dv27pj29bH44ePLHk0tUlNZH6Ra8Cg/pn/K1VVJzZ29U88LXDuSLuga/+B/aJs4i+6BlX3f3zbrqiV/vibv6duaTn85KFfuuHT1UMHRrTMkcN1P7jqwcfW7G/yvdPP73XOhf3iHpl8r1665ItkXy0DQAEU7LOtKgkAUEzJ6y9eagEopOZuKhkbO7X3f33o1B9dtbbxj6o5UPu9zy25WJjMg82PbU0dDz/lpPR3pWengdnyVWJQ2mlbNm1PHe/bcyBqh7jApT88+dRhX/jm5Vd/8uvrVm9scOaunXv+9Ot/xP9Ex+90+OJXPf/M2dOiCnL3ogf++vtblz20Yv2aTe3/tvq+/doebnfuPFGd+/Xv05IfMqh6YBuq5J9/9Y/U8Yc+fakk2XJxkvzh1Q81lyRnPKvXs/7fgDhJduzYMfM+0hfMAJBXBftU6wquAADF5BUWgFIzfnrv//noyI6dmvjgnCwmtz52MCKnHkm72ufEKWPT37V3z4mY0btPi3pwVdcTt288euRYXd2/13Xp14ltg9pjDW+OOO2MyT/67devvPYjz3/xM5v7uf3jzwveffHlb7nog/fe8WBU/moOHfn8Zde9542f+PNv/hnn2CbrUadOHafPPG3qGS26Rm6sQ9T2L4QO7D3xZ9qzd4v+evQb0DdqpT279j285NGnfnifGWefHtEyyUpyw8p9Tb739Hndz31Fn/SrtkZPfddI5kIJAOScrSQAQBBsJQGKK/WSd/or4GNO7/XaD4z4yRc3Nr6Ua41LueZanHw2pW0lJ0wek/7eHj26Hzl8NDnevm3nSSOGZH3CbVseTx337d87jmTJcbduXVNvv/jSi54xs3VtqVv3bo3fGD/5+c87J/7n2LHauxbef9sti+b/8659exrOwpYuefR9b/7kF751+ay5M6KyFf+6PnTJFQ89sLzxu6qHDpwwZez4SaMnTB479czJvXv3/P43f/bgvY9Eedar74lbTu7c3qIF5MEDh6JW2rzxxLV/J0+d0LGjb/FvkcwXbp0yp+u5r+j1RDPSz/SlMgAUQME+4aqSAADF5HUWgFKTvCY++rSeF71v2E+/tOnpt7F7kjCZW//8y4L0hzPOnpr+MM6Ku3ftTY63bd4etWCBl37V1oEDT1zNtVefEwWrvv6J3C7eunTpPOf8mfE/x47W3rXo/rsXPbD4tns2pt2Ksra27nMf/er//u3Gbt2rovJ05ceuTU+Sk6eOnzZj8sTTx50+Y9KQoYManHzoYE2Uf+l/vls3b2/JD9m6aVvUSvv3nVhkVjf6ldKkzEly0uwuc1/WI30f2SBGpt7u62QAKIyCfc717V0AAMWUbCUjAErPqZO7v/o9Qzs09f+ba1zKNUfq6+v/78e/Tz08e+4zGtyxb/jJJ24zuXVTy7JTWp3qP7Bf6nhE2h0rVy5bE+VHl6on8+R7Pvbmn//1Oz/41Vefd+F5qXft3LHn73+8LSpPdy18YMG/7ko9/OCn3n7Dz7/4jg9f/JwXzhvSVKjbty/9ern5+lJnwKATf76bN26L02/m848eObZ9686olY4ePZo67tGjW0Q2mZPkhLM7nfOSblm/AG4cKQGA/CnYZ1tVEgCgmHwPOEDJij8+x2Hyle+qbvIek8JkTvz0+7/ZsHZT6uELXvLsBidMnjo+dTw/rYplMP8fd6SOx6ddD3bS6SeeavnDK6MWuGfxg3/4xS13L3og/kkeO3rivpKHDh5etWLdwn/d/cub/7hrx57mfvi4SaMv+/x7p505JfWW1SvXR+XplrSeOvu8M1/6/16Q+fy1Kzekjp+oz9eLXCNHj+j/1H0i46+pFt92T+bz71xwX9R685519sJlv0v+ufSDb4jIKGuSnP3irhEAUGJsJQEAgmArCVCCOhyXHI+c1O1llw60mMyHR5asuOHaH6cejhw9/JnPP6fBOekp8ZEHV8z/551RRncsuO/B+5alHp773Fmp48lTx6WOd+7Y86+/Lsr8VLW1ddd86htXXX7de974ide88JKbv/vL1Luuuuza173kXR96+xVf/ux3FmRspZ06dZyddi/Jgwdy/7elMLc53LBmY+r47HOekfnk+Ld36ZJHUw/r6uqj/Ih/e8973om/Mzfd8IvM5//i5j9E5FPmJDn+rI5nX9glevrH2Oipl0EbvCX9HN/DBwD5ZisJABAEW0mAUpP+OnjilIldX3JJf2Eyt+5ZvOTDl3722LETA8T3XXZJly6dG5w246zTh588NPXwu9f9JPMrJjd+7ebU8ZChg06fPjH1cMQpJ6XPFr/2+Rv278/0B/enX/8jdWPIrt2qXv7aF6Xede5zZqeOF916d5TR2rSed9LwIVGudak68Zt27MixKD+6pV25dOfOPZlP/spnv53+sL4+X1Uy9rwXnZs6jlPo4tvvbe7MlcvXxn/rIvKmJUmyQ1OitI+3DYJlJEkCQEHYSgIABMFWEqC4GjfIdB07dkwOTp3c/cVv6ydMttOhgzV3L3rg+9/82Vsu+uC7L758V1rcevlrX3jm7KmNf0ic3P7nLa9KPYzD0qc/8KVDBw83PvPokWNXfuzaZQ+duDTrK/7rwgYvr1z89otSx9u37rz8PV9o7i6D8/955zeu+X7q4QUveVafvr1SD+ecf1bq/oLxmb//xS1RM1YuWzP/74tTD6fOmBzlQc9ePZKDQ4cO73x8d5QH4yaOTh3f/vdF+/c1/Rc+DpBfv/r7DXaohw8djvImLs3PTQuTn7/8uofTZpopO7bv+sqV10dtctfCJ//Spv6JaErmJDluZoeZL+zU+ANsdPxjb/KRtskfKEkCQGEU7LWpzhEAAMVjKwlQdMnH4fQPyA22O/Er5vF7R07qduFb+vzh+n1PNNp9JWHyjR+bNvTknlHY/vXXhY8+srrhW594Yveufbt27N69a2+TP2rW3Bnv+siboma88OXPvvWWRakN3C1/un3Nqg3vu+wtk04f37VbVXS8Ry57eOV1X/huepKMn/O1F7+swVOdOXvaha987h+eiohxIn39y9/19ve9/ux5ZwweMiB+y+Gao3cvvv+3P/vL4vknJnejxp785nf9V/rz9OjZ7fVvv+ibX/xB8jAuYXctvC8+55RRw1Pn1Bw68uff/uPHN/7y0FNN7hlnnXbGrCbKa/udNLx61aPrkuMrP/bVV7/uJVVdunTq1DF9G9pO4yeNSh2vX7Ppna//+Jvf9Z9zzp+Zfs5DDyz/4bd+3nitmHmT2n7v+dhb7lm8JPnbFdfHd77uY+/9+Fuf+YI5vXs/+b/Hgwdq7lxw31c/d32be+09ix+4+bu/Sj18Q1rbJtGSJJn6Jo+OjaR/F0jqYYPRpC+YASCvCvapVpUEACimZCvpdRaAQkrt1NMH66kPyOkxsr6+PkmSycHxMBkJkxls3rgt/qfl5/fo2f3iSy/6f697SYabI8bv+sQX3ve+t3wqFR1Xr1h36f98LP4zGjXm5C5du6x4ZE2Db+6uHjrwss+/t8lPr+/7+Fsf37rjzgX3Jw/37t5/1eXXxQf9B/QdccpJjzy0osFNEIcMG/zF6z/db0CfBs8TJ8/773ooVeD++ZeF8T8DBvYbPHRgt+7dtm/Z8fi2HbW1danzBw7u/5Er3hnlx9iJo1JVMv6lpX51t9zz8/h3OMqFec+ePWXahNTdIlcuW/OhS64YVD3gGWeeNnRE9bbNj69esT7+c0neO2zEkPd8/C3xCcnDDWs3RvkU/+lc/c3LP3DJp+M/zeh4pf7CJ74e/zNy9PCqqqqVy9emzjxt2oSOnTqm33mU9sucJMeeGaUnyU7HpWJk4zbZZJIEAPKtYK9NuYIrAEAxSZIApaPxpQVTL5fHL6Mnr6efMrHri97c26Vc269rt6oXv/J5P/3Tt17zhpdlSJKJPv16f/Omz7/8tS9Mf2P8OXTNqg2PLl2dniS7dOn8iv980Q0//1L/gX2b++9+8TufjFNog3tY7t6196EHljdIknHE+vL1nx560qDGzxP/fbjsqveeOmZE+ht37dwT/3yW3LN0y6Zt6Uly8tTx137virh6RvnxitdeGIeexm9fvXJ9lCPde3S96rqPNfj17ti+65Y/3X7T9b/42x9uSyXJ+Pf/h7+5bs75M0eNPSV5S1xMd+7YE+XT5Gnjv/Gjq4YMfdqf1Po1m9KT5OSp4z533cequlZF5E7WleRZL+qc/oG08XGqTTZOkvIkABRMB/eVBAAIQQf3lQQotg7NaHCNwVSYHDmpmzDZZqPHjbzgpc/66BXv/P38mz58xTsGVQ9o4Q+s6trl/Ze/7Qe/+uq8Z53d5IsmU6ZNeNdH3vjLf37vfZe9NfPTxn+ab3zHa+Mg+qJXPKdb96YbVfxsV3/r8u/87JoGHS5dvwF9fvDrr73/E28bOrw6aubnPPeZZ1157Ueu/9k1qUSXD3Fv++J3PnXyqcMavH39qsei3Bk4uP/3fvHVOOgmF85tIP7Fnj33Gd//5Vfj3/8ePZ+86ea8Z89Kvff/bvpdlGfx7/APf3vdG9/xmt59Gu6Vq4cOvPSDb/jWzVfHv4SI3GnhvSQbzyKTD6fJQZIn0y/imkqSqafq8PTLawMAOVew16a8CgYAkC+pL7SeOK6+vj75d91TDh06tGfPnuTllQkTJkQAFFCDj9Lp6p8Sf6xO/7idbv2yw3+68UDjS7nGuvfq7FKuebXz8d3/+uvC/fsOxMe9+/SKc9S4iaP69Osdtd6hgzXz/3XX5g1b4uPOXboMHTZ4+IihJ40Y0tzUsknHjtY+eN8je/fsO7D/0MEDB2tr65+8lOuQgZOnje/Vq0dUQI88uHL9msd2bNtZW1fXf2C/M2dNGzEy9wPNrZsfX7l8zb49B/bt219fVz9oyMChw6onTRkbh8moBOzbe+Ch+5bt2rln9669/fr3GX7y0GlnTuncuVNETmVNkmde8LTv50gXv71z/EeSJjkn/WquTRZKVRIoU2vXrr3mmmuS46997Wvxx8AISsm+ffsOHnzyGyuPHDkSv1TVOU2XLl2Sz9rJvxtfej1q5SdoVRIAIF9aUiX37t2bXMRVlQQosPSP0lFam0x9uE6Fyfhh6kN3bW1tKlXGYfKPN+yPnmji/4THYfItl08fPKygRQqgMNqZJJODBi9upm8oG1/NNaFKAmVKlaTExVXywIED8efZAlRJV3AFACgm95UEKJYG45v0C7c2uIJr+nH6q+rJpVyjDk18s2/Ngdobr1zy+OZDEUBlyZwkx54ZtSRJNuiRjSeSDXpkJEkCQD65ryQAQBDcVxKgFDTY4jR3I7TGr61nCJMH9x0TJoEKkzVJznxhpwZJMvUhtPEH0gYfZhtPJJVIACiMgr02pUoCABSTrSRAETUe4qTvJoVJgHRtS5KNV5KNk2T6R93UE3Zw7VYAKBRbSQCAIL1FSUEAABAASURBVNhKAhRXc9dxbXAR1+bCZEKYBCre0SP1bU6SjSUfYJNzGvRI124FgMKzlQQACIKtJEDRtSdMph4Kk0AFezJJXp3fJOnarQBQRLaSAABBsJUEKCnCJEADSZLcsGJfk+/Nd5KUJwGgAGwlAQCCYCsJUAoavwIuTAJEkiQAhMFWEgAgCLaSACVCmARoQJIEgEDYSgIABMFWEqB0CJMAKZIkAITDVhIAIAi2kgAlRZgEiCRJAAiMrSQAQBBsJQFKjTAJBE6SBIDQ2EoCAATBVhKgBAmTQLAkSQAIkK0kAEAQbCUBSpMwCQRIkgSAMNlKAgAEwVYSoGQJk0BQJEkACJatJABAEGwlAUqZMAkEQpIEgJDZSgIABMFWEqDECZNAxZMkASBwtpIAAEGwlQQofcIkUMEkSQDAVhIAIAi2kgBlQZgEKpIkCQBEtpIAAIGwlQQoF8IkUGEkSQAgYSsJABAEW0mAMiJMAhVDkgQAUmwlAQCCYCsJUF6ESaACSJIAQDpbSQCAINhKApQdYRIoa5IkANCArSQAQBBsJQHKkTAJlKnMSXLczA6SJAAEyFYSACAItpIAZUqYBMpO1iR55gUdJUkACJCtJABAEGwlAcqXMAmUEUkSAGiOrSQAQBBsJQHKmjAJlIXMSXLibEkSAIJmKwkAEARbSYByJ0wCJS5rknzGcyVJAAiarSQAQBBsJQEqgDAJlCxJEgDIylYSACAItpIAlUGYBEqQJAkAtIStJABAEGwlASqGMAmUFEkSAGghW0kAgCDYSgJUEmESKBGSJADQcraSAABBsJUEqDDCJFB0kiQA0Cq2kgAAQbCVBKg8uQ2THTsJk0ArSJIAQGvZSgIABMFWEqAi5TRM9hEmgRaSJAGANrCVBAAIgq0kQKXKVZg8eUJXYRJoiTYnyc6dO0uSABAyW0kAgCDYSgJUMGESKJj2JMnGc0lJEgCCYisJABAEW0mAytb+MJm8RZgEMpAkAYD2sJUEAAiCrSRAxWtnmEzFA2ESaJIkCQC0k60kAEAQbCUBQiBMAnkiSQIA7WcrCQAQBFtJgEAIk0DOSZIAQE7YSgIABMFWEiAcwiSQQ5IkAJArtpIAAEGwlQQIijAJ5IQkCQDkkK0kAEAQbCUBQiNMAu0kSQIAuWUrCQAQBFtJgAAJk0CbSZIAQM7ZSgIABMFWEiBMwiTQBpIkAJAPtpIAAEGwlQQIljAJtIokCQDkia0kAEAQbCUBQiZMAi0kSQIA+WMrCQAQBFtJgMAJk0BWkiQAkFe2kgAAQbCVBECYBDKQJAGAfLOVBAAIgq0kAJEwCTRDkgQACsBWEgAgCLaSACSESaABSRIAKAxbSQCAINhKApAiTAIpkiQAUDC2kgAAQbCVBCCdMAlEkiQAUFi2kgAAQbCVBKABYRICJ0kCAAVmKwkAEARbSQAaEyYhWJIkAFB4tpIAAEGwlQSgScIkBEiSBACKwlYSACAItpIANEeYhKBIkgBAsdhKAgAEwVYSgAyESQiEJAkAFJGtJABAEGwlAchMmISKJ0kCAMVlKwkAEARbSQCyEiahgkmSAEDR2UoCAATBVhKAlhAmoSJJkgBAKbCVBAAIgq0kAC0kTEKFkSQBgBJhKwkAEARbSQBaTpiEiiFJAgClw1YSACAItpIAtIowCRVAkgQASoqtJABAEGwlAWgtYRLKmiQJAJQaW0kAgCDYSgLQBsIklClJEgAoQbaSAABBsJUEoG2ESSg7kiQAUJpsJQEAgmArCUCbCZNQRiRJAKBk2UoCAATBVhKA9hAmoSxIkgBAKbOVBAAIgq0kAO0kTEKJkyQBgBJnKwkAEARbSQDaT5iEkiVJAgClz1YSACAItpIA5IQwCSVIkgQAyoKtJABAEGwlAcgVYRJKiiQJAJQLW0kAgCDYSgKQQ8IklAhJEgAoI7aSAABBsJUEILeESSg6SRIAKC+2kgAAQbCVBCDnChYmd26riYCnkyQBgLJjKwkAEARbSQDyoTBh8oYrHhAmIZ0kCQCUI1tJAIAg2EoCkCcFCJMH9gqTcIIkCQCUKVtJAIAg2EoCkD/CJBSMJAkAlC9bSQCAINhKApBXwiQUgCQJAJQ1W0kAgCDYSgKQb8Ik5FUbkmTSIyVJAKBE2EoCAATBVhKAAhAmIU/aliTT/2clSQIARWcrCQAQBFtJAApDmIScy5wkp5wrSQIA5cFWEgAgCLaSABSMMAk5lDlJTnt2h6nnS5IAQHmwlQQACIKtJACFJExCTmRNklPmdpIkAYByYSsJABAEW0kACkyYhHZqSZJMYqQkCQCUBVtJAIAg2EoCUHjCJLSZJAkAVB5bSQCAINhKAlAUwiS0gSQJAFQkW0kAgCDYSgJQLMIktIokCQBUKltJAIAg2EoCUETCJLSQJAkAVDBbSQCAINhKAlBcwiRkJUkCAJXNVhIAIAi2kgAUnTAJGUiSAEDFs5UEAAiCrSQApUCYhCYdOypJAgCVz1YSACAItpIAlAhhEhqIk+RNX3xYkgQAKp6tJABAEGwlASgdwiSkJElyzbI9Tb5XkgQAKomtJABAEGwlASgpwiREkiQAEBhbSQCAINhKAlBqhEkCJ0kCAKGxlQQACIKtJAAlSJgkWJIkABAgW0kAgCDYSgJQmnIbJjt1buI/IUxSaiRJACBMtpIAAEGwlQSgZOUwTF74tt7CJCVOkgQAgmUrCQAQBFtJAEpZrsLk8DHCJCVNkgQAQmYrCQAQBFtJAEqcMEnFK0CSTA+TkSQJAJQYW0kAgCDYSgJQ+oRJKlhhkmT01P9qIkkSACg9tpIAAEGwlQSgLAiTVCRJEgAgspUEAAiErSQA5UKYpMJIkgAACVtJAIAg2EoCUEaESSqGJAkAkGIrCQAQBFtJAMqLMEkFkCQBANLZSgIABMFWEoCyI0xS1iRJAIAGbCUBAIJgKwlAORImKVOSJABAY7aSAABBsJUEoEwJk5QdSRIAoEm2kgAAQbCVBKB8CZOUEUkSAKA5tpIAAEGwlQSgrAmTlAVJEgAgA1tJAIAg2EoCUO6ESUqcJAkAkJmtJABAEGwlAagAwiQlS5IEAMjKVhIAIAi2kgBUhlSSiYRJSoYkCQDQEraSAABBsJUEoJIIk5QOSRIAoIVsJQEAgmArCUCFESYpBZIkAEDL2UoCAATBVhKAyiNMUlySJABAq9hKAgAEwVYSgIokTFIskiQAQGvZSgIABMFWEoBKJUxSeJIkAEAb2EoCAATBVhKACiZMUkiSJABA29hKAgAEwVYSgMomTFIYkiQAQJvZSgIABMFWEoCKJ0ySb5IkAEB72EoCAATBVhKAEAiT5I8kCQDQTraSAABBsJUEIBDCJPkgSQIAtJ+tJABAEGwlAQiHMEluSZIAADlhKwkAEARbSQCCIkySK5IkAECu2EoCAATBVhKA0AiTtJ8kCQCQQ7aSAABBsJUEIEDCJO0hSQIA5JatJABAEGwlAQiTMEnbSJIAADlnKwkAEARbSQCCJUzSWpIkAEA+2EoCAATBVhKAkAmTtJwkCQCQJ7aSAABBsJUEIHDCJC0hSQIA5I+tJABAEGwlAUCYJDNJEgAgr2wlAQCCYCsJAJEwSfMkSQCAfLOVBAAIgq0kACSESRqTJAEACsBWEgAgCLaSAJAiTJJOkgQAKAxbSQCAINhKAkA6YZKEJAkAUDC2kgAAQbCVBIAGhEkkSQCAQrKVBAAIgq0kADQmTIasJUky+SOWJAEAcsJWEgAgCLaSANAkYTJMmZPkjOf/O0kmcVGSBADICVtJAIAg2EoCQHOEydBkTZITZ0mSAAC5ZysJABAEW0kAyECYDIckCQBQLLaSAABBsJUEgMyEyRBIkgAARWQrCQAQBFtJAMgqV2HyuW+oEiZLkCQJAFBctpIAAEGwlQSAlshJmDzSYdOpc9d37NTEZ15hslgkSQCAorOVBAAIgq0kALRQO8NkbW3tli1buvc/OGrehg4d6xs/vzBZeJIkAEApsJUEAAiCrSQAtFx7wuRjjz1We1wcJkef+5gwWXSSJABAibCVBAAIgq0kALRKm8Pk6tWra58iTBZdzpNk6l2SJABAa9lKAgAEwVYSAFqrDWFy69atu3fvrk0jTBZRPpJk6nxJEgCgtWwlAQCCYCsJAG3Q2jC5dOnSurq62qcTJotCkgQAKDW2kgAAQbCVBIC2aXmYPHLkyKpVq+qOa22Y3P344YjckSQBAEqQrSQAQBBsJQGgzVoYJh944IFjx47VPaXJMNmxUxMvxMRh8sbPCpM5I0kCAJQmW0kAgCDYSgJAe2QNk/G/77333rqnaxwmz33tE506N/H8e3cdFSZzQpIEAChZtpIAAEGwlQSAdsocJlevXr179+76+voMYTI+bdIzBl/4tt7CZJ5IkgAApcxWEgAgCLaSANB+GcLkHXfcEX+qrT+uuTA5bNiwzp07Dx/TVZjMB0kSAKDE2UoCAATBVhIAcqLJMLl///6lS5fGPTJzmBw1alRSv4TJnJMkAQBKn60kAEAQbCUBIFcah8nFixfXP6W5MDl48ODevXunGpgwmUOSJABAWbCVBAAIgq0kAORQepiMP8kuXLjwieMyhMmJEyc2KGHCZE5IkgAA5cJWEgAgCLaSAJBbqZdUli5dunfv3iee0mSYrKqqGj16dOMeJky2kyQJAFBGbCUBAIJgKwkAOZd8bl2wYEHy3T8ZwuTpp5/epUuXJquYMNlmkiQAQHmxlQQACIKtJADkw759+5YuXRqnx8xhcvr06UnuEiZzRZIEACg7tpIAAEGwlQSAfJg/f37y2kqGMDlmzJj+/ft3fIow2X6SJABAObKVBAAIgq0kAORc/Ll1wYIFqYfNhcmzzjqr49MJk+0hSQIAlClbSQCAINhKAkDOPfjgg/v27Ut/S+Mw2bNnz8mTJ3dsRJhsG0kSAKB82UoCAATBVhIAcu72229v/MYGYXLWrFmp1tXyMNm5qon/nDApSQIAlDVbSQCAINhKAkBu7dq1a9myZU2+KxUm4+Nzzjmnw1NaHib/Q5hsRJIEACh3tpIAAEGwlQSA3Jo/f36G9yZhctKkSf369euQpoVh8qRRwuTTSJIAABXAVhIAIAi2kgCQQ3V1dQsWLMh8Thwm582bFz0VuoTJNpMkAQAqg60kAEAQbCUBIIeWLFly8ODBzOf06dNnypQpqcolTLaNJAkAUDFsJQEAgmArCQA5lPnyrYlzzz03vXIJk22QOUk+43mRJAkAUEZsJQEAgmArCQC5smvXrkcffTTzOfFn3jlz5qRedhEm2yBzkhw/5+Cp049JkgAAZcRWEgAgCLaSAJArt912W9Zzpk6d2rdv3ygtbgmTrZI1SQ6fcujIkSOSJABAGbGVBAAIgq0kAOREXV3dokWLsp42b9681LEw2Vpxkrz5K80mydPOr42TZPwHcejQIUkSAKCM2EoCAATBVhIAcuL+++8/ePBg5nMGDBgwadKk9LfvDwZCAAAQAElEQVQIky2XrCRXPdx0kpzx/A4TZ3esO+7w4cPxVziSJABAubCVBAAIgq0kAOTE/Pnzs54zd+7cxi+4CJMtkfnCrU8myVmdunbtWl9fn4TJQ4cOSZIAAOXCVhIAIAi2kgDQftu3b1+5cmXmc+LoFVfJJt8lTGbWkiSZ/CZUVVUlVXLfvn2SJABAubCVBAAIgq0kALTf7bffnvWc6dOn9+rVq7n3CpPNaUmSTMXF7t27x0mytrZ29+7dkiQAQLmwlQQACIKtJAC0U9zAFi9enPW0efPmZT5BmGys5SvJJDf27t279rh9+/bFeVKSBAAoC7aSAABBsJUEgHa67777ampqMp8zYMCACRMmRNkIk+lamCSTuJj8DvTp0ye5gmscJnfs2CFJAgCUBVtJAIAg2EoCQDstWLAg6znnnXde1DLCZKINSTLWpUuX1Fxy+/btkiQAQFmwlQQACIKtJAC0R5y+Vq1alfmcuH7Nnj07ajFhsvbYE21Ikon+/fsnVXLLli2SJABAWbCVBAAIgq0kALTHrbfemvWcGTNm9OrVK2qNwMPkT65tPkk+r2OGJBm/cdCgQXGSrKur27lz57FjxyRJAIDSZysJABAEW0kAaLO4ft15551ZT5s7d27UemGGydpjT/zwmodWLNnd5HufXEnO7pghScb/rq6urq+vT+4uuXHjRkkSAKD02UoCAATBVhIA2uzuu++uqanJfE4cycaPHx+1SWhhMk6SN3/14ZUPNp8kM64kk4OqqqpBgwbFSTJuxnGVlCQBAEqfrSQAQBBsJQGgzRYsWJD1nHPPPTdqh3DCZE6SZOKkk06Kk2R9ff26deskSQCA0mcrCQAQBFtJAGibTZs2rV27NvM5nTt3nj17dtQ+IYTJHCbJ2PDhw5OLuG7durWmpkaSBAAocbaSAABBsJUEgLaZP39+1nNmzJjRvXv3qN0qO0zmNknG55xyyinxlzdJmNywYYMkCQBQ4mwlAQCCYCsJAG1w5MiRO+64I+tp8+bNi3KkUsNkzpNkp+O3lhw6dGicJOOvc1avXi1JAgCUOFtJAIAg2EoCQBvcc889R48ezXxOdXX1mDFjotypvDCZjySZnD9y5MhkLhlXyUiSBAAobbaSAABBsJUEgDZYsGBB1nPOP//8KNcqKUzmL0nGx6NGjYqTZPx1zqZNm+J+LEkCAJQyW0kAgCDYSgJAa8Wha/369ZnP6dy589lnnx3lQWWEybwmyfjfcZWMnycJkytXrowkSQCAEmYrCQAQBFtJAGitW2+9Nes5M2fO7N69e5Qf5R4m850k43/Hv/nDhw+Pjn+ps2rVKkkSAKCU2UoCAATBVhIAWuXIkSN333131tPmzJkT5VOuwuRLLu1d1a2J14DiMPn9Lzy4f8/RKNfq66P/+/ay5pLkmRecSJLN/bSzJsn43/FTjRs37onjVqxYETX6fQMAoHTYSgIABMFWEgBa5c477zx6NEurGzZs2OjRo6M8y0mYHHJK1/+4pFeTYXLXtsM3fPaB3IbJOEn+/BuPLL1rR5PvjZPk+LM6NfdzblWSjA/Gjh2bvLy1cePGuCVHkiQAQKmylQQACIKtJAC0yu233571nHnz5kUFUV5hspBJMjZmzJjk65xkLilJAgCULFtJAIAg2EoCQMutXbt28+bNmc+pqqqaNWtWVCjlEiYLnCTjg27dup188snJ869atSoCAKBU2UoCAATBVhIAWm7BggVZz5k5c2bXrl2jAspVmLzwbXGYbOL5kzC5rx1hsvBJMvn32LFjk//EypUrIwAASpWtJABAEGwlAaCFampq7r777qynzZ07Nyq4nITJoSO7/sclvZtbTN7Y1sVksZJkbPz48cnBhg0bkltLAgBQgmwlAQCCYCsJAC10xx131NbWZj5n2LBhI0eOjIqhNC/lWsQkGR2vksnD+Ksdc0kAgJJlKwkAEARbSQBoodtuuy3rOeeff35UPKUWJoubJOPjrl27pm4tqUoCAJQsW0kAgCDYSgJAS6xatWr79u2Zz6mqqpo5c2ZUVKUTJoueJJODcePGJQeqJABAybKVBAAIgq0kALTEggULsp4za9asrl27RsVWmDB5cN+xDD+HEkmSUdqtJdevX+/WkgAApclWEgAgCLaSAJBVTU3Nfffdl/W0efPmRaWhAGHyxiubDZOlkySjp99acvXq1REAAKXHVhIAIAi2kgCQ1cKFC2trazOfM2rUqOHDh0clI99h8vHNNU2GyZJKkrGuXbuOGDEiOXYRVwCA0mQrCQAQBFtJAMiqJZdvnTt3blRiCh8mSy1JJtxaEgCgxNlKAgAEwVYSADJbsWLF9u3bM5/TvXv3mTNnRqWnkGEyc5I84wVRUZJklFYl161bd+xYptthAgBQFLaSAABBsJUEgMzmz5+f9ZxZs2Z17tw5KkmFCZMH9h7LnCQnnN25KEkyNnbs2OSgvr5+1apVEQAAJcZWEgAgCLaSAJDBgQMH7r///qynnXfeeVEJy1WYvPBtvTpXNfH8cZj88vvubD5Jdihikoz17NkzdctPF3EFAChBtpIAAEGwlQSADBYuXFhfX5/5nLFjx1ZXV0elLSdhcujIri+5tHeTi8mjR5v+XTrzgjhJFufCrenGjx+fHKiSAAAlyFYSACAItpIA0Jz4s2RLLt86d+7cqBzk7FKub+vd5GKysTNe0HHC2Z1TlbFYSTJKu7Xk2rVr3VoSAKDU2EoCAATBVhIAmrN8+fJdu3ZlPqd79+5nnHFGVCZyEyZHVjW3mEw384UdJ83unPmpCpMko7QqWV9fv2bNmggAgFJiKwkAEARbSQBoTkuGknPmzIlbWlQ+craYvCQOk83+V868oNPEWV1KJElGx28tOWzYsOTYRVwBAEqNrSQAQBBsJQGgSXv37l2yZEnW08rl8q3p2hwmOx+XHAwd2fXFb+9T1b2J14/OvrDzlDlVTfbIJuU7SSZSc0lVEgCg1NhKAgAEwVYSAJq0aNGirC+OjB8/vrq6OipDuVpMvuydfRuEydkvrpo0u6rBD0m1zMZJMjkz30kySquSq1evdmtJAICSYisJABAEW0kAaCz+5Lhw4cKsp82bNy8qW+0Mk0llHDy86uXv6pcKk/Ne0X3KnG6p+tggQzZZN1PymiRjEyZMSA7q6+vXrl0bAQBQMmwlAQCCYCsJAI0tXbp0165dmc/p2bPn9OnTo3LW2jDZICvGD5Mw+Yp39+/ao8N5r+o55ZzunZ660GtqHxlrMmoWMklGx/+8TjrppOTYRVwBAEqKrSQAQBBsJQGgsfnz52c9Z+7cuXFai8pc2xaTqRFk8pbqEV1f94lBp8/t2WAfmRwn8bK4STKRuojrihUrIgAASoatJABAEGwlAaCBvXv3Pvzww1lPK+vLt6ZrVZiM35KKkemtsUfvLp2frkGbTI+URUmSUVqVXLt2bV1dXQQAQGko2GtTnSMAAIon2UoKkwCQsmDBgqzfrD1p0qQBAwZElSJ17YQmvzBo0AtTZybqj4vPeeK49Ods3DXjKpn+lkImydjEiROTg9ra2jVr1qQiJQAAxVWw16ZsJQEAikmSBIB08WfGlly+tWKGkilZF5PJv1Njx/TLsTa+QGtzu8kmx5eFSZLR8VtLDh06NDl2a0kAgNLhvpIAAEFwX0kASPfggw/u27cv8zl9+vSZNm1aVHFaGCYb32YyQ4ZscCPJ9Cu4pp4tKkiSTIwdOzY5cGtJAIDS4b6SAABBsJUEgHQtGUrOnTu3Uj97tidMpkaT6WEyPmjcI9Ov3RoVMEnGxo8fnxysWbPGrSUBAEqE+0oCAATBfSUBIGXXrl2PPPJI5nPiT5qVd/nWdFnvMZm8sb6+PjkhPmhwR8kGz5aeM9MfFj5JxlL3kqytrV27dm1qOgkAQBG5ryQAQBAkSQBIWbBgQdZzpkyZ0rdv36iiNbeYbHzx1fStZIYNZYMf1WCCGRUqScbiP7vq6urk2K0lAQBKRAf3lQQACIH7SgJAoq6uriWXb63soWRKk2EySts+Ntb4RpKNa2WTMbJgSTKRmkuqkgAAJcJ9JQEAgmArCQCJJUuWHDx4MPM5ffr0Oe2006IwZL3HZIMk2eRbGpzZoSmN/4t5laqSq1atcmtJAICoBHSwlQQACIGtJAAkWjKUPPfcc4P6bp7MYbJBcWwcJjP0yKjRa08F+42dMGFCclBbW7t+/foIAIBis5UEAAiCrSQAxHbt2vXoo49mPif+jDlnzpwoMA3CZNR8m2w8i2xuHxkVL0lGx28tOXjw4OTYRVwBAEqBrSQAQBBsJQEgdtttt2U9Z+rUqXHQisLToEdGTYXJDk3dbDL19tJJkonURVxXrFgRAQBQbLaSAABBsJUEgLq6ukWLFmU9bd68eVGoGtz9Mb1NdmzmbpHNTSSbfKoCS1XJNWvW+PYsAICis5UEAAiCrSQA3HfffQcPHsx8zoABAyZNmhQFrPHAsUPz13RtECOjpgJkh+J9X9TEiROTgyNHjqxbty4CAKCobCUBAIJgKwkACxYsyHrOvHnzfMZssiw2qI8teW9z5xdM3759Bw4cmBy7tSQAQNHZSgIABMFWEoDAbd++PWuX6tix45w5cyKOa0mDzHxOVALGjx+fHKiSAABFZysJABAEW0kAAnf77bdnPWf69Om9evWKSJO5PrbtzEJK3Vpy1apVvkMLAKC4bCUBAIJgKwlAyGpraxcvXpz1tHnz5kU0r0ML7itZalJV8siRIxs2bIgAACgeW0kAgCDYSgIQsnvuuaempibzOdXV1RMmTIioLAMHDuzTp09yvGLFiggAgOKxlQQACIKtJAAhW7BgQdZz3FGyUk2aNCk5cGtJAIDispUEAAiCrSQAwdq0adOaNWsyn9OxY8fZs2dHVKLx48cnB3GV9E1aAABFZCsJABAEW0kAgtWSoeQZZ5zRq1eviEo0duzY5ODIkSOPPfZYBABAkdhKAgAEwVYSgDDV1tbeddddWU+bO3duRIUaPHhw6taSLuIKAFBEtpIAAEGwlQQgTHfeeWdNTU3mc6qrq8eNGxdRuSZOnJgcrFixIgIAoEhsJQEAgmArCUCYWnL51nPPPTeioqWqc1wlfZ8WAECx2EoCAATBVhKAAG3atGn9+vWZz+ncufPs2bMjKlqqSh45ciT+WxEBAFAMtpIAAEGwlQQgQLfddlvWc84888zu3btHVLTq6urUrSVdxBUAoFhsJQEAgmArCUBojhw5ctddd2U9be7cuREBmDBhQnKwcuXKCACAYrCVBAAIgq0kAKGJk+TRo0cznzNs2LDRo0dHBCB1EVdVEgCgWGwlAQCCYCsJQGhacvnWefPmRYQhVSUPHTrk1pIAAEVhKwkAEARbSQCCsnbt2s2bN2c+p6qqatasWRFhGDJkSOrWkuaSAABFYSsJABAEW0kAgrJgwYKs58ycObNr164RwUjNJVesWBEBAFBwtpIAAEGwlQQgHDU1yOfzIAAAEABJREFUNXfffXfW0+bOnRsRElUSAKC4bCUBAIJgKwlAOO68887a2trM5wwbNmzkyJERIRk/fnxycOjQoS1btkQAABSWrSQAQBBsJQEIx6233pr1nPPPPz8iMEOHDu3Ro0dybC4JAFB4tpIAAEGwlQQgEKtWrdq+fXvmc6qqqmbOnBkRnokTJyYHK1eujAAAKCxbSQCAINhKAhCIBQsWZD1n1qxZXbt2jQhP6taSy5cvjwAAKCxbSQCAINhKAhCCmpqa++67L+tp8+bNiwhS+q0lt27dGgEAUEC2kgAAQbCVBCAEixYtqq2tzXzOqFGjhg8fHhGkk046KXVrSRdxBQAoMFtJAIAg2EoCEIL58+dnPWfu3LkRAUvNJVesWBEBAFBAtpIAAEGwlQSg4sWRafv27ZnP6d69+8yZMyMClqqStpIAAAVmKwkAEARbSQAqXkuGkrNmzercuXNEwMaNG5cc7Nu3b9u2bREAAIViKwkAEARbSQAq24EDB+6///6sp5133nkRYRs+fLhbSwIAFIWtJABAEGwlAahsixYtqq+vz3zO2LFjq6urI4KXmkuqkgAAhWQrCQAQBFtJACpY/Gnu9ttvz3ra3LlzI0i7teSjjz4aAQBQKLaSAABBsJUEoIItX758165dmc/p3r37GWecEcHTby35+OOPRwAAFIStJABAEGwlAahg8+fPz3rOnDlzOnXqFEEUjRgxomvXrsnxihUrIgAACsJWEgAgCLaSAFSqAwcOLFmyJOtpLt9KugkTJiQHbi0JAFAwtpIAAEGwlQSgUs2fPz/rqxvjx4+vrq6O4Cmpi7guX748AgCgIGwlAQCCYCsJQEWKP7stXLgw62nz5s2LIE36rSV37NgRAQCQf7aSAABBsJUEoCItXbp0165dmc/p2bPn9OnTI0hz8sknp24t6SKuAACFYSsJABAEW0kAKtL8+fOznjN37txOnTpFkCb+0mj8+PHJsSoJAFAYtpIAAEGwlQSg8uzdu/fhhx/OeprLt9Kk1EVcVUkAgMKwlQQACIKtJACVZ8GCBVk/u02aNGnAgAERNJLaSu7cuXPPnj0RAAB5ZisJABAEW0kAKs/ChQuznnPuuedG0JRTTjmlqqoqOV69enUEAECe2UoCAATBVhKACrNs2bKs+7Y+ffpMnTo1gmaMHDkyOVi7dm0EAECe2UoCAATBVhKACrN48eKs58ydO9enPzIYPXp0crBu3boIAIA8s5UEAAiCrSQAleTIkSMPPPBA5nPiz33z5s2LoHmnnnpqcrB+/fq6uroIAIB8spUEAAiCrSQAleTOO++sra3NfM7kyZP79u0bQfNSW8k4ST722GMRAAD5ZCsJABAEW0kAKskdd9yR9ZxZs2ZFkFHv3r379++fHLuIKwBAvtlKAgAEwVYSgIqxbdu2rAGpe/fu06dPjyCb1EVcVUkAgHyzlQQACIKtJAAVY9GiRVnPmTlzZqdOnSLIZtSoUcmBKgkAkG+2kgAAQbCVBKAyxJ/RFi9enPU0l2+lhVJbye3bt9fU1EQAAOSNrSQAQBBsJQGoDA8//PCBAwcyn1NdXZ1KTZDZKaecknp1bM2aNREAAHljKwkAEARbSQAqQ0uGknPmzImgZaqqqkaMGJEcu4grAEBe2UoCAATBVhKAClBTU/PQQw9lPif+lDd79uwIWiy1rF27dm0EAEDe2EoCAATBVhKACnDHHXfU1dVlPmfKlCm9evWKoMVUSQCAwrCVBAAIgq0kABWgJZdvPeeccyJojVGjRiUHNTU127dvjwAAyA9bSQCAINhKAlDu4ly0cePGzOd079799NNPj6A1hg4dGv/NSY7NJQEA8sdWEgAgCLaSAJS7e++9N+s5s2bN6tSpUwStNHLkyORg3bp1EQAA+WErCQAQBFtJAMrdkiVLsp5z9tlnR9B6qYu4qpIAAPljKwkAEARbSQDK2q5duzZs2JD5nOrq6lNOOSWC1jv11FOTg40bN9bV1UUAAOSBrSQAQBBsJQEoa/fdd1/Wc2bPnh1Bm6SqZJwkzSUBAPLEVhIAIAi2kgCUtZZcvnXmzJkRtEnv3r0HDRqUHKuSAAB5YisJABAEW0kAytfevXtXr16d+Zzhw4cPGDAggrZKzSVVSQCAPLGVBAAIgq0kAOWrJUPJ6dOnR9AOEyZM6Hfcrl27IgAA8qBgr011jgAAKB5bSQDK1/3335/1HFWyJeIvBjp29I3jTTv3uIg8qKuriwAAbCUBAAJhKwlAmTp8+PCKFSsynzNgwIDhw4dHAABACbOVBAAIgq0kAGXq/vvvz/rixZlnnhkBAAClzVYSACAItpIAlKmWXL512rRpEQAAUNpsJQEAgmArCUA5Onr06LJlyzKf06dPn1GjRkUAAEBps5UEAAiCrSQA5ejBBx+sq6vLfM4ZZ5wRAQAAJc9WEgAgCLaSAJSjhx9+OOs506dPjwAAgJJnKwkAEARbSQDK0SOPPJL5hB49eowdOzYCAABKnq0kAEAQbCUBKDubNm06cOBA5nNmzJjhExwAAJQFW0kAgCDYSgJQdpYtW5b1nNNOOy0CAADKga0kAEAQbCUBKDtZq2T8qW3ChAkRAABQDmwlAQCCYCsJQHmpr69fuXJl5nPGjBnTtWvXCAAAKAe2kgAAQbCVBKC8xEmytrY28zmGkgAAUEZsJQEAgmArCUB5Wb58eZTNpEmTIgAAoEzYSgIABMFWEoDykvWmklVVVaNGjYoAAIAyYSsJABAEW0kAykhNTc2GDRsynzNp0iTfcAMAAGWkYK9NqZIAAMVkKwlAGXnkkUeynuPyrW3zta99rUPu/PGPf4zK0ze/+c3Ur2L8+PFRO1x11VWpp7riiisiAACaYSsJABAEW0kAykhLbio5ceLECAAAKB/uKwkAEARbSQDKyNKlSzOf0K9fv+rq6ggAACgfBXttSpUEACimZCspTAJQ+rZv375nz57M50yZMiWiTYYPH/6c5zwnwwlLlix5/PHHk+NRo0aNGTMmw8kDBgyIAACgZQr22pQqCQBQTJIkAOVi5cqVWc9xU8k2e8VxGU644IIL/vKXvyTHL3vZy770pS9FZDRnzpzPfOYzyfG8efMiAACaYSsJABAEW0kAysXatWuznqNKUjrOPS4CACAbW0kAgCBIkgCUi6xVcvjw4d27d48AAICyUrDXpjpGAAAUT7KVjACgtB09enTLli2Zzxk1alQEAACUm4K9NmUrCQBQTLaSAJSFlly+dfTo0RGlas+ePffdd98DDzzQtWvX4cOHjx8/fvLkyVGb5PCpStCRI0cWLFiwfv36xx9/fPDgwWPGjDnrrLPaMALevHnzkiVLHnvssd27dw8ZMmTkyJEzZ87s1atX1HqrV69es2ZN/ITbt2/v3LlzdXV1/Ns+Y8aMPn36RK131113LV68OH6e+Jf23Oc+NwL+P3t3AeZWlf9//DQZd9cq9Xbq7u1UqZcFihXZIkuxXVhg2R+2sLDI4tBiRVocSqlBdepG3d077j6TSTL/Q+5y/yEZ78hN8n49ffKcnNykSSZy7/nkew4AgHUlAQAAXATrSgIAHIIMRardpnXr1gIac/HixRdffHH16tX2ubKMym688cZ//OMfstHIN9U4/vOf//zzn/9U2s8999xTTz1lfekzzzwjO5W2DCDDwsJkfPj0009/8cUXMna13lJGkuPGjfvrX/86cuRIUZ3CwsI33njj888/P336tM1FMggcMmTI3//+98mTJ4sa2Ldv38svv7x27drMzMwKN+jbt+8tt9xy1113+fj4VLjB4MGDZQApG8OGDdu0aZMMNadPn670KOQjrVtQCgAAnEyjjU0xgysAAEBTIpIEADiEamslPT09o6KiBDRDRlAySGvfvv0HH3xQ4Z8vNTX1zTff7NChw3vvvddoN6VZ27Zt692797vvvmsTSUrFxcVLliwZNWrUf//732pvpGPHjjL+tI8kJaPRuHHjxilTpkybNi0rK6uK2zGZTH/+85/l/fn2228riySl3bt3y79Lr169Tpw4IaojH8WECROsI0nRiHO1AQAAjWNdSQAAAJfAupIAAIdw/vz5qjdo166dgGacOnWqe/fub731lsFgUDu9vLwGDRpkM9FuXl7e/ffff9ttt1W2Q1KPN6VZW7dulYldtS/yRx99dM2aNZVdumrVqvHjxycmJlp3hoaGDhkyJCgoyLpz6dKlffr0qaL+WD6Hn376qc3tyL/CyJEjO3fuHBgYaH3RyZMnp0+fXlpaan876vCibDz55JP79u0TAAAAFWm0/TdSSQAAgKZErSQAQPvS09MLCgqq3qZNmzYC2iD/XpMmTUpNTVV7rrnmmv3798s/4rZt286cOZObm/v9999bz7a6YMGCl156qUFvSstuuumm/Px8YXkZv/DCCwkJCTJhlY9OPpahQ4dab/nwww9XeAsnTpyYOXOm+jbx8fF58cUX5S1kZGRs2bIlOztbZpDPPPOMur1MQOV/ah30qhYuXPjll1+qZ++4445Dhw7J2zlw4MD69euPHj2ak5MjG4MHD1a3OX78+EcffWR/U+rwokwuX3/9daUtH9Hjjz9+6623tmjRgr1QAACgoFYSAADAJVArCQDQvmqnb5VsyubQhJ599tlTp04pbZ1O99///nfRokU9evTQ6/VKZ0BAwLXXXrtr165Bgwap13ryySdl+tVwN6VlRUVF8lTmkTJc/Oc//zlq1Ch/f3/5kp41a9bGjRsfeOABdcvDhw/LB2tzdbPZfOONN8qAVjnbv39/mR0+8cQT1m8KmXfKJ3Pp0qXyGVN6du7c+Z///MfmpsrKytS1MIVlOcxPPvkkLi7OZrORI0fKsDM+Pl7tsQ4y7aWkpCiNDz/8cPPmzTI2/vzzz+Vf1tvbWwAAAFArCQAA4CKolQQAaF+1qaT8Lmvbtq2ABpw/f966bO7hhx9+5JFHKtyyRYsWy5cvDw0NVc7KaO2VV15poJvSvsmTJ8s40N3d3aZfZrGvv/66db7466+/2myzePFidXJUGTp+++23rVq1qvB/mTJlyscff6yefeutt5QaTdWKFSsuX76stHv16vXUU0+JSsg33b/+9S/1bBXzwapkGHnXXXepZz09PdV0GQAAuDhqJQEAAFwCtZIAAO2rdr29mJgY+zgHTeKTTz4pKytT2sHBwdaFd/ZCQkKefPJJ9exXX32Vnp7eEDelcd7e3jIgrOxSNze3kSNHqmeTkpJsNrC+rkz+WrduLSp33XXXDRs2TGlnZ2fLRNP6UrlneMsttwwfPjw2NvbOO+8UVbJezDUrK6vqjTt06PD3v/9dAAAAVIRaSQAAAJdArSQAQONMJpNavFWZqmMYNKYNGzaobZkjyjSx6u3vu+8+mVcpbbPZvH79+oa4KY0bMmRI1VMQW+d/ynSvKvnu2Lx5s3p2xowZojrTp09X29ZPsjRt2rSFCxdu3LhR3uycOXOqvp3IyJOCLQwAABAASURBVEiZmCpto9Eo36pVbCyDVSojAQBAZaiVBAAAcAnUSgIANO7cuXNVpx2CRSW1ZOfOnWrbOv2qjLu7+6RJk9Szhw8fboib0rioqKiqNwgKClLbBoPB+iJ17lZhqUes9qYk6zU4165dK+pExpYLFiyQYaTaY922N3DgQAEAAFCJRhubchMAAABoOtRKAgA0rtpCSalNmzYCGpCbm2udmdWwhtU6SEtNTa33m9K+8PDwqjfw9PRU2zYhvfWqqydPnqztft2lS5eKi4u9vb2r2CY9Pf3ChQsXLS5ZHD169MiRIzabVT2YyMqvAACgCo02NkUqCQAA0JSUWkmCSQCAZiUnJ1e9gQxsalIfhkZg/ccKDQ1Vp/esmvWfLyUlpd5vSvvCwsJEXVW7oGO1SktL7VPJjIyMTz75ZPXq1Xv27MnJyRFXzM/PTwAAAFSi0camSCUBAACaEpEkAEDjqk0lW7VqJaAN2dnZajskJKSG17KOxAoKCur9prTvSnbGcnNzxZUpKyuz6UlISLj11lsTExOruFZ0dPT48eM/++wzUTM6Has4AQCASlErCQAA4BKolQQAaFxSUlLVG8h0REAbfH191faFCxdquI9x6dIlta0GkPV4U87NOoidMWPGgw8+KGrJetFKSQaNd911l/0ikV5eXr169erRo4c87devX8+ePeVfpOapJAAAQBWolQQAAHAJRJIAAC3Ly8srKiqqehtSSe2wDgINBkNiYmLz5s2rvZYMHdV2REREvd+Uc7POFLOzs0eOHCmuwLZt22bPnm02m9UbHzduXO/evQcNGjRgwADr5S2l/Px8AQAAUB+olQQAAHAJ1EoCALSs2ulbBamklsTExPj7+6th1blz52oSJZ4/f15th4eH1/tNObd27dqp7b1798pA8UrmSv3nP/+pRpIyjPzll1+qCHczMzOtz8pdSgEAAFAnjTY2xZzyAAAATYlIEgCgZdVO3yq1bNlSQBtkHjZw4ED17NKlS6u9Sm5u7saNG9Wzffr0qfebcm6DBg1S23l5eSdPnqz2KqdPn547d+7y5csPHjxYWFio9svo1/oJfPfdd6uuNz18+LD1WTXOBAAAqK1GG5silQQAAGhKSq2kAABAk6qtlQwICLCZVRJNq3///mr7gw8+qPYv+Morr8g0UWn7+/uPHz++IW7KiUVHR1911VXq2ffff7/aq/zrX/+67777pkyZ0qNHjxkzZqj9R48eVduhoaHWeWeF1qxZY33WZDIJAACAOmm0sSlSSQAAgKZErSQAQMtSUlKq3oDpW7XmlltucXP733o9+fn5//3vf6vYODMz8+2331bPTps2zcPDoyFuyrnddNNNavudd97ZuXNnFRufPn36m2++Uc8+8MADatvHx0dty3y3uLi4itvZtWvXvHnzrHuMRqMAAACoE2olAQAAXAK1kgAALbt48WLVG8TExAhoSadOnWSaqJ598803X3nllQq3TExMnDJlSkFBgXJWp9PNmTOngW7Kuf3tb38LDAxU2maz+eabb96+fXuFWx47dmzq1KlqfNi1a9fJkyerl/bu3Vtty23mz59f2f946NChG264oayszLrTejJYAACAWmm0sSk3AQAAgKZDrSQAQLNyc3MNBkPV21ArqUEvv/zyunXrLl26JCwh2eOPP/7rr78+9dRTcXFxer1eWJY/XLNmzf33329dC/v888/bTxlajzdVBzLsHDt2bM23lxn5559/LhpdSEjIe++9pya4Z86cGTp06D/+8Y/bb7+9Xbt2ck/PZDLJnPKTTz755ptv1ArIgIAAmTta7wfKaLNz584yuVTOPvTQQ5cvX/773/8eFhambiPflQsWLJB/AnWyXFV2dnaLFi0EAABA7TXa2BSpJAAAQFNSaiUJJgEAGlTt9K1SVFSUgMZERET88MMPU6ZMSUtLU3oWWXh5efXu3Ts1NVXGZjZXGT9+/BNPPNGgN1UHRUVFa9eurfn2MtITTeTmm2+WT8UzzzyjnJUJ7osW/v7+3bt3P3jwYH5+vvX27u7u8mkcMGCAze3IQPfaa69Vb0Smwq+//vrgwYNlyitjSBkPb9iwQa1Jffjhh0tLS2Ugqpw9ceKE/L8EAABA7TXa2BQzuAIAADQlIkkAgGYlJSVVuw21WdrUv3//PXv2jBgxwrqzpKRk27ZtNjlidHT0m2++uXjx4sp2SOrxppzb008//eOPP9rk9DKM3Lp1q00k2bp1a5n1jhkzxv5G/vSnP8kk0rqnrKxs48aNL7300rx585YvX65Ekp06dVq3bt1rr702ZMgQdUu5mQAAAKgT1pUEAABwCawrCQDQrOTk5Ko3CAwM9PT0FNCk5s2bb9iwQeZkMla0v1Sn002cOPG77747e/bsQw895O3t3Tg35dxmzJhx6tSp559/vrIaYplHvvfee8ePH586dWplN/LYY4/t2LGjwqdaatWq1QsvvLB///74+Hh5dvLkyeoTvnDhwoyMDAEAAFB7jTY2xSgYAABAQ1F3tMotzGazcmr6XVFRUU5OjvJ7tI4dOwoAALTkzTffPHnyZBUbdOrU6cEHHxS4YnJnQGZ7osEcOXJk+fLlBoNB/kcyYuzcuXO3bt18fHxE7dXjTTkxuZsnc9zt27fLfT/5l42JibnKQj5jNSxEkFeUt5CWlpaVlSV3F0NCQlq2bCmfbZlrivoj76cAADS8c+fOvfrqq0r77bffdnNjZT1oS15eXmFhoWyUlpbKoSo3K+7u7vJUr9crp7rfNfudqGWdJa9+AACApsS6kgAAzcrOzq56g8jISAFH0NVC1Id6vCknJsfsRluIupI7h6NGjRIAAACNotHGpkglAQAAmhKRJABAm+Q3VGZmZtXbhISECAAAAAAOjnUlAQAAXALrSgIAtCkvL89sNle9DakkAAAA4AQabWyKWkkAAICmRK0kAECbqi2UFKSSAAAAgFOgVhIAAMAlUCsJANCmaheVFKSSAAAAgFOgVhIAAMAlUCsJANCmamsldTpdQECAAAAAAODgqJUEAABwCdRKAgC0qdpaybCwMH5YAwAAADgBaiUBAABcArWSAABtqrZWMjg4WAAAAABwfNRKAgAAuARqJQEA2lRtrWRoaKgAAAAA4PiolQQAAHAJ1EoCALQpLS2t6g1CQkIEAAAAAMdHrSQAAIBLoFYSAKBBRUVFZWVlVW9DrSQAAADgHKiVBAAAcAnUSgIANCgrK6vabaiVBAAAAJwDtZIAAAAugVpJAIAGVbuopCCVBAAAAJwFtZIAAAAugVpJAIAG5ebmVrtNUFCQAAAAAOD4qJUEAABwCdRKAgA0qLCwsOoNAgIC9Hq9AAAAAOD4qJUEAABwCdRKAgA0qKioqOoNfH19BQAAAACnQK0kAACAS6BWEgCgQQUFBVVvQCoJAAAAOA1qJQEAAFwCtZIAAA2qtlbSx8dHAAAAAHAKjTY2RSoJAADQlJRaSYJJAICmMINrIyu3EKilw4cPm0wm2Wjbtq2fn58AAABAnTTa2BSpJAAAQFMikgQAaBAzuDY+s9ksUEufffaZ8lqdM2dOXFycAAAAQJ2wriQAAIBLYF1JAIAGMYMrHIK7u7vSMBqNAgAAAHXFupIAAAAugVpJAIAGUSsJh+Dm9r9xrbKyMgEAAIC6olYSAADAJVArCQDQmtLSUmWtviqQSkIL1FpJUkkAAIArQa0kAACAS6BWEgCgNYWFhdVuQyoJLaBWEgAAoF5QKwkAAOASqJUEAGhNTVJJ1pWEFlArCQAAUC+olQQAAHAJ1EoCALSmqKio2m2olYQW6PV6pWE0GgUAAADqilpJAAAAl0CtJABAa5jBFY5CrZUklQQAALgS1EoCAAC4BGolAQBaU5NU0tPTUwBNjXUlAQAA6gW1kgAAAC6BWkkAgNaUlpZWvQGFktAI1pUEAACoF9RKAgAAuARqJQEAWmMymareQC1QA5oWtZIAAAD1glpJAAAAl0CtJABAa6pdok+v1wtAA6iVBAAAqBfUSgIAALgEaiUBAFpjNpur3oBaSWgEtZIAAAD1glpJAAAAl0CtJABAa6iVhKOgVhIAAKBeUCsJAADgEqiVBABoDetKwlFQKwkAAFAvqJUEAABwCdRKAgC0hlQSjkJ9KVb7ogUAAEAVqJUEAABwCdRKAgC0ptoZXEkloRHUSgIAANQLaiUBAABcArWSAACtqbbsTKdjMAGawLqSAAAA9YJaSQAAAJdArSQAQGuYwRWOglpJAACAekGtJAAAgEugVhIAoDXM4ApHQa0kAABAvaBWEgAAwCVQKwkA0JpqayX1er0ANEANyKuN0gEAAFAFaiUBAABcArWSAACtoVYSjoJaSQAAgHpBrSQAAIBLoFYSAKA1rCsJR8G6kgAAAPWCWkkAAACXQK0kAMDh6HQMJkAT1FTSbDYLAAAA1FWjjU1xIAEAANCUqJUEAGhNtUMS/J4GGmG9E8XLEgAAoM6olQQAAHAJ1EoCAAAAAACgCbGuJAAAgEugVhIAAAAAAABNiFpJAAAAl0CtJAAAAAAAAJoQtZIAAAAugVpJAAAAAAAANCFqJQEAAFwCtZIAAAAAAABoQtRKAgAAuARqJQEAAAAAANCEqJUEAABwCdRKAgAAAADgxIxGo9p2c6NUDFpErSQAAIBLoFYSAAAAAAAnZjAYlIaHh4cANIlaSQAAAJdArSQAAAAAAE6stLRUaXh6egpAk6iVBAAAcAnUSgIAAAAA4MTUVNLLy0sAmkStJAAAgEugVhIAAAAAACdWUlKiNKiVhGZRKwkAAOASqJUEAAAAAMCJMYMrtI9aSQAAAJdArSQAAAAAAE5MTSU9PDwEoEnUSgIAALgEaiUBAAAAAHBi1EpC+6iVBAAAcAnUSgIAAAAA4MTUVNLLy0sAmkStJAAAgEugVhIAAAAAACdGrSS0j1pJAAAAl0CtJAAAAAAATqykpERpkEpCs6iVBAAAcAnUSgIAAAAA4MQMBoPS8PDwEIAmUSsJAADgEqiVBAAAAADAiVErCe2jVhIAAMAlUCsJAAAAAIATY11JaB+1kgAAAC6BWkkAAAAAAJxYdna20ggMDBSAJlErCQAA4BKolQQAAAAAwFnl5eUZjUalHRYWJgBNolYSAADAJVArCQAAAACAs0pLS1PbpJLQLGolAQAAXAK1kgAAAAAAOKuMjAylERQU5O7uLgBNolYSAADAJVArCQAAAACAs0pPT1ca4eHhAtAqaiUBAABcArWSAAAAAAA4K3UGV6ZvhZZRKwkAAOASqJUEAACoG71er7ZNJpMAAEB71BlcqZWEljXa2BSpJAAAQFOiVhIAAKBuPDw81HZJSYkAAEB7UlJSlAapJLSMWkkAAACXQK0kAABA3VinkgaDQQAAoDEFBQWlpaVKmxlcoWWsKwkAAOASqJUEAACoG09PT7WtjvkCAKAd6enpajsiIkIAWkWtJAAAgEugVhIAoDXVfjFZL+YPnZTnAAAQAElEQVQHNCHrWklSSQCABqmppI+Pj7e3twC0inUlAQAAXAK1kgAArSkqKqp6A+sCNaAJyZeiu7u70mYGVwCABqmpJItKQuOolQQAAHAJ1EoCALSmsLCw6g2sC9SAJiT3o0JDQ5V2Tk6OAABAY0gl4SiolQQAAHAJ1EoCALSGWkk4EDWVTElJEQAAaAypJBwFtZIAAAAugVpJAICmyG+lamfC9PLyEoA2hIWFKQ1SSQCA1phMpkuXLint5s2bC0DDGm1syk0AAACg6VArCQDQlJpEO4GBgQLQBmolAQCadeHCBaPRqLQ7dOggAA2jVhIAAMAlUCsJANAUOXxW7TZqdRrQ5NRXY2pqqtlsFgAAaMapU6eURmRkpK+vrwA0jHUlAQAAXAK1kgAATalJKsnCSNCOFi1aKA25T1WTVy8AAI1GTSXbtWsnAG2jVhIAAMAlUCsJANCU8+fPV71BUFCQmxvLwUArQkND1SmFjx07JgAA0Aaz2XzmzBml3bZtWwFoG7WSAAAALoFaSQCAdphMpsuXL1e9DYWS0JpOnTopDVJJAIB2XLp0qbS0VGm3b99eANpGrSQAAIBLoFYSAKAdBw4ckMFk1du0atVKAFqiDvWeO3dOHf8FAKBpqdO3BgQEhIaGCkDbqJUEAABwCdRKAgC0IyEhodpt1Lo0QCPi4uKUhtlsPn78uAAAQAPUVLJDhw4C0DxqJQEAAFwCtZIAAI24fPny2bNnq95Gp9MxsgatCQgI6Nixo9LetWuXAACgqZnN5pMnTyrtdu3aCUDzqJUEAABwCdRKAgA04rvvvqt2m7Zt27q5uQlAY/r166c09u/fn5ubKwAAaFKJiYnqpOKkknAI1EoCAAC4BGolAQBasGXLltOnT1e7mVqRBmhK79699Xq9sNSmyBezAACgSanTt/r4+MTExAhA86iVBAAAcAnUSgIAmlx+fv6iRYtqsqVakQZoipeXV9euXZX25s2b+ckXAKBpqakkhZJwFI02NtWA866wCwgAABqZI8Z7Sq0kwSQAoAktXLhQnWSsCl26dAkPDxeAJo0aNergwYOykZeXt3Xr1qFDhwoAAJoIqSQcTqONTdVnrWT5HwkAAIDG5Yi7IkSSAICm9cMPPxw+fLgmW44cOVIAWtWxY8errrpKaS9btqwmQTsAAA0hMTGxqKhIaZNKwlE4WK1kDQf+iCoBAEB9qXZvSdnx0H7gR60kAKCpyC+gL774Yvv27TXZOCwsTJ0hE9CmSZMmvfPOO8IyKfHatWvlWQEAQKM7dOiQ0vDz82vVqpUAHIHD1EpWVotQXhEBAABQT2q4s6H9nRAiSQBAkzCZTPPnz69hJClNmTKFLyxoXOfOndVyyTVr1shsUgAA0Oi2bt2qNPr378/uExyFY9RK2o/x2fRUuwEAAEAd2O8qKT3qnobNBlpO/qiVBAA0vgsXLixYsCA5ObmG27dv375fv34C0Lzrr7/+pZdekg2DwbBw4cI5c+YIAAAakdzLyszMVNp9+/YVgINotLGpuqeSVQSQSrvahBIAAKBuqpid1TqetN6gXKsTuhJJAgAaU0FBwY8//rhjx46aX0Wn082aNUsAjqBly5bx8fEJCQmyffjw4fXr148aNUoAANBYfv31V6URGhraunVrATgIrddK2meQwi6MrKIBAABwhZQSQ2EVQ1o3bDq1jFpJAEDjOHv27NatW/fs2WMwGGp1xWuvvTYsLEwADmLq1Kl79+7NycmRbZnBd+jQITY2VgAA0PDMZvOuXbuU9sCBAwXgODRdK1lZJGmdStqfClJJAABQf9RdJaVhk+2p2aRNiaQG8z8iSQBAg8rKytq3b5/MI1NSUkTt9evXb+TIkQJwHB4eHrNmzXrnnXeEZf3Ujz766IknnvD09BQAADSwo0ePFhQUKO0BAwYIwHE40rqSymlycnJhYaHNkJ/1qfg9uaz5Y1NHEitsN9Cp9f23b9fhPjvK/dTmfa6X+ykqekG6+BNb9X1uhFOXfW4b6D5Xdj95JfBKcO7ntplF+e97I4GBge7u7urV1Yua2RVN1uppaQS1fbcCAFATly9fPmAhG6KuYmNjmbsVjqhz585jx45ds2aNbKelpb3//vv333+/Xq8XAAA0pJ07dyqNVq1aMdUEHEujjU3VOpUsr2i+VnlqNBpNJlO9jIrWTQ3HUrlvok7jzg16f+pw3+zvT0PfN15gdb5vZrPZuq2eKv+70m60+2Z/fyq7b8Iy5YJ6H2zup2gAdbhv9vezvLyaJX4b+V6VV1lDX15R5b2m7lvV97OK+2zzTrS/b+p7s17uW7X3s+pPiSrum027IU4r+7/q8Akme6zfDhX+URr6Q69uNHvHAAAORH4JJicnywAyMTHx0qVL8lT9nX6d+fj43HvvvW5uV/RrZqCpTJ8+Xb4Rjh49KtsnTpz4+OOP77rrLp1OJwAAaBilpaUHDhxQ2v369ROAQ2m0sanaHV1UOAJbbiFqU45W2Whjtep8+y5436pIpzTyXDXafVP/3xo+abzANHvf+DvyjHHfqr0/jXzfRM00zn0zWzT7I/U/FRpW2+cTAACpuLhYpo+XfycjSZPJJOpPUFDQAw88EBISIgDHJHeuZAz56quvJiUlybNymPjTTz/985//zE4XAKCB7N2712g0Km1SSTicRhubquNvHst/jyFV4vcxNT8/P39///odzUR9qdXfhb9R4+ONo328cbSMd5A21TCSFHUir5ubmyt+r/WUo7E6nU6NJG1+C2/9f2nqxcArEwBQLfllkZ6ebl0KmZ2dLRpMdHT0Qw89FBAQIABH5unpOWfOnBdffLGoqEie3bNnj5eX18033ywAAGgA6vStHTt2lBGJABxKo41N1X0mlnKrqVxV8n57eHgEBgYKAACABib3PXJyctRaSaWhsxBW+ypqMqrN8I/IHABgr6ysTEkfJSWMLC0tFY1i0KBBM2fOlIf2AnB8ISEhf/3rX996663CwkJ5duvWrbJx++238woHANQvOTpx8uRJpd2/f38BOBot1kqW/3FFSVFJrSRjagAAoNEoOx7yVJm2Tq2PVPrVeFLLBc3sPgEApOzsbCWAVKSnp5c3zHLmVfD09Lzlllv69OkjACfSvHnzRx999LXXXsvPz5dn9+/f//LLL99///3BwcECAIB6ohZKyoGIXr16CcDRaL1W0iaPtK6VbPwDJwAA4LLU3Q+lXFLtl4cB9jsnzWqz2HCj4XddAOCC5HdWcnKysjCkclpcXCyaVKtWre64446IiAgBOB35wn7sscfefvttmffLs/Ld99xzz82cOXPgwIECAIArJg/qt2zZorRlJOnl5SUAR6PFWskKKSOA1EoCAIAmYV0rqf5eSr3IekYHodWqRHafAMAVlJaWqnWQMoZMSkoyGo1CG5o3b3711Vf37NmT7yM4sdDQUBlMvvvuuxcuXBCWt+SCBQsOHz588803e3t7CwAArsCRI0cyMzOV9rhx4wTggLRbK2k92Ke2ldIEaiUBAEAjU3c/rH8mpZyqK03a/HBKaykgv+sCAKeUn59/yUKJIZtkRtZqtWzZUuaRPXr0EIAL8PX1feSRRxYvXrx+/XqlZ+/evefOnbvjjjvatWsnAACoq7Vr1yqNNm3atGjRQgAOSOu1kvZztwrG1AAAQKOzySAVSo9aK2n9wylqJQEADSQtLU0phbx48aI8zcvLE1rl4+PTq1evvn37duzYUQCuxM3N7brrruvcufOCBQsKCgqEZUnX119/vXfv3pMnT46KihIAANRSYmLiyZMnlfaoUaME4Jg0va6k+gNP+6UlqZUEAACNSd39MJlMOp1ODSbL7Wh2Eld+1wUADkqmj0oppByKko3S0lKhbUFBQTKM6devX6dOnQTgwuLi4p588slPPvlEHUTeu3fvvn375Ltj4sSJrK4KAKiVNWvWKA1/f/9evXoJwDFprlayiqxRmTNNMKYGAAAanXWtpPi9RFKSCaX1z6cqpJH9FnafAMAhFBcXK3OxKgWRycnJJpNJaF5wcHD79u07dOggT8PDwwUAi4CAgIceemjnzp1LlizJzc0Vll2yX3/9dffu3QMGDJg0aVJISIgAAKA6+fn58rtDacfHx+v1egE4Jk3XSipsRvqolQQAAI3Pel1J8XsqKSNJeVYJJoXVTos2wz9+1wUA2pSTk6NOxyplZGQIRyCjx+YWLVq0kKdBQUECQEXk3tfAgQN79eq1atWqlStXKp1yH3K7xaBBg8aMGRMdHS0AAKhcQkKCMhzh5uY2dOhQATgszdVK2rCOHllXEgAANBW1VlIJJq1LJO1rJbW5o8LuEwBogfw0Tk1NVaohlYJIZc05jdPr9TExMdYxpJeXlwBQY56enlOnTh02bJjMJrdt22Y0GpV+JZvs1KnT6NGju3btKgAAsGMwGDZs2KC0Bw4c6OvrKwCHpdFaSZs6yApH+qiVBAAAjUbd/VDYBJPqNkLD+F0XADSJsrKyxMREpQ5SxpCyLceVhOZ5e3tbZ5DR0dFMFAZcueDg4BtuuOHqq69evXr15s2b1WzyuEVUVFR8fLwcbnZzq/uUYwAA57N+/Xp1ZfFRo0YJwJFpulZSnQxNPUutJAAAaBLWtZLijzPM27e1uZfC7hMANI6ioiK1DlKepqSkOMRvaoOCglpYKGFkWFiYANAwAgMDr7vuuvHjx2/YsGHjxo3FxcVKv/y4+Oqrr5YuXTp8+PBhw4bJzQQAwOXJr4lVq1Yp7Z49ezLpNxydA6wraU0d76NWEgAANCbr3Q/7iVsr2y3RVBDI77oAoIFkZmYqpZAXL15MTEzMysoSmie/DqKioqyrIf38/ASARhQQEDB16tQJEybs2LFj/fr1qampSn9BQcHPP/8sB6D79es3evTo2NhYAQBwYfIboaSkRFj236ZNmyYAB6fpWklr1tOjMaYGAAAamU2tpD3rfRWhycJEdp8AoF6Yzebk5GR1RlZ5WlRUJDTPw8NDZhvNfyfbskcAaGrynahURh45cmTdunUnTpxQ+k0m0w6LDh06yGwyLi6OHTkAcEH5+fkJCQlKe+DAgZGRkQJwcA5WK6mgVhJO4KuvvnrrrbdEPXn11VflYYzSvvvuuw8cOKC033///V69egnHsWfPnjlz5lS9jZeXV4hFUFBQcHBwRETE0KFDu3TpIhrdzJkzz58/r7R/+OGHFi1aWF9633337d69W2nPnTu3T58+AoAjU3c/5GC09QKTNmGklvG7LgCoG4PBoAaQUmJioroUnJb5+fmpdZDyVI5h8RUAaJZ8e8ZZJCcnr127dteuXernzEkLeeSrLDnJ7wkAwKUsW7ZM+UbQ6XSTJ08WgONzmFpJlTomyAEV4JpKSkqSLNSe+fPnt23bVmaEU6dO5ZMBQANRayUd96dR7D4BQE3IDDLRQokhZUP2CEcQGhqqZJAtW7aMjY0NDg4WABxNdHT0rFmzpk+fvnHjxk2b9wmALwAAEABJREFUNhUUFCj9aWlp33zzzdKlS4cNGzZy5EiWnAQAV5CZmbl161alLT/82buDc6BWEoAzOHPmzIsvvrho0aLHHnssLi5OAEB9U3c/HHcPhN91AUCF8vPzL/9OJpGpqakO8VGv1+tleqHEkEo1pJeXlwDgFPz9/SdPnjxhwoSdO3cmJCQkJycr/UVFRatWrVq7dm2fPn3i4+NbtmwpAADOa/Hixcp+qYeHx9VXXy0Ap+BgtZLKm5AxNTiBiIiI3r17V7HByZMn1R9FhoeH28wOasNZfybZs2dPnU5n0ykPw3JycnJzc4uLi20uOnHixH333Tdv3rwmmdAVgHNTayWVs44YT7L7BADC8mGYkZGhTscqyX1L4Qhk6KhmkFJMTIwMJgUA5+Xm5jbE4tixY+vWrTt69KjSbzKZfrVo37796NGju3Xrxj4eADifpKSkvXv3Ku2xY8f6+voKwClQKwk0jTEWVWxgvSphfHz8ww8/LFzPG2+84ePjU9mlcvzo4MGDu3btWrRokTwqUzpLSkoeeOCBjz/+uE2bNqJJXX311T169FDaUVFRAoCDc4LdD37XBcA1GY1GOaaj1EEq87KWlpYKRxAUFKQuDCmFh4cLAC6ps0VKSorMJnfu3KkuOXnKQn44yEGDQYMGseQkADiT77//XmnI0dGqh5EBx+J460oKxtQAWMhhmuEWM2fOfOWVV+SxmdJfUFDw9NNPL1y4UDQpFqAGnIxNraQjYvcJgIsoKipSMkilFDI5OdlsNgvNkx/RkZGRagwpT/38/AQA/C4qKurmm2+eNm3aJou8vDylPz09/dtvv122bNmQIUNGjRolj5QFAMDBHTp06MSJE0p74sSJnp6eAnAWjlcrqUaS1EoCUMhRmzfeeOPBBx9Uq0tPnjy5YsWKSZMmCQCoJ9RKAoBmZWZmqqtCytOsrCzhCNzd3WNjY9VVIWWbOicA1fLz85PD0+PGjZPHvwkJCfJDT+kvKipas2bNunXrevfuPWbMGJacBADHVVJS8sUXXyjtiIiIESNGCMCJOF6tpDomyJgaAJVer3/ppZduu+22xMREpef9998fP368m1t9FmoDcGXUSgKARphMpuTkZOsY0n65cW2SWYKMHmVUoCSRUVFRfCwDqBt5qDvQ4sSJEzKJPHz4sNJvNpt3W7Rr1y4+Pr5Hjx58zgCAw1m6dGl+fr7SvvXWW1lKHE6GdSUBVyG/zOSBigztCgoKQkJCoqOje/bs6e7uXqsbKSsrO3LkiBwGSktL8/DwiIiIkKMq7du3Fxrg7+9///33P/HEE8pZeQ9XrlxZk2lU5RNy9OhR+aAyMzMDAwPl8FCnTp1CQ0OFA6rfxyJfMAcOHJCHu3LUrE+fPl5eXgJwYdRKAkBTKSkpUadjlZKSktQ1xTVO7oap07HK0+DgYAEA9aqjhTz+TUhI2LFjh8FgUPpPW4SFhY0aNWrw4MFM/QcAjkLu927YsEFpyw/wq666SgDOhXUlAee3f//+efPmyVObfl9f3zFjxsyZM6cmy04cOnTo448/3r17t9FotLkoICDg6quv/vOf/9zky1cMHz5c3oecnBzl7M6dO6tIJeXHyM8///ztt9+qs7Rba9269fTp06+77ro6V1ved9996oyyc+fOlamebJSWlo4bN06OrCn98+fPj4uLq/p25P2UjyIjI0M5+9lnn3Xu3FnU92O57bbbjh8/Lhvy/sh7JUPNhx9+WOlRyCd21qxZS5YsuXjxotIjXznyWqI6Tz/99KpVq5T2c889N378eAE4JmolAaDRyN25SxYyg0xMTExPTxeOQK/XR0dHN/+dTCK9vb0FADS8iIiIG264YerUqZs2bdq4cWNubq7SLw8kv//+++XLlytLTvLbCADQOLPZLIf+lLYcub3mmmsE4HSolQSc3HvvvbdgwYIKLyosLJQh09atW1955ZWuXbtWdgsyhnzxxRdXrFhR2QZ5eXkyD5MbPPbYY02bOcnUTeajX3/9tXJ2165dlW0pU7dHHnnk2LFjlW1w/vz5N998c9GiRf/+9787deok6omnp+fEiRN//PFH5ayMEqtNJeWjUCPJdu3a2UeS9f5YZGh6//33nz171rpTDg7KYFvuDMmbUu98talkcXHx+vXrlbafn9/o0aMF4LColQSABiIHX1JTU5XpWCVlbg/hCLy8vKxXhYyJiWH5AABNyMfHZ8KECWPHjt2zZ09CQoL6i1J5XLZ27VrZ06tXrzFjxrRq1UoAADRp3bp1ycnJSvvaa6+VH+wCcDrUSgLO7NNPP925c2fV28jE6+GHH/7yyy/DwsLsLy0tLX300Uftb6RNmzZlZWVy8EjtkYNHTz/99IULF+6++27RdORRlppKZmdnnzx5skOHDjbbyLt93333paSkWHfKISSZ+WVYqJ1yXGz27NkvvfTSsGHDRD2ZOnWqmkquWrVKPvlVj15Z58HyujaX1tdjsf5EnTt3rk0kqZCR88CBA999912lXlaGnUeOHKkiz5ZWr16tziDEMp9wdNRKAkB9kXuYMnpUF4ZMSkqSO5bCEQQGBqrTscpTuf/M5yoArdHr9f0tTp06JZPIgwcPKr+rM5vNeyyuuuqq+Ph4eezMJxgAaEpOTs7y5cuVdvv27QcMGCAAZ0StJODMlDRRp9ONGTNm1KhRMqmKjo5OTU09d+6czJZkqqRsJr/z5s2b99RTT9nfwmuvvWYdScbFxd1zzz3du3dXlhgsKSk5fPjwiy++KMeVlA3mz58vj3DkfyeaSEREhPVZma7ZpJIyJHv88cetY7yrr776hhtukF/2ytrRubm5W7ZseeWVV5R5VmUCJ9PWBQsWyIEnUR86d+4s/xCnT58Wlih38+bN8k9T2cbFxcXyMFJpy0hv4sSJomEei/qJKkcG5d9UacvEsWfPnunp6fLAVY4ejhw50t3dXZ6uXbtW2eCXX36pOpWUG6jtKVOmCMCRUSsJAHWWn59/8eJFJYOUp2lpacIR+Pv7qxOxtrCQPQIAHER7C3lAt379+u3bt8tjOqX/rEVoaKg8uBs6dChLTgKARsghO+W3enIMcNasWQJwUtRKAk4uODj45Zdf7tGjh9qjTDM1cODA+++/X11sUh6i2F933bp1S5YsUc8+/PDD119/vfVbT2aTffv2lV+ZMuvaunWr0ilDStnZVGtMhoeHW59Vl9NQvfnmm0oiKMkBptdff713797WGwQGBk6aNKlLly6PPPKIkrYWFRX9+9///uCDD0Q9mTZtmox7lbbM7apIJa1rDeVmNgNhDfFY1Gfsscce+9Of/qS05X04cOCAjCSFpV7TOpX861//WlkFpBxz3Ldvn9Ju1aqV/dyzgGOhVhIAakh+2sjcUS2FlKd5eXnCEURERKgzsspTuSslAMDByWNkeSA/ZcqULVu2bNiwITs7W+nPzMxctGjRihUrBg8eLA82ZUgpAABNZ/fu3cePH1fa48ePr3BOO8A5OF6tpBpJUisJ1ISMEq0jSZVMmGSedPvttytn5QFJenq6TaT3/vvvq+1rrrlm5syZFf4Xfn5+r7766s0333zu3DlhWa7yu+++a6p5XOWhlAzJlClGhWXNS+tLs7KyfvrpJ/WsDFNtYjxVmzZt3n33XXnwpvxGSca3cudApq2iPlx99dXvvPOOEjfKNFfeyYCAgAq3XLlypdq2mb61QR/LX/7yFzWSlDw8PPr166e0+/fvL3eMlLlhCwoK5JHtyJEjK7yRn3/+WW3PmDFDAA6OWkkAqIzcx1BnZFWoP6vSMrnTGBsb29wKBUMAnJW3t/fYsWNHjx69b9++devWqTMnlZSUJCQkrF+/vmfPnvHx8W3bthUAgEaXm5urrkgVERExYcIEATgvx6uVVMcEGVMDqnXVVVeNGzeusks7d+7csmXLixcvKmdlMGmdSm7btk29SPbLCFNUTq/XP/TQQ+o2K1asaKpUUn4yyHurrgudn59vfan8gjeZTEo73qKKm4qJibnppps+//xz5azM2OorlfT39x81atSqVauEZVZV2bjuuuvsN0tLS9u7d6/Sjo6OVnNBRcM9Fvl/3XrrrZVdKp/h6dOnf/zxx+pNVZZKqoW2cshv8uTJAnBw1EoCgKqgoECtg5RSUlIc4kcbvr6+ah2kFBUVpdPpBAC4DPmh18fizJkzMozcv3+/8uktT/dZtGnTRllyko9HAGg08kNYjrMVFxcLywf17NmzlYWZAGfFupKAMxsyZEjVG8j8yTqVtL5IXc5QGjBgQLW/HJfbyIGewsJC2ZYjU3J8So71iKagFkoKSx5mfZH1gxo6dKiozogRI9Qkb8eOHaL+TJs2TUklhaUgssJU0nr6XJnq2XxeN9xjkceoVe/9WKeSldV67tmzR6mnlIYNG8YiTHAC1EoCcGXp6emJiYmXLORuXk5OjnAEoaGhSgYpT2NjY0NCQgQAQIi2FnIQYP369du2bSspKVH6z507N3/+fPlpKY8f5WGmt7e3AAA0sF9++eXMmTNKe8qUKXLHVQBOjXUlAWdW7ewrERERajsrK8v6opMnT6rtnj17iurodLq4uLidO3cqZ3fv3t1UqaR1faQMStW2PNCSg2jqWRmjVntTnTt3lnFsaWmpsKS2MsFt2bKlqA8y+ZORsFLTefjw4QpDXOsZUGWKaX1Rgz6W7t27V31T4eHhAwcOVKJNmQHLVPX666+32WbFihVqm0JJOAdqJQG4Dvn9npSUpEzKqsSQ6oC1lun1erl/ZV0NyXg6AFQhNDT02muvlSPgW7dulfGk+ktlOTiwePFieUA6ePDg+Ph4lpwEgIZz/vx5dQxNDuRWMekd4DSolQScmZ+fX9UbWJfEqdOBKuQ4lNr+t4WoDTmAJZqC/GSwHjWzLtFTV85QTJo0SdSSfFD1lUoKS9Corty5bNmye++91/rSPXv2yNFApS0jQJslPxv0sdQkTpYHrmrBpX0qKbPPdevWKe2goCB5KCsAx0etJAAnVlxcrE7HKiUnJ9vsGWqTDB3VJSFlEikjSWa7AoDa8vT0lNHjqFGj9u/fn5CQoNbryMM6GVVu2LChe/fuo0ePbteunQAA1KuioqIPP/xQGWeQe7Z33nknB+xwBdRKAs7MulKwVuRbrKCgQFyBsrIy0RTOnj1rfTY2NlZt5+XliStjMBhE/Zk+ffoHH3yg7HmsWLHiL3/5i/XHmnWhpIwAba7boI/Fx8dHVGfkyJEyblRmbzty5IhNrefatWvVbHjq1KksSQLnQK0kAGeSlZVlvTCkzUz+mhUcHGxdChkWFiYAAPVB7iX2srhw4YI8oNu3b5/ZbBaWHcgDFq1atZLhZe/evfn9BwDUl08//VRdGeGOO+4IDAwUgAugVhJwZnV+h+fm5oorY724Y2M6fPiw9dkePXqobeuZXeumfh+UHFYbMmTIli1bhGWtpr179/bp00e5qLS0VB4HKm0/Pz8ZAdpct0EfSxiHI14AABAASURBVE1eNm5ubhMmTPjmm2+Us0uXLp0zZ456qfX0rTJ8FYBToFYSgOMymUzKst9qEllUVCQ0T6fTRUVFqaWQ8rTOP7kDANSQTB9nz56dnZ29YcMGebhaXFys9Mu0Uo6eL168WB6fDhs2jCmyAeAKbdy48ciRI0p71KhRcXFxAnAN1EoCqICXl5f12RdffDEoKEjURlP9dF39OpdiYmKs57C1flARERHPPvusqKU2bdqIejV16lQllRSWJE9NJa1rDSdNmiQjQJsrauGxzJgxQ00lf/7553vvvVf5WE5LS9uzZ4/SL1Nh63JVwKFRKwnAgZSWllrPyJqUlNRUvxirFU9Pz+ZW5F6E/V4QAKARBAcHyyM+eTS6bdu29evXp6enK/05OTk//fSTPAAcNGhQfHy8zVIjAIAakvvnP/zwg9KOjo6WH7kCcBmOVyupRpLUSgINR4ZeHh4e6iSfMttTAzMtk8NtW7duVc/a3GfrNSblMZUMzJp8nGvIkCHyYC87O1u2ExISHn/8cTkYJ/44fatMLu2vqIXH0rp1627duh06dEj8sdbTulCyDgteAppFrSQALZPDxNYzsqrDxxoXGBhoPSOrHN3mMwoAtEMOC4wcOXLEiBEHDx6UR6ynTp1S+uVYwcaNGzdt2iQPCWU22aFDBwEAqLGSkpL3339fWcddDujdc889/BQPLsXxaiXVMUGOV4EGJYeH1FXujx8/PmDAAKF5MszLyMhQz06cONH6UuvqQPkZcuzYMXkEJZqU3OeYMmXKggULZLu4uFge140bNy4tLW337t3KBl27dm3Xrp39FTXyWCZPnqykktKqVauUVHLNmjVKjzyClQ9HAM6CWkkA2iHfzjYzsl7hiuCNQ34ERUZGxsbGtrCQMaT1D60AANokP717WFy8eFFmk3v27FFG0uWX0UGLli1bymxSHg+y5CQA1MT8+fPVAcyZM2dGREQIwJWwriSAisXFxamp5MmTJ2tyleXLl8v3ZlRUVHR0tDzV6XSiEeXl5b3//vvqWXkHevfubb2BHPaS419y5E45Kx9UtUme0Wj89ttv5c6B8ogaYlra6dOnK6mksEzcKmO8X375Rb1Uxn4VXksjj2X8+PFvvPGGMtns+vXrH3/88cTERPVlM2bMGNYagTOhVhJAEzIYDOp0rPLbVp6WlZUJzfPw8Ii1UAoiZUP2CACAY5Lp4+233z5jxowNGzZs3rxZXaJYppWfffbZ4sWLR4wYMXz4cB8fHwEAqMTq1avV9ad69uw5ZMgQAbgY1pUEULEuXbosWbJEacvjjdTU1MjIyCq2l8ch//73v9Xx+rlz5zbypK/PPPNMZmamevauu+6y30Y+KDXJ++GHH2QiWPVvOeUz8PbbbytteWQlY1dfX19Rr+TwnHyilIUYt23bJsccExISlIvksN3VV19d2RW18Fhk6Dh27Nhly5YJSyq830K9tLJIFXBQ1EoCaEz5+fkyepT7V0oMKffEHOJXEX5+fup0rFJUVBQfOwDgZAIDA6dNmyaPVXfs2LF+/Xr5DaX05+bmLl26dOXKlQMHDoyPj6f0BwDsnTp1Sh1ulQOtt99+uwBcD7WSAComjyLefPPN4uJi2S4tLZWJ4zvvvFPF9h9++KH6rmzXrl1jRpLyTj733HMy0lN7ZGJXYSQmD5xWrVqltM+ePbtgwYI77rijsps1Go1qFaOwrO9Y75GkQt5VJZUsKyv7+eefjx8/rvTLwK+KWkONPJYpU6YoqaS0c+dO5YEIy0rdDrEWKVBz1EoCaDjyvZmenq6UQsokUsaQcmxXOILw8HDrhSGDgoIEAMAFeHh4DB8+fNiwYUeOHFm3bt2JEyeUfoPBsMkiLi5u9OjRHTt2FAAAi5ycnA8++EAZVfD09JwzZw7ziMA1USsJoGIBAQEzZ8787LPPlLO//vrrq6+++uCDD8pvTZst5ftx3rx56mqC0s033ywa3vnz5w8cOLBv3z55wFNYWKj2y7ztmWeeqfAqgwYN6t69+8GDB5Wz8+fPDw4Onj59uv2WBQUFTz75ZEpKitpz4403ioYhD9Vee+01ZTmouXPnqv0y8KviWhp5LD169GjTps25c+dke8OGDXIgVemfNm2aAJwLtZIA6pHRaFQmYlWVlpYKzXNzc4uJiVFLIWUYab9nCABwHXLfMs4iOTlZjgns3r1bfsEpFx22kF8W8fHx/fr1Y8lJAC7OZDLJ4VN17uvZs2eHh4cLwCVRKwmgUnfcccfGjRuVwElYpgndtWvXQw891Lt3b6WGLycnZ/369d98840MCNVrjRo1asKECaI+/O1vf7NfnFJ+f2dnZ2dmZqpHO9bkYNnzzz/funXrym7ziSeekI9LWQqxrKzsP//5j3yMclegU6dO8rqy8/Tp02vXrl28eLF8dOq1Hn744aioKNEw5HDe+PHjFy1aJCyT3iid0dHRvXr1qvqKGnkskydPVupoL1y4oHZOmjRJAM6FWkkAV6KwsFBGj5cuXVIyyJSUFLPZLDTPx8fHuhRS7p808sLhAACHIL8gbr311hkzZshj0k2bNik/upXkV96CBQt++umn4RZ+fn4CAFzS999/r67EJIcB4+LiBOCqqJUEUCkvL69XX331vvvuUxeKkLGTzLSE5ZBDjlKdOXPG5ir9+/eXoWB9DVdZL1JYE927d/+///u/KiJJ6aqrrpL3UG5mMBiUnm0W8j63a9cuLS3NOsBTyJxv5syZoiFNnz5dSSVV8nCu2mtp5LHIAHLevHnWIfGAAQNYRATOh1pJALWSkZGhBJBKEpmdnS0cQWhoqFoHKU9DQkIEAAA14+/vP3ny5AkTJuzcuTMhISE5OVnpz8vLW758+apVq+ShYnx8fMP95BcAtGnXrl2bNm1S2nLIrurZ0QCn53i1kmokSa0k0AjkgNSXX34po6+NGzda96tHF9ZGjx799NNPu7u7i0bXqlUrmbeNHz++JhsPHz78008/ffLJJ9UyUMlsNp88edJmS09Pz1tuueXuu+8WDaxDhw6dOnVSV5SUH3FTp06tyRW18FiCg4OHDh26YcMGtYdCSTglaiUBVMFkMiUlJVnPyKoszq1xer0+OjraekbWKta0BgCgJtzc3IZYHD16dN26dceOHVP6y8rKtlh06dJlzJgx8hBYAIALSExMXLhwodIODAy85557mH0ELs7xaiXVMUHG1IDG4e/v/8orr+zfv//DDz/cs2dPhduMGDHirrvuat++vWhEvr6+8jAmLi5OJnO1nfegXbt2X3311S+//LJgwQLr6WdVHh4eM2bMuO2220JDQ0WjmDJlippKypBPRn01vKIWHovMUNVU0s/PT+bTAnA61EoCsCZDR+sZWZOTk2UwKTTPy8tLnY41NjY2JiZGmfUdAIB618UiJSVFZpM7d+5U59c5aiG/hkaNGtW/f3++iQA4MXnUMHfuXOUDUIaR9957rxzPFIBra7SxqZrWFiibKadms1k2zBYmC/kGzsrKMhgM8n7LIXtmCAQaWWpq6vr16/Py8mTb29tbjmpFR0e3bNnSoX9Wf+LEiW3btpWVlcl2UFCQHKSTI3Ty1BEPjZrqsWzevPnvf/+70r722msfffRRATgXuUMiIwfld1HKZ6Cbhbu7u9vv9L/TWciNld8/Nk6cqe5olVuoO1Gm3xUVFeXm5irBZMeOHQWAWpKHIYmJiZcsZAyZmZkpHIGyPyD31pQYMjw8XAAA0OgKCgo2bdq0cePG/Px8635/f//hw4ePGDGCJScBOB95AP7222/LwTrl7A033CA/8QTg2uSomtwrkGNTpaWlcqjKzYoyyCYH1pRT3e+a/U7UcniNdSUBZxAZGSm/QYVz6WghnEJTPZY1a9ao7ZqsiAk4ImolAZciQ/3k5GQZQ6oFkYWFhULz5Hs8KipKKYWUSaSMIRnkBQBogfw+mjhx4rhx43bt2pWQkCC/YZV+GVKuWLFi1apV/fv3Hz16dHR0tAAAZ/HLL7+okWTfvn2JJAGF460rKZxiYScAcBrFxcXr169X2nFxce3atROAM2JdScC5lZaWWq8KKUdL1YnmtMzDw6O5FRlDNskK3wAA1ISbm9sgCzlMv27dusOHDyv98jt3m0Xnzp1lNtmlSxcBAA7u+PHjy5cvV9oxMTGzZs0SACwcb11JwZgaAGjJkiVLDAaD0p46daoAnBS1koCTyc3NtV4YMi0tTTiCgIAAmT6qa0NGRETwvgYAOBxlmh/55assOakeUR6ziI6Ojo+PHzBgAEtOAnBQWVlZH374odL28vKaM2cOvx0EVNRKAgDq7sKFCx999JHSDgoKmjBhggCcFLWSgEOTL/7U1FQlgFSSSJt1rbRJvmFl7qgEkC0s/P39BQAATkF+x914443Tpk1TlpzMzc1V+pOTk7/88sslS5YoS07y3QfAsZSVlc2dO7ekpEQ5e/fdd4eEhAgAv6NWEgBQC3v37l2/fn23bt2Ki4uPHDmyZs2aoqIi5aJZs2Z5enoKwElRKwk4FoPBoKwKqc7IqtZhaJm7u3tsbKz1pKweHh4CAADn5ePjM2HChLFjx+7ZsychIeHixYtKf0FBwc8//7x69ep+/fqNGTOGJScBOIqFCxcmJSUp7UmTJnXq1EkAsOJ4tZJqJEmtJAA0Pp1O952FTX+bNm1uuOEGATgvaiUBjcvPz7cuhUxNTXWIN6yfn5+MIVu2bKlkkJGRkfKrVgAA4GL0en1/i5MnT8ps8tChQ8r3uNFo3G7RsWPH0aNHx8XFCQDQsK1bt+7evVtpyw+uiRMnCgB/5Hi1kuqYIGNqAND4oqKi7Dv9/f2fffZZ1vyAc6NWEtAU+XpOT09XSyFlEqlO+6Zx4eHhSjWkkkQGBQUJAADwuw4W8lteZpM7duwoLS1V+k9YyAPSUaNGDRgwgLkEAGjQxYsXv/76a6UdHBx89913cwwO2GNdSQBALURGRur1epPJpPYMGzbs0Ucflf0CcGrUSgJNy2g0JiUlKXWQiYmJsqEOU2qZm5tbTEyMOilrixYtvLy8BAAAqFJ4ePjMmTOnTp26ZcuWDRs2ZGdnK/0pKSlyxH/p0qXyOHTEiBGBgYECALShsLBw3rx5ZrNZWI4C5syZ4+3tLQDYYV1JAEAtyM/eX3755bhFUFBQ165d27VrJwAXQK0k0MiKioqUIkhJxpDJycnKEb7G+fj4yAxSpo9KDBkdHa3X6wUAAKg9OaA/duzY0aNH7927NyEh4fz580q/HPpfuXLlmjVr+vbtO2bMGPnNKwCgSclDlQ8++ECdvmXWrFl8NAGVoVYSAFA7gYGBAywE4EqolQQaWmZmpvXCkFlZWcIRhISEKEWQSgwZGhoqAABA/dHpdH0tzpw5s27dugMHDij75CaTaadFhw4dlCUn2dEF0FSWL19++vRppT106NB+/foJAJWgVhIAAKB61EoC9UuOJCYnJ1vHkMXFxULz9Hp9VFSUOh1DqWVfAAAQAElEQVSrPPXx8REAAKDhtbXIzMxcv379tm3bSkpKlP6TFhEREaNGjRo0aBBLTgJoZIcPH165cqXSlscIM2fOFAAqR60kAABA9aiVBK6QHDpU0kdFUlKS9SrFmuXp6anWQUoxMTFubvV5aAMAAGolNDT02muvnTRpkgwmN2zYIENKpT8tLe3bb79dtmyZsuRkUFCQAICGl5WVNX/+fKXt4+Nz7733soIDUDVqJQEAAKpHrSRQW9nZ2WodpJSRkSEcgRzEtC6FDAsL440DAIDWeHt7jx49Oj4+ft++fQkJCWfPnlX6i4qKVq1atXbt2t69e8sNWrZsKQCgwZSVlc2dO7e0tFRYhgvuuecefhIBVMvxaiXVSJJaSQAA0GiolQSqZjabU1NTlQxSniYmJhYUFAjNk+8IdUZWJYn08/MTAADAEcjv8d4WFy5ckEmkTCjlDomwTBS/y6J9+/YyuezevTv7wAAawsKFC5OSkpT2lClT5GeOAFAdx6uVVMcE2Z8AAACNhlpJwEZpaamMHtVqSHk0XlZWJjTPw8MjNjZWqYOMtWD1KQAAHF2rVq1mz56dnZ29YcOGLVu2qItVn7IIDw8fNWrU4MGD+dIHUI82bty4e/dupd21a9cJEyYIADXAupIAAADVo1YSkI4ePapWQ6anpzvEO8Lf318pgpRkBhkZGcm7AAAApxQcHDxjxoxJkyZt3bpVxpNyX0Xpl43vvvtu2bJlQ4cOlfEk8ysCuHIXL178/vvvlXZYWNjs2bMFgJphXUkAAIDqUSsJF2QwGBItlCRSNmSP0Db5Ig8PD7deGDIwMFAAAACX4eHhIaPHkSNHHjx4MCEh4dSpU0p/cXHxmjVr1q1b16tXrzFjxrRq1UoAQJ0UFhbOmzdPmTLa3d19zpw5Xl5eAkDNUCsJAABQPWol4Qry8/Mv/04mkampqdp/zbu5ucXGxja34unpKQAAgGuTO709LC5evCiTyL1795pMJmFZCXuPRdu2bUePHi03YPcYQK3Ij5EPPvggNzdXOXv77bdHRUUJADVGrSQAAED1qJWE85EviYyMDKUOUpGTkyM0z9fXV62DlOQQgE6nEwAAABVp2bLlHXfcMWPGjI0bN27evLmoqEjpP2MRGho6atSoIUOG8KsmADX0008/nT59WmmPHDmyV69eAkBtUCsJAABQPWol4QSMRmNSUpJSB6nMy1paWio0LywszHpG1uDgYAEAAFAbQUFB06ZNu/rqq3fs2JGQkJCWlqb0Z2Zm/vDDDytWrJDBpIwn2c0AULXDhw+vXbtWabdu3fraa68VAGqJWkkAAIDqUSsJR1RUVKRkkEopZHJysrL2iZbp9fro6Gi1FFLy9vYWAAAAV8zDw2P48OHDhg07cuSIzBVOnjyp9BcXF8uzypKTvXv37tmzJzMxALCXnp4+f/58pe3n53fvvffyWQHUgePVSqqRJLWSAACg0VArCYeQmZmprgopT7OysoTmydDRuhRSRpIymBQAAAANQ+4Px1kkJibKJHLXrl3KkpNyV3mvRUhIyMiRI4cMGcJPowCoDAbD3Llzlclm5MeIjCT9/f0FgNpzvFpJdUyQMbWGQ+ILAM6Eb8x6Qa0kNEiOoCUnJ1vHkMXFxULz5EhfbGyskkHK09DQUAEAANDo5A7Jrbfeqiw5uWnTpoKCAqU/Kyvrxx9/VKd1ZV8FgPTZZ5+lpqYqbfm50aZNGwGgTlhXEv/D8wkAzsrmE55cqm6olYQWlJSUqNOxSklJScpP+7VMp9NFRUVZV0P6+voKAAAAbfD39588efKECRN27Nixfv365ORkpb+0tDTBomfPnvHx8e3atRMAXNXatWv379+vtOVnwpgxYwSAumJdSVdX89FVYksAcAjVfj8qn+d8jdYWtZJoEjk5OZcsZAaZmJiYnp4uNM/T07O5ldjYWDe3+jwWAAAAqHdyd2WoxaZNm2Q2qVZESfstWrduLbPJ3r17s4wc4GrOnTu3ePFipR0ZGXn77bcLAFeAWkmXVtlzyHMLAI7L/jO8wi97ssnaolYSjcBsNsshMGU6VknGkOpMYloWGBio1kFK4eHhvMwAAICDGj58+LBhw44cObJu3boTJ06o/efPn//kk09kMjFy5EgZXrLkJOAi8vPz582bpwwFeHp6zpkzx8PDQwC4AtRKuij7QdW69QAANMX+y9E6SLO/lO/TmqNWEg2htLRURo/qwpBJSUllZWVC2+SrKDIy0npGVn9/fwEAAOAs5N5OnEVycvLatWt37dplNBqVi7Kzs2Uw+fPPPw8ePFjGk+Hh4QKA8zKbzTKSVH8qOnv2bN71wJWjVtIV2Tx11mfVdoWdAACNq6ICUv3qtLmUpKqGqJVEvcjPz7948aKSQcrTtLQ04Qhk7qhkkN27d5cNfh0MAABcQXR09KxZs2bMmLFx48ZNmzbJHTmlv7S0dP369Rs2bJC7RvHx8e3btxcAnNGiRYvOnz+vtMeMGRMXFycAXDFqJV1OZZGk0qjsrCCbBABHoHw5Wn9L2nxjVphN8q1aE9RKog7kcy5zR7UUUp7m5eUJRxAREWFdDRkYGCgAAABckp+f36RJk8aPH79r1y4ZRso9OqVf7ukdsGjVqpWy5KRerxdN6s0337z55pup5QLqxb59++RbXmm3bt16+vTpAkB9cLxaSTWSJCS7ctbRo81pFfEkAECz1O91+4bNZjYBFXlVtaiVRE2UlZWpM7IqDAaD0Dw3N7fY2NjmVjw9PQUAAAB+J/eXBlmcOHEiISHh0KFD6kUXLlz49NNPFy9ePGLEiOHDhzfhkpMnT578/PPPH3nkEfb5gSuUkpLy2WefKW0/P797771Xp9MJAPXB8Wol1TFBvl/rwL72UZ7+euHIC6s+U0tnKhtvJZgEAO2z+XJsGxb7ytT7m1nYb8mXaa1QK4kKFRQUqHWQkjx2dYhdJl9fX7UOUoqKiuIYGwAAoCY6WqSlpa1fv3779u3qT9BycnKWLFnyyy+/yOQyPj6+8QsW58+fL0/Pnj27evXq8ePHCwB1VVJSMnfu3LKyMmEZBJCRpL+/vwBQT1hX0oVUGElKJWWG5LwMAQBwOkHefmazuZkV8cdJXKuY6xU2qJWEIj09PTEx8ZKFjCHl8JNwBKGhoUoGKU9jY2NDQkIEAAAA6ioiImLmzJlTp07dvHnzxo0bs7OzlX4ZUiqLUMbFxY0ePbpDhw6isezbt09pLF++vGvXrnLHTwCoE5nxZ2T8b7T8uuuua9OmjQBQf1hX0hVZR5KEuwDg3GxSSUmn01UWTKIK1Eq6JqPRmJSUpEzKqsSQJSUlQvP0en10dLR1NWQTziQGAADgrOQu1rhx48aMGSMTwYSEhHPnzin9csf7kIXcGZPZZJ8+fRp6ycmffvpJHvopbZPJ9Pnnnz/++ONubvU5Hgu4iJUrVx45ckRp9+zZc+TIkQJAvaJW0lXYPF3WZ9W9Fk8394fG3SQAAA5u1/kj64/uFpZPe3lEqsSQ6vSM8mPfJpgUqAFqJV1EcXGxOh2rlJycLN9EQvPkiJi6JKQc/JKRZEOPfAEAAEAhD6/6WJw9e1ZmkzKhVI8a5I7lZ599pi456ePjIxrGli1brM8mJiYuX758+vTpAkBtnDp1atmyZUo7MjLy9ttvFwDqG7WSLkfdMVIKJeXYtNqj17mNiesvAAAOLrc4X00llc95JZJUs0mbPFL9VuXrtQrUSjqrrKws64UhMzMzhSMIDg62LoUMCwsTAAAAaFJXWWRnZ69fv37r1q3FxcVKf25u7tKlS1euXDlw4MD4+PiIiAhR34qKimx61qxZ061bt7Zt2woANZOTk/PBBx8oAyaenp5z5szx8PAQAOobtZKuqNyOAAA4IyWVlEmkUhavfOvLszaf/CRVNUGtpHMwmUwpKSlKAKkkkfYjOBok37ZRUVFqKaQ89fX1FQAAANCe4ODga665ZvLkyTKY3LBhQ3p6utJvMBg2WShLTnbs2FHUk+eee86+U+75L1iw4J///KcMVwSA6shDxXnz5qmHh7Nnzw4PDxcAGgC1kq7Ffh5XIkkAcG7K5JNKMKnkkWpUaf1NyhdrtaiVdFClpaXWM7ImJSUZjUaheXLwqLmV2NhYlgUCAABwIB4eHqNGjRo5cuShQ4fWrVt36tQp9aLDFnIfLz4+vl+/flc+8X5KSkqF/TIQXbRo0U03sVoTUL1vv/1WHjkq7QkTJsTFxQkADcPxaiXVSJI4reYqDCNV6rqSAADno3zIy097eayrfuDLtvrDFMLIGqJW0lHk5ORYz8iq/jhd4wIDA61nZA0PD+e9CQAA4OjkHl13i8TExLVr1+7evVtds1zuqS5YsOCnn34aPny4DC/rvOTkq6++WsWlW7Zs6dixY58+fQSAyu3atUtdnLVdu3aTJ08WABqM49VKqmOCjNTUjc26koS7AODE5Ie8POhV00e1VtL6y5RssoaoldQm+aBsZmQtKCgQmif/EJGRkbGxsS0sZAzp7+8vAAAA4KTkjt9tt902ffr0zZs3b9q0Sd1lzcvLW758+apVqwYMGBAfHx8VFSVq6dy5c1Vv8PXXX8uUJTAwUACoSGJi4sKFC5W2fKfcc889cvBEAGgwrCvpQqyfMZtsUgAAnJGSSgrL971CrZJXzgrUGLWSGmEwGNTpWOXRozwtKysTmufh4RFroRREyobsEQAAAHAlMvCYPHnyhAkTdu7cmZCQkJycrPTLHdotFl27dh09enSnTp1qeIPz58+vdpuioqIFCxY88MADAoCd4uLiuXPnKst8yDDy3nvv9fX1FQAakuPVSgrWlbwyagxpPYmrAAA4I+sA0jqYFH+smFe+UpmNoGrUSjaV/Px8GT1evHhRiSFTU1MdYtfFz89PnY5VioqK4p0FAAAAyc3NbYjFsWPH1q1bd/ToUfWiIxaxsbHKkpPVriy+b98+UQPyP9q0adPw4cMFACvy0PLDDz/Mzs5Wzt5www0tW7YUABoYtZLOr8InijwSAFyB8nVpHUxaT+JqXTdPXlItaiUbh7yH6enpSimkTCJlDJmbmyscQXh4uPXCkEFBQQIAAACoXGeLlJSUhISEnTt3qlOAKPNJKktOjhgxws/Pr8Kryw3ksV7N/ivx448/yv9L7rIKAL/7+eefT5w4obT79u07dOhQAaDhUSvpWuzHUskmAcCJWc/gWnUeyRdrtaiVbCBGo1GZiFVVWloqNM/NzS0mJkYthZRhpKenpwAAAABqKSoq6qabbpo+ffqmTZs2btyo/iYvPz9/xYoVypKTo0ePtl9ycsuWLaLGDAbD559//sgjj3DcByiOHz8u32JKWx7czZo1SwBoFNRKujQqJgHAuVnHkGazWQkmBT9JqRNqJetLYWGhjB4vXbqkZJApKSk1/4l3E/Lx8bEuhYyOjpZvKAEAAADUB7m3OWHChLFjx+7ZsychIeHixYtKv9Fo3GrRuXPnMWPGodpmVAAAEABJREFUyFP1KkVFRaI2zp49u3r16vHjxwvA5WVlZX344YdK28vLa86cOe7u7gJAo6BW0hURRgKA61DDSPsPf74IaoVayTrLyMhQAkgliVQX7dC40NBQtQ5SnoaEhAgAAACgIen1+v4Wp06dktnkwYMH1aO2YxbR0dHx8fEDBgx48cUXRe0tX768a9eucudWAC6srKxs7ty5JSUlytm7776bwz2gMTleraQaSTKWeuXIJgHAudmEkeV/pPbwQ5+aoFayhkwmU1JSkvWMrMXFxULz5ACQHOKxnpHV29tbAAAAAE2hvUVmZub69eu3bt2qrnGQnJz85ZdfLlmypKCgQNSe3Ff//PPPH3/8cTe3+iwgARzLwoUL5UGr0p40aVKnTp0EgEbkeLWS6pggQ6j1hWASAJyYdQApcAWolayMDB2tZ2SVAyXKaqYa5+XlpU7HGhsbGxMTw9AMAAAANCU0NPTaa6+Vqcm2bds2bNggQ0qlPz8/v8479omJicuXL58+fboAXNLmzZt3796ttDt27Dhx4kQBoHGxrqSrI98FACemfF3aE6g9aiVVWVlZcizjkoWMIdXBEY0LCgqSAWTLli2VGDI8PFwAAAAAmuft7T3aYt++fQkJCWfOnBFXZs2aNR06dOjSpYsAXMzFixe//fZbpR0cHHz33XczMA40PserlRSsK1lPGJUGAKdXWZUkXwF14LK1kmazOTk5WcaQakFkYWGh0Dz5SKOiopRSSJlEyhjSz89PAAAAAA6rl8WHH364f/9+cQXkccHChQufeuopHx8fAbgMeSQ7b948eYQr225ubnPmzGHZDqBJUCvpcuxHqHkmAcCJWa8fWeFFqCHXqZUsLS21XhVS5pFGo1FonoeHR3MrMoZ0d3cXAAAAgHM5evSouGK5ublff/317NmzBeAaZBj5wQcfyFe+cnbWrFnymFEAaArUSro0xqMBwLnZfM6zwOSVcOJaSXlgZr0wZFpamnAEAQEBMn1U14aMiIhg5xAAAADObdWqVQaDQdSHPXv29OjRo2/fvgJwAcuWLTt9+rTSHj58eL9+/QSAJkKtJAAATquKr0u+RmvLaWolZSMlJUUJIJUkMj8/X2ievPMyd1QCyBYW/v7+AgAAAHAlGzduFPXnm2++ad++fWBgoACc2uHDh2Wir7TlseR1110nADQdaiUBAHByzNpdLxy3VtJgMCQmJl6wyMjIyMzMLCsrE5rn7u4eGxtrPSmrh4eHAAAAAFxYTk6OqD9FRUULFix44IEHBOC80tPT58+fr7R9fHzuvfdevV4vADQdx6uVVCNJxlUBAECjcaDdj/z8/IsXL8okUjlNS0tziLvt5+cnY8iWLVsqGWRkZKROpxMAAAAALJ577jlR344dO7Zp06bhw4cLwBkZDIa5c+eWlpYKS6xwzz33BAUFCQBNyvFqJdUxQWolAQBAo9FsraTcKUpPT5cBpDIpq2zk5uYKRxAeHq5UQypJJAeHAAAAQBVSUlJEA/jxxx87d+4sd84F4HQ+++yz1NRUpT116tT27dsLAE2NdSUBAACqp53dD6PRmJSUJNNHZVVIear88FPj3NzcYmJi1ElZW7Ro4eXlJQAAAADn0kCHDO+8845oGAaDQSY3jzzyCBUgcDLr16/fv3+/0u7Spcu4ceMIFFAhPv0aGetKAgAAVK8JayWLioouWSgFkcnJyWazWWiej4+PzCBl+qjEkNHR0azeAQAAAOfTODnH8ePHRYM5d+7c6tWrx48fLwBnIV/VixYtUtphYWGzZ88WQCVsPsYJnhoatZIAAADVa8zdj8zMzEtWsrKyhCMICQlRiiCVGDI0NFQAAAAAzqu2Rwd1Ppr45ptvGnoM9+eff25rIQDHl5+f/8EHHwhL+OHu7v6Xv/zF09OTNMHF1fxTVH2pEE82EGolAQAAqtdwtZImkyk5Odk6hiwuLhaap9fro6Ki1OlY5amPj48AAAAAXEAV8UZDJB979uzR6XSiIcm7/dVXXz322GMyvBGAIzObzR999FFRUZHyrrn11lvloauAy6v6w7nC0R7lKuRQ9Y5aSQAAgOrV4+5HSUmJdQaZlJQkg0mheXJ4Qq2DlGJiYtzc6nMHDwAAAHAI9gcFNempyUUVWrt2rcFgEA0vIyNj8eLF119/vQAc2ZIlSy5cuKC0hw8f3r17d4dYAwUNqooYTLmoivpICuTqHbWSAAAA1buSWsns7OzLly+rMaQ82heOICgoyLoUMiwsjL0vAAAAuLKq00elXauEsia2bNnS0IWSwrIcg7IEA3UgcGgHDx7ctGmT8pZp2bLl1KlTeUlD/PGTreqEssL6SNKo+uV4tZJqJMkHCgAAaDQ13/0wm82pqakyhkxMTLxsUVBQIDRPPjp1RlYlifTz8xMAAAAALGyOBdSzNmGkfaPCszVXWFhYj6mkt7d3yO9kDClPg4ODg4KC9Hq9sgFVZXBcaWlp33zzjfJ+8fX1vf322wUvaVixLotUgzH7xLHCbJJgsh45Xq2kOibIiwAAADSaKmolS0tLk5KSUlJSkixko6ysTGieh4dHbGysUgcZayF7BAAAAIDqWCeRlZ2KyhPKmvvwww/VvLBWZDAjs0YldFROFTKVrHB7khs4OnlgvmDBAvlek28ZeeR+6623+vj48MKGNeshHbVdYdik5pcEkw2BdSUBAEB9kjv9X375ZU5OzgMPPCCciLr7IRPHzMxMo9GYYSEzyOzsbIfYLZEDEOEWPXv2lBlkZGQk+9MAAABATVQ4U2v+r7+mLl5sXXxjM2ipDmFXsWJZ1VocPdqium1kBuPu7u7xO6UtT0V29m//flcmRJoAnNbFixc7/z5NUVRUlPmjjy4I4H+qmMHVLTCwxaOPVpg4Uh3XQFhXEgAA1BuZ1b3//vtHjx719/cXzqKgoODSpUvHjh1LsZCRpENkkHJPKSwsLMZCHpIFBQWZTCZl96ljx44CAAAAQM1UGElKJZcv5yQkiIYUK2rNaPkHuJpAy7//SU3NFUCNuIWGxj7yiLCMoiisL7WJooil6gW1kgAAoH4UFxfLSPLUqVOynZ+fLxyWzB1lDHn58uVLFjk5OcIRuLm5xcbGKqtCyoYMI93d3U2/Kyoqys3NZQcaAAAAqDPrSFJcwbysAADtkGMmOp1OGTBR1/G1Xl2SsZT6Ra0kAACoB9nZ2e+++25ycrJwNHLvU97tyxZKGCnjVeEIfH19W/xOJpFRUVHKbrRkNpuVU+vt2X0CAAAAassmerSenZVUEgCcgDKEokSSsq1UTMq2dTCpbszQypWjVhIAAFyp9PT0N954w1FqCktLS2X6mJiYqGSQSUlJRqNjTHEUFhbWwkpwcLB6UU32i/hdFwAAAFBnNnkkqSQAOAcliVQiSbVW0iaPZDilHlErCQAArsiFCxfee++9gt9XlVfNnz9/9uzZQgPy8/NlAHnx4kWlIDItLU04Ar1eHx0d3bJlS7Ua0tvbW1wBdp8AAACAWrEvlKwikoy+9tqIceMFAEDbDs65t9zq5+lKKik/1ZVIUkkobT7kGU6pR45XK6lGkvwcCQCAJnfkyJGPPvrIYDDYXyTzP9EU5B5Cenq6uiqkbOTl5QlHIENHGT3KAFJJImUkKYNJUX/4XRcAAABQN/bxpDLjn3WnR1i4b8eOAgCgcb8XRArL57myrqRSK2m5UKd8yCuTuFpvqZxlaOUKOV6tpBpJ8ocHAKBp7d27d/78+ZX9TqjRShKNRmNSUpISQyrzspaWlgpHEBISosSQShIZGhoqGhK7TwAAAECdlVdEAAAcnEwllc9zNZgUlvmrhNVPUhhOqUesKwkAAOoiISHhhx9+qGKDhvumLi4uVooglSQyJSVF7kEKzZN7t1FRUdYLQ/r6+opGxO+6AAAAgCtHHgkAzsR6TEkplLT+6Qn1kfXO8WolBWNqAAA0KfktvGjRIplKisaSnZ2tBJDKaWZmpnAEnp6eSimkPG3ZsmVsbKybW33uEdUWu08AAABAHVhnkGpbracBADguZbJWpd3MQskjlcUmGUVpCNRKAgCAWjAajZ999tnevXtrsvFXX3110003iVqSX/EpKSlqKaQ8LSgoEI4gICCg+e9kGBkZGanuwmphR5bfdQEAAAB1ptbNMIMrADgTpVaymRWbT3tBxWS9olYSAADUlMFgeO+9906dOlXD7RMTE2uyWVlZmYwelSUhlYb8j4TmyV2R0NDQqKiomJgYJYkMDAzU6/XKGuka/Ekdu08AAADAFSKPBAAnY10ZaTODq4JAqn5RKwkAAGokPz9/7ty5Fy5cqPlVKkslCwsLL1koGWRSUpJwEL6+vjKJDA8Pb9++fXR0tI+Pj9vvlIXQtYzdaAAAAKDmKpy4VT1LNgkATkCdwVWJJGVbDSbtt2REpV5QKwkAAKqXnp7+7rvvytNaXUsteczMzFSmY1WSyOzsbOEI5M6GDCCVOkiZR0ZGRvr7++fm5sqLlCRSOBR2nwAAAIAroc7pJ6wmdAUAOC45TqIUSirxpBJJCn590pAcr1ZSjSR5QQAA0DiSkpLefPPNui3uKK8oY8iioiLhCGTQGBsb29yKp6ensOyMJicnO/ruB7/rAgAAAK6QTTApAACOzDqMrGzZYMZS6pfj1UoyjS+aym+fULk5Ii/XXFggSkvlx1UzH299RLQuJFQAgPM6efLkBx98UFxcLOpEXl1omI+Pj4weW7ZsKU9jLSrbUtnxcOjdD3afAAAAgPrC3jUAOAclhpTZpF6vVyNJ6waf9vWLdSWB6pnz8kynjhvPHDefP1uemmzKzjLn5Tczm5oFBZm6D/C58VavyAgBAM5o7969n332mdFoFHWltb23sLAwpQiyRYsW8jQ4OLiGV3SC3Q9+1wUAAADUlnoIUOEaYwIA4OCUAFId82Hi1obmeLWSgjE1XAHPZu5l5UazqOnHSnlhYcm6lcZft5YnXtTnF+nk1QszzYbfCobkTZhys1KScoPbdomZMlEAgNPZtm3bF198IRyZXq+PiYmxnpHV29tb1Am1kgAAAACsq2cEAMDBldtR+wUf9Q2DWkm4EL3Q+em9S81lReaSaoPJ8oKC0l9+KvluQbOiYg/fYO/gWH20j3zV5SeWmAz/m8ZQvgbTknPdz5wTAOB0fv755+XLl4sr1sgxmAwd1TpIKTo6WgaToj5QKwkAAABAwbAkADgHZZDE5hcnFRbHM5xSX6iVhKvwaubhr/eRLxofnaenzj3PVFRWXvGEhOb8/LLdO0q+mi8uXZB5pE/zbm5efuVmk6msJD/phLEoW90yt0SUGIym4hIBAE7EbDZ/+eWX27dvF44gJCTEOoYMDW2otX6plQQAAABcnM04NdkkADiByuojrSd0ZTilHlErCVdRWl7mKf81c5dtg7mswkjSZDbn5pXoP32nfP1qd72nd2wXD7/Q8nKzsaSgNDe1OCep3GhQNzaXi+QCy3uonqpwAEALDK7fzoQAABAASURBVAbDRx99dPToUaFJer0+KirKemFIHx8f0SiolQQAAAAAAHAyJE2NjFpJuI5ysyiX2aRsmYTZ/uISg/F8YtaZS1m9du8N84/0DIzUuXmWm02luSnFOcnG4jzxx4+nAoPILxN6Tw/3AH8BAE6huLj47bffvnjxotAMLy8v61UhY2Ji3Nzqc6ei5qiVBAAAAAAAcD7WK0qioTleraQaSfIqQa3Il0uR6X/LSdq/6rPzig6fSU9KzXPz9NT3Het99lQznc5Ykl+Uds5QlF1usi2slK++lILfGm7+fj6x0QIAHF92dva8efOSkpJEfatVGBYUFGQ9I2tYWJhGgjRqJQEAAABYY9caAIDacrxaSXVMkC9+1JZaImkzopyWXbDzYGJefnFAaGh48+iCsnxx7nRJbmph6mlzWcVrRuaW/lYrKXkEBXq3aS0cU2Jq8unzZ/Py8/MKC/ILC7w8vYL8A4ICAmKjYtq3vkq4pFPnz15KTsrOzcnJyzGXl4cEBkeFhTePimnVvIUAnFpycvL777+fk5MjGkAVX9nyIpsZWf38/IQmUSsJAAAAAAAAXAnWlYRLM5pMyen52w9cMpU3C42NCQoL1el1BWER6XqjLvlEuams4muZRXqRMFgiTo/wcL+2bUSdfLnkh3+99UpNtpQv+KCAQD9fX39f30D/wIjQsLat2rRt2XpY/0FeHp6ils5durA8YfWGHVsPnah03bjoiMh+PXpNHjVu5MChoga+Xb74qdf/Y9O58rPvrmrZWtSTl99/e/53X9h09u3W86u3PhRXbPu+3YtWLt2xd09aZnqFGwT6+Q/o1XfOLbO7tO9Q9U2dOHt6yp032XS+9NjT10yYLKpz00N37z6037qnwgf49/88vXTNSuse+ffa+M0ym836TBmVX1gorti6L39qER0jG1Pvuvn4mVM2l37233cH9+5fw5uSn9sjbpiSkp5m3enj7bP1hxW+3r6y/cn3X7407y1xxa6bOPWFvz9p3bP/6KHr759d7RUD/PyCAoOC/APDQ0Pbt27buV2H4f0H+Xo30rKFTejSpUvz5s0rKioSDc/Dw8N6RtbY2Fh3d3fhCKiVBAAAAAAAAK4E60rCdRWVGM5cyj50MkXv4REWFeEfHKTT6QwlJelFhoKwFu31u9wrSiXlcHRuicgv/a2tc3cPHdTPzdtbNDD5gs/OzZH/bPpbNW/x2N0PjB06smY3I3Lyct/9/OOvli4y2s1JayM5LVXmXvKfDJyefOCRdq3qmLzWlzJj2Y+rltv3ywzv5LkzHdq0FXV1OSX5jU/mLlu7qurNcgvyV29eL//9acLkJ+b8LcDPFRcTnTx6vH0q+cuGhJqnkjsP7LWJJKUxQ4crkaQW5BUUyH8XxWXZXrd1kzwNCQq+edq1s2ZcHxQQKJzUiRMnFixYUFpaKhrS+PHjlRgyIiLCQb/BqZUEAAAAAAAArkSjjU3pRP2hVhJXLq+g5NDJ1COn09y9vcKbRweEBMsXVWFuXurFy9k5+clteqS3jjPr9PZXNJhFRvH/CiXdfH0i40eIpnPh8qX7nn7szU/fr8nGMk+aetfNCxZ/W20kaW3b3l+n3nnzdyuWiCa1etN6+1BW8fXSRaKuLI/upmojSWuLVi6/5t7bDhw/LFzP1NET7L8zftmwWmbGombWbF5v3zl51DihYVk52e98/tH4266Tf3rhpJKSkgICAkQDKyws7NOnT2RkpOOmYsqOhxPUSgoAAAAAAACgKTTa2FR9ppLUSuIK5RcZ9h1PPnc529PPN7p1K9+AgHJzeU5aRuqlxOKC32a8LPEPOdl/Sk6kbYGgfL9kF/+2qKQibOgg3zatRVObu/CTzxZ9U/U2W3fvvPmvd9uXqdWETDGffO2FVz54RzSdRasqDYSWrPmlqKRY1N6ytSvvfPyvBUW1nuP0YuLlW/82x75q0OlFhUcMsiuLzCso2LxrZ02uLj+3f96w1qYzMixiWL9BQvNkKP7EK8/d+9Tfax7BOpBRo0Y98cQTDz744ODBg728vETDSExMFA6OWkkAAAAAAADgSlArCWemr+iFZzCatu+/cDkl1yvAP6JFrIeX52/zo6alZSanNFOLCJs1KwyNOTTm1oLAiD9c1yQS84X595de29m3N9PV52u7zl7/6L2M7KzKLpX52f3P/OMKlxj8+NuFrzZRMHk5JXnLrh2VXSpjxWVrfhG1JGPaR158ulZlo9aKS0se+Nc/cgvyhYuZHF9BXePKjWtrcFWxY/+eTLtX6dUjR+v1euEg1m3d9OJ7bwgn1aZNmxtuuOGFF1647bbbOnToIOqbE6SS1EoCAAAAAAAAV6LRxqZYVxINwrOZu6/eu8hUUlJusLlIJ3QeOvdSs8Es/v+rvLDYsHnP+YycIv+gwLDYGHcPD7PJXJyTHSYMvTtEeep18mWVXWw8nZ6Xnl9cEBq7beYTvVe8H5xyVmcqk2+Wi3mizPy/m4oYNdyvU3tR3+649qYA/0rXLDx76fzazRtlJGbTX2Io/fKn7x+64x77q6Rlpt/75COFxRVHkpNHj+vSrmPXDp27deyclJpy7PTJI6eOb9+368SZ0/Ybf/Ttwm6du04YHi8a17fLF1e9wdfLf5w55RpRY5eSkx554akKL+rROW5I3/69unTr1bW70WRKTU/bumfnews+sX8CL1y+9H+v/vvdf70sHEf3TnGjBg0RtWT9grx6ZPy/332tqLjIeoPVmzc893Cpl4dn1bdT4fStU0aPF9WZff0tfr61W3iy41XtarKZfP23bflbSbTZbC4sKioqKS4qKSouLpFR977DB+Xbyv4qXy75oU+3HpPjq7/bDsrDw6N///4DBgzIzMzcvn37jh07srKyRH0wGAzCwVErCQAAAAAAAFyJRhubqrdUUo0k+bE/JJ2lVlHfTCfsXg5mYbaOJOXrJSe/eO+xJBlJ+gYGhMZGu3t6GMvKCjMzW7ibvd3L9x44nJyeodfrO17VqktszGUv9zMZeWU+AfuvvrvV/nVRp/eUpKRnFv8vk/QIDmp9y0zRAG6ZcX2L6JgqNkhJT5OJ2q6D+2z6N/26vcJU8tk3X0lMTbHvj2vf6T+PPdWx7f8PVju0aSv/TRt7dZmx7J3PP/7omwUmk8n21t54aVi/Ab7etYuIroSMi35cVc16fkdPndx/9FDPLt1Ezbz6wdtZFa1Sef+tdz54+93WPSGBQZ3bdZDJ2d+ef3L3of0226/evH77vt2DevUVDkI+lvtmzRZXQP7pRw8ZZrMSpwwp12/bfPXIMVVcUb6Wftm4zqbzqpatu3XsIqpz6zUzoyMiRQMYNyy+spRdZv/yYf5n7pv2gfQL770xdugoTw8P4dRCQ0MnT548adKk06dPy3hy3759paWlwrU5we4Hv+sCAAAAAABAE2q0sal6m+VSHRNkTA2SzB3zTEVF5orHyq0iyfLsvOI9R5NSMwpkJBnRPNbD07PMYMhISgkrN/jqzF/89PMXP61YuXHbioTNH37948Ydu2L8PUJ8f1tfrdQv6PTAKTuG3bimRd+00EijXt/MzS122uTA7l1FU4gKj3jnXy8HBwbZ9F9MvGS/8bY9O9du3Wjf/+frbv7xgwXWkaQ1dzf3h2ffu/D1ufZRkAzzFiz6VjSidds2pWdmWPeEhYTKNMtms+9/WSpq5viZUys3Jdh0+vv6zn/5LZtIUhUZFjH3+VfbtWpTwd3bslG4mEomcV1X9bV2HthrP33rjHEThVZ5e3pdP2naN+98FOhnW7ssH8jStSuFa5Bfte3bt7/11ltfeumlW265pV27GhWhVuann34SjoxaSQAAAAAAAOBKsK4kHJvMHQ3lxnJRzYuhsNiw/0RyWlaBt2UtSXdPDxlJZianFOXktA0POHzs5OETp8uM/6sLLCgs2rr7QFpaenSAt9JjaKY/oA/Y1brbtl7DNgwenzH9uog/TXfz8xdNJCQwyL7CLLcg336Zw6+W/mh/9atHjvnHvQ+J6vTt1uutp1+0/4yY/90Xjbme4qKVy2x6po6eMG3s1Tady9euyi8sEDXwwdef23c+evcDw/oNquJaQQGBbzz5b/t++4DT6Q3vNzjELhRP2L65slmCFfbTt8qX1rSx2k0lFR2vavfKP5+17/9m2Y/CxXh6eg4ePPjhhx9+9tlnJ06cGBISImrv0qVLwpGxriQAAAAAAABwJRptbKo+U0lqJVFba3aduJCcLXS60KhIdw8Pk8mUlZKal5nt6abzcNNfTEoxmc3W26dnZWfl5vl5/TZDo3yxpWVnJ2akG3S6fP+gojbtW8+YEty2tWhSAf5+Nj2eHh5+3j7WPUUlxVt277S/7vMPPyFqpmeXbjfardeYV1CwamMjRXFpmenrt2+x6ZwyesI14yfZfAIUl5b8uGpFtTeYV5C/ImG1TWfXDh1vqMGylB3btu/brafS7tyuw6wZ17/8+DMLX58rXIxer59qlwqXGgyrN22o7CryHWcf3w7q1S8qPEJo3qiBw+I6dLbpPHTiaEp6mnBJERERkydPfv755x988MF+/fq5u7vX/LqXL18WjoxaSQAAAAAAAOBKUCsJ51VebjYYjCUlK7cfO3Q6qcRg0Ov0zXQ682+RZFpuxm+TSZrN8nVUrtPbvj51er1Op1NeY3lFReeSkw1lRmHJY3p1ajWwR7smH9U9ee6MTU+71m3k3bPu2b53d1Fxkc1m102aFlCbKs+bp19n37lj/y7RKL5bscTmnd6xbTsZIkaGRQzvP9hm429rUL626+B++87rJ00XNfPwnfd++OLru5euW/LhF0898PcZ4ye1adFKuJ5J8WPtO6uYxHXngT3207dOqmgmWG2aObmCV8jewweEC5OfgZ06dbrjjjteeumlG264oXXr1jW5Vn5+45VZNwRqJQEAAAAAAIAr0WhjU26i/lAriYrJGLKk2Jybb84rKC8oNGVlG1JTLwRG7Uj+bWLPkjJDmcGQl5kpXzw56ZnKNYrLTPklho5Xtd60c29pWZl6S7GR4RGhIRkFxUaj8WxSUm7B/6amvCo24tr4Pm5/DP8a30+rfz551jaVbGu36uGmnVvtrztxxBhRG+1bX9W5XYdjp09ad+7Yt0c0PLPZvMhutcg/jZ+iNKaPvXrjHx/g6QvnduzfM7Bnnypuc+f+3fadQ/tWNXertb7degkI0aNT3FUtW5+9eN66c/OuHbn5eYH+Afbbr95kO32rj7fPxFGjhYOI69DFvnPf0UMTR40VLs/b23u4RXJy8q+//rpz586cnBzhpKiVBAAAAAAAAK5Eo41N1WcqSa0kVOUmk/FiYllisjk11ZiaZkrLNKVlGbOyzJnZ5py8tA5dzk6a7uXuUVxmKJGhpNGYnZZhcwsHLmd1b9s6fnC/LbsP5Bf+lj5GR4SNHzbQLzDo1OXMk5cvJ2f8L8IMD/b/87RhIYF+oolkZGclpSavSFjz2aKv7S/a556YAAAQAElEQVS9ftIMm57jZ0/bb9ajS5yopS52qWRGVmZyWmp0RKRoSBt/3ZqYmmLdo9frp4yZoLTHDR8VHBiUnfuH/OOHX5ZUl0ra5ql+Pr4tomNEA9uwY0tyemq1m6VkNOykoN8u/1H+q/n2UeERm75dXuFF08dNfP3jP8xeazQZf9mw1n4uXJPJtMpuUcnRQ4b5evuKmhlxwxRRG8//7R8zazAlb811btfe08Oj1GCw7jx/2bGXSKx30dHR06ZNmzJlytGjR7dv337w4EH5pxfOxQl2P/hdFwAAAAAAAJpQo41NUSuJ+icjyaI1G/O+XGTOzDIXFZYXlZSXGc3l5YZyc6nZVBwSltx3oMEvILC0tDjHYDCWlZaVuev1Nq+ctPziM55uY0cM6dW1U0p6RjOdvk3zaG9f/5Pp+UcuXL6Y+r+UyMfL49r4vq2iQ0UDG31zTWcTtXbjlGv6d7ct48srsJ0sMTYySoZwopZaxjS370zLSm/oVPLHlbbrRI4aODQ0KFhpu7u5T4kfv2Dxt9Yb/LJ+3f/NeVimlZXdpv3Mt1e1bC0a3spNCfYLKzq06WNtU0nx2ySuCfap5M79u+2nb53sONO3SjqdLjYqxqY2NDc/T8COfK7iLAoLC/fs2bNjx47z589bbzB//vzZs2cLx0StJAAAAAAAAHAlHK9WUo0kqZV0ceVmc/HWX3PenW9MTC4xm0rMxmKZRJaby8rN5eK3tSKL27YrbNNOjpH7eXm56fVGk6mgpNjbw8Nm/lX5MjqXkZ9VWNoyJLBTWLh8aaUXlBy5nHk6MfVMYpLZbJbb6HW68YO69evaRmhSr67dH7nrPvv+nLxcm57ggErjuioEVDQnZ3pmpmhIaZnpa7dutOmcOvZq67PTx020SSXLjGXf/7L07hturfA2Swyl9sVbFc44impFhUcM7NV3x74/zIi7fd+ujKzMsJA/hPer7KZvDQkMGt5vsHAonh4eNj2kklXz9fVVZ3bdtm3br7/+qiwqefnyZeGwqJUEAAAAAAAArkSjjU3pRD1RxwQZU3Np5eUlu/dnvfyO4XJSttFw1lCQZCzJNpeVlMvQqVwGicag4NK+QwIiIoLCQuVLJdDHR16poKSk2GCwH1CW53OKDQcTs7ecSd18OuVYcvbFtKzTiYnKSpM6XTOZR47q28nL00NojI+3z2P3PPD1Wx8G+PnbX5qVk23TExgYKGov0L+CG0/PyhAN6cdVK2wSRBlljR48zLonrmPnDle1tbnidyt+qiwzKCoutu8MIJWsq0l29Y7ymV+esNq6R/4RV2/ZYLOZTJf1Tb04a215uNu+/e1Tf1QoOjr6T3/608svv3zvvfd269YtNbX6qYw1i1pJAAAAAAAA4Eo02thUvaWSgnUlXd5vE7eu35r17CuliUlZptJUYwVRk7HlVZ5duoXFRPkG/ZbD+Xt5e7m7y0ZGXl6JJWusQm5BwclLl/KLipSzXdvEThveMyzo/ydzeqFrJpp4VPeqlq3vmzV72Udf3jlzlk5X8furvt4jumYV3L7JZBYNRt7zRSuX2XTKDMzdzd2m87qJthPeXky8vGX3DlERpfLVttNkFKiTCSNG21cQrtz4h4lqd+xz+OlbFfZvppKSEoHakJGkDCZlPCkclvKh6gS1kgIAAAAAAABoCo02NsW6kqgfylqSOW+8X5KalmUszTaVVRiOmTp19wnw07u7FaX/Nmegm14f4ONryMs1mk3pubnhgYHeHhUXPhaVlJy4dCk7/38rMjaPDLl2TN9WMeHqBjKS9Nf7lJYbis0G0RQiwyLeefY/Pbt0q3bL4MCg7Nwc6578ggJRe/brU4oGnvh0+95fL1y+ZNM5ZcwE+y1njJv43w/fKTX84W/x/Yolw/oNst84pKL1Jgt+j59dQfdOcaMGDan59t5eXlVcGujnP2boyBV/LI7ce+RAUlpKTESUcnal3fStMlDv3qmrqI3Z19/i51uL9VC7dOgk6lthcaFNj39FBcqolr+/Az9v1EoCAAAAAAAAV8Lx1pUU1Eq6sP9Fku9/ZkhNTy8ryTWXVVavZ2zRSqfXlxQWFeb8tvabfMH4enoWeXoWlJSUGssy8vLCAwK87ILJwpKSA6dO5/we3UWFBt49Y0S7FpF/uA+i3FBeZixvqErBN578d3BQcG5+Xl5eblZuztJ1q85cOGe9QWpG2hOv/vvfjzzRJ65n1Tdln0pWmC9Wq8L18ypM+OrLD3aFkm1atOrZOc5+y4CKgrE1WzemZ2aEh4bZbKzT6QL8/PL+GM2WlDZGxdtLjz19zYTJ1W5200N37z60XzSYzu063Ddrtqg/k0aNtXnypaVrV/7lptuFZfrWtVs32Fw6fdxEUUu3XjMzOiJSNKmCQttUMiiQuX9dDutKAgAAAAAAAFei0camqJXElZJ/9OLtu3LenV+amHS5rLDQbKpi47LgsMyklGaWXOS382ZzQEpSy0O7L3n7nu0QV1JmSJfBZGCgMq2roui3SPJUTsH/sofI0MB7rx1lE0n+dkuivMhcKhpM985xLaJj1LOzZ86a89Sjm37dZr2NzClv//v97zz70siBQ6u4qSB/21UkE1OSC4sLfb1rUXYmnb980b4zMKAuS1TWhMxi12zeYNN57tKFDvH9Rc3IP/p3Py+pMH4LCgyySSUvJiUK1NWIAYNlPp31x/B75ca1Siq5fe8um+lb5ef29LG1TiWbXFFJcWpGmk1noB+ppMuhVhIAAAAAAAC4EqwrCUdSnp9fmpWZaCiqNJJs1szd38+3Y/tyN3ez6Tfy5eJWWNBq9fIe89+N3JQQdPakm04vN5TBZHJ2VkFJidlslq+l7IKCA6fPKJGkfHXFRgTfPnmIfSTZ+Dzc3d965sX2ra+y6S81GOY89di2vb9Wcd22rVrZ9JQZy/YcOiBqac/hgzY9bnq3Ni1aioaxeNVymxlZ6+C7FT9VuIpk25atbXpk2pSSniZqZu+RA699/J48FbBwd3OfZLdI5NFTJ0+cPS0bq+ymbx3Uq19UeIRwNCctD8dGmxatBFwM60oCAAAAAAAAV6LRxqbqM5WkVtI1yb+4W6cOZSMGlgX6VXipR0hw5JiRbR5/pNk9fxHG32ItncEQcupo1y8/brFlfUlJUaqxtCw6NjYkxM/LS9esmdFkSsnJTsvNTU5JOXr6tLqWZOuY0JsmDOzWvoVGXmO+3j5vPPWCj7ePTb/RZHzkhaeT01Iru2K/7r3tO5euWylq48jJE/a1kv169PK1uz/15cdVK8QVk09LwvbN9v39uvey79y4Y4uomR9Xrvjgq89veOCuETdM+ddbr2zZtUMGvcK1TbZLJcVv5ZLrTCbTyo1rbfonVbSx9h0/c8q+s8LXEpwbtZIAAAAAAADAlXC8Wkk1kuTH/i7Io1WLFvfd3fHxRyLHjNJ7e6v9ek/PqPFjOj/+cPvHHk4NCjlx6Kg5P1tfWhK5d2fb5T8GXLpYXG5KNxmKAoPKOnf3cHcPDwgM9vN317sZjcYLp44f3r0j6+I5c2F+udEYERIwc2z/Hh1a6rQ0btuhTdvH7rnfvj8zO+vxl56t7L0wqHdf+86la1aeOn9W1NiXS76z7xzYq69oGDsP7D117oyoD9+vWGLfObBnBff8h5XLRQ2UGErVmE2mnl8u+eHPjz844oaphcVFwoX16tr9KrsKVBl+b9+7K/eP65h6enhMHDVaOKClayvI8gf37ifgYqiVBAAAAAAAAK6E49VKqpEkP/Z3Qc10Op/mMTFTr+7yf4/2eOXfESOGuPn5yoSy9zv/7fT4gy1Gtykr3HXp5FG5ZXn65Yidm1tuXOuZnV1iNiUbS4p0zQz9hpqjYsVvE5Dqg3x8Ary9s5IS08+dLcnLLc/PNWektvbVPzhzbFzbFpqKJBU3Tb125MAh9v079u/5/MdvK7xKZFjE0H4D7fv/9ebLNXznb9+3+4dfltl0uru5Tx0zQTSMH1cuE/Vkw86tianJNp1dO3Rq36atTeeBY4cX16BA893PPrJZk1Ia3Kdfw5WNOoppdq+HS0mJb3/+kU3n+BHxtV3TVAt+Pbhv96H9Np2DevcLDw0TcDHUSgIAAAAAAABXotHGptxE/aFW0sXJv75XVKRXZETI4P7m4mK9t7feU/hkfO6Wsje41F1f3l4Iz+hjx9rsP6gzmUrNxgtlxUYhDG3aF/cbXO7hKSwvodzCwuPnL+QYy0VUrC4n21yU36tH5z/fNkPeqtCqlx5/ZuqdN6dlptv0v/nJ+yMHDG7dvIKFHu+cOWvLrh02nTJleebNl/9539+8LM9GZbbt2fnIi8/Y908fPzE2Mlo0gNz8PPt0sH/3XoP69K/2uhcSL/20+mfrHvlX/mbZ4kfunGPdKV88d99w66P/sX1cL73/VlRE5KDKa0DXbt344TcL7PtvmXadcHmT48e/8cn7Np37jx6y6Zk40vGmbzWajDLFt++/49obBVyPE+x+8LsuAAAAAAAANKFGG5uqz1SSMTX8plkzdx8f4eOtK7noc/kdXVmaaOYRGOTXItgtcNep9vsPyFd3UbkpuazEJIQpOrZkwvTy4DD5yjEYDClZ2acuXzaUlckb0Xl4eQYEdTbkzezbUcuRpBQSGPTMQ4/e9/RjNv1FxUX/fPXfX775gf2bYnDvfr26dt935KBN/zfLftx75MDr//fvDnaFg1KZseyN+e/P/+4L+8F3vV5/98xbRcOocJ7Me26+fVi/QdVdVRQWF63evKHoj5OpLlq57KE77nbT/+HzZ9rYq99Z8NHFxMvWndm5Obc9MufRex64a+Ys+xv//uelL7//pn1/zy7d5D/h8lrExMrwWKbdVWwjX70j+lf/d9QUGay+NO9t+xmP49p3GjlwqIDroVYSAAAAAAAAuBLUSsKx6QzJ3hkLfosk9YHNfOPKy2I7Ju7J+T2STDWWGkS5yT+gaMxUY8u2MobMKSi4nJaekpWlXN29zBCWldb60ukuzUp8Pd2F5o0dOnJS/PgVCats+ncf2v/d8sUzp1xjf5V//fXxGx+8u7C40Kb/5Nkzk2ff2KNzXL/uvfp279WnW49LSYm7LZNV7jq4T6Z0Fd6B+2bNbtW8hWgY3yxfbNMTGRYxuHf1hZKSr7fPxJGjbeabzcjKXLUxYVK8bYne0w/8/c5//NX+Rl794J2N27cM7jOgZ9duPTp3OX/p8tHTJ5at/WXH/j2iIg5XKHns9Mn3Fs4XtRQdHnnNhMlVbzNp9LiqU8kpYybISFvUyYIfv/XzrfXUr1PHXN0iOqbqbVZvTjhz4ZxNp9lsvpSceOjEMfuLxG/zP7s9/dfHBFwStZIAAAAAAADAlaBWEg6smbnIPW+DW+n5cp2vLmCguTQ8Y9megiU75SujuNyUZiwtKTebvL1z+/U3tGiek5mZnJOTkZNbYpBJZbm3oSQ8MzU65VJs6iXf4kLvLp3dAvwq/F/0Qlcuys1CK8PQ8FA18gAAEABJREFUTz/wyLY9O+1Twzc+eX/s8PiQwCCb/k5t2z/38D8eeeGpCm/twLHD8t/H3y4UNSDjujm3/Fk0jP1HD506d8amc+LIMTWPsqaOnWi/Cub3Py+1TyWH9x987y1/nvfFJ/Y3IqO1qtM11dUjRk8e7WBTkh48flj+E7Ukg+FqU8mJo8a9+N4bpfLNVYkrea7mf/eFqL0+3XpWm0ouX7da1NLDd97bs3OcgEuiVhIAAAAAAAC4Eo02NqUT9YdaSSj0JWc8CneXl5t1gcNEs5icDUfSv9tmKigxmE0pxtJiGUl6eub27l3cPNaYekGffiGmWUmr5HMdTx/ue2DbiB1r+h3Y1u7CCV9LEaF7UIC7XwWppHx/BOp9fXSe2hnEDQ4M+uecv9n3Z+XmvPbRuxVeZcro8Y//5UFxZXp0jnv9yed1uvp8L1uzDxSlSfFjRY0N6NHbfnHNbXt/vXD5kv3Gf/vzX6aOnSDqavSQ4W8985+GezYcTqCf/6jKJzW9qmXrHp2cIckbPzz+zorm+IWLUHY8nKBWUgAAAAAAAABNodHGpupz7J5aSQhLoaRbwZ5mZRnNvDs282yZv+dc0odrjdmFMpK8UFYsI0k3X0/zkD6lba8SMjsyGzu2iRzrYxp4YFufwzs7njsWlpnqU1zoXl4e5eblJpq5Bwa6Bfjb/y/y/WEWv71LNDWIO23s1SMGDLHv//7npXuPHKjwKrOvv+Xdf73s5eEp6mTs0JGfv/aefSFmfSksLlpmt6ikjLK6d+oqakx+JswYN9G+/6uliyrc/r9PPDdrxvWi9gb37v/GUy8I/JF9TapqekV/F8ei1+vvmzX7Tf7uro1aSQAAAAAAAOBKOF6tpBpJ8mN/F9fMkOZetFvo/Jv5xJWcT7/46hJjTlGJ2XS5rKRMlHsE+XS9Y8yNT02ePLwgLja3bYfIvr27Fe/eY87J0ZvNbuXlXs104XrPtp7+wXoPmTu6BwS4VbJwXY6poNBcIjTm+YefCKiouPPpN14ymUwVXmXcsFHfvDN/4qhaVB9KzaNjnvvbP9577hUfL2/RYJavXVlcavsky/BV1NI1Eybbf6gtXr2isplFn3rg76/93/NtW7URNRMRGv7sXx/77L/v1jnfdWLxg4dV+JqUpo914FTSx9vnTxMmf/32Rw/dcU+dl8aEc6BWEgAAAAAAALgSjTY2VW/rSqqRJD/2d3HuJQebGfNlJGnMLb/44o9laXklv60laSgRZq8g3063xne8bphel9cuOrFdRH5h5NjkPRfyj52QYaRnM72XTu+vc3PX6ZqJZmVms3Bzcw8O1Hs6Us4UFR7x6N0PPPX6f2z6T54989mir2dff0uF1+rSvsObT73wtzv+8u2Kn349sPfg8SOV3LwIDw3r36P3iP6DG6fK7YeVy+076xBlRYZFDO07cPOu7dadOXm5KxJWV7Yy4pTR4+W/JWt+Wbt14469u3IL8ivcLCQo+M6Zt9w8/TpvTy+Biri7uU8aNe7rZT/a9A/q3U++XIWDkHlzWEhIkH+gfAt0uKpdXIdOQ/oO8PPxFQC1kgAAAAAAAMCVabSxqZr+Nt+6EMFsNsuG2cJkYTQas7KyDAaDvN/BwcEREQ4z0t2E1Ge+3EJ5VuWTqT6rW88dfGbNfLmBj4f3T3/9r3AE8nH4XX5SX5atCxhSeFycfuCTErMp1VhaWG4KbB3R7c5xzUf30unKzQW7ywsPm/UB2YGPnnh7Ydr3iyP1nr46N+vXfaGp7LK76PDw/a1vnilcTEFR4aETx7JzsvMK8nPy8zw9PAL9AoICg2IiIju1bS9c0v5jh1PT03Jyc7Lz8wL8/CJCwyNCwyLDwmXeKQDHsWjXug/W/5YQtw6I/New29zc3Nzd3fV6vdvv9FZ0Fs1+Jxw8eGsg8qszOTlZ+V1UXl6e7FGeSfnE2j+r6lOqrD7bOM9qhV/36ne9VFRUlJubqwSTHTt2FAAAAACqZD1KqQ5RWg9U5ixblvb22+r2rf5yb+yNNwoAgLZtHzum/Pep9ZoFBfm8+aabHZtBHuvRM8HQ2RWQo2oFBQXyCSwtLZVDVdbPuTLIpgxgWj/zdR60rLdaScG6khBCX3pBb0hu5h7TzD3cu72bd5+rzm0/VFxuDu/epud9k8J7tZXblJdeLi8+I4SpNGRK0aX8tIQNgc3cfP4YSUqGcrPe08szJES4Hj8f30G9+gpY6dk5TnQWAGCPWkkAAAAAABpUcV5e0tkzSafP5GVlRbVuHdu+fWSrVs109bY8HIAm12hjU/WZSrKuJDwKdgr593cPa+bm5+YnOr5xq2H+2pKs/Lg/j/UJD5QbmA0Z5rwtwlxg9BtYFjjm8hv/aZaR7efurbN7xZeJcp3Hb5M2CgAAKucEux/8rgsAAACAjaK8vPsHDigtLFTO+gUFvb19h6ePj2gAJqPx1rZXKW3vgICPDx0WV+CFG2Ye3f6/RXyeX7bsqu49RO2VlZTc3rGDuAKRrVu/vnGT0ICXb7314MYNSvv/vvm2y6BBwqHIv8X3r/33l/nzzSaTdX9UmzZ/fuHFrkOGiHr17v33b1+2VGmPnDnzrldeFQAaRaONTdXnzxkYU3N15WXuMpXUuTdzCyw3FZUbs8sNSXE3xfR9qJ93mF+5qdhcfMGc/YswFxn9+haF/jYva+7+A/56N88//qxGvooKTWWZxlKf5jG+LVsIAAAqR60kAAAAAOezZfGPaiQpFeTkbP3pJwE0rvOHD/9z0sQVH35oE0lKKefOvXjTjR899mi52SwAOL5GG5uqz1SSWkmXVm5yK9jdzJgpG+WlF0y5m02Zy83ZP5vztpnzd5sLD//WyFlVLsxlfv2Lg68V7qHySs0nXR3o5tlM/P+Xu3z9FJlNKcYS33ZXdfz7g56RrBoIAKiK9aIyDordJwAAAAA2Nn3/g03P2i8WCqAR5WVmvnbn7KTTp5Wz8tA1pl27tj17unt6qtts+PbbJe+9KwA4vkYbm2JdSdSPZsYsj9yE31rlZeUl54TO2+weata3cys6KIwZ5fkZchOTZxuD/yCjb59y9zDlWpEjhmQsW2O8lKScLRflJeWmdGOJW+uWXZ58PKhnXWZ4AAC4FGolAQAAADiZswcPnDt0UGm37NLl4tGjsnHhyJGTu3Z16NdPuJ423br7BgTU6iqBEeECV0AeqM7729+ykpOVs92GDb/zpZfCmjcXlumFv3j+uY3ffadc9MNrr3UZOMg1X5mAM3G8dSXVSJIf+7sovZ8h6Gqjqa8QOrPOv9wtyKzz9cjbpHc7X67zNXm2Nnp3N3ldZZZ5ZDN39UrusdHeI4fkL/xeOWsqL88wljaLCu/46EMh/fsIAACqw7qSAAAAAJzM5h8WKQ2dXn/D44+/ctttytl1X3/lmtnPDf/4R9zQoQKN6MTOnepymCHR0X99/30vPz/lrE9AwN2v/jf14sXjO3YIy1H52i+/IJUEHF2jjU3VWyqpjgkypuaaynXeRr/eNp2l4TfLf1VcS+fr6z10QPHaDcbkdHk23VhS6u/T5ZEHIkYM5YUEAKgJaiUBAAAAOJOykpLNi39U2m3i4nqMHBXWvHnG5cvy7PalS2c99bRfcLAAGtiJPbvV9rBr/qRGkqpRM29QUkkpIzFRAHBwrCsJV+Heoa17187lumZpZSX53h5t7r4jYsyoZrr6fGUCAJwY60oCAAAAcCbbly8vzstT2t2Gj5CnAydPVs6aysrWffWlABrepWPH1XZYbKz9BhEtW6rtksJCAcDBNdrYVH1mP9RKog7cggJ9xo4wdetU0jKq+TVTW15/jd5qwWQAAKpGrSQAAAAAZ7L5h+/Vdt/x4+Xp8D9dq/as/eKLcrNZAA3MNyhIbV+wrGxqIyPxstpu3r69AODgHG9dSUGtJOrKd+iAiObRQXl5/h3bu9nNBgAAQBVYVxIAAACA00g+e/bo9u1KO7JVqzbduslGbIcObXv2PLN/v2xnJSXtXbu2z7hxopbkQUfahfOXT56S/0VAWFhM27btevUSdZWTmnr55MmLx497+fiEt2zRZeAgvbu7cEDply5dPnHi8qlTfkFBoTHRreO6BYSGitozlZUd3bH9wpGj8naiWrfuOGBAwx3ilZWUJJ4+Le956oULHt5egWHh4S2at+rcpX7/BB369F67cIHS3rrkp6lz5oT+sWJy608/qe3+EycJB1GYm3v+8GGZs7p5uIdERUe3aSPfX6JO5B9C3o58F5QUFgZHRUa0bNkmrptOrxd1UpyXd3LP7rRLl4yGshadOjXv0CEoIqJWt9A4Lww4McdbV1Iwpoa6aubj49+lkwAAoPaolQQAAADgNDZ+953aHjxtutoe9qc/KamklPD1V7VKJbOSkzd8+836b76RDev+ll26yKhp0JSpNb+pkoKCLYt/lDclcx3r/qDIyHG33TbprrvdPDyEIzi9d+/S9+cd376jMC/X5iIZCA2/9rqxs2a5e3lVeF35JMzu2kVpT7vv/usfe0ze2ltz7rV+euVze8Pjj/cYOUrUjLzN/945+9jvgbSMke576+0Bk/4Q9ZlNpm1Llsgs8NCmjfY/zJX3tnP/AdPuu6/TwIGiPvQdNz4wPDw3PV22i/PzP3r88ccXLFBX3Vr1ySf7ExKUtozi6hCTN7KMy5eXvPfeoc2bZGhnc5EM6QdPmzb13jny8dbkpuQf65dP5u9aufLi0aM2fwhPX98eI0ZMv/+BVl27Vnb1w1u2/Ofmm5T2Pa+9Pvzaa/Ozsha//daG774r/eNEuK3j4kbdcMPQGdd4VVnG08gvDDgx1pUEAACoHutKAgAAAHAOprKyzYt+UM+OuP56tT1k+gz339c8OrB+fer5czW7SbH5hx/+OnTIojfesIkkJZmpvHv//W/PmVNWUlKTmzp38OAj8aM+ffJJm0hSWEonv3vllaenT0u7cEFo26Vjx16/+65nZkzfs2qVfST52wbHj3/57+cfGzv2+M6dNbrB48dfuu1Wm6dXPrfJZ2v6NyrOy3v5tlvVSNLD2/uRjz+2iSSL8vJemnXLvL/99eDGDRUeP8o/4sFNG5+fef38J56QMZW4YjJgu+EfT6hnZZ634NlnheVV+s1LLy3417NKf0Bo6F9ef13LP7TNy8iQ9/bhkSMSvvrSPpJUNlg5f/4jo0au/vyzqm+qrLT0l48/llv+8NprF44csf9DyFjx159//ufEq+XbRG4sakCGlI+PG7vq009L7dbmlG80eTv/mDD+YkUz6Coa/4UBJ9ZoY1PUSgIAAAdGrSQAAAAA57B37dqctDSlHTdkaHiLFupFPgEBMqba8uOPwnIEsfaLL25+8qlqb3DxW2/+8Prr1j3y0KN117ii/LzU3+PDnSuWlxYXVXtT+9ate++hB4vz8607I1u18vEPuHDsqJJ2yJxGpmtaLpfctXLlW3+5x2bk3ScwsHmHDkmnThXk5KidaRcvvHDjDUnu60YAABAASURBVH9+4cVRN95ocyPWh29ms/mjxx6VsaLNNno3t8FTa1SEKq/7n1tuPnPggHLWOyDg7x/P7zRggM1mc//21yNbt1r3BEdFhcbEyEbq+fP5WVlqv8ze5Ons//xHXLHh1177688r5J9eOStDO09v76Pbt6n31i84+PEFC5t37Ci0KuXcuX9d+yeZO1p3yoC/VdeueekZaZcuqp3ytf3500/Lh/aX1yoOWUuLiuTL+8Svv1p3yi1jO3Rwd/c4f+Sw9etq7cIFZ/bvf3zBAv+QEFG584cPLXj2GeVtJdPotj17tomLy8vKunjsmJpEyiT1+Rtm/u39D7oMHmx/C03ywoCzcrx1JdVIkh/7AwCARsO6kgAAAACcwyarQslhf/qTzaXDr71OSSV/2/L7769/9DG1erJCR7dts44kZToi45YugwbJ8EOeLcjJ3r1y1WdPP1VWWqpOxVkZmW188PdH1EhSHrzc+uyzg6dP9wsKlmcNxcUnd+/+6Il/ZFy6JEMgoVUnd+2a+9eHrA8er33kkaEzrlHT34zLl7cvXfrdf19VQlZ5Ov+Jf0S1adP5j1NfWt/C5h8X5aSmCstz0mfcuJi27ZLPnT24aZN8ngPCwqq9S4U5OS/fOksN+eTf6PHPF7Tp3t1ms92rVu1bu1Zpy//o6jvvnHT3PdaLDp49eODbl14+vHWLclbmTzJQbN+nj7hid7/63/+bPCkrKUk5u+z9eepFLTp3vve116uYqrTJ5WVmvnL7bdaRZL8JE2Y89NcWHTsqqz/KSPjg5s3yXaBus2XRopi2bafdd7/9rb3314esI0n58G9/9l8yR1Rm+pXvo7MHDiz817/OHT6kbHDu0MF5D//t0U8/q+Jgf9WnnyqNNt26/2PhQpnyqhfJ9+8bf7mnKPe3cl55Kv/31zds9PTxsb56E74w4JQcb11JdUyQMTUAANBoqJUEAAAA4ARkuKUGDN6WykibDboMHiwTMiX2K8jJ2frTTyNnzqzs1mSituC5f6lno9u2fezTzyJatVJ7ZKA48oYbmnfs+Mbdd6kFmpVZ9MYbatGVt7//g3Pndh8+Qr1Uxpxxw4Y9t/in1+++6/TevaIBfPPSS74BATXceMg118joxaaz3Gz+5Mn/kwGqctYvKOiBd9+Td9t6m7DmzafMmdO2V6937r9PiankwdqHf//7qwkJlRWAKpGkDJMe/eTTdr17q53Z1T2lwpL1/ueWmy8cOaKcDY6KemLhF7EdOthvueHbb9T2rf/617jbbrfZ4KruPR77/PMXb7n5+I4dSs+6r76sl/ApIDT0liefenvOvdadenf36fffL6M72RAaJl+3qefPK2150H3jP/9v0t13W2+gvNHa9ez59v33qS/d7199tXf8aBk6Wm+5femSPatWqWcHTZ1210svefr6qj3unp4d+/d/5scfP33y/9TVYQ+sX7/uyy/G3DKryrspOg8a9MiHH3n/8RUu3+/PfP/Dy7ffpkTC8kX10zvvzHz8cettmvCFAafEupIAAADVY11JAAAAAE5gw3ffqscFQ6fPUAqwrMkDh+HXXaeerXoNvJ0/r7h07Jh69qG586wjSVW7Xr3ufOllUaWs5OQ1Cz5Xz8587DHrSFIVGB7+yEcfW+c09ejcoYOHt26p4b/MxMv2t7Dphx8uHT+unr3nv6/ZRJKqLoMGPfDOu+rZtEsXN33/vaiSfOBqJCkFRUa26dat6qvISPKFG29QI8mwFi2e/v6HCiNJKenMGaUhA+DRN91c4TYyILzpif+/DKTNrJ51I6PchC+//Oxp27mCZQLXb8LVGo8k0y9dWv/1V+rZiXfdZRNJqkJjYx/99FMZVCtn5dtw2Qf/j727AJOibvwAPsTR0ikIFqCIIDYCioFgKyqIrdjdvnbH33yt1+7ubgUDOxDEArEAQbqR9D+yMox7CbssN3efz3PPPb/ZnV2O2dm9vfnud363xVcIM/547Xj19u2Pu+mmAnf1cMsccfU1YcoYXfLibbctXLAgKFwY84dPz+oFhe4t2rbd+9TTosVX775rVuwkw8HK2zEoq3J2bCqbqaSuJACQY7qSAABA0oV/FAx8bGntqdteexa42lZ77R397RAGWkUUE6O5AEOb77zLauusU9ianbbdNswmg8LFz+/asEWLrffpV9iatRs23G7//YNS6f1nno7G7bt03bBHjyJWbrfFFpv06hUtDnjkkSJWDqPiNptsEiyLaRMmhJFklJI2W3PN8x57vHHLloWtX6nyP+c7XDBv3rR/T5EYt9YGnQ666KITb73t0hdfuuK114LM/Dx06AW773b32WdNz/cv/jlz5nWHHz5zypSgFHv3iSeiOLBm7ToFnpQ1Uqtuvd1PODFa/PC556ZPmhQtfvvhh/FTE+9/3vlBkfY7+5xoPHHUqC+XdKALtEP/w4qYe7LL7rs3b906NZ4/d+7gf59seaXsGJRhupIAAMXTlQQAAJLum0GDJo7+p+HXom3btTpuUOBqdZs06bTddtHi2488XOBqixYuHDJwYGoc/rnR+8QTgyLtftzxRVz71TsDo/FORxxR2LlMU3Y56uhqtWoFpczcWbOiM1iG9olVxwrT98z/RJHPz8O+LuIkt+tt0SVYFpPHjr2kb58okmy13nrnP/lUGPcWcZMWSzqU4SN7xf77xWc3TLP9wYdsuuOOa3TokJryc7m99+STF+yxezThZbD4oV9ns82ixfG//XrTscemJuAsnb79+KNovNtxx9VcUoUszPYHHth0jTVS4/Av9G8/+nDpXX209K7CPDttntH8wu3fLXYO4TDULGzNWvXq7dC/f1C4cCfccLulCfpXAwfGr839jkHZlrNjU1mbVzLQlQQAck5XEgAASLr3nlp6jtBt+vUrYs0t99zryzffTI0/eO65/c45Nww20tYZ9/PPM5ec6bFRi9UKOy9oZINtty3is5I/f/11NO7YvXtQpFXq11+74wbDPhgUZNVZDz/SvmvXYHmN/nFE9L9rtNpqxZ5eNVjcX2y5brufvx76zz388EPdxo0LXLPNsszSN2Xc2HvOOXvskhNvVqxU6cz7H6jdsGHRtwrzpE9feSU1/v3HHy/ee68mrVqt27nzRtv1WH/LLfOqVg2y6rErr3zx1v9Fi2FuetiVV67ZoeP0SZMu2G238aN+S10ePsqPXnH5fuf+c37X+X/+eWLXLqu1abvaOm1btF1n0x12qFHiqUBXhB8HD47GG/fcvtj1K+Xlddpmm1fvvju1OPqH4cHO/1w1esTwaLWNehR/V3//i9v3fP+pp1LjUcN/KGy19l26FruVVl177Wgc7ZApOd4xKPNydmwqm6mkriQAkGNl4O2Hz3UBAEB5NnPKlI9ffjlanDBq1LM3/LewlRcuWNpOWzh//juPP77zUUelrTPljz+ice2GDYLihH+M1G3SZMq4cfmvCv9UiV9eu37x91anUcOglJn6x9KmY70mTUp4q7qNGy29hwkTClutwAk7C3P3OefMnTUrWly0cGEYg+3zn/8Ufasw4lprgw1GfvVVdMkfv/4afr3z2GNVa9Zs17lzh27d1u+2ZbO11goyNmTggHgkGUZcZ953f2qW09oNGpx2zz0X7rXn7GnTUte+cued4Q+2+c67hONhgwZNmzAh/ArTyjAP22LXXYOVZ/b06eGzI1ps2GK1ktyqTqOlwfO02CM+NfaEqhfbK4pQt1Fs5ym8aFuvSeOgOKvGHtZJv/8evyqXOwblQc6OTelKAgAJpisJAAAk2qBnn40nKFFbqyQGPPLwTkcemfYHxdQJS1OQVRoUnyMGf2ctBaeS4YXRZ0DDqKn6KqsUe1fFNv9yL54w1WlUolQpbc1phaSSNWvXCZZFPJJMeem2Wzfcbrs2G29cxK3CLX/KnXfdftppQ999J/8dDn7rrcGLZy5cvX377Q86uMvuuxd9lt0ihPvhQ5deGi2u2aHjqXfelYokU5q3aXPMdddf0//Q6JI7zjij2RprtlpvvY9eejG6sNO221apXj1YeeJBYK26daOT8RbtX1HixKWP+JTYvcWTy6LuKtasjU7OnF9J7q3Fknklg8VTS86cOiU6C2vOdgzKieTNKxlFkrqSAEDOmFcSAABItIGPPRosrz9+/fWrAQPSLpy1pMoWqlGCHDEovFI5a8mZYIMSB5x1GpS6VDK+QWqW+LSiVWJp3J+zZxe4ToVKy3N0fb0uXdptsUVqHP4xeOeZZ8z/88+ibxKmXGc+8MCFzzy7Q//+jVsW3M78ZdiwO04/7dRtth7wyCPBcvnh889///HHaLH/FVfkz6E7bbfdvuecGy2G6dd1Rxwe/tMfvfBCdOHGPXsGK9W/HvHiZpSM/OsRj+XHM6ZMWXpvdUqUQ8fvKowSC5uAsyTN3Wq1asXnav1z5r+C7dzsGJQTOTs2lbVUMookfdgfAMgZXUkAACC5fvzyy9E//BBk4O1HHk67JB6cxM/mWoQ5M2cWeHk80ZkyduzCBQuC5b2rlahqjaW9vcnjSrRBQpPGjo3GteosWyeyCO27djvt7nsOu+KKKGoKg8BHrri8JLdtvdFG+59/wfXvv3/x88/vfNRRTQo6eezEUaPuPus/T1x9dbDsfv3mm/jPuXr79gWuttMRR3Tv23fpvzh69KX79I2Ct0p5eRtuu12wUlWNNTUnjhlTwqzlX494bM+vXrNmNJ4cW6cIE38fs/Su6tWrWKlSgavNnj4tKM7MKVP+jD2n6jVtmn+dFb1jUE6YVxIAoHjmlQQAAJLr3SefjMZb7r33kddcW5JbvfXgA/ee+09f7au33w5joYYtWkTX1m0UP3vkmJLc4YRRowq8PIxAoj+4wu+TxowpdhrFeB5TSsRj2oljRpfwVvETb5Zkes6S6Lj11ifffkde1apNVl9jr5NPeeiSi1OXv3HffZv02qFd584lvJ+1NugUfvU76+wRX3wx5N13v37/vTDejq/w/M03bdRju3CdYFn8POzraNy8Tesi1jz0sst/Hzly+OefpxbnzJgRXbVNv32rl6yhu+LEM8WF8+eHgXr9VVct9lbxfaN2rPIbxorTJ02K1mkbbFrsXU0YtfSu4mdzTf8X/z1PZMF3FdsPV6lfv+iz0a6gHYNyImfHprLWlQwcUwMAck5XEgAASKi5s2bFZ+PrvOuuJbxh5113C5Ot1Dj8g+KtBx+MX1snNrPjhFG/FVtwnD93bmENsPBPlfj0ihNGFx/pTRxT6lLJMAKMxn/8+msJP9U69qefonHtLJ2Wducjj4oeuF79+7fZZJPoqttPO3XO9OnBMmq90UZ7nXLKRc8+d/Mnn4aD+FVv/nuvKIkZkyZH478WLipizUp5eafceVfTNdZIu7xK9ep7nHBCsLKFaXr8rKfjCwnd08R379qx8xU3WX31aFzC3XtiIXeVZvLYcUFxJsWSywKLkgXK7o5BOZG8eSUDXUkAIOfMKwkAACRDoM/lAAAQAElEQVTURy+9FAVRYd7QvkvXEt6wZp06m/TaIVoc+NijYbIYLa669tpREBL+rZF/4sk0Q999t4hr1+60tFY1eMDbQZGmTZjw4+DBQSmzRvv2URa4cP78wW+9VexNhr737rw5c1LjSpUrt1qvXZBt4V+CR11zTd6SCQjDHOuBiy/Kv1r4A//xy8/D3n//ncceGznkq8LuLdx/9jjxpF2OPia6ZNT33wfLKN6P/OWbYUWvvEr9+mEwWePf57bddr/94jH2ylKhYsW1Y3XAL996s9ibzJ4+/btPPokW14idvXatjh2j8RdvFn9Xoc/ffKPAu0ozqQTF4q8GDijwJ8nljkE5kbx5JQNdSQAg53QlAQCAhHr/6aei8eY771zY5HMF6tp7j2g8c+rUj15c2rkM72fTHXaMFl/43y1F39Ub991XxLWb7bRTNB742GMzJk8uYuUBjzwchiVBKVMpL2+tDTaIFp+7+aZiD74/e+ON0bh9t2616tYLVoDUeVyjxfeefDJMQ9PWeeuhB0/Zaqsr9t/vzjPPKPqRCnXaZptoPHv6jGAZtWjTNhqP+OKL+DSTBQqz8LQt+dELL4RRWVAKxB/xtx95ZGpxE6y+dNtt0UcEqtWq1WGrrQq8q5FfffXFG28UfVdD331n+GefRYsb9+xV2JrhvY0ZPjwoXPhjv/fU0leJ+JMxlzsG5YSuJABA8XQlAQCAJBr700/fx7pZJT99a0qHLbeq26RJtPj2Q/86K2P83n4cPHjIwELrkr9+++2wDwYFhdtoux5RH+7PmTNfvuOOwtZcMG/eWw8/HJRKXXbbPRqHUdCXRTbehrwz8F+p0vY9gxVmx8MPjxfgbj/ttFlTp8ZX2GynnaOo4KuBAxctXFjEvf0+cmQ0brzaasEy2nj77WvW/uexDv9KfXDJtJcFGvX99/930IFpZ52dOn78Nf37Fx1d50bXPfaIYv5wv33pjtuLWHnmlCmv3XdvtLhRjx6Vq1SJFttt3rlxy6XTqT793+uL/hP+ydjssPVXXbX1RhsVtubCBQseuvTSoHAv3X5bFPPXadSoXectoqtyuWNQTuhKAgAUT1cSAABIogGPLA3wmq211lodN1imm1eoWHGrvftEi2H0GD+L4zqbbbZFLIe748wzf/zyy/x3MvWPPx648IKgSFVr1ux7xhnR4st33D7w0UfzrzZ/7tz7L7ig2EbayrJVnz7xSRDvPPOMr99/r8A1v/v44ztOPz1abNiiRbyglnVhcnbkNddWystLLYYb8K6z/hNfoW7jxutt0SU1DsOzu/5z5l+LCp7xMczeXr3n7mix7aabBMuoVr16vU8+OVr87qOP/nfSidGZbOO+/fDDi/vsPX3ixPxX/f7jj5f02XulNyZXXXvtrr17R4uv3X33i7feWuCak8eOvfrQQ+bOmpVaDP8873HAgfEVwoRyt+OOixZ//eabW044IVo/LnwW3H7aqT8NHRJd0vOgg4v+e3/ou+88cdVVBWaKr99zz+uxEmS//5xVqXLlaDGXOwblRM6OTVUOsiSKJH3YHwDImTLw9sPnugAAoLxZOH9+/MSMXXbfPVh2W++zz/M33xQtDnjkkXi0eeCFFw4b9P70SZOCxVnXpfv0Peiii8OArUbt2uElc2bMGPree2EkOXX8+GL/oW332/+Tl18Og6hwHMYnYf7x+8gfex58SJjYBYsrkiO/+uqhSy6JhzGlTRj79b/iysv77ZP643HG5MlX7r//Xqee2nWP3o2WVMcmjRnz8UsvPfZ/V0YRUfhnWhgZ1vz31IlZ17xNmz1PPjmMplKLn77yygfPPtNlj6WJWnjtNx9+kPrJ333iid++/a7vf85cv9uW0QrhVV+++eaLt90anQ60eu3a2x98cLDsehxwwNsPPxQmi6nFD559duzIn7bdb7+W7dZt0brNlPF//DLsm/effuqrAQPif4bv0L//kHffjW41ZsSI83fb7ZgbbujYfesgA+EuesW++5Z8/Q7du+90xBHRYhjjDfvgg8m//x4s3kSPXXlFmNzvccKJq7Vtm6pRzpk+/etBg+47/7xpEyZEt9r7tNPytxu32nvvT199ZcjAganFj154fvSI4QdfeNFaG2yQmhk0zCN/GjIk7VnQYavuOx15ZFCc52+5+YcvPt/37LPXaL9+6gcb/+uvr9599xv33xe/q2577ZV2w1zuGJQHOTs2lbVUMjom6JgaAJAzupIAAEDifP766zOnTIkW4+cXLbkwTltn882///jj1OKHzz+//znnVl8cOoZWqV//tHvuuergg1P/UJiahGli+NVsrbWqVKsWnzJw7Q03DLOQ+DlL04R/sBx/8y3XHHLwyCH/JC6v3Hln+FW7YcPGLVuGdxXeeerymrXrbLh9j/djgWvp0a5z58Ou/L+7zz4rCh2fuvba8KtGnTot2rT5fcSImf8+dWoojC3DWwUr3i5HHf3F669Hm/eBCy9cb4su0Rl622yySZ8zznj8//4vtfjzsK/DSDX8ses3bVq7fv0p48dP+v33eKMxfDSPvf6/yzcXZhjfHnXttf93wIGzpk9LXRLGbEXnzWE21vukk3uNHn1J3z4TR49OXRhuzKsOOuii555fu1OnYHlNHjs2/Cr5+o1btYovhvvnSbfees2hh6ay+dBnr74afuVVrbp6+/bTJkwc/9uvaffQYcutdj32uPz3XKFixWP++99ws0SbYtR334X/3/CpEYbKeXlVfvlmWNqnpes3a3b09dcX/cd+mOtPGTdu4YIF4bP4/F13DQPO1ddbb9zPP6edArfdFlscF5voNJLLHYPywLySAADFM68kAACQOO8+9WQ0brvppmlpSsl1izXqwvhh4OOPx69da4NO5z/xZP1VV41fOHbkyHgkuVbHjifffkeVKlWL/HeC2g0anPXwI+27dI1fOH3ixB+//DKKJOs2bnzKnXc2adkyKK2677PPOY8+1ni1f/2Es6dNCxPZtEiy1XrrnXT7Hbsdd3yQE2nncQ1/mFtPOSW+wi5HH7NJr17xS8Ife/QPP3z70UfhAxpPnsKg68Rbb+u03XbB8gp3m3MeeyxVhC1auM6xN94YRpKp8dkPP1yvadPo2q577plJJJkV4f/lspdeDsP7+IXhHjviiy/SIslw7z3gggtPvuOOwoKZMMw7/6mnehx4UPzC8G/58FEI48D4H/Xh47j9QQdf8vwL4bMmKNKqa619zA03ROdlnf/nn+EPlhZJbrn33mfe/0DNunULvIdc7hiUeeaVBAAonq4kAACQLAsXLBj6zjvR4uY77xwsr8677FK1Zs1o8a0HH0g7rNy8TZsrX3t9z5NPrlk7/TSk9Zs12/fscy545tkwjwlKoPoqq5zxwAOHX3V1fILGlPBn6HnIIf/35ptp8U8ptM5mm1311lv7nXtewyUnbo0L/4/d9trr7EcevezlV8KwJ5d/qYWP1B7HLw1Bhw16f8DDS2ceDX+SMCU97Z57195ww8LuofVGGx14wYVXv/X2xj17BpkJQ9nwfvqccUb+xzolDLPDa8N14tOXNll9jYueeTZM2cNxm403PuyKK4NSIEzlz3v8iXDrhT9z/mvDDdtx661PuOV//31/UK9DD61SvXoRd5VXterBl1xy+SuvbrT99gXuG2EKu//5F9z00ccHXXxxVHUt2uY773LJCy+Gu2X+q8IH9Iz77w/j6spVqhR28xzvGJRtOXvFK+ln8+NFhEWLFoWDRYstXGzBggWTJ0+eN29e+HPXq1evccl+k5Vz0Zb/a7HUVg03ZrRVP/h56AVv/j0PbY0q1Z876ZoAgIR7+rO3bx/4TDhYvXaTi7odVLly5by8vEqVKlVeolJMxcUqLBEkPHhbQcJfnWPHjk19Lmr69OnhJaktGW7Y/Fs12qTh9yBXcWaBv+6j3/Wh2bNnT5s2LRVMtm3bNgAAAIoUP0oZHaKMH6ic+uKL42NnO2x11NHN+/ULyr1ZU6cO//zzaRMnTp88aZV69Zu0ahWmR1FJa5n8fcLJTz6ZPHbs9EmT8qpWCe+qzUYbR2eOTYpw1/nmww9HfPlFuBtVrFw5/F+suuZaYTS4fNskl3788ssp48fPnj59zsyZc+fMDh/Nuo0atWrXrkHz5sEKMHX8+F+//Wby2HGpPadOw4bhv1VEkzLcPV645eat++1bt/RlBKN/+GHw228vmD8vPBbQoNmqq6699mpt21atUSNYduFm+fSVl2dN+/s8tzX/Pglw25bt1i3JyVGHDRp0xX7/TJbZYavuZz7wQGo8Zdy4n4YO/ePXX8NjFnUaNmi8WssigsYC5XjHWBE+6rHdX/PmpcYV6tat8d//Vs4n7SBP/OhZ4NBZBsKjajNnzgw34Ny5c8NDVfFtnjrIljqAGd/yy33QMpsvsrqSlNwHn3/y1XfDwkHPLbdZu9UaAWXXrDmzvv7h+4mTJ04NX9pmz6pVo2adVWo3qFu3Y7v2NavXDKAgAz4a9N2PP4SDXbfttdqqiXnzxEqhKwkAAFCsmnXrZuvkjeGR6fW6dAkSLsx+2nftGn4FSbOsYVWGwnBxmfLFcPfY48STglKpRdu2LbL0aeBwm2x/8CFB9tRr2nSj2Plvl0OOdwzKnpwdm8pmKmleSUpo4pTJp1x23pRpU1s2b3FEvwPTrj3w1GM+Hvx5anzUfoec0v/oIDkWLVr057y5NapVDxIouz98GEY+/PzT7338wZfffL1g4YL8K1SrUnXLzbYIY+mdtu6R6i0lVPg/LTBeveHe22958O7U+JTDjjlq34ODsuLzrwfve+KRqfEWG2563zU3B9m2WrNVjz731PAXymdDBq+I+6csKQNvP3yuCwAAAICVKGfHpswryUpw/nVXhJFkODj1sGPzKucFZcW3I4b3Oa7/L6NGBQmU3R/+gWcf73HAXtfccfOnQwcXGEmGwgT0jfcHnnrZeXsfe+jXP3wbJNC8+fPD3PG8664IyLbWq6+51467hoMPv/z0sRefCaBwupIAAAAAkImcHZvKWioZRZK6khTtpQGvv/XBu+Fg4/U32GGrbYMyYdac2f932417HXPw0O+/CZIm6z/8jffdcelN106cPKmE64eR5J5HHxzVCpPis6GD9zjygBvuvX3B/AUBK8Ap/Y+pVePvEuo1d948bsL4AAoRn1Qmobx9AgAAAGAlytmxqaydwTWKJH3YnyJMnT7tsluuT43POqaUnmF8OZx40dnvffphkEzZ/eFfHvDGzQ/cFb9ktVWb79lzl/p169ZZpXad2rV//+OP334fPfLXnz/56vPpM2dGq4Xx3pw/55x2+HFBEnwx7Kv9TjoyYEVqULfefrvvdfsj94f7yXnXXXHnFdcHUBBdSQAAAADIhHklKZsuveXaSVMmh4MeXbuv37ZdUFbMnjM7SKws/vBz58274tYbosVaNWoed9Bh++/ep0peAefpnTl71otvv3bXYw+NGjsmdckdxYVo1wAAEABJREFUjz6w8fobdN88AdOMz54zJyjHmjVueuIh/4SyzRo1CVaYQ/be76Fnn5o1Z9a7n3zwwpuv7dqjVwD5mFcSAAAAADKRs2NT2UwlHVOjaN+PHBHmCqnxCQcdHlDmPP3aC+MnTUiNK1eqfMMFl3fbpHNhK4eZZb9d9tx4/U57H3tolIze+vB9iUgly7nmTZode0D/YMWrX6dun512u/epR8LxNXfdvOM224X7VQD/pisJAAAAAJlI3rySga4kxbnriQdTg60269J2rdYBZc7Ajz6Ixgf27ltEJBlpvfqaZx19YrQ4+Juho8b+HsAS/fvul/qNOG7C+FffeTuAfMwrCQAAAACZyNmxqWymkrqSFCFMFF4e8GZqvMf2OwaURb/9Pjoab95poxLeavftd6petVq0OGz4dwEs0bhBo2226JYa3//0YwHkoysJAAAAJEL7rl0f/vW31NeZDzwQQKlhXknKmoeefWLhwoXhoF6duj26dQ9WgHDfG/LdsN/GjPlj8oSa1auv1qx5+zbrhv9cye9h+swZI3/9+bffx/wxcXydVWo3rN9w9eYt1mq1RrBiTJk29fuffpw4aeKkaVPnzZtbv279Zo0ar736Gk0aNg6Wy9x5874Y9tWYceOmTJtSr069ls1bdFinXTzwW9FmzJoZjatUqVLCW1WtUmWzThu98/E/Pctvhn+3w1bbBrmS+W6zrObNnz/0+2G/jhkzacqkcDdr2qjxBu3WDwfBMgr30u9Hjhg3/o9pM2c0qNdg1SZNO6yzbs3qNZfpTv6cN3fkL7+MHjfmt7Fjwl2lQb36LZo2W2et1nmV84IsyfxptVuPHd/+4L1wMPT7bz4Z8uVmHTcMIMa8kgAAAACQCfNKUqbMmfvn4y89mxpv13WrDAOPD7/89ODTjkuNb7zwyl5bbhPmnfc89ciTLz//y+jf0lYO856+O++xe48dKlWqVNgdhlla+OO9MvCtAlt69evU3bpz12MOOGy1ZqumXXXMeae/9cG7aRfufuT+0fi52x9q17pN2grjJ02445EHBn4yaNTvY4KChMFYj67dD9m7X2Hx5A333n7Lg3enxh8/+0b4E06bMT288IW3Xp0+c2Z8zWpVqnbZZLOD9uy3+QYbZeWHL1qLpqtOnDwpNf7oy8+32HDTEt7w0D779+i6dfOmzVZt3CT8Hl0+edrULnvtkMqzQ0/ccs8G67Yv+q7CV6Ft99t99Lix4Th80N959PnUZszKbvP1D9/uefTBaSu/9t6ANtv88z8N7za888J+tt/Hj7vu7v+9Nei9aB7NlPAZsdVmWxx7wGHrtWkbFGfWnNn3P/XYM2+89NuY0WlXhT/tRut1OLTvAdt0LmZuzvD//tKAN15467VBn3+cP8sJd5uNO3Y6ar9DNu3QqcCbf/714H1PPDI1Dh/l+665Of86y/20ym+bzt1q1ag5c/asYPHnG6SSpNGVBAAAAIBMJK8rGUWSupLk9/SrL06bOSM17lLipKqE/pg4/pRLz/ts6OACr/3q26/DrwEfvnfjBVcUGEz+8NOPR51zypg/xhV2/2Ew9vRrL4URznnHn95np92CzDz8/FOX33L9/AXzi1hn1Ngx9zz58OMvPXfNORdvu+TclUX48pshp112fiqHS/PnvLlvf/Be+HXGkccf1veAYAXbbIMNw62dGj/w9GN777Rby2bNS3LDMDTNn5sGi7Or7bt2f/Xdf2YTfOmt14tNJT8a/Hm0Kbpv3qWwZDfD3WY5hI/CKZeeGyb0+a8K94cwIR702ccXnHTmnr12LuJOwsf6xIvOCX/4Aq8Ns8ZPhw4Ov7bZotuVZ5xft3adAlebPnPG8Rf+56MvPyvsXwl3m/CHCb/67tz7whNPX44tkN2nVZW8vG6bbJ7aDV5/b8Cvo0e1arFaAEvoSgIAAABAJnJ2bCpr80pGxwQdUyO/AR+9nxqEu0fXTTYPsmfSlMmHnH58YdlS5M1B79z0wJ35Lw/jmaPPPTWeneRVzltt1eabdujUZs214ifDnDtv3rnXXvbiW68FGXj8xWcuuuGqeCRZo3qNNVuuvlnHDddZq3X9uvXiK8+aM+uki8/66bdfir7PL4cN6X/GSQVGknFX3X7TB59/Eqxge++wNF4K47d9Tzjivqcfmzp9WpCBPXruFI1fGvB60YFu6MW3Xo3Gu/UoeAbTDHeb5fDx4C9OuuTsAiPJSJgFnnXVxR8WHha+/9lHh55xYlokGUaPG67XsXatWvELB3z4fu+jDiysjHv6FRekRZJhdrtBu/XDr/r/PnXt4y89c+ENVwfLaEU8rbpu0jkav/XhuwHE6EoCAAAAQCbMK0nZEWYtnw/5J/5Zv+16tWutEmTPVbfdmEp6wnivz067bd5pkw7rtAv3xW9//OG5N1956e03ojXvfvyhvXfcrXmTZvGb3/zAXVGe17B+g+MPOmyPnjtXq1I1dcmiRYveGPTO9Xff+vOoX1OXXHHbDd07d12l5j8J0P8u+Sew2ffEIz7/+qvUuLATn/42ZvRlt1wfLYYJzZH7Hdx1483jz/ZfR4/67313vDzg9dRimNnccN8dN5x/eVC4Uy89L7UFWjRbNfwPhsHS+m3XnTJ16hfDhjz+0rPh92jNy2/978t3PxotLtMPX0Itm7c4eK9+9z31z78yftKEy2+5LnyMtt9y67167dKpfYea1WsEy2jLTbdo3qRpKuKaPG3qwI8Gbd9t68JWnjVn9qvvDkiN69WpW1jTdLl3m/Xbths+4NNgcUDY/8wTUxcWfdbWlA+/+CcS7rLxZjtv07N967arr9Zq2oxpY8aNveOxB1KTJqaEufXr9z+Z/x7CfPqki8+OTv1avWq1ow84dKfuPcK0L3XJb2PHPPf6y+EunVoMd+yTLz3vkRtur5L3rxMmh1FruA1T43DfO2Svffv32a9Rg4bRCl//8O21d/7vwy8/TS2GwWTvnjt2Wq9DUGIZPq0K1H2zLaJxGCf377N/AEvoSgIAAABAJpLXlQwcU6MQXw4bGgaTqXHbtdYKsiqVLe24dY93Hn3+7GNO3qZz14b16odBSBhlXXfOpfE8L0z4XltyItCUBQsXPPnyC6lxGJncftm1/XbZM8pOQhUrVgwDp7uuvKFBvfqpSyZOnvTaktBrWV171y3Rdthqsy73XH1zt006pz1fWrVY7fpzLznh4COiS8KfefqSk98WKLUFTu5/dBhlHb3fIZ07bVyrRs0wqdp9+x0f/u/tB+zRJ1pzxM8jh37/TbCCnXX0SX137h2/JNzOrwx889AzT+i0U/feRx547rWXP/nKC8N/HlnCOwwfhd22X1p5fPHt14tYOXx0otxutx47FDaDaSa7TSYuOeWse6+6ac9eO7ddq3XVKlUaN2gUpn23XnLNkfseFK0TZnUjf/057YZhknfKZefOmDUrtdhhnfVevvfxo/Y9OIokQy2bNQ/3nFsvvTbcAVKXDP1+2O2P3Jd2V0+98kI0Pu/40/5z9InxSDJYnLzeeeX18RklH1syKWxJrKCnVfhDNm30z8l4Px78RfivBLCEriQAAAAAZCJnx6aymUrqSlKgT4d8EY3XbrVGkG1hVnHZaWcXOIXeDt2327VHr2jx6x++i187dvz4WXP+iXk27tgpDGMKvP/Vmq3av89+0eInQz4Plt2kqVPeHPTPaScrV6p8xennpjXY4sKMqnrVaqlx+IT6vfDJ+VK23rxrmEfmT+DC+OesY05aLTaz49Dvvw1WsPBF4JJT/hPGb/EgKjJsxPdPvPzcOddcunP/fpvvsf2JF58dBpbz5hdzUtY9e+0ajd/+4L1phce08XOB9u5Z1ASNy73bLLcwIe678x4FXnXUfofE57/8buTwtBXeGPTOtyP+uTAMHa8/77IWTZsVeFfbbtHtstPOiRYfePqxmbNnxVf4afQ/DcVwH+u78+4F3km4L51+1PHRYhEzUOa34p5WrVf/5zMNYfCcg3ydBEm98SgDXckAAAAAAFaGnB2byuYZXHUlKdCnX30ZjdusnuWuZOj0w4+Lz1SXpnOnTV9485+kavzECfGrKleqFI0nTZm8aNGiMMYr8E523a5XtarVwhxo1SbN4u20kps4edIevXYaM27c6HFjOq67XsP6DYpY+e9J+Jo3H/7TP23CGbNmFrFyGP6de9yphV0bJqCbbbDhqLH/zC/4x7+3wIoTxm+bdOj00HNPPvfGK2mpWGTytKmvvvNW+BVGg/vvvveR+x5ctUqVAtcME6wuG2+WmhdzwcIFL7z5arwDGvlj4vjovKMd1mm/zlqtg8It926z3I498LDCrqpZvUaYJj7ywtOpxUlTp6atEIaL0fi0I44NN0hQuDBVffDZJ1Jn5Q0T3Dfffyc+N2e4S6QG8xbMnzRlSlRATNNxnfbnHX9aowYNWzRp1qLIfy7Nintard1qjfc/+yg1/nTI4A3X6xjAYrqSAAAAAJAJXUnKjuE//xiN1149y13JcJfbedueRazQqvnStGPO3Dnxq5o1blKvTt3U+Lsfhx997mm/jy+4ldi4QaMwNuu+edc2a6wVtRiXSds1177s1HPuu/qmtx585tqzLyl2/fBfjMbzFxR1ssoN23csOtFp2Xy1aPzn4jOX5saaLVc//4TT33vipWvPuWTPXjsXkWxNnT7t5gfu2vXw/T7+6ovC1um9/dJcrbCTuD796kvReI+eOwaFy2S3WT4br79B/SU7W4FWbdI0Gk+cPDF+1djxf0QTf4Z6dOkeFGe7rltF43hZOdR6SV954cKFh5xx/OdfDy7sTsLot9eW27Rvu26BjdLCrLin1dqrrxmN85/klvJMVxIAAAAAMpGzY1PmlWTFCneJ6TP/qfpVqlQpfprKrGjSsFHRu1ztWrWj8bz56fHejt23i8YDPx60db/deh910DV33vzlN0NW1gHi6TNnvP3Be2EQFV2yaOHCItZv2KB+UKTatWpF4/nFnSs162rVqLnLtj2vOOP8AQ8/9+q9j19w4hlh0FWn1ir51/x51K+Hnn78Wx+8W+D99Nhy6yjr+urbrwsMpZ5/69XUoGqVKrsUGTpmuNssh9axRK1ATRs2icaTp/2rK/ntj0tP6Lp6i5Zp00AWqFO79aPxh/8+/2rPLbeJxuFm3PfEI7c7oPc511729ofvz503L8iGFfS0atpoaVQ/bcb0AJbQlQQAAACATOTs2FTWzuAaRZI+7E/cxMmTonHtgrKoDDWs16DoFarmLT0p6KJFi9KuPWjPfV56+/VonsJw7x02/Lvw645HH2hQr/5Wm22xaYcNt+7ctV6RLbflNmfun7+NHjV+8sTR437//Y9xYyf88duYMUO+G5b2JPorKOo5Vb9OvaBIeZWXboGFi1bm03OtVmuEX/vtttfChQuHfD/s86FfffH1kPc++2jhkth1wcIFJ1x41gPX3bLx+p3SblutStUwaHzgmcdTi8+9+cqphx0bX/tXv2AAABAASURBVOHToYPDXDM13n7LrYve2TLcbZbDKjVrFb1CpUpLPyOy4N/t2HD3iMa/jP6tzTabBssiTLjDPS0qI27XtXuHddoP/X5YtMJvY0aHX0++/HyN6jU222DDrhtv3mWjTddsuXqwvFbQ06p6taV9ymkzZgSwRBl4++FzXQAAAACsRDk7NpW1VDI6JuiYGnFTY5WmmjVqBNlWt84ynFsyv9VbtLz1smvOu+7K/N27SVMmP/PaS+FXON5x6x59dtptiw2XLQ0q0OJpEV9764N3vxnxfbwQudxWUGK6QlWqVGnD9Tr+PS9gv78ng7z+nttS2zlYvH3+e/dtD/339vy32muHXaNU8tnXXzml/zHxV5sXl0wDGdqjx05F/wAZ7jbLoWbNmsHymjZ9WpCZefPnR6lk1SpVbr3kqv9cdUk0R2Nk9pzZAz8aFH6F4/XatN1vtz67bterSl5esIxW0NOqRrWl23BqxtuEskRXEgAAAAAyYV5JyogZs5ZWmmpUrx5kW4Ug06fKxut3eumuR2668MrdeuxQp5CC3SsD3zz4tOP2PvbQjwZ/HmRg9Lix+5101H+uujhMJQuLJGtWr7nNFt2KnioyLukHsps0bHzF6eft2Wvn6JJPhw7+ZMiX+ddcZ63WHdZpnxqPnzThwy8+ja76c97cV955IzVu0bRZl403C4qU+W6zrDJ5mGbMmhlkJq182ahBw7v/74bHb7rr4L36FbanfTP8h7OvvqTXQXs9/tKzwbJbEU+rmrEXkGlSSWLMKwkAAAAAmcjZsamsdSUD5x+jIDWrLe1Hzpo1KyiVKlWq1HPLbcKv+QvmD/r84zfeG/j2h+/nL2MN+W5Y/zNOuP3ya7tt0jlYdmHMc+Q5p4RxWv6rWq++5rqt26y7Vpv2bdt1ard+lby8MK0Z9fuYIDlmzZn17scfjhk/btz4P6bNnH7NWReX/Lbhi8ZZx5w84KNBU5bMpxgmjpt13DD/mnvusFN06tHn33o1Sh/feHfgjCV71249dixjr0LVqlaNxj26dj+gd99gGcXnFo10Wq9D+HX2MScP+X5YuAFfHzTwtzGj09YJc/TzrrtizB/jTul/dLCMsv60mv3nnGi8Ij7iQHLpSgIAAABAJpI3r2SgK0lBGjVsFI3HTZwQlG55lfO23rxb+DVv/vwPvvj4g88/feeTD+JRzYKFC878v4vffvjZ6HyYJTRtxvTjLzoziiTDZ8qWm27Rvs06Hdddb8P2HfNPgjhrzuwgUWbNnn3SJedEi6f2P7ZZ4yYlv3m4Bbpv3uXZ119OLRbWhNtp6+2v/N8Nc+b+GY7feP+dC06cXbP637H3SwNfj9bZI1a7LBtWie0e02dM33yDjYKs6rhO+/Dr9COPH/zN0Pc+/eiDLz796tuv4yvc9vC923bp1nFJUXVZZetpNSW2VzRq0CiAJcwrCQAAAACZyNmxqWyewdUxNfKrV7tOtEssXLhw5uxSWpdMUyXv7xzl3ONOfevBZ567/aFdtusZXTVx8qSX3n5jGe8vuOfJR0aP/T01rl2r1hO33H3nFdefeMiR3TfvWrug81tOnbE0gEnEofbGDRrFZ7h8+8P3gmXUsG79aFytkHQq3Fa9um+bGi+eBPH9YHHiO+izT1IXbrHhpi2blfTkt0nRatUW0fibET8sWrQoWDE6rdch3CefuPnu9594KRzEr3rk+aeDjGX4tJq6pEobalS/QQBL6EoCAAAAQCbMK0kZEe4SLZquGi1OjuUKK92sObN/GDliwEeDHnruyYlTJhe2WrvWba4688JNOnSKLhn+84/BMnrp7aVlviP6HVR07Wz6zBm/jh4VLa64FCq71m61RjR+9MVnlvWl4OfRv0Xj1VusVthqe/RcWoV8/b2B4feXB76xYOE/8ybuul2voMzptN760TjM9X8e9WuxNwn3n4effyrct78fOSLeu52/YH541YdffPLEy88P/f6bwm7epGHjYw/of0S/A6NLSr7Pr7inVbwr2bBe/QCWMK8kAAAAAGTCvJKUHQ3rNxg19p8pEv8+M2epqbKdfdUlr777dmqcl5fXd6fdC1uzUqVK3Tbt/NnQwanFmbNmpq1QscjdftacWdEWCHXduJj58z744tP44sJFK/bloGKWnrM9um0dbaIRP4984qVn++7Su4S3/fHXnwd+PCha7Fr4FIObb7DR6i1a/rI4wnzvkw/nzpv39gfvp65apWbNHbfpEeRExQrZ/EhH0Ro3aLRas+bRLhQmvuced2rRN7npwTtfePO11HiLjTa77+qbotteetO1qfFuPXa4+qyLiriT7pt3uePRB1Lj6TNnBiWTxadVmqn/OoNrwwCW0JUEAAAAgEwkrysZRZI+7E+a+LkWf/7tt6DU6NGtezR+JxaJFWjkrz9H4xb5gtW8KlWi8bwF89KurZJXJa9yXrQ4aeqkoHAzZs285s6b45csXFIEXEGK/uFLru/OuzeOzfZ34Y1XR+lU0X4dPer4C/+zcOHC1OIOW23bommzItbfa4ddUoM5c/8c9NnHH335WWpxx617VqtSNciJ+EabO3/5N1oJ7bzt0pOdPvjsE199N6yIlcPt+fKAN6PFA/boE4132HLb6LfLe59+FG3zAo38bWkpc7WmJf0wQRafVml+Hr3052noDK7E6EoCAAAAQCZydmwqa6lkFEn6sD9p1muzTjQe/O3QoNTYunO3GtVrpMZvf/DeEy8/X9ia344Y/uagd6PFDdt3TFuhemwexDFL5o+MhJHkumu3jRaffPn5wp7h02bOOOGis0b9PiZ+4Zw//wxWpKJ/+GW6n5P7Hx0thonXiReddeTZp3w6dHBh/99wnfueerT30QfG06n9YilagfbYfqfKlf7ped94/x3R6Vt799wxyJXqVZfGn6Mz2GgldMhe/VapWTM1DjfmqZedN/ibgp9KP/7681HnnRbFja1XX3Obzl2jaxs1aNi50yap8ZRpU8+77vLCzg88a86sB55+LFrcuMMGQclk8WmV5suvh0Tj9du0C2AJXUkAAAAAyETOjk1l8wyuupIUaJvO3a6/+9bU+Kvvvg5KjZrVaxx7YP+rb//n5JbnXnvZB59/fNKhR62xWqtondl/znnujZfvfPSB2Usm59us44adO22cdlfNGjeJxjfcd0f4RKi/eN679m3WqVXj7zBp3bXbDP3+n37ba+8NOP7C/5x4yJFhYhTdKozWwgjnurtvzT9r4PSZM4IVqdgfvuT27LXzqLGj//fgPdElAz8eFH41btCoR9et1mjZqmHd+nXr1Bk/ceIfE8cPG/79Z0MHT546JX4Ppx1+7KaxuQYLFEZrW3fu+uagd8Lxdz8OT124eouWndbrEOTKqk2WtjlH/PLTJTdds13X7uGmq7dK7bZrtQ6yrW7tOheccOZpV5yfWgxz631OOPyIfgeFG7xV89XCfzeMIcPI/+lXX3x5wJt/zpubWi18+C47/dy0XyfHH3zYR4M/S71QP/Xqi9//OOLUw4/tsvFm0QrhVQM+fP+Oxx4I/1+pS8JAdP/d9w5KJotPq7jR48aGX6lxy+Yt2rVuE8ASZeDth891AQAAALAS5ezYlHklWeHarrl2NBHgN8N/mDFr5io1awWlw2F99v/0qy/f/eSD1OKr774dfjWoV79Zw8bVq1cfO+GPcePHL4idQDXMwy477dz899N2zaVBVPg/PemSc1LjWy+5ZtsuW4aDQ/fu99o7b05bki++8f7A8Gu9Nm03Xv/vBO6PCeO/+m7YuAnjU9dusdFm23XZ8uIbr47uMFiRiv3hl8lJhxw1acrUx196Jn7h+EkTHn7+qWJve2DvvmHSFpTAHj13SqWSkb123DXIoQZ167Vo2izKyR589onwKxx0WGe9p/53b7AC7Nqj129jR9943x2pxfDF9vZH7gu/alavGT7Ffvjpx1lzZsXXr1yp8s0XXbnBuu3T7mej9huc0v/oa+/6X2px2IjvDznj+Nq1ajVp1KRBnbrjJ08a+8e4OXOX1nMrVap09dmXhLFoUGLZelrFDR62tCjZs+vWAcToSgIAAABAJpI3r2SgK0nhem65NEX4MpYurHThHvt//7lgrVZrxC+cNGVyGNV8NnTw6LG/x7OTDuu0v+/qm1s2b5H/fnboXvBUiCN/++fEpGus1uqGC68MA6T4tWFGe//Tj4Vfr703IBVJhtnP2ceecu9VN27XZatotU+GfBGsSMX+8Mvq4pPPvOH8y1uvsVbJbxLm1tede8m5x51awvW36dwtjLKixTA522uHnKaSoX132yv/hcN/+jFYYY478LCbL/q/tCkVwzDyy2+GpEWS4QN604VXhvF2gfcTRr/bd/tXsDd95swRP4/8+Ksvfvrtl3gk2bxJ0xsvuCJ+DtiSyNbTKi4+lea2XZc5LKdsM68kAAAAAGQiefNKBrqSFG7bWMb2zscfBKVJ/Tp1X7jzoQtPOqPAZC5UtUqVbbboFmY8T95yd/ycq3Gr1Kx171U3b57vFJQjf/slGm+x4Sav3vf4Ttv0LPAe6tRapXevnV+++9GD99wnfBI1bdR4kyUnMh3+08j3Pv0wWGFK8sMvk/Dn36H7ds/f8eAtF1/Vd6c96tetV9ialStV3nrzrleccf5Ldz+6cyFbpkAVK1bs3XOnaLH75l3CxzHIrf599j/jyOPTSoR/zpv76+hRwQoTpolvPvjUSYcclZZNRsLd+IITz3j1vieL6LmGD1CYbt5++bUbtFu/sHU6rdfhnONOfeW+J3p07R4su6w8rSKLTyr7XmrcrHGTTu1yd6peEkFXEgAAAAAykbNjUyX9bH68iLBo0aJwsGixhYstWLBg8uTJ8+bN+3tatXr1GjduHFCcaMv/tVhqq4YbM9qqH/w89II37w5XqFGl+nMnXRMk3K6H7/f9yBHhoF6duu8+/mK1KlWDUmbe/PlfDBsyddrU6bNmzpw1M3wIGtRr0LRhow7rrlfyU86O+n3M1z98O2b8uPDpUKN69Y7rrrfheh3T1vl2xPBRY0dPnTF92vRpVatWa9KwUatVW6yzVuuVfki6JD/8cgh36WHDv5swadL0mTNmzJ45e86c6tWq11ulToN69dq3XbfOKrWD5XLNHTff8dgDqXEYbvXccptgZQh3m8+//mrU76MnTZkSPoBNGzXZpsuWYcYcrGDh/vnJkC+++mbYX8FfFStUaNSg0WqrNl+t2arNGjVZph3pq2+/Hj9p4vSZM2fOnvXn3D/r1a7TsH7DddduvWrjpkE2ZOVp9eEXnxx8+vGp8RH9Djzt8OOCxHr6s7dvH/j3+Y1Xr93kom4HVa5cOS8vr1KlSpWXqBRTcbEKSwQJD95WkPBX59ixY1Ofi5o+fXp4SWpLhhs2/1aNNmn4PchVnFngr/vod31o9uzZ06ZNSwWTbdu2DQAAgCLFj1JGhyjjByqnvvji+BtvjNZvddTRzfv1CwAo3T7qsd3LmLhCAAAQAElEQVRf8+alxhXq1q3x3/9WziftIE/86Fng0FkGwqNq4RHicAPOnTs3PFQV3+apg2ypA5jxLb/cBy3NK0mOHNbngNOuOD8cTJk29c33Bu6yXa+glKmSl9c5X19wWf2dDK3avOh12rVuE34FpU9JfvjlEL5CdVhnvSCrwpeaV955MzVuWL/Bcsx/mS3hbrPFhpsE4Vduhb8Atthw0/AryEwRdcmsyMrT6pk3Xk4NqlWpemif/QP4N11JAAAAAMhE8uaVjCJJEyNRoJ233b5Vi9VS4+fefDWADHz81Rejx41NjffstUvlStn8gAWlyvSZM958753UeJ9de+f+VL2UfuaVBAAAAIBMJG9eySiS9GF/ClSxYsUj9jkoNR70+cd/TBwfwPJ67MVnUoPwBWefXfYIKLteGfjmnLl/BouLkof1VZSkALqSAAAAAJCJ5HUlg1gwGUBB9ui5Y/Mmf09WF+4kz7z2UgDL5fX3Brz6zlupca8tt2nepFlA2fXcG/9Uq3v32rlxg0YB5KMrCQAAAACZyNmxKfNKkjuVK1U+48gTTrz47HD8yAvPHLjnPjWr1wigOI+/9Oy4CePbt2035o/fPxsyOEwlo6sO2+eAgLLrkyFffvnNkHBQr07d4w46PICC6EoCAAAAQCZydmwqm6mkriTF2qH7di8NeOPNQe/8MXH8XY89eOIhRwZQnKnTp93y4N35L++3S+/127YLKLsuv+W61ODMI09oWK9+AAUpA28/fK4LAAAAgJUoZ8emsnkGV8fUKImLTjqzXp264eDepx4dN8HskhSvWaOm+S8M88gzjjo+oOx67o1XvvtxeDjotknn3r12DqAQupIAAAAAkAnzSlJmNazf4IwjTwgHs+fMvvG+2wMoTtMmTeKL1apU7d9n/0duuKNm9ZoBZdTcefNSrw/ho3zZaecEUDjzSgIAAABAJswrSVm2Z6+dX3v37Xc/+eCpV188aM9+bddcO4DCbdqh01sPP/vDyBG/jBm1aqMmm3Ts1LhBo4Ay7d6nHhk9bmw4OPXwY5o2ahxA4XQlAQAAACATyZtXMookfdifkrjziusDKLGWzZqHXwHlxlH7Hhx+BVAC5pUEAAAAgEzk7NhU1lLJ6JigY2oAQM7oSgIAAABAJswrCQBQPPNKAgAAAEAmzCsJAFA8XUkAAAAAyISuJABA8XQlAQAAACATupIAAMXTlQQAAACATOhKAgAUT1cSAAAAADKhKwkAUDxdSQAAAADIRPK6klEk6cP+AEDO6EoCAAAAQCaS15WMIkkf9gcAckZXEgAAiPOZP4CyocJiATlhXkkAgOLpSgIAAACUMfLIHDOvJABA8XQlAQAAAMq2tCMnapRZl7Ptmc1UUlcSAMixMvD2w+e6AAAgE9F76QI/szjm4YfGPf98AEDp9te8eUvHi4+TxEVXOX6yguTs2JSuJACQYLqSAABAEaWZBTNmhF8BAMlRYBIZXZj2YRSywrySAADFM68kAACUQ4UdknaEGqDMiGeQRXz6hKwwryQAQPF0JQEAAADKmIoVKxZ4BldWEF1JAIDi6UoCAAAp/xy6rvivA55/xQQAlHp/v1wvjiTTgsl4QimnzDpdSQCA4ulKAgBAOZfWpKmz0061evVauHDhggULUt8XLVq0cIlFi/31b0HCP+kIkCzxs3DHVVys0mIVF3/EJB5MBvnO6RqQPTnbnllLJaNI0q9wACBnysDbD5/rAgCA5ZP2t0D+o9vhtanj2mldyQLzSEc1AXIgfgCkQmzOyIoFiTcmg4Jml3Q4JVtydmwqa6lkdEzQTgAA5IyuJAAAlCuFfSoxXqZJ5ZEp8WwyujZelwzkkQArQzxojNLHVEsyKk2mhZRBvn482ZK8rmRgXkkAIOd0JQEAoDyLDmqn/ihIHapOvcGODnNHa6aEkWQ8tgykkgArQ1oqGa9Lpo3T1oxu7lhKFiWvKxk4pgYA5JyuJAAAlE/xjyemHdSOKpLx9cMwMloh1ZUM8p3ZFYBciieO8fO1RkXJqC4ZjyTT8kgHVbJCVxIAoHi6kgAAQJAvmEwVIoMlPcioJZnWlUzd1vFMgNzL33pMa0nGI8l4MBm/YUCW6EoCABRPVxIAAMqztLpMmrRJyKK0Mu3crVJJgNyLH9KJv1DHg8m0MDJNQPboSgIAFE9XEgAAyq20vwXiSWRK2gSTRc8o6agmQA6kHQCpUNDsklEwGV2SNsdksXfLstKVBAAonq4kAACUN/nDyLRxlE2Gq6WSyOi4pZYkQKlS4d9TRaaVIws8fWu8K+mISrYkrysZ/9UeAADkhK4kAAAQiQqRUS2ywuKJJFNhZFpRMoilkg5pAuRM/k+TBLG6ZBDrvqcNiuhKkqHkdSWjY4L2CQAgZ3QlAQCgHIo+m5h2QDIaxwPIqCJZ4IlboxsGAOREgYdBKuQ7lWsR/ci0w0GOq2QueV3JwLySAEDO6UoCAEA5l/8ddVoMmT+P/MvpWwFKjXjEWEQ2GeTrUwZkT/K6koFjagBAzulKAgBA+ZT/44mFlW9EkgClWVrlMX8hsoiWZCCezBJdSQCA4ulKAgAAFWIndE27MP4ngzwSoNTKn00W2KEMxJArhq4kAEDxdCUBAKDcin9CMfWmOv8ck/EjltHKgkmA0qZCvkkiC0wi0w6hOKKSLbqSAADF05UEAIDyLO3PgXhpsrBTvHr7DVBqFZZN5h8HIsms0pUEACieriQAAJRz+YPJYEkbMvp7ocDkEoDSo+jEMf+RE8dSsit5XckokvRLHQDIGV1JAAAg7QStQezoav75JgPHsgESosCXa6/hK0LyupLRMUE7BACQM7qSAABASv5sMijyjwXlCoBSooQHRhw/WXHMKwkAUDxdSQAAIC7+1rrovxS8CQco/bxW54Z5JQEAiqcrCQAAFKawd9pqFQCljWMjK5euJABA8XQlAQCAZeXtNwDE6UoCABRPVxIAAAAAMpGzY1MVg+zRlQQAciz1xqMMdCUDAAAAAFgZcnZsSlcSAFYOvzGzQlcSAAAAADKRvK5kFEn6sD8AFC1/CiWUWm66kgAAAACQieR1JaNI0nHVzNmGAGVbgZFkGej8rRS6kgAAAACQCfNKllPxB94BSoAyLHqRz/9q7/V/mehKAgAAAEAmcnZsKpuppK5kJoo4PA1AmVRhsbRLApaRriQAAAAAZCJnx6aydgbXQFcyq9K25J8L5gUAJNyCRQujcZSlRQKWSxl4++FzXQAAAACsRDk7NpXNVNIxteyKtuTseXN2ve7kAICyIkoi41maX6DLR1cSAAAAADJhXkkAKMtSqWTFihXjXcn4IKBkzCsJAAAAAJnI2bEpXclSJP9RaQDKqrRI0hyTy01XEgAAAAAykbx5JaNI0of9MxQdXe3YvPVNu528cOHCcJOG3xcsWLBo0aJwkPoerhMOwqvC76mxjU9yTZ48ObVXr7LKKtWqVQsg4VK/EKPf5VEAGX4PFytVqlSjSrXUOJ5NBrEzuwaUmHklAQAAACATyZtXMjom6Jha5lLbsFaV6m0btVy4RJRKpixaLEoly8D56yjPqsz8ew8PBw1rNaxVq1YAZUK8wxelkmEkGX1PKaIuGWhMloCuJAAAAABkInldycC8kssovq2icdqB6fBo9V+LhdFjapz6Hq0Z3+aCSZIrjCTnz5+fGqcKZJBo8d/i8fkjK8bEW5KF1SUlVSWhKwkAAAAAmUheVzJwTC0zqe0WzynDg9QLFy6MDljHj7dGx6yjnDK6VipJEqXawMHifbty5Wy+LsHKEj99a6RiIdLyyAIjSb9eC1MGElxvnwAAAABYiXQly5G00mSatNAxvk50VbSCjU9CRV1JqSRlSf6sMd6SLOw8rvHb5h+Tn64kAAAAAGRCV7L8Sjt+nTp3a4HXhovRpJJSSRItfgZXqSRlRjyVDJacnTitJZkKJivETuJaWDZJYXQlAQAAACATupLlQlpLMn55/sZkUFBgWWHJeV+jA5q2P0kklaSMiV7SUy/OUWxWMd/skmlhZJqAEtCVBAAAAIBM6EqWa/EkMiXemExdmzajZPxorGCSxImfwbVSpUoBJFmFfCdfrfDvU7nGz+OaFlLmDyP9Vi1WBV1JAAAAAMhA8rqSUSQpElsO+QPdeLEmdUlqheicrmaUpCxZuHBhlErm5eUFUIZUyDe7ZIV/n6+1iMZkQAnoSgIAAABAJpLXlYyOCTqmlhUVlkxCFrUkowwytZ3T8kipJIm2YLFg8Z7vDK6UMQXWJfPHk/FgMu22gcZkkSroSgIAAABABpLXlQzMK5mZwjLdVC0yvDyMJwvrR9rmJF28KymVpOxJCxcrFFKajCLJCoqSy0JXEgAAAAAyYV7J8iJ+ILWwDZiKJNMak9E4tY5gkkSL5pUMFifxAZQVacXH/KlkUFCBsgyU/3JJVxIAAAAAMqErWY7k32jxVk0qekw1JoNYElngiVttfBJq4cKFqTO4hipVqhRAmZD2u7xCQadyDQpKK4u+H9LoSgIAAABAJnQly6nouGpqM0bbM7o8/+lbA2EkybdwsWDxri6VpOypkG+qyLRCZIV8J271y7TkdCUBAAAAIBO6kuVL/vO4BgWVbOJbuMDtbOOTUIsWLUqlkoEzuFJWFPaLPH8YWdiFRd8PEV1JAAAAAMiErmS5kxZMBvl2grTeZGHbWTBJEoX7bRhMpsZSScqAon8V5i9EFlaR9Cu1JHQlAQAAACATyetKpjX5WA5pW6+wk7gGBU1FmXYrSJYwkowqwlJJyrb8Z3PNPy7sEgqkKwkAAAAAmUheVzI6JuiYWiaiJLLASwo8fi0GpgyIdyW9hlBWFbhvF32iV0pCVxIAAAAAMpG8rmRgXsnsKSybjEs73SskmlSS8qPYPdxTYFnpSgIAAABAJswrSTFtSNuZssq+TTlkt8+EriQAAAAAZEJXkqWKKEpC2fDXYgGUD/Kn7NKVBAAAAIBM6EpSFBuZsqrCYgFAielKAgAAAEAmcnZsqmKQPbqSAECOpd54lIGuZAAAAAAAK0POjk3pSgIACaYrCQAAAACZSF5XMookfdgfAMgZXUkAAAAAyETyupJRJOnD/gBAzuhKAgAAAEAmzCsJAFA8XUkAAAAAyIR5JQEAiqcrCQAAAACZ0JUEACieriQAAAAAZEJXEgCgeLqSAAAAAJAJXUkAgOLpSgIAAABAJnQlAQCKpysJAAAAAJlIXlcyiiR92B8AyBldSQAAAADIRPK6klEk6cP+AEDO6EoCAAAAQCbMKwkAUDxdSQAAAADIhHklAQCKpysJAAAAAJnQlQQAKJ6uJAAAAABkQlcSAKB4upIAAAAAkAldSQCA4ulKAgAAAEAmdCUBAIqnKwkAAAAAmUheVzKKJH3YHwDIGV1JAAAAAMhE8rqSUSTpw/4AQM7oSgIAAABAJswrCQBQPF1JAAAAAMiEeSUBAIqnKwkAAAAAmdCVBAAonq4kAAAAAGRCHDfJdAAAEABJREFUVxIAoHi6kgAAAACQCV1JAIDi6UoCAAAAQCZ0JQEAiqcrCQAAAACZSF5XMookfdgfAMgZXUkAAAAAyETyupJRJOnD/gBAzuhKAgAAAEAmzCsJAFA8XUkAAAAAyIR5JQEAiqcrCQAAAACZ0JUEACieriQAAAAAZEJXEgCgeLqSAAAAAJAJXUkAgOLpSgIAAABAJnQlAQCKpysJAAAAAJlIXlcyiiR92B8AyBldSQAAAADIRPK6klEk6cP+AEDO6EoCAAAAQCbMKwkAUDxdSQAAAADIhHklAQCKpysJAAAAAJnQlQQAKJ6uJAAAAABkQlcSAKB4upIAAAAAkAldSQCA4ulKAgAAAEAmdCUBAIqnKwkAAAAAmUheVzKKJH3YHwDIGV1JAAAAAMhE8rqSUSTpw/4AQM7oSgIAAABAJswrCQBQPF1JAAAAAMiEeSUBAIqnKwkAAAAAmdCVBAAonq4kAAAAAGRCVxIAoHi6kgAAAACQCV1JAIDi6UoCAAAAQCZ0JQEAiqcrCQAAAACZSF5XMookfdgfAMgZXUkAAAAAyET+Y1MVFguyLWtdySiS9GF/ACBndCUBAAAAIBPmlQQAKF5yu5LRuz1vnwAAAABYiVLHpgrrR2YxszSvJACQYEnvSnr7BAAAAMDKlTo2VXQ2mRW6kgBAgiWrKxnvR8a/e/sEAAAAwMoS5ZHxC1dEPKkrCQAkWFmaV1I2CQAAAEDuxT9JH0m7KiuymUrqSgIAOZb0tx+pN3mp/8UPP/wQjXPzPfUzFDZe1v9I9CjkH5eT77bnituqWWGrrojtGf9errZnkD32TNtzhW7J5d7C5XxL2p652Z62pD3T9ix7W7Kw8XJvyfyX256ZbM/8Y1ty+bZk/svL0har8G/x/2mQDbqSAECCVUhaVzJ6S5ca/LVYsW8HCxtn+D36kQocL5P4W/P84wy/R2/9Cxwvx9vrcr49l3vrrcStmhU52EvL4fb8K99ptJf72Z317ZmsLVnY2J5pewaZbcnl3sI53pLLvYWD3O6ZSdmepW3PzOIzPQdbsrCxPXP5tqdnepClLRlke8/Mf3mQjS1Z2Hi5t2T+y0vn9gxWzJ6Z9e25gp7pWd+e9szsbsll2p6pQSS+mOEGjGRtXskK//4dAwCQA/G3cQkSvYerWLFi0W8ogyLfni7T95RlHZf8/7JM42X6XvSffMv0PcPtuXzbsLRtz+XeesnaqjnbkmV4ey7fNlym7VnYn8f2zCCDrZr1LemZXgq3Z9nbM5d7C2e4JZdvG3qmr5TtmbMtWdi4DGzJ/Ft1WccZ7pllbHvm7Jm+gvbM/Jcv0/csbskcb9XS80wvtduz9OyfQa62ZGl4vpeeZ3q4cupQVVyB/53llrWu5F///h0DAJADWXk/tLKEP3ZeXl7dunXDd1ALFixYtGhR+D01Dq9duHBheEn4PRyHg78WCwp601XYGIAyLzrEsNzjCoUcOA4K//3i9w4AwQr7HeT3EcAKlXrBTL1mRgFkahB+r1SpUoHBZFo8GWRwLM68kgBAgiX37Ufq/Vz4bq9q1aphDBmOUwFk+D28MPwe/2Rc2m1L/klAAMq2zD8Vnt1PmgMAAKVc/IhTKoAMF8ODUalrKy5RbDC5fMwrCQAkWCnvShb40eD4O7noI2nhVYsWLQrfAkadyPitUivH65IBAAAAAJRYdAAtrS6ZiiHDo1LR97RsMu0eMjkQpysJACRYUt5+pIWL8Ugy9eYvjCTD70Hss2nRCqlPrsXTSm+3AAAAAFhWacFk2ulb08LIAueYjN9DsOwJpa4kAJBgmX9EK/eit0zxomTqexCbXXzREn/FBCJJAAAAAJZX2mflo65kXCqhjGeW8dtmQlcSAEiwhL79SPugWRRJ5r82VaMMnL4VAAAAgIzFU8ng3ydxjUeSaWdwjQZB6TmDq64kAJBjpb8rWeHfU0vGL09LH/NfHj+zqzO4AgAAALDc8h+YCpakkvkbk2E2GV2YdhQryEDWUskoknSYDADImeS+/UgLI9Muj0eSBeaR3nEBAAAAUEJpkWTw79Jk/sZkhdi8kqlBYfe2TLKWSkbHBCvoSgIAuVL6u5KR/O+Uoh8+XpQMk8jUG75oskktSQAAAACyJX4u1rSzdsX7kfnP4FqKupKBeSUBgJxL9NuP6EQZqU5kFElG/6m0uSS9ywIAAAAgc2lZY7Dkc/PxeDI+yP85+2C5egLmlQQAEiwRXckoNy3szVL8NK2pQXSTtGASAAAAADKUVpcM/t2GLHAuycyLkoGuJACQaIl7+1HgeVxTFcnwe6VKlf6KCWKpZCCYBAAAACBjaQemCjxHa4Gnbw0y7gboSgIACZaV90M5kD86jf/Mqa5kanbJYk/cKpsEAAAAYPmkHUaLH1vL34wsoiW5fIfjdCUBgARL4tuP+AldgyX/hSD2Aa/8LclAGAkAAABA9hTWmAwKiiqDLLUCdCUBgARLSlcy+HddMi2YTFsnLZ5MI54EAAAAYDkUdgwtfxhZ2IVF30+xspZKFn34DABgRUjW24+0YDKIFSULXLOwd3jebgEAAACwTIqOEtPCyAIHJbmfomUtlYx/rj8AAMiJBHUlU9Iy1CKyySLSVm+3AAAAAMiWtLO5Fjgu7JJlYl5JACDBEjqvZPDvvmP8kgLf+Xl/BQAAAEDWFXYSr5KvvEzMKwkAJFjiupKRwrLJuLTTvQIAAABA1pXw5K6Z05UEABIs6W8/im5DCiMBAAAAWClWxIEpXUkAIMGS25VMU0RREgAAAABWqNwcXtOVBAASrAy//fBJLwAAAADKEl1JACDBykxXEgAAAADKtopBlkSRpK4kAJAzqTce3n4AAAAAQCmXta5kFEkqKwAAOaMrCQAAAACJkLWuZGBeSQAg53QlAQAAACARzCsJACSYriQAAAAAJIKuJACQYLqSAAAAAJAIupIAQILpSgIAAABAIuhKAgAJpisJAAAAAImgKwkAJJiuJAAAAAAkQta6klEkqawAAOSMriQAAAAAJELWupJRJKmsAADkjK4kAAAAACSCeSUBgATTlQQAAACARDCvJACQYLqSAAAAAJAIupIAQILpSgIAAABAIuhKAgAJpisJAAAAAImgKwkAJJiuJAAAAAAkgq4kAJBgupIAAAAAkAhZ60pGkaSyAgCQM7qSAAAAAJAIWetKRpGksgIAkDO6kgAAAACQCOaVBAASTFcSAAAAABLBvJIAQILpSgIAAABAIuhKAgAJpisJAAAAAImgKwkAJJiuJAAAAAAkgq4kAJBgupIAAAAAkAi6kgBAgulKAgAAAEAiZK0rGUWSygoAQM7oSgIAAABAImStKxlFksoKAEDO6EoCAAAAQCKYVxIASDBdSQAAAABIBPNKAgAJpisJAAAAAImgKwkAJJiuJAAAAAAkgq4kAJBgupIAAAAAkAi6kgBAgulKAgAAAEAi6EoCAAmmKwkAAAAAiZC1rmQUSSorAAA5oysJAAAAAImQta5kFEkqKwAAOaMrCQAAAACJYF5JACDBdCUBAAAAIBHMKwkAJJiuJAAAAAAkgq4kAJBgupIAAAAAkAi6kgBAgulKAgAAAEAi6EoCAAmmKwkAAAAAiaArCQAkmK4kAAAAACRC1rqSUSSprAAA5IyuJAAAAAAkQta6klEkqawAAOSMriQAAAAAJIJ5JQGABNOVBAAAAIBEMK8kAJBgupIAAAAAkAi6kgBAgulKAgAAAEAi6EoCAAmmKwkAAAAAiaArCQAkmK4kAAAAACSCriQAkGC6kgAAAACQCFnrSkaRpLICAJAzupIAAAAAkAhZ60pGkaSyAgCQM7qSAAAAAJAI5pUEABJMVxIAAAAAEsG8kgBAgulKAgAAAEAi6EoCAAmmKwkAAAAAiaArCQAkmK4kAAAAACSCriQAkGC6kgAAAACQCLqSAECC6UoCAAAAQCJkrSsZRZLKCgBAzuhKAgAAAEAiZK0rGUWSygoAQM7oSgIAAABAIphXEgBIMF1JAAAAAEgE80oCAAmmKwkAAAAAiaArCQAkmK4kAAAAACSCriQAkGC6kgAAAACQCLqSAECC6UoCAAAAQCLoSgIACaYrCQAAAACJkLWuZBRJKisAADmjKwkAAAAAiZC1rmQUSSorAAA5oysJAAAAAIlgXkkAIMF0JQEAAAAgEcwrCQAkmK4kAAAAACSCriQAkGC6kgAAAACQCLqSAECC6UoCAAAAQCLoSgIACaYrCQAAAACJoCsJACSYriQAAAAAJELWupJRJKmsAADkjK4kAAAAACRC1rqSUSSprAAA5IyuJAAAAAAkgnklAYAE05UEAAAAgEQwryQAkGC6kgAAAACQCLqSAECC6UoCAAAAQCLoSgIACaYrCQAAAACJoCsJACSYriQAAAAAJIKuJACQYLqSAAAAAJAIWetKRpGksgIAkDO6kgAAAACQCFnrSkaRpLICAJAzupIAAAAAkAjmlQQAEkxXEgAAAAASwbySAECC6UoCAAAAQCLoSgIACaYrCQAAAACJoCsJACSYriQAAAAAJIKuJACQYLqSAAAAAJAIupIAQILpSgIAAABAImStKxlFksoKAEDO6EoCAAAAQCJkrSsZRZLKCgBAzuhKAgAAAEAimFcSAEgwXUkAAAAASISShojxQ36LFi0KB4sWW7jYggULJk+ePH/+/PDyBg0aNGrUKADKn/fee++xxx4Lcq5u3boXXXRRXl5eAJQz4RuPcePGpcbTpk0Lv1deLHxBqLxEpSUqLlahQoXwe6BkCQAAAAC5pSsJZE3Xrl1btmwZ5Fzfvn1FklBu6UoCAAAAQCJkM5U0rySUcxUrVuzXr1+OXwQ6dOjQsWPHACivVB4BAAAAIBF0JYFsatWqVZcuXYJcqVq1at++fQOgHNOVBAAAAIBE0JUEsmzXXXetWbNmkBO9evWqV69eAJRjupIAAAAAkAhZSyWjSFJZAcq5WrVq9e7dO1jxGjduvM022wRA+aYrCQAAAACJkLVUMooklRWAzp07t2nTJljB+vXrl5eXFwDlm64kAAAAACSCeSWBFSKMDFdoSLD55pu3bds2AMo9XUkAAAAASATzSgIrRJMmTbp37x6sGFWrVs3NSWKB0k9XEgAAAAASQVcSWFF22WWXunXrBitAeM+1atUKAHQlAQAAACAhdCWBFaVatWp9+/YNsq1ly5YrroUJJI6uJAAAAAAkgq4ksAJ17Nhx3XXXDbKqX79+FStm87ULSDRdSQAAAABIBF1JYMXq06dP5cqVgyzZfPPNW7VqFQAsoSsJAAAAAImQtVQyiiSVFYC4Jk2a9OzZM8iGmjVr9u7dOwCI0ZUEAAAAgETIWioZRZLKCkCa7bffvnHjxkHGwkiyVq1aAUCMriQAAAAAJIJ5JYEVLi8vr0+fPkFmWrZs2blz5wDg33QlAQAAACARzCsJ5EK7du06dOgQLK/whaVfv34BQD66kgAAAACQCLqSQGis2LkAABAASURBVI707du3atWqwXLp3r17q1atAoB8dCUBAAAAIBF0JYEcqVev3i677BIsu7p16y7fDYHyQFcSAAAAABJBVxLIne7duzdu3DhYRr17965WrVoAUBBdSQAAAABIBF1JIHcqVqy4rNNDtmnTZuONNw4ACqErCQAAAACJoCsJ5FTbtm0333zzEq5cuXLlZU0xgfJGVxIAAAAAEkFXEsi13r1716xZsyRr9uzZs0mTJgFA4XQlAQAAACARdCWBXKtVq1YYTBa7WuPGjbfffvsAoEi6kgAAAACQCLqSwErQuXPnli1bFr1Ov3798vLyAoAi6UoCAAAAQCLoSgIrRxg6FpEibLTRRm3btg0AiqMrCQAAAACJoCsJrBytWrXq3r17gVdVrVq1JKd4BQh0JQEAAAAgIbKWSkaRpLICUEK77LJL3bp1C7y8Xr16AUAJ6EoCAAAAQCJkLZWMIkllBaCEqlWr1rdv37QLW7ZsWViHEiA/XUkAAAAASATzSgIrU8eOHdddd91oMXwN6devX8WK2XxpAso2XUkAAAAASATzSgIrWZ8+fSpXrpwad+/evVWrVgFAielKAgAAAEAi6EoCK1mTJk169uwZDmrWrLnLLrsEAMtCVxIAAAAAEkFXElj5tt9++8aNG/fu3btatWoBwLLQlQQAAACARKgcZI+uJLB88vLyjjrqqKZNmwYAy8jbDwAAAABIhGymkrqSwHITSQLLR1cSAAAAABIha2dwjSJJZQUAIGfMKwkAAAAAiZC1rmQUSSorAAA5oysJAAAAAIlgXknSeQQBRFwJ4u0HAAAAACSCeSX5m4O5AHHxV0W/10o5XUkAAAAASARdyfKuJI+XxxQo84rItFKvgUKvUsvbDwAAAABIBF3Jcq3AY7jFHth15BcoA9J+W6W9suX/XSabLLV0JQEAAAAgEXQly6n8D1PaJUUvAiRdYedoTY2ja/OHl9Kv0sbbDwAAAABIBF3J8qiIxDE1zn8JQBkW/+UVH0dZV/xXm990pY2uJAAAAAAkQtZSySiSFGKVcoVFkn8tFr8wbRGgrCriUzVRdVIwWWp5+wEAAAAAiZC1VDI6JuhAbWlWYAly/sIF8xbMDwovSgopgTIm3oZM+149r2r+32X5S5N+35UeupIAAAAAkAjmlSzvwsfrtW8/uvi1uwOAcm/VOo2ePPiyAj9kI/Qqtbz9AAAAAIBEMK9kOVJgCdJhXIBI+JK4aNGiCovlvzbt15xfeaWEriQAAAAAJIKuZHkUjyQFkwBxCxcurFixYoV/i671+ZtSyNsPAAAAAEgEXcnyIm1WyAIjyQa16lzU+6gAoJz5eOTXD33wSrCkKxl+TwWT4ff8K/tlV9roSgIAAABAIuhKlnfxYDKvUqU2TVsGAOXMzxN+j8apM7imgslgcdYVDfLfUDxZGnj7AQAAAACJoCtZHv2VTwDAYmEqGcaQ0QtjNI6/VPp9V6roSgIAAABAImQtlYwO0Yq4SrO0R0cqCZBm4cKFqaJkGE8GS367BYXXIsWTK523HwAAAACQCFlLJaNjgg7OlkLxY7V/FSQAYPErZCqVDJa0JFPZZGqcVpcMKB10JQEAAAAgEcwrWX6JJAHyC1PJIBZ0RdNMpoi+SiFvPwAAAAAgEcwrWY6kNSaDJcFkAMASqXJkSvgbLd6STAsm/corJXQlAQAAACARKgbZo6yQCPHD66nv8UPwAOVZ6gyu4ati6rUxHkZGv918nqO0if9SAwAAAABKrWymkrqSpVP+imTw79klAwCWSOWR8WCywGyS0kNXEgAAAAASwbyS5Zoj7ABxUX08NZ1kxYoV4/NKpq0pBislvP0AAAAAgETQlSy/HMAFyC9KJePlyPzfKT10JQEAAAAgEbKWSkaRpMO1pZ8TEgIUJn7i1vwvlV4wSyEPDQAAAAAkQtZSySiSVFYAILnikaTPbSSCriQAAAAAJEI2z+CqK5kI+adG85ABRPKftdWLZCmnKwkAAAAAiWBeyfIrOoDrIQMoUPQ6mZZ7CcBKFV1JAAAAAEgEXclyTb8EIK7Ac7d6qSzlPEAAAAAAkAi6kuVR2gkJHckFKFD+l0cndC2FdCUBAAAAIBF0JQFgqfyT7waUbrqSAAAAAJAIlYPs0ZVMKA8ZQJx8K1l0JQEAAAAgEbLWlYwiSQdzAUg6v8sSRFcSAAAAABIha13JKJJUVgAAckZXEgAAAAASwbySAECC6UoCAAAAQCKYVxIASDBdSQAAAABIBF1JACDBdCUBAAAAIBF0JQGABNOVBAAAAIBE0JUEABJMVxIAAAAAEkFXEgBIMF1JAAAAAEiErHUlo0hSWQEAyBldSQAAAABIhKx1JaNIUlkBAMgZXUkAAAAASATzSgIACaYrCQAAAACJYF5JACDBdCUBAAAAIBF0JQGABNOVBAAAAIBE0JUEABJMVxIAAAAAEkFXEgBIMF1JAAAAAEgEXUkAIMF0JQEAAAAgEbLWlYwiSWUFACBndCUBAAAAIBGy1pWMIkllBQAgZ3QlAQAAACARzCsJACSYriQAAAAAJIJ5JQGABNOVBAAAAIBE0JUEABJMVxIAAAAAEkFXEgBIMF1JAAAAAEgEXUkAIMF0JQEAAAAgEXQlAYAE05UEAAAAgETIWlcyiiSVFQCAnNGVBAAAAIBEyFpXMooklRUAgJzRlQQAAACARDCvJACQYLqSAAAAAJAI5pUEABJMVxIAAAAAEkFXEgBIMF1JAAAAAEgEXUkAIMF0JQEAAAAgEXQlAYAE05UEAAAAgETQlQQAEkxXEgAAAAASIWtdySiSVFYAAHJGVxIAAAAAEiFrXckoklRWAAByRlcSAAAAABLBvJIAQILpSgIAAABAIphXkiS55cG7b7j39mJXq1G9Rq0aNWvVrFmzeo1Vaq3SZo01N2zfcZvO3ark5QUJNGvOrJrVawbZsGjRoj/nza1RrXpQCpx86bkvD3gjNd57x10vO+3cYHm167HFgoULUuPhAz4NVpjbHrnvurv+lxqfeMiRxx7QP0iOA085+uOvvkiNn771vvXbtktb4cMvPzv4tGOjxRW6JSGLdCUBAAAAIBF0JSmDZs+ZPX7ShJ9+++XrH7798ItP7nvq0RMu/M9O/fd59d23g6QJc7s+xx0WZMO3I4b3Oa7/L6NGBQBliK4kAAAAACSCriTlxa+jR5140VnD+h5w2hHHJWIvHT1u7MU3XvXOxx/Uq1M3yMysObNvvv+u+59+LCoUApQZupIAAAAAkAjZTCV1Jcml2rVqtW/TrsCrFiyYP23WjOkzZkybMWP2nNnxq+58/MG6dese3veAoHSbN3/+zv37pf3wy+3Ei85+79MPA4CyyNsPAAAAAEgEXUmSas2Wa9x3zc3FrvbtiOHX3f2/eCZ38313bt+le6sWqwWl2KK/FmUrkgwWn9I2KNOOP+iwRQIJKK90JQEAAAAgEbKWSkaRpLICpUq71m3uuPy6M/7vwhfefC11yZy5fz7ywtNnHXNSQFlx9P6HBkB55e0HAAAAACRCxSBLomOCygqUNhUrVrz8tPOaN2kaXfLqu28tXLgwACD5dCUBAAAAIBGylkoGygqUYlXy8g7cc59ocdyE8WPGjwsASL7UGw9vPwAAAACglDOvJOXFOmu1iS9OmTalZbPmRd9k2swZ3wz//vuRw6vkVWnSsNHqLVq2Xn3NYBmNHf/Hr7+P/nXMqGnTpzWo16BJg4Zt11y7UYOGQRKMGvv7iF9++vHXn+qsUnvVxk3atV6nQd16QVkxaeqUod8PCyPqGbNmNWvYePXVWq7Xep2KFbP5WY0SmjFr5tc/fBfuKhMnT6y7Su1mTZqGm7phvfrBshs/acKPv/z0/U8/1qxWvUWz5ptusGFe5bxgxSs9G5NySFcSAAAAABIhm6mkriSlWe2aq8QX/1pU6I465o+xtz18/wdffDx67O9pVzWoV3/nbbY/st9BDes3CIo0etzYR55/6tV33hzzRwGlzJbNW4T3c1jfA2rVqJl21Ua7bB3mOvFLpkyb2mabTVPjenXqfvLsG0HJHHPe6W998G7ahbsfuX80fu72h9q1bpP/hl99+/Udjz7w2ZAvw1w27ao2a67Vu+fO++62V7UqVYNSo12PLRYsXJAaDx/wadq1B55y9MdffREsnmQ0/C+Hg+9Hjrjp/jsHfjQoulVKuHm377bN4f0OKDaxLtplt1x3/9OPRYsH7NHn3ONOzR+ZhK+WL7z12oPPPhnmefnvZJ21Wu+14679duldklhx1pxZz7/56pOvPP/N8B/ilzdu0Gj/PfY+dO/9quRlJ5vM/caEYnn7AQAAAACJkM0ii64kpdmIX0bGF9usuXb+dSZOmXzpzdduf8Bej7/0TP5IMjRpyuQwbdr+wL0eeu7JoHCvDHyz54F73fX4gwVGkqHfxoz+34P37HBw369/+DYoTX4YOSLMMvsc1z+MM/NHkqHhP4288tYbdjp0n8+GDg6S6fEXn+lz7KFvDnonLUULFgfA4UO/y6H9lvt/F74GXnD9lfFI8viDDj/v+NPyvzCGO9s+Jxx++hUXFBhJBovTvktvunb3Iw74dsTwoEjDfviu54F9LvzvVWmRZLC4OnndXf/b+9hDRv0+JlgBVujGhBLSlQQAAACARDCvJOXFiJ+XppKtWqxWo1r1tBV+Gf3bLoft+8Azj89fMD+6sGqVKhu0W3+1f5e9Zs6edfGNV59x5YUF7u1Dvh928qXnxu+kZvWaa7VaY9MOncJ/t3KlpQXlPyaOP/i0Y0f88lNQOrzx/sBdj9g/rV5Zu1atjdp3rFu7TvzCMOI68NRjHn/5uSBp7nv6sfOuv/LPeXOLWGfO3D+Pu+DMiZMnBcso3B/OuebSR198JrrknONODVPJ/Gv+NnZMvxMPH/zN0PiF1apUDXe25k2axi8Md499ju//zseDCvk3g4Efvx8+FmH6GL+wZfMW7VuvU6lSpdTidz8O7/+fEydNmxpk1QrdmFBy5pUEAAAAgEQwryTlwqixvz/9+kvRYts10ouSk6ZOOfzskydNmRxdsn23rY89oH+bNdZKRTszZs0c9PknYRgZrfPcG6+s2XL1o/Y9OO2uLvrv1dHB8Xat25xw8FHbdO4aXTtrzuwnX3nh5vvvmD5z5uK7nfV/t91415X/jVb44sWB4fcw6enQq1vqkmU6a2vc/y65OjXY98QjPv/6q39+7ELO2vrFsK9Ov/yC+GH9kw45apfteq3WbNXU4pg/xr484I3r77lt4cKF4WL4/fzrrli9RcvNOm4YJMTPv/12+S3XpcZh/rfrdr06rNNu7dXX/HX0qA+++CRME6NC4ZRpU29+4K4LTzqz5HeeiiSfevXF1GL4SnjZaefutcMu+decO2/eSReeFf6j0SXhavvv3rftmv/sbNNmTH/n4w8uuuGqMP8OFu8M4UPz9K33h1lj2l1Nnjb1rP+7JLVa6h8997hTd9nP3i59AAAQAElEQVS2ZypFDhPBwcOGnHvt5aPHjQ1D9yCrVujGhGWiKwkAAAAAiZC1rmQUSSorUNp8OnTwMeefNnnqlOiSfXfbM22dm+67I0qJwt34zKNOuPmi/1t37TZR22yVmrV22Grbp2+9Lwxgoltdf/etP4wcEb+fr779etjw71LjtVqtcf+1t8YjyeDv3mSNg/fc56qzLo4uee/TD+MB1UqxaNGiC/77f2GIlVoMM637rr7pmAMOjSLJUPMmzY7od9C9V9/coF791CXhk/3sqy6ZN39+kBCp/2CN6jVuveSaJ26+e//d9+6wzno1qlUPH+jD+h7w7G0PbNKhU7Tyq+++ncpfSyJc8/QrL4giybzKef89//ICI8nQ1XfcNGzE96lx7Vq1Hv7v7Zeffl4YFUc7W51Vau/WY4cnb7knjL1Tl0ybOePc6y7Pf1fhfjt5SQOyVo2ad195wwF79ImKrdWrVttio82euPme+E6bLStuY8Ky0pUEAAAAgETIWioZRZLKCqx0s/+c8+2I4a+9N+COR+/f9fD99j/pyB9G/hhd22en3bfYcNP4+qPG/v7Ey89Hi4fuvV//PvsXeM+rNm56x+XXRalPuMPf+cSD8RV++u3XaLzrdr3q1FqlwPsJo8pttugWLX48+LNgpXrm9ZeH/7T0DLdXnHF+mGYVuObmG2x03bmXRoujxo559rUXg0Q59sD+23bZMv/ltWutcskpZ0WLU6ZN/bFkJ9cN87ZTLjvvhTdfSy1WrVLl1kuvDjPsAleeNHXKoy8sPcVruKnj6V1cmGrfdeUNYbKYWvx48OcfDf48vsK4CeMffv6paPHUw4/tusnm+e+nYf0G/7vk6jA+DFaArG9MWA66kgAAAACQCNk8g6uuJLn01bdft9lm02W9VZOGjc848vi0C59+7YUFCxekxmGOeNR+BxdxD2Ekecz+h17+v+tTiy++9fpZR5/coG691GJ82sjxEycUcT9H7XfItlts1bxpsxZNmq3atGmwUj3/xsvROIxst40lpvl17rTx9t22fuP9ganFx196ru8uvYOEaLvW2ofs1a+wa9dsuXrL5i1+GzM6tTh+8sS2a7UOihTuOadedv6r77yVWqxZveYtl1y1xYabFLb+/U8/Fs05utM2PXt07V7Enbdo2uzgvfe99aF7UosvDXg93PjRte/GJpts3qTp3jvuVtj9NKxXf99d97zr8QeDrMr6xoTl4+0HAAAAACRC1rqSgXklKfVar77mg9f9r3a+/uKnX30ZjY/c7+A6q9Qu+n72232v1Vu0TI3Dff6TWINt7dXXjMYPP//U1bffNGvO7ALvZIN12++9465hfBUmN/EsM/fCn/DToYOjxdOOOK7Ym5x62DHRzzxsxPcTJk0MEqJnt22K3tqtVl0tGs+eMycoUpgvnnDhWVEkGSbW9159YxGRZOjNQe9E4+6bbREUZ7tYE3HQZx/Hr3rn0w+jcf++B1TJyyvifg7b54AwMQ2yKrsbE5abriQAAAAAJEI2U0llBUqtjuu2P+uYkx6/+e4oTYwb8t030bhHl+7F3lte5bzum3eJFof/svTcp+1at2m9xlrR4p2PP9h5j54HnnpMOIhKY6XNyF9/jp62LZqt2r7NOsXeZI3VWq0T672NiG2BUq7RkkkxC1M7lklHpcYChdeeeNHZb33wbnTJpaeeXfQMjnPm/hlu7Wix6PwyZb3W60Rp4tjxf8SnIP1m+PfReMtNOhd9P/Xr1O247npBVmVxY0ImzCsJAAAAAImQzYaWriS5VLtWrfZt2hV4VZUqeXVr1wm/mjRstM6arddZu010htX8ps+cEc9LmjdrFpRAw/oNovGkyVPiVx134GEnXrR0Rr0/5839ePDn4dfVt98UJnmdO23SecONN+u0cTRf4Eo3YdKkaNy4fqMS3qpRbAtMmDw5SIj6xQVpVfKWviouWlhUyHHfU4/N/ncR9t4nH9muy1YVKxb6aY+ff/stvthl7x2DZfTr76Natfi7gBi+2P4RO0Vw/Xr1ir1tg/rFr7NMsrgxIRO6kgAAAACQCOaVJKnWbLnGfdfcHGQsfvbRMMgs4clUG9WLZXJT/nX+0h222nb6KWddd/etU6ZNTbvV9yNHhF/3PvVIjeo19tphl/1337vA7maOTZy89Odv1KBBCW/VsEE8lUzMGVzDhzjIktn5zs37xbAhdz3+4BH9DirsJlNnTAsyM2/+Pwl6GElGL7ZVq1SpVaP4s7M2rFvSB7eEsrgxIRPefgAAAABAIphXkvJu+swZ0bhO7dolvFW1qlWjcf4J8/ruvMebDz59ycn/2WqzLgXGnGGg9cAzj29/4F4nXnz2Sj+z67TYFqhdq1YJb1WtSlFboNTK+utTk4aN++y0e7R48/13Df+50PPZzoht6uUzf8GC1GDa9KUBZ/26JSpBNqiX5a6kF3tKCV1JAAAAAEiErHUlo0hSWYFkqV6tejT+fdy4EibrYyf8EY3rrlJAllm71ip9d+kdfoWp55uD3n3jvQGDPv8k/9R6r77z1uBvhj56453Nm5TozLErQnwLjJswoYS3Gjt+6RaoU147cy2arXr/1bc0adT46x++/e7H4cHiE/b+5/8ufuKWuwtMo6tXW3ra3tWaNb/s9HODZdR69TVTg/g2Hzdh/IKFC4qt+c6YNSuAssjbDwAAAABIhKylktExQWUFkqVOLFMMU8Mw4GnWuEmxtwrzy2hcdFMtjCf37LVz+DVtxvSBHw0a9MXHgz77ZPLUpVNRhv/iJTddc9ul1wYrSZ1aS7fA7+PHlfBWY/4YG40b1K0blD+tWqx271U3t2j6d5x8xenn73XMwWE0GI6HDf/ulgfuPvGQI/PfJNwZonG4qTdq3yGvcl6wXJo0bBTFMOH3sX/8sdqqzYu+ydgJJX1wIVl0JQEAAAAgEbJ5BldlBZIoTHdqVl86J9/ocb+X5Faj/1i6WgnPnxnGn7tvv+M1Z138wZOv3HvVTR3WWS+6asCH74/6fUywkrRs0SIa/zZmdAmfwr+M+i0a169bPyh/du+xYyqSDLVr3ebQPvtGV932yH3Dfvgu/03WbLl6NF64cOE3I34Illf4Ytuw/tJ5IkeVYL+NR+lQlkTxfAAAAAAAlGLmlaS8q1ixYsd27aPFMCAs9ibTZ874bMiX0eJ6bdaNxpOnTR36/Tevvvv2Iy88VdjNK1Wq1GXjzW679Jo6sebctz8uf0CVofVat61apUpqPH/B/AEfDSr2JoM++3jO3D9T48qVKrdbu01Q7p1w8JFrt1ojNQ4Tx9OvvPDPeXPT1qlda5XoFKyhHxaf9LVoCxYuuO+pR8M9asj3wyZOnhS/aoN1l+637378QdH3E952yHffBFAW6UoCAAAAQCLoSkLQYZ120fixF58dP6mYuRXvfOzBaIq+mtVrdttk89Q4DJB2OnSfvY455MSLzrrwv1f9Mvq3Iu6kYf0GHWKpUtqcfxUrZPO5WbHIg/V5lfPixc1bH7q32GfxLQ/eHY3DhLVueZ1XMq5KXt4VZ54X5SIjf/35+rtuzb/a+rGd7dGXngnzyyLvNXj61Rcv/9/14R619zGH7nBwn5mzl+4nvbbaNho/8fLzYSJexP08/vJz+ac1hbJBVxIAAAAAEkFXEoLdtutVqVKl1HjWnFl3P/5wEStPmTb1wWefiBa37dotjKNS48qVKvfstnV01dsfvhcU6buRS6tyLZqtGr8qus/Q3HnzgszkLalChuYtKODedt22ZzQe+v2won/y9z798IthQ6LF7bpsGbBYx3XaH7r3ftHifU8/+uU3Q9LW2WWbpZv62xHD737ioSLuMMy573z8wWhxrx13q1Vj6dmGt9miW+1atVLjcL+9p/C7mjd//qMvPBNAGaUrCQAAAACJoCsJwVqt1titxw7RYhgm3fHYAwWuOW7C+CPPOXX2nNmpxXCH32/XveIr9IzV1+587MGh3xd6zszHX3o2OiHnKjVr5j8JanhhahD+cxMmTQwyUL1qtWg8ZmwBExD23mGX1Vu0jBbPveayDz7/pMC7+mTIl2ddfWm02LxJ017dtwtY4oRDjmjVYrXUOHwxPOPKi2Yt2VtSumy82WYdN4wWb3ng7idfeaHAu5oxa+ZxF5z525jRqcVwZzugd5/4CjWr1zj18GOjxbufePjxl5/Lfz9hqn3JTdcW2wCG5NKVBAAAAIBEqBxkj64kyXXa4cd99OVnY8f/ESw+tH3NHTd//f23x+x/aJs11krVKMOI6IMvPr34xqvjc/uddOhRndbrEL+fzp023rpz14GLp2acPHXKficdecAefY/c96A6q9SO1vlj4viHnnvqnieWNjIP7L1P7dgckynNm676/cgRqfGZV118yF798vKqVKpYcZMOnYJl1Kxxk2h8w313hE/S+vXqh+P2bdZJde/yKuddfMpZB516TOqw/uRpUw854/iTDjlql+16rbakxPn7+HGvDHzz2rv+F510NLyfK868oE6+n3w5vP/ZxwefdlzJ1++26eb9++wflD5hAHzF6efud9JRqS0ZZopX3nrjJaf8J77OBSed2fe4Q1Pn7J0z989zrrl0wEfvHb3fIeuu3SZ8IMILh/888rV3337i5efjUeL5J5y+auOmaf/cPjv3fvWdtz8e/HmweDLL8669/Offft1/jz4tmjYLFlckh34/7Ir/3fD1D98GUHbpSgIAAABAImQtlYwiSWUFkqhhvfo3XnjFkWefGkaJqUtef29A+FW1SpV2rdeZOGXSqN/HpN2k6yabH7Xvwfnv6oozzt/zqAPH/DEuWFxTu+vxB+996pGmDRs1bdQkTInGTRyfVnzsvOEmR+x7UP77WWet1lEqOeizj8Ov1HjwywNrVq8ZLIu2a7aOxr+M/u2kS85JjW+95Jptl5x/dfMNNrrklLMv+O+VUej433tvC79q16rVevW1Rv72y9Tp09Lu9qRDjgxvFWTDuP9n7+5jJSvvOoCf2btYoTXALpQub+W9UFqQDS8VxJbWtNEaa1WsBiVWjaj9oxH9A1trbGnV0sVihKZN0FYotY2p9A+JIYbE14hvKe0CdQlraRUFll0KLBJ37971MCf79LnnzNyde++Zc8/vzueTm8m5M+fOnsw5zEyeL9/n2fVU+TP5/qeceHLRVxe//qJrf/Rdf/LFz1e/fuEv/vxtV77pew8tPlo669Wnb3v/h371xg+k0u19//C35c/GuY2vPfs1/7PryWY19r3vvu6ad/x4898q33I//oGPXPe+61Mr94//7K7yZ/Oxm07ZctLXHt2Rpv8tw+M3X/F9d997TwHrjq8fAAAAABBCazO4pjFBZQWCuvDc1939yTsuXdxELEOdLz/01Vokefzm4973nutv+9BNI6/2TUcf83s3/Haaf7UYltjKkPLfHvzK9h0P1wKnH3rLWz9x4035DKvJT//I1Wm1y9wj/7GzWKYfeNNbqvJczc5voBd83wAAEABJREFUfj3/9Sfe/o47bv5EmWbldz63d2955LVI8ryzzrn1gx/9pWveXTDK9b/wK2ke19INN9347PPP5Ttc9YYrv/CHt5+3eNre+QPzZbhYu0LKBLqMJN/zMz8/7t/afMyxn9l26+VbL83v3P3Mngce3p4iyfKKve3D207tcZQLq6ErCQAAAAAhWFcSvm3LK0/47C2fKvO2C849v/loeXm/8bIr/uC3fue+u+7+2R/7yZFRYuWyC7fed9eXfvGnrh1XaiyTy6t/8Ifv/uSdv//+D4/bpzyG23/3lny5x8qj33isWKbvevkrPn3TrW+46OLa/Tu/+VjtnksuuOieT3/+hl9+78gU8xVHvfydb3v7Z7bd9qVP3fnWK6+SAYxTzeOafn1q964bb91W2+c1Z5xVpuAf+40Pnnvm2SOf5Kgjj/q5q6/5q89+cYlIslKel9s/estHfv03m1dL+STXvvNd9/zRn166/Il/IQrrSgIAAABACJOGiPmQ38LCQrmxMHRgaH5+fs+ePfv37y/v37x58/HHH1/QG+kUHxxayFSn794d//Sxv/lcucOrjt50x3U3Fgw98vWdf33/3++fnx8UgxOOf+WZrz7tnNPPPOo7j1zWk+z+1jMP7nj4ub179/7v3uf37j3iiCOOO2bTlhNO+O7Xvn7j3KTzJ3/13x/a+Y3Hnty9qzxZm4859nsuuiTv4S3Lf/7349t3PPz4U0/s27fvqCOPvPC887eef+HIPcvL4/4H/vWBhx48WBycm5s7dctJZ5x62lmnnT75YTO5rz36yN/9yz+WF1u5fezRR5+65eSTXrXl5C0nVstMTm7+wPw/f+XLT+56ave39rzsO1526oknbX3dhWUmXXA4926//+a/vLPcOO7Io29+83UbG+YO2ZAZDBVaemuq/Fx74oknqu1nn32p1V2dsvL9dtzpK89XeVsoWQIAAABAt9oMGHQlWU/KDLL8KVanDBHfeNkVxepccO75I7ubK3DKiSeVP5PsWQ7ZX7710tq8oEzJeWedU5vNdWXKzPjyrZcUMGN8/QAAAACAENpMJa0rCQB0TOURAAAAAEKwriQAEJh1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oE7EFYiuJAAAAACEoCuJkVyARXyQxaIrCQAAAAAhtNaVTJGkiAuAuGrhlqyr/3QlAQAAACCE1rqSKZI0gNt/g6H81wKAhubbY+39kz7QlQQAAACAEKwrOdOM5ALkBoulOwtvlT2mKwkAAAAAIVhXcnalM5VGcv9vfn77fz1aAMyYx595Mm3nGWTKJmvBpE+6XhEbAwAAAEAIbaaSupIh1M5R3gd65oXnfu1zHy8AZlvtf7IRd/Wcrx8AAAAAEIKuJAB824YNG8oPsurWKpIh6EoCAAAAQAjWlZxF+ZyELw2+D9q8DADiGgzfGPNIsrbMpOirh6wrCQAAAAAh6ErOrnSmvv/si68646IDQ/NDCwsLBw5ZGDq4WGH8Fwgon5Q1t2FobqjcKLJsMv9DwWQ/OS8AAAAAEEJrqWSKJIVVfTZyUcnm0HwxDB2rPav7UzBZaKUAYTVTxvS+15QezbuSzadizfn6AQAAAAAhtJZKpjFBA7V9M3KsthlGph7k3NxceZvaQomiJLA+5JFkyh2rlmQqTdayyXz/gp7RlQQAAACAENqcwVVZIYRq3Dblx80B92pEvlgcSeaxZSGVBCKrvenldcna9sg8UjbZN75+AAAAAEAI1pWcIfmgbTpZtdyxerTaWFhYSA9VM7gW2cyuAHHliWMKIwdjZnOtxZP5kxT0gK4kAAAAAISgKzm7apFkmTtWs7bmj1bBZPWQRSWB9aHZeqxFkmkG10FD7RnoA18/AAAAACAEXcmZUGtJ5venlmTarj2UIkmpJLA+5NW6/H/OqHUl0/3NeLKgT3QlAQAAACAEXcnZUjtBeU+ouief1rUWSTbzSOcaCKSWWg1GrS5ZiyFreeQkT0v3fP0AAAAAgBB0JWfRoLEuWmpJlmewSiKrs1lbUbKQRALrxWDxUpG1ALKZUNbiSR92/eGMAAAAAEAIraWSKZKUWsWSFyKLQ42TKoms7smnby2yVNKJBsJZui5ZZJNXj9w47BOyJnz9AAAAAIAQWksl05igIdp+SiO2tdOUb6cAstpn3MSt6Q8LgFCWSBYH49UW3C2EkT3jpAAAAABACNaVnEXN/LgWQzbzSNO3AutPnmYtkU0WjT5lQZ/4+gEAAAAAIVhXcobkg7ZLnKyUUBYiSWBdS++BzWCyGDWzazFqXV7WnLQYAAAAAELQlZx1IxuT6TxaRRJY9w6bTRZyr37z9QMAAAAAQtCVnC21umSxeF3Jajs/j1JJYN2rpZLFmCSy9unmw64/ZMYAAAAAEIKu5MypnaP0a8ojazsXi5NLgHWpOTXrEpO1ekvsFV8/AAAAACAEXclZVOtB5r+msfiRySXA+rN04tj8UPMx1ze6kgAAAAAQQmupZIokxVdRNKPHaiOPJ5uPAsyCkW963gn7ydcPAAAAAAihtVQyjQkatA2klkTW7mwy5gusMxN+Zvlo6zNdSQAAAAAIwbqSvGRkPLnEbgDrnne8KHz9AAAAAIAQrCvJIuNOn9FeYL3ysRWdriQAAAAAhKAryUSM9gLQT75+AAAAAEAIupIAQGC6kgAAAAAQwoaiPcoKAEDHqi8evn4AAAAAQM/p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7XQlB0O6kgBAx3QlAQAAACCE1mZwTZGksgIA0JnUlaxtAAAAAAC90loqqSsJAHQv70rKIwEAAACgt6wrCQAE1qxIDjIFAAAAANAPq00l05DfwaFye//+/S+++GJqTOYdytZvq39i3DYzIm/ojrtOpn3hMSOaF1u+7Y2OaXDVLS19/VhiJvlaPOk/HwAAAABYE+10JVMjoRwNfH6o6Hw0c8Jx2+bxTOnYlj6eCY+tAyt+rdbkdevJiHnfDszF39ZxuviXe4Su/NaPrQNBr/wljrN2myvGZ5BdvuYAAAAAQLGydSVrA3m18cGDh5Z3Grc98jY9wyT/9MjbfHSyub36Y1vieEYe29LHM+GxLfd4WnndJnytRh5npW/ncbkv1PRetGIVh+fiL1bExd+HV6yYjbf9Vo5tucfTyuu2mit/Wa/bal6rSV63wWJFFlKm7QIAAAAAWCODCUc8024HhxYWFqrb0oGhp59+et++fQeXrDV0bHC4mkV/jqd5bB0f57KOrWO9Op40CF540Vo6njW5+J3HlR3JYY/KKzb58XjbX9mxVTuMO7YXXnhhw4YNc3NzG4eqjblDNgyVf1jdpmcYiCoBAAAAoBMrnME1H6Guft20adP8/HwZT+a3pSq2rPLLKsgsDkWbxSpaIADATBksLlmmiLFKHKvoMQ8dc7UnAQAAAAC6t6p1JfPBvrRdjgaWWWN1m9LH6qEykqx2lkoCAMsyWDwRa0olR2qGkbV7AAAAAICOTZpK1sqR+T21PLKKHqvttGe+Q55WAgBMrlaCTDFkmqa1dn91TwEAAAAArLV2upK18cGRu5X3V5O4akkCACuTT9LQrEvWssnB4ukc0jPkz1YAAAAAAJ1YSSqZhvDKZLGWRzZDxzySHLkDAMCEalljHkxWeWRzHtfanxQAAAAAwFpYdiqZT+Watqu4sVaUHBxa9mlhqLbSpFQSAMMnfiYAAAKzSURBVFiWvO+Y/09RVQCZUslUl6x+rf1toSIJAAAAAGthVTO4FofmT6tCx5E7pLSyGUkKJgGAyaXKY9EIJqvbWl0yfzR/BgAAAACgeytMJfNBvXwe11pXsjZxax5M5n9eAACM12w6DhrGTd9aNJaWbD4nAAAAADBty0gl03yt+SSuRTY4mJcmq7G/KrCstSTFkADAajTjxlSXrN0280hhJAAAAACsiZXP4Fob1MtrkcWhAmW6LRbnkc0NAIAlLFGXLIbfQ0YmlLX8sgAAAAAA1sjKZ3CtEsf8zjRTa3l/mVCm7SKLJE3fCgCswMj5V8eVJkfKn0RCCQAAAAAdW14qWZu7tRg/qDc3N1dbSFI/EgBoRR4uNnuTI/NIAAAAAGBtrWoG17TMZH5PcwnJ5i0AwGrk3ceRvclicVRZ6EcCAAAAwJoarCAmzP8kb0COyyDlkQDANIzMJotGTlmMWpYSAAAAAOjSYGVh4bhgcolfC8EkANCeZuJY2xBJAgAAAEB/DFacFNb+sLlspDwSAJi2kYnjErO2SiUBAAAAYE0MVpMXNv92XFQ5bn8AgJVZOnGURwIAAABArwxWnxSOfAYBJADQvXHRo0gSAAAAANbWoK34cMLnkVYCAKs3YcoojAQAAACAnhhMIyYUPQIAa0gYCQAAAAB9s7GYgnFDgdJKAKAtokcAAAAACGQqqeQ4Rg8BAAAAAABgBnWaSgIAAAAAAAAzSCoJAAAAAAAATJdUEgAAAAAAAJguqSQAAAAAAAAwXVJJAAAAAAAAYLqkkgAAAAAAAMB0SSUBAAAAAACA6ZJKAgAAAAAAANMllQQAAAAAAACmSyoJAAAAAAAATJdUEgAAAAAAAJguqSQAAAAAAAAwXVJJAAAAAAAAYLqkkgAAAAAAAMB0SSUBAAAAAACA6fp/AAAA//8kVJsVAAAABklEQVQDAPLZOBOLdEbYAAAAAElFTkSuQmCC"/>
</p:tagLst>
</file>

<file path=ppt/tags/tag6.xml><?xml version="1.0" encoding="utf-8"?>
<p:tagLst xmlns:a="http://schemas.openxmlformats.org/drawingml/2006/main" xmlns:r="http://schemas.openxmlformats.org/officeDocument/2006/relationships" xmlns:p="http://schemas.openxmlformats.org/presentationml/2006/main">
  <p:tag name="MCDIAGRAM" val="mcDiagram:25d9e851-f712-4f1d-accf-4ee7e2a76413:fb3557e2-df35-46f8-a8cd-4abe56c82ed5:0:1"/>
  <p:tag name="MC:BASE64" val="iVBORw0KGgoAAAANSUhEUgAADwAAAALhCAIAAABtlsaNAAAQAElEQVR4nOzdBVhU2d/A8cvMkIKIYiAKiooK2F3Ygd2N3V2rrrvm2mvnYivY3d21ttiBXYiiIJLDwHvk/ndeFoVFBR2Y7+fhmefcc+89t2aGG7/zG1V0dLQEAAAAAAAAAAAAAAAAAAAAACmBSgIAAAAAAAAAAAAAAAAAAACAFIIAaAAAAAAAAAAAAAAAAAAAAAApBgHQAAAAAAAAAAAAAAAAAAAAAFIMAqABAAAAAAAAAAAAAAAAAAAApBhfDoCOjo5OYBAAAABIZQwMDBIYBAAAAAAAAAAAAAAAgO74QgC0HO4c/Y/YlQAAAEDqow13NviHOPslBhoAAAAAAAAAAAAAAEA3xQ2AloOeIyMjQ0JC5HJUVJQcAiKP1QaCxFcGvpP2/faf5TjBSbwnkXyS/G3JWxTJKoF3Jl+e+Il0+btUbke8GhkZKZVKhUKhrZEAAAAAAAAAAAAAAACgY/4VAK2Ncg4ODvb19TU1NY2T+DmBIKof/6pd5x8TmJLIMB1d2Cc/hZ7vB53afD4mOvX20MH9IP08+vzpSEH74Sd+Y+jgnvkp2A8/cT9ERESkTZvW0NBQpVJpY6ABAAAAAAAAAAAAAACga76QAToqKkq8GhsbZ8+eXQIAAAD0g6+vb0REhFw2NDSUY/QJgwYAAAAAAAAAAAAAANA1Xw6A1mg0EgAAAKBPxJlwRESEgYGBQqFQKpXiVQIAAAAA6LHof/9IJgAAAAAAAIBk9VVZ6r4QAC3HQJPrDgAAAPomIiJCoVCoVCr5R1E4JQYAAAAA/SSHPsd+BQAAAAAAAJB85AgNbahGYgI2VJ9XRf1DAgAAAPSJWq02NDSUo595wg0AAAAA+in6H9rLQ64QAQAAAAAAgORjEItCoRCviUla968A6Nh38Uh3B0CfjRo1av/+/bFrihUrNnTo0Bw5ckgpx759+1xcXLJlyyYBABJH7gfIs20AAAAA0Fva0OdHjx5pNJrYiWf04VW7E75YTlbyOsQufLHMgfhhB4L9/1P2/+c+X8P46lP9EYmNT0Sq/0TE3tuf1+vhnk/4E/HD6NX+T/i4xPaDPxGfl/XwE/F5+Yft/8/r9XD/J/yJ+AE+X8P46vlEJN/+j6/M/v/x9GrPJ3xEdGT/x1evV5+I72RhYWFkZKRUKhUx/nP6L2SAjv6HBAB6zMnJqU+fPqIQFhZ28+bNjRs3Dh06dMOGDVIK8eHDh9GjR69cuVICACQa0c8AAAAAAHFVqNFoxBVitmzZVCqVBAAAdNjnsSaxy98cvaEjUTUAAAD4MZI1JpizykR69+5dRESEHPesPbdPeNd9+c4dexwALCwsihUrJpfLlSuXJ0+e4cOHP378OGUlgQYAAAAAAACQSHKf2KioKI1GIwqGhoYEQAMAAAAAAAA/Rnh4uBwALV4NYiQ8fbx37sh7BwCxiacd8uvRo0cXLVqUP3/+I0eOtGnTpmvXrhs2bNi9e/ejR49y5MjRsWPHypUriykfP368evXqEydOiK9jMfGwYcMyZ84s6u/cuTNnzpybN2+mT5++Tp06YnqlUpnIdfiqNqtXry5GtW/fvk+fPjY2NpMmTTp8+LDczuzZsx88eCBmEU2JcqlSpe7duyf+f5QoUUJsjqmpqQQAAAAAAADoKzkGWgIAAAAAAADwo4ibcmq1WqVSKZVKcXdOjoRO2H9PAQB6Liws7Pz580uWLMmTJ4+tra2oefLkSXBw8KhRo1xdXbdt2zZv3ryWLVvu2rWrSZMmv//++7lz58Q08+fPf/78+axZs6ZMmfL06VMxKCrfvn3bo0ePLFmybNmyRcy+d+/elStXJn5NvqrNgwcPildRdnd3T6BN0aCfn9+iGDdu3FiwYIEEAAAAAAAA6Cs5CbRGoyEGGgAAAAAAAPiRImMk/tYcAdAA8GXnzp0rFaNixYp9+/YVjz3Gjx8vjxJfsoMHD65SpUrevHm3bt3asGFDNze3tGnTNmjQoGbNmqtWrRLTvHnzxsbGxt7evmDBgvPmzWvevLmo3LJli6gZNWpUhgwZihQp0r9//9WrV8dZblBQUMA/4oz65jYTNmDAAIVCYWpq2qZNm7179/ILAAAAAAAAANBncgx0YnLMAAAA6LO3b98OGzasfv36rq6uvXv3Xr9+vTZOZfbs2f369ft8lvjqv1br1q3XrFkj/RA/clkAAAB6Tk5MIEevyffoEp5eFd8IAwMDCQD0mJOTU58+fURBpVJlzZo1Y8aM2lFGRkaZMmWSy8+ePRMXvdpRBQoUkDNAN23adPz48ceOHStVqlSxYsVq1qwpT3znzh1RE3tBr1+/zpw5s3awb9++t2/flsu7d++2trbWjvqqNk1NTaVESJ8+fbZs2eSyvb19UFBQcHCwubm5BAAAAAAAAAAAAADxGDt27NOnT2vVquXs7Cyeb65cufLChQvTpk1LYJaSJUvmzp1bAgAAAD4THR0dFRUV/Y/EzKJKoC0JAPSYhYVFsWLFvjgqdvaXyMjI2KMMDAzUarUo1K1bt1SpUufPn/f29l6wYMHu3buXLVsmxVzVd+jQIfYslpaWsQeHDRsWEhIil2NHP39tmxEREbHXKvZYjUajLSuVSm05ODhYAgAAAAAAAPQej0gAAAAS5uvrK55aioeVzs7OYrBixYoFChQYNGjQw4cPHRwc4purTJkyEgAAAPAlBgYGiQ99lpEBGgC+S86cOW/duiUnYxZu3LghasQX8eTJk+vWrVsnRq1atXr27PnmzZvs2bPfv3+/aNGi8nfs2bNnjxw5Urhw4dgN5s+f/4sL+to2Y0dmGxoahoaGajQaOdz51atX2lGiBT8/Pzmhtbe3d4YMGUj/DAAAAAAAABADDQAAkAD5WaR4TCkHQAulS5desGCBNsGTWq2ePn36gQMHFApF5cqVhw4dKipnz5794MGDOXPmiMLz58/F48ugoCDxlLN69erNmjWTvsnevXvXrFnz+PFj8ZS2U6dOlSpVkpcuFnHhwoWXL1+KJ6FlypQZMGCASqWaMWOGv7//27dvfXx8xo0bt2jRovLly1+9elU85LWxsWnXrl3t2rUTWNaGDRt279796NGjHDlydOzYUWxXAvVJuI0AAAD4IkV8I7i1BwCJ0bp1661bt4rr6g8fPmzfvl0UmjZtKq5g379/P2vWrOvXr7948WLHjh22trbp06dv1KjRq1evJkyY4Ofnd+7cuUmTJokpY+dgTsDXtmliYiLFxDSLsU5OTqI8d+7cS5cuLVmyREwWu+Xx48f7+vqKUeLWgLgpIAEAAAAAAAB6jzQxAAAACciWLVvjxo3Fo8n+/ft7eHgcOXJErVYXK1Ysbdq08gSXL18ODg7+9ddfxePUbdu2HT9+PE4LJ06cKFq06OLFi0eNGiWeYIoWpK93+vTpsWPHurm57dq1q1WrVqNHjxaPR0X9qlWrRE2HDh3EQ1V3d/dNmzZpV+Do0aNFihQZOnSoi4uLGPT09BTPW8VkVatWnTJlysePH+NbltiKefPmtWzZUrTcpEmT33//XX7qGl99Um0jAAAA4hNvADS39gAgMWrWrDlo0CAvL6969eodPnx43Lhx1atXF/XiUj88PLxLly7iyv/JkyczZ85UqVQZM2YU1/8vX75s3rz59OnTxSxyX+dE+qo2xShRnjFjxrp166ytrcXdh507d4pVvXfvnmhB26ahoaGDg4NosE+fPg0aNGjatKkEAAAAAAAAAAAAAAkaNmzY5MmTjYyMli1b9uuvvzZp0uTEiRPasdmyZRs1alSlSpXc3d3z5cvn4+MTZ/asWbO2bt1anrJWrVr79u2LM0HAPz58+BDfOointC1bthTtWFpaurm5iYeeq1evlhsXz21FjZWVVcOGDXPlyvX8+XN5Fhsbmx49eoiHvGIWMVi7du1q1aqJsmgnLCzswYMH8S1r69atoinRZtq0acVzVdHCqlWrEqhPzDYCAADge6jiG0EGaAD6TFwPxzeqcozYNQ1jxJnM1tZWXG9/Pru4vF+wYIH0Tb62zd9jyOWKFSsePnxYO6pdu3ba8oAYEgAAAAAAAAAAAAAkmvzkNDg4+NKlS1u3bv3ll1/EU8tixYpJMbG/2slMTU1DQ0PjzOvk5KRQ/C9nn729fZwU0WL6mjVryuUcOXKsX7/+iyvw9OnTy5cvr127VluTLVs28erm5ubn57d58+Y7MXx8fKpUqRJ7Aq1MmTLJBQsLC/EaHh4uxePZs2dyNLOsQIECcqbn+Or/cxsBAADwnVQSAAAAAAAAAAAAYiFNDAAAQAKOHj16+/btXr16iXKaNGlcY7Rp0+b06dNyAPR//uq4UqnUloODg7WBwjJTU1NtBihjY+ME2hELLVeuXJxmZ86cuWnTpsqVKzs7Ozdq1Gjq1KlxJtCKs9wETgIjIyNjD4oNVKvVCdRL/7WNAAAA+E4EQAMAAAAAAAAAAPzLf4bsAAAA6LN37955eXnVqlXLwcFBromIiAgLC8uQIUMiW7h9+7a2fO3atfz588eZQA6kTpidnV1oaKh2ytWrV4uzuMKFC+/atatLly4dO3aUYgKUfX19pe+WM2fOW7duafNS37hxQ9QkUC8lYhsBAADwPeLtXsatPQBI9VxdXU+dOiUBAAAAAAAAAAAAQKLVq1fP0dGxV69e27dvv3Tp0vHjxwcOHPj27duqVasmsoWnT58uWLDg/fv3O3bsuHDhgru7u/T1WrVqtXXr1nXr1gUEBGzZsmX+/PlWVlaiPn369A8ePNBoNGFhYVOnThVLiYiIkL5P69atxbL27t374cMHsdWi0LRp0wTqk2obAQAAEJ94M0Dz424AAAAAAAAAAAAAAACIw8jIaOHChevWrdu3b9/du3dtbGyKFi3aq1evLFmyJLKFggUL3rlzp1atWmnTph03bly+fPmkr+fq6jp27FgvL6/58+fnyZNnzJgxNWrUEPWDBg0aOXJk2bJlM2TIUK9evQYNGty/f1/6PjVr1gwNDRXLmjx5cqFChcQ6y9He8dUn1TYCAAAgPgaxA52joqI0Gk1ERERAQEB4eLi9vb0EAAAA6IdXr14FBQWliWFqairu3iqVSn4XBQAAAAD0h3hiIh6UqNXq0NBQX19fBwcHlUolAQAAIKnNnj37wYMHc+bMkVIvfdhGAACAJOTn5xcYGGhiYmJubq6N2VAoFAnMQgZoAAAAAAAAAACAf6FDLAAAAAAAAKDL4g2A5tYeAAAAAAAAAAAAAAAAAAAAAF1DBmgAAAAAAAAAAAAAAAD8IP3795dSO33YRgAAgJ9LJQEAAAAAAAAAACAW0sQAAAAAAAAAuowAaAAAAAAAAAAAgH8xMDCQAAAAAAAAAOiqeAOgubUHAAAAAAAAAAAAAAAAAAAAQNfEGwDNj7sBAAAAAAAAAAAAAAAAAAAA0DVkgAYAAAAAAAAAAPgX0sQAAAAAAAAAuowM0AAAAAAAAAAAAP9CmhgAAAAAAABAl5EBazA96gAAEABJREFUGgAAAAAAAAAAAAAAAAAAAECKQQZoAAAAAAAAAAAAAAAAAAAAACmGSgIAAAAAAAAAAEAspIkBAAAAAAAAdBkB0AAAAAAAAAAAAP9iYGAgAQAAAAAAANBV8QZAc2sPAAAAAAAAAAAAAAAAAAAAgK6JNwCaH3cDAAAAAAAAAAAAAAAAAAAAoGvIAA0AAAAAAAAAAPAvpIkBAAAAAAAAdBkZoAEAAAAAAAAAAP6FNDEAAAAAAACALiMDNAAAAAAAAAAAAAAAAAAAAIAUgwzQAAAAAAAAAAAAAAAAAAAAAFIMlQQAAAAAAAAAAIBYSBMDAAAAAAAA6DICoAEAAAAAAAAAAP7FwMBAAgAAAAAAAKCr4g2A5tYeAAAAAAAAAAAAAAAAAAAAAF0TbwA0P+4GAAAAAAAAAAAAAAAAAAAAQNeQARoAAAAAAAAAAOBfSBMDAAAAAAAA6DIyQAMAAAAAAAAAAPwLaWIAAAAAAAAAXUYGaAAAAAAAAAAAAAAAAAAAAAApBhmgAQAAAAAAAAAAAAAAAAAAAKQYCgkAAAAAAAAAUpRGjRq1atVKSgaPHz82iMXIyChPnjxNmzZ9+/Zt7MmOHz/u7u6ePXv2XLlyde7c+erVq3L98uXLxVzHjh2LPfH169dFO4sXL5YApBykiQEAAAAAAAB0GQHQAAAAAAAAAPAvs2fPPhpj586dbdq0OX369ODBg7Vjhw0bVq1atYwZM86fP/+XX37x8/MrUaKEp6enGNWxY0cxqkePHuHh4drpxWCFChW6du0qAUg5DAwMJAAAAAAAAAC6ShXfCG7tAQAAAAAAANBPBQsWrFSpklyuWbOmnZ1djx49/vrrL1NT02PHjk2dOvXIkSOVK1eWJxCj+vTp069fv1q1amXMmHHRokUuLi6TJk0aM2aMFJMT+noMCQAAAAAAAAAAJJF4M0Dz424AAAAAAAAAUpagoKBhw4Y5OTmlS5fOzc3txo0bonLIkCF169aVJ9i8ebOBgcHZs2flwcKFCy9fvjwxLWs0GjlnxPTp09u2bauNfpaJSpVKJSeBzpkz58iRI6dOnfrw4cO3b9+OGDFi0qRJ9vb2EgAAAAAAAAAASCLxBkCTARoAAAAAAABAytKvX7+dO3cuWrTo/v37+fLlc3V1ffv2ba1atY4fP65Wq8UEJ0+eNDQ0lAOgX7586e3tLcYm3OaFCxemTp3aqlUrExMTMShadnZ2jjONsbFxhQoV/v77b3lw8ODBYul//PHH2LFjnZycevXqJQFIaUgTAwAAAAAAAOgyVXwjuLUHAAAAAAAAIAUJCgpasWLFtm3bypcvL8VkZd63b9/ixYsHDRoUFRV1+vTpSpUqnTx5snnz5nIA9MGDB0uXLm1jY/N5U7ETPFtZWdWqVWvevHlSTB7ou3fvfnGWdOnSPX78WC4bGhp6eHiULVs2TZo0Fy9eJNkEkBLxyQUAAAAAAAB0WbwB0NzaAwAAAO7fvx8YGPjxH8HBweJVzh0IAACAn8XV1fWL9eLkTbyWKlVKHlQoFCVLlrxz546xsXHNmjWPHz/u7Ozs4+MzY8aMli1bigmOHj0aX/rn2bNnFyxYMCIiYtq0aeIMcNmyZXL6Z6VSaWRk9O7du89nefbsWcaMGbWDJUqUqFSpUtasWXPnzq2tFK1JAHReVAzxDWBqasqzEgDQW+K/QLp06dKmTWtpaSkKuXLlkk8IAQAAAAA6ggzQAAAAQFy3b9++fv361atXM2XKZGVlZW5ubmFhYW1tnSNHDvHMQ6lUSgAAAPh5YscZfy52tKIoh4eHi0KNGjXWrl1boECBsmXLlitXLjg4+M6dO4cPH960adMXGylYsGClSpVEoUyZMk5OTt27d1++fLlCoRA11apVEyeKcab/+PGjqBw2bFjsSpVKZWhoGLumXr16EgAdFh0jMjJSfHW8f//exsaGC0AA0FshISHif8GHDx/u378vCk+ePClSpIg4mcyTJ48EAAAAANABKgkAAABAjKdPn/r4+Dx69MjOzq5o0aJNmjSxsLCQAAAAkELkypVLvJ4/f16OM46Ojr5w4UKzZs1EuW7dur1793Z2di5fvrxKpRKv8+fPDwsLK1myZMJtihNCMWWDBg0KFCgwZMgQUTNw4MDq1av36NGjTJky2sn+/PNP0Zo4gUy4tbx580oAdJj43oiKilKr1aGhob6+vg4ODuIbQwIAQJICAgJOnTq1ePFiU1NTcTYoziclAAAAAMBPxZ07AAAAQPLx8Vm/fr2ZmVmRIkVatmwpHmMYGRmR6AsAAECXvX379tixY9pBKyurQoUK9e7de9iwYaKcN2/eyZMnP3/+vH379mJstmzZnJ2dly9fvnfvXjFYoUKFcePGtWrVKna66PjUr1+/devWf/zxR5s2bWxsbKpVqzZlypQqVar069evfPnyAQEBos1t27aJxnPmzCkBSC0S8/0AANAf6dKlqxvjwoULW7duvXv3btu2bY2NjSUAAAAAwE8SbwA0t/YAAACgD169eiWeWAQEBNSsWTNt2rRp0qSRAAAAkBIciqEdrFWr1t69e6dNmzZmzJhOnTp9+PChevXqx44d0wYli8G7d++WLl1aigmADgsLq1GjRiKXNX369J07dw4dOtTT01MMioKjo+PixYuXLl2aLl26KlWqXLp0KX/+/BIAAABSuxIlSri4uKxatWrSpEm9evXKlCmTBAAAAAD4GQyio6O1A1FRURqNJiIiIiAgQDwAyJEjhwQAAACkUu/evdu+fbuPj0+9evVKlSrl6+sbFBSUJoY2AzTdAgEAAABAf4gnJuJBiVqtDg0Nff36dc6cOVUqfkgTAPBlJ06c2Lt37+DBg62trSUAAAAAwPfx8/MLDAw0MTExNzfXxmwoFIoEZol3HKEeAAAASMWuX78+ZswY8Uj7999/L126NGe/AAAAAIDYYqePAQDgc66urm3atJk/f764xygBAAAAAH64eAOgubUHAACA1Orw4cMeHh41a9bs1auXqampBAAAAADAv9FRFgDwn1xcXEqUKCHuNPJsHQAAAAB+PDJAAwAAQI+IRxGrV6/evXt3r1696tSpIwEAAAAAAADAt6pdu7aRkdGmTZskAAAAAMCPRQZoAAAA6Au1Wr1gwYKHDx/++uuvTk5OEgAAAAAAAAB8n86dO9++ffv8+fMSAAAAAOAHUkgAAACAfvjrr7/E67BhwzJmzCgBAAAAABA/0sQAABLJ2Ni4W7duGzdu/PjxowQAAAAA+FEIgAYAAEDqp9Fo5s2bJ167d+9uZGQkAQAAAACQIAMDAwkAgMTJkiVLuXLlNm7cKAEAAAAAfpR4A6C5tQcAAIDUQaPRLFq0KDIysnfv3iqVSgIAAAAAAACAJFW7du379+/fu3dPAgAAAAD8EPEGQPPjbgAAAEgFoqKiFi1aFBoa2rt3b0NDQwkAAAAAAAAAkpqRkVHbtm09PT0jIyMlAAAAAEDyIwM0AAAAUq3o6OilS5d+/PixT58+RD8DAAAAABKPNDEAgK/l5OSUPXv2ffv2SQAAAACA5EcGaAAAAKRO4oR2xYoVAQEB/fr1MzIykgAAAAAASDTSxAAAvkGLFi2OHj3q6+srAQAAAACSGRmgAQAAkArJ0c+vX7/u16+fsbGxBAAAAAAAAADJzNLSsm7dul5eXhIAAAAAIJmRARoAAACpkHjG8PLly/79+xP9DAAAAAAAAOCHqVSpUlhY2N9//y0BAAAAAJKTQgIAAABSl3Xr1j19+nTAgAGmpqYSAAAAAABfjzQxAIBvY2Bg4O7uvmXLlpCQEAkAAAAAkGwIgAYAAECqsm7dunv37g0YMCBNmjQSAAAAAADfxMDAQAIA4JvY29sXL1588+bNEgAAAAAg2cQbAM2tPQAAAKQ4mzZtun379sCBA4l+BgAAAAAAAPCzNGjQ4ObNmw8fPpQAAAAAAMkj3gBoftwNAAAAKcuuXbu8vb0HDRpkYWEhAQAAAAAAAMBPYmxs3Lx5c09PT41GIwEAAAAAkgEZoAEAAJAa7N+//9y5c4MGDbK0tJQAAAAAAPg+pIkBAHynokWLpk+f/uDBgxIAAAAAIBmQARoAAAAp3pEjR44fPz5o0CArKysJAAAAAIDvRpoYAMD3a9u27cGDB9++fSsBAAAAAJIaGaABAACQsp04ceLAgQODBw8m+hkAAAAAAACA7hB3LGvUqOHp6SkBAAAAAJIaGaABAACQgp04cWLPnj2DBg3KkCGDBAAAAAAAAAC6pFq1ah8+fLh06ZIEAAAAAEhSCgkAAABImc6cObNr165BgwZlypRJAgAAAAAg6ZAmBgCQJJRKpbu7+8aNG8PDwyUAAAAAQNIhABoAAAAp0vnz57du3Ur0MwAAAAAgORgYGEgAACQFBweHAgUKbNu2TQIAAAAAJJ14A6C5tQcAAACddf78+U2bNg0YMCBLliwSAAAAAAAAAOiwRo0aXbp06cmTJxIAAAAAIImo4hvBj7sBAABAN12+fHnDhg0DBw60tbWVoPNiX1lwlQEAAAAgjtjZWMjMAgBIrczMzJo0aeLp6TlixAiFgl9pBgAAAIAkEG8ANPcZAQAAoIOuXbu2evXq/v37E/2cIsgRz9GxSAAAAAAQi0Es4pJBd55NcP0CAEhapUqVOnPmzNGjR6tWrSoBAAAAAL4bGaABAACQYty6dWvlypV9+vSxs7OToPPka4qoqKigoKDw8PDYwdDSDyfHUiSmHCfqIjFl6IhEHtn4XuWJOeIpAp9ofcMRT90Sc3zjG8sRT4n4ROub/zzKglKpNDExUfxDd44pby0AQJJzd3efMGFC0aJFraysJAAAAADA9yEDNAAAAFKGW7duLV26tE+fPjlz5pSQQkRHR0dFRQUGBoqCoaGh9E+Eyo98lddErMYXy7Ejq7Qh2l+sT7j8U/zgPfk9+//HSPhIJeY1Me1I7PkfJYF4KflTLG9pwuXYr4mZ/tv2c6rZ5zIdfD9/fqTkVY1Oyd/hsX3+btepb5Lkfrcn/hglyRFP4LtFl/d8qqFT+znh/Z8KpJR3uEajiYiIUCqVKpVK+icbtAQAQCplbW1dtWrVDRs2dO/eXQIAAAAAfB8yQAMAACAFuHv37pIlS3r16kX0c8oS9Q8rKysLCwsJAAAAAGIJCwsLDAyMiIiQQ6INYhJCSwAApF61atUaO3bsrVu3nJycJAAAAADAd1BIAAAAgG7z8fHx8PDo3r177ty5JaQc0TE0Gk2qzF8IAAAAIElERUWFh4dHRkbK1w66k5yFNDEAgOSgUqnc3d29vLwiIiIkAAAAAMB3IAAaAAAAOs3Hx2fhwoVdunTJmzevhJRD+5P0UVFROhXEAAAAAECniIsFtVodGRkpXztIOhN5TDdOAEAycXR0zJMnz65duyQAAAAAwHeINwCaW3sAAAD46R49erRgwYLOnTvzi5ApkRz3HBUVJXF9AQBJQXyjVqhQwYF9YjMAABAASURBVMvLK079oUOHypUr9+HDh/bt269YsUJKIn/++efQoUMlPRASElKqVKlr165JAICfQfyDU6vVGo2GzpMAAP3RrFmzs2fPvnjxQgIAAAAAfKt4A6C5yQgAAICf6+nTp/PmzevQoQPRzyla9D8kAMD3USgUlStXPnLkSJz6gwcPlitXLm3atA0aNChUqJCEr2RoaNi5c+dMmTJJAICfJCoGVw0AAP1hbm5ev359T09P/v0BAAAAwDcjAzQAAAB00dOnT+fMmdOmTZuCBQtKSOHEgxyuLwAgSdSsWfPmzZuvXr3S1oSEhJw6dapWrVqi3Lhx4yJFikj4SoaGht26dcuSJYsEAPgZtKHPutZzkog0AECyqlChgng9efKkBAAAAAD4Jqr4RnBrDwAAAD/Lixcv5syZ07p166JFi0pI+QwMDLi+AIAkUbp0aSsrq4MHD7Zr106uOXz4sImJiaurqyi3b9++cuXKHTp0ePz48erVq0+cOKFQKPLnzz9s2LDMmTNPnTr1zZs3f/75pzyjdmK1Wj179uwLFy68fPkyU6ZMZcqUGTBggEqlkr7enhg3b950cXHp3bt3vnz5ROW5c+dWrVolKtOnT+/m5taxY0fRuFi3+fPnFy5c+PTp06GhodWqVWvVqtXYsWPFmpcoUWLEiBHp0qUT04gVK1Wq1L1798LDw0V9165dTU1Njx49umjRIrFdR44cadOmjajcu3fvmjVrxLw5c+bs1KlTpUqVxHK/uBPEspYvX37s2DGxK/LkydO9e/dixYqFhISIXbF48eKCBQsGBwcvWbJEzPX27VuxFQMHDsydO7e8u8qXL3/16tUbN27Y2NiI/V+7dm0JAJAUxBe1pJOPJOjGCQBIbu7u7jNmzBC3QM3NzSUAAAAAwFciAzQAAAB0i6+v76xZs5o3b070c2rC9QUAJAmlUlmzZs0jR45oaw4ePChq4sQrz58///nz5+L/6ZQpU54+fSoGE2hz1apVu3bt6tChw44dO8TT902bNh0/flz6ert3754wYUL16tVFC3ny5OnTp8/79+8fPHgwePBgJyenrVu3Dh8+fPv27YsWLZKnf/z4sdicFStWDBgwYNu2bWJsr1691q1b9+7dOw8PD3kasRV+fn6LYty4cWPBggVy/ZMnT4KDg0eNGuXq6nr69OmxY8e6ubmJrWjVqtXo0aO9vb3j2wliNfbt29e7d29PT09zc/MxY8bE2Qox8YkTJ37//XcxZY4cObp27Sq2Qh4lZmnUqJHYS1WrVhWTffz4UQIAJAV6SwIA9JatrW358uU3bNggAQAAAAC+XrwB0NxzBAAAwI/n6+s7c+bMRo0alSxZUkIqwvUFACSVWrVq3b59+9WrV6IcGBh44cIFURNnmjdv3tjY2Njb2xcsWHDevHnNmzdPoMGsWbOOGzfOzc3NysqqYcOGuXLlev78eXwTBwUFBfwjzqgdO3bUrFmzQYMGGTJk6NevX7ly5V6/fr1z506xGr179xaNi3/u3bt3X716tUajkWdxd3e3trauV6+emKVatWolSpTInDmzmNHHx0fb7IABAxQKhampaZs2bfbu3RsVFSUqRQuDBw+uUqVK3rx5vby8WrZs2bp1a0tLS7EVjRs3FouIbye8fftWTCbmypYt2x9//DFmzJjIyEjtsoKDg/fv39+nT58iRYqkT59eLEKs9pYtW+SxtWvXFispZheLCwsLe/DggQQASAr0lgQA6LM6deqIK6B79+5JAAAAAICv9C2/ZwoAAAAkBz8/vxkzZjRs2LBs2bISUhdiGgAgqeTPnz9HjhwHDhxo3769eM2SJUvBggXjTNO0adPx48cfO3asVKlSxYoVq1mzZgINurm5iX/BmzdvvhNDPHqvUqVKfBP37dv39u3bcnn37t3W1tbaUc+fP69WrZp2cOzYseJ18eLFLi4u2kqxqpGRkXKAtVKptLGxkesNDQ21TalUqtDQULmcPn36bNmyyWV7e/ugoCBfX19RNjIyypQpk1z/9OnTy5cvr127VrsUeZYv7oTatWtv3769cePGRYsWLVSokNh2sbiIiAhtU+K1QIEC8qBCoXB2dn78+LE8qF2ihYWFeA0PD5cAAElBZ3tL0o0TAPADiKubtm3benp6jh49Os5v+wAAAAAAEsZFFAAAAHSCv7//jBkz6tatS/RzqkToAAAkITc3tyNHjrRv3/7QoUPiX+fnE4jKUqVKnT9/3tvbe8GCBbt37162bFmcvijaNMwzZ87ctGlT5cqVnZ2dGzVqNHXq1AQWPWzYsJCQELkcO/pZiglc/uIssZcrl9VqtRQTXiz9F6VSqS0HBwdr54ozb5s2bcqVKxdnri/uhNy5c4uCqLx27ZoorFmzZuPGjWZmZvGtgFhhbXh0nIXyrw0AkorO9pakGycA4MdwcnLKli3b3r1769WrJwEAAAAAEi3eR03c2gMAAMAP8/79++nTp9eoUcPV1VVCasT1BQAkITc3tzt37ty7d8/b2/vzAOjo6OhJkyb5+vrWqVNnxIgR06ZNu3Xr1ps3b4yMjOQYYiEyMtLPz08u79q1q0uXLuPHj2/VqpWjo6OcYjk++fPnL/aPOKPEA3uxVtrBdu3a7d69287O7ubNm9rK69evq1QqbVLn/yRWW7ueYmMzZMiQOXPmONOIRYSGhmrXSqyD2N74dsKGDRv27dsnzjf69Omzbt26qKioCxcuxN4E8apdYdGIKOfIkUMCACQnupQAANCyZcsjR44kfDkGAAAAAIgj3gBo7jkCAADgx3j//v2MGTMqVqxYpUoVCakU1xcAkIQyZ85crFixCRMmFClS5POAYAMDA/G/ddasWdevX3/x4sWOHTtsbW3Tp0/v7Ozs7e29bdu2CxcujB49OjQ0VJ5ejHrw4IFGowkLC5s6daqYV5vz+Ku0atVq//79u3fvDggIWLp06ePHjwsUKNC8efNHjx7Nnz9fNCuW+9dff9WvX9/ExCTxzY4fP97X1/fSpUtr1qzp1KnT5z1qxHK3bt26bt06sdwtW7aIZVlZWcW3E6KiohYsWHDs2DExdvPmzWJL8+fPr23KwsKiYcOGc+bMuXLlyrt372bOnPn27dsv5tgGACQheksCAGBpaVmvXj0vLy8JAAAAAJBoZIAGAADAzxQYGDhjxozSpUvXrFlTQurF9QUAJC3xf/POnTvx/ffs379/eHh4ly5dGjdu/OTJk5kzZ6pUqmrVqrVv337q1KmjR4/OmjWr9lcXBg0a9Pfff5ctW1ZMbGVl1aBBg/v370tfr3z58r/++uuaNWvq169/6dKluXPn2tnZ2djYLFiw4Nq1aw0bNly4cGHTpk0HDx6c+DYNDQ0dHBzEivXp00esmJj982nEhowdO3b37t316tXbtWvXmDFj3Nzc4tsJooVixYoNGzasVq1aYlXF3oiT4FnsjYoVK4pGWrRo4e/v7+Hhkfh81QCAb6OzvSXpxgkA+JEqVaoUFhZ29uxZCQAAAACQOAaxb+FFRUVpNJqIiIiAgABxfcVPfAIAACBZBQUFTZs2rUCBAl+MZ/rBXr16JdYnTQxTU1MjIyOlUknY7jcTFxri+iIyMlJcWbx588ba2trCwkICACDRTpw4MWLEiFOnTkkAgNRLXC+8ffs2PDxcvhYzMTExNDRUKBQ/61pMvpBRq9WhoaGvX7/OmTOnSqWSAAD4IZ48eTJ37txx48aZmZlJAAAAAKBn/Pz8AgMDxR1Cc3NzbcyGuFWYwCxkgAYAAMDPERQUNHPmTB2JfkZy4/oCAAAAwBeRaBkAAJm9vX2JEiU2b94sAQAAAAASId4AaO45AgAAIPkEBwfPnDnT0dGR6Gc9wfUFAAAAgC+ityQAAFoNGza8efPmw4cPJQAAAADAf1FIAAAAwI8VGho6a9asnDlztmzZUoJ+IKYBAPC1XF1dT506JQEAUjud7S1JN04AwI9nbGzcrFkzT09PjUYjAQAAAAASRAA0AAAAfqjQ0NDZs2fb2dm1bdtWgt4gdAAAAADAF+lsb0m6cQIAfopixYqlTZv2wIEDEgAAAAAgQfEGQHNrDwAAAEkuPDx89uzZmTNnbtu2LSeceoXDDQAAAOCL6C0JAEAc7u7uBw8efPv2rQQAAAAAiF+8AdDccwQAAEDSioiImDNnToYMGTp06EA4rL7h+gIAAADAF3F5CABAHNbW1jVq1PD09JQAAAAAAPEjAzQAAAB+BLVaPW/ePHNz886dO3OqqYc46AAAAAC+SGd7S9KNEwDwE1WvXv3Dhw8XL16UAAAAAADxIAM0AAAAkp1arZ4/f76pqWm3bt0UCoUE/cP1BQAAAIAv0tneknTjBAD8REql0t3dfdOmTeHh4RIAAAAA4EvIAA0AAIDkFRkZOX/+fJVK1a1bN3HjXoJe4voCAAAAwBfRWxIAgC9ycHBwdnbeunWrBAAAAAD4EjJAAwAAIBlpNJq//vpLFHr06EH0sz7j+gIAAADAF9FbEgCA+DRp0uTy5ctPnjyRAAAAAACf4ffHAQAAkFw0Gs2iRYsiIyN79+6tUqkk6DFiGgAAAAB8kc72lqQbJwDgpzMzM2vUqJGnp2dUVJQEAAAAAPg3AqABAACQLMRN+UWLFoWGhvbu3dvQ0FCCfiN0AAAAAMAX6WxvSbpxAgB0QZkyZUxMTI4cOSIBAAAAAP4t3gBobu0BAADgm0VHRy9duvTjx499+vQh+hkS1xcAAAAA4kFvSQAAEta2bdvdu3e/f/9eAgAAAADEEm8ANPccAQAA8G3EmeSKFSsCAgL69etnZGQkAVxfAAAAAIgHvSUBAEhYlixZqlSp4uXlJQEAAAAAYiEDNAAAAJKSHP38+vXrfv36GRsbS0AMri8AAAAAfJHO9pakGycAQHe4ubn5+fl5e3tLAAAAAIB/kAEaAAAAScnLy+vly5f9+/cn+hmxcX0BAAAA4It0trck3TgBALpDpVK5u7uvX78+IiJCAgAAAADEIAM0AAAAksy6desePXo0YMAAU1NTCYiF6wsAAAAAX0RvSQAAEsPR0TFXrlw7d+6UAAAAAAAxyAANAACApLFp06Z79+4NHDgwTZo0EvBvXF8AAAAA+CJ6SwIAkEgtWrQ4c+bMixcvJAAAAACAJKkkAAAA4Ltt2rTp+vXrQ4YMsbCwkIDPENMAAACQ5Ohjhp8rqU7ydfadzEcMAKBrzM3NGzRo4OnpOWzYMO62AQAAAAAB0AAAAPheu3bt8vb2JvoZCSB0AAAA6BSlUil9PY1GI+kA7ZmVXOBECz+FgYGBeO/JoVffGYCls/FbBJYBAHRQhQoVzpw5c+LEiYoVK0oAAAAAoN/iDYDm1h4AAAASY//+/efOnRs0aJClpaUExIPrCwAAgCShDXoWoqKiov8hAT+KQSwKhSJ2JPS34Q0MAEDiif+57u7uM2bMKFy4MPdjAQAAAOi5eAOguecIAACA/3TkyJHjx4//8sthfJx7AAAQAElEQVQvVlZWEhA/ri8AAACSijizCn3x4k779nLUKSda+ClyTJxoXqSIUqlUxJC+A70lAQD4Kra2tuXKldu0aVPnzp0lAAAAANBjZIAGAADANzpx4sSBAweIfkZicH0BAADw/bSJnzVqdeSHDxbOzqZ2dhLwY0W89Q+4cD4sONhYrZZiTvXlKPxvPufX2SB+ehcAAHRW3bp1x4wZc+/ePUdHRwkAAAAA9BUZoAEAAPAtTpw4sWfPnkGDBmXIkEEC/gvXFwAAQNdkj3H69Glt1Kavr6+Njc3Zs2dLly4t6TA5BloUMtaokaVhIwn4sQIuXgi4cF6tVkdGRoqPj0KhMIghfSud7S1JN04AgM4yMjJq27atp6fn6NGjVSqVBAAAAAB6Kd5fpuPWHgAAAOJz5syZXbt2DRo0KFOmTBKQCFxfAAAAHXT27NkFCxZIKcr/MkBrNBLwU6nV6oiICPFWFG/I7+zuSG9JAAC+gZOTk62t7Z49eyQAAAAA0FfxBkBzzxEAAABfdP78+a1btxL9jK/C9QUAANBBRYsW/f3331+9eiWlHNEx5AzQwE8UGSMqhvR96C0JAMC3adGixdGjR319fSUAAAAA0EsKCQAAAEi08+fPb9q0acCAAVmyZJGARCOmAQAA6BpxftK1a1cHB4ehQ4d+PjYoKGjYsGFOTk7p0qVzc3O7ceOG9ENEhYX95zQEQEMXaGLI6Z9l0rfS2d6SdOMEAOg4KyurOnXqeHl5SQAAAACglwiABgAAQGJdvnx5w4YN/fv3t7W1lYCvQegAAADQQUqlctGiRWvWrDl27FicUf369du5c6cYe//+/Xz58rm6ur59+1ZKfk+mTXu1erXEuRN03vfHPWvpbG9JunECAHRflSpVwsLCzp49KwEAAACA/ok3AJpbewAAAIjt2rVrq1ev7tevH9HP+AZcXwAAAF0jx24WK1asd+/ePXr0CA8P144KCgpasWLFpEmTypcvnzFjxunTp2fOnHnx4sVS8gt79uzpzJl3+vSJ/PAhvmnoWoZUhrc0AADfTKFQuLu7b968+ePHjxIAAAAA6Jl4A6C55wgAAACtW7durVixok+fPnZ2dhLw9bi+AAAAOmvixImBgYGTJk3S1ty/f1+8lipVSh5UKBQlS5a8c+fOszlzbnfv7r9vn3ZK9Zs3IffuiVcpiUTE5JkOPHfueqtWH65ckQA9QG9JAAC+h729ffHixbds2SIBAAAAgJ4hAzQAAAD+w61bt5YuXdqrV6+cOXNKwDfh+gIAAOgsc3PzWbNmTZo06d69e1Ks85bYJzCiHBEREezj8+HSJU1IiLb+7b5911u3vuzmdq548YuVKnk3avR0xgzt2KjQ0OBbt8JfvZISTe3vLxciXr++3b3788WLJY1GAlI1ne0tSTdOAEBK0ahRo+vXrz98+FACAAAAAH1CBmgAAAAk5O7du0uWLOnZs2fu3Lkl4FtxfQEAAHRZixYtqlatOnDgQCnmvCVXrlyicP78eXmsqLlw4ULevHmz9+iRY9gw80KFtDMqjI2NMmeWy5qPH8OePVO/f68dG+Ljc6Ndu6v16p0rXvxC+fJX69e/3aNH7OV+vHlTzKKJ9XvlsctSVNQLD49b3btro6KBVElne0vSjRMAkFIYGxuLE1pPT08NfecAAAAA6BNVfCO4tQcAAAAfHx8PD4/u3bsT/YzvxPUFAADQcfPnz3dxcZHLlpaWvXv3HjZsmJWVVd68eSdPnvz8+fP27dunsbNL4+QUe67MzZuLP1EIf/Ei3Nc3/NUrI2tr7dioyEiT7NnDnj37VA4LC3/5Ms5Cb7Zvry0bZcxomD795ysWdPXq9Vatco0bZ1m6tASkRvSWBADg+xUvXvzkyZP79++vXbu2BAAAAAD6Id4AaO45AgAA6DkfH5+FCxd26dIlb968EvB9uL4AAAA6LmfOnL/++uvIkSPlwWnTpo0ZM6ZTp04fPnyoXr36sWPHxAQJZNQztrUVf3Eq0xYpUmjrVlGIePMm/NWriFevotRq7VjNx49p8uVTv38v/qIjIsQ04u+LjavfvbvTu7cqXbqcv/2W1tVVAlIXeksCAJAk3N3dJ06cWLJkSetYXfIAAAAAIBVTSQAAAMBnHj16tGDBgi5dujj9O8Ud8G2IaQAAALrmWUxi5th+jyGXTUxMJseQkoJRxoziTypYMHal0tzcxctLLkeFhMiR0Dc7dPhyEwYG6oCA8NevJSDV0dneknTjBACkLNbW1tWqVfP09Bw4cKAEAAAAAHqAAGgAAADE9fTp03nz5nXo0IHoZyQVQgcAAAASoDAzMxZ/n+WQlqUtVSpzkybGWbMa2dhIQKqjs70l6cYJAEhxataseSFGiRIlJAAAAABI7eINgObWHgAAgH56+vTpnDlz2rRpU/DfCeqA78H1BQAAwH96sWhRnJp0FSrYduli7uwsD0ZHR2s0GglIXegtCQBAUlEqle7u7gsXLhS3do2NjSUAAAAASNUU8Y3gniMAAIAeevHixZw5c1q3bl20aFEJSDpcXwAAAN0R4esr6aSwly//VzIwSF+tWoG1a/POnKmNfgZSK3pLAgCQhBwcHAoUKLB161YJAAAAAFK7eAOguecIAACgb3x9fWfNmtW8eXOin5HkuL4AAAA6IjIg4HbPnpJOUr99KykU1m5uBTduzDN5slmePBKgB3S2tyTdOAEAKVTjxo0vXrz45MkTCQAAAABSNTJAAwAA4BM/P78ZM2Y0atSoZMmSEpDUuL4AAAC6QBMcfLtXr7BnzySdlK5cucJbt+b64w/THDmk5DGoomsbezvtX9/SpSa0bPHo2rWE54qOiprXp0/3QgXHNmksfaWzO7b7JUXwjee4sXMSjFy/dOBAlwIuUqKd37OnR5HCUrJZO2nitE4dJSSCzvaWpBsnACCFMjc3b9y4saenZ1RUlAQAAAAAqZcqvhHc2gMAANAfcvRz3bp1y5YtKwHJgOsLAADw00Wr1Xf79Qu5d09pYRH88KGJvb2kY7K0aiUlv0otWpRr9CmOOToq6vndu8c3bZzbt8+fhw4rDQ3jm+XJrVtnd+5oOWy4U7mvu14IDgyc17fvxD17JSB+9JYEACDJidu8Z86cOXLkSLVq1SQAAAAASKXiDYDmniMAAICe8Pf3nzFjRu3atV1dXSUgeXB9AQAAfj4DAwMTEwMjo3zz5ulg9PMPY21r61SmjFx2LleucJXKgypWvPX32QIV4r0cCP34UbzW7tZNqVJJQFKjtyQAAMmhbdu2U6ZMKVasmJWVlQQAAAAAqRE3rAEAAPTa+/fvp0+fXqNGDaKfkayIaQAAAD+dgUqVf/78jzdumDs7S/g3AwOFXDizfdu+pUuf+/hky5OnQe8+xWrUOL11y4IBA8SodrkcWg7/1a1z53WTJ904c8bv6dMMNjaFKlZs9esIOXv06W1bT2/d6nP5Su5iRVv8MtTe2blbwQKifkRttza/j6zdteuNU6d2L1rkc/WKpbV1+UaN6vXspVSpLh04sHnWTIeCBc/t2VO7S5dClSqNrFdv1MZNeUuWjG9tD6/2OrVly7O7d9NYWuYuXKTN77+nt7GRR4n2D65aqYmMdC5Xrv2YsaYWFqLyyc2baydN8vG+ms7aukKTJmK5CqVS21p4cPCOhQsvHTzw7uUre2enJgMG5itdOs4SfR892jpn9o3Tp8VpbYEKFdr89ru5lVVwYKDYwOZDh+5btkys/y/LV1zcv/+Qp6dYUJ7CRczSptXO/sUViLPhjfr1/89V8rlyRSzr5ulT1rbZ6vXsWbJ27fjWLezjx87OTs2GDLl+8qQ6PNw2Tx7RfiY7OzH9B3//tZMminqNWl20WrXWv/0udqP0U+lsb0m6cQIAUrQsWbJUrlzZy8urb9++EgAAAACkRgoJAAAA+ur9+/czZsyoWLFilSpVJCA5EToAAAB0hLmLi4R/+L944TV+fMbs2fPFRBt7Hzu6cODAcg0bzT1ztlanTgsHDbx/6VK5Ro1/W7dejF314GG9nj13L150fNOm+j17zj51uk637vtXrLh86JAYe2rLlsXDhpWuW2/a0aN2+fJPdm8b9O7domvXxaiJe/bW7tr1xb1707t0zlmgwIxjxzv+Mf7Y+vVbZ8+WV+P5vXuhQR+7/zmtaLXqVpkyNx00KEPWrPGt893z55eNGFHQ1XXa4SOdJkx4dOO6WCV5VOiHDzdOnfpt7bres+fcPXd+9YTxojLwzZvxrVpaZ7OdcfRY1ylTT2/btsvjr9gNijU5s3178yG/jN+1yyxtWo8hQ+IsMSI0dEa3rsEfPozauHH4Kk//ly9n9uiuHXv54MFO4yfU7NBBbODMbl1dypefdfJk0erV/t61U54ggRWIveH/uUqvHz+a0KqlVeZMUw4crNWpozg6N0+fTnjdTm7ePOAvj3Hbd6SxtJzTq5dcObN7N99Hj35ZvmLs1m0f3r2b3+/nR0TpbG9JunECAFK62rVr+/n5eXt7SwAAAACQGsWbAZpbewAAAKlbYGDgjBkzSpUqVbNmTQlIZlxfAACAn+X5ggWqDBmytGghIcamGTPEn1w2NDbOVaTI4CVLVUZGYnDPosVuXbrU7NRJlMs2aPjk1q29S5fmKVYs9uwZs2XrNXNWkapVRblSixaHPD1fP3kiyic2bSzXsKFrs2ai3HL48MC3b969emWdLZt2xuObNtrmztP8l19E2blcuSYDBi79bUTjmNzSGrW67ciRVlmyyFM26j8ggfU3UCg6/PFH9XbtRTld5sxFq57wjVkBKeacs/PEiWKhGbNnr9+7t+cf4zqOn3BkzeqsDg5dJk8RE6S1tm7164i/Bg+q36u3tsH3r19bWKXL4eycPmvWHtNnPLpxQ6yPnNNadvP0ab8nT0au32CRPr0YFE0Ncq1w9/z5bHnzisEaHTqUcHMThQ1//pmrcOG6PXqIsli9aydOREdFiXICKxBnwxNepdPbtmWwsWn92+9iM8s1avzulW/Q+3fxrZu9k5MYbNCnr1zfqF//7oUKigMaHBj44MqVhZcup0mXTtT3nDGzW8ECz+7cyZ4vn/Tz0FsSAIBkolKp3N3dly1blj9/fqOY8z0AAAAASE3iDYDmniMAAEAqFhQUNGPGjEKFCtWtW1cCkh/XFwAA4Kd4tXr1i2XLRMGiUKE0PzXEU3dUatGiXKPG4vzswr59f+/e1XXylCw5c8qjfJ8+uXH61G4PD+3EtnnyxJm9bIOG7319j6xe/fjmzcc3rj+6fq2EWy1R//rJk5K1a2sn6z5tungNDgzU1vg9eZK7SBHtYJ5ixdRhYX5Pn4qycZo0nwcBx8exeHF7J6dzu3Y98L765Oatu5cu5i9VWh6VwdZWG3LtULBgeHCwWFXfJ098rlxpY28Xu5F3r15py+UbNz66ft0A1wou5cqJtSrXsFHs6OdPu+XJE7GL5EhiIZOdXYZs2V49fCgHU+CBwAAAEABJREFUQGe2zyHXP719K6dLAe1cDgUKPIjJtpjACsS34V9cJbGHcxYoqO1YWC8mo/PepUu/uG5yAHTuwoXl+jSWlmLnPL11SxMZKf66FSoYe3EvfO7/3ABoeksCAJB8HB0dc+fOvWPHjqZNm0oAAAAAkLqQARoAAEDvBAUFzZw5s0CBAtz1xg/D9QUAAPjx3uzc+XTmTFGw7dSJ6Gcta1tbpzJlRMGpbNk3z5/N7dP719WrzdNZyWPr9exVsGJF7cSqf4cCC2smjD+walWp2rUdChas3LLlyjGj5XqlSvWfi459TigX1eHh4lWhVEqJdunAgZnduoqVzFuyZP3eva8cPvTC58H/1uGzdoxMTcVrocqV63bvEbs+jaWltpwtb945Z87eOnv2/qVLp7Zs2bt4ydTDh9NlyhRn1f81JNY8IlwuK5QK6b/EtwLxbfgXV0kciwhN+Bemjn/dlKr/bz84MNBA8WlV02XO3Hv2nNizZHVwkH4qne0tSTdOAEDq0KxZs3HjxpUpU8bW1lYCAAAAgFQk3puz3NoDAABIlYKDg2fOnOno6Ej0M34kri8AAMAP9u7w4YfjxolCpiZNssXkysXnOv4x/s3TZ38NHiwPZrGzDw8NcSpTRv57cuvWo2vX4sxyYtOmJv0H9Jw5q2bHTnZOTm9fvJDrM9vneHLjpnayUQ3qn966RRErNjdzjhwPrl7RDvpcuWJoYpLJzk76Sqe3bi1UufLQlasa9O7jXK7c+9d+2lHvfH1Dg4Lk8gNv77TW1mkzZMhibx/g55e/dGl5ozSR6r937jQ0NtbOdchz1dmdO4tUrdp86NBJe/dFSdG3zp6JvcQsOXL4PnoU9O6dPPj2+XPxlzVX7jgrlrNAQTnls+zRjRv/m/2/VuBzX1ylTPb2j2/e0J5Xe44bu2rsmITX7eE/h+/JzZtizzgULCgaCfTzy5orl7wy2fLkObp2rToiQvqpdLa3JN04AQCpg6WlZf369T09PblBBwAAACCViTcAmlt7AAAAqU9oaOisWbNy5szZsmVLCfiBuL4AAAA/kubjR5+RI6Xo6Ay1auX89VcJ8chga9t82NArhw5dOnBADNbq3PmQp+eBFcs/vn9/dO3atZMmWmRIH2cWy4wZn9+/F6XRRISGrho9+r2vrzr8U/hsrY4dTm3benrrFjHv9vnzXvj45C5SxMjMTJwH3r144e3z59Xd2z27d2/Dn38GvXt38/TpTdNnVG7Z0tjMLE77osGts2eJ6eNbZ4sMGd48fx7y4UN0dPSx9ev/3rUz8p+Ex+rw8KUjRnzw97915oxYB7fOnUVl5Zat/J4+XTZihGj5xsmTy0b8JlYpduplsS0b/pwq9oBYsSNr10aEhOR0KRB7iYUqVcqaK5fHL0NeP3n84v79xUOH2jk55StVKs6KVWvb9p3vK7HyHwPeH1mz5sbp03L9f67A5764SpWat3j/+vWGqVPFBopRR9ety1OkSMLrtnnmTJ8rV/yePFkzYULZBg2z5s7tVKZM7qJFZ/fq+eTmzRf37s3v318czfRZskg/FcFYAAAkN1dXV/F64sQJCQAAAABSETJAAwAA6Ivw8PDZs2dnzZq1bdu2EvBjcX0BAAB+JKW5ed6ZM60qVco9dqyEBFVt0zanSwGvP/5Qh4cXqVq195w5p7Zs6Veu7InNm3rPml22QcM407cdOfLa8ePuDjkHV6lskSFDtbbuT+/cFvWFKlfpPHHS3qXL+pcvd+fvc8NXeWbOkVOpUlVu1XrlqFEHVq6wzpbttzVr71++NLCi66aZM6qKy5KRoz5fn/d+rzfNmOH/8mV8K1yvRw+FUtm1gEtnZ6e7F863Hzfu2d27GrVajLLJlSuzvf2wGtUXDx1aqUWLut17iMp0mTOPXL/hzbNnQ2tU9xr/R8Xmzdr9+10h9oBTmbIzunbpUaTw3mVLBy1eItqJPYFY3C/LlpuZm49p1Gh2r57Z8+UdsXqN2LQ4K2aZMePgJUuOb9zYp2TJiwf21+3WTa7/zxX44kH5fJVE+2IH+ly9Mqii69Y5czr9Mb5M/QYJr1vhKlWmd+k80LWCmWXablOnypWDFi3OZGc3rUvn8a1aZsqefdjKVUpDQ+mnorckAADJTfy3dXd337FjR2BgoAQAAAAAqYVB7ECEqKgojUYTEREREBAQFhaWI0cOCQAAAKlCeHj4nDlzrK2tO3TowNPlL3r16lVQUFCaGKampkZGRkqlkn31zcSFhri+iIyMFFcWb968yZgxo7m5uQQAAIDvIE6x5Pu3QY8ePW7f3mHgwCwNG0nAZ8I+fuzs7DR267bcRYtKSS3g4oVbgwebDh1qWapU7KsnhULxDa3J1wviXS1fi5mYmBgaGoqmfta1mHwho1arQ0NDfX19HRwcVJ8FuwMAkEJt2rQpICCgS5cuEgAAAADoHj8/v8DAQHGH0NzcPJF3Hb/ljiQAAABSFvEsec6cOenSpSP6GT8LGaABAMAPEPr4ceT79xKAFEVnr1K5fAYApDL169f38fG5d++eBAAAAACpQrwB0NzaAwAASB3UavW8efPMzc07d+7MOR5+Ft57AAAguUX4+t7u2fNmly7EQAMpC70lAQD4MYyMjFq2bOnp6RkZGSkBAAAAQMoXbwA09xwBAABSAbVaPX/+fFNT027dun3b7xEDSYLrCwAAkKzU797d6t5d/eZNdGQkJx6Aibn56idPcxctKqUE9JYEAOCHKVy4cKZMmfbs2SMBAAAAQMpHBmgAAIBUKzIycv78+SqVqlu3bkqlUgJ+Hq4vAABA8tEEBd3u0SP8xQvDjBmdPDwM06eXUrWIiIgPHz5IQGqhs50W6E0BAEiV2rZte/ToUV9fXwkAAAAAUjhVfCO4tQcAAJCiaTSav/76SxR69OhB9DN+Oq4vAABAMokKC7vTp0/ow4cqS0unv/4yypJFSvk+fvwYGBgYFBQUEBAgCh8+fJAHxasYpVKpspuaFpeAVEJne0vSjRMAkCpZWVnVrl3by8tryJAhEgAAAACkZPEGQHNrDwAAIOXSaDSLFi2KjIzs3bu3SqWSgJ+N6wsAAJB8DFQqhZlZvoULTeztpZQgKipKjmaWI5u1Be2gkZGRpaVl2rRpLWNYWVnlyJFDFCwsLMzNzZVKZdCjR4937pSAVIHekgAA/GBVq1Y9d+7cmTNnypYtKwEAAABAikUGaAAAgNQmKipq0aJFoaGhffv2NTQ0lAAdwPUFAABIJgoTk3zz54f4+KRxdJR0Q1BQUHCMkJCQ4H/EDnQWE1hYWKSNYWlpmS5dusyZMzs6OmoH4zuNF+dUGo0mIiJCAlIReksCAPCDKRQKd3f3uXPnFixY0NzcXAIAAACAlIl0gAAAAKlKdHT00qVLP3782L9/f6KfoTuIaQAAAMlHYWJi7uIiJTNxjh0nrFkuiPqQGHIhNDTUzMwsTQxtQciZM6c2qXO6dOkkAP/Q2d6SdOMEAKRi9vb2RYsW3bJlS7t27SQAAAAASJkIgAYAAEg9xNPZFStWBAQE9OvXz8jISAJ0BqEDAAAgaT2ePNncxcW6bl3pO4hTlNDQUDmIWRTkEOfYaZu1ZTHW1NT087DmTJky5cyZM3alKND1C/gqOvuR4bMMAEjdGjZsOHr06IcPHzo4OEgAAAAAkALFGwDNrT0AAICUJTo62svL6/Xr1wMHDjQ2NpYAXcL1BQAkn/Dw8Dt37jx9+lSO0QwJCYmIiJCAVC385cvwV6+kGzfSXLsmGRlFxRDnw3EK8Q3G/oyYmpqamZmZm5ubxRCFNGnSWFtb29vbxw5r5pfBgeRDb0kAAH4Kca7bvHlzT0/P33//XalUSgAAAACQ0sQbAM09RwAAgJTFy8vr6dOngwYNIvoZOojrCwBIcv7+/ufOnbt165avr2+ePHns7OxsbGxMY3AygNTt3eHDvhcvikKW5s0zVKtmYGCgUCjkV60EBuUyv5cC6A56SwIA8LOUKFHi1KlT+/fvr127tgQAAAAAKQ0ZoAEAAFKDdevWPXr0aPDgwaamphKge7i+AIAkdPr06b///tvPz698+fKNGjXKlSuXBOiNNzt3vl+61EaSsnbokL1nTwlAyqezvSXpxgkA0Afu7u4TJ04sWbKktbW1BAAAAAApChmgAQDQU/yvT002b9587969AQMGmJmZ6eeRJbhW9/GdAwBJ4smTJ8uXLzcyMqpSpUqJEiX4kWLoG/WbNw/HjhWFTE2aZO/TRwKQKujsBR1XmgAAfWBtbV21alVPT8+BAwdKAAAAAJCikAEaAAD9oo1BlAuEJKYC27Ztu3XrVr9+/dKkSRMVFSXpmdhnrZzB6jKODgB8v4sXL65bt6558+YlS5aUAL1kmDFjnsmT3x8/nvPXXyUAqQW3JgAA+Llq1ar1999/X7hwoUSJEhIAAAAApBxkgAYAQI9og56joqKiY5GQYh0+fPj27ds9e/Y0MTFRq9WSPpEDahUKhcE/JKJsdRhfNQDwPSIjIzdu3Pj+/fvRo0dbWFhIgB5LX62a+JMApCJcxwEA8HMplUp3d/fFixc7OzubmZlJAAAAAJBCqCQAAKBPoqKi7lwOWD/3YexKAhNTKI1GExYm7khXnzPokaR/xDPyqKhox0IWzfrkEPfoFTEknp3rKo4LAHyzyMjIhQsXOjg4tGrVSgL0Usj9+8Y2NkpzcwlAaqSzNyW4WwIA0B+Ojo4uLi7bt2/nwhMAAABACkIANAAA+kKb7zk8VB34NiKnk6W5hZEEpGR3r74LCogQDA0NVSqVNg80dBChAwDwbaKiojw8PPLnz1+NlLfQV2HPn9/p1csoU6b8Hh7EQMu0J72vd+0KvHJFAn4s9bt3Usyv8cg/yCN9N529juMCEwCgV5o0aTJmzJiyZcva29tLAAAAAJASxBsAza09AABSn+jo6KioKI1GI8pVG+XIkc9SAlKyWUMviPezWq2WYk5fxdN38SbnPFY3cVwA4BuI/2vLly83MTEh+hl6K+LNm9vdu6vfvzfMkCE65kIGMpWRkSpz5rDAwNCAALmnqwT8EOLE/tNll7W10sREGwP9nZ1ReQMDAKALzM3NGzVq5OnpOWLECPmn9gAAAABAx8UbAM09RwAAUh85AFqQgNRCvJ8jIiLEHXlR4AxWl3F0AOAbbNy48c2bN8OHD5cAvRQZEHC7e/eI169N7OzyLVyosqQD5ydyxz/DzJntVqwIDQ0NCwsT58MajYbzYfwAcqCzSqUyNDQ0NjYWBTkGWvo+9JYEAEBHlCtX7uzZs4cPH65evboEAAAAADqPDNAAAOgXAqCRmsgx/Wq1Wjx91wZ8kARaN3FQAOBrXbx48dy5c7///rsE6CVNcPDtXr3Cnj5VWVk5eXgYWllJiCEHQCuVSpVKZWxsLGpEgQs9/DDiHaiMYWRkJC7EROE70z9LOtxbkk4FAAA91LZt2ylTphQvXtyKM3AAAAAAOo8M0BbQ1LwAABAASURBVAAA6Ivof0hAKqLNa87bW8dxdADgq/j5+Xl5eXXr1o1HztBbn8J8DQ2V5uafop8zZpQQi5yCVz6/UiqVkZGRpH/GDxM7BF8mBr8zAFpne0vSjRMAoIeyZMlSqVIlcUHat29fCQAAAAB0GxmgAQAAkILJAdDa6GfSP+ssjgsAJJ5arfbw8BCPnJ2cnCRAXynMzPItWBD24oWpg4OEf8jnVAqFQh4UBY1GY2hoSG9A/DByvmdFDDkVtBwA/T0n/Lx7AQDQKW5ubmPGjLl69WrhwoUlAAAAANBhZIAGAEDv8F8eqQzRHikCxwgAEm/jxo1mZmb16tWTAP2mTJMmjaOjhM/I4adSTAC0UqmUOCXGj6WNgdYWpO9Db0kAAHSKkZFR27ZtV61alT9/fmNjYwkAAAAAdJVKSmax77xzFx4piPa2u67df+dzpFd4+6UmPMwDoOf4GgSARLp06dKVK1dGjhwpBzUC+ubh2LGWpUtnqFlTQjzEaZX8syfiW0IUtLGnXLPjx4hz1zT26zfT2XcvHysAgN5ycnLKlSvXzp07mzZtKgEAAACArkreAGjtD5HH/lFyCdB52hv3OhUGHfsDFbsGqU+cnw3VqbdfnFck7POngMT/AdBb/OMAgMTw8/Pz9PTs1atX2rRpJUD/PJkx483OneLPvGBBYxsbCfHgMhM6Iqnefjr7NubzBQDQZ82bNx83blyZMmVsbW0lAAAAANBJ8QZAf/+tPTlMMyoyNOj5VjncISoqSk5PQvQDdJY2WlFpksksUxVFDG1mHennkT9QQaHq0HC19M+n6aevFZKW/N0ov+Ws05pof0tUF95+4jVSE/X+Y7j2vScKEs+B4qc9mkqFQXqL/z+aEgDoK74DAeA/qdVqDw+PypUrOzo6SoD+eb5oke+aNaKQY/hwop8TiVMspA48LwAAQAdZWlrWrVvX09Nz2LBhnHYCAAAA0E3xBkAnyT1H0Yg6/N2bSx0kIKUxsiqjSldepVIpY+hC9HNUVNSETTf2X3klQQ+cmVBZ+Q9duK8k3n6PfD80m3ZawlfKnsF0w+Ay8s+Xyz9MzI1CAPqJmAYA+E8bN240MzOrX7++BOif15s2vVi0SBSy9eqVmV/ZBvQMt0oAANBNlSpVOnfu3PHjx0VBAgAAAADdk1wZoKP/ERkZGdOc0jxjaQlICSIj3ocF3NJoNGr1p1zLBjHk4MWfSA6AFkyNVe2q5JWQev19x9f7kX9ERIShoaH89vu5mYO13+dyyueKBbLmy2YlIXH2XXoaqVaHh4eLoyn9830iAYBe4gsQABJ26dKlK1eujBw5ki9M6KHwV68eT54sCjZt2th26iQB0DM621uSbpwAAD0nrk/d3d2nTZtWpEgRS0tLCQAAAAB0TDJmgJaj5eR2DBSq7KVmS0BK8PH1qWfnB4i3bkREhBSTsVUQgz89CbT8gTI1UjZ3zS0h9Xr3MUwOgJZibi3JOYN/7jtQG38vyiXyZHYrYSchca499n/y6r04mvKh1MayE9QCQA8ROgAACfDz8/P09OzVq1fatGklQP8Y29jknjAh8O+/7QYOlADoH529T8INHAAAbG1ty5Ytu3Hjxi5dukgAAAAAoGMU8Y1Iklt70dHRGo1GAlIg8daNiIgQr9o4/p8YtSPn3xUr89PjsPFjiAMdHh4eGRkphx3rQsQY3+ffTO5NIR9Ngv8A6DPOYQAgPmq12sPDo0qVKo6OjhKgrzLUrOkwerQEQC9xwwQAAF1Wv359Hx+fW7duSQAAAACgY+INgE7aDNBAShQZGRk7APpn0YZf82nSK5Ex5Kh36WeTv88JgP42Ytep1WpNDD7IAPQZX4AAEJ+NGzeamZnVq1dPAvRM8O3bUSEhEgC9R29JAAB0mbGxcYsWLby8vMRzKwkAAAAAdIlCSmZRUVESkAJpI/h/evpnLUIn9Yd46qMNvuegp3TiaGozeXM0AegzYhoA4IsuXbp05cqVrl278j0JfRPy4MHtXr1u9+xJDDQAnb1hwp0cAABkRYoUsbGx2b17twQAAAAAuiTZA6B5gIcUKvrfpJ9Np1YGP0Ds1OPE36dohD4DgIxvQgD4nJ+fn6enZ9euXdOmTSsB+iTs+fM7PXpogoKi1GpOEgDo7EMEnm4AAKDVtm3bY8eO+fr6SgAAAACgM+INgObWHqCD+GACKY742Orb4/w9Ww+Xy19f+1e9WHP3en3mTVkWez+EBIeu/GtDL/dfa5RoIV43ee6KCFfLoyb+NrtOubaB74Nit7l13d5KBRs/8nn6n0tfMG3FLz3/kL7P6WMXqhZtmvjpW9TqHnuTG1Xu2LfDb3du+CQ8l/+b97u3HJZ0xnfueeA/cRoDAHGo1WoPD48qVao4OjpKgD6JePPmdvfu6vfvTezs8i9YoEyTRgKg3+gIAQCA7rOysqpVq5aXl5cEAAAAADoj3gBo7jkCAIBvNnfFBPnv98kDC5d0Wbdy+67Nh+RRj3yedWjU/+iBM1Vqlhs9dYhLobxeSzf1bvdrSHCoGNt7SCelQjHvz2XapgLeffCYuapDzxY5c9tJuqpu0+ry9s5eNr51x8ZBgR9HD/lTrY5MYJY1S7ecPXFB0hkpdM8jBeH6AgDi2Lhxo5mZWb169SRAn0QGBNzu3j3i9WujzJnze3io0qWTAOg9eksCAJAiVK9ePTg4+PTp0xIAAAAA6AYyQAMAgKRXtFQB+a9i9TKDR/ao1aDyvh1H5VEzx3vY5bBdvH5a07Z1y1Uu0WtIhznLJzx7/MJryWYx1tLKovcvHfdsPXz53HV5+gXTl2fJmqlt169IyfzjZbHJKG9v8TIFm7WrN37W8OdPXl05f0NKOVLonkcKwvUFAMTm7e195cqVrl278vUIvaNQGKhUhlZW+T08jDJmlABAh3tL0o0TAIDYFAqFu7v7li1bPn78KAEAAACADiADNAAA+BEUik/BPTe87146d63PsM6GhirtKLuctu26N9+xYb+cMrlm/cplKhSbOd5Do4m6cv7Gvu1Hf5s0QKVSxmlQHRG5atGmnq2H1S3nPmnk3IB3H/6pV8+ZvLS+a/tGlTvOmrhYO/2BXSe6thhcvVjzri2GnDxyTlu/f9fxId3G1irVakj3sfdvP4yzlJV/bahdto3P3ceiPLzPhMFdx0hfuclio5bNX9uqds8aJVqIRTzyeSYqly9Yt27l9qP7z9Qo0VIMdmg8YOOqnfJcIcGh5fLXFztKlLs0H7xg2orWdXo2qdblQ0BQ95a/rFi4XqyDaKpDo/5izT9faPDHUDFLm7q9RMtiygf3nsj1iZk3vj0fX5uJXG0JiMH1BQBo+fv7r1y5smvXrmnTppUAPaNKm9Zp8eJ8f/1lki2bBAAxdLY7EP2UAACIw8HBoWjRops3b5YAAAAAQAeQARoAACQjjSbq8N5Th/eerOpWQQw+f/zSyNjQ3sE2zmRFSxZ4/y7w8YNn8uCgkT18X73Zs/Xw7EmL23Vvnidfzs9bnjneY9emA537tvFY96f/m/cjB02R6y+cuRryMeSXMb2at2+wbd3e00cviMqzJy+NHz6jRp1Km48sa+Ze/49hM65fvSPq9+84OmXk3Mq1yq/ZvTBX3hwDu4zWBlIL2zbsW71084xFY3PnzSEGq9SqUL1uRem/+L56O3fKUhvbzIWKOYvBpfPW7Ni4v++wzhv2L3Z0ytW/428fP4Z07NWyZfsGlWuWPXBhXcKt7dt+pE3npl37tkmbzkIMrl66pW7TGpsOLa1Uo+z0sQtEU3GmnzVx0elj54eO7bN+n4edQ7be7sO1W/Sf88a35xNoM5GrDUhcXwDAPzQajYeHR+XKlR0dHSVAL6ksLc1y5ZIA4B/0lgQAIAVp1KjRjRs37t27JwEAAADAz0YGaAAAkPTK5a8v/7m6NJw/bXmrjo3qN6sh6l+9eJ0pi/XncZAWlubiNfD9/8Jqs2bP3KlPqzmTFkdFRbfr1uzz9sNCI/buONKxV8viZQraZs8yZGQP0WxIcKgYlSNXtuHj+1aoUqpVh4b5C+R5eO+xqFy3fFuL9g2atauX1tK8Rl3Xhi3cNqzcIer3bD1co07FOo2rprdO13NQ+7KVir95/VasnsJAcezAmbmTl0xdMDKfS255oWLGWg0qf3F7l8xdo93kVm7dP34MmbLgd0MjlToicv3K7b+M7l22YvF06dN269/Wxjbzvm1HpESrULW0WD3tct0aVqlcs6zYiiZt6wZ/DH3k8zT2xKJGbFGPge0LFXOyymDZd1gnsV07N+5PzLzx7fmE20zkagMS1xcA8I8NGzYYGxvXrVtXAvRHVJTPr78GnDolAcCX0FsSAIAUxMzMrFmzZp6enhqNRgIAAACAn0olAQAAJLW5KyaI1/fvAhfN8ixXuWS3/m3lemMT47d+/p9P//rlG/GaLr2ltqa5e/2F01Y0c69nZGz4+fR+vm8iwtXa0OQstplGTh4ol21sM2snMzMzDQ4JE4XnT19dPOu9ZtlW7aicubOL12dPX1WqWU5bOWJC/0+Nv/YPDQ0fPfhPYxMjm+xZpESo27R6zbqVoqOjjx86e3Tf6eHj+mTPkVXU+770E+s5tNcfsSfO/aWE1vHJ+u8VsM6UQS5YWKQRr+GhEbHHPn/yUrw6FfxfOkmFQpG/gOPjR88TM69WnD2fcJuJXG1AIqYBAGJ4e3tfvnx55MiRfCtCrzycMMH/4EHxV+zQIVW6dBIA/JvO9pakGycAAF9UsmTJ06dP79u3r06dOhIAAAAA/DwEQAMAgKRXtFQBuWBjm7lri8E5c9vVa1pdDLoUyRcWGvHs8Us5Pljr+pXbadNZ2Dtk09YolQoDAwPx+sX2DQ3jPYcxUHx5lrZdm5QqV1Q7qDJSJdzO+FnDV3psmD1x8cQ5v0r/JYtNRnmTi5Uu+OqF36jBU2cv/UNskTx29J9DrDNaaSe2ymAZd51jRUBpNFGxRyn+vQcUijjBUl96FhurObEP1RHqr5g3vj3/pTYTv9qAROgAAEiSv7//ypUre/TokTZtWgnQG0+mT3+zfbso5B4/nuhnAF+ks/2C6LAEAEB83N3dJ06cWKpUKWtrawkAAAAAfpJ4Y1O4tQedFeXnHx0e/oX6G/cldeRnE7+TAAA/j1PBPK06NJw8cu7Nq3fFYMEi+YuUdFkwfUVU1P/Hy773D9zoubN6HdcEwpHjyJjF2tjE6N6tB/Kg/5v3DSp2ePLwRXzTZ7OzCQsNL1qqgPx3/87Du9d9PtVnt7l/66F2sq4thhzYeUycBZmaGleoWmrIqJ4nDv0t/qSvMXhUz1fPX4//dZYoZ8maycjYUKVSaBd9eO9JP99PObBjB2obGRqGhITKZd8Xr6VvldXuU97l29fuyYPR0dF3bty3y2krfYcE2kyq1Yae4PoCgJ7TaDQeHh5VqlRxdHSUAL3xYulS37VrRSHH8OEZatWSAOBL6C0JAECKY21tXbVKVp9JAAAQAElEQVRqVU9PTwkAAAAAfp54A6C55widpciUIfz32VHX78Wp19x7FHX3wb9qLt9Qr94uAQB+qi792tpmzzJjgod8djFyyqDHD571bvvrtg37zp685Ll4c4fG/XPkzt5jYPvEt6lSKZu511u+cL33pVu+L/zmTF6SNq15Nnub+KZv3q7+1rV7NnntCnwftGPjgYXTV1qm/5SGual7vf27jh7YeUzUe3psFCvmVDCvWM+o6E/x2flccjds6TZzgkdI8Kcw3wO7TuzbfvQ/1y2LjXX3ge1OH7tw8sg5QyNVs7b15k5Zeub4xTev382auPjg7hM2tpnEZGZpTPx8/a9euCHK+Qs67tl2+NSR86ePXpgx3iPxgeBxWFikady69sIZK8Ruee8fOG/KMj/ft24NqkrfIYE2k2q1oSe4vgCg5zZs2GBsbMyvA6cm/Gv7T6EPHz5fuFAUsvXokblpUwkA4kFvSQAAUqKaNWu+e/fu/PnzEgAAAAD8JDqdAfrO7eu/DO7Sqnn1Fk2rjB/3y4Xzp6Wk8PfZ4w3qlpV+LN9XLwYN6Ni4fnmPhdO/asb+fdw3rFsu6QCfe7cvX0psCsx3/m/37/tf5HFybILJbz00u0eE/TkxOvT/U0Fr7j6KWDE5+p8k0OpdB6IO/mrUoZGk8zadefIxLFJKfh36j3QsW+/1G/+vnE8KDgnNVarOlet3RLlpl8GLVm2SdNvRU+edKzaWvl7CWzd57rIug8dKqc6TJ0+kZKZWR67esqdFt18KVm5az72v2JPvAj7Io8bPXNRnxKQE5v3moxnHNxy+hSs3uDbsWLp22yfPXu08cPzpc19J5/2Ao/kNTEyN+g3vcueGz45NB8Rg5izWc1dMcCrouNlr9+hBf547dalzn9azl403S2PyVc126dumSq3yE3+b3bn5IJWhatriMUplvCc25SqVGP3nkP07jzat1nnvtsOjpg6qUddV1JdxLTZ0TO/1q3Y0rd7lysUbM5aMjRNF3X2AuyZSs3jOalE+su/kwV3HE7FqUsMWtfI655o7eWlEuLpr/7b1mtaY/+eyNnV7vXr+es7y8XL65DKuxV+/etO73YiPH0O69W+bO2/OYb3HL5yxopl7PasMltK36vNLp/KVS4nd0q5B33fvAuetnJQ1e2bp+8TXZhKuNvQBMQ0A9Jm3t/fly5e7du3Kl2FKF/2PqKgo7atMwmdMHRxyDBtm07q1bZcuEgDET2e/Rfl6BwAgASqVyt3dfePGjSEhIRIAAAAA/AzxJur76bf2PgYFjRk1IEuWbI2btLWxyebtfWH82CEdu/Rt2Ki1lAKdPXPsxfOnffqPyOvo/FUz1qrVMLu9g6QDZs38o2r1OkWLlU7MxBvXr/Dze1WzVgMpmTYhXVopXwejd5MiF18xcBmkqlJG1EW/vG1S9nb03bsGLs6Ra9Yow/+KTFPcwCqdpPP2Xn65YO+9wQ2cahezTb6n4b5+/if/vpw3l/22vUe6t2smfatm9Wo45Mgm/QyXr93OYWebXhz9ZJPw1pUvWSRfnpxSqjN16tTy5cvXq1fP3NxcSgZBH0M6DRwVEhrmVqV8d/dm1+/c37zr0KVrt7zmTzI2MvzP2e2z2/bp1FL6GZZ6balcoWQjt6pp0pgOGDl1p+dcSeeJo1mhQoW6desm09FMjNqNqoq/OJXlq5Q8fXuHdtA6U/q+wzv/Z1PHr29NYKyhoapb/7biL3ZlryEdYg9OXzxGW67qVl78fd5OzfqVxV/smnKVShy+/L++EBZp0+w4uUouT573m/Ql6/d5xKkxMDBYtmmmdrBT71biL840+Qvk2X58hXZwwuzh2nKVWv9bzyUb/tVvymPdn7EHY+9SLWMTo56D24u/OPWJmVcrzp6Pr02zNKaJWW1ARugAAL3l7++/cuXKHj16pE2bjNcy+AHk/2VyuPO9q4F5Cn06oAb/EJUEuH8uc7Nvv/8AQH/o7PcnX+wAACTM0dHR2dl527ZtrVunyCf4AAAAAFK6eAOgf/qtvb//Pi4eHU2bsURl+Ck8rrxrVVNTsw1rV6TQAOiQkODsdjmqVK0tfSW3uk2kFC6ZNsGwXi31X2cM7Q9Hvfg94q/qhq16GyheGhSwVe9cYnAxv1LlJWUwNshUV0oh/IPCR3hd2XD6yagWBXJlsZCSwa6DJxzsbOvVrLR516HvCYBu0aCm9JMMHP3nmME9KpcvKSWbhLeufKkiUmokvmxPnjx5+fLl+vXrly9fPsm//yfMWvw+4MO2FbPN05iKwSoVStaoWKaue98tuw+1auT2n7M72Nv2bN9c+hnefwhq6FalbIlCgR8+SimEOJonTpy4dOlSgwYNypUrx4M6ALqDbyQA+kmj0Xh4eFSpUkU8FZaQksnRz1Exjm97tXP5swr1MtfpYKv4h/yfjv93wsfr180LFJAAINHoLQkAQMrVtGnT0aNHi+cR9vb2EgAAAAD8WLqbAVoTGRkSEvzq5fPs9v/Lt9q0abviJcqKQmhISNNGrm3adrt46aw6IsLO3sG9XfcsNp+Stl7zvrh29ZLHjx+o1RG5cuV1b9/TpUCRj0EfWjSt4t6u59ata/LkyV+3/v+Hfq7xXCQqp0xb5ODgOGbkgIiIiIlTFsRZE/+3fhvWrTh//lR0dFS16vVat+0qHmuFhgSv9lx09uzx9+/98+Ur0K3HoBw5c4uJ+/dxL1mqws0bV+/cvpYpc9bmLdpXqVZn1oxxB/d/yrNYp2bxaTOXzZk1oUat+o0at9Fui6jM71Tw0oUze3Zv9va+aGmZrmixMj17/aJQKkWD5cpXad6yo5h45471B/fvfPb0UbbsOVq27izqReUSj5lv375RqVQXLpwyMjKuWKlml24DPt+fRw7tPnxo9927N/Plc+nYuW+u3PlE5ZXL5zauX3n37o106ayqVq3TonUnpVIVFhq6bu3SM2eOvvN/KzaqffteBQoVG/ZL90cP7y3xuOd95cKYP2bt2bX50MGdjx/52GTNXrtOkzr1msZeltcqjx3b14lC4wYVtmw/qd0EUciXv8C9uzefPH4gZhwwaOTZM8f2791uZGzs3r6HHB0eGRm5dvXio0f2Bbz3d3Iu1K37YLsc8WSPVqqUtXpE7riqqmlp+O5M5F/nlJnCpOylVXZHpai/FcXtIw9FG3YrL6UoVx+9azb1RJuKObvXdDQ3UUlJatfBY5XKlXAtXWzagpXnrtwoVcRFrq/n3rdJ3eodWtQX5eCQ0IKVm25aMr1IgXzvA4PmLllz+NQ5lVJZv9b/50Zt2mVwDdcy3do1VasjF6zcsGv/MT//d8UKOf/ar0uenNnFBJPnLnvz9p3SUHns1AUTE+M61VyH9ekoz7t937Ht+49cvXG3sEu+IT3bOzl+Org79h9fvn6bz6OneXLa92rfvFrFRGUZ/9yd+48Wrtxw8txlu2w2xQs6aevfvg+cOn/Zqb+viHdXlfKlfu3X2TLtp8y4r9/4L/bafOzMxajoqEZuVXt3bCE+2tqtO3Xuyrpte89c9La2Sle+VNHfBnRVKhVi03weP1syfbSY/fSFq0tWb7l6407G9FYN3Cp3d2+mUimPnjo/Zd7y+rUqbdl9OCDgQ+niBSf/PlCO+tV9wcHBa9euPX36dLNmzXLlyiUlkaCPITv2Hx3Yo13s/ZDf0cFj6shiheNmxF+zde+2PYfvPnhsaWFR2CXviP5ds2TKIPZqn98m3zy+RRSmLVxZvLDLsTMXQoJDa1d3bd+8/vDxM8VBKVeiyNihvT7PDn7g+NnVm3d73/z0lktrnkauPHji7zmLVxfIn2fvkVOdWzfu06nl58sV/wTL1/+U7LZdn98qly8pFi3FfFhGD+7Rrnk9SeeJo7lmzZpTp061bt3azs5OAgAdQEwDAP20ceNGY2PjOnXqSEjJtNHPGo3m6JaXe1a9EIMnd76Oio50c7dV/kNcVEp6HwP98ebN2z17pnF2zj93roGRkQQAiUDvEQAAUi5zc/NGjRp5enqOGDFCviYCAAAAgB9Gdy9CKlaq6eDgOHBAhykTR2xYt/zK5XMWlpYFCxXXTnDw4K7RY2bMXbA6rYXlH2N/kWKCiceNGWxukXbqn4smTl6gUqkWzJ2snf7MmaN9+v7aoNH//wD97p2bNm1cJaYUCxKDrpVqVKkaNxdpZGTk8KE9nj59OO6P2cOGTzhyeM9qz08/cz9v7uSzZ48PHDx62crt2bPnGDKoc2DAe3mWTRtWutVptNJrdwXXavPmTAoJ/jhg0KhWbbrmdy60e//F/E4Fv7i94hna1CkjrTJYz1+41r1dzwP7dxzY/6/fpt+3Z+uyxXMaNm7tuWZv3XrNxG65fOlvedTJEweyZbf3WLKpb//ftm5effXK+TiNHzq4a/bM8a6Vai5etiWng+OI4b3E2j558mDMqIF5HPMvW7G9T78R+/Zu81r1adP27t1y9Mjejh37zp2/2sI87Z9TR4nKKX96iBm7dB845o9ZD3zuLFwwtXJVN9FayVIVFsyb/OLZk9iLa9uue/0GLUuXqbhl+8k4a3L82P6u3QYu8FiXJo252LGhoaFz5nu2ce82488xb9+8FhOsWrFg7+6t3XsMXr5qZ+48+Yf+0lXsQCkeilx2Ur7e0befGxStatgqh6HLe8nQVpEjnaJ0oeigSM17R/Wu9WGTFkgpiiYqetXRh/UnHN198YWUdO49enr9tk+V8qWc8+ayz26zZdeh/5zljxl/nb96w2PqyL/+HHX63OXPJ5i1ePX6bftGDOh6ZMsyl7y52/b+NehjiDxq276jDtlt96xd+MfQPou9Np+54C0qt+49MmLi7DpVXA+s98iXO2eHfr/7B3w4fubSkLHTGtSsfHLbyg4tGgweO+3ytdvS11OrI7sNGSceNx9Y99eQHu13H/r/917vYeMfP3mxdMaYTUtmvAsIHDh6qjx9+76/33/09K8/R04bNXjHvqNzl63TzqLRRA0eMy2jdfodq+b269pm/Y79W3YfirM/xeLEVh/atGTML7027Dgwd+kaeZRo8/7DJ4unj/ZaOPn2/UdL126VUpSnT59Onz591apVgYGBUlJ49tI3PEIdOyRdVq1iaSvLfyU7v+B9c+TkeRVKFzu4YdEfw/rcvPtgyerNcea64/NYpVRsXjL91/5dvDbt6vf75AHd3PesXuD/7r32EGiJw9Rz6PhyJYoc3bKsaoVSsd8V4jB9DA6ZMnJg1fIlv7hcm8zWD87tFlOumjdhyfTRlw+uF+WdnnNTRPSzljiaU6ZMWbdu3cePKSaDNYBUjJgGAHrI29v70qVLXbt25TswRYsd/Xx826s9q17YOliMWFA2Z37L07v8dyx9Gh4erlarxVgxTXQMSV+FPHhwp0+fqLAwcUONvk8AEk9nvzH4KgMAIDHKly8vnssfPnxYAgAAAIAfK4lTzCYhE1PTqdMWHzyw88D+7SeOHxA1jnmdBw0e9012iAAAEABJREFUo00I3ap1Z8t0VqLQxr3bjqZVHz64a2lp1bBR6yZN3U3NzER97TpN5OBdWcNGrSpUrCYK586eEI8eTx4/tMhjxvgJc/M4/i8sT85AHMeN65dfvnj6x4S5WWxsxWDXbgN9HtwJDQk+dmTviJFTXQoUEZXdew25ePH0nt2bW7XpIgarVq9TwbW6KDRo2GqN16Injx/kdy4k/Zfw8LCPQYH29g6ZMttkzpLVPkcuI8N/pckR7ddyaySvZE23hjdvXt20YVXRYp9y5dpms2/ZurMolCxV3sHB8e6dG4WLlIw974F92ytWrlmzVgNR7ty1//t3/m/fvj5yaE+2bPYdO/cVlUWKlnJv32PenEnu7Xr4v32T1iJd7jz5MmbKMnT4+Pv3b0dGRoqrVm1rb9/4KZWqvHldMlhnat+xV9GipdJYWEiJU6qUq5NLYVGoVLnWndvXxcqIlqtVrzt31oSnTx+lS5d+25Y1I36fUqqMq5imQ6c+Vy6fE++B2GHrQuTZq5rDJxS20QZW6SUzy4jzWYwzH5DKdpCylJRU2aViJlK0WrqxyDD/m+jXF5StlkrfJDIq2v99qCI42kCpVqhCDRRKyUCRTA+tP4Sq49T4B4WP8Lqy9dzTX5u4OGQ2l77b9r1HrdOnKxmT9bl6xbJrtuwePbiHmZlJfNOHhITtOXxq4eTf8uX59In7bUDXxp0GxZ4gQh25fO3WeRNHVC5XQgwO6uF+5uLVrXsOy+Ghjg72Pdo3F4WKZYsVcMpz/fa9siUKbdl9qH7Nyk3qffoYDu3d4e3796/93i5ds6Vjq0Zy/un6NSveuvdg+brtRQvmj72sHr/8cfDE/8L9uwweKxdO7Vhpk9laO83fl669ffd+9OCelmnNy2ew6tSq4azFq+X6qzfvntuzJp3lp904bfTgotVb3Ln/6F3Ah/uPni6ZMSZb1syifnjfzjfvPdC2FhoW/vZdQK4c2W2zZMxmkyl3TjtjI8PYq7R516E8ObMP7tlOlMWm9e/SZuSUef26tJHH/ta/q3WGT99O1VxLXbt1T0qB/v7776tXr9apU6dSpUrf2V8/KPhTWLzVZ7mZP6eQFGN+6enetK4oZ7JOX+V8ycfPX34+WafWjcTubVyn6gyPVbWrlhf7X/r0Tit+/OylOFPu3HeskHPebu5NRFk0e/Lvy1H/PLVSqyPFuzpzxgyifMn7dmKWm0KJB3UnTpy4dOlSgwYNypUrJwHAz0PoAAB94+/vv3Llyh49eqRN+98nw9BZ/4p+3v5q14rntjnNO/1a0NhE2f6XAp7Tb5w/ECCmqdPBVjuL3uaBDnv+/E6PHpqgIDNHx7xz5iiMjSUASByd/c6kCxMAAInk7u4+bdq04sWLW1lZSQAAAADwo8QbAK0Lt/aMTUzq1m8m/vz8fK9cPrd18+rBgzotW7FDqVSKsfnz/y+VsrlFWqv0GR743K1es34b926XL569dfvaQ5+7N25c0URGalvLamsnF6KlaHVExNTJvxkaGsphzQl49eJZWksr7WRlylUSfz73bsdeAfFkK29el2dPH8mD1taZ/1mxT2HBYeFhUiKYmqWpUavBX/P/3LLRq2DhEsVLlClXrkrsCV6+fNa4SVvtoFj6msuL5XKmTFm09Wbm5uGfLVHM61qxunZwyLBx4tXLc1G+/AW0lU5OhSIj1a9ePq9eo+7+fds6dWhQsGAxJ+fCVavVjh39LBQpViqrTbaB/drnzpPf2aVIhQpV06VLLyWOjU02uSDaFHNpW1aqVKGhIa99X2o0kX+MHRx7FodcjnEaUZUprHDIHuk5VmW8xsDEWFVFIQVFS8H3JcumksJaMnKR3noaVKkrnT2lCe9kmMNW+iYhYZH7r7x8FRTtF6QJCIsOiZDUUeKpZ7J8LuJr98J9/2ZTT3SpnrtHzTzS97QfHb370IlqrqWVyk9PYWtWLLPEa/POg8dbNKgZ3yx3HzxWqyOd8uaSB53z5o7znfDi1evwCHXXIWNjV+bP/b/+CTZZMmorLczMwsIjROHJs1e1qpTX1k/9faB4ffz85ekLV8X6aOtz58weZ2UGdHfv0PJT+P6AkVM7tmxQyDmvKKe3sow9ze17D+1sbSzT/i9YvED+/+2xpy9eRUZqitVo8e+texIWHp7JOr0c/SxUdS0l/rQTmKcxbd3IbfTUBcvXbitdrGD5UkVrVCwTu4Vnz18Vcs6nHSxSIJ/YRrEsUTY2MpSjn2PaSRMeHi59k2vXroWGhoaFhanFkYiMFI/bpR9LLHrz5s1nzpzp0qVLxowZpW9laZ5GvGqzgyegWKH8+R0ddh8+ef3mvVv3Hl66dqtk0QJxpjE0VNlmySSXjY2MMqb/365WKlUhYXG/+m77PHL55z0sxbwrvP+JRzczM5GjnxO53O8hDt+VK1fE/hRvhoiICDktnPRjBQcHr1mz5tSpU0OHDpUA4CchdACAXhFnfR4eHlWrVnV0dJSQYsWNfl4eE/08opCxyacbUypDRbshLqum3bhwMEAM6nkMdMSbN7e7d1e/f29iZ5d/wQJlmjQSACQavSUBAEjpbG1tXV1dvby8+vbtKwEAAADAjxJvAPRPv+e4fu2yDNaZqlWPScmZKUvNWg3KlK7YqkW1WzevFihYTFQqYsKgZSHBHw0UCj8/317dW2TKmKV4yXJixvIVqs2aMU47TZwkpsN/m7R29ZIF86eOHjsjgdVQqhKIEf/XQKQ64osL+sKMscoazf+HaPcfOLJ+g5bXr13yvnphysTfGjVp07lr//+fMjIy9pMzUVb/s0QDg38t8fNDZ6gylBKxCeJFHanOkTO315p9V66cu3XT+9DBXVu3rF60ZHP6DP+fatfIyHjeX2tvXr9y65b3ub9PbN+6ZvS4WSVLlZcSQaH871Syg4eOs7bOpB2U83zHbSdzBqMhcyJWrVM+91DkURkUqS6Zl5EMLCSDzJLYG+kqSAcHRd4qoupWV/pWSqVBFitTEzOD9JYGIZEGERoDTVScXZZk7rwI/Bga+cVRrs6ZG5TMLn2fvy9df/bCd92Lfeu27dNWbt19WA6Ajv2+iozUxNeISqX8vHLmuKGZrP//AKVPn04uxPkUyN8nhoZf/jR1b9fMtXRR7eDnb9d8uXPIBWNjI0cH+9LFCkpfI5N1+pnjfoldk9PO9tS5KwnP9cfwPm2a1r1w5ca5y9f6/z65S5smQ3t3iD1B7PeCvA8j1J8OooHiPz6PiWRnZ2codlkMsT8NYkjJY9asWV+sT5MmTbVq1TJnzvw9Abs57GzTWqS5euNOgfy5Y9cPHDU1X+6c4uhraw4d/7vHsPGuZYqWKOzSo33zo6fP+zx+Fqc1pVIpJQVlrMOUmOV+17KUyhw5chgZGYlDKco/62hmzJixTp06EgD8PMQ0ANArGzduNDMzq127toQUK+HoZ5lS9f8x0GL6uh2zaUfpWwy0uBY2UKmMMmfO7+GhSpdOAoCvQW9JAABSAfEMYsyYMVevXi1cuLAEAAAAAD+E7maAfvTQ5/Ch3eXLVzUxNZVrQkI/itf0Gf6XiPTevZu22T4ldX7gcyc8PCyvo/OZ00fE4My5K42NTURhx7Z1X2zZQDIwNDIqV75KpkxZBvRtf/rk4XIVqsa3Gllt7T4Evn/75rV1xk+ZYo8f3b9+7bIp0z6lXr5z+0aZcpWkmEdi9+7ejJ1iOWFi6aHBwXL59euXcsHv9auli2cPHjo2p0Oe+g1brvFafPTI3tgB0Hb2Dnfv3qxY+X8pe+/cuZ7dLmcil2iTNfv9+3e0g317tWnYqLVt1uzeVy9qK+/cvq5SGdrYZNu5Y72hyqhW7Ualy1Rs496tVfPqV6+er1K1tvYtceXyuUsXznTpPrBAoWItWnX6dWjPv88cixMAbaD470Dnz2XOklWp/BQgWLBQcblm9sw/xJGyt8/1xemN2rVUrzeTHk5Wmp2WihWUoj9I0kcpWiEZmEjFS6oML0TOb6gJrGUycaD09dIYq2rmz5omTRpTU1MTExNDQ0M5bFFKBp3nnb3o4x+n0sbKdGhj5yoFskTHkL7D7kMnrNOnm/XHMO3q7z54Ys3WvfcfPcuTM7uRkWFwyP+y877w9ZMLeXPlMDYyvHHbR86Se/PuA7X6XyHatjaZxQTiWa82HHnk5Hk1KpV1zGkX32rYZbO5dfeBdrBxp0HtmtfLkS1raFiYtpFla7eJ/VysUH7pK7nkzzNrsZd/wIcM6T79uvT1Oz7/W6itzRv/97lyZM8Yk5X57buACbMWDerezi67jd/bd75+/lkyZYjZRSc9Vm3cvnK2dj9MW7Bi0m8D8uXO4d6s7oIV63fsOxY7AFpsy7kr17WDV2/eNTE2yp41y8tXr6Ukki5dujQx5Lef+Fz84K/lsmXLNmzY0Nzc/DvffmLP1K9Zec2WPc3q1xBlufLK9Tt7j5wuVsg59pTb9h+tWLb40hlj5MF12/ZK36dAvtxHT5/XDt74510RR2KWq/im7zSZOHBWVlZiT5qZmSX3l8kXqVSq6tWru7m5icKPTz4NAFrENADQH97e3leuXBk5ciRffSlXYqKfZdoY6IuHAiTpud7GQBtmyOC8dKkmJMToO35BCIDe0tneknTjBAAg8YyMjNq2bbtq1ar8+fMbGxtLAAAAAJD84o3o+um39tp16BkY+H740B5nTh295n3x4P4dv/3aJ6eDY+48+eQJPFf+def29Vcvny/ymFm+QrXs9jktLa3Cw8JevviUufPe3ZurvRbHPKiKm1g3WvpfOGkeR6eabg0XzJsaGhP9eeTwnkMHdsaZ2KVAkTyOzrNmjPN99fzu7Rtr1yzNm9/FIm3aWrUbL1k868b1KwEB7xYtnP7O/02NmvWlxMmb1+XggZ1nTx/7+8zxeXMmyams06e3Fq2Jwde+L2/funbh/Kl8+QvEnqtR4zZ7d28WK/kx6MP+fduPHt5br37zRC6xYaNWx47uO3xw94eAgLWrlzx/9lg0Xr9hy6fPHi1fOjcw4P3VK+dXrlhQvVZ9YxOTKE3UiuXzxG4X9Xt2bVZHROTJ4yQaMTU1e/zowcOH9ywt023dsmbb1jVigtMnDz9+fD/OqsZMbPrmzevr3pekr6EyNKzfoMWihTPOnT3h/9Zvwdwpx48dyJLF9stTh0VE/DlGpfpTWdBaCvwo7Z8kqW9Lr6ZJH9ZI4Zel82cijjkrGy8wHtdPSmnEs9HWrjm3/lqpSoEs0ncTz2t3HzrRuE61MsULli72v79eHVsqlYrNuw6KCQo5OW7ZffjwiXNHTp4fO22hnKfZzMyke7tmfy5Y4X3z3uNnL6fMW6b8d/ZuI0NVu+b1J85afPT0hddv/P+Y4bHz4HFbm8wJrEn75vW37Tsq/t4FfFi4coPPo6eFnfN2bNlg9ebdqzbsFJXrt++fOn95+nSW8bVwfOuyyuVLfnGU2LpihZx+mzD71eu3Zy9eW7t1j1wvNmYkFxEAABAASURBVLZIgXx9fp14697De4+eDh497d7Dp1kyWZco5FysYP4Rk+Y8e+HrffOuWB+xH7SPpTNmSH/+yo2x0/56/srvyvU7x89cLOySL/bi3JvVvffgyfSFq/wDPpy54D1rkVfzBjXNTFPJ3RwbG5vBgweLu1Tm5uZSUujVoXloeHijDgP2Hjl98u/LU+Ytb9/v9/KlijavXzP2ZOLQv3j5+kNQsPiK3rjjwO5DJyMi1NJ3aNO49is//7lL174PDFq3bd+Zi1e/OFlilmtqYizeHpe8b4k3mJSiuLi4jBw5sl69eqr4f9AAAH4MQgcA6Al/f3/xuLdr165JdTqNHy/x0c8yOQY6l3O6i4c+iInVMcS8ooXv79KcghhaW5vY2UkA8PV0tq8IfZkAAPgqTk5ODg4OO3bskAAAAADgh9DdDNBZbbPPmee1dfPq9euWPXv2OFfuvJWruNWs1UA7QalSFUaPHPAxKLB0mYqDh44VNa4Vq584frBPz1Zi9QsXKdFvwG8T/xj6wOdu1qzZ41tKp859z5w+smLZvJ59hp44diAiIqJajXpxphk9dvrCBX/26+NuZpbGtWKNtu26i8ruPQevWrFw+tRRIaEhRYqUmjp9SRabbFLidOzc963/6/Hjhthkze7evseihTOkmNjfAYNHzZo+7vDBXQYGivIVqvbuMzz2XJWq1AoLC9280XPenElOToWGDP2jQsVqiVxiydIV+vYfsWWz17w5E/PlLzhx8gI5efbkqX8tWzpn544N9vYOdes1a9KsraisU6/ZzZtXJ/zxixSTb/v3UX9mt8shylWq1l4wb8rDB3fnLljdvmOv5UvnLf5rhrGxSdPm7WvEOi6yUqVd9+zeMnxo941bjklfo0PnvsYmJos8Zrx/7+9SoMiUPz2yZc/x+WQa79uaPZMNpNcR3rkNfF0M3h8ybJBWs3q2Ik2kQbb0UU+CFE6ZlOn8FXbZJZVSSlGc7dKNaOriYpdkPxf79IVv0MeQtk3rxK60yWxdr3rFbXuPDO3dYVCPdr5+/t1+GZc7Z/Z+XdtMnLVYnqZv51b+7wIadxqY3TZL/y5tbt17EKflwT3amZqaTJ6z9PVb/5JFCnjOm+Rgb5vAmlQqW3z88D4r1m0bNWV+0YL5V8z+I0f2rOJv5rihS9Zs+XPhCqc8DtPHDqlTtYL09cRX1mzR+q8Ty9dv75Ivd892zcdM/0setXDK75PnLu02ZKxaHVnNtfS0MYPlIO8Fk38bP2ux2EALizRuVSqI7dW2ZmSomjSi/68TZ2/YsV+pVNSt7jpqUPfYi7PNkslr3sTpf630bLIzb64crRvV7tSqoZTyGRkZ1alTp0qVKkplUn5wMmfMsHnZzJXrtnus2vDgyfPsNpl7d2zRsVUjI8N//Q/q5t70kvfNItWam5mZuFUtP2ZIzzlLVsdJPf5VrDNYLfpzZL/fpyxcsb508UJd2zS5dvv+55PFt1zDWKunUilbNqw1ZtpCv7fvBvdsJ6UEGTNmbNq0aYECBSQA0A2EDgDQBxqNxsPDQ5xR586dW0LK9LXRzzL9zAMdHRl575dfsrZta1GsmAQA34HekgAApBotWrQYM2ZM2bJlbW1tJQAAAABIZgax7y3KT3ciIiICAgLCwsJy5MghfSvRrGhKrVaHfHjqf8LZQGmcr/ZpKYmEhoQ0beQ6beay/E4FJeifqAdPol++lTKnV2RMb2Blqbl2XXGjs9onu6LxpKitk1U572jSjom+u0NlczkytL1R1+5f2/7H16eenR+gMSlsmH9dmjRpTE1NTUxMDA0NxTPLZHpg2Xne2Ys+/qZGyp61HN0r51L8eyFyvijxaQoPDx+94dbVJ0EbR9SSkHr9tefGxpMPNvTMkyaG/PZTKpXJ97y8V69eUkyq4JYtW6ZPnz7OWPn7XPxruPvsXYeFV4c0LuJWgpxeifX7qnMPn7+d5+5gbm5uZmaW3F8mUszRVKlU1atXd3Nz+zzrs/YfvffpN+tnvejyW6Ec+SwlJGh4nwmGhqo/Zg6TB18+e92sRtfCJVzmr5oo1wR/DK1RosWff40qW7G49JVCgkOrF2/hse5Pl0J5JXyTmb+cN0unbtjLWnxhyp8y8c7/5k/Zq1evgoKC5K9fcQJgZGSUrF+/qZ74DyK+diIjI8WVxZs3b6ytrS0sLCQASNXWrVvn6+vbv39//n2kUN8W/ayliYxaNe3Gg5sBxaulrdsxm2EMcTohn5ykvnfF/eHD3x06pDA1LXbggHiVAOCbiOuFt2/fijufsW+FJevNk4TJFzLiZmxoaOjr169z5szJz2oBAPBVjhw5cv78+WHDhnFpDAAAAOCr+Pn5BQYGijuE5ubm2pgNOdFMfLhzh5RHkcteEn//0Jw8olFXMew11MA6feSzDupjC4zHuEZXr6g5tD/61pboV40NbDJKOq9ygSxDGzlnTc/zQvwEVlZWLVu2JFVw6uDi4tKsWbOMGVPA915KUai488aV//+DfZfPXcueI+uNK7eDP4amMf/0pe196aZKpSxc3FkCkCAeeABI9by9va9cuTJy5Ei+8VKo74x+lvQsD/TDsWPfHTokNizPxIlEPwP4TjqbAZrU1AAAfINKlSqdOXPm2LFjlStXlgAAAAAgOSkkICWLDgqWTGyN+k8ysP6Utlbl5mrg1EIyNTEwNVbVq2/YZ6r66DlJ5/3S0GlW5+JEP+NnGTVqFNHPqUavXr2Ifk5ahYs5v/Z96/vqrTx4+cKNOg2rZsiU/vL5a3LNjat3XIrkN0vDdzjwHwgdAJC6+fv7r1q1qmvXrubm5hJSoO+PfpbJMdC5nNNdPPRBNKKOIdoULcu/7ySlCk+mT3+zc6co5B43Ll2FChIAfB+d7R9CpyYAAL6BQqFwd3ffsWNHYGCgBAAAAADJKd4M0Lp8a8/UzGz3/osSIN6oFmmMOjeNXWPYqo62rMiayah1XUnn5ctmKQE/j7GxsQQgHnmdc5lbpLnlfTeLjbUYPH/qcqNWbs+evrz4t3eFKqVEzc2rd+T0z8EfQ1f+tf70sfNvXr8rUDhfr1865nL89HsFXZoPLlqywKmj58LD1cs3zRQ1SxesPX3kglKlqFmvknZB509f3bFx38Wz3umt05UoV6TfsC5KJR3VkKoQOgAgFdNoNB4eHlWrVs2dO7eEFCipop9lsfNAq4xe1mqTVTsqdeSBDvL29l27VhRyDB2aoVYtCQC+G70lAQBIZezt7UuXLr1hw4auXbtKAAAAAJBs4g2s4Z4jUigDIyMJAIAkolAoipRwuXPjvig/uPdErY7M75KnUDGXS2c/ZYCOjNTcunavSIlPOdRnTVx0+tj5oWP7rN/nYeeQrbf78IB3H+RG9m0/0qZz065926RNZzFzwiLvCzcnz/9t8rzfL5y+Kk+g0UT9MWxGhozpV2yZ3al3612bDuzdelgCUheuLwCkYhs3bjQzM3Nzc5OQAiVt9LNMmwf67z0B+1a/TGV5oC0KFbLr1y9bt26ZmzeXACAp0FsSAIDUp2HDhg8ePLh165YEAAAAAMkm3gBo7jkCAAAIhYo73b3pIwpXzl8vUsJFpVIWL1vokc9TP1//uzd8IiLULoXzBX8M3bP1cI+B7QsVc7LKYNl3WKf01ul2btwvt1Chauk6javWalA5JDjs6P7TXfu3zZ03R87c2fsO6yxPEBYa/s4/wN4hW+asGavVruCxblqhmKzSQGrC9QWA1Mrb2/vKlStdunThiy4lSo7oZ1nqjoG2adfOtls3CQCSiM5+K9KNEwCAb2ZsbNy8eXMvL6+IiAgJAAAAAJIHGaABAAASUqio863r96Oioq5cuFGoxKe45MxZrO0dbK9evHnD+07hEi4mpkbPn7wU9U4FHeVZFApF/gKOjx89lwezZs8iFx76fMoh7Zg/lzzo6JxLjpRKY27asEWt6eP+aunWY+qo+c8evdTOAqQaXF8ASJX8/f1XrVrVtWtXc3NzCSnN59HP2XOnTZLoZ1kqi4EO8vaWACB56GwnIno3AQDwPYoWLWpjY7Nnzx4JAAAAAJIHGaABAAASktclt0KheHj/6ZUL14uVLChXFile4Oa1O7eu3StequD/Txrr9EmcSkWqI+WyQhnvGZdK9b/wml/G9Fq5fU5z9/ofPgSNHjx10WxPCUhduL4AkPpoNBoPD4+qVavmzp1bQkrz5ejnXwskVfSzLNXEQAd5e9/u2fNu//7RkZESACQ1eksCAJBatW3b9tixY76+vhIAAAAAJAMyQAMAACREqVQUKeFycNdxUc6dL4dcWaiEy4O7j69fvVOw+Kec0FntPiVsvn3tnjxWnEfduXHfLqdtnKYcctsbGRvevekjD9679VAdEyTt+/LNmCHTsttlbdKmzvhZw7v0aX366AUJSF24vgCQ+mzatMnMzMzNzU1CShNf9LOhUVJGP8tSQQx08L17d/r2jY6I0ISFSfxDB5AM6C0JAEBqZWVlVatWLS8vLwkAAAAAkoFCAgAAQIIKFnPaselAsVKFFIr/nTsVLenic+fRxw8fnQvlFYMWFmkat669cMYK70u33vsHzpuyzM/3rVuDqnHaMUtj0rZLk79mrrp17f7zJ68WTF+ujEkOncHayvvSzZnjPXxf+N3wvnv25CXnwnklIHUhpgFAKuPt7X358uUuXbrw/Zbi/MjoZ1mKjoEOe/LkTs+eUSEh5s7O+WbPNjA0lAAgqensNyHdOAEA+H7Vq1cPDg4+ffq0BAAAAABJjQBoAACA/1CoqNOHgKAiJVy0NdaZ0mfMbF2ouItK9b9AmT6/dCpfudTE32a3a9D33bvAeSsnZc2e+fOmOvZqWai4c9cWgwd2GVW3cXUTUxNRaWikGvZH33OnLzep1qVXm2FZsmbqP7yrBKQuhA4ASE38/f1XrVrVtWtXc3NzCSnKj49+lqXQGOgIX99bPXpEBgaaOjjkmzdPYWIiAUAy0NneRHRzAgDg+ymVSnd39y1btnz8+FECAAAAgCSlim8Et/bwf+zdBVgUWwPG8SMsIaWoKKIo2I3drdjd3d3d7b12Nyp2d3deu8VW7G5BVHL1OzLX/bgoiMrCxv+nzz6zs7PD7O7M2TPnvHMWAAAoMmdPf+z6lnAzl26ZHvauhaV5+55N5f9wi81fMzHsXRMTk95D28v/yt1yVUsoE/kL59x4cKEADBfnFwAMhlqt9vDwKF26dJo0aQT0yvfp5xRp7Zr303r6WaFkoJdMuHJyh4+8W66hk+Yh5WdGdPC7Ur5jcpsskiXLOGeOqa2tAADt4GpJAAAMW6pUqXLkyLFu3bpmzZoJAAAAAIg+EY4ATZsjAAAAgOjC+QUAgyG7bK2srMqVKyegV2I3/azQu3GgLZImzeTpmcnDwyxBAgEAWsPVkgAAGLwaNWpcvXr11q1bAgAAAACiT4QBaNocAQAAAEQXzi8AGAYvL6/z58+3atWKYk2/6EL6WaHnWl+kAAAQAElEQVRkoNO5JdCbDLSTk7mjowAAbdLZqyW5jBMAgOhiZWVVs2bNpUuXhoSECAAAAACIJowADQAAAEDrOL8AYADevHmzZMmS1q1b29jYCOgP3Uk/K0xVJg27Z9bZDPSX4OAbXbr4eXkJAIgpOntZEdc7AQAQjfLnzx8vXrzdu3cLAAAAAIgmjAANAAAAQOs4vwCg79RqtYeHh7u7e5o0aQT0h66lnxWmpnF0NgN9q3dv3+PHb3br9jkwUABAjOBqSQAAjESjRo327t37+vVrAQAAAADRgRGgAQDQIr5PAUBBeQhA361bt87Kyqps2bIC+kM3088KXcxAf/lye+BAn6NH5calHT3axMJCAECM4GpJAACMhKOjY+nSpZcuXSoAAAAAIDqoRMz4ItSBbwSgD9QhfiJMszvt74gVOrjjcSz8njihBAAYPQpDAHrNy8vr/PnzgwcPpjTTI7qcflYoGejlk6+e3PFW3i3X0EnzkInJ1zELYnh/uzdmzJvdu+VfTTtqVLz8+QUAxBSdvVqSyzgBAIh25cqVO3Xq1OnTp/PmzSsAAAAA4M/EUAD6y+fAW3sYJAl6RhNb1IUebs3G+HwIaj5pv6bxnd53Q6J8rD4fg0Rob7ekO5+vZks891xd/c+t7+cjHOXTfPU+ML6lUD5K3isARo7oAAD99ebNmyVLlrRv397GxkZAT+h++lmhOxlo3+PHX65fLydSDR6coFQpAQAxSGfbTGjMAQAg2qlUqsaNG8+bNy9LlixWVlYCAAAAAP5AhAHoaGnakysxNTEVJpbEHaBH5O76NahoYhE2gaojGeg0Saz8PgUpP4mr/CqugMGxtzBRmVppdj/dCc5axzXLlya++htBlO1n5AeXILEqka25aSid+jQBIOZRAALQU7Lq6+HhUaZMmTRp0gjoibDp56Pbn+ts+lmhIxnoeAULOjVrZpYokUOVKgIAYhZNTAAAGJV06dJlzJhx48aNDRs2FAAAAADwByIMQP95m6MS8zKxSGxf9N6nT58CAwODgoJCQkJk/5MAdJipqalKpbKwsDAzM5PTsZ6Bln9XyWTLLWlQ2LlGboeAgAB5NAUHBysZaHoIDIbyKcvdzzyUnNCRcaCVDXOMH/fvuunl7qeU50oQn90vIppP8/vCBACME18ZAPTUunXrrKysypQpI6Anwqafj2x7tmW+TqefFTqSgXbu1EkAQGygwQQAAGNTp06doUOH5s+fP3Xq1AIAAAAAfpcWR4BWsl+aLKm8KyeUwJwAdJWy30pKAlUzbquIVf9eTvAtGivnyK2SE8RPDY+y+ykftLzVhd1PhCnPzczMlDi+nJYTlOeR0By28k3TfJpKdgEAjBOZBgD6yMvL6/z584MHD6YQ0xf6mH5WxFYG+v3583Y5cwoAiFU628JJ0ysAAFpiY2NTrVq1ZcuWyTNuuk4AAAAA/DYtjgAtQvtmlMCcCM1rKsM/02gIHadJoEpy79WRIXiV+Kky3rOyeQz/bJDCXjqiCUArRKxSynO5SYL8fZQpRYfyOSqDQOvIpwkAsYJvDQB6582bN0uXLm3Xrp3slxXQB/qbflbEfAba9+TJG1272hcpkm7sWPnnBQDEEp1tKqENBwAA7SlcuPCpU6f27dvHby4BAAAA+G3aGgFaeboS41PuKsM/k3uA7tOM22r6je4MwSuPIzkhDyU5QfrZUCmpWWXfU/L3IlZpynPlrtwqZSx/dr+oMPlG+TTpNgNgzCgDAegXWen18PBwd3dPkyaNgD7Q9/SzIiYz0H5eXjd79JD7+peQEAEAsYpWJgAAjJA8u2nUqNHYsWPz5Mljb28vAAAAAODXxcQI0Moto9VCjyhpY00SOtZHbJV/XRn4WdkSzVDQgu4Bg6PsaWF3PB0ZMFjZJBFmMHLB7vczcSIgAMAo8a0BQL+sX7/ezs6ubNmyAvrg+/Sza8b4TXpl1q/0syJmMtAfb9260bnzl6Ag21y50o0fz/DPAGIXrSUAABgnR0fH4sWLL1u2rHPnzgIAAAAAfp1KaI0S2dSENZVOGnIP0AuaEKpmQsS2cAeU4GgyaGF3PB3Z/ZQJdr9fpXnrdOfTBIDYQhkIQI94eXldvHhx0KBBAvrgh+nnpr2zqMxi+ed0fpu2M9ABDx7caN/+86dPNpkzZ5g6NY6ZmQCAWKWzDU20gAEAoG0VK1YcMmSIPA13c3MTAAAAAPCLtBiAFv/tjyHxAH2kU/ttuI3hmDJsOvj5aiK8ShZfIMp4uwBAEB0AoD/evHmzdOnSTp06WVlZCeg8w0s/K7SbgZZrNzWNmypVhhkzTCwtBQDENp1tOaFJBwAAbVOpVI0aNVq2bFnGjBnNzc0FAAAAAPyKCAPQ0du0R0MhEI04oBC72AMB6BTNLzZAx/ExAdALarXaw8OjTJkyLi4uAjrPUNPPCu1loC2TJ884d67Kzs7U1lYAgA7gakkA0PhhkUijCgxbpkyZ5Dn49u3bq1evLgAAAADgV0QYgKbNEQAAQ6W0mIeEfA4K+CwAfSZrrEqtlX4g3cf5BQC9sH79ejs7uzJlygjoPMNOPyu0l4GOS8QfgC7hhA4AxLf67ZdQ/h/Vca1Nlfma32YUgOGqW7fuiBEjChQo4OjoKAAAAAAgymJoBGgAABDrwrWVLxp7WQD6zyaBKs43gkqsDuOjAaD7vLy8Ll68OGjQIAGdZwzpZ0V0ZaA/BwTc7N49Rbdu1unTCwDQMTp7tSSXcQKIMZr6rZy4ePTN2hn3Wg5JmzK9jazsmYRSFqN1BYYqXrx4FStWXLZsWa9evQQAAAAARBkjQAMAYESUkGji5HELV7UPCQkJDg5Wq9XKsCIC+i8wMDAoKMja2lrTKWKo5B6rdP/IWwcnS5VKZWpqqtwV0FWUMwB03Js3b5YuXdqpUycrKysB3WY86WdFtGSgb3bv/v7MmVvdu+fYsUMAgI7R2VM5zjEBxAxN/Va6cOT18gl35d25Q242H5QqZQYbTcOXpLSJCcAQFS9e/Pjx48eOHStUqJAAAAAAgKhhBGgAAIzL18BoMsviNRwCAgKCgoKCg4NDQkIIJhoK67dv3z579jB16tSWlpbCoCkBaNkDZG5ubmZmFjYATT0WAPCr1Gq1h4eHu7u7i4uLgG77Pv2cOnP8Jr2ymKoM+QIwU9M4jXpkXjnt2skdb8SvZqDV6lt9+74/cyaOuXma0aMFAAAAdEnY+u3Fo6+XT7hn72BZpo7r5gW3Fvx1t0m/FK6Z7GQLmGz+EqF1PzLQMFRy927cuPH06dPd3NxsbGwEAAAAAEQBI0ADAGBElJFCZIu58nOKmmkBQyGbhi0tLS9evJg7d+748eMLw6XswKamprL7x9zcXO7JSgCaHiCdxUcDQJdt2LDBzs6ubNmyArrNONPPClnTqd8l0y9noL98uT1o0LtDh4SpafpJk2zd3AQA6B6d7YyglwSAtoWt314+8WblpHvxE1m0GugWL6FF4uTWc0deXDz6QZP+KVwz2snFyEDD4KVMmTJfvnzr1q1r1qyZAAAAAIAoYARoAACMiyYzKr/rlfSzEoYWMBQuLi7W1tZ79uwpWrSos7OzMFBK1lmT6df8GKiArqKcAaCzrl27duHChUGDBgnoNmNOPyt+IwP9Zu9e+V9OpP3773j58wsA0Ek62xlBLwkArQqXfl42/q5dAovWg7LHS2gh5ydJbtVmcPa5Iy8uHfOoUd/kZKBhJKpUqTJ06NBbt26lS5dOAAAAAMDPMAI0AADGQmkT12Qj5IQSfVa+9PnqNyQpUqSoXr366tWrixUrljlzZmGIlP1Z2ZOV6LMyArSAruLTAaCbfHx8Fi1a1KFDBysrKwEdRvpZ8asZ6IRlyrw/c8YmW7YEpUsLANBVtEgAMEJh67cXj75ZOek/6WeFJgO9bOxjMtAwEhYWFnXr1l26dOnQoUNVKpUAAAAAgEgxAjQAAMZFCYwqt5r0MwxPsmTJWrVqNXfuXB8fn1KlSgkDFTYGrZkW0EmUNgB0kFqt9vDwkF+ULi4uAjqM9HNYv5qBdh04UACAbuM8DoCxCZd+XjHpbrzv0s8KMtAwQjly5Dh69OiuXbsqVaokAAAAACBSjAANAIAR0TSIKxN83Ru2BAkSdO3a1cPD482bN/Xr1zfg7pBwOzZ0E58OAB20ceNGa2vrsmXLCugw0s/f+2kG2u/8ebtcuQQA6AmdbZ2g2QSANoSt314+EZp+tv9x+llBBhpGqFGjRiNGjMifP3+iRIkEAAAAAETMePuKAAACxirONyah4sBwWVlZde7c+d27d3PnzpV9KnEMi8k3mjkCOozoAABdc+3atfPnz7do0UJAh5F+joiSgc6YK+HJHT67lj8NDiXfJflevdm//1q7dneGDhV8+QLQEzp7NsdpJoBoFy79vGx8aPp5SI6I0s8KJQNtqjJdNvbxvevvg4KCZN3vcyhBkwsMkb29fYUKFZYuXSoAAAAAIFIEoAEAMHZxYNDMzMw6depkaWk5derUwMDAOAZEQK/wkQHQKT4+PosWLWrTpo2VlZWAriL9HLkfZqDfnT7tPXy4/N79HBIiAEBPEN0DYCQ09VtJST/bKennBOY/fS4ZaBibUqVKffz48eTJkwIAAAAAIhZhjxEBBQAAAMMg63XNmzfPkCHD+PHjfX19BRAb6IoDoDvUarWHh0fp0qVdXFwEdBXp56gIl4H2vXHj9tixQqWKV6RI6mHD+OoFoC/ojABgDMKmny8df/1L6WcFGWgYFRMTk8aNG2/YsOHTp08CAAAAACIQYacR58kAAACGpFKlSqVKlRo3btyrV68EEOPINADQHRs3brS2ti5TpoyAriL9HHVhM9BbJl34YmlplTu36/Dhn+PE+RJKAIDO09nCilIUQHT58/Szggw0jErKlClz5MixYcMGAQAAAAARYARoAAAAY1GwYME6depMmjTpwYMHAohZdMIB0BHXrl07f/58ixYtBHQV6edfpclA3/DJdMW2SvJevUJCRzqX7yEZaAB6QWc7I+glARAtoiv9rNBkoJePIwMNw1ejRg0vL6+7d+8KAAAAAPgRRoAGAAAwIm5ubq1bt545c+aNGzcEEIOIDgDQBT4+PosWLWrTpo2VlZWATiL9/Hs0GeirT132rH0dHIoMNAB9QTEFwIBFb/pZoWSgTUxNyEDD4FlYWNStW3fp0qXy7EYAAAAAwHcYARoAAMC4pEqVqlu3bkuWLDl9+rQAYgrdbwBinewu9fDwKF26tIuLi4BOIv38JzQZ6JM7fHYtf0oGGoAeoTMCgKHSRvpZEZqBzkEGGsYgd+7cdnZ2e/fuFQAAAADwHUaABgAAMDpOTk69e/fevn37nj17BBAjyDQAiHWbNm2ytrYuU6aMgE4i/fznlAx01vwOZKAB6BedLaAoOQH8Ce2lnxVkoGE8GjduLNuxX79+LQAAAADgv+hDAgAAMEb29vZ9+vS5cOHCqlWrBKB9tPiYjgAAEABJREFUdLwBiF3Xrl07d+5cixYtBHQS6efoYmISp06HDGSgAegXnb1akss4Afw2baefFUmSW7UelF3WAMlAw7AlSpSoTJkyS5cuFQAAAADwX3QjAQAAGClra+sePXq8ePFi/vz5arVaANpEdABALPLx8Vm0aFGbNm2srKwEdA/p5+glv3PJQAPQLxRNAAxMzKSfFY7O1m2G5GQcaBg8d3f39+/fnzt3TgAAAABAGBH2JBFQAAAAMHhmZmadO3c2NTWdNm2a7CARgNbQ5QYgtqjVag8PD9lX6uLiIqB7SD9rAxloAPqFzggAhuT79HO8hJZaSj8rGAcaxkC2YDdu3Hjt2rWBgYECAAAAAL6JsDOJ82EAAABjYGJi0rx5c1dX1wkTJvj5+QlAO8g0AIgtmzdvtra2dnd3F9A9pJ+1hww0IKA/dLZQorQE8Kt+mH5uO1SL6WdF2HGgH97yIwMNg5QqVaosWbJs3LhRAAAAAMA3jAANAAAAUa1atcKFC48dO/bNmzcC0AI62wDEimvXrp09e7ZFixYCuof0s7aRgQagL3S2M4JeEgC/JKL0s008M6F9SZJbtRmcw8TUZOkYMtAwWDVq1Dh//vyDBw8EAAAAAIRiBGgAAAB8VbRoUdmCPGHChEePHgkguhEdABDzfHx8Fi1a1KZNGysrKwEdQ/o5ZpCBBqAXKI4AGIDYTT8rlAx0HJM4ZKBhqOTZfc2aNZcuXars1QAAAADACNAAAAD4V86cOZs3bz59+vRbt24JIFrRzQYghqnVag8PD3d3dxcXFwEdQ/o5JpGBBqD76IwAoO90If2sIAMNg5cvXz5ra+sDBw4IAAAAAGAEaAAAAISVLl26zp07L1y48Pz58wKIPmQaAMSwzZs3yz5Rd3d3AR1D+jnmkYEGoON0tiCihAQQFbqTflaQgYbBa9y48c6dO9+9eycAAAAAGD36lgAAAPAfzs7OvXr12rBhwz///COAaEIHG4CYdO3atbNnz7Zo0UJAx5B+ji1koAHoMp29WpLLOAH8lK6lnxVkoGHYEiVKVLJkyWXLlgkAAAAARo/uJQAAAISXMGHCvn37Hj16dMOGDQKIDkQHAMQYHx+fRYsWtWnTxsrKSkCXkH6OXWSgAegsiiAAeko3088KMtAwbGXLln358qWXl5cAAAAAYNwi7GEioAAAAGDMbG1te/Xq9eDBg/nz5ytdI8CfoGsNQMxQq9UeHh7u7u4uLi4CuoT0sy4gAw1AN9EZAUAf6XL6WUEGGgZMpVI1btx49erVcscWAAAAAIxYhJ1MnPcCAAAYOXNz8y5dusiJ6dOn05SMP0SmAUDM2LJli7W1tbu7u4AuIf2sO8hAA9BBOlv4UCoCiIjup58VZKBhwNKlS5c+fXrZCCAAAAAAGDFGgAYAAECETE1NW7VqlSRJkgkTJnz8+FEAv4tONQAx4Nq1a2fOnGnRooWALiH9rGvIQAPQNTrbGUEvCYAf0pf0s4IMNAxYzZo1T5069eTJEwEAAADAWDECNAAAAH6iXr16uXPnHjdu3Js3bwTwW4gOANA2Hx+fRYsWtWnTxsrKSkBnkH7WTWSgAegUih0AekS/0s8KMtAwVDY2NtWqVVu6dCm7MQAAAGC0GAEaAAAAP1emTJmqVauOHz/+6dOnAvh19EMA0Cq1Wu3h4eHu7u7i4iKgM0g/6zIy0AB0B50RAPSFPqafFWSgYagKFSqkUqn++ecfAQAAAMAoMQI0AAAAoiRnzpzNmjWbMmXKrVu3BPCLyDQA0KotW7ZYW1u7u7sL6AzSz7qPDDQAHaGzBQ4lIYCw9Df9rCADDUPVqFEj2Sbg6+srAAAAABgf+pwAAAAQVRkyZOjYsaOnp6eXl5cAfgUdaQC059q1a2fOnGnRooWAziD9rC/IQAPQBTp7tSSXcQLQ0Pf0s4IMNAySo6NjsWLF1q5d+/1DJ06cEAAAAAAMGt1OAAAA+AUpU6bs1avXmjVr+GFB/BKiAwC0xMfHZ9GiRW3atLGyshLQDaSf9QsZaACxjqIGgI4zjPSzggw0DFKFChUePHhw7do18c3YsWM7dOjg7+8vAAAAABi0CHueCCgAAADghxwcHPr06XP48OHNmzcLIGroQgOgDWq12sPDo0yZMi4uLgK6gfSzPiIDDSB20RkBQJcZUvpZQQYahkelUjVu3HjZsmUhISGyybpz584PHjwQAAAAAIxAhJ1PnN8CAAAgIvHixevdu7e3t/fChQuV3hEgcmQaAGjD1q1bra2tS5cuLaAbSD/rLzLQAGKRzhYylH4ADC/9rCADDcOTLl261KlT9+nTZ/fu3fJERpkpd2wBAAAAwKAxAjQAAAB+h6WlZbdu3QIDA6dPn05TMn6KzjMA0e7WrVunT59u0aKFgG4g/azvyEADiC062xlBLwlg5MKmn6+efmsw6WcFGWgYmIULF547dy4gICDszJCQEAEAAADAoDECNAAAAH6TSqVq27ZtggQJJk2a9PHjRwFEjOgAgOj1/v17T0/PNm3aWFlZCegA0s+GgQw0gFhB8QJAB4VLPy8ec9uQ0s8KMtAwGD179jxz5owAAAAAYHwYARoAAAC/T1YaGzdunDVr1nHjxr17904AEaDbDEA0kkXKvHnz3N3dXVxcBHTA9+nndG72pJ/1FBloADGPzggAuuYH6ecEhpZ+VpCBhr6bNGlShw4d/P39BQAAAACjxAjQAAAA+FMVKlSoWLHiuHHjnj59KoAfIdMAIBpt2bLFwsKidOnSAjrgh+nnht1JP+sxMtAAYpjOFiyUeIBxMp70s4IMNPTXy5cvHRwcTEw49wQAAACMF+cDAAAAiAZ58+Zt1KjRlClT7t69K4Dv0GEGILrcunXr1KlTLVq0ENABEaafTbnuRb+RgQYQk3T2akku4wSMkLGlnxVkoKGnEidO3Lhx4yFDhuTOnZtvbQAAAMA4EYAGAABA9MicOXPHjh09PDy8vLwE8F90QgCIFu/fv/f09GzTpo2VlZVAbCP9bNjIQAOIMRQpAHSEcaafFWSgob8SJ07cokWLQYMGubm5CQAAAABGJsIANAEFAAAA/KqUKVN27959zZo1x48fF0AYdJUB+HOyJJk3b567u7uLi4tAbCP9bAzIQAOIGXRGANAFxpx+VpCBhl5LmjRp27Zt+/XrFzYGLfdhAQAAAMCgRRiA5jwWAAAAv8HR0bFPnz579+7dunWrAL4h0wDgz23ZssXCwqJ06dICsY30s/EgAw0gBuhsYUIpBxgP0s8KMtDQdylSpFBi0JkyZRIEoAEAAAAjYDps2DDNHaXfQvZhBAQEyNv48eMLAAAA4BdZWlrmy5dv27Zt3t7e2bNn15fk64cPH2S/jnkoMzMzU1NTExMTYrt/Qp5cyB6ykJCQT58+WVlZWVhYCAD4Xbdu3dq+fXvXrl1lES0Qq0g/GxtZHcqcJ9HrZ/7nD74NCAhOldlamakQXOYE4M/I8wV/f3/5naKci6lUKnkupilhYoXmRObjx4/29vbyxFAAMGikn8OysTPLkCPR+SPPvY74umS0tImvkgWyUhJS9zMkhh1njxcvXt68eTNmzChbI52cnASiDyUAAAAAtEo2xwUGBsoWwqhnNiIMQMvWPQLQAAAA+D2yMpovX74TJ06cOXMmR44csmIqdB4B6GgXNgBtbW0t31gBAL/l/fv3U6dObdeunYODg0CsIv1snMhAA9AeJWdMABpAbCH9/L1/M9D/vPA66psqi6V1PDLQhkPZ4Y1kMG/5JU76Odppdh7KAQAAAGjDbwSgVRE9QJ0VAAAAf0LWRzt27Lho0aJJkyZ16dIlbty4AkaMn0kF8NtkATJv3jx3d3cXFxeBWEX62ZjJpsI6HTLIiZM7Xsnbcg3/nyQIm4YBgN9AAQIgtpB+jkiS5FZthuSYO+LC0jGPG/dL7pzGToS29YnQup983yi69dGX7wia7BA1mosfwl4HK6jFAQAAQAdEGIDmbAcAAAB/SDaANm/efOvWrePGjevSpYu9vb2AsaI1HMBvk98jFhYWpUuXFohVpJ9BBhqAluhsZwS9JIBhI/0cOTLQBkZJPId8+nT/77816WfBlx1+hTzqk7ZrFzdZMpNQFAIAAADQBSoBAAAAaFPlypUTJkw4bty4rl27Ojo6ChglelMA/J5bt26dPHly0KBBArGK9DMUZKABaIPOFh2UaYABI/0cFWSgDYz8yD4HBb3bu9fUyipOmB/r43NE5P4dLDwwUP3hQ4I6dVSJE6tUX0MmnAMCAABAFxCABgAAgNYVLFjQ2tp68uTJbdu2TZUqlYDxoSkcwG94//69p6dn+/btraysBGIP6WeERQYaQLTjakkAMYz0c9SRgTYMypDPyjmdvJusYcPkjRoL4Fe83rf31siRgYGB5sHB8sBXzv4AAACAWBdhxZTzVQAAAEQjNze3tm3bzpkz5+rVqwLGh0wDgF8ly4158+aVKVPGxcVFIPZ8n35Onz0B6Wcjp2Sgs+Z3OLnDZ9fyp8Gh5B4i95Owv6YNAFFEZwSAmET6+VcpGegvn+MsHfP40e33St1PeQMFDT76Q6moh4SECOAPyF1IlgDyVjn7EwAAAEBsizAATYUVAAAA0StVqlTdunVbtmzZ8ePHBYwMmQYAv2rbtm0WFhalSpUSiD0/TD836JaZ9DPIQAOIRjpbaFCaAYaH9PPvIQNtGKio489p0s8EoAEAAKAjGAEaAAAAMcfJyalPnz67d+/evn27gDGhQRzAL7l169aJEydatGghEHtIPyNyZKABRBed7YyglwQwMKSf/wQZaH335RsB/IGQkBB50se+BAAAAN3BCNAAAACIUfb29n369Lly5crSpUupcxoPogMAou79+/eenp5t2rSxsrISiCWknxEVZKABRAuKCwAxgPTznyMDre+oouPPhR37md0JAAAAuoARoAEAABDTrK2te/To8fbt25kzZ4aEhAgYARrEAUSRLC7mzZtXpkwZFxcXgVhC+hlRRwYawJ+jMwKAtpF+ji5koAEIwvQAAADQJYwADQAAgFhgZmbWuXNnS0vLKVOm+Pv7Cxg6Mg0Aomj79u0WFhalSpUSiCWkn/GrdDkDHScGCQC/S2c7I+glAQwD6efoRQYaMGZEnwEAAKBrTAQAAAAQG0xMTFq1apU6depx48b5+voKGDRaxgFExa1bt44fP96iRQuBWEL6Gb9HZzPQJjFLAPgtOnsJAdc2AAaA9LM2kIEGAAAAAOgI2uUBAAAQm6pXr16iRImxY8c+f/5cwHARHQDwU+/fv/f09GzTpo2VlZVAbCD9jD+hsxloALqPIgKAlpB+1h4y0AAAAAAAXRBhAJqAAgAAAGJG0aJFa9WqNWnSpAcPHggYKLq+AGj88IoXWUrMmzevbNmyLi4uArGB9DP+HBloAL+HzggA2kD6WdvIQAMAAAAAYl2EAWjOSwEAABBjcubM2apVq+nTp1+9elXAEAggYl0AABAASURBVJFpAKBx7ty5kSNHhpu5fft2CwuLkiVLCvwx9YcP4heRfkZ0IQMN4DfobOFAqQXoL9LPMYMMNAAAAAAgdjECNAAAAHRCunTpunbtumTJktOnTwsYHDq9AGj4+vo+e/ase/fumjm3bt06fvx4ixYtBKLD8xUrvPv1C/rRSNs/FAPp5wunrwzvM6l6iea13VuPGjTN+/pdzUPTx3j26/R3FNdz7NCZUjlrCS349NG/UMYqV7xuRnH54KCQYlmry6do/od9UTqibb3ey+avj2SBi2eu9Gg9tGze+g0rdZgxdsHHD/4iOuhUBvrs2bNye65cuaKZc+bMmXjx4jVu3FhuT8GCBceNGxf1tf3q8gCiSGc7I+glAfQU6eeYRAYaAAAAABCLGAEaAAAAusLZ2blPnz5btmzZuXOngGEhOgBA4/379/I2MDCwQ4cOq1evlnc9PT3btGljZWUlEE3e7tvnVavWkwULvoSERL5kDKSfZ01Y1LXFIPsE8XoMbtegZY13b3xb1u6xa/NB8eucUzo1a1tXaIGZmVmrzg0ckiSM4vIP7j8OCVFPXfDX9EV/K/+TpUgq9MrTRy/6dBiZNmOq5dtmdujZfOeWA7MmLBTRRGfHgb569WrFihXLli27aNEiExOTFi1aFCxYUACIbXRGAIhGpJ9jHhloAAAAAEBsUUX0AAEFAAAAxLyECRP27dt3+vTpr1+/btSoEZVSg0F3FwANPz8/zfThw4ePHz9etWpVFxcXgWj1OSDg8axZb3btcund2y5Pnh8uEwPp5/OnLi/33DBt4V+58mdT5lSvV37iyDmT/56br3BO+4TxfmVlIoVrssZtawstMDNXNe9QL+rL3/N+mMzZMXeBbEJv7d/xj33C+O17NJXTiRInaNym9tK5a3sP6yCiiZKBlhMnd7ySt+UaOmkeMjExEbHR9nj37t2yZcvmzp17xYoVpqamck6rVq0EAB3AeR+A6EL6ObYoGei5Iy4sHfO4cb/kzmnsROhFhiK07ic/F4p6AAAAAIA2MAI0AAAAdIutrW2vXr1ev37t4eER8rNxK6Ev6OgCoOHr6xv2bnBw8NatWwW0w//u3evt23v36xf0/Hm4h2Ig/SytXLSpTOXimvSzonOflqYqk11b/x0EOjgweNyQmRUKNmxUueOCmSvlnMcPnxXKWMX7xj1lAbX6c+XCTfZs++fYoTOlctZSZp494dWz9bCyees3qNh+8Zw1ISFqOfPg7uNyPZo/NGvCot7tR8qJTx8D5k5d1rhK53L56nduNvDimSvhtvPTR3/5F6943ZTTbev1XjR7tVx5mTx1m1Xvunvb4e9f18N7j1O4JhOROn3s4qBuY+RflFs4edRc+SqU+fKFtK7b0z1XndZ1ex05cEqzvPxDvdoMl8v3ajvc+/pdZeaGlTva1Ovtnrvu14X3n9K8ruF9Jo0aOLVSocY1S7eaPXGx5o1asWBjqzo9KxZqJB8NUau/be2T8cNmVS3WrHqJ5v07j3r5/I2cWbtJ1YkewzR/3dbGOjgoJHrbA3VqHOiXL1+WKVMmY8aMGzZsUKn+HRKiYMGC48aNkxN9+/Zt3LhxixYtkiRJ4urq2q9fP2UBubUTJkzImzdv4sSJ5aNy+5X5QUFBPXr0cHNzkxXXTJkyyWnNQwB+g852RtBLAugX0s+xi3GgAQAAAAAxz0QAAAAAOsbc3LxLly4qlWrKlCkBAQEC+o+OLgAa79+/DzcnMDCwQ4cOixYtEtCOt/v2edWq9WTBgi9BQWHnK3GEYzteaCn9LD1+8NQ1TYpwM80tzNxyZb4WmjaWTh49b2NnvXL7nEatai2dt27X5oPJUyTNlivTwd3HlAUunL4c4B9QrHR+zRru3X7Yt+PIdJnTrN7l0WNQ+63r9i6ctSqSzdi+fu++7f+07dbYc91kG1vrvwdMFZFa7rmhUq0y6/Z5Fi9TcOLwWR8+fAq3wMN7T0JC1L3aDC+bt36npgM0eWUNtfrzyL6TEjokWLRhaouODbat27Nz4345/8SRc3/1m1SmYvH1BxbUblxFLnP54g05f/eWg2MHTy9RrvCK7bNTp3fp3mqoz9v329btnT1xca1GlTccWFCtTrkhPcedOX5RWf+erYeSp0y2dMuMXkPby609e+KSnLl13Z4lHmtadKy/dPMMlanqxpXbysJzpy598uj5uFmDR07p9+j+U3lXzrSMa548ZdJv7+ej+TOWV69fPtovWPo+Ax0SEqIEoEUM8vHxKVeu3IsXL9avX29pafnDZZYtW5YuXborV67Mnj17/PjxBw4ckDPnz58/atSoYcOGyflmZmZnz55VFp44ceLChQv79et37969Xr16TZ8+nQs5gD+hs1dLchknoEdIP+sCMtAAAAAAgBimEgAAAIDuMTU1bdWq1apVq8aPH9+lS5d48eIJ6DOiAwAUnz59imh0/9OnTz969Gjw4MECkfpw+XLQy5fBb95YZ8xokzWrMtPnn3+eLV+uTAc+ffr9sz4HBDyeNevp/PmWzs6ugwdbZ86sDMH7z5ZnWzwfZcqdqEHXTCK6ff78+eG9J4kc7L9/yNbO+tmTl8q0axrn9j2bym+KclVLnD5+cd/2f+RE6fJFVi/e3KZrI7nAwT3Hi7oXsLA01zx9x8b9LqlTtO329dHcBbK17FR//PBZLTrWj2hLXr96G8/eNm2mVEkcEw0a3f3m1dvBwSFmZhE2i5WvVrJE2YJyomajSvOmLb93+2HW7BnCLvDg7mN5W6NBxbJVS+zfcaRjk/4LN0xN5uyoWSDAP/DtG5+UqZIncXJwTJbYJY2zhfnX7V+1cFPdplVrN6ksp8tUKnr7xt01i7fIlctXVKZisYo1Ssn57Xs0fffG59WL11vW7alSq4xcTM6sWLP05QvX5dPzFMwu76ZKk6JJm6+DYRcokitj1jTXr3jL92HPtsNVapctWCy3nN91QOt/9p/89+W/eOuS2tnZxcnKOu6EucPevnoX9rW8fP6mU9P+WXNkbNWpodAC+cnW7ZhRZWZycscLf/+PecrFNflGREcNQa5B1hvl2jS3CjmtGem5efPmsjIpC5+pU6dGVMhkyZJFGfi5XLlyuXPnPnPmTMmSJVesWNG6desKFSrI+fK5mzZtUhZ2cXFZtmxZxYoV5XSLFi1mz559584dAeB3EYkD8IdIP+sOJQM9d8SFpWMeN+6X3DmNnZxpZvb1g5DVM/lJ0UCkj05u2zq9Y8fv52cpVLj/ihVh5wytXi13mbKV27cXOiDGNubEls2p3bInTplSxJIL+/dP69hh4Y2bAgAAADA+Efb0cP4JAACAWFevXr3du3ePHTu2e/fuDg4OAnqLTAMAha+vbySPPn/+fOHChc2bNxf4zqOZMz9cvPj+wgXNnGRt2mgC0MG+vu/PnfvpSj4HBX26fTsk9FOQJfPnz59P7Holp/OXdhJaYGJiYmamev/+w/cPvXj2Or79v1c3pcuURtMMlTFzmvUrt8uJEmULTRsz/8aV22kzpvpn74n+f3cJ+/Qnj55nypZOczdL9gyBAUFPHz2PaEvKVimxdf2eumXa5M7vliVHhjKVikeSfpYSJU6oTNjaWsvbQP+gcAtMXfCXWq1OkCi+nC5ZrnCjyh23b9inxLUV1jZxq9UtN3HEnNWLN+fKmy1PoRxFQ0ewfvzw2dkTXisWbNQs6ZrGWd4+eviseNlCmpkD/u76deaDp3WaVNHMzJw9w6I5q5XpJE7/rxdZWVsFBQbKieuXb1WrW16ZaWFpnjq9izJdrV75UQOnHt5/Ml/BHNnzZilVoUjY1zJz/ILM2dKPnNw38vfkDxVwT3bhyItrp/xDbK6qRUBwcLCyB4o/Jtej/kauUB2GjY1NpUqV5DLW1tZ79uyZN2/eoEGDKlSokCtXru/XkyLF/4cqt7Oz8/f3F6EXZrRr106ZaWlpmS1bNmW6fv36T58+nTt37oULF86fP3/27NkaNWoIAL+LzggAfyJs+vnmhXekn2MdGWjDkyl/gYGrvp6JyBr8qAb1a3bvniHf17Mbazu7cEsWr1PXKXVqYUw++vrO6Nx51I6dIvY4urpW69xZAAAAAEYpwo4NAgoAAADQBWXLlrW3tx8/fnzHjh1Txt5AGvhDdG4BUPj5+f1wfuLEiQsUKFCwYEFbW1th3AKfPvU5evTdkSOfvL3TjBxplyePMl/98aMm/WxqbW2WMKEqzHsVv1ChTB4eyvSrrVtfbdv2/ZrlsxJXq2ZfuHDcdP9Gh2XjT6thqeYPvbN00tXm/bKkSBv9v7eQu4Cb9/W74WZ++ujvfeNuo1a1lLsqM9Owj1paWsjbBIni5yuc89De4x/8PsrtzFsoR7iVhP1mUaaDgoLDfduoQ9TKRKq0KdbvW3D+9KXLF27s2nJw1aJNy7fNSvijoakVJibhvrbCt5LFs///m29qapLSNbnPm/Dh/t7DOlRvUMHrzNULZy4P7Tmufovq7Xs0lfMbta6Zr1BOzWIq86+tcz8MH4cEh/znZQoRHPhvFDtO6PDJ/9++SJvxylUtIT+I86cueZ2/7jFl6e7NB2ctH6NZs9e5qx16tdBq+vnZgw+eo7ys45nU7ZnM0TmDpfyMLSxUKpWpqam2awgXQo8aT0/PBAkS9OrVa8uWLU2bNj179qzchnBLmoR/SyN7T3v37j1z5sxatWrlyZOnVatWXbp0EQD+gM52RtBLAui+cOnnBX+RftYJZKANjF2iRJkSJRJfz7C+/qBT0tSpMxUo8MMlS9SvLxDjkqZKVbVjJwEAAAAYJZOIHuDMEwAAADoib968LVq0mDZt2o0bNwT0E9EBAIo3b96EvSu7wGUh361bt2HDhpUtW9bI08+P58zxqlbtYpUq98eN8z1xIvj164/Xr2seTVi2bPpJk7Jv3Zrv7Nnchw+7bdjgGKZr2SxBAttcuZT/Fk7fDeccJ07imjWzb96cont32zx5VPH+DTrLwtnK1rRhPye7BCYLRl9+6O0rolvdplV3bT54+eJ/vsFXLNgYHBhc3L2gcvfR/aeah65d8U6ZKrkyXap84eOHzh7cdaxUxSIq1X9C0slTJL1++db/n3XppoWluVNyRzNzs08f/NXqf8cVfvH8lTKxYeWO/Tv+KVQ8T7vujRdtmPb585dzpy6L3/Xpo3/dcm337zyq3A0ODrl352GaDK5hl3n+9NWwXhOcUzjVbFjxryn9WnVqcOzgGWXLA/wDc+bLqvz3vnH35uXbX+c7J/W+9v+keOu6vfZsPZQqTYrrl701M+W0S+oUkWxY1uwZb127o0wHBQbfuXlfhH7KE0fOefH0VZnKxXsPbT9m+oBLF66/fvlO86zhE/vkL5xDaM2zBx/m/+Vlav65Sgcb2wRf8y4KEYMsLL6m6k1NTefNm+ft7d27d+8oPrFgwYLnz59XpgMDAy9duqRML168eOjQoUuWLOncubObm9uDBw8EgD8zRFQBAAAQAElEQVSgs50R9JIAOu779LOdvQXpZx2hZKC/fI6zdMzjR7ffB4dSPixBM5EBWTZyxKxuXf+uX69tdrdLhw8NrV5t6+zZcv7K0aOmtW8/sVXLdjmydy9S5NDq1Wd37+5TulT7XDlXjR4dbgc4t2dPq6xZlHT1Rx+fhilTbJ01S3lo8dAhHr16yokrR4+ObdKkdbasvUqW2DR9mrKwfOKACuXn9+sr52+cNvWzWr3dw2Nw5cryj8pnqYNDlJU8u3t3wYABHfPm6Zw/3+Q2rd8+exbJK7qwf38f99KbZ0zvWbxYW7dsU9u38/92IfcPt6FNtq+/yyQ3Y8e8eeHW069c2UWDB3crXEi+OXJCbsbwmjXaZM06rUOHD+/+PSN7cPXqmEaN5MvvVaK4/KPyJSjz9y9fJhdulSVz10IFp3fsqGxzRNsm5zfPkF5OBHz4IN+9Q6tWyTehZeZMI+vWuX/lirLCV48ezejcWW7JoIoVDyxfLheTCwsAAABA/0UYgObMEwAAALojQ4YMXbp0WbBgwenTpwX0ENEBAIr3798rE87OznXr1h0zZkyzZs3SfRuQ2KgEv3v3dt++4DCJ8IDHj+V/OWGXN69Lnz5ZV6xI2qSJ5lFbN7f4RYtaJE0qfpF8YpYlS1z791fFjx/uoTihbOKZ1enpYGsfZ+GYK9Gegc5TMHv7nk27NBs4a8KiowdO79p8cFjPCSsWbOg7srOTcxJlmUvnri333OD3/uO2dXsP7jpaq3FlZX6RUvmfPHp6eN+JUuWLhFttjQYV73o/8JiyzOft+7MnLs2btrxyrTJxrSwyZE4jH50zafH5U5eXzFlz6ui/Y2Z/Vn+eO3XpkQOn5PJb1uwKDAhMn+n3f5fZyjquo1PihbNWeZ279uL569GDpgcHBperWiLsMgkT2Xuduzr5L4/nT15e8bp54si5zNm/dkjXaVJl48od65Zt833nt2XtntkTF8dL8DWPLl/17m0H92w9JOcv9Vh7/86jTNnS125SZfOaXXu2/SPfnO0b9u/ccqBavfKRbFjjNrW2rN19cPdx+TKnj/P09/cXoZ+yvDtjwsKrF28+e/xi+6b9KVMls0/4bwj+8+fP509devjgqdAOTfq5QhtLu4SmJt8o+56IcZkyZRo2bNiMGTP27NkTleX79+8/b9689evXv379umfPnh++RQSSJEly9epVtVot32RZR33y5ElAQMDTp09Pnjx5//79wMBAoR1nz54VgCGiMwLAbyD9rPuUDLSs+4XLQFPsG5iT27ZlyJuv2ciRqd2yh51/asf2vOXKj9u7L0fpUouHDjm0elXXWbN7L1x4eN3a09u3h10yS6FCIYGBd0J/vOXq8eOmKpX3xX9P5eTdbMWKPbl1a2Krlq5Zs046dLj5yL8OrV69cepUZYHHt275+31oO35CztLuB1et3DxjRs3u3eUfVanM7l3+9/LFNePHvXjwoJfnArkBz+7dWzNhfOSvSP65x7e8ey9cNGjV6gfXru30nK/M/OE2zL309draUTt2VmjdOtx6Hl2/bqIyHb5xU6NBg/cuWTy9U8daPXqO2bPH983r9VMmywV8X736q369RMmTTTp4qPXYccc2bdrmMUfOv3n69IIBA7IVLTph/4EWf/9978rl7fPmRrJt4exburThoEGTD/9jGz/+ilF/yznq4OCp7dubmJqM2bW7/oABG2dMFwAAAIChiPDXLQkoAAAAQKekTJmyd+/eU6ZMeffuXdmyZQX0Cp1bABRqtbpEiRL58+d3dnYWxif43bv3p075eXn5njoV8PChnJPmr78SliunPJqkTp3ElSvbZM9uEjpa7Z8zS5gwRefOiSpWFD9q5JEtPyYmJqamsnNZZWdvUat7wnWT3ywYfblF/6wp0sYT0adRq5opXJJtWbt76/q9trbWufJl81w72TXN/3cA9wpFb1zxXjxnTfKUSUdO7ps1ewZlvpV13KKlCly5eCNbjozh1uno5DB14d9zJy+ts3xb6nQpq9UrX7dpVTk/oYP9X1P6jRo0dfOa3fkK52jRsd7501/Hu6pat9yVCzf6dfza9euYLPHoGQNTpkom/oD8Kwtmrhw1cKrvu/cZsqSduXS03NqwC5iZq/qO7Dx28HT5qk1NTUqVL9K139fu8ELF8wwd32vVoo0ek5ekyeA6ZFyPkuUKy/kFiubqM6zj6iVbxg+fnTVHhknzh8t3Q/4P+BSwevGmCcNnZcuVacjYHsXLFIxkq/IUzN6lb8tRA6aYqkzLVS2Zp+C/4zp36Nl0cI9xbep/HfZYvpljZw7WjKj9+fOX+dNX2NhYZ3FLL6KbJv1crpV5fAczc3NzMzMzub8pGWgRS/r06bNp06bmzZtf+TYWWiRKly49adKkZs2ayS1v0qRJmTJllPlyZqNGjeRrkUWZXFX79u0vXbokX9TVq1f379//4sULW1tbR0fHpEmTOoaSE9bW1uKPLViwQNaE3d3dBWBY6IwA8KtIP+uLJMmtWg/KMe+vC0vHPG7cL7lzGjtlvjwNEZT/hsLRxaVm9+7fz0/i4lKkVi054d6o8e4FCyq1bZcs9OLnVNmyPbp5M1+lSpolLaytM+bLf/X4sXR58tw8eyZ/pUoXDxyU8988efLU29utWPFNM6YnS5O2TugPuWQuVKhmt+6eAwfU6NZNhEZ7Gw0ebO/oKKeXDBtaokH97CVLyukmw4ad3bNbWf+7Fy+SpU2b1NXV0sam76LFPq9f/ew1CbnOeA4OciKXu/sdLy85cXjd2oi2IRIVWraS65Hvw5qJE/JVqCCfKGdmL1bc65/DcuLAiuVOqVK1GjNWTtslSlS//4A5PXtU6dBRnqs3GznSvUlTOT9+kiQ5S/3zPMxvzny/beFUat8uQ758cqJIzVrTO3WUE5ePHHl6986AFSus7Ozke1W1Q4eFgwYJAAAAwCBEGIAmoAAAAABd4+Dg0KdPn2nTpr17965u3bp0k+iR6Pqwwp6ncM6idzS7gU4dvJodiT0qZpT7FvZVfvjYeCi7vXffvu/Pn9ccADZZs5paWWmWsc2WTUQXU9Ok9eola93a1MZGRLw98lYJQJubm8dP+LlmtwRaykAXLZ1f/v/hQ537tYzkiUPH9wx7t1DxPPvPr1Oms7iln7bor++fUrhk3h3Hl2vu1m9eXd6amamGTewl/4sIWFnHPXZ9izLtseo/44Fp5odla2fdtX8r+V9ELH/hnBsPLvx+fqnyheX/7+eXrVJC/g83s1Itd/k/3MwOvZqFvTt1wcjIl0+aPMn8NRPFj6hUpj98gX9Ok34u29LMPrG5hYWFeShVKGUQaKF9uXPnDle8y33+1KlTyvTx48eVibFjx4ZdZu/evZrpFqHCrdbd3f3FixfhZso/1LJlS2Xi1atXz58/f/bs2Z07d44dOyanLS0tkydP7hxKTjiERhZ+w8aNG/38/GrUqBHRAlSWEO1ioAqns/sqBxGgm0g/6xcHp7iaDHTTgcmTudopXyhkoA1G4pQpfzjf0cVFmZAnnPLWPkli5a6pmVnAp4/hFs5WrNiFA/vlydv1kyebDB12bt++Rzdu3PHyylSwoJWd3csHD9LkyKFZOG2uXMEBAS9DLyq2sLZW0s/SnYsXSzVsqEybWVqmyPDvlbSlGzby6N3r7K5dWYsWy5g/X4HKVUSkzCws4n2rrlvZ2gYFBMiJiLbBNkGCiNYjX2mi5Mn/Xae5eTyH/78DgR8/yYnnDx7cvnChYcoUYZ/19tmzdLlzp8yU6dS2bXe8Lj64eu3mubMZ8+WPZNvCSeD47y9HxbW1DQ4M/KxWP7h+zck1lXwnlfmp3NwEAAAAYChUAgAAANAf8eLF692794wZMzw8PFq3bq10lkD3RUt04EsozQRxBP2iSVvqTgz6+92JnQrRJcTX9/25c35eXvJ/ym7d7EJ7SeU+b5snzxe12jZHjni5c9tmz25iaSm0wDpDhmwrV8ZNleqnSyqj8KpUKmXnj5/wS81uCdZPees5+lLL/tmiNwMNoxIu/Wz5jTIItKy/KQFoQ827yNeVOFS2MFc1vHr16vHjx48ePTp27JicCA4ODpuHTpo06U9HxV6xYoUysW/fPn9//3r16n1fE6ayhGgXM1U4nS0NiOUBOoj0sz76fwZ69JPG/UUyV8aBNigmETTPmvxKs222okVXjh71+vHjFw8epM2VK12u3N7nzt04fSpb0WLKAmH3E2UyODAwin+lcM2aWQoXvnr82K2z59aMG3d0w4Yh69ZHsuPFCVcz/1apjmgbImKq+nkSw61EiUpt24WdYx0v3rk9eya3aZ2tWLH0efNW6djxwv59T27fiXzbwgp3ZiGLTZWKEhIAAAAGiwA0AAAA9IylpWW3bt3mz58/bdq0jh07mocOIgId9+e9WUqI54VPwJFrL778l4Bu0yRmMiSLlzlFPJNQOtLBKfef83fe3HnuRwwa0cXvwoVPN2+G+Pp+m+EY7587dp/sE9laFMuSxLFZM6cWLZTOSO0dBfGLFo3KYsoGyI1RfeuUlTu/fSJRs5tYP/UdGWj8tnDp57hx41pYWMj6m7w1MzPTDP9sbEkXh1A5vg0a5+fn9/Dhw0ePHl26dGnHjh0+Pj5OTk5KGFreJkuW7Psq7pMnTzTTx44d8/X1bdmypXxXNTOVL7KAp099T56ksoQ/pzlObbJmtUqTRqtVOPZSAFFE+ll/kYFG5JKlS5cwqdP2uXPT5shpqlJlyJf3xpnTXocPV27XXj6axMXl+okTmoVvX7hgZmmZOEUKZRBojbS5ct2/cqVg1WoiNJr88Mb1LEWKyHJj8ZAhhWvUKFT96/8CVaqMrFPb58ULzbjRURTRNnwOCRG/yzFlykc3bmTMn185BC4f+efMzl0Z8uY9tnGjW4kSvRcuUhY78O1KyN/mnDHD+qlTPr1/rwwCfffSJQEAAAAYiggD0JxqAgAAQGepVKq2bdsuW7ZswoQJnTt3trW1FdBtf5hp0MR3vJ/6/r3uqoB+ql8oebqkVkrUUtsB0J9S9ijZa7759KMtZ54KINpYi7g5RdwwMx7J/zcyO9sVSGev7P+6E/0M+9vTGl8z0F3JQOM3/TD9rNyahdKpy2Bikay+Zg6l3A0ICHgU6t69e0eOHHnx4oWDg4NmiGjJysoqbABaunLlytSpUzt16iQfEmEqSx9v3Hg4ZowAok+Sdu3MXVyULwstVeEoEwBEBelnfUcGGpFzK1Hi4KqVVTt2lNMZ8uTdOHWqfeIkzhkzyrvujZvsWbx4zfjx5Vu2fHj9+rqJk0rUq2cRWg0Oq2qHjlM6tE+TI2fG/PnXT54c8OmTCN213r95s2LU3w0GDIyXKNE/69YmTZ3aLlEi+dDmmTPkH0qfN29UNi+ibVCHhMg/cfPsGet48RIlTy5+RYl69bfPm7dgwIAaXbs+8fZeMGBgtqJFTUxNbRMmfHzq5Kf37+Pa2h5es+bkw+eEZQAAEABJREFUtq2ZChQQfyBrkaIpM2VaNGRwvb79Xjx4sHXOHMFBBwAAAEMRYQCaQRcAAACgy2QTbePGjXfs2DF27Nju3bsnTJhQQIdFS5O67ONUq9VyonfNHJlSJBDQK80n75cfX1BQkHJXFwKg8rRXbpLcr6wsVDM7FBOA1oxZe06tDpbkXqfs/Ka/8lvAWvXTDHSz3lldM8YXQBSQfv5tlpaWaUNp5ty/f/9xqAsXLjx69MjOzk7zHRp2mcmTJ7dv3z5Bgn/rRZrKUrrBg63TpRfAnwl5//5yxw7y+0vufvIQjvONiG462xlBLwmgO0g/GwYy0IhE1iJF9i5ZnC53HjmdJmfOOCYm2YoXVx5KlDz5wBUrV48ft2fJYuf06Us1alS+Vavv15ClSJFGgwbP6dVTZaoqXKtm1m8/jlS/f/9pHToMrVZVTqfLnbuX5wLT0IuTN02fXqNrtygGoCPaBrmqEvUbLB4y5PXjxw0GDhK/In6SJINXr1k5enSfMu4JkyYtVqd25fYd5PzK7drdPHumddYsFtbW+SpUaDpixIYpU2Sjgvhd8uDqt2TpxmnThlavZp84cekGDddMGC9P2AQAAACg/+KEbcJTmshla6aPj09gYGDKlCkFAAAAoNtOnz69fv36Tp06OTs7iz/w7NkzPz8/61Bx48Y1NzeXvS90vfw2ZWzdkJCQgICAV69eJUqU6E8G6tas7ei1Fz0WXxrbomDutA4CeqVU/801cju0L+NqYWEhjy8zM7PYPcSUjvPg4OC/1l09ePXNlqEVBKA13TyOBgZ8mt4ss0UoZf9XBtHUEcrAsbJRSJa08riQjUKy9H73+tP6qe/83n5u1ocMNH5ON9PPMXmxgVJdEdrx9OnTv/7664cP2dvbd+3a1cHBQaksvTlw4NHgwVlnzLTNmlUAfyb47dsz1avZNW2aqF49WX+Th7NKpYr2Kpz8xnn9+rX86lHOxSwtLZUSI7YqisqxLL8N/f39X7x44erqqvyAA4BYRPrZwLx66j/vrwvyg20yILmTi638itF8v9AQpyXK6d7Xb7c3b7yrVUvRunXyRo2F0Tu5bau/34cS9esLQ/fmyZPbFy/mq1hRuXt4zZots2ZOPHT4V9YhXu/be2vkSKsRI+wyZ7axsZF1NuXg5bAFAABANHr58qWvr6+sbco6pyazEXmHWoSPMbYBAAAA9ELevHmbNGkyderUW7duCeiqP28KV4II2ssVIQYoURJl0OUv34jYoPxdzU7F+S9igNzNgoKCNPu/0LGGF8241LLz0szMzMLCQrYu2SeyqtnV3jaByaJxl+9d9xFAxHR27Gd1DNJqLeXs2bMRPfTu3btJkyYJKkvQGuXaGE2tSRvfX1TGAESC9LPhUcaBFl/iLBn1+Ol9P3miJL9rZG0qFlsJYITkznZ49ZpcZcoIIyDP0Ob07LF55oz3b954HTq4cdrUApWrCAAAAMAgRBiA5lo9AAAA6IvMmTN36NBh/vz558+fF9BJ0dKDpdWBFREDlJEpdadTM3ZD2DA2ck9T9n+d7dcnA43fprPpZ0Py4MGDH853dHSsWrVq//79xbfvNSpLiHaarzDt7V2UDwAiQvrZUH3NQA8mA43YJKsfXWfPtkuYUBgB2wQJmg4fsXXOnA65cm6cNq1Ug4bVu3YVAAAAgEGI8LfbOL0EAACAHkmVKlWPHj2mTJny4cOHokWLCuiYP8w0fAlDQG9pdeDA36NsDJkbxICwwUSdLcqUY8HU1DTsTPtEomZXsX7qu0XjLjfrk9U1Y3wBhEH6OWY8fvw47F0rK6s8efLky5fPxcVFmaPjxQv0WthfzNDSPqazuy7HFBC7SD8bNiUDPW/khSWjHjcZkNzJxVaZr5yPUHtEDLC0sRFGo3jduvK/AAAAAAyOiQAAAAAMgqOjY9++fQ8ePLhhwwYBHRNd0QEiCHpNk5vRqRGgBRBTtBodiy6MA41fQvo5xvj5+clb+WZmzZq1devWY8aMqVu3rib9DGibtutvOltKUHwBsYj0szFgHGgAAAAAwB8iAA0AAADDYW9v36dPH29v7/nz5/Pz3zoluqIDRBD0mvz46MKEMdOXXnwy0Igi0s8xKXny5DVr1hwzZkz79u1z5MghD8+IluSrFtEuBr6/2G8BhEP62XiQgQYAAAAA/IkIA9B0TgAAAEAfxY0bt0ePHgEBAdOnT5e9JgK6gV4rANAjZKDxU6SfY9iAAQNKlSplY0w/0g2jQlkBICzSz8aGDDQAAAAA4LdFGIDmlBIAAAB6yszMrGPHjnZ2dhMmTPj48aOADiDTAAD6hQw0IkH6GUD00tnOCHpJgJhH+tk4kYEGAAAAAPweRoAGAACAAZK12ebNm2fJkmXcuHFv3rwRiG30VwGA3iEDjR8i/Qwg2ulsiUFRBsSwcOnnhX+TfjYiZKABAAAAAL+BEaABAABgsKpUqVK2bNlx48Y9ffpUIFYRHQAAfUQGGuGQfgagDXRGABA/Sj/bxif9bFzIQAMAAAAAfhUjQAMAAMCQFSxYsEGDBlOmTLl165ZA7KGnCgD0FBloaJB+BqAllBsASD9DQQYaAAAAAPBLGAEaAAAABs7Nza1Vq1Zz5849efKkQCwh0wAA+osMNATpZwDapLOdEfSSADGD9DPCIgMNAAAAAIg6EwEAAAAYunTp0nXv3n3nzp1Lly6VHScCMY4+KgDQa2Sgjdzju36knwFoj86WHhRrQAwg/YzvkYH+VbuvnwxSBwsAAAAAMD4EoAEAAGAUkiVLNmDAgICAgDFjxrx8+VIgZhEdAAB9RwbaaD2+67dg1CXSz4Bu+nhg1+PGlR93bh786MEPHlarP2xY9rBuuWcDu332/yR0FWk2wGh9n36Ol9CS9DMEGehfNGDLrFLTOg7e5nHkzsWQz2oBAAAAAEYjwgA0nRYAAAAwMBYWFq1bty5RosS4cePOnz8vEIPonQIAA0AG2ggp6WeVBelnQBd9OnXMZOdiqxLlzF1TP+ncPPjBvXALvBg9OPDInngNWqrfvH7au4PQVZQhgHH6Yfq5zeDspJ+hIAMddVmcUn8KCthx9Vi3dZNKT+80Yuf8k/evqL98FgAAAABg6CIMQHPqCAAAAINUpEiRLl26bNy4ccWKFbLjRGhNp06dSpYsGW5munTpRo8eLSe2b99ubW0dydM/fPgQJ06ckydPikjJFcYJw9nZWf7Rc+fOhV3m8OHDjRs3lg+lTp26ZcuWFy9eVObfunXLwsJi2LBhYRf29/dPkyaNXF5Eq59mGvbt2yc7sYTWFKveInW+ipr/mYvV6DtyyqdPAfKhMdMXtOo5PKInfvzkL5e/cPmGiJqwy9dq1XPuknVCZ1y5cfvo6QvCOKxatermzZtCaxat3iI/6Hpt+oSbP3T8bDl/7ZY9IkZEtPd+v++dOHtJbtjl67fDLTlykkfNlj3Czpk6f8WgMTOENr31eS835vqtu0LLIjp+Hz99Ub9tX7eStUZPmy9+RWBQ8IKVm4RxIwNtVEg/G5VWWbPsXbJYc/fDu3d9y7j3L1/ug8+7laNHTWjRXM48vWNHuxzZlUcbpkzx4Nq1qKx5YMUKuxcsiGSB4MDAnZ6e30//Cc02x4qADx/k+3M7+i65jOgNf7d2WVDeCgladEzcY5B9kzZv5s8M+2jw0yefzp+2HzEjXtXajqOm/HiIaN2gs50R9JIA2hNR+tnajvQz/o8MdBRldUqtmfYL+Lj50j8dV48rM73TqN2Lzj68/pn3CgAAAIDhYgRoAAAAGJ0UKVIMHDjQ19d32LBhhw8fDg4OFjEubdq0gwYNEtGhZcuWB0Pt37+/d+/e7969q1+/vuZF9e3bt3Tp0g4ODjNnzpSPvnz5Mk+ePEuXLhWh4Wm5DaNHjw6bEx01atSHDx+mTp0qotVP+6U2bNgg/7RWE6sNa1RYPmu0/D9r7MA6Vcps2nVgzIyvWZzCeXNUci8qtKB25TI53DIKnTFo7Izb9x4J4/Ds2TO5G3t6esojXWiHqanJGa+rL1+/1cyR+/n+IydVKlMRU6K+9+bPlTW5U5JdB4+FnalWf96653CVssU1czbtOjht3nJh6Pb+c/Luw8cj+3auV638Lz3xn5PnZi9cLYweGWgjQfrZmPn7+Y1t0kR+r/Vfttwmvn2WwoULVK4stObS4cObpk/7flp/qczNa/XokcDRUWiZqWVc+ceUaXPX1Gqft2EfDbp/xzyZs4mtnZyWpXYcExOhq3S2JKGIA7SE9DOijgx0VPQq1ej7mT7+H9ZfPNB25egyMzodu+OlzORNwx/iHBAAAAC6RhXRA5z/AAAAwIBZWlq2b9/+xo0bu3fv3rFjR6lSpdKlSydikPxz/fv3F9EhZcqUxYsXV6ZLlixZoUKFtGnTHjp0yN3dXd6OGzfuwIEDJUqUUBZo165dp06dunTpUq5cOQcHB7kNa9asadu2rVxSPnrz5s0JEyYsXrw4QYIEIlpFpWVcSazmzJmzdu3a8eLFE9EtedIk+XNlU6bLFi9oplLt2H9kRJ8OhfPlENpRt2pZgVh17ty5q1evVq5cWR4j0ds9I1eWIlnSgMDA/UdO1a/+b4j2/KUb8ePZBYdocSzzcKK+98qXX9m92I4DR3p3aKqZeeKsl6/fh4ruxeS034dP42cuXL1ld0rnpMLQffzkn8Y1RZWyxQR+l3JAmZr+J+5vn0jU7CrWT323aNzlZn2yumaML6C3SD8bs+CAgImtW33w8Rm6bp1dwoRyTtYiWrlUzICpzM2rd+0mtC9+vSYv/h4UN2t2s5Sp/PbuCH7y8MPRgzaFv9b8ZfO+77rlQY8eBFy7bJk2w7sVi81TugpdRWcEYFRIP+NXKRnoeSMvLBn1uMmA5E4utsp85XyEGqn0PuBjJI/md8mazzWLCP2yVd6uDzduvNi6VQC/4sPNf39fK+yvEQoAAAAgtkUYgKbCCgAAAIOXIdSTJ0927ty5e/fubNmyFSpUyNraWmjf9u3b69Sp8/Hj1/6J+/fvDxgwYO/evSlTpmzTpk3btm39/PyUxU6dOtWzZ89Lly5lzpx55syZuXLliuL6TUIHeJs4cWKjRo006WeFnLl69eqlS5f26NFDpVJ5eHjIV718+fKGDRt26tSpcuXKcsNEdIt6puH8+fPXrl2rVKlSsWLFwkXropd87RbmXwfMGzN9we37j+ZPHCqnL165uWj15uNnLjolTdy2ce3yJQuFfcrJc5da9hj2V79O1cuXDDv/na/f9Pkr9h89pTI1rVLu/+92rVY9yxQt0KZJrafPX42dseDKjdsv37xN7eLcsHqF2lXKyAWCgkPGz1won/j585cG1cqv3rJ7ULfWJQrnrda8W/6c2Q4cORUQFLR58TR//4AfPl2uP0eWDJeu3bpx+55rimQj+3Y+cPTUmi2741padmnVMFy4s0mngZevecv/J896OTkmvnX3/rKZo5WH1m/dN33hyh93P/kAABAASURBVIPr59du3St75vRybZ/Vn61trJrXrVYwj5tcIDg4ZNbiNdt2H5IbkMstc/8urdK6Ogs9ERAQsHbtWnko1a5dO3Xq1CJaVSxdZF+YAPTef064FyuwYsMOzQJbdh9euHrT7XsP07qm7NC0Tuli+eXMUVPnv3nr8+L1m5ve9ycO73X8rNfjZy+CgoIvXL5uY2PVoWndePFsJ85e7OPrV6Ni6T4dm8nTc2VXkXvmw6fPnRI7FC2Qq0/H5mZmKs3eq1Z/XrBy4/b9R548fVGiSN6QkJDvt7Zq+ZKzF6/xunrLLfO/13ts33ekZKG8iey/Xm/w+Olzn/d++9fNnzxnifhFb3ze5y1bf+vS6ZnSpZJ3Dx493WngmKuHN4Su9sWE2YuPnbogj6l61coNGjPj0sF1mifu2H+0319TTu1cHtfSQt599uJ14SpND6ybHzaEHdHhI/f/4gXznLt07fyla87JkrZuWLNqueIi4uNRQ27Dyo075UTqfBXXzZ+YxCHhD9d/9NSFVZt2yk8nkX38wvlyDuzW+szFK+16j1Se6HVgnY11XGHcyEAbMNLPxuyzWj2lfbtXjx4NXLkqfpIkysyVo0c98fbutWDhT5/+7vnzbXM9Lh448OXz5yI1a1br3CXsqMNLhg+TC3SdPUe5O7R6tdxlyqbOnn1S61bybsOUKZqPGrVwwABleuTWramyuR3fvGmXp+fj27eTp01btWOnXGW+FtHLRo54/+bNuxcvHl6/3nHq1GzFikeySeqQELl+31evB6xYYWVn9+Dq1ZWjR9/2uhg/USK5hZXbdzAJLcd+OP/C/v3ytWcpUuTBtWvB/v6ZChSs3qWLxX9PFgI/ftwye/a5vXvePn2WMnOmmt26Z8ifP+DDh5aZMw3fuClNzpzyzVw9btzlI/84JEteskEDzwH9Pa9ek0+UC7QeO27/8uVP795xyZKl8eAh8lbOv3bixJaZMx/duhkSGOiSOUuNbt3S580b0auzzJLdtkyFp707CBPTL0GBn+PEWXX3VeqkT9Mnirf5+oPcvh8TqdXP+nWOY26hSpAgybBxQldRngDGg/Qzfk+sZKCjpVVKrdbKNdIhn9U3Xty/8vTOlad3Lz+9/djnpTy4fvg+1MpRql+ZJuLL1+NOk1h9e+SI/C+AXyePC04GAQAAoFMYARoAAADGLlmyZK1atbp69eo///wzY8aMxIkTpw6VNm3aaB8I+XvBwcG1a9fOkCGDl5fXjRs3mjVrFvbRadOm9ezZs2/fvjNnzuzUqdOJEyciX9ujR4/k8q6urkWKFJF3vb29w61QsrCwkI+ePHlSuVuwYEG55hEjRsjpS6GEFvxSs3hAQMC6deuOHTtWp06d9OnTi+j21uf9ibNe67ftrVK2eNj59x89bdixf6OaFXasmHX09IVewyfGs7XRREW9rt5q23vE0J5tw6WfpZGT5ty6+9Bj3GBTlWrgqKnf/8WBY6a/eeszsm+nFMmTLl69uf+oaSUK502UIP7oafPPeV2bMWqApYXFoDHT5QZonrJx54E+7ZuZmJrYx7PtMXT8D58uF9uy5/Cs0QMTJ7IfMHpak84D6lQps2HB5ONnvXoNn5A3RxbHxAk1K1wy4+9qzbtVK1eyWd0qF6/crNWq5+s37xIltJcPbT/wT6XSRZXPaMWGHctmjs6ZLeO+wydb9Rh6eNNCh4T2U+Yt37hj/9/9O2fLnH7xqs2NOvbft2aurY2V0B8PHz6cOHFi/vz5a9SoYWNjI6JJ6WIFFq3u7/fhk/Ju7D18Yvqo/poA9OHj5+QHMaBra/m2/3PyXM/hExZOGSnfW/nQ9v1H2jetU69a+WyZ0svPa+f+o+OH9Bg1oMvsRauHTZxTILfb9NEDAvwDW/ccliVjmoqliniu2LBu297hvTsWypfjwD8n5R6Vyy1TuRL/D+iv3rJ79uI1E4f1ypox7WSPpZev365Qski4rU3r6uyWOf2ug8eUvTo4OGTXwaN/9++iPJoxXappf/cT0Ur+iU4DRqVO6bxt+Yw79x/3GTkp3ALuRfMPNDXZc+iEkl3etOtAHrfM4YagjujwkQ/NXbpu7ODuk4f3WbZ+25BxM0oWzis/iJ8ej3/165TEIeHJc5eWz/p6DUDzbkO+X799PLuewyZUKF1ky5LpF6/c6PvXlIxpXWtXKTNn/OABf009s2elQCgy0AaJ9LMxkw3CHr17XTxwoP/yFYlTpBC/SB0cPLpxowRJHHvO9/zo6+vRq6dcYY1u3SN/VqYCBXrMmz+3T2+Pi19/md3eIbFm2uvQwdnduzcaNLhwjRpehw/N7tG97+IlaUMvCDy5bVvVjp1KNmiQ2i17JCv/8vnz7G7dXj1+PGTtWis7O99Xr/6qXy9fhQodpkx5dveu54D+cUxMqnToGNF8uYYn3t5OadIMWrkqyN9/QssWaydOaDRkaNg/cWj16uObNzceMiR5unTL//7Lo1evyUePhn1PprZv75Qm9Zhdu5/euTOnV8+wz923dGmjIUOcUqdeMHDAilF/D1ixMuDDhylt2mQtWnSgnP70cd3EiUuGD/t7+45IXmOC5h3iVawZ/OxJyNvXV44cfZYszbP7z3dev/fmg59/qdoN33rbFSpuYmlpni5jHG1eW/iHdLYzgl4SIHqRfsafYBzoJz4vrzy7e+35Pa/H3pef3g73qLWl1adA/3Azm+Wv1LnY12EOvoSO/yzfJVNr6+Tz5gWGkm2SarVaHo/C0L18+VKlUsVAM68BU04D5fmghZOTfDOVuwIAAADQASoBAAAAQAjZCF6qVKny5cu/efPm6dOnp06dWrVqlWzVdXZ2tv8mfvz48jZhwoTmoSMH/9TBgwd/2gGzd+/eGzdu7Nu3L168eE5OTv379+/QoYPm0ZEjRzZo0EBOyL9YuXLlH47mMiSUMm1paZkvX74tW7bI5WUfxs2bN5MmTfr9H5Uv5P79+5q7o0aN2rp1a7t27WbPnp3k21B/0es3ogPPnj2bOnVqzpw5a9eubWtrK/7Y2JkL5X/N3RoVS3Vt3SjsApt3H3JKnKhf55byTa5WrsSLl6/f+b6PI76+4fcfPx01ZV7HZvXqVCkbbrWfPgXs2H909piBGdJ+/VXxgd1a12jRI9wyeXNkKVk4X/rUKeV0x+b1F6zc9Pjpi7iWFis27PCcNFwZNHdY7/bl6///oy9TNH/NyqUjeboSAC1VOG8ut6+B2oqli57zutarfTMzM1X18iUHjZ5++/7DsAHosLJnSe/q7CRfb8sG1V+/9fnnxPk+HVsoD1UpW0JJ6JYulj9D2lQ79h+pX73CwpUbZ4waUKJQHjm/R7vGx89e3Lhjf5M6lYW+OXny5OXLl6tVq1agQAERHXJnyxTfzvbgsTNVyha7duuunKN8mgrPFRua16/erG4V8fWNlQvcWbhqs/L2pkyetGvrhpolXZyd5A4pJxrUqLho9ZY2jWumc/0aO8uSMe2t2/crliqSzDHJpGG9ShT+OgBk7Spllm/Y/vDx87BbsnXXIblzKp/R4B5t9x7+8cUSldyLLlu/rW+n5nL64PEzIjSCLKLsrc97ZcLS3NzKyvKnyx89feHOg8dLpo+ys7VO4pCwXdM6Q8fNCruA3F0ruxfbdeDovwHoHQca1aoUbiWR7P/yTVOGaW9Su/Jkj6Xedx9kSOP60+MxKuu3tLCQh0ZqF+dkjg7JkyZO45rCwpxMxo+RgTYwpJ+N3C7Pr8HlpKlTb501K3OhQr/6Qd84ffrJrVu9Fyx0cP76SxENBgy8f/WK+AM75s4r36pV2RZfaykFq1Z7cO3aTk9PJQDt6OJSs3tk0eqvVbg4ceb373fHy2vounU28b9e9HVgxXKnVKlajRkrp+0SJarff8Ccnj2qdOgY0XxlVfKFxDExsbC2Lt+y1by+fRoOGhx2WOt3L17Y2sd3yZw5gZNTu4mT7l25og4O1jx6+ciRp3fvKINP2zs6Vu3QYeGgQZpHK7VvlyFfPjlRpGat6Z2+/jn/Dx/Kt2op/5Bl6PVaJRs0nNW9m/gZ08RJ5H85kSp3EZOzN+QHlzFNikePX9jbWSXJW1XoA50tVSjugGgUNv3sfYn0M36HsWWg/YMDrzy9c/np7ctP71x5duftx/dhH3W0S5glaeqsTqmzOKXOlNR14cltc49uDLtAm8LV2xaqrrmrDP9samZm5eJiEhBgEhhoFhJiDAHod+9kfe1FzqxZ5emMwO/SBKBlm7NKpZIHnWZAcQAAACB2EYAGAAAA/k8246ZOnTpLliyyMVe25D5//lw2kcuGch8fnxs3bshbZTooKCjy9dSvX1/e5syZc+LEiWHnN27cONySXl5e6dOnjxcvnnI3T548YR91cXFRJmxsbEJCQgIDAy0tw4cOW7Zs2ahRI9mVuGHDhrVr186bNy9t2rQitPtHvoq3b9+K7zx69MjBwUFz19bWtkWLFvPnz5fr0cxs27at0AHnz5+/e/fuX3/9Jf5YwxoVKpT+OiauVdy4rimSfT+A8aPHz7JkTKNpu2/bpLa8/fjp6/A5g8bMCAgIdHVJ/v1qb965Hxwckil9auVu5vRpvm/9b9+0zg3ve/OXb7x+687FqzflnGB1yDXvu7KnKXOGNMoy6VKltLGOq3mKc7KkkT/922KOyoSZSuWQKIGZ2b+neHLCPyBQRKx6xVK7Dh5r2aD61j2HM6R1zZDGRZmvGfFaSpUi2Q3v+0+evQgMCm7da3jYp2dM4yp+nTyaduzwev/+/YcPH/z9/YODg7XXzRbRb79+/Phx+fLl9+/fVw7SP1j/v3+ifKnCB46eqlK22N5/TpYpXjDsMvcfPz125uL8Zes1c9K4OisTKZL/58oEzZjHSso2ccJ/ByUyMzVVPke5/hev3qzcuPPazTtXbt25fP122TDDP0te127Wr1FBmba0MM8QwQdUpWzxsTMWXLxyM3uW9Dv3H6nsXkyzz/zUwWNnWvUYpkw3rl1pWK/2P33Kjdv3UqVIbmdrrdzNljHd98tUKlusWedBHz76P3j8VL5j8v0Mt0Ak+7+jw78Rf+VPBAQGReV4jMr65cHYoHr5oeNmLVy5KX+ubIXz5SxTLHpC8waJDLTBUNLPJiq1e7Ov6WdZ5SD9bGz8fHwGLFv++bN6aLVquzw9y7dq9UtPf/nwYfwkSZT0s5TT3V3+F3/g+cMHV44d3e7hoZmTLLSWKyVOmTLy58ov6qvHjgX5+6fK5maXKNG/K3zw4PaFCw1T/mdw67fPnkU0X94mSJpUMxh20tSp34deK5ko+f/rhIVr1Di4elW3okWyFCqUNleuQtWqm5qZBQf+Ww17cP2ak2sqKzs75W4qN7ewfyKB478VgLi2tvIpn9Vqe0fHal26Xjl6xPvcuQfXrt04fTokMFBEWSIby8CgAAvzuKYq0zhxTEqmdRZ6goGWAYMXNv18+7KP5wjSz/hNhp2BlhWYO68eK3GSJ9sFAAAQAElEQVRneXv31RNl5GaFpZlF5qSuWZ3SZEmaKnvydPZWdmGf27ZQ9bAB6E5FazcvEP7CdVmZl2+USqWSNXw5rQ5l2N/C8tUdPXpUNvbGj8856R+RB5fcZ+TOI08MlQA054YAAADQERH2dFJhBQAAAJKGEr9l3bp18eLFK168eNiZcePGDbdY5KOPROXHBFOmTKn8lRIlSty/f79evXp79+5VftWxdOnSFy9eDLf8hw8f5My+ffuG24xw0WqPMFmT3yA7GGS/ZkhISEBAwKtXrxIlShT5KM5hx70OSxkBWkSH5EmT5M+VLZIFZPO9Okj9w4ca1aoUEhw8cqJHwdxu1lZxRaRkL0DYu/KtqN2617MXr8oWL1QwT/Y2TWpXaPD1xZqrwp+Ohe1y0nz0ET1dYRrnN39usmq5EhNnL3n89MWuA0eruBf7/8aHiTB++PgpYYJ/+4cmj+iTOJG95qEECX6n3yhJkiQViue0trbWxOm0N1rM5MmTvb29v58v/3rVqlULFiwoool7sQId+/0dFBxy4Mip7zPBbZvULpo/p+aumerf4z3cBye7IEWkxkzzXLpuW/mShbNmSlunarkRk+aI35IoQfwi+XPtPHgsbaoU+46cWjBlRNSfmz1LhuWzxyjTSRL953djw32EId9y7SrTn7wuKW/2LE6OiXcfOHb30RO5bYn+u2tFvv+b/PdtDNsxrBHueAwnkvWP7NepYa1KZy5cOXX+UtdBY1o1rNmnYzOBCJCBNgCa9HPZlmYJk1pYhiL9bGxqdOnqmu1rZalC69ZrJozPVrRosnTpov50058Nqhdu//kcohY/U7l9h2zFwlRUvv0Jkyh8xdglTNh67LjJbdvsXbxYGUZacitRolLbdmEXsw69EDGi+aZhKmz+H/y+fxXJ06efdvzEtRMnvM+dO7phw85588ft329p9e+FdirVL1T15bfSmydPBlQonyh5crdixYvUrJW3fHmPXr1ElL3w+xSsFiFBgQ8efP2liKP3X6S0j4bfUYkBlC2Afjlw4IBsf4j6kUv6GdErbAa62WBnR2cbZb6eZqB9/D94Pbl15endS0+8rz2/9ykoIOyjqRIly5I0VZbQ0HPaxClMIn11cUQc5by4X5mmtXOU+s9DoU9UAtDK5dxyQh6SyuFpwBno8+fPf/z4MWvWrFFpYkVElP1HyUCbfqOcHlKLAwAAQKyLMADNoAsAAABADMiWLdvw4cN9fX2VQaDPnj0r/sCsWbPc3NyaNWu2ZcsWebd79+7u7u7t2rUrUOD/Y5eOHz8+ICCgZs2aIgb9Rmt40qRJ69Spkz59ehHaUSq0L6Vz0k07DmhGDv5r8lw53bNdUzldvkShtKlS7D50fMrcZQO7tQ77rPSpXSzMza5cv50kdDDaqzfvBAeHhF3ghve9C5dvrJ03IWe2jF/v3r6vzHdNkVw+8erN24Xz5pB3b917qIw2HU5ET/8NYdOiyRwTF8qTff32fWe9rk0e0Ucz//KN27WrlJET8lVcuHqzW+uGyZImkdtpqjLRxMcHj5lRpnjBdK4phL7Jnz9/jRo1bGxsvoQS0SFfjqzmZmZrt+7xee+XI2uGsA+5JHfyDwjQvG8LVm6SnUO53DKKXyc/qS6tGiijkoeEqJ88exluAbl7XLt5u0rZrxGxwKDgG7fvKfvV96qUKT59/nK3TOkcEyXM45ZZRJl9PNv8ObP+8CFl4Gq/j5+Uu5rNy5DGdZrnivd+H5URmi/f8P7xJpUtfujE2XuPnrRsUD3cQ7+6///0eIzi+p88fzlh1qLRA7tlSOPSuHalWYtWb9l1qE/HZiaCjr0IkYHWa6SfoVCZ/xtEq9Wj59k9e2b36DFswwaVuXkUn54kRQqfFy/ePnuWIPQCwpPbtm6dPfuvbdv/v34zM3+/D8q0OiTkzbOnynTYXSvstGOKlIH+nzJ9q8fu9PSUe2G63LlFFMQRcZwzZMhSuHD1zl3WTJyQp1y5BE5OjilTPrpxI2P+/MpfuXzknzM7d2XImzei+XL69ePH754/t3f8+psb3mfPyZXI/2H/0L6lS1TmFsXr1s1RqlS1zp075M1z7cTxnKVKK486Z8ywfuqUT+/fK4NA3710KfLNPrtnt7wdum69eehlk3sWLxK/4vKLd1YWFoevX+veoNr5C7fuvn3/7lOAvZWl0Hk62xlBLwnwQ+vWrTtz5ky9evVS/mw8fvGj9LNdAovoSj9XL9H85fM338+fvujvnPmyil/n+86vQsGGizZOTZvhd371SBtuXr3z3tcvT8HsIvocO3RmSI+x+8+vE1r27PGLudOWnz91ydTExC1PlhYd6jm7OInooMlALxz5sPngFNrIQMs9NnPmzI6OjocOHQo7v2HDhnL/9/Ly+n6MgygKVodcf37/8tPbV57dvfL09lPf12EftbeyzZI0deakqbIlS5vVKbWV+S98j6dI4Pj43YthFdtUyPzjq76V3HPY9LNhf9N9/Pjx8OHDsrCytrYW+GNxvjH5RgAAAAA6gBGgAQAAgNjk7u6ePXv2Tp06jRkz5vbt22PHjhWhtfHf64FwdnYeNWpU+/btt2zZUqVKldKlS8sVlixZskuXLoULF/bx8dm5c+emTZsWLlzo6hqjnXm/9HIsLS0rVapUrFgx0yiM7ReNaldyn7N4zYTZS5rXr3bh8vXVW3aP6t9FGTtHbr+1Vdy+nVp0HzK+arkSWTKk0TzLysqybZPa42ctSpTQPp6dzdgZC0xN/9MBkMD+a7T9xp37ObNlfPXm3eCxM+TdoKBgO1vr5vWrj5uxMP4AW1tr6xETZn9d+rsTsYieLn6dtZWl990HN7zvZUj79dOvXKbY0PGzCuZxc3J00Cyzcef+fDmz5suVzWPxmng21lXKFjc3UzWpU2XUlHlWlpaZ0qWau3Td1r2H5ZYLvZIiRYratWunTp1aRDeVyrR00fzT5q+oUqZYuIea16vats9IV+dklcoU23v4xLiZC8cN7iF+S6IE9t53H6rVn4OCg0dPnf/i1ZvAwKCwC7RrWqdT/1FuWTLkzZl12rzlH/0DIlqVe7H8Q8fP9FyxoWr5kiKayKND7hvy8FGHqJ+9eLVk7RZlfuF8OTKlTTV8wuzeHZvff/zUY8laEZpIC/f0auVKlqvfTnaglSlWINxDv7r///R4jOL6HRImOH3hyvAJczq2qPfq9dvDx89mz/I13R43ruVHf//jZ7zy5sgS+djSxokMtJ7SpJ/LtTJP4GhO+hmSedy4bcdPGFmn9vrJk+v+92dDIpE+b950uXPP79+v2YiRfm/fbJk1K032HGH3nNRu2XcvWnRo9WqH5MkPr10T8OnfK2csrKwCP326euxYqqxZw06Xa9lyUutWSV1dC1atdmbXrpWjR7WbODHcH3379KlcVbHadcLlkr9W4ULrn+VbtTq6cYPnwAG9Fy4qUa/+9nnzFgwYUKNr1yfe3gsGDMxWtKiJqWlE80VoJVC+ohZ//f3q0aOdCzyrdeoUfhxrtXrN+HG29vbytR/btCno0yfXLP+P3GUtUjRlpkyLhgyu17ffiwcPts75+hsOkVT17RIm9P/w4cX9+84ZM9695LVx2jR1SIj8L6IgKER99vHXBFWpzJny2cZ9kczhyZNX3m/88upDAFpnSxiKPiAiDx48GDduXPHixWXLg6wzRLSYVtPP0vBJfUKCvhaSOzcf8Dp7td/Izsr8tBlTCUMxfvisspWKR28AOmbIb7D+XUY7JEk4xXNESHDImCEzBnQetWjTtMjP0aJO2xloWQH28PCQO/mCBQtafPspiYMHD65YseLIkSO/lH7+FBRw88WDmy8fhN4+vPPqccjn//8OhsrENEMSlyxOqbM4pcrqlCZ5/MTid8k1dClet3janD98VKmBKOlV5VbzkKHGoHfv3i2bg5SxFfAnwl2vqBn4mZoSAAAAdAEjQAMAAACxSbYUy+b4kSNH5s+f38nJqV27doMGDZL9KJ++JUJ+Vdu2befPn9+jR4+yZcvKbsg+ffqkS5du3rx5np6e8ePHL1my5Llz5zJm/J0xaP9E1BvEc+bMWbt2bWU87BiWKKH9spljxs7wLFWzpWuKZCN6d6xcpljYUZnl3XVb9/b/e+qmRVPD9th1bln/zVufGi26Oydz7Nqq4bVbd8KuNolDwr4dmw8bP2vwmBmZ0qVqUrtyUFDw9Vv3CuXJ3rtDUydHhz4jJgUEBbVtXPvE2Utx44ZPqETydPGLqpQpPnT8rOve9zYsmCTvli9VpN/fUyuWLhp2mbLFCs5csLLLwDEZ06XymDDE2uprl17Pdk3kho2Z5vni9Zu8ObIunTE6VcpkQk9YWlpWrlxZ9llqr1emdJH8qzfvLlk4X7j5JQrnnTyiz/wVG8bPXpQpbaqJw3tVLFVE/JaB3Vr3GDo+XcHKSZMkqlXJvWGNCje874VdoHDeHAO7tu4zcpKZSlW9fMkiEQz/LMW1tHAvXmD91n1Twoz8/eemj+rfoe9fLboPccuUrl/nlt2HjBehB/7CqX/NWLCyZsvuiR0Sys2eOGeJpaW53OHDPjdFcsfMGdKkcHJU9rewfmP/j/x4jPr6Rw/o2n/U1DVbdsuDvZJ70SE92srls2RIIw+Nxp0GnN69MmF8O4Hv/DQD3bhnljRZ7AV0RkTpZ3Nzc9LPRi593rzlWrTYOntWjlKlov6sbnM8lo4YMaRqFStb23wVK9Xo2jXso3krVHh86+aCgQPiOTgUqVEzd5kyynzXrFlTZso0qkH9nvM9M+TLp5nO6e7ecdq0HXPnrho3Ts7sOGVqvkqVwv3Ft8+fr5s0KWuRouEC0BqmKlXLUaOH1ah+ZufOPOXLD169ZuXo0X3KuCdMmrRYndqV23eQy8RPkuSH80VoFjxZ2rTdixWVzeU1unUr1bBRuPXLObfOnZ/UupWcTuTs3GPe/KSpUwd8+Hega3ns9FuydOO0aUOrV7NPnLh0g4ZrJoyX6wyMoKqft0LFU9u39ytXVj4xW7FirUaPkWt+cO1qYuef//LGA58P6s+fzUxNOuTPZGdm6pYisa/vh1OPXuV1dhA6j84IQB/JI/fgwYNeXl7yFN7Nze2HCwhtpp+lbDn+bdw4f/qyhaXF7436DC256nXT+/rdMTMHOSZNJO/2HtqhZe0er168cXSKti8mbWegixUr1qZNm379+lWtWjVhwoSBgYEdOnTo1KlT4cKFo76StitHn314PdzMpHaJsjqlzuyUWt66JUsrosmIim0jX0DznoR9cwz1W/jRo0enT58eMmRIDA+vYKjCHVCcIQIAAEB3/Ge0CdkGoVarg4KCfHx85FlcVH67CgAAADAMz5498/Pzsw6l5H6UH4UUWiab40+dOlWrVi3l7sKFC8eMGXPz5k2h5+SJhjy/CAkJCQgIePXqVaJEiWxtbSNZXvYhJU2atE6dOj8cl0VzqnLk6vO+K66PbVEwd1o9A2BMQwAAEABJREFUSHL81Lqte8sUL2hn+/WHOB8+fl6iZsvDmxYmT/r7g/38kkdPnlds1OnolsXKBki1WvUsU7RAmya1hBaU6r+5UrZ4LYsnUw4xZWBRzZgx0W7y5Mne3t758+eX/ZTf5+mVn3kNDg6WZ75/r7925KbvlqEVBKLb0+evLl69WaHUv33Dcoefs2TtvrVzv1+yZK1WI/t2+o1Yv77o5nH000e/sXVc5f5vZWVlaWmp5EoNtctQOcRkuS2/BZQDTX4XvHv9af3Ud+/ffG7Siwy0rogk/awEoEk/6xFNZen1/v3PR4zIOmOmbVZjCYEtHjKkTLNmSVNF/2CfF/bvn9axw8Ibv18zf/Pkye2LF/NVrKjcPbxmzZZZMyceOiy0YMXF23fevC+bzllJPH/+Ig69/3Ta63aDbKlSxLcRvyX47dsz1auZ160br2ZNGxsbpQqnUqmi9xfP5XfE69ev5ZeFci4W69+SyomM/P7y9/d/8eKFq6urfMkCQBjy/D3cHDc3t3r16oU781KOJu2ln8OaP33F4b0nlm6Zrtx9dP/pwtmrz530kgVJ3kI5OvZqEc/eNpL5Gr7v/CoUbLho49S0GVx/uPCnj/7uuev2G9l585pdD+4+Tpcpddd+rdJl+vod9OzxC4/JS0+fuODolLhKnbLjh87ae3a1lfV/LvL84Tr93n8sl69+u26N1yzdmj5LmglzhmiW79pi8NkTXnKiSKl8Y2YM/O3XJd2+eX/p3LWnjp5PntIpa46MW9bu2n9+nZz/7o3v7EmLTh+7EBKsLlQyb6feLWztrCN5mZvX7t61+eCdm/ecXZJVrl2mWp1yEa1Erf4sn5sq7b/X8Dx59LxOmTard3skT5FURKtXT/3njbzwJc5nJQMt67Gy3Fba9P7wq0Su5N27d1mzZq1UqdKcOXNGjhy5ePHiixcvyu9E2dLVt2/fPXv2yO+LypUrT5gwIX78r791M2/evKVLl3p5eaVLl65169Zt2rSpMLPb8/evUyZImj5JynSJU2RI4iIn4sf9za9mRN348eNlG2OVKlUEAAAAAP3x8uVLX19f2UKotEYqmY3IWyMjfIxBFwAAAIAYICvuTZs2HT16tOw72bVrl+xNqVu3rjA4P+1zqlGjxoABA4ztVylXbto5ZNzMB4+eXb5+e9CY6flyZImZ9PPzl2927D86bOKcauVLatLPBiZp0qQ9e/Zs0qRJrIwmDoWFpUXvEZNmL17z+p3v4ePnpi9YWbF0+DGwt+8/8tfkuRZm5gVzuwkYCiVqINukVCqVmZmZhYWFbKuyT2RVs6u9XUKTJROu3L7yTiC2kX6GYXj16JHPq5faSD9HC/O4cef07LF55oz3b954HTq4cdrUApW1ksL5GBRy5817lwR2mvGeTeKIHNaWqVM5eb9+L3SeznZG0EsCRJGXl9eIESP++ecfzVHz5ZsYSD+HE+Af1L/zqA/vP8xcOnrSvBEvnr4a0HV0JPN/aSWKjat2dO7TYvUuj3jxbWeOXyDnBAeHDOo+No6pyeKN0zv0bL5k9ppfXeeRg6d7DmlXq9F/futg6oKRGbOm7da/9ZgZA//kdcnN69NhpKzaLd8+u03Xxgd2HdU8NKDLqEf3no6fM9Rj1XifN77De02I5GV6X787eaSHe8Wiy7fNLlA09/ihsx7dfxrRSmQPtSb9/OHDpzGDp2fLkTGZs6OIbso40HG+mCwc+fD5ow/BwcFqtfrz58/KHhj19XwM8n/3ye+l39vHPi/vvn5y983Xl2Zvbz9p0qR58+bt27dPtt15eHjIPngR2op169at7du3nzhxQjboNWjQQM68ePFip06d6tevf/369QoVKrRt29bb23t8tc5Hesxb12rM35XbN81XMZ9LZtLPMeD06dNv374tV66cAAAAAGDoGLoAAAAAiE2JEiWaPn16jx49Bg0alD9/ftk70rNnT2FwftrnVLp0aWF8Bndv22v4xJK1WqVPnbJAbrf2zeuJGCE/jqHjZiZOlGDCUAPc2RT16sXQm4lIJIxvN6xnu7+nzps4e0mOrBkaVC/fskGNcMssWb3l7v3HHhOGELI0MMoHqvmtYeVbwD6RqNlVrJv8bsmEK4wDHbtIP8NgJEqevO34CUJX2SZI0HT4iGV/jVw7fnyanDlLNWhYoU0boQWymE1ia1U9039+0dFeZZLNIf67V2+FztPZ0oZiEFB8+PDB19fXz89P3r5//+PLKvz9/VetWnXixIlGjRolS5ZMhBZNty/7eo64HS+hRauBMZR+ls6d9Hry6NmMxaPiJ7CTd/uO6FynbBuvc9c+vP/4w/luuTJFfSVpM7jKuw1b1nTLnVlOlK9WckiPcXLizPGLD+8+nrJgpK2ttUOSBI3a1Jo4Yk4U15kq7dfSu2ajSsXLFNTS6zp/6vK7Nz49BreztbNOmCh73aZVPWcsV+Zfu3Rr69GldvG+RnIHje1ePl+D2zfvOyVP8sOX+erlWzMzVcYsaeVrbNW5Qe782WxsrSNaSZr0LspfV6s/9243wuet72TPkVoqVx2c4rYcmN1zlNfMwbfeFTr21vzVh2D/wM8h6s/qz+I3L2VJnSjZ+jZfX3WdOnVWrFhRvXr1xo0blypVSs45dOjQqVOnXrx4YW//9YxmyZIlCRIkuHTp0tOnT2VdOk+ePE5OTsOHD5cLx48fXz4kELOCgoI2btxYo0YN+XEIAAAAAIaOADQAAAAQy1qEEgaN6MAPZc+Sft/auSLGJU2S6Mzuld/PXzd/ogCiVe0qZeT/SBZYPXe8gIEKl4FWKBno9VPJQMcm0s8wJHJHtbTR1jCKOUqVWnjjpvgzxevWLa79H3ixsTBrkzfD9/PTW6hE8pj4gZE/xEDLgG56+PDh2bNnT5w4ERISEu+b+PHjR/IU5Xdpv/zf11F4fd8Gvn3pbxMvhgLQjx8+TZ7CSUkDS07OSZI4OTy89+TTx08/nP/DAHREK1EC0A6OCZX51tZWQYHBavXnOzfuObsms/32C0sZs6SN+jqVAHTy5I7ae13eN+4mc05qa/fv5mXInEaZePLoeUiIunz+BmH/0B3vB0oA+vuXmStftuQuTq3q9Mzilj5rzkzFyhSwTxjv6MEfr0QTgN68etfrF29mLRvrkESLUeBXTz998gs2sZD/zMxNTM1MTEO+qD/LCm2Uv2IszSzMTVXmKlkblreqFPZJNQ917dp18+bNvXr1Uu7euXMnODg4XLL5ypUrNWrUSJcuXZ48eQoUKFCoUCF518HBQa1WC8SsXbt22dvbyw9CAAAAADACEQag6eQAAAAAEF3INACAEfphBjpBYjLQsYn0MwAdRJkD6BR/f/9jx46dOnVK1uLc3Nz69Onj4OAQdoF9+/Z9/yw7O7saNWrkyZNHHtFKC4C8TZHeqnH/FEtHP1w49lKLfm7OaWxFjAhXqsQRcYKDgiOZ/0srkWRlKexD8pWamkVpwKnI1mlq8ttP/6XXFU6ixAmGjvvPb0M5uyT7d5O+e5kWluaeayddOnft8sWbxw+fWblw44S5QyNfiXT5wvW8hXNqNf185fTr1TOvWViJ2t0dnVwaWVlZWVhYyJqtksgXf0yuSnOrcHJyWr58edhl0qVLJ+vVZ86cOXr06IkTJ7Zv3z5hwoSdO3e6u7sLxKC3b9/u3bu3b9++AgAAAIBxiPCsj4ACAAAAgOhCpgEAjFOcUKampiqVSonYWlpaJkhsVbOrva29yZIJV25feScQU0g/A9BNOtsZQS8JjNCZM2f+/vvvgICAdu3a9evXr3z58uHSz9+TNYeiRYsOHTo0b96839ciUqSzqtMjyWf15wVjvB7d9hPalzyl0+OHT33evlfuPn/66vnTlylck0c0/5dWEtEfTZ3O5dG9J35+H5W7N67e/vN1KjRv6Z+8rgyZ0z559EyzzM1r/25eMmfHN6/epUyVPGe+rPK/S2rnLWt3RxKePnvi0pxJS7LnydK4dc3Zy8bkK5zj6IHTP11Jo9a1GrSoLrRGST+bW4pK7azjJ46GuPNPpU6d+vnz5xkyZCgeKlOmTPPmzQsMDDxw4ED//v3l4dC3b99//vmnbNmyW7ZsEYhZa9euzZ8/f/LkyQUAAAAA4xDheSBdHQAAAACiC9EBADBaZKB1xNf082jSzwB0kc6WPBSJMCrv3r2bMmXKwYMHu3XrVqlSpYQJE0blWalSperbt2+9evVkpeL7R5V6YIp0VjW6JPzy+UvMZKDzF8mVwjX5qIFTHz98du/2o9GDpqXJ4Jo9T+aI5v/SSiL6o3kLZZcLTBrp8fL5mwunryybvz50dpw/WafCysry3u2Ht2/e/5PXlSt/1mw5Mo4ZMv3F89fnTl7atGqXMj9nvqxZ3NIP6jbG+/pd+VdG9J0kbx0cI/zo49nbrliwcd3SbT5v3/+z76TcqszZ0v10JTcue1+/7C2048b5N6tnXjOz+FK+tWUCR5Uy5HOcMIQWFC9ePH/+/LVr17548eK1a9caNWp09erV5MmTy6NmwoQJ06dPf/369aZNmy5dupQvXz6BGOTt7X3jxo0qVaoIAAAAAEaDEaABAAAAaB3RAQAwZmSgYx3pZwC6jM4IINbdvn173Lhx2bNn7927d6JEiaLyFGtr6wYNGvTs2TNFihThHlLqfrJqoVT/ZE0jZXrrKh3ixcw40KamJuNnD7G2sWpXv8/g7mNTp3OZ6jlSFZqM/eH8X1pJRH9Uvt5J80YkdkzYtn6vWRMXVqtbXq7BMq75n6xT4V6x2M4tB8YOmfEnr0tu3ohJfT/4faxRosXMCQsbt66leWjU9AFOzo59O/zVpdkgp2RJJs0bbmamimhj0mZwbdejyezJiyoWavRX/8m1GlSsUL3UT1eya+vBQ3uOCS24cf7NiilXLeKKcq0sEiY1s7CwMAuliUELrdm4cWOqVKmqVKlSsmRJV1fXXbt2yb/r5uY2evTofv36OTg4NG3atFOnTvJWIKZ8/vx51apVlStXtrW1FQAAAACMRpywbYvyxECtVgcFBfn4+AQGBqZMmVIAAAAAxuHZs2d+fn7WoZQ8kOwvIQb02+SJhjy/CAkJCQgIePXqlexA/ZPuB82pypGrz/uuuD62RcHcaR0E9Eqp/psrZYvXsngy5RBTOia1NyBT5L6ECg4Olme+f6+/duSm75ahFQSgNd08jn766De2jqvc/62srCwtLZW8qbF9yyiHnizP5bdDUCj5HfH25af1U9/5vfvcpFeWNFnsBbTg/+nnlqSfDZamsvR6//7nI0ZknTHTNmtWAfyZ4Ldvz1SvZl63bryaNW1sbJQqnEqlkiWGiD7yu+D169eyVqaci8X6t6RyIiMriv7+/i9evHB1dZUvWQAG7fr160uWLOnUqVOyZMmisnzHjh2LFClSqVIlWTJEtEy4ip88xuUxde+635ZZviamJi36uTmnMaiE4vNnr6953SxZrpByd/v6fUvnr9/Q7AcAABAASURBVFu1c46A1ijpZ3MrUa61eYIk5sqXlHIrq7iq0Gz4H7Y5yDWIPyaPAoEYcfDgwUOHDg0dOjR6KyoAAAAAYtLLly99fX1lC6HSGqlkNiKv5DMCNAAAAACtI1MFAGAc6Fjx0NuX9DMAHaeznRH0ksAYXLx4ccGCBVFPP0t9+vSpV69eJOlnEWYQaGUEaKXi55rRtmrH+DEzDnQMs7Qw/3vA5KUea9+98T1x5NzC2atLlS8ioDXh0s9y71LSz0r9VrlWJ7auuEas+PTp0/bt2+vXr0/6GQAAADA2nAMAAAAA0DqiAwAAQQY6xj309l045grpZwA6TmdLIYpHGLyTJ08uXbq0c+fOUU8/S1H//VilpqFU/CwsLGQ9JGV6a4PMQMdPYNd9QNul89dXLtJk8azVVeuWa96hnoB2fJ9+poqLLVu2pEmTJkOGDAIAAACAkSEADQAAAEDr6HYCACjIQMcYJf1sak76GYCu42pJIFZ4eXmtWbOma9euKVKkEFqg1DFkZUNT8VPG6DXUDHSlWu57zqw6em3znJXjGreuqVKZCmgB6Wd879mzZ8ePH69Tp44AAAAAYHwiDEBzZggAAAAgupBpAABokIGOAaSfAegRyiIg5r169WrRokUtWrTQUvpZYWwZaGgb6Wf80KpVq0qXLp0gQQIBAAAAwPhEGIAmoAAAAAAgutD5BAAIiwy0VpF+BqBfdLYzgl4SGKqAgIBZs2aVKlUqS5YsQsvIQCO6xHz6+Ut0ENCy8+fPv3z5sly5cgIAAACAUWIEaAAAAABaR5cPACAcMtBaQvoZgN7R2RKJohKGytPTM378+BUrVhQxIioZ6Kf3PgggYrEy9vPn6CCgTSEhIRs2bKhRo4bcDQQAAAAAo8QI0AAAAAC0jugAAOB7ZKCjHelnAPqIzgggJu3evfvp06dt2rSJyfpARBlolww2SgbaczQZaEQoVtLP0AuyQLOzs8uTJ48AAAAAYKwYARoAAACA1kVXpoFshF6THx9nmjBmSthX4L/IQEcj0s8QNOpCC2Lg+4v9Fogx3t7eu3bt6tChg6whiJj1wwy0rKsoGWi1Wk0GGj9E+hkR8fX13b17d4MGDQQAAAAAI6aK6AGCBQAAAACiS3R1RCnreeMX8PTNJwF9Iz8+JQOtIzFQzWbIrWKPglYFhajFtxKMjvnvKe+Jqalp2JkJEouaXcX6qe+WTLjSpFeWNFnsBSJF+hlhBb1+HfDkiQD+TMh7X2VC2/U3ne2MoJcEBubt27ceHh5NmzZNliyZiA3KKaGskISb75JBVOsoNs308Rzt1bK/m5OrjQBCkX5GJNatW5cvX77kyZMLAAAAAEZMJQAAAABAy/4wOhAnDHl33NrzAnpIfnxKx6Su9U1+CgxpPGGvALQpTWILpW9ekIH+ETLQf4j0M8JdYnFz2FABRJOw9TctFSM6WzpRbMKQBAcHz5o1K3/+/NmzZxexJ6IMdIp0ZKARHulnROLevXtXrlz5+++/BQAAAADjRgAaAAAAgNZFS3eUXEkqR5vOZVMGBQXJvtuQkBDZb/r582elA1VAJ2mS6yqVKo2jtbw1NTXVnRGgZV9p2eyOqRPHlTuVWq1mp0L00uz/crdPaGsubzU99HTSf48M9G8j/QyFUrbETZvWvn175XtN1pf06HtNbufHjx/lhLW19ffBOMQ8pdyQxbJF5sxKFU57nwv1LiAGLF26VFYMatSoIWIbGWhEBelnREKWIStXrqxcubKVlZUAAAAAYNwiDEBzxggAAAAguvx5pkHJqjrGj1stT9KAgAAlA61Wqz9//iyg25TojEqlCtdJGYsZUKXHXdmpcrrGz+wUV+5UwaHkHkUEB9FI2c3k/m8WSnMNgKDh5UfIQP8G0s/QUAocCyenBFWr6l1l6dWrV8+ePXNyckqUKJGAbvi+Cqe9+htlFKBthw8f9vb2HjBggI5cYUIGGpG7cf7N8ilXLUg/IwLHjh0LCQkpXry4AAAAAGD0IgxA0+MLAAAAILr8eaeUkulRQhgWFhZKoJCsql7QjACtCYDqQj+lslXKjqTsRXLvkpv3JZRA7Ll+/br8XGy+CZeF1Ueaskt21Wv2f7rqI0IG+peQfkZYmu81WUHSo8qSv7//hQsX5NbmyJFD7sACOkNT/f7+Gp5op7N7KdVCGIa7d++uX7++V69etra2QmeQgUZE/k0/xyX9jB8LCAjYsmVLmzZt+M0QAAAAAIIRoAEAAADEgGiJDiij0MnuLk2ghwC0XtBEjU1DaTU986sbJrdE2YXk5sluVGWPYqf6c2q1+reDy/JTOH/+vOaura1tvHjx7O3t44eSE/oVj9Ps/5oYtLylmzZyZKCjSEk/m5iFFKkXksDRhmgIxLevNuXT1/3Kktywq1evenl55c6dO3369AI6RvkKU762VKG0V6TobElFEQoD4OfnN2fOnNq1a6dIkULoGDLQ+N4tr3f/pp/bkH7Gj23bti116tRp0qQRAAAAAMAI0AAAAABiwB92TSlPV7pFlSihEugRnLnoA+XjC5sB1d7vp//qhimBHk0Smkh9tNi7d++TJ09q1KhhZ2cnfl2mTJmOHTumufvx48fnz5+HXcDKyqpbt25Cf4TNQNNbH0WRZKDXTXlLBlqEGfu5THOz1++fBAVZx48fn2iIMQtXWZKHj45Xlnx9fTdv3iy/hevWratTI5JCQ7NTaWLQ2vsRAypggJbIL4LZs2dnyJChSJEiQieRgUZYoennK6SfEYmXL18ePXp0yJAhAgAAAABCMQI0AAAAAK3780xD2ASGvFVWSFRCX2gy0DoSfRbfOtqV3UmZZqeKLg8ePHj48OHMmTMbN26cOnVq8YuSJ09ua2v76tWriBYYPny40Cs/3P9pdfmpiDLQtbqRgf5/+rlcS/MEjubxHFKfOXOmfPnyREOg+V7T5cqS3KRjx44dOnSoXLlyuXPnFtBhMVaFo7wCtGTt2rVqtVpWy4UOIwMNhZJ+NjP/QvoZkVi1alXJkiUTJEggAAAAACAUI0ADAAAA0Lpo6aAKmxrkhEVP6VT0U7MZ7FTRSL6Njx49Cg41a9asypUrlypV6lc/8UyZMu3bt++HD7m5ualUKqGfwu1y+KmfZqAbdsuUPntCYWTCpZ8tLS3jx4+fNWvWLVu2NG/enGiIMdOL77WXL18uW7bM3Ny8W7ductcV0BParsLpbDWM+iH02plQgwYNktUDodvIQIP0M6Li8uXLz549a9eunQAAAACAb/S11xAAAACAHomu6ADxQUQ7dqro9fz584CAAM3dTZs23bp1q1WrVrL3OuoryZUr1549e76fnypVqtatWwsYk8gz0MsnX2vY3bgy0N+nn5VoSJYsWZ49e7Zu3bomTZoQDTFyOvu9JmuD+0NVqVKlQIECAghDZ0stilPorydPnixbtqxTp076crUJGWhjRvoZUaFWq+X5To0aNeReIQAAAADgGxMBAAAAAFpGNxVgJB4/fhxuzrVr18aMGfPkyRMRZc7OzkmSJAk3087OrlevXgLGJ04oU1NTlUqlZCAsLS0TJLaq2dXexj7O8snXbl58I4xDROln5W2pUqWKj4/PP//8w3cudNDLly8nTJhw9erVvn37kn7G9xhoGYhe/v7+s2bNqlSpUtq0aYX+UOowJiYmmoqfhYWFrO2kSGdTrWN8tVrtOdrr6b0PAoaF9DOiaP/+/dbW1nny5BEAAAAAEEaEAWjOJAEAAABEFzINgJH4PgAtQnNv48aNO3/+vIgyNze3sHctLCxkn/eOHTsEjNIPM9AJk1gbVQY68vSzmZmZfHNat269d+/e27dvC0BnyEqg3C0nTZpUuHDhrl276stApIhhdEYA0ejz589z585NmTKlu7u70DdkoI0N6WdEkZ+fn2wQaNCggQAAAACA/4owAE1AAQAAAEB0obMKMBKPHj364fzg4OD58+evW7cuJCREREGuXLk006amppMnT+7Xr9+lS5c8PT2juAYYGCPPQP80/axEQ2xsbNq1aycPk7dv3wpABzx//nzChAk3b96UZTgDPyMSOtsZQS8J9NG2bdt8fHyaNWsm9BMZaONB+hlRt3Hjxjx58iRPnlwAAAAAwH8xAjQAAAAArSM6ABiJH44ArTA1NfXx8VGpVCIKnJ2dkyRJokxPnz5d3trZ2fXs2VOtVk+ePPnDBxIPxshoM9BRTD8rTXkpUqSoVavWrFmzuFQAsUvW/fbs2TNlypQiRYp06tSJgZ8ROZ3tjKCXBHrnypUrBw8e7NChg6wkCL0VlQz080cfBfQZ6WdE3aNHjy5cuFC9enUBAAAAAN9hBGgAAAAAWkeXFWAMfH19/fz8vp/v7Ow8a9as6dOnt2rVSkSZm5ubvC1RooRmjuwFb9OmTfr06ceMGfPixQsB42OEGehfSj8rcuXKlSFDhsWLFwsgljx//nzs2LG3bt0aMGBA/vz5BfAzdEYA0eLVq1eenp4tW7Z0cHAQeu7nGehRZKD1GOln/JJVq1ZVrlzZyspKAAAAAMB3GAEaAAAAgNaRaQCMwZMnT8LetQg1a9as/v37i1+nhDhr164dbn6VKlWqVas2ceLEW7duCRgfo8pA37vu86vpZ0XNmjV9fX337dsngJglq3y7d++ePHly8eLFO3XqZGdnJ4AooDMC+HMBAQGy4l2qVKksWbIIgxB5Bjo4KIQMtJ4i/YxfcurUKX9/f1m3FAAAAADwI4wADQAAAEDr6LgCjMGjR4+UifTp08+aNWvy5Mn29vbe3t7itzg7O3fp0uWHD+XOnbt9+/bz588/evSogPExkgz0ves+i8Zd/o30swh9i9q2bXvo0KHbt28LIKYoAz/LYn/gwIEM/IxforOdEfSSQI94enrGjx+/YsWKwoCQgTY8pJ/xS4KCgtavX9+gQQO5VwgAAAAA+BHTYcOGae58CaVWqwMCAkJCQmRbiQAAAACMw4cPH2SruqbHRfau0ePyh+TJxefPn+WZxadPn6ysrGQ/pQBg0Ly8vHr37l2xYkVN7i04OPjmzZvZsmUT0c3e3j579uyrV69+9epVpkyZKK6NjfKJx/lGmTa3NHHJYnrHK+DcwVdOrjaJHPX4J5KV9LOZ5ZffSD8r5GLp06efO3dujhw55BMFoE2yPXn37t2rVq0qX758jRo1qPXhl8jzBX9/f7kXKUWcSqWS52Ka4j1WaE5kPn78KKschK6g+2QhfOXKle7du8tKgjAs4Wp9GtbxTJKmNrl28pPX8Vfp3BLYxDMX0Hmkn/Grtm3bJveNMmXKCAAAAADGQTbHBQYGKldBRzGzQcsdAAAAAK2j+wowBjVr1gw3J1++fOfOnQsODhZa4ODg0Ldv3ydPnsyYMUO2hggYGQMeB1pJP6vMfz/9rEiWLFndunVnzZoVFBQkAK15+vTp2LFj79y5w8DP+G0MtAz8CW9v7127dnXo0MFQL3liHGjDQPoZv+rt27f+gr5XAAAQAElEQVSHDh2qXbu2AAAAAICIRRiA5gwTAAAAQHQh0wAYJ1tb27Rp0164cEFoh+wv79KlS4IECcaNG+fj4yNgZAwyA61JP5f9s/Szws3NLXPmzAsXLhSAFqjV6h07dkydOrVkyZKdOnWys7MTwG+hMwL4bW/fvvXw8GjatGmyZMmE4SIDre9IP+M3rFmzpkSJEvJ8XwAAAABAxCIMQBNQAAAAABBd6MQCjFb+/PlPnDghtEZ2kzds2LBQoUJjx4598OCBgJExsAx02PRzIqfoiYZUq1YtICBg9+7dAohWysDPd+/eZeBn/Dmd7YyglwQ6Ljg4eNasWbIQzp49uzB0ZKD1F+ln/AZvb295gl+uXDkBAAAAAJH6cQBa6T0SAAAAABAdiA4ARsvNze3Ro0faHp65ZMmSjRs3njlz5sWLFwWMjMFkoLWRfhah70+bNm2OHz9+8+ZNAUQHtVq9ffv2qVOnlipVioGfES10tjOCXhLouKVLl8pKQo0aNYRxIAOtj+5e9SH9jF/1+fPnVatWycJN7iQCAAAAACL1gwC00m9EQAEAAADGRulxodNFG3hXAaNlamqaO3fukydPCi3LlClT9+7d16xZs2PHDgEjYwAZaC2lnxVyPe3bt1+4cOGrV68E8GceP348atSoe/fuDRw4MF++fAKIDnRGAL/h8OHD3t7e8ite1hCE0SADrV/uXvVZMuEy6Wf8Klm+yUM7T548AgAAAAB+RhX2Tti0R3Bw8P3795WWR31pfwyb21amf3irLBDRtB75/vVGNB3F126Q74Pyiozq5bPbs9sb6jvwS6+aPV+ZyZ5vPHu+MpM9X5n5e++DshLZf0YGWku+kGkAjFi+fPkWLFgQA79dmzRp0n79+s2aNevZs2dNmzZVqVQCRkP57pZf5WFnJkwianYV66e+Wz75WsPumdJnTyh0kib9XKaFWbSnnxWOjo7169eXR4c8RiwsLATw69Rq9c6dO48cOVKjRg2iz4henH8Bv+ru3bvr16/v1auXra2tMDJKA873se8U6US1jmLTTB/PUV4tB7g5OlsLxCol/awi/Yxf9OnTp61bt/bo0UMAAAAAQBT8oC9QnmrKjhBra+ugoKDAwEDZtB0SEiJbEz5//hxJyCzyWwHEqihmJWP+VtkkDhPoCB08OoBY9BuZe44UPaX0tWiGDiIDrSW8n4Axc3V1ld3bd+/eTZUqldAyOzu7nj17Lly4cPLkye3bt7exsREwGnqagQ6bfnZIZqG9aIibm9uDBw/mzZvXqVMnAfyix48fy6LV3t5+4MCBsqQVQLTS2asldXbDYOT8/PzmzJlTu3btFClSCKNEBlr3kX7Gb9u0aVOuXLmSJ08uAAAAACAK4oRtwlNSziEhIUr0WREcHKxWq7+EEgAAAIBhUbLOpqamSh+M7I+xsLAIm4QW+C2ak4uAgIBXr14lSpTICAemAqCxe/fut2/f1q9fX8SUrVu3njp1qnPnzkmSJBEwJkoTlnI9f1Ao+U305sXH9VPffXj3Rdcy0DGWflbId2bmzJmpUqWqUKGCAKJGHk07duw4cuRIrVq18ubNK4DoJkvp169fy54I61CyGFRKv9g6F1NOZGS3iL+//4sXL1xdXflNCegUuX9OmDBBnmK3aNFCGDel11K+IZqKnyxJZJHy8NaHzbN8VGYqMtCxRUk/m8X9UrYl6Wf8mmfPno0fP/6vv/6ysrISAAAAAIzPy5cvfX195VmkjY2NciKpxDYieUr4ljt5timfIFv0ZJOBCB0PT56IKk1+AgAAADBESr+LrAObhZJ1aEaAjna8n4CRK1iw4PDhw+vUqRNudF7tqVy5ctKkSSdOnNiqVat06dIJGA09Ggc6htPPIvTNad269ahRo1KmTJk5c2YB/MyDBw+WLFlib28/aNAgBn6G9jD2ChB1a9euVavVjRs3FkYvknGgq3cWG6czDnTs0KSfy7Uyt09M+hm/ZtWqVZUqVSL9DAAAACDqfhyAVgbA0yShGf4ZAAAABkyJOyvVYFkB1oz9TGdMNOKEAjBytra2KVOmvHjxYq5cuURMyZ07d8KECWfPnl2lSpXChQsLGA29yEDHfPpZYWFh0b59+ylTpnTr1s3R0VEAEQgJCdm+ffuxY8cY+BkxgDMvIIrOhBo0aJCsKghEnIFOnpoMdOyIKP0sq6DKoAOknxGJc+fO+fn5FS9eXAAAAABAlP0nAK20FCi/AK5EQEg/AwAAwBhoMtAaAtGKzi0A+fPnP3HiREwGoCVXV9fevXvPnDnz2bNntWrVoiwyHjqegY6t9LPC0dGxcePGs2fPHjBggIWFhQC+8+DBg0WLFiVMmJCBnxEzdLYDgp4R6JQnT54sW7asU6dO8ePHF/gmkgx0tU5fNs3wJQMdY0g/40+EhISsW7euZcuWtMoCAAAA+CVxvm/CU+Z8+UbQzAcAAABDp/S+xPlGENj9Y/Ik4vPnz7L3IiAg4NWrV4kSJbK1tRUAjFhwcHCfPn1GjBgR86WBv7+/h4eHqalpmzZtiHsaFaVpS61Wy++joFDyW+nNi4/rp7778O5LbGWgYzf9rLF9+/Z79+517NiROg/CkgfLtm3bjh8/zsDPiDGyZH79+nVgYKB1KFkkKiVhbJVOyomMrLfI+sOLFy9cXV1VKpUAYpvcIf/666/ixYu7u7sLfEfpx5QHr6biJ0sVWbw8uu23aYavykzVZnB2BycrAa0Jl35Wcs+knxF18vTk8ePHbdu2FQAAAACM2MuXL319fWULoY2NjdJvovx8dyRPifPDcHPYmaSfAQAAYAw0fTB0xkSLcAFoBwcHeZYiABi35cuXJ06cOFZCG7JEWrly5d27dzt27JggQQIBo6FrGWgdST+L0Hdm5syZLi4ulSpVEkAozcDPTZo0YeBnxBjlfEGWzwSggYjIfXL69OmywtCmTRuBCHyfgZbkgaxkoGU9q9UgNzLQWkL6GX/I19d3+PDhgwYN4mwdAAAAMHK/EYD+cctd2FNQTkcBAAAA/CGuqwQg5cuXb8WKFbESgJaNIw0bNjxw4MDYsWM7dOiQMmVKAeOgtGvJBrKwMxMmETW7ivVT3y2ffC0mM9C6k34Woe9M69atx4wZ4+rqmjlzZgHjFhwcvG3bthMnTjDwM2IFfRBA5GQR7ePj0759e4GIyZJEtjx83yfqnEZU6yQ2zfCd/5cXGWhtIP2MP7du3brixYuTfgYAAADwG0wEAAAAAGgZHV0ApDRp0gQHBz948EDEkpIlSzZt2nTmzJkXL14UMBpxQpmamqpUKiVqbGlpmTCJdc2u9jb2cZZPvnbz4huhfTqVflZYWFh06NBh+fLlz58/FzBi9+7d++uvv548eTJo0CDSz4gVOnu1JJdxQhdcuXLl4MGD8itbVhgEIqXUo2SFKmzFT1a3nNPYVusULygoeP5fXq+efhKIPqSf8edkXfT27dvlypUTAAAAAPDrTIcNGyYAAAAAILopPx4dEhLy6dMnKysr2fslABi9gICAu3fvZsmSRcQSBwcH+dcXLlwYGBiYNm1aAeOgRC7ifKNMm1uauGQxveMVcO7gKydXm0SOWhwOUAfTzwpra+vkyZPLIyJ//vxyMwSMTHBw8ObNmzdt2lQ9FLU1xAp5vuDv769Wq5UiUaVSmZqaaorrWKE5kfn48aO9vX3kP7IJaNWrV6+mTZvWsmVLV1dXgSgIV+vTRKKt7Eyc0sS5euKT17FXGXIktLal2hMNSD/jz8nv3NmzZ1eqVClFihQCAAAAgNGTzXGy/065qlmeV8p2wp+eV9JyBwAAAEDr6O4CoChYsOCZM2fUarWIPUmTJu3Xr9+lS5c8PT1DQkIEjMNPx4G+dva10A6dTT8r0qdPX6BAgblz5zLQqbFRBn5+8eLFoEGD8uTJI4DYQ/kD/FBAQMCsWbNKlSoVi1cP6iPGgY4ZpJ8RLY4dOyaPU+qiAAAAAH4bAWgAAAAAWkemAYAifvz4yZMnv3z5sohVdnZ2PXv2VKvVkydP/vDhg4BxiDwDvWr6dW1koHU8/awoV66c3KotW7YIGIfg4OB169Ypg+21b99eFokCiFXE44Af8vT0lJXnihUrCvwiMtDaRvoZ0UKejG/atKlBgwYCAAAAAH6X6bBhwwQAAAAARDfNL0d/+vTJ2tpadjcKAAh15syZWB/hydTUNFeuXG/fvl29enXGjBltbW0FjEC4X0VXps0tTVyymN7xCjh/+FUSZ2sHJysRTfQi/azIli3bxo0b48WL5+joKGDQbt++PWPGDLnjde7c2dXVVQCxTZ4vfPz4Ua1WK2WjSqWS39GaUjpWaE5kPnz4YG9vL48XAcS43bt3X7lypXv37rLCIPDrwtX6NJFoKzsTpzRxrp745HXsVYYcCa1teXt/GelnRJd169YlTZq0UKFCAgAAAABCyXbCwMBA5WJmeYIp2wl/eoJJyx0AAAAArWMEaAAauXLlunnzpp+fn9ABlStXrlat2sSJE2/duiVgHGJsHGg9Sj9LcpM6dOiwcuXKJ0+eCBiooKCgtWvXzp07Vxn4mQs/oDt0NiRHeg+xxdvbe9euXfKrWdYcBH4X40Brw/2bvqSfES0eP358/vz5KlWqCAAAAAD4A4wADQAAAEArGAEawA+Zmpq+fPnyw4cPOjLyqJOTU9q0aefNmye77VOkSCFgBGJgHOjbV94tmXBFX9LPiq95IGdnT0/PfPny8a1teG7fvj1t2jRZAjPwM3SNLo8ALTeMEaAR896+fTtlypQmTZqkS5dO4M8wDnT0un/Td9G4y2aWpJ8RDebMmePu7p4mTRoBAAAAAN8wAjQAAAAAXcQI0ADCyp8//8mTJ4XOcHV17du37759+9auXUt5ZSS0Og60PqafFenTpy9WrJiHhwcHgiEJCgpavXr13Llzq1SpwsDP0E1E5QCN4ODgWbNmydpy9uzZBaID40BHl3/TzxafST/jz509ezYkJKRQoUICAAAAAP4MAWgAAAAAWkcHGICw0qZN6+fn9/z5c6EzEiRI0Ldv3ydPnsyYMSMwMFDACGgpA62kn80s9C/9rHB3d7e2tt6wYYOAQbh9+/bIkSPfvn07ePDgPHnyCEAn6exFF1wNgpi3dOlSWWGoUaOGQPQhA/3nSD8jGgUFBa1fv75+/frsMAAAAAD+nOmwYcMEAAAAAEQ3zS9Hf/r0ycrKSvaKCQAIJbs5AwIC7t69mylTJqEzZLd93rx579y5s23btqxZs8rufAFDF+5X0ZVpc0sTlyymd7wCzh9+lcTZ2sHJKuorvH3l3VJ9Tj8rsmXLtnnzZmtraycnJwG9FRgYuG7dOlmg1ahRo2rVqtTEoLPk+YK/v79arVaKSpVKZWpqqimWY4XmRObjx4/29vay3BZAjDh8+PDp06d79Ogh6w8C0SpcrU8TibayM3FKE+fqiU9ex15lyJHQ2tZM4DuknxG9du7cKXeekiVLCgAAZTQvdwAAEABJREFUAAD4L9kcJ1u2lauX5fmmbCf86fkmLXcAAAAAtI5uMADh5M+f//Tp07o2sKJsRmnYsGGhQoXGjh177949ASMQjeNA/5t+thR6nX6W5NZ26NBh3bp1T548EdBPt27dGjFixLt37xj4GXqBgZYB6e7du+vXr2/fvr2tra2AFjAO9O8h/Yzo9fbt2wMHDtSqVUsAAAAAQHRgBGgAAAAAWsEI0AAiIYuFy5cv29raJkmSROgYV1fXZMmSzZ07N3HixI6OjgKGLlrGgdakn92bq/Q6/ayQW+7i4uLp6ZkvXz65/QL6IzAwcO3atTt27KhVqxYDP0MvMAI0IPn5+U2aNKl69erZsmUT0BrGgf5VpJ8R7ZYuXZo9e/asWbMKAAAAAPjOb4wATQAaAAAAgFaEDUBbW1sTnwIQjiwizp8/nytXLqF7HBwcZI/s4sWL/f3906VLJ2Do/jADbWDpZ0WCBAnk7fbt2/Ply0eoRV/cunVr2rRpcq/r3Lmzq6urAPSBkjPWzQD0hw8fCEAjBsj9TZbeKVKkqFatmoCWkYGOOtLPiHa3b98+fPhwy5Yt+W4FAAAA8EO/EYDm7AIAAACA1vGr1gC+lzt37uvXr3/6pKM/M500adJ+/fpdvnzZ09MzJCREwNApCZiwP4luaWmZMIl1za72NvZxVk2/fu3s6x8+0SDTz4qSJUvGixdv3bp1AjpPNgqvWLFi/vz51atXb9++va2trQD0h86WkKT6EDPWrl2rVqsbN24sECM0oeewFT9ZeXNOY1utU7ygoOD5f3m9eeEvjBvpZ0S7z58/y/pqzZo15XEnAAAAACCaEIAGAAAAoHV0iQH4nuw7z5Yt25kzZ4SusrGx6dmzp1qtnjx58ocPHwQM3W9koA04/axo2rTpnTt3zp07J6DDbty4MWLECF9f38GDB+fOnVsA+oarJWHMzoRq3769rDYIxJSfZqDnjrxozBlo0s/QhiNHjtja2ubIkUMAAAAAQPQhAA0AAABA68g0APih/Pnznzx5Uugw2bvfpk2bjBkzjhkz5tmzZwKG7pcy0D9MP0sGk36W5PvQoUOH9evXP3z4UED3BAQELF++fMGCBTVq1GDgZ+gvInQwWk+ePFm2bFnbtm3jx48vELN+koEOMN4MNOlnaMOnT5+2b99er149AQAAAADRigA0AAAAAK2jYwzAD2XIkMHHx+f58+dCt1WqVKlatWoTJ068du2agKGLYgZak34u08IsbPrZwsLCYNLPinjx4rVu3XrOnDl+fn4CuuTGjRvDhw9///794MGDc+XKJQC9pbNXS3IZJ7TK399/1qxZsp6ZNm1agdhABvp7pJ+hJVu2bMmZM2fSpEkFAAAAAEQr02HDhgkAAAAAiG7/Y+8+oKK4+j6OX1k6ooCoIAKiqIigiIXFGnvFiopGo8ZY0CTGmGiMvSZqYmJi7GjsGrH33gV7r6BYARUr0ovvlY28PCrGwsKy+/0cz57Z2dnZ2XHuzOzM7395/vx5ampqcnJybGysqampvFsmAOB/yRvnMTExt27dKlOmjNBsRYoUKVmyZEBAgLz97+DgIKDVVJGOPC+phg2N9RzdFNfOJBzbfS8pMWXdvFBDE9Hgc8OCdoZanH5WsbS01NfXX7NmjVKplN9LIKfFx8cvXbp069at7dq1a968OWdZyNXk74W4uLiUlBRV9FDubRQKRfruN0ek/5CRZylyB8h+D+ogt7Hp06dbW1vLPblAznnlrC89Em2aT6+Ic57zh2JPHbrvWtHaNK+B0AGkn6EmERERK1eu7N27t9yKBAAAAABkTl6OS0hIUFUpy18Q8jrhf/4O5codAAAAALXj9hiAzHh5eQUFBeWKHhadnJwGDRq0e/fuf/75hy4htd4b+4G2LmzW6muLfAX09m+8bWyWp3EPk8L2xiYmJtqdflapVauWjY2N3PgFcpqq4+dnz57R8TO0BkdV6KANGzY8fvy4a9euAjmNfqBVSD9DfZYuXerj42NqaioAAAAAIKsRgAYAAACgdmQaAGTGxsbG2tr64sWLIjewsrIaOHBgeHj41KlTExISBLRaZhnotv0L2DjpN++Tz8bBRJV+VkVDtDj9rPLpp59ev349ODhYIIfExsYuWLBg7ty5vr6+/v7+5ubmAtAKxOmga86dO7d79+4+ffrIkwcBDfD2DHRSYrLWZ6BJP0N9Tpw4ERMTU6NGDQEAAAAAakAAGgAAAIDacZMMwFuoOoEWuYSRkdHXX39tZWU1ceLEhw8fCmi11zPQJiYm1jZ5Ow60sXPKa2pqapJGF9LPklwPffr0Wbt2bVhYmEC2O3/+/KhRo2JiYuj4GdpHY6slKeOEOty/fz8gIKB79+4FCxYU0BhvyUC3/tpCuzPQpJ+hPsnJyatWrfLz85ObkAAAAAAANeDHBgAAAAC1IzoA4C0qV6587ty5XNShsrx3++mnn1avXn3ChAkkQbXeKxloVRzE9CXdST+r5M+fv2fPnrNmzYqOjhbILrGxsX///ff8+fPbtWtHx8/QShq75yTthywXHx8/bdq0unXrurm5CWiYzDLQRYqZ/ZuBHn1S+zLQt0KjST9DfbZu3erg4FCyZEkBAAAAAOpBABoAAACA2nGrDMBbmJqaurq6Hj16VOQqtWvX7tKly19//XXq1CkBrfZ6Btr4JVX6WY7XnWiIk5NTixYtpk+fnpKSIqB+qo6f4+Li6PgZWoxqSeiOgIAACwuLpk2bCmik/8hAJ6VoWQb6Vmj0vAmn9Q1TSD9DHZ48ebJz505fX18BAAAAAGpDABoAAACA2pFpAPB2SqUyODhY5Daurq4DBgwIDAzcuHGjgFZLz0BLBgYGqhi0KhOjr68vR+pUNEQ22KJFiy5evFhAnWJiYubNmzd//vz27dvT8TO0G9E66IitW7eGh4f37NmTbV6TZcxAq876tDUDrUo/KwxSK7Z4kscwlvQzspz8pVynTh0rKysBAAAAAGpDABoAAACA2nHDDMDbubm53bt3LyoqSuQ2tra2P/zww4ULFwICApKTkwW0V8YMtP5L6dFnXTvStW/fPjIycu/evQLqcebMmVGjRqWkpAwbNszT01MAWk1jqyUp40QWCgkJ2bJlS58+fUxMTAQ0W3oGWtLWDHR6+rnRF4ZFHPPfuHFD9R1JPyOrhIWFhYaGNmjQQAAAAACAOhGABgAAAKB2RAcAvJ28s+7l5XXo0CGRC+XNm7d///4pKSm//fbbs2fPBLRXnpf0XkofI3SMQqHw9/ffunVrWFiYQJaKiYmZO3fuokWLOnXq9MUXX9DxM3SBxu5FSf4hqzx8+HDmzJldunSxs7MTyA20OwOdMf1sWciwUKFCIi2uSvoZWUVeBly6dGmbNm1kwxEAAAAAoE4EoAEAAACoHbfNAPynatWqBQUF5dJ6CX19/Z49e5YpU+bnn3+OiIgQ0Gp5XiN0krm5ee/evWfPnv3kyROBLKLq+Dk1NXXEiBHlypUTgG6gWhLaLSkpadq0aUql0sPDQyD30NYM9CvpZ1WvzxUrVpS/xeRXJv2MLHHgwAG5LVWqVEkAAAAAgJoRgAYAAACgdmQaAPwnGxubfPnyXblyReRazZo1a9my5a+//nrhwgUB6AAHB4c2bdpMmzYtOTlZ4OPExMTMmTMnveNnMzMzAegMYnbQbgsXLjQ0NGzdurVAbqN9Geg3pp/lY9GiRQsWLHjo0CHSz/h48fHxa9eu9fPzEwAAAACgfgSgAQAAAKgdN88AvAsvL6+goCCRm1WqVKlv377z588/cOCAAHRAxYoVixcvLrd5gY9w4sSJUaNGyQE6foZu0thqSco48fH27t0bEhLi7++vp8f9uFxJmzLQmaWf5aP8ak2aNNm1a1dCQgIXcPCR1q9fX6FCBXt7ewEAAAAA6scFFwAAAABqR3QAwLtQKpWnTp2SN91Fbubk5DRo0KDdu3cvX76cvR90Qdu2bZ88ebJr1y6B9xcdHT19+vRly5bR8TN0mcaG7UgB4iNdu3Zt5cqV/v7+5ubmArnWu2SgH92PF5pNlX7WN0x5Y/pZsrGxKVu27NatWwXwESIiIoKDg1u1aiUAAAAAIFsQgAYAAACgdkQHALwLU1NTFxeXEydOiFzOyspq4MCB8tbv1KlTc3ueG/hPenp6vXr12rFjR2hoqMD7OH78+JgxYwwMDOj4GTqOeiFopejo6BkzZrRt29bBwUEgl/vvDPQYjc5A/3/6uYfRG9PPqq/WvHnzffv2PX36VAAfaunSpU2bNpU/7QUAAAAAZAsC0AAAAADUjkwDgHekVCqDg4NF7mdkZPT1119bWVlNnDjx4cOHAtBqZmZmvXv3DggIYGt/R6qOn5cvX07Hz4CgWhLaKDU1Ve7nXVxcatSoIaAV3p6BTohP1tgMdMb0s4X1i2U2NjZ+Pf0sv6ClpaW3t/eGDRsE8EFOnz795MmTTz75RAAAAABAdiEADQAAAEDtyDQAeEfu7u63b99+/PixyP309PQ+/fTT6tWrT5gwISwsTABazcHBwdfXd9q0aYmJiQJvdfTo0dGjRxsaGtLxM6CisdWSlHHig61YsSIlJaVz584CWiQ3ZqD/p+/ngkaq9LP0evpZNX3Tpk2PHTsWFRUlgPckd3py1+fn5ye3KAEAAAAA2UUxcuRIAQAAAABZ7fnz56mpqcnJybGxsaampvLumgCA/yLvlT558iQyMrJUqVJCKzg5OdnZ2c2aNcvKyqpIkSIC0F5yC793796hQ4cqVaok8CZPnz6dO3fuwYMHO3fu3LhxY0NDQwHoPPl7IS4uLiUlRRUl1NfXVygUedKIHJL+QyYmJsbS0pIgF97X0aNHt23bNmDAADr41z6qXVN6Ejp9wCRvnqKlFecOxp4+dK9spYImZvpCA7ySfjZ+KbP0syT3w0lJSceOHfP09BTA+5D7PXk0l6e4AgAAAAA+lLwcl5CQIK8Qyt+n8nervE74yu/W13HlDgAAAIDa0QM0gHfn5eUVHBwstIirq+uAAQPWrFmzceNGAWi1Nm3ayAuU27dvF3jNkSNH6PgZeCM6WoY2uXPnzqJFi3r16mVhYSGgjXJLP9BvST+r7iK/nn5WqV+//qVLl+SWLIB39uTJE/kToH379gIAAAAAshcBaAAAAABqR6YBwLtzdHSU9+NDQkKEFrG1tf3hhx8uXLgQEBCQnJwsAC2VJ0+eXr167d279/LlywIvPX36dOrUqYGBgZ999ln37t3pEBR4BdWS0BpxcXHTpk1r1qxZyZIlBbSX5meg355+1tfXzyz9LMlpGjVqtGrVKgG8M7nB1KxZ08rKSgAAAABA9iIADQAAAEDtyDQAeC/e3t5a1gm0lDdv3v79+6ekpPz222/Pnj0TgJYyMzPz9/efN2/ew4cPBYQ4fPjw6NGjTUxM6PgZyIzGVktSxon3kpqaOmvWLEdHx/r16wtoO03OQH9M+lmldu3aERERoYUq2Y4AABAASURBVKGhAngHYWFhFy9ebNy4sQAAAACAbEcAGgAAAIDaER0A8F6USuWJEyeSkpKEdtHX1+/Zs6erq+vPP/8cEREhAC1lZ2fXoUOHadOmJSYmCh2m6vh55cqVdPwMvJ3GVktSxon3smHDhsePH3ft2lVAN2hmBjo87NlHpp8lhULRrFmzwMBAAfwXecVv6dKlbdq0kRuYAAAAAIBsRwAaAAAAgNoRHQDwXszNzUuUKHHy5EmhjZo2bdqyZctff/31woULAtBS5cuXL1u27Lx584SuCgoKGjVqFB0/A++CaklogXPnzu3evbtPnz5EAHWKpmWgw8OeBfz0selnFaVSGR8ff/r0aQG81aFDh+TG7+XlJQAAAAAgJxCABgAAAKB2ZBoAvC9vb++goCChpSpVqtS3b9/58+fv2bNHAFqqZcuW8fHxW7ZsETrm8ePHU6ZMWb16dZcuXej4GXgXVEsit7t//35AQIDc5xcsWFBAx2hOBlqVflYYJH98+lmkfaMWLVrI85nU1FQBZEKe7a9du9bPz08AAAAAQA4hAA0AAABA7cg0AHhfHh4et27devz4sdBSTk5OgwYN2r9//+LFi6kSgVaSR/+ePXsGBQVdvnxZ6IxDhw6NGTPG3Nycjp+Bd6exx0EO0HgX8fHx06ZNq1u3rpubm4BO0oQM9O2r0Wnp55QsST+rVKhQQc7h8OHDAsjExo0b3d3d7e3tBQAAAADkEALQAAAAANSO6ACA96VQKDw9PYODg4X2srKyGjhw4MOHD6dOnZqQkCAArWNiYuLv7z9v3rz79+8Lbafq+HnNmjVdunT5/PPP6fgZeHcaWy1JGSfeRUBAgIWFRdOmTQV0WM5moMPDns2bcCat72fDrEo/q/j6+q5fvz4lJUUAr5Fn+EFBQS1bthQAAAAAkHMIQAMAAABQO6IDAD6AUqk8ePCg0GpGRkZffvmllZXVxIkTHz58KACtY2Nj06FDh2nTpml3yl/urEaPHk3Hz8CHoVoSudfWrVvDw8N79uzJb17kVAb6zrWs7/s5nbOzc+HChffu3SuA1yxZsqRhw4byBFgAAAAAQM4hAA0AAABA7cg0APgAxYsXl4/Xrl0TWi1PnjyffvppjRo1JkyYEBYWJgCtU758eU9Pz9mzZ2vl+cDDhw+nTJmydu3arl270vEz8GFIjiKXCgkJ2bJlS58+fUxMTASQExno8LBnc39WS9/P6Xx9fTdt2sTfq8Erzp49K0+D69SpIwAAAAAgRxGABgAAAKB2ZBoAfJhq1aoFBwcLHfDJJ5907dp12rRpR44cEYDWadasmXzctGmT0C579+6l42fg42lsdQRlnHiLhw8fzpw5s0uXLnZ2dgJ4KTsz0OFhz9L6fk5WR9/P6eQWXrp06R07dgjgpZSUlMDAwLZt2yoUCgEAAAAAOYoANAAAAAC1IzoA4MMolcqjR4/K26tCB5QpU6Z///4bNmxYsmRJUlKSALRInjx5evToceTIkfPnzwutcPHixVGjRm3durVbt250/Ax8JI2tlqSME5mRp2rTpk2TZ6oeHh4C+F9vz0AnJbzIQD958LEdKmdP+lmlVatWO3fujImJEUAauT0UKFDAzc1NAAAAAEBOIwANAAAAQO2IDgD4MBYWFsWKFTt16pTQDUWKFBk6dGhKSsr48ePDw8MFoEWMjIz8/f0XLlwYGRkpcjO5/FOnTp01a5aXl9fo0aPLly8vAHwcqiWR68jDmaGhYevWrQXwJm/JQLdSZaDHflQGOjvTz5K1tXXFihU3b94sACGio6O3bt3q5+cnAAAAAEADEIAGAAAAoHZkGgB8MG9v76CgIKEzDA0NO3fu3KxZs99//33v3r0C0CI2NjZy854+fXpCwsf2epgjYmJili9fPm7cOAsLi9GjRzdq1EhfX18A+GhUSyJ3kWdoISEh/v7+enrcYkOmMstA2zq+yEAnxCZ9cAY6m9PPKk2aNDlw4MCjR48EdN7q1aurVatWqFAhAQAAAAAagKszAAAAANSOTAOAD1ahQoWrV69GR0cLXVKxYsVBgwYFBQVNmjTpxo0bAtAWZcuWrVKlyuzZs3NXcVRKSsqOHTuGDx9++/btH3/8sVOnTubm5gJAFtHYHQJlnHjdtWvXVq5c6e/vz4EA/yk9A61QKFQZaCMjo4/MQOdI+lmytLSsWbPm+vXrBXSbPBk+d+5ckyZNBAAAAABoBsXIkSMFAAAAAGS158+fp6amJicnx8bGmpqayrtxAgDen0KhuH///uPHj0uUKCF0idxzVq1aVe5IFy9efOPGDUdHRzlGALlfqVKljhw5cvfu3dKlSwuNFxERsX379oULF4aHh3fo0KFVq1Yk3oCsJX8vxMXFpaSkqLpH1dfXl4f+PGlEDkn/IRMTE2NpaUkvv0gXHR09efJkeSwoV66cAN6BaleW56X0YWOzPPZl9M8diDkddM+tckFj03f6mxI5lX5WcXBwWLJkiYeHR968eQV01YwZMxo0aODk5CQAAAAAQA3k5biEhAT5C1f+zjUwMJDXCf/zdy4BaAAAAABqkTEAbWZmJn+lCAD4IKampps3b65Vq5bQMfKajqOjY40aNcLDwxcuXBgdHW1ra2tiYiKAXK58+fKBgYGWlpY2NjZCI8mzl0OHDi1fvnzjxo3m5uZNmzb19fXV2KUFcjVVzpgANDSf3Cr++OMPBweHli1bCuCdvRJ9Fh+agc7Z9LMkP0W2giNHjlSqVElAJwUHB1+9erVDhw78nTcAAAAAakIAGgAAAICmoAdoAFmlQIECO3bsKFGihIWFhdA98kKPi4tL5cqVT506tXjx4jt37piZmVlbWwsg15JbddmyZWfNmuXm5qZRnQjKU5eLFy+uXbtWtrVHjx55eXl17drV29u7UKFC5DwANaEHaOQW//zzz8OHD/39/eUmKoD39JEZ6BxPP6s4ODisWLGidOnSuvm7TMclJib+9ddf3bp1k0dGAQAAAADqQQAaAAAAgKagB2gAWSguLu7atWtubm5CV5mamnp6elapUuXevXtr167du3dvZGSk3NPK28/ySpAAcht5bmBvbz9v3jylUimvY4qcIy+nhoaGHj58eOvWrStWrDh16pSTk1P79u2bNWsmBziBAdRNk3uAfvbsGQFoqBw9enTbtm0DBgyQxy8BfJAPzkBrSPpZpNWwyU/cuXNn1apVBXTM+vXrzc3Na9euLQAAAABAbQhAAwAAANAU9AANIAtZWVktX768Xr16Oh5CMjMzc3V1lXedLS0t7969u3379g0bNly5cuX27dsPHjxITEw0MTHJ2Swp8O6sra3lpcxt27Z5eXllT9IxPj7+2bNnjx49un///uXLl/ft27d+/foVK1bIFiQvp7q4uDRs2LBt27Zubm758+cXALIFPUBD8925c2f69Ol9+vSxs7MTwEd4Swb6fFDMqUNvyEBH3oqZM04j0s8q9vb2GzdutLW1LViwoIDOkCfPS5Ys6d27t9z2BAAAAACozQcEoOkiCAAAAIDa5WB8AYB2sLa2Llq06NmzZz08PITOk9d9KqeRw9euXbt48eKdO3fkY2RkpGqCvHnzGhkZmaQRgGYLDw8fMmSI+jI0sbGxcS/JC6ayURgbG8tHS0tLR0fHSpUqFStWjG6egZz1/PlzAWgqefiYNm1as2bNSpYsKYCPpro8Iu/gZhxp4yDa9BMrpzyaNfZkz6EV8hf4t4Bc09LPqiVv2bLlqlWrXF1dBXRGYGBg/fr1KREEAAAAoIEIQAMAAABQOzINAD6eUqkMCgoiAP2K4mnSn96+fTs2NlYAuUdSUtKyZctcXFxKlCghstqLXhXT4s7yMW/evAKARqJaEhorNTV11qxZjo6O9evXF0AWeWMGunDRPG36icDf/j8DHXkrZvbYUwp9DUo/q1SqVGnTpk3Hjx+vWLGigA64dOnSnTt3evbsKQAAAABA8xCABgAAAKB2ZBoAfDxPT8/ly5dHR0ebm5sLZKJo0aICyG369+8/ceLEcuXK2dnZCQC6R2OrJSnjxIYNGx4/fuzv7y+ALPVKBlq1tylcVLT++vnqP5/MGXeqaeeSK2ZcNDRKbdDd2MLaUHPSz5L83DZt2vzzzz8VKlSQwwJaLTU1denSpW3btn0lsg8AAAAAGoLfpQAAAADUjugAgI8nb/Z7eHgcPXpUANAuVlZW3bp1mz59ekxMjACgezS2WpIyTh137ty53bt39+nTx9DQUABZLU8ahUJhYGAgtzH5Y8fY2NjWMW+rr/LHxSYumnzO0Ci1UQ9jjer7OZ27u7uZmdmhQ4cEtJ3cDVpYWJQvX14AAAAAgEYiAA0AAABA7YgOAMgS3t7ewcHBAoDWKV26dK1atWbOnEnRFKCDaPjQQPfv3w8ICOjevXvBggUFoB4ZM9CSKgNdpJi57zcFbIrpN++bz9rGVDIxMdGo9LOKr6/v+vXrk5KSBLRXdHT0pk2b/Pz8BAAAAABoKgLQAAAAANSOTAOALFGqVCl5CzYyMlIA0Dr169fPnz//ypUrBQAdQ7UkNE18fPy0adPq1q3r5uYmAHV6vR9oExMTOyfzjoNsChXJa/KSpqWfJWdnZwcHh927dwtor3Xr1imVSltbWwEAAAAAmooANAAAAAC1I9MAIEvInYm3t/eBAwcEAG3UpUuXS5cuHT9+XADQJRpbLUkZp84KCAiwsLBo2rSpANQvPQOtr69vmMbExMT0Jc1MP6u0bNly69atcXFxAtro9u3bJ0+e9PHxEQAAAACgwQhAAwAAAFA7ogMAskrVqlWPHDnCXgXQSvr6+n369AkMDLx586YAoDM0tlqSMk7dtHXr1vDw8J49e7IBIDu9koE2fkkOGxgYyPHyVY1KP0t2dnZubm7btm0T0EZLlixp0aKF3AgFAAAAAGgwAtAAAAAA1I47xwCyirW1daFChc6dOycAaCMrK6vu3bvPmDEjJiZGANAN1DVBc4SEhGzZsqVPnz4mJiYCyC55XsqYgVZ1/Kzq+1mOV00gNIyPj8/u3bufPn0qoF2OHj2akJBQvXp1AQAAAACajQA0AAAAALUj0wAgC3l5eQUFBQkAWsrZ2blevXozZ85MTU0VAHQA1ZLQEA8fPpRHny5dutjZ2Qkg26VnoFUxaJX0jp81c1dpbW2tVCo3bdokoEUSExNXrVrl5+fHARoAAACA5iMADQAAAEDtuGUCIAtVqVLlwoULsbGxAoCWqlOnTv78+VesWCEA6ACNrZakjFOnJCUlTZs2TalUenh4CCCHqC6eyEe9l9I7hxaaqkmTJsHBwVFRUQLaYsuWLc7OziVLlhQAAAAAoPEIQAMAAABQO6IDALKQkZGRu7v70aNHBQDt1aVLl2vXrgUHBwsA2k5jg32UceqUhQsXGhoatm7dWgA5Ks+bCA2WL1++2rVrr1+/XkArPHz4cM+ePb6+vgIAAAAAcgMC0AAAAADUjugAgKylVCrRx88pAAAQAElEQVSJRQLaTV9fv0+fPmvXrr1586YAoNWolkSO27t3b0hIiL+/v54ed82A99agQYNz587duXNHIPdbsWJF3bp18+fPLwAAAAAgN+BSDgAAAAC1I9MAIGu5uro+ePAgMjJSANBe+fPn79mz54wZM548eSIAaC+qJZGzrl27tnLlSn9/f3NzcwHg/ZmYmDRs2HDNmjUCuVxoaOitW7fk/6YAAAAAgFyCADQAAAAAtSPTACBryb2Kt7d3UFCQAKDVnJycGjVqNHPmzJSUFAFAS2lstSRlnLogOjp6xowZbdu2dXBwEAA+VO3atW/evBkaGiqQa6Wmpi5ZsqR169b6+voCAAAAAHIJAtAAAAAA1I7oAIAspwpAs3sBtF7NmjWLFi26ePFiAUBLaWy1JGWcWi81NXX69OkuLi41atQQAD6CgYGBj49PYGCgQK61d+9ec3NzT09PAQAAAAC5BwFoAAAAAGpHdABAlrOxsSlQoMDFixcFAG3Xvn37yMjIffv2CQDaiHIm5JQVK1akpKR07txZAPhoVatWjYmJOXv2rEAuFBsbu379ej8/PwEAAAAAuQoBaAAAAABqR6YBgDp4eXkFBQUJANpOoVD4+/tv27YtLCxMANA6VEsiRxxNI48vBgYGAsBH09PTa9my5cqVK1NTUwVym7Vr11apUsXW1lYAAAAAQK5CABoAAACA2pFpAKAO8gbtuXPnEhISBABtZ25u3rNnz1mzZj158kQA0C4aWy1JGacWu3PnzqJFi3r16mVhYSEAZJGKFSvq6+sfO3ZMIFeJiIg4fvx48+bNBQAAAADkNgSgAQAAAKgd0QEA6mBqauri4nL06FEBQAc4ODi0aNFi2rRpKSkpAoAW0dhqSco4tVVcXJw8mjRr1qxkyZICQJZq3br1mjVrOFvLXZYuXSp3ifL3tQAAAACA3IYANAAAAAC1IzoAQE28vb2Dg4MFAN2gVCqdnJwWL14sAGgRqiWRnVJTU2fNmuXo6Fi/fn0BIKu5uroWKFBg//79ArnE8ePHY2JiatasKQAAAAAgFyIADQAAAEDtyDQAUBN3d/d79+5FRUUJALqhXbt2kZGRe/bsEQC0BdWSyE4bNmx4/Phx165dBQD18PX1lQ0tISFBQOMlJycHBgb6+fnp6ZEZAAAAAJAr8WMGAAAAgNqRaQCgJnL3Urly5UOHDgkAukFPT8/f33/btm2hoaECgFbQ2GpJyji1z7lz53bv3t2nTx9DQ0MBQD0cHR1Lliy5c+dOAY23detWJycn+f8lAAAAACB3IgANAAAAQO2IDgBQH6VSGRQUxH4G0B3m5ua9e/cOCAh48uSJAJD7aWy1JGWcWub+/fvy2NG9e/eCBQsKAOrUokWL7du3x8TECGiwhw8f7ty509fXVwAAAABArkUAGgAAAIDaER0AoD729vYmJiZXrlwRAHSGg4ODr6/vtGnTkpOTBYBcjiomZIP4+Hh51Khbt66bm5sAoGY2NjYVKlTYunWrgAZbtWpV7dq1raysBAAAAADkWgSgAQAAAKgdmQYAalW1atWgoCABQJdUrFjR2dl5/vz5AkAuR7UkskFAQICFhUXTpk0FgGzh4+Ozb9++p0+fCmik0NDQq1evNmzYUAAAAABAbkYAGgAAAIDakWkAoFZeXl6nTp1KSEgQAHRJmzZtnjx5smvXLgEgN9PYaknKOLXG1q1bw8PDe/bsyS9TINtYWlpWq1Zt/fr1AppHHuCWLFnSunVrQ0NDAQAAAAC5GQFoAAAAAGpHdACAWpmbm5cqVerEiRMCgC7R09Pr1avXjh07QkNDBYBcS2MzqYRltUNISMiWLVv69OljYmIiAGSjJk2aHD9+PCoqSkDD7N+/X+4SK1euLAAAAAAglyMADQAAAEDtiA4AUDelUhkcHCwA6BgzM7PevXsHBAQ8fPhQAMidqJaE+sijw8yZM7t06WJnZycAZC95nla3bt3Vq1cLaJLY2Nh169b5+fkJAAAAAMj9CEADAAAAUDsyDQDUrXz58rdv36Z3MUAHOTg4+Pr6Tps2LTk5WQDIhaiWhJokJSXJo4NSqfTw8BAAckK9evUuX758584dAY2xfv36ChUq2NvbCwAAAADI/QhAAwAAAFA7Mg0A1E2hUFSuXPnw4cMCgO6pWLGii4vL/PnzBYBcSGOrJSnjzO0WLlxoaGjYunVrASCHGBkZNWnSJDAwUEAzREREHDlypHnz5gIAAAAAtAIBaAAAAABqR3QAQDbw8vIKDg4WAHRSmzZtnjx5smPHDgEgt9HYaknKOHO1vXv3hoSE+Pv76+lxIwzISbVq1bp7925oaKiABli6dGmTJk3Mzc0FAAAAAGgFrvsAAAAAUDuiAwCygZOTk4GBQUhIiACge+TJRq9evfbs2UO8Bsh1qJZElrt27drKlSv9/f0J+QE5TqFQ+Pj40Am0Jjh16tSTJ09q164tAAAAAEBbEIAGAAAAoHZkGgBkDzqBBnSZmZmZv7//3LlzHz58KADkHlRLImtFR0fPmDGjbdu2Dg4OAoAGkD/T4uPjT548KZBzkpOTAwMD/fz86BcfAAAAgDbRFwAAAACgZmQaAGSPqlWrDh8+XN7TNTAwEAB0j52dXfv27adNmzZw4EBDQ0Oh7dJrzCg2Q3ZKP7fPqpN8jd2As3DBaK3ZJjU1dcaMGS4uLtWqVZPDQmdkecMEspCenl7Lli3XrFlTvnx50rc5Zdu2bfJUuUyZMgIAAAAAtAgBaAAAAABqx21+ANnD3Ny8ePHiJ06c8PLyEgB0Uvny5a9evTpv3rxevXoJ7aU6uXqeJuMAoG6qbGWeNBnHfPw8NVCWLFjGRpo+LKA2a9askY9+fn4pKSlCZ7zSMMlAQwN5eHhs2bIlODi4atWqAtnuyZMnO3fuHDRokAAAAAAA7UIAGgAAAIDacf8VQLZRKpWHDh0iAA3oslatWv3xxx/bt2+vX7++0F7Pnz+/fjf6wMX7ZKCRbVRn9eWLWZR1sNBLk4URYS0mv+DZ649OX3+U3iExrVVNIiIiLly4X61ag+UHbwmdoco9f1K2oK2VqaphCn6DQyP5+vrOnTtX/lJTKBQC2WvlypU1atQoVKiQAAAAAADtQgAaAAAAgNpxgx9AtvHw8FiyZMnjx48tLCwEAJ2UJ0+enj17jhs3zsHBoXTp0kLrqLLOqampF28/+XXdJQFkr171nUrZmunrv7i5kCVRSy1Oaqa31oOX7s3cdlUgOzic3alD6ed0xQoaF8xnqMqVkoGGZnJ2dra1td29e3e9evUEslFYWNilS5fGjh0rAAAAAEDrEIAGAAAAoHbceQWQbQwMDCpVqhQUFNS4cWMBQFeZmJj4+/v/+eefAwcOtLKyEtro+fPnKSkpcmDsZ14lbPMLQP1i4pO+mLI7OTk5KSlJvOx39uNP9TW2WjJLFkwVgFb1/Ty3fx0TQ27KIIudvBo1MfBEUhrxMv0MaKbWrVv/9ttvNWrUMDIyEsgW8jC0dOlSueYNDQ0FAAAAAGgdrrUBAAAAUDt6gAaQnby8vObPn08AGtBxdnZ2HTp0mDZt2sCBA7Uv8KGKVKoC0JZ5jQtZmAhA/aJjX9xQSE5OTkxMzJMnj14a8dE0tloySxYsYwDaOp+JmTE3ZZDF8pu9OMbJVpmUlCSbpEKhkI8UIUMzydMzFxeX7du3N2vWTCBbHDx40MDAQKlUCgAAAADQRhSCAwAAAFA7br4CyE7Ozs7y8dq1awKAbitfvrybm9u8efOE1skYqQSyWUpKSlJSktz8nr8kPo62Vkumrx/VuhKAOqm6ZpfNk+0NGq5ly5a7du2KiYkRUL/4+Ph169b5+fkJAAAAANBSBKABAAAAqB33XwFkM29v7+DgYAFA57Vo0SI+Pn7r1q1Cu2RJ6hT4MCkvZVXOUuurJSlXQDZITk4m/YxcwdraulKlShs3bhRQvw0bNri5udnb2wsAAAAA0FIEoAEAAACoHT1AA8hmVatWPXr0aFJSkgCg2+RJSM+ePQ8dOnT58mWhLVThNjLQyClyw0tJScnCLVBjt+QsWTDaKbKHKmf/PAMBaKpmzZoFBQU9evRIQJ3u379/8ODBVq1aCQAAAADQXgSgAQAAAKgdN18BZDMLCwtHR8fTp08LADrPxMTE399/3rx59+/fF1qE8yvkoKyNV2pstWRWLRitFdmA0DNykXz58tWsWXPdunUC6rRkyZLGjRubm5sLAAAAANBeBKABAAAAqB09QAPIfkqlMjg4WACAEDY2Nh06dJg2bVpiYqIA8HGyPGSpC6lNkqnIHmxpyC0aNWp09uzZyMhIAfU4c+bMw4cP69atKwAAAABAqxGABgAAAKB23IUFkP0qVqwYGhoaHR0tAECI8uXLV6hQYd68eQKAhqFaEgB0jYmJSb169VavXi2gBikpKf/884+vr69CoRAAAAAAoNUIQAMAAABQOzINALKfgYGBp6dnUFCQAIA0Pj4+8fHxmzdvFgA0icZWS1LGCQDqU7du3evXr9+4cUMgq+3YsaNQoULu7u4CAAAAALQdAWgAAAAAakd0AECOUCqVwcHBAgDS5MmTp2fPnnK3cPnyZQFAY2hstSRlnACgPgYGBk2aNAkMDBTIUtHR0Vu2bPHz8xMAAAAAoAMIQAMAAABQO6IDAHJEyZIl4+Lirl+/LgAgjYmJib+///z58+/fvy8AaAaqJQFAN9WoUePx48fnz58XyDorV66sXr16oUKFBAAAAADoAALQAAAAANSOTAOAHJEnT55q1aodPnxYAMBLNjY2Xbt2Xbx4cUJCggCgAaiWBADdpKen17x589WrVwtkkbCwsAsXLjRt2lQAAAAAgG4gAA0AAABA7cg0AMgpSqXyyJEjKSkpAgDSzkkUCkWZMmUGDBhgamqq+FACQNbR2GpJyjgBQN0qV64sH48dOyaQFZYuXdqiRQtjY2MBAAAAALqBADQAAAAAtSM6ACCnWFtb29nZnT59WgAAAI2ksdWSlHECQDZo3br12rVrU1NTBT5OUFCQfKxataoAAAAAAJ1BABoAAACA2hEdAJCDvLy8goODBQAA0Ej0AA0AuszV1dXCwmL//v0CHyExMXH16tUdOnTgEhwAAAAAnUIAGgAAAIDaER0AkIMqVap05cqV6OhoAQgAgMahB2gA0HG+vr6bNm1KSkoS+FAbN250cXFxcnISAAAAAKBLCEADAAAAUDuiAwBykJGRUfny5Q8fPiwA6Ly7d+/KfcLIkSMzjoyLi3N2du7cubPQGDt27EhJSRFqduTUuRJeTYdPnPaWaXy/GDBrQeA7jh/726wvf/xJDuw+cKRsrdaZz1XExMbJjz559tLrL527FHrgyEnxbv5z4uafff338nVy4Oc/534xYJRQv8y+2lu+crYtg8bKvdWS69evP378uFAPuVoq1Gs3/5916WNWrt8h/2cnz1iYPmbb3iBnZTP5P57xjRkb4Hs1qKxychRDBwAAEABJREFU/8EjuahCk/znTinjNLmuBQFawNHR0cnJaefOnQIf5N69ewcOHGjTpo0AAAAAAB1DABoAAACA2tEDNICcpVQqDx06JADovMKFCw8dOvSnn366fPly+sjx48c/e/ZsypQpQmOsWrVKLlXGhVSHjdv3OzvZb96xPz4hUWQpR3u7Lz/3Ex9k6ISpoWG3snzi6lUqNKtfU2SRkLBbN25FvNdbDAwMvunZyaaQtcBrcm+15KNHjwICAn777bfIyEiR1eRq8argfvZiSPqY4FNnnRzsgo+fTh9z8uylSuVczUxNMr4xYwN8rwaVVWYvWrn70BGRa9FagRzRsmXLHTt2xMXFCby/wMDAunXr5s+fXwAAAACAjiEADQAAAEDt6AEaQM5ycXGRt9Jv3rwpAOi8wYMHlypVqlevXqqnly9f/uWXX/744w8rKyuhSSIiIqZMmTJnzpwnT54INUhKSt68c3/3jq0Sk5O27D4oslRxRzv/Lu2EJqnuVaFlo9oii8xauGLpms3v9RZDA/2vunewLUyk8g00tlryHRcsJCRk7NixgYGBMTExIktV8nA7c/5K+tOgo6f6dG1//MzFx0+eqcacPnepiqf7K+/SwAaYu9BagRxhY2Pj7u6+detWgfd08eLF8PDwBg0aCAAAAADQPQSgAQAAAKgdPUADyFl58uRRKpWHDx8WAHSevr7+zJkz9+7du3jxYvn0yy+/9PHxadfuRVjw1KlTDRs2tLCwcHFxGT9+fEpKihwZExMzbNiwcuXKWVlZ1alTZ9++fSIbnThxYtSoUbt27VItTBbafejo46fRdWt6V6/iuXrT///F+ZSU1NmLVrbs9k3lhh0Gjv0tOTn57ePfPPMDR8rWaq0avh1+95thEys36NCiS7+lqzeX8GoaE/tv546nzl9u2+M799ptWn/+7dmLoXLMZ18OOXshZMzkmb2/H/PKPJet2eLXc2D5Or4tu76YzysTj/51Zqe+g9MnXrl+xyetu2c8Bf35z7lfDBilWrZGfv7T/l5er23PSvX9vhw8/lnMv8tz6Ojprv2GedRt2+2b4X/MWeL7xQDxoV7/avJby+9+8uwlkZY+nzJnSf22PeXX+bz/iJCXHfTK1SuXs0G7XjVbdnv0JDr4+JkuXw/1btpZLqf8skdPn5fTPHn6TM5n+vx/vBp/2v3bkS8+69xluYarNOoo375518G3LMN/rqWcorHVku++YKmpqbKdjhgxQu4isnCVVvYoe/XG7QePn8rh0Ou35FbRvOEnNoUKBKV1Ap2cnHLiRQDa7ZWtIr0BvtKgoh49kY23arPP5Nbyw9gp8l2vfJxqK/1r3rIOvQbJzeb7Mb/duvNvz9ZhN+98N/JXuTXKt8uZPExbJPGmhvlnwNKAJavlpiib0ivzD4+832/ohLq+PeRmKTfXFeu2qca/suW/8bPkSpDLduHKNdVb0r+japn/WbdVzqRcbd+OvQedv3xVNc2lkDD5cZ7128uXDh499cY1/MZpMrbWzJY5MSl53O+z6/h+IRvRrAWBcgK5SOLdWnH6em7a6Uu5zHK3E3E36ushP8tp2vX47tylUAHoqubNm8sztKdPnwq8M3mKuGzZMl9fX3mKKwAAAABA9xCABgAAAKB29AANIMd5eXkFBwdTjwFAqlq16pdffjl69OjFixefOXPmzz//lCPv3r1bu3ZtR0fHK1euzJkzR740adIkOT4gIGDp0qXjxo07duyYhYVFt27dRPaKj48PDAwcP3785cuXRdbZsG2v0rNcAYt8dapVOXD45O3wu6rxy9dtnT7/n35ffLp56XQDhb4qOPuW8W+XlJT85Y/jFXp6GxZPHfTl53/NW5bx1fn/rGve8JPfRn5vntd05C/T5JgFU8e5u5Yc9m2vGZOGZZzywpVrI3+Z3qxhrW3LZ35StfLQn6eG3byTcWI5n+DjZ6MePFJNv3HXvmb1amZ2ChoSdjPk2o3Zv45YNP3niyFhAUtXy5G37kT6DxpTrbLHrpUBDWp5v7Ko7+v1r5bR77MXL1+z5cdveuxaNdettHOnvoOjn8WqXlq9eVevzm379+xsaKDf54dx+c3zLvxr/NwpY/QNFGN+nZk+hx37gkcN7NOlrc/1W+Gf9h1cuKDVpiXTurZv8d2oXw8dPZ3ZMrzXWspOWnN0jo2NXbZs2U8//RQWFiaygnsZ53zmZmfOvUjiBh077V2pvL6+onoVz6C0qO7J8y/GV/ZwU02cvlWkv/2VBtV30NjrN+4ETB4ZOGfyw8dP+o+Y+MYPXb1p19QJQ1bNnWyZz/yrIT/JMXHxCf4Dxz559mzZjIl//zEmIvL+lz+ME5k0zK+6d+jesVXjOtVO7VzxypyH/PynnGDMoC83L5leuXzZweP/iHr4+N8PfbnlGxsZvvGz3m7xyk0/9vti18o5Fvnz/fxngEjb+fT8brRCobdt2YzvenfZuGP/6+96l2kyW+af/phz+MTZqeN/nPvb6D1Bx2RL/P8V+G6t+OCRU3+OGzz/j7Fyd+TT6cta3pW2rpjlXqbkoLG/C0BXWVpaent7b9y4UeCd7d69O3/+/B4eHgIAAAAAdBIBaAAAAABqR+IQQI6zsbEpXLjwmTNnBAAIMX78+ISEhN69e//6669y5yDHzJo1y8XFRT4WKlSoevXqEydOlC/J8eHh4QUKFKhQoULx4sXnz58fEBCQlJQksl1ERMSUKVPmzJnz5MkT8dFiYuN27AuuW9NLDjesU01fX7Fy4w7VS+u37GnXvGHtapWtrSyGfdurgGX+t49/uwNHTl69cXvEd/6FCxaoWrl87y7tMr7av2fnzr7N6tVSfu7X6uzFkLecMd69/8DAQL9cmVJyPt/07LRkxgRz87wZJ/BwK+1kX2Tt1j1yOOrh431BJ5o1qPWWBRvSr4eTg52Lc7F6Nb3OXLgixyxZvblsqRI9OrWxssjXoVXjxnWqv/6uOYtXl/BqKv+t2rhz9qKVquE1W3a/PuVbvlpiUvK8pavHDvpSrswCFvm+7d3Zvkjh9E64G9RUtvGp16pJnWcxsd38Wv40pJ9zMftyriX9WjYOu3UnfSaftW3eqHa1mt4V5VcuUsj6h6+6y/+Xlo1qf929w6MnTzNbhvddS9lGy6olb9++PWnSJLm7iI6OFh9HT0+vSgX3M2ldAh85cc7L010OyMegYy9i7ifPXKri4WZkaKCaOH2reOOsgo+fOXX+8qxfRpYpVdyhqM0vIwbIDeBSyBuC2v5d2sktUw707eZ37tLVi1euBR09ffNOxM9D+zva25Yq7jh+8NdHTp0/evr8fzbMV1Sp4DZpxAC5KyhqW6hvtw5ym0wvvUjf8jP7LPFWPTv7ylUhW0HrJnWPn76g+r5RDx+NGOBvXcCyuleFzzu0fOM6+c9p3rjMche6ZNWmgX27uZYqXtzRbuT3/hnf8o6tuK1PA/neCu4uSs9ybq4l2zSrJ1d703o1L4deT0pKFoCuatq06dGjR6OiogTegTzQbN68uUOHDgIAAAAAdBV/DQcAAACA2tEDNABNoFQqg4ODy5cvLwDoPHNz888//3zOnDmdOnVSjQkNDZW7iFdOWu7cudO5c+eAgIASJUrUrVu3atWqn376qYGBQa9evUROOHHixLVr18aOHSs+zsYd+xISk5rUrSGH85qZVPfyXLlxx9dfdJRf//SFyx1aN1FNZmxk6OLspBrObPzbXQoNK+5QNJ+5meppuTKlMr5a1LawasDUzDglJVUukpzzG+fjXam8k71dq27fVHB3qVTOtcEnVa1fS2C3alp3y+6D3Tu2Wr9tr0tJJxfnYiITRoYG1gUsVcN5zcwSEhJUi1rWxTl9GjeXkrcj7r7yxiZ1q7u5lJADsxYFWuQzb9e8oRx2Lmb/+ke8/tXSX7oTcVc+7fHdqIzTl3m5Pu3tbFUDhQsW+PJzv4NHTp04e/HilWvHTp1PzDATx6L/TnbrdoRbGef07bbXZ21FWsBdZLJ6330tvYVsFxs3nnj69OmzZ8/i4+OTkpJSU1MF/tfhw4cfPnzYr18/8XEqlXcNOn7m+fPn+w8f79GpjRxTU+n5/ejJkfcenDp3qXIFt/Qp07eKN7p5JyI5OaVig/YZR16+ekNuBq9MWd6ttGogf768RQoXvBgS9vhpdDH7IqpUtHixldoUsSkYduN284a1/7NhZuTfpd2lkLA5i1dfvHL11PkXXdonpSS/nOe/C3/9dvgbP6u4o/1b5mxT0Fo1kDevqdzU5QYvW42Dna38Cqrx7mVKvv6ud5nmjct8IeSaXJnpe4xSxR3ljjT9Le/Yiu2L2KgG5DGl4Ms9kr6+vvy/jo2Lz2/wtig5oMXMzMxq1669bt06eZ4m8F/Wrl1bpUoVW1tbAQAAAAC6igA0AAAAALWjB2gAmqBSpUqrVq2KjY01NTUVAHSegYGBsbFxxjFNmjT5/vvvM46xtLS0s7O7cePG7t27Dx06tHDhwsmTJ1+4cGHatGlCnfr06fPG8Z6enm3bthUfbcO2ffJR2aRTxpH7g09k1nfsB9NXKN7yqp7eu9bIGRsZrvn796OnL5w6e3H3gaOzF6+a+9voWlX/Z2lbNKr96/QFt8Pvbtl1oHn9t3VsnEfvf/4uoupE1UD/vy+VF7EpKP/JgZUbdxSwtFBWLJfZlP/51X4bPbCQtWX6Uysri5dv/HfZwiPvN+/8VRHbQjWVFVs1rduwTrVBY37LMP9/J9PX109JTHn3ZXj3tfQWslE09a6UN29eExMTIyMjuQx6eh/+pybj4+OjoqISEhLM0shWKdumnGFOlVDKXy6pqalJSUlxcXF37951cnLSz3zbWLBgQXBw8Ovj5bfw8fGpVSsLOtiuUsF91sLAiyFh+noKVf7euoClczH7E2cvHj97sVvH/++0+D//FwpZW/02+n92cU4Odq9PlrHZPomOzpO2Ib3y3yGfqiL1/9kw08kV27bHdxF37zf8pFrVyh49P2vbpGOfNy78Gz/rla0h+X8z969s7Vn18zOzZTZ8bZPI+IHv2IoVCv5AK/BmDRo0GDJkyJ07d+ThRiBzt27dOnXq1OjRowUAAAAA6DCusAAAAABQO3qABqAJTE1Ny5Yte/jwYQEAr3F2dg4PD69Vq9YnaZKSkpYvX25kZDR9+vRly5Y1bdp03Lhxp06dSk1N3b17t8h2tra2/fr1++KLL/Lnzy8+zp3IewePnvqiU5vF035S/Zv/59gXQcYtu+SrnuXKXLgcqpoyITHpUmiYajiz8W/n4ux07ebtp9ExqqdnL4X851v08rzhkvWho6cn/vW3VwW3Xp+1XTZrYg2l5879wa9MbGdTqFplj5Ubdxw7faFZg/cOnpYuUez85avpT89f/u9F/TB2toWNDA0U+nrKiuVU/zZu33f3btQrk23fFyQfl8+a9F2fLg1qeUe/XIevcLS3vXD5Wnrcc+xvs8ZMnvm2T/+4taQmWqyqUE8AABAASURBVFYtWbFixREjRtSuXTtLfgS5uTgnp6Ss37ZXWalcerLWy9N9255DcXHxHq6l3/729DbiYGd7/8GjEsXsVVuds5PD8rVbMnZInO7sxX83/gtXrj2LiXMvU9LJvsj1W+EPHj9VjZf7kDsR90o42mfeMN/wxS+FhJ08e+nPcYOHD+jVplm9zP7TM/ss2Wrk0+iY2H/HR9wTb+VWpuTNOxHp8zl7KfQDpslsmZ0cisrlOf9yl3gl7Kaq2/VXvGMrBvAKefbVqFGj1atXC7yVPEH18fGhuBcAAACAjiMADQAAAEDt6AEagIbw9vYmAA3gjb744otr1675+/uHh4fv2LFDDuTJk0ehUKSkpAwZMmTdunVRUVGzZs2KjY319PQU2cjY2NjX1/fHH38sXbq0yAobtu01Njbq1dk3PYBbvUoFX58GW3YdfBod07tLu2Vrt2zedfDB46fjp8yJiYtXvSuz8W9X3auCa8nio36ZHnnvQfCJszMXrJAj84i3pULNTI1Drt24FPI/AWvL/OZzFq+a/886+enb9gbJV8uXLf36xD4NasmPqFq5vKqf5vfSuW2zK6HXZy9e9ehJ9Mr1O+Q3fUt6ddLwb3/46nPxQQwN9D9r13z877N3Hzx69/6DMZNnrt++18628CuTWVnkj46NvXE7Qg6fuRAyde7S5OQU+e+Vydo2qx95P+qX6QuiHj3Zvi94+bqtHm4ub1+Aj1lLaqI11ZKqQoXu3bt/fKFCOoVCr7KH24q1W6tUcE8fWbmC255DRyt5lDUw+I+ey9PbiGzpFdxdvhw8/sKVa1fCbg4Y8cuVazdtClm//pY/Zi8+de7yzduRP/8R0LxhLedi9jW9KxV3LPrD2N9u3IoICbs1eOyUMiWdqlRwy6xhmpiaRNyLOnzyXMbZWlm+WCeXrl6Xj/cfPBo2YaoceD2BndlnmZmauJYqPmP+P4eOnl65YceCFevEW3lXKlexvOuQcVMi7kYFHTuzdPWmD5gms2XOZ27WrUOriVPnnbsUKpdz9C/TX0z92mb8jq0YwOtq1ap169at0NBQgUwcOXIkLi6uZs2aAgAAAAB0GwFoAAAAAGpHD9AANETZsmUfPnwYGRkpAOB/2dra7t27NywsTO4ovv32227duv3xxx9yfK9evWrXrt2iRYuCBQv+/vvva9asyaog8rvw9PQcMWJEnTp1FAqFyCLrt+9rVq+mlUW+jCM7+TZLSExas3lX9SoVhvTrMXDM5Ppte+gr9GpUqaCaILPxbydPAudNGVu4kHWb7v0nTJ37aesmCoWesbHhW97SvMEnqzft/PGnPzOOLFOq+MA+XSf+9XeVhh2+H/XrZ+182jSr9/rEjevWkN+iab0PCQMVsrZaM3/KpSvX6vv22LYvqF3zhqbGxkI9BvT+rF2LRj//EdDQr/et8LsLp/5U3NHulWka16let7pX00/7Oiub/T574djBX4m0Hnlfmcy6gOWiv34+ff5S3Tbd/5q7dPT3fX3+q1/nj1lLaqKx1ZLvvmCGhoYtW7bMwkKFjCqVL/voabRXxXLpY7wrlot+FqvMEInOTMY2Mn3CUHs7m57fjercZ3DRIoX/njLmjfnp2tWr9Pp+dO023fOZm/005BuRFsKeM3mkuZlp2x4Dvho8vrRzsfl/jtPXV2TWMGtXrRweeb9j70FyIdNnW7hggUF9u42cNK2EV9PPvxnezqeBm4vzxSuv9iWf2WfJl/4cP/juvajP+w//Z93WH77q/vYvLnc+U8b+8PRZTPXmXX7+M8D/s3YfMM1blvn7Pl3at2w0cPTkbv2H+TT4RI4xMXl1j/GOrRjA6wwMDJo3bx4YGCjwJomJiatXr+7YsSNX2wAAAAAgDz2xAQAAAMhy8odGampqcnJyfHz8/fv3ra2tzc3NBQBogJUrV8r7xK1btxYAdI9s/np6WdAlREqKervw7NOnj62tbbt27d4YppRnWXIBEhIStpy4M2ZVyF99arnYWwiNFB55/9T5y03qVlc9DVy/fcaCFTtWzBLqcetOZNNOXx5YNz+fuZl4TyfPXkpNfV6xfBnV04Fjf1PkUfw05GuhdT5mLUXHJrUcs6l9ZUs/b9u8efOamJgYGRnp6+t/TLOSvxeioqLk9myWxtjY2MDAQM4wp0Jdqh8ySUlJcXFxd+/edXJykl8ws4kXLFgQHBzs5ubm5+dnZWX1+qwk+ZtIfrvZ20Pn77uzbkRTM2N9oaliYuPK1fYNnPNrBXcXgbeSe7MGn1RVNaKbtyNrt+m+d828oraFRE4IvnR3yPzgoc1sq5S0lo1INkxDQ0OFQpElxzsgp8hd8YgRI+S5kLv7fxd76Jp169bJI1SPHj0EAAAAAGiXe/fuPXnyRF4hVF17fJdLHJp7rQ0AAACA1qBPGgCao1q1apMnT27VqhW7JgAaq3Xr1rVr187CXp9zipGx0fejJ9+4Hd62ecPzF0P/nLu0ZaPaQg0i7z04cfbiyo07Wjau8wG5XunR46cDR08eNaivslL5bbsPrtm0a+7vo4V2+fi1pCa5t5cWS0tLf39/wnk6aOmazQeOnOzfs/PTZzGT/prnVcEtp9LPgLaSt7flT7aVK1eWLVuWNH9GDx8+3LNnz9ChQwUAAAAAQP5+FAAAAACgZvzlGQCaw8bGxtLS8sKFCwIANFW9evW0IP0sFbDIN3JA75kLVigbfzp13tKOrRp/1b2jUAN5tjli4l+Rd+/379VZfJA6Nao0a1ir39AJNVt03b4v6Pcxg6pXqSC0y8evJTXJvSVJPj4+pJ9107D+vc5dCq3j+8WgMZNLFnf446cfBYCs5unpqa+vf+zYMYEMVqxYUadOndf/7AAAAAAA6CZ6gAYAAACgdnSzCkCjeHl5BQUFlS1bVgAA1Kxt8wbyn1Az28LWR7cuFR9n5Hf+8p/QXlmyltRBY6slda2M08zU5OrhjQLvwMOt9I4VswQANWvTps2SJUsqVapEJ9AqISEh169f7969uwAAAAAApOHnIgAAAAC1owdoABpFqVSeOXMmNjZWAACAnKax1ZKUcQJAzipTpoyFhcX+/fsFhEhNTV22bJmvr6++Ph2cAQAAAMC/CEADAAAAUDuiAwA0iqmpqaur6/HjxwUAAMhpVEsCADLj6+u7adOmpKQkofP27t1rZGRUsWJFAQAAAAB4iQA0AAAAALUj0wBA0yiVysOHDwsAOkaek6RkBQEg61AtCQDIjKOjY/HixXfu3Cl0W2xs7Pr16zt27CgAAAAAABkQgAYAAACgdmQaAGgad3f3iIiIqKgoAQAAcpTGVktSxgkAmqBFixY7duyIi4sTOmzt2rWVKlUqWrSoAAAAAABkQAAaAAAAgNoRHQCgaRQKhZeX16FDhwQAAMhRGlstSRknAGgCGxubcuXKbdmyReiqiIiIo0ePtmzZUgAAAAAA/hcBaAAAAABqR3QAgAZSKpVBQUFUaAAAkLM4FgMA3s7Hx2ffvn1Pnz4VOmnZsmVyDZiamgoAAAAAwP8iAA0AAABA7cg0ANBADg4OJiYmly9fFgAAIOdQLQkAeDtLS8uqVatu2LBB6J7jx49HR0fXqlVLAAAAAABeQwAaAAAAgNqRaQCgmby9vYODgwUAAMg5GlstSRknAGiOJk2aHDt2LCoqSuiS5OTkwMDAjh076ulxTx8AAAAA3oAfSwAAAADUjugAAM2kVCpPnTqVkJAgAABADtHYaknKOAFAc5iZmdWpU2ft2rVCl2zdurVYsWLOzs4CAAAAAPAmBKABAAAAqB3RAQCaydzcvGTJksePHxcAACCHUC0JAHgX9evXv3jx4p07d4RuePLkyY4dO9q2bSsAAAAAAJkgAA0AAABA7cg0ANBYSqXy8OHDAgAA5BCqJQEA78LIyKhRo0arV68WumHFihW1a9e2srISAAAAAIBMEIAGAAAAoHZkGgBoLA8Pj9u3b0dFRQkAAJATNLZakjJOANA0tWvXDg8PDw0NFdouJCTk6tWrjRo1EgAAAACAzBGABgAAAKB2RAcAaCyFQlGpUiU6gQYA4B1leXGjxlZLZuGCURGK7MGWBq0nf741bdo0MDBQaDV5GW3ZsmWtWrUyNDQUAAAAAIDM6QsAAAAAUDPuwgLQZF5eXvPmzZP30QUA5B7p51fhD2OMDOjnAtkhJj5ZNaCnp5eFZ/haXy2Zvq5u3Is2MVQIIEvdfRwr0jYzfndDR3h7e2/fvv3MmTPlypUTWmr//v1GRkZVqlQRAAAAAIC3IgANAAAAQO3oARqAJitevLhI+xPDJUuWFACg8dIjbnp6L3LP45YdE0A2UqWfszBtqd2pzYzf7qvp+wSgHnpp0hsmYWhoMbmpN2/efNWqVW5ubqpzIS0TGxu7bt26b775RgAAAAAA/gsBaAAAAABqx81XABquWrVqwcHBBKAB5Bby5EpPT8+1aL7vmhZLTExMTk5OSkp6nkZQewb1UG11+vr6pYuYy0eFQpFV/UBr7BabVQsmV1SNMtYFzBRJaWSDpbUiq6hyz7JJOhUyS2+V/ACH1vP09Ny0adPRo0e9vLyE1lm/fn358uWLFi0qAAAAAAD/hQA0AAAAALXjvj4ADadUKkeNGuXn52dgYCAAQOOp8m1FrEwaV7CJj49PTExMSkpKSUlJTU0VgHqocpbyQGloaCgfs7AfaI0Na37kgqV3xCvXVUlbcwcrw4SEBFXFAq1V8z179iw1zfPMmZmZ5cuXT+QouXUpFIr0hqnKQAtAB/j6+i5YsKBSpUpysxdaJCIi4siRIyNHjhQAAAAAgHdAABoAAACA2tEBFQANZ2Fh4eTkdPLkySpVqggA0Hjy5EqhUOjr66emphoZGam6/1TlKSk8gzqozudVW5pkYGCg6gRau3uAzhLpPWerWqhcacnJybRWzXfz5s2QkJC3TCD/K5s2bSpylKoBKtIYGhqmd81OBhq6wMXFpUCBAvv37//kk0+EFlm2bFnjxo3Nzc0FAAAAAOAdEIAGAAAAoHbc2geg+ZRKZVBQEAFoALmFKgNtaGiYnq1U9UgqAPVQdfasylaqYtCqTqDFR9Puasn0ALRIS5AbGBjQWnOF8uXLX7x4MS4uLrMJPDw88ubNK3JaesNUVcWoyhKoQIaO8PX1/fPPP729vY2MjIRWOHXq1OPHj2vXri0AAAAAAO+GADQAAAAAteP+KwDNV6FChaVLl8r7zRYWFgIANFh6X7ziZbaSPCWyjd7/ypKopcZuuh+/YK+0VoVCkZpGQOOZmJjIk8Pt27e/8dV8+fJpTqezGYsT0rt/5jc4dIGjo2PJkiV37drVuHFjkfslJycHBgZ26tRJHiwEAAAAAODdEIAGAAAAoHbEcQBoPgMDg4oVKwYHBzdq1EgAgGZLT1WqQm/p51qcdEF90vOUeTIQWUFjk5pZ+AVprbmRl5fXgQMHHj58+PpLo0aNEppBtZWmP2Zt2wQ0X4sWLX755ZfjnOMYAAAQAElEQVRPPvnExMRE5HLbt28vUqSIi4uLAAAAAAC8MwLQAAAAANSO+68AcgUvL68FCxYQgAaQK2QMvZGkRHbKmIQWWUG7N+BXVhetNRfR19dv3Ljx/PnzXxlftGhR+ZLQMFneMIFcwcbGpnz58ps3b27durXIzZ48ebJjx44ffvhBAAAAAADeBwFoAAAAAGrHbX4AuULJkiXl47Vr14oXLy4AQOMRd4N20IUNmNaaS1WuXHnbtm137txJH6NQKFJTU+fOndumTRtLS0sBIKc1a9Zs9OjR9erVy5cvn8i1Vq1aVb169YIFCwoAAAAAwPvQEwAAAACgZtzmB5BbKJXK4OBgAQAAsovGVktSxgmpVatWGZ/WrVt38ODBpUqVmjRp0qZNm5KTkwWAHGVpaVmtWrX169eLXCssLOzixYuNGzcWAAAAAID3RAAaAAAAgNoRHQCQW8h75ydOnEhJSREAACBbaGy1JGWckFxdXcuUKaMatrS0bNmypdwwatasOWTIkCdPnowZM+bMmTMCQI5q3Ljx8ePHo6KiRC4kr5gtXbq0VatWxsbGAgAAAADwnghAAwAAAFA7ogMAcgsLCws7O7tTp04JAACQLaiWhIZr3bq1amDcuHHpI83MzDp06NCjR49NmzZNmTLl3r17AkAOke2xbt26a9asEbnQoUOH5KO3t7cAAAAAALw/AtAAAAAA1I5MA4BcRKlUBgUFCQAAkC2oloSGs7Ozq1ixYunSpV9/qWjRooMGDfLy8vr9999Xr16dkJAgAOSEevXqXbp06c6dOyJXiY+PX7t2bYcOHQQAAAAA4IMQgAYAAACgdmQaAOQinp6eoaGh0dHRAgAAqJ/GVktSxol0zZs379ev3xtfkr92lUrl8OHDU1JSRo8efeTIEQEg2xkZGTVu3HjVqlUiV9mwYUPZsmWdnJwEAAAAAOCDEIAGAAAAoHZEBwDkIvLeeYUKFYKDgwUAAFA/ja2WpIwT6QoWLPj2CYyNjX19fb/66qv9+/dPmjTp9u3bAkD2+uSTTyIiIkJDQ0Uuce/evYMHD7Zu3VoAAAAAAD4UAWgAAAAAakd0AEDuolQqg4KCBAAAUD+qJaE1bGxsBgwYUKdOnRkzZixZsiQmJkYAyC4KhcLHxycwMFDkEsuWLWvUqJG5ubkAAAAAAHwoAtAAAAAA1I5MA4DcpVSpUnFxcTdu3BAAAEDNqJaElqlYseLw4cPNzMzGjBmzd+9efg4D2cbLyys+Pv706dNC4509e/bevXv16tUTAAAAAICPQAAaAAAAgNqRaQCQu8i9VtWqVQ8fPiwAAICaaWw8lNwqPpihoWGLFi0GDBhw6tSpsWPHhoWFCQDqp6en17Jly9WrV6empgoNlpKSEhgY2K5dO4VCIQAAAAAAH4EANAAAAAC1IzoAINfx9vY+fPiwvDMtAACAOmlstSRlnPhIBQsW7NevX4sWLebNmzd37twnT54IAGrm4eFhbGx85MgRocF27txpZWVVrlw5AQAAAAD4OASgAQAAAKgd0QEAuY61tbWtre3Zs2cFAABQJ6olod3KlSs3fPhwGxubcePGbd26lfo6QN18fX3XrVunsW0tOjp68+bNHTt2FAAAAACAj0YAGgAAAIDakWkAkBsplcrg4GABAADUiWpJaD19ff0mTZoMHjz4xo0bo0aNunz5sgCgNs7OzoULF963b5/QSKtXr65WrVrBggUFAAAAAOCjEYAGAAAAoHZkGgDkRpUrV7506VJsbKwAAABqo7HVkpRxImtZWlr27NmzU6dOS5cunTZt2v379wUA9WjZsuXGjRsTEhKEhgkLCzt37lyzZs0EAAAAACArEIAGAAAAoHZEBwDkRkZGRu7u7nQCDQCAWmlstSRlnFCHUqVKDRs2rGTJkhMnTly7dm1iYqIAkNUcHR1lW9u5c6fQMEuXLm3evLmxsbEAAAAAAGQFAtAAAAAA1I7oAIBcytvb+/DhwwIAAKgN1ZLQNQqFon79+sOHD3/48OHIkSOPHj0qAGS15s2bb9++PSYmRmgMVW1ttWrVBAAAAAAgixCABgAAAKB2ZBoA5FJlypR59OhRZGSkAAAA6kG1JHSTubl5t27devTosWXLll9//TU8PFwAyDo2Njaenp5bt24VmiExMXHVqlUdOnTgqAcAAAAAWYgANAAAAAC14+4OgFxK7r68vb0PHjwoAACAemhstSRlnMgGTk5OQ4cOrVix4m+//bZ8+fK4uDgBIIs0a9Zs3759T58+FRpg48aNLi4usskLAAAAAEDWIQANAAAAQO2IDgDIvby9vQ8fPsx+DAAANdHYaknKOJE95Jb2ySefjBw5MikpacSIEfv37+fME8gSlpaW1atXX79+vchp9+7dO3DgQJs2bQQAAAAAIEsRgAYAAACgdkQHAOReNjY2BQoUOH/+vAAAAGpA1hOQzMzMOnXq9PXXX+/fv/+nn34KCwsTAD5a48aNjx8/HhUVJXJUYGBg3bp18+fPLwAAAAAAWYoANAAAAAC1I9MAIFdTKpXBwcECAACoAdWSQLqiRYsOHjy4Vq1aM2bM+Pvvv6OjowWAj2BmZla3bt01a9aInHPx4sXw8PAGDRoIAAAAAEBWIwANAAAAQO3INADI1SpXrnzu3LnY2FgBAACymsZWS1LGiRwhfz5Xq1Zt5MiRJiYm8nH79u0pKSkCwIeqV6/epUuX7ty5I3JCamrqsmXLfH199fX1BQAAAAAgqxGABgAAAKB2RAcA5Gqmpqaurq7Hjh0TAAAgq2lstSRlnMhBJiYm7du3HzBgwKlTp8aMGXP58mUB4IMYGRk1adJk5cqVIifs2rUrf/78Hh4eAgAAAACgBgSgAQAAAKgd0QEAuZ23t/fhw4cFAADIalRLApkpUqTI999/36RJk7///nv69OkPHjwQAN5frVq1IiMjQ0NDRfaKjo7evHlzhw4dBAAAAABAPQhAAwAAAFA7Mg0Acjs3N7f79+9HRUUJAACQpaiWBN6uSpUqI0eOtLGxGTt27Pr165OSkgSA96FQKHx8fAIDA0X2WrdunWy/tra2AgAAAACgHgSgAQAAAKgdmQYAuZ3cj8lb1wcPHhQAACBLaWy1JGWc0BxGRkatWrUaPHhwaGjoyJEjT5w4IQC8Dy8vr/j4+FOnTonscuvWrZMnT/r4+AgAAAAAgNoQgAYAAACgdkQHAGiB6tWrBwcHs0MDACBraWy1JGWc0DSFChXq379/27ZtV61a9euvv0ZGRgoA70ZPT69ly5Zr1qxJTU0V2WLZsmXNmzc3NTUVAAAAAAC1IQANAAAAQO2IDgDQAjY2Nubm5pcuXRIAACDrUFwEvBcPD48RI0aULl16woQJK1asiI+PFwDegWw7xsbGhw8fFup39OjRuLi4GjVqCAAAAACAOhGABgAAAKB2ZBoAaAelUhkcHCwAAEDWoVoSeF8GBgbNmjUbOnRoVFTU8OHDDx48yI9u4F34+vquX78+JSVFqFNiYuKqVas6duzIAQ4AAAAA1I0ANAAAAAC145YPAO1QuXLl06dPJyQkCAAAkEU0NrhJohQarkCBAv7+/t27d9+6detPP/1048YNAeCtnJ2dbWxs9u7dK9Rpy5YtxYsXl58lAAAAAABqRgAaAAAAgNoRHQCgHczNzUuXLn3s2DEBAACyiMZWS1LGiVxBnp2OGDHC09Pz999/X7BgwbNnzwSAzLVp02bTpk3qK2p9+PDhnj175KcIAAAAAID6EYAGAAAAoHZEBwBoDW9v78OHDwsAAJBFqJYEPpJCoWjUqNHIkSMTExOHDx++Y8eOlJQUAeBN7OzsSpcuLZuJUI8VK1bUqVPHyspKAAAAAADUjwA0AAAAALUj0wBAa7i7u9+5cycqKkoAAICsQLUkkCXy58//xRdf9OnT59ChQ2PGjLly5YoA8CatWrXauXNnTEyMyGohISHXr19v1KiRAAAAAABkCwLQAAAAANSOTAMAraFQKKpUqRIcHCwAAEBW0NhqSco4kRs5OzsPHTq0Zs2aM2bMmDVr1qNHjwSA/2Vtbe3p6bllyxaRpVJTU5ctW+br66uvry8AAAAAANmCADQAAAAAtSM6AECbKJXKgwcPsmcDACBLaGy1JGWcyKX09PTq1KkzevRoY2PjESNGrFix4smTJwJABk2bNt2/f3/WVgjs3bvXzMysYsWKAgAAAACQXQhAAwAAAFA7ogMAtImjo6OJiUlISIgAAAAfjZoiQB3y5s372WefDRo0KCoqatiwYYGBgdHR0QJAGktLy5o1a27YsEFkkUePHm3atKldu3YCAAAAAJCNCEADAAAAUDsyDQC0jLe3d3BwsAAAAB+NaklAfezs7Pz9/b/77rt79+4NHTp01apVz549EwCEaNiw4YkTJyIjI8VHS0lJmTlzZr169YoWLSoAAAAAANmIADQAAAAAtSPTAEDLKJXKkydPJiUlCQAA8HE0tlqSMk5oDQcHhz59+nz77bd37twZOnTo6tWriUEDZmZm9evXX7dunfhoa9asyZs3b4MGDQQAAAAAIHspRo4cKQAAAAAgqz1//jw1NTU5OTk2NtbU1NTIyEgAgLaQ+7TQ0NA8efLQxRcAAB9D/l6Ii4tLSUkxTKOvr69QKPKkETkk/YdMTEyMpaWlnh79yEBLWFhYeHl5lSpV6ujRo4GBgXfu3DEwMLC2tmYjh85ycHBYsWJF2bJl8+XLJz7UxYsXt2zZ8tVXX6n1whc1OdBWmtNrBq0M2krT+qahrUGb0PcToA7yclxCQoK8QiivE8qrFvI6obxq8fbmpi8AAAAAQM24CgBA+3h7e+/fv1+pVAoAAPARuAUOZKfixYv369cvIiLiyJEjy5cvl7cVK1asWLly5RIlSghAxxgZGTVt2jQwMFA2CvFBTpw4sXDhwr59++bNm1eojepA+TyN4LgJrZDnJbk9a8J144ytjCYG7aCxrUxwIINWyNisuAEK5DgC0AAAAADUjktaALSPh4fHokWLHj9+bGFhIQAAwIfiZiGQ/WxtbVu0aNG8efPQ0NAjR45MmzbN1NS0SprChQsLQGfUrFlz+/btsiE4Ozu/1xtTU1NXrlx59OjRXr16ve9734sqjhmbGH/p7vXUNPK4qXoUQG4jN2bVnx0oZlXEyixfemd+Obs9q1rZw5inYQ/uyMaVPoZWhtxI1crko6uNk4mhsea0MvHyL+2oHgVhaORO6Q1KRUOaGAAC0AAAAADUjh//ALSPQqGoXLnyoUOHmjRpIgAAwIfS2Hve3IyH1pM/1Uumad++/dmzZ48cOTJ27Nj8+fM7vWRvb6+vz51EaDP5s6558+aBgYE//PDDu78rOjp65syZcmDIkCGyyQg1k8ej6w/Cey37WQDaYnSjHnVKVVKkydkeatN7fT5y/dywTbMEoC3m+Q0tWcg+vZWJnJaamhp9+vRlf3/BjyxoBTN39xJTp+rp6ckmpqrt4TYofeIiPwAAEABJREFUkIO4bAEAAABA7YgOANBKSqVy3rx5BKABAPgYGnubkPuX0B36+voV0iQmJt68efP69evXrl3bvXv3kydPHBwc0vPQlpaWAtA6VapU2bJly6lTpzw8PN4+ZVJS0tmzZ0+cOHH+/PlatWo1b95clXdRn/RoZkpKinyqr6ewt6aPduRuEY8exCclyE1aHnEMDAzSO9EUOUrVvbocMDE0trGwEkBudivqbnJqSlIa8bKrWpFzv27Sj2Wp8liWkmJZtapxkSICyM2idu+WbUweyOTPKA05kAE6jgA0AAAAALXjxz8ArVS8eHH5ePXq1RIlSggAAPBBqJYENIehoaFzGtXTmJiYsLCw69evHzp0aNGiRUZGRjY2NsYZyDEmJiaqR0kAuZOXl9eKFSvkNvzK9aukpKSHDx8+efLk0aNHjx8/Dg0Ntbe3L1++fKtWrQoUKCCyxYvEWGqqKgBtnc9yZtchAsjNBi3/8+SNS4mJibJ9pXecmbOXjlWtTBWALmtXfHzbvgLIzTrNGHrv6aOEhITk5GRVK8vBTtZVMh7LCjdtZlW9ugBys2eXLskGJo9lclgvTY63MkDHEYAGAAAAoHZkGgBoq2rVqgUHBxOABgDgg3GbENBYZmZmbmlUT+/duxcVFfX06dNnz57FxsZGR0dHRkbKgWdp5FMB5GZTpkx5ZYyJiUmhQoUKp3F1de3cubOFhYXIdunRTEBrqPqm1dfXl9t2jl83zhiABrRGcnKybGUKhUJu2/JR5ChaGbSP3J4TEhJUNQaqYh4BIOcQgAYAAACgdmQaAGgrpVI5atSodu3aGRgYCAAA8P40tlqSMk7gFYXSCEAbhYaGzp07d8yYMTmeEnvF85cEoEVS0qjSz5oQgKaVQfskp9GQViZeZqAFoC3kJi2bWPqxTDWGO6FATqEEAQAAAIDacQUZgLaysLAoVqzY6dOnBQAA+CAae4+Qm5cAoDucnZ1tbW337t0rNA+hMWifjAFokaOXjtMXgMvX0DKaU2OgwrEM2idjK+MgAuQsAtAAAAAA1I7oAAAt5u3tHRQUJAAAwAfhTiEAQBO0bt1606ZNCQkJAoCayWvFOR59zojsGrRPxq1aE/pZF9wkgnYh9wxoFALQAAAAANSOqwAAtFiFChWuXbsWHR0tAADA++NGOABAE9jZ2bm4uOzYsUNoHi6sQcuwSQPqplE1Bio0fGiT5xkIADmNADQAAAAAtSPTAECLGRgYeHp60gk0AAAfRmPvF3IjEwB0TcuWLXfu3BkTEyMAAAAAALkBAWgAAAAAakd0AIB2UyqVwcHBAgAAvD+NrZakjBMAdI21tXXFihU3b94sAAAAAAC5AQFoAAAAAGpHdACAditZsmRSUtL169cFAAB4T1RLAgA0h4+Pz8GDBx89eiQAAAAAABqPADQAAAAAtSPTAEDrKZXKw4cPCwAA8J6olgQAaI58+fLVqFFjw4YNAgAAAACg8QhAAwAAAFA7Mg0AtJ6Xl9eRI0dSUlIEAAB4HxpbLUkZJwDopsaNG584cSIyMlIAAAAAADQbAWgAAAAAakd0AIDWs7a2Llq06JkzZwQAAHgfGlstSRknAOgmExOT+vXrr1u3TgAAAAAANBsBaAAAAABqR3QAgC5QKpXBwcECAAC8D6olAQCapm7duleuXLlx44YAAAAAAGgwAtAAAAAA1I5MAwBd4Onpefny5ejoaAEAAN4Z1ZIAAE1jZGTUtGnTwMBAAQAAAADQYASgAQAAAKgdmQYAukDeI/fw8Dhy5IgAAADvTGOrJSnjBABdVrNmzQcPHly6dEkAAAAAADQVAWgAAAAAakd0AICO8Pb2PnjwoAAAAO9MY6slKeMEAF2mUChatGhBJ9AAAAAAoMkIQAMAAABQO6IDAHREqVKl4uLibt++LQAAwLuhWhIAoJkqV66cnJx88uRJoTPqf9amVJ0q6f9qtm/22bf+5y5fFFmh3ZfdZy1bID5aTFyMXLZTF85m4Txzi0kz/+z147cCucGgCaMytib5r9vAr67dvC7e37krlw4dPyyyVLZtS7uD95dvXPMdJ87YurXG/QdRK7dsEMhpty5enDHg22+qV+vlUf6Xz7ud2btHaKqws2fP7d//jhOPaNVy/fTpIusMadpk69y5Iqtl+XICQEYEoAEAAACoHZkGADoiT5483t7ewcHBAgAAvBuqJQEAmklPT69169Zr165NTU0VOqNtk+YLJk+X//7+5a/u7Ts/eRbdf9zQpOQkoZHaNPbxLOsuNExcQnzwqeMpKSkCus2zbHlVa5rz8+/9uvW6dDXk69GDxfsb8dvPITeuZ/bqvQf3P6BKoWrFKk1rNxAaxkDfUK6owtaFhBaZs3zR3uADAjnqwMqVw1q2UCgUrft902noMH0DgwmffXZ0yxahkeb++OOdkJB3nPiTdu1LVawoAEC36QsAAAAAUDMyDQB0R9WqVSdOnNimTRt2fQAAvAuNrZakjBMAUK5cuU2bNgUHB8sfekI3FClsq/T4N0pV1bPyJ1Wq1v+szZFTJ6pV8hKap33TlkLz3Lt//7Nv/U9u3G1mYiagw/Kbm6e3pppVqpYu7txn2PfXbl4v7lBMZJ29h4NWbFr7z9SA93qXZrZoQwODvp27CyBLRVy7NmvQwE5Dhzbo2k01poav7++9ey0eO8azXj2Ffu5OzdXu0EEAgM4jAA0AAABA7YgOANAd1tbWhQoVOnfunLu7xnVDBQCABtLYkiFqmQAAkq+v79y5c728vBQKhdBVefT+PSau37l1/sploTfCnB2L+3/atW61mnLkpJl/3n1430Chvzv4oKmxcZNP6n/X80s5PiUlZV7gks17dt6JDK/tXT05OTl9hm+cz0/Tfn/w5OG9qKjL10J/+XFUjcre6dM/fvpk6vw5u4L3y/+F5nUbpY9v92X3etVr9fT7LDEp6ZfZU4NOHr0VHm5bqHCNysrve35poG8gp1myLnDVlk03w2/Vr/FJbFx8kYKFvu/11SufVcLRadKsqeeuXLz/4EEJh2J+Pq3bNmmumr+Hq9vZSxfkZMWKOozu/8OuoP2Bm9cZGxl/1aWHT92G4oOcunhu/srlQSeO2BW27dHhs0Y168iRh04cCVi++PTFs9ZW1i3qNZLj9RUvshzbD+xZsm7lmYvnyru658trnj6TCyFXJs3+U46X07ds0ESuhNc30WXrV63ZtvlKWGh+c3P59h9697MpWCgmLnbW0gU7D+29e+9eGedSX3btWaVcBQH1M0jLWRoYGMrH67dv/rUwIOjEMXnCWb1SlYG9vrbMbyHHL9+weu32zZeuhsjtrX3TFu19Wnf97suzly/If4dPHps2ZpJ4T7J53oq4k5Ka+jT6qfysxrXrdfBpoxovG+DM8ZN3B+//ZdZfzeo2XL11o2xoSo+K4wcOy2v6anb/jRttZt9CLv/MpfMPHAlysLP3dCuXPpMHjx/9MuvPA8eOJCUn1a1aY2DvfvkzbNJSTFxMhaa1/5kaUNKpuBwYO2CIXCHXbt4oW7LU4D7fli1V+pWluht170X/yocPpT5PbdWgqf+n3fT09J7FxkxfOHdX8IF7Ufc8XMsN7PVV6eLO4t2a87tMIxd+xuK/N+zadv9BVEV3j0G9v3Z2dFK99xOvasfPnT55/ox9Ebsv2nXyqddIrh+5G5SvVvSpfXz97oPHDstvFHTiaAGrAtUreg3u840uH1myzb4VK0zNzet0/DTjSL9BPzy+e1eVfo4MC1v9x5RzBw/KLdm9Ro1PhwzNa2kZ/+xZ97Kubb/77vCmTfdu3izlWbHHhAmLx407d2B/EWfnz0aOcnJ3f5dp5PyfPniw9KfxZ/fvT0lK8qxXr+OQoWb586ve22PCxJ2LF4dfu1rMza3zsOHy8aeOHa+dOS3/nQ8O+nbW7IzLvGvJkgOrV928eNGmmFOdDh3qfPriG41o1bJSg4Y+/v7JiYnLfv7pxI4dz1Ofy5d2L1vaefiICnXrygk8ate+cux4yInjhRwcmvbsWa1lK/nGB3fuLP3pp2tnzzy+f9+uhHPdTp0+ad8+48dFXLu2ec6c4zu2y2ZVvFy5LqNGW9nayvFfuLv59O7dou+X6VPGPn3as5z7iJWrSqb1Rf1jk8aWhQt/P+9vOXx4w4alP//0+4GDcvjJ/XuTe/a4EBRkUbCgT2//Wu3ayZFynaz9a+qhtWvlYpSqVEmufLuSJeX4YT4+rlW9j2/fnpSYOG7DhtSU1NfXoQCAl/QEAAAAAKgZ0QEAOkXeGg8KChIAAOAdUC0JANBkzs7ORYoU2b17t9A94fcif5rxe1HbIpXcXwRk9x05NPDnkT71Gu1dtq5Lm/bf/zTi5PkzqinXbd9SrKjDxrnLRn4zaPbyhYdOHJUjV2xaO3Px3191+WLD3GX6CoNzVy6qJn7LfDbv3lnJ3WP4V9+VcymbcUnGTP3l6NmT00ZPmj7ml4PHjry+qHNXLF61ZX1Pvy67lqz5vO2nC1f/s+vQ/hcz3LNjyrxZ/p26bZq7zMjAcOOurelvyfhZw3796frtG6O++WFDwNKK7uWH/jou6tFD1WQbdm37vteXa2YvMs+bt+v3fWPj4lb8Nbdv5+7yK0Tevyfe343bt7p826dwAWv5WV1a+w36aaRcXSHXr/kP+a5sKZdtC1cN//r7FZvXTV0wR04sx/cdPrBqxSo7F6+pW7Xmpt3bVTOJevjgswG97Qrbbl2wctx3P67fsWXO8oWvfNCxsyeH//ZzjSrKLfP/GdX/h/MhlwL+WSTHB25ev2HX1v6f91k1Y4F5XvPBE0YLqFlcQrz8X562aJ57aVd72yLyqfxvffosesnvMwMmTAm/d/erEYNEWqh99B+/NKvbYPPfy2t5VR3228/Xb9/8+5ep8l1DvhzwAelnlS37dlUq57Hwtxljvx86dUHA9gN7XplAbmYh16/OGj954a/TLl4LmbdiySsTvHGjzexbJCUn+Q8doKeXZ/Pf/3zb3X/znp3p8/ly+MCwW7fkB62YOvfB40cDxg57+5IvW7fyB/9+2xettMhvMXHWH6+8Kj/o84Ffh94Imz5m0qQfRq7bseWvhS+6wR479dddwQfGfPuDbE3FHRw7fdPr4ZPHqre8S3P+z2n++HvWPxvXDvbvt2PxateSpT8b0Cc65pnqvbOXLWzbtMXupWsb1qgz4vcJcrx8Yzffjo1q1jm+fndKSsp3P40oWMB69axFX332hdxDrtq6UUD9wq+GOleooG9omHGkjZOTi1IpBxLj4ib37BHz9OnwFSt+WLDwQXj4b717pU927uDBr/+aNnjhotshVwY3blS+du1fdu9xKldu1sDv332a33r1jAwL+37e36NWr3n68OFfX3+V/t4dCxd+OnTob3v3mVtYLBk/To4ZvGRJ8XLlPxsx8pX0843z5/8ePqxq8+aTduz0qFMn4MfBcp4ZJ1g8buzFw4f7TZ8xcMGC0x6Kr9wAABAASURBVHv33L1+Pf2lDTNn1vbzm3LgYOVGjeYNHRr39KkcOWfw4Iiwa93H/zRx2/bSlSvNGTTwaVRUxhn+M2ni3Rs3vguY22/a9IiwsH9++XcX1Nzfv3TFShmnNM2XT67MC8EvLoY/ffDg9uXLV44fT01JkU8vBAV51K6jmmznkiVOZcv2/X2KW7XqAYN/ePb4kRwZOHnyrqVLOw0b/tu+/U5u7uM6+KkWT9q/cmVz/z5t+3+b18LyLesQAAQBaAAAAADZgEwDAJ1SpUqVCxcuxMbGCgAA8F+olgQAaLhWrVpt2bIlISFB6IAp82aWqlNF9a/hZ77Pnj2bPuYXQ4MXXSnP/WdJN9+OXVq3z2+ez6duww4+rf9euUz1rpJOJXp17FrAwrJmlarupV3PXb4g0rp5bte05SfK6taWVkO++tbKwlI18Vvm42hX9OuuPZvWaSBfSl+kmLjYLXt2ffN5L5cSJZ0dnQb37ff6YtsVtp304yg5N6v8Fm2bNC9TotTNiDtyvJyzn0/rulVrWFsVGNznm8LWhdLfkvGzKpev8PPAEVU9Kxe1se3bubu8knk7Mlw1WR3vGp5lyzvY2jX5pF5CYuKAHn3kTFrUb2yg0L92M+yVxajoU1uut/qfvehht0LTF8ONu7V/ZZp1O7fYFCo8qPfXcrU0r9+o72fdHz95vHrrxhKOTt9295fLLxfjq896zF2+OCUlRa7Dci5uPdp3tsiX/9MWvnWq1lDNZPnGNU72xcYO+FHOpJJ7he97fTn3tdCqnp7eiH4D5dcpVKCg/H+prax+M/y2HH8/6r5lPgtX51L2Rewm/DBi3PdDk5KTBNRgd/ABVVMq37hm1+/6yu1q0uCRcnzQiWPy/+KngcMd7IqWcioxZsCPR8+eOnb25L0H9wwMDGQLkttYv269Fv0+0/x/O0jO6OzlC6qZD/ll7KkLZ1XDwyb//PqUTvaOXVr7yQG5GTev22jDzq2vT/Ojf/9iRR1KlyhZ17vm2bT2m9EbN9rMvsXhk8ejHj0c/vVA2eiqVfLq6uunmknwqeOnL56fOf7XMmnb3sQfRu4/GnTpaojI3Bd+nSuXqyA/tFWDpifOnX7l1aNnToVcvza6/2DZdiqULTew19fyZ8Wz2JhVWzYM+KKPbBdyjzTY/5sCVgX+2bhG9ZZ3ac5vnyYxKenvwKWj+v8g92yytfb/vHdRmyJrtm1SvbdVwyaNataRu5ROrdrKJQm9fi3jAsclxD949LCEYzG7wjZyz/PP1IDK5TwE1C/u2bO8lpaZvXr+4MF7N270mvRLYcdiRUuX/uLnCZcPH7585N9Km0/atrMtXtzZ07OMUlm8XPmavr7mVlbezXxuXbyYkpT0LtNcCAq6evLkdwFzHV1dCzk6+k/+7czevTcv/NvKmvn3dvHyymdtXaON75Vjx0TmHt29q29oWLx8eUsbG99vvx22/B/TfP9/oIx/9mznokV+P/zgWLasXJiuo/6nsqVmG98qTZqYWVg07NotLjr6dsiLdufiVaX3r5PLVqtmXbRoq6/7yR3UvVu3XvlE66J2tk5O8qsN+nt+/c8+U41v3qevKjuekXv16hcOHpIDctWVq1XreWrqrUuX5NMz+/aVr1VLNU2N1m1a9fumQt26HQYPTklOvnMlJDkxcXPAnO7jxnvUqSNXWtvvvitob79/1UrV9JUaNKzZtm31Nm3evg4BQNIXAAAAAKBmZBoA6BQjIyN3d/ejR4/WenmFFwAAZEZjqyUp4wQA6OnpyYtaDg4Ov/3227u/KzU1NfceRNo2ae5Tr7Fc/u37d2/eu3Psd0OKFXVQvXQz/NahE0cy9jTs7OikGihSyCZ9ZF5Ts/i0sPiZS+f9fFqrRhobGrkUL/mf87EvYvf6IoWEXU1KTnJ1Lq16Wraky+tXGn3qNrwbdW/5+lXnQ69cCLl87srFBjVry29xIeRS93afqqYx0DdwL10m/S0ZP6t3x66XrobMXbH4Qujl0xfPyzHJLzPBRW2LpL+9YAFr+fjvUwP92Pj4VxZjxrjJKamp96PuDxg/fM7PvxsaGhkbGb0yzc3w22VLlU7/Cj07dJGPm/bsKF/m/zu9rlDWPT4x4VbEnctXQ8qWLJU+3r2065m0xbtx59bpi+dK1amScc6R9+/ZFPz/hLdn2fIuJUpt3rPjzKULF0OvnDh3unJ5Tzm+ef3GKzavq9eptbdnZc+y5ZrVa5j+pZC15H/BN917ywEjAwM7G9tCBQqqxt+8c8uxqL1VfgvVUwdbO7vCNtdu3mxev5GTvX0b/64eru4V3co3qPFJAYtMU5tO9o4LJk+XAweOBO0+fHDYV9/J4UJWBV6f0t2ljNyVqYaL2TvsPLTvlQmMDA2tX77RPG/e+NeKPd640f4duPSN3+Jx9BOHIkXzv4xuu5V2ffmtbyenJFduUS/jnGXrdilRUmTCptC/27OZmVlCYmJKSopCoUh/VTYQuUrtX7bQulVryH/nrrzIXJZ/2YW8/OLlXFyv3byuevouzfnt04TfjZBL0nvItxmXM/0rFLb+9784X9rXj/vfNSn3jXKXOPL3ifMClyrLV6pW2at+NS4bZgfTfPnioqMzezXyxg0bJydzKyvV00IODgWKFo24ds3R1VX1VDXewNAwf6F//38VBvry+BIfG6vaIN8+zb0bN1KSk3uWL5fxQ29duax6l5WNrWqMibl5UkJCakqKXoaNPKOyVavaOjkN8/Fx9vQsXalS5UaN8xX4//Z+48IF+SlO7u6qp0VLl5YzTH/V0qZw+qqQj4lpW3uLvl/evHBh0+zZ18+fCz15Uo5Jj3Sr1Pu008zvvzu2ZYt7zVpllF7ePs1F5srVrLX6jz8SYmMvHjlculJl+UWuHD9mbGb66G6ka9Wqqmmsi/572DUyNVXo6yfExUbduSO/9S/dP884K8cy/+400ldsZuvQwdVVAEAaAtAAAAAA1I7oAABdo1QqN2zYQAAaAID/pLHVkpRxAgB0UJHCtkqPinLAu0KlO5ER/ccOmTdxqkW+/KpXe3b4rHpl7/SJDQ3+DRvo/e9B8z+vBGY2H4WeQrwDfcWrIYcJM/5YvGZFw1p13F1c2zVpMWbqry+nzDTam/5Zcmnbf/VF5P27DarXrlqhSo/2n/l80TF9svTk6LuoXK6CfLxx+0UnmhXdy5uZmL0+jaGBQVxCyuvjM5545BEvhhMSE0XmanlV696+U8Yx+cz/p7fgnQf39Rn+fY3K3pXKefTs2GVP8IGrN67L8aWcSuxeuvbwqWMnzp1ds33TvBWLN81bXrCAtUBWy29urmpNr3v1PDNPnqTkJGNDo5XT5h87d/rU+TN7gg8G/LNozs+/16xS9Y1zyGtqppr5rfA7ZmdOZvZB4n+bVUxszOubtF6e/x3zWvt9l402/VuIzBUqUPCXIf/TMa1TUfu3TP/Kgj0X/7NgBopMw07/05ry5El8Get8l+b8LtP8OmRMxiaTnlPP8+p7X12To/v/8GnzNkfPnjpy6nj/MUO6t/v0ux5fCqiZk7v7tvnzX8kWXz11cv6IEV9N/evFk//dkuWTpMR/w+uZxZEz+s9pLAoX7jvlj4xjbJ3+Lft5ZXt7y9HTwNh47PoNl48cCTlx4uTuXRtnzRo4f375T2qrXtU3fPVgl3FWefK8+inSyNatHkZEVG7UyK16DZ/e/j80bPDKHKq3aeNWvfr5QwevHDv+z8SJB1atGh64MrPfyMXc3c3y57987Khcws9GjEx9niqXU64Ztxo1jExN37gY6fr+8YdFocLpT/O/DHZnXLFvWYcAIL3H+ToAAAAAfBiiAwB0jaur64MHDyIjIwUAAHgrqiUBANBMI74ZeDs8fNCEUaqnDkXs4+LjlR4VVf8uhV45e/nSW95eoWy5CyGXVcMJiYmXroV82HxKOpUwMjQ8d+XfWcl5vh6yXL11w5ddvpg0eNRnrdq7OJcMv/vix7i8IOlastSF0H/fmJySfPHlcEaXroacunB2yvDxQ78a0LpRM6HmMxP7IkUvhoakn/+M+2vy2Km/OhYpeubShfRpTl88b2xoZF/Ermwpl7OXL6aPP3fl32FHO/t7D+57lfdUrcOU5ORNu7cbGRhm/KB1OzbX8qo65+ffe3fsWtWz8r0HUarxS9YFbty1vbayxoAv+qydvSj1eWrwqeMC2cixaNEbt249fPJY9fTO3Yg7kRFO9o6HThz9dfZfVcpV6Nmhy5Ips6pXVu48+KK35sxSg+9I1SmyyqnzZ91Ku4j39OaNNpNv4VaqzM3w2+njz7/caB3sit5/GFXC3lG10To7Ov2zcXVCUpL4UA52drIVRN6/p3oqm0Cr3p3tbV90MXv6ZWuSy3z20gWnl93Yf7wihW3l7khfoUjfg8nPvftyGd4oPeEqV9G344Y62jt0atn2j5E/f9215+6gAwLqV6NV65jHj/cFBqaPeZ6aum7atAcREVa2tjbFikWGhUU/fKh6Ker2bfmvSAlnkUUKOTo+uXevSIkSrt7e8l/RkiV3L12a9Nb6ljx6b7ibdv7gwWUTfnZRKn369Bm+IrBczVontu9If9W2eAkDI6PrZ8+pnt65ciX+2bO3fMTNixdDT5z4+q9pn40cVdPX9/UDn2w7fw8bFhUeXq1V627jxvWfNfvKsWOP797NbIbygFv+k09O7tx56/JlZ0/PMlW8Lh4+fHb//nI1a75lMazt7ORiKxT6qpUj/wWvX/8gMuKVyT5gHQLQNQSgAQAAAKgdmQYAukZe9vX29g4KChIAAOCtqJYEAEAzFSlk822PPruDDqhSmF182y9Zt3Lh6n8ePXm8fOOaSbOmWuW3eMvbe3fs8s/G1Vv27Xr45PHP03+Pi4tTjX/f+ZiZmPbw+2zynL/OXDp/4/atSTP/VLzW3WYBqwIh16+lpKTEJcSP+eOXu1H3EhJe9N/Zw6/zsnWr5PI/ePxowow/7tyNfP3Ew8rixadfvhYqH+8/iBr++wQ5kPgRuUzHovZXdh15Y/fPkm8jn7v3700OmCYXacfBvSs2rfNwdevY0jck7OrkgOlyXR06cXTK3zPbNm1hamzSsXmbyKh7fy0MePz0yfINq4NOHFPNpG2T5rfC7wz/bYL8poeOHx7++8/yW72yWizzW9yJjHj6LFpemJWfsmn39qSkF3GxlJTU3+ZOl+tEftbyDWvi4hPKliwtkI1qVq5a3NFx8MTRN+/cDr0RNmTSuDLOJauUr2CZL/+cfxYtWL1c/tdsP7BHbpPly7jJ6c1MTULDrl26GvLGucmN4Z+pAW/5OLlp/T5vhpznqi0bDp040q3Np+I9vXGjzexbeFeo5OlWfugv4yLu3Q06eWzp+lWqmSg9Knq4un89avCFkCuytX43fkTo9TDbgoXEh6rkXsGzbPlhk3+6GXHn9KVzM5fOdy9dNr+5+actfH+ZPfXY2ZNyaX+ePiXy/r2WDZuKLGJoYPAHjo/yAAAQAElEQVRZq/Y/Tf99T/AB2frGTv11466tdja2b3mLqYlJxP17R86cLGhlfezMqTF//nI7MuLUhbP7Dh+Sq1FA/ayKFGnVr9+cQQMXjR51IShoz/LlY9q3O71nj/+vkxX6+uU/+aRIiRIzv//u7o3rd0JCZg8c6ODq6uLlJbKIq7e3s6fnlD7+N86fv3Plyl/9+t0OuVLA9m3bjLGZ2e0rV25euJBxZF5Ly40zZ26dNzf64cNjW7fevHSxRIUK6a+a5svXuPsXS3/+KezsWflF/h4xXLz1h3Y+Kyv5KGciHx/fuxcw5Efxot/r/48Uy/c+ffBgyfhxoSdP3r91a1/gCtsSJfJZv+j4fN20vy4FB78+T/eaNXcvXVqmipdcqyU8PGKfPj21a1eFOnVF5vQNDRt267Zo7Bg55aPIyAWjRh5av67gax3Df8A6BKBrCEADAAAAUDsyDQB0kCoATQUIAABvp7HHSg7iAACpc+fOlpaWr/x5n3Llyk2cOFF8tB07dqSkpAgN5testVtJl/HTf0tITKytrPHrj6PXbt9cu2PLNVs3/vLjKJ+6Dd/y3qoVvX7w7//DhNENO7dRKBTVKv2bJ3vf+UhffvZFJXcP3z7dPh/0dZvGzU2NjV+Z4Ef/b/YfDS5T37tRl7ZWFpYdfFqrAs2fKKtPHjZu0doVzbp3kNcnq5SrYGpi+sp7C1sX+q7nl6P+mFSqTpUeP37j27i5/MqZhU0/nrVVgQW/Tjt98Xz9Tq2nLZw7st/AZnUa2hW2nf/rX6cunK3fqdWff8/ya956cJ9vVBNPHztp5Zb1Ndo13XFw3xftO6lmUqhAwUW/zbwdeafp537jp//u28hn2NffvfJBX/h9pqfQq9S8boVmtU+cOzX86++vhF1NSk7y82nl5VHJf9h3ylYNFqxcOm3MxOIOxYT2kq1M007qZHOYOW5yXjOzdl917zdqcKniJeZNnKqv0C/jXGpAj76/zvpL/tcM+nlUp5ZtX3RJLoTcQtZs3zj015/EB/Eq73kh5LKc56TZUyf9OKpsqffOu79xo83sW8iG9vuwcdHPomv5+Uya8UevDl3T5/PX6In2Rez8hw34bEAfe5siAT9PMdA3EB9h6qif85rlbden24Bxw2tW8f6xb385cpB/v7reNQZPGitb/YMnDxdOnuGQ1i10Vvmme++2TVpMmPlnk27tb0eGz/9lmpO941um/0RZLeLe3U7f9EpITBj33ZD9R4LqdGzRoV/PIjY2P/b9VmgFDWxlr2jR98vv//773q1b077pt+znn0zz5Ruzbr1bjRryJT2F4vu580zz5h3ZqtWUPv72LqV/XLxEoa8vss63s2YXcnD45YvuYzv4FbK3HzR/gcLgbVt+1RYt969aOWfwDxlHOrq6th/0w7IJE3pX8Jgx4NsGXbq86Lk5g/aDBtXu0GHmdwMmdO5ctXkLOcbI1DSzj7C0sfH7YfDfw4Z96ugwsWuXT9r7Obm537x4MeM0HQYPTopPGNGyxTfVq0Vcu/ZdwFzValk3ffrl48den2f5Wp8kJyaWqlxZDssvWKpipcLFihW0txdv1e6772v7+S0eN/b7+vXu37o1ZPES2+LFX5/sfdchAF2Th0t4AAAAALKc/KGRmpqanJwcHx9///59a2trc3NzAQA6ZsKECT4+Pq6urgIAALyJ/L0QFRWVkJBglsbY2NjAwEBPTy+nSihVP2SSkpLi4uLu3r3r5OSkn6U3vwEAuYs8JH322WeLFi1q3779smXL0seXK1euU6dOAwcOfOO75KHkHW/B9+nTx9bWtmPHjiVKlHj9VTmTlJSUxMTEM7eu9F0z2cbCekHPUQLvY8fBvaWKlXCwKyrS/l8adm3b59PPW2Vdd7B4X4OW/3nyxqWvK7WqVaJC3rx55bmfkZGRQqGQbU2oh2xlDg4OspXJx9dflVuFbGXyXHTrhaDxuxdWcnId37av0CKTZv4ZeiNs5vjJAjqj04yh954+Gl+re5kiTvIXlomJifyFJX/UqO8X1ttbmTyWyftE8hfWo2PHbn/7rcu48VbVqwtktb3//FO5USPTfPnk8L0bN/rXrDHl4CHrokUF1OBs3z7P4uIsx46VTczU1DTHr2MAWubevXtPnjyRLUueK8qjmKGh4X+eK9IDNAAAAAC142c/AN3k5eUVFBQkAABA5uilBQCg4cqXL798+fItW7YINYiIiPj1118XLlwob/MLZLUT5858M/rHo2dOht+LHDv116fR0TW9qgromJs3b06YMEG24ri4OAFADVSt7J9//klMTBTICbuWLJ47ZMjdG9fDzpwJGDzYRakk/QxAdxCABgAAAKB2ZBoA6KYqVaqcO3cuISFBAACATFAtCQDQcO7u7v379+/bt+8b05PTp0/39vbOly+fUqlcu3at+CBBQUGjRo3avXs319CyVg+/zubm5p9+06t17y6Pnj4NmPBHAQtLAd0jW9bevXtlKzt27JgAoAayle3Zs0e2srNnzwpku84jRoadPfNtzZozv//OrnSpftOmCwDQGfztNgAAAABqR6YBgG4yNTUtU6bM0aNHq/O3HQEAyITGJr2IoAEA0o0ePTowMHDcuHFjx47NOH7u3LmDBg2aOXNm48aNV69e7efnt379+jp16oj3Fx8fv2LFisOHD3fs2NHBwUEgK1jmt5j/y18CSPP06VPZZg8cOPDpp58WLFhQ6IDve30lgGz06NGj6dOnu7m5yQOilZWVQHZxrlDh1z17BQDoJHqABgAAAKB2RAcA6CylUhkcHCwAAEAmNLZakjJOAEC6vHnz/vrrr5MmTbp8+XLG8bNnz+7Ro0eHDh0sLCy6devWqVMnOZn4CDdv3pwwYcKyZcuePXsmAKjBlStXxowZs3HjxuTkZAFADc6dOzd69Ojt27dzYwgAkA3oARoAAACA2hEdAKCz3N3dFy1aFBUVZW1tLQAAwGu4KQ4AyBXatm07e/bsXr167dmzJ31kSEjIN998k/5UqVSOHTv2xIkTGad5X/LIuG/fvuPHj3fr1q1UqVIC0Dq3b98+GBkbHx+fkJCQkpKS/UFk+YkbN248cuTI559/XqRIEQFondDQ0Puht+Li4pLSPE8jslFiYuLq1avlsWzQoEEC0Dry+CU3b9WBTDaxlDRvvBNqbm5uksbY2Ngkg/SnefPmFQA+DgFoAAAAAGpHpgGAzpLXPatUqRIUFOTj4yMAAMBrqJYEAOQWM2fOdHNz+/vvv9PHJCYmZjyQyeH4+PgyZcqYmZm9ywx///33N47X19evVatWyZIlBaCNrKysStuWNjAwkJu6QqGQY/T01PWnyzNrZSYmJrVr1y5atGhqaqoAtI6NjU0xSxvZxGRDk8cm2cTU97Mrs1ZWsGDBpk2bCkAbyZZVvHhxVROTBzJVE3tjK4uOjo6NjY2Li5Mnjffu3VMNJyQkqAZUZIO1t7eXhyTHNEZGRgLA+yAADQAAAEDtyDQA0GVeXl7Tpk1r1qwZO0MAAF6nsdWSlHECAF7h5OQ0fPjwQYMGpQdT3Nzcjh492q5dO9XTI0eOuLq6mpiYfEzPzXKebdu2LViwoDwSpaSkCEDrmJqaWltb582b19jYWLYmVXRMZKOKFSv6+vrmz5+f9DO0lWxf8jhiZmYmD0mqYoPsvCwpP65+/fqNGzeWA/yqglaShy1LS0vZxOQRTR7LZCv74DIDeSQKDw+/mebkyZO3b98uUKCAQwYfmYc+ceJE+fLlVeVGgLYiAA0AAABA7bjIBUCX2dvby5sNV65cKV26tAAAAP9LYwuEqFwCALxuwIABixcvPnv2rOppv379evTo4enp2bhx4zVr1ixIIz6UpaWln5+fu7u7QO4RP+eL5KeH3nFiA6NUo76XBHJOwYIFO3bsyPWZbGB+oL/J5b/lOfXLEZneIEhJEDHFe8U3+llAK6SX8QgA70BPT69omqpVq6rGqMLQt2/fPnr0qBwoVKiQg4ODk5NTqVKl7OzsxHtatWrVyZMnP//8cy5xQIsRgAYAAACgdvyuBqDjqlWrFhwczA02AABeR7UkACAX0dfXnzlzZnpCpX379jExMZMnT/b3969evfqiRYtat279AX3Kytk2SGNoaCiQqyQ8Mz93pai9zeN3mbhsLdNogZwhW1nDNHJAQP1MLs8XJtbCspS8NyDiH4kHF9JfSrVwTfWapL+1qeqpwkgYnZhFAFoLFCxY0NfXlzIe4COpOn5Of3ojzbVr17Zt2yZPMkuVKiXvMri6ulpZWb3L3B6mMTY2/vTTTwWgpTi3AwAAAKB2ZBoA6LgqVaqsX7/ez8/vI/9iHQAA2odqSQCAJlu4cOErY7y9vTNe6fo8jfgIpUqV+vTTT+ks8+1i4mIqNK39z9QAD1eNi9YZphoWsa+Wt3K1t0zzPCEq5fLwPHquAjmBLmlzwnORv7h4nioij4vUpP95xdDieZF6ST4HDdb/22q4fZDb6evr169fv3HjxhQYZK34Z8+6l3UdtXqNs6enUKekhIQdixY17t5dvKeTO3f+0bfPvEuXBdTGMU3NmjXlcGRk5OXLly9cuLBmzRoTExMXF5fSaczNzd8+k4MHD5qZmbVs2VIA2ohjDwAAAAC1I9MAQMfJS5DyQuSJEyfknXIBAAAy0Ni4AzkMAIC6WVlZ+fr6enh4CPwXA33Dft16FbYuJDSSgaVrUP62R8JjMpvgW7eYlCvDBbKdpaWln58fXdLmDIWBiDgsUpNfHa9n+KJbaOtKSc0O6G+sled5ikBuRoGBFjizd++aP//4gAA0splNmlq1asnrFTdv3rx8+XJQUNCiRYusra3l3QcXF5eSJUsaGxunTx8QEJA+vG3bNhMTk4YNGwpA6xCABgAAAKB2RAcAQKlU7tmzhwA0AACv0NhqSco4AQDqNmzYMP5M0DsyNDDo21mjg1kP4pKvPk6QA86Whr5lChy+82z3jej0V1O5OppDhg8fTivLMbFRzw2tkuuuEAUrCT2DV1+VJ9uFqqTUW63Y0UoIMtC5WJ8+fQSA7CWvV6h6hm7QoEFKSsq1a9cuX768ffv22bNn29vbq7qFLlGixIULFzK+a+3atWZmZtWrVxeAdiEADQAAAEDtiA4AQLly5RYvXvz48WMLCwsBAABeoloSAKCzyGW+u5i4mApNa/8zNaCkU3E50P/z3pv37rwVHl7BzX3cgCETZv5x6PiR4vbFhn41wK2Ui5w++NTxmUv+Dgm7lpiU6Opc+ssu3Su5V5Djb0WETw6Yfuj4YbtCNu2btRz2288nN+42MzF78PjRL7P+PHDsSFJyUt2qNQb27pc/74u/Jr98w+q12zdfuhpSrKhD+6Yt2vu0zmwJVZc/jRR5mjub2uXVq1vMqG4x80nBd58kkOzMSbSyHPT8WURy20vC2PptE8XfF4B2WTRm9NMHDx7dvXvz4sW+U6aUrVpt7V9TD61d+/j+/VKVKn06ZKhdhL3KRgAAEABJREFUyZJysgd37iz96adrZ8/I8XYlnOt26vRJ+/Zy/LPHj1b9/vuJHTv0FIrqrVqlzzYlKemN8xnm4+Na1fv49u1JiYnjNmwIO3t215Il5w8czFfQulzNmp2GDZfzybh4Z/fve2WCS0eOTO7xhXzpU0eHMevXH1i9+lFkZL/pM1TTj2jVslKDhj7+/nL44JrVB1evDj1x0rmiZ/vvBzqWLZtxzmv+/GNzQMCQJUsdXF0FspFCoSiZRg4nJCSEpFm5cmVkZGRy8qt98C9dutTExKRixYoC0CJ6AgAAAADUjEwDAMgLkZUrVz548KAAAAAZUC0JAADe16HjR6YMHz9v0h+h16+16NmpZmXvLfNXuJV2+XHSGJGWlv5q+MD85vnm/zI1YMIUfX39cX9NluOTkpP6jRqsUORZN3vRd72+mrZ4XvoMvxw+MOzWrVnjJ6+YOvfB40cDxg6TIy+EXBn9xy/N6jbY/PfyWl5Vh/328/XbNzNbJFNDfZF41cLEICU1+eL9B8mpqc8SnjV1zmtmQCQDOiq1WOsX6edHF/SX2BnMNUz/p9hU/8XLz5/nubpcEdQvz3OKBKBtgjdscKni1XXMmBLlPQInT961dGmnYcN/27ffyc19XAe/uKdP5TRzBg+OCLvWffxPE7dtL1250pxBA59GRcnxC0aMuHTkyLezZg+YE3B2//70eWY2H2n/ypXN/fu07f+tqXm+ad98Y1Go0PjNm9v077972bJ9gYEZFyw1JeX1CVy9vb+dPSevpeXiGzeLlyuf2Zc6sGrV7EGDlM18ftm928GlzM+dO0U/fJj+6q7FizfMnPnDgoWkn3OQvBVraGhYtmzZli1bDh48ePz48Xp6enn+l5zs77//PnbsWCrw0Z6/icgJ9AANAAAAQO3INACA5OXlFRAQ0LRpUwEAAF7S2GpJyjgBANBYbRo3d7J3lANVPDwfPn7culEzOdy0dv2Fq/9JSk56FhPTtW3Hrr5+ZiZmcnz7Zi2//2mkHDh47PC1Wzf+/mVqvrzmha0L9erYZeTvE0Vad9GnL54PWrUlv3k++XTiDyMrt6h36WrIvQf3DAwM3Eu7yon7devlXbGKeVq30G+U19jgfsQ2R1v3NVejHfIZh994ZqT3PDox1cxQLzohgfMK6KDUEh3F81RF0FfPTW2FnkGe2PCXLyS9SD9fX6UI+jq59Sn9lW5CxAtAi9gUK9amf385kJyYuDlgTr9p0z3q1JFP23733bmDB/avWtmgazcXryqedevZu7z4qwWtvu63OSDg3q1bRiYmwRs39p85SxUj7jRs2PAWLd4+H/m0UoOGNdu2lQNx0dFPo6LsnJ0L2NlZFy1a1LmkgbFxxgVLiI19+wRvsS9wRbWWLVUf5PfDD0+i7j+MiHiRqNXTO7p588Ixowf9Pd+pXDmBHKI608gYQl2wYIHif/v/Trd48WIjI6MyZcoIIOukh+xFtgcDCEADAAAAUDsu8QOAVKxYMXnrNDQ01NnZWQAAgDQaWy1JGScAIDU19QMOB1wHywb2RYqoBowMDAtaFVAN6+vry5UfGx9f2LpQn06fHzp+5OSFsxdDrxw7eyoxMVFOcOlaaPGiDvlehpjdS//bS+XNO7eTU5Irt6iX8SNCwq7Wr1nbyd6+jX9XD1f3im7lG9T4pICFZWaLZKCXFBa2y7NMo2ePN0QYfCf0jZ4mpT5LeHL58trHD84kKftxYgGdozDMc3yEiI1IaXlC79gQxYU//x0ffy9P6CJFUL/kjneEvonIQy/p0DaFHB1VA1F37iQlJPzS/fOMrzqWeXH0adH3y5sXLmyaPfv6+XOhJ0/KMSlJSbcuX5aPxcqWVU1ZzM1ddR7ylvm8+DgHB9WAibl53U87zRs6dNOcOWW9q7rXrFmpYcOMb/nPCd7i7o0bVZo0SX/a65df5ePDyMjE2Ng/v+xraGKSvhjIfqrQc9TT+LC7z1TD8iT21PUnzw0Lv/G8VKFQrNlz+qleAQF8BNUOSm5jcsDUSN/VPr9eGvlUNVJkFwLQAAAAANSO6AAAqCiVyuDgYALQAACkIyUGANBkHKc0k0JP8ZZXw+9FtuzZ2c7Gpnol75YNmjSsUeeHiaPleH1Fpu8qVKDgL0NGZxzjVNTe2NBo5bT5x86dPnX+zJ7ggwH/LJrz8+81q1R94xziY5Y6paSE35qiJ5ITIra4OTePS4g9f+SrovkfFzPPY6ifJ0kAukV/h+9zw/wpbS++eJIh5az3NDTPgR7P7Zu+SD8/u5MnOVYA2kXvfw83ff/4w6JQ4fSn+QsUkGcXI1u3ehgRUblRI7fqNXx6+//QsMGbZ6Wv/5b5vP5xn48fX79z54tHDl8MDv7zy75Ne/by++GHjDP8zwleuZ2XmpyiGlDoZ5ow7Dd9xpo//1wwauQ3M2cJZLv0Xp/3nb87ZsX5DK+4Z/qeZCGuisCrJwSQRYoVMlvSr4riJXqABgAAAKBtuFcEACre3t7Dhw9v3769gYGBAAAAVEsCAICstuPgXvm4ZMpsEyNjObBozQrVeJfiJacuCHj6LFrVCfS5KxdV4x3sit5/GFXC3rFgAWv5NOrRw/HTJn/zuf+hE0cPHg3+vtdXVcpV6Nmhy+eDvt55cF9mAWh9fb06jWye503WS0k9f23e2eOz5UgbK/nAqQ501HMjixTfC6rhVK9J8t/r0yi2NxOA9rK2szMwMlIo9F29vVVj5v74Y6VGDZOTk0NPnBi5anXJihXlyFsX/z0e2ZcuLacPO3vW0sZGPr1+/lxKUtJb5mNXqlTGj4u6fXv5xIk9J060L1OmQZeua6f+eXDt2oz55swmyPirXN/AIC76mWo4JTn5QUS4ariwY7Eb5/4/XDu8RfOGXbua5bcwNDWt2KCBlY3NsOY+x7ZuffcupZG1UtPIga9alCucz0QA2Wjh7stx8QmJiYnytleeNAqFQmQjAtAAAAAA1I5MAwComJubFy9e/NSpU5UrVxYAAECDqyUp4wQAIJeyym/xLCbm5u1bpUuUPHv5wl8LA5JTkuW/apW8ypQoOfrPSd998eWN8Nuzly5ImzyP0qOih6v716MGD/vqewMD/XF//fbw8UPbgoViYmLm/LOocKFCzeo0PH721OVroc1qN3jL5z7P+3/s3QecFOXdB/DhKhyHIE0QAY8iHUSQOwEhqLFrIpaoUWNNNGCPDbsSC8YeIxYImmB5YwRfC5aILeIhQcUCAiIKiDQDiHD9eMeb180FDoSD5fbuvt8Pn/nM7s3Mzg4ztzvP8/s/9/0Yt+lpSfv1apyZUqdecp3kICgoXb+uuDQlOckI0NQ2JX1u3NyP169Pev/6Ois/CaDmSklLO+i00/468sb0jIy2Xbs++8DoKc/+7yFnnlk3IyP86YJPZ3Xs02fVsmVjrhwRPiwqLEyvX/+Ic377xKhbGzZvltmw4eM33xyN7ryp7Wzwco2aN//03anjrr3mqHPPCzf7weuvd+zde0sWCDdbsG7dJ2+/3a5Hj/a99nxp3LjXn3yy2W67vfG3/8lf9/9jtB982ql3nXNO5+x+vX4y5NXHxn/12WcdevdePO/z9WWh26yePfc/6eRHrr2m+4ABdTMzA3as0h+E873bNW3bvEEAO9Cz075Yl5dfWFgYzieViZrUdlg8QAAaAACIO9EBgJh99tlnypQpAtAAEEnYakllnABQTR08eP8X35h8xFm/DD/N9917nxsvuuK3V18y67M5PTp1HTPqnj/9Zcxxw09v3qTZ8UcMvXPs6GiU6PtuGDXqgXvOufriwqKiA/oPvu3ya1NTUrt02OPis4bd/uB9I++9PTOj/lknnDL04B8frTavJCjNLy5MTcpITUpNqlO6PigIW0Y1jlL7pLx5enH93YLm2eF8nbl/SZr7yH9+tr60zrrFddZ8HkBNd9zvLkmvV2/870euXLasS3b2leMfa9muXfj88ZdfMe7qq8eOGNG2W7cDf3VqcUHhglmzug8cOPT8879dseKaI49s3rrN0Rde+MUnn2x+O+WlpKWddeutD1122etPPJGUnLzPEUeccu11W7JAVo8ebbt2venEEy5+eEy/Qw9dNGf22CtHNGzWbN+hR/c98P8rf3oN2e+Mm26eNGbs2Kuu2mOvPpc/+pddds9aPO8/V/Fxl1wy7cVJf7vj9pOvuTZghystLdUVSxUKT7/CwsLk5OSSkpKUlB0dSK7j7AcAALa78EYjvNkuLi7Oz89fvnx5s2bNMtV8A5QpKiq69NJLr7322kaNGgUAULtF9wthH0n9MnXr1k1NTU1KSqqq8HF0IxN+WOfl5S1dujQrK2vHd9sAQCT8VCopKQk/JT9cOGfYxDtaNGr66K+vD9gGi5ctmTHrk0MG7x89fGrSsw8+/sjLjz4VbIPVd104Z+bcfvvlNDzo56XrS8r/qE5sEqxPyl++5rUTM3br+u3g14Na7LIn733/y0/P63vU4Pa9w+bi8Ltfenp6cnJy+PUvqArhF7/wKisoKHhp5js3vfaXvlldbzp2WMD20HzMzuF0fZ3U4sNeD5rvnZR7cfLMeze1cP6S4NsrVwZsDyeNvmrZtytvGnxGl12zwjusevXqhXdY4U1NFd5hhf1E4R3Wyn/9a9FFF3X+/U2NBw4MoDr7aNhvv8vL23nkyPASy8jIqPJ2jOizLLzKJuQuGPW/n429cD8jQLODjXgkd9HSlfed0jG6IkLh506lL4ply5atXr063Ej4XTH8FEtLS/vR74pa7gAAgLhTeAkQE7aH9u3bd+rUqQcddFAAALWegZYBgB2jbnrdy2+5/suvFh576M8+mTPrT38dc+QBBwfbLCm1sPS7h1Y/86fNL1ZSnJ4RQG1RWhwkpQR11helPLdv8SGvBEWrN7Xk+tJw6QCAbbG+TABVJCrdjEYi3/GnogA0AAAQdzINAOXl5OSMGzdOABoAggSultR3CAA1TOOGja4693e33H/nnWPu37Nrj+MPP+r0434ZbJvUeuv6H7YqLW2XLVm4TvGqAGqHvLR+KV+/WzZbGozbvzQIijex5PqSoKRVvwCAbaAFgypXhSl8AWgAACDu3HgDlNe+fftwOn/+/KysrAAAareErZZUxgkANc+xhx4Z/gu2n4zfPFAQBAUB8F/WnvZSAMAOpCuWqlWFZ2BSAAAAEGeiAwAb2GeffaZOnRoAQK2niw4AAAAAqAQBaAAAIO5kGgA20L9//3/9618lJSUBANRuqiUBAAAAgEoQgAYAAOJOpgFgA40aNdptt91mzJgRAEDtlrDVkso4AQAAACCRCUADAABxJzoAsLGcnJzc3NwAAGq3hK2WVMYJAAAAAIlMABoAAIg70QGAjfXp02fu3Llr1qwJAKAWUy0JAAAAAFSCADQAABB3Mg0AG0tNTe3du/fUqVMDAKjFVEsCAAAAAJUgAA0AAMSdTANAhXJycqZMmRIAQC2WsNWSyjgBAAAAIJEJQE100/gAABAASURBVAMAAHEnOgBQoY4dO+bl5S1YsCAAgNoqYasllXECAAAAQCITgAYAAOJOdACgQuGvxwEDBkydOjUAgNpKtSQAAAAAUAkC0AAAQNzJNABsSk5OTm5urt+TANRaqiUBAAAAdrwvFi5un31Y+X/7HHby/Y/8z+bXKigsGvv4xM0s8No/3+02eGiwNW65d+yZF19fuXVrjOXfrPz7s//Y+PlFi5ee8JvLeu13zM33PBxspVOGX3nOpSM3eHLFNys7DThy8lvvhvPhKx59xkXhxo86/cIp02YE1ZAANAAAEHcyDQCb0rRp01atWn344YcBANRKCVsFpDwJAAAAqPFuuGzY+D/dHP4bddWFPbvu8Yc/PfLsy29sZvk3c6ff/+cng/ho27rV8NOPDxLPex/O+veqb4N4euivf39tyrsbP//Km7mfL1h042XnHv/zQ4KtdMSBg99451/frc0r/+SkyW/vlFl/cP++L7729qUj7zzm8J++MWHcofvve9oFV38067OguhGABgAA4k50AGAzsrOzc3NzAwColRK2WlIZJwAAAFDjde3YLqdPz/Df0Ucc8MBtV/fo0uH1t6cFVaRd21bn/Oq4IPFceO1tMz7+NKgKa9fldchqc+RBg7PatAq20qEH7BtOX359SvknJ7361s8P2S85OenFyW///OAhJxx1SKOGmWf9cujBQwY89vQLQXWTEgAAAMSZ6ADAZvTt2/epp55at25dRkZGAAC1jGpJAIBaRVsx1EIufGqSOj8Iaqi01O+FM4VFxbfd9+cp0z5YsHjJrs2bDdqnz6XDTpv+4cyzL7kx/Gn77MMm/Pmunl07PvPi68+8NPmDj2fv2b3z7875Vdc92kXbeWzCpHGPT1z+75V79ez6h2sv3rlhgw1e6OU33hn/9+dnfPL9ijtl1o+efO2f7w6/8pZP3ng62sLEF16dPe+Lhg0a7Nm904jzz2rRvEn4/JRpMx7861MffPxp7x5denfv/Gbu9Kcevv2VN3PveWh8jy4dJ03+5xknDh1++vEVrh5u/w/3P9J3z+6vT5m2bm3eoT8d9Kvjjrx85J2ffbFwwN69r7/0t40b7RRspbXr8noOOeais0/+Z+77BUVF7bNan3f6Ca1btQh/NH/BV/eNfeLtaR+EJ8zAnN6XDz8j2v4TE1+c+MLkWZ99ntWm1S9+dvAJRx1y75jHxzw2IfzRnvsf+8Grf4tt/Kpb/vj4hEnRAQ/fZsd2bf849vHwXSxd8U349i8/94xO7duGP/35aRfk7NVz8ltT8wsLn3nkntjRrp9R78Cf9H/p9SlDD9s/embxkuVT3//4ivPPCufDA7Vzufcb7mRefn5Q3QhAAwAAcSfTALAZ6enpPXv2nDp16pAhQwIAqGV0hAPA5kWflfmF+S988M8AqrNvvlsVlLUVJ9Q3wNjOrFiz0lVGdZdXWBBOk5KSEiedGe1G1ElU+M2K/EULA6jOSgsLgx9O7JrXoPHFwsX/eHPq9A9nnXnS0eHDMY89/dRzr1x/ybAB2b0nv5l75S339unV9eAhA0bfdvWIkXdPe/nxcJkJkyZfdfO9N1wybNTVF419fOKp51016YnR4fP5+QWTXn3rvLN+WVBQ+KdxT45+9G9XnHt6+deaM3/BOZeOvGz46XfdeNlzr7xx3W33DxnYr/wC02Z8cvUtf7zg1yf98eYRs+bMv+GO0Q+P//tVF/564VdLzrnsxuGnn3DH9Ze89Nrb1/3h/h5dOkarzJ2/IKtNq1uvvrB1y102tXq42KeffZHTp+ffH779zdz3Lrnhjukfzhxx3pnt2u520TWj7h3z2LUXnx1UyoQXJj/50B+aNNrpprsfPvfKmyeOuzsvvyB8j613a/HE6FEFRYU33vHA8Mt//9joW2fO+Tzc7XBn7v79ZY9PmHTVLX8M9+fcM05Y893axUuWhTtcfrMjLx++S7MmudM/HP+nm8OHl9x454cfzx454tysNruNHvfkCWdf+srfHmpSFmIO/y8uPefUpOSkDbLmR/x0cLg/363Ny6xfL3z43MtvdO6Y1aNLh3A+mkaWf7PylTdzb73qgqC6EYAGAADiTqYBYPNycnKeeeYZAWgAaqGErZZUxglAQlm17ru7ylImUN3VKSdIDElJSeH0ixVfu8qoGcpfYgkVg/78jjsCqP6SOnRIKlNjxoE+5syLY/PpaamXDjv1wMH7hPOtWuxyx3W/i3LJxx554Pinn1+waMkG6z79/D+OPGjI0UccEM6HK65YuXLpshXRj2675uJowObPF3w1c868DVZ89sXXe3Xr9OuTv09an3zM4W/lvlf63+0wSUHSdZecE/4onG/etPF+7/b7YtHioGxY6G57tD+rLKJ9wlGHTH3vo0VfL41WKSoqvvKCs3Zp9v2LTp8xq8LVI6efeFTTJjsPPWz/Ox549ND9B/bfu1f45OD+fd94Z/oG+3n2JTe+8mZuNH/mxddHM//830da7tJ0gyXP+dVxURB52GnHj3184qw5n3+9dMWCr74eP/rW6PmbrjhvyNFnTpvxyXffrUtNTenZZY9wVy/49Un77L1ngwaZwRb4bm3e08/9Y/RtV+/dq1v4cMT5Z775zvT/eebF8KXDhwcOyon+IzYwaJ8+9TPqvTT57einL0x+62cH/mSDZdblFZx7xc17dut02AH7BtWNADQAABB3ogMAm9e5c+dHH310yZIlLVq0CACgNknYzkJlnAAkgvDzqFFGg0G79youLi4pKQkb2cJpANVQlBJLSkpq3mDn5OTkKDcWVOmXrlhItFnmzuFVFl5c0YUWaNCm2opCmTvVqx9eZQk1CHTd1q2bDB9eWFhYXKa0TADVSnRNhRdXapMmsQ+ympGBvuGyYe3b7hbONG7cqG2rlulpqdHzRx40eOnybx6fMGnm7Hkfz5n30azPDhoyYIN1v1z49cH7DYw9HHXVheF06bIVqakpUfo5lFm/Xt66/A1WnPXZ/O6d2sce9ujSccbMOeUX6NOrS5c92j3/6lsffTJn5pzPp384s99ePYLvx2+e363zf8Yt7t65YywAnZFRN0o/b2b1ULhvrVo0j+bT09KaNd45mk9OTlmXv+F+XvCbk089/mffz1w96rTjf9arW6fvD9TODYON9OreKZppuFPmrrs0mzV3/qpv1+zeetco/Rxq3arFri2azf9y0ZEHDclq3eqo0y7o3aNz355dD/xJ/6YVbXBjXyz8Kpzu2e3/Xyg8CXt222PeFwt/2H7LCtcK3+8RB/7kxTe+D0CH/18ffzpv9Khryi+wcvWa3/zu+tTU1NGjrq6O57MANAAAEHeiAwCbF/6ezMnJmTJlytChQwMAqE2ESwBgU6K0aMudmo7Y75T8/PyCgoLCwsKSkhKhMaqj8GT+PjSWmpqWlhZOY2NnBlUt3I0eLdvv0Xi36CorKipylVFNRVdZeImlp6enpKQkyFUWfZalNmnS6PDDw6ss/CBzlVFNRSdzeHGllglnokqDoPp3g3bt2K53j84bP3/LPWP+8tRzh+w3sEfXjsf97OAb7hi98TLhkahwm+HBCbbNP97IPfuykYP22WvvPbuf/avjXnv73c/Kkr7hod/UKsllf9Jh86tv7b517rB7NJOenrZHu7Y5fXpuasmUcptdvWZNnaQKzo3wYUFhUd30tInj7po2Y+YHH8167Z/THhr/9Ng7bxjcv0+wZer89wbDX6vRfFK5t7+BIw4cfPzZl65cvWbii5P3zdkrlk0PytLPpwwf0an97jddeX5aarXMEgtAAwAAcSfTAPCjBgwYMGrUqKOOOkrRCAC1ig8+ANiUWM6mtLQ0bF4LH8bmtbZRvcTGyAzP4SgAXX4Q6KrdsY2vsvU/CKD6iA2yHl1lsWhmglxl4c6Eu1S3bt3yV1wA1U3sZI6ustgg0EEN9ffn/3HemSf+5pRjw/ni4pKvvl4WPZ9ULoLbZreWM2fPiz0cevpFpxx3RMPM+j+68R6dO7z29ruxhx9/+tkGC0x86bXB/fuOueO66OETEydFM53a7z79w5mxxT6ZPbfC7W9q9fj5aNbc3VvvGs7MnPP5d2vzenTpuHDR118sXPzNqm+jQaC/WrIsPIbt27aeMm3Gm7nTLz/39Oze3cPDe+r5V7/6Vu7g/n2SfuxcalM2xvOMT+bsPyg7KOt//3DmnEP33/dH9613j85tW7V8fcq0l99458wT/zMKz8Kvlpx2wTX75ux17cVnB9WWADQAABB3Mg0AP6pp06bNmjWbOXNmt27dAgCoNRK221t/PACJIPpL6yllA92F0+LiYtFMqqOofTjKjUWndCw3FlSpWDQzNTU1Sj/HBqZ1lVG9xMoMNrjKgqoWi2UHP/wSKC3jEqPaiZUZxGLQUTFPUHM1bbzz3M8XhB+MhUVFN9/98NLl3xQUFIbP16tXd21e3pRpM3p06fir444cdsVNe/fuPiinz5PPvPjZ/AV7dus0/8tFP7rxXw499LEJk+4d8/hJxxz+0mtvT/nXB9l7/dfgyo0bNXz3vY++XbO2QWbGU8++8vw/3opGXz752MMff/qFh8Y/fczhP5385tRJk98Od2Pj7W9q9Up7Y8LYzS9wz0PjW+/aInzdW+4Zc+RBgzvs3jqrdat2bXe7fOSdV53/68Li4htvH92lY1a/3t3nfv7lw+OfbrlL08MP/Mn0GZ98Onf+ET8dHG6hXka9r5etmPr+x9m9u1f4Ejs1qB8erlH3/XmnhplZbXZ78NG/LVm2Yuih+wdb4OeH7vfXp55b+NWSg37SP/bkLfeOzS8oOGBQTu70D394icyue7QLqhUBaAAAIO60ZAFsiezs7HfeeUcAGoBaJWGrJZVxAlC1YoHR6GFycnJJSUlqamoUzYTqKEo8R7mx2KiZVfilK3aVpaSkRDsml0l1F11Z0SVW/kILqkj40tHY6tGFFrvKAt1GVE/lM9CRmt10cOUFZ1107W179D+i5S5Njzn8p78ceuinc+eHz3fv3KHLHu1OHj7iwduu2X9Q9sjLh497YuI1t963V88u4+6+cffWu25JALppk50fvO3q86669f5xT+b07XXWL4/+cNZ/jeX865OPmT7jk94HHJeRUfeQ/Qde97tz7nl4fFFRcfOmjSc+cvedD/zlp8ec1WfPbscdedCXCxdvvP1NrR7EzZCB/X5zyQ0r/r3qkP0G3HzlBcH3X+CTHr7julv/OPbYsy5u3Kjhvjl7nXPqL1JSksOjd+lvTx1137gbbn8gs36935xy7NGHH/D9Fvrv/cSESSeefdkHr/6tQWZGha9yxXln3P3Q+MtvvOu7tesG9uv92P23tm7VYkt27/ADBt9+/6NDDz8gPCDRMwWFRS+9PiX8bXzK8Ctjiw3Ye89H//j7oFqp4xMFAADY7sIbjbANq7i4OD8/f/ny5c2aNcvMzAwA2Kx169aNGDHipptuysjICACgFojuFwoLC+uXqVuBjEFAAAAOn0lEQVS3bmpqahX2IEY3MkVFRXl5eUuXLs3KyooGKgOAKhF15UfjPUehTJ37VHex0HPsK1/VRsdiV1nsEnOVUa3FLqvy0ecqD2iu/2+B9DPVVuyaKl/DU7WXWPj5VVJSUlBQMCF3wR+e+3zshfu1bd4gqNHe/+jT8EO7T68u0cNLR96ZXCf55ivPC6rO2nV5PYcc89TDt/fu0TmofUY8krtwyb/vPjErMzMz7Nvaxsa9ZcuWrV69OtxIuLV69eqlpaX96FDrWu4AAIC405gFsCXCtqHu3btPnz593333DQCgdqjZoyUBwLaIfUqWH79TOxvV2gZZsSr/KhgbnjY5OVkukxpgg4srQe62yu+MS4yaIXE+yGqhlau+vfSGO66/bFhO314vv/b2xBcmj73rhoBaTAAaAACIO/f/AFsoJydn0qRJAtAA1B4J2/+tYx6ABBHLjUWfTdrZqO4S7RwuH2KLwtABVHMJeBpLiwLby3779jv8oMHnX3Vrenpa9l7d77rxsoH9egfUYgLQAABA3IkOAGyhbt26PfrooytWrGjatGkAALVAwvZ/65gHINH4bIJ4c5UBQOK77nfnhP+ChFE/o968qc8HVJGkAAAAIM40HANsofAXZk5OzpQpUwIAqB1USwIAAAAAlSAADQAAxJ1MA8CW69+//zvvvOM3JwC1hGpJAAAAAKASBKABAIC4k2kA2HItWrRo2LDh7NmzAwCoBRK25kcxEgAAAAAkMgFoAAAg7kQHALZKdnZ2bm5uAAC1QMJWSyrjBAAAAIBEJgANAADEnegAwFbJzs6eMWNGQUFBAAA1nWpJAAAAAKASBKABAIC4k2kA2CoZGRmdO3eePn16AAA1nWpJAAAAAKASBKABAIC4k2kA2Fo5OTlTp04NAKCmS9hqSWWcAAAAAJDIBKABAIC4Ex0A2Fo9e/ZctGjRihUrAgCo0RK2WlIZJwAAAAAkMgFoAAAg7kQHALZW+JvTINAA1AaqJQEAAACAShCABgAA4k6mAaASsrOzc3NzAwCo0VRLAgAAAACVIAANAADEnUwDQCW0adMmNTV17ty5AQDUXAlbLamMEwAAAAASmQA0AAAQd6IDAJXTv39/g0ADULMlbLWkMk4AAAAASGQC0AAAQNyJDgBUTnZ29nvvvVdUVBQAQA2lWhIAAAAAqq8qDAMIQAMAAHEn0wBQOQ0aNOjYseP7778fAEANpVoSAAAAYFtoXaFqVeEZmBIAAADEmbtugErLycl56623+vXrFwBATZSw1ZLKOAEAAIDEV6dMOHPGnZMD2LHC5rOWjVLDMzApKalKIgEC0AAAQNyJDgBUWq9evR577LFVq1Y1atQoAIAaJ2GrJZVxAgAAAAkuSj+3a17/qL7NS0pKiouLw2lpaWmwif7ZkjLhYuEyyWVSU1O1gVAJ0bmXlJTUuEFaeCIllYnF8XcYAWgAACDu3DYDVFrYbNS3b9/c3NyDDz44AIAaR7UkAAAAQCVEPbBJSUldW+/Uvnl6fn5+YWFhUVFRLAMdCZ9fU2bt2rVpaWkNvte4fv364YoBVFaUfk5JSUlNTQ3Pq3CmSgaBFoAGAADiTqYBYFtkZ2ePHTtWABqAGkm1JAAAAEDlxEKopaWlYYdsbL6goGBFmW+++SZcrGnTpk2aNOnUqVN6enoA20PUphcNIh6KAtBRqn5HNvcJQAMAAHEn0wCwLbKysurXrz979uywdTIAgJolYasllXECAAAACS4WgA7bMUpKShYvXrxgwYJwumbNml3LdO3atVGjRgHEQXT6JZcJT8JwWqdMsAMJQAMAAHEnOgCwjQ488MBXX31VABqAmidhqyWVcQIAAACJLGy7CDthFy5cOHv27Llz5y5evLhly5bt2rUbNGhQq1atorF4IX6iuHM08HNycnI43fHtaQLQAABA3IkOAGyj3r17T5gwYdq0aXvvvXcAADWIakkAAACArfLll1/Omzdvzpw5c+fOrV+/fteuXQcOHNihQ4e6deuuLxNA/EUZgDo/iDL3RoAGAABqGrfZANsobDA66aSTxo8f36dPH8M2AFCTqJYEAAAA2LyioqL58+d/VmbevHkNGzbs0KFD9+7djznmmKZNm0ZdsRt0yOqfJX42aNCLPTQCNAAAUAPJNABsu06dOnXu3PnBBx8888wzU1I06QBQQyRsb5xuQgAAAKCqFBcXL1q0aMEPvv7665YtW3bo0GHAgAGnnXZagwYNyi8cG4g3KNegoX+WHaNqzzS9ZQAAQNyJDgBsF7/4xS/GjRt31113DRs2rF69egEAVH8J2xunmxAAAADYYUpKShYtWrRw4cIvv/wynC5evLhZs2atW7du06ZNdnZ2OE1PT9+S7WjQoFYRgAYAAOLOnTbAdpGcnHzGGWc8//zz11133aBBgwYPHpyZmRkAQHWmWhIAAACoPdasWbOyzL///e9Vq1aF0+jht99+27x58zZlosRzWlpaAGyWADQAABB3Mg0A29Fhhx0WNoP++c9/fv755wcMGNC6deumTZs2bty4RYsWAQBUN6olAQAAgJrnnXfe+fbbb7/77rs15axevTr6adikH7bzN2vWrG3btv369Qsb+Vu2bBkAW6mOIAIAALDdhTcapaWlxcXF+fn5y5cvD+/ejVEKsH2tXbt25syZH3/88bJly9aVCZ8JAAAAAACAqlCvXr20tLT09PRwGnaPhg/r1q1bflq/fv2ddtpJ1hkqFHZ4rV69OrxSMjMzo6spOTk5KSlpM6sYARoAAIg7hZcA213YTrp3mQAAqq38/PwVK1YUFBTULxN2b6Smpoa9GlU1LHRUyVlUVJSXl7d06dKsrKyUFN0oAAAAAJCItNwBAABx569aAwAAFVItCQAAAABUggA0AAAQdzINAABAhVRLAgAAAACVIAANAADEnUwDAABQoYStllTGCQAAAACJTAAaAACIO9EBAACgQglbLamMEwAAAAASmQA0AAAQd6IDAABAhVRLAgAAAACVIAANAADEnUwDAABQIdWSAAAAAEAlCEADAABxJ9MAAABUKGGrJZVxAgAAAEAiE4AGAADiTnQAAACoUMJWSyrjBAAAAIBEJgANAADEnegAAABQIdWSAAAAAEAlCEADAABxJ9MAAABUSLUkAAAAAFAJAtAAAEDcyTQAAAAVSthqSWWcAAAAAJDIBKABAIC4Ex0AAAAqlLDVkso4AQAAACCRCUADAABxJzoAAABUSLUkAAAAAFAJAtAAAEDcyTQAAAAVUi0JAAAAAFSCADQAABB3Mg0AAECFErZaUhknAAAAACQyAWgAACDuRAcAAIAKJWy1pDJOAAAAAEhkAtAAAEDciQ4AAAAVUi0JAAAAAFSCADQAABB3Mg0AAECFVEsCAAAAAJUgAA0AAMSdTAMAAFChhK2WVMYJAAAAAIlMABoAAIg70QEAAKBCCVstqYwTAAAAABKZADQAABB3ogMAAECFVEsCAAAAAJUgAA0AAMSdTAMAAFAh1ZIAAAAAQCUIQAMAAHEn0wAAAFQoYasllXECAAAAQCITgAYAAOJOdAAAAKhQwlZLKuMEAAAAgEQmAA0AAMSd6AAAAFAh1ZIAAAAAQCUIQAMAAHEn0wAAAFRItSQAAAAAUAkC0AAAQNzJNAAAABVK2GpJZZwAAAAAkMgEoAEAgLgTHQAAACqUsNWSyjgBAAAAIJEJQAMAAHEnOgAAAFRItSQAAAAAUAkC0AAAQNzJNAAAABVSLQkAAAAAVIIANAAAEHcyDQAAQIUStlpSGScAAAAAJDIBaAAAIO5EBwAAgAolbLWkMk4AAAAASGQC0AAAQNyJDgAAABVSLQkAAAAAVIIANAAAEHcyDQAAQIVUSwIAAAAAlSAADQAAxJ1MAwAAUKGErZZUxgkAAAAAiUwAGgAAiDvRAQAAoEIJWy2pjBMAAAAAEpkANAAAEF/r168XHQAAACpUWloalKWNE+quwS0MAAAAAOxIlcgVCEADAABxFOUYSsoEALBtws+U2F8V2Px8hdNogS2ZB2DHCH/3JiUlxdLPifZ7OLyL8dEAAMBmbHlLxcZrbWPbhTYNAKCGib7PlG8t/FEC0AAAQFzU+UE4v3Tp0iVLloTzpaWlsWTDplp44zcNts0WpuuqdhrtXqXfbzV6j9soYd+dM9Z7/NH364x1xjpjvVNnbK36f6zB7zT4If0cTpOTk6OOjSAxMtB1yoQzX3zxRWyHo11N2JOkcifSdjmpNjh067eyPGnjE6NaH+QdfMA3f/Br4XQHHGfH3BnuDHeGO9o142zf+JjX2uO/A4725o+8Y75jjnOtPeY74Ghv/sg75jvmONfaY74Djvbmj7xjHiRk00o1ncZSBBu0E/7o4RWABgAAtr/YvUpo5513zitTUFBQVFQUDQW9/r9HvAAAAGqPWH9GSkpKenp6vXr1EicDHd3FhDvTpEmT2I1McXFx2A3jLgYAAAAAtq+oOS5sJ0xLS6tbt244EzUVbsm6AtAAAEC8hDcqUaYhNTV1fdmQaeFNi9wAAAAQhYzD+4XwZiG8TYg6Nqo2+hwT3ciEOxZVb4bz4Ux4IxMAAAAAANtbrDkubCcMp1E74ZY0FQpAAwAAcRHdk8QGdUtKSgpnSssEAABArZdUJiqYDEUPq3z456BcJWd4IxN1vbiRAQAAAIA4KT9WQhSA3sJ2QgFoAAAgXqIblZSUlChAEI39HAkAAIBarM4Por6NSIKMAB37C5vR7UxJSYm7GAAAAACIk43bCaMA9I+2FtbRZgcAAMRJLO4ciz4bNQ0AAIiJOjZiPRxb+Kct4638XUzsXiYAAAAAAOKj/HAJ0TT44c+1bW4tzXYAAED8RHccscSAGxAAACAm6sOI5Z4TZATo2G2LGxkAAAAA2AHKNw9ueVOhADQAABB37jsAAIDNSJDo8wbcyAAAAADAjrRV7YQC0AAAAAAAAAAAAABAtZESAAAAAAAAAAAAAABUEwLQAAAAAAAAAAAAAEC18X8AAAD//6s6tBAAAAAGSURBVAMAiyl6tkx0oP4AAAAASUVORK5CYII="/>
</p:tagLst>
</file>

<file path=ppt/tags/tag7.xml><?xml version="1.0" encoding="utf-8"?>
<p:tagLst xmlns:a="http://schemas.openxmlformats.org/drawingml/2006/main" xmlns:r="http://schemas.openxmlformats.org/officeDocument/2006/relationships" xmlns:p="http://schemas.openxmlformats.org/presentationml/2006/main">
  <p:tag name="MCDIAGRAM" val="mcDiagram:25d9e851-f712-4f1d-accf-4ee7e2a76413:90d988cd-3af8-4fcf-b42e-4bd3da3da29a:0:1"/>
  <p:tag name="MC:BASE64" val="iVBORw0KGgoAAAANSUhEUgAAEZ8AACAACAYAAACr7o3hAAAQAElEQVR4Aez8B5hk6VkY+r9fz+xqVysW7QpplaORCBIZSeaPjQHDFcm+YAPGXLLzBZtkDDIY+yGDSQYTfMEEk2SDQDmuctqVVhu1Oc/u7MzsxJ7O3VX1P2/VfNPVVdUTu2e6T//mmbe/eE6d71dnqus8u9871fOHAAECBAgQIECAAAECBAgQaLuA9REgQIAAAQIECBAgQIAAAQLtF7BCAgQIECBAgAABAgQIECBAoP0CVkiAAAECBAgQIECAAAECBAi0X8AKCRAgQIDABReYCn8IECBAgAABAgQusICXI0CAAAECBAgQIECAAAECBNovYIUECBAgQIAAAQIECBAgQIBA+wWskAABAgQIECBAgAABAgQIEGi/gBUSIECAAAECBAgQIECg/QKSz7T/PbbC0wkYJ0CAAAECBAgQIECAAAECBNovYIUECBAgQIAAAQIECBAgQIBA+wWskAABAgQIECBAgAABAgQIEGi/gBUSIECAAAECBAgQIECAAAEC7RewQgIELriA5DMXnNwLEiBAgAABAgQIECBAgAABAgQIECBAgAABAgQIEGi/gBUSIECAAAECBAgQIECAAAEC7RewQgIECBAgQIAAAQIECBAgQKD9AlZIgAABAgQIECDQfgHJZ9r/HlshAQIETidgnAABAgQIECBAgAABAgQIEGi/gBUSIECAAAECBAgQIECAAAEC7RewQgIECBAgQIAAAQIECBAgQKD9AlZIgAABAgQIECBAgAABAgQItF/ggq9Q8pkLTu4FCRAgQIAAAQIECBAgQIAAAQIECBAgQIAAAQIECBAgQKD9AlZIgAABAgQIECBAgAABAgQItF/ACgkQIECAAAECBAgQIECAAIH2C1ghAQIECBBov4DkM+1/j62QAAECBAgQOJ2AcQIECBAgQIAAAQIECBAgQKD9AlZIgAABAgQIECBAgAABAgQItF/ACgkQIECAAAECBAgQIECAAIH2C1ghAQIECBAgQIAAAQIECGy4gOQzG07qhOcr4HgCBAgQIECAAAECBAgQIECg/QJWSIAAAQIECBAgQIAAAQIECLRfwAoJECBAgAABAgQIECBAgACB9gtYIQECBAgQIECAAAECBAgQINB+ASskQKD9ApLPtP89tkICBAgQIECAAAECpxMwToAAAQIECBAgQIAAAQIECLRfwAoJECBAgAABAgQIECBAgACB9gtYIQECBAgQIECAAAECBAgQINB+ASskQIAAAQIECBAgsOECks9sOKkTEiBA4HwFHE+AAAECBAgQIECAAAECBAi0X8AKCRAgQIAAAQIECBAgQIAAgfYLWCEBAgQIECBAgAABAgQIECDQfgErJECAAAECBAgQIECAAAECBNov0P4VSj7T/vfYCgkQIECAAAECBAgQIEDgdALGCRAgQIAAAQIECBAgQIAAgfYLWCEBAgQIECBAgAABAgQIECDQfgErJECAAAECBAgQIECAAAECBNovYIUECBAgQIDAhgtIPrPhpE5IgAABAgQInK+A4wkQIECAAAECBAgQIECAAIH2C1ghAQIECBAgQIAAAQIECBAg0H4BKyRAgAABAgQIECBAgAABAgTaL2CFBAgQIECAAAECBAgQILD9BSSf2f7v4WavwPkJECBAgAABAgQIECBAgACB9gtYIQECBAgQIECAAAECBAgQINB+ASskQIAAAQIECBAgQIAAAQIE2i9ghQQIECBAgAABAgQIECBAgED7BayQAAECGy4g+cyGkzohAQIECBAgQIAAgfMVcDwBAgQIECBAgAABAgQIECDQfgErJECAAAECBAgQIECAAAECBNovYIUECBAgQIAAAQIECBAgQIBA+wWskAABAgQIECBAgMD2F5B8Zvu/h1ZAgMBmCzg/AQIECBAgQIAAAQIECBAg0H4BKyRAgAABAgQIECBAgAABAgTaL2CFBAgQIECAAAECBAgQIECAQPsFrJAAAQIECBAgQIAAAQIECBBov4AVbriA5DMbTuqEBAgQIECAAAECBAgQIHC+Ao4nQIAAAQIECBAgQIAAAQIE2i9ghQQIECBAgAABAgQIECBAgED7BayQAAECBAgQIECAAAECBAgQaL+AFRIgQIAAAQLbX0Dyme3/HloBAQIECBDYbAHnJ0CAAAECBAgQIECAAAECBNovYIUECBAgQIAAAQIECBAgQIBA+wWskAABAgQIECBAgAABAgQIEGi/gBUSIECAAAECBAgQIECAAIGzFpB85qzJLvYBXp8AAQIECBAgQIAAAQIECBBov4AVEiBAgAABAgQIECBAgAABAu0XsEICBAgQIECAAAECBAgQIECg/QJWSIAAAQIECBAgQIAAAQIECLRfwAoJECCw/QUkn9n+76EVECBAgAABAgQIbLaA8xMgQIAAAQIECBAgQIAAAQLtF7BCAgQIECBAgAABAgQIECBAoP0CVkiAAAECBAgQIECAAAECBAi0X8AKCRAgQIAAAQIECBA4awHJZ86azAEECFxsAa9PgAABAgQIECBAgAABAgQItF/ACgkQIECAAAECBAgQIECAAIH2C1ghAQIECBAgQIAAAQIECBAg0H4BKyRAgAABAgQIECBAgAABAgTaL2CF219A8pnt/x5aAQECBAgQIECAAAECBDZbwPkJECBAgAABAgQIECBAgACB9gtYIQECBAgQIECAAAECBAgQINB+ASskQIAAAQIECBAgQIAAAQIE2i9ghQQIECBAgACBsxaQfOasyRxAgAABAgQutoDXJ0CAAAECBAgQIECAAAECBNovYIUECBAgQIAAAQIECBAgQIBA+wWskAABAgQIECBAgAABAgQIEGi/gBUSIECAAAECBAgQIECAAIGtLyD5zPm+R44nQIAAAQIECBAgQIAAAQIE2i9ghQQIECBAgAABAgQIECBAgED7BayQAAECBAgQIECAAAECBAgQaL+AFRIgQIAAAQIECBAgQIAAAQLtF7BCAgQIEDhrAclnzprMAQQIECBAgAABAhdbwOsTIECAAAECBAgQIECAAAEC7RewQgIECBAgQIAAAQIECBAgQKD9AlZIgAABAgQIECBAgAABAgQItF/ACgkQIECAAAECBAgQ2PoCks9s/ffIFRLY6gKujwABAgQIECBAgAABAgQIEGi/gBUSIECAAAECBAgQIECAAAEC7RewQgIECBAgQIAAAQIECBAgQKD9AlZIgAABAgQIECBAgAABAgQItF/ACgmctYDkM2dN5gACBAgQIECAAAECBAhcbAGvT4AAAQIECBAgQIAAAQIECLRfwAoJECBAgAABAgQIECBAgACB9gtYIQECBAgQIECAAAECBAgQINB+ASskQIAAAQIECGx9Aclntv575AoJECBAYKsLuD4CBAgQIECAAAECBAgQIECg/QJWSIAAAQIECBAgQIAAAQIECLRfwAoJECBAgAABAgQIECBAgACB9gtYIQECBAgQIECAAAECBAgQIDAm0LrkM2Mr1EGAAAECBAgQIECAAAECBAi0TsCCCBAgQIAAAQIECBAgQIAAgfYLWCEBAgQIECBAgAABAgQIECDQfgErJECAAAECBAgQIECAAAECBNovYIUECBAgsPUFJJ/Z+u+RKyRAgAABAgQIbHUB10eAAAECBAgQIECAAAECBAi0X8AKCRAgQIAAAQIECBAgQIAAgfYLWCEBAgQIECBAgAABAgQIECDQfgErJECAAAECBAgQIECAwJiA5DNjJDoIbHcB10+AAAECBAgQIECAAAECBAi0X8AKCRAgQIAAAQIECBAgQIAAgfYLWCEBAgQIECBAgAABAgQIECDQfgErJECAAAECBAgQIECAAAECBNovYIUEtr6A5DNb/z1yhQQIECBAgAABAgQIbHUB10eAAAECBAgQIECAAAECBAi0X8AKCRAgQIAAAQIECBAgQIAAgfYLWCEBAgQIECBAgAABAgQIECDQfgErJECAAAECBAgQGBOQfGaMRAcBAgQIbHcB10+AAAECBAgQIECAAAECBAi0X8AKCRAgQIAAAQIECBAgQIAAgfYLWCEBAgQIECBAgAABAgQIECDQfgErJECAAAECBAgQIECAAAECBC6+wGYnn7n4K3QFBAgQIECAAAECBAgQIECAwGYLOD8BAgQIECBAgAABAgQIECDQfgErJECAAAECBAgQIECAAAECBNovYIUECBAgQIAAAQIECBAgQIBA+wWskAABAgQIjAlIPjNGooMAAQIECBAgsN0FXD8BAgQIECBAgAABAgQIECDQfgErJECAAAECBAgQIECAAAECBNovYIUECBAgQIAAAQIECBAgQIBA+wWskAABAgQIECBAgAABAhdfQPKZi/8euIK2C1gfAQIECBAgQIAAAQIECBAg0H4BKyRAgAABAgQIECBAgAABAgTaL2CFBAgQIECAAAECBAgQIECAQPsFrJAAAQIECBAgQIAAAQIECBBov4AVEiAwJiD5zBiJDgIECBAgQIAAAQIEtruA6ydAgAABAgQIECBAgAABAgTaL2CFBAgQIECAAAECBAgQIECAQPsFrJAAAQIECBAgQIAAAQIECBBov4AVEiBAgAABAgQIXHwByWcu/nvgCggQINB2AesjQIAAAQIECBAgQIAAAQIE2i9ghQQIECBAgAABAgQIECBAgED7BayQAAECBAgQIECAAAECBAgQaL+AFRIgQIAAAQIECBAgQIAAAQLtFxhboeQzYyQ6CBAgQIAAAQIECBAgQIDAdhdw/QQIECBAgAABAgQIECBAgED7BayQAAECBAgQIECAAAECBAgQaL+AFRIgQIAAAQIECBAgQIAAAQLtF7BCAgQIECBw8QUkn7n474ErIECAAAECBNouYH0ECBAgQIAAAQIECBAgQIBA+wWskAABAgQIECBAgAABAgQIEGi/gBUSIECAAAECBAgQIECAAAEC7RewQgIECBAgQIAAAQIECOxAAclnduCbvtOXbP0ECBAgQIAAAQIECBAgQIBA+wWskAABAgQIECBAgAABAgQIEGi/gBUSIECAAAECBAgQIECAAAEC7RewQgIECBAgQIAAAQIECBAgQKD9AlZIgMDFF5B85uK/B66AAAECBAgQIECAQNsFrI8AAQIECBAgQIAAAQIECBBov4AVEiBAgAABAgQIECBAgAABAu0XsEICBAgQIECAAAECBAgQIECg/QJWSIAAAQIECBAgsAMFJJ/ZgW+6JRMgsNMFrJ8AAQIECBAgQIAAAQIECBBov4AVEiBAgAABAgQInK9Ar9c731M4ngABAgQIbLKA0xMgQGBzBXwn3lxfZydAgAABAgQIECBwZgJmESBAgAABAgQIECBAgAABAu0XuPgrlHzm4r8HroAAAQIECBAgQIAAAQIE2i5gfQQIECBAgAABAgQIECBAgMCWEDibzbOllInXnOeYGL1e6GfgHnAPuAfcA+4B94B7wD2wXe+BSV9+S5n8nXjS9sY4cQAAEABJREFU3Fz3pH59BAgQaJ2ABREgQIAAAQIECBAgQIAAAQLtF7BCAgQIECCwAwUkn9mBb7olEyBAgACBnS5g/QQIECBAgAABAgQIECBAgED7BayQAAECBAiMCuRm2FLOfPPs6PHZznNkWUqJUkQpDEphUAqDUhiUwqAUBqUwKIVBKRfWoBSvV8r5G+R33PpdN+vnEqWUfjLGcznWMQQIECBAgAABAgQIECBA4FQCxggQIECAAAECBAgQIEBg8wUkn9l8Y69wagGjBAgQIECAAAECBAgQIECAQPsFrJAAAQIECBAgQIAAAQKbLpCbZU8VpZQ113CquZPG8uBSSj/pzKRxfb3+ZmMOO9rBPdDz/vsMcA+4B9wD7oHteQ+Ucu7fc/N7co1SBgloTnUf1LlKAgQIECBAYNsKuHACBAgQIECAAAECBAgQIECg/QJWSIDADhSQfGYHvumWTIAAAQIECBAgsNMFrJ8AAQIECBAgQIAAAQIECBBov4AVEth5AqUMNsyWMrkcFsnNsMPtWi+l1OpYmcfUGB4sZf1jhuepEyBAgAABAgQIENiqApO+5+a1lnL677p5bM6tUUrpJ2wsZXJZ5yk3SsB5CBAgQIAAAQIECBAgQIAAgfYLWCEBAgQIECBAgACBzReQfGbzjb0CAQIETi1glAABAgQIECBAgAABAgQIEGi/gBUSIECAAAECBAhsmsDoZtfRF8rx0ShlsBF20tzRvtO1u93u6aYYJ0CAAIGdImCdBAgQaJlAfo8+1ZJKGXyvznkZp5o7PHY2c4ePUydAgAABAgQIECCwJQRcBAECBAgQIECAAAECBAgQINB+gR24QslnduCbbskECBAgQIAAAQIECBDY6QLWT4AAAQIECBAgQIAAAQIECLRHoJRycjG5ibVGLUspUcpq5OQ6lvVS1o5l33Dk3OF21rOvRrYFAQIECBAgQIAAge0icCbfY3POpPWUsva7c87LyLmllCwi25OiP3jiRymDuSeaCgIECJyXgIMJECBAgAABAgQIECBAgACB9gtYIQECBAgQILD5ApLPbL6xVyBAgAABAgROLWCUAAECBAgQIECAAAECBAgQaL+AFRIgQIAAgfMSyM2rpztBnVNKOZlsJo/J/hrZLmUwnvWMHOt2u5GR7Yzsq5HtjNrOMtvDkX2it+5GYzZs3APuAfeAe8A9sGPuAd8Helv/va7fY9f7dzlpPPtyfn5nzsh69mWUMvh+nX0Zw32lDMZKKf17I8dOF/Ucp5tnnAABAgQIECBAgAABAgQumoAXJkCAAAECBAgQIECAAIEWCkg+08I39fyW5GgCBAgQIECAAAECBAgQIECg/QJWSIAAAQIECBAgQIAAga0pkBtNJ0UpZc0Fj87JwVJKP+nM8FgpJYdORm6UrVE7c/5wvbZrmWO1nmVG9tXI9umizlUSuLACXo0AAQIECBDYqQJn8v100pz0yv4shyP7Sln9bp3tHM+yfr/OevZlZH00ShkcP9qf7TymRimDRDXZPxp1jpIAAQIECBAYFlAnQIAAAQIECBAgQIAAAQIE2i9ghQQIENh8AclnNt/YKxAgQIAAAQIECBA4tYBRAgQIECBAgAABAgQIECBAoP0CVkiAwBkJlFL6CWRKWVsOH5wbUIfbpazdnJpjpZQsIudmZKOWWc/IdkbWh6P2lbL2vNlfytrzZt/wsZPqOaduyFV2gwED94B7wD3gHnAPuAfcA5t/D+R30EnfTWvfpPFSVr//5rycU6O2szyTyONG52VfRvaXMvhenfWM2p/1jFLKxOeC0Xk5d8uFCyJAgAABAgQIECBAgAABAgTaL2CFBAgQIECAAAECBFooIPlMC99USyJA4PwEHE2AAAECBAgQIECAAAECBAi0X8AKCRAgQIAAAQIEtpbA6TaR5njGpKue1J8bmnNujpUy2ERb21nWyPGsZ1ljuJ31jDp2tmW9jjyHIECAAIELL+AVCRAgsJMFzva7a52fZrWe5anaOTYcdf7Z9JUySDSTx9YYPn64Xsrqd/vhfnUCBAgQIECAAIGdLWD1BAgQIECAAAECBAgQIECAQPsFrHDzBSSf2Xxjr0CAAAECBAgQIECAAAECpxYwSoAAAQIECBAgQIAAAQIECLRfYM0Kc1PpcEcpZbgZOT4cpQzGs2/NxAmN0Tm1nWUpg82qWc/Iw4fL0Xq2M+q8rNeY1FfHankmc+pcZW/sfWfCxD3gHnAPuAfcA+4B98Dm3QPD31WH69U8+zKyPVzWBIvZXyPHawyP175a5vxar2X2ZdR2KWu/sw+P5ZxSBs8GWRcECGxJARdFgAABAgQIECBAgAABAgQItF/ACgkQIECAAIEWCkg+08I31ZIIECBAgMD5CTiaAAECBAgQIECAAAECBAgQaL+AFRIgQIAAgYsrUMr6G0Zzc2kpJUoZRF5p7ct6RrYzsp5R67U8Xd/o+PBxuVk226ORx+RYljmW9SzXi9HxbItuMGDgHnAPuAfcA+6BC3kPeK2dcr+d6XfS4Xlpk+3h77e1nv0Zw+1an1TWc+UxpQySx9R52Vej9mW5XuTcHCtl8DxQyur5sn806vzRfm0CBAgQIECAAAECBAjsHAErJUCAAAECBAgQIECAAAEC5y8g+cz5G27uGZydAAECBAgQIECAAAECBAgQaL+AFRIgQIAAAQIECBAgQKDlArkhtMboUmt/LUsZbC4dbucxtZ31GsN9k+rZl3NzM2yW2T5d1Hm1zGNPd8x643lsjXq+9ebq70XrDXrW6D12D7gH3APuAfeAe2Dj74H8nlm/c46Ww945Ntyu9dH+2q7nzXm1r5bZNxw5d712jmXkeJYZtT5a5liNHKtRytpnhOyv80op/Wr21eh3+EGAAAECBC6WgNclQIAAAQIECBAgQIAAAQIE2i9ghQQIEGihgOQzLXxTLYkAAQIECBAgQOD8BBxNgAABAgQIECBAgAABAgQItF/ACgkQuHACuQG0lBKlDGL4lXNsuF3KYFNp9pVSsjiZkKTfaH7UY05XNlPXHDs8v9Zz8+zwvOzPvuEy6xm1P+s1al+Wo1Hn1HJ0XLsbDBi4B9wD7gH3gHvAPeAe2Jh7oH7nnFRW4/zem/VJc2rf8Hit53F1vNZHyxzPvhrZzsh2lhmlrH7Xz3ZGHZ9UZl+NnFvK4Pmg9o2WpZSTzxw5v44rCRAgQIAAAQIECBAgQIAAgfYLWCEBAgQIECBAgAABAucvIPnM+Rs6AwECmyvg7AQIECBAgAABAgQIECBAgED7BayQAAECBAgQIECgpQK56bOUMnF1OZYDpayO177sz82uWWZfKasbVWvfcFnn1r48ZjRyzmhftof7a72WOd7rdmJlZn+sHLozlh79UCzc9+aYv+M1MXfz78f8x/97zFz3izH74Z+J2Q/8ZMy8/8dj5r0/FjPvmxyz7391CAbuAffADr4HfAb6PeAecA+4Bzb8HviPjelPxMwH/0vMfuTnYvajvxJzN/52zN32x7Fw91/H4kPXxtJjH4vlI/dHZ+FoPzljt7ua8Ca/79Z21ocj+7OdZTR/sl4j+zJqO8varmVzSP/1apn9tT6pXK8v+zPyNbLMKGXt80H2DUcppx4fnqtOgAABAgQIECCw4QJOSIAAAQIECBAgQIAAAQIECLRfwApbKCD5TAvfVEsiQIAAAQIECBAgQIDA+Qk4mgABAgQIECBAgAABAgQIEGi/wOascHhDaL5CKSWLk5HjNbKzlNVNoaUM5g6P55yM7Msyo9ZrmX0Z2c4Yrme7RvbnhtfazrL2Zf/ykQdicc/7YuH2P4/5j/5yTF/7A3HsDd8aR//Pq2L6jd8ax9/5ff0EM3Mf/ZVYuOX3YvHOv4jFe18Xyw++I5b3vDeW9344Vh67Plb23xAr+wQD94B7wD3gHnAPuAfcA+6BC3EPfCyWH7suVh79YCw//O5YfuCtsXTPX8fS7X8SCzf9dsxf9wsxlwlv3vGvYvp13xjTf/0PY+Zt/6KfsGb+xt9uvs++Ppb33xgrcwcjvxPnd+SMWh8us56R45OifreuY3Vu9teoY1lm32g5qa/OybEa2VfK4Fki6zXqeJalDJ4vsi4I7GwBqydAgAABAgQIECBAgAABAgTaL2CFBAgQIECAAIHzF5B85vwNnYEAAQIECGyugLMTIECAAAECBAgQIECAAAEC7RewQgIECBAg0BKBUtbf4JkbQkspUcogcsnZl2VGbk7NspSSReTYaOSc7OtPaH5kfThyPGO4L+vZl5H1jOWDd8TCPa+P2et/JY6/4/+No3/51XH8bf885j70UzF/6/+MxQfeFp2Dt0V37kDzKv4SIECAAAECBDZIwGkIXGSB3spCdKYfipV918fSvX8T8x//zZh734/GzBv/aRx/wz+J2ff9WMzf/Hux+PB7ozPzWP87eX6PrpHfpU9Vz+XlnOEYnj/cP1wfPq6UQVKZ2pflpMjjs7+U0n/GyHrty/ponGpsdK42AQIECBAgQIAAAQIEzkvAwQQIECBAgAABAgQIECBAYBsKTG3Da76ol+zFCRAgQIAAAQIECBAgQIAAgfYLWCEBAgQIECBAgAABAgQInJ3ApI2c2TccpQw2kda+4VfIvlLWjpcyaA/Pq/WcXyM3s9b6pLLbWYrlfTfE/K1/GNPv+uE4+pdfE8ff+X0xd8N/i8X73xydI/dEdFfqqZU7SMBSCRAgQIAAAQIEVgV6i0djZf/HY+nu/xML1/1szLzlO+P4m74t5q77uVi89/XROfZADH/3nlTPvoz8Xp5nzrJG7c/26Fjtq/21zP7RqGNZZtTxUko2+wlzal+W/c7mRymD8abqLwECBAjsMAHLJUCAAAECBAgQIECAAAECBNovYIUECBAgcP4Cks+cv6EzECBAgAABAgQIbK6AsxMgQIAAAQIECBAgQIAAAQLtF7BCAgS2uUApazdy1k2epZQoZRC1ry51Ujv7MnJOLWt9eLPqcL2O5/yMHFs5cm/M3f4Xcfw9/yGO/eXXxsx7fzQWbv/T6Dx+c/Q6S3mIIECAAAECBAgQIEDgNAK9+cdjZc97Y/Gm34rZd/zrmHnzt8X8R/9rLD30rugsHO0no8nv3/V7eJY1sj8j2/kyWfZ6vayuSRCTHTlW52a9RimDZ4mcUyPHar2WpawmrixlcEwppQ4rCRAgQIAAAQIECBAgQIAAgQsr4NUIECBAgAABAgQIENiGApLPbMM3zSUTuLgCXp0AAQIECBAgQIAAAQIECBBov4AVEiBAgAABAgQIEDi1QG74rDE6M/uzr5TBBtBsZ2RfjWyXsnY8+4bHsz0cOVbbw/XcpJqxvP/GmL/pd2L6zd8Z02/7V7Fwy+/Fyv6PR6/XzennHJ3lbizMdGL2yHJM71+MI48uxMGH5uPAfbOx7+7Z2HvHTDz6ieOx59bj8cit07HnluPx8C3TgoF7wD2wDe4Bn1U+r90D7gH3wHa/Bx5pvnv2vwTAD1QAABAASURBVIfedjz23n489t05EwfunY3H75+LQ3vm48jexTh+cCnmjq7E0nwnup3eOX8vzgN78wdj+aF3xsJHfzFm3/hPYu59PxqLd782VqYfOZmIJr+b1+j1es338V50Op1+WduTyv75T8zPekaeZ3hu9tWo/dnOeVlm1P4sSxk8c2T/cOTYcAyPqRMgQIAAAQIE2idgRQQIECBAgAABAgQIECBAgED7BayQwPkLSD5z/obOQIAAAQIECBAgQIAAgc0VcHYCBAgQIECAAAECBAgQIECg/QLbaIW5SbOUEqUMYvjScyzbpYxv8syxjBzPyHqNbGcMt2v9VOXy/ptj9obfjONv/Kdx/N3/Phbu+qvozuzNU51V9Dq9WJxZieOPL8ahh+f7SWX23DodD3z0aDx043R/I+/+e2b7SWcy+UwmoZk5tBxzR5dj4fhKLM52Ynm+E0vz3Vhe6MTKQlcwcA+4B9wD7gH3gHvAPeAe2PR7YKn57rmc30PnOv2EiXPTKzFzeLmfcObYY4tx5JH5fiKafXfPxCO3Ho8HbzjWfL89Fo9+YiYO3D8b+d129vBS8x323BI2dh6/OZZu/f9i7u3/LObe80Ox2Hwf78we6Ceiqd/jhxPPZJKYGnU8y/zynv21nmVG9meZMVrP9mjUebU/26WMP5uUMniWKWVQ5rx6jJLApgt4AQIECBAgQIAAAQIECBAgQKD9AlZIgAABAgQIENiGApLPbMM3zSUTIECAwMUV8OoECBAgQIAAAQIECBAgQIBA+wWskAABAgQIEJgskJsySyljg9mfUcpgbLQ+fECO1aj9tV3L3HiaY7WdZe1bmX4k5m/745h+y3fH8Xf/UCzd+7rozB3M6WccmWjm2P7F/obbPbdMxwM3HItHb5+Jxx+Yj2P7FvtJZZbnu9HrnfEpTSRAgAABAgS2oYBLJrATBTrLvVicXYmZg8v95DP7752LwXfio/FY85340EPzkYkWlxfPLiFN9/AdsXTb78XcW78jFj70k7H00LXR7XSa79S9fuT3+fq9frTMsXwvhvtrO/tqPcuM7BuO2pflaOS82pf1jNquZSmD55jaVhIgQIAAAQIECBAg0C4BqyFAgAABAgQIECBAgAABAgROLzB1+ilbeoaLI0CAAAECBAgQIECAAAECBNovYIUECBAgQIAAAQIECBAgsAUEcpNmKWs3ZWZfRimD/tH66GXneMZwf7ZrDPfnBtTan+Xiw++J6fe+Oqbf/J395DOd6T3D009Znz++EkcfXYjH7pyN+z92tJ9opr+p9uByLC+c3abaU76QwfMRcCwBAgQIECBAgMBFFOh1IuZnVqKfpPG+2dhz83TsuWm6n7Bx+sBS8725mXCG17ey76Ox+LH/GrNv/OaYv+l3onP0vsjv9xn53b6WWc/IdkbWa9R2vmT21bLWs52R7YysZ9R6LbMvo7ZLKf1kOLWdYzUm9dUxJQECBAhsmIATESBAgAABAgQIECBAgAABAu0XsEICBAgQ2IYCks9swzfNJRMgQIAAAQIELq6AVydAgAABAgQIECBAgAABAgTaL2CFBAgQWCuQmzBLGSSYqSPDfVkf7h+t1/FSVjd6Zl/dUJr1PCbL4b7O/JGYu+1PYvqN3xZzH/6ZWHns+px22ugsdeP4gcXYf+9sPHDDsXjsjpk4/OhCzE8vR8g1c1o/EwgQIECAAAECBHaKwKnXudx8r545uBwHH5yLPbccb2I6Dj40H3NHV0594InR3vJMdO5/fcxd+70x/4Efj+VHPnDaJDT5TDAc9fmgljk2XD/xUieLHM+oHcP17Mt2KSWr/SQ0/cqJH6UMnldONBUECBAgQIAAAQIECBAgQKAlApZBgAABAgQIECBAgACB0wtIPnN6IzMIbG0BV0eAAAECBAgQIECAAAECBAi0X8AKCRAgQIAAAQIECFwEgdyUWaOUwebMehnZX8rkjZk5lvOGy6zXyLGM0fbwBtKVow/E7Md+PY697htj4bY/jM7svjzklLG80I1j+xZj7x0z8dBN0/H4g/Mxe3g5ep3eKY8zSIAAgS0j4EIIECBAgMAWF8jv3NP7F2Pf3TPx4A3H4sB9szHTfOc+k8vuPn5jLF7/szH3zn8Vy/e/IbqdzikT0eTzwvAzQr5G9mVkvUa2M3Ju9pUyeHbJvozsyxitl7I6L8drlDJ4zsn5GbVfSYAAAQIECBDYMAEnIkCAAAECBAgQIECAAAECBNovYIUEtqGA5DPb8E1zyQQIECBAgAABAgQIXFwBr06AAAECBAgQIECAAAECBAi0X8AKI0opJyOG/uQGzFIGGzJrd/ZlfbjMekb2j0btL2VwntpePnRnzHz452L6rf88lu574+hhY+3OSi+O7V+KvXccjz23TMehh+dj4fjK2DwdBAgQIECAAAECBAhsrEC304uZQ8tx4N7ZeOBjR+PA/XMxd+z038V7x/fE0s2/E3Nv+X9i6a7XRHdloZ+EJp8JMoHMcOQVD/dnfTTqnFrW8VJKdvUj+0pZbWfncF/Ws69GKWXis1AdV7ZLwGoIECBAgAABAgQIECBAgACB9gtYIQECBAgQIECAwOkFJJ85vZEZBAgQILC1BVwdAQIECBAgQIAAAQIECBAg0H4BKyRAgAABAgQuoMDoxst86ezLyHrGcD3bGbUvy4zsq5HtjNxImmX2Z5ntjKWDd8TMh346jr/je2P54Xfl8Clj9uhgk+tDHz8Whx6ai4XjnVPON0iAAAECBAhsCwEXSYDANhXodSNmDi7Fvrtm4uGbpuPwIwuxPN90nmI9vcWjsXz7H8fcW749Fu/48+iuLPWT0OTzQcbw80LWM2p/1jOynZEvk+0a67WzfzhyfrZLWU2KWfuyv8akvjqmJECAAAECBAgQIEDgrAUcQIAAAQIECBAgQIAAAQIECGxBgQ1OPrMFV+iSCBAgQIAAAQIECBAgQIAAgQ0WcDoCBAgQIECAAAECBAgQaKNA3VBZSjm5vOzLKGXQl/U6WOu1rP3DZY5NitwgmrFy9KGY+cgvxMw7vy+WHn7P8KFj9c5KL44+thiP3HI89t89GzOHl8fm6NhIAeciQIAAAQIECBAgcPYCK0vdOLp3IfbcOh377pqN2SOn+d6+PBMrd/5JzL/tO2P53r85mYAmnyPymaGWtT7czqvL9nAM92W9lMGzTNbrObI+HHl8tkspUcogEU22a5RSalVJgACBFgpYEgECBAgQIECAAAECBAgQINB+ASskQIAAAQKnF5B85vRGZhAgQIAAAQIEtraAqyNAgAABAgQIECBAgAABAgTaL2CFBAgQuAACpUzeUFnK+ObLejl1k+ZoO/uHI8eH293F6Zi78bdj+q3fE8sPvTOH142luU4cfHAuHvr4sTi8Zz6WFjrrzjVAgAABAgQIECBAYFsLtOzi544tx/57ZmPPLcfj2L7F6HXXX2Bv8Wgs3/Z7sXDtv2qeEa49mYSmJozJMmPNc0W3G7WdZ856nTPazrFSBs88Wc/IOTVKGTz3ZH8pg3odq2WO1bqSAAECBAgQIECAAAECBAics4ADCRAgQIAAAQIECBAgsAUFJJ/Zgm+KS9reAq6eAAECBAgQIECAAAECBAgQaL+AFRIgQIAAAQIECBBok8CkDZTZl1HK2k2X2Zdrr2WtZ3s4RvvrBtCcM3/XX8X0m749Fu9+bU5bN+anV2L/vbPxyG3HY/rA0rrzDBAgQGCzBJyXAAECBAgQ2BiB5YVOHHp4Ph666VgceXQ+OsvrZ6HpzTwayzf+asy//8di5fFb+8llhp8nhuv5fJEx3JdXnH01sl1jUl+O1f5SVpPTlLL2WSjnlTLel/2CAAECBAgQ2N4Crp4AAQIECBAgQIAAAQIECBBov4AVEiBwegHJZ05vZAYBAgQIECBAgAABAltbwNURIECAAAECBAgQIECAAAEC7Rewwk0UKGWwwXL0JUqZvLEyN2aOzh3ty/ZoLD320Zh+x/8b8zf+dnSXZkZPcbI9N70S++6aicfunInZw8sn+1UIECBAgAABAgQIENjeAt2VXhx5dDEeunk6Du+Zj85yb90F9Q7dGksf/LFYvOm/R2fhWNQEM6NlPnfkSbI8kxiem+fKdimDZ588vpTB81GtZ5lzapQyGK9t5YYLOCEBAgQIECBAgAABAgQIECDQfgErJECAAAECBAgQ2IICks9swTfFJREgQGB7C7h6AgQIECBAgAABAgQIECBAoP0CVkiAAAECBAi0RWB0I2WuK/tKGWy+zHaN7B+uZ7tG9td6LbMvo7s4HbMf/dWYee+PRefw3dk1MRZmVmL/3bOx786ZmDu2MnGOTgIECBAgQOBCCngtAgQIbJJAN+LoY4vx0M3H4sgjC9HtrJ+EpvPgW2LpXf86Vh56W3Q6nX4Smkwak5HPHuuVOZZXn2WNbNcopUQpg+eeHK/9o/VSBnPqeC2H59U+JQECBAgQIECAAIHtKeCqCRAgQIAAAQIECBAgQIAAgfYLnH6Fks+c3sgMAgQIECBAgAABAgQIECCwtQVcHQECBAgQIECAAAECBAgQOEuBulGylHLyyOzLKGV8c2X214m1Xsvsz/qkWHzwHXHsLd8TS/e/OadNjOX5bhy4fy723j4Ts0eXJ87RGREQCBAgQIAAAQIECLRNoBtxZO9C7LllOo49trju6npL07F802/G0nU/Hd3jj/ST0OTzx2jimeyrJ8l6RrazrFGPqe0sc85wDPdlvZTxZ6RSVp+lho9VJ0CAwHkLOAEBAgQIECBAgAABAgQIECDQfgErJECAAAECW1BA8pkt+Ka4JAIECBAgQGB7C7h6AgQIECBAgAABAgQIECBAoP0CVkiAAIHtLlDK2o2SdUNlrivrWdYYbdf+LCdt3Mz5nfnDcfxDPxOzH/mF6C0cyalj0ev24vCe+dhz63TMHFwaG9dBgAABAgQIECBA4GILeP0LI9BZ7sWh5tngkVuPx8zh5XVftLv/+lh6z/fGyv1vjHwWOVXkc0lGzskyT1rLWs/2pMjx4cg5pYwnoMk5OZalIECAAAECBAgQIECAAIHtK+DKCRAgQIAAAQIECBAgQCBC8hl3QdsFrI8AAQIECBAgQIAAAQIECBBov4AVEiBAgAABAgQIECBwhgKTNkZmXylrN1JmX8boabNvUuS82r/40Ltj+q3/IpYffnd2T4yZx5dizy3TcfSxxYnjOgkQIDBBQBcBAgQIECDQcoGl+U4cuHc29t0zG8tNfdJye91OrNz2P2Lxup+Ozuz+dZPQ5PNJt9vtn6LWsxyO/uA6P3Le8FC2S1n73JTjpZQsBAECBAgQILBxAs5EgAABAgQIECBAgAABAgQItF/ACgkQ2IICks9swTfFJREgQIAAAQIECBDY3gKungABAgQIECBAgAABAgQIEGi/gBVuV4FS1m6MzA2UuZYsS1k7VvtzrEb2jUaO5abOLGdv+I2Y/fDPRG/x6Oi0fnty6g3yAAAQAElEQVRxrhOP3TUTBx6Yi5WlXr/PDwIECBAgQIAAAQIECAwLzB1Zjj23Ho/Djy4Md6+p9/ZfH8vv/f5YeeS9/QQ0+TwyHJ1OJ7KdzyoZWR+OPFm2R8vaV/tH26WMJ6DJue0NKyNAgAABAgQIECBAgAABAgTaL2CFBAgQIECAAAECBCIkn3EXECBAoO0C1keAAAECBAgQIECAAAECBAi0X8AKCRAgQIAAAQJnIDC6aTLbpZT+kaWsbqDM/n7niR+lDOZk/6RNm9m/cviumH77v4mle19/4qjx4ujehXj0tuMxf2xlfFAPAQIECBAgcHoBMwgQILDDBI4+uhCP5DPE9ORniN7yTKx8/Jdj5RO/F5lsJp9XaiRVPqtkO8vRWK+/Hpfzsz4atb+Ww+OT+obH1QkQIECAAAECBAickYBJBAgQIECAAAECBAgQIECAQPsFtuAKJZ/Zgm+KSyJAgAABAgQIECBAgACB7S3g6gkQIECAAAECBAgQIECAwFYQGN34WMogiUxeWymDep0zWuac7BuO7MsY7sv64n1vjuPv+N7oHLknh8dicWYl9t4+E4cfWRgb284drp0AAQIECBAgQIAAgc0XWJrrxGN3Ns8TD8+v+2Kd+98Qyx/8sehMPxyZVGY48pklI/uGyzxZtjNqPcuM2pf1GmfSV8rgOaseoyRAoB0CVkGAAAECBAgQIECAAAECBAi0X8AKCRAgQIAAgQjJZ9wFBAgQIECAQNsFrI8AAQIECBAgQIAAAQIECBBov4AVEiBAgMCIQG6MLKWM9A6aOZYxaK3+rH1ZZuRIlsORfRm1b+6G34y5j/1qdk2MI3sX49HbZ2JhZmXiuE4CBAgQIECAAAECZyFg6g4WOLqveba47XgsHJ/8bNE7ckesfOBHYuXRD44loKmJZ/I5JgmznZH17Mt6ltnOepYZ2VejtrMcjhwfbmd9Ul/2CwIECBAgQIAAAQIECBA4IwGTCBAgQIAAAQIECBAgQOAiCEg+cxHQd/ZLWj0BAgQIECBAgAABAgQIECDQfgErJECAAAECBAgQIEDgYgrkRsdSxhPPZP9613UmYzknN2JmdOYOxsx7fzQW733dxFOuLHXjsbtn48gj8xPHdRIg0AYBayBAgAABAgQIXFiBxblO7L1jJo4+tjDxhXsrc9H5+C/Gyt3/e00CmnyWyeh0Ov3+rGfks02W9WS1nmVG7R8uJ/VnX0adV8r481gdUxIgQIAAge0n4IoJECBAgAABAgQIECBAgACB9gtYIQECBCIkn3EXECBAgAABAgQIEGi7gPURIECAAAECBAgQIECAAAEC7RewQgInBHLDYynlRGu8yPHR3tqXZY2cU+ujZefQ7TH9zn8Xy/tuyGljMXt4OR657XjMH10eG9NBgAABAgQIECBAgACB8xU4vGch9t8zGyvL3Ymn6t79Z7Fy82+cTDSTSWYycnI+32Q9y/Ui52Xk+HCZ9Yzan/WMUtZ/BsvxDQ0nI0CAAAECBAgQIECAAAECBNovYIUECBAgQIAAAQIELoKA5DMXAd1LEiCwswWsngABAgQIECBAgAABAgQIEGi/gBUSIECAAAECBLaKQG6KrFHKmW+IHN6MmWup51h8+N0xfe0PRG9uf3aPRX8T6L2z0V3pjY3pIECAAAECbROwHgIECBC4eAKzR5Zj7yeOx9yxyUkvu3uujeWP/KfoLhydmIQmn3lq5PNO1rOsK6r1LIdjdDzbOT5cZr1GHattJQECBAgQIECAwPYTcMUECBAgQIAAAQIECBAgQIBA+wWsMELyGXcBAQIECBAgQIAAAQIECLRdwPoIECBAgAABAgQIECBAgMCOFBjd5DipnRssE6eO1bL2ZTvnZLlw92tj7sM/G9Hr5vCa6K50Y//ds3H0sYU1/Rew4aUIECBAgAABAgQIENhhAitLvdh3V/Mcsm9x8soP3RorH/nx6Bx7IDqdTj8JTT7fZOQzTkYemGWNHMuo7SzrnCyHo46dqq+UMjysToDA+Qs4AwECBAgQIECAAAECBAgQINB+ASskQIAAAQIELoLA1EV4TS9JgAABAgQI7GgBiydAgAABAgQIECBAgAABAgTaL2CFBAgQIHCxBEpZu7GxlNV2Kav1vL7cKFlKiSxr1P7hdvbN3fIHMX/jb2d1LBZmOrH39tmYPbo8NqaDAAECBAgQIECgzQLWRmBrCBx+eD4ef2B+4sX0ju+Jzkf+U3QP3dZPPpPPOplcJqPWs8yDa1/Wsy8j68ORfRm1b7h+tn11vpIAAQIECBAgQIAAAQJbW8DVESBAgAABAgQIECBAgMBOEJB8Zie8y6daozECBAgQIECAAAECBAgQIECg/QJWSIAAAQIECBAgQIBA6wVGNzxmu5RBYpm6+OwbrpeydjzHRufk5su5j/9mLN7xZzk8FjOHl2Lv7TOxtNAZG9NBgMAFFvByBAgQIECAAIEdLHD88cXYd+dMdJa74wrLx6N7/X+Ozr7r+glo8jknn32yHI7sy8i+LGuMtvMFcizLjOF6tjOyLyPrGaWULAQBAgQIEDh/AWcgQIAAAQIECBAgQIAAAQIE2i9ghQQIELgIApLPXAR0L0mAAAECBAgQILCzBayeAAECBAgQIECAAAECBAgQaL+AFRK40AKljG9kHN7oWK8n+zKynWWN0XZursy+uY/+Size87qsjsXRxxbjwL1zTX+vCX8JECBAgAABAgQIECBwcQXmpldi7x0zsTg3nhyz1+1E94afj+7eD0Q+B3W73X45XM++jOwbjrqq7Mv6cJntjNqX9YxSxp/Rsn90XvYJAgQIECBAgAABAgQIECBAYGsLuDoCBAgQIECAAAECO0FA8pmd8C5bIwECpxIwRoAAAQIECBAgQIAAAQIECLRfwAoJECBAgAABAq0VmLRxMftKWd3omO0EGC5rvfZnOyPbudkyy5kP/1wsPfDWrI7F4T3zkTE2oIMAAQIECFw8Aa9MgAABAgRieaEbj90xE3PHlidqdG785eg88p7I556MfA7KqPU8KNuToo5lWSPnnaqe4xl1Timln/SmtpUECBAgQIAAAQJnLeAAAgQIECBAgAABAgQIECBAoP0CVngRBCSfuQjoXpIAAQIECBAgQIAAAQI7W8DqCRAgQIAAAQIECBAgQIAAgY0SKGU1yUyes25qrGX2lTJ5c2POycg5WWbkhstsz37k52P54XdldSwev38ujj62ONa/tkOLAAECBAgQIECAAAECF0eg2+nFvrtmY+bQ0sQL6N7869E9kYCm0+mMJaLJZ6PhyOek2s4T1nqW2R6OSX3D41kvZe1zXPYJAttXwJUTIECAAAECBAgQIECAAAEC7RewQgIECBAgQGAnCEg+sxPeZWskQIAAAQKnEjBGgAABAgQIECBAgAABAgQItF/ACgkQIEBgRwjkJsdS1t/EmOMZiZFlxnC9tmev+8VYeujaHBqL/ffOxvGDkzdwjk3WQYAAAQIECBAgcGEFvBoBAmsEDtw3F8cPTE6c2b3lv0Xn0fetSTyTSWZq5PPRaD37MoZfJNs1av9oO/uzL8vhmNQ3PK5OgAABAgQIECBAgACBiQI6CRAgQIAAAQIECBAgQIDAJghIPrMJqOdzSscSIECAAAECBAgQIECAAAEC7RewQgIECBAgQIAAAQIECJyPwKQNirWvlvX82c44XTvnZMxe/yux9OA76vSTZaa02Xf3bMweXj7Zp0KAwKkFjBIgQIAAAQIECFx8gccfnI/p/ZMT0PRu/rXo7vvIWAKafDbKxDNZ1siV1HqWdbz2D5dZLyWforK2GnlcRu0pZXxOHVMSIECAwPYRcKUECBAgQIAAAQIECBAgQIBA+wWskAABAjtBQPKZnfAuWyMBAgQIECBAgMCpBIwRIECAAAECBAgQIECAAAEC7RewQgKtEihl7QbFunmxlMn9OV6jQtT2cDl/0+/E0gNvqVNOlr1exGN3zcbcUYlnTqKoECBAgAABAgQIECCwFQUmXtPBh+bj2HoJaG78pegcuOlkAppMKlNj+HlptF5fKPuzXsusZ9R2LbOvlLXPbNmXMTwn24IAAQIECBAgQIAAAQIECBA4pYBBAgQIECBAgAABAgQ2QUDymU1AdUoCBM5HwLEECBAgQIAAAQIECBAgQIBA+wWskAABAgQIECBA4FwEJm1IrH2llKj1PHetTyqzbzQWPvEnsXj3a/PQsdh/z0zMHZN4ZgxGBwECBAicRsAwAQIECBDYOgKHHpqP6XUS0MTNvxzdo/f1E9Dks1ImnxkuR+vZHo1cafaNlqUMEs6UMnhmK2VQ1rk5v5TBnKwLAgQIECBAgMD2E3DFBAgQIECAAAECBAgQIECAQPsFrHAnCEg+sxPeZWskQIAAAQIECBAgQIDAqQSMESBAgAABAgQIECBAgAABAttCoJS1GxLrZsVSBpsXSxmUtb8uKtvlxFj2ZXu4XLj3DbHwiT/OrrHYf89szB1dGevXQYAAAQIECBAgQIAAge0mcDAT0BxYGr/slbno3vTL0Z0/eDIBTT43jUZNSpMnqGNZz8j2cJn1jNH+bJey9tku5wkCGybgRAQIECBAgAABAgQIECBAgED7BayQAAECBAgQILAJApLPbAKqUxIgQIAAgfMRcCwBAgQIECBAgAABAgQIECDQfgErJECAAAEC5yuQGxbzHKUMEs5kvfZlPaO2S1k7J/trLD36oVj4+G/k9LE4cN9czB5ZHuvXQYAAAQIECBAgcGYCZhEgsPUEDj44FzMHxxPQlPn90bvpV6PTWeknoOl0OpHPTZlwJiPruZosazvrNXIsI9vD5Wi9tktZfU7LPkGAAAECBAgQIECAwPYVcOUECBAgQIAAAQIECBAgQKANApLPnPpdNEqAAAECBAgQIECAAAECBAi0X8AKCRAgQIAAAQIECBAgsK0E6mbGUsY3K5ayti/nZowuMPtWjtwbsx/5udGhfru/IfPQ+IbM/qAfBLangKsmQIAAAQIECBAg0Bc4cP9czB6dkGjz6J0Rt/y3qIlnapnPTxmZdCYj6zX6J2x+1HaWTbP/d7Q+2i5l7fNb/yA/CBAgQOB8BRxPgAABAgQIECBAgAABAgQItF/ACgkQIEBgEwQkn9kEVKckQIAAAQIECBA4HwHHEiBAgAABAgQIECBAgAABAu0XsEICBM5WYHiTYh5bymCTYiklm/3IORn9xokfpQzmjW6Q7C3Pxfz1vxSxsnBi5mpx5JGFmD4g8cyqiBoBAgQIECBAgAABAucmsHWPOnDvXCzOdMYvcN8HI+7586jPUFnWqM9bWWZfLWs923nCLDNqPcsatb+2sxzuG67nmCBAgAABAgQIECBAgAABAltfwBUSIECAAAECBAgQINAGAcln2vAuWgOBzRRwbgIECBAgQIAAAQIECBAgQKD9AlZIgAABAgQIECCw5QVKWU0yU0qJuiFxtKwLyf6M3AQ53JftjNnrfyk6uwboBAAAEABJREFUxx6oQyfLY/sX48je8YQ0JyeoECBAgMD2FXDlBAgQIECAwEmBXrcX++6biZXF7sm+k5UH/jp6j76nn4Amn5/qs1Uta1+285gzLUspUUrJQ/pRj+s3TvwoZfV570SXggABAgQIECBwdgJmEyBAgAABAgQIECBAgAABAu0XsEICmyAg+cwmoDolAQIECBAgQIAAAQIEzkfAsQQIECBAgAABAgQIECBAgED7Bc50haObEUfbeZ7hvlqvZR3Pdka2F277o1h+5ANZXROzR5fj0EPza/o0CBAgQIAAAQIECBAg0FaBzmIvDtw3N3l5n/jt6B69Z00Cmk6n008EWp+tssxENHmCrNeo7eGy1nNO1muUspqMZrhvdF4dU24/AVdMgAABAgQIECBAgAABAgQItF/ACgkQIECAAAECbRCQfKYN76I1ECBAgMBmCjg3AQIECBAgQIAAAQIECBAg0H4BKyRAgAABAltSIDcbljK+ETH7hy+4lMlzJm2CXHr4vbF4x58NH96vL8134sB9s/26HwQIECBAgACBlgpYFgECBMYEFmZWmmehCQloet2IT/xuRHeln3Amn6/yWSzLGtmukX158tqu9VIGz2vZn30ZWc+o9VJK/zWyXaOU8b46piRAgAABAgQIECBA4JQCBgkQIECAAAECBAgQIECAAIFzENhmyWfOYYUOIUCAAAECBAgQIECAAAECBLaZgMslQIAAAQIECBAgQIAAgRQoZbBJMesZuTmxlPG+7M+oc2o927kBsra7s4/F/A2/lt1roteLePz+ueh11nRrENhkAacnQIAAAQIECBAgsDUEZg4txZG9i2MXU2Yeiu5tvxOdTify2apGPmMNR/bnwcN9WR/uy3qNUkqUsppcJueWstoenpdjta0kQIDA9hRw1QQIECBAgAABAgQIECBAgED7BayQAAECBNogIPlMG95FayBAgAABAgQIbKaAcxMgQIAAAQIECBAgQIAAAQLtF7BCAgS2vEBuOCxl7WbE7Bu+8PXa2Z+bIWc/+uvRW54dPqRfP3j/XCzOyjzTx/CDAAECBAgQIECAQJsFrG1dgSOPzMfskeWx8fLYeyP2vCPyuSojn62GI/vyoCxPFXXOcFlKyebJRDSlrH3my8FSBnOyLggQIECAAAECBAgQIECAwBkJmESAAAECBAgQIECAAIFzEJB85hzQHELgYgp4bQIECBAgQIAAAQIECBAgQKD9AlZIgAABAgQIECBAYFggNzCWsroJMdsZdU7WRyM3Q+Z49me58In/FZ0DH8/qmjj62GIcP7S0pk+DAAECBC6MgFchQIAAAQIEtpZAJuZcWeiOXVS58/ejO/1gDD9n5bNWRvYNR/bVE2Q9I9uTyuyrUeeUsvrsl32CAAECBAgQ2P4CVkCAAAECBAgQIECAAAECBAi0X8AKCbRBQPKZNryL1kCAAAECBAgQIECAwGYKODcBAgQIECBAgAABAgQIECDQfoEtu8LciFjK2s2HpZSx6y1l0Jfz62DWM5b2fTwWb/+T2n2ynJ9eicN75k+2VQgQIECAAAECBAgQILCTBTqdXhx4cG4CQS+m7vqDfvKZTDSTz1kZtV7L7MuDR9vZPxo5L6OUwbNcKYMy+zJyfpZiwwWckAABAgQIECBAgAABAgQIEGi/gBUSIECAAAECBAicg4DkM+eA5hACBAgQuJgCXpsAAQIECBAgQIAAAQIECBBov4AVEiBAgACBnSswaYPhaF9t1zK1sp6R9eGNjtm3ePPvZPea6HUjDk7cVLlmmgYBAgQIECBAYBMFnJoAAQJbT2BhvSSdR+6IuP8vo9PpnExCU5+9chX57FVjUjv7MkpZTTIzOj/Hsy/L0Vivf3SeNgECBAgQIECAAIGtJ+CKCBAgQIAAAQIECBAgQIAAge0gcH7JZ7bDCl0jAQIECBAgQIAAAQIECBAgcH4CjiZAgAABAgQIECBAgACBCyKQmwlLWd2ImC9aymo7xzOyv8bwZsfsq+O1nL/pd6Nz7MEcWhOPPzQXywvdNX0aO1zA8gkQIECAAAECBAgQ6AscfWwxZo8u9+vDP6bu/8uIo3f1k8/kM1dGPpNlZD3n1nptZ19GtmvUdpYZ2Z9lKavPf9kejlLWHxuep06AAIHTCphAgAABAgQIECBAgAABAgQItF/ACgkQIECAwDkISD5zDmgOIUCAAAECBAhcTAGvTYAAAQIECBAgQIAAAQIECLRfwAoJECCQArkBMSPrGaWUKKVk9WSUUiLnZNTOWl/e9/FYuue1tftkefzxpZhp4mSHCgECBAgQIECAAAECF0XAi25dgUMPzkev0xu7wHLPn/SfwTqdTr+syWayzMjnsVpmvUaeqNZrmX3Dkf3ZLmXw3Ffb2ScIECBAgAABAgQIECBAYPsKuHICBAgQIECAAAECBAhsBwHJZ7bDu+Qat7KAayNAgAABAgQIECBAgAABAgTaL2CFBAgQIECAAAECBC64QG4yLGWw4TBfPNu1zPpwlDJIQDO6wXHh1t/LQ9ZEZ6kbh/bMr+nTIECAAIG+gB8ECBAgQIAAgZMCK82z08GHx5+dyrF7Ih74m7HEM8PPaPUk2Tf8nDbcX8rq817tr2UeV8pgPOu1X0mAAAECBAhsiICTECBAgAABAgQIECBAgAABAu0XsEICBM5BQPKZc0BzCAECBAgQIECAAAECF1PAaxMgQIAAAQIECBAgQIAAAQLtF9iZKyxl7ebC4U2GpQzGRmVyTm5mzP6s11i4/U+jc+Te7F4TuXmyu9Jb06dBgAABAgQIECBAgAABAuMCxx9fipnDy2MDU/f9RXSPPxL5LFafwbKs7Swzsi8PHi5H69kejpyfkX2lrH0OzL4ca1dYDQECBAgQIECAAAECBAgQINB+ASskQIAAAQIECBDYDgKSz2yHd8k1EiBAYCsLuDYCBAgQIECAAAECBAgQIECg/QJWSIAAAQIECFwwgbqZsJTVTYbZV2O9C8nxHMuye3xPLH7ij7O5JmYOLsXshI2TayZpECBAgAABAjtXwMoJECBAYEzg8J756HXHumPq/tf0k8/UJDOjZT6b1cijs55lRtYzsr5elFIi55Sy+mxYyqBvvWP0EyBAgAABAgQIEDgjAZMIECBAgAABAgQIECBAgACB9gucwwolnzkHNIcQIECAAAECBAgQIECAAIGLKeC1CRAgQIAAAQIECBAgQKCdArmxMFdWymBDYSmDTYalDMocq5FzM7KdZY1sz9/2R1msiW6nF4f2LKzp09jaAq6OAAECBAgQIECAAIGLL7Cy2G2epebHLmTq8Y9GOXB9P0FMTTxTn8uynTHcznrtGz5Z9md7vXJ4LOulDJ4Xsy4IEGiHgFUQIECAAAECBAgQIECAAAEC7RewQgIECBAgsB0EJJ/ZDu+SayRAgAABAgS2soBrI0CAAAECBAgQIECAAAECBNovYIUECBDYNIG6wXD4BWrfpDL7MnJ+lqOx/OiHYuWR9+fwmji8ZyE6y901fRoECBAgQIAAAQIECKwR0CAwUWB6/2IsHF8ZG5t64C8jE8rUyOezrGeZk7PMqPVSVhOLZn9GjtWo7Swzsr+WWa9RigQ01UJJgAABAgQIECBAgACBcxBwCAECBAgQIECAAAECBAhMEJB8ZgKKru0s4NoJECBAgAABAgQIECBAgACB9gtYIQECBAgQIECAAIH2CJSyuvlweFWlDPrrRsMzLec/8SfDp+nX54+vxPSBxX7dDwIECGwfAVdKgAABAgQIENg6ApnQc/RqyuwjEQ++fiwBTc6rSWjyWS7rGbWeZY2cO1zPdkYpg2fCWs85Wa9Ryup47VMSIECAAIHtKeCqCRAgQIAAAQIECBAgQIAAgfYLWCEBAttBQPKZ7fAuuUYCBAgQIECAAAECW1nAtREgQIAAAQIECBAgQIAAAQLtF7DCDRcY3ThYX6CUwQbCOl7KoF3Hs6xjWdbI/oV7Xh+9Y/dldU0ceWRhTVuDAAECBAgQIECAAAECBM5OYGFmclLP3Q83z2FLx6M+m2WZiWYysl4jX224L9ullP5xWR+N4eOyXsr6c0ePPa+2gwkQIECAAAECBAgQIECAAIH2C1ghAQIECBAgQIAAgQkCks9MQNFFgACB7Szg2gkQIECAAAECBAgQIECAAIH2C1ghAQIECBAg0C6B3EiYUcrqZsJs15i02hyr/VnvdTuxeOdf1K6T5fHHl2Lh+MrJtgoBAgQIECCwfQRcKQECBAhsLYEjjy5Et9tbe1ErczH10Oub/u7J6D+j9Xr9xDKj9Tw4+2qZ9YxsZwzXSxlPRppzBAECBAgQIECAQLsErIYAAQIECBAgQIAAAQIECBBov8B2WKHkM9vhXXKNBAgQIECAAAECBAgQILCVBVwbAQIECBAgQIAAAQIECBA4b4FSVhPP5MlKGd9kWDch1jLnZT1j8c7/HbFwKLvWxJG9C2vaGucs4EACBAgQIECAAAECBHa4QGe5F0cfHX/G2rXnTdGbO9BPPpPPZ91uty+VZUb2ZWRnLWt/9mXU/uF69mUM92VdECCwqQJOToAAAQIECBAgQIAAAQIECLRfwAoJECBAgACBCQKSz0xA0UWAAAECBAhsZwHXToAAAQIECBAgQIAAAQIECLRfwAoJECCwvQVy82Ap48llclWlDJLQ5JxsZ4zWs52RmxVzPDoLsXT3/+lXh38c3bsQK4uDTY/D/eoECBAgQIAAAQIEtoeAqySw9QSOPrYYyxOes3bteWPkc1qNfF6r9Ullriz7s6wx2i6lRCmlDvfro3NycFJf9gsCBAgQIECAAAECBAhsDwFXSYAAAQIECBAgQIAAAQJbQUDyma3wLrT5GqyNAAECBAgQIECAAAECBAgQaL+AFRIgQIAAAQIECBAgcMYCuSmwlNXNg6MH1vFSBnOynXOyrJHtGtm3eNdfRW95tnb1y+5KL3JTZL/hBwECBDZCwDkIECBAgAABAgT6ApOetXbtvTZibl9k0pmMfFY7XeTJ6pysD0ftr2WOZX24zHpGKYMkplkXBAgQIEDgvAWcgAABAgQIECBAgAABAgQIEGi/gBUSIEBggoDkMxNQdBEgQIAAAQIECBDYzgKunQABAgQIECBAgAABAgQIEGi/gBW2RyA3D5ayulEw2zUmrbKOndzMuLIQS/e8dmzq0X0L0e30xvp1ECBAgAABAgQIECBAgMD5CRw/sBjL852xk+x65K395DP53JbPbDVqO8s8aLgcrtex2pftjFIGyUmH66NzckwQIECAAAECBAgQIECAAAEC21PAVRMgQIAAAQIECBDYCgKSz2yFd8E1ECDQZgFrI0CAAAECBAgQIECAAAECBNovYIUECBAgQIAAgXMSyM2CpaxuIsyTlLLazvHsy7JGtmtk39K9r4ve8mzt6ped5V4ce2yxX/eDAAECBAgQ2DABJyJAgAABAicFju4bf+aaevQd0Zs/eDIBTXeTHrQAABAASURBVD6z5QFZ1siENLWeZR2vZe3Ldo3sy8h2lqUMnhuznn2CAAECBAgQIEBgQwWcjAABAgQIECBAgAABAgQIEGi/gBVOEJB8ZgKKLgIECBAgQIAAAQIECBDYzgKunQABAgQIECBAgAABAgQIbH2B4U2C69VzFTmWkfWMWs8yY/He12f3mji2fyF6vTVdLWxYEgECBAgQIECAAAECBC6ewPHHl2Jpvjt2AbsyAU3zQJbPa5lopka2a+RBtV7L2lfKILFMbWdZSolSSlb7kceUstrud/pBoLUCFkaAAAECBAgQIECAAAECBAi0X8AKCRAgQIAAga0gIPnMVngXXAMBAgQIEGizgLURIECAAAECBAgQIECAAAEC7RewQgIECBA4Z4HcNDh8cCmDDYTD/aWUGG5nPWP5wbdGb/7g8OHR60Qc27e4pk+DAAECBAgQIECAwIYIOAkBAmsEJj17XbLvXRGdxcikMzk5y3x+q3E2fTm3HlfL7BMECBAgQIAAAQIECBDYVAEnJ0CAAAECBAgQIECAAIEdKSD5zA572y2XAAECBAgQIECAAAECBAgQaL+AFRIgQIAAAQIECBAgsL0ESllNODNpQ2H25YqGy6wv3/em7F4Tx/YvRK+7pkuDAIGWClgWAQIECBAgQIDAxRU4/vhirCytfQDrrcxH2Xtt5DNbJp7JK6xl9mVkX5Y16njtL6X0j8/x7KtRyuDZsbaVBAgQILAzBKySAAECBAgQIECAAAECBAgQaL+AFRIgQGArCEg+sxXeBddAgAABAgQIECDQZgFrI0CAAAECBAgQIECAAAECBNovYIUEzkggNw6WsrpZsJRBPfvzBKUM2lnPyP7RyE2J2bey72PROXpvTlsTxw4srmlrECBAgAABAgQIECBAgMCGCYydaHrCM9iuve+O+uyWZR6UZT7LZZmR9eyvke3hqP1ZZn8th+ulDJLU5Fgpq/VsCwIECBAgQIAAAQIECBAgQOCcBRxIgAABAgQIECBAYEcKSD6zI992iyawkwWsnQABAgQIECBAgAABAgQIEGi/gBUSIECAAAECBLamQCnjyWVKWe3LTYQZk65+uD/rKw+9fWza9ONL0VnqjfXrIECAAAEC7RSwKgIECBAgcPEFpvcvRa+79jqm5h+LqUMf7yegyZF8hhuO9fqyPyPnZlmjlNXnxlJW63W8lqVIQFMtlAQIECBAgECbBKyFAAECBAgQIECAAAECBAgQaL+AFW4FAclntsK74BoIECBAgAABAgQIECDQZgFrI0CAAAECBAgQIECAAAECBMYEShlsGKybCmtZyuT+PEHOyejM7IvlR96fXWvi+OOLa9oXtOHFCBAgQIAAAQIECBAgsAMFup1eTHoW27Vv8MzW7Xb7SWjyWS7rtUyqrGdkPWNSfbgv5wzHpLFSBs+Uw/PUCWyogJMRIECAAAECBAgQIECAAAEC7RewQgIECBAgQGBHCkg+syPfdosmQIAAgZ0sYO0ECBAgQIAAAQIECBAgQIBA+wWskAABAgS2tkBuEMwoZbApMOv1irOeke0sa9R2lit73pXFmlg4vhKLM501fRoECBAgQIAAAQLtFrA6AgS2hsDxx5fGLmTXoRuiN3/gZOKZ+mxXy5qIprazrCep9Vrm3OGx2p99pZQYbmefIECAAAECBAgQIECgXQJWQ4AAAQIECBAgQIAAAQIELoSA5DMXQnn91zBCgAABAgQIECBAgAABAgQItF/ACgkQIECAAAECBAgQIHBSIDcFlrI26Uwpg/bJSU0l5zVFlDIYq+0sVx4eTz4zfXB8s2MeLwgQuGACXogAAQIECBAgQGCHCizOdWJ+emVs9VP7PthPDJPPcZlAJsuMnDhcZj3HR/uzPRqllJPPicNjeY7htjoBAgQIbJqAExMgQIAAAQIECBAgQIAAAQLtF7BCAgQI7EgByWd25Ntu0QQIECBAgACBnSxg7QQIECBAgAABAgQIECBAgED7BayQwNYWyE2BpZSTF5ntbNQy6xnZHo2V/TdGd+bRHD4Z3U4vZh5fPtlWIUCAAAECBAgQIECAwM4Q2DqrnJmQEHT34x85mXxm+NmuJpqpZY7lSkbb2VejzskyY7S/tpUECBAgQIAAAQIECBAgQKB9AlZEgAABAgQIECBAgMCFEJB85kIoew0CBNYXMEKAAAECBAgQIECAAAECBAi0X8AKCRAgQIAAAQI7VGB4Q2ASZLuUQdKZrNeoY1lm1P5aZl9Gtpf3vCera2Lm0FLT7jXhLwECBAgQuIgCXpoAAQIECOxggXwu63bXPpdNze+Ncuyu6Ha7/SQ0tcxnu6wnV9ZrZHu9/hzLeVmWUvrny7ogQIAAAQIECFxwAS9IgAABAgQIECBAgAABAgQItF/ACnekgOQzO/Jtt2gCBAgQIECAAAECBHaygLUTIECAAAECBAgQIECAAAECW0OglBKllP7FlDIo62bCfueJH7n5sPZ39n7wRO9qMXNoebVxoqYgQIAAAQIECBAgQIAAgQsn0OtFzPQTg659zV2PX99PFJPPdMORs/JZLyP7sz0ck/pyPPszsl6jlMHzZG2Pjtd+ZTsFrIoAAQIECBAgQIAAAQIECBBov4AVEiBAgAABAgQuhIDkMxdC2WsQIECAAIH1BYwQIECAAAECBAgQIECAAAEC7RewQgIECBAg0N9smAyjmwBH2zlnOOp4lsuPfCB6y7PDw7E834mF4ytr+jR2tsAVV10ST33+E+O5L/vk+NRXXh0v+Pyr4ukvvjI++ZrLY9elu3c2jtUTIECAAIHNFXB2AgR2uMDs4fHEoLsOfqz/PJjPdMORSWeGuSaNZV+dM1zPvlJWE85MGhvty2MEAQIECBAgQIAAAQIbIuAkBAgQIECAAAECBAgQIECglQJTrVzVOS/KgQQIECBAgAABAgQIECBAgED7BayQAAECBAgQIECAAAECF0eglLWbA4c3A2Z9OPIKsz1cLu/9UDbXxMyEzY1rJmi0XuCpz7ssXvLKT47Pf9XV8UX/91Pjc770qnjxF14Zz/n0K+Jpz788nvmST4oXfcHV8dKveHq88pufFy//5hfFp3/lc+KZL31qPOFJl0Z7/1gZAQIECBAgQIAAgQsrMH9sJVYWu2tedGr5aEwdvT0y2Uw+49Uy6+tFniDHapnH1Hotczwj2xmlrD5v1vbwePYJAgQItFPAqggQIECAAAECBAgQIECAAIH2C1ghAQIECFwIgakL8SJegwABAgQIECBAgMC6AgYIECBAgAABAgQIECBAgACB9gtYIQECYwKllCil9PsnbQjMvho5Keudx67L6pqYPbK8pq2xcwSe/7Inxd/+uqvjxZ97RXzKM3bHZU/cFWX3VMTuXRFTTWS565Kmvrvpy7i0KS+NS550WVz93E+OF/ztZ8QXfMunx2d89afG5U++PPwhQIAAAQIECBAgcN4CThCzR8ef0XYd+njkM91wJFW2a5n1jNoupWR1YpRS+ufLweFjaj37BQECBAgQIECAAAECBAgQ2DQBJyZAgAABAgQIECBAoJUCU61clUURIHDOAg4kQIAAAQIECBAgQIAAAQIE2i9ghQQIECBAgAABAhdHYHQjYLYz8mrWK+vYyr6PRqzMZfNkLM11Y2muc7KtsjMEPuU5l8UrvuaqeNYLL42pXSUi/6v/1K6IXU1lV1NO7Y7Y3cRUE1nuvjTikiayrHHJEyJ2N3HJZXHVC66Oz/mWz4oXfskLY9elzTHhDwECbRGwDgIECBAgQODCC8wenpB85sjN/QsZfu7rdrv9BDK17E9ofgzPyXpG092fm2VG9pVS+glNSynZ1Y9Sypp5/U4/CBAgQIAAgdYLWCABAgQIECBAgAABAgQIECDQfgErJHAhBKYuxIt4DQIECBAgQIAAAQIECBBYV8AAAQIECBAgQIAAAQIECBAg0FKBUgabAHu9Xn9TYF1mbhTMyHYp45sD61iOZz1jZd/Hsrkm5o6Ob2pcM0GjdQKf+cVPjpd8zuWxe3dzbzX3Tkxl2fxn/6mM3RH9JDS7InY19Uw0s+uSiCs/LeKar4143j+P+Fv/IeI53x3xtFc1/S+OyKQ0l14WU0+4LJ7xuc+Nz/32L4grPuVJrXOzIAIECBAgQIAAAQIXSmDh+EqsLHXXvNzUwuNRjj8QNdFMPuPlhCxHY7i/1mtZ505qZ5/YEgIuggABAgQIECBAgAABAgQIEGi/gBUSIECAAAECBFopMNXKVVkUAQIECBA4ZwEHEiBAgAABAgQIECBAgAABAu0XsEICBAgQILC5ArkhcPQVhvtKKaPD/fbwnKzXyMHugRuyWBOSz6zhaHXjkifsii981dXx5Kube2dXE/2kM01Zmv/kvyuTzdRyd8TuJnZdMiiv+ZqIF/1wxLO+LeLqL4140ssirvp7EU/7JxHP/dGm/McRl1wWcekgnnD1J8fLvv2V8ZRPfVqrPS2OAAECBHaKgHUSIEDg4gjMHVsZe+Gpw7dGPuMNJ6DJdp2Y9RrZV+ulDBKWltJ8/8+BE1HKajvnZnctsy4IECBAgAABAgQI7BwBKyVAgAABAgQIECBAgAABAgQ2QmBqI06yaedwYgIECBAgQIAAAQIECBAgQKD9AlZIgAABAgQIECBAgACBlgmUsroJcNLS6obALDNyTpYZtT5cdo49FN2Zvdl1MjrL3ViYGd/QeHKCSmsELr9yd3z+V1wZl17SiziZdKZEv95PRLOrqWfCmabclWUTmUzmaV8V8ckvi1iZjujOTfZ48pdFPON7Iy67OgYJaC6PXZc/MT7tG18Rz3zFCycfc669jiNAgAABAgQIECCwQwTmj44/q+069ol+8pl87suoSWhqmX3DkVS1nfXRyLHsK6VEKSWrggABAltDwFUQIECAAAECBAgQIECAAAEC7RewQgIECBBopYDkM618Wy2KAAECBAgQIHDuAo4kQIAAAQIECBAgQIAAAQIE2i9ghQQIXDiB3BBYyupGwGzXVy+l9DcfZruU1TnZHo7O4zcPN/v1uenxzYz9AT9aJ/BZX/xJsSv/y/5w4pm8X6aazqldEVnuaspMPLM7y0sirnhxxO7LIzqZeKaJzvGI3jr3zKXPj3jyN0TsuuREXNoce2m84Cs/O57ykme0ztOCCBAgQIAAAQI7ScBaL47A/PTy2Avvnr4rSnep/wxYnwuzrDF6QPZnXy0zSU1t174sa+RYRiml/xqj9WwLAgQIECBAgAABAgQIEGingFURIECAAAECBAgQIEBgIwSmNuIkzkGAwKYJODEBAgQIECBAgAABAgQIECDQfgErJECAAAECBAgQaKlAbgIcXVopJUop/e4cL2W1np3ZNxy5wbBz8JYcWhPzx9ZJJLJmlsZ2F/i8r3hyZD6Z/jr690pzv2SZiWgy6cxUJptp4mR5ScSlT4zIRDS92YjuzIk43pTTzWl6TUz4+4RPi7j8syKmdjexK6IM4sUlMy0mAAAQAElEQVRf//J44tOujJ3+Z3op4vrHIn7j4734l2/rxTe/vhtf81dr4xte143veHM3furDvfjLu3vxcMO90t3pctY/IqC5gwS6vV481nwEv+X+Xvz8db34nrd2Iz8nRj87/ukbe/G913bjt27s9T9n8vNmBzFZKgECBFor0O30Yn5CwtCpo3f015zPfPmsl2V2ZDkcOVb7sxyOUsrJZimr9Tw+B2qZ9YxSVudkWxAgQIAAAQKbLuAFCBAgQIAAAQIECBAgQIAAgfYLWCGBVgpIPtPKt9WiCBAgQIAAAQIECBA4dwFHEiBAgAABAgQIECBAgAABAu0XuHArLKXE6Oa/bGeUsroJMNvrXVXn4K1jQ4sTNjKOTdKxrQU+7ZVXxuWXNfdI/lf9qeZH8zf6SWeyr2ns2hWxqymnmnL37qbeRJZNV8RsRG+miaasCWg6Tbt7fH2Ty18ZUZqDawKa5jWnLr0kPuOffFFc8sQnxE77s7gS8c6HevHP3taNb3lDN/7Lh7rx1gd68chML2aWxzVy/sH5iI/s7cUf3NqLf/2Obnz933TjP3+wF7cfishEFONH6dmuAocXIr7zzWsTEGVSkezLse26ro287oXm39B/eG9vLFFTOm1kfNubuv3ELpngJRM/3XUkYukiJX7K9F4PNx+zv/qxXvPvf/D58Zs39uL9j/RiX/NxnJ8To8bHFnvxwNGIN93f63/O5OfNtzX3Vq5lIxLR3Nec+5uaz7D1zPNaL2SirHyt3/j4+L+den2vfn8vZpdTclRqY9q/3Lw39bWGy0wwtjGvsHPPcu/RXnxD83tv2DXr+TmQnwfbUSY/z/NzPdcxHNmXY9txTa75wgosHG9+GY685NSxOyMTy9TnvywnRR422l/7sqyRc7JeSjmZ5LS2sxQpIAgQIECAAAECBAgQIECAAIH2C1ghAQIECBAgQIDARghMbcRJnIMAAQIECGyagBMTIECAAAECBAgQIECAAAEC7RewQgIECBAgsEMEcmNgRi63lEFSmtrOvqxn1Hq/nH4gYul4Vk/G8nwnli/WzvqTV6GymQJXPvXSeMqnNP85vzSv0twr0S9PtPsJaLLeRCaeySQ0/fJE8pldTRnzEb3ZiJp4JpPOZDKabPfmmpNO+Lv76RHl0uj/ySQ0ZVdEUz7hyU+MF3zly2Kn/Fnq9CKTPmSyhkzK8NjMua+824v46L5e/Pv3dOPfvKMXNz8e0XSd+wkdSYDAmEAmgMjELpngJRM//eC7uvH1f92NH3lPL+46fGH+zeW/63ytH353L/7127v9xFWZZGXsYs+w43DzEZ5r+dY3duO3buxFrvEMDx2b9qInR3zLS/KXyNhQv+Pah3rxob25gn5z039ctzfi7Q9Ofpkrml9B3/OyEldcsv71Tj5SLwECKZBJ8H735l4cWciW2AoCC9PjyWd2Hb+3n5w0n/vWi7z2HMtyUkway76MOj/rGbWtJECAAAECBAgQIHBBBbwYAQIECBAgQIAAAQIECBAgsC0Fps7mqs0lQIAAAQIECBAgQIAAAQIE2i9ghQQIECBAgAABAgQIECCwOQKllCil9E8+vBFwtJ7tGp1Dd/TnD/9YmBnfxDg8rr79BT71c58Yzc2yGplwJm+d0vwn/ryHppoyIxPETO2OyAQ0mXRm6pKI3U2UTvQTz/QTzhxv6pmIppZNvbcUMenPJc9Z7c3XyYipeOpLnx1XXPPJq2MtrT3cEP3ba3uRSR/OJ3HEJJ49zblf/b5u/MrHejG3PGmGPgIENlLgE4d68YPv7sbPfGRzEzEcb/49/3zzGvladx7e2CQumcDqTff34rve0u0nxcrkWOdi9FUvLPG515SJh+YV/9Ftvdg/l7WJUzas88BcxB9+ohu5rkkn/c7PLJHJciaN6SNAYH2B/GzIxHnf89ZufPjRnkR361Nd8JH54yvRG/l43T1zX/PdfPA81+12m/HmPTsxKZ8B8yInldmXkeOnitE5o+1THWuMAIH2ClgZAQIECBAgQIAAAQIECBAg0H4BKyRAgAABAhshMLURJ3EOAgQIECBAgACBTRNwYgIECBAgQIAAAQIECBAgQKD9AlZIgMAOEqib/0op/Y2Gw0uvY7Uv2yuH7qzNk+XC8c7Jukr7BJ7yrMvisktLRD/hTIm1SWgiYmpXRGn+U38/4UyWGbub/iZ2N1HKYDyWIrqZaKaJ7kxTn2siyxMR3Rj7MzWcYCbPsxrP/ZKXjE1vU8dNB3rxw+/pRiaJ2cx1veuhXrz6/d04OL+Zr+LcBAhUgUzEkP+2M7lU7duo8ubHI/7FW7vxgUdHMgts1AucOE8mw8qkWK9+f5xTkpjLml8N3/XSEldceuKEI8W+5tfEn90eka8zMrRhzTz3a+7sxt7mV9Ckk37xs0p85fOb3zmTBvURaJfAhq0mP3nyc+jfvHNzEudt2IXu8BMtzow/u+2auT8y8cwwTT77Dcfw2HA952Q7y4xaz1IQIECAAAECBAgQIECAwJYRcCEECBAgQIAAAQIECBDYlgJT2/KqXTSBiybghQkQIECAAAECBAgQIECAAIH2C1ghAQIECBAgQIAAgY0XyI2BGXnmLDNqfbTMsRrdo3fn8JpYmB3fwLhmgsa2FnjOp10WUXI7cQz+5F78GpmQJiMTz0w1/7l/1+6IrGfs3tXML000/ZHR1DP5TGc2+klost6PmaadcbyZO/K38/hIR3OOEz1Xf+o1ceknNdd2ot2m4q4jET97XS9ml06/qiddEvGCJ0d8xfNLvOoFcTI++2klrr7s9MfnjHua1/vpD0tAkxYXN7z6ThHI5Co/9aFuHJjbmBXnJ/Q7H+rFj7+/G9Nn8LmRH9svuSria15U4t99fokfe+VUP7L+qheUeO6VZ3Zddxzqxfdf24ssz+yI1Vkvaj63vuUlq5/pqyOD2rse7sV1ewf1zfiZ5377g5PP/PQrIr77syJ2T00e10uAwLhAfmf56Q/34tXv68Zjzde68Rl6torAwszK2KWU6fv6iUjrM99omQeM9tV2HctyNEpZ/3N+dK42AQIECBDYWQJWS4AAAQIECBAgQIAAAQIECLRfwAoJENgIAf/ZfiMUnYMAAQIECBAgQIAAgc0TcGYCBAgQIECAAAECBAgQIECg/QItWmFuChxezmg7x0pZuylw0pycFytz0Tu+p1+tP7orvViel3ymerSxfOLlzX/Gz8QyeZ9kxoLI+6WJbJdmrB9Nuz8n27sipprIef05JaJf5lhT781E9GabaMruici+TEST/TH0Z+WxocZ49SkvuWa8c5v3ZOKI37mxe8rEMy++KuIn/naJv/qHU/GafzAVv/nlU/H9n1/i+z5v6mT87N8p8b++Zipe9/WD8S97Xon+2xeT/2QCmj+/oxsr3cnjegm0WeAzn7KagKUmYjnb8oe/sMQ/eFGJTPx0JklL9jYff79/S++8/81l4pk33teLX7+hF91snOKNys+BX/nS/Fwo8StfNhX/5nNKfOXzS3zxs6IfWf++zyvx21+Rc6biJ79oKvLz5hSn7Ce7+ckP9eKmA6d58Qkn+ZoXRbz8GRMGmq5cyx9+YuMS9DSnPPk3k/7kufM1TnaeqOTn5He/dCqueWLz++pEn4IAgdMLLDbfH+47cvafA6c/sxkbLbA0O558ZtfcwxOTz9TX7na7a8azf71nxuH+rJey+nlaymo9z7FlwoUQIECAAAECBAgQIECAAAEC7RewQgIECBAgQIAAgW0pMLUtr9pFEyBAgMBFE/DCBAgQIECAAAECBAgQIECAQPsFrJAAAQIECBA4e4Hc6JdHlbK6wa+U1frwWM7NyL5TRffYA2PDC7MSz4yhtKjjmhdcHmXqxEbivH1GI5qOktH8p/4sawKa7B+LhGnmRnO+mnSmezziZH1mUO8t5MSIxTsieiObY3vNsUNx9d9qX/KZtz/Yi7uPDAhGf37K5RE/+3en+kkjXvnMEpftHp0x3s4kGC94csQPfUGJP/iqqXjFM8bn1J63Nf/Erz91vp86VUmgVQLXPGmQfKUmYTmX8kufW+Jffk6JTPz0N18/Fb/9lVOn/PeWgB98tBfn+2/uQ49E/I+bT5145m8/q8QfffVU/3PgJVdHTOXndV7AKSI/OzIxzK9+2WAtp0pCM7vUfDZd14u71vnsWu9lLt1V4rteOhVXXro6Y7iWCXpec2f3vBP0DJ8zE2z96e29yHMP99f6Vz4/4hXPrC0lAQIE2iewOOH5bdfsw/2F5jNhjezIeiaeqfVsZ304hvsm1Sf1DR+vToAAAQIECBAgsDMFrJoAAQIECBAgQIAAAQIECBBov8BGrHBqI07iHAQIECBAgAABAgQIECBAgMCmCTgxAQIECBAgQIAAAQIECGxDgeFNf3n5pZTIvozazrK2sxyNSclnluYkn0m3FkZ/SU977mX98mQemayU5j/rN/dPZEyVOFlm4pls76rjEdEMr0bTyGOaImI5BklnZk+UmXhmKBFNbz5i7p2x9k+vaa6NJz//qth1JhlYmiO3w98jCxHvfDDXOH61z3xSxC/9van47KdGnzTO4U8mr3n1K6fi61/cfxPGzpCv/Jd3d2N2OWtjwzoIEDhDgfwX9txPiviJL5qK/9TEE3ZNPjD/pb3u3l4sjOTZmjx7vDeTvfz6jd3o5onGh/tJXX76i0v8x1eWyH//E6acUVeuJT9/vutlJfJjPib8yQQ0//X6bhyYmzB4iq7nXhnxbZ+ZYpMnvf3BiOv2Th47l94P7e3FtQ9NBntO8559y6dPRSbeiQv0JxODvekfTcVoZOKfC3QJrX2Zv/XkEq/9v8dtf+FLyhklb2stjIXteIHlxeb3xsraz8FdC/uidJdOPh/W58BJWHWsljlnuJ7tjFJWP9tzPPsySpncn2OCAIGLJuCFCRAgQIAAAQIECBAgQIAAgfYLWCEBAgQIENiWAlPb8qpdNAECBAgQIEDgogl4YQIECBAgQIAAAQIECBAgQKD9AlZIgACB8xOom/1qOXy2Ugab/3IsY3gs66WsJqnpHn8ou9bEsuQzazza1rj8ib0YZDrJ+6SJ5m+/3dwX/YEs1ySjGf5P/jk5xv80p4x+LET0MulMRiahych6E7Pvjug27eGje81BvW7Eych2L6546pOGZ23r+i2P92LP8fElZOKKH/7CqXjaE8fHzrYnkyp8+2dErJfY4O7DEXceWue9O9sXM5/ADhfIf0mveEbED33B1LpJW+443Iv7j5491NHFiF/7WDcy6cukoz/1qmb8y0t87jWl/7E9ac7Z9OVnxz9+cYmf+KIS+Zk06di9zcf3a+7sxkrzUT1pfL2+v/+89T+TMrHOH37i7JPaTHqt/XO9+KPbev1fQaPjmVTnX372+SXpGT2nNoFzE3AUgc0XWJzwDDc1N57pqz4fdrvdyPpwlFJOeaE5NyeUUqKUktWxKGXwrDk2oIMAAQIECBAgQIAAAQKtu0FXGwAAEABJREFUF7BAAgQIECBAgAABAgQIEDgTgakzmWQOgS0r4MIIECBAgAABAgQIECBAgACB9gtYIQECBAgQIECAAIFtKFDK2g1/uRmwxvBySlm7ATDn1PHu9MO1erJcXDjLHeYnj1TZDgJTu/I/4Tf3TnNfRD9OXHXTFcMx1czLJDQnhicW/eQxvRNDWTbRnYnox/FB2ZmOmL8+YvGWE/NOFP1jOxFrEs80917TvvSJl56YtL2LRiM+vn/yGr7ieREvvnry2Ln0XrqrxHe+tMQVE+jyOt73yOTkDOfyWtv6GBdPYIMEvujZEd/0afmhOX7CTvNR9rH9+S9vfGy9npz9hvt68XDzkTlpzmc+pcRPftFUXPPEya856Zgz7Xv508spk+m8/cGIG9b5LFvvNfIz6bteOhVXTvhMymPONalNHlsjE+L82e0R+0bymtXxfH8+55qN96rnVxIgQGArCSzPN9+rRy9o9pHIZ78awwlnhqeWUqKUwTNjnTs8nvXszzJjuJ7t0ShlcK7Rfm0CBAgQIHBBBbwYAQIECBAgQIAAAQIECBAg0H4BKyRAYFsKTG3Lq3bRBAgQIECAAAECBAhcNAEvTIAAAQIECBAgQIAAAQIECLRfwAo3R6CUMnbiujkwy9xwODyhN/PIcLNfn7hxsT/iRxsEpvIWyTi5mKbR/I1ofuT9kwlnMmo76p9MjdBE8zcycUynE7GwFDE9FzHXxNJy9Ptzek0+0znQzLkhYvn+7F2NPL7XHN/tNsc0ZW+47MYlT7xkde42rs02JA9NJ9j4Ir7wmSWFxwfOo+e5V5b40mdPPsHdh3txvHm7Jo/qJUDgbAVKc8Dfbf69TUr41AzFnYcjFleydmZx39Fe/PXdkz8vnn5FxA+9POKqy87sXOcyK5PpfMdLc1XjR3eby/qLO7oxfZafIc+9MuLbPnPyOfNVMqnNdXuzdm7xob29uPah5uImHJ7Jer7hU2PDP2fDHwIECGxRgeUJCUR3Lexrvp4PPifzWTAvPcuM4Xo+I9a+4f7sy8i+Ugaf57WdfcOxXn+doyRAgAABAgQIECBAgAABAgTaL2CFBAgQIECAAAECBM5EQPKZM1EyhwABAltXwJURIECAAAECBAgQIECAAAEC7RewQgIECBAgQKBFAqWUk5sMJy2rbgzsLk5Hb/HYminLi93o5S7zNb0abRIoJTeglogsm6K/M7+5ZyL/9MtmvD+WZXZmNPXmb3NzREzPR9xzMOKmRyPu3Btx32NNuSfilnsibrwj4sFHIlaWIjpHIlb2RfQW8gSrURPNdDPpTBOZgKZfzwQ0g7jk8nYkn1lqlnd0ZPkJ8YRdEU9+QtY2NvLt/LynT/5fNB5v3rZDcxv7es5GYKcLPONJJT7j6vyXNy6xf7YXc2eYfCY/Xt/xQC8Wm8+M0TPl2TMpzDVPzNro6Dm1Jx6UZ/8HL4p4+TMmDsfdzUf6x/bllU4eX6/37z9v/XPm140//EQ3DpzDZ9P+uV780W29mHRFmRDoez67xBWX5KrWuzL9BAgQaJfA8sL4L5GphQP9RebzX43sGK5nO2NSX/aXUmK9sRzPyPFSBvOyLQgQIECAAAECBLaEgIsgQIAAAQIECBAgQIAAAQIE2i+wLVc4+f9s2pZLcdEECBAgQIAAAQIECBAgQOBCCHgNAgQIECBAgAABAgQIECBwdgK54S+PyDKjlMHmv6zXyPEa/b7Zx2rzZLmy0D1ZV9lsgQt//ksy68nJvfjNf8rv1/s/Ipp7Juqffr3p7/Ui+tEMrHQi7jse8XATCyuD/syUkPX5pp0xtxxx4HDErXdEHGzKPDZTA2SZSWe6zbwaveZ8/aQzTdkfyzKjG7t2N6/dvKS/Zy/wvCsjrrps/Lh8m44t9cYHzqNnsXk7P/BoL372um780zf24mv+qnsyvuF13fjBd3fjr+/uRSaJ2NhXnnzR00sR1zcfa791Yy++99rxa8rr+7rXduPb39yLV7+/F3/ZXFvezt28PyefcsN6V5qP1g88GvGD7+pGXkNeyz/864HR2x/sRV77hr2YE10wgUubj9FnXDH55Za7JTpneOM/PN2Ldz8y+Txf+IyIVzYxeXRjey/dVeJbP6NE/qqYdOY33teL2eUzXNSJE+Q5v+ulU3HlpSc6Roq9MxGvubMb+W9kZGjdZs79s9sj9s1OnvJNLynx4qsmj7WpNx0+vj/iNz7ei3/+ttXPlvx8yc+Z735LL37lo924YV/EUvMZtBlrP7IQkZ9hP/XhXnzbm1Z/B+Q1ZHzz67v9z+P8XN7M69iIteXvtPwdkmZpl4a5hoz8vM7fK3/8iV48eryX32w24iXP6Rz5+yLN8/dY+ub11ch2/u7909sv/nWe0+IcdF4CSxOe43YtPt4/Zz779SvNj9F6bdeymbLmb/aXsvrdvJRBPfvXTNQgQOA0AoYJECBAgAABAgQIECBAgACB9gtYIQECBAgQIHAmAlNnMskcAgQIECBAgMCWFXBhBAgQIECAAAECBAgQIECAQPsFrJAAAQItESjlzDYD5mbB7uz+sVUvL27S7uSxV9JxMQSWM1lM5g3I2yQj+j8Gl5LVjGytScbRHJA7su+djVhp6s3f2N1MfPaVEZ9+TcQXPC/ic54T8eJnRHzKJ0VkEpr5TsSjj0U8uCeiJps5WTZjmXSm3671phxKQLM0t5RX0dpYapY7s0lL/OQnRDzjSRFP2N28HZdHPP2KiL/z7BL/1wsirry0ed9Oo3p4IeI73zyeQCATtdRDlzqDxC3f9IZu/NxHevHBRyKOLeaNUWdE5C1z1+GI37u1F7mJ/99e243bDm78hv28lnc91It/9rZufEtzPf/lQ9140/29eODo+DXl1XWbyzw034ubD/TiD5pr+9dv78b/86boJ6LJ3Ek552zjlz+2NvFOJgHIvnqeg/MRP/q+XmPVjbuONP8kmmvIsUwckUa/fkMvvvWN3fjdm3pxrteQ5ztd5Ps0nEwhr7NG9r/vkY1/f053TW0Yf8oTJ69iZqkXR0f+XUyeGfHRfRGzEz4T8l/s175wKjKBy3rHbnT/C64s8SXPKRNPe3fzb/qe5h6eOHiKzudeGfFtnzn5nHnY2x+MuGH8K0kOTYwP7e3Ftc2/+0mDn3tNia99YRn+7TZp2qb25b//+m9ruMzEJqd74fysHT4m6//hvb3IBGL12Pzce/19vfiW5nPjJz7Qjbc+0ItM4pOfb3VO1jPx17UPR/ynD3bjG1/Xjd9vPvM24jMmE3bd/HjED7wrPz+7kZ9hH2nek/z9UV+/ljPL0f88zs/lvI6v/+tu/3rys+/ER2GdekblvUd78Q1/M/47atTotCcbmpDJXPLz9x+/vhv5OyTN0i4N67T8vM7fK6+5sxf/4u29mPQ7bdL7fj7XVV+7lvm7JH/n5u+6NM/fY+lbx7PMdtr+2R2D68zfcflenal13qN5z9XIhEKPN7/D8tzDkX05VufVMr8/TLoPho9V3zyBleY5bs1X+OalppYORT73DUfTPdaX49k/GrW/ljk+XM+2IECAAAECBAgQIECAwJYVcGEECBAgQIAAAQIECBAgsCUFJJ/Zkm/L9r0oV06AAAECBAgQIECAAAECBAi0X8AKCRAgQIAAAQIECBA4vcCkjX/Zl1GPLqXU6ppNhtnZm388izWxkslJ1vRotE2g08v/hJ/3xYmtyHmPZLO/0KbS/B1Um/HcwdrpRjy8GP2EM0udiCdfGvHiqyI+5YkRV1wS/R3+l+6OuKppv+BpES951iC7xvGliOnpiMNHmvbKiWiO7yedyXZT72XZRK+pZ0KaEwlolmea14vt/ycpd02Nr6ORjQ8/ujmJPi5v3opf+pKpeO0/nIo/+uqp+P1XTcWPvqLE933eVLzwyePXcrY9uSH/R97b6yduyc34Z3r8/UcjchP+z3+kF8eXV48611oaZrKUb31TL3LD/2Mz53qmQZKaTETzHW/pRm68z3Of+9nWHnlgLuLH3teNOw6d+qyZ5OAt9/fioelTz1t79jNvZeKZn7++G/k6o0dNNTfqv3956ScpaqqjwyfbmVAgEwvUJAPDZb63w8kxTh60AyqHmvd40jKfdGmJJz/hVKKDo9Lto48N6qM/X3x1xKc9ZXPuidHXqu38zPrK50dcMuHS80rO9bPr7z8v4uXPqK+ytsz78g9u7UYm11g7Mt7Kz6A/um3y5+eVza+nf/FZJS5rPgfHj2xHz8PHI/7ttb2zTlaVn9evvbsX3/PWbmQyknPVOLIQ8eMfiHh187l2d/Pr/VzOc8O+iB98dzd+pvl9kOc7l3NsxDF5P793T6+fcC2T+eR9eKbnrb/T/uetvchkQGd63LnMy2Q/r7t38N59oPnucDbn2NPcL/le/drHev2kcGdzrLnbU2BlqfnePnTpZaX5JZXR9OUzYkZTXfO3lNJ/TszOHB+OUlZ/GWR/zqlRyupY7VMSIECAAIFTCRgjQIAAAQIECBAgQIAAAQIE2i9ghQQIEDgTgakzmWQOAQIECBAgQIAAAQJbVsCFESBAgAABAgQIECBAgAABAu0XsMJtLJAbAUtZ3fxXymo9xyYtrd+/eHhsaHTD4tgEHdteoNPJ7dYZeZ9kjNZPLDETz0Q34vGViG4zb6WZd80TIp55eTOhqfcTxTTjmThmOJ58WcTLnh3Ra46Z70TsORCxshRxMulMnq9GM57H5li/zHY3lubakXzmiksjnvNJjUMjNvr3HQ9F3D3+T3B02pZqZ9KDV7+vF/ecY8KBXExunP+R93Rj73kki8mN/v/9xl78wnW9mNuARDZ5XRl5rp/6cDeufWhyYoucczaRyR7+9PbeGa/1JU8p8YJPnny/nM3rjs69fl8m6Dm/xDOj59QeCOQe/8dmB/XRn5dM9WLXGbydj8zkv6nmM3X0BE37C55e4opJWWCasc38+9wrI1541eRXuOXxiMwtNnl0/d5LG4zveulUZIKYSbMyScZr7uxF5jubNJ59+W/qz26P2LeO+T//7BJ57Tm3jXH7oYgfbj4/0+pc1zfd/Dr+8fd3IxNSne058ndAvv7NBybfr2d7vkxklOfL857tsec7P++l37+1F794fS/OJ+9iJvT56Y/0YnZ5Y0xG15U5/37rpoj/cXMv8ppHx8+0/c7m99p/+fDmXeeZXod5my8w6VmuNM98/We/5uWzPBFrEs40QyfbWa8xPLeUcnJO7a/zlAQIECBAgAABAgQIECBAgMCWFHBRBAgQIECAAAECBLakgOQzW/JtcVEECGxfAVdOgAABAgQIECBAgAABAgQItF/ACgkQIECAAAECZy5QyupGwDxqdDPgaDvnZHTnD2WxJjpLm7N5ds2LaFxUgYW55j3OhAgZ0dSjX2mu6US9Jp3JMhPOTDf9u5s5lzRTnrI74mTSmW5T70R0RyKTyFy6K+J5V0V/R3e3OX7/kWZeTTgzWjbH5zFDCWhmH19oXl5GqUoAABAASURBVGz7/710KuLznz55HbnZ/Wc/0o27G5rJM7ZW72MzvfipD3XXTfqQCR++4vklXvWCiJdcHbF7av3rf3g64ic/2I0Dc+vPWW8kN9//7s29eMv9zX213qTz6M/b9X/c0tuQ9+V9j/QiN/yf6eV88bMjLtt9prPPbN5NB3rxXz86ObnCVPPP+kdfPhV/99nl5KfAmZ3VrCpweD7i3qOT78VMPJUJqOrc9cp7Dg8+KkfHdzX/hj7nqWW0+4K0M+FNJr6Z9GKPzkY80vwbnjR2ur78nMgEMevNe+sDvbjl8cmeecx1eyPe9fDk8b//vNK/l3NeG+Ouw734z81n8OzS+a8uP+d+88Zu5GfxmZ7t6GLEz31k/d8BZ3qe0XmZSCjPm+cfHdusdv098td3T76XzvZ1b9gX8QvX92KmMTrbY081f6lb4rdu6m7Y77tMGvSHt8UpEzyd6nqMbQ+BSc9yu1YGH9r5TFhXkfUata+W2V/rtSylxKT+Oq4kQIAAAQIECBA4EwFzCBAgQIAAAQIECBAgQIAAgfYLWOGZCEydySRzCBAgQIAAAQIECBAgQIDAlhVwYQQIECBAgAABAgQIECBA4CIL5Ga/Ugab0Ifrky6rlBKlrL9BsNvt9g/rLYxnvejkjtz+6A78sUOWfPDRpYheGaz2RBG1HPQ247khu7lPjjVRmv/k32naz9odkfdOJp/JyKQzmTRmODKBTI2nXBHxyZdFLDXnODjTHDucdKbTtGtk/2p9Zt/xWJ5frley7cvPfmqJKy+dvIyD8xE/8K5u/OrHerF/tjGePG1L9L71gYi9zds4fDGZYOY7X1ritf9wKn77K6bi+z+/xPd93lT8ypdOxV81fT/8hSWemEmLhg86Uc9z/doNvZhdPrt1v+HeXuS1nDjNWPHCJ0f8u+Y6/uCrpuKvv34q3vSPBvHGpvzzr5uKX/p7U/FVLyxx6a7Rm371VJnc4bV39eJ8Pg4fa6z+/I4zX9snNU6f/bT1r2n16s68dvuhiJ+9rjFu/smPHlUTz/z/nj06on02Ah94tBdH1smV9eKrIzIB1enOd/f4r+L+IU9pPj6vueLM76H+QRv44zOeEmO/GqL502k+0h/KpGRN/Vz+ZrKjL37W5Hs9k6L88Sd6MT3hns3Py/91ezdyzujrPvNJEd/6GeWUSa9Gj9lO7aPNPfabN07+t/ypV0X8m88t8VtfUeJ/fc1U/NFXT8V/+eJBIrD8jF5vnWn8F3f2zigRSd6Fr2nmrpes5qmXR3zXy0r8f//X4LN/+HP3T792Kn7slSVe9tT1riT6SXDecF8v8nXWn7VxI29/sBdvPkUCs/y99e2fWeL3mvW84RtK//fI65rfJ7/d/J77B39r8u+PTEBz/b6NXcGxxV7keUdXnr+/8vdYvs/5fuf7nvY/+IVT8eKrRmevbb/jgV7ceWT96/yU5r3MJHI1/t5zSlwy4Z9r9uVYnVfLL2nmP2Fq7WtqXViBleXmQ3rkJcvS9JrEMcPPklkfjXp49o/WSxncEKUMnjXrnFIG7TpfSWBbCLhIAgQIECBAgAABAgQIECBAoP0CVkiAAAECBAhsSQH/SXFLvi0uigABAgQIbF8BV06AAAECBAgQIECAAAECBAi0X8AKCRAgQGBVIDf1lTLY6Lfau34t52eUMtgEWMrg2OzLyCP75fJ0VtdE5ywTQaw5WGNbCDx2z+zpN3hncpleL2KuuXeav3FZU9/VRL+/G1ETzmQCmomRCWWaeMrl0d/ZvtKJWFqM6Cemaer9shnvlyfaec7mXIcfPLotHM/0Ip9zZcRXvygR1z/inQ/14rvf2ot/+bZevOX+9ZNZrH+GCz/y9CsifuPvT8U3vqTEE3aPv34mPfjS55b4n181FZ93zfh49tx8oBdvfyBrZxaZsOa19zT34YTpmeDnp7+4xH/78qn4yueXeNoTY03ij3wHck4m1Pjezy3xF19b4utfnL0TTtZ03fh4Lx6dmfxazfBp/95xqDeWrOfFV0U/CUMmC8j4yS+air/z7BKZCObznl7iWY1pbNCfu45E/OcPdSMT6YyeMl/vR18+FRLPjMqcXTuN//ddk++RTMzwuU87/fkWmo/BvK8nzXzGk0o8KU80afAC9D37k0pcffnkfyPrJcw5k8vaPRXxHS9tzn3Z5Nl57kwOMjyayn91dy/2HB/uHdTzfv7Oz5zq/5sf9LTv5yPNZ9HoffK3n9V8vr6qxK992VR8zQtLPO/KEldfFpHJQ77gmtJPBPbnXzsVX/a8ye9hKn1sfy/y3Fk/VTw83YtrH853YXzWt31Gid971VT84xeXyCRAlw39PshXfvITIjLZ0M/93anIz+j8HB4/S8Q7How4cAGSsGUCnf/1iclryev6hmYdf/o1Jb7500o840nRfD6X7O4nNnrulRH/8rNL5PipXPsHbMKP3c2/nUz4lr+/8vdYvs/5fuf7nvZf/tyIX23uh4zsn3QJ+TU/f++uJ5AJ3DKJXI3v+awST27uq9FzZV+O1Xm1zCREV6yTcG/0HNqbIzDxWW5l9ZkvnwFr5BWUMrjHsz4cOaeU8bHsz3lZllKilNJPbJPt7C9l0M66IECAAAECBAgQIECAwKiANgECBAgQIECAAAECBAgQSIHmP31mIVoqYFkECBAgQIAAAQIECBAgQIBA+wWskAABAgQIECBAgACBiyhQShl79brBb3hgtC/bpZxiA+DSzPDhkblGOivrbUddM1VjmwvMzXQGK+i/3c2P5u+gY+hnJppZadp5++3KhDMnotscm5HJYmpkOxPJ9JoDsqztXc3xnebkeY6l5RPJZ07MybkZw/Ob8x15aEJ2geY02/VvLv3rXlQiN62fbg2ZBOA3b+zF//OmbnzrG7uR9ZsO9CITVJzu2A0aP6PT5Cb3TCTw3E86/fRPuiTiR19R4rOflhLj8zOZzGhShfFZg5737OnF4YVBffhnbnT/z188FZ97TYkyPHCKeibM+Z6XlciN8pOmZdKW2w9OGjn7vkwY8ENfUOJXvmyqn4QhkwJkvPwZA5vXfN1UfPtnlti1Qf93zV1HIn7iA5MTz+S1/NgrJJ6J8/zzcPMx9YvXTTbOU7/imSU+9arT341zzcfh/nUSblzzxJiY2CnPfyHiiubf7jVXNJ/fE14s/82ez+dSfoas928vX+6v7upFJgnJesbth3rxlvsmX8urXlDilc/MWTsjMtlOJkB59Ssirrni1PfYE5v38N99XolXvWCyTX7OfXTf5LHh3pyTc4f7sv5PPr3ENzeRnyvZPlXkleZndH5W52f26NxD8724/dBo78a2O83XmL+4sxfTS+PnTdcfaD6nv7v5vXDprrza8Tm1J11/4PMHSZRq32aXp0v4Nvz6L74q4pf+3lQ/GdBwf63f8njzu7Txrm1luwR6K82NPrKkqZW55jmvdzJyOJ8ThyP7amR/1muZ9VNFKaf+N3OqY40RIECAwEUV8OIECBAgQIAAAQIECBAgQIBA+wWskAABAltSYIP+95gtuTYXRYAAAQIECBAgQOAiCHhJAgQIECBAgAABAgQIECBAoP0CVkjgzARyU2BGzi5lNdFMKYNNgHWsljmvRm/5eK32y+6EzYr9AT9aJ/DwJ+Yjxvbx5z1TO5t6Jp/JZkZO7nabYzqr0U8w07Sz7CeROVHvJ5NZicgymjLTgeQ5lpt69q2J5pj+sTnWibmDszFzoLm2lok/+QkRP/gFU3HlpWe+sKOLEW+5vxf/8f29+Eev68Y3NPGz13XjA4/2Jm6cP/Mzn9/MTBrwwy+fiqc98czPc8UlJb7/88vEjfCZTCaTypzubJks4P178kYan/lNLynxkqvG+0/X09zl8bUvLPHST8na+OzbD4/3nW1PJjT4kS+cii97Xsl/CRMPz0QGmVhg4uBZdt5/NOJnPzw5KUomiPgPzXv3Rc86y5OaflJgqdOL19/bi++/thv7Zk92r6nkv5Fv+rQS6b1mYELj2ELEzPKEgabrWWeQ3KmZtml/L9sd8bTLy8TzH5zvxXzzsT1x8Aw7/+6zSz8Z06Tp+e/9T2/vRX4tmV3uxR/dGtEUY1Mzqde3fkbZsMRNsQ3+fMdLS3zd3yoxdeJ7XpzmT96H3/HSqciEJJOm3n2kF5mUZdJY9uVYzsn6cFx1WcRXnOJzbXjucD2vIxOyDffV+sf2RX7bqM0NL3MdH3pk8u+RdP3ys1hP+n/Dp66f2GcjLz4/U37kFVNxJgnf6uvm7+hv+fTJ/34PNZ87+2cnj9XjlRdDYGNec1Ii0dKZW3Pyic+FvbXJaeoBdW4ta/+ZlKWsPpueyXxzCBAgQIAAAQIECBAgQIBA+wWskAABAgQIECBAgACBFJB8JhUEAQLtFbAyAgQIECBAgAABAgQIECBAoP0CVkiAAAECBAgQ2KICpZQopfSvLjcFlrJa73cO/cjxjOzqdZZikBwkW4PIXCODmp9tFzi8dyFmpzsnlpn3TG7GzjhR72W9GZ5qym4TmRyh18zPRDP9JDTd5v6p7VquNH0Z2c6yibnmwN3NOfMcU0P9/QQ0td2U/XOvxAMf2t+8aDv/fupVET/zd6biUy4/t/UtNpwffCTi5z7Si295Qze+qYnfvLEXdx7u9RM0nNtZz/6of/zism4Sg1OdLTfCf9dLp6K5G8amvW9PL44sjHWv6bj/aC/2rM2X1R9/zidFfPlzJ521P3zaH5lg4wufMXnaYqd3yqQMk49a2/tFzyzximeu7dus1sONz898pBsHJ+RvygQU55t45urLIv7wq6fiTf9oPH7hS0qk5Wat7YKe98SLNZ98/URPe2cirn04IpM/fePre/G7N/disfnYOjFtrPiWl5R40ZPHuid2ZEKVTm/y/fuUxnviQReoM69qvYRZmZAkfc7nUvKezIQfeV9NOs+H9vbi1sd78d49EZ84NP5qlzQX+L2fVyKTe006vo19L25+j3zl88vEz9FTrTffx0yANWnOnmMRs83vl0lj2bfc/Lo/tlCy+v9n7z7gJD3uOv//vk/35LQzG2bzSittUJYsWbZly2A5Z8s2BgzGAYyPeGDsI8OBwYQXcHDHH44LcJyP4+DOgeOMscEBHHDAOOAoLFmSlVbanHd2pp//83tqnu6nu5+evLszT3/aU11Vv6on1Lt7erpeqyo3pW3DS7P3Mz11u5lvqNJ0wqTin/Mnkq+nSXHFf/wd9KH748JNjG5N/ga86ApbtGt4D0dL+ptoi3i85hotaYO1WzarcMMa//09cNpFFnETdF0zAv41ve1mzzc2n5HChjD1OWH2nX/2oCw+W00zj0n+25tWzeuhZE3lLJbPpXC9fIwyAggggAACCCCAAAIIrGoBbg4BBBBAAAEEEEAAAQQQQACBCy4QXfArcIF5BGhGAAEEEEAAAQQQQAABBBBAAIHyCzBCBBBAAAEEEEAAAQQQ6BYBqbH4bzFjlsJxvmAwnm6Kz78xAAAQAElEQVTf6aHmG4Qs5oT0XdMCX//8KTNfe+yLTj1PR1MvhLaeWsjPJf/s7xvE+A5FnvsmNJ57SjeSmU76JSkrZ/npJOZvO79GJTlXFi/Ijz900o4+0Fgcm95OyZ52rzP73WdG9pRtjrLUwYXjTk2Zveee2H7sg7Hd+a6a/duPxvalQ2Y1tw5dVvx567DZHTu16AX62Y3csCm2vRNZrZH7pjJ3HWnUi0pfPWzp27W17aZNsvFlbtJxZfK6qPXESd03XPCNF5Likn78nL5RhG9QsKQTLOKg5NfH3vKxmj2S/Fq3HubX//FbI7ttW2tLuesfuC+257+9tuT0guRY3+jp9e+t2W99qma++dN08jE2l9p3XC174ZX+ys/Vq9F2NPlTPDWT+9xtNNmQ766Sq1+K4vrB4qseTz5/Dp8tvu/iI4qj/pny2uuKvfwryb//p9j+2xeLr/PKa2RXry8+tvhqaz/qnye+kcxSRrJvQtZbafc6k/yZnu99XXS94+dim5rn96HoOI+tH5BtT/6e+MZDT9wqe9le2b+5VfaTT4psuKf49fbjlpMOn4ntk4+0nyFKSF50RbFNe+/2iL8e37IvWvLfxfYzNkd8g7UnJUbN0YXV/N5uTP5GFvU+lHz2FMWJrX2BWsHflMjOp5vEpHPA3PdErxeN2ONZ8nYpbCCTj3nc656TEEAAAQQupADnRgABBBBAAAEEEEAAAQQQQACB8gswQgQQQKD7BKLuGzIjRgABBBBAAAEEEOh6AQAQQAABBBBAAAEEEEAAAQQQQKD8AowQgYss4Av8PM11WW/3lO+T1bPc21Sb8qwp+T4iTQEqpRY4duCcHXr4fDLG2YXenmUp2+ZjaNrMdwCw5J/9jyWNvulMmjw+k7Qlyd84aSwp5zeVmUrOfTzplxxqvoFB2i+pp32a+86cO2//8nePJvdS/p+RHrOfeKLs175J5pvRrMSI/SX61COxvflDNfvOd5v93TeSlya3uHglruHnuH27bMOAl5aWfDON2zpsvPPZA8n7a47T+qYLP39bZL5RxR27fOMCmVs+YescBy2wabjXrLeywM6L6DYxINs1togDltj10dNmP//RmvkGNK2n6EvG9dNPUtdtPNPqcKHrvsHP994g+7b9Zl6+0Ncr0/mfmnyudNqQy9/bvtFW63ivWS97/m67YBt+2Cp8+OfdNRu15DvzjV5Gks+61hNMJx+9U8mf5Nb4fHXfNOyzjyYHz9exoH04+Tv4W0+L7G3Pj+xnk8+n110n+6Ydsp0jZpFUcMTyQ187KvP3U+uZfAOjq5L3U2t8MfXrN5ldOb6YIxbed7kbrO0cLb7WfceL40TnEVgDzXGtYFeomXPpnefngh7wepayuuetyft4TJJJIWV1z73dk5dJCCCAAAIIIIAAAggggAACCKx5AQaAAAIIIIAAAggggAACF1wguuBX4AIIIIDAPAI0I4AAAggggAACCCCAAAIIIIBA+QUYIQIIIIAAAggg0O0CkhZMUJtdhJg/oHYBNqvIn5/y6hP4ykeP2LnTNUv3mqm//nGjPjhj1pO0+0LWo31m55O6byLjKd1wJttMJsuT9nRzmaT+0HmzSmQ2lZxvXZKyeFs+Y1/9wCN29njSf/URXZA7UnLWazfI/v3TI/v9Z0X2jF1asQ0rjp2L7dc/WbMf+2Bs959ILrRCP/5S3jLpd768E149ofRtYS2PLx+O7eQcb4HxfrNbt5i9fK/sx26R/cGzZf/rRZHduGn599RyKytW3T1mNtq3YqcrPJFvpjDXxjO+0dGtm1evUeGgFhBcTV32J+/p//CMyF58pS7YxhlW4odv1vPqa2W+OcpChjnUa/bdN8h8M6uF9C9Lnx3J58nGZWz+5RtsDVWTv8UtIKeTz92T59vjWbe+qtnmoazWyP2I3/1MbF861Iit5lKnDc4en/xd6U/GuJx79810HrcCfx+L7uG6ZWw45OdbP8Dnvzt0U4pr7a+5/Lv3LEKnTWI8LrUf6/HZQ+tZUSxrnKst60OOAAIIIIAAAggsRoC+CCCAAAIIIIAAAggggAACCCBQfgFG2H0CUfcNmREjgAACCCCAAAIIIIAAAl0vAAACCCCAAAIIIIAAAggggAACCKwCgWwBYJbXb8k3DqlXQiGuhXwRz3QtgcCXP3rM4povI08G4xvQxL7wNKknP2ZJeXzKzN8bHn+sNymfT9KMWTxt5u+jevL6bDqS5OeSY/244eSpN+nvC1/b0ozd/+nDduT+M9aNj0TIdo6Y/egtsne+RPZbTwsbWEwsY4OBzPGuI2Y/9Lc1+8B9cbq3UBZfau6bHmwZXurRjeP8HH6uRiSUHjlpdvhsKJflecuQWe8F/C9mDia/Nm/9eM3uP94u1lcxY+OZdpeVikTJL+8du5RuHvUbT1P6e7xS5+7G82xNPltee12CuoDBv2KfbO/4AjqWrMumAdlyNknxz6LRvoUZ5+n8iMdN5iON8qnk68GbP1Sz3/zH2O49Fttq3cTwXPKV5L6Czdh8bFeua4xnOaWrNyzn6OJj/XN801D6Zay4A1EECgTa5nzexzeN9DyXivplMUnmZU+5Qwpj+fasLIXjszp5qQQYDAIIIIAAAggggAACCCCAAAIIlF+AESKAAAIIIIAAAhdc4AL+pzQX/N65AAIIIIAAAiURYBgIIIAAAggggAACCCCAAAIIIFB+AUaIAAIIIIBAEJB8Oa2lCwQ94gsHpbAI0Muekpo3tSQWuLaAdEX11JHzdu/nTyZjTV7/dPMZz5Oq/yRFG6yZjZ43m0ny8xWzIz3Jmysp+6Yz6QY000k9SV73zWVOzZgdSt6DUWSmpLxhyszj+eSLYJNrHfnGWfvGZ44ZD7Mo+R3dN2H2vTfI3va8yP70hZH9/G2RPX2n2VDv0oSmk5fJNwV4113xsjeg2TGiJd9H/u4Hq2aTQ8qH0vKJ5C326Gl/w6XVC/50NnnLfvbR2H73M7H91IdjO5e8VVf6ojtHV/qMjfMdORvbr38itn850ojlS8+/Qnbr5nbnfB/KCxcY7jG7YZPMN0j57Tsie+dLIvuxW5RuOoPywh3n6vnU7bKnbJtb86ZJ2Qt2y7dFm+tUpWybHLKWcdtFe1y/UbZjpPPlfJOzH/jb2O58V2y/lnwuffoRM/+M7XzExW05lXzeP3Si/e+L/15PDGhFbmbToGwk+ZxYkZPNnmQwOd9wz8rc3+wpybpBoP2tnswJa0lqNPhcsJUiH/OyJJPU2q2t7n3bgrOBudpmu5AhgAACCCCAAAIIIIDAvAJ0QAABBBBAAAEEEEAAAQQQQKB8AlH5hrTMEXE4AggggAACCCCAAAIIIIAAAgiUX4ARIoAAAggggAACCCCAAAIXSKB1IZ/XsySFRYJezy4vqb7gUFK6kDCu1bJmcgTsoa+esge+fNrqO5T4+tQ4eUp+Up6JKbP+GTN/25zsNzs7+58BpH2SYLbxjO/g8UjVrFJJ+ib9N501841mvD1O+nn/9IRmp4+ct7s+9NhsbQ1nF+jWR3vNbt1i9sbHR/bnL2xsRuMbNFRn+Rd66T/8Qmwfe2ChvYv7jScve+8ir1t0pr7k7bF+oKjF7LFTxfGlRv3tezx56953PLYP3h/bH3w2tjd+sGYv/YuavSxJP/3h2N5zT2ynkj5LvcZcx61foU0NWq/hY/qVT8T2xUM+wtbWUH/vvbHdfTSUu/X5mvWyn3xiNG/6/ptkt2/XnJsrnU0+zq5YZ/a8y2V7xs0W+zu4Vl+DQ8mfhaJ7H+6VretTUdOSY276uuvNNg8Vn8I/E7/3ell/tbi97FHfiORSjdE//1+xf/7X2zc8+/sHYvu5j4bP2De8N7Y/+0ps958wq+X+/l/scRxLvoqcPN9+VX8vDfe0x5cS8fP4+ZZybKdjqgl5b6VTK3EEigWKvhn4BodZ72yO6Hk+SckbLumUj3k5CdXnkV7OJ2+XwnH5OGUEEECg1AIMDgEEEEAAAQQQQAABBBBAAAEEyi/ACBFAAAEELrhAdMGvwAUQQAABBBBAAAEEEJhHgGYEEEAAAQQQQAABBBBAAAEEECi/ACNEoNsEfMGfJx+3FBb+ed1TPuZlT1LYhMbbFbGa1U1IDYH7Pns8bECTbkwUW7oRjS8WT4pmyftr4zmzaCaJJ4FjvVb4OOqruCNLN6nZcNasJ+lb0PHUoSn75786YNNTtYJWQkUCvvGCb0bz40+QvevOyP7wubLXXifbMlzUuzlWS16Gt32pZgfPNMcXU9s2spjec/cd7rB5xKnpuY/r1OqbGjx80uzvvhHb730mth98fy3dYOYFb6/Zt/9lzb7/b2L7jU/F9n/vju2rh83OLfE6na7fKR5FCXynxmXEfY8nH+9cp/ANdf7oC7GdvUhjneteLlXbZPK78ZRtZvOl5++W/UTye/W/XiB761Mj2znafse+qcY77ortu/+6Zp85EKcfj+29Fh+ZGIitr8Of40NnLsz7ZzF3eXK6uHdP8t6uqLhtOdHJQdnVG4pPfMsWFb42y7kexy5cwDc+e17yu7LwI8weOBnbf/9ibN/3vprd+a7Yfu0TsX3poJn/Pi3mPMvtez75VZqJ299Xk0Oywepyzx6O9/P4+UKN54slwHXaBZLpXlsw+RVIN5DxOWDWKMkkpdV8PA20PEmhX0uYKgIIIIAAAggggAACCCCAAAIXRYCLIIAAAggggAACCCCAQPkEovINiREhgMAyBTgcAQQQQAABBBBAAAEEEEAAAQTKL8AIEUAAAQQQQAABBC6hgKR0kaHfgi8ozJLXPdWsfRFhcog3kbpY4L7PHrOH7zpj5ruVpBvPxJa8kYKIb5Awft7Stqmkcr7lPeT9Tydx/y8E+qbMBmrhuJbnqVMz9qW/edSmz860tFBdqIDL+yYNL98r+8/Pjuz3nxXZE7bMffQ3Tpi9797k9Zy7W8fWldxoYv1gx8ssqsE30/kvn4/tZX9h9j3vrdmvfzK2d98T29ePXrwNZjrdsG8osq6vU+vFifsmKR+4f+mv+SLushRdo+SP4A0bzX7nDtlL9hQP6Xjy0fYzH4ntXXetzAY0wz2yQd+zq+Byfq2C8EUL+cZFj54qvtyGAdlAtbiNaDkFqsnf9jfcIHvV1f4XaPFj9A1n/v6B2N78dzW78101+81/jO3+5O/SxfiEOnrWbGrmYlxp8S4cgcBKCyR/ytpPqeT7+WzU54SzxeQrfvi9kBrzxqyNHAEEEEAAAQQQ6CBAGAEEEEAAAQQQQAABBBBAAAEEyi/ACBG44ALJPz9f8GtwAQQQQAABBBBAAAEEEEAAgTkFaEQAAQQQQAABBBBAAAEEEEAAgfILhBFK7QsIpebFwqr0hM65Z0XNfXJNFLtI4J5/PGpHHz5n5pvJ5JMbDM6YKU7azOxky84D5ypJ3N9DSRqZTjq0/9SS8Jfe96j5BjTtrUSWIpBo284Rs5+9LbJfeopstLfzWf7+xPB6pAAAEABJREFUG7EdOdu5fa6WbcN+pbl6LL/tvuMLO8fp82b/8bOxvfqvavbOf4mXvanAjsTvwo9uYWNbSi/fFKKv5dcxO8/bvhjb/Qt0zY7p9ry3Ivvu62Svvrbzu+K//HNsb1+BDWiGk9/XDQPF4ncfi22meA+v4gNWOHo6+bw+cCr5vC8476Yhs/5qQQOhUgv4Z823XaV0w7P9E51/P+ZD8P3tPnBfbN/3vpq98QM1801o5juGdgQQWKBAy5zPj4oVPrB94xkp/O56OW1LvutnZa+T1poA94sAAggggAACCCCAAAIIIIAAAuUXYIQIIIAAAggggED5BNh8pnyvKSNCAAEEEFiuAMcjgAACCCCAAAIIIIAAAggggED5BRghAggggAACq1TAFxiq0td2d2w+00bStYGvfORI2CDG9x3wzQ98pbiX/V//B5KAl895JUfkdV/PGift/TO5hkbx7n84ZKcOTzUClFZMwOlvmpT92jdHtnmo+LQPnDC777i/eMXtlzo6HNZGz3kb9xw1+76/qdlf3r30cfhGLU/ebvaTT5T9+Ytkb7pV1luZ87KrtrEvue+ffpLsLU+R9fiboOVOjye/bn/0hdqyN+hpOW3pq5FkL90je87lnYf6x1+I7WMPdG5fSMtQj1mnjZ2+cczs1PRCznJh+jxy0uzwueJz7x4rjnd1tIsG7xue/ebTZH/8vMi+bb9srK/gw2eBHncdMfuB2c/0pX+qL/BidEOgCwSiqH2QcZT8sUnCUtig1OeCSTX9kWRSSPl42pg8ecxTUuQHAQQQQAABBBBAAAEEXICEAAIIIIAAAggggAACCCCAAALLFij4J61ln3NFT8DJEEAAAQQQQAABBBBAAAEEEECg/AKMEAEEEEAAAQQQQAABBBDoVgEpLDT08fviQSmpR+2bz0SRvAsJAZuZqtmXP3zELPal4LUkT1B8Uxmv+sYynk/5fwrghaTNf856PSlUZ8yS95i1PA7ec9oevetkS3Tlq91+Rt8U4NXXylQA4a/WVw8XNCwgdOiMH72AjgvoMpO8pYq6rR8sijZi/5K8JX/6wzU7eKYRm6/kmyI8cavslVfJfvWpkf35CyN7x4sj+6knRPaUbbKhoh1b5jvpKmn3jWd+4omyWzfLrl4ve+4VRa+62ScfNvvIg6vkptfQbVSTj7TXXSe7YVOxq+/J9TufqdlXk/flUoflZ752Q/HRDycflw+eWLnfu+KrdI5+6XBsRb+rlcRl37jfeedjaekOgQ0DZq+6RvYnL5D94XNlr01+X7YPL/694b9L/+lzsX3wvgvzfu+txIV/E2sWJ//rjteKUXaPQNFmonHUmwJk88C0MvvksSzNhgoz71PYMBuUGr/78/WdPYQMAQQQWBEBToIAAggggAACCCCAAAIIIIAAAuUXYIQIIIAAAuUTiMo3JEaEAAIIIIAAAgggsEwBDkcAAQQQQAABBBBAAAEEEEAAgfILMEIEEFglAtkCQM+l2YWBlb62BbdRZZXcMLexKgROHjxnB+87a+YbhfgmNFnekxbM4uS9dD5J2d1O+38akNR7vT0LNvKvf3IZOzQ0TrMmSlMzsf3l3bH9h3+q2Vv+IbZX/1XNXvXumr38L2p210VguHnSbO9EMdUDJ4vj80VPTc/XY+HtS7mH41Nmv/eZmnne6Uq+WchTt8t+/rbI3vb8yP7ypbL/+QLZzz5J9h1Xy67baDYU1l93OsWaiec3nvGbTn7z7Fv3y3aOeq09/dE/x/bQEl/79rN1T8Q3J/ru69TxfXMqeV/+xidr9ujppZvsSX5X/fVsPcP52OyLh1qjF6fun2Gffyy5gYLLbRsy2z5a0ECoawX882dyUPbyvbI/eLbsnXdG9su3y567W7aufa/DQiffgOY/fj62u48WNi8rOJx87vdW2k/x2CmzMyv0t+10cp4Dp4p/Z9qvXNoIA1sFApWK/0Y230gc9Vs2D/S8ubVRk9qPlUJMUnqORm9KCCCAAAIIIIAAAggggAACXSrAsBFAAAEEEEAAAQQQQACBZQv4f2G27JNwAgQQuJACnBsBBBBAAAEEEEAAAQQQQAABBMovwAgRQAABBBBAAAEEEGgWUM9wU0AFixWbOlDpOoF7P3PMzDeeyZKvDq/MBAfffCbdcCap+nrr87P/aUCPV5JY7ufhL5+wqZXcvSR37tVYrCU2H3nA7K+/bvbxh2I7eMbs8NmwyP3gMjapWOhYfcOMGzeFxcKtxzx6yuzsdGt0/vrp8/P3WUiPmZrZuZn294gfu3Ok+J697X33xh037hnsMXvT42Vvf3FkP/4E2a1bzCb6zSLJDy1d8o1KfuZJkd26uXl8vsnDa66NLFL7kP3998dfiG068W9vJTKXwBXrzP7VDc3W+f6+qc9//fzSbXeOmF27MX/GRvljD8Z2ynehaYQuSunh5HPiK4eLL3V9cq8jvcVtRBFwgd7k64D/DfrBm2R/8oLI/sfzI/Py9uHOv0d+nG/m9L6v16z4L4T3WFpa1ycb7m2/9snk79qx5G/z0s7afJSfayl/W5vPQg2B5QtEBfO5uDow74l9UxpPc3WU2n+PWvtL8/dpPYY6AggggAACCCxHgGMRQAABBBBAAAEEEEAAAQQQQKD8AowQgfIJJP+kXL5BMSIEEEAAAQQQQAABBBBAYFkCHIwAAggggAACCCCAAAIIIIAAAuUXWO0jbNl8JopknowHArMC505O27ED58x8w4psA5rIK94hNpuZXWCahTxcTeKe59IjXz6Zq5W/6CqVDv+lxD8/1u5zIUQ2zr/OeFGXPXDKVmRDgDMzZr4BTuvFeyuydf2t0VA/ctbsb+8tdhvqNful2yN72k5ZtYN5OEvn56PJW/xccl+de6yultFkzJeNFd/TzZNmdyQWRa0feTC2v3+g2LGoP7GGwFO3y56xy3+zG7F8yW19g6R8bKFlf+8/vmUjoezYuw6bfe7RztfN+q1k7u8Q3zjLNwJpPa/fya1bIvO8tY06Ap0ExpPP9ufulv3Bs0Pq9H734z/5iNnhM/4u9NrKpKEes8mh9nOemTY7dK49vpSr+j37BjRLOZZjEFhJgaja/gkdV4Y6XkIK/aWQd+yYa5hvk5pc1+4rMmIEEEAAAQQQQAABBBBAAAEEECi/ACNEAAEEEEAAAQQQWLZAtOwzcAIEEEAAAQQusACnRwABBBBAAAEEEEAAAQQQQACB8gswQgQQQAABBBBoFlBf++4FUc/CFx42n41aWQWOPHjOrFZLUmyWbkCTjDRKyklm07Pvl2wTGt+eJGvz9iSdOzFjp49MJaXu+emrmu0aKR7vlw/HdikXqI/1x9azhP+K48GTsZ06XzymxUQPnzV7pGAvopFes4n+4jPddzy2B04Ut/2rG2T7xovbFhqdyt7HCz1gFferJq/tt+6XdbL8ky/FduD07O/vKh7Haru1auL6yqvNNndev29/+uXYHip4by9kLLduNls/MPt5mjvAX6n//dWaHb+IH6HfOG72ofv9yrkbmS3unTDbv764bbbLqsm4kdUpsH1Y9jNPkj3n8uL7O3pOduhs++9Cce+FRQeSv8nbk+sW9b77SFF08bGvHU2+Ii3+MI5AYMUFKgVzuZnqHH+8VvwOOCECCCCAAAIIIIAAAhdXgKshgAACCCCAAAIIIIAAAggggMDaE4gWect0RwABBBBAAAEEEEAAAQQQQACB8gswQgQQQAABBBBAAAEEEEAAgUst0DPadgfVggWLbZ0IdJXAo/eesXTTmVpslqWoFgxmksxj2eYzSRer+FMSDz928N5Ts6XuynyThqIRf+2I2VcPFbWsbOyx5GUrOuP6PlllCf8Vx0PJy3joTPNra0t43H0kthMFm9jsHjMb7Ss+4VcPm29r1Na4Y8Tspk3L36Tga0eXP662m7uEga3DZt9+VbHLI8nr+D+/ZDY9+yt8CW9zzV16clD26mtl6nDnvrHSH38hXpLtpiHZMy8rPvFdyWfG++6NC38Hio9YetTfF75BUafNbp6xSzbE94SlA6+xI/2T0d8LX519D/72p2N7w3tj+5731sw/S5Y6HN/M6Vv2RTbe336GqZnYjp5tjy83cv3G4jP80wGzs9PFbQuN+j1//jHXWugR9EPgwglUCnYYnImSLwYdLhn7xpJJW5YnRX4QQACB5QhwLAIIIIAAAggggAACCCCAAAIIlF+AESKAAAIIILBsgSX8Z0vLviYnQAABBBBAAAEEEFiUAJ0RQAABBBBAAAEEEEAAAQQQQKD8AowQAQQQaBHon2gJmFV6+efdNpQuD5w/M2Onj523pg1oNLvIur75zGzdraJcOakfuu908tx9P1eMy0Z62sftOv/vnpr5YvX21pWJnDof22cf9Su1n6/TpjjtPZsjp6bMPv9Yc2yxtZma2aceKT7q2o1mnT5+HjhZfMxO37Cmt7htoVHfdOCLBxfae+30u2On7KZJFd7w+++L7WMPFb8/Cg8gWBe4bavsyduKXb3TRx9cmq2f8enJazZRsBmHn/fPvxqbb0Lj5QuV/B3xrq/F9pFkDEXX2DlqdtscYy86htjaFpiaNvvVT8T2xg/U7Hc+Hdvf3BvbAydjeyT5TH7klL9jlj6+dX1m24b9nb/0cyzmyKvXm60faL/eVw/F9vVjyxvL3UeTv48HFnM3F6sv1+lGgaLNZ+Le5AvTPBhS++/HPIfQjAACCCCAAAIIIIAAAgggsCoEuAkEEEAAAQQQQAABBBBAYO0J8F8nrr3XjDu+1AJcHwEEEEAAAQQQQAABBBBAAAEEyi/ACBFAAAEEEEAAAQQQuMgCkiyOcwts+8bb7qDawz/vtqEQsGOPTofNZ/z9E9cSkdn3USyzWlL2UBJNf7J6Ep4+O2MnDpxLw932tG3I7HGbE5+CgX/yYbN3313QsEKhzz0qu+tw+8l8MxzfFKe9ZWGRD94fm29ss7De7b1804J/PJC8MVqa+ipmN25qCS6g2leRVZb5keWbDvjmA1bwOH4utqn8e7ugz4JCl6BTf9XstdfKhgo25/FX4G1fjO3R7twXalmvRjV5v706ce20ScxybLcOm710T/Fnhm/+9OufqNn9J5Z1+3Me/LEHzP74Cz6C9m5+V99+lcw3DGlvJVJWgb6q2f72fQrN3yXL3YzsYpttGpI9aYvfefOVzyehd/2L2fQSP+v9OD/ez9N85nLU/DNvIHkflGM03TGKnr7kD1XLUGeqYyapeR7Y0melqk1zzZU6KedBAAEEEEBgLQlwrwgggAACCCCAAAIIIIAAAgggUH4BRogAAssWaP8XrWWfkhMggAACCCCAAAIIIIAAAisrwNkQQAABBBBAAAEEEEAAAQQQQKD8At08QsmXjjcLaGBjcyCpFS1YTML8dLnAXfevt9pMglCrhc1mFCeV5Mcz35DGN5xJquEn6eMb1CSxk5WbLeodCuEue65EZs/cZRapeOB/+IXYPvpAcSA0zd0AABAASURBVNtyor6hyB99oZZuDtB6Ht8MxzfFaY0vtP7Vw2afeHihvZv7+QL9d9xl5ptoNLeYXZt8FO0caY3OXz9xzpa1OYzf01ybBpyZtiVvSDD/3V/4HrvXmb18b/Eb8KGTZn/2ldqaHt+FFyy+gm8S4xuxFLeaue3//mpsM8lHYac+neLPutzshk3Fr9kjp8x+4aMXZgOaTz4S22/+Yy3dS6zo3p68TXbb1uL7KupPrDwC+yaKX/ePPRjbkbNLH6d/vh47518ims/RW5Gt62+OrUTNR/HNO2U9Xmg54UeSsfz9A+330tKtrepHvOfrsfnxbY0lCfQm32VG+wrQSjK+Mg6j0tvyekVVq/WMpkOVlG5CIymtL/Yp21hGaj8+a/NzSu3tHr8UiWsigAACCCCAAAIIIIAAAggggED5BRghAggggAACCCCAwNoTSP4Zcu3dNHeMAAIIIHBJBbg4AggggAACCCCAAAIIIIAAAgiUX4ARIoAAAggggMBFEpAaCwClXHlgU9sdVPr45902lC4PnI1G7bO12+w9X36S3Xt4hx0/t87OVntspmp2Xv12trbZzkfrLe6rWG2oz85XL7NzPdfZsYGX27HR19vQU3+wawWv2WB2y+bi4ddis1/9ZM18k4qpmaRS3G1R0QOnY3vrx2vp5hetB/qC++dfYeab4rS2Lab+J1+Kza+zmGO87yceMvvA/e3jVNL4nMsi8w0HkmLhz/bhwrDdc8zsyJn2cxb3bo76Ue/6Wrk3DVAy5OdcLts7nhQKft53r9mnDxQ0EJpX4I6dspsmXbi4619/PbbPP+bvsuL2TtGh5Bf11dfKhnqLe/gGND/y/lq6CdTiz95+zloc2/9Nfg/e8rHYzvkGY+1dzDfb+e7rZdXlfT0oODOhtSDgnx87CjYH+8YJs/93T1y40dlCxvWZR2Pzc7T23TwY2+YLtGfd3nHZbduLf2//3T/Gi9oQzn//PvxAbP/pc15qHUX562enzU6eL/8419oIK1VZVGl+j09XJ9INZyz3yG8Ukwun/VrbsrrnUvO588dSRgABBBBAAAEEEEBgVoAMAQQQQAABBBBAAAEEEEAAAQTKL7DsEfKfHyybkBMggAACCCCAAAIIIIAAAgggcKEFOD8CCCCAAAIIIIAAAggggEBZBFoXB3o9PzavS7K4YPOZnn7+eTdvVb7y4kd0sH+PxVa1+w9utPd/9Un2F//8PHvHXS+0dzz4Unv3I6+wD973LfahR7/DPmLfb58bfKPdE/2IPVh5gz0WP9VOnz5rNrZr8RctyRG+ocp3Xh113EjCN6D5b1+I7YffH9tnDsTmG0EsZejTNbMP3h/bD/5tbP9ypPgMz7xctn98+YuGffOLf/vR2B49XXydougnH4ntN/+xloyvvfXxW8xu2Tz34v3Lxorv+9CZ2P7uAUven+3nnSviV3v/fbH9cWI/V78ytI32mn3XNbKogNDff3/0zzU7eMYW9Dic/Dq/5q9q9vy3t6cf/7vYfDOCBZ2oBJ36q2avSlw7bRLjtv/p87EdPbf4we4bN/vXN0WFr5mfzTeJ+cWP1eyXPx4v+LXz41rT/SfMfuyDsf3B5/yzp7U11H18b7o1sk2Doc5z9wmM95s9dUfBB0hC8edfie1jyWdwUlzUz0Mnzf70y/5J3H7Y7cm1/HOrvWX5Ed987dv2y4rO77+zC90QzjeM8/v/tU90/t1Z/t2u7jOcnjE7uYTPt9U9qrV/d0XzuJm+DU0D83lgFvCy1Pj9bq17P6nR7nUSAgisNQHuFwEEEEAAAQQQQAABBBBAAAEEyi/ACBFAAAEEEFh7AtHau2XuGAEEEEAAAQQQuMQCXB4BBBBAAAEEEEAAAQQQQAABBMovwAgRQACBiyzgCwr9kpLMy9HgRlO130P1VO3jn3frGBRSgZmoL81bn/w9NDM9bVPnpuzcuXN26vhJO3TgkB08cNAeS9LRQ0ft5IlTdu7stEVjl7ce3jX1K9bNvZGEQ3zjhNnPfCS273y32Z99JbYDp+N5N1TxjWoePhn6f9dfxfYbn4rt9Hk/W3vaOmz2LftkvvDeVuBx/3GzN3+oZnd12Ogmu4RvivN/7ortLR+LzTfMyOJZ7htbfNtVkfkmPVmsKL9yXdxx84u3fXFxmx+40R98NrZ/949x4WY4+eufTDyPnc1H1mb5+o2y51yuwpv3956/52Zqhc0E5xDYO2728r3Frn6Y/5785d3xvL/L3rc13bY9+R27VR03oLHk8Q8Pxvba99TsN5P38r3H4uT9XLyZR9K1/uO/k186GD5vvu99c/8O91XM3vR42b5knPUTUOhKgW/eIZvobx/6YjZsyY6+K/m78ZN/XzPfgCaLZblvCvOUbZ1/p7J+y8l3jpq9/obia/h4fEO417wn/G31e/TfGb+e5173z0tv/5Mvzf/75sc1pTVY6auabRhov3H/m/Hee2Nzl3zrqSlri+XbKV9YgZ6B5IO75RLTvRvSeV8WlmSS0qoU8rSSPEnN9SSU/kiqH5MGeEIAAQQQQAABBBBAAAEEEOgsQAsCCCCAAAIIIIAAAggggMC8AvzXifMS0WG1C3B/CCCAAAIIIIAAAggggAACCCBQfgFGiAACCCCAAAIIIIDAWhOQNOctS6FdUrroUFJ94aAUYvHAlqZzRJGsp7/SFKOCwHwCSjpUrGZVm7ae2owNVyu2cWzMrrxsl111w8123Q/8iU08+fVJr+788Y0kXn2tK809/mPnYvvvX4ztde+J7UXvqJlvKvOWf4jtP/xTrZ687vEXvzO273lvLe3vx3U6s2/w8qZbo46bt3Q6br74wTNmP/qBWrppzqcfMTs7HY7w5fiHk7b33JPc31/X7I/+2TfFCG2tz6/YJ9u7gI0t1g/InnlZsZ9vFvDWT9TsP342tuNTrVdo1I+cNfONcF79npr5hiCNFks3+PCNNvIxL0/VzM7MjsvrazX5pkPful+2Y6R4BH/99dg+/5i/csXtRIsFlIR9U5+53sPvvCu2uw4nHRf54+d+6nbZz94mK3pvZqfz9/8H7ovtB/42tjvfFdtPfTg231zpg/fH9pEHLU3vu9c/Q7I+NXvz39XsMwfmfr19E5Cff3Jkt272O8muRt6tAr6B2Uv3FL8X/D2Ybdjyv74c233H4/rfA/fyjdIOJ5+/H3kwtp9O3p/+d8P/fnhba/K/Cb45TGt8pev+u/WcOfbE87+p/rf49cnf2Be/s2bPf3vNPPe6x7299Z6uXFfs09pvrdV9VP55UHTff5t89vzQ+2v27uTvvX/m/Oonkr/7idm9yXugqD+xCy9QLfiDMd23KZ3/Sf5qWjon9A0kpVD3u5KU9vG417MkKSuSI4AAAgggsGYFuHEEEEAAAQQQQAABBBBAAAEEECi/ACNEAIG1JxCtvVvmjhFAAAEEEEAAAQQQQOASC3B5BBBAAAEEEEAAAQQQQAABBBAovwAjXKKA1L4QMFssKIW21rrUiEuh7JfXyHbPmlLPAP/E2wRCpS4QJW+dKIqtt1qzwV6z8eFe27pxnV152Q7bv3+/XXvjTXbNTY+zPdddZ1t27rTevn6bOjtjxw6esvO9l9XP022FhM1etlf2r25UutGJLeDhC/oPnYnt4w/F9tdft3ryuse9fb7TbBgw+9XbI9s3Pl/P+dv9tS9Y05xuYvFzH63Zy/4iLNB/wdtr9qq/qtnvfia2x850Pu+dicdLrpSpc5emluftlu0cbQo1VXxDmW//y3BtXwCfbdjjm3F86/+t2Xe+O2yEc/p802Hpxh6+wYdvztLcYjZTMztweu5NOlqPWa11fy+88moVevt76T99Praj51br3a/e+/JNGb7rGnX8vT43Y/ZfE9tT55f2PvLNX3776VHHjYMs95hO3q+fezS2/3t3bL/xqdh+5eO1NP3Op/0zJLZ7j3XeCCp3GtuTfF789tNlN2zMRyl3u8ALk8/r+TZseduXYvv+v4nrfw9805YXviO2VyWfv7/y8dg+m7w/Ozn6uf0andpXMl6NzL7vxsj878pKnNf/nvnGOStxrtV4jr0Tne/q/uNmv5f8vffPnA8/EDaBO3xGnQ+g5YIK9A0mb+6WK9T6t6SR/NxQUroJjdR4rbxdatSlRjk9wco8cRYEEEAAAQQQQAABBBBAAAEEECi/ACNEAAEEEEAAAQQQQGBegfZ/1Zr3EDoggAACCKwuAe4GAQQQQAABBBBAAAEEEEAAAQTKL8AIEUAAAQQQQGAtCkiNhYFSKEsh90WEWcrGJoXFhlndhnfUi1mhb6CSFcm7XODYuutsZvxyWz/aY+tGKjY6bLZhfNi2TG62LVt32sbJnTYyNmlRZcjOnpUdPnDK7rvrEfvSp+6xT33oK/bhv/68feRvvmCf+et32fGP/Ip188N/K194hexXnirbkjheaIsbNsl+82mR7V63Mlda32/240+IzDfbWO4ZX3W17DXXyHwDgIWea12f2Rtvmf/6h8+Y+QL4bMMe34zjZMuGM9k1r1ov+/1nyXyDj8vG/BXKWhr5px6xdBOaRmTtlm7bKnvytuJx+gYCf/aV2Ja2RcraNVmJO79xUvaC5He707m+eCi29329U+v88Z0jZr9zR2QvmuMa85+ltUd73X8fX3ud7Ne/STY5WPw+aT+KSLcI+Pvjdcn74+bNKz/iO3bKvvf6aFF/E2yZDx/P991o9r03LO5vUf6yfg4//nXXmvVU8i2N8qYhs/5qo74WS9dtlG0dXvid33+CvyQL11rZnr0Fc7jz/ZMmqZ6yK0pq2oBGCn28XQptPo/0epZ7mYQAAggggAACCCCw1gS4XwQQQAABBBBAAAEEEEAAAQQQKL/A2hthtPZumTtGAAEEEEAAAQQQQAABBBBA4BILcHkEEEAAAQQQQAABBBBAAAEEFiEgKe2dLQ6UQt2DUihLYSFhFpOS+lD75jO9Q/wTrxtdlLSKL3JuYJs9NHKzxb3D1tM3ZP1DE9Y/sNmkCTtzasQeO2B2710n7Qv/dMA+9bH77KPv/4p95INftA998DN26NRB0/BpG9/ZY9t2m43f//+Zzp9cxaO9eLd27QbZ7z1D9oYbZYM9K3/dsT7Zv7k1sl96itmGgZU9/55xs1/75sh2jCztvL7pzlufGtm3XqUlbTKw3Otnd+0bBvgmG2+93eqbbOwaTd6n/VmPRv6Fg2YHz5RjIb2P+zuuVscNhP7f3bF99kA5xtp4BS98yf/Cvmyv5vy9+NOvxnb30aXfS1/V0s+MP3i27EkdNhBa6tmjZAC+sc3bnh/Zy5Nx9FaSwFJPxnGlFhjqkf3ME2UvTd4nKzFQ/0zyzVt+9BYzf4+vxDkXc44o+R784itl//U5kT1j1+Le9zdNyv7DMyLz4/08i7nuWuvr3yVec01k0QKJ7ju+1kZYjvut9ERW7Wuew81Ux6xWTb7gWOMhNV5IKZkLxuHvvs8hPUmhXVLynV/pgVKyAB01AAAQAElEQVQjl0I53zftxBMCCCxMgF4IIIAAAggggAACCCCAAAIIIFB+AUaIAAIIIIAAAvMKNP+r1rzd6YAAAggggAACCKw+Ae4IAQQQQAABBBBAAAEEEEAAAQTKL8AIEUAAgbUqIDUWAfoYfDGg51KI58uS0oWEWZ9obLc3N6W+wWpTnUp3CvTE55KBV236fGSnT8kOH5yxRx48Z/d+/bjdc88BO3L8oJ2vHrae0aM2OnnGNl8h27G/3666aaP19CWH8tNRwDd38M0e/vQFkf38bZHtn1DHvgtt8HP4uf7782TftMMsSn7XF3rsYvrtHDH790+X+eYtvnHAQo71TXZ8sx3fdOeGjWaypT/8+r9zR2Svukbmjos5k/d/1dUyd2/dZGPjgNn1G9vv7NCZ2D784GKusrr77hw1e8W+9nH6Xddis//+xdiOT3mNtBgB35zhlcl7q1jW7FRi+j++VLOpmQR5MSdu6bt9OGz+8cfPi+zOPbKh3pYOi6j6uX70Ftn/eVGUbmwzuoxzLeKydF3jAv45+t3XyZazEZKfwz+DfcOjS7l5S/ZS+O+v/y78+YtkP/lE2ZO3m020bEZWjcwuX2fp3z7//fulp8j871F2jrLntyUmP/ukaEGb5h06Y3Zuuuwiq298vYOVtps637+1LeYBqfHXSpJJjZTNEb2fJ0mepcnbPHlFasS9XpSk+fsUHUcMAQQQQAABBBBAAAEEEFhJAc6FAAIIIIAAAggggAACCCCw+gSSf35dfTfFHa1pAW4eAQQQQAABBBBAAAEEEEAAAQTKL8AIEUAAAQQQQAABBBBAoEVAUro4sCXcVJWa+0hK27OFgmll9klK2vrXm/WNz0ZCVu2LrNrDP/Nalz+iswdt15F/sL7zJ+3MuVM2NX3YrOeIDYwcs+GJk1bpOW1xPNVRKY5nTOfPmWKz/utfkRw70LFvtzb4YvZbt5j95tNkf3FnZL//zMi+/ybZHbtkvjHEWF/yO1qA4/F9E2Yv2yv75dtlb39xlJ7Dz+XnLDhkRUPZxgF//sLIfuzxshs2yYZ7GpeIktveOmzmmwr42HyzF99sx49r9KqXFl3oq5p9237Zn71I9otPjuzpO802D5m1jt3vyZ1eeZXs958VJU7JcUnZN8NpvWglMvs3t8re/bKoLfkmCa398/Ufu6X9uHe8JLIr1yUQ+Y6LLPvmB//tee334zFvW+Tp6t3vTN43ReP02L+7I7JOm5D4Nf3a3q81/do3yfqT16V+kYtU8Gv6tVvvx+v+ulyk20gv89Ttsv9X8P7xe/H087dFi94wKT1xwZNvlvE91ye/A8nv4B8+V/bGx0f2zTuU/h7470frIf6Z4RtnvGSP2S88ReabbPjmIc9IPmuK+rcefzHr/rq5V2vy+MW8j+Vcy++19f697p/R853XP2+8b2vy+HzHztXe6XdlqZ9V/jfqZ54oe2fyt8v/Dvl7y99j/l5rvY/8Z/HvPN3/ZoVNXDp91rQen6/756rfc6uPfw74GPN9F1se6pE9ZZvsp54QmW+Mk7+G/43+3adH5q+D//61nnu61hoJdd/YLJQ6P3f6bPXPW2/rfOT8Lf6ey48jK/t7dP6jGz2UFP1cf/zcyP71zTL/25r/7PC/vx57ww2yNyffC/JtyaH8XASBvqFK21WmB5MvSLNRyV/F2Uouk5rjUnO9aA6ZOzwtSmqao/oxktI2nhBAAAEEEGgRoIoAAggggAACCCCAAAIIIIAAAuUXYIQIIIDAvALRvD3ogAACCCCAAAIIIIAAAqtcgNtDAAEEEEAAAQQQQAABBBBAAIHyCzDCtSLgC/oWe69SWAAoKV0cKCk9hSSLR69Iy/mn3uH2BYz5dsrdITB48oumE3fb+ZnOm8xINasqtoEe2fhQv22dnLB9ey63m2680W5+0hPthifeZle/5Mds8pk/1R1oSxylL9zeOWr2/N0yXxTuG0P8zxeobSMUXzju8d96WmSvu0524yZdkk0/fJi+uPyOnbK33i77sxc1Nkn5y5dG9p+fHdn33iDbP6G2TWH82JVIvZHZzZst3Xjjvz4nMt8cwH2y5PfkTt9xtWzniFmUfN6txHU5BwKrRUDJjUwOKt2A6c23yvz34B0vbvwuZr8L/pnhG2e8/vrIbpmU+SYbyaH8ILBsAf8c9r9D/t7y95i/17L3XZbnP4t985gyfhY/dCoutCza7Kyw4xoJ+niedZnM/7bmP2v876/HXnRl8l2wf40MpmS32V+w+cz5gR3pvC8bquR/NUJNkkkKleRZapSTav04KcQlpTFJ3pymojmp1GhPO/GEAAIIIIAAAggggAACCCCAAAKXWIDLI4AAAggggAACCCCw+gSi1XdL3BECCCCwxgW4fQQQQAABBBBAAAEEEEAAAQQQKL8AI0QAAQQQQAABBBYokC38k4oX+0mNuPf1lD+11u3JV9Ny/1A1zXlCIBPoqcp6e8z6KjM20h/ZhtF+2755wq7YtdP27t1je/ZfbZdfud82b91p/QPDdvb0lD32wCG7/66H7Z4vPWSPPnggOxU5AggggEBegDICCKxpgdPni29/50jjO3hxD6IIrIxA30j73G1qYFd6cqn9fSi1x9LOyZMky+aLnkuh7mVPUudjk8P5QQABBBBAAAEEEJhLgDYEEEAAAQQQQAABBBBAAAEEECi/ACOcVyCatwcdEEAAAQQQQAABBBBAAAEEEFjlAtweAggggAACCCCAAAIIIIAAAmtVwBcJ5u9dalkwONa++UzfaCV/SNeUGWizwIObn2vTE3tt/VjVRkZ6bGx0wDZMbrHJyV02tn6b9fdNWG16wE4ei+2RB07a1770iH3uH75uH/2bL9v7//Iz9r53f9q+/OV77MDf/orFn/vd5pNTQwABBBBAAAEELoLA147G9pq/qtkPvr9mv/eZ2P7uG7E9dNLs7PTyLz5VM7vnaPt5eiuydf3tcSIIrLRA72DFKtXm+d353k1W6xk1KcSlRi6Fcut9SGrqLxXXfW4pNdpaz0MdgbUkwL0igAACCCCAAAIIIIAAAggggED5BRghAggggAACCKw+gWj13RJ3hAACCCCAAAJrXIDbRwABBBBAAAEEEEAAAQQQQACB8gswQgQQQACBBQj44r/5uklhcaAUcu8v5crjVyUhJanxMzBcNfEvvQ2QLiydHttvJ3q3mPUMWG/vmFUr4zYzvc6OH+mxb9w7bf/yxaP22U8/bJ/4+N328X/4qv3DR79gH/77T9vRMwes1nPShjfKNu8asv7oiPUd/WQXCjJkBBBAAAEEEFigwAXtNtwjm47Nvn7U7N33xPbrn4zt9e+t2S/+Q2znppd36UdOmX3lUHLyltOM9JpNsPlMiwrVCyHQP1JpO+35od31mBTmeZLqm8vUG5OCpOS58SM117P5ZpZLsny5cSQlBBBAAAEEEEAAAQQQQGBeAToggAACCCCAAAIIIIAAAgggYBEGZRdgfAgggAACCCCAAAIIIIAAAgggUH4BRogAAggggAACCCCAAAKrXSBbBOj3KalpcWG+zduzJMksqlo8vj8L1fP+0Z56mUL3CQwe+4pZrdemz1Xs+PGKPfbojD344Am7++6H7F/u+Zo9duiAnTh5xKamTtvMzJRVK7KxdSP26INn7NEHTtmBb5ywh+87bufu+0z34a3pEXPzCCCAAAIIlEugr2LmqXVUD5+M7eT59o1jWvvNVf/IA7GdON/eY/eY2Whfe5wIAistMDBabTvlucHd6VxQUtomhdwrkuptUqPsba1JCu0el+TZnMnnnFJzP6m5PucJaEQAAQQQuMgCXA4BBBBAAAEEEEAAAQQQQAABBMovwAgRQACB1SfA5jOr7zXhjhBAAAEEEEAAAQTWugD3jwACCCCAAAIIIIAAAggggAAC5RdghAjMIyCpvnDQu0ryLI2lheRJasSk9nLSJe2viWu82JQGCxYyNnWgUnqB/Q/8R9v3wO/azgNvs1OPHbQjB87ZmeNm02d77PjhGTt2aNqOPDZlRx49Z4cOnLGDD5+2xx46aY8+eCLpe8yGT3zaRh96e+mdGCACCCCAAAIIrF6BwarZ5FD4Hpy/y0dPm33usXxkceW7j5q962vFm9fcvNmsl/9qcnGg3d57ieMfGGnfMHRq+Mq2s0ntvwNtnVoCvpmMh6TGsR6TQt3L3u5JCjEve8q3eZ2EAAIIIIAAAggggAACCCCAAAJmBgICCCCAAAIIIIAAAggY/4zKmwABBEovwAARQAABBBBAAAEEEEAAAQQQQKD8AowQAQQQQAABBBC4lAKti/ckWWssuz+Pe8rqnXIpLBD0vrV1BZvPjFU7HUq8ywSGZx62J9p/tjt6/509ree3bMfgEdu8abNdtmuX7b9qr+3bvydNe3ZvtidX/8But1+zW8/9um0+/H+6TIrhIoBAGQQYAwIIlEugL/lKe+2G4jH96Zdj801oils7R/2Y3/hUzU5NtfdZPyC7dXN7nAgCKy3QP1K1qBrmdNm5z/dttpmeiayabjSaVSTV65LSsKQ0JoXcg5I8S+Ne8Pmi556k0OZlEgIIIIAAAgggsNYFuH8EEEAAAQQQQAABBBBAAAEEECi/ACNcfQJsPrP6XhPuCAEEEEAAAQQQQAABBBBY6wLcPwIIIIAAAggggAACCCCAAAJdJSA1NpuRGuUMQWosApTUtFBQUtrNFw1KoZwGkidJad9o/TUWVweSSOOnZ6BiPf2VRuDil7jiKhXYff5tNnj8Y3bq+Gk7ceSknTl5xmaOfd02fONXrTJzbJXeNbeFAAIIIIAAAt0q8ORtZkO97aN/6KTZmz9Us889Zha3N7dFvI/39WPuP97WnAbuvNJsckhpmScELqTA4Lpq2+nPDe9LY1LjPSgpnfOlDcmTpOTZ0pjPEW32ISmNeVWSZ/W6V6QQ8zIJgQsgwCkRQAABBBBAAAEEEEAAAQQQQKD8AowQAQQQQAABBBAwNp/hTYAAAggggEDpBRggAggggAACCCCAAAIIIIAAAgiUX4ARIoAAAgisdoH8wsHsXqWwQFBS28JBKcQkhe7rbwx57rloQWOumWKXCkTxeds5/U7bf+LnbOvB37JtD/+8bTvwK9Yz/WiXijBsBBBAAAEEyiRQvrHsHJU9fefsd96W4R08Y/ZTf1+zN36gZh+4Pzav12LfZiZ0nKqZ+SY177knth9+fy3t631Ca/PzDZtkz7q8OUYNgQslMDjW03bqc8P703mfpKbcO0rNMalR9/ZOSQr9svlmlkvqdAhxBBBAAAEEEEAAAQQQWBMC3CQCCCCAAAIIIIAAAggggAACF1+AzWcutjnXQwABBBBAAAEEEEAAAQQQQACB8gswQgQQQAABBBBAAAEEEEBgVsAX/3marVq+nMU8l5QuQPRyUYonbmgLFy1obOtEoGsFKvE5G4ofsN74aNcaXPCBcwEEEEAAAQQQWLaAkjN859VmvjlMUiz8yAKM8gAAEABJREFUueuI2W9+KrZX/1XNXviO2J7/9lqa7nxnzV7/3pr97mdiu2eOrzw7R81+5GbZUI9frfASBBFYMYGe/sh6BytN54ujXjs3clXhnE9Sx7ifRJJnaZJCWQq5B32OKYW6FHKPkxBAAAEEVlCAUyGAAAIIIIAAAggggAACCCCAQPkFGCECCCCAgLH5DG8CBBBAAAEEEEAAgdILMEAEEEAAAQQQQAABBBBAAAEEECi/ACNEYLUJSGHRn9TIJTUtKpSa6z6GKGr+J1xpts/Gx3lzUxoYq1qlqqYYFQQQQAABBBBAAAEE1pqAbwrzxltke8ZX/s59U5u33h7ZpsGVPzdnvDQCq/2qQ+M9bbd4ZvjqekxSOi+UQp41SKEuNXJvk0Ldy0VJUlNYaq43NVJBAAEEEEAAAQQQQAABBBBAYI0IcJsIIIAAAggggAACCCBw8QWa/8vFi399rogAAt0nwIgRQAABBBBAAAEEEEAAAQQQQKD8AowQAQQQQAABBBBAoEAgjuM0KildbOiVLOblLEnKimkuyaL+dVYbv9ZaH0MTva0h6ggggAACCFwsAa6DAAIIrJjAhgGzX3tqZC+6ovm78FIvUI3MXnud7N/eZjbev9SzcBwCixcYGm+fo50duSadA0rh/S2F3M8uNcpe9yTJfK4oNdqkUJaac+/vfT335GVPUujnMRICCCCAAAIIILBMAQ5HAAEEEEAAAQQQQAABBBBAAIHyCzBCBCz5J1YUEEAAAQQQQAABBBBAAAEEyi3A6BBAAAEEEEAAAQQQQAABBBBA4FIKSM2L/nwhoCe/J0npIsSs7LknKcQleTWkTY8Pee55cCL7f9XPBSkigAACCCCAAAIIILAGBfqqZm+4UfYHz5Y9aVvue/AixtJbkd25R/ZHz43s5XtlXl/E4XRFYFkCvQMV6xuuWPNDdmbkunpICu9tKeTeEEVROi+UlOY+X5RCWQq595PkWZq8T1pIniSlxyXFNJfC5jVeJ5VRgDEhgAACCCCAAAIIIIAAAggggED5BRghAggggAACCCBw8QWii39JrogAAggggECXCzB8BBBAAAEEEEAAAQQQQAABBBAovwAjRAABBBBAoEVAal8MmO8iKa1Kqi8WTAPJk6Tk2UyTT7DWx+Bo1Xr6+GffVhfqCJRRYKLf7L89L7J3v6w5eczbyjhmxoQAAgisegFu8IIIbB+W/cwTZe+8M7Jfvl32kj1ml68zGy7Yd3GsT7ZvwuyVV8l++47I/veLZN9zvYy/jRfkpeGk8wgMFWwOeto3nqn01ed5ktrKflpJnqVJUtrHK77JjCdJXm1Kkpr6NTUmFYlNaBIGfhBAAAEEEEAAAQQQWL4AZ0AAAQQQQAABBBBAAAEEEECgCwS6/r9C7ILXmCEigAACCCCAAAIIIIAAAggg0PUCACCAAAIIIIAAAggggAACF1NAal7g5wsFPeXvQVK+mpal5pik+kJCKTln7zqL19+Y9s0/DU305quUEehaAQaOAAIIIIAAAuUS6I3Mbtwke/31kf3u0yP7sxc1b8DmG7L9zxfIfutpkX3H1bI942bVqFwGjGZtCQwXzM3OjN5QH4SktCwpnetFUZTmkpriUqh7UJJ5P2t5SKFP61yzpVtalULftMITAgggUAIBhoAAAggggAACCCCAAAIIIIAAAuUXYIQIIIAAAhdfILr4l+SKCCCAAAIIIIAAAl0uwPARQAABBBBAAAEEEEAAAQQQQKD8AowQga4XkJQuInQISZ6lSQplXyAoKe0jKW1rfZJUb5eULjiMJ59krY/hDT2tIeoIIIAAAggggAACCCCAwMUQ4BqzAgNjVesZaP5PcmtRv50Zuymdy0lKe0ohTyvJkxTqkurzvySc/khKc58/poXkSVLaLymmP5Ka8rQy++THSaF9NtR0bBYjRwABBBBAAAEEEEAAAQQQQGAeAZoRQAABBBBAAAEEEECgCwSa/6WrCwbMEBFAoFWAOgIIIIAAAggggAACCCCAAAIIlF+AESKAAAIIIIAAAghcaAEpLOjzxX1F15Ka26XmenaMpHQxoKQslNazSrr5TKUvq6Z570DFBkaraZknBBBAAIFuFmDsCCCAAAIIIHCpBIbX97Zd+vToTU3zOUlpXWrkfpAU6vlyFIX/vFcKbVLIvU+nJMmyOamkpm5ZvClIBQEEEEAAAQTWqAC3jQACCCCAAAIIIIAAAggggAAC5RdghAhcfIHwr1MX/7pcEQEEEEAAAQQQQAABBBDoXgFGjgACCCCAAAIIIIAAAggggAACpRWQZhf4tYwwW+gnhfZ8PV/2w6TQR2rO07ZKr9Umn+zFpjSyoX2hY1MHKggggAACCCCAAAIIIIAAAhdEoFKNrGhOdnrs5vr1pDC/84Ckwk1ovC2fpNAvH8vKUqNNUhr2uaXUKKfB2ScpxGerZCspwLkQQAABBBBAAAEEEEAAAQQQQKD8AowQAQQQQAABBBDoAgE2n+mCF5khIoAAAgjMLUArAggggAACCCCAAAIIIIAAAgiUX4ARIoAAAgggcCkEfOFfdl2psdBPUrrQMN8mKaumuRTqUsijKEqPkWTx5tvTPvmn4Q29Vu2N8iHKCCCAAAIIIIBA1wkwYAQQQOBSCAxvbN8MdKp/h00N7a7P4yRZfl4nqalNatS9n80+pBD3qiTP0uPSQvIkhVhSbIp7nYQAAggggAACCCCAQFkFGBcCCCCAAAIIIIAAAggggAACCKy8wGr7rw9XfoScEQEEEEAAAQQQQAABBBBAAAEEVpsA94MAAggggAACCCCAAAIIdI2A1L4QML8pTQYhhX6S6gsGJaXNUsjTij+N7zcbu9JLTalowWNTByoIXFwBroYAAggggAACCCCAQFcIjGzsaRvn6XWPT+d2kjrm2UFScx+PSyGWzR8leTg9V1pInrzNU1LkBwEEELiUAlwbAQQQQAABBBBAAAEEEEAAAQTKL8AIEUAAAQS6QIDNZ7rgRWaICCCAAAIIIIDA3AK0IoAAAggggAACCCCAAAIIIIBA+QUYIQIIrCYBqbFoUFJ98aCk9DZ98aAUylLIvSGKorSvJJvZ/E0eakqjG/ua6lQQQAABBBBAAAEEEECg2wQY78UWGJrosd7+StNlY/XaybHH12OS0rlcPZArSEprkgr7SM1xSWl/f5IaZa+TEEAAAQQQQAABBBBAAAEEukWAcSKAAAIIIIAAAggggAACKy8QrfwpOSMCCCxLgIMRQAABBBBAAAEEEEAAAQQQQKD8AowQAQQQQAABBBBAoGsFpLkXB0qqLziUVHfKbzwjyWpbnmZxdbje7oVqr2yEDWicgoQAAgisDgHuAgEEEEAAAQRKLzC6qa9tjCfXPcGs0pfO7SQ15fm5nZc9SaGPn0gKZak4z/fJlyV5lYQAAggggAACl0KAayKAAAIIIIAAAggggAACCCCAQPkFGCECXSDA5jNd8CIzRAQQQAABBBBAAAEEEJhbgFYEEEAAAQQQQAABBBBAAAEEECi/wGoZYRzH9VvJl6XGQkFJ9cWJvhDRk6T0OCnkUaVitW13pLH809hkb75KGQEEEEAAAQQQQAABBBBA4AIJDIxWzZO1PE5N3Faf00lKy95FCmWpPff2/NzP61nKzx095nVPXvbkZU9e9iTJs65NDBwBBBBAAAEEEEAAAQQQQAABBMovwAgRQAABBBBAAAEEVl6AzWdW3pQzIoAAAggsT4CjEUAAAQQQQAABBBBAAAEEEECg/AKMEAEEEEAAAQQSAUnpIkRJ5gsFpVBPmtK4561JCn2k5Jhtz2xttt7Big1N9LTFCSCAAAIIIIAAApdAgEsigAACpRYYm+xrG9/p0RvtfO+mdE4nybINZSRZ9pCUtrfWJaWh/DGSCvt6RymZF+Y2OJXk4XqSmuv1BgoIIIAAAggggAACCKysAGdDAAEEEEAAAQQQQAABBBBAAIESCMyz+UwJRsgQEEAAAQQQQAABBBBAAAEEEEBgHgGaEUAAAQQQQAABBBBAAAEELpSAbyqTP7cUFv9JIc/apVD3vlKjnNUlpQsOpZB73PrXW23rHWkx/zS2uT9fpYzArAAZAggggAACCCCAAAIIrJRA/0jVBsfbN/48Of7k+twtfy3fUCZLktImr0uhLLXnUoh5Z6m5LIWNZyTVr5fNLz2X5IeREECgKwUYNAIIIIAAAggggAACCCCAAAIIlF+AESKAAAIIILDyAmw+s/KmnBEBBBBAAAEEEFieAEcjgAACCCCAAAIIIIAAAggggED5BRghAgiUWsAX+vkApbDYTwq5x/JJUn2RYD7uZSm0+WLEfN3Lnjwuyaa3PtOrTal/uGLDEz1NMSoIIIAAAggggAACCCBwCQS4ZGkFxjb3tY3tzNA+Oze4O53neWM2b/Pc61KY50myopglD6nRJ6nWz+Xl1iSFvtkc1NsledaU8u1NDVQQQAABBBBAAAEEEEAAAQRWRoCzIIAAAggggAACCCCAAAIlEGDzmRK8iAzhwgpwdgQQQAABBBBAAAEEEEAAAQQQKL8AI0QAAQQQQAABBBBAYCUFJFm2uE8KZal9AWD+mlJol0LeqU1S0yLFaHSX1Tbfbq2PsS3tCyFb+1BHAAEEuk2A8SKAAAIIIIAAAishMDBataHx9g0/T058U7pZjKSmeZslD0lpW1JMc0lpHynEpZBb7iEprUnNeRqcffK5pxTaPeR1z/NJarTn45QRQAABBBAoqwDjQgABBBBAAAEEEEAAAQQQQACB8gswQgQQWHkBNp9ZeVPOiAACCCCAAAIIIIAAAssT4GgEEEAAAQQQQAABBBBAAAEEECi/QOlHKIVNZ3ygUqOc1aX2xX9SiEmqL0bM95fk1aY2D9R2PNezptQ3VLXhDe2LIZs6UUEAAQQQQAABBBBAAAEEEFi0wLqt7Zt9nh3aa2eH9zXN16IoSuuee5LUtOGMJQ9JaZ+k2NbmsdYkKQ1JIU8rs09SiEkhL9qIZrbrxcy4FgIIIIAAAggggAACCCCAAAIIlF+AESKAAAIIIIAAAgiUQCAqwRgYAgIIIIDABRXg5AgggAACCCCAAAIIIIAAAgggUH4BRogAAggggAACF1PAFwB68mtKjY1pJNUXHWZtUohJjdzbfOGiJyk5fniXTU/e7uGmNL51oKlOBQEEEEAAAQS6XYDxI4AAAggsV2BovMcGRts3+jw2/k31+ZyktCypaUMZqRGXQtmSh9RcTkL146XQJsnDbUkqjrd1JIAAAggggAACCCDQRQIMFQEEEEAAAQQQQAABBBBAAAEEyi+w8iNk85mVN+WMCCCAAAIIIIAAAggggAACCCxPgKMRQAABBBBAAAEEEEAAAQRKKyApXUSYDdA3oZGaY1KjLintKik9Tgp5GkyefAOaJLN41ws9a0o9/ZGNbelvilFZRQLcCgIIIIAAAggggAACCKw5gXVb+9ru+dTQ1TY1sj+ds/kcTVLhpunIZmYAABAASURBVDNFbR6z5CEpeQ4/ktJzhVp4lkIsm0OGKM8IILAmBLhJBBBAAAEEEEAAAQQQQAABBBAovwAjRAABBBBAoAQCbD5TgheRISCAAAIIIIDAhRXg7AgggAACCCCAAAIIIIAAAgggUH4BRogAAghcDAFJ5gsF/VpSWDgoyauFSVK64FBS2i4prfviREnpYkZLHl6PB7fa9LZnJ7Xmn/FtfVbpUXOQGgIIIIAAAggggAACXSrAsBFYjsDYZJ/1DVXbTnFiwzOaYlJjDiYpncdJaurjFUlNbVJx3ftmSWqeV2ZzzKydHAEEEEAAAQQQQAABBBBAwAwDBBBAAAEEEEAAAQQQQACBxQuw+czizTji0gpwdQQQQAABBBBAAAEEEEAAAQQQKL8AI0QAAQQQQAABBBBAoPQCvkDQkw9UaiwezOpSWHTodU9SqEvyan2BoqR6eWbXiy2O+tL27CmKZOPbB7IqOQIIILCaBLgXBBBAAAEEEEBgzQhE1cjWbe9vu9+TY7fa1MDO+rzMNweVwjwtX5aaY1mbn1AKbVLIs5jnniR5ll7DC5KaylnM55iSvEpCAAEEEEBgNQlwLwgggAACCCCAAAIIIIAAAgggUH4BRogAAiUQYPOZEryIDAEBBBBAAAEEEEAAgQsrwNkRQAABBBBAAAEEEEAAAQQQQKD8AozwYgtIjQWB+QWCUoh7zJOk+qJCv0cp1CV51bIFi5JMvaM2s+vONJ5/Gt3Ya/2j1XyIMgIIIIAAAggggAACCCCAwCIEJrb3WaWi5iMU2fGNz0rnbJKsaX6W1CXV26TicqdjbPYhabYUMinUfb7oKUTDsxTaQs3Sa1vbgwACCCCAAAIIIIAAAggggAACCJRfgBEigAACCCCAAAIIILB4gWjxh3AEAggggMAlFeDiCCCAAAIIIIAAAggggAACCCBQfgFGiAACCCCAAAKlE5BknRYGSmGBoBRyH7yk+kJBSYWLGH2RoiUPSWm7JY/pHc+zmcFtSan5Z/32geYANQQQQAABBBC49ALcAQIIIIDAmhAYHK3a6Ka+tns9MvFMm66uS+duPj+TwjzOy56kRl0KZUn1+Zsk80fW18tZkpSeNz+PlJQ1p21SqEvN8838MfUDKCCAAAIIIIAAAghcOgGujAACCCCAAAIIIIAAAggggAAC5RcowQjZfKYELyJDQAABBBBAAAEEEEAAAQQQuLACnB0BBBBAAAEEEEAAAQQQQACBlRKQwuLAuc4nqb6QUArlrL+krJjmUqhLShcw+qLFmctebq2PvuGKrdvS3xqmnhOgiAACCCCAAAIIIIAAAggUCYzvaN/Mc6p30k5sfGZ9HiapPo/zc0iNutRc9nafu0kh7nVPkjxLzympfj5JaTz/NNcGM1J7//yxlBHodgHGjwACCCCAAAIIIIAAAggggAAC5RdghAgggAACCCCweAE2n1m8GUcggAACCCCAwKUV4OoIIIAAAggggAACCCCAAAIIIFB+AUaIAAIIlEJAkuUXBEqdFwBKoU0KuQNIjXJWl5QuQPSFip4kWaVSSWNSaIs33mLTG59orY+JHf3WM1BpDVNHAAEEEEAAAQQQQOBSCXBdBFa9wLpt/dY31D6POrrhOfV7l8JcTFK6cYzP1bIkhbbWuiUPKbQlxfQ4KdRb55FScdyP85Tv73USAggggAACCCCAAAIIILDKBLgdBBBAAAEEEEAAAQQQQACBNSDA5jNr4EVa3bfI3SGAAAIIIIAAAggggAACCCCAQPkFGCECCCCAAAIIIIAAAggsVUBq3oDGFwVKqp9OKi57B+/ruaR0IaLNPiSlm8141RcwSqEuhdzj05d/i1nU48WmtH5nf1OdCgIIINAQoIQAAggggAACCCCQF+gfrtrEtvY51MmRx9mZkWvTeZqkdH4mhdyPl+RZGs/mbB6QlMYkpcda8pBCLCnW26RGzONZkkJcUhYiRwABBBBAYAkCHIIAAggggAACCCCAAAIIIIAAAuUXYIQIIIDA4gXYfGbxZhyBAAIIIIAAAggggMClFeDqCCCAAAIIIIAAAggggAACCCBQfgFGWCoBqXlhYLapTDZIKbR7XAplSfWFh639JKWhbBGjpLSv17Nk/Rtt6rJXpP3yT4NjPbZuc18+RBkBBBBAAAEEEEAAAQQQQKBAYP3OgbZoLeq3Ixuf17Z5jNSYl0lK2yWZP7J5mqT63C2LazYmyUNpksImplJzzBt93ujJy56k0EcKucdICCCAAAIIIIAAAggggAACCCCwygS4HQQQQAABBBBAAAEE1oAAm8+sgReJW0QAgdUtwN0hgAACCCCAAAIIIIAAAggggED5BRghAggggAACCCCwUgJSWBAohTx/XqnzAkPvJ6m+gFFqPl5SuojRkocUyjPbnmUz49cmkeafiZ0D1jdYaQ5SQwABBBBAAAGDAAEEEEAAgUxgYnsybxpunzcd3vgCi3vXpd2kMPfyihTKUiPPNp3J2r0uNdo97kmSZ+mcTlI9T4PJk6TkufEjhbrUPods9KKEAAIIIIAAAggg0EmAOAIIIIAAAggggAACCCCAAAIIlF+AES5egM1nFm/GEQgggAACCCCAAAIIIIAAApdWgKsjgAACCCCAAAIIIIAAAgggsKYFpLBAcKGDkFRffCg1yr5w0ZPUiElKN6jxuKfzl3+7xdb+2HDZYHtwdUW4GwQQQAABBBBAAAEEEEDgkggMrqvauq19bdc+NXydnVr3hDQuhXmYz7s8SUrnYlLI87GsLIVjLHl4zJOkpGbpnM8KHlJo9yZJTf3iOG6qex8SAmtQgFtGAAEEEEAAAQQQQAABBBBAAIHyCzBCBBBAAAEEEFgDAmw+swZeJG4RAQQQQACB1S3A3SGAAAIIIIAAAggggAACCCCAQPkFGCECCCCAwHIFfFFg6zkk1UNSKEuNXFK6kFBq5H6A1LmeLV6UQh8b3mHnd3+HH9aU+oYrtn7XQFOMCgIIIIAAAggggEC3CzB+BBCIqrKizTprlUE7sulF6RzN512tSQpzMI9LoSwpBZWUHiepvkGNzT4k1WNS6GfJQwplSUkt/Pi80lOotT/P1dbemwgCCCCAAAIIIIAAAgh0rwAjRwABBBBAAAEEEEAAAQQQQKBdgM1n2k3WdoS7RwABBBBAAAEEEEAAAQQQQACB8gswQgQQQAABBBBAAAEEEFhzAlJjwWDRzc+3SLC1XQrnk1S4UDG/4HF66zNtev3N1voYm+yz4Q29rWHqCCCwWgS4DwQQQAABBBBAAIGLLrDx8gGr9rb/p7WHNr7Iar3jbZvISEpjlUolzaVQz+ZkrbmkdA6Xxa3lIaklYpbNByWl12jrkAS8j6SkxA8CCCCAwJoT4IYRQAABBBBAAAEEEEAAAQQQQKD8AowQAQQQWAMC7f9CtgZumltEAAEEEEAAAQQQQGA1CXAvCCCAAAIIIIAAAggggAACCCBQfgFGiMBKCfiCwOxc+bKkdBGhFHLvI7WXpRCTQu4LFvN9JaULGS15SEqeLa2fv+JVVquOpvX808bLBq1noJIPUUYAAQQQQAABBBBAAAEEulJgfGu/DY23b9B5Yt2T7PTYzfU5W9E8TJJlG9B4u6R0LuZlT5Lqx0uy7CGpMJ61ey7Js/omNF6RQszLJAQQQAABBBBAAAEEEEAAAQQQWJwAvRFAAAEEEEAAAQQQQKBdgM1n2k2IIIDA2hbg7hFAAAEEEEAAAQQQQAABBBBAoPwCjBABBBBAAAEEECiNgNRYMOib0XgqGpwU+kmNXGqUfTGjJ0n1BY5SKEuyuHedTV35Xdb6UPIvxpt2DybhcK6kwA8CCCCAAAKrRYD7QAABBBBA4KIJDI332Pj2/rbrnevbaoc23VnfIMbnXd7J83ySlPbxmCTvktbTQvIkqV6XQlkKedKc/kjqmEtKj5eU9vG5oxTKaYAnBBBAAAEEEEBg7Qpw5wgggAACCCCAAAIIIIAAAgggUH4BRrgGBKI1cI/cIgIIIIAAAggggAACCCCAwKoW4OYQQAABBBBAAAEEEEAAAQQQQGCxAlL7IkFJ9cWEkuqnlEJZUlO71Kh7Z6lR9wWPnqQQ8/LM+pttavsLvGtT6huq2KbdA02x9goRBBBAAAEEEEAAAQQQQKCcAr0DFduYbsrZPr5Dky9rm4f5/EoKcy2pOPc++SSFfh7zq0ihLjXyfDzr5zHfaMZTVpbCMV4nIbDyApwRAQQQQAABBBBAAAEEEEAAAQTKL8AIEUAAAQQQQACBdgE2n2k3IYIAAggggMDaFuDuEUAAAQQQQAABBBBAAAEEEECg/AKMEAEEEECgFAKSzBcQSmoaj8eaAi0VKfSX1HERpB8iyXzBohRyL0/tfKnNTNxgrY/hDb02vq2/NUwdAQQQQAABBBBA4FIKcG0EELjgAorMNl4xaFFFbdc6OPlym+rfYT6XktRx/uXtniSlfSuVStrXkofUfFwSStukRjwf87LPCbMkNfpJ8uZ0HpkWZp+8rxTaZkNkCCCAAAIIIIAAAgggsJYEuFcEEEAAAQQQQAABBBBAAAEEVoFA8s9mq+AuSnwLDA0BBBBAAAEEEEAAAQQQQAABBMovwAgRQAABBBBAAAEEEEAAgaUKSO0b0Ehh0aDUyCXVFyj6taRGXWovZwsfJVm28FFSuhDy7BWvtVrfBmt9+OYzIxt6W8PUEUBgVoAMAQQQQAABBBBAoHwCm64Ysr7BStvAjo/fbifHbk3nUJKacp9veZKa41JjbubtnqRGTGr0l0Lckoek5Dn8SErnfl6TwnzRN5fxuueSvNiUpPZYUwcqCCCAAAKLEqAzAggggAACCCCAAAIIIIAAAgiUX4ARIoAAAgi0C7D5TLsJEQQQQAABBBBAAIG1LcDdI4AAAggggAACCCCAAAIIIIBA+QUYIQJrVkAqXhToiwizQeXLHpOULj7M4pI8XE+S0napOfeFjp6kEM/K1jtmZ6/87vrx+cLG3YM2ONaTD1FGAAEEEEAAAQQQQAABBC6VwAW97vpdAzY03j7/OT24zw5vfGF9wxmpeU4lNdezuVZ+409J9eOzdikcJ8myh6R0PpfVs1xSWpSUtktK6z4vlEI5DfCEAAIIIIAAAggggAACCCCAwNoXYAQIIIAAAggggAACCCCwCgTYfGYVvAjcAgLlFmB0CCCAAAIIIIAAAggggAACCCBQfgFGiAACCCCAAAIIILBYAV8wmB0jhYWDUiOXVF9gmPWVlB1Sb5OUlrPFjFkuhbgU8izuuafa2D47s/s19fPlC5uuHLS+oUo+RBkBBBBAAAEzAwEBBBBAAIHyCIxv67exyb62AZ3v3WgHt3xbunGMN/r8yZOkNCYVz7GyPvkNaCx5ZHEpHJeE0h+pvZ42tDxl80HPpeZjWrpSRQABBBBAAAEEVkiA0yCAAAIIIIAAAggggAACCCCAQPkFGCEC7QJsPtNuQgQBBBBAAAEEEEAAAQQ7n+UOAAAQAElEQVQQWNsC3D0CCCCAAAIIIIAAAggggAACCKw5AUnmiwnzN95a9zZpdrGhV5IkNdeTUH0zmtZFjl73JCldNDk9ebud2/5Ca31EFdnklUPW08c/J7faUEcAAQQQQAABBBBAAIG1LzC2uc9885nWkcRRjx3c8u0WV4fTpmz+JCmdQ0kh93g+WfKQVNhHkvnD+0tK52tSc+7tnqQQz5cleTVNRXPEtIGncgswOgQQQAABBBBAAAEEEEAAAQQQKL8AI0QAAQQQQAABBFaBAP+14Cp4EbgFBBBAAIFyCzA6BBBAAAEEEEAAAQQQQAABBBAovwAjRAABBBBAYKUEpMbCQimUpZDnryEpXbToMSmUixYzesyTFPpIShdEeszT1I6X2NTG2631Ue2LbHLPkFV7+CflVhvqCCCAAAIIINC9AowcAQTWvsDIxl5bv3OgcCCPbX6lnevbns61fL4kFc+jsrbWXGruL4W698suKIWYpCyUXk9qrtcbZwtSo91DbETjCiQEEEAAAQQQQAABBC6MAGdFAAEEEEAAAQQQQAABBBBAoBsFuu2/FOzG15gxI4AAAggggAACCCCAAAIIINBtAowXAQQQQAABBBBAAAEEEFizAvkFhPmyD0gKiw2lkHssW8Qoqb5gUWove798kpRuQiPJzl7xaju/7gZrffQOVmxyz6BFVbU2UUdgNQhwDwgggAACCCCAAAIILEpgeH2Pbbx8sPCYxzbeaaeHr6nPq7xT6xxKUjqPao0X1S15eFxS/ZxSo5w01+Ne9iTJszTl54OSzOtSaM+X0848IYAAAuUWYHQIIIAAAggggAACCCCAAAIIIFB+AUaIAAIIILAKBNh8ZhW8CNwCAggggAACCCBQbgFGhwACCCCAAAIIIIAAAggggAAC5RdghAggsFgBKSwezB8nhYWEUiOXVF+QKIWyHyN1LmcLHLNcUrpAUgrHSKHu7ZVKJW07s/f7bHr4Smt99A1XbcveIatU1NpEHQEEEEAAAQQQQAABBLpOYO0OeHh9r226YqhwAEc2PMdOjT8pnXv5PElSMgcKcyVJ6ZzJ454kpf2kkHvMk9SoW/KQQl1SUrP6MZY8pBBLiumP1F6XQkxqnzumB/GEAAIIIIAAAggggAACCCCAwAUT4MQIIIAAAggggAACCCDQjQJRNw6aMSPQ1QIMHgEEEEAAAQQQQAABBBBAAAEEyi/ACBFAAAEEEEAAAQTWhIAUFhPmb1ZqXlgYx7F5au3jdUnpAkYve5JCXQq5x3wRpCdJHRdMpu2VHjuz7/ttemC7tT58A5rJfUMWVfnn5VYb6ggggMAlFeDiCCCAAAIIILAggeH1PbbpisHCvkfHn2bHJu5I51bp3CiZO/kmnVKYV2UxSU1zKu/jbZ6k0CY1jsniUmiz5CGF9qSYXk+SFzsmSfX5oDR3344noQEBBBBAAAEE1r4AI0AAAQQQQAABBBBAAAEEEEAAgfILMEIEVoEA/3XgKngRuAUEEEAAAQQQQAABBBAotwCjQwABBBBAAAEEEEAAAQQQQACB8gssZ4Stm8v4uaSwsFAKucdaU3acpPrCRUlpN0lNMalR90WQrckXTlrvmJ3e+wM20zeZniP/1D9ctS37hqzaq3yYMgIIIIAAAggggAACCCCwqgWGN/bapiuGCu/x+PjtdmTDcxY8d5KU9vX5lBTKktJNaaRQz7dZ8pCUPFt6nNS5LIU2K3hIndsKuhO6wAKcHgEEEEAAAQQQQAABBBBAAAEEyi/ACBFAAAEEEEAAgW4UYPOZbnzVGTMCCCDQ3QKMHgEEEEAAAQQQQAABBBBAAAEEyi/ACBFAAAEEEFhTApIs20im6MYl1RcqSqp3kVSPe1Bq1CU1LYCUQt0XQlry8Fxq728DG+30/h+yWv+mpFfzT99QxTbvG7aefv6ZuVmGGgIIIIAAAghcIgEuiwACCMwpMDbZZ5suHyzsc3zsSXZowwvSeZPPj/JJUhqXQp5v840783UvS41+UihLYb5lyUNqlL1/Ekp/JKW5P0lqmt95rFOS1KmJOAIIIIAAAggggAACZRRgTAgggAACCCCAAAIIIIAAAgggcBEELvF/FXgRRsglEEAAAQQQQAABBBBAAAEEEEDgEgtweQQQQAABBBBAAAEEEEAAgfkEpMYGNFIoS80LCvMb1EhKFyZm55VCXVJ9kaQUyr640ZMU+mRlz1uTL6SMBzbbqb0/aDN97RvQ9A5UbOv+EesbrhoPBJoFqCGAAAIIIIAAAgggsHoExrf22fpdA4U3lG48s+klTXMnqTFfys+TpBCXNG9/KfSx5CEp7e/nkhrnsOQhKXlu/vH5nqfmKDUEEEBgNQpwTwgggAACCCCAAAIIIIAAAgggUH4BRogAAggg0I0CbD7Tja86Y0YAAQQQQACB7hZg9AgggAACCCCAAAIIIIAAAgggUH4BRogAAmteQCregCYbmNRYrCipcCMa7yuFNkn1hY+++DFLUiMuNfrGg1vt1L4fttrAFmt9VHplW68asqHxntYm6ggggAACCCCAAAIIIHAxBbhWocCGXQM2vr1445ljY0+2Q5teks6hJKV5fn4kNceyNt+oMyvncyn09xvxuBTqkjyUnl8qLnsHSfU+kjyUJmnuOWHaiScEEEAAAQQQQAABBBBAAIHuEGCUCCCAAAIIIIAAAggggMBFEGDzmYuAzCUQmEuANgQQQAABBBBAAAEEEEAAAQQQKL8AI0QAAQQQQAABBBBAYCkCUvNiQ0npokRf0JidT1JalJS2SarXs36S0o1npEYuKe3vCyilUPb+nrKYDW6243t+2KYHd1rrQ5JN7hmy0cm+1ibqCCCAQNcKMHAEEEAAAQQQuLQCks9TBjvOU46s+2Y7vOlF6VzI5z6S6nMlKZQ9ns2JpEZMCvMmKeTez5PUqEuNsrd5kmT+8LLnnqQQk0Iex7F58jZPUvNc0GMkBBBAAAEEEFg9AtwJAggggAACCCCAAAIIIIAAAgiUX4ARItCNAmw+042vOmNGAAEEEEAAAQQQQKC7BRg9AggggAACCCCAAAIIIIAAAgiUX2BNjlAKCw9bbz5bhCiF9ta6FOJ+nKR0IaWXPUmhLoXcY77oUVJ9kaXXPUmhj5c9SUl9YIOd3P+jdn50nxU9NuwasIkdA8YDAQQQQAABBBBAAAEEELiUAj39kW29etiGxnsLb+PQxLPs6MbnpvMgn+9kSUrmPUnyDWfyMS/nY173lI9JajqfFM4lyfwhhdyPy9elEPeYJ0n1eZxUvPFMNg/0/qQmASoIIIAAAggggAACCCCAAAIIIFB+AUaIAAIIIIAAAgggcBEE2HzmIiBzCQQQQACBuQRoQwABBBBAAAEEEEAAAQQQQACB8gswQgQQQAABBBBYjECnRYVZXFLh6aRGXFK6eFFqzn3Ro6SmBZIe85QtopSa29UzbCf3vdHOjT/Oih7rtvTZ5J4hi6oqaiaGAAIIIIAAAl0jwEARQACBSyMwNN5j264esb6hSuENHNx0px1f//T6HMnnP5LSeVGneVC+jxT6SkrPkbVJoS4V55Y8JCXPlh5nyUMK9aSYxqRG3WM+75Pmj3lfEgIIIIAAAggggAACl0aAqyKAAAIIIIAAAggggAACCCCAQBkFmjefKeMIGRMCCCCAAAIIIIAAAggggAACCDQLUEMAAQQQQAABBBBAAAEEEFjVAlLzQkO/Wak5JildqJi1SaEuhTxbDJnlktKFlVIjl0JfqZFnCy/9OE9So//pK99gZzd9sxU90sWeV41Y/3C1qJnYpRDgmggggAACCCCAAAIIdIHAuq2dN8OMVbUDm19lJ8aemM6ffI7jSQpzoKzseackyXyeJIXc+0nh+CwuyfyRb5OUXtPjWZKUFdP5mW80Uw8kBanRnlTTH+8jtcfTRp4QQAABFyAhgAACCCCAAAIIIIAAAggggED5BRghAggggAACF0GAzWcuAjKXQAABBBBAAAEE5hKgDQEEEEAAAQQQQAABBBBAAAEEyi/ACBFAAIGlCkhhkWGnBYdSaM+fXwoxqT33xZDe13NPktJFj172JDXXPZZPZ3Z9u53Z/lIrevQMRLb16mEbnewtaiaGAAIIIIAAAggggEDpBRjgxROIKrLJK4dsYvtA4UWnetbbQ9v+lZ0eubY+55GUbgjjc5xKpVIve70oeR+PS0rPITWO97glD8+zlFTTc3qeJSkck9WzvNMcL2v3fCF9vB8JAQQQQAABBBBAAAEEEEDg4gpwNQQQQAABBBBAAAEEEECgjAJRGQfFmBBYhgCHIoAAAggggAACCCCAAAIIIIBA+QUYIQIIIIAAAggggAACa0pAUnq/rQsPvZ425J6k0DcLSaHuiyGl5rKkdAGlty0mndn8LDux+3vMoh4remzYNWgbdw8m55bxQAABBC6hAJdGAAEEEEAAgZIKDIxVbdu1IzY0UTwnOT2wxx7e/n02NbAjmZdE6YYwktJyNveRmutZ3HMptEkh91g+SWo6p9SoW/KQGnVJScTq/aVG3XIPSeZzPCm058u5bhQRQAABBBBAoF2ACAIIIIAAAggggAACCCCAAAIIlF+AESKAwEUQiC7CNbgEAggggAACCCCAAAIIIDCHAE0IIIAAAggggAACCCCAAAIIIFB+AUa4WAFfaJg/RmpfgCipvoAx39fLUmjLylnuCyYlpYsupeY8a5PCsV7PUqVSSa+V1c9P3GLH9r/Zzvdvs6LHyIZe23btsA2MFS8GLTqGGAIIIIAAAggggAACCCAwn8D4tn7bsm/YevqK//PXY2O32YHt32Nxz2g678nmMFkutc93vE1SYf/WNin0kxq5FM4ptedW8JCURqVG3joHTDusySduGgEEEEAAAQQQQAABBBBAAAEEyi/ACBFAAAEEEEAAAQTKKFD8r29lHCljQgABBBBYmAC9EEAAAQQQQAABBBBAAAEEEECg/AKMEAEEEEAAAQRWvYAUFiHmb1QKMV+UKIVy1i4p3RxG6pwvpK8vrPSNZjxlZUnpIkyPSTLPPdWGdtmJq3/Czk3cakWPnv6Kbdk3ZBPbB4qaiSGAAAIIIIDAhRbg/AgggECJBPoGK7b1qmHzzWc6DeuxjXfa4U0vbpobeV+f23iSVJ/beD2ffI7jdSn0kULusU5tUph/WfKQQllSUmv8SErvpxEx8zmd1z2XlNal9n7eh4QAAggggAACCCCAwLwCdEAAAQQQQAABBBBAAAEEEEAAgfILXIQRRhfhGlwCAQQQQAABBBBAAAEEEEAAAQTmEKAJAQQQQAABBBBAAAEEEEAAgU4Cvhgx3yYprebj+bI3SqGP1MglpQsefeGkJ0npoksvtyapua8vtJRC/6wshboqvXby8tfaya13WqfHuq19tu2aYesfrXbq0hVxBokAAggggAACCCCAAAJLE0jnFNeOWP9I8Zxiqm+rPbj9B+zE2BPSeY+kpvmONHc9mxNJeWlpwgAAEABJREFU7f2kMD+S2nM/TgrHWPKQlDxbem1JadmfJKX31Vr2eut8zmOeJHlGQgCBNSjALSOAAAIIIIAAAggggAACCCCAQPkFGCECCCCAAAJlFGDzmTK+qowJAQQQQAABBJYjwLEIIIAAAggggAACCCCAAAIIIFB+AUaIAAIIrBkBqX3BoRRiUiOXVF/MmB+cFOJSyLM2qVGXQlkKuS+g9CQ16pVKJT2/x73syctZOrflWXZ0z4/adP+W7BJNed9Q1bbuH7b1OwfS8zQ1UkEAAQQQQAABBBBA4MIIcNY1LuCbzWy9etgmtg90HMnx0VvtgR0/ZOcHd9U3ffF5iqS07uWFJGlx/f2cNvuQwtzJq5I8S5Ok+vxHapTTxtknqTneaTOa2e5kCCCAAAIIIIAAAggggAAC7QJEEEAAAQQQQAABBBBAAAEEVkCAzWdWAJFTXEgBzo0AAggggAACCCCAAAIIIIAAAuUXYIQIIIAAAggggAACCCCwWAFJll+UmJUlNZ1KCnWpkUvNZV80KSldFOnlTinbcEZS4SLOmdG9dvSqn7Iz659inR5jm/tsx/UjNry+p1MX4gggUFoBBoYAAggggAACCCxMIIpk63cN2Narhq1/uFp4UC3qt0c3fYsdmnxZMj9pbJbp8xlJSSxqmuNIMp/T5JP3nSt536xdUno+Sx5SKGdtSShtk+TFelkK9TRY8CS1t0vtsYJDCSGAAAIIILCKBbg1BBBAAAEEEEAAAQQQQAABBBAovwAjRACBMgpEZRwUY0IAAQQQQAABBBBAAIFlCHAoAggggAACCCCAAAIIIIAAAgiUX4ARrkmBbIOZ/M1LYWGi1LwZjfeRQpuXPfnCSEnpQsh8WWqPeXuWJKULN7N6fgFmPuZxRVU7teuVdvyy19lMdcSKHtW+yDZdMWSb9w5Z31ClqAsxBBBAAAEEEEAAAQQQ6FKB0U29tv2GERub7OsocGroGntgx7+2U2O3pPMbqTGniaKoPn/xOYrXJaUbz2Rlqb1/1tf7ZEkK/aSQ5+M2+5BCm9TIvUmSZ/VUNJ+rN17IAudGAAEEEEAAAQQQQAABBBBAAIHyCzBCBBBAAAEEEEAAAQRWQIDNZ1YAkVMggAACF1KAcyOAAAIIIIAAAggggAACCCCAQPkFGCECCCCAAAIIILAQAal58WLrMZLMFzRKShdgervUKHvdkxRiktJFmVJz7gsqpRDzsiepue4xT9kCTSm0Z/WpiVvs6NU/a2cmnmCdHoPremzbNSO2YdegVXr4p+tOTsQRQAABBMojwEgQQAABBDoLDI712Narh23DZYNW7TA/qKnHDm260w5seZXN9E6k8x5J6bymUqmkdZ+ntCZv85gU+np5rpT1z/pI4TipMZeS2suWPCQlz80/ktJ786gkz+p1r/g8znMSAggggAACCCCAQDkEGAUCCCCAAAIIIIAAAggggAACCJRfoIwj5L/gK+OrypgQQAABBBBAAAEEEEAAAQSWI8CxCCCAAAIIIIAAAggggAACCKxqgWxhotTYbCa7YSnEsnqWS0oXN0pKQ5LSulekUJba82yxZZZLShd25uutCzO9zWNxddhO7vouO3bZ99h07wbr9Bid7LWdN4zYuq39ybnVqdtKxzkfAggggAACCCCAAAIIrAKBvuGqTe4Zss37hqw/KXe6pRND19sDu95kx8eemMwbonQ+43MPT5LqdUlpu89JvC3Ls7LXs+Sx1uRtUjifFHLvI4Wy1Jxb8pCUPFt6D5Y8pFBPivWYl7MkNdo9JjXXPUZCAIEVE+BECCCAAAIIIIAAAggggAACCCBQfgFGiAACCCCAAAIrIBCtwDk4BQIIIIAAAgggcAEFODUCCCCAAAIIIIAAAggggAACCJRfgBEigAACCCxVQAqbzUiNxYpSo+znlRp1SU2LH6VGXQplX1jpSZIfnvbP6p4XJV+g2RrPYucnHmeHr/o5O73pGen5ip4UySa299uOG0dtbEt/cs2iXsQQQAABBBBAAAEE1rYAd49AQ6BvsGKbrhi0bVcP29B4T6OhpXS+Z4Md2Pwd9tiWV1qtd9yyeUc238jqnnvMk5cl1ft6PZ8kJXMOWda3tS2rS0rPIYX+HpdCWQq5zT4kzZYamdQck8L8LeuRbSya1ckRQAABBBBAAAEEEEAAgXIIMAoEEEAAAQQQQAABBBBAAIG1KMDmM2vxVbuU98y1EUAAAQQQQAABBBBAAAEEEECg/AKMEAEEEEAAAQQQQAABBNaUgBQWMEqNhY1So+yDkRp1KZQlpQsuvd0XUXqS5NU07vUsSUoXXWZ1z32hpiep0eZ1b8snSVap9tipbXfaoT3/xs6NXmOdHpWqbP2Oftt505it29qXXDPcT6f+xBFAYBkCHIoAAggggAACCFwCgb7hqm3cPWTbrh2x4fW9c97BkYmn2zd2vclOj1yfzA2idJ4iqSnP5h5SiHu9Uqmk/b3sqVNdUtsGNFI4j9SeW/KQQjwppj+S0tyfJDXdm8eyJIV5W1b3XJJnJAQQQAABBC6sAGdHAAEEEEAAAQQQQAABBBBAAIHyCzBCBBBAYAUEohU4B6dAAAEEEEAAAQQQQACBCyjAqRFAAAEEEEAAAQQQQAABBBBAoPwCjBCBxQhIxYsW4zhOFzpm55KaFzJKjboUypLSYySlh/nCTEn1mNfnSpLaFmu29veFnpLSxZ+14V12bPf32dFdr7Xp/q3W6eGb0ExsH7CdN43aeJJXe/mn7U5WxBFAAAEEEEAAAQQQWAsCg2M9NrlnyLZdPWwjG3rmvOUTI4+z+3e+yY5MPHPOuYnPNXz+4bknL+dTayyrS6rPY6TG/EdSOm+RQu7nkkJZavSz5CGFelKs36OXi5LUmMNJKupCDAEEEEAAAQQQQAABBBBAAAEESiTAUBBAAAEEEEAAAQQQWIsC/Bd6a/FV454RQOBSCnBtBBBAAAEEEEAAAQQQQAABBBAovwAjRAABBBBAAAEEVr2A1Fi8mN2sFGJSYzGj1Ch7PynUJdUXVUohli2slEJba10KcSnk3p4t3vRylrJYlmdxzz0myabGb7ZD+37Sjm99mdWqo9bpEVVk41v7bOeNo7bxikHrH6l26kocAQQQQACBxQrQHwEEEEDgAgskX/1tdFOvbbtmxDbvG7Kh8bk3nTk9uNce2va99tjkK2ymb2M6Z/F5hCdJ6SYvXvZUqVTq7ZLScj6WL3t/T1KjnxTKHm9NUriWFHJLHtL85aRbeo+eZ0kK8zSvS/KMhAACCCCAAAIIIHBxBbgaAggggAACCCCAAAIIIIAAAgiUX4ARroBAtALn4BQIIIAAAggggAACCCCAAAIIXEABTo0AAggggAACCCCAAAIIIIAAAkUCUvvCRSksbJQabVKj7OeR2utSI+YLLyWliyalRu7xuVK2uDPLva+XPXk5S9VqNV0Y6vWzm55mj171C3Zi8wusVhnw2+uYRtb32tarhm3b1cM2tqnPooo69qUBAQQQQAABBBBAAAEELp1A71DV1u8asJ2PG7MNlw1a31Blzps5O3C5Hdj6Gntk6+vs7MBu87lCUapUKuk8pbXN4x7zPEtezyeP5+tZWVL9epLq55dCWWrkljykUE+KaV9JXkyT1Ch7QArzs6zseZbiOM6K5Ah0mQDDRQABBBBAAAEEEEAAAQQQQACB8gswQgQQQAABBBBYiwJsPrMWXzXuGQEEEEAAgUspwLURQAABBBBAAAEEEEAAAQQQQKD8AowQAQQQQGBNCbQuWpTCAkcpLHyUVF8UKalpbFKjLintl3WQQt0XZUqhLDXn3pYlSemiTSnkWdzz/EJPqbm9Uu2105PPtseueosd3/Rcm6kM2lyPvuGqrb9swHY9bsw27h60wXXVubrThgACCCCAAAIIINBJgDgCKyhQqcrGJvts69XDtv2a4bRcmWfDyDP9l9sjm19lD217g50a3J/OR/JzB59L5JMka23P6lme799aLurjMSnMc/L9pRCT2nNLHlKIJ8X0viV5sZ6kMC/zgNTc1inmcRICCCCAAAIIIIAAAgggsOICnBABBBBAAAEEEEAAAQQQQACBBQhEC+hDl1UswK0hgAACCCCAAAIIIIAAAggggED5BRghAggggAACCCCAAAIIIDCXgNRY1Jj1k0JMCrnHfZMaT16WGosfJaWbxljykJQunPRFl5LSuBRyj82VfNFm1u7lLHmsU9nbPHm7qv12Zsvz7FHfhGbLS2y6d73N9Uhuy0Y29NrmvcO288YxW79rwPpH2IhmLjPaVrcAd4cAAggggAACCKw1gagiG9mYfCffM5RuDpl+Jx+uzjuM04P77aEtr7WHt7/BzoxcW5+D+NxAUjoP8XJrqlQqaVuWZ+1e9yS1H1utVts2rMmO81xqPsZmH5LSa0lhjmTJQ1LybOn9So2ytTykxjxMCv2yLtmcLKuTI4AAAgh0nwAjRgABBBBAAAEEEEAAAQQQQACB8gswQgQQQGAtCkRr8aa5ZwQQQAABBBBAAAEELqEAl0YAAQQQQAABBBBAAAEEEEAAgfILMEIE1pyA1FjcmN28FGJSWOwohTzfnpU9l0K7pPpiSqm5nPXLFmlKShdkej1LvugzK2e5pHTBZ74tX876pXml185sero9tu/n7Oj277Rzg5fbfI9qr2xsss+2XhU2otlw2aANjfeY+Bfx+ehoRwABBBBAAAEEEEBgUQI9/VH63ds3gbzs5jHbePmgDSbfvRdykuMjj7cHtv+APbL1NXZueL+l3/+jKJ0reDmbI0hhHuKxTsn7Zsn7SErP4zGvZ7mk+nU8nk+SCuc+WR9LHpKSZ0v7WfKQ1FROQk0/UpiHeVCSZ/XkG89IzbF6IwUEEEAAAQQQQAABBBBAAAEEELhQApwXAQQQQAABBBBAAAEEFiDAf2q3ACS6IIDAahbg3hBAAAEEEEAAAQQQQAABBBBAoPwCjBABBBBAAAEEEEBgIQJSY5Fj1l8KMSkscJRC7u2S0kWTkryaln2RpaS07EEplKWQe3trklRfzOkLPKVQl0LuMU9Sc91jWWo9Z1Y/O3GrHdr9r+3g5T9kp8Yeb8mN2XwP34hmdFOvTe4ZsstvWWeb9w3Zui191jdUme9Q2hFAAAEELqkAF0cAAQQQWI0CqsgG1/XY+p39tv26Edtx/ait3zWQxKoLut2png12eP1z7L7Lf8YObX65nR/YWZ8/SM3zDElpm88TsjlBlmexLJdkXpZUP8br3j+fe1kKfaRGLjXKfowlDyncj6SkZsn0Q/VkyUMK9aSYxj3PJynMvzwmybN6YuOZOgUFBBBAAAEEEOh6AQAQQAABBBBAAAEEEEAAAQQQQKD8AoxwLQqw+cxafNW4ZwQQQAABBBBAAAEEEEDgUgpwbQQQQAABBBBAAAEEEEAAAQQQWLUCUmOxY3aTUohJYfGjFHJvl0JZCnk9lhR8AaakdFGlFPIsljTX41lMagxHbkMAABAASURBVPTxmC/y9CSpvhjU45487rknqdHucU8ez5LXp0f22PGd32kP7/slOzL5Epsa2GkLfQyO9djEjgHbds2IXfa4MZvcO2TrtvZZ/2jVoooWehr6IYAAAggggAACCCDQFQLVvsiG1/eabzCz7ephu/zmMducfIce29xvvQOVBRucHLnRHtr8antg15vs2MTTrFYdSecQ2ff8LK9UKvW4lz15Wz7Pl7M2j0lKN6DxWFGSlJ7b+2btUoh5XZJludSIW/KQlDyHH0npeSSlASnkaWX2SQrzLq9Kze1sPOMqpFUrwI0hgAACCCCAAAIIIIAAAggggED5BRghAggggAACCCCwAAE2n1kAEl0QQAABBBBYzQLcGwIIIIAAAggggAACCCCAAAIIlF+AESKAAAIIILAYAamx6DE7TgoxKSyClEI9a/dcCm1FZUlNizKLFmh6rCj5Qs988j5SOJ+XszYv55PHs3pWVu+Ind30NDt4xRvt0d1vtBMb7rCZ3vW20EdUlQ2t67GJ7QO2df+wXXbzmG2/bsQ2XTFk67b02WDSVu2PFno6+iGAAAIIIIAAAisqwMkQuJgCUUXWN1Sx4Q29NrGj37bsGzLfrHHnDaPJ9+NBG5vss77h6qJu6czAFfbYxpfYvZf/vD22+dvt3MjV9XlE9t1eUrqRi9crLRvPeCyfvN3rnnvycpa87snrWe7lhSZJ9XuTmstSuEcp5JY8JCXPlt67tTykxvxKCv3yXaT2WL6dMgIIIIAAAggggAACCHSXAKNFAAEEEEAAAQQQQAABBBBAYDUKRKvxptbwPXHrCCCAAAIIIIAAAggggAACCCBQfgFGiAACCCCAAAIIIIAAAgisegGpsfgxu1kpxKSw8FEKedbuudQck9S2uFIKsaJFnZLSBZzZ4k8p1L2v1Chn7Z578vYsZXXPsyTJsnLWb2Zol53Y/CJ7ZM/P2MHLf9BOTHyTne9Z+EY0NvvoHajY8Poem9gxYJv3DtnO60ft8sevsx3XjaT1DZcN2PjWPhvZ0GsDY1XrHaxYpTdKxqnZM5CVVIBhIYAAAggggAACa1bAN12s9kXWP1yxwfEeG93UZxPb+23T7kHbetWI7bxxzHwjxm3XjKSxdVv6k++6PebHLXbQvuHMwQ0vtPsv+wl7eNvr7eS6J1lcHUznEZKS781RW/Lv9lJo87Kn7Hu+lz1l9XzucU9ZzMuesrrnWT3LPSapfj9SuG5R3OZ5SGrrIYV5ljdIze1xHHuYhAACCCCwugW4OwQQQAABBBBAAAEEEEAAAQQQKL8AI0QAAQQQWIBAtIA+dEEAAQQQQAABBBBAYBULcGsIIIAAAggggAACCCCAAAIIIFB+AUaIAAJLEZAaiyCz46UQkxqLIqVG2ftJoS4pXaDpsfzCzHxZCn2kkHubJ0ltC0w9nk/5xaBerlar6QYz3sfrnnvysicvS43zZjGPnx/eYye23mkH9vy0Hbj8jXZ80/Ps3OBuW+ojuYz1DFRscF1PulB3fPuAbdw9aFv2Ddv2a0ds142jdtktY+ab1Oy6ecx2JvUdN4zajutGbft1IyQMeA/wHuA9wHuA9wDvAd4DvAcuynvAN0zcfv2I7Uy+i172uLH0O+ruW9eZlz229eoR27xnyHxDxXVb+214Q6/1j1Ss2itb6mOmMmgnhm+wxyZfYffv/rl0w5kT40+xWu9E2xzAv7NLaop7zL/DZ7mXGymq9/V2T97muafWstR8bm+XQkxSOr+QVD+nFMqS0rmO1F6XGm1Sc9laHlKYX3lYkmf15BvPSM2xeiMFBBBAAAEEEEAAAQQQQAABBLpagMEjgAACCCCAAAIIIIDAahSIVuNNcU8IILCGBbh1BBBAAAEEEEAAAQQQQAABBBAovwAjRAABBBBAAAEEEFgzAlJjMWR201KISY2FkFIoS41capT9WEn1BZr5ui/w9CQpXdQpNfplC0S9PUse8+R1zz152ZOXPbWW83Vv9+QxT63lmaGddmLjM+2xy37QHtj7S3Zw26vt5MTtNtW31Vb6kQzVKhVZtTeynr4kDUTWO1AhYcB7gPdAOd4DvI68jrwHeA/wHlj17wHfMLG3v2LV5LtoVFXyfVy20o846rXTg3vt8Ppn24Pbv9/uu/zn7OCWV9qpsVtspjKUXDNKk6Q09+/o+dT6fd3b8rGs7jFP+XpWlsK5s/Ys7vV8yuKee5LCcZLSuYz3lUJZkmUPKZSlRi4pPSbrk+WS0qIU5lVekULMy57YeMYVSAgggAACCCCwZgS4UQQQQAABBBBAAAEEEEAAAQQQKL8AI0RgAQJsPrMAJLoggAACCCCAAAIIIIAAAqtZgHtDAAEEEEAAAQQQQAABBBBAAIHyCyxnhFJjUWR2HinEpMYiSSnEsj6tuaR08aXUyLMFnZLShaZSyD3uSQp1KeS+2DOLZ2Wve8rqnnvKx6rVanr+LO5tnlrrHmtKvcN2bt2NdnTznfboFW+yh/a9xQ7u+B47tv6ZdmZov81Uho0HAggggAACCCCAAAIINASmejfZiZGb7OCGF9mD23/Avr77F+3Atu+2YxN32NTArvR7uX/nlmT+fdyT17O8tex1T94uhWO8niWPZ2XP8/WsnOXe3pok1e/J26QwX/FylqTQx5KHFNolpcdJoe59LXlIoZ4U6z+S6uVsYxnPPSg12rzucak55nESAgsVoB8CCCCAAAIIIIAAAggggAACCJRfgBEigAACCCCAAAKrUYDNZ1bjq8I9IYAAAgisZQHuHQEEEEAAAQQQQAABBBBAAAEEyi/ACBFAAAEEEFhzAlL7xjJSiEmNhZFSc1lSfcOZ/KClEPeYFMpSI/eFm5LSxZxebk2ti0e9LjX6e92TH1eUZ7GsPat7nk/e7sljnsfVYTs3eo2dmHyuHdr1vfbQ3l+wB6/4aXt02+vsyMbn2amxW9IFtbXKkPFAAAEEEEAAga4XAACBUgucr47bmaG9dmzdk+3Q5Mvsoe3fb/dd8RZ7cNeP2cHN32YnJ55i5wd3pRvM+HdpT9n3akn17/pSo+x9suR9PXm9KPeYbzLpedYnX/aYp9ZYVs/a8nWPZUkqnp9IIW7JQ2qUk2rHuY+3ZUkK8yivS/KsKUntsaYOVBBAAAEEEEAAAQQQQGC1CXA/CCCAAAIIIIAAAggggAACCCCQCJR885lkhPwggAACCCCAAAIIIIAAAggggEDJBRgeAggggAACCCCAAAIIIIDAQgSkxiLJrL8UYlJjgaSkdNFl1sdzKcSkzrkv8pRCux+Tr3vZk6R0kaoU+uUXimblLPf+norqHvOFqp68j6d82eveJ0te75Ssf4NNjV1rpzY+ww5v/XZ7ZNcP2QN7fsG+ceUv2MO7fsQe2/YaO7TxxXZs4g47MXarnRq62s4NXm5TvZM207POZqIBi1U1HhdagPMjgAACCCCAAAIIdBKILfleH/XaTGXYzlcnbKp/m50ZuMJODl9vx8ZusyPrn22Pbnq5PbL99fbAZW+2e674ZXvg8p+wR7Z+tx3Z9OLke+4TbGrwMosrfSYp/c6efX+Wmuse9+/Znmcpq3uepXxbPuZlb8vn1Wo13eQmi2XtWT3LPe7J656kMK/wWGuSmu9bCn2lRm6zD0mzpeZMao5LiXMcp52k5rZ4Np428oQAAgggsAwBDkUAAQQQQAABBBBAAAEEEEAAgfILMEIEEEAAgdUowOYzq/FV4Z4QQAABBBBAAIG1LMC9I4AAAggggAACCCCAAAIIIIBA+QUYIQIIrFkBqbFYMhuEFGJS8+JJb5eaY5LSxaiSvDlNkuoxKZR94afUKHvdk6R0IasvFM3XvZxPWbvnUuMYX5Sa75eVvV++nK9ncc+zeJZ7rFNS74jNDO20s6PX2ekNT7Xjk8+3I1teYYd2vM4O7PwBe2T3m+2B3T+dblJz35632r17f93u3fMr5mVP9175y+YpX/Z6Pn39il8yT/lYUdn7kIIVDjjwHijne+Duy3/RPjX2I/bx4R9Kk5e/uOWn0s9IXvNyvua8rryuvAfmfg8UfSfMYnm7e698q339yl9J071XvMXu3/2z9uDun7AHd/ywPbL9e+3g1u+0I5MvsWPrn26n191q54b22kzfJosqPZZ9D5Ya37f9e7Inb5NkURTV+3ksn7J+nkvhHEXtHvM+We7lfPJ4Pvl3fm/PYlnZc09Z3HOve5LC3ENq5N4uhbolDymUpUaehNO5jOeepOY2j2VJCvMmr0vyrJ584xmpOVZvpIAAAggggAACCCCAAAIIIIDAahfg/hBAAAEEEEAAAQQQQACBRIDNZxIEfhAoswBjQwABBBBAAAEEEEAAAQQQQACB8gswQgQQQAABBBBAAAEEFiMgNRZNZsdJISa1L5iUmmO+sNKPk5QuRLXkIYU+vsDTk6S0LStLzXWPe/KFolnK6p5Lsiye5R73lNWz3BenetxTVs7aPJaVPc/qnnvKYl7Oksc8ZXXPJaWLUr2cJUnpGJv6VnrMoh5TpbeeWuve5jFPUbUv7efluZIfQ2qYYoFFt74HyjzumTiyc+drNl1Tmrw8NR2nn5FlHjdj4/OM9wDvgU7vgYV8N/TvkhZVLapU0+/OUvh+Kimtt35vzeqteaVSMY9Jqn/nzWIez8r5PF/O+ngsSx7zlK/ny96WpSye5fl4Vu6US417bu0jhTapkVvykBp1qbmcNNd/JDWV8/OgekNS8LjU6JuE+EEAAQQQQAABBJYlwMEIIIAAAggggAACCCCAAAIIIFB+AUaIwGoUiFbjTXFPCCCAAAIIIIAAAggggMAaFuDWEUAAAQQQQAABBBBAAAEEEECg/AJrfoSSzBdJ5gcihZg098JJSemi1Pyx+bLUaJdC2ReCSkoXtebLUiPm8Sz5wtN8OV/P4vnc2z15LMuzstfzKR/3sidv99xTvpzVPZYlj0nN9+1tHvfUqextWfI+nrL6XLn38zRXH9qi+nsLCyx4D6zN94Alj5mZGcsnSfxuR2vz9eT3kNeN98Dy3gOL+e7nfaXweenlhdp73yxlx8xV9zbv57knL2fJ6/nk8aK6xz3l27zsMU9e9uTl1lQUl8K4pZD7MVKYf0idc5vjIamtVQrzJG+Qmtt9TiU1x7wfqVQCDAYBBBBAAAEEEEAAAQQQQAABBMovwAgRQAABBBBAAAEEEgE2n0kQ+EEAAQQQKLMAY0MAAQQQQAABBBBAAAEEEEAAgfILMEIEEEAAAQQQWIqA1FhEmR0vhZikpg1mJKVdpJB7RVLaR5JX0w0CpFCWVK/7IlBLHpLq/SWl7d4mhbiXPRUtLM3i3pYlj3nyemvusSxlbVnd8yyW5R7zVK1W6/fldU/epzV5PEtZW1E935aVW3M/zmOeFyVv81TURqxiGGDAe6Ac7wFJVqvVmpIkfscr5Xh9V+73FA8su+M9MN93v6zdc0/+vvDcU77sdU9FMY9LSr/7ersnj2Wpte7x1pgZPxgIAAAQAElEQVTXW5P385TF8+UsluXe5imrS2FekNW9zZPXPS9KUhiDFI6V2nNLHlJzPAnV5yZZ2fMsSY3+vsGMxyV51pSk9lhTByoIIIAAAggggAACCCCwBAEOQQABBBBAAAEEEEAAAQQQQACBSyEQXdSLcjEEEEAAAQQQQAABBBBAAAEEECi/ACNEAAEEEEAAAQQQQAABBBBYMwKSLFtMmd20FGIelxqLKaVQlkKe7y+FmKTCRZy+UFQKbV72JCld7OrluVK22NRzT1lfL3vyerZpjNc9eczzLLXWs/h8ef44L3vyYzzPktc95etZ2XNvk5RuoOB1Tx7zPEtZXdKCTLLjLmkeRdwrBrwHeA+s2HtAks3MzDQl/zvE5xyftbwHeA/wHgjvAanxXTr77pjZZHXPJdW/d3rdU2s/r3s8S1735HX/Xu0pq2cxz4uS92tN3s9jnmcpX/dylry9qOwxb/PkZU9Sw0BqlIvaLHlISp4tnZ9Yy0MKbfmw1Ij536AseR+p0eZ1b/OchAACCHSFAINEAAEEEEAAAQQQQAABBBBAAIHyCzBCBBBAAAEEEgE2n0kQ+EEAAQQQQAABBMoswNgQQAABBBBAAAEEEEAAAQQQQKD8AowQAQQQWI6AFDabyZ9DCosrs0WVUqhnfSQ1LeKUGnVJaTepkUtK+0vNuXeUQswXjXqSVN/MwBebSkoX0Epqintfb/fck5c9ZWXP50ve35P3y+f5ctbmMU/5upez1NrmdU/enl/A63VP3ubJy568nPXzOikstMYBB94D3fEesOQxPT1t+SSp/rnP+6A73ge8zrzOvAc6vwf8e6In/86YOXnZk9ez3Pvk61nZ494nS1k8q2e51PjszWJZ33zeej7vm7V72ZPXs5TV83lWzvp4no9JzfMEb/ckhbjUnNvsQ2rE8/29WZJn9SQpnafUA7MFKcSlkM+G65mkepkCAggggAACCCCAAAIIIIAAAistwPkQQAABBBBAAAEEEEAAgUshwOYzl0Kda3azAGNHAAEEEEAAAQQQQAABBBBAAIHyCzBCBBBAAAEEEEAAAQTWnIBUvAGNpHQx5lyb0OQHK4X+UnGeLf70vDVJzcd4u6R5N57xha/e15MvVvWUL3vdUz7mx3jMUxZvzb2tNXkfP9ZzT63tXvd4lrzuyetZ7sdn5SzeWvc4qfPia2ywWSXvATZGiVbuveh/Z2ZmZiyfJGG8gsb83qzc+xVLLC/1e8C/O3rK7iMrF+VZLN/XY55aY173uKf8d1avtybv66k13lpvPU92jKT0e77395infFlS/W+AFOYJ3kdqlPN1qdHfkoek5Ln5RwoxP665JdSk0C6FPESbn/3vVXOEGgIIIIAAAgh0gQBDRAABBBBAAAEEEEAAAQQQQACB8gswQgQQSATYfCZB4AcBBBBAAAEEEEAAAQTKLMDYEEAAAQQQQAABBBBAAAEEEECg/AKMcCUEpLABjS+o9JQ/pxQWYHpcCmUp5N5PapS9niVJ6eY189Ul1ReX+mJQT1KISSHPL0b1dk9FsXzc2/Mpa/NYUTmLtebe35MvnvU2z72eTx73uufe7snLWczLWczLHs+nfMz7kaqGAQa8B7rnPeCfgfmNZ7wsic+Bave8B/h957XmPTD3e8C/N/pnpef55G75eL7s/bzufbzcmrK49/Hk7fmY17OUtWd5Fi/KvU8+ZX1aY1KYK2TtUqhL4ft/1l9qjkuhbslDUvJs6ZxDCmU/TlI6v5DU1Ga5h6R6TQpzIakR80af/+ST1NzufUgXW4DrIYAAAggggAACCCCAAAIIIIBA+QUYIQIIIIAAAggggMClEGDzmUuhzjURQACBbhZg7AgggAACCCCAAAIIIIAAAgggUH4BRogAAggggAACa1ZA0pyLM6XGokxfhOkD/f/ZuZceyba0buz7n5l19PaFAX1AghYS3Y0E3SDUDVJ3M+AckOA0A7qp4gvZr9+ZB57wHXwTHtl+/R18gxGSJdsYTzyx2y0sYEBXRrqe2LUzd1wyK7MyIjLiiV/qrFrXvfZ6fnudPFF5cq8klS2vWxbe/ZFkWU/yrjZslOuF0EpJln1VHt59JVm+JFr19ZTc3ze9sDq/ptrW69VWqdrneZXX0zSm2qfylFfblKqtUtUrX39hd71t6q/x66nGShf37gE2bOyBvnug/pvy9u3bYZ6S+7/v2wt994Jn69naA/fvgfXPkZNVfaasvqpXeT3N26tcqcZMeZWn6+dt1V5palvPq69StVeayvN8Kieb39Orr1Jy93eCqleq+Solq9cl49hkbE/u6slYHta+kixbkjGvSrJarv8OJXdtNWZqS7L8O0uSapYInLWA4AkQIECAAAECBAgQIECAAIH+AiIkQIAAAQIEzlfA4TPn++xFToAAAQLnJyBiAgQIECBAgAABAgQIECBAoL+ACAkQIECAwE4F6oXLbRNWe7L95ctktT3J7cuayViuOZMsDxlJMtRXkuW4qbz+smky9idZXlf981Qvqc5T9W2rr7fPx6yX7xs7b68Xdeu6apuX523b+qq/UvVVXtdOqerS5cCAgT1wPnug/rtyfX09zJPnfz7P37P+qGftv5OX5+VWnxPrc+M8VVv9+zO1VblS1Sufp3nbdF31T+1TXm1TqrZKU32eT+1TXn1VrlTlSlVOxs/uU73yStW3npJxbLL6uT+5qyd35eH9VzK2va8usyTLfPojGevJmM/b679ByWp79SebbdUuESBAgAABAgQIECBA4IACbkWAAAECBAgQIECAAAECBA4mcHGwO7nRmoAqAQIECBAgQIAAAQIECBAg0F9AhAQIECBAgAABAgQIEDhtgWR84bJeyJwiSbI8JKbakrE89dULpFVOUtlyXBVqbOVTSnLbl4zlujYZy0mWQ5O7vPrXU5Lbg2iSu/K2F1qrrdI0x7xcbVWvNC/P69U+vag75dVWqcZVW5UrVb3S1Fblefu8Po2p/ilVf6Xqk66G4zewRs/IHnjuHkgyLBaLlVTfE587r+vtTXvAHjjlPVCfB6e07Xti9U3tVf5QqrE1pvJKVS6fyitN5eqrVG0PpWlM5ZWmsVO58krVPuXJ3Wf2akuy/HtBlSslYz3ZzId3X8nj25O8u2L7P0mW962/pyRZGVRtKw0qBAgQIEDgVkCBAAECBAgQIECAAAECBAgQ6C8gQgIECJyvgMNnzvfZi5wAAQIECBAgcH4CIiZAgAABAgQIECBAgAABAgT6C4iQAIG9CCSrL2RON6kXMytVPckwlas+T0mWL3fO26qcjO1JqrocUy+drqcky0NmktV8fVzVkyznmb/kWu2VkgzVXikZy9Ve9crnqdrW07y/yvP+9Xr1PdRWL/dWf6UaO0/VV/Xqky6Wz54DB3ug9x6o/368fft2mKfh3Zfn3vu5e76erz3w8B6oz4PztM2rPjdO7dvGzttq7Lxe5fm1Va62Kc3rU/mhvPrWU8213pZk+fkuGfPqT8bP8MmYV1ulZKwnW/JZ23DPV5LbnuSuXP/dqZTctU0Dk822qU9OgAABAgQIECBAgAABAgQIHFjA7QgQIECAAAECBAgQOJiAw2cORu1GBAisC6gTIECAAAECBAgQIECAAAEC/QVESIAAAQIECBAg0EugXtCcIkqyPORlqldfkqm60peM7dteIK0Lkty+gJqMY5O7PMlyvun6KU/G9uTu+m0vuFbblOraSlO98qpXqnKlKleq8pTm9Xl56p/y6qs01ad83lblSlPfel59ldbb1S9vDw9iwcIeOK498NznsVgshuvr65X03Dld32uPeJ6e57nugQ99Jpz662CZqbzNqvrmqcZM9SpPqdqm8pRX24dSja0xU17lKSV3n9Xnbcn4Wb7akrGc3I0d3n0lY/u74vLvA0/Ja+yUks2DMpMsu+vvMVNaNviDAAECBAgQIEDgXgEdBAgQIECAAAECBAgQIECAQH8BEZ6vwMX5hi5yAgQIECBAgAABAgQInJ2AgAkQIECAAAECBAgQIECAAIH+AnuNMBlf0JzfJMnyRdBkfKEzyW13kmXfbcNaoV7yTHLbmmQ5PhnzehG1OpOxnmzmNaZSktsDbKo+pWR7+9RfL8hWWq/P26pvqldeL/dWXu2VqryetrXf11btlaY5pnLl0sXyuXLgYA/03gN18Mzbt2+HeRrefXnuvZ+75+v52gMf3gP1+bCcKq9U5SlVvVJ9Nq22KldaL8/r1V+p2irVtfP6tnK1VarxU17lbSnJxme3uia5vz2560vGz/vT3MlYTzbz4d1Xknd/3v9PkuXfL+rvHTUqGetJqjpUe5LlmCTLNn8QOCEBSyVAgAABAgQIECBAgAABAgT6C4iQAAECBAgQIHAwAYfPHIzajQgQIECAwLqAOgECBAgQIECAAAECBAgQINBfQIQECBAgQKCfQL2geV9UyXgATfUnd+Wpvp4n4wueSZYvfFZ/peSuXi+eJmM9Wc2rbxpf5WTsn8qVV0qy8RJstVdKxr56KbZSta3nU9vUntxdU32Vpr71vPoqVfs8VVuleuF3StVfbZVLlwMDBvbA+eyB+t5XB9DMU31vtAfOZw+c/rP2rDzD/e6B+j5ZxvW9cUpTW+WVqr/y6q+8UrVNqeqVpnrlyfj5ucqVqv+hlNx9Dt42fmpLxnE1VzKWk/Few7uvJO/+HJZ/B0jG8vDuaxr/rnjbl2T5WX7Y8pVkOW7qSjIVl3n93aVSVZLNvmS1rcZJBAgQIECAAAECBAgQuF9ADwECBAgQIECAAAECBAgQ6Ctw0Te0J0ZmOAECBAgQIECAAAECBAgQINBfQIQECBAgQIAAAQIECBAg8GyBZPUFzellzmniJMsXQKf2JFPXbZ5stlVnkuW1Va6UpLJlW5Kt+fSCapLlS6lTfZ5XuVIyjklW86kv2WyvviklY3+9VDtP1Z9keVhKlatvyuflaptSvRQ89U1tlVebdLm0/GiHS9ezswdObQ/MD52ZytP3yVOLxXr9+2cP2AO72APbPhdW2zxN96m2eXmqV15p3lflaqtU5SlVfZ6qvepTXuVK83qS5efvZPVzeo2rlNy1V71ScndN1SslY1uVh/dfSd6XhuXfAYb3X0lu68ndYZdJ3o+4y5IsxyZjftczlpKMBX8SIECAwOkKWDkBAgQIECBAgAABAgQIECDQX0CEBAgQIHAwgYuD3cmNCBAgQIAAAQIECKwJqBIgQIAAAQIECBAgQIAAAQL9BURIgEB/geTupc95tEmWL3s+5hCaJPNLl9cleTCvl1MrJXfjapKprcrJ2De1zfMq18uzlZIsX5yttkrVVqnK87Stbeqf983L1T/VK59SkuUBK9UvXaz48+BhD5zfHnj79u0wHToz5Ul8b7g4v73g33/P3B4Y90B9ZvyQRY1JsvxMOS/XdVWvVOUky++nVa9UbfM0tSXjuOpLxnIy5tU2T8lme/Unq5+/k3FcMrYnd/nw/iu5xVUKvwAAEABJREFUa0uyXOvw/ivJ+9Jw+3eDYfaV3PVXczLWkzGvtvU0/f1kvV2dAAECBAgQIECAAAECBAgQ+LCAEQQIECBAgAABAgQI9BVw+EzfZysyAk8VMJ4AAQIECBAgQIAAAQIECBDoLyBCAgQIECBAgAABAnsRSFZf7py/0Jlk+aLo1JZkZQ3JWE/GvDqTsVzXJFleX+1TSu7akixfUE1W83r5dUrJ2DfVK0/GOZLH9SXjuOnl3JrjvpRk+RLwtv5kvO9j5plfX+Oly6UrBw72wAf3wMn9u5JkWCwWK+nq6urk4rA3++1Nz9QzfYk9MP8M+KFyrS/J8vNwlafxyV1btSdjPRnzadyUJ9vbqz8ZP79O5corJavtyThHkqG+5mOSLD/TJ6v5NKbGV0oyrP8dIEl1La+vvqokY1uVKyVjvfqTsVztlaqt8iklq/1Tu5wAAQIECBAgcIIClkyAAAECBAgQIECAAAECBAj0FxAhgYMJXBzsTm5EgAABAgQIECBAgAABAmsCqgQIECBAgAABAgQIECBAgEB/gfOMMNl8oTPJ8oXRSSTJVLzNk9W25K6ejOV6QXW6IMlyzmTM72tPxv4kyxdzkzGvuZK78nq9XtSttkpVTsZ5ql4pyfJghCpPqcZVSlb7kizvXX2VanwytlVZulj6cOBgD5znHri+vh7WUx0+Yz+c537w3D13e+BxeyAZP0tOny3X3ao9eXjMdE2NncqVr9erLRnnSsbPxMlqfRqT3PUnGeorye3n9m31qW3Kk1Rxec2y8P6PZGx/X13pT7JS3zZmapMT2I+AWQkQIECAAAECBAgQIECAAIH+AiIkQIAAAQIECPQVcPhM32crMgIECBB4qoDxBAgQIECAAAECBAgQIECAQH8BERIgQIAAAQIHE7i5uRnmaX7jJMu+aktS2W1K7q8nY18y5rcXvSskWb5smuRdbfhgOclyzPwl2eHd17yeZHkgSnI3dt4/ldfz5O666qtUL/Am4zzJmE/t1Vflh1IyXpPIEwYJg4RB0sfg7du3w2KxWElJn/gSsSQHNnC/5eechHtyegYPfSasz41TqnHJ+LlzKidjvFO9xibjmGTMq29KyTg+GfuSu/rw7isZ6/Px83Jy159slpOx7d1Uyz15X55sjquxU0oyFZd5Mtbr7xvJWF52vPuj2qb0ruofAgQIECBAgAABAgQ6C4iNAAECBAgQIECAAAECBAgQ2JnA0R4+s7MITUSAAAECBAgQIECAAAECBAgcrYCFESBAgAABAgQIECBAgEBfgSTLF0yTMa8XQOfRJmP71JZkKi7zJMvrq5KM5SRVXbYnWcmrI1ltS1br9aLsQ+OqP1m9Jhnr874qTynJ8oCaqid35apPKRnnqJd/56n6k7Gvyl2TuC5u9wgLFvbA9j2wfvBM1ev7Ja/tXly42APnuweS8bNjMn7unL5XJhmqPKXaI8k4dipXPqXkrq/akiw/rySrefVVGt59JeM1yZhXe5LldcP7ryTLUvVVIcnyM/tUn/Ik1f1gSjbHJHdtSZZzzyepv3MkY3uSeZcyAQIECBxAwC0IECBAgAABAgQIECBAgACB/gIiJECAAIG+Ag6f6ftsRUaAAAECBAgQeKqA8QQIECBAgAABAgQIECBAgEB/ARESIEDgxQSS+1/+TDLUi6K1uOT+cQ/1J+N1yZjX2EpJVl5KTcZ6MubzMcnYlmT5Em0y1qeXZCtPxrZkzOdtVa6UrPbN25KxLxnvUX2Vkrv2RDlhkDBIGCTnYVCHzaynq6ur5ffv5DwMEnEmDBIGCYPkYYP67DilZBxb9WQsJ8t8eRhNMpbX++f14d3XVJ/yZLwuGfOpvfJ3w5f/JGNfVao9GetJqmn5PbwKyWY92Wybj63yPCXj+Po7QzKW5/1Vfqiv+iUCBAgQIECAAAECBAgQINBQQEgECBAgQIAAAQIECBDYmYDDZ3ZGaSICuxYwHwECBAgQIECAAAECBAgQINBfQIQECBAgQIAAAQIECEwCSZYvqNZLo+ttU309T3LblGR5/dSQjPUky6Ykt/1JVtqSLPuSLNvr5dkqVJ5k2XdfOdneX+Pnc1Q9Gccmm3n1SxfLQ384cOi3BzzTDz3T+t6/ni4vL31PuLB3PrR39Nsj57gHks3Pkkk2vmcO774mn2T1mmpPVtuS1XqNeTfF8rPwej7vS1LdW8clY18NSMZyMubVVilZrU9tyV17/Tciye09aky1VT6lJFNRToAAAQIECBB4IQG3JUCAAAECBAgQIECAAAECBPoLiJBAX4GLvqGJjAABAgQIECBAgAABAk8UMJwAAQIECBAgQIAAAQIECBDoLyDCoxJYf2G0Fpdk+VJpkqH6K1V7pSSVLVMylpMsx1djMpaTVHWjvRrnL8pWPclyXHKXV/t8XHLXV+3JXT25v1xja65kHFP1SslYT+QJg4RBwiA5b4PFYjGsJ98vz3tPJOJPGCQMkscZ1PfM+tw5T9WW3F2/Xk/Gvmqv65Kxnox5ta33VVuSym4/Q1clydb6vK8+1yeppmVK7srVkNzVa2ylJCvz1rgpJZmKcgLbBbQSIECAAAECBAgQIECAAAEC/QVESIAAAQIECBAgsDMBh8/sjNJEBAgQILBrAfMRIECAAAECBAgQIECAAAEC/QVESIAAAQIECJy3QHJ3wEy9XFppLpKsvlBa/clq23z8vJxsjkvG+yVZvsQ6jU8yFZftyVhPslKvQUkqu21Pcltedrz7I7lrS+7K77qW/yR3bYlywiBhkDBIztfg5z//+e2BY/W9vtLl5eXt99fkfG2SHrEn4kgYJAyS3RusHxCTbN6jPoQmd+3zepWnOaqcpLLl9+AqVF9y15bclev7dTLWa2wylpMxr7YpJZtt1ZeM7TVX1aeUjO1TvfqnNLXJCRAgQIAAAQIECBA4LgGrIUCAAAECBAgQIECAAAECBE5X4LGHz5xuhFZOgAABAgQIECBAgAABAgQIPFbAOAIECBAgQIAAAQIECBAgcHCBJMsXW5MxrxdK54tIxvYky+bqT7JyTZJlX/2RZNlX5UpJKrttS8Z6Nd73Im31VUqycl2Sal62JdnIt81XbfOUbF6XHLRtY92J+ycMEgYJg+RlDK6vr4fFYrGSHD7zMs8icd+EQcIgOR2D+oCaZJh/5qxyMsYwvPua15O8axlWPhMO776mMe+Ky7kqT7aPTXJ7fY2rlKSylVRzrjS8qyTZem1y157k3ci7f9b/DnDXo0SAAAECDwjoIkCAAAECBAgQIECAAAECBPoLiJAAAQIECOxMwOEzO6M0EQECBAgQIEBg1wLmI0CAAAECBAgQIECAAAECBPoLiJAAAQIE1gWS1RdN5/3J2Fcvn66nGpdkqPYqz1MyXpdk64uu09jkrj/J1Hx7TfJwW12Q5PZl3WHLV5LlfFu6NBEgQOBsBep793o6WwyBEyDQVGB/YSUPf75MsnHzOhQm2WxPcvtZNcnyuiTLtiTLev2RrJaT1XqNqVTf2yuvlIxjqm1KydhW/felGpt8eNx912snQIAAAQIECBAgQIAAAQKHE3AnAgQIECBAgAABAgQInK6Aw2dO99lZ+aEF3I8AAQIECBAgQIAAAQIECBDoLyBCAgQIECBAgAABAgSOXiDJ7cuvyWq5XkytAJJU9mBK7sYkWc5ZFyR35apXSu7akrty9VVKxrZkzKvtoZRkeUBNvfQrXbC4YHDwfw+YH92/d2/fvh3Wv66uro5unfaq71f2gD1wjHsgyfq30JV6kuVn3eQun39uTsb2uii5K0/1yucpyW01uSvfNr4vJFne9311eUhkMrYlYz71VT6tqcrzlGReVSZAgAABAgQIPF7ASAIECBAgQIAAAQIECBAgQKC/gAgJENiZgMNndkZpIgIECBAgQIAAAQIEdi1gPgIECBAgQIAAAQIECBAgQKC/gAgJ7FIgycoLrtvmTrKteaMtGcclY14DkiznT1LVe1OS23HJZvneC3UQIEDgDAX+8R//cbi+vl4eSlAHD0zpDCmETIAAgY8WSDY/cyZ3besTJ1k2JVn53LpsfOCPJFt7k8326ft5ktt7bL34fWOS9yVZVwFxESBAgAABAgQIECBAgAABAv0FREiAAAECBAgQIHC6Ag6fOd1nZ+UECBA4tID7ESBAgAABAgQIECBAgAABAv0FREiAAAECBAgQOAmB6UXW9Xy++GT7y6t1TY1LsnwJtsr3pST3dX3w2nsv1EGAAAECKwL/+q//OiwWi5W2JMvDaFYaVXYpYC4CBAg8KJBkuLi4/9dLkyw/DycZ6mv6jF3leUrG/qmtxm1LU7+cAAECBAgQIECAAIGdCpiMAAECBAgQIECAAAECBAgQ6C+wswjv/7+DO7uFiQgQIECAAAECBAgQIECAAIGPE3AVAQIECBAgQIAAAQIECBAgsE0gye3LrsldeX1scteXrJZrbL34mqy2J6v1GndfSlbHJmO9xidjOflQrj9hkDBIGCTnaVDfM3/6058uD5up78uVqq0OPUjO0yQRd8IgYZAwSJ5v8ND31Op7KCXb71/fqyvVtcn2MUmq+zbV+CSP+hx/e5ECAQIEWgkIhgABAgQIECBAgAABAgQIEOgvIEICBAgQIHC6Ag6fOd1nZ+UECBAgQIDAoQXcjwABAgQIECBAgAABAgQIEOgvIEICBAgQOCuBJCuHHdQLseupQJLtL8kmqW6JAAECBJ4hUN93/+Vf/mVlhjp4ZqVBhQABArsWOLP56nvteshJth4Ek2Q5tK65L9WAZBxX5cek5GnjHzOnMQQIECBAgAABAgQIECBA4EEBnQQIECBAgAABAgQIECDwaAGHzzyaysBjE7AeAgQIECBAgAABAgQIECBAoL+ACAkQIECAAAECBAgQILBrgXqBdj5nkntfuk3Gvhpf121L1ZeM45K7vNolAgQeJ2DUeQvU99bFYrGBkGSjTQMBAgQIPF0gycbn3Zqlvv9uS9WXbF6TrLbVOIkAAQIECBAg8BQBYwkQIECAAAECBAgQIECAAIH+AiIkQOB0BRw+c7rPzsoJECBAgAABAgQIHFrA/QgQIECAAAECBAgQIECAAIH+AiIk0F4gyUfFmGTjpd1kbLvvpd2PupGLCBAgcIYCdfjM/HtpkjNUEDIBAgT2IzD//jqVk9z72fapq6g5n3qN8UchYBEECBAgQIAAAQIECBAgQIBAfwEREiBAgAABAgQIEHi0gMNnHk1lIAECBI5NwHoIECBAgAABAgQIECBAgACB/gIiJECAAAECBAgQOBaBh16qTe5/eTfRlzBIGCQMEgbJpkF9f72+vl45BOHy8nKlnmxel3RqE0vCIGGQMEgOY7DLz9hJdjmduQgQIECAAAECBAg0FhAaAQIECBAgQIAAAQIECBAg0F/gdCN0+MzpPjsrJ0CAAAECBAgQIECAAIFDC7gfAQIECBAgQIAAAQIECBAg0F/gngiTDHVAwi5J4Q0AABAASURBVD3dmgkQIEDgIwUWi8VQaX75xcXF8vCZeZsyAQIECBAgQIAAgZ0KmIwAAQIECBAgQIAAAQIECBDoLyBCAgQIECBA4NECF48eaSABAgQIECBA4MgELIcAAQIECBAgQIAAAQIECBDoLyBCAgQIECBwTALJeABNHUIj3SwP4+HAwR6wB567B+r7fB0+89x5XG8v2gOnvQc8v5d/fvX9WCJAgAABAgQIECBAgAABAvsUMDcBAgQIECBAgAABAgQIHK+Aw2eO99mc2sqslwABAgQIECBAgAABAgQIEOgvIEICBAgQIECAAAECBAicvUCSIZESBklbA3vcsz3oHqgDJ+rwmfl/YC4vL4eLi4uDriPx73TCIGGQMEjO02D+fViZAAECBAgQOAsBQRIgQIAAAQIECBAgQIAAAQL9BURIgACBRwtcPHqkgQQIECBAgAABAgQIHJmA5RAgQIAAAQIECBAgQIAAAQL9BURIgAABAgQIEOgtUAfPVOodpegIECBAgMCHBPQTIECAAAECBAgQIECAAAEC/QVESIAAAQIECBAgQOB4BRw+c7zPxsoIEDg1AeslQIAAAQIECBAgQIAAAQIE+guIkAABAgQIECBAgAABAgQIENi5wM3Nzcqcl5eXK/WDV9yQAAECBAgQIECAAAECBAgQ6C8gQgIECBAgQIAAAQIECBAgQKC/gAgfLeDwmUdTGUiAAAECBAgQIECAAAECxyZgPQQIECBAgAABAgQIECBAgEB/ARESIECAQG+BOnim0jzKq6ur4eLCrzXNTZQJECBAgAABAt0FxEeAAAECBAgQIECAAAECBAj0FxAhAQIECBAgcLwCfkvjeJ+NlREgQIAAgVMTsF4CBAgQIECAAAECBAgQIECgv4AICRAgQIAAAQIECBAgsFOBxWIxVJpPmmReVSZA4PAC7kiAAAECBAgQIECAAAECBAj0FxAhAQIECBAgQIAAAQIECBC4FXD4zC1Ft4J4CBAgQIAAAQIECBAgQIAAgf4CIiRAgAABAgQIECBAgAABAgT6C4iQQG+Bm5ubodI8youLi422eb8yAQIECBAgQIAAAQIE+gmIiAABAgQIECBAgAABAgQIEOgvIEICBAgcr4DDZ4732VgZAQIECBAgQIDAqQlYLwECBAgQIECAAAECBAgQINBfQIQECBAgQIAAAQI7FaiDZyrNJ3316tVQB9DM25QJECBAgMBBBdyMAAECBAgQIECAAAECBAgQ6C8gQgIECBAgQIAAAQIEbgUcPnNLoUCAQDcB8RAgQIAAAQIECBAgQIAAAQL9BURIgAABAgQIECBAgAABAgQInLbAYrHYCGD94JmNARoIECBAgAABAgQIECBAgACBdgICIkCAAAECBAgQIECAAAECBPoLiPB4BRw+c7zPxsoIECBAgAABAgQIECBwagLWS4AAAQIECBAgQIAAAQIECPQXECEBAgQIENipwM3NzcZ8Dp/ZINFAgAABAgQIEDi0gPsRIECAAAECBAgQIECAAAEC/QVESIAAAQIECBC4FXD4zC2FAgECBAgQ6CYgHgIECBAgQIAAAQIECBAgQKC/gAgJECBAgAABAgQIECBw2gLbDp959erVaQdl9QR2LmBCAgQIECBAgAABAgQIECBAoL+ACAkQIECAAAECBAgQIECAwMsJOHzmUPbuQ4AAAQIECBAgQIAAAQIECPQXECEBAgQIECBAgAABAgQIECDQX0CEBAjsVGCxWGzMd3V1NSTZaNdAgAABAgQIECBAgACBgwm4EQECBAgQIECAAAECBAgQINBfQIQECBAgcCvg8JlbCgUCBAgQIECAAIFuAuIhQIAAAQIECBAgQIAAAQIE+guIkAABAgQIECBAgAABAgQIEOgvIEICBAgQIECAAAECBAgQIECgv4AICRAgQIAAAQIECBB4OQGHz7ycvTsTODcB8RIgQIAAAQIECBAgQIAAAQL9BURIgAABAgQIECBAgAABAgQI9BfYe4SvXr3a+z3cgAABAgQIECBAgAABAgQIEHhQQCcBAgQIECBAgAABAgQIECDQX0CEBG4FHD5zS6FAgAABAgQIECBAgACBbgLiIUCAAAECBAgQIECAAAECBPoLiJAAAQIECJy2wGKx2Ajgk08+GZJstGsgQIAAAQIECJyvgMgJECBAgAABAgQIECBAgACB/gIiJECAAAECBAi8nIDDZ17O3p0JECBA4NwExEuAAAECBAgQIECAAAECBAj0FxAhAQIECBAgQIAAAQIECDxJ4Pr6emP8zc3NRpsGAkclYDEECBAgQIAAAQIECBAgQIBAfwEREiBAgAABAgQIECBAgACBMxI428NnzugZC5UAAQIECBAgQIAAAQIECJytgMAJECBAgAABAgQIECBAgACB/gIiJECgn8BXv/rVIUm/wEREgAABAgQIECBAgMBHC7iQAAECBAgQIECAAAECBAgQ6C8gQgIECBB4OQGHz7ycvTsTIECAAAECBM5NQLwECBAgQIAAAQIECBAgQIBAfwEREiBAgAABAgQIEHiSwM3Nzcr4i4uL4d/8m3+z0qZCgAABAkcnYEEECBAgQIAAAQIECBAgQIBAfwEREiBAgAABAgQIECBwRgIOnzmjhy1UAqsCagQIECBAgAABAgQIECBAgEB/ARESIECAAAECBAgQIECAAAEC/QVOO8Lr6+uNAOoAmi9/+csb7RoIECBAgAABAgQIECBAgMD5CoicAAECBAgQIECAAAECBAgQ6C8gQgIvJ+DwmZezd2cCBAgQIECAAAECBM5NQLwECBAgQIAAAQIECBAgQIBAfwEREiBAgAABAs8WqMNnnj2JCQgQIECAAAEC+xQwNwECBAgQIECAAAECBAgQINBfQIQECBAgQIAAgTMScPjMGT1soRIgQIDAqoAaAQIECBAgQIAAAQIECBAg0F9AhAQIECBAgAABAgQIECBw3AKLxWJjgZ988slGmwYCDwnoI0CAAAECBAgQIECAAAECBPoLiJAAAQIECBAgQIAAAQIECBDYn8CxHD6zvwjNTIAAAQIECBAgQIAAAQIECByLgHUQIECAAAECBAgQIECAAAEC/QVESIAAgScJXF9fb4y/uPArTRsoGggQIECAAAECBAgcl4DVECBAgAABAgQIECBAgAABAv0FREiAAAECZyTgNzXO6GELlQABAgQIECCwKqBGgAABAgQIECBAgAABAgQI9BcQIQECBAgQIECAAIHjFnD4zHE/H6sjQOBUBKyTAAECBAgQIECAAAECBAgQ6C8gQgIECBAgQIAAAQIECOxPwOEz+7M1M4GnCRhNgAABAgQIECBAgAABAgQI9BcQIQECBAgQIECAAAECBAgQINBfQITPFri6unr2HCYgQIAAAQIECBAgQIAAAQJ7FTA5AQIECBAgQIAAAQIECBAg0F9AhATOSMDhM2f0sIVKgAABAgQIECBAgMCqgBoBAgQIECBAgAABAgQIECDQX0CEBAgQIECAwHELXF9fbyzw1atXG20aCBAgQIAAAQIPCegjQIAAAQIECBAgQIAAAQIE+guIkAABAgQIECBAYH8CDp/Zn62ZCRAgQOBpAkYTIECAAAECBAgQIECAAAEC/QVESIAAAQIECBAgQIAAAQIEVgTevn27UldpISAIAgQIECBAgAABAgQIECBAoL+ACAkQIECAAAECBAgQIECAAIFGAvccPtMoQqEQIECAAAECBAgQIECAAAEC9whoJkCAAAECBAgQIECAAAECBPoLiJAAAQKnJ/Dq1avTW7QVEyBAgAABAgQIEHhRATcnQIAAAQIECBAgQIAAAQIE+guIkAABAgQI7E/A4TP7szUzAQIECBAgQOBpAkYTIECAAAECBAgQIECAAAEC/QVESIAAAQIECBAgQIDAisD19fVKvSpJKpMIECBwugJWToAAAQIECBAgQIAAAQIECPQXECEBAgQIECBAgAABAgQaCTh8ptHDFMpuBcxGgAABAgQIECBAgAABAgQI9BcQIQECBAgQIECAAAECBAgQINBfQITHLXBzc7OxwMvLy402DQQIECBAgAABAgQIECBA4CEBfQQIECBAgAABAgQIECBAgEB/ARESILA/AYfP7M/WzAQIECBAgAABAgQIPE3AaAIECBAgQIAAAQIECBAgQKC/gAgJECBAgAABAisCi8VipV6VV69eVSYRIECAAAECpytg5QQIECBAgAABAgQIECBAgEB/ARESIECAAAECBAg0EnD4TKOHKRQCBAjsVsBsBAgQIECAAAECBAgQIECAQH8BERIgQIAAAQIECBAgQIAAgZcVePv27cYCLi78StMGyrMaXEyAAAECBAgQIECAAAECBAj0FxAhAQIECBAgQIAAAQIECBAg0F9gfxH6TY392ZqZAAECBAgQIECAAAECBAg8TcBoAgQIECBAgAABAgQIECBAoL+ACAkQIEBgReDm5malXhWHz5SCRIAAAQIECBAgcNICFk+AAAECBAgQIECAAAECBAj0FxAhAQIECBBoJODwmUYPUygECBAgQIDAbgXMRoAAAQIECBAgQIAAAQIECPQXECEBAgQIECBAgAABAi8rsO3wmaurq5ddlLsTINBOQEAECBAgQIAAAQIECBAgQIBAfwEREiBAgAABAgQIECBAgMDHCzh85uPtXHlYAXcjQIAAAQIECBAgQIAAAQIE+guIkAABAgQIECBAgAABAgQIEOgvIEICKwJv375dqVfl8vKyMokAAQIECBAgQIAAAQIETlfAygkQIECAAAECBAgQIECAAIH+AiIkQKCRgMNnGj1MoRAgQIAAAQIECBDYrYDZCBAgQIAAAQIECBAgQIAAgf4CIiRAgAABAgQIHJ9AkuNblBURIECAAIGTFrB4AgQIECBAgAABAgQIECBAoL+ACAkQIECAAAECBAh8vIDDZz7ezpUECBA4rIC7ESBAgAABAgQIECBAgAABAv0FREiAAAECBAgQIECAAAECBM5M4Pr6eiPiq6urjbZWDYIhQIAAAQIECBAgQIAAAQIE+guIkAABAgQIECBAgAABAgQIEOgv0ChCh880ephCIUCAAAECBAgQIECAAIHdCpiNAAECBAgQIECAAAECBAgQ6C8gQgIECBAgQIAAAQIECBAgQKC/gAgJECBAgAABAgQIECBAgACB/gIiJECAAAECBD5ewOEzH2/nSgIECBAgQOCwAu5GgAABAgQIECBAgAABAgQI9BcQIQECBAgQIECAAAECZybw9u3bjYivrq422jQQINBKQDAECBAgQIAAAQIECBAgQIBAfwEREiBAgAABAgQIECBAgMAJCTh85oQe1nEt1WoIECBAgAABAgQIECBAgACB/gIiJECAAAECBAgQIECAAAECBPoLiJAAAQIECBAgQIAAAQIECBDoLyBCAgQIECBAgAABAgQIECBAoL+ACAkQIPDxAg6f+Xg7VxIgQIAAAQIECBBj0/LqAAAQAElEQVQ4rIC7ESBAgAABAgQIECBAgAABAv0FREiAAAECBAgQODOB6+vrjYivrq422jQQIECAAIFWAoIhQIAAAQIECBAgQIAAAQIE+guIkAABAgQIECBAgMAJCTh85oQelqUSIHBcAlZDgAABAgQIECBAgAABAgQI9BcQIQECBAgQIECAAAECBAgQILBfgZubm40bJNlo22eDuQkQIECAAAECBAgQIECAAIH+AiIkQIAAAQIECBAgQIAAAQIE+guI8OMFHD7z8XauJECAAAECBAgQIECAAIHDCrgbAQIECBAgQIAAAQIECBAg0F9AhAQIECBwZgKLxWIj4sThMxsoGggQIECAAAECvQREQ4AAAQIECBAgQIAAAQIECPQXECEBAgQIECBwQgIOnzmhh2WpBAgQIEDguASshgABAgQIECBAgAABAgQIEOgvIEICBAgQIECAAAECBAjsV2Db4TMXF36lab/qZiewLqBOgAABAgQIECBAgAABAgQI9BcQIQECBAgQIECAAAECBAgQuF/Ab2rcb3NaPVZLgAABAgQIECBAgAABAgQI9BcQIQECBAgQIECAAAECBAgQINBfQIQEzkzg5uZmI+IkG20aCBAgQIAAAQIECBAg0EpAMAQIECBAgAABAgQIECBAgEB/ARESIEDghAQcPnNCD8tSCRAgQIAAAQIEjkvAaggQIECAAAECBAgQIECAAIH+AiIkQIAAAQIECBDYr8Bisdi4weXl5UabBgIECBAgsE8BcxMgQIAAAQIECBAgQIAAAQL9BURIgAABAgQIECBAgMD9Ag6fud9GDwECpyVgtQQIECBAgAABAgQIECBAgEB/ARESIECAAAECBAgQIECAAAECzQRubm7WIxqSbLRpIECAAAECBAgQIECAAAECBFoJCIYAAQIECBAgQIAAAQIECBDoLyDCExJw+MwJPSxLJUCAAAECBAgQIECAwHEJWA0BAgQIECBAgAABAgQIECDQX0CEBAgQIEBgvwLX19cbN7i48CtNGygaCBAgQIAAAQJ7FTA5AQIECBAgQIAAAQIECBAg0F9AhAQIECBAgACB+wX8psb9NnoIECBAgMBpCVgtAQIECBAgQIAAAQIECBAg0F9AhAQIECBAgAABAgQIECBAgEB/ARESIECAAAECBAgQIECAAAEC/QVESIAAAQIECBAgQIAAAQIEjkjA4TN7ehimJUCAAAECBAgQIECAAAECBPoLiJAAAQIECBAgQIAAAQIECBDoLyBCAgT2K3B9fb1yg4sLv860AqJCgAABAgQIECBAgMBBBNyEAAECBAgQIECAAAECBAgQ6C8gQgIECBC4X8Bva9xvo4cAAQIECBAgQOC0BKyWAAECBAgQIECAAAECBAgQ6C8gQgIECBAgQIAAAQIECBAgQKC/gAgJECBAgAABAgQIECBAgACB/gIiJECAAAECBAgQIEDgiAQcPnNED8NSCPQSEA0BAgQIECBAgAABAgQIECDQX0CEBAgQIECAAAECBAgQIECAQH+B/UX4s5/9bHj79u3KDS4uLoYkK20qBAgQIECAAAECBAgQIECAwL4FzE+AAAECBAgQIECAAAECBAj0FxAhgfsFLu7v0kOAAAECBAgQIECAAAECJyVgsQQIECBAgAABAgQIECBAgEB/ARESIECAAIFGAv/8z/+8EU3i4JkNFA0ECBAgQIDA+QmImAABAgQIECBAgAABAgQIEOgvIEICBAgQIECAwBEJOHzmiB6GpRAgQIBALwHRECBAgAABAgQIECBAgAABAv0FREiAAAECBAgQIECAAAECzxP42c9+tjJBkuHm5malTYXASwu4PwECBAgQIECAAAECBAgQINBfQIQECBAgQIAAAQIECBAgQOCcBc7l8JlzfsZiJ0CAAAECBAgQIECAAAEC5yIgTgIECBAgQIAAAQIECBAgQKC/gAgJEGgkUIfM/NM//dNKRBcXfp1pBUSFAAECBAgQIECAwHkKiJoAAQIECBAgQIAAAQIECBDoLyBCAgQIEDgiAb+tcUQPw1IIECBAgAABAr0EREOAAAECBAgQIECAAAECBAj0FxAhAQIECBAgQIAAgecJLBaL503gagIECBA4gIBbECBAgAABAgQIECBAgAABAv0FREiAAAECBAgQIECAwDkLOHzmnJ++2M9LQLQECBAgQIAAAQIECBAgQIBAfwEREiBAgAABAgQIECBAgAABAv0FGkVYB89UmoeUZF5VJkCAAAECBAgQIECAAAEC5ykgagIECBAgQIAAAQIECBAgQKC/gAgJHJGAw2eO6GFYCgECBAgQIECAAAECvQREQ4AAAQIECBAgQIAAAQIECPQXECEBAgQIECDw8QI3NzdDpfkMFxcXQ+IAmrmJMgECBAgQIPDyAlZAgAABAgQIECBAgAABAgQI9BcQIQECBAgQIEDgnAUuzjl4sRMgQIDAWQkIlgABAgQIECBAgAABAgQIEOgvIEICBAgQIECAAAECBAgQODGB9cNnTmz5lvsyAu5KgAABAgQIECBAgAABAgQI9BcQIQECBAgQIECAAAECBAgQIHBAgRc6fOaAEboVAQIECBAgQIAAAQIECBAg8EICbkuAAAECBAgQIECAAAECBAj0FxAhAQIEPl5gsVgMleYzXF1dzavKBAgQIECAAAECBAgchYBFECBAgAABAgQIECBAgAABAv0FREiAAAEC5yzg8JlzfvpiJ0CAAAECBM5LQLQECBAgQIAAAQIECBAgQIBAfwEREiBAgAABAgQIECBAgAABAv0FREiAAAECBAgQIECAAAECBAj0FxAhAQIECBAgQIAAAQIEDijg8JkDYrsVgbmAMgECBAgQIECAAAECBAgQINBfQIQECBAgQIAAAQIECBAgQIBAfwERfrzA9fX1sFgsVia4vLwckqy0qRAgQIAAAQIECBAgQIAAgZcWcH8CBAgQIECAAAECBAgQIECgv4AICZyzgMNnzvnpi50AAQIECBAgQIDAeQmIlgABAgQIECBAgAABAgQIEOgvIEICBAgQIEDgxAUSB8+c+CO0fAIECBAgcAgB9yBAgAABAgQIECBAgAABAgT6C4iQAAECBAgQIEDggAIOnzkgtlsRIECAwFxAmQABAgQIECBAgAABAgQIEOgvIEICBAgQIECAAAECBAgQIHC/wM3NzVBpPuLy8nJeVT4JAYskQIAAAQIECBAgQIAAAQIE+guIkAABAgQIECBAgAABAgQIEOgsMB4+0zlCsREgQIAAAQIECBAgQIAAAQKjgD8JECBAgAABAgQIECBAgACB/gIiJECAwAkJ1MEzleZLTjKvKhMgQIAAAQIECBAgsE1AGwECBAgQIECAAAECBAgQINBfQIQECBAgQOCAAg6fOSC2WxEgQIAAAQIE5gLKBAgQIECAAAECBAgQIECAQH8BERIgQIAAAQIECBAgcL9AHTxTaT7i4uJiWG+b9ysTIEDgGAWsiQABAgQIECBAgAABAgQIEOgvIEICBAgQIECAAAECBAh0FnD4TOenK7anCBhLgAABAgQIECBAgAABAgQI9BcQIQECBAgQIECAAAECBAgQINBfQIQnJFCHzCRZWfHl5eWQrLatDFAhQIAAAQIECBAgQIAAAQLDwIAAAQIECBAgQIAAAQIECBDoLyBCAgQOKODwmQNiuxUBAgQIECBAgAABAnMBZQIECBAgQIAAAQIECBAgQKC/gAgJECBAgAABAvcLLBaLoQ6gmY+4uPDrTHMPZQIECBAgcBoCVkmAAAECBAgQIECAAAECBAj0FxAhAQIECBAgQIBAZwG/rdH56YqNAAECTxEwlgABAgQIECBAgAABAgQIEOgvIEICBAgQIECAAAECBAgQIHBEAusHz9TSLi8vK5OeI+BaAgQIECBAgAABAgQIECBAoL+ACAkQIECAAAECBAgQIECAAIH+AgeM0OEzB8R2KwIECBAgQIAAAQIECBAgMBdQJkCAAAECBAgQIECAAAECBPoLiJAAAQIEniaQ5GkXGE2AAAECBAgQIEDgCAQsgQABAgQIECBAgAABAgQIEOgvIEICBAgQINBZwOEznZ+u2AgQIECAAIGnCBhLgAABAgQIECBAgAABAgQI9BcQIQECBAgQIECAAAECRyRwfX29sZpXr14NiQNoNmA0ECDwFAFjCRAgQIAAAQIECBAgQIAAgf4CIiRAgAABAgQIECBAgACBHQo4fGaHmKbapYC5CBAgQIAAAQIECBAgQIAAgf4CIiRAgAABAgQIECBAgAABAgT6C4iQAAECBAgQIECAAAECBAgQ6C8gQgIECBAgQIAAAQIECBAgQKC/gAgJEOgs4PCZzk9XbAQIECBAgAABAgSeImAsAQIECBAgQIAAAQIECBAg0F9AhAQIECBAgACBIxJYLBYbq3n16tVGmwYCBAgQIEDgiQKGEyBAgAABAgQIECBAgAABAv0FREiAAAECBAgQIEBghwIOn9khpqkIECCwSwFzESBAgAABAgQIECBAgAABAv0FREiAAAECBAgQIECAAAECBAj0FxAhAQIECBAgQIAAAQIECBAg0F9AhAQIECBAgAABAgQIECBAgEB/gc4ROnym89MVGwECBAgQIECAAAECBAg8RcBYAgQIECBAgAABAgQIECBAoL+ACAkQIEDgiAQWi8XGaq6urjbaNBAgQIAAAQIECBB4ooDhBAgQIECAAAECBAgQIECAQH8BERIgQIAAAQI7FHD4zA4xTUWAAAECBAjsUsBcBAgQIECAAAECBAgQIECAQH8BERIgQIAAAQIECBAgQGBVIMmQZLVRjQCBExewfAIECBAgQIAAAQIECBAgQKC/gAgJECBAgAABAgQIECBA4JQFHD5zyk/vkGt3LwIECBAgQIAAAQIECBAgQKC/gAgJECBAgAABAgQIECBAgACB/gIiJHBEAovFYmM1V1dXw83NzUa7BgIECBAgQIAAAQIECBB4goChBAgQIECAAAECBAgQIECAQH8BERIgQGCHAg6f2SGmqQgQIECAAAECBAjsUsBcBAgQIECAAAECBAgQIECAQH8BERIgQIAAAQIEzllg2+Ezl5eX50widgIECBBoKiAsAgQIECBAgAABAgQIECBAoL+ACAkQIECAAAECBAicsoDDZ0756Vk7AQKHFHAvAgQIECBAgAABAgQIECBAoL+ACAkQIECAAAECBAgQIECAAIEDCtzc3Gzc7eJi77/OtHFPDQQIECBAgAABAgQIECBAgEA7AQERIECAAAECBAgQIECAAAEC/QVEuEMBv62xQ0xTESBAgAABAgQIECBAgMAuBcxFgAABAgQIECBAgAABAgQI9BcQIQECBAics8C2w2eurq7OmUTsBAgQIECAAIGmAsIiQIAAAQIECBAgQIAAAQIE+guIkAABAgQIEDhlAYfPnPLTs3YCBAgQIHBIAfciQIAAAQIECBAgQIAAAQIE+guIkAAB3VDNPQAAEABJREFUAgQIECBAgAABAi8skOSFV+D2BM5AQIgECBAgQIAAAQIECBAgQIBAfwEREiBAgAABAgQIECBAgACBJwg4fOYJWMc01FoIECBAgAABAgQIECBAgACB/gIiJECAAAECBAgQIECAAAECBPoLiJDAOQtcX19vhP/q1ashcQDNBowGAgQIECBAgAABAgROWsDiCRAgQIAAAQIECBAgQIAAgf4CIiRAgMApCzh85pSfnrUTIECAAAECBAgcUsC9CBAgQIAAAQIECBAgQIAAgf4CIiRAgAABAgQIEHhhgZubmxdegdsTIECAwBkICJEAAQIECBAgQIAAAQIECBDoLyBCAgQIECBAgAABAgSeIODwmSdgGUqAwDEJWAsBAgQIECBAgAABAgQIECDQX0CEBAgQIECAAAECBAgQIECAQGeBxWIxDMNdhJeXl8Mnn3wy+CJAgAABAgQIECBAgAABAgS6CYiHAAECBAgQIECAAAECBAgQ6C8gwlMWcPjMKT89aydAgAABAgQIECBAgMAhBdyLAAECBAgQIECAAAECBAgQ6C8gQgIECBAg8IICFxcXQ5IXXIFbEyBAgAABAgTORECYBAgQIECAAAECBAgQIECAQH8BERIgQIAAAQIEniBw8YSxhhIgQIAAAQJHJGApBAgQIECAAAECBAgQIECAQH8BERIgQIAAAQIECBAgQOAcBT755JNzDFvMZywgdAIECBAgQIAAAQIECBAgQKC/gAgJECBAgAABAgQIECBAgMAxCzh8ZjdPxywECBAgQIAAAQIECBAgQIBAfwEREiBAgAABAgQIECBAgAABAv0FREiAAAECBAgQIECAAAECBAj0FxAhAQIECBAgQIAAAQIECBAg0F9AhAQIECDwBAGHzzwBy1ACBAgQIECAAIFjErAWAgQIECBAgAABAgQIECBAoL+ACAkQIECAAAECBDoLLBaLjfCurq422jQQIECAQHcB8REgQIAAAQIECBAgQIAAAQL9BURIgAABAgQIECBAgMAxCzh85pifjrUROCUBayVAgAABAgQIECBAgAABAgT6C4iQAAECBAgQIECAAAECBAgQ6C9wwAhvbm5W7pZkuLjw60yDLwIECBAgQIAAAQIECBAgsG8B8xMgQIAAAQIECBAgQIAAAQL9BURI4AkCflvjCViGEiBAgAABAgQIECBA4JgErIUAAQIECBAgQIAAAQIECBDoLyBCAgQIECBAgAABAgQIECBAoL+ACAkQIECAAAECBAgQIECAAIH+AiIkQIAAAQIECByzgMNnjvnpWBsBAgQInJKAtRIgQIAAAQIECBAgQIAAAQL9BURIgAABAgQIECBAgAABAgQI9BcQIQECBAgQIECAAAECBAgQINBfQIQECBAgQIAAAQIECBAgQIDATKDp4TOzCBUJECBAgAABAgQIECBAgACBpgLCIkCAAAECBAgQIECAAAECBPoLiJAAAQIECBAgQIAAAQIECBDoLyBCAgQIECBAgAABAgQIECBAoL+ACAkQIEDgmAUcPnPMT8faCBAgQIAAAQKnJGCtBAgQIECAAAECBAgQIECAQH8BERIgQIAAAQIECBAgQIAAAQL9BURIgAABAgQIECBAgAABAgQI9BcQIQECBAgQIECAAAECBGYCDp+ZYSgS6CQgFgIECBAgQIAAAQIECBAgQKC/gAgJECBAgAABAgQIECBAgACB/gLnFmGScwtZvAQIECBAgAABAgQIECBAYEBAgAABAgQIECBAgAABAgQI9BcQIYFjFnD4zDE/HWsjQIAAAQIECBAgQOCUBKyVAAECBAgQIECAAAECBAgQ6C8gQgIECBAgQGCHAm/fvt2Y7dWrVxttGggQIECAAAECBxZwOwIECBAgQIAAAQIECBAgQKC/gAgJECBAgAABAgRmAg6fmWEoEiBAgEAnAbEQIECAAAECBAgQIECAAAEC/QVESIAAAQIECBAgQIAAAQIECPQXECEBAgQIECBAgAABAgQIECDQX0CEBAgQIECAAAECBAgQIECAwEsKHObwmZeM0L0JECBAgAABAgQIECBAgACBwwi4CwECBAgQIECAAAECBAgQINBfQIQECBAgQIAAAQIECBAgQIBAfwEREiBAgAABAgQIECBAgAABAv0FREiAAAECBGYCDp+ZYSgSIECAAAECBDoJiIUAAQIECBAgQIAAAQIECBDoLyBCAgQIECBAgAABAgQIECBAoL+ACAkQIECAAAECBAgQIECAAIH+AiIkQIAAAQIECBAgQIDASwo4fOYl9d37nATESoAAAQIECBAgQIAAAQIECPQXECEBAgQIECBAgAABAgQIECDQX0CEBAgQIECAAAECBAgQIECAQH8BERIgQIAAAQIECBAgQIAAAQL9BURIgMBMwOEzMwxFAgQIECBAgAABAgQ6CYiFAAECBAgQIECAAAECBAgQ6C8gQgIECBAgQIAAAQIECBAgQKC/gAgJECBAgAABAgQIECBAgACB/gIiJECAAAECBAgQeEkBh8+8pL57EyBA4JwExEqAAAECBAgQIECAAAECBAj0FxAhAQIECBAgQIAAAQIECBB4gsDNzc3G6MvLy402DUcmYDkECBAgQIAAAQIECBAgQIBAfwEREiBAgAABAgQIECBAgAABAv0FZhE6fGaGoUiAAAECBAgQIECAAAECBDoJiIUAAQIECBAgQIAAAQIECBDoLyBCAgQInLKAw2dO+elZOwECBAgQIECAwCEF3IsAAQIECBAgQIAAAQIECBDoLyBCAgQIECDwkgIOn3lJffcmQIAAAQIEzklArAQIECBAgAABAgQIECBAgEB/ARESIECAAAECBAgQIECAAAEC/QVESIAAAQIECBAgQIAAAQIECPQXECEBAgQIECBAgAABAgTOSsDhM2f1uAV7J6BEgAABAgQIECBAgAABAgQI9BcQIQECBAgQIECAAAECBAgQINBfQIQECBAgQIAAAQIECBAgQIBAfwEREiBAgAABAgQIECBAgAABAv0FREiAwEsKOHzmJfXdmwABAgQIECBAgMA5CYiVAAECBAgQIECAAAECBAgQ6C8gQgIECBAgQIAAAQIECBAgQKC/gAgJECBAgAABAgQIECBAgACB/gIiJECAAAECBAgQOCsBh8+c1eMWLAECBO4ElAgQIECAAAECBAgQIECAAIH+AiIkQIAAAQIECBAgQIAAAQIE+guIkAABAgQIECBAgAABAgQIEOgvIEICBAgQIECAAAECBAgQIECgv8BLRujwmZfUd28CBAgQIECAAAECBAgQOCcBsRIgQIAAAQIECBAgQIAAAQL9BURIgAABAgQIECBAgAABAgQI9BcQIQECBAgQIECAAAECBAgQINBfQIQECBAgQOCsBBw+c1aPW7AECBAgQIDAnYASAQIECBAgQIAAAQIECBAg0F9AhAQIECBAgAABAgQIHLPA27dvV5aXZHj16tVKmwoBAgQ+LGAEAQIECBAgQIAAAQIECBAg0F9AhAQIECBAgAABAgQIECCwTwGHz+xT19yPFzCSAAECBAgQIECAAAECBAgQ6C8gQgIECBAgQIAAAQIECBAgQKC/gAgJPFMgyTNncDkBAgQIECBAgAABAgQI7F3ADQgQIECAAAECBAgQIECAAIH+AiIkQOCsBBw+c1aPW7AECBAgQIAAAQIE7gSUCBAgQIAAAQIECBAgQIAAgf4CIiRAgAABAgQIECBAgAABAgT6C4iQAAECBAgQIECAAAECBAgQ6C8gQgIECBAgQIAAAQL7FHD4zD51zU2AAIHHCxhJgAABAgQIECBAgAABAgQI9BcQIQECBAgQIECAAAECBAgQINBfQIQECBAgQIAAAQIECBAgQIBAfwEREiBAgAABAgQIECBAgAABAv0FzipCh8+c1eMWLAECBAgQIECAAAECBAjcCSgRIECAAAECBAgQIECAAAEC/QVESIAAAQIECBAgQIAAAQIECPQXECEBAgQIECBAgAABAgQIECDQX0CEBAgQIECAwD4FHD6zT11zEyBAgAABAo8XMJIAAQIECBAgQIAAAQIECBDoLyBCAgQIECBAgAABAgQIECBAoL+ACAkQIECAAAECBAgQIECAAIH+AiIkQIAAAQIECBAgQIAAgVYCDp9p9Th3F4yZCBAgQIAAAQIECBAgQIAAgf4CIiRAgAABAgQIECBAgAABAgT6C4iQAAECBAgQIECAAAECBAgQ6C8gQgIECBAgQIAAAQIECBAgQKC/gAgJECCwTwGHz+xT19wECBAgQIAAAQIEHi9gJAECBAgQIECAAAECBAgQINBfQIQECBAgQIAAAQIzgZubm1ltLCYZC/4kQIAAAQKnK2DlBAgQIECAAAECBAgQIECAQH8BERIgQIAAAQIECBBoJeDwmVaPUzAECOxOwEwECBAgQIAAAQIECBAgQIBAfwEREiBAgAABAgQIECBAgAABAi8psFgsNm7/6tWrjbbnNbiaAAECBAgQIECAAAECBAgQ6C8gQgIECBAgQIAAAQIECBAgQKC/gAj3KeDwmX3qmpsAAQIECBAgQIAAAQIEHi9gJAECBAgQIECAAAECBAgQINBfQIQECBAgQIAAAQIECBAgQIBAfwEREiBAgAABAgQIECBAgAABAv0FREiAAAECBAi0EnD4TKvHKRgCBAgQILA7ATMRIECAAAECBAgQIECAAAEC/QVESIAAAQIECBAgQIAAAQIECPQXECEBAgQIECBAgAABAgQIECDQX0CEBAgQIECAAAECBAgQIEDgOQIOn3mO3uGudScCBAgQIECAAAECBAgQIECgv4AICRAgQIAAAQIECBAgQIAAgf4CIiRAgAABAgQIECBAgAABAgT6C4iQAAECBAgQIECAAAECBAgQ6C8gQgIECLQScPhMq8cpGAIECBAgQIAAgd0JmIkAAQIECBAgQIAAAQIECBDoLyBCAgQIECBAgAABAgQIECBAoL+ACAkQIECAAAECBAgQIECAAIH+AiIkQIAAAQIECBAgQOA5Ag6feY6eawkQOJyAOxEgQIAAAQIECBAgQIAAAQL9BURIgAABAgQIECBAgAABAgQI9BcQIQECBAgQIECAAAECBAgQINBfQIQECBAgQIAAAQIECBAgQIBAfwERthJw+EyrxykYAgQIECBAgAABAgQI7E7ATAQIECBAgAABAgQIECBAgEB/ARESIECAAIGXFFgsFiu3v7m5GS4vL1faVAgQIECAAAECBJ4vYAYCBAgQIECAAAECBAgQIECgv4AICRAgQIAAAQLPEXD4zHP0XEuAAAECBA4n4E4ECBAgQIAAAQIECBAgQIBAfwEREiBAgAABAgQIECBA4KwE1g+fSTJcXPh1psFXdwHxESBAgAABAgQIECBAgAABAv0FREiAAAECBAgQIECAAAECBE5KwG9rfNTjchEBAgQIECBAgAABAgQIECDQX0CEBAgQIECAAOlTzwgAABAASURBVAECBAgQIECAQH8BERIgQIAAAQIECBAgQIAAAQL9BURIgAABAgQIECBAgAABAgQI9BcQIQECBAg8R8DhM8/Rcy0BAgQIECBAgMDhBNyJAAECBAgQIECAAAECBAgQ6C8gQgIECBAgQIAAAQIECBAgQKC/gAgJECBAgAABAgQIECBAgACB/gIiJECAAAECBAgQIEDgpAQcPnNSj8tiCRyPgJUQIECAAAECBAgQIECAAAEC/QVESIAAAQIECBAgQIAAAQIECPQXECEBAgQIECBAgAABAgQIECDQX0CEBAgQIECAAAECBAgQIECAQH8BERJ4joDDZ56j51oCBAgQIECAAAECBAgcTsCdCBAgQIAAAQIECBAgQIAAgf4CIiRAgAABAgQIECBAgAABAgT6C4iQAAECBAgQIECAAAECBAgQ6C8gQgIECBAgQIDASQk4fOakHpfFEiBAgMDxCFgJAQIECBAgQIAAAQIECBAg0F9AhAQIECBAgAABAgQIECBwaIEkh76l+529AAACBAgQIECAAAECBAgQIECgv4AICRAgQIAAAQIECBAgQIAAgYcEehw+81CE+ggQIECAAAECBAgQIECAAIEeAqIgQIAAAQIECBAgQIAAAQIE+guIkACBsxK4vr7eiPfq6mqjTQMBAgQIECBAgAABAs0EhEOAAAECBAgQIECAAAECBAj0FxAhAQIECJyUgMNnTupxWSwBAgQIECBA4HgErIQAAQIECBAgQIAAAQIECBDoLyBCAgQIECBAgAABAgQIECBAoL+ACAkQIECAAAECBAgQIECAAIH+AiIkQIAAAQIECBAgQIDAQwIOn3lIRx+B0xGwUgIECBAgQIAAAQIECBAgQKC/gAgJECBAgAABAgQIECBAgACB/gIiJECAAAECBAgQIECAAAECBPoLiJAAAQIECBAgQIAAAQIECBDoLyBCAicl4PCZk3pcFkuAAAECBAgQIECAwPEIWAkBAgQIECBAgAABAgQIECDQX0CEBAgQIECAAAECBAgQIECAQH8BERIgQIAAAQIECBAgQIAAAQL9BURIgAABAgQIECDwkIDDZx7S0UeAAAECpyNgpQQIECBAgAABAgQIECBAgEB/ARESIECAAAECBAgQIECAAAEC/QVESIAAAQIECBAgQIAAAQIECPQXECEBAgQIECBAgAABAgQIECBwVAJ7OXzmqCK0GAIECBAgQIAAAQIECBAgQGAvAiYlQIAAAQIECBAgQIAAAQIE+guIkAABAgQIECBAgAABAgQIEOgvIEICBAgQIECAAAECBAgQIECgv4AICRAgQIDAQwIOn3lIRx8BAgQIECBA4HQErJQAAQIECBAgQIAAAQIECBDoLyBCAgQIECBAgAABAu0FLi8v28coQAIECHxAQDcBAgQIECBAgAABAgQIECDQX0CEBAgQIECAAAECBAgQOCoBh88c1eOwmD4CIiFAgAABAgQIECBAgAABAgT6C4iQAAECBAgQIECAAAECBAgQ6C9wPhH+zd/8zfBXf/VXB01/+7d/uwL885//fPjrv/7rg66hYq77rixEhQABAgQIECBAgAABAgTOTEC4BAgQIECAAAECBAgQIECAQH8BERIg8JCAw2ce0tFHgAABAgQIECBAgMDpCFgpAQIECBAgQIAAAQIECBAg0F9AhAQIECBAgMDeBH7/939/+NKXvjT83d/93cHST3/605V4FovF8Pd///cHu3/F+tlnnw2vXr1aWYcKAQIECBAg8MICbk+AAAECBAgQIECAAAECBAj0FxAhAQIECBAgQIDAUQk4fOaoHofFECBAoI+ASAgQIECAAAECBAgQIECAAIH+AiIkQIAAAQIECBAgQIAAgV4Cb968GS4uzufXib7//e8Pv/d7v9frIe4hGlMSIECAAAECBAgQIECAAAEC/QVESIAAAQIECBAgQIAAAQIECPQXeCjC8/ltkYcU9BEgQIAAAQIECBAgQIAAgdMXEAEBAgQIECBAgAABAgQIECDQX0CEBAgQ2KvAL//yLw91AM1eb3Ikk9chO69fvz6S1VgGAQIECBAgQIAAgRUBFQIECBAgQIAAAQIECBAgQKC/gAgJECBAgMBRCTh85qgeh8UQIECAAAECfQREQoAAAQIECBAgQIAAAQIECPQXECEBAgQIECBAgACBfgJ/9md/Nvz6r/96v8DWIqpDduqwnbVmVQIECGwR0ESAAAECBAgQIECAAAECBAj0FxAhAQIECBAgQIAAAQIEzlvA4TPn/fzPJ3qREiBAgAABAgQIECBAgAABAv0FREiAAAECBAgQIECAAAECBAj0FxDhQQRev359kPu81E3qcJ06ZOel7u++BAgQIECAAAECBAgQIPABAd0ECBAgQIAAAQIECBAgQIBAfwEREiBwVAIOnzmqx2ExBAgQIECAAAECBPoIiIQAAQIECBAgQIAAAQIECBDoLyBCAgQIECBAoKfA7/zO7wx/+Id/2DO4d1G9efPm3Z/+IUCAAAECBB4rYBwBAgQIECBAgAABAgQIECDQX0CEBAgQIECAAAEC5y3g8Jnzfv6iJ0DgfARESoAAAQIECBAgQIAAAQIECPQXECEBAgQIECBAgAABAgQIENiZQB3Q8qUvfWln8x3LRJ999tnw27/928eynI9Zh2sIECBAgAABAgQIECBAgACB/gIiJECAAAECBAgQIECAAAECBPoLHFWEDp85qsdhMQQIECBAgAABAgQIECDQR0AkBAgQIECAAAECBAgQIECAQH8BERIgQKCvwC/8wi8MdQBNpwjrMJ3Xr193CkksBAgQIECAAAECBxFwEwIECBAgQIAAAQIECBAgQKC/gAgJECBAgMB5Czh85ryfv+gJECBAgMD5CIiUAAECBAgQIECAAAECBAgQ6C8gQgIECBAgQIAAAQIEdirwx3/8x8Nv/uZv7nTOl5ysDtOpQ3Vecg3uTYDADgRMQYAAAQIECBAgQIAAAQIECPQXECEBAgQIECBAgAABAgQIHFTA4TMH5XazSUBOgAABAgQIECBAgAABAgQI9BcQIQECBAgQIECAAAECBAgQINBfQIT9BerAlg5R/tZv/dZQh+l0iEUMBAgQIECAAAECBAgQOLSA+xEgQIAAAQIECBAgQIAAAQL9BURIgMB5Czh85ryfv+gJECBAgAABAgTOR0CkBAgQIECAAAECBAgQIECAQH8BERIgQIAAAQIEdi7wG7/xG8Of/Mmf7HzeQ0/Y5RCdQ7u5HwECBAgcpYBFESBAgAABAgQIECBAgAABAv0FREiAAAECBAgQIEDgoAIXB72bmxEgQIDAewEZAQIECBAgQIAAAQIECBAg0F9AhAQIECBAgAABAgQIECBAoIdAHdzyi7/4iycbzBdffDF861vf2tP6TUuAAAECBAgQIECAAAECBAj0FxAhAQIECBAgQIAAAQIECBAg0F/gvCN0+Mx5P3/REyBAgAABAgQIECBA4HwEREqAAAECBAgQIECAAAECBAj0FxAhAQIECOxF4JNPPhnqAJq9TL7nSevQnNevX+/5LqYnQIAAAQIECBA4qICbESBAgAABAgQIECBAgAABAv0FREiAAAECBAgcVMDhMwfldjMCBAgQIEBgEpATIECAAAECBAgQIECAAAEC/QVESIAAAQIECBAgQIBAH4E/+IM/GH73d3/35AKqQ3NevXp1cuu2YAKnJGCtBAgQIECAAAECBAgQIECAQH8BERIgQIAAAQIECBAgQIBAbwGHz/R+vo+NzjgCBAgQIECAAAECBAgQIECgv4AICRAgQIAAAQIECBAgQIAAgf4CIiSwV4E6yGWvN9jx5N/97neHOjRnx9OajgABAgQIECBAgAABAi8t4P4ECBAgQIAAAQIECBAgQIBAfwEREiBA4KACDp85KLebESBAgAABAgQIEJgE5AQIECBAgAABAgQIECBAgEB/ARESIECAAAECBHoJ/Nqv/drw53/+5ycT1KkdlnMysBZKgAABAmsCqgQIECBAgAABAgQIECBAgEB/ARESIECAAAECBAgQ6C3g8Jnez1d0BAg8VsA4AgQIECBAgAABAgQIECBAoL+ACAkQIECAAAECBAgQIECAAIFnC/zFX/zF8Ku/+qvPnmdvE7yf+Mc//vHw9a9//X1NRoAAAQIECBAgQIAAAQIECLQSEAwBAgQIECBAgAABAgQIECDQX0CEBxVw+MxBud2MAAECBAgQIECAAAECBCYBOQECBAgQIECAAAECBAgQINBfQIQECBAg0FPgzZs3Rx1YHY7zk5/85KjXaHEECBAgQIAAgU4CYiFAgAABAgQIECBAgAABAgT6C4iQAAECBAgQ6C3g8Jnez1d0BAgQIEDgsQLGESBAgAABAgQIECBAgAABAv0FREiAAAECBAgQIECAAIGdCHzve98bvv/97+9krn1McuyH4+wjZnMSmAkoEiBAgAABAgQIECBAgAABAv0FREiAAAECBAgQIECAAAECBHYq4PCZnXLuajLzECBAgAABAgQIECBAgAABAv0FREiAAAECBAgQIECAAAECBAj0FxAhgb4CdcDL5eXl0QX4gx/8YKjDcY5uYRZEgAABAgQIECBAgEBjAaERIECAAAECBAgQIECAAAEC/QVESIAAgd4CDp/p/XxFR4AAAQIECBAg8FgB4wgQIECAAAECBAgQIECAAIH+AiIkQIAAAQIECBDYmcAv/dIvDXUAzc4m3MFEV1dXR7emHYRlCgIECBB4qoDxBAgQIECAAAECBAgQIECAQH8BERIgQIAAAQIECBAgsFMBh8/slNNkBAjsSsA8BAgQIECAAAECBAgQIECAQH8BERIgQIAAAQIECBAgQIAAAQKnLfCjH/1o+MY3vvFgEIfsrMNwPv3000Pe0r0IECBAgAABAgQIECBAgACBYRggECBAgAABAgQIECBAgAABAv0FRNhbwOEzvZ+v6AgQIECAAAECBAgQIPBYAeMIECBAgAABAgQIECBAgACB/gIiJECAAAECOxeoA192PulHTFiH4HzxxRcfcaVLCBAgQIAAAQLtBAREgAABAgQIECBAgAABAgQI9BcQIQECBAgQIEBgpwIOn9kpp8kIECBAgMCuBMxDgAABAgQIECBAgAABAgQI9BcQIQECBAgQIECAAAECBE5f4Dvf+c7w2WefvXggx3IIzotDWMARClgSAQIECBAgQIAAAQIECBAg0F9AhAQIECBAgAABAgQIECBA4LQFHD7zmOdnDAECBAgQIECAAAECBAgQINBfQIQECBAgQIAAAQIECBAgQIBAfwEREiCwF4E6+OXLX/7yXuZ+zKSff/75UIfgPGasMQQIECBAgAABAgQInIGAEAkQIECAAAECBAgQIECAAIH+AiIkQIAAgZ0KOHxmp5wmI0CAAAECBAgQ2JWAeQgQIECAAAECBAgQIECAAIH+AiIkQIAAAQIECBDoIfDVr351qAMixeanAAAQAElEQVRoXiKar3zlKy9275eI1z0JECBwigLWTIAAAQIECBAgQIAAAQIECPQXECEBAgQIECBAgAABAqct4PCZ035+Vk/gUALuQ4AAAQIECBAgQIAAAQIECPQXECEBAgQIECBAgAABAgQIECDQX2BvEf7RH/3R8O1vf3tv8983cR16UwfQ3NevnQABAgQIECBAgAABAgQInKGAkAkQIECAAAECBAgQIECAAIH+AiIksFMBh8/slNNkBAgQIECAAAECBAgQ2JWAeQgQIECAAAECBAgQIECAAIH+AiIkQIAAAQK9BF6/fn3QgOqwm88///yg93QzAgQIECBAgMDTBVxBgAABAgQIECBAgAABAgQI9BcQIQECBAgQIEDgtAUcPnPaz8/qCRAgQOBQAu5DgAABAgQIECBAgAABAgQI9BcQIQECBAgQIECAAAECBAg8S+Bb3/rW8Kd/+qfDob7evHlzqFu5TycBsRAgQIAAAQIECBAgQIAAAQL9BURIgAABAgQIECBAgAABAgQIPEngJA+feVKEBhMgQIAAAQIECBAgQIAAAQInKWDRBAgQIECAAAECBAgQIECAQH8BERIg0E+gDoT52te+tvfAvvjii+Gb3/zm3u/jBgQIECBAgAABAgQIPF/ADAQIECBAgAABAgQIECBAgEB/ARESIECAwGkLOHzmtJ+f1RMgQIAAAQIEDiXgPgQIECBAgAABAgQIECBAgEB/ARESIECAAAECBAgQeLbAq1evhjqA5tkTPTDBp59+uvd7PHB7XQQIEDh1AesnQIAAAQIECBAgQIAAAQIE+guIkAABAgQIECBAgAABAk8ScPjMk7gMJnAsAtZBgAABAgQIECBAgAABAgQI9BcQIQECBAgQIECAAAECBAgQINBfoGeEP/zhD4fvfve7ewvu9evXw9XV1d7mNzEBAgQIECBAgAABAgQIENitgNkIECBAgAABAgQIECBAgACB/gIiJHDaAg6fOe3nZ/UECBAgQIAAAQIECBxKwH0IECBAgAABAgQIECBAgACB/gIiJECAAAECBHYm8ObNm53NNZ+oDrWpw23mbcoECBAgQIAAgScJGEyAAAECBAgQIECAAAECBAj0FxAhAQIECBAgQIDAkwQcPvMkLoMJECBA4FgErIMAAQIECBAgQIAAAQIECBDoLyBCAgQIECBAgAABAgQIEDhdga9//evDj3/8450HsK9DbXa+UBM+WsBAAgQIECBAgAABAgQIECBAoL+ACAkQIECAAAECBAgQIECAAIHjFtjF4TPHHaHVESBAgAABAgQIECBAgAABArsQMAcBAgQIECBAgAABAgQIECDQX0CEBAgQ2KnAT37yk6EOodnVpLueb1frMg8BAgQIECBAgACBExOwXAIECBAgQIAAAQIECBAgQKC/gAgJECBAgMCTBBw+8yQugwkQIECAAAECxyJgHQQIECBAgAABAgQIECBAgEB/ARESIECAAAECBAgQOH2BN2/e7CSIOsTmxz/+8U7mMgkBAgSOS8BqCBAgQIAAAQIECBAgQIAAgf4CIiRAgAABAgQIECBAgMBxCzh85rifj9WdioB1EiBAgAABAgQIECBAgAABAv0FREiAAAECBAgQIECAAAECBAj0FxDhzgW++93vDj/84Q+fPe/r16+fPYcJCBAgQIAAAQIECBAgQIDAUsAfBAgQIECAAAECBAgQIECAQH8BERIg8CQBh888ictgAgQIECBAgAABAgSORcA6CBAgQIAAAQIECBAgQIAAgf4CIiRAgAABAgR6CNTBMVdXVx8dTB1e873vfe+jr3chAQIECBAgcNwCVkeAAAECBAgQIECAAAECBAj0FxAhAQIECBAgQIDAcQs4fOa4n4/VESBA4FQErJMAAQIECBAgQIAAAQIECBDoLyBCAgQIECBAgAABAgQIECDwUQKffvrp8ObNm4+6tg6t+dhrP+qGLiJAgAABAgQIECBAgAABAgQI9BcQIQECBAgQIECAAAECBAgQINBf4EkROnzmSVwGEyBAgAABAgQIECBAgACBYxGwDgIECBAgQIAAAQIECBAgQKC/gAgJECDQR+CLL74YvvnNbz45oDp45mtf+9qTr3MBAQIECBAgQIAAgdMRsFICBAgQIECAAAECBAgQIECgv4AICRAgQIDAcQs4fOa4n4/VESBAgAABAqciYJ0ECBAgQIAAAQIECBAgQIBAfwEREiBAgAABAgQIECDwLIE6SOYpE3zrW98a6tCawRcBAgQOKeBeBAgQIECAAAECBAgQIECAQH8BERIgQIAAAQIECBAgQIDAioDDZ1Y4VLoIiIMAAQIECBAgQIAAAQIECBDoLyBCAgQIECBAgAABAgQIECBAoL+ACHsJfPvb3x4+//zzRwf1+vXrR481kAABAgQIECBAgAABAgROV8DKCRAgQIAAAQIECBAgQIAAgf4CIiRA4LgFHD5z3M/H6ggQIECAAAECBAicioB1EiBAgAABAgQIECBAgAABAv0FREiAAAECBAgQeLbAmzdvhq985SsfnKcOqanDaj440AACBAgQIEBg1wLmI0CAAAECBAgQIECAAAECBPoLiJAAAQIECBAgQIDAioDDZ1Y4VAgQINBFQBwECBAgQIAAAQIECBAgQIBAfwEREiBAgAABAgQIECBAgACB0xOog2fqAJqHVv7Vr351+NCYh67v1ScaAgQIECBAgAABAgQIECBAoL+ACAkQIECAAAECBAgQIECAAIH+AscdocNnjvv5WB0BAgQIECBAgAABAgQInIqAdRIgQIAAAQIECBAgQIAAAQL9BURIgAABAjsR+Pzzz4fvfOc7985VB8/UITX3DtBBgAABAgQIECBAYJ8C5iZAgAABAgQIECBAgAABAgT6C4iQAAECBAgQWBFw+MwKhwoBAgQIECDQRUAcBAgQIECAAAECBAgQIECAQH8BERIgQIAAAQIECBAgcLoCdcDMttXXoTSfffbZti5tBAicqYCwCRAgQIAAAQIECBAgQIAAgf4CIiRAgAABAgQIECBAgACBlxVw+MzL+p/L3cVJgAABAgQIECBAgAABAgQI9BcQIQECBAgQIECAAAECBAgQINBfQIQEdibwjW98Y/jiiy825nv9+vVGmwYCBAgQIECAAAECBAgQOKiAmxEgQIAAAQIECBAgQIAAAQL9BURIgACBFYGLlZoKAQIECBAgQIAAAQJNBIRBgAABAgQIECBAgAABAgQI9BcQIQECBAgQIEDgtAXevHkzfPrpp7dB/OhHPxq++c1v3tYVCBAgQIAAgRKQCBAgQIAAAQIECBAgQIAAgf4CIiRAgAABAgQIECDwsgIOn3lZf3cnQOBcBMRJgAABAgQIECBAgAABAgQI9BcQIQECBAgQIECAAAECBAgQIPAkgaurq6EOoKmL6hCaqVz1o00WRoAAAQIECBAgQIAAAQIECPQXECEBAgQIECBAgAABAgQIECDQX0CEKwIOn1nhUCFAgAABAgQIECBAgACBLgLiIECAAAECBAgQIECAAAECBPoLiJAAAQIETl/gBz/4wfC9731vqINnLi8vTz8gERAgQIAAAQIECOxcwIQECBAgQIAAAQIECBAgQIBAfwEREiBAgAABAi8r4PCZl/V3dwIECBAgcC4C4iRAgAABAgQIECBAgAABAgT6C4iQAIEjELi5uTmCVVgCAQIECBAgQOBpAn/5l3851CE0T7vKaAIEXkjAbQkQIEDgiQJ+XvNEMMMJECBAgAABAgSOQcAaCBAgQIAAAQIECBAgQODMBBw+c2YPfAzXnwQIECBAgAABAgQIECBAgEB/ARESIECAAAECBAicm0C9yJTk3MIWLwECBM5cQPgEegj8yq/8So9AREGAAAECBAgQ2CKQ+HnNFhZNBAg8ScBgAgQIECBAgAABAgQIECBAoL+ACAkQIPCyAg6feVl/dydAgAABAgQIEDgXAXESIECAAAECBAgQIECAAAEC/QX2HGEdLvNQSra/yPTQNfpuBgYM7AF7wB6wB+wBe8AesAfsAXvAHrAHnrQHbnjxun8PPPTjoQ+5PXStPgIECBAgQIAAAQIECBA4sIDbESBAgAABAgQIEDgzAYfPnNkDFy4BAqOAPwkQIECAAAECBAgQIECAAIH+AiIkQIAAAQLdBJIMyf1pW7z1UtO2dm0ECBAgQIAAgS4C4iBAgAABAgQIHJPAQz+LSe7/uU6S5QG5xxSLtRAgQIAAgWMSsBYCBAgQIECAAAECBAgQIECgv4AIX1bA4TMv6+/uBAgQIECAAAECBAgQOBcBcRIgQIAAAQIECBAgQIDARwo89NLSfMoat56qP1l9sanaJAJ7EjAtAQIECBAgQIAAAQIECBA4O4Fk9Wcv6z+fqfpjUJKTOYDmMeEYQ4AAAQIECBAgQIAAAQIECJy2gNUTIECAAAECZybg8Jkze+DCJUCAAAECo4A/CRAgQIAAAQIECBAgQIAAgf4CIiRA4FQF1l9ISrI1lBo3T0mGJBtj52OqvDFAAwECBAgQIECAAAECJyxg6QQIECDwUgLJ+HOY+nnLPK2vJ3ncuLouGcdWuVLNW7lEgAABAgQIECBw7gLiJ0CAAAECBAgQIECAAAEC+xVw+Mx+fR83u1EECBAgQIAAAQIECBAgQIBAfwEREiBAgAABAgQIEHikQLL6ktG2y6YXj5IsD5xJMlRbpfXxyd2Y9T51AgQIENixgOkIECBAgAABAgQIEDgbgfnPYZL7f/5S4yolq2Oq7UNYST40RD8BAi8h4J4ECBAgQIAAAQIECBAgQIBAfwEREiBA4MwEHD5zZg9cuAQIECBAgAABAqOAPwkQIECAAAECBAgQIECAAIH+AqcW4YdeOKr+ShVXMr54VPUpVfu2tFgshilN/dM18pvbQ3tYsLAH7AF7wB6wB+wBe8AesAfsAXvgNPeA5+a5veQemH7WMv3spfKpbT2frzPJ8kDhGjO1V/m+VGPu69NOgAABAgQIECBAgACBcxAQIwECBAgQIECAAAEC+xVw+Mx+fc1OgMDjBIwiQIAAAQIECBAgQIAAAQIE+guIkAABAgQIEHhAoF4gSnLviHl/lSvdO3jWsT6u6pVmQxQJECBAgAABArsUMBcBAgQIECBA4OwEPvSzlm391TalAkuyPCC3yttScv/PjbaN10aAAAECBPYsYHoCBAgQIECAAAECBAgQIECgv4AIz0zA4TNn9sCFS4AAAQIECBAgQIAAgVHAnwQIECBAgAABAgQIECBwTALJ/S8Q1YtIyd0LSMn2sTWu0hTXVJ7yqb3yaptS1aWuAuIiQIAAAQIECBAgQIAAAQIE9iVQP1tZLBYb01d7pXnHVJ/yeV+V5+1VrlTt87Stbez3JwECBAgQIECAAAECBAgQINBfQIQECBAgQIAAgf0KOHxmv75mJ0CAAAECjxMwigABAgQIECBAgAABAgQIEOgvIEICBAhsEdj29ODdXAAAEABJREFU0lC1zVOyevDM1FfTTeXKq16pypWmcjJeX21Tqr4pTW3reb08td6mfjMwYGAP2AP2gD1gD9gD9oA98OAeuOHDxx6wB+yBDnvgMT8XWf/Zyrxe5cmhyvNU7VN9Xq62qZ7c/Tyn2isl44HE05hqkwgQIECAAAECBF5IwG0JECBAgAABAgQIECBAgEAzAYfPbHmgmggQIECAAAECBAgQIECAAIH+AiIkQIAAAQIECBAgcAwCyfjS0LSW6eWhJEMypqmtxlS5UpWnNNXn+VSuMevlqlea+qq8LX2of9s12rxgaA/YA8e2B6zHnrQH7AF7wB6wB+wBe8AesAfsgY/ZA4/5uch8zHp5vT6todorbatX+5SqP8myWuVl4f0fydj+viojQGAYBggECBAgQIAAAQIECBAgQIBAfwEREiBAgMB+BRw+s19fsxMgQIAAAQIECDxOwCgCBAgQIECAAAECBAgQIECgv4AIZwLrLw1V19SWZKjylKqvUtUrn9JUT8bxyZhP7YvFYmWeap9SzTGV78trTKX7+rV7ec8esAfsAXvAHrAH7AF7wB6wB+wBe2DLHrj376LG2i+nsgfq5yGVHrPe+8bVz2Wqr9JUns9X7VWf51Wep+pPxoNmqjzvq/K2tmqXCBAgQIAAAQIECBAgcAABtyBAgAABAgQIECBAoJmAw2eaPVDhENiNgFkIECBAgAABAgQIECBAgACB/gIiJECAAAECBF5KoF4MSsYXh6Y1VFuVk/EAmSpPaeqb6vO8+ipV25RP5Q/Vpxefavy2VP2V5vNsG6eNAAECBAgQOGYBayNAgAABAgQIEHisQP0MpNJjfh5S4+5Ldb95X9XXU/XP25LxZ0Lr7VVPxp8jVXn9mnldmQABAgTOWUDsBAgQIECAAAECBAgQIECAQH8BERLYr4DDZ/bra3YCBAgQIECAAAECBAg8TsAoAgQIECBAgAABAgQIEDgLgXpJKBlfGJoCrrYqJ+NLRlVeT9OYeb5ervo81RxVn16YmpfX26q+nmr8lNb71BfDRxksXMfNHrAH7AF7wB6wB+wBe8AesAfsAXvAHjjWPTD9HKTyh9ZY/dvS9LOYm5ubKg7zMTXfvL4c8O6PbW3vmpfXVp6MPy9Kxp8n1fhqn9J6fWqXEyBAgAABAgQIECBAgAABAnsWMD0BAgQIECBAoJmAw2eaPVDhECBAgMBuBMxCgAABAgQIECBAgAABAgQI9BcQIQECBA4tUC8DJeOLQtO9q63KyfgiUZXnaerf1lZ9laa+KleqeuWV1l9sqjbpZvkCFwcO9oA9YA/YA/aAPWAPnMce8Jw9Z3vAHrAH7IF97YH1n7tM9Smf33f6eU3llaa+Kj+Ualz1V56MP1eqcrVVSjbbql0iQIAAAQIECJybgHgJECBAgAABAgQIECBAgACB5wmcwuEzz4vQ1QQIECBAgAABAgQIECBAgMApCFgjAQIECBAgQIAAgfYCyfgy0HqgyYcPnqmXitZTzTO1zV9qmspTPo2Z8nn79fX17UEs1T6lGjuV5YuBAQN7YGd7wL9PC5b+fbIH7AF7wB6wB+wBe8AesAdOZQ9s+/nI1FZ5pYplnld5Pc1/hjP1Vds8Te1TXn1VrnxKVU/Gny9VeWqXEzhCAUsiQIAAAQIECBAgQIAAAQIE+guIkAABAgSaCTh8ptkDFQ4BAgQIECBAYDcCZiFAgAABAgQIECBAgAABAgT6C4jwmAW2vUBUbf/wX/3Hw//+n/4Hw9//Z//hMp/KVf8//vN/u2yvvNI//Bf/0VBpKk/5//lf/rtle/Wtl6teaT626tK/GxgwsAfsAXvAHrAH7AF7wB6wB+yB09wDnpvnZg98zB6on5vUz0fWr632KVXfVK68xleal//5//pfbw/+rZ9F1c93tqXqm1L1bytXW/UlDqApC4kAAQIECBAgQIAAgbmAMgECBAgQIECAAAECBJ4n4PCZ5/m5msBhBNyFAAECBAgQIECAAAECBAgQ6C8gQgIECBAgQIDAe4F6ieh9cZnN60mG/+d/+G+G//u//6+X+U//x/92I6+2efp//6d/P1S98krzctW3pZ/9z//dUGlbn7Z/PzBgYA/YA/aAPfDRe+Ddf5dda//YA/aAPWAP2AP2gD1w/Hugfi5S6aFndd/PWKp9SvXDncVisTyAZsrrZz3zVGOmepUrTfVkPGim2qZUfclm+9QvJ0CAAIEjELAEAgQIECBAgAABAgQIECBAoL+ACAk0E3D4TLMHKhwCBAgQIECAAAECBHYjYBYCBAgQIECAAAECBAgQILBvgelFocrn90ruXh6a+iqf0nys8vMEXE2AAAECBAgQIECAAAECBAj0F3jJCO87cKZ+zjOtaxpT9Xl7kuWhNfO2GrMtJePYbX3aCBAgQIAAAQIECBAgQIDAOQiIkQABAgQIECBA4HkCDp95np+rCRAgQOAwAu5CgAABAgQIECBAgAABAgQI9BcQIQECBM5KoF4aSjZfCqr2eSqUqT6VK5cIECBAgAABAgQInKiAZRMgQIAAgbMSqJ/r1OEylapcqQAqn1LVK1W98m2p+ipt65vakrsDjac2OQECBAgQIEDghQTclgABAgQIECBAgAABAgQIEDgxgY84fObEIrRcAgQIECBAgAABAgQIECBA4CMEXEKAAAECBAgQIECAwC4F5i8HTeUpr/tUuVKVpzTVp3xqlxMgQGB3AmYiQIAAAQIECBAgQIAAgX0K1M915qkOoak0tVW57l/1KZ/KVZ9SkiHJVB1qTLJ5sPHtAAUCKwIqBAgQIECAAAECBAgQIECAQH8BERIgQIAAgecJOHzmeX6uJkCAAAECBAgcRsBdCBAgQIAAAQIECBAgQIAAgf4CImwrML0MdF+A1V99yd0LRFO9+pLxRaLpZaTqm6f/5B9eDf/2f/tEYmAP2AP2gD1gD9gD9oA9YA/YA/bAKewBa7RP7YG2e+Bv/7/NX8uun+1Uqp/rVKrylKpeP+OpfGqreqWpvp5X35SqLxl/bjS1yQkQIECAAAECBAgQOBIByyBAgAABAgQIECBAgMCJCWz+X44TC8ByCbyEgHsSIECAAAECBAgQIECAAAEC/QVESIAAAQIECBDYlUCyeqhMzZvctSUZkvFFoXppqFKNqXxKVX8o/S//dDFIDOwBe8AesAfsgafvAWbM7AF7wB6wB+wBe8AesAd2tQe2/eymDpaZ0vRznqpP5Smfrp3qlU9t6/m2vm1t69epEyBA4JwFxE6AAAECBAgQIECAAAECBAj0FxAhAQLPE3D4zPP8XE2AAAECBAgQIECAwGEE3IUAAQIECBAgQIAAAQIECLQQqBeBktzGUvUp3Ta+K1Tbu2z5T5XnadnY8w9RESBAgAABAgQIECBAgAABAv0FzirCOmimUv1sp/JKU3nKC2QqV171SlWuVOV5SlZ/tjTvUyZA4P9n5z7g7CirhwGfSe9AIIFACAlJkCqgfIKAomDDwl+xYAHFhoIVsaAoWFBUBAuKWEHBgigqoogFC4igoUkJpBNKILQQSCUJ354LN+zde3ezNdmdPPkxOzNvm/c8M3fmsskcAgQIECBAgAABAgQI9BIB0yBAgAABAgQIEOhjApLP9LETZroECBDoHQJmQYAAAQIECBAgQIAAAQIECJRfQIQECBAg0N0C+bJQUTzxclBu5/hFUURRFLkZ1bLm6+p2Nmi+nfsWAgQIECBAgAABAl0XMAIBAgQIECDQkwKZbKb5kr/fySWP2Xyd27lUy3M7l9yvLrnffKmWWxMgQIAAAQIE1i2gBQECBAgQIECAAAECBAgQIFB+ga5FKPlM1/z0JkCAAAECBAgQIECAAAEC60fAUQgQIECAAAECBAgQ6JMC+UJQy4k3L8vtXBq1yfLmS8s29gkQKKGAkAgQIECAAAECBAgQIECgVAL5u51MPlNd53Z1ybLmSwae+7muLtX9XBfFEwmMi6JYm8w42xVFkau1S7Zdu2OjdwqYFQECBAgQIECAAAECBAgQIFB+ARESIECAAIE+JiD5TB87YaZLgAABAgQI9A4BsyBAgAABAgQIECBAgAABAgTKLyBCAl0RqL7kUxS1L/80H7PaJstyuyiKyHXuV5eieKJ/lleXap01AQIECBAgQIAAAQIECHRdwAgECBDoSYH8fU412UweJ/er69zOulw3L6vuZ1ku1f3m6+p2tb4onvgdUu4XxVPbuW8hQIAAAQIECBAgQCCCAQECBAgQIECAAAECBAi0LSD5TNs+avuGgFkSIECAAAECBAgQIECAAAEC5RcQIQECBAgQIECgdAJFUURRFGvjav7SUBbmfsslyy0ECBAgQKDEAkIjQIAAAQIECBAgUCqBanKZXOeSv+vJdS65ncHmurrkfi6N9qvluW7PkmO0p502BAgQ2AACDkmAAAECBAgQIECAAAECBAiUX0CEBAj0MQHJZ/rYCTNdAgQIECBAgAABAr1DwCwIECBAgAABAgQIECBAgACBjgoURRHNX/rJ7VwajZPlRfFEYprczjbVdW6vn8VRCBAgQIAAAQIECBAgQIAAgfILiLAnBfL3OZlopvmSZXnMXDdfsiyXLMt1a0vWF8UTvzdqrY1yAgQIECBAgAABAgQIECBQK2CPAAECBAgQIECAQNsCks+07aOWAAECfUPALAkQIECAAAECBAgQIECAAIHyC4iQAAECBPq0QL4U1FoA1bpcV5dsW93OdfP93LYQIECAAAECBAiUVEBYBAgQIECAQKkEqkln8vc71e3qulqW6+ZLc4Asb75fFEUUxRMJjlvWNW9nmwABAgQIEOjlAqZHgAABAgQIECBAgAABAgQIlF+gj0Uo+UwfO2GmS4AAAQIECBAgQIAAAQK9Q8AsCBAgQIAAAQIECBAg0B0C+ZJQURQ1Q2VZFuQ6l9zOl5JybSFAYP0KOBoBAgQIECBAgAABAgQIEOiKQP5uJ3+vk0tut1yqY2d5bue6+VItq66rdbmfS+4XRe3vlrLc0jEBrQkQIECAAAECBAgQIECAAIHyC4iQAAECBAgQaFtA8pm2fdQSIECAAAECfUPALAkQIECAAAECBAgQIECAAIHyC4iQQOkEiqKIoigiXxJqGVy1LNe5ZH11ndsWAgQIECBAgAABAgQIlFRAWAQIECiVQDXpTHWdv9/J7Vxyu/nSqKwRRlEUNcXNx6ipsEOAAAECBAgQIECg9wqYGQECBAgQIECAAAECBAj0MgHJZ3rZCSnHdERBgAABAgQIECBAgAABAgQIlF9AhAQIECBAgAABAl0VyBeDqmM0325eVhRPvEzUqL7azpoAAQIECPScgJEJECBAgAABAgQIEOiKQMuEMrlfHS9/31NdqmUt11mfZc3X1e0sL4onfneU2xYCBAh0XkBPAgQIECBAgAABAgQIECBAoPwCIiRAgEDbApLPtO2jlgABAgQIECBAgEDfEDBLAgQIECBAgAABAlPL0kMAABAASURBVAQIECBAoNcKVF8Iqq6bT7RaVhRPvChU3a+2yf1ccv/xxx+P5i8oZZmFAAECBAgQIECAAAECBAgQKJmAcEolkL/XWb16deQ6f6/TfJ3bzZcMvOV+tSzXuRTFE79Darld3c/+uW0hQIAAAQIECBAgQIAAgV4uYHoECBAgQIAAAQIEepmA5DO97ISYDgEC5RAQBQECBAgQIECAAAECBAgQIFB+ARESIECAAIGOCBTFUy8G5UtAuWT/oniiPPdzybJcmm9X91uWZbmFAAECBAgQIECgZwWMToAAAQIECBDoikD+PqcjS/NjZb/m+7ndvKz5dtZZCBAgQIAAgc4L6EmAAAECBAgQIECAAAECBAiUX0CEbQtIPtO2j1oCBAgQIECAAAECBAgQ6BsCZkmAAAECBAgQIECAAIE+K1B9UagonkpEk8FkefMly4riiTa5bSGwEQoImQABAgQIECBAgAABAgQI9CmB5r/babSdwWR583Vu51IUrf8eqNon25VwERIBAgQIECBAgAABAgQIECBQfgEREiBAgAABAr1MQPKZXnZCTIcAAQIECJRDQBQECBAgQIAAAQIECBAgQIBA+QVESIBAdwjki0JF8cSLRLnd2phFse42rfVVToAAAQIECBAgQIAAgc4L6EmAAAECXRHI3/dUlzVr1kR1O9c5bvN1UdT+/ifrWi5F8USbonhinfU5joUAAQIECBAgQIBA1wT0JkCAAAECBAgQIECAAIGNXUDymY3hChAjAQIECBAgQIAAAQIECBAgUH4BERIgQIAAAQIECJRKoPriUPN1dbtUgQqGAAECBDomoDUBAgQIECBAgAABAn1KIH+fU11aTrxleXW/us72RVFEUTyx5H7W5dpCgEDJBYRHgAABAgQIECBAgAABAgQIlF9AhAQIEOhlApLP9LITYjoECBAgQIAAAQLlEBAFAQIECBAgQIAAAQIECBAgUH6BzkZYFEVN13xpqOVSFPVtslO2y7WFAAECBAgQIECAAAECBAgQWD8CjkKgqwL5+5w1a9ZUhsntXKr7WZj7zddF8dTvhbKuuhTFE+W5n+2rS3W/uq6WWxMgQIAAAQIECBAgQIBA+wW0JECAAAECBAgQILCxC0g+s7FfAeInsHEIiJIAAQIECBAgQIAAAQIECBAov4AICRAgQIBArxZo7eWfonjipaGiKKIonlqyfS4ZVHWd20VR5MpCgAABAgQIENhYBcRNgAABAgQIEOhTAvl7nZZLNYBqee7ndq6bLy3Lcr8oisrvkKrtiqJ2v1puTYAAAQIE+riA6RMgQIAAAQIECBAgQIAAAQLlFxBhLxOQfKaXnRDTIUCAAAECBAgQIECAQDkEREGAAAECBAgQIECAAAECbQkURVGprr40VNlp8aMonmiTxUVRRLbNJfctBHqHgFkQIECAAAECBAgQIECAAAECbQk0/11Odbu1dY6TdbnkdqOlrbpG7bunzCgECBAgQIAAAQIECBAgQIBA+QVESIAAAQIECGzsApLPbOxXgPgJECBAYOMQECUBAgQIECBAgAABAgQIECBQfgEREiDQZwTyJaHq0nzS1bJcNy/P7UZlWW4hQIAAAQIECBAgQGAjExAuAQIECPQpgfydTnXJiVe3c537rS3V+uq6tXbKCRAgQIAAAQIESiogLAIECBAgQIAAAQIECBAgsJ4FJJ9Zz+B5OAsBAgQIECBAgAABAgQIECBQfgEREiBAgAABAgQIEGivQL5ElEvL9lmWS7U8t4uiqO5aEyBAgEAvEDAFAgQIECBAgAABAgQItCVQFEXk73SyTa5zye1ccjuX5tvV/aJo+3dA1XbZ10KAQM8LOAIBAgQIECBAgAABAgQIECBQfgEREiBAYGMXkHxmY78CxE+AAAECBAgQ2DgEREmAAAECBAgQIECAAAECBAiUX6BUEVZfICqKJ140qu5X16UKVjAECBAgQIAAAQIECBAgQKD9AloS6FMC+bucoqj9/U7LALJNlhVFEUXxRLKa5mVZ13yp1mVZ8+3ctxAgQIAAAQIECBAgQKAkAsIgQIAAAQIECBAgQGA9C0g+s57BHY4AgRSwECBAgAABAgQIECBAgAABAuUXECEBAgQIECCwLoGiKOqaFMUTZUXxxDob5EtERVFUXj7KfQsBAgQIECBAoPcImAkBAgQIECBAgEBbAvl7nerSsl1RPJFoJsurbXJdFEUWrV2ybO3OkxtFUdvmyWIrAgQIECDQQwKGJUCAAAECBAgQIECAAAECBMovIMKNXUDymY39ChA/AQIECBAgQIAAAQIbh4AoCRAgQIAAAQIECBAgQKBXCxRFUUku0/JlotwviideRMrtXh2EyW14ATMgQIAAAQIECBAgQIAAAQIEep1Ao9/pZFkuRVFU5lsUtetKYdOPbNO0ipp1FlgIECBAgAABAgQIECBAgACBcguIjgABAgQIECCwngUkn1nP4A5HgAABAgRSwEKAAAECBAgQIECAAAECBAiUX0CEBAgQ6KhA9SWi5v2K4onEM9WyRm2qddYECBAgQIAAAQIECKx/AUckQIAAAQIdEcjf7eTSWp+sy6V5fVEUlaTFzctsEyBAgAABAgQIrF8BRyNAgAABAgQIECBAgAABAmUXkHwmouznWHwECBAgQIAAAQIECBAgQIBABAMCBAgQIECAAAECfU4gXzTKpfnEi6JovmubAAECBGoF7BEgQIAAAQIECBAgQKDXCRTFU7/PKYqntnOiLX/3k2UWAgTWKaABAQIECBAgQIAAAQIECBAgUH4BERIgQIDAehaQfGY9gzscAQIECBAgQIBAClgIECBAgAABAgQIECBAgACB8guIsLMC+dJRLkVR+zJSZ8fTjwABAgQIECBAgAABAgQI9JyAkQkQWJdA/p6n2qa6XV0XReu//6m2qfa1JkCAAAECBAgQIECAwIYTcGQCBAgQIECAAAECBMouIPlM2c+w+Ai0R0AbAgQIECBAgAABAgQIECBAoPwCIiRAgAABAgT6jEBR1L90VBRFeOGoz5xCEyVAgAABAhtOwJEJECBAgAABAgR6lUBR1P+eJydYFE/8rqf6+57qOussBAgQIEBgnQIaECBAgAABAgQIECBAgAABAuUXECGB9Swg+cx6Bnc4AgQIECBAgAABAgQIpICFAAECBAgQIECAAAECBAh0RCBfQCqKxi8rdWQcbdevgKMRIECAAAECBAgQIECAAAEC5RdoK8L8nU4u62pTFLXJaNpqr44AAQIECBAgQIAAAQIECBBY/wKOSIAAAQIECBAou4DkM2U/w+IjQIAAgfYIaEOAAAECBAgQIECAAAECBAiUX0CEBAgQIECAAAECBAgQIECAQPkFREiAAAECBHqdQFE8kVim5cSK4olEw0XxVH1RPFHWsq19AgQIECBAgACBGgE7BAgQIECAAAECBAgQIECAQDcL9MLkM90coeEIECBAgAABAgQIECBAgACBXihgSgQIECBAgAABAgQIECBAgED5BURIgAABAgQIECBAgAABAilQFE8lmMl9C4FyCYiGAAECBAgQIECAAAECBAgQKL+ACAkQIECg7AKSz5T9DIuPAAECBAgQINAeAW0IECBAgAABAgQIECBAgACB8guIkAABAgQIECBAgAABAgQIECi/gAgJEOh1Ao8//njk0nxiLfeb19kmQIAAAQIECBAgQIDAOgU0IECAAAECBAgQIECAQDcLSD7TzaCGI9AdAsYgQIAAAQIECBAgQIAAAQIEyi8gQgIECBAgQIAAAQIECBAgQKD8AiIkQIAAAQIECBAgQIAAAQIEyi8gQgIECBAgQIAAAQIECBAgQKD8AiIkUHYByWfKfobFR4AAAQIECBAgQIBAewS0IUCAAAECBAgQIECAAAECBMovIEICBAgQIECAAAECBAgQIECg/AIiJECAAAECBAgQIECAAAECBMovIEICBAgQIECAAIFuFpB8pptBDUeAAAEC3SFgDAIECBAgQIAAAQIECBAgQKD8AiIkQIAAAQIECBAgQIAAAQIEyi8gQgIECBAgQIAAAQIECBAgQKD8AiIkQIAAAQIECBAgQIAAAQIE+rrAupPP9PUIzZ8AAQIECBAgQIAAAQIECBBYt4AWBAgQIECAAAECBAgQIECAQPkFREiAAAECBAgQIECAAAECBAiUX0CEBAgQIECAAAECBAgQIECAQPkFREiAAAECBLpZQPKZbgY1HAECBAgQIECgOwSMQYAAAQIECBAgQIAAAQIECJRfQIQECBAgQIAAAQIECBAgQIBA+QVESIAAAQIECBAgQIAAAQIECJRfQIQECBAgQIAAAQIECBDo6wKSz/T1M2j+60PAMQgQIECAAAECBAgQIECAAIHyC4iQAAECBAgQIECAAAECBAgQKL+ACAkQIECAAAECBAgQIECAAIHyC4iQAAECBAgQIECAAAECBAgQKL+ACAkQ6GYByWe6GdRwBAgQIECAAAECBAh0h4AxCBAgQIAAAQIECBAgQIAAgfILiJAAAQIECBAgQIAAAQIECBAov4AICRAgQIAAAQIECBAgQIAAgfILiJAAAQIECBAgQKCvC0g+09fPoPkTIEBgfQg4BgECBAgQIECAAAECBAgQIFB+ARESIECAAAECBAgQIECAAAEC5RcQIQECBAgQIECAAAECBAgQIFB+ARESIECAAAECBAgQIECAAAEC5Rfo5ggln+lmUMMRIECAAAECBAgQIECAAIHuEDAGAQIECBAgQIAAAQIECBAgUH4BERIgQIAAAQIECBAgQIAAAQLlFxAhAQIECBAgQIAAAQIECBAgUH4BERIgQIAAgb4uIPlMXz+D5k+AAAECBAisDwHHIECAAAECBAgQIECAAAECBMovIEICBAgQIECAAAECBAgQIECg/AIiJECAAAECBAgQIECAAAECBMovIEICBAgQIECAAAECBAgQ6KCA5DMdBNO8NwiYAwECBAgQIECAAAECBAgQIFB+ARESIECAAAECBAgQIECAAAEC5RcQIQECBAgQIECAAAECBAgQIFB+ARESIECAAAECBAgQIECAAAEC5RcQIQECfV1A8pm+fgbNnwABAgQIECBAgMD6EHAMAgQIECBAgAABAgQIECBAoPwCIiRAgAABAgQIECBAgAABAgTKLyBCAgQIECBAgAABAgQIECBAoPwCIiRAgAABAgQIECDQQQHJZzoIpjkBAgR6g4A5ECBAgAABAgQIECBAgAABAuUXECEBAgQIECBAgAABAgQIECBQfgEREiBAgAABAgQIECBAgAABAuUXECEBAgQIECBAgAABAgQIECBQfoG+HqHkM339DJo/AQIECBAgQIAAAQIECKwPAccgQIAAAQIECBAgQIAAAQIEyi8gQgIECBAgQIAAAQIECBAgQKD8AiIkQIAAAQIECBAgQIAAAQIEyi8gQgIECBAgQKCDApLPdBBMcwIECBAgQKA3CJhWxC38AAAQAElEQVQDAQIECBAgQIAAAQIECBAgUH4BERIgQIAAAQIECBAgQIAAAQLlFxAhAQIECBAgQIAAAQIECBAgUH4BERIgQIAAAQIECBAgQIBAbxeQfKa3n6G+MD9zJECAAAECBAgQIECAAAECBMovIEICBAgQIECAAAECBAgQIECg/AIiJECAAAECBAgQIECAAAECBMovIEICBAgQIECAAAECBAgQIECg/AIiJECAQAcFJJ/pIJjmBAgQIECAAAECBHqDgDkQIECAAAECBAgQIECAAAEC5RcQIQECBAgQIECAAAECBAgQIFB+ARESIECAAAECBAgQIECAAAEC5RcQIQECBAgQIECAAIHeLiD5TG8/Q+ZHgEBfEDBHAgQIECBAgAABAgQIECBAoPwCIiRAgAABAgQIECBAgAABAgTKLyBCAgQIECBAgAABAgQIECBAoPwCIiRAgAABAgQIECBAgAABAgTKLyDCDgpIPtNBMM0JECBAgAABAgQIECBAoDcImAMBAgQIECBAgAABAgQIECBQfgEREiBAgAABAgQIECBAgAABAuUXECEBAgQIECBAgAABAgQIECBQfgEREiBAgAABAr1dQPKZ3n6GzI8AAQIECPQFAXMkQIAAAQIECBAgQIAAAQIEyi8gQgIECBAgQIAAAQIECBAgQKD8AiIkQIAAAQIECBAgQIAAAQIEyi8gQgIECBAgQIAAAQIECBAg0EJA8pkWIGXYFQMBAgQIECBAgAABAgQIECBQfgEREiBAgAABAgQIECBAgAABAuUXECEBAgQIECBAgAABAgQIECBQfgEREiBAgAABAgQIECBAgAABAuUXECEBAgR6u4DkM739DJkfAQIECBAgQIBAXxAwRwIECBAgQIAAAQIECBAgQKD8AiIkQIAAAQIECBAgQIAAAQIEyi8gQgIECBAgQIAAAQIECBAgQKD8AiIkQIAAAQIECBAgQKCFgOQzLUDsEiBQBgExECBAgAABAgQIECBAgAABAuUXECEBAgQIECBAgAABAgQIECBQfgEREiBAgAABAgQIECBAgAABAuUXECEBAgQIECBAgAABAgQIECBQfgER9nYByWd6+xkyPwIECBAgQIAAAQIECPQFAXMkQIAAAQIECBAgQIAAAQIEyi8gQgIECBAgQIAAAQIECBAgQKD8AiIkQIAAAQIECBAgQIAAAQIEyi8gQgIECBAgQIBACwHJZ1qA2CVAgAABAmUQEAMBAgQIECBAgAABAgQIECBQfgEREiBAgAABAgQIECBAgAABAuUXECEBAgQIECBAgAABAgQIECBQfgEREiBAgAABAgQIECBAgACBDS0g+UzPnwFHIECAAAECBAgQIECAAAECBMovIEICBAgQIECAAAECBAgQIECg/AIiJECAAAECBAgQIECAAAECBMovIEICBAgQIECAAAECBAgQIECg/AIiJECAAIEWApLPtACxS4AAAQIECBAgUAYBMRAgQIAAAQIECBAgQIAAAQLlFxAhAQIECBAgQIAAAQIECBAgUH4BERIgQIAAAQIECBAgQIAAAQLlFxAhAQIECBAgQIAAAQIbWkDymQ19BhyfwMYgIEYCBAgQIECAAAECBAgQIECg/AIiJECAAAECBAgQIECAAAECBMovIEICBAgQIECAAAECBAgQIECg/AIiJECAAAECBAgQIECAAAECBMovIEICLQQkn2kBYpcAAQIECBAgQIAAAQJlEBADAQIECBAgQIAAAQIECBAgUH4BERIgQIAAAQIECBAgQIAAAQLlFxAhAQIECBAgQIAAAQIECBAgUH4BERIgQIAAAQIENrSA5DMb+gw4PgECBAhsDAJiJECAAAECBAgQIECAAAECBMovIEICBAgQIECAAAECBAgQIECg/AIiJECAAAECBAgQIECAAAECBMovIEICBAgQIECAAAECBAgQILDRCWyEyWc2unMsYAIECBAgQIAAAQIECBAgsBEKCJkAAQIECBAgQIAAAQIECBAov4AICRAgQIAAAQIECBAgQIAAgfILiJAAAQIECBAgQIAAAQIECBAov4AICRAgQGBDC0g+s6HPgOMTIECAAAECBDYGATESIECAAAECBAgQIECAAAEC5RcQIQECBAgQIECAAAECBAgQIFB+ARESIECAAAECBAgQIECAAAEC5RcQIQECBAgQIECAAAECG52A5DMb3SkXMIEIBgQIECBAgAABAgQIECBAgED5BURIgAABAgQIECBAgAABAgQIlF9AhAQIECBAgAABAgQIECBAgED5BURIgAABAgQIECBAgAABAgQIlF9AhAQ2tIDkMxv6DDg+AQIECBAgQIAAAQIbg4AYCRAgQIAAAQIECBAgQIAAgfILiJAAAQIECBAgQIAAAQIECBAov4AICRAgQIAAAQIECBAgQIAAgfILiJAAAQIECBAgsNEJSD6z0Z1yARMgQIBABAMCBAgQIECAAAECBAgQIECg/AIiJECAAAECBAgQIECAAAECBMovIEICBAgQIECAAAECBAgQIECg/AIiJECAAAECBAgQIECAAAECBHpaYMMnn+npCI1PgAABAgQIECBAgAABAgQIbHgBMyBAgAABAgQIECBAgAABAgTKLyBCAgQIECBAgAABAgQIECBAoPwCIiRAgAABAgQIECBAgAABAgTKLyBCAgQIENjoBCSf2ehOuYAJECBAgAABAhEMCBAgQIAAAQIECBAgQIAAgfILiJAAAQIECBAgQIAAAQIECBAov4AICRAgQIAAAQIECBAgQIAAgfILiJAAAQIECBAgQIAAAQI9LSD5TE8LG5/AugW0IECAAAECBAgQIECAAAECBMovIEICBAgQIECAAAECBAgQIECg/AIiJECAAAECBAgQIECAAAECBMovIEICBAgQIECAAAECBAgQIECg/AIiJLDRCUg+s9GdcgETIECAAAECBAgQIBDBgAABAgQIECBAgAABAgQIECi/gAgJECBAgAABAgQIECBAgACB8guIkAABAgQIECBAgAABAgQIECi/gAgJECBAgAABAgR6WkDymZ4WNj4BAgQIrFtACwIECBAgQIAAAQIECBAgQKD8AiIkQIAAAQIECBAgQIAAAQIEyi8gQgIECBAgQIAAAQIECBAgQKD8AiIkQIAAAQIECBAgQIAAAQIESidQl3ymdBEKiAABAgQIECBAgAABAgQIEKgTUECAAAECBAgQIECAAAECBAiUX0CEBAgQIECAAAECBAgQIECAQPkFREiAAAECBAgQIECAAAECBAiUX0CEBAgQIECgpwUkn+lpYeMTIECAAAECBNYtoAUBAgQIECBAgAABAgQIECBQfgEREiBAgAABAgQIECBAgAABAuUXECEBAgQIECBAgAABAgQIECBQfgEREiBAgAABAgQIECBAoHQCks+U7pQKqOsCRiBAgAABAgQIECBAgAABAgTKLyBCAgQIECBAgAABAgQIECBAoPwCIiRAgAABAgQIECBAgAABAgTKLyBCAgQIECBAgAABAgQIECBAoPwCIiRAoKcFJJ/paWHjEyBAgAABAgQIECCwbgEtCBAgQIAAAQIECBAgQIAAgfILiJAAAQIECBAgQIAAAQIECBAov4AICRAgQIAAAQIECBAgQIAAgfILiJAAAQIECBAgQKB0ApLPlO6UCogAAQJdFzACAQIECBAgQIAAAQIECBAgUH4BERIgQIAAAQIECBAgQIAAAQLlFxAhAQIECBAgQIAAAQIECBAgUH4BERIgQIAAAQIECBAgQIAAAQLlF+jpCCWf6Wlh4xMgQIAAAQIECBAgQIAAgXULaEGAAAECBAgQIECAAAECBAiUX0CEBAgQIECAAAECBAgQIECAQPkFREiAAAECBAgQIECAAAECBAiUX0CEBAgQIECgdAKSz5TulAqIAAECBAgQ6LqAEQgQIECAAAECBAgQIECAAIHyC4iQAAECBAhsGIHn7b1vfOmjn4rffffc+OfPfhtX/+qStcuVF/w+/vaTCyt13/v86fGCfZ+zYSbpqAQIECCw3gWes9fecckPf7b2mZDPhz//6BdxkGfBej8XDlg2AfEQIECAAAECBAgQIECAAAEC5RcQIQECBAgQIECAAAECBAh0VUDyma4K6t/zAo5AgAABAgQIECBAgAABAgQIlF9AhAQIECBAgAABAgQIbBCBE475YM1L7vmie1eXTKhy2XkXxqXnnB8/Oe3MOOXDJ8TrXnpIjN18iw0SY2856K477BRnnPiF+Pxxn4hMQJMegwcNqple/379YtiQoRWrp20/OcaN3apS/82TTml4nrK80sCP0gu86/VHxL/Ov6juOrj4e+fFXrvt0XfiN9NOC+R5zvPd8h6d10VeH50eeAN3zPtYy5hyP8s38NTW++Evn3Z1LHzg/prjDhs6LHad+rSasr6+M2HcNvGrb/6g7n6W5z2T72QSnu6M8SvHn9TwWHm8XH506hndebh41u7PiD98/ycNj9ndx+rWiZdgsJ9//Tt17n39HlmC0yIEAgQIECBAYGMVEDcBAgQIECBAgAABAgQIECBQfgEREiBQOoF+pYtIQAQIECBAgAABAgQIdFnAAAQIECBAgAABAgQIECBAgED5BURIoKcEMqHK8KFDY9ORo2LKxElx4LP3j+PefnT8+swfxnmnnRlvPOTVsbH92XfPveLT7/twPGv3PWNA//7tCn/FyhVx98J72tVWo74l8OZXvS7O/tLXJY3pW6fNbAmsF4GZc+fE448/vvZY+cyYOnHy2v0ybMxfcFfMvXN+w1CGDx0WE8dPaFjXmcJMdDNpHeNlMrjuTHjztEmTY8TwEXXTzfOa57euQgEBAgTWg4BDECBAgAABAgQIECBAgAABAuUXECEBAgQIECBAgACBrgpIPtNVQf0JECDQ8wKOQIAAAQIECBAgQIAAAQIECJRfQIQECBAgQIAAgdILDBgwMKZOnBTvf/Pb48Jv/TAOOejFpY85A8xEPEe94c2x7dZb5267l8WPPBJeUm83V59ouM8ez4wfnXpGHPOmI2PM6M37xJxNkgCBbhdoc8Db5s6O5StX1LQZv9XWsfOUHWrK+vrOzHlzYtWqx+rCyAR2k7bdtq68swW77bhTbLbJpm12HzV8eLf6brf1+Bg0cGDdMfO85vmtq1BAgAABAgQIECBAgAABAmUUEBMBAgQIECBAgAABAgQIECBQfoHSRSj5TOlOqYAIECBAgAABAgQIECBAoOsCRiBAgAABAgQIECBAgAABAgR6SqAoithmq3HxsXe9L776yc/F2M236KlDrWPc9VN95KtfHztsN6nDB3vw4Ydj/oK7OtxPh94nkNf4ycceH6cef1LsuP2UKIqi903SjAgQ6BUCN8+8NRY9vLhmLptuMip2mbpjTVlf37ll1oxYvGRJwzC23Wp8w/LOFO48eYcYOmRIm12fSI63fZttOlK53TbbNrzP53nN89uRsbQlgjcPmAAAEABJREFUQIAAAQIEukvAOAQIECBAgAABAgQIECBAgED5BURIgAABAgQIdFVA8pmuCupPgAABAgQI9LyAIxAgQIAAAQIECBAgQIAAAQLlFxAhAQIECGx0AgP6949n7/HM+NJHPxW77rBTaePfY6fdov+AAQ3je/zxx+O+Bx+IK6ZdHX/4x18rS27Pnj8vZsyd1bCPwr4lcOiLXx4/+vIZ8cL9D4hBAwf2rcmbLQEC610gk7Lcec/dNccdMmhwPG3S5Jqyvr5z7c3/i0WLH24YxlZjxsQeO+3asK6jhTtMmhL9+q37n8dNGj8hJozbpqPD17XPeef86yqaCvJ5n+e3adN/BAgQIECAAAECBAgQIECAAIHyC4iQAAECBAgQIECAAAECBPqcwLr/dr3PhWTCPS1gfAIECBAgQIAAAQIECBAgQKD8AiIkQIAAAQIECBAgQGDjFlizZk3cdc+CmDVvboeWu+69J5YsWxYrVq5sF2BRFLHzlB3i4+96X+SL3+3q1IcatfUS+pIlS+Jb550dL3/n4XHcKZ+Oz3zjK5Ult9947NFx6vfP7EORmmprAmM22yxGjRjeWvUGLzcBAgR6n8DMebNj1erVaydWFEVMnbT92v0ybOR3hTnzb28YysgRI2LqxK7Hu9due8S4sWPrjpHfcVoWbrbJprHbjl1PhJfzzvm3HD+PKalcSxX7BAgQIECAAAEC61PAsQgQIECAAAECBAgQIECAAIHyC4iQAAECXRWQfKargvoTIECAAAECBAgQ6HkBRyBAgAABAgQIECBAgAABAgTKLyBCAr1KYM2a1XHp5X+LNx13TIeWQ495axx4+KHx3Df8X7ziqCPitB98O6656YZY+dhjbcY3ebuJ8bljjy9dApotx4yJ4UOG1sX++OOPx7+u/W+c+5sL6uoUECBAgMDGLXDTzNti6bKlNQhjN98inrPX3jVlfX3n1jmzGiarGzxwUEzcZnyXw9tp8tQYNWJkzTiZBOae+++rKcudoUOGxM6Td8jNLi35fWbIoMF1YyxbvjxumT2jrlwBAQIbrYDACRAgQIAAAQIECBAgQIAAgfILiJAAAQIECBAgQIBAnxOQfKbPnTITJkBgwwuYAQECBAgQIECAAAECBAgQIFB+ARESIECAAAECBAh0VWDhA/fHL/5wURxz0vFx9Ikfi2k3Xh+r16xpOGxRFLH9hO3iza96bcP6vlrYv2j6K/l+TUuLAJavXBH/u216i9LWd9/7mY/H3q8+uG7J8tZ7qSFAgEDvF8j72Ia9v/U+o6uumxb3P/RgzcRGDR8eO0/penKUmkE38M5tc2fHo0serZtFv6bn5nbbbFtX3tGCHbefEoMHDarpls/f626+MVatqk2Kl8fcYdKUmrad2Zm87cQoiqKu60MPL4obb23/c79uAAUECBAgQIAAAQIECBAg0EUB3QkQIECAAAECBAgQIECAAIHyC4iwqwL1/8qtqyPqT4AAAQIECBAgQIAAAQIEulvAeAQIECBAgAABAgQIECBAgECfFrhpxvR4z6c/Hr++9Pex8rHaF76rgfXv1y+e/+z947CX/V+1qM+vN99sdAzo378ujseaDB58+KG6cgUECBAgQGDJsmUxZ/7tNRADBgyMqRO3rynr6zv/ueHauK9Fkp1qTOPGjI0J47ap7nZ4PXzo0EpSu5YdH178SCUZ3uIlS1pWxbixY2Ov3faoK29vQSYHGjN684bN5945P+YvuKthnUICBAgQILBRCgiaAAECBAgQIECAAAECBAgQKL+ACAkQIECAAIE+JyD5TJ87ZSZMgAABAgQ2vIAZECBAgAABAgQIECBAgAABAuUXECEBAgQIEOgJgVO/f2b85KILW01AM3TwkPi/g17SpRfOe2LenR1z2JAh0b9fUdd9xcqV8fAjj9SVKyBAgAABAilw65xZkc+K3K4uk8ZPKM3zsRrTzLlz4vHHH6/url2PGjkypk7qfLKdffbcK7bYbPTa8aob9z34QPzjP1fGosUPV4vWrkeNGBk7TZ66dr+jG5O3mxibjBpZ123Vqsdi5rw5deW9qcBcCBAgQIAAAQIECBAgQIAAgfILiJAAAQIECBAgQIAAAQIECKxLQPKZdQn1/nozJECAAAECBAgQIECAAAECBMovIEICBAgQIECAAAECBAiURuCsn54Tf/nXP2L1mjUNY5q4zfh4xUEvalinkEDJBYRHgACBisD02TNj8aO1Sco222TT2G3HnSr1Zflx29zZsXzlirpwMnnbDhM7n3xm16lPi2FDh9WMu6bpe8eMubNiybJlMWf+7TV1uTN40KDYcfspudmpZcdJU2LIoMF1fRcvWRK3zJpRV66AAAECBAgQIEBgoxYQPAECBAgQIECAAAECBAgQIFB+ARESIECgzwlIPtPnTpkJEyBAgAABAgQIbHgBMyBAgAABAgQIECBAgAABAgTKLyBCAgR6UuAr3z8zZsyd3fAQ/QcMiL33eGYMHzq0Yb1CAgQIECBQdoFpN14fCxYurAlz6JAhsfPkHWrK+vrOzHlz4pFHH60LY8CAgTF5wsS68vYWTJ04OQb071/TfNny5XHL7CeSwNw6Z1asWLmypj53tp+wXae/f2y3zbbRr1/9P8Vb+MD9cfm0q3N4CwECvVbAxAgQIECAAAECBAgQIECAAIHyC4iQAAECBAgQIECAAIF1CdT/jfe6eqgnQIBAbxMwHwIECBAgQIAAAQIECBAgQKD8AiIkQIAAAQIECBAolcCSZcviN3/6Qzy6tP6F8wx023Fbx0sOOCg3u2V58XOfH1/66Kfid989N/7+01/HVb/8Q1z9q0sqy5UX/D4uO/dXcf43vhuf/sBHYt899+qWY/bFQTLhzxtecWh89/NfiUt+8LO44vyLKkZplWb/+OlvKoZpmaY9HePOU3aIj73rvfHzr38nLvvxL+Nfv7i44Xy+ceLJceiLX97phAE9HceGGP+VL3hJpEtb5zHrs11Pz2/S+AlxzJuOjB+d+o34y49/UXNd5bX1z5/9tnK95XV3xCtfG2M336Knp9Tt41ev1Z+cdmYlxubXal+J8cB99osTjvlg/Pgr34xLzzk/8vOen/ucf3XJ++XffnJh5T5wxolfiB45X91+dp4Y8Bm7PL1yj//VN39QF1v1Gsx72/P23veJDu34WR3zN2edEzlG1Snd0i+fOZ8/7hOR7doxXF2TGXNnxZo1a9aWZ2KTHSZNWbvfkxv5uf3oO98TeU3/9dwLIs99Nb7cvqzpuZn35rxH5/Xf2blcP/2muOe++xp233rsVg3L11WY8xm/1dZ1zR56eFHceOv0Svn02TNj8aOPVLab/9his9GxTye+B7R2zMcffzxmzp3T/BAd3s7vJfnZTO+Wz8I8J3nt5b1+Q9xD8/OSx83rIa/76nx+ccb3Iq+fvI46GnCOmZ/F/Pzk56g6bq7z/nNe03326KZnyvp6VmQM+Qw7+0tfr9wbm383ynjz85DzuvDMsyvPXd9HOnrGtSdAgAABAgQIENhoBQROgAABAgQIECBAgAABAgQIlF9AhH1OQPKZPnfKTJgAAQIECBAgQIAAAQIbXsAMCBAgQIAAAQIECBAgQIAAgfIL9HSEv/nLH+OG6bc0PMywIUPjGTvv1rCuvYX5UvInjv5AXPLDn8Vn3v+RyJeZs2zo4CFRFMXaYfr36xfDhw2LidtsGwc/98A4/YTPxoXf+mG88ZBXr23Tno18MTxfQm6+vO21b4wBAwbWdR8zevP41qdPWZtIpXmffLm8ZYdvntS4bZa3bNty/12vPyL+1SyJTB4r97O82jaTznzwrUfFhd8+Jz545Dtj9x13idGbbhoDm829KIoYMnhwJTFIWqbpRd/9cbz5Va+rDtNt67RPh++f8tU49EUvi3zxe/jw4TGgf/+1xyiKp+az9+7PjI8d9Z747Xd+FJ96z4cqc1zbcD1v5DlJ4+rS0Wvg4u+dF3vttkenZ53n4w/f/2kc/+73R7q0dR6zPttl++zX6YO20vGlBxwU+bL+ead9M95y6GGx4/ZTY+TwkTXXVXYdPGhQ5XrL6+69R7wtLjjj+/HFj34ydt1hp6zu1curX/Ly+OlXvx3Va3XKxEmVGJtfqxlAb40xjb9w3CcqyZ1O+cgn45CDXhxPmzQ5Nh05qvJ5L4qn7pUZR/9+/SLvz3kvfdbue0b1fGUimn32eGY26fDS8jNT/exk+boGyzbV9tV1y89QzuuHX/xqnHHSFyr3+PHjtq6LrXp+8t72xSaHH516RmS/1o6fdc3HHDdmy8gxqu2L4qn70wv2fU7l2JmgI72rbdqzvmX2jFi2fHlN03Fjx3b6HtEer5zjV5ueg5mEKK/vvKZHDBsR/fs99U/M+vfrV3luTho/oXKP/t4XTo/0SJeaybZzZ0aLJDvVbps1PYees9fe1d12r5+56+6Ve0rLDnPvnB/zF9xVKZ524/WxYOHCynbzH8OGDotdpz6teVG7tidtOyFGjRhR13b5yhVx29zZdeXtKcj7ciY2yu8l+dlM75bPwhwnr7281ze/h3blM5lj5v37svMurPuekt91sj6XfH587tjjK98Z8ntUUTxxv8j5bLf1+Mjr55wvfyNObmqT94zs09aSMf7yjB9Efgbzs5h98ntHUTwxblEUlfvP1Kb77JFNz5T8nKZRW2N2pS7n8INTTo/qMywTDOW9sfl3oxy/f79+lXlts+VWsfeT30f+8IOfRVfPQY5tIUCAwPoUcCwCBAgQIECAAAECBAgQIECg/AIiJECAAAECBAisS+CpfxmwrpbqCRAgQIAAgd4qYF4ECBAgQIAAAQIECBAgQIBA+QVESIAAAQIESinw7+uuiWUral+srwa64/ZTYsK4baq7HVq/4RWHRr6U/H8veEmM3mTTmmQz6xqoKIrYZqtx8f43v73yMn2+iL+uPn25/hm7PL2SOOP1L3tlJeFEe2MpiiK23HxMHPOmI+Pbn/1yJUFMe/u21i7nkuct7fMl+/79+rXWtGF5JjZ5+YEvjHO+9I049MUvb9imrIV5nWbyhzwfm2+2Wbuv+aIoIttnv+46j3nu8qX7E95zbOTL+o0SMLV1HjLZwPP33i++8cnPxdFvfEtbTTdYXSbZyGv1I+84JiZPmFiTmKM9k9rQMQ4fOjQ+88GPNn12vxQH7fucyIQW7Zl3ozYZy7N23zNOPf6kyIRfOXajdhuiLK+fL3zo47HL1B1rkle1NZeiKCKfP9nviFe+tq5pZcwPn9ChMTMZ0e477tJkdGK84qAX1Y3ZWsGNt06Phx5eVFM9asTI2Gny1Jqy7trJeL/2yc/Evs/4fzFo4MB2D5vxpfGXP3ZiHPf2o9vdr9qwUZKdrBs+dFhMHD8hNzu05PnLBCjNO61a9VjMnDeneVE0SnqTsezcieQzUyZMjMGDB9eMnzuPPPpo3XGzvK3luc96dmQSlrwvZ2Kjongi+UpbfZrXNXa1U1AAABAASURBVP9M5ue8Jz6TJ73vuEqyqnVdJzmXTAaUPs3n2Hy7+sz42LveF9tuvXW7n1/5/e7dTc+IrzY9KzJRTfMxu7KdXpmU6/PHfaKSBK2jz7A8dsZdvS/21DnI41gIECBAgAABAgQIECBAoE8LmDwBAgQIECBAgAABAgQIEOh1Ah37l1q9bvq9cULmRIAAAQIECBAgQIAAAQIECJRfQIQECBAgQIAAAQIECBAg0B0CV19/TTzw4IMNh9ps1Cax09QdGta1VpgvDH/ymGPjvYcfWUk601q79pQXRVFJLnDq8R1LFtCesXtLm+c+69nxmQ98JLbfdrt2v+zdcu5FUcQzdtktTj72+C4loMlkMZ8/7uOVpA9F0bEX7VvOKZOpHPe2oyqJMFrWdWy/b7Tedqtx8fnjjq9cr0XRObui6J7zmNfUV44/KfKl+0zi0BXBTIhyxKteF6d/4jORn+2ujNWdfTNBx8kf+lhkgoui6Jx3dT4Z4+GvfG18uulzuL5izERF3zn5tHjx/s/rUIKR6pxbW2cSipcf+KL45HuP6xXn68T3fSgOb7JN49bm3FZ59jvy1a+LQ1/0srXNMrnO4f/36k7Hl8kyjjrsiNh3z73WjtnWxvwFd8XcO+fXNMmkKnnt1RR2w857j3hbHPX6IyKTeHV2uJzbq1/y8sjEJB0ZY+4d82Pxo4/Wdclrarutx9eVt1WQn6PtJ2xX12TxkiVxy6wZNeWtJb3ZZstxsddue9S0XdfO5O0mNkxwdM9998X1029aV/e19Znc6NPv/0iHkrCs7dxiI/3yc56f9/zct6ju9G4+rw/4f89ud9Kt2fPnxZXXTWt4vPwsnPqxzj8z+vfrF8/e45mVa647EtBMGj8hTj/hs3Hgs/dveD4bBtFGYfUc5Jg5dhtNVREgQIAAAQIbXMAECBAgQIAAAQIECBAgQIAAgfILiJAAAQIE1iUg+cy6hNQTIECAAAECBAj0fgEzJECAAAECBAgQIECAAAECBMovIEICBEop0OjF+mqgg4cMiR0nTa7urnOdL5xn0oOXPv8FMWDAwHW2b2+DTBbwwSPfWZOAoL19e3O7kSNGxEfecUx0x8vaGWe+eP+eI96Wmx1eMpnHe9/U9YRBzQ+c10AmwuhoEoTmY/SF7Uz28K43viW22mJst0w3z+OxbzuqU2Md/NwD42PvfE+MH7d1p/o36tS/X7/Y9xn/L774kU91OuFHo3E7W/buN7w53nnY4V1K0NHy2Jmk50X7Py8+3PR5bFnX3fuZ/ODj73pfTJ04qdMJp9qaU/9+/WL/Zz4rjnjVYW016/G65+397Hjhfs/rcvKIEcNGxGtf+opKYq13v/HIOPiAg7r8fMl77pGveUO7r+eZ8+bEqlWP1ZhlcpV85tUUdmEnvQ572Su7JRlR/3794qB9nxtvObT910AmhbnznrvrIiiKIrbbZtu68rYK9tlzr9his9F1TRY+cH9cPu3qmvIbb50eDz28qKYsd0aNGBk7TZ6am+1aJozbJrYZO66u7Zo1a2LG3Fl15a0VdDW5UaNxi6KofN4//b4PtzvpUaNxqmV5v3rjy18VmZypWtbWeuVjj8W0G69v2GTfpnP1obcdXUm007BBOwuLoohn7rp7fPSo97azR+vN8nvM7jvu0q33x6IoIsfMsVs/spo6AQUECBAgQIAAAQIECBAgQIBA+QVESIAAAQIECBAgQIBArxOQfKbXnRITItD3BURAgAABAgQIECBAgAABAgQIlF9AhAQIECBAgAABAgS6S+COBXfFqtWr64bLF5zHbj6mrry1gkzccMCznh39+zX+a/DVa9bE3Dvnx7m/uSDe8+mPx96vPriy5HaWzWuqe/zxxxsOnwkI3vqa17f54va9998Xs+bNrVnuumdB5MvnLQddsXJlzLnj9pq21b6333Vny+Y9sv+8vfdrmHhm6fJlcdOM6fHzi38bn/nGVyrL2b86P6656YZYsmxZq3Mpinz5++nx6pe8vNU2jSoOfdHL4shXv67VF9nznDz48KK45J+XxSe/+sU48PBDK+ft9R94V3zt7O9U5pUvtzcau3+/fvGC/Q6ITBrRqL4nyu68d0HNee3oNTD3jvmxdNnSdk8tkyRsNmqTuvbLV6yoO4/f/sk5ceV102LJkiV17asFRVHE03fcJQ572f9FR/5kEoFjDn9rbDF681a75XEv/+9V8fkzvxavOOqIynnMde5neWvXV1E0XVu77b5ekrO0OvmmirxWMxFJJvxp2q37r/m1mp+djC3vM9VrNRNstEwiUh2kf79+8fxn799h92r/9q4zsVAmGGrUPue/6JHF8ferr4wvfeeb8daPfaByjjKG/Nx9/NSTK/fPmU33udbiyHEHDRwYL3j2cyoJW3J/fS8jhg+PVxz44rpEKtVnwK//fEmcfOZX197brr35xsjPS2vz3G7cNvH2174xXnvwy+rGzH4t75e/vOR3lWdNHq+1MXfcfkq85uBDWquuKc/rZnGLz2wmV8kkKzUNO7kzZPCgOPiAA+tiy+sh771XTLs68t6R13S6pV8+rxo9t6tTyM/Iy57/gsikLNWyda1nzpvd8LvAVmPGxB477bqu7mvrd536tBg2dNja/dzIWGbOnZObNUtrCfBy/nmOahq3sTN10vYxauTIuhbLli+PW2bPqCtvVJDPqYPbSG6UMdz34AN1z8L8nH7t7O+2+SzM42279dbxnsPf1uXP5S477BjbbLVVDtmu5YGHHor//O+6urbDhw6NTMKU86qrfLIgnxmXXfWvmmd/fme78E+/jwX33Rtp8mTTSrKYvXd/RowdvUW1qMPrTJj0rKfvWRmrZec81h133x157PwuUr2/5/0xz0F+RvJe0Nr3kaIoYq+m51hHn60t52GfAAECBAgQIECAQE8KGJsAAQIECBAgQIAAAQIECBAov4AICaxLoPG/ultXL/UECBAgQIAAAQIECBAg0JsEzIUAAQIECBAgQIAAAQIECBAov0BpI7x74cJ4bNVjDeNrb/KZfJk3Ezf079f4r8Dvuvee+OJZ34hMAvHNc38Y0268fu3xcjvLDvvAu+IL3/56LHzg/rV1zTfGbr5FHHP421p9mf77v/hJvOm4Y2qWSy//W6xZU59YZ/Gjj8RpPzirpm2178e+/Lnmh+2R7QEDBsaYFklC8iXvTJpw2PuPird//EPx1bPPij/846+V5ayfnhPHnHR8k99R8ber/9UwQUBOdNiQobHfM/5fbrZrmTR+QrzxFYdGJvdp1CGTkVxwye/iNe95W3z666fGn6/4x9oEOJlI6GcX/6Yyr6NP/Fhcd8tNNS+iV8cbNHBgvOYlL41XHPSialGPrvM6e1Oz66Cj18D7PvuJyGQTnZ1kvvj+l3/9M4786PvrzuM5F54fx578qXjFu46I3/31T9FaApGhg4fEc/bap91TqCYRyM9Io055nDx3rz/23fHhL34mLvrrpWs/Z/l5y/0sf/0HWr+++vd7IpHQOw87vNEheryso9dqfnYytpxY9VrNBAUfP+2UuHPB3Vlct6T7/x30klbvMXUdOliQ98lMLFQURV3PTIj1qz9eHIcefWTkPSgTLDS/DvOzmEkg8l55eNP1/b7PfjJumXlbw89cDr7lmDGRycBye30v6Thk8OC1h82kEbfOmRUf+vyJTfewd1WeBb9ruv7zHOW97egTPxrHNtVlArK1nZpt9B8wIF64/wE196lMvJL3wte+7x11n7NTv39m5Thf+f63I5O3NBtq7WYmN9l9x53X7re1cfm0q9d+Xqrthg0dFplkpbrflfXI4SNrYkuvTJqVcRz8tjfEcad8OvLekV7pVr3HHfeFkypJdrJ9o+OPG7NlHPjs/RtVNSy7qel6Wtog8VYmE2orQUnLwaZOnByZvK55+fKVK+K2ubObF63dnjlvTsN74fYTtovhQ4eubdfWRp6LYU3npGWbhx5eFDfeOr1lcd3+K5qeT69pek7l86qusqngkSWPxHd+fm68/J2H1z0L83P6s4t/vc5nYdMwkYmnPvS2d7c7ruzTctlu6/HRr+l+XC3PJEt5jzv3NxdUEjplIpxMJpaJrDL53o233dLwmXbMm94au+6wY3WYmnX185XPjEx6lc+PvAdlo/zOlsmxXvnuI+NHTc+0/O6S5bmk3/Bhw3Kzw8vwpnN90L7Pifxstuyc/t867+x4zfveXknMlfOp3t+zbZ6D/Izkd6ePND3j0qPR5yLvTR35TOTYFgIENmoBwRMgQIAAAQIECBAgQIAAAQLlFxAhAQIECBAgQKDXCTT+l3e9bpomRIAAAQIE+pKAuRIgQIAAAQIECBAgQIAAAQLlFxAhAQIECBAg0F0CDz78UDz2WOPkM6NGjljnS9KZFOK1Lzkk8qXelnPKl38zQUK+JH/RXy9tWV23n20+/pUvxOzb59XVZUG+jJ4JHHK7TEsmw/j0N0+LTDbQ/IXqljFm3fFfPjn+dPnfIl84b1mf+ztMmhx77bZHbq5zecdhh8f4ceMatsukDV89+6w47QffXptwpmHDpsKbZkyP475wYlx6xd8bziuTK7z6xS9f57XUNFSf/u/+Bx+IL5z5tTjh9FMqSSFaC2bJsmVx8plfjXN/e2FksppG7SaO37bd5zETwuw6ZYdGw1TO3dm/Oj8++dUv1iXQaNmhen397HeN55WJBV76vBfErjvs1LJrj+8f8arXxDZbbdXwOB25Vv/5n39XEvDMmje34VgTtxnfY4mSMulBo/tkXgM//d2vK5//vDYaTqxF4bU3/y/e+5mPx3//d33DBDR5rnZtJbFEi6F6dDfvU3lfOObEj8ZV11/T6rEynq+f873Iz1CrjZ6sWLFyZZz7619E3gvzmn2yuG514aUXx/d+fl48uvTRuros2H7bibFzK5+brG++zJw7p8Y5k6tsO26b5k26ZTu9/t3k9O4mr0xG1Nag6fnxUz/f6vMyr4H2PgvyOFddN61hsp4hgwbHjpOmZJN1Luk5fqut69otenhx3Dzz1rryLMjEIYuXLMnNmmWLzUbHPnvu9WRZ26s8F3lOWrbKJCTzF9zVsrhmP5Oe5PMpn1M1FU/u3HP/wvjsN78aZ//yZ0+WtL7KZ+G7P/WRSoKvTPrVsmVRFLHHzrvGGw95dcuqTu1nUpZv/+ScSrKlTEyVCYoyEU4mE3vxkYfFl7/7zfjzlf+sGzuviwP23jf696v/Z4t5P/rNn/6wzs9XDvrtn/6oct9qz+c227e1PG+f/WL8luPqmixbsTy+d/5PIpPr1FU2KFjX52LC1uPjOXvt3aCnIgIECBAgQIAAAQIECBDY8AJmQIAAAQIECBAgQIAAAQIECPQrPYEACRAgQIAAAQIECBAgQIAAgfILiJAAAQIECBAgQIAAAQIE+qzAw488Evkyf6MAhg8dFjtNeVqjqrVlr3nJy2PrrRonhcgkMp/95ultJuJYO9CTG/kWyv0+AAAQAElEQVTy9jfP/UHDRBn9+/WL/fZ61gZJfvHk9Lp9lckTMsFLJsVo7+Bf+f6ZcdOMxi/yjxg+PCaNn7DOoV64/wHxrKfvEUVR1LXNZA2ZtOF3f/1TbV0be5k048vfOSOuufGGmiQN1S6TJ0yM1x58SHW3dOs0+8EFP4tL/nlZu2M799fnx/TZMxu2b+953HWHneKAvfeL/gMG1I2TSQR+8YeL4vu/+EldXVsFmcTgL//6R8NEQlttMSZe9vyD2ure7XUZ4zN2eXr0a/r8txw83Tt6rWZCiu/94ryGiTbS8Vm7P6PlYbq8f9C+z4ntt92u4Tg3TL85zvrpOQ3r2irMz9yPfv2LuP+hBxs2Gz+uPglIw4Y9VJjJx/J+kPeFnOu6DnPlddPi2ptvbHj/qPZdvWpVZFKZs37242pRm+sL//T7uPKaaQ3HHDV8eGy79TZt9q9W3jZ3dixfuaK6W1nnfXZCNyagqXp98rQvNHz+VQ7a4kdb13I2HTdmbLR3jnmO7ri7PlFLfu6222bbHG6dyy5Td4xNNxlV1+7Oe+6OTDJTV9FUcPm0qxvGO6zp+8euU9v+/tHUvZLUrNF5zOQvM+fNySZtLvlcyudTo0b5fP7SWWdER57POc4Xvv31+NMVje+hmRTo+U337Paelxyv0ZL3vjPP+1GbSVl+/edLGs79oH33j8033axu2DVr1sRlV11RSShTV9lKQT7z8tmX82mlSbuKpzR9Rxg8eHBd25lz58b5v/9tXXlbBfm5uOiySyMT17RsN2r48KbvkDu2LLbfTCCfub/+9jlx9a8uib+ee0Ec+qKXNau1SYAAAQIblYBgCRAgQIAAAQIECBAgQIAAgfILiJAAAQIEep2A5DO97pSYEAECBAgQIECg7wuIgAABAgQIECBAgAABAgQIECi/gAgJECDQXQLTZ90WS5YtbThcv6JomPAhnvyTL0//v933jP796v/qe/Gjj8Q5vz6/Q4lnnhw2MgnBeb/9ZcMXh7fcfMx6T35RnVd3rzORwl+v/Gcl3o6MvWTZsrjymv9EJhdp2W/wwEExcZvxLYvr9p+71z4xcviIuvLVa9bEH//xt8ikDXWV6yjIeZ3+w7PizgUL6loOGjgwDtz3OZVEAXWVfbygs2bpdfl/r2qY/GnggIGx9dix65Q54Fn7xJajN69rl4ksrr7h2k4lNcnBWktwlIkonr3nXpEvp2e79bFkjGM3q48x3f/27ys7da3+/eorY9r/rm+YlGTrsVvGQU3XanfG9oydd4sRw4bXDfnIkkfid39rf5KnlgNMu/H6mHfnHS2LK/sD+w9od+KRSodu/vHQ4ofjV5de3PR8Wdbuka+64ZpY2nR/a63DrDtuj++df15r1Q3L/3fb9LrEMdlw0OBBMX7Lcbm5zuXmmbfGoocX17TbbJNNY7cdd6op68pOZ7zyeHktT581IzfrllEjR8bUSdvXlbdWMHPenMikLS3r25vE5mmTJseQQbUJRFatXh0z581uOWTN/sy5c+o+iwP694+pEyfXtGu0s0/T/Wh007loWbd4yZJWE95U2w4fOrTyXBrU9HyqllXXK1aujF/+8eIOP5+r/Vu7h2Z9Jss58Nn752anlry/X3X9dZ269+X3tmfuunvD73Z33XNPnPPLn3d4Tvl94R//+Xdk8poOd36yw4jhIyLP+ZO7a1fz7pq/drsjGxdf9qeY3yCZ0oABA6O1ZEMdGX9DtF1fx7xpxvTKd8x8xo4YNiKOftNbJKBZX/iOQ4AAAQIECBAgQIAAAQIbvQAAAgQIECBAgAABAgQI1P8LPCYECJRNQDwECBAgQIAAAQIECBAgQIBA+QVESIAAAQIECBAgQKDPCmQCjHyRuVEAQ4YMjS023axRVaUsX54eN2bLynbzHzneVdddE3++4h/Nizu0ff7vfxu3zZlV1yeTX+wydcdSJDFZ+OCD8adOGt0ye2Y88ugjDX0GDRpUV968IBOHZNKEoiiaF1e277zn7kj7yk4nfsy9c3787eorIhPrtOy+9dixsf//26dlcZ/fX/jAfXHJP//WqTiuuemGeHDRorq++RJ+voxfV9GsIBMn7L3HM6P/gAHNSp/YfOjhh+PCP178xE4nfuZ94dLL/xZLl9cnDtl809Gx165P78Soneuyx067NYwx3X/zlz92btCmXldc+594dOmjTVu1/w0bMiR2mNhqwo7axu3cm7TthMbJHu69Ny7t5LVTPfTtd93RMOnD4MGDY+wWY6rN1vs6E6JkYpSOHDiTXyxpJRla3lOuvv6aDiWzyWPffvedsXRpfYK1vPvl5yzbrGu5ZdaMyHtj83ZDm66TnSfv0LyoS9s3z7g1OupVPeDMVpLG9O8/IAYPbPt5UB0j1xlnJm3J7eZLe5PYZKKbokjZp3qvWLEiZs2f91RBg63b5s5umCBo/FZbx85T2jaeMmFi5Ge25bALH7g/Lp92dcvimv18HuVzqabwyZ3ps2fEjy48/8m9jq+WLFsWf/jbnxveYwYNHBjPfsZeHR/0yR553/rnf//95F7HVns3PTPGbr5FXaf8fOWzO5/hdZXtKLjw0kvi3qZnYTuadqjJZqM26VD7auP0v+Puu+KxVY/FokcWx+yma/CKpuvhV03PxQsv/X21mXUrApl46e577qnUjhoxMt75+sPjFQe9qLLvBwECBAgQIEBgIxIQKgECBAgQIECAAAECBAgQIFB+ARES6HUCks/0ulNiQgQIECBAgAABAgQI9H0BERAgQIAAAQIECBAgQIAAAQLlFxBhbxDYa7c9Il+ibjmXfDE6Ezu0LO/o/rU3/S9WrXqsrlu+LJ4vjddV9LGCWbfPiXzZvzPTvnnG9Hhk6ZKGXYcNGdqwvFq43zP2ijGbja7url2vWbMmMhnK/AV3rS3rzMbVN1wXDy5+uK7r8KHDY4+ddqkr7+sFs+bNjZuazkdn4sjz//Cjixt2bZTYqXnD5+2zX4zfclzzorXbmTjhyuumrd3vzMYf//HXuOe+hXVd8zP/9B13rivviYLn7LV3jB9XH2MmuLrx1umdds+5ZtKXO++5J5avWBELH7g/brj15rjor5fGaT/4TvzjP51L7JDjNlp+2zRujv2fps9GJnd4ZMkjsWLlyrjptumNmneobPGjj8SaNas71KenG2ds191yU4cPc/30m2JJK8lnHl7yaPzv1ls6PGbe19Y8/nhdv0zMslkbydVadpg5b3asWv2UcyZC22HSlJbNOrWfXjd0Irbqwe68d0GsXLWqurt23a9fEcOHDV+7v66NTNby0KJFdc2GDVl3Qqb8rDZKavLQw4siP6t1gzYruHnmrbHo4fr74KabjIpMNtesad3mhK3Hx4ABA2vK8/4wc+6cmrJGO0/fYafI51LLupWPPRb/vrZr988cM5Njzbq9ceKdCePGx757di4BzQOLFsUV/70qD9HhJZ/BQwcPqeuXz+x8dtdVtLMgn4F5ntO+nV3a1WynyVM77XTC6afE/ocdEi8+8rB447FHx3GnfDq+/L1vRVefje2aeB9vlM+pK665am0iwdGbbBrHvOmtEtD08fPa96cvAgIECBAgQIAAAQIECBAgQKD8AiIkQIAAAQIECBCQfMY1QIAAAQLlFxAhAQIECBAgQIAAAQIECBAgUH4BERIgQIAAAQIbncDOU3aI8Vtt3TDuu+69NzKxQ8PKDhRmYo7FS+oTrAwdMix2nDS5AyP1vqaZVGf2/MYvpbdntkuWLaskzWjUdpORoxoVry2bOnH7upf1s/LRpUti2o035GaXlmk3Xh8LFtYnLclkDVMmbN+lsXtb566ex4znkUcfzVWHl50n7xBDh9QnEchEFp1J/NFyAnmNzZl/e8viyv52W4+PCeO2qWz35I8dmj7nI4fXJ89YvnJF/K8bErcc+dH3xwFvfGW84qgj4qgTPhyfP/NrceGfft/ppFCtWeT9MMd+32c/Ea//wLviBW9+XTz3Df8Xp37/zNa69OnyJcuWxrw753cqhkcerb/n50CZZOfam/+Xmx1a8n6U97aWnYqiiP792v/Ptm6aeVssbYormv0ZN3ZsZBK2ZkWd2nx0yaNx29zZneqbnZY2PQ9WNUg+M7B//xi9ySbZpN1LJp1o2TiTu9Q871s2aNrP7wSjhtd/VnO8dSU0y2f9nffc3TRK7X9DBg2OpzXdA2pLn9obPnRobD9hu6cKntzK5DG3333nk3utrzJ5UD6XWrZYeP99cdm/r2hZ3Kn91pLojRwxPHZq+h7VmUHvuPuuWNJ0zjvTd/y4xt/b5jd55WelM2NW++Q9Oe/N1f2OrO9/8IHI52nLPluM3jzee8TbY9cddmpZZb+HBS689A8x58471h5FApq1FDYIECBAgAABAgQIbDwCIiVAgAABAgQIECBAgAABAgTWu0D7/xVDN03NMAQIECBAgAABAgQIECBAgED5BURIgAABAgQIECBAgAABAgR6WmDbrbeJUcPrXzTP486ePzdXXV4un3Z1PLRoUd04A/r3j8nbTawr70sFK1etijvvXdClKT/SyaQlW4/dquFxH3x4UVx13bSGdR0tnH3HvHj88cfrum01ZkzssdOudeV9tWDFY6vi9rvWneSgJ+Lbduuto1HihK4msmg+1zl33B6PrXqseVFle7NRm8ROU3eobPfkj2222ioGDhhYd4i89mfOm1NXrqB3CCxdurTTn4sVK1c0DOKBhx7sdMKNhgN2sDDvjfc3zaF5t1EjRsZOk6c2L+rU9iNLl8TNM6Z3qm92eviRR2LFypW52eXl1jmzGo41afyENsdulNQsk4m093N6+113xJo1a2qOURRFTJ20fU1Z851n7PL02LTpXtS8LLczUdH02TNzs9Ulk+WMGb15w/q7Fi6IdSXMadixQWEm1mmURC/va3l/a9ClzaI0uvf++9ps01plJkrafNPN6qrzWT1/QX3yn7qG6yjIc5335nU0a1h9423TY3Eriafy+943Tvx8nPKRT8a+e+7VsL/C7hfIz8CFf/pDLGmWBDIT0Bz7lqPiiFe+tvsPaEQCBAgQWKeABgQIECBAgAABAgQIECBAgED5BURIgAABAgQkn3ENECBAgAABAgTKLyBCAgQIECBAgAABAgQIECBAoPwCIiRAgEA5BdasidWP174MXg104tbjY/DgQdXdtet82fze+zr3YvTaQZptZEKUZrtrN7fYtPFL42sb9PKN5StWxKKHH17vs8yXz0eNHNnwuPc98EC3JXd4aNFDsXr1qrrjDB8yNLYcM6auvK8WZKKMR5Y8ukGmP3bzxo6Lm+bznxuu7ZY5LVh4b6x8rP48Dmr67I/fcly3HKOtQcaObhxjJji4fvpNbXUtdV1+jj/yjmPivNPOjMNf+doY0CBBz4YEyEQombigO+ewZk19MqvuHH9dYy1ZtizmzL+9ptngQYNix+2n1JR1ZmfxI4922723M8dv3ieTtmTy/geBVgAAEABJREFUluZlub3ZppvGc/baOzfrlgnjtolGyWkWL1kSmXylrkODgltmz4hly5fX1YzdfItWj7vDpMkxskESvAULF8a0G6+vG6t5wbixW8bwYUObF1W21zR977nj7q4nYqkM1vTj2pv/F408m6qitftb1rW2PLZqVdzTyeQzY0dvHsOGDqsbelXTs/q+B+6vK+9oQd6TW/vOtq6xrrxuWkxvugZaazd86NA4cJ/94vQTPht/+fEv4owTvxCve+khkddHa316uHyjGP7CSy+Of/z337G66XNRDXh402funYcdHse9/ehqkTUBAgQIECBAgAABAgQIECirgLgIECBAgAABAgQIECCw3gX6rfcjOiCBjV4AAAECBAgQIECAAAECBAgQIFB+ARESIECAAAECBAgQINBegUxiMGLY8IbNl65YHg889FDDui1Gb94w4cGKx1bFHQu678XtBffd2/D4I0eMiD122rVhXV8oXL16dSxbsWK9T7W1l89zIq1ZZ11Hl7wG8lpo2W99JS1pedye2t9Q57Gtz+39Dz7YbeEufPCBWLpsad14A/oPiDGbb1FX3t0FW4we3XDIpxIcNKwuRWE12cKRhx4Wn//Qx+NHp54Rl/zgZ3HF+RfFtz59Srzm4FfE1ImTYtDAgb0u3p44Pwsf7L6kZp0Fu3XOrMjEOs37bz9hu8hz1byso9uZxKqjfXqqfSZteWBR/XN/+NBhMXH8hIaH3W3HnWKzTTatq1v4wP1x+bSr68obFdx46/R46OFFdVWjhg+PnafsUFeeBdtvu10MHFB7/WfymBlzZ2V1m8uwoUObvsMMqGuzes3q6M7rN5MWPfBQ43tya/e3ukk1K1jV9N2htfGaNWu4ue24rWPwwPqYM8FYJhpr2KmDhQ8/8nAHezzV/KK/XrpO+6IoYuTwkfGs3fesJD/59bfPiV+c8b044ZgPxr577vXUYLa6TeDHv74g5jZIvPXql7w8vvrJz0kA1G3SBiJAgAABAgTWLaAFAQIECBAgQIAAAQIECBAgUH4BERIgIPmMa4AAAQIECBAgQIAAgfILiJAAAQIECBAgQIAAAQIECBAov4AI+6xAv379ol9RNJz/448/HqtWrWpYN2zI0Ibl+RL+Se//cFz9q0u6ZTnkoBc3PE5RFA1fHG/YWOFageHDhke/fo3Pd1p313nLayCvhbUHfnIjjzygf/8n96w6KzB08ODo34rj/3v6Ht3y2ctrIZOcjBm9ed00i6KI/v169p+8TBi3TQzsX58oIZr+9IZEJE3T6Jb/xm6+RbzupYfEZz/w0fjxV74Zl55zfiXBzGXnXRinfOSTcfSbjowX7Pfc2HH7KTF6003rkm10yyT6wCCrV6/Z4LOcPntmLH70kZp5bLHZ6NinZEkvZs6dE/n8bx7ooIEDY7utxzcvWru98+QdYuiQIWv3cyP75zi53Z5l/oK7Yu6d8+uaDhgwMKZO3L6uPAvGj9s6VzXLsuXL45bZM2rKGu1sPWbLGDSg/v7SnYlYqsddtbrx96iiKDqeuGjNmlj9eOc+C0OanhtR1N+3ly9fFvc3SDhUnX9H1vfef39Hmte0/fvVV8Zv/3xJXYKnmkYtdvL7RF6X+f3l9BM+G3/58S/iGyeeHC9+7vNbtLTbWYH8XH7rvB9GJpNqPkb/fv0qCX/O+typkf7N62xvJALCJECAAAECBAgQIECAAAECBMovIEICBAgQIECAAIH1LlD/N7rrfQoOSIAAAQIbm4B4CRAgQIAAAQIECBAgQIAAgfILiJAAAQIECBAg0F6BLTbdLIa0kkhmybKlcf30mxoOtcnIUQ3L11fhsKHDYmyDpBjr6/h99TijN9kkBraStGR9xJSJBLZw3rpMPXL4iBg8aHCXx+nKAOPGbNmV7uvsO3aLMTE4kyU0aLm6FyQiaTCtDhW98gUvibO/9PX49Zk/jOPefnQlWcLTJk2OTZvurQMHDOzQWBqvH4FpN14fCxYurDlYPot2nfq0mrL1vdPdx7tt7uxYvnJFzbBFUcR222xbU1bd2WHSlMhEdtX9XGf/HCe327vMnDcnVq16rK75NluNq0vS8qzdnxFjNhtd1/ahhxfFjbdOryvfkAWtJWQZ3vQ9ZqcpHbt2lq5YHg889FCnwhnR9NzIZC0tO695/PFYs6ZzCW1ajrW6aZxMPNSyvL37Z/3sx/G988+LR5bUJnlqT/+iKGLk8JGx9+7PrCTzuuzHv6wk8HrGLk9vT3dt2hC48rpp8fu//zVWPtbg87nlVvGRd74nTj72+Mhkam0Mo4oAAQIECBAgQIAAgS4K6E6AAAECBAgQIECAAAECBAiUX0DymfKfYxESIECAAAECBAgQIECAAAECBAgQIECAAAECBAgQIECg1wpsO27rGDxwQMP53f/ggw3LFTYUUEiAAIF1CuyzxzPjR6eeEce/+/2x85QdIhMyrbNTKw0yyUMmaeiuxBGtHEZxM4EZc2fVJOrIZB5TJ05u1qLvb94889ZY9PDiukDGjN68cs02r9hrtz1i3NixzYsq29k/x6nstPPHLbNmxOIlS+pab7HZ6Nhnz71qyjNRUyZTqSls2pl75/yYv+Cupq3O/bd8+bK4f9FDneusVzzUZLd69aouSZz7mwvigyefFP+54bqGyYjaO/jw4cPjwH32izNO+kKcceIXYtcddmpv125p95WPfzouO+/C0iyve+khdUmmqlCDBg6MF+5/QPz0q2fGR95xjCQ0VRhrAgTKLiA+AgQIECBAgAABAgQIECBAoPwCIiRAgAABAutdQPKZ9U7ugAQIECBAgAABAgQIECBAgAABAgQIECBAgED5BURIgAABAu0V2HLMmFaTHyx88L72DqMdAQIECKxD4B2ve1N84cMnxI7bT4miKNbRunH1Y6seizsX3B2X/POy+NDnT4wL/vC7WLNmdePGSrtd4JbZM2LZ8uU1447fauu6pCw1DfrYTiaBue/BB+pmvcmokTF5u4k15TtNnhqjRoysKcudO++5O3Kc3G7vcvm0q2PhA/fXNR82ZEhMmVB73EnbbhuDBw2qabuq6bMxc96cmjI7fVPgphnT432f/UQcftx746K/Xhr3PnBfZLKt1qNpvSYTRD1r9z3j1ONPjFcc9KLWG3ZzzZBBg2P40KGlWtKyLaaRw0fGK1/4knjVCw9uq5k6AgQIECBAgAABAgQIECDQSQHdCBAgQIAAAQIECBAgUH6BfuUPUYQE1iGgmgABAgQIECBAgAABAgQIECi/gAgJECBAgAABAgQIEOi1ApMnTGo4txUrV8bcO+5oWKeQAAECDQUUtirw7je8Od78qtdVEhG02qhZRSZaWL5iRdx17z1xw603x88v/m186Asnxf6HHRKvfu/b49NfPzWuvG5asx4214fAjbdOj4ceXlRzqE03GRW7TN2xpqyv78yYOyvWrFlTE0Ym09hx0pSaskykVJcEZvXqmDlvdk279u7MnDunLsnIgAEDY8LW42uGaPTdZfGSJR1OeFMzaNPOkCFDY4tNN2va6vn/Vq1aHUuXLe35A/XhI8y9c358/syvxSFHvTnedvwH48I//T5uv/vOWNV0jXU0rNGbbBpHv+HIeN7e+3a0q/YdEFj86JK476GHOtBDUwIECBAgQKDPCpg4AQIECBAgQIAAAQIECBAgUH4BERIgsN4FJJ9Z7+QOSIAAAQIECBAgQIAAAQIECBAgQIAAAQIECBAgQKD8AiIk0B6B5+y1d4zdfIuGTZcsWxrz7pzfsK6twnxReO9XHxw9vRx4+KHxh3/8ta2pqOuAwJJly+Iz3/hKj5+3vC7yRfIOTE3TDgisWvVY/PCCn66X8/jez3y8AzPreNNVq1bVJaGojtK/f9/65zaZ7OD/XnhwtEzSUY0n15lMIZMqXPTXSyufxUPe9eY44I2vjEOPeWscdcKH46tnnxX/uuY/2dSyAQXmL7gr8jnXfAqZlOVpkyY3L+rz27fMnhHLli+viaNfv36x7dZbry0bPnRobD9hu7X71Y1MqHLTzNuqux1a3zZ3dixfuaKuz/hxTx13r932iM0bJIhZ+MD9cfm0q+v6buiCcWO2bDiF5SuXdzlZTsOBWyl8cNFDkc+IltX9+/ePoYMHtyzu1P4WozePTBbUqc7r6HTLrBnxpe98M173vnfGi97y2vjSd78Vl//3qnhw0aJY3SJRUmtDbb7ZZvGO1x0eE8Zt01qTbiu/894FMWve3NIss+fPi2Urau8JzbGWLFkSF1/253jLR98XF156cfMq2+tJwGEIECBAgAABAgQIECBAgACB8guIkAABAgQIECBAoPwCfetfw5T/fIiQAAECG0LAMQkQIECAAAECBAgQIECAAIHyC4iQAAECBAgQINArBZ6+486xyfARDed254IFbb7EveC+exv2GzFseOSL4Q0rFW5wgTsW3B0rHltVN4/BAwfEts1e7q9roKBXCSx88IHIBA8tJ5Uv/efL/y3L++L+9dNviiXLljac+tjRYxqW99bC17zkFTF6k00bTm/lY4/FX/71zzj8Q8dUkipkcqZMrJWJNBp2ULjBBWbOm1OTxKMoipg6afvqvEqxvvHW6fHQw4vqYtlm7Li1iTv22XOv2GKz0XVt7n/owbjquml15e0puHnmrbHo4cV1Tcc0HedZuz+jUj5p/IQYMXx4Zbv5j9nz5zbfbXP77qbvMCtX1T8LBzU9C8eNbZwsps0B26gcPKhxYpc1q9e00av7q/Je83iDYXN+I1v5Ltigea8oWrJsWSXByYe/+Jk4+O1viDcde3T86MLzY84dt0cm8mprktttMz4OfPb+bTXplrovnvWNeNNxx5RiOeqTx8UDDz0UmWirJc7jjz8e+bl9/8mfis996/Tw7GopZJ8AAQIECBAgQKDEAkIjQIAAAQIECBAgQIAAAQIEyi+w3iOUfGa9kzsgAQIECBAgQIAAAQIECBAgQIAAAQIECBAgQIAAAQIECAwfOjT23uOZ0X/AgDqMNWvWxIy5s+rKmxc8uuTRhi/4Dhs8JDbfbLPmTTfQtsM2Enik6bytWLmirqp//wGx2abOWx1MLy1YeP99sWJF/XnM6W65xRa5KsXyyKNLGsYxcsSIhuW9sfDFz31+7Dh5csOpZTKIn1x0YZxw+ikx9875DdusqzA/t/n5XVc79d0ncMusGbF4Se21OXbzLeI5e+3dfQfZwCPNX3BX3LVwQd0sRo0cuTbRzpQJE2PYkCF1bebMvz2WLFtWV96egrS9856765oOGzYsttt6fKV88nYT65JgrFi5MubecUelvj0/ljbNb1WD5DP9+/VvNVFUe8Zt2WbCuG2axtukZXFl/8EGyX0qFT30Y8HCe2NlDyefGzemexP3tJci759n/uSceMMH3x3v+uRH4u9XXxmrVj3WsPuggQMlSWwo03rhsW99dzxzt92jKIqaRvk5//nvfxtvO/7YuGnG9Jo6O1vB+tkAABAASURBVAQIEFj/Ao5IgAABAgQIECBAgAABAgQIlF9AhAQIECBAoPwCks+U/xyLkAABAgQIEFiXgHoCBAgQIECAAAECBAgQIECg/AIiJECAAIFeJ/Cagw+Jidts23BeixYvjn9d85+GddXCuxcujMcavNg7ePCgmPjkC+LVtta9R+D2u+6MpUuX1k2oKIoYv+W4unIFvVMgE0M8+PDDDSc3ZvQWkcmlGlb2scKFD9zXcMabjBgVO0/ZoWFdRwpf23QfvOzcX8XffnJhXHjm2fHDL341PvuBj8YbXnFotxk+fYedmsYaXjetxx9/PP7536virJ+eU1fXkYJBAwfUJQToSH9tOy5w+bSrY+ED99d0HDV8eLdckzWDbuCd2bfPi1WrV9fMYuiQIVH97jCh6Vk/YMDAmvpMAnPrnLaT19V0aLAzc97suuMOHtj03WKbJ5PPbDux7ppf/OgjMX32zAajNS5asPDeWLK0PkFOv379Ytutt27cqROlUydtH5mwp1HXBffd26i4x8rursRcmzQpD5bncMsxY3KzS0s+d8ZsvvkTY2zAn5kE5WNf/lyc+9sLIxN8NZpKzjPn26hOWa3AoS96WTz/2ftG/361/8w174Gnfveb8bWzv1PbwR4BAgQIECBAgAABAgQIbDwCIiVAgAABAgQIECBAgACBbheo/Vu5bh/egAQ6LqAHAQIECBAgQIAAAQIECBAgUH4BERIgQIAAAQIECBAgsHELTBi3TbxwvwNi8KBBDSGmz54RV143rWFdtfD2uxsnMcmXmKdO3L7azLqXCWTSkntbSegxfqutS5c8oZfxd+t07rjnzobjbbHZ6Nhnz70qdX39x5333B2rGiS52mTUyJi83cQuhzdxm/GRyTSGDRka22y5Vewydcd48XOfH6958cti801Hd3n8HGDSthMiE1rkdvPl0aWPxj//++/mRZ3a3nar8Z3qp1PXBGbOnROZQKg6ShmffTfNvC2WLqtNVjZwwMDYZqutKmFPGj+hsm7+o6NJYJr3rW43Om5+hrbcYkzlGTVmdH2CkwULF8a0G6+P9v65ZdaMuO/BBxo232bsuMjvSQ0rO1i469SnxbChw+p6ZfK+e+5bWFfekwXXT78p7rmvcUKvyRMmdfnQz9jl6TFqxMgOj5OJxDLByQnHfDC++/mvxO++e27846e/ado+rcNjNe+Qib1unT2redHa7eFN52SnKU9bu2+jsUB+xl/d9DwcMWzE2gZ538vPz8e/8oW45J+XrS23QYAAAQIECGx4ATMgQIAAAQIECBAgQIAAAQIEyi8gQgIEyi8g+Uz5z7EICRAgQIAAAQIECKxLQD0BAgQIECBAgAABAgQIECBQfgEREuhVAm99zetj+wnbNZxTJSHCf9adEOE/N1wb9z30YMMxpkycFLvusFPDuo4WfufkU+OK8y+Ky378y7jgm9+PfDH5pPd/ON7wikNj+NChHR1O+yaBuXfMjzVr1jRt1f63+WabxbOevmdtYSf33nP4W+Pyn18Uf/vJhZUXyX906hnx+Q99PD741qMiX2YOf7osMPeOO2LFypV144wYNjz22m33uvLOFLz6JS+Py879Vfz9p7+OS37wszj3tG/Flz76qfjoO98TmWigM2N2pM+MeXNi6fLldV2GDh4Suz9tl7ryjhbkvSqTWrTslwmaMlFTy/LO7I/edLOG3R5e/EhMnzmjYV17C/fabY8YN3Zse5tr140Ct82dHctXrqgZMe9t3ZW0pGbgDbRz1XXT4v4Gz/lMePScvfaOzTbdtG5mHU0CUzdAU0Frx9167FaRyZxGjXgqEUZT88rzbMbcxklGsr61Jfs0ehaO3WJMHPjs/Vvr1qHynac+LQb071/X55ElS2JG0zVUV9HDBbPmz6l4tTzMNltuWUm81bK8I/tP33Hn2GR47blpT/9DXvCS+OhR74lDDnpx7L7jLjF28y1iyODBMXb0FpVkQ+0Zo7U28+6a31qV8nYIvOmQV8ekZv+/kIlnbrj15vjsGafFTTOmt2OEjbqJ4AkQIECAAAECBAgQIECAAIHyC4iQAAECBAgQIECAQLcLSD7T7aQGJECAQFcF9CdAgAABAgQIECBAgAABAgTKLyBCAgQIECBAgMDGK/DuNx4ZL9jvgOjfr/FfV0+fNSt+85c/tgvoptumN3yJeezmY+Lg5z6/XWO01SgTX+wwaXIMHDAwhg8fHvlSf76Y/NIDDooD99k/lixbFv50XODaW26MR5cuqes4aODAeN4++3U5qU+epwP23jdyvGFDhsbYzbeIHbef0nTdPTde/Jznx/itxsX6+pOJS1aveXx9HW69Hueam26IBxctqjtmJlPZZ4+9uiUB1Iv2PyCGDxsWmexl9Kabxg4Tt4/nNZ3blz7/BTF5wsS6Y3d3QSahWHDfwrphi6KIp++0c+WeUFfZzoJ999yrqf/4utaZjGLuHT2fsOCx1auiqwlu9t59zxg9apO6GLJg8KBBscnIkbm5kS89E/7NM2+NRQ8vrhl8s002jd127J7EazUDb6CdfMbedc+CuqOP3mSTmNJ0Lxg+dFhNXX52ZnQiCUzNIE07edw5829v2qr9b+SIEU33tR1j8ODBNRXLli+PW2Z3PJHT/2ZMb/oe0fhZuO8zn9XlZ+ErX/CSmLJd4/vkwgfuj8unXV0Tx/rYuX76zQ1jHjFsROz/jGd1egqZDHDvPZ4Z/QcM6PAYs2+fV5fIKQfZdJNRscvUHXPTsgEE8lm/317PWvv/C5l45r//uz4+9PkTY+6dPf+M3AAhOyQBAgQIECBAgECfFxAAAQIECBAgQIAAAQIECBAgUH6B8kfYr/whipAAAQIECBAgQIAAAQIECKxDQDUBAgQIECBAgAABAgQIECCwXgSOfuNb4nUvPaSSFKTRAR98eFH88o+/a1TVsOxf1/wnFi2uffk+G/bv1y+e+6xnRyZ3yP3K0sEf+SJzJirJ5CUtu65etSqun35jy2L77RT465WXx5w7bm/YOhOKHPGqwxrWtbfw0Be/NMaP3aph8/l337leX7h/4KEHY9Xq1Q3n0tcLb5k1I2687ZbIF8JbxrLlFmPi1U3noWV5R/YPe9n/xdO2n9KwSyZOuPr6axrWdWdhJqHIJB+Z1KLluHmN5bXWsry9+y/Y/7mx6ahRdc0zMVMmaKqr6OaCIYOGxM5Tduj0qJPGT4jn771/q8ke+vcfEIMHDur0+Dq2LZCfvzvvubum0dAhTed0cufPac1gvWRn5rw5sWrVYzWzGTVyZOwy9WmRCY6aV3Q2CUzzMarb+Yx6rMVxhw8ZGttvu10M6N+/2qyyfqjpu8uNt06vbHfkx6X//Fvcde+9DbtkwrTXHHxIw7r2FOZ3mJc+/4WRSV1ats/vMP+54dqWxetlP2Oe3SCxT1EUsc+ez4wX7n9Ap+aRVhO32bZTfTORyaNL6pMAZdKzZzfNqVODPtlp8003e3KrdrVk2dKYPuu22kJ7NQIvP/BFsdmTyc3ye0Ymnjn+1M/FEokfa5zsECDQhoAqAgQIECBAgAABAgQIECBAoPwCIiRAgAABAgS6XUDymW4nNSABAgQIECDQVQH9CRAgQIAAAQIECBAgQIAAgfILiJAAAQIENi6BffZ4Zpz9xa/FEa96XeQL0Y2iX/nYY/Hbv1waf7/6ykbVDcuuvG5a3DzrtobJL8ZuvkUc+Zo3RCZIaNh5HYVvPvSw2GXK1IatFj70QPzjP1c1rFPYPoErr50WK1aurGs8aODA+L+DXhwHP/fAurr2FOy7517xwv0OaJgQI6+xfzcdtz3j9HSbTJqwyciRPX2YHh//n9OuikeWPFp3nP79+sUBe+8Xb2n6HNVVtqMgP7evfOHBkS//t2yeiWCuuemGmL/grpZVPbL/1yuviAcWPVQ3dv8BAyrXWl5zdZXrKHje3vvGs/f8f9Gvyall00x6kQmaWpZ3dv/BBnPPsTYZNTJ26mTymbyPf+ht747x48blUJYNJDBz3uxontwqr6cdJk3ZQLPpmcPeMmtGLG6RGGTwoMGx8+T653Nnk8A0mvmMubOb7m21CUkGDR4UkydsV9c8k5d09n70t39fEflsajno4EGD4jUveXmnk+h9+B3HxK477Nhy2Mr+vQ+u/+8wlQM/+SOfw41iHjViZBz5qsM6/L0t78FplWZPHqJDq2k3Xh95vht1esauT49MhNaobl1leZ9v7R57x913SaLSBuArX/CS2HPnXaIoisp3fIln2sBSRYAAAQIECBAgQIAAgV4kYCoECBAgQIAAAQIECBAg0PcFJJ/p++ewpyMwPgECBAgQIECAAAECBAgQIFB+ARESIECAAAECBAgQIECg2wV2nrJDvPeIt8XPv/6dOP2Ez8bOU58W/fs1/ivqxx9/PK656X9x1k/P6fA8Lr7sT/HQ4ocb9nv603aK49/9vg6/yPyO170pXnvwITFgwMC6cTPxxbU3/y9umjG9rk5B+wV+eclFceucWQ07jN5008q109EENPkC+ofednRsMXrzhuPmy96X/fuKhnXru3DgwIExepPN1vdhu/14f77iH/Gf/11feTm85eCZoOQtr3xtHNG0tKxra3/S+Alx4ns/1OrnNhPBZEKYtsbozrpMTPCf/10b+dlvOW5eax9913s7lCBi1x12iqMOO6Lp/G/acrhYtmJ5dPc1eve99zY8P8OGDI0D99mv1YRgdZN7siDP6yffe1w8c7fdK4kBniy22gACN828LZYuW1pz5HFjx8Zeu+1RU9aXdy6fdnUsfOD+mhAGNd0/N9uk/vPTlSQwNQdo2ml03IEDBsbI4bVJw1ateixmzpvT1KNz/13Q9CycPX9ew86ZRO9jTd9hnvusZzesb63wE0d/IF60/wENv3OtXrUq/nH1vzbod5i2Yp683cQOfW/L++l7j3h7pFVrHu0p/9e1/42ly5fVNc0EaIf/32s6dI/PQXI+rz34FbHZqE1yt2bJ4/z7+mtqyuzUCrxgvwNixLARlWfX9Fkz4vQfniVZTy2RPQIECBAg0B4BbQgQIECAAAECBAgQIECAAIHyC4iQAAEC3S7Q+F/2dfthDEiAAAECBAgQIECAQPsFtCRAgAABAgQIECBAgAABAgTKLyBCAr1boF+//vHi5zw/fnLamR1aLjzz7LjsvAvjivMvirO/9PVK0olMJNG/X+t/NZ2JZ/77v+vjhNM+3ymUv199ZVx25eWxes2auv5FUcQeO+0ap33iM3HIQS+uq29ZkC8Ln3zs8fHWVx/WakKGu+65J8799S9bdrXfQYEly5ZFvoC++NFHGvbMpB4fOeq9cdzbj271XDTv+OZXvS5O+sBHYtutt25evHY7k3r89q9/jPkL7lpbtj427l/0UCxv5YX25+397LrYnrPX3jFh3DbrY2rddoyf/e7XseC+hQ3HGz58eLz7DUdEfq7y89WwUbPC/Jzm5zWTVRVF0azmic1IGOnuAAAQAElEQVRMnPCXf/0jMiHMEyXr52d+5ufddUfDg40bs2Xl2strsGGDZoUZ3ykf/kRkgoVmxZXNvBf+79ab4/zf/7ay310/rpt+Yyxt+rw1Gm/PXZ4eH37HMY2qGpbts8cz48zPfjmev/e+DRNbNO80aOCAGDd2y+ZFtrtZ4KrrpsX9Dz1YM+qoESNjp8lTa8r6+s6dC+6uCaEoiujX4ntFV5PARIM/M+fOqSS/aFC1tmjxkiVxy6wZa/c7upHPwl9denE8sqTxs3CrLcbGie89Nt76mjesc+hMxPKtT58SLz/wRQ2T5+UANzXN9Xvnn5ebG2xpK+aiKGL3HXeJUz5yQuT9pq1JtnU/batfo7o//uOvMXPe3EZVlcQ2+f2iPff4HCDPw5c++ql45q6NE3TdftedkcfLtpZ6gUy2NH7cuEqymdvmzorPfvP0yMRS9S37Won5EiBAgAABAgQIECBAgAABAuUXECEBAgQIECBAgACBvi/Q+r/w6/uxiYAAAQLdI2AUAgQIECBAgAABAgQIECBAoPwCIiRAgAABAgQIEKgRyJe6t9lqXEyZOKlDyzZbblVJpjFwwMCa8VrbyWQLmXjmc986vfKSaWvt1lV+5k/OjmtuvKHVl8RzXp84+gPxm7POiY+9671x4D77VeaZ42ZynFe98OD4yvEnxc+/ela8cP8DWn1p+9Glj8ZPf3ehl2ATrhuWP1/xj/jVpX+IlY891nC04UOHxuteekj87jvnVs5Pnqc8X9k46/I85vnM83rMm46MTUeOyqq6JRMT/e3fV3R7Uo+6AzUoeHTJo03xrWpQE5UX08//xvciX1LP5aLv/jg+8/6PxK477NiwfW8tvGnG9Dj31xdEfj4azXFA0/0gP1cXnPH9OPMzX4w3vPxVsfOUHdY23e+Zz4r3HvG2+PnXvxPHv/v9kZ/XaPAn7xfX3HxjbIjECfni+wV/+F2rMea1l9dgXot5TWZM1RD22m2PmvhaS8Kz8MH748c9kNjq93/7S8y8fU51OjXr/v36xcEHHBQ/OvWMeN7e+9bUNd958XOfH2ec+IU4tek+ueP2U6IonkoMlJ+vTPzRvH1uF0W/GDFsWG72rqVEs8kkHnPm314T0eBBgyLPUU1hH9+5dc6sWLFyZZtRdDUJTKPBb5s7O5avXNGoam3Zwgfuj8unXb12vzMbv/vrn+KXf2z9WThy+Mh41+uPiEt++LP49Ac+Uvmeks/APNak8ROa7qmvrNxbM/FM3m/692v8zwFzruf88mdd+r6Vx+yOJWO++LI/RyYUazleURSRcZ328ZMqiQzf8PJXVvazXT47jjz0sEpixHxetLyfrmmQiDD7rWvJz9LvLru01SRAze/xJxzzwXjpAQdVktJUx033nNcPTjk98jzkPIviqftktV0mGcpkQ3m8apl1rcA///PveOW7j4wDDz803vKR9/vOXctjjwABAgQIECBAoCMC2hIgQIAAAQIECBAgQIAAAQLlFxBhtws0/tvmbj+MAQkQIECAAAECBAgQIECAQPsFtCRAgAABAgQIECBAgAABAgTKL7Bi5cr41R8vjuNP/VzkC9FdiThf4j39h2fFDbfe3GoCmqIoYtyYLePQF70sTvnIJ+Oy8y6Mq391ydqEF8/5f/vE8OHDW51GzjeTT1z4p9+32kZFxwXO+uk5cdFf/hitJaDJEfO85PnJF80zQUmetzx/eR7zfOZ5LYoim9YtmbBk2o3XxVe+f2Zd3foouGXWjLjvwQcaHqooihgzevPIpB+5bLn5mBg8eFBsO27rhu17c2F+Ls751S9iyZIlrU5zyODBlYQ7H3zrUZWEAnkeczn9E5+JI1752kpygf79Gv8zljyPs26fF/k5z897qwfpwYqM8We/+02riRuK4ql7TMaUseWSiQjWFd/iRx+Jc355fky78foeieCXTffaPEajwYuiqCQr+WLTffFvP7kwLvjm9yuJHX5y2pnxu++eG//82W/jsx/4aDxr9z1j0MCBNUNk0pmLL/tT0733lpry3BnQv3+Mbbqmc9vScwKNErNsP2G7tQnWeu7I62/k6bNnRmvXb3UW+T2iq0lgqmNV1zfPvDUWPby4uttwfeeCuxuWd7Qwn4V//tffY9Xq1Q27FkURozfZNA5+7oFx8rHH13yH+eBb31W5t+Y9Nlr5kz6nNj0Hr7xuWist1n9xJhL7878vj0xg1ejombgsk7hkfNVn/9lf+noc/aYjK4kR+/erfV5kArSrbri20VDtKvvdOpIAFcUT9/hDDnpxnPT+D1fuj3mPz+Vbnz6lMq9dd9gpWjsP+T3nl3/8Q+Rx2jUhjQgQIFAyAeEQIECAAAECBAgQIECAAAEC5RcQIQECBAgQIND3BWr/FrbvxyMCAgQIECBAoPsFjEiAAAECBAgQIECAAAECBAiUX0CEBAgQIEBgvQnki9X5QvdHv/TZyBehuyuRxNw758envvql+Pf117T6InNng8w5/vjXv4izfvbjzg6hXxsCeR389KJftZrUo42ubVblC+1XXvvf+Pipn+/2sds8cIvKTH6TSTpaFDfczZfttxi9ecO63l547m8uiG/+5Jx48OFF3TrVTDwzfdaMps/3FyM/5906eAcH+/4vfhJn//Jn8ciSRzrYs/Xm9z/4QJz+g7Mik9u03qprNX++4h+VZF+ZRKu1kYqiiGFDhsaEcdtUEjtMmTgpxm6+RQweNKhhlwceeihO++F34wvf/nrcfe+9DRN/TZ20fWW8hgMo7BaBRolZtthsdOyz517dMn5vGCSTMi1YuLDVqeQ9YubcOa3Wd7Yik4fdec/drXbPz1Mm/2m1QQcrPnvG6XHhpb+PHLeDXVttnjZz7rg9Tvr6qfHP//y72q5XrPO71Ze/c0b86YrWk+60d6KZ2OWCS34feT9tb59G7daVBKhRn/aU5fwy0V6O35722hAgQIAAAQIECBAgQIAAgW4QMAQBAgQIECBAgAABAgQIEOiwgOQzHSbb0B0cnwABAgQIECBAgAABAgQIECi/gAgJECBAgAABAgQIECBQLoF8+TmTNVx21b/ifZ/5RLzt+GPjquuv6fYgFz5wfxx78qfiF3+4KJYsWdLl8XPemeziE1/5fGTSiS4PaIBWBb790x/Fqd/9Ztx1z4KGSSxa7dhKRV5v3zv/vPjQF07aoIlncnrn/faXce3NNzWIK2vrl3Fjtqwv7CMlF156cZxw2imRCRny89PVaWcShl/98eJ472c+vsETz1RjySQ7nzz9SzFj3px2n9Nq3+br9EmnT33ty3HJPy9rXtUj25k8Kz8T+dnoygEygdh/brguPvrlz0We7xzrtrmzY/nKFblZs4wZvXn8v933rCmz070CjRKzDBs6LHad+rTuPdAGHu32u+5o9fOW115egz0xxZnzZkde843GXvzoI5HJfxrVdbbstB98O0759te75Vm4fMWKuPSKv8c7Pn5s0zPof52dUo/2ywQ0n/76qZXvWJ29N61YuTJ+8+dLorsSu2QSoPN+c0G3fI9MvEzU9dWzv1tJuJj7FgIECBAgQGBjFRA3AQIECBAgQIAAAQIECBAgUH4BERIgQKDvC0g+0/fPoQgIECBAgAABAgR6WsD4BAgQIECAAAECBAgQIECAQPkFREiAQLcIZDKFfNk5E7/MX3BXZIKCs391frzt+A/GC978uvj4qSevlxegv3b2d+Ltn/hQXPrPv3Xq5eGMY8F998aZPzknXv+Bd/VIopxuAS/ZIJmA44gPvye+8/NzI/3zPHQ0xLz2cpw3HntMnP3Ln3W0e4+0z5frP/et0+Pf11/TahKD5gcevcmmzXf73Pa1N/8v3vKR91VetJ89f16sXrOmwzHkfeTKa/8bx5x0fGWcNOzwID3YIZNnHXHceyr3iI5eq3ld3/vAfZW+6ZRePTjVmqEzcc5Hv/TEfXjVqsdq6ta1k+2vvfnGOO4LJ8X7PvuJuGnG9LVdrm66thc+cP/a/erGsCFD4/l771fdte4hgdl3zKtJzDKgf/+YOnFyDx1twwybyWWWN0hwlLNZ9PDiuHnmrbnZ7ctNM2+LpcuWNhx3wcKFkcl/GlZ2oTCfYfks/NGvf9GpZ2HeP/929b/iPZ/+eJz0tS9v8ARs7aHI5/UHTz4pct45//b0yXvpHXffXUnWk0l72tOnvW0yId77T/5Uh+bTfOyc24MPL6okQzzyY+9fm6ireRvbG1jA4QkQIECAAAECBAgQIECAAIHyC4iQAAECBAgQIECAAIEOC0g+02EyHQgQ2NACjk+AAAECBAgQIECAAAECBAiUX0CEBAgQIECAAAEC60fg82d+LfZ+9cHdtuzzmpfGAW98ZRz45tfEa9/7jkqCgrN+ek7cMmvG+gmo2VHm3jk/Tvz6lytzOeXbX4/L/3tV3HXvPbF0+bK6ZBiPrXosHlnySMyaNzcu+uullYQXr3z3kfHjX/+i2Ygd38wkKvsddkid78vfeXiHXlh/72c+XjdGnrcsX9esumsOjY6Tx895tFyyvFH79pRlkpF8CT39M/FIno88L3l+8jw1HyOTmuT5zPOa5zfPc157n/76qdEoEUbzvut7O+dz7Mmfis9/66uVpEyLHllck4gmY8s2f7ny8vjmuT+om15fO48ZwK/+eHG88dij401Nyy/+cFHlPpBxr1i5MqvXLvmS/rIVyyvnLBNWfe2c78VL3/6GOPbzJ9YkOFnboRdt5D0ir9UPNc01E0bMu+uOWLJ0ac09JuPLZAp5nf796ivj+FNPjkOOenOH7y+Z5CLvHS0/b3mPyeujvSzX3vy/OPrEj8U7T/hwXPin30feKzNp06rVq2uGyPP04KJFccOtNzddkz+MVx3ztqZ+H22YjCuTjb3ufe/s1H0q7xctY8r9LK+ZUIOdbJNtWy5Z3qB5u4qyb8vxcj+fl+0aoEGjTGKWY7RcujJm88PMvn1eLG+RmGX8VlvHzlN2aN4sWosty2sadnCnu67Ntg57wSUXxfPe+KqG19grj35L5f7SVv/O1v216Z78wre8ruFx33nChzo77Dr75bPw2z85J9p7f8nP6tU3XBNf+u63KvfP4798cpfun3/4x1/jwMMPrYs770F5vtcZQCcaZEKrnPdr3/eOOOfC8+PWOTPj0aWP1txP81lZjfWLZ30jXvO+t0fee6uHy89Uy89ZR++R1bGq88nnUbrm94y8j+e5aXm/zO8jS5ru/fkMyOd43ucPftsbIpPi5LO9OqY1AQIECBAgQIAAgY1ZQOwECBAgQIAAAQIECBAgQIBA+QVE2PcFJJ/p++dQBAQIECBAgAABAgQIEOhpAeMTIECAAAECBAgQIECAAAEC5RcodYS/+csf48Nf/Ewcesxb4/lvOjT2fe3Lal6o3v+wQ+IFb35dvOm4YyJfXM7kDKUG6SPB5XnI85HnJc9PnqfmL5Xneczzmec1z2+e594eWr7Q/77PfiJefORhCYicrAAAEABJREFUsd/rXr72OszYXnHUEXHCaV+IK6+b1tvD6ND8MrlJvoD/1o99oBL3c9/wf2vjzvOZSasyqUTGnzY/+92FkS/3d+ggG7hxnrNMenTY+4+KA494dc09JuPLpFx5nX7sy5+LTECzgadbOXwmBfvSd74ZmRglkzY1vx7zvOR5Ovjtb4ijTvhwnPubCyrJgSod/eh1Ao0Ss/RkQpZeB1DyCbXn/pKf1fd/9pNx4aUX97n7Z8vTl8laMvHOWz7y/jjoiNfW3E/zWVmNdX098/N5lK75PSPv45mUp+X9Mr+P5L0/nwH5HO8t9/mWtvYJECDQTMAmAQIECBAgQIAAAQIECBAgUH4BERIgQIAAAQIEOiwg+UyHyXQgQIAAAQIbWsDxCRAgQIAAAQIECBAgQIAAgfILiJAAAQIECBAgQIAAAQIECBAov4AICRAgQIAAAQIECBAgQIAAgfILiJAAAQIECBAgQIAAAQIECPR+AclnunqO9CdAgAABAgQIECBAgAABAgTKLyBCAgQIECBAgAABAgQIECBAoPwCIiRAgAABAgQIECBAgAABAgTKLyBCAgQIECBAgAABAgQIECBAoPwCIiRAgACBDgtIPtNhMh0IECBAgAABAgQ2tIDjEyBAgAABAgQIECBAgAABAuUXECEBAgQIECBAgAABAgQIECBQfgEREiBAgAABAgQIECBAgAABAuUXECEBAgQIECBAgAABAr1fQPKZ3n+OzJBAbxcwPwIECBAgQIAAAQIECBAgQKD8AiIkQIAAAQIECBAgQIAAAQIEyi8gQgIECBAgQIAAAQIECBAgQKD8AiIkQIAAAQIECBAgQIAAAQIEyi8gQgIdFpB8psNkOhAgQIAAAQIECBAgQGBDCzg+AQIECBAgQIAAAQIECBAgUH4BERIgQIAAAQIECBAgQIAAAQLlFxAhAQIECBAgQIAAAQIECBAgUH4BERIgQIAAAQIEer+A5DO9/xyZIQECBAj0dgHzI0CAAAECBAgQIECAAAECBMovIEICBAgQIECAAAECBAgQIECg/AIiJECAAAECBAgQIECAAAECBMovIEICBAgQIECAAAECBAgQIECgTqB0yWfqIlRAgAABAgQIECBAgAABAgQIlE5AQAQIECBAgAABAgQIECBAgED5BURIgAABAgQIECBAgAABAgQIlF9AhAQIECBAgAABAgQIECBAgED5BURIgAABAr1fQPKZ3n+OzJAAAQIECBAg0NsFzI8AAQIECBAgQIAAAQIECBAov4AICRAgQIAAAQIECBAgQIAAgfILiJAAAQIECBAgQIAAAQIECBAov4AICRAgQIAAAQIECBAgUCcg+UwdiQICfV3A/AkQIECAAAECBAgQIECAAIHyC4iQAAECBAgQIECAAAECBAgQKL+ACAkQIECAAAECBAgQIECAAIHyC4iQAAECBAgQIECAAAECBAgQKL+ACAn0fgHJZ3r/OTJDAgQIECBAgAABAgR6u4D5ESBAgAABAgQIECBAgAABAuUXECEBAgQIECBAgAABAgQIECBQfgEREiBAgAABAgQIECBAgAABAuUXECEBAgQIECBAgECdgOQzdSQKCBAgQKCvC5g/AQIECBAgQIAAAQIECBAgUH4BERIgQIAAAQIECBAgQIAAAQLlFxAhAQIECBAgQIAAAQIECBAgUH4BERIgQIAAAQIECBAgQIAAAQIbXqCnk89s+AjNgAABAgQIECBAgAABAgQIEOhpAeMTIECAAAECBAgQIECAAAEC5RcQIQECBAgQIECAAAECBAgQIFB+ARESIECAAAECBAgQIECAAAEC5RcQIQECBAgQqBOQfKaORAEBAgQIECBAoK8LmD8BAgQIECBAgAABAgQIECBQfgEREiBAgAABAgQIECBAgAABAuUXECEBAgQIECBAgAABAgQIECBQfgEREiBAgAABAgQIECBAYMMLSD6z4c+BGZRdQHwECBAgQIAAAQIECBAgQIBA+QVESIAAAQIECBAgQIAAAQIECJRfQIQECBAgQIAAAQIECBAgQIBA+QVESIAAAQIECBAgQIAAAQIECJRfQIQECNQJSD5TR6KAAAECBAgQIECAAIG+LmD+BAgQIECAAAECBAgQIECAQPkFREiAAAECBAgQIECAAAECBAiUX0CEBAgQIECAAAECBAgQIECAQPkFREiAAAECBAgQILDhBSSf2fDnwAwIECBQdgHxESBAgAABAgQIECBAgAABAuUXECEBAgQIECBAgAABAgQIECBQfgEREiBAgAABAgQIECBAgAABAuUXECEBAgQIECBAgAABAgQIECBQfoG6CCWfqSNRQIAAAQIECBAgQIAAAQIE+rqA+RMgQIAAAQIECBAgQIAAAQLlFxAhAQIECBAgQIAAAQIECBAgUH4BERIgQIAAAQIECBAgQIAAAQLlFxAhAQIECBDY8AKSz2z4c2AGBAgQIECAQNkFxEeAAAECBAgQIECAAAECBAiUX0CEBAgQIECAAAECBAgQIECAQPkFREiAAAECBAgQIECAAAECBAiUX0CEBAgQIECAAAECBAgQ2AgFJJ/ZCE/6xh6y+AkQIECAAAECBAgQIECAAIHyC4iQAAECBAgQIECAAAECBAgQKL+ACAkQIECAAAECBAgQIECAAIHyC4iQAAECBAgQIECAAAECBAgQKL+ACAkQ2PACks9s+HNgBgQIECBAgAABAgTKLiA+AgQIECBAgAABAgQIECBAoPwCIiRAgAABAgQIECBAgAABAgTKLyBCAgQIECBAgAABAgQIECBAoPwCIiRAgAABAgQIENgIBSSf2QhPupAJENjYBcRPgAABAgQIECBAgAABAgQIlF9AhAQIECBAgAABAgQIECBAgED5BURIgAABAgQIECBAgAABAgQIlF9AhAQIECBAgAABAgQIECBAgED5BTZ8hJLPbPhzYAYECBAgQIAAAQIECBAgUHYB8REgQIAAAQIECBAgQIAAAQLlFxAhAQIECBAgQIAAAQIECBAgUH4BERIgQIAAAQIECBAgQIAAAQLlFxAhAQIECBDYCAUkn9kIT7qQCRAgQIDAxi4gfgIECBAgQIAAAQIECBAgQKD8AiIkQIAAAQIECBAgQIAAAQIEyi8gQgIECBAgQIAAAQIECBAgQKD8AiIkQIAAAQIECBAgQIAAgZ4XkHym540doW0BtQQIECBAgAABAgQIECBAgED5BURIgAABAgQIECBAgAABAgQIlF9AhAQIECBAgAABAgQIECBAgED5BURIgAABAgQIECBAgAABAgQIlF9AhAQIbIQCks9shCddyAQIECBAgAABAhu7gPgJECBAgAABAgQIECBAgACB8guIkAABAgQIECBAgAABAgQIECi/gAgJECBAgAABAgQIECBAgACB8guIkAABAgQIECBAgEDPC0g+0/PGjkCAAIG2BdQSIECAAAECBAgQIECAAAEC5RcQIQECBAgQIECAAAECBAgQIFB+ARESIECAAAECBAgQIECAAAEC5RcQIQECBAgQIECAAAECBAgQIFB+gY0wQslnNsKTLmQCBAgQIECAAAECBAhs7ALiJ0CAAAECBAgQIECAAAECBMovIEICBAgQIECAAAECBAgQIECg/AIiJECAAAECBAgQIECAAAECBMovIEICBAgQIECg5wUkn+l5Y0cgQIAAAQIE2hZQS4AAAQIECBAgQIAAAQIECJRfQIQECBAgQIAAAQIECBAgQIBA+QVESIAAAQIECBAgQIAAAQIECJRfQIQECBAgQIAAAQIECBAgUEIByWdKeFK7FpLeBAgQIECAAAECBAgQIECAQPkFREiAAAECBAgQIECAAAECBAiUX0CEBAgQIECAAAECBAgQIECAQPkFREiAAAECBAgQIECAAAECBAiUX0CEBAgQ6HkByWd63tgRCBAgQIAAAQIECLQtoJYAAQIECBAgQIAAAQIECBAov4AICRAgQIAAAQIECBAgQIAAgfILiJAAAQIECBAgQIAAAQIECBAov4AICRAgQIAAAQIECJRQQPKZEp5UIREg0DUBvQkQIECAAAECBAgQIECAAIHyC4iQAAECBAgQIECAAAECBAgQKL+ACAkQIECAAAECBAgQIECAAIHyC4iQAAECBAgQIECAAAECBAgQKL+ACHteQPKZnjd2BAIECBAgQIAAAQIECBBoW0AtAQIECBAgQIAAAQIECBAgUH4BERIgQIAAAQIECBAgQIAAAQLlFxAhAQIECBAgQIAAAQIECBAgUH4BERIgQIAAAQIlFJB8poQnVUgECBAgQKBrAnoTIECAAAECBAgQIECAAAEC5RcQIQECBAgQIECAAAECBAgQIFB+ARESIECAAAECBAgQIECAAAEC5RcQIQECBAgQIECAAAECBAgQ6LqA5DNdN+zZEYxOgAABAgQIECBAgAABAgQIlF9AhAQIECBAgAABAgQIECBAgED5BURIgAABAgQIECBAgAABAgQIlF9AhAQIECBAgAABAgQIECBAgED5BURIgACBEgpIPlPCkyokAgQIECBAgACBrgnoTYAAAQIECBAgQIAAAQIECJRfQIQECBAgQIAAAQIECBAgQIBA+QVESIAAAQIECBAgQIAAAQIECJRfQIQECBAgQIAAAQIECHRdQPKZrhsagQCBnhUwOgECBAgQIECAAAECBAgQIFB+ARESIECAAAECBAgQIECAAAEC5RcQIQECBAgQIECAAAECBAgQIFB+ARESIECAAAECBAgQIECAAAEC5RcQYQkFJJ8p4UkVEgECBAgQIECAAAECBLomoDcBAgQIECBAgAABAgQIECBQfgEREiBAgAABAgQIECBAgAABAuUXECEBAgQIECBAgAABAgQIECBQfgEREiBAgAABAgS6LiD5TNcNjUCAAAECBHpWwOgECBAgQIAAAQIECBAgQIBA+QVESIAAAQIECBAgQIAAAQIECJRfQIQECBAgQIAAAQIECBAgQIBA+QVESIAAAQIECBAgQIAAAQIE+qCA5DMdPGmaEyBAgAABAgQIECBAgAABAuUXECEBAgQIECBAgAABAgQIECBQfgEREiBAgAABAgQIECBAgAABAuUXECEBAgQIECBAgAABAgQIECBQfgEREiBAgEDXBSSf6bqhEQgQIECAAAECBHpWwOgECBAgQIAAAQIECBAgQIBA+QVESIAAAQIECBAgQIAAAQIECJRfQIQECBAgQIAAAQIECBAgQIBA+QVESIAAAQIECBAgQIBAHxSQfKYPnjRTJrBhBRydAAECBAgQIECAAAECBAgQKL+ACAkQIECAAAECBAgQIECAAIHyC4iQAAECBAgQIECAAAECBAgQKL+ACAkQIECAAAECBAgQIECAAIHyC4iQQNcFJJ/puqERCBAgQIAAAQIECBAg0LMCRidAgAABAgQIECBAgAABAgTKLyBCAgQIECBAgAABAgQIECBAoPwCIgpqh5QAABAASURBVCRAgAABAgQIECBAgAABAgTKLyBCAgQIECBAgEAfFJB8pg+eNFMmQIAAgQ0r4OgECBAgQIAAAQIECBAgQIBA+QVESIAAAQIECBAgQIAAAQIECJRfQIQECBAgQIAAAQIECBAgQIBA+QVESIAAAQIECBAgQIAAAQIECKxboK8nn1l3hFoQIECAAAECBAgQIECAAAECfV3A/AkQIECAAAECBAgQIECAAIHyC4iQAAECBAgQIECAAAECBAgQKL+ACAkQIECAAAECBAgQIECAAIHyC4iQAAECBPqggOQzffCkmTIBAgQIECBAYMMKODoBAgQIECBAgAABAgQIECBQfgEREiBAgAABAgQIECBAgAABAuUXECEBAgQIECBAgAABAgQIECBQfgEREiBAgAABAgQIECBAYN0Cks+s20gLAr1bwOwIECBAgAABAgQIECBAgACB8guIkAABAgQIECBAgAABAgQIECi/gAgJECBAgAABAgQIECBAgACB8guIkAABAgQIECBAgAABAgQIECi/gAgJ9EEByWf64EkzZQIECBAgQIAAAQIENqyAoxMgQIAAAQIECBAgQIAAAQLlFxAhAQIECBAgQIAAAQIECBAgUH4BERIgQIAAAQIECBAgQIAAAQLlFxAhAQIECBAgQIDAugUkn1m3kRYECBAg0LsFzI4AAQIECBAgQIAAAQIECBAov4AICRAgQIAAAQIECBAgQIAAgfILiJAAAQIECBAgQIAAAQIECBAov4AICRAgQIAAAQIECBAgQIAAgV4o0M3JZ3phhKZEgAABAgQIECBAgAABAgQIdLOA4QgQIECAAAECBAgQIECAAIHyC4iQAAECBAgQIECAAAECBAgQKL+ACAkQIECAAAECBAgQIECAAIHyC4iQAAECBAisW0DymXUbaUGAAAECBAgQ6N0CZkeAAAECBAgQIECAAAECBAiUX0CEBAgQIECAAAECBAgQIECAQPkFREiAAAECBAgQIECAAAECBAiUX0CEBAgQIECAAAECBAgQ6IUCks/0wpNiSn1bwOwJECBAgAABAgQIEPj/7N0HnNTUFoDxc7ZRlt6UKliwoCiKioANbFgQsaBibyhgQUQBFRARCyIqiGBFUbEgKhYeFuwFxY6CiIJ0kA5LXeDNyTi7U7K7M7NtJvvxMyS5ubm55587mTjPex4CCCCAAAIIIIAAAggggAACCCDgfYG8Izxg76Zy7YWXyRP3PChTnp4gn7z0hnwz8T2Z/vqUnOWr196Vj1+c5Bx/5r4R0ueq7tLyoEPybpQjCCCAAAIIIIAAAggggAACCCBQCgJcEgEEEEAAAQQQQAABBBBAAAEEvC9AhAgggAACCCCAgAjJZxgFCCCAAAIIeF2A+BBAAAEEEEAAAQQQQAABBBBAwPsCRIgAAggggEApC9SpWUuuv+RKeXPMOHnmvofl8rO7yMH7NZMa1apJhXLlRVVDepiakiIVy1dwjjfbZz85p8MZMmrgUPnw+Vfl3j53yKHNmgt/EEAAAQQSQ+D27jflJA8LTiT25SuTpdv5Fxd7J0cNvNf1+tNemCSnHtu+2K+fjBew+2L3J/h+2fbLj4xNxnDoc7AA20knYM8pe17ZZzB4eefJF6JKvpjXM9DKkw6DDiOAAAIIIIAAAggggAACCEQnQC0EEEAAAQQQQAABBBBAAAEESkEgpRSuWaYvSfAIIIAAAggggAACCCCAAAIIIOB9ASJEAAEEEEAAAQQQQAABBMqKQGaFCtL7yuvk5RFj5KIzz5G6tXeLSDQTrYWqSuXMytKuVRsZOWCIbxkqBzbdP9rTo65nbY4cMFT6XNU96nOomHgClvBoSK++Muy2AaXWOS6MAAIIIIBASQjw7lISylwDAQQQQAABBBDIW4AjCCCAAAIIIIAAAggggAACCCDgfQEiRAABBBAQIfkMowABBBBAAAEEEEDA6wLEhwACCCCAAAIIIIAAAggggAAC3hcgQgQQKAWBQ5s1l6fuHSHndjhDMjMzi7QHaWnpcsTBLeThO+6Sy8+5oEjaDiTKefSOu522MzIyiqRdGil5gUvOOk+eGzZSTmx7rFQoX6HkO8AVEUAAAQQQKAEB3l1KAJlLJKMAfUYAAQQQQAABBBBAAAEEEEAAAe8LECECCCCAAAIIIIAAAgiUggDJZ0oBnUsiULYFiB4BBBBAAAEEEEAAAQQQQAABBLwvQIQIIIAAAggggAACXhfocEw7ufumW2XPhnuIqhZbuJUzK8tV514g/a+7sVDX6Nj+ZBn/4GPFkiinUB3j5JgEWh1ymJN0pnvXy6RG1WoxnUtlBBAoDgHaRACB4hLg3aW4ZGkXAQQQQAABBBBAAAEEYhfgDAQQQAABBBBAAAEEEEAAAQQQ8L4AESIgQvIZRgECCCCAAAIIIIAAAggg4HUB4kMAAQQQQAABBBBAAAEEEEAAAe8LlGCErVu0lO4XXS61atQs8KrZO3ZIVlaWLFi6WObOn5ez2L6V2/GCGklLS5fTjmsfdwKaRwcMkdu6XS/1d69brIlyCoqD44UTGNCztwzrO1D223Nv7mPhKDkbAQQQQCDBBXh3SfAbRPcQQACB0hbg+ggggAACCCCAAAIIIIAAAggg4H0BIkQAAQQQQAABBEpBgOQzpYDOJRFAAAEEyrYA0SOAAAIIIIAAAggggAACCCCAgPcFiBABBBBAAAGvCmRWqCCXnXOB1KlZK88Qt2zdKt/+/KMMHvmQnHTpudLuknPk3J5XSdfe3XMW27dyO271rL6dl1ejloCmfeu20vmk0/Kqkmd5nZq1JS01Nc/jHEgOgTq+MZeRnp4cnaWXCCCAAAJlRqA4Aq3Du0txsNImAggggAACCCCAAAIIIIAAAnELcCICCCCAAAIIIIAAAggggAACZUGgrCefKQv3mBgRQAABBBBAAAEEEEAAAQQQKOsCxI8AAggggAACCCCAAAIIIFBEAhedeY4023sf19Z27NwpM379SXoM6ifXD+4v737ygWRt3uxaN1Box62e1bfz7HxrJ3A8eF2pYiU555TTpVHd+sHFbCMQEGCNAAIIIIAAAggggAACCCCAAALeFyBCBBBAAAEEEEAAAQQQQAABBBDwvgARIoAAAgiUggDJZ0oBnUsigAACCCCAAAJlW4DoEUAAAQQQQAABBBBAAAEEEEDA+wJEiAACXhTIrFBB2rQ8UtLS0iPCs4QxUz+b5iSemTlnVsTxaArsPEtA88609yU7e7vrKY3rN5Az2p/keoxCBBBAAAEEEEAAAQS8JtDzrn5y5NkdIhYrT4xY6QUCCCCAAAIIIIAAAggggAACCHhfgAgRQAABBBBAAAEEEECgLAiQfKYs3GViRCA/AY4hgAACCCCAAAIIIIAAAggggID3BYgQAQQQQAABBBBAAIEiEDjl2PbSsG4915Z+/O0XefCp0a7HYi0c+vgj8vVPP8iuXbsiTk1NS5MjDzlMLBFOxEEKEEAAgbIuQPwIIIAAAggggAACCCCAAAIIIOB9ASJEAAEEEEAAAQQQQAABBBBAAAHvCxAhAqUgQPKZUkDnkggggAACCCCAAAIIIFC2BYgeAQQQQAABBBBAAAEEEEAAAQS8L+DFCPffcx+pUK58RGgbsjbI5GnvS9bmzRHH4i0Y9/orsmzlCtfTG+xWV45r1cb1GIUIIIAAAggggAACCCCAAAIIlKQA10IAAQQQQAABBBBAAAEEEEAAAe8LECECCCCAAAIIIFAWBEg+UxbuMjEigAACCOQnwDEEEEAAAQQQQAABBBBAAAEEEPC+ABEigAACCCCAQBEI7FG/oahqREsrVq6SqZ99HFFemIKZc2bJ1z/OkJ07d0Y0U6F8eTlgr6YR5RQggAACCCCAQJkXAAABBBBAAAEEEEAAAQQQQAABBLwvQIQIIIAAAggggAACCCCAAAIIIFAMAgmWfKYYIqRJBBBAAAEEEEAAAQQQQAABBBBIMAG6gwACCCCAAAIIIIAAAgggkIwClStlunZ79bq1ruWFLZw5Z7Zs3rIlopmUlBRpWK9eRDkFiSZAfxBAAAEEEEAAAQQQQAABBBBAwPsCRIgAAggggAACCCCAAAIIIIAAAt4XIEIEEEAAgbIgQPKZsnCXiREBBBBAAAEEEMhPgGMIIIAAAggggAACCCCAAAIIIOB9ASJEAAEEklDg19mzZE0eiW2qVq6akBE1adBIBt5wi0x5eoJ89dq7Mv31KfLlq+84+/ffeqccd2TrhOx3vJ2qU7OWXNzpXHningedGD+b8JYTs8Vti8X+4fOvyovDR8tt3XrKAXs3jfdSnOcTMO/eV14nb44Z54wrM7Zx9v64V2TkgKHS6YRTfLVi/yezQgXpfPLp8uiAIc59/PSlN+Wbie/l3EvuY+ymnJHcAoc2ay6Dbuwjrzz6hEx7YZLr5+G5YY9K966XiT33iyta+8xf57uGXcuepfZZtM+9LbZt3zWl9d2SyM8NuydF9V1sbdl9fvb+R2Sq71n7xSuTc56Ndh/sGfzxi5Nk0uhnnWeoPUvNprjGRFG3265VG7m9+03y/IOjnPjCn//BMb79xHjnu8a+921sFnVf8mrP7sGtV/dw3iU+Gv9azvtVoG/Txr8uLz8yttjfM+y+XnBGZ3nynoccq+CxYOOgsN/FecUfV3mcJwVifOK/97rgGO29wMaHjQN77px8zPFxXiW60+yd+Z7e/eX1UU/LJy+9EfIctn7Z88/eW+J994muF9RCAAEEEEAAAQQQQAABBBBAIIEF6BoCCCCAAAIIIIAAAgggUAwCJJ8pBlSaRKAwApyLAAIIIIAAAggggAACCCCAAALeFyBCBBBAAAEEEEAAAQS8JFC5UqViCWfB0sWyfNW/smPnTtm0ZbNkbd4sK1atlLnz58myf1e4XvPUY9s7iQJsQnJgsUnLbpU7tj85ZAJ5oL5NwnarbxObA3UCaysL1D2j/Uny2KD7xPpQo1o1SU3x/8/xaampYvs2iXboLbfLc8NGSqtDDgucJi0POkTeefKFiL58+cpk6Xb+xTn14tmw862dQH8Da7ueXTeeNu0cS8ww4o675bWRT0nPi6+Qg/dr5sRYLiPDDucsFnvlzMqyd+Mm0vmk0+Spe0c4E9zNKKeSy4b1zfoY6K+tD29+iEtNESu34+HLqIH3uta3exZe1/bzuu+ujbgUWkyWpMLaCl6szI65nBJSZP0NPs+2zcAsrGLrFi1l1KB75dwOZ0jd2ruJ2Vp5akqKVK1cRY44uIX0vfYGmTjyabGxbccKWg5sur8M7d1f3h47Xm67poccefBhzn0sX66cqGrO6XateO5jTgNleIPQE0fA7bNvZcE9tGfzM/eNkJEDh0qHY9pJ4/oNxZIxqEZ+Hvbbcx+5tHMX55k24vbBYp+n4LYKs22JPYb06us8Yy/zXcOuZZ9B+ywG2rXtGr7vGvtusQQNIwcMLdI+BK4TvrY4S/O5YffMno/F13FsAAAQAElEQVTBi5UF+hnvd3Hg/MDaXJ++9yF5Yfgo5z5b8rRqvmdtelp6oIqzTk1JkYrlK0j93XYXe4bas/S9pyeI3Q8bT06lAv6y7wj7rgiOqUmDRq5n2fM9uF5gO5bvsMA9nPb8RLm3zx3Od8a+TfYSiy/8+W+dSE3xx2jj8gjfd41979v3fywxWjvBS0HfeVbX+mmfLUuMc/YppzvvEpUqVsp5v7I6qSkpklmxopMEyt4znhz6kNhnOFp7a6OgxZ4BlvjtrbHPyU2XXS3N99vfsQoeC6kpKSHfxeHvegVdo6Djbl527628oHPd3gXt3dDKA+dajDddfo1MenycE+PB/73XBceoqmLjw8aBfT7uuqGPTH7iebnkrPMCzRTJ2u61vcvc5xubJ7Q+WhrUrScVypUPeS+xftXwPf+O9L232LtPeD/s3cneocwoeAl+VhRJZ2kEAQQQQAABBBAIEmATAQQQQAABBBBAAAEEEEAAAQS8L0CECJQFAf9/7VYWIiVGBBBAAAEEEEAAAQQQQMBdgFIEEEAAAQQQQAABBBBAAAEEEPC+ABEWgcDOHTtdW6m/225y8jHHux4rbGH3gX2l9bmnyfFdO0u7izrLGddcLF17d5fbHri7sE0X6fk24dkmJNesXj3fdlNTUmSfRo3lsAOb51svUQ/ahGNLiPDInUPEkqHYJORY+pqakiI2wf32Hr3EktdYe7GcX1brmnW/626UPeo1CJl8He6hqtKgbl05/KBDwg9F7N90eTd59I67pX3royUzMzPieH4FqSncx/x8OJacApZc4oHbBkizffbLSe4UTSQZ6enS+tDD5eE77pKLO50bzSn51rngjM5OkrIT2x7rJHrIt/J/By0RzREHt5BhfQdI55NP/6+06FeJ/twoiu9iS8JhyXUsoY8lP0lLS48Z0r4b/fdjoNx1061OAqOYGymGEyw268/jg++P69kf3KXgGPv7vp+s7eDjhd22z5J9puyzleH7jEXbnn0W7DNsn2X7TEd7Xl71LAnV+AcfcxK/Vc6snFe1kHJVlf323Fss4eB1F14aciwRdyyhoCUHPP+0Tk5SnWj7qKqyW83a0r3rZfL44AecBEDRnutWzxIuWUIju28N69XL930n+HxVfz+6XXAJ75bBMGwjgAACCCCAAAIIIIAAAggggAAC3hcgQgQQQAABBBBAAIFiEEgphjZpEgEEEEAAgUIIcCoCCCCAAAIIIIAAAggggAACCHhfgAgRQAABBBBAIBkFlqxY5tptm4zbsd1JCTO52rWTxVhok2XPPfUMqVSxUlRXWb1+nUz/+ceo6iZSJZucbElnTmhzjMQyEdwtBpscftQhh8lD/QeLTe53q0OZX8Csup55tkSbqGfT5s3yzc/f+092+dvascQ/553aMeakM+HNWd8sMc7oQfc7yYjCj7OPQDIIWNIMS8hx9imnS7mMjLi7bN+F15x/sVx74WVxt2FJPHpedJnUqFotrjbsvB4XXSpdTjszrvPzOqlwz43QVovruVEU38XWxkO3D5Z2R7WNKQFRaIS5e/ZdeXLb48TatLZzj5T8ln3Xjh0yXKw/1q+i6oG1dbrvHfCOnr2L7D2w58VXiH2W7DMVbz/ts2yf6YHX9463CbnqvK7S55qeUn/3ulEnQgm+mD1bLux4tlg8weWJtH3MEUfJXTf2kT0b7hFXjBaLqsqhzQ4SS07YpEEjK4p5sXeJYbcNFEvalJoS33/Oas+WwLtlpYoVY+4DJyCAAAIIIIAAAggggEBhBTgfAQQQQAABBBBAAAEEEEAAAQS8IJD//1rnhQiJAQEEEEAAAQQQQAABBBBAAAEE8hfgKAIIIIAAAggggAACCCCAAAJRCMycM1u2bd/uWrNFs+YypHf/qBNkuDaSpIVXdblIYplsO2feXzLj159KPtpCXNEmBQ+4/uZCTU4Ov7yqyj6Nm0i/btfH5Bfejtf3j2/VVlrsf2DUYS5avlQ++eZL1/o2Tu/udZvY5OzUlKL7z0Ua1qsn/a67kQQ0ruoUJrrALVd1lxPbHCupKYX/TFgijrNPPlVObHtszGFb4pnTjmsvaWnpMZ8bfEKlipWcpBnVq1UPLo57O1meG0XxXdzj4ivk4P2axZ2Eww1ZVZ02rW234yVRZvfQvmvtO1dVi/ySqSkp0vawI+Tis7oUuu3jjjxKupzWqdBJ7qwjqSkp0r71MXJp59j7ZYlnLHGMJZCxtuJdMtLT5bxTz5Rm++wbbxPFdl7lSpWkj+/5Z8mliuIie+3RWOIZ561btJRbu/UUe5cobD9UVfb29eO6rpf5numphW2O8xFAAIHkFqD3CCCAAAIIIIAAAggggAACCCDgfQEiRAABBBBAoBgECv9fThRDp2gSAQQQQAABBBAoywLEjgACCCCAAAIIIIAAAggggAAC3hcgQgQQQCAZBWbM/EVWrlnt2vXUlBQn8cT44Y9J7yuvK7UkNOs2bpB5C+fL3PnzcpasTZtc+7x81b85dYLrL1/5r2t9t8IqmZWl1SEtop6ovnXbNvnx95luTSVsmU1a73HRFVK39m559nHL1q3y/cyf5eFnn5DLb7tRjjy7g7S7qLPcMeI+mfbNl5KVlZXnuTZZ2ZIGBFfYtHmT7z4uCLk/a9avC66Ss23lwfcvsG1JWHIqJelGenq6HNeqtaSmpUUVwc6dO+XX2b9L1ubNEfVtAv3NV1zrJEFQdU8+kJ29XWb99ac8/uK4nPto9/LmoQNl0vvvin1mdu3aFdG2FdjkdRsnNl5snwWBZBCoVqWqHH9UW0lNCf3Pp3b4PkvLVq6QaV9/4TzX7nr0Qbl/7CiZ8tk0WbhkieT1ObCYq1SqLOeccrptRr10Oe1MOeno4/JMPGP9mbdogTzx8vicz+YZ11wsw59+3Hn22jM4+GLWhxNatxXR0Lgkxj/J8twoiu9iS1ByRHP373O733bf7Tlo32tmb89GW+w7z56ZM+fMyjNBn6pKy4MOFrvPbreguN9del1xjdh3rdu1Lba1G9bLJ9O/csa4xWNx2WLf4/2GDZHxb74mf/req+w7wq0NK7MkKyccdXShksmVL5chHY5tF5F4xvq4et1a+WLGdOf7yT6PQ0aPkDc+mOK8J2Tv2GFdcF3KZWTIacefII3q1nc97lZ43JGt5WzfZ9jGv9tx68/Sf5fLhLcnSY9B/XLeeQaPfEg+/+6biHce60OHY9pJufQ0t+ZKrey4I9u4vq9v2rJZbDy//M5bYta2PPv6K86zxu39IhCAqsphBzZ37AJlBa3N+JoLLsn3HdOuaa7ma2PSxqaNUxuX9ly052PwdVRVGtdvKDWqVQsuZhsBBBBAAAEEEEAAAQQQQACBYhfgAggggAACCCCAAAIIIICAFwQK918ZeEGAGBDIX4CjCCCAAAIIIIAAAggggAACCCDgfQEiRAABBBBAAAEEEEAAgSgEbCLqp9O/lB3Z2XnWrla5ipx3akd5/bFnZNwDj8rFnc51ndiaZwOFPPDl99/Klf1ulq69u+csK1avdG11+k8/5NQJrv/Uqy+61ncrrFm9ulSqWCnnkE1ItgnSlqDAJkbbMvmjqbJg6WKxybGWzODT6V/l1E+GDUsMk9ekdYtpxq8/OZOvuw/sKxPeeUN+nzvHCcsmC3/wxadiE9fP73WtfPXjDMfAORj0l6o6CXw6nXBKTqm1cf3g/iH3x5LK5FQI2rDy4PsX2L5vzKNBtZJz0z5PtgT33hL52CRsS4RhE8InTnk7JynA2vXrxT4DwfUD21d3uUgOa3aQa6IkG7dz5v8tve+9Sy679QYZN+mVnPto51ubdr2O11wiY18eLxuyNlhxxGLjxJIcRBxInAJ6gkCIQPUqVaVCufI5ZfZZmP33XOn/4D1yZrdLpZ9vbc+19z79yEnANOiRYXLO9VfK0McfkRWr3L9brLG9Gu0hJx9zvG0WuBzYdH85//SzQvoRfJJdx55n59/YTZ5+7aWcz6aVv/reZLFnb49B/eS3P2eHJMWpnFlZ0lJTg5uKeTtZnhuF/S62BBjtWx8tliQkHMmed4+98Kxz3+05aN9rZh+oZ99X9sy0d48+990llgzDxlHgeGBt46zdUW0DuyFre8ba+YHvL1sX1btLl9POlOb7NXN99ltCvNf/9450vu4yue2Bu50xbvEEOmff45ZAbtT4Z+Qi33vV9YPvkN///CNknAXq2nq32rXl2COOss24Fhuz4e9Ui5ctlWFPjZYOV1zg+44aJGZtn8e3P3pf7HNhVr2HDszT3TpiyfPysrfjwYuNhcvOPl9qVK0WXJyzbePBvgc7XXuZPDzuSbF3IDtoVu9+8oHc4hsDgXee4KQ4mZmZeSaXsvNLeklLS5faNWqGXNbeL+ydossN1zjv0iOeHSNmbcuYl8Y5z5rzb7xGPvb9u0BwbMGNVCxfQdocenhwUb7b3bteLk2b7OVax65h7452TXM1X3O2yjZObVye73su2jgI/kzacRYEEEAAAQQQQEBEQEAAAQQQQAABBBBAAAEEEEAAAe8LECECCBSDAMlnigGVJhFAAAEEEEAAAQQQQKAwApyLAAIIIIAAAggggAACCCCAAALeFyDCZBV48pUXZM4/8wrsfkZ6uuy/1z7S8+Ir5I3Hx8mbY8bJPb37y2nHnSg2sbfABpKwgk2Snfb1F3JOjyvEEhTYxGhb7hn9sJzb8yq5+Z4B8tp7bzuJaJIlPEsI0+qQFq6T1rOzt8s70953Es9YYqL8YrJJwb2G3ClTP5vmmoDGJpt3OK59fk2U+WOWzOCH336VK/vf7Exun/T+u86kcJuUb0kBut15m7w4+XUnyU841nFHtpaTj2knqWlp4Yec+/HVD9/JtXfcIt/89H3E8fCCZydOkMGjRrgm3lBVOWT/g+TSzl3CT2MfgYQX8D/TPpDuA26VTwpIEjb5o6lybz4JaOyZdviBh0QVc+eTO8jutWq71p2/aIEMfGSY2PVcK/xXaM/g6+/qLx/7+m1Jwf4rLtQqWZ8b8XwXH9eqjTTYrW6E1+atW+TJV16U8W++FnHMrcCeof2G3SN//TPf7bA0qtdAjm55pOux4iq0pCuW+Ca8/W3bt8tLb7/hJHYJJPQIrxO+/8Nvv0jPu/rJd7/85JqAxt79Dmy6X/hpce3bOP7a9510re/zaAly8mukIHfrV8uDovs8XnTmObLPHo1dL7dy9SoZ/tQYse9B1wr/FQbeed58/z0x5/+KE3q1aOkSGTRquDMerP95ddaO9X1giLz/+cfO+4NbPUsmE4136xYtpd1RR0tqSkpEM+Zmfr187452zYgKQQWTfc/jfg8OzfNzF1SVzVIV4OIIIIAAAggggAACCCCAAAIIIOB9ASJEAAEEEEAAAQQQ8IJA5P9654WoiAEBBBBAoOgEaAkBBBBAAAEEEEAAAQQQQAABBLwvQIQIIIAAAggggECUAjZB+YkJz8vSf5dHeYZIWmqq3RSr/QAAEABJREFU1K29m5zQ+mgZcP3N8sHzE2XK0xPk0QFD5LxTO0qdmrWibitRK9okaZuI23/4UDEjt37a5OjXpkx2O5SwZccccZRYEoXwDjrxfvGpDH38kfBD+e4/+NRomTlntmudPRvuIe19Y8T1YBkvtMQzNtn/lnsHyrxFC1w1LPnEC29NdD12eruTpHqVqhHHrN3vf/1Z7hxxX57jNuIkX8Fn334tz058WTZu2ujbC/2nXEaGcx+9mmQqNNr49w5sur+TmGv661Pko/GvSeeTTou/Mc4stEDgmTZk9IioPwtf/ThD7DNnCUrCO6Cqskf9huHFEfs2Dg5t1lxSXJIvWKKLR8Y9KZbwI+JElwL77hkyarjYZ9o+2y5V/EVR/p2Mzw3nPn7+scT6Xbx3o8ZSrly5CJk/582TV959K6I8vwJ7Rk+eNlXcxkWVzEw5sIiSs+TXh8Ax+06179bAfvD651m/yZiXxgUXRbVt4+y5N16VlWtWu9ZvULeea3kshTZ+bRzf4XunKijxSKBdc3/y1Rdk9bq1gaKQdd3adaRR3fohZeE79r3VpuWRkpaWHn5IsrKy5Gnf996Uz6ZFHMurwJLDffjlp3kmacnrvJIuN+PhTz8u9t0e7bXze5+r5BvnTRo0KrCpDse2l+pVI99N7HNsbuZXYCP/VbB3oFHjn3ZNjPdfFVYIIIAAAggggAACCJQ9ASJGAAEEEEAAAQQQQAABBBBAAAHvCxRDhCnF0CZNIoAAAggggAACCCCAAAIIIIBAIQQ4FQEEEEAAAQQQQAABBBBAAIFEFrAJ9w+MHSULlyyJq5upKSlSo1o1OfLgw6T3ldfJm2Oek7fGPieDbuwjrVu0jKvN0j5pybJl8vwbr8XUjUSvbPdi/72aunbz7wX/OMlHXA/mU2iT1qd+/rFs2rI5olaliply6AEHRZRTILJm/Tp5feo7USfFCDaz+9hs731FVYOLne2l/66QsS+Pj6vdSe+/K29/9L7syM522gr+yyadn9uhY3AR22ECNlH+q++/dZISWIKn67peSgKaMKOS3I33Gf7OtPdlwZLFrl2tXaOmHLC3+zM0cMKxR7SSOtVrBnZz1va5+uDLT8W+b3MKo9iwZ2x+iUGiaMKpkqzPjXjvY6XMSk6iPCf4oL/mL3ZP9hVUxXUzr3FhSU32atTY9ZziKLTvVPtuDW97Q9YGefvj98OLo96f8etPMn/RQtf66alpBSZ5cT0xqDDe77xPpn8ls+bOCWopd7NK5cqyT5M9cwtctk45tr00dEmeY8lwvv75B5nk+x52OS3fIkvUNn9hfOMo34aL6KA9az766rO4njX2HbZt+/aInpRLz5DG9RtElAcXHNh0fzlov/1d303mzPtLLLlNcP1otu15+cJbE10TP0VzPnUQQACB4hagfQQQQAABBBBAAAEEEEAAAQQQ8L4AESKAAAIIIOAFAZLPeOEuEgMCCCCAAAIIFKcAbSOAAAIIIIAAAggggAACCCCAgPcFiBABBBBAIEYBm+DZfdBtzmTV7B07Yjw7tHpqSorsXquOdDimnTx0+2D58PlX5d4+d8ihzZqHVkzQvZ07d8p3M3+UeYsSd3JxPHSHNz9EbLJ2+Lk20fjDLz+VBUvdEy6E1w/f/9+nH8nCpZGJi1J846BJw0bh1dn3CdhkeptU79uM+Z+jj2gl1apUiTjPJpzbfZw5Z1bEsWgLJk19TxatWBZRPSM9XZrvd0BEOQWhAhP/945YsgwrrVKpslx9/kVyRvuTbJelBAXsGT795+/jeoZbspe5//zt2tu0tFSpWKGi67FA4SH7HySpaWmB3Zy1fa7s85VTEMOGJQb5fMY3YnHFcFpI1WR8bli8Rf1dXL1K1RCXaHdsXCxcsli2Z2+XtRvWy18L5ssXM6bL677P/KSp70bbTKHr2XeqfbeGN7R4+XKZ+tnH4cUx7f+zeKHrGCtXrpzUqVU7prbCK/82Z7bE+5335/y/JdvnHt5mamqalEvPCBS7ri1ZT8XyFSKOrVm3Tt6dFl+yngW+d6X3v/hE7N0pouEEKFixerW8/8WncfXk97/+lA0bN0Sca2MuIyN/6zaHtpTa1WtEnLt12zb5+Jsv40qKZ4298u5bMvOP2bbJggACCCCAAAIIIIAAAggggAACCCCAAAIIIIAAAggggAACcQiQfCYONE4pTQGujQACCCCAAAIIIIAAAggggAAC3hcgQgQQQAABBBBAAAEEEEgGgRWrVkqvIXfK/WNHyt8L/5Fdu3YVutuqKpUzK0u7Vm1k1KB75blhI6XVIYcVut3ibGDLtq3y+9w5xXmJUmn7wKYHSFpqasS1l/67XKZ9/UVEebQFNin/19m/y9Zt25xJ+X/M+0s+/PIzefzFcfLi5EnRNlNm6tkkeptMH0/AmRUqyCH7Hyg2ETz8/BVrVsmn334TXhzTvk2q/2XW766f/T0b7SEHNt2/gPbK9mFLWPXF99+IJQIyiRpVq0n3rpeTgMYwSnDZuClLfvj917iv+O+qVXkku0iVCuXK5dnu0S2PlAZ160Yct+9S+1zZ5yviYJQFn/s+22vXr4+ydmi1ZH1ubCmG7+L999pHWrdoGQoU5d7tD90rbbt0lJMv6yIX9rpOet87SB548jEnaV+UTRS62lsfTZXJvuXbn390kittyNrgfPfO/GNWodtev3GD7NxZuOSDbp3Y6ns3+Nn3juB2LJqyRcuXyrbs7IiqKSkqmRUzI8oDBY3q1pf99tw7sBuytuRBlnQxpDCGHXtnsnenGE4psaqWPCved9jf5sySDb7np1tn3ZL4BNc7aF/fO2ZaenCRs73Yd/8mTpnsbMf716fffi2bt26J93TOQwABBBBAAIFiE6BhBBBAAAEEEEAAAQQQQAABBBDwvgARIoCAFwRIPuOFu0gMCCCAAAIIIIAAAggUpwBtI4AAAggggAACCCCAAAIIIICA9wWIEIFCCNjE5gtuulb6DhsiNsF505bNhWgt99TUlBRnIvCwvgNlSK++UqdmrdyDCbS1bv0G+euf+QnUo8J35ZD9D5Tda9d2bejPeX9LYZIiWKPDnhotx1xwpjMp/5JbeopN0h836RX58vtv7TBLkMCmLVtkzvy/g0qi32zVoqXUql7D9YS58+fJzDmFT0BgyYO2bNsacY1qVaqKJW6IOEBBiMCkqe/J34sW5pSRgCaHosQ2Vq9bK9/8OCPu623ctEl27IxMvlYuo5xUzqyUZ7uNGzSSzAoVI45b0oSf//gtojyWAkuUsWjZ0lhOyambrM+NwnwXr1ztnkCoVo2a0vPiK5M2kdbUzz6We0Y/LNcP7i/n39hNTrjkPOe7176Dc254gm1szNoo9r0Sb7c2bd4s2S7JZ9JTU6VG1ap5NrtPkz2lSuXKEcctAdxvf86OKI+lwN6Z7N0plnNKoq7FZol14r1Wls96y9bI739rr2rlKrZyXQ7Yu6k02L1exDFLvPXbnD/E2o04GEPB9J++l1WrV8dwRhmtStgIIIAAAggggAACCCCAAAIIIOB9ASJEAAEEEEAAAQQQQCAOAZLPxIHGKQgggEBpCnBtBBBAAAEEEEAAAQQQQAABBBDwvgARIoAAAggggAACySjwyfSvnAnOx3ftLPc+/ohM//l7sUn9Npm0MPFkpKfLCW2OkUfuHCKHNmtemKaK5dx1G9fL73PnFEvbpdVow3r1pFJmZsTlt2dvl78X/hNRTkHxCWRt2ixLVyyP6wKN6zeUCuXLR5xb2AnnwQ3+Of9v2bBxY3CRs10+o5zstUdjZ5u/8hawpAST3n9PsrKycipZAppel14jF3c6N6eMjeITWLVmdaGSHdj52Tt2xNzBRvXqS7mMDAk/caNvLCxcsiS8OOb9vxbOl3i+f5P1uVGY7+Jf/5gl6zfmfgaDse059uiAe+TePndI6xYtgw+xXQwCGzZlyW+FSIy2bsMG2bptW8w927tRY6no8n25des2+XvRgpjbCz/B3p3sHSq8vDT3t2Vny6Ll8SWpCvTb7fs/cCyvdUPfs69KZuQ75rbt2+WfJYvyOi3qcvteXbyicHFFfTEqIoAAAggggAACCCAQgwBVEUAAAQQQQAABBBBAAAEEEEDA+wJeiJDkM164i8SAAAIIIIAAAggggAACCCBQnAK0jQACCCCAAAIIIIAAAggggAACMQq8+eH/5IbBd0iHKy6QK/reJM++/or8MnuWbMjaENdkeFWVPRvuIQOuv7m4Jn/HGGFu9X9Xrczd8chWvdq7SUZaWkQ027ZuK/RE5YhGKchXYF0hkhvtXruOpKelR7S/dXu2/LO48BO8reGfZs2UrM2bbDNkUVWpV6dOSBk77gKTpr4jn373tezYuTOnQmZmplzd5SLpfeV1OWVsFI/AmnXriqfhAlqt63vOulWxZA72uXI7FkvZ4mVLZdv27bGc4tRN1udGYb6Lv/pxhsz6K+8kcpkVKki7Vm3kodsHy4fPvyojBwyV807tKHVq1nLMyspfLQ86RPpc1V1eGD5aLup0rqS5fL8U1mL9ho2+75TNhW0m5vNr1ajpGk/Wls2y/N9/Y24v/IT5ixfK5i1bwotLdX/L1q2ythSef43rNZBy5TIiYt+6bassWbEsojyeAkvgtTPoOzWeNjgHAQQ8L0CACCCAAAIIIIAAAggggAACCCDgfQEiRAABBBBAAIE4BEg+EwcapyCAAAIIIIBAaQpwbQQQQAABBBBAAAEEEEAAAQQQ8L4AESKAAAIIeEng97lzZMxL4+Tq22+WEy45LycZzcw5s2TTltgmGNtk/R4XXSFNGjRKGKI160sncUFxAuQ1CXvT1i2yas2a4rw0bYcJWCKKsKKod+3z4lZ50+ZNsmL1KrdDcZWtXL3a9bxa1Wq6llMYKfD8G6/JvAX/hBwol5EhZ59yuoy44+4yl+QiBKKYd2L9Hiqq7tSqUcO1qdXr1rqWx1q4YvVKyY4j+UyyPjcK+108+aOpUpC9qkrlzMpyxMEtnMRQbzw+Tl4d+aTc3v2mhEuMF+t4CdQPJNq5rHMXuefmfvLcsJEy5ekJ8sUrk+WxQffKOR3OkH0aN5GM9MjEZoE2Yl/nnmEJSHL3Sm4rr3FvydWKIhmUvTtZspeSi6jgK+3YsUM2b91acMUirlG9WnVJTY1McLh12zZZt2FDkVxt/cYNsnPnjiJpi0YQQAABBBBAAAEEEEAAAQSKSoB2EEAAAQQQQAABBBBAAAEEkkGA5DPJcJcSuY/0DQEEEEAAAQQQQAABBBBAAAEEvC9AhAgggAACCCCAAAIIIIBAEQoEktFc2e9mOb5rZ+k15E6Z8tk0Wb7qX9m1a1eBV2rSaA/p2vHsAuuVRAXr746dO0viUiV6jYrlK7hezyZhz5r7h+sxCotHYOeu+CdPl8so59qp2jVqOkkEpr8+RUKWOPcPb36I63VSUvlPUlxhXArnLVogj73wjKxYtTLkaGpKipPUYphWY/AAABAASURBVMzdw6Rj+5NDjrGTvAKN6taXdJfkCxbRitX/2qrQiyW7sIRhsTaUjM+NXb53h8J+F38y/St564MpYgkwojVLS02VPeo1cD6bD90+WD58/lV5dMAQOfmY46NtotTq1alZS847taMMvvFWef7BUTJ13CtOgplpL0ySe/vcIdd1vUxOaHOM7Lfn3lKjWjVJTyueZDOlBhB24bzG/eq1RZNwzxLY2DtU2GXL5G5GepqoakTsGzdlyYxff4ooj6dg4dIlsnV7djyncg4CCCCAAAJlR4BIEUAAAQQQQAABBBBAAAEEEEDA+wJEiAACCMQhwH/pEwcapyCAAAIIIIAAAgggUJoCXBsBBBBAAAEEEEAAAQQQQAABBLwvQIQIlCWBr36cIYMeGSYdr7lE+g4bIj/+PlOyd+SdcCM1JUXaHHaEk5ChtJ127MiWNUU0Mbm0Ywm+ftXKVYJ3c7Ztgn/W5s05+2wUv8DylaHJSGK5YuVKmbFUL/K6lSpmSsuD3BPTFPnFPNCgPQvf/eQj2bZ9e0Q09XfbXfpc3UOG9OorljQiogIFSSVQp1ZtKVfOPTnUjh1Fk9AsOzs7qoRu4XDJ+Nwoqu/iMROelydfeUE2ZG0IZylwX1WlcmZlOfLgw5yELtOen+gkcTm0WfMCzy3JCp1OOEWevf8ReWP0M9L7yuucRDn7NtlLqvm+972eYCY/57zG/c6dBSdFzK/d4GM7i+izHdxmMm7XqVE7Gbtd7H3mAggggAACCCCAAAIIIIAAAggg4H0BIkQAAQQQQAABBBBAIBkESD6TDHeJPiKAQCIL0DcEEEAAAQQQQAABBBBAAAEEEPC+ABEigAACCCCAAAIIlJDAJ9O/kmvv7CP3jx0pK1blnXSjWpUqcvQRrUqoV1wGAQQSVeDBfoNk2guTPLOcd2pHSUlx/095MtLT5cS2x8pLI0ZLn6u6k4TGNygt6cjW7dt8W0X2j2ca+mnWTMnavMkz8ZRUIOPffE1uGjJQvv35R8nOjkwEFW0/MjMzpV2rNjJy4FAZOWCoHNh0/2hPLZZ6rQ45TJ4bNlL6XnuDHLB3U0lLS4/7OpaIzhL07NxZNImS4u5Ikp24et3aJOsx3UUAAQQQQAABBBBAwNMCBIcAAggggAACCCCAAAIIIIAAAt4XIMI4BNz/i5U4GuIUBBBAAAEEEEAAAQQQQAABBEpGgKsggAACCCCAAAIIIIAAAggggIDXBSZ/NFUGPjJM5i9a4BqqJWc4YO99XY9RiAACZUegfEY5yaxQwVNLWmpqvjewcmZl6XTiKXLWiR3yrVeUBzdmbZTsHTuKssmY2kpJUdf6W7dtk3UbNrgeoxCBeAVmzpkl1w/uLxf17imTP5oqy1f9K5ZwJZ727PN8xMEtZFjfAXJG+5PiaaLQ51x1XlcZesvtst+ee4uq+2epoItsz94ui5YukSmfTZOb7xkgr733tuzcWXrPhIL6y3EEEEAAgWQToL8IIIAAAggggAACCCCAAAIIIOB9ASJEAAEEEEAAgWQQSEmGTtJHBBBAAAEEEEhgAbqGAAIIIIAAAggggAACCCCAAALeFyBCBBBAAAEESkHgh99+kVfee1uysrJcr167eg054uBDXY9RiAACCHhZYP3GLPl3zZoSC3HL1q0iu3ZGXk9TpHy5cpHlRVxSo1r1Im6R5hAoWGDeogVyz+iHpeM1l8gVfW+SSe+/K/8sWRRXIqYaVavJdRdcJscd2brgCxdhjWsvuEQuOes8J0FXNM1akp0tvs/74uXL5OfZv8nL77wlNw8dKG27dJSze14pgx4ZJl/9OCOapqiDgKvAlq1bXMtVNepx6toAhQgggAACCCCAAAIIIIAAArEJUBsBBBBAAAEEEEAAAQQQQAABFwGSz7igJHMRfUcAAQQQQAABBBBAAAEEEEAAAe8LECECCCCAAAIIIIAAAgggUJICt17dQ8YPf0xefmSsfPj8qzLthUny5avvyOi77iv2bkya+o78uWCe63XKl68gtUhI4GpT2MKdu3a4NqHKxGBXmGIqLK5mv/vlJzny7A7Fvpx+9UUy49efiisMp91Fy5fK3PnzPLP8tWC+bM5jYr4FbMm43pn2gVx66/Viz0crK4ll05YtsmPnrohLpaWmSqXMShHlRVnQqG59SU9Nc20ya/MmmTX3D9djiVxofba+u/Wxou+7za081rKWBx0ilSpmxnpanvW99NzIM8h8Dvw+d47cP3aUnHf91XLSpefK/U88Jp9/942sXrvW99lwSczk0lbN6tXlqvMuEhvTLoeLvMgS3Zx5Ygcpl5GRZ9vZO3Y4CXUmfzRV7nr0QenY7RI59sJO0rn75XLN7bfIiGfHyJfff5vn+V45sHqtezKvchlFl1yrVo0aXuEqVBxr1q9zPT+zQkXZf+99XY/FWtiwbj0pl+7+vRFrW9RHAAEEEECgpAS4DgIIIIAAAggggAACCCCAAAIIeF+ACBFAAIFkECD5TDLcJfqIAAIIIIAAAgggkMgC9A0BBBBAAAEEEEAAAQQQQAABBLwvQIQIlGmBRvUaSNPGe0qTBo2kcmZlyaxQQSzhQM3qNZzt4sb5/c8/xCZHh1/HJpXa5NLwcvZzBapUqiwpKam5BVFuLV+50rVmUU4Mdr1AEhfa58E+F4kUwsrVq12746UJ8PeNeVS69u7uieWaO3rLqjVrpLxLsoNdu3bJb3/OlhuG3Cl3P/aQrFjl/hl1veFFULhqzWrX57A1vVutWrYqtmX3OrtJhfLlXdvfkb1DsjZvdj2WyIXWZ+u7Wx+rVq7iVlxiZWXhuVFYTLt/lvzplvvukg5XXiBde10nz016Rf5e+E+en5PANfeo30DaHdU2sFus63NOOUNqVK3meo1t27fLh19+Jhfd3N1JqHPP6IflvU8/KvFni2vnSqEwe0e261UrV8p0LacwfgFL9JOdvT2igYrlyoslaIo4EEdBlTjff4MuxSYCCCCAAAIIIIAAAggggAACCHhfgAgRQAABBBBAAAEEEEDARYDkMy4oFCGAQDIL0HcEEEAAAQQQQAABBBBAAAEEEPC+ABEigAACCCCAAAIIlKTAzl07XC9nE5pbtWjpeqwoC1evWyc7drj3oSiv48W2MjIyJCUl9v8sYGPWRtcJ9OV87VWtXNmLVIWOqWL58pKaooVupygbWLdhvWtzlkTokP0PdD1GYekJ9Lr8WjnsoINFNXQcWaKLl999S67o20tmzplVKh1csXqVbNq8yfXaVStXdS0vmkKRPeo1kIoVK7o2t3LtKtfyZChcvW6tazeLKjlUnRo1pWIFdzfXC/9XyHPjP4gYVvMWLZDRL46TC266Vrrd0Uc+mf6VuCXXsCYz0tOl5UGH2GaxLicfc7zst9dertewxDMvTp4ktz90r1jfXSsVUFi9WnVJTU0roFbyHM4r6V6liplFcr/snltbySNSfD1dtHypbMuOTPaTUS5DGuxWt0guvFut2nG9/xbJxWkEAQQQQAABBBBAIE4BTkMAAQQQQAABBBBAAAEEEEAAAe8LEGEyCMT+X5klQ1T0EQEEEEAAAQQQQAABBBBAoOQEuBICCCCAAAIIIIAAAggggAACCHhaYOGSJbJz586IGG1S+4H77BtRXlIF23fskNXr1pXU5ZLyOtWrVI2r30tWrJDt2dsjzi2XUU7q1dk9ojzWgkZ168vEkU/Lpy+9KVOeniDjhz8m9996p9x0+TXSpEGjWJtLiPpVKlWWlJTUhOhLoBMrVv0r2b7PSWA/sLbkM/V3L/x9DLTHuvACnU86TY4/qrWkpoT+ZzwrVq2UYU+MkoefHVv4ixSihRm//iQbN2W5tlCzWvUiSc7g2rivsHH9BlIuPcO3FfrPrl27xJ5VoaXJs2cJGCyG8B5XyawkRxx8aHhxzPt7OG6xJwfhuREzdcgJliDqtgfulvFvTRJL8hJy8L+d2jVrSmaFCv/tFc+qedP9fdfIjGjcxtxn330jY14aF3EsloKM9LSIRFmxnJ9odZf96/7ek1mxotStU6fQ3bU2rK1CN+SBBuzfKzZmRX6fpKelS1G8m9hnq/7uRZPExgPchIBA/AKciQACCCCAAAIIIIAAAggggAAC3hcgQgQQQAABBBBAwEUg9L9acalAEQIIIIAAAggklwC9RQABBBBAAAEEEEAAAQQQQAAB7wsQIQIIIIAAAiUpMH/xItm6fVvEJdNSU+Wwgw4Rm+QZcbAIC2pUrSqpvmuFN7l9+3ZZvW5NeLFn9lNT06R6teqFiqd2zVpxnf/PkkWyadOmiHPLZWRIk4YNI8pjLdinyZ5StUplKV+unNSoVk2aNt5TjjuytXQ6sUOxJrHIr5+71YrPKtDmbrVqS0pY4pDAsdJa/71ogWxz+exWKF9eDtiraWl1i+uGCVjCpbNPPk0qVayUc8QSRPw+d470e3CoTPlsWk55aW5YUhK361vipf332sftUJGUNW2yt+tna5vvO2DxsqVFco3SaOSvf+bLlm1bIy5dKbOS7Ntkr4jyWAsa7F5P0tLSYz1Nytpz44C9m4olf7q9+03yxD0PyttPjHcSoz1xz/CY7YJPsOQus/+aG1yUs20JwPbfO/rkfTknxrDRpGEj18/Nxk0b5bPvvo6hJfeqDXdv4H4gSUvnzPtLNrgkRCmfUU728z2DChvWng0aSYZLEq3CtpuM5/80a6Ys+/df167v73s3Key/V7Q9vJXUrlHDtX0KEUAAAQQQQAABBBBAAIFEFqBvCCCAAAIIIIAAAggggAACCCSCQEoidMLDfSA0BBBAAAEEEEAAAQQQQAABBBDwvgARIoAAAggggAACCCCAAAKeFvjtz9mydt161xgb128o53To6HqsqAoP2GdfsUQ34e2t37BB/pz3d3hx0u2vWPmvbN0amYBAVSU1Jf7/Sb/lQYdIzTiT13z78w/y75rV4vanKCYG77fn3pJZvkJE85bwxhLfRBwowoING7NcW0vRVNfyoMI8N22idP3d6+Z5vLQO/PXPfFm3fkPE5S1JzkH7HSDW74iDMRY0qltfXh35pHw24S358PlX5eVHxsrIAUNlQM/e0umEU2JsrWxW79rxbGnSaI+c4C3xzM+zf5PBI4fLzDmzcspLe8PGU/aOHRHdsKRULQ44MKK8KAratWojDevVc21q/cYNMuuvP12PJUOh9X3t+nURXS0KT/tc7tNkz4i2oymw+7yuDD03OvqeU7de00M6tj9ZDt6vmdSpWctJjFanRi2xxDTRmOVVZ/7iBXkdKvbyGnl8/9u9nfXnnEJd394v6tapU6g2Eu3kH377Rf5dvSqiW0X1fZnXu2zEBctIwU+zfpUd2dkR0e5eu46ccmz7iPJYCtoeekRIMrdYzqUuAggggAACQQJsIoAAAggggAACCCCAAAIIIICA9wWIEAEEEEDARSD+/1LNpTGKEEAAAQQQQAABBBAofQF6gAACCCCAAAIIIIBLDInYAAAQAElEQVQAAggggAAC3hcgQgQQKEmB3+fOkV//+F0sIUL4dW2S/NmnnCY2ETn8WFHsW/KKvfdo7NrUvEULZMHSxa7Hggu3btsWvJtw2xbD9h2RE3Cto/V3291WcS1HHtxCalSpGte5dtLvc/+QnTt32mbIUhQTg5vvd4CkpqWFtGs7lvDm259/sM2IZcvWLRFl8RRs3RaZ6MfaqV2zZtzJWGyitLlYO4m02Gd37j/uCZqKKnHUGe1PkgZ1dhd7FlTOrCxNGjSSI3xj77TjT5DDm7dIJI6E7MtxR7aWNi2PkNQU/3++Y8/Z7375SW6+Z4DYMy6ROv3Db7+KJXxx69Mh+zWTzief7naoUGXt2xwr1SpXcW1j8fKlMuPXn1yPJUOhJRb6e8E/rl21JF+tW7R0PRZNYbuj2krd2rtFUzWiTll7bvz1z3zZ4vK9UK1qFWm2z34RPiVVsLWY3l3sfcPeOwoTR37vF/ZdULVy5cI0XyrnZm3eLJZs0e29p2HdeoVKiHLyMcfLXkEJxkolwAS76KfffiMr1kQm+6lYvoKcfPTxLu9j0QVg36ktmx8iqhrdCdRCAAEEEEAAAQQQQAABBBBAAIEEEqArCCCAAAIIIIAAAgggkAgCKYnQCfqAAAIeFiA0BBBAAAEEEEAAAQQQQAABBBDwvgARIoAAAggggAACCHhe4LMZ38iGrI2uce5Ws7b0uuwaJ+mEa4U4Cy2JxbkdOkqlipUiWti0ZbN8/dP3EeVuBRs2uvfbrW5plW3YmOV66Xq77S4HNt3f9Vh+hY3q1pc2hx7hmuAlv/OCj/006zfJ2hzZr8JODM4roZBN+J75x6zgLoRsr1m/LmQ/3p11G9a7nlqzWjVpe3gr12MFFR5/ZBsxl4LqlcZx+5zY5yX82pYg4KQ2xxbqc2uf0eOPbOs6zuyaP/z+a/hl2Q8TOL3dSVL9vyRRgcQzfYfd7fvsbQ6rWfq7n8+YLguWLHLtSGZmppx90qmFGk/hDXc+6TRpdUgL1yQCO7Kz5ZfZv4efknT7X/7wndhnJbzj1atWlc6nxJfMJ7NCBTmuVRvJSE8Pbzbq/bL03LAkTxuzIr/rKpQrL0e1OCxqM7eKNatVdyv2fb43yay5f7geCxRuKKZ3l/IZ5eWAvZsGLhPzOr/nvjWWmpom5dIzbDPpls+//UbWro98R7Dv9zN8z2r7bMUT1Im+71q3d9l42vLKOZZ869fZs1wTWx7oG59Xd7ko5lDr1Kwll59zgdSoWi3mczkBAQQQQAABBBBAwEWAIgQQQAABBBBAAAEEEEAAAQQQ8L4AESLgIkDyGRcUihBAAAEEEEAAAQQQQACBZBag7wgggAACCCCAAAIIIIAAAggg4H2Bko7wgy8+lZ9n/+46SdT6snfjJjK8/13Ssf3JtlvoxRKuDLi+t+y1R2PXtv6cP0/+9+lHrseiLQwkfIi2fnHWW7jMPaFDneo15YTWbWO+9OXnnC+NGzaK+bzgE6Z+9rHM/uuv4KKc7WZ77yOXdO6Ssx/thk3cPvX4E10TCtmE7y+//zbapnLqVa4UmZwo56DLxqJlSyQ7e3vEEZsYfszhR0WUF1Rw7YWXycH7NyuoWqkdt8/JP4vdx9eejfaQay+8VOy+xNPBy3zjrP7uu7ueunDpkkJ/Rl0b9lChJWJqcUAzJ7lKoieeCbB/9cMM2bptW2A3ZG3P67t79Y0rYVZIQ76dDse0kyvPvcD1WeE7LItWLJO3P3rfNpN6sc+nfVbCg1BVOfLgQ32fz8vCDxW4f8tV3aVpk70KrJdfBetXWXluzPj1J5kzz/277tADm0uX087MjyrPY8cd2Vr239s9ycvCJYsla3N8CaaifXdZvXaNa9+qVqmcZ79cTwgqtO+Km6+4VhrUrRtU6p3Nr36cIbP+muMakH2m7LPlejCfQntHsM+yquZTq2wemuJ7j1+zLjKxYGpampx9yhkxPf8s8cxA37837FvIZ1/ZvBNEnSwC9BMBBBBAAAEEEEAAAQQQQAABBLwvQIQIIIAAAggggEAiCJB8JhHuAn1AAAEEEPCyALEhgAACCCCAAAIIIIAAAggggID3BYgQAQQQQACBMiHw8jtvyorVK/OMtf5uu8tt1/SQkQOGyqHNmudZL78DNrH58nMukGF9B8gBezd1kjKE19+QtUHenjY17onbgfaqVq4a2Cz19byFC10TOtgE3DPanySdTzotqj6a3x3de8lJbY+V1JTC/+cAH375qWzctDHi2mlp6XLB6WfJtRdcEnEsrwLr263drpcDm+4XUcUSb/zw+69iE78jDhZQUKlCRWlUt34BtXIPz5n/t2zasiW34L8tVZVjDm8V02Tn6y68VM47taNkpKf/10rirSzBgU3w3rw1MuYU3xg52hfzHT17x5yApv91N8oJR7UVayM8akvu8+WM6YX+jIa367X9E9oc6yRXsfE/a+4ceeiZMQlvNnHKZJn991zXW6Gqsk/jJs7z+5KzznOtU1ChPSd6X3md9Lmqu9SqUdO1+rbt28USoi1Yutj1eDIV2ufzo68+d33+23PlvFNOl4s7nRt1SD0vvkJsXKWmFO75b/0qS8+NL3/4zve9EJkMpkK58nLRmedI6xYtg+9BgduWCOPcDmeIW6KYTVs2y9c/fV9gG3lViPbdZcny5a4JAyuWryDtWrWJ+Zlvn037rjjsoINd383y6m+ylU/5bJqs37ghotupKSnOZ8ueTREH8yiwxEXndjgtod8R8uh6iRTbO9+0rz+XHTt3RlzPnn8Xn9lZhvTqK/Z5iqgQVNDqkMPk0QH3yGEHentsBoXMJgIIIIAAAggggAACCJSMAFdBAAEEEEAAAQQQQAABBBBAoEwKFO6/Nkg6MjqMAAIIIIAAAggggAACCCCAAALeFyBCBBBAAAEEEEAAAQQQQACB4hCY8etPMm7iK67JSALXs6QkRxzcQkYNuldefmSsdO96mTRp0ChwOM+1TYQedGMfmfjYM9Lt/IulRtVqrnVtgurn302Xtz963/W4W+GK1f+6FcteDRtJ55NPDzl2YNP95YiDDw0pK4mdH3+fKavXrXG9VKWKlaT7RZeKJeVxrfBf4anHtpcnhgyX09udKHYf/isu1OrND/8nX3z/nex0mRhcLiNDLu50TlQTg811eP/BcnLb41yT4lhSozfefy/fvq5eu0YsqUluJf/W7rVry2m+mP17/r9tovJxR7b274T9/c2PM2TpvyvCSv27Ntn5wjPOchJf2ER7f2nk3zbReeyQYXLxWefFPIE/srXiL3nl3bdkxq8/uyYiSE1JkeN9VmOGPCgWV0G9sXv5mO/zfXq7k/IcZ7/N/VNeeGtiQU2V6ePHHHGUNKhb10k288e8uTJ41EMyb9GChDexpCSvTZksbskZAp2357c9+98cM05uuOSqqL8D7u1zh7w9dryT0CkzMzPQXMjaEvX85HtevjT59ZDyZN55btIr8tOsX10/n+ZwdZeLCnwm2TPvvlvvkAvO6FxkiS7K0nPjf59+JH/On+c6jMx2oO/9JNqESvaMvP/WO/NMhPHP4kVi13O9WFBhYd9dfvSNqU2bIxPq2CVaNGsut1zV3TajWuy7YfTgB5zvitSU/P9Tw4z0NKlbZ7eo2k3ESpbY6tPpX+eZEKXTSaeKfdZsXOTVf3t/6OPz7XHRFU6CsbzqUS4y+sVnZeac2a4U9i57Yttj5eURY+TBvgOlY/uTcxLRWILKyzp3kXEPPCrD+w10vmdU1bUdChFAAAEEvCJAHAgggAACCCCAAAIIIIAAAggg4H0BIkQAAQQQSASB/P8X4UToIX1AAAEEEEAAAQQQSG4Beo8AAggggAACCCCAAAIIIIAAAt4XIEIEECgzApPef1dem/KubNu+Pd+YU1NSnImgl3buIhMeHiOfvvSmTHl6grw4fHTOYslpPnz+VfnilcliSQc6HNPOSTqj6j551JIOfP/rz/LgU6PzvXb4wc2bt7gmT7FJ/b0uv0aevvchGXjDLc7akmpc0unc8CaKfX/mnFnyw2+/uPbTLl45s7KTlGfyE8/LPb37S+eTThNLNnPB6WfJvbfcLlY+4PresnfjJqKa67dx00aZm8eEems3mmXcxJfl7wX/uFbNb2KwJR264PROMvqu+8RcWxxwYEjfAg3aWHr7o/dlxq8/BYpc1xs3bZIdO3dFHLM+XHTmOc64Gnzjrc71bKLytRdeGlHXCix5xpczprsmsrHjllTn7FNOl0mPj3MmO1/gMzZrM7cESa+Nekoeun2wHLL/gSGJdCwOu4/WRiIuj41/Rv76Z75r11RVmjbe04nLPpc9L75C2hx2RE5dm+RtDoF72fKgQ0Jiz6no21ixaqWMmzjBSari2+WfPAQ++/Zr6XTtZdLuos5yaZ8bkiLxTCAUS87w+tT38v0eUFWpW3s36Xrm2c53wCcvvSGTRj/rfE5f/O97wD5L056fKF+++o7Yd4AlIbPnsuTzx8bwQ8+M8dz4GvHME7Jo6VLXyAPPJEvOdmePm3M+m5bgwhIz3H3TbfLSiNFy/JFtJC01NacN+850SxyWUyGKjbLy3LDvhbenTZUNWRtcVapVruIk07OESrd3v8n5/g1OPmLPREuE8bTvfcK+7+yZqaoRbVn7r099J6rxW9h3l3c//lD+/OfviD5YQWpKinQ4tr08N2yk5JWozeqdfMzxMnLAUBnWd6Dst+feId/hO3budP0eVU2RShUr2ulJu4x4dkzeCVF8nzH7rNl7hj237DNon0UL1r43b+vWU14b+bTYe4R9dq3clqL4PFo7CbMUUUfss2fvDPbukFeT9r1w9OGtxD57bz8xXqa/PkWevf8Rua7rZbL/XvtEJMKzsbluw/q8mqMcAQQQQAABBBBAAAEEEEAAAQSiFaAeAggggAACCCCAAAIIlEkBks+UydtO0GVZgNgRQAABBBBAAAEEEEAAAQQQQMD7AkSIAAIIIIAAAggggEBxCox5aZw8N+mVqCZPWz9UVcqXKyc1qlVzkqPs3biJs7bkJJZUJT0t3arlu9hE0q9++E76Drs76usGGpy/eJFs3b4tsBuyzkhPlwOb7u9MJLe19bNWjRohdUpqZ/wbE2XxsmV5Xk5VZbeateWE1keLTW62hDk3XX6NtDuqrVOuGjrR3ZKhWKKgNevX5dlmNAfmLVogj73wjCxcsiTP6m4Tgy2JyU2Xd5PDDjzYuf9uJ2fv2CEffPmJPPnKC26HQ8rm+/qRtXlTSFlgxxIu2LiyifJ2PetPpYqZYgkBAnWC1y+8NVF+m/tncFHItqqKJRuwyc43+YzN2swtQVKjuvUjEq/Y+Pzwy0/l74ULQtpJpB27j8OfGSPmmFe/UlNSnKRRF3c6Vx7qf5czwTswydsczNY+I3mdv37jBnl24svy1Y8z8qpCeRELlFZz9j3w8jtvyNZt7s/W4H6pqlQoV17q77a78+y3z6ot9lmypMg7KgAAEABJREFUz6p9foPru21b4oY/58+TO0bcJzaW3eokc5nF9Oj4pySvBAyq6iRnO73diTmfzWkvTJIhvfrKSUcfJ5UzK4eEb16//jFbVq9dE1Ie6471q6w8N97+6H2Z+L/38kyqpKpOQqWO7U92EtYFkmDYM9ISzlgijMB7hJuzfSdb+3Ydt+PhZUXx7jLxf++IPZfD27Z9VXUSytzX5w75+MVJ8tqop3KSQ1lsn014Syyh2xEHtxB7V7JzAkt29nZ5Z9r78vPs3wNFOWv7PNfxvavkFCThRtbmzfLoc0/lmbDNQrJnlyXMss+gfRZtHNj3piWqq1m9uqiGvpNZ4qyFy/J+j7I2y+pi7wz3Pv6ILP13eaEJ7H3sG987yJ/z/y50WzSAAAIIIIAAAggkmgD9QQABBBBAAAEEEEAAAQQQQAAB7wsQIQKJIJCSCJ2gDwgggAACCCCAAAIIIICAhwUIDQEEEEAAAQQQQAABBBBAAAEEvC9Q5iJ86tUXZdgTo2TxsqVik9yLE8CSG7wx9V25c8R9MSeesX5N/+l7WZJPUherE7zkl7QkuF5Rb9sk/+fefEVWr1tb6KZtYviUTz8SSxBR6MZ8DdjE4KFjHpG/F/5TZPfbJuK/+f57MnjkQ74rFPzP5zOm5zsRPLyFihUqSp0aNcOLnX2bWD5u4oR8E+o4FaP4KzDR+cGnRkdRu3Sr/PDbL3L3Yw/L73PnFNl9DERk4/bR55+SSe+/Gyhi7XGBx154Vh5/6TlZu2F9sUZqSaq+9j3Hbx46wJOJZwJ4n337tQzzPUeWrVwRKIp7bYkuXpw8UXbF3ULuiWXpuWHfmZYQzcZcrkDht+z7bvKH/4vpO7ko3l0++OJTef1/7+SbJEpVpWL5CmLJoCwplC11ataSchkZroGvWrNGhj/zhAx9/BFZsny563fJPk32dNpzbSBJCmfOmSVDxzwqf86f5xpjLGFYUqnHXnhGdu7cGctpZaquvWfe8dD98tufs+P2ts+ZJUWyf1/Ytcudb+Xq1e4HKEUgdgHOQAABBBBAAAEEEEAAAQQQQAAB7wsQIQIIIIAAAgggUCYFSD5TJm87QSOAAAJlWYDYEUAAAQQQQAABBBBAAAEEEEDA+wJEiAACCCCAAAIlITDls2ly8S095OV33yyW5AOW1GP233Pl1vsHOxPyLWFIPHEtWLpYJv7vHdm4aWNUp+eXtCSqBgpR6e2P3pd7xzzqJEWJN6lPVlaWvPDW687E8EJ0JeJUS0Bw4913yIdffiaW3CaiQgwFlqhk9IvjnPsaw2ny0uTXxSZxR3NOufQ0aVi3Xp5VbaLzoJEPFtlE53jHZ54dLKYDNqG+56C+MvWLT8Qmahf2MjZOf/x9pvS5b7DY+C1se5yfXAIT3p4kvYcOkm9//rHQz4XwyG1sLV/1r4yd8Lz0GnJn1J/98HaSad8S0Nw+/D6xz5TFH2vf7RxLEjb8mTG+77xNsZ6eZ/3Efm7k2e24DlhCtBfefE3suzSuBsJOsmQtI559Iubvu6J6dxnj+/w8+coLsiFrQ1jPYtu1hDz2Ob/1gbtl0tR3nJP/mPeXbNm21dkO/qt2jZpy+MEtgouSctvGvSW9+uTbr8TijyeIFatWyugXnhV754jn/LJ0jnlf0beX2Pvhct+z355n0cRv9ey5N+zJx5x332R5H4smNuoggAACCCCAAAIIIIBAsADbCCCAAAIIIIAAAggggAACCCBQEgKlm3ymJCLkGggggAACCCCAAAIIIIAAAgggULoCXB0BBBBAAAEEEEAAAQQQQMCzAjbB8+Fnn5DO110mj73wrNjkz3gn6AaQNm3Z7CQy6P/gPXJpn+vlm5++DxyKez3p/Xd9/XtObBJ4QY1kpKdJ3Tq7FVSt2I5b8oFLb+0pr015O6bJ4pYQxiaG3zDkTnn8peeKpX8rVq2UO0bcJ73vvUtskrBdM+dCUWzYeLGkRXZfLWlFFKeEVLHJ28OeGh1Vcp7U1DSpXq16yPnhOxZDYKKzjQ2bwBxex20/kBipz313JeVEZ7sPAx9+QCyZkJlu2RqZPMAt7uAyM/hrwXwn/mvv7OOMh+DjbJcdAfscXT+4v1w/+A6Z9s2XznMr2s+Sm5KNrXmLFjgJCC64sZs8/8arbtU8W2ae9pl69PmnZfGypRKtpX2Op37xiVzVr5dYsrCiBipLzw37DrXv0o+nfynmGqul3TNLsvbqe5PlsttuyEnWEms7RfXuMv7N1+TW+4c44yLW722r/8Nvv0rvoQN9n/H+Ic/66b73M3svCI+rYvkKcvyRbcKLk3Lf4uv7wBC557ERYsl27PkUTSDmNv3n7+WGwbeLvfdEcw51/AL2zO94zSUy8NFh8sn0r5zEY/Y5tM+Vv4bI9uztsnrtWud432FD5IKbrpXJH00NHGaNAAIIIFASAlwDAQQQQAABBBBAAAEEEEAAAQS8L0CECCCAAAJlUoDkM2XythM0AggggAACCJRlAWJHAAEEEEAAAQQQQAABBBBAAAHvCxAhAgggUNICNindJova5M+TLj1XBo98yJlsO/vvuc7kUEso4zZh1yaPbsjaIJbE4sOvPnfOO/2qrs4EZ5twWpRxTJr6jtgk8IlT3pZ/lixyJpQHJrLaOisrS2b//ac8/eqL8va09yMuff6N3eTIszuELG26dJSxL4+PqFvYAvMc/vTjcma3S+X+Jx4Tm8Bsk2zNK9C20+fNm8WSNNgE9atvv8Vxs8QFgTq27nlXv5A+WwynX32RzPj1Jzsc12IJga7sd7Nc1LunPDfpFfl97hxZu2G9Mxk4uEHrr/X759m/ycPjnpQzru4qgx4Z5kwkDq4Xy3YgOc+zEyfIn/PniVmZhbVhaxtrZvLS5EnyyjtvWnGBi43dU6+6MGSi89Zt23LOs3Zt4vOipUuccX3L0IGuiZHuGf1whHW7izrLe59+lNNWXhtu98nulbWZ1zmFLf/ht1+k15A75dQrLxC7P5a8yCbab966JSLhhXnYPbZ7bQkVuva6Ti70LUz2Luxd8M75Np76DRsiJ1xynvS8q7/Ys/a3P2cX+B1gn+HFy5c5ScdGvzhObGzZ89Y+l3asqISsTftMhS+F/YzZ59s+5+HtWpkdi7f/L01+XTr3uEIssYJ9H9pn0z6HgfbsuWQ+9rx7/X/vyGW33iADH37AeSZaHXvG27M+vF/mYMfjXew+l+Zzw/ofHlNxfBfbd6klHbHno30Pf/7dN2Lj1MzDk+zZ+03Wpk0yf/FCsXcZu2cdrrhA7Hvc7lu81nZeYd9drA1b7L5dN+A2sXcFe2ewcWPvPeGx2BhbvXat2Pf2qPHPyFndr5DrBtzqmghwwdLFct71V0d879n9se80u25eix23euGLled1TjTleY37wo4R+yxfcktP6Tmon/MeYO8D9l5gn0Prl61t38ot2cz1g++QG3yLOdtxW9zGrn1Grc92PL/FXMKtbN/K7bz8FntPtfitfvAS7bXza9uuH9xmYNvK8zsvmmNTP/tYbnvgbjnjmovl2As7SatzTs0Za219798dfO8udtyej+HtpaRoeJGzv873rups8BcCCCCAAAIIIIAAAggggAACSShAlxFAAAEEEEAAAQQQQACBkhBIKYmLcA0EEMhTgAMIIIAAAggggAACCCCAAAIIIOB9ASJEAAEEEEAAAQQQQKBMCdjE7Hc/+cBJMnJpn+vFJoce37WztD73tJxJo4HJqTZ51BIVWBKL24cPFTvPzi8uMJsEPuyp0c5k6eCJrDahtd0l58ilfW6QZ19/pVDJUYqy72ZhE89tArM5mlfAzunzRZ3FJjPfP3aUkwCmKK8dTVs2qdqSRVx+241y8mVdJLh/1k/bt35fc/stMuHtSTlJEaJpO7865mKTqS/q3V0swYNZ2PVsbWPNTB59/iknMU9+7YQfC57ofMwFZ+aMV2vXxsvZPa90xvVXP84IPzWp983T7s/1g/s7k7yPu/CskEneZmsedo/tXltCBbv3SR108XSeVv8TsGQK9qy9om+vAr8D7DPcufvlTvIsS2bF2PoP8b+VJVawBAuWgME+h/Z5tMWeS2Znz7sHnnws5ufdf83HvSorzw2L076Hb7nvLrFxauZtzjs95/vB7oW937S7+GzpcsM1Yu8yds/ihnU5sSjfXSyBmL0z2Lix957wWGyMBb63x7/5WsK8D7mwlEqRJfGxJHr2PmDvBfY5tDFga9u3cjtu9Uqlg1zUEahRrbqzDv/LEhSGl7GPAAIIIIAAAgjEKcBpCCCAAAIIIIAAAggggAACCCDgfQEiRKBMCpB8pkzedoJGAAEEEEAAAQQQQKAsCxA7AggggAACCCCAAAIIIIAAAgh4X4AIEUAAAQQQQAABBBBAAAEEypJAo7r1JT01LSLk7OztsnL1qohyCrwiQBwIIIAAAggggAACCCCAAAIIIOB9ASJEAAEEEEAAAQQQKAkBks+UhDLXQAABBBDIW4AjCCCAAAIIIIAAAggggAACCCDgfQEiRAABBBBAAAEEEEAAAQQQQAAB7wsQIQIIIFCAwO3db5LPJrwlU56eIM/cN0IG9OwtnU86TQ7Yu2kBZxZ8eJ8me0qVypUjKm7LzpYl/y6PKKcAAQQQQAABBBBAAAEE4hTgNAQQQAABBBBAAAEEEEAAAQQQ8KRASPIZT0ZIUAgggAACCCCAAAIIIIAAAgggECLADgIIIIAAAggggAACCCCAAAIIeF+ACBFAAAEEEEAAAQQQSDSBjVkbJTU1VWpUqybN9tlPTjv+BLmtW0+5o3uvQnf10AMOkkoVMyPa2bx5syxfuTKinAIEEEDAKwLEgQACCCCAAAIIIIAAAggggAAC3hcgQgQQQAABBEpCgOQzJaHMNRBAAAEEEEAAgbwFOIIAAggggAACCCCAAAIIIIAAAt4XIEIEEEAAAQQQQAABBBBAAAEEEPC+ABEWILBx0ybZtWtnRK0qlStLy4MOiSiPtqBR3fpy+MEtJCUl8j+J/XfNavn25x+ibYp6CCCAAAIIIIAAAggggAACCBQkwHEEEEAAAQQQQAABBBBAwJMCkf9LmyfDJCgEohWgHgIIIIAAAggggAACCCCAAAIIeF+ACBFAAAEEEEAAAQQQQAABBBBAwPsCRIgAAggggAACiSawaPlS2bZ1W0S3alSpKm0POzyiPNqCS846TxrsXi+i+s6dO+X3uX9ElFOAAAIIIIAAAl4SIBYEEEAAAQQQQAABBBBAAAEEEPC+ABEigEBJCJB8piSUuQYCCCCAAAIIIIAAAgjkLcARBBBAAAEEEEAAAQQQQAABBBDwvgARIoAAAggggAACCCCAAAIIlHmBWX/OkZXr1kQ4pKalSfvWx0jrFi0jjhVUcO0Fl8hJRx8nqSmR/zns2vXr5fNvvymoCY4XpQBtIYAAAggggAACCCCAAAIIIICA9wWIEAEEEEAAAQQQQMCTApH/a5snwyQoBBBAAPsmjaIAABAASURBVIFoBaiHAAIIIIAAAggggAACCCCAAALeFyBCBBBAAAEEEEAAAQQQQAABBBDwvgARIoAAAokmsGDpYvl+5s+yc+fOiK7VqVlLBt7YRy4567yIY24FVn9Ir75ycadzpFxGRkSVHb5rfPn9t/LVjzMijlGAAAIIIIAAAggggICXBIgFAQQQQAABBBBAAAEEEEAAAQS8L1ASEZJ8piSUuQYCCCCAAAIIIIAAAggggAACeQtwBAEEEEAAAQQQQAABBBBAAAEEvC9AhAgggAACCCCAAAIIIOATePfjj2TZyn99W5H/VKtcRbp3vUzeHDNObu9+k5zY9ljJrFAhp2LLgw6Ryzp3kdF33ScvjxjjHE9LSxe3P/MW/CMvTn7d7RBlCCCAQHEK0DYCCCCAAAIIIIAAAggggAACCHhfgAgRQAABBBDwpADJZzx5WwkKAQQQQAABBOIX4EwEEEAAAQQQQAABBBBAAAEEEPC+ABEigAACCCCAAAIIIIAAAggggID3BYgwEQVmzpkl4994TTZu2ujaPVWVurV3k47tT5YhvfrKtBcmyfTXpzjLY4Puleu6XiaHHXiwZGZmup5vhUv/XS6PvfCMzFu0wHZZEEAAAQQQQAABBBBAAAEEPC1AcAgggAACCCCAAAIIIIAAAkUhQPKZolCkjeIToGUEEEAAAQQQQAABBBBAAAEEEPC+ABEigAACCCCAAAIIIIAAAggggID3BYgQAQQQQAABBBD4T2DS++/KhLfflKzNm/8rKZrVrl275O+F/8jgkQ/JVz/OKJpGaQUBBBBAAAEEYhOgNgIIIIAAAggggAACCCCAAAIIeF+ACBFAwJMCJJ/x5G0lKAQQQAABBBBAAAEE4hfgTAQQQAABBBBAAAEEEEAAAQQQ8L4AESKAAAIIIIAAAggggAACCCBQmgJPvfqiDHtilCxetlQsaUxh+7Jt+3b58MvP5Ma775AffvulsM155nwCQQABBBBAAAEEEEAAAQQQQAAB7wsQIQIIIIAAAggggAACRSFA8pmiUKQNBBBAoPgEaBkBBBBAAAEEEEAAAQQQQAABBLwvQIQIIIAAAggggAACCCCAAAIIIOB9ASJEAAEEEAgTmPLZNLn4lh7y3Buvyqo1a+JKQrNl61b59ucfpc99d8kdI+6TFatWhl2FXQQQQAABBBBAAAEESlSAiyGAAAIIIIAAAggggAACCCCAgPcFPBkhyWc8eVsJCgEEEEAAAQQQQAABBBBAIH4BzkQAAQQQQAABBBBAAAEEEEAAAe8LECECCCCAAAIIIIAAAggkgkDW5s3y+Ivj5NSrLpSb7xkgkz+aKnPnz5MNWRtke/b2kC7u2rVLNm/d4iSYsYQzo8Y/I+def5VcP7i/fPPT9yF12UEAAQT8AvyNAAIIIIAAAggggAACCCCAAALeFyBCBBBAAAEEECgKAZLPFIUibSCAAAIIIIBA8QnQMgIIIIAAAggggAACCCCAAAIIeF+ACBFAAAEEEEAAAQQQQAABBBBAwPsCRIhAAQJf/ThD7hn9sHTt3V1OuOQ8aduloxx5doecpdU5p8pxF54lZ1xzsZNwZvybrzmJaApolsMIIIAAAggggAACCCCAAAIlKcC1EEAAAQQQQAABBBBAAAEEklKA5DNJedtKr9NcGQEEEEAAAQQQQAABBBBAAAEEvC9AhAgggAACCCCAAAIIIIAAAggg4H0BIkQAAQQQQAABBBBAAAEEEEAAAe8LECECCCCAAAIIIIAAAggggAACCHhfgAgRQACBohAg+UxRKNIGAggggAACCCCAAALFJ0DLCCCAAAIIIIAAAggggAACCCDgfQEiRAABBBBAAAEEEEAAAQQQQAAB7wsQIQIIIIAAAggggAACCCCAAAIIeF+ACBFAAAEEEEAAAQQQSEoBks8k5W2j0wggUHoCXBkBBBBAAAEEEEAAAQQQQAABBLwvQIQIIIAAAggggAACCCCAAAIIIOB9ASJEAAEEEEAAAQQQQAABBBBAAAHvCxAhAggggAACCCCAAAIIIIAAAgh4X4AIi0KA5DNFoUgbCCCAAAIIIIAAAggggAACxSdAywgggAACCCCAAAIIIIAAAggg4H0BIkQAAQQQQAABBBBAAAEEEEAAAe8LECECCCCAAAIIIIAAAggggAACCHhfgAgRQAABBBBAICkFSD6TlLeNTiOAAAIIIFB6AlwZAQQQQAABBBBAAAEEEEAAAQS8L0CECCCAAAIIIIAAAggggAACCCDgfQEiRAABBBBAAAEEEEAAAQQQQAAB7wsQIQIIIIAAAggggAACCCCAAALRCJB8JhqlxK1DzxBAAAEEEEAAAQQQQAABBBBAwPsCRIgAAggggAACCCCAAAIIIIAAAt4XIEIEEEAAAQQQQAABBBBAAAEEEPC+ABEigAACCCCAAAIIIIAAAggggID3BYgQAQQQSEoBks8k5W2j0wgggAACCCCAAAKlJ8CVEUAAAQQQQAABBBBAAAEEEEDA+wJEiAACCCCAAAIIIIAAAggggAAC3hcgQgQQQAABBBBAAAEEEEAAAQQQ8L4AESKAAAIIIIAAAggggEA0AiSfiUaJOgggkLgC9AwBBBBAAAEEEEAAAQQQQAABBLwvQIQIIIAAAggggAACCCCAAAIIIOB9ASJEAAEEEEAAAQQQQAABBBBAAAHvCxAhAggggAACCCCAAAIIIIAAAgh4X4AIk1KA5DNJedvoNAIIIIAAAggggAACCCBQegJcGQEEEEAAAQQQQAABBBBAAAEEvC9AhAgggAACCCCAAAIIIIAAAggg4H0BIkQAAQQQQAABBBBAAAEEEEAAAe8LECECCCCAAAIIIBCNAMlnolGiDgIIIIAAAokrQM8QQAABBBBAAAEEEEAAAQQQQMD7AkSIAAIIIIAAAggggAACCCCAAALeFyBCBBBAAAEEEEAAAQQQQAABBBDwvgARIoAAAggggAACCCCAAAIIIJCQAiSfKdLbQmMIIIAAAggggAACCCCAAAIIIOB9ASJEAAEEEEAAAQQQQAABBBBAAAHvCxAhAggggAACCCCAAAIIIIAAAgh4X4AIEUAAAQQQQAABBBBAAAEEEEDA+wJEiAACCCAQjQDJZ6JRog4CCCCAAAIIIIBA4grQMwQQQAABBBBAAAEEEEAAAQQQ8L4AESKAAAIIIIAAAggggAACCCCAgPcFiBABBBBAAAEEEEAAAQQQQAABBLwvQIQIIIAAAggggAACCCCQkAIkn0nI20KnEEheAXqOAAIIIIAAAggggAACCCCAAALeFyBCBBBAAAEEEEAAAQQQQAABBBDwvgARIoAAAggggAACCCCAAAIIIICA9wWIEAEEEEAAAQQQQAABBBBAAAEEvC9AhAhEI0DymWiUqIMAAggggAACCCCAAAIIJK4APUMAAQQQQAABBBBAAAEEEEAAAe8LECECCCCAAAIIIIAAAggggAACCHhfgAgRQAABBBBAAAEEEEAAAQQQQMD7AkSIAAIIIIAAAggkpADJZxLyttApBBBAAIHkFaDnCCCAAAIIIIAAAggggAACCCDgfQEiRAABBBBAAAEEEEAAAQQQQAAB7wsQIQIIIIAAAggggAACCCCAAAIIeF+ACBFAAAEEEEAAAQQQQAABBBBAwAS8nXzGImRBAAEEEEAAAQQQQAABBBBAAAFvCxAdAggggAACCCCAAAIIIIAAAgh4X4AIEUAAAQQQQAABBBBAAAEEEEDA+wJEiAACCCCAAAIIIIAAAggggAAC3hcgQgQQQACBhBQg+UxC3hY6hQACCCCAAAIIJK8APUcAAQQQQAABBBBAAAEEEEAAAe8LECECCCCAAAIIIIAAAggggAACCHhfgAgRQAABBBBAAAEEEEAAAQQQQMD7AkSIAAIIIIAAAggggAACCJgAyWdMgQUB7woQGQIIIIAAAggggAACCCCAAAIIeF+ACBFAAAEEEEAAAQQQQAABBBBAwPsCRIgAAggggAACCCCAAAIIIIAAAt4XIEIEEEAAAQQQQAABBBBAAAEEEPC+ABEikJACJJ9JyNtCpxBAAAEEEEAAAQQQQCB5Beg5AggggAACCCCAAAIIIIAAAgh4X4AIEUAAAQQQQAABBBBAAAEEEEDA+wJEiAACCCCAAAIIIIAAAggggAAC3hcgQgQQQAABBBBAAAETIPmMKbAggAACCHhXgMgQQAABBBBAAAEEEEAAAQQQQMD7AkSIAAIIIIAAAggggAACCCCAAALeFyBCBBBAAAEEEEAAAQQQQAABBBDwvgARIoAAAggggAACCCCAAAIIIIBAqQiUaPKZUomQiyKAAAIIIIAAAggggAACCCCAQIkKcDEEEEAAAQQQQAABBBBAAAEEEPC+ABEigAACCCCAAAIIIIAAAggggID3BYgQAQQQQAABBBBAAAEEEEAAAQS8L0CECCCAAAIImADJZ0yBBQEEEEAAAQQQ8K4AkSGAAAIIIIAAAggggAACCCCAgPcFiBABBBBAAAEEEEAAAQQQQAABBLwvQIQIIIAAAggggAACCCCAAAIIIOB9ASJEAAEEEEAAAQQQQAABBEpFgOQzpcLORcuuAJEjgAACCCCAAAIIIIAAAggggID3BYgQAQQQQAABBBBAAAEEEEAAAQS8L0CECCCAAAIIIIAAAggggAACCCDgfQEiRAABBBBAAAEEEEAAAQQQQAAB7wsQIQIImADJZ0yBBQEEEEAAAQQQQAABBLwrQGQIIIAAAggggAACCCCAAAIIIOB9ASJEAAEEEEAAAQQQQAABBBBAAAHvCxAhAggggAACCCCAAAIIIIAAAgh4X4AIEUAAAQQQQAABBEpFgOQzpcLORRFAAIGyK0DkCCCAAAIIIIAAAggggAACCCDgfQEiRAABBBBAAAEEEEAAAQQQQAAB7wsQIQIIIIAAAggggAACCCCAAAIIeF+ACBFAAAEEEEAAAQQQQAABBBBAwPsCFiHJZ0yBBQEEEEAAAQQQQAABBBBAAAHvChAZAggggAACCCCAAAIIIIAAAgh4X4AIEUAAAQQQQAABBBBAAAEEEEDA+wJEiAACCCCAAAIIIIAAAggggAAC3hcgQgQQQAABBEpFgOQzpcLORRFAAAEEEECg7AoQOQIIIIAAAggggAACCCCAAAIIeF+ACBFAAAEEEEAAAQQQQAABBBBAwPsCRIgAAggggAACCCCAAAIIIIAAAt4XIEIEEEAAAQQQQAABBBBAoGwIkHymbNxnosxLgHIEEEAAAQQQQAABBBBAAAEEEPC+ABEigAACCCCAAAIIIIAAAggggID3BYgQAQQQQAABBBBAAAEEEEAAAQS8L0CECCCAAAIIIIAAAggggAACCCDgfQEiRACBUhEg+UypsHNRBBBAAAEEEEAAAQTKrgCRI4AAAggggAACCCCAAAIIIICA9wWIEAEEEEAAAQQQQAABBBBAAAEEvC9AhAgggAACCCCAAAJQ4c2xAAAQAElEQVQIIIAAAggg4H0BIkQAAQQQQAABBBAoGwIknykb95koEUAAgbwEKEcAAQQQQAABBBBAAAEEEEAAAe8LECECCCCAAAIIIIAAAggggAACCHhfgAgRQAABBBBAAAEEEEAAAQQQQMD7AkSIAAIIIIAAAggggAACCCCAAALeFyiVCEk+UyrsXBQBBBBAAAEEEEAAAQQQQKDsChA5AggggAACCCCAAAIIIIAAAgh4X4AIEUAAAQQQQAABBBBAAAEEEEDA+wJEiAACCCCAAAIIIIAAAggggAAC3hcgQgQQQAABBMqGAMlnysZ9JkoEEEAAAQQQyEuAcgQQQAABBBBAAAEEEEAAAQQQ8L4AESKAAAIIIIAAAggggAACCCCAgPcFiBABBBBAAAEEEEAAAQQQQAABBLwvQIQIIIAAAggggAACCCCAAALFIkDymWJhpdF4BTgPAQQQQAABBBBAAAEEEEAAAQS8L0CECCCAAAIIIIAAAggggAACCCDgfQEiRAABBBBAAAEEEEAAAQQQQAAB7wsQIQIIIIAAAggggAACCCCAAAIIeF+ACBFAoGwIkHymbNxnokQAAQQQQAABBBBAIC8ByhFAAAEEEEAAAQQQQAABBBBAwPsCRIgAAggggAACCCCAAAIIIIAAAt4XIEIEEEAAAQQQQAABBBBAAAEEEPC+ABEigAACCCCAAAIIIFAsAiSfKRZWGkUAAQTiFeA8BBBAAAEEEEAAAQQQQAABBBDwvgARIoAAAggggAACCCCAAAIIIICA9wWIEAEEEEAAAQQQQAABBBBAAAEEvC9AhAgggAACCCCAAAIIIIAAAggg4H2BshEhyWfKxn0mSgQQQAABBBBAAAEEEEAAgbwEKEcAAQQQQAABBBBAAAEEEEAAAe8LECECCCCAAAIIIIAAAggggAACCHhfgAgRQAABBBBAAAEEEEAAAQQQQMD7AkSIAAIIIIAAAsUiQPKZYmGlUQQQQAABBBCIV4DzEEAAAQQQQAABBBBAAAEEEEDA+wJEiAACCCCAAAIIIIAAAggggAAC3hcgQgQQQAABBBBAAAEEEEAAAQQQ8L4AESKAAAIIIIAAAggggAACCHhDgOQz3riPxRUF7SKAAAIIIIAAAggggAACCCCAgPcFiBABBBBAAAEEEEAAAQQQQAABBLwvQIQIIIAAAggggAACCCCAAAIIIOB9ASJEAAEEEEAAAQQQQAABBBBAAAHvCxAhAgggUCwCJJ8pFlYaRQABBBBAAAEEEEAgXgHOQwABBBBAAAEEEEAAAQQQQAAB7wsQIQIIIIAAAggggAACCCCAAAIIeF+ACBFAAAEEEEAAAQQQQAABBBBAwPsCRIgAAggggAACCCCAgDcESD7jjftIFAggUFwCtIsAAggggAACCCCAAAIIIIAAAt4XIEIEEEAAAQQQQAABBBBAAAEEEPC+ABEigAACCCCAAAIIIIAAAggggID3BYgQAQQQQAABBBBAAAEEEEAAAQS8L0CExSJA8pliYaVRBBBAAAEEEEAAAQQQQACBeAU4DwEEEEAAAQQQQAABBBBAAAEEvC9AhAgggAACCCCAAAIIIIAAAggg4H0BIkQAAQQQQAABBBBAAAEEEEAAAe8LECECCCCAAAIIeEOA5DPeuI9EgQACCCCAQHEJ0C4CCCCAAAIIIIAAAggggAACCHhfgAgRQAABBBBAAAEEEEAAAQQQQMD7AkSIAAIIIIAAAggggAACCCCAAALeFyBCBBBAAAEEEEAAAQQQQAABBOISIPlMXGyldRLXRQABBBBAAAEEEEAAAQQQQAAB7wsQIQIIIIAAAggggAACCCCAAAIIeF+ACBFAAAEEEEAAAQQQQAABBBBAwPsCRIgAAggggAACCCCAAAIIIIAAAt4XIEIEEEDAGwIkn/HGfSQKBBBAAAEEEEAAgeISoF0EEEAAAQQQQAABBBBAAAEEEPC+ABEigAACCCCAAAIIIIAAAggggID3BYgQAQQQQAABBBBAAAEEEEAAAQS8L0CECCCAAAIIIIAAAgggEJcAyWfiYuMkBBAoLQGuiwACCCCAAAIIIIAAAggggAAC3hcgQgQQQAABBBBAAAEEEEAAAQQQ8L4AESKAAAIIIIAAAggggAACCCCAgPcFiBABBBBAAAEEEEAAAQQQQAABBLwvQITeECD5jDfuI1EggAACCCCAAAIIIIAAAsUlQLsIIIAAAggggAACCCCAAAIIIOB9ASJEAAEEEEAAAQQQQAABBBBAAAHvCxAhAggggAACCCCAAAIIIIAAAgh4X4AIEUAAAQQQQACBuARIPhMXGychgAACCCBQWgJcFwEEEEAAAQQQQAABBBBAAAEEvC9AhAgggAACCCCAAAIIIIAAAggg4H0BIkQAAQQQQAABBBBAAAEEEEAAAe8LECECCCCAAAIIIIAAAggggAACySFA8pnC3CfORQABBBBAAAEEEEAAAQQQQAAB7wsQIQIIIIAAAggggAACCCCAAAIIeF+ACBFAAAEEEEAAAQQQQAABBBBAwPsCRIgAAggggAACCCCAAAIIIIAAAt4XIEIEEEAAgbgESD4TFxsnIYAAAggggAACCJSWANdFAAEEEEAAAQQQQAABBBBAAAHvCxAhAggggAACCCCAAAIIIIAAAgh4X4AIEUAAAQQQQAABBBBAAAEEEEDA+wJEiAACCCCAAAIIIIAAAskhQPKZ5LhP9BKBRBWgXwgggAACCCCAAAIIIIAAAggg4H0BIkQAAQQQQAABBBBAAAEEEEAAAe8LECECCCCAAAIIIIAAAggggAACCHhfgAgRQAABBBBAAAEEEEAAAQQQQMD7AkSIQFwCJJ+Ji42TEEAAAQQQQAABBBBAAIHSEuC6CCCAAAIIIIAAAggggAACCCDgfQEiRAABBBBAAAEEEEAAAQQQQAAB7wsQIQIIIIAAAggggAACCCCAAAIIeF+ACBFAAAEEEEAAgeQQIPlMctwneokAAgggkKgC9AsBBBBAAAEEEEAAAQQQQAABBLwvQIQIIIAAAggggAACCCCAAAIIIOB9ASJEAAEEEEAAAQQQQAABBBBAAAHvCxAhAggggAACCCCAAAIIIIAAAgi4Cngq+YxrhBQigAACCCCAAAIIIIAAAggggICnBAgGAQQQQAABBBBAAAEEEEAAAQS8L0CECCCAAAIIIIAAAggggAACCCDgfQEiRAABBBBAAAEEEEAAAQQQQAAB7wsQIQIIIIBAcgiQfCY57hO9RAABBBBAAAEEElWAfiGAAAIIIIAAAggggAACCCCAgPcFiBABBBBAAAEEEEAAAQQQQAABBLwvQIQIIIAAAggggAACCCCAAAIIIOB9ASJEAAEEEEAAAQQQQAABBFwFSD7jykIhAskqQL8RQAABBBBAAAEEEEAAAQQQQMD7AkSIAAIIIIAAAggggAACCCCAAALeFyBCBBBAAAEEEEAAAQQQQAABBBDwvgARIoAAAggggAACCCCAAAIIIICA9wWIEIHkECD5THLcJ3qJAAIIIIAAAggggAACiSpAvxBAAAEEEEAAAQQQQAABBBBAwPsCRIgAAggggAACCCCAAAIIIIAAAt4XIEIEEEAAAQQQQAABBBBAAAEEEPC+ABEigAACCCCAAAIIuAqQfMaVhUIEEEAAgWQVoN8IIIAAAggggAACCCCAAAIIIOB9ASJEAAEEEEAAAQQQQAABBBBAAAHvCxAhAggggAACXhJQVS+FQywIIIAAAggggECRCdAQAggggAACCCCAAAIIIIAAAggkhkBxJp9JjAjpBQIIIIAAAggggAACCCCAAAIIFKcAbSOAAAIIIIAAAggggAACCCCAgPcFiBABBBBAAAEEEEAAAQQQQCBOAVUSz8RJx2klL8AVEUAAAQQQQAABBBBAAAEEEEDA+wJEiAACCCCAgKsAyWdcWShEAAEEEEAAAQSSVYB+I4AAAggggAACCCCAAAIIIICA9wWIEAEEEEAAAQQQQAABBBBAAAEEvC9AhAggUJYEVElQU5buN7EigAACCCCAAAIIIJArwBYCCCCAAAIIIIAAAgggkBgCJJ9JjPtAL7wqQFwIIIAAAggggAACCCCAAAIIIOB9ASJEAAEEEEAAAQQQQAABBBBAAAHvCxAhAggggAACCCCAAAKFENi1a1fI2aoqwWW2rUoCmhAkdhBAAIHSEOCaCCCAAAIIIIAAAggggAACCCDgfQEiRAABVwGSz7iyUIgAAggggAACCCCAAALJKkC/EUAAAQQQQAABBBBAAAEEEEDA+wJEiAACCCCAAAIIIIAAAggggAAC3hfwWoSqkcllVCPLvBY38SCAAAIIIIAAAggggAACCCCQnwDHEEAAAQQQQAABBBJDgOQziXEf6AUCCCDgVQHiQgABBBBAAAEEEEAAAQQQQAAB7wsQIQIIIIAAAggggAACCCCAAAIIeF+ACBFAAAEEEEAgDgFVf3IZVZVdu3aFtKDqPxZS6NtR9Zer+te+Iv5BAAEEEEAAAQRKSoDrIIAAAggggAACCCCAAAIIIICA9wVcIyT5jCsLhQgggAACCCCAAAIIIIAAAggkqwD9RgABBBBAAAEEEEAAAa8I2IQkVSYZeeV+EgcCRStAawgggAACCCCAAAIIIIAAAskgEPh9x9bWX9WCf+uxuqoF17P2WLwuQHwIIIAAAggggAACCCCAAAIIIOB9ASJEAAEEEEAgMQRIPpMY94FeIIAAAggggIBXBYgLAQQQQAABBBBAAAEEEEAAAQS8L0CECBSTgCqTjIqJlmYRQAABBBBAAAEEEEAAgdgFOAMBBBCIUyCQTEZVxbaDmwnsq4b+DhQoD9QN3w+Us0YAAQQQQAABBBBAAIEiFqA5BBBAAAEEEEAAAQQQQKCMCpB8poze+LIaNnEjgAACCCCAAAIIIIAAAggggID3BYgQAQQQQAABBBBIRgGbQKSaO8lINXRb1b9v9ZIxPvqMAAIIIIBAUQvQHgIIIIAAAggggAACySigqqKqOV1Xzd22QtXIffs9SNVfrupfW10WBBBAoCwIECMCCCCAAAIIIIAAAggggAACCHhfgAgRQCAxBEg+kxj3gV4ggAACCCCAAAIIIOBVAeJCAAEEEEAAAQQQQAABBBBAAIEoBYInErmdoqqyadMmt0OlXcb1EUAAAQQQQAABBBBAAAEEEEDA+wJEGKeAqjoJZ1TVacF+A7INVf++qn9tZW6Lav7H3c6hDAEEEEAAAQQQQAABBBBAAIE4BTgNAQQQQAABBBBAoIwKkHymjN54wkYAgbIqQNwIIIAAAggggAACCCCAAAIIIOB9ASJEAAEEEEgWgcBEo+D+Wplq7oSitWvXynfffScTJkyQESNGyF9//RVcnW0EEEAAAQQQQACBMitA4AgggAACCCCQrAKqub/9qPq3VdVJUGMxqaqtIhb73SiikAIEEEAAAQQQ8LgA4SGAAAIIIIAAAggggAACe49R+wAAEABJREFUCCCAgPcFEiNCks8kxn2gFwgggAACCCCAAAIIIIAAAl4VIC4EEEAAAQQQQAABBBBAoAAB1dAJRTNnzpSJEyfKkCFD5NFHH5UPPvhAFi5cWEArHEYAgVIV4OIIIIAAAggggAACCCCAAAIIuAiohv7uo6pOkhlVdWoHEsqEr52Dvr8C5b5N57zAOrjcylhKSIDLIIAAAggggAACCCCAAAIIIICA9wWIEAEEEEAAgTIqQPKZMnrjCRsBBBBAAIGyKkDcCCCAAAIIIIAAAggggAACCCDgfQEiRCDRBVT9k4tU/etFixbJlClTZNiwYdKnTx8ZP368/Pjjj7Jt2zYJnkhk27Ykenz0DwEEEEAAAQQQQAABBBAoCQGugQACCCSDgKo6SWNUNae7ef2+Y+Wq/nqqGnFeTgNsIIAAAggggAACCCBQhgQIFQEEEEAAAQQQQAABBBBAoGQESD5TMs5cxV2AUgQQQAABBBBAAAEEEEAAAQQQ8L4AESKAAAIIIIAAAgiECWRlZckXX3who0ePlhtuuMFJOvPBBx/IsmXLnElFVj14spHt26KqtopYmlfaJVc2yGbBgDHAGGAMMAZKcwxwbcYfY4AxwBhgDDAGGAOMAcZAmR8DET/a/Feg6v9NR1Wd335U/Ws7rKq2yil3dv77y34f+m8zZ6Xqrx8oUA3dD5SzRgABBIpJgGYRQAABBBBAAAEEEEAAAQQQQMD7AkSIAAJlVIDkM2X0xhM2AggggAACCCCAQFkVIG4EEEAAAQQQQAABBBBAAAEEECgNgd9//11eeukl6dOnj7NMmDBBrMz6YhOJbHHbDi6zOmlpaVYUspxYK1tCF/bxYAwwBhgDjAHGAGOAMcAYYAwwBhgDjAHGgPfHAPc40e5xiyo7Q36zsR1Vf3IY1dy1au621XFb7HcgVRVbBx8P7Kv62wg+xjYCCCCAAAIIIIAAAggggIAXBYgJAQQQQAABBBBAAIGSESD5TMk4cxUEEEDAXYBSBBBAAAEEEEAAAQQQQAABBBDwvgARIoAAAgiUSYFly5bJlClTZOjQoXLttdfKyJEj5fPPP5eNGzeGTBoKTBgKRlJVUdWcon322Uc6duwovXv3lmbNmuWUs4EAAggggAACCCCQQAJ0BQEEEEAAAQQQcBFQ1ZzfeVJSUnJqqKqzrao5x1XVKbO/VP3bqv51cFnw70m2bUvwcdtmQQABBBBAAIFiEqBZBBBAAAEEEEAAAQQQQAABBBDwvkAZjTD3f8UoowCEjQACCCCAAAIIIIAAAgggULYEiBYBBBBAAAEEEEAAAQQQKA6Bbdu2yfTp02XMmDFy3XXXyaBBg+Stt96SBQsWxHy5OnXqyIknnugkmxnka6dLly5ywAEHOO2o5k44cgr4CwEEXAUoRAABBBBAAAEEEEAAAQQQQCBRBFQ1J8GM9UlVbZVnmao6x4KTyqhqTkJjVXXOD/ylGrofKC8La2JEAAEEEEAAAQQQQAABBBBAAAHvCxAhAggggAACCJSMAMlnSsaZqyCAAAIIIICAuwClCCCAAAIIIIAAAggggAACCCDgfQEiRMCzAnPnzpVXX31V+vfvL9dff70888wz8uOPP8rOnTtjijk9PV1atWolPXr0kAcffNBJOnP88cdLtWrVctpRVWfSUU4BGwgggAACCCCAAAIIIIBAYgnQGwQQQAABFwFV/286KSn+/2Rb1b+vqk5tVc35zUc1d9sOqqqtnKQzlohGVXPq2r5zkL8QQAABBBBAAAEEEChZAa6GAAIIIIAAAggggAACCCDgUQH//5Lh0eAIK1YB6iOAAAIIIIAAAggggAACCCCAgPcFiBABBBBAAAEEEEAgXoFVq1bJhx9+6CSI6datmwwbNkw++ugjsfJY22zatKl07dpVhg8f7iznn3++7LXXXiHNqKqzr6o5k4wym7aS+hfdL/W63id1L7xXdjv/Hql17mCpec5dUr3zQKna6U6pcuYdUrnj7ZJ5ej+pcOptUr7Drc6ScfItYkv6Sb0l7cSbJfWEXs6S0v4msUXb3SjBixx/g7BgwBhgDDAGknUM0G/GLmOAMcAYYAwwBhgDjIHCjIFdx10v2Ud3l21trpXNra6WrCOulPWHXSZrW1wiq5p3LfRSmL5xbsmN7eDfSWzbfj8JLIHfVew3FlvsN5dyp/QRW+z3GPtdptIZ/Z1kMar+33gsAY0tzg8+vr9U/eW+TaeeJZSxRdVfrqpOuap/bfXsuK1V1VbOcWeDvxBAoIwKEDYCCCCAAAIIIIAAAggggAACCHhfgAgRQACBkhEg+UzJOHMVBBBAAAEEEEAAAQTcBShFAAEEEEAAAQQQQAABBBBAAIGEFbDJPD/88IM888wzcsMNN0j//v3ltddekz///DO2Pvtq16xZU0455RS588475fHHH5cbb7xRWrVqJRkZGb6juf+o+icO5Zb4t1TVmUxUaZ8jpHLTI8XWFfY8TCru1VIy9z5cbDuwlG9yqGTscUjIktawuaQ3OlhSGxwkth1YbD+aJaX+gc65Vte2WQ4UDDBgDDAGGAOMAcYAY4AxwBhgDDAGGAPJPQZ27b6/bK+1j2yu1kQ2VGooa8rXlX/TastSqS5LdlWT5Sk1nf3V5XaXtRXqOXWyquwhW6rv6b5EWb6t5t78O6Xvd4ZE+vzY7x22WJ9sHVhs3xbbt99SbG1LYNvW9ntL8JLx328yVlaucQvJqN1YVFUs6Yyqiv1RVacsr237TUpV7XDIEl6uGlkn5AR2EEAAAQQQQAABBBBAAAEEil6AFhFAAAEEEEAAAQQQ8KgAyWc8emMJCwEE4hPgLAQQQAABBBBAAAEEEEAAAQQQ8L4AESKAAAIIIJCfwD///CNvvvmmDBw4UK699loZO3asTJ8+XbZu3ZrfaRHHbEJRy5YtpXv37jJmzBi555575Mwzz5R69eo5dVXVmWSkqs6+/aWqEphEpOovV9WcetamqlpVZwneV9WceqrqTGiy48GLam65au52ampqRH3V3OPWRnAd22ZJFQwwYAwwBhgDjAHGQGKPAe4P94cxwBhgDDAG7N9nd+7c6fw7/caNG2Xt2rXy77//ypIlS2TBggWyaNEiWbZsmaxcudI5ZnW2bNki2dnZYucV11K5cmX+ndL3W0QifUZtrNhifbJ1YAneV/X/9hI4Flir+n9DUfWvA+W2Ft8fVf95qqFrO26Lr0rIbzq2Hyi3bVtU1VZOPWeDvxBAAAEEEEAgR4ANBBBAAAEEEEAAAQQQQAABBBDwvgARloxASslchqsggAACCCCAAAIIIIAAAggg4CpAIQIIIIAAAggggAACCCBQqgIbNmyQTz/9VB555BHp1q2bDB06VKZMmeJMPou1Y02aNJHzzjtPhg8fLqNHj5arrrpKmjdvnm8zlmzGKqi6TyJS9ZdbHVtUNWeikapakbNvk5JUNWc7sB+8tglTtqiqk2xGNXRtdW1R1ZxJcLYfvKj6r6HKWhUD1agNnLGpSn1VDFQxUMVAFQNVDFQxUMVAFQNVDFQxUMVANT4DSxBjCWMtccyaNWtk+fLlTlKZefPmydy5c2X+/PmyePFiWbFihaxevVrsd4BAgpkdO3ZIaSw1atTg35HivN+q8Y0T1fzPC/7tI7Ad+A3F1sFlge3gtarm/Nai6r9W8HHbVvWXq/rriu+Pqr/Mt+n8o+q+b78fqapTJ8H/onsIIIAAAggggAACCCCAAAIIIOB9ASJEAAEEEEAAAY8KkHzGozeWsBBAAAEEEIhPgLMQQAABBBBAAAEEEEAAAQQQQMD7AkSIAAIzZ86U8ePHyy233OIsL730kvz+++8xw1SqVEnatWsn/fr1k7Fjx0rfvn2lffv2YuXhjdkkofAyVXUmm1l5XscD5apq1ZxFVZ0JTeL7Y5OXbFFVp0xVnTZV1UkgY8eCF1V16tnEKVvsWF7rwLHA8eB9K2NJdYxxwIExwBhgDDAGGAOMAcYAYyAxxwD3hfvinTFgCWYsYcz69etl5cqVsmTJEiepzJw5c8QWSzSzaNEiJ/GMJaCxRDSWkKY0EssUdM0qVarw75KpiTk27XcPW+zZYWtbAtu2tsXKAkvwvm3bEjhma1X/bzCqoWs7Jr4/qv7fcGxf1b/tK47qH1V16gV+N3J2fH/Zvqr/mG+XfxBAAAEEEEAAAQTKhABBIoAAAggggAACCCCAAAIIIFA0AilF0wytFIsAjSKAAAIIIIAAAggggAACCCCAgPcFiBABBBBAAAEEEECg2AVsUtq7774rQ4YMkW7dusnIkSPliy++kA0bNsR87YMOOkiuuuoqJ9nM8OHDpUuXLtK4ceN821H1T/pR9a8DlW1CkC2q6iSMCZSramDTKVfVkHXgYPDkJFV/HSuzRTV0P1Bm68BkqMDarSz4WOB4eJmVs6Q4yXxwwIExwBgocAykYIQRY4AxwBhgDDAGGAOMgWjGwKpVq3KSy/zxxx/yyy+/OAlj586dKwsWLJBly5bJ6tWrxRLMbNu2TQpK9pJoxxs2bMi/Rybou7H97mGLjVNb2xLYtrUtVmaLbYcvqurc28DxwFo19zcaVf+2auja2lINLVNVCfxRVQn8hmRltm3r4EU1t35wOdsIIFDCAlwOAQQQQAABBBBAAAEEEEAAAQS8L0CECCCAgEcFSD7j0RtLWAgggAACCCCAAALxCXAWAggggAACCCCAAAIIIIAAAggkv4D9v6F/8803Mnr0aOnRo4fcddddMnnyZFm4cKETXCx/1a1bVzp16iT33nuvk3CmZ8+ecvjhh8fShGvdwCQhVf/kIaukqk6SmeBt1cgym5Bki6r/mKo6k5tUc9eBCU5WzxbbDyy2b4uqipXZdvCSlpbmtBd8LLBta5ZUxw0HHBgDjAHGAGOAMcAYYAwwBhgDjAHGQNGPgYoVK+YkmMnKypLs7Oy4E8wkWuKZSpUq8e+TqUU/Zoricxj4XcTasu3wdXBZ8LbVsyW4TFWd31VU/b/b2DFbVEP3rUyC/qiqs6eau1b1b9sB1cht1dyy8Dq2z4IAAggggAACCCCAAAIIlAUBYkQAAQQQQAABBBBAAIGiEUgpmmZoBQEEECgWARpFAAEEEEAAAQQQQAABBBBAAAHvCxAhAggggAACRSIwZ84cefnll6Vfv35y4403yrPPPis///yzM0ktlguUL19e2rRpIzfffLOTbGbQoEHSoUMHqVGjRizNRNRVVQkknLGDqhqRaCb4uNUJX1T956i6r23SktsSPgnK6liZLcHblnQmUBZcbmUsqUwQTNAJgoxNxiZjgDHAGEiaMcB3Kd+ljAHGAGOAMRDVGKhevbo0aNDAMwlnghPgNGvWLCoD3m9K//0m8LtIYB24J7YfWKwsfDu8LLCvqk5CGquvmvu7ju3boppbJr4/qur7W5zfklQ15zckK1RVW4WUOQX8hQACCCCAQGII0AsEEEAAAQQQQAABBBBAAAEEEPArln8AABAASURBVPC+ABF6VCDFo3ERFgIIIIAAAggggAACCCCAQFwCnIQAAggggAACCCCAAAIIJIfAypUr5YMPPpAHHnhAunXrJsOHD5ePP/5YVq9eHXMA++67r1xyySUyatQoeeSRR5xtK4u5oShOUPVPEApUVfXvW+IZVf928DFVdSYT2USkQLmtVXPL7VhgUdWcyUyBssBaVXMmuVmZTYAKLLYfWAJlwWtVzbPdwHmsU5LIiL4yXhkDjAHGAGOAMcAYYAwwBhgDjIHEHQONGzeWKlWqOAlls7OzPbHOyMjg3xlTEnfMBT8PAr+HWFlg29bh+1ZmS6Dc1rYEymw7sATKVHN/z1H1b6v61/LfH1X9b0uc34Tkvz+queVWZL8l2WLbeS8cQQABBBBAAAEEEEAAAQQQQAAB7wsQIQIIIIAAAgggUDQCJJ8pGkdaQQABBBBAoHgEaBUBBBBAAAEEEEAAAQQQQAABBLwvQIQIIBCVwI4dO+T777+Xp556Sm666Sa5/fbbZeLEifLXX39FdX5wpZo1a0qHDh1k4MCBMnbsWLn55pulTZs2kp6eHlytUNuqKvlNAFL1Hw/UUfVPIFINXQc6oarOhCObtKTq31YNXduxwKKqEZPaAhOdbG2L1Q1e27YtbuVpaWnCggFjgDHAGGAMMAYYA4wBxgBjoBBjgHdq/p2CMRDTGNh///2df6+23wO8sBx99NExxc/ztnSet/a7SPji9juJlQUWq2/btrbFtgOLqv/3GVX/Orhc1f+7jvj+qKrzO46qv0zVv5agP4HfkAJFqqF1wo/bvqoGqrNGAAEEEEAAAQQQKCkBroMAAggggAACCCCAAAIIIIBAkgqQfCaGG0dVBBBAAAEEEEAAAQQQQAABBBDwvgARIoAAAggggAACCCSOwLx58+SNN96QAQMGSPfu3eWJJ56Q7777TjZv3hxTJy2pTMuWLaVHjx5OspmhQ4dKp06dpF69ejG1E2tlVX+CGbfzAhOAVDXisGpumao6SWeCK9lEJVV1JiXZdmBRzS0Ln+wUqBO8tjrBix2zyW3BZbZt5bZmSRUMMGAMeGcMcC+5l4wBxgBjgDHAGGAMMAYSewxUrVpVmjVrJl5IPCO+P4y3xB5vgftjv4HYEtgvaB34HSVwjqrm/HYQKLO1Larq/Jaj6l8Hl8l/f1TV2VINXVuhqkb8RmTltqiqrUIW1ciykArsIFBGBAgTAQQQQAABBBBAAAEEEEAAAQS8L0CECCCAAAJFI5BSNM3QCgIIIIAAAggggAACxSJAowgggAACCCCAAAIIIIAAAggg4H2BnAjXrVsnn3zyiYwYMUK6desm9913n/zvf/+T5cuX59SJdqNx48Zy3nnnyfDhw2XUqFFy9dVXS/PmzaM9vcjqqYZO9AkknQm+gKq/jqr72uqqqjPBSFVt13XbJi0FLzZBKnzfygKLHQvfVtWISVI2kcrqsqQ4k8RwwIExwBhgDDAGGAOMAcYAY4AxwBhgDMQ1BmL+d6o999xTGjRoINnZ2Um97LHHHjHHzhgrmTEW7my/k9jvILa2Y7a2JXjb9m2xssBi+6r+31QCZeHrQB0rV9Wc33ZU1Rkfqrll4vujqr6/Jaee+P7Y70q+Vc4/qv464eU5FdhAAAEEEEAAAQQQQAABBEpegCsigAACCCCAAAIIIIBAkgqQfCZJbxzdRqB0BLgqAggggAACCCCAAAIIIIAAAgh4X4AIEUAAAQQQKFmBX375RZ5//nnp06eP3HrrrTJhwgSZPXt2zJ2oWrWqtGvXTvr16ydjx4511u3bt5dKlSrF3FZxnaDqnxAU3L5NDrLFygJr21bVnMlFqmpFOfs2SckWVXUmJwW2VTWkjqo6iWTsuE1wCl4HtlXVacOOuy2BeoGJV251KEt1nHHAgTHAGGAMMAaSawxwv7hfjAHGAGOAMZAcY6Bly5ZSoUIF2bFjR9Iuhx12GP/emJoc481+/7DfQmwJfkYE9gPr4GO2HVxu226Lqv83GNXc329UVeyPqub8pqPq3w6U29oW1cjy4N+SrA4LAggggAACkQKUIIAAAggggAACCCCAAAIIIICA9wWIEIGiEUgpmmZoBQEEEEAAAQQQQAABBBBAoFgEaBQBBBBAAAEEEEAAAQQQ8JjAokWL5J133pG7775bunXrJo899ph8+eWXsn79+pgitUk8zZs3l6uuuspJNvPAAw9Ily5dpHHjxjG1U9KVVVWCJwaphk4cUlXXLqlqziSkQAVVf5lZBJbAhCdVdZLKqPrXdjxwzNZuS6COHQvfDt634yypRTtxMEkm4XHfue+MAcYAY4AxwBhgDDAGGAOMAcZASY+B8uXLyxFHHJG0iWcaNmzIvz8m0b/zhv/+Yfu2BMa9bbstdtytPKIsJcX5fSdQrur/3UZ8f1TV93foP6qRZaE1xGlP+IMAAggggAACCCCAAAIIIIAAAokjQE8QQAABBBBAAIEkFUhJ0n7TbQQQQAABBEpFgIsigAACCCCAAAIIIIAAAggggID3BYgQAQSKVmDTpk3y1VdfOUlmevbs6SSdefvtt8WS0MR6pbp160qnTp1k6NCh8vjjj0uPHj3k8MMPj7WZhKivmv/kIVV1Jg+p5r22iUqq6sRj27bYjq0Di01+CiyBMltbWfA6sB0ot/3AYmW2BPZZpziJfXDAgTHAGGAMMAYYA4wBxkByjwHuH/ePMZA8Y2CPPfaQgw46KCkT0Jxwwgn8O2RK8ow1+/3DluDng+3bYmXB6+Dt8GO2H76oqvNbj5Wr+rdV/etAWWCt6i8P/M6jqrbpnK/q37YC1dwkx6q55XaMBQEEEEAAAQQQQMAvwN8IIIAAAggggAACCCCAAAIIIBCdQDInn4kuQmohgAACCCCAAAIIIIAAAggggEAyC9B3BBBAAAEEEEAAgSQUmD17tkyYMEH69+8vvXr1kueee05++eUX2b59e0zRZGZmStu2bZ02xo4dK4MGDZIOHTpIzZo1Y2onESvv2rUrpFuqBU8QUvXXUdWcyUY2KckWVX9ZYNvWwYuq5jnZLXyylJ1nZWlpaWJr27fFtllSHRMccGAMFPkY4LOViimfK8YAY4AxwBhgDDAGGAP5jYHWrVtLnTp1kioBTa1atXjPTbL3XPv9wxb7TcQWG5O2b0tgO7DOqyy4XNX/e41q7u8yqqFl4vujqr6/Q/9RjSwL/J6k6j8Wvh/aAnsIJKQAnUIAAQQQQAABBBBAAAEEEEAAAe8LECECCCCAQJIKpCRpv+k2AggggAACCCCAQKkIcFEEEEAAAQQQQAABBBBAAAEEEPC+QOwRrlixQqZOnSr33XefdOvWTUaMGCGffPKJrFq1KubG9t13X7n44otl1KhR8tBDDznb++23X8ztJNIJgYlAgT6p+icIqfrXVm51VP37quokl7Fy1dxt27cJTLZWVVs59VTVWdux4EXVvdzqqKozAc6281uCJ1TlV49jKXkm98EGG8YAY4AxwBhgDDAGGAOMAcYAYyAxx0Dy3ZfjjjsuqZLPnH/++fy7YkryjbPgz2v47yLB+8Hbqrm/wajmbgfaUlVnLKjmrlX99VRV7I9q6Dq4zLZtUfXXCf8dyY4FFjsW2GaNAAIIIIAAAggggAACCIhggAACCCCAAAIIIIAAAghEJ0DymeicqIVAYgrQKwQQQAABBBBAAAEEEEAAAQQQ8L4AESKAAAIIIJCAAjt27JDvvvtOnnzySenVq5fceeedMmnSJJk3b17Mva1Tp46ccsopMnDgQBk7dqzcfPPN0rZtW0lPT4+5rUQ9QdU/MSi4f6oqgclAquokjwnsB9ezbVX/cdu2xSYuqfrLVP1rK7NjqhoymcnK3RabIKXqr2vbtgTXC98PPsZ2ck+c4/5x/xgDjAHGQIKOgSSfmM24YlwxBhgDjAHGQEmMgd13312SJQFN+fLlnX8/LwkXrlG8n7+8fiNR9f+uEuyv6i9Tzf29RtVfJr4/qv5y1ci177Dz+1Dw2rZtUfXXt+2CFlUtqArHEUAAAQRKU4BrI4AAAggggAACCCCAAAIIIICA9wWIEIEkFSD5TJLeOLqNAAIIIIAAAggggAACpSPAVRFAAAEEEEAAAQQQQACBsirw119/yeuvvy6DBg2S7t27y1NPPSUzZsyQTZs2xURSoUIFadmypfTo0cNJNnP33XfLWWedJfXq1YupHa9UVo1MQhOITVUDm87kI9XcfTugqjnlqpozqU3VX26Tn1T926r+tZWFL6q559qEKlusjqq/3PbL2kK8qYIBBowBxgBjgDHAGGAMMAYYA4wBxkAijoEjjzxS9t13X9m5c2dCLy1atODfq1IT/zOU1xi330UCi6o69zKw77YObidwXDX3txhVdX63UfWXqYauxfdHNbRMVX2luf/klbQ4UKOg44F6rBFAAAEEEEAAAQQQQAABBBAoawLEiwACCCCAAAIIIBCdQEp01aiFAAIIIIBAQgrQKQQQQAABBBBAAAEEEEAAAQQQ8L4AESKAQCkJrF27Vj7++GN56KGH5Nprr5UHHnhA3n//fVm6dGnMPWrcuLGcd955Mnz4cHn44Yfl6quvlubNm8fcjtdOUA2dRBSITzW3XFUjEsyohpapqnOqqn8dPMkpsB2+VtWcSU/Bx1TVuZ6V2cQpW7OkOFY44MAYYAwwBhgDjAHGAGOgWMcA71wp+PIZYwxEOwZOOeUUseS2iZyA5rjjjuO55pHnmv0+our/HSUwRlVD98X3R9X/m4qqfx2o6zvk/Naiqs6YEN8fVX8dVfXtiXNc8vijGllH1Z/MWNV/LI9TKUYAAQQQQAABBBJRgD4hgAACCCCAAAIIIIAAAggggECCChRh8pkEjZBuIYAAAggggAACCCCAAAIIIIBAEQrQFAIIIIAAAggggICXBX766ScZN26c3Hbbbc7y8ssvyx9//CGx/j8n16xZU9q1ayf9+vWTsWPHOuv27dtLpUqVvMwXV2xmq5o7UUg1dzu4QasXvK+qzsQkVXWKVdXZt4lNVqDq31f1r63cFtXcfVV1/p+7Vf1lqv794HqqucdU2VbFQBUD1bJgQIyqGKhioIqBKgaqGKhioIqBKgaqGKgmhkGVKlXk1FNPlURNPnPwwQc7/46umhheqvRDtXAGgQQ0qv52bN9+PxHfH1V1ksrYfvCiqmJ/rExVnTERvG/btgQfV82tZ8dU1VYhi6o6v9WpRh4LqcgOAlEJUAkBBBBAAAEEEEAAAQQQQAABBLwvQIQIIIAAAghEJ0DymeicqIUAAggggAACCCSmAL1CAAEEEEAAAQQQQAABBBBAAAHvCxRjhAsXLpTJkyfLkCFDpFu3bvL444/L119/LWvXro3pqunp6dK8eXO56qqrnGQzQ4cOlS5dukjjxo1jaqcsVHZLImNlqv4JQ7ZtDqqaMykpsG9rW1T9x1TVdp0JTqrq1FfNXYdPXrLKwWWBbVsHFtXc81Vh6oGMAAAQAElEQVTZVsVAFQNVDFQxUMVAFQNVDFQxUMVAFQNVDFQxUC1iA9qL+Pda1byNDzroIGnVqlVCJqA5++yzY4pFNe84VTmmmhgGgd9ObK3q71Ng29b2u4tqZLkds0XVf0w1d23n2KLqL7PtwKKqgc2ctap74hn7PUk1sn7OiWwggAACCCCAAAIIIIBA4gjQEwQQQAABBBBAAAEEEEAgQQVIPpOgN4ZuJacAvUYAAQQQQAABBBBAAAEEEEAAAe8LECECCCCAAALJLJCVlSVffPGFjBw5Um644QYn6cy7774rloQm1rgaNGggnTp1Eks0M2rUKOnRo4ccfvjhsTZT5uqr+icJBQeu6i9TzXuSkKqGTFwLnK+aW25lqhqSjCZ4cpNti++PrVVzz1MN3bbjLCmOIw44MAYYA4yBsjsGuPfce8YAY4AxwBhgDCT+GOjYsaPUrVtXLPFGoix77bUX/z6ZkvhjJ9bPt2robyequfvWlu/nFue+q0aW27HAoqqBzZzfeazAxq+tA4tqbr3gMqunGnrMrSxwDmsEEEAAgYIFqIEAAggggAACCCCAAAIIIIAAAt4XIEIEEIhOgOQz0TlRCwEEEEAAAQQQQAABBBJTgF4hgAACCCCAAAIIIIAAAggUIDBr1ix58cUX5fbbb5ebb75Zxo8fLzNnzpStW7cWcGbo4apVq0qbNm2kV69eMnbsWLnzzjulQ4cOUrNmzdCK7BUooBo6SchOUHVPQKMaWTcwqUg195iqOpOWrC1bVHP3Vf3bquo6Eer/7N0HvFTV2S/gdxmxIZogFpQIQqJiLKggioINRUWBmNhi/ew1oqgoNhQV7KBoIHZjjL33GjX2gl1jiYq9RI1GxYY3e7hHD5zDcAZOmdnz+Ps2s/daa6+1/s+e381lOPOelH7qT8l5SgxSYpASg5QYpMQgJQYpMUiJQUoMUmKQEoOUGKTEIKXyMhg4cGBMnjy5bI6NNtqo8PfzlMrLKaUUjsZ7JlnBmcxz2teatvjffzXn2Wt9x/+GTPVeya6zIxubvdY+sraaz4Nqt9fXVrvfOQECBAgQIECAAAECBAhUn4DEBAgQIECAAAECBGZWQPGZmZVzHwECBJpfwIoECBAgQIAAAQIECBAgQIBA/gUkJECAwCwLvP/++3HzzTfHCSecELvttluMHj067r333vjoo49Kmjv7UsuSSy4Z2267bYwdO7Yw33bbbRdLL710SfMYPH2B7AtCtXsz86wtey3Wnn2xqaY/G5sd2XX22tAjmyMbm91Xc55dOxrvi2gsWXoPeA94D3gPeA94DxR5D0z1ZXPjvFe8B7wHvAdm/j3QuXPnQnHc7O/T5XCcdtppcfHFF8fzzz/v/61PM/9cUyrPe7PPULIj+zwlpan3WNNW+7X2eUopuyy8L7KTlKZcZ+fZkVL6sS+7rjlSqr9gcfZ+TynVDPNKgAABAgQIlKeAXREgQIAAAQIECBAgQIAAAQL5F8hNQsVncvMoBSFAgAABAgQIECBAgACBxhcwIwECBAgQIECAAIHyF/j222/jkUceifHjx8f+++8fRxxxRFxzzTXx6quvlrz59u3bF76wdeSRR8a4ceNiyJAhscYaa0SrVq1KnssNMxZIqe4XhFKq/wtFKU09NqXpX6f0U19KqfDFpZR+eq3ZWfZlqZRS4TKlVGdcStpSYpBSNRjImBKDlBikxCAlBikxSIlBSgxSYpASg5QYpFQZBuutt16hWO7kyZOjpY/sc5pHH300zjrrrDjzzDPjgQceiEmTJvk7d4W8l1Iq/p4vfIjyvz9SSpF9rhK1/kup/nuzISml7KXwPshOUppyPe15dl37SKn+z4kUnqmtVMq5sQQIECBAgAABAgQIECBAgED+BSQkQIAAAQIEZlZA8ZmZlXMfAQIECBAg0PwCViRAgAABAgQIECBAgAABAgTyLyBhgwReeeWVuPzyy+Ooo46KvffeO84555x44okn4osvvmjQ/TWDWrduHd27d4+99tqrULxm+PDhMWjQoFh00UVrhnhtBoHsC0O1l0mp/i8WZWNSStlLZPekNOU8pZ9eU/rpPBuY0pTr7LzmSCnV+2Wnmn6vBAgQIECAAAECBAgQaHIBCxBoZIHf/e53MccccxT+vpz9nbkcjn/+859x6aWXxsknnxw33XRTvPPOO42c2nQtJZBSKiydUip8xpJSmqoYTUpT2uN//6U05Tyl9L+rKIyP//2X0pTr/53+2Jad1xwp1f/5UPbeTumne2vGeyVAgAABAgQIECBQlgI2RYAAAQIECBAgQIAAAQIVI6D4TMU8qvLbqB0RIECAAAECBAgQIECAAAEC+ReQkAABAgQIECgPgY8//jjuvPPOOOWUU2KPPfaIE088Me64446Z+tJSly5dYosttoiTTjqpMN8uu+wSyy+/fHkErdJdpDTly0S146c0pS2lVPgCUkqpdnehbaqGaS5SSj+OSWnKeUo/vdYMTykVvhw122yzeWXgPeA94D1Qxe8B/zvgfwe9B7wHvAe8B7wHvAcq/T2w0EILxWabbRbl+N8HH3wQt9xyS4wePTouueSSyIrSVLp3te8/pfTjWy2lVOczmJrOlFLhNKUpr4WLWn+k9FN7SqkwT0pTXusrMlNfW63pnBIgQGCGAgYQIECAAAECBAgQIECAAAEC+ReQkAABAjMroPjMzMq5jwABAgQIECBAgEDzC1iRAAECBAgQIECAAAECBKpI4Mknn4xzzz03Dj744DjkkEPisssuK3w5afLkySUpZF++WmeddQrzjB8/Pg466KDIrtu0aVPSPAY3rUBKqWaBH19TSpF9qajmyDpSmnpcSlNfZ2NqjpSm9KWUpvryUtaf0pS27NxBgAABAgQIECBAgAABAgTyILDqqqvGaqutNtXfpWv+Tt3Ur1lx3+WWW67o2l999VXcf//9MXbs2DjjjDPioYceim+++SYP9FWZIaWfPltJacp5SulHi5TSj5/HZI0ppeylcKT003nWkNLUnwFl79eUph5TX1t2r4MAAQIECBAgQIAAAQIEylrA5ggQIECAAAECBAhUjIDiMxXzqGyUAIHyE7AjAgQIECBAgAABAgQIECBAIP8CEhIgQKD5BN5444245ppr4thjj43ddtst/vSnP8XDDz8cn3zySUmbmHvuuWP55ZePnXbaKbJiMyNGjIgtttgillhiiZLmMbhlBLIvEtVeOaU01ReVsv6UUu0hhfOU0o/jUkqFtun9kVJq8NjpzaGdAAECBAgQIJAvAWkIECBAIC8Cm2++eWSFeJszT7du3WKFFVYofJ4zdOjQWHPNNWOOOeYouoXnn38+/vKXv8SJJ54Yt9xyS3z44YdFx+ssL4GUpv/ZSkppuptNaeq+lFLhM5rs857sppSmXKeUsssfj6w/panbfux0QoAAAQIECJQgYCgBAgQIECBAgAABAgQIECCQfwEJZ1ZA8ZmZlXMfAQIECBAgQIAAAQIECDS/gBUJECBAgAABAgQI5Ejg888/j/vuuy/Gjh0b++67bxx33HFx8803x8SJE0tO2alTpxg4cGBhjtGjR8dee+0Vq6yySsnzuKHlBVKa/heJUprSl33hqGanKU1pq7me9nW22Wb8z4EppcIXnaa91zWBFhOwMAECBAgQIECAAAECBGZSoFWrVpEVoMn+7txcxy677PLjbhdffPHC+lkx4EGDBsXCCy8cxfbx9ttvx3XXXRcnnHBCXHLJJfHyyy//OJeT8hNIqWGfoaSUim4+pSn9Ne+NbHBKU9qy89pHNial+vtqj6vIc5smQIAAAQIECBAgQIAAAQIE8i8gIQECBAgQIFAxAjP+adOKiWKjBAgQIECAQHMLWI8AAQIECBAgQIAAAQIECBDIv4CEjSvw3HPPxV/+8pc47LDD4oADDoiLLroonnnmmZg0aVJJC7Vt2zZWX3312G+//WL8+PFxyCGHxEYbbRQLLLBASfMYXL4C2ReLao7au0xp6i8bZWOy/pRSoYBMSim7/PGo6f+xochJSunHOVJynhKDlBikxCAlBikxSIlBSgxSYpASg5QYpJRPg5TkSolBSvkwWGaZZWLDDTcs8jfgxutaYokl6v27dJs2bWL99dePI488Mnbaaaf4zW9+U3TRL774Iu6999449dRTC5/1PProo5H9nT6lfDyTlPKRo+hDLNKZ0pT8NUOyZ1tznr2mlLKXwpH11T5S+qmvMMAfBAgQIECAAAECBGZBwK0ECBAgQIAAAQIECBAgQGB6AorPTE+m8trtmAABAgQIECBAgAABAgQIEMi/gIQECBAgQIBAhQm8++67cdNNN8WJJ54Yu+22W5x22mnxj3/8Iz788MOSkrRq1SqyL05tu+22MXbs2Bg5cmRst912sfTSS5c0j8GVI5BS+vHLa9PuOqWf+lKacp6NqfliUkpT2lLymhKDlBikxCAlBilVlMGP/xuQkn2nxCAlBikxSIlBSgxSYpASg5QYpDRjg4EDB8aSSy6Z/XW5SY+hQ4fO8P/v1qNHj9hnn30KhYjXWGONmG224j+6+9RTT8V5550XJ5xwQtxxxx3x8ccfz3CNlGZskpIxKbWMwYw+s6n9Jk1p6j3W7nNOgEDuBAQiQIAAAQIECBAgQIAAAQIE8i8gIQECBCpGoPi/YFVMDBslQIAAAQIECBAg0BIC1iRAgAABAgQIECBAgAABAlMLfP311/HQQw8VfkP1AQccEMOHD49rr702XnnllakHNuCqQ4cOhd/Snf2G7KzgzL777hvZF5SyQjQNuN2QRhMoj4myLynNaCcppcKQbKzjh2DAwHvAe8B7wHvAe8B7wHvAe8B7wHvAe6C63wObb755CX9PLt2qTZs2Jf3ds0uXLrH11lvHMcccE5tsskm0a9eu6P2vv/56XHHFFXH88cfHpZdeWvh8yXu69OdUDmbZGzGlKZ/bZOfTO7K9Tq9POwECBAgQIECAAAECBAg0hoA5CBAgQIAAAQIECBCYnoDiM9OT0U6AQOUJ2DEBAgQIECBAgAABAgQIECCQfwEJCRAgUIYCL730Ulx22WVx9NFHxx//+Mc477zz4oknnojPP/+8pN3OP//80b1799hrr70KxWsOP/zwGDRoUCy66KIlzWNwPgVSSg0KllKKlBwpMUiJQUoMUmKQEoOUGKTEIKUKM7Bf/3867wHvAe8B74FGeA9khX233HLLJrPs3bv3TM3dtm3b6N+/f6EIzfbbbx9LLrlk0Xk+++yzuPvuu+Okk06Ks846KyZMmFB0fEr+dz+l8jOo74OdaYvNpJTqG6aNAAECBAjkV0AyAgQIECBAgAABAgQIECBAIP8CElaMgOIzFfOobJQAAQIECBAgQIAAAQLlJ2BHBAgQIECAAAECBKpR4KOPPoo77rgjxowZUygUc/LJJ8edd94Zb7/9dkkcKaXCl4u22GKLwpeHTjjhhNhll11i+eWXL2kegwlM+0Ul8SLU4wAAEABJREFUIgQaW8B8BAgQIECAAAECBAgQqFSBtdZaq1Dstyn2P2DAgFmetlevXjFkyJAYPHhwrLLKKjOcLyt4/Oc//zmyz5Gyz6OywjQzvMmAshVIqbyKzZQtlI0RIECAAAECBAgQIECAAAECjSZgIgIECBAgQIDA9AQUn5mejHYCBAgQIFB5AnZMgAABAgQIECBAgAABAgQI5F9AwhYQyAp7ZF/sOffcc+OQQw6JQw89NC6//PJ4/vnn47vvvitpR+3bt4911lknDj744Bg3blzhy0XZdZs2bUqax2ACtQVS8kWl2h7OCRAgQIAAAQIECORAQAQCBBpRYKuttor5558/ss94GutYbbXVGnGHEUsvvXTsuOOOcfTRR8cGG2www/2++uqrcdlll8WoUaPiqquuiokTJzbqfkxGgAABAgQIECBAgECzCFiEAAECBAgQIECAAAECBAiUjYDiM032KExMgAABAgQIECBAgAABAgQI5F9AQgIECBAgQCCvAq+99lpcffXVhS/w7L777jF+/Ph4+OGH4+OPPy4pcuvWrWPFFVeMnXfeuTDH8OHDY4sttogllliipHkMJkCAAAECBFpSwNoECBAgQIAAAQKVLJB9PpMVoGnMDNtvv31jTvfjXAsttFAMGjQojjnmmNh6661n+BnSv//977j11lsLn2FlhZOfeuqpH+dyQoAAAQKlChhPgAABAgQIECBAgAABAgQI5F9AQgIECBCYnoDiM9OT0U6AAAECBAgQIFB5AnZMgAABAgQIECBAgAABAgRmUuCzzz6Le+65J84444wYPHhw4Qs7t9xyS2RFaEqdskuXLjFw4MA47rjj4pRTTomseE2PHj1Kncb46QloJ0CAAAECBAgQIECAAAECBPIv0MgJu3XrFuutt16jzNq1a9dGmafYJK1atYo+ffrEwQcfHHvvvXestNJKxYbH999/XyicfOaZZ8bJJ59c+Jzryy+/LHqPTgIECBAgQIAAAQIECBAg0OICNkCAAAECBAgQIECAQNkIzFY2O7ERAgRyJyAQAQIECBAgQIAAAQIECBAgkH8BCQkQIFDJAs8880xcdNFFccQRR8SBBx4YF198cTz99NPx1VdflRRroYUWitVXXz3222+/GD9+fBx00EGx0UYbxQILLFDSPAYTIECAAAECBAgQKFcB+yJAgAABAnkQ+P3vfx+dOnWa5ShZ4eJZnqSECZZbbrnYbbfdCp9hZQV0WrduXfTul156qfA516hRo+Laa6+Nd955p+h4nQQIECBAgACBGgGvBAgQIECAAAECBAgQIECAQP4FJCQwPQHFZ6Yno50AAQIECBAgQIAAAQKVJ2DHBAgQIECAAAECBAgUEXj77bfjhhtuiJNOOqnwhZ2xY8fGfffdF++//36Ru+p2zTXXXJF96WfbbbeN008/PUaMGBHbbbddLL300nUHayFAgEDjC5iRAAECBAgQIECAAAECBGZSYMstt5zJO6fctvDCC085aYE/F1tsscgK6GSfRW2++ebRoUOHorvIPvO66aabIitCc8EFF8Rzzz1XdLzOshOwIQIECBAgQIAAAQIECBAgQCD/AhISIECAAAECBMpGQPGZsnkUNkKAAAEC+ROQiAABAgQIECBAgAABAgQIEMi/gITlLDBp0qR44IEH4qyzzooDDzwwjj766Lj++uvj5ZdfLnnbnTp1ig033DCOOOKIGDNmTOy9996xxhprxBxzzFHyXG4gQIAAAQIECBAgQIAAgUoTsF8CBPIisMQSS8Tvfve7mY6Tfb400zc30o2tW7eOddddNw4//PDYfffdC0WSi0399ddfFz4jO+200yI77r///vj222+L3aKPAAECBAgQIECAQJUKiE2AAAECBAgQIECAAAECBKpXoHqKz1TvM5acAAECBAgQIECAAAECBAhUj4CkBAgQIECAQNULvPjii3HJJZfEiBEjYt99940LLrggHnvssfjss89Ksmnbtm307Nkz9txzzxg/fnwccsghMWjQoFhsscVKmsdgAgQIECBAoAkETEmAAAECBAgQIEBgFgTWX3/9WGGFFUqeoRyLEK+44oqFIsnZZ1drrbXWDAslP/fcc3HhhRfGcccdFzfeeGN88MEHJTu4gQABAs0mYCECBAgQIECAAAECBAgQIEAg/wISEiBAgEDZCMxWNjuxEQIECBAgQIAAgdwJCESAAAECBAgQIECAAAECBJpa4MMPP4zbbrut8Fub99577zj11FPj7rvvjrfeequkpVu1ahVdu3aNzTffPE466aQYOXJk7LjjjjP1RaSSFs7BYBEIECBAgAABAgQIECBAgACB/AvkLeGWW24Z88wzT0mxevfuXdL45hzcqVOn2GqrrQoFmX/729/GwgsvXHT5d955J6677roYNWpUXHzxxfHPf/6z6HidBAgQIECAAAECBAgQIFAdAlISIECAAAECBAgQIFC9ArNVb3TJCVSdgMAECBAgQIAAAQIECBAgQIBA/gUkJECAQO4Fvv/++3jsscfivPPOi2HDhsVhhx0WV155ZTz33HPx7bfflpS/Q4cOsfbaa8fBBx8cY8eOjcGDB8e6664bbdq0KWkegwkQIECAAAECBAg0s4DlCBAgQIAAgVkUaNu2baFYSynTZEWLSxnfEmN//vOfxwYbbBBHH3107LTTToViy8X28cUXX8Q999wTp5xySpxxxhnx8MMPxw8//FDsFn0ECBAgQIBA8wlYiQABAgQIECBAgAABAgQIEMi/gIQEykZA8ZmyeRQ2QoAAAQIECBAgQIBA/gQkIkCAAAECBAgQIECgMQRee+21uOqqq+L444+PPffcM84666x46KGH4t///ndJ088///yx8sorx8477xzjx4+Pww8/PLLfcr3EEkuUNI/BBAgQmFrAFQECBAgQIECAAAECBAhUosAqq6wSa665ZoO2vtJKKzVoXDkNyvJlxZYPPPDAWH311SOlVHR7Tz/9dJx77rlx3HHHxS233BIff/xx0fHV1ykxAQIECBAgQIAAAQIECBAgkH8BCQkQIECAAAEC1Sug+Ez1PnvJCRAgUH0CEhMgQIAAAQIECBAgQIAAAQL5F5AwFwKffvpp3H333XHmmWfG/vvvH6NGjYpbb701/vWvf5WUL6UUSy65ZAwcOLDwpZkTTjghdt111+jRo0dJ8xhMgAABAgQIECBAgAABAmUmYDsECBBoJIGsMPGiiy46w9l22223GY4p1wG/+tWvYrvttosRI0bExhtvHAsssEDRrU6cODGuvvrqGDlyZFx66aXx6quvFh2vkwABAgQIECBAgECTCZiYAAECBAgQIECAAAECBAgQaDaBFis+02wJLUSAAAECBAgQIECAAAECBAi0mICFCRAgQIAAAQINFXj66afjr3/9awwfPjyGDh0al1xySTz11FPxxRdfNHSKwrhFFlkk+vTpUyhaM27cuBgyZEhstNFGM/xSTeFmfxAgQIAAAQIzJeAmAgQIECBAgAABApUqMNtss0VWgKbY/jt16lSsu2L6Flxwwdhkk03i6KOPLhSjyYrSFNv8Z599FnfddVdkBZ3Hjx8fjz32WLHh+ggQqAIBEQkQIECAAAECBAgQIECAAIH8C0hIgAABAtUroPhM9T57yQkQIECAAIHqE5CYAAECBAgQIECAAAECBAiUjcBbb70V1113XZxyyimxxx57xBlnnBH33ntvvPvuuyXtsXXr1rHiiivGtttuG6effnocddRRsfXWW8dSSy1V0jw5GiwKAQIECBAgQIAAAQIECBAgkH8BCRtRIPscKSvKMr0pDznkkOl1VWT77LPPHquvvnoceOCBMXjw4FhllVVmmOOJJ56Is846K44//vi48847IytMM8ObDCBAgAABAgQIECBAgACBWRVwPwECBAgQIECAAAECBJpNQPGZZqO2EIFpBVwTIECAAAECBAgQIECAAAEC+ReQkAABAgRqBL788su4//774+yzz46hQ4fGiBEj4sYbb4x//vOfMXny5JphDXrt0qVLbLjhhnHkkUcWitfsvvvuscYaa8Qcc8zRoPsNIkCAAAECBAgQINC4AmYjQIAAAQIEKl1g4403jq5du9aJMd9889Vpy1NDlnmnnXaK4cOHR79+/WJGef/1r3/FZZddFiNHjowrr7wyJk6cmCcOWQgQIECAwAwEdBMgQIAAAQIECBAgQIAAAQL5F5CQQPUKKD5Tvc9ecgIECBAgQIAAAQLVJyAxAQIECBAgQIAAAQLNKvDCCy8Uvoxy7LHHxn777RcXXnhhPProo/Hpp5+WtI+FFlooevXqFXvuuWeMHz8+DjrooBg0aFAsuuiiJc1jMAECVSIgJgECBAgQIECAAAECBAgQmAmBLbfcMmafffap7uzTp89U13m9aN++fWy66aaFgtF/+MMfolOnTkWjfvzxx3HbbbfFqFGj4pxzzomnnnqq6Pgm6TQpAQIECBAgQIAAAQIECBAgkH8BCQkQIECAAAECBJpNQPGZZqO2EAECBAhMK+CaAAECBAgQIECAAAECBAgQyL+AhNUl8P7778ett94ap59+evzxj3+M0aNHx5133hkTJ04sCWKuueaK5ZZbLjbffPM46aSTCl962X777WOFFVYoaR6DCRAgQIAAAQIECBAgQKB5BKxCgACBPAgsssgikRWgqZ1lk002qX2Z+/Psc7k111wzDjnkkNhrr71ixRVXLJr5+++/j0ceeSTOPPPMOPnkk+Pvf/97fPXVV0Xv0UmAAAECBAgQIFC5AnZOgAABAgQIECBAgAABAgQI5FegpvhMfhNKRoAAAQIECBAgQIAAAQIECNQIeCVAgAABAgQINKrAt99+G48++mhccMEFcdhhh8URRxwRV111VTz77LPx9ddfl7RWp06dom/fvnHwwQfHmDFjYu+9945111032rRpU9I8BhMgQIAAAQKBgAABAgQIECBAgACBmRTo3bt3rLrqqoW7e/XqVXit1j+WX3752H333ePQQw+NddZZJ+aee+6iFC+99FL87W9/i2OPPTauvfbaeOedd4qO10mAwCwLmIAAAQIECBAgQIAAAQIECBDIv4CEBAgQIECg2QRma7aVLESAAAECBAgQIDCNgEsCBAgQIECAAAECBAgQIFB5Aq+++mpcffXVccIJJxQKxJx99tnxwAMPxIcfflhSmLZt20bPnj1j5513jvHjxxd+m/Jmm20WSyyxREnzlP9gOyRAgAABAgQIECBAgAABAgTyLyBhngS22mqraNeuXWy//fZ5ijXTWRZffPHYYostYsSIEZF9frfYYosVnSv7nPCmm26KkSNHFopWP/fcc0XH6yRAgAABAgQIECBAgEDlCNgpAQIECBAgQIAAAQIE8iug+Ex+n61kpQoYT4AAAQIECBAgQIAAAQIECORfQEICBAgQKFngk08+ibvuuivGjRsXQ4YMKRSdueWWWyIrQlPKZK1atQcP4w0AABAASURBVIquXbvGwIED49hjjy18+WTHHXeMHj16lDKNsQQIECBAgAABAgRmLGAEAQIECBAgQGAWBOaaa67YcsstZ2GGfN7apk2b6Nu3bxxxxBGx6667xrLLLls06DfffFMoWn3aaafF6NGj4/77749vv/226D06CRAgQIBASQIGEyBAgAABAgQIECBAgAABAvkXkJAAgWYTUHym2agtRIAAAQIECBAgQIDAtAKuCRAgQIAAAQIECBAoT4Enn3wyLr744jjqqKPi4IMPjksvvTQmTJgQ//3vf0vacIcOHWKdddaJ/fbbL8aOHRuDBw+OjTbaqPCbo0uayGACBCpawOYJECBAgAABAgQIECBAgEClCSy33HKVtuVm3e/KK68c++yzTxx00EHRp0+fmH322aPYBl544YW48MIL47jjjosbbrghPvjgg2LD9REgQIAAAQIECBAgQIAAAQJlKmBbBAgQIECAAAEC+RVQfCa/z1YyAgQIlCpgPAECBAgQIECAAAECBAgQIJB/AQkJ1CswceLEuPHGG+PUU0+NPffcM/70pz/FPffcE++8806946fXON9880X37t1jm222idNPPz0OP/zw2GKLLWLppZee3i3aCRAgQIAAAQIECBAgQKDxBcxIgAABAgSaRaBLly6x9dZbx4gRI2LQoEGx0EILFV03+7zx+uuvj5EjR8ZFF10UL730UtHxOgkQIECAAAECBIoK6CRAgAABAgQIECBAgAABAgTyL9BsCRWfaTZqCxEgQIAAAQIECBAgQIAAgWkFXBMgQIAAAQIEWkbgv//9b9x3331xzjnnxMEHHxzHHntsXHfddfHiiy/G999/3+BNpZRiqaWWiv79+8eRRx4ZJ554Yuyyyy7Ru3fvmGOOORo8j4EECBAgQCDfAtIRIECAAAECBAgQIEAg3wJt27aNDTfcMI466qjYYYcdZliM+ssvvyx8PnnyySfHGWecEQ8//HD88MMP+UaSrgoERCRAgAABAgQIECBAgAABAgTyLyAhAQIECBDIr8Bs+Y0mGQECBAgQIECgRAHDCRAgQIAAAQIECBAgQIBAjgWee+65uPzyy+O4446LIUOGFH6z8COPPBKffPJJSakXWWSR6NOnT+y5554xbty42H///WPAgAGx6KKLljRPiw22MAECBAgQIECAAAECBAgQIJB/AQkJEGgRgdlmmy1WW2212G+//QpHdj6jjTz99NNx7rnnFgpk33LLLSV/Xjmj+fUTIECAAAECBAgQIJBjAdEIECBAgAABAgQIECBAoNEEFJ9pNEoTNbaA+QgQIECAAAECBAgQIECAAIH8C0hIgAABAk0n8O6778att94aY8eOjcGDB8dpp50Wd9xxR7zxxhslLdq6devo1q1bbL755nHyySfHUUcdFVtvvXWssMIKJc1jMAECBAgQIECAQPUKSE6AAAECBAgQIFB9AksvvXTssMMOcfTRR0f//v2jbdu2RRHefPPNuPrqqwtFaC699NL417/+VXS8TgIECBAoPwE7IkCAAAECBAgQIECAAAECBPIvICEBAvkVUHwmv89WMgIECBAgQIAAAQKlChhPgAABAgQIECBAgEAFC3zzzTfx8MMPx4UXXhiHH354DB8+PK666qp45pln4quvviopWZcuXWKDDTaIgw8+OE455ZTYY489Yt1114155523pHkMJkCgLAVsigABAgQIECBAgAABAgQIEMi/QNkkXHjhhWPAgAGFzyu32WabyD57LLa5zz//PO666644/vjjY9y4cfH4448XG66PAAECBAgQIECAAAECBAhUs4DsBAgQIECAAAECBBpNQPGZRqM0EQECBBpbwHwECBAgQIAAAQIECBAgQIBA/gUkJDBrAi+//HJcc801cdJJJ8U+++wT5557btx///3xwQcflDTxQgstFL169Yqdd945xo8fHwcddFD89re/jSWWWKKkeQwmQIAAAQIECBAgQIAAgfoEtBEgQIAAAQJzzjln9O7du/DZY/ZZZvfu3WeIMmHChPjzn/8co0aNijvuuCOywjQzvMkAAgQIECBAgECLCViYAAECBAgQIECAAAECBAgQyL9AfhMqPpPfZysZAQIECBAgQIAAAQIECJQqYDwBAgQIECBAoMwFPv7447j77rsLBWIOOOCAQtGZm2++ObIiNKVsfa655orllluuUGDm2GOPjREjRsT2228fPXr0KGUaYwkQIECAQGUK2DUBAgQIECBAgAABAgQItKjAsssuG7vsskscccQRsf7660ebNm2K7ue1116Lyy+/PLLPMq+44oqYOHFi0fE6CRQE/EGAAAECBAgQIECAAAECBAjkX0BCAgQIECBAoNEEFJ9pNEoTESBAgAABAo0tYD4CBAgQIECAAAECBAgQIFDtAj/88EM88cQTcckllxQKxBxyyCGF86yt1N/y27Fjx+jbt2/st99+MWbMmNh7771jgw02iHbt2rUos8UJECBAgAABAgQIECBAgACB/AtISIAAgfoEFltssfjd734Xw4cPjy222CIWX3zx+ob92PbJJ5/E7bffHscdd1ycffbZ8fTTT//Y54QAAQIECBAgQIAAgZYXsAMCBAgQIECAAAECBAgQqFwBxWcq99k1986tR4AAAQIECBAgQIAAAQIECORfQEICBAgQKAOBN954I2666aYYPXp0oUDM+PHj4+6774633nqrpN21bds2evbsGdtss02cfvrpMWzYsNhss81i6aWXLmkegwkQIECAAAECBHInIBABAgQIECBAgACBshKYd955Y5111olDDz00dt9991hhhRWK7i8r2v3oo4/GGWecESeddFLcc8898dVXXxW9RycBAgSqUEBkAgQIECBAgAABAgQIECBAIP8CEhIgQKDRBBSfaTRKExEgQIAAAQIECBBobAHzESBAgAABAgQIECBQDQKff/553HfffXHeeecVCsRkv7X32muvjRdeeCG+++67BhO0atUqunbtGgMHDowjjzwyRo4cGTvuuGP07t075phjjgbPYyABAs0tYD0CBAgQIECAAAECBAgQIEAg/wISNlRgxRVXjD333DMOOeSQWHvttWOuueYqeuvLL78cF198cRx77LFxzTXXxLvvvlt0vE4CBAgQIECAAAECBAgQINB0AmYmQIAAAQIECBAgULkCis9U7rOzcwIEmlvAegQIECBAgAABAgQIECBAgED+BSQk0EwCzz77bFx55ZWFAjEHHHBAXHTRRfHQQw/Fv//975J20KFDh8IXMLIvY4wdOzYGDx4cG220USy66KIlzWMwAQIECBAgQIAAAQIEqkpAWAIECBAgQKDsBTp16hRbbrllHHXUUbHppptG+/bti+75ww8/jJtvvrlQhOb888+P559/vuh4nQQIECBAgEAVCIhIgAABAgQIECBAgAABAgQI5F9AwkYTUHym0ShNRIAAAQIECBAgQIAAAQKNLWA+AgQIECBAgEBeBN555524/fbb48wzz4z99tsvTj/99Ljtttvi9ddfLynifPPNF927d4+tttoqTjrppDj88MMLX8BYYYUVSprHYAIECBAgUE4C9kKAAAECBAgQIECAAAECBKYn8POf/zz69esXw4cPj5122imWWWaZ6Q0ttH/77bfx4IMPxpgxY2L06NFx//33x3fffVfo80fLClidAAECBAgQIECAAAECBAgQyL+AhAQIECBAgEDlCig+U7nPzs4JECBAgEBzC1iPAAECBAgQIECAAAECBAgQaKDApEmT4uGHH46LLroojjjiiMJv573iiiviqaeeii+//LKBs0SklGKppZaK/v37x9ChQ+PEE0+MXXbZJdZaa61o06ZNNMF/piRAgAABAgQIECBAgAABAgTyLyAhAQIEKlJglVVWiX333TcOOOCA6N27d/zsZz8rmuOFF16ICy+8MEaMGBE33HBDfPjhh0XH6yRAgAABAgQIECCQMwFxCBAgQIAAAQIECBAgQIBAgwVma/BIA8tMwHYIECBAgAABAgQIECBAgACB/AtISIAAAQKVJPDSSy/FddddFyeffHIMHjw4zj333Ljvvvvi/fffLylG+/bto0+fPrHTTjvFuHHjYv/9948BAwZE586dS5rHYAIECBAgQIAAgUoRsE8CBAgQIECAAAECBEoR+PWvfx3bbLNNoej3JptsEu3atSt6+3vvvRfXX399HHvssYWC4dlnuUVv0EmAAIEmETApAQIECBAgQIAAAQIECBAgkH8BCQkQIFC5AorPVO6zs3MCBAgQIECAAIHmFrAeAQIECBAgQIAAAQIEagl89NFH8fe//z3+/Oc/x4EHHlgoOnPjjTdG9sWFH374odbI4qfzzjtvdOvWLTbbbLPClx+GDx8eW2+9dWS/xbf4nXoJEGgSAZMSIECAAAECBAgQIECAAAEC+ReQMBcCCy64YGy88caFIjTbbbddLLXUUkVzffXVV4WC4VkB8dNPPz0efvjhouN1EiBAgAABAgQIECBAgECFC9g+AQIECBAgQIAAAQINFlB8psFUBhIgUG4C9kOAAAECBAgQIECAAAECBAjkX0BCAuUkMHny5HjiiSfi0ksvjWOOOSYOPfTQ+Nvf/haPP/54fPbZZyVttUuXLrHBBhvEfvvtVyhas8cee0Tfvn2jXbt2Jc1jMAECBAgQIECAAAECBPIgIAMBAgQIECBAYFYEZp999lh99dVj//33jz/+8Y+x6qqrznC6Z599Ns4999zCZ7233nprfPLJJzO8xwACBAgQIEBg1gTcTYAAAQIECBAgQIAAAQIECORfQMLKFZitcrdu5wQIECBAgAABAgQIECDQzAKWI0CAAAECBAhUncBrr70WN998c4wZMyb23XffGD9+fNx1113x5ptvlmSR/QbeXr16xfbbbx/Zb9Q96KCD4re//W0svfTSJc1jMAECBAgQaAYBSxAgQIAAAQIECBAgQIAAgYoV+M1vfhP/93//F0ceeWRsuOGG8fOf/7xoluyz3quuuiqOPfbYuOSSS+Jf//pX0fE56hSFAAECBAgQIECAAAECBAgQyL+AhAQIECBAgACBBgsoPtNgKgMJECBAgEC5CdgPAQIECBAgQIAAAQIECBAg0NgC//nPf+L++++P888/Pw499NAYNWpUXHPNNfH888/HN9980+Dl5pprrlhuueUKBWayLzkcc8wxhcIzWQGaOeaYo8HzRBhKgAABAgQIECBAgAABAgQI5F9AQgIECBBobIFFF100Bg0aFMOHD4+tttoqOnfuXHSJzz//PO6+++44/vjjY9y4cfHEE08UHa+TAAECBAgQIECAQOkC7iBAgAABAgQIECBAgAABAuUroPhMYz0b8xAgQIAAAQIECBAgQIAAAQL5F5CQAAECBHIp8Mwzz8RVV11VKDRz0EEHxYUXXhgPPvhgfPTRRyXl7dixY/Tt2zf23HPPGDNmTOy9996xwQYbRPYlh5KiAZYQAAAQAElEQVQmMpgAAQIECBAgQKBlBaxOgAABAgQIECBAgEBuBOaee+5Ya621YujQobHHHnvEyiuvPMNsEyZMiPHjx8fIkSPjzjvvjKwwzQxvMoAAgcoTsGMCBAgQIECAAAECBAgQIEAg/wISEiBAgECDBRSfaTCVgQQIECBAgAABAuUmYD8ECBAgQIAAAQIECBCYGYG33nor7rjjjvjTn/4U+++/f4wdOzZuvfXWeO2110qarm3bttGzZ8/YZptt4qSTTophw4bFZpttFiussEJJ8xhMgEBxAb0ECBAgQIAAAQIECBAgQIBA/gUkJNAcAt26dYtdd9218FluVki8devWRZd9/fXX47LLLotjjjkmrrjiipg4cWLR8ToJECBAgAABAgQIECBAoLiAXgIECBAgQIAAAQIEyldA8ZnyfTZ2RqDSBOyXAAECBAgQIECAAAECBAgQyL+AhAQqUuDLL7+MRx55JP7617/G8OHDY8SIEXH55ZfHk08+GV988UWDM80+++zRtWvXGDhwYAwdOjRGjhwZO+64Y/Tu3TvatGnT4HkMJECAAAECBAgQIECAQJkL2B4BAgQIECBAINcCHTt2LBQSzz4vzgqK//KXvyya99NPP43bb789jjvuuDj77LPj6aefLjpeJwECBAgQqBAB2yRAgAABAgQIECBAgAABAgTyLyAhgQYLKD7TYCoDCRAgQIAAAQIECBAgUG4C9kOAAAECBAgQIDA9gRdffDGuv/76OOWUU2LIkCFxzjnnxL333hvvvvvu9G6pt71Dhw6x9tprF34b7hlnnBGDBw+OjTbaKDp37lzveI0ECBAgQKDxBcxIgAABAgQIECBAgAABAgQINIXAfPPNF3379o3DDjssdtlll1h++eWLLvPDDz/Eo48+GtlnxSeeeGLcc8898dVXXxW9p+GdRhIgQIAAAQIECBAgQIAAAQL5F5CQAAECBAgQIFC+AorPlO+zsTMCBAgQqDQB+yVAgAABAgQIECBAgAABAgRaTOCDDz4o/KB/VmRm6NChceqpp8YNN9wQ//znP2Py5MkN3lf2ZYPu3bvHVlttFccee2wcfvjhseWWW8bKK688ZQ5/EiBAgAABAgQIECBAgAABAvkXkJAAAQIEqk4g+1x4r732ioMOOijWXHPNmGOOOYoavPLKK3HxxRcXPke+9tprSy58XnRynQQIECBAgAABAs0jYBUCBAgQIECAAAECBAgQIEDgR4HcFp/5MaETAgQIECBAgAABAgQIECBAILcCghEgQIBA9Qp8//33MWHChLjssssKP9yfFYnJftD/kUceiU8//bTBMCmlWHLJJaN///6x3377xYknnhi77LJLrLXWWtGuXbsGz2MgAQIECBAgQIBA0wmYmQABAgQIECBAgAABAs0l0KVLl/jDH/4QRx11VAwaNCgWWWSRokt/+OGHcdNNN8UxxxwT559/frzwwgtFx+skQGD6AnoIECBAgAABAgQIECBAgACB/AtISIAAAQLlK6D4TPk+GzsjQIAAAQIECFSagP0SIECAAAECBAgQIECgSQVeffXVuPXWW2Ps2LGFQjHjxo2LO++8MyZOnFjSuu3bt48+ffrEjjvuGGPGjIkhQ4bEgAEDYumlly5pHoMJVKmA2AQIECBAgAABAgQIECBAgED+BSQkUPUCbdu2jQ033DCOOOKI2GGHHaJr165FTb777rt48MEHY/To0XHqqafGAw88EFkR9aI36SRAgAABAgQIECBAgEDLClidAAECBAgQIECAAAECPwooPvMjhRMCeROQhwABAgQIECBAgAABAgQIEMi/gIQE8i3wySefFH5A/4ILLojDDjssTjjhhLjqqqvimWeeia+//rrB4eedd97o1q1bbLbZZoUvCgwfPjy23nrr6NmzZ8w555wNnsdAAgQIECBAgAABAgQItIyAVQkQIECAAAECBFpK4Gc/+1msttpqMXjw4EJR9F69ekVKqeh2Xnzxxcg+1z766KPjxhtvjI8++qjoeJ0ECBAgQGCKgD8JECBAgAABAgQIECBAgACB/AtISKB8BRSfKd9nY2cECBAgQIAAAQIECFSagP0SIECAAAECBAjMssBzzz0X11xzTaHQzMEHH1z4Af3sN8R++OGHJc3dpUuX6NevX+yzzz5x8sknxx577BF9+/aNxRZbLPxHgAABAgRmScDNBAgQIECAAAECBAgQIECAQP4F6km49NJLx/bbbx9HHXVU9O/fPxZYYIF6Rv3U9N5778V1110XI0aMiIsuuihefvnlnzqdESBAgAABAgQIECBAgAABAi0vYAcECBAgQIAAAQI/Cig+8yOFEwIECBDIm4A8BAgQIECAAAECBAgQIECAQPkLTJw4Me68884YN25cDBkyJE477bS4+eab49VXX23Q5msGLbjggtGrV6/YYYcd4qSTToqDDjooNt1001h22WVrhnglQIAAAQIECBAgQIAAAQIEKlTAtgkQIECAQDkJLLzwwjFgwIA48sgjY+utt45f//rXRbc3adKkuO+++wqfXZ9++unxyCOPFB2vkwABAgQIECBQrQJyEyBAgAABAgQIECBAgAABAi0n0FzFZ1ouoZUJECBAgAABAgQIECBAgACB5hKwDgECBAgQmKHAF198EY899lj87W9/K/x22GOPPTYuu+yymDBhQvz3v/+d4f01A+aaa65YbrnlCgVmhg4dGsccc0zhN86uttpq0aZNm5phXgkQIECAAAECBBpfwIwECBAgQIAAAQIECBAg8D+BOeecM/r06RMHHHBA7L333tGjR4//tRb/v2effTbOOeecOProo+PWW2+NTz/9tPgNegm0nICVCRAgQIAAAQIECBAgQIAAgfwLSEiAAAECBH4UUHzmRwonBAgQIECAAIG8CchDgAABAgQIECBAgACB8hB46aWX4oYbbohTTz01DjzwwDjrrLPi73//e7zzzjslbbBjx47Rt2/f2GOPPWLMmDGFH+bv169fdO7cuaR5DCaQLwFpCBAgQIAAAQIECBAgQIAAgfwLSEiAQLkLZMXSd9555zj88MNj/fXXj/nnn7/olt9+++246qqrYsSIEXHJJZfEa6+9VnS8TgIECBAgQIAAAQIEqkFARgIECBAgQIAAAQIECLScgOIzLWdv5WoTkJcAAQIECBAgQIAAAQIECBDIv4CEBAgUBN5///2477774txzz42DDz44Tj755Lj++uvjxRdfjO+//74wpiF/tG3bNlZZZZXYZptt4thjj41hw4bFZpttFt26dWvI7cYQIECAAAECBAgQIECgaQTMSoAAAQIECBAgQGA6Ah06dIjf/e53ccQRR8Tmm28enTp1ms7IKc3//e9/4+67745Ro0bFuHHj4oknnpjS4U8CBAgQaHkBOyBAgAABAgQIECBAgAABAgTyLyAhAQI/Cig+8yOFEwIECBAgQIAAAQIE8iYgDwECBAgQIECAQPMIfPvtt/HUU0/F5ZdfHscdd1zhh+ovuuiiePjhh+OTTz5p8CZmn3326Nq1awwcODCGDBkSI0eOjJ122il69+4d7dq1a/A8BhIgQIBAdQlIS4AAAQIECBAgQIAAAQIECORfoNISzjvvvLHuuuvGIYccErvttlusuOKKM4wwYcKEGD9+fOGz8TvvvDOywjQzvMkAAgQIECBAgAABAgQIECCQIwFRCBAgQIAAAQIEWk5A8ZmWs7cyAQIEqk1AXgIECBAgQIAAAQIECBAgQCBHAq+99lrcdtttccYZZ8QBBxwQZ555Ztxxxx3xxhtvlJSyQ4cOsfbaa8euu+4ap5xySgwePDg22mijWHLJJUuax2ACBAgQIECAAAECBAgQIECg2QQsRIAAAQIECJQgsNJKK8Xuu+8eQ4cOjXXWWSfmmWeeone//vrrcdlll8WIESPiiiuuiDfffLPoeJ0ECBAgQIAAgSYSMC0BAgQIECBAgAABAgQIECCQf4EfEyo+8yOFEwIECBAgQIAAAQIECBAgkDcBeQgQIECAQOMJfPzxx/Hggw/GhRdeGEcccUSMGjUqrrzyynj66adj0qRJDV5ovvnmi+7du8eWW25ZmOfwww8vnK+88sox55xzNngeAwkQIECAAAECBGoEvBIgQIAAAQIECBAgQIBAJQh07tw5tthii8Jn45tuumkstthiRbf96aefxu233x7HHHNMnH322YXP44veoDPnAuIRIECAAAECBAgQIECAAAEC+ReQkAABAgQItJyA4jMtZ29lAgQIECBAoNoE5CVAgAABAgQIECBAgECFCTz//PNx7bXXxkknnRSHHHJInH/++XH//ffH+++/3+AkKaVYcsklo3///jF48OA48cQTY5dddom11157hj9Y3+BFDCRQTgL2QoAAAQIECBAgQIAAAQIECORfQEICBAjMgsAvfvGL6NevX6EIzY477hjLLrvsDGd79NFH44wzzih8Xn/PPfeUVBR+hpMbQIAAAQIECBAgQIBA/QJaCRAgQIAAAQIECBAgUEUCis9U0cMWdWoBVwQIECBAgAABAgQIECBAgED+BSQkQKA0gbfeeivuuuuu+POf/xwHHnhgjBkzJm666aZ4+eWXS5qoffv20adPn8h+aD4rNjNkyJAYMGBAdO3ataR5DCZAgAABAgQIECBAgEBDBIwhQIAAAQIECBAgUKkCPXv2jH322Sf233//WGONNaJVq1ZFo2Sf11988cUxYsSIQvH4d999t+h4nQQIEMiTgCwECBAgQIAAAQIECBAgQIBA/gUkJECg5QQUn2k5eysTIECAAAECBAgQqDYBeQkQIECAAAECBMpM4PPPP4/HH388LrnkksIPqmc/rH7ppZcW2j777LMG77Z169bRrVu32GyzzWLYsGExfPjw2HrrrSP7ofk2bdo0eB4DCRAgQCAXAkIQIECAAAECBAgQIECAAAEC+ReQsJEFllpqqdh2223jiCOOiE022SQWWmihoit89NFHheLxxxxzTFxwwQXx/PPPFx2vkwABAgQIECBAgAABAgQIzISAWwgQIECAAAECBKpIQPGZKnrYohIgQGBqAVcECBAgQIAAAQIECBAgQIBA/gXqJnz55ZcLP5A+ZsyYOOSQQ+LPf/5z3H333fHWW2/VHVykpUuXLtGvX7/YZ5994pRTTok99tgj+vbtGx07dgz/ESBAgAABAgQIECBAgAABAs0pYC0CBAgQIEAgLwJZ0ZmNN964UIRmu+22i6woTbFs3333XTzwwAORfeY/evToePDBByNrK3aPPgIECBAgQKBSBeybAAECBAgQIECAAAECBAgQyL9AyyVUfKbl7K1MgAABAgQIECBAgAABAtUmIC8BAgQIEGgBgffffz/+8Y9/xHnnnRfDhg2Lk046Ka699trCb0H99ttvG7yjBRdcMHr16hU77LBDZL9J9aCDDopNN900ll122QbPYSABAgQIECBAoCoEhCRAgAABAgQIKotWxwAAEABJREFUECBAgAABArMo0KpVq1h99dVj//33jz/+8Y/Rs2fPGc74wgsvxPnnnx8jRowoFKH/6KOPZniPAbMg4FYCBAgQIECAAAECBAgQIEAg/wISEiBAgACBKhKYrYqyikqAAAECBAgQmErABQECBAgQIECAAAECBPIo8PXXX8czzzwTV155ZYwaNarw21H/8pe/xEMPPRT//ve/Gxx5rrnmKhSWyQrMDB06tFBwZvvtt4/VVlstskI0DZ7IQAItLGB5AgQIECBAgAABAgQIECBAIP8CEhIgQCDPAr/5zW9ixx13jCOPPDI22GCD+MUvflE07nvvvVcoQn/00UfHX//613jllVeKjtdJgAABAgQIECBAoFIE7JMAAQIECBAgQIAAAQIEmk5A8ZmmszVzaQJGEyBAgAABAgQIECBAgAABAvkXkJAAgSYSeP311+P222+PM888M7JCMWPHjo3bbrstXnvttZJW7NixY6y33nqxxx57xAknnBD77LNP9OvXLzp37lzSPAYTIECAAAECBAgQIFDVAsITIECAAAECBAgQINAEAosuumj89re/LRSh2WqrrWb42X1WrP7ee++NE088MbJ/N3j00UebYFemJECgigVEJ0CAAAECBAgQIECAAAECBPIvICEBAlUkoPhMFT1sUQkQIECAAAECBAhMLeCKAAECBAgQIECgUgU++eSTeOSRR+Kiiy4q/JD5yJEj44orroinnnoqvvrqqwbHatu2bfTs2TO22WabOOqoo2LYsGHx+9//Prp16xZzzjlng+cxkAABAgTKWcDeCBAgQIAAAQIECBAgQIAAgfwLSFhNAnPPPXestdZahWL0WTH5lVZaaYbxn3nmmTj77LNjxIgRheL1//nPf2Z4jwEECBAgQIAAAQIECBAgUG4C9kOAAAECBAgQIECg6QQUn2k6WzMTIECgNAGjCRAgQIAAAQIECBAgQIAAgfwLzGTCyZMnxwsvvBDXXXddnHzyyXHwwQfHOeecE/fdd1+89957DZ519tlnj65du8aAAQNiyJAhkRWt2XHHHaN3796xyCKLNHgeAwkQIECAAAECBAgQIECAAIEiAroIECBAgAABAs0kkBWT32233QrF5dddd91o06ZN0ZXfeuutuPLKKwsF6S+99NJ4/fXXi47XSYAAAQIECBQR0EWAAAECBAgQIECAAAECBAjkX6CKEio+U0UPW1QCBAgQIECAAAECBAgQmFrAFQECBAgQKGeBd955J+65554466yzCsVmRo8eHTfeeGO89NJLJW17scUWi7XXXjt23XXXGDVqVAwePDj69+8fSy65ZEnzGEyAAAECBAgQqFQB+yZAgAABAgQIECBAgAABAnkX6NixY2y++eZxxBFHxO9///tYfPHFi0b+4osv4q677ioUqR83blw888wzRcdXQqc9EiBAgAABAgQIECBAgAABAvkXkJAAAQIECBBoOgHFZ5rO1swECBAgQIBAaQJGEyBAgAABAgQIECBAoKoFPv/883jiiSci+02jxxxzTOG3jl588cXx2GOPxX/+858G28w333zRvXv32HLLLePwww8v/KB5dr7yyivP8DeeNngRAwnMvIA7CRAgQIAAAQIECBAgQIAAgfwLSEiAAAECLSSQ/RvBeuutF4ceemjsvPPOsdxyy81wJxMmTIixY8fGGWecoQjNDLUMIECAAAECBAgQqCXglAABAgQIECBAgAABAgRyJKD4TI4eZuNGMRsBAgQIECBAgAABAgQIECCQfwEJCRBoaYFXX301br755jjttNNi2LBhMX78+LjrrrvizTffbPDWUkqx5JJLRv/+/WPfffeNE088MXbZZZdYe+21o0OHDg2ex0ACBAgQIECAAAECBPIqIBcBAgQIECBAgAABAtUo0KNHj9h7773jwAMPjD59+sRcc81VlOHpp59WhKaokE4C5S5gfwQIECBAgAABAgQIECBAgED+BSQkQIBA0wkoPtN0tmYmQIAAAQIECBAgUJqA0QQIECBAgAABArkX+OCDD+L++++P888/Pw477LA44YQT4pprronnnnsuvvnmmwbnb9++ffTu3Tt23HHHGDlyZAwZMiQGDBgQyyyzTIPnMJAAAQIEWkjAsgQIECBAgAABAgQIECBAgED+BSQkUEYCv/rVr2LrrbeOww8/PAYOHBjZvzEU254iNMV09BEgQIAAAQIECBAgQKCWgFMCBAgQIECAAAECORJQfCZHD1MUAgQaV8BsBAgQIECAAAECBAgQIECAQP4Fmjrh119/Hc8++2xcddVVcfzxxxd+sPvCCy+MBx98MD788MMGL9+6devo1q1bbLbZZjFs2LAYPnx4bLPNNtGzZ8/4xS9+0eB5DCRAgAABAgQIECBAgAABAtUoIDMBAgQIECBAgEBEu3btYqONNir8W8X2228fXbt2LcqiCE1RHp0ECBAgUIYCtkSAAAECBAgQIECAAAECBAjkX0DCphNQfKbpbM1MgAABAgQIECBAgAABAqUJGE2AAAECBHIh8MYbb8Qdd9wR48aNKxSKOf300+PWW2+Nf/3rXyXl69KlS/Tr1y/22WefGDlyZOyxxx7Rt2/f6NixY/iPAAECBAgQIFDBArZOgAABAgQIECBAgAABAgQItKDAz372s+jVq1cMHjw49t5771h++eWL7qZ2EZqXX3656NhanU4JECBAgAABAgQIECBAgACB/AtISIAAAQIECORIYLYcZRGFAAECBAgQaFQBkxEgQIAAAQIECBAgQIBAQwQ+/fTTePTRR+Ovf/1rDB8+PI477ri4/PLLY8KECfHf//63IVMUxiy44IKFH/bOftvoMcccEwcddFBsuummseyyy8acc85ZGOMPAo0vYEYCBAgQIECAAAECBAgQIEAg/wISEiBAgACB+gWWW2652GuvvRpchGb06NFx++231z+ZVgIECBAgQIAAgRYWsDwBAgQIECBAgAABAgQIEJh5AcVnZt6uee+0GgECBAgQIECAAAECBAgQIJB/AQkJEKgYgddffz1uuOGGOPXUU2PYsGFx9tlnx7333hvvvvtugzPMNddchcIyWYGZoUOHRlZwJis806tXr8gK0TR4IgMJECBAgAABAgQIEKgsAbslQIAAAQIECBAgQIBAmQk0tAjNd999F1dccUWMHz8+3n///TJLYTsEykzAdggQIECAAAECBAgQIECAAIH8C0hIgACBHAkoPpOjhykKAQIECBAgQIBA4wqYjQABAgQIECBAgEBtgbfeeituvvnmOPHEE2PkyJFx/fXXx4svvhjff/997WFFzzt27Bjrrbde7LHHHnHcccfFPvvsE/369YvOnTsXvU8nAQIECDSdgJkJECBAgAABAgQIECBAgACB/AtISIBAwwQaWoTmiSeeKBTof+ihhxo2sVEECBAgQIAAAQIECBBoBgFLECBAgAABAgQIECAw8wKKz8y8nTsJEGheAasRIECAAAECBAgQIECAAAEC+Rcou4Tvvvtu3HbbbXHyySfHiBEj4pprrolXXnmlwfv8xS9+ET179oxtttkmhg8fHsOGDYvf//730a1bt2jdunWD5zGQAAECBAgQIECAAAECBAjkSEAUAgQIECBAgACBMhdoSBGaTz75JM4777y4+OKL48svvyzzRLZHgAABAi0gYEkCBAgQIECAAAECBAgQIEAg/wIS5khA8ZkcPUxRCBAgQIAAAQIECBAg0LgCZiNAgAABAtUp8J///CfuuuuuGDNmTKFgzJVXXhkvvfRSgzBmn332WGaZZWLAgAExZMiQGDVqVOy4447Ru3fvaN++fYPmMIgAAQIECBAg0LwCViNAgAABAgQIECBAgAABAgTyLzBzCWuK0Oy+++6x0EIL1TvJPffcE6eeemo899xz9fZrJECAAAECBAgQIECAAAECBJpLwDoECBAgQIAAgZkXUHxm5u3cSYAAAQIEmlfAagQIECBAgAABAgQIECDQpAJffPFF3HTTTTFy5Mi49NJL4/nnn2/Qeh06dIi11147dt1118K9++67b/Tv3z+WXHLJBt1vEIGpBFwQIECAAAECBAgQIECAAAEC+ReQkAABAgQIVJjAiiuuGNm/f6y88sr17nzixIlx2mmnxfXXX19vv0YCBAgQIECAQFUKCE2AAAECBAgQIECAAAECBCpIQPGZmXxYbiNAgAABAgQIECBAgAABAgTyLyAhAQLVIfD111/HbbfdFscdd1xce+218cknn8wweFZwZsMNN4yhQ4fG4YcfHltuuWVkP3A933zzzfBeAwgQIECAAAECBAgQKC8BuyFAgAABAgQIECBAgACBGQu0a9euUIh/wIAB0x18ww03xCWXXDLdfh0EWlLA2gQIECBAgAABAgQIECBAgED+BSQkQIAAgZkXUHxm5u3cSYAAAQIECBAg0LwCViNAgAABAgQIECDQqALfffdd3HnnnYWiM1deeWV89NFHRedfcMEFY911143BgwcXCs4MGjQoOnfuXPQenQQIECBQsoAbCBAgQIAAAQIECBAgQIAAgfwLSEiAQAUL9O/fP/baa69o3759vSnuvvvuOPfcc+vt00iAAAECBAgQIECAQFUJCEuAAAECBAgQIECAQAUJKD5TQQ/LVgmUl4DdECBAgAABAgQIECBAgAABAvkXyG/Ce++9N0aOHBmXXXZZvPfee9MNOt9888Uaa6wRe+yxRxx99NGx+eabR9euXac7XgcBAgQIECBAgAABAgQIEKg8ATsmQIAAAQIECBAgUJrA8ssvH/vuu2/06NGj3hsffvjhOP300+vt00iAAAECLSVgXQIECBAgQIAAAQIECBAgQCD/AhISmHkBxWdm3s6dBAgQIECAAAECBAgQaF4BqxEgQIAAAQKzLPD222/HmDFj4q9//Wu89dZb053vN7/5Tey0006FgjPbbrttdOvWLWabzcep0wXTQYAAAQIECDSegJkIECBAgAABAgQIECBAgACB/AvkIOEvfvGL2HnnnWPTTTetN82zzz4bo0aNqrdPIwECBAgQIECAAAECBAgQqAoBIQkQIECAAAECFSTg2xIV9LBslQABAgTKS8BuCBAgQIAAAQIECBAgQKCyBB566KEYPXp0PP/889PdePv27SMrNvPHP/4xVllllZh77rmnO1ZHdQhISYAAAQIECBAgQIAAAQIECORfQEICBAgQIEBg5gX69esX++67b2T/xjLtLK+99locdthh0za7JkCAAAECBAi0iIBFCRAgQIAAAQIECBAgQIAAgekL5KX4zPQT6iFAgAABAgQIECBAgAABAgTyIiAHAQIEZlrgyiuvjPPOOy8+++yzeueYc845o3///jF06NBYY4016h2jkQABAgQIECBAgACBZhGwCAECBAgQIECAAAECBAhUmMAyyywTu+yySyy44IJ1dv7hhx/G/vvvX6ddQ9ULACBAgAABAgQIECBAgAABAgTyL2loAPMAABAASURBVCAhAQIECFSQgOIzFfSwbJUAAQIECBAgUF4CdkOAAAECBAgQIECg/AXefvvtGDNmTNx2223T3exqq61WKDozYMCAmHvuuac7TgcBAgSqU0BqAgQIECBAgAABAgQIECBAIP8CEhIgQGDWBRZbbLHYddddY4EFFqgz2RdffBG77bZbnXYNBAgQIECAAAECBAg0p4C1CBAgQIAAAQIECBAgMH2B2abfpYcAgYoSsFkCBAgQIECAAAECBAgQIEAg/wISliTw0EMPxejRo+P555+v976llloq9t5779hhhx0i+4HoegdpJECAAAECBAgQIECAAAECzS1gPQIECBAgQIAAAQIVKrD44ovHLrvsEvPPP3+9CU499dR62zUSIECgKgWEJkCAAAECBAgQIECAAAECBPIvICGBChJQfKaCHpatEiBAgAABAgQIECBQXgJ2Q4AAAQIECJSvwA033BDnnXdefPbZZ/VuctNNN439998/lltuuXr7NRIgQIAAAQIEagS8EiBAgAABAgQIECBAgAABAvkXkLDxBJZYYolCAZp55523zqQvvvhi3HLLLXXaNRAgQIAAAQIECBAgQIAAgeYQsAYBAgQIECBAgMD0BRSfmb6NHgIECBCoLAG7JUCAAAECBAgQIECAAAECBYFbb701rr/++sJ5fX9kv3GzX79+9XVpK38BOyRAgAABAgQIECBAgAABAgTyLyAhAQIECBAgUOECv/71r2PnnXeOueaaq06Sq6++Op555pk67RoIECBAgACBqhMQmAABAgQIECBAgAABAgQIECgjgSYqPlNGCW2FAAECBAgQIECAAAECBAgQaCIB0xIgQKD8BO6888646qqr6t3YfPPNF8OGDYvu3bvX26+RAAECBAgQIECAAIH6BLQRIECAAAECBAgQIECAAIHSBbp27RrZLwRo1apVnZvHjh0bb7/9dp12DS0pYG0CBAgQIECAAAECBAgQIEAg/wISEiBAgACB6QsoPjN9Gz0ECBAgQIAAgcoSsFsCBAgQIECAAAECVS5wzz33xGWXXVavQqdOnWL48OHRsWPHevs1EiBAoGIEbJQAAQIECBAgQIAAAQIECBDIv4CEBAgQyInAsssuGzvvvHPMNlvdH1k/77zz4quvvspJUjEIECBAgAABAgQIzISAWwgQIECAAAECBAgQIFBGAnU/yS+jzdkKgUoWsHcCBAgQIECAAAECBAgQIEAg/wISlo/AAw88EBdffHG9G1pppZXikEMOidatW9fbr5EAAQIECBAgQIAAAQIECBQT0EeAAAECBAgQIECAwMwLdOvWLbbddts6E7z55pvT/bedOoM1ECBAoBkELEGAAAECBAgQIECAAAECBAjkX0BCAgSmL6D4zPRt9BAgQIAAAQIECBAgUFkCdkuAAAECBAhUqcAjjzwSF1xwQb3p+/btG7vttlu9fRoJECBAgACBihSwaQIECBAgQIAAAQIECBAgQCD/AhLmTKBXr16x6qqr1kmV/RvP1VdfXaddAwECBAgQIECAAAECBAhUhYCQBAgQIECAAAECZSSg+EwZPQxbIUCAQL4EpCFAgAABAgQIECBAgAABAk0v8Oqrr8Y555xT70I9e/aMzTbbrN4+jY0lYB4CBAgQIECAAAECBAgQIEAg/wISEiBAgAABAgRmXaB///7x85//vM5Et9xyS7z22mt12jUQIECAAAECzS1gPQIECBAgQIAAAQIECBAgQCD/AtNPqPjM9G30ECBAgAABAgQIECBAgACByhKwWwIECFShwO23315v6nbt2sWOO+5Yb59GAgQIECBAgAABAhUtYPMECBAgQIAAAQIECBAgQKACBRZaaKHYZJNN6t353XffXW97VTcKT4AAAQIECBAgQIAAAQIECORfQEICBAgQIFBGAorPlNHDsBUCBAgQIEAgXwLSECBAgAABAgQIECDQtAIPP/xwTJgwoc4iKaUYNmxYnXYNBAgQaAoBcxIgQIAAAQIECBAgQIAAAQL5F5CQAAECBBpHYI011ogePXrUmSz7N58XXnihTrsGAgQIECBAgAABAs0pYC0CBAgQIECAAAECBAhUs4DiM9X89Ksru7QECBAgQIAAAQIECBAgQIBA/gUkrCKBb775Jm6//fZ6E//f//1ftG7dut4+jQQIECBAgAABAgQIECBQ8QICECBAgAABAgQIECBQwQL9+/ePNm3a1Enw97//vU6bBgIEqlpAeAIECBAgQIAAAQIECBAgQCD/AhISIFBGAorPlNHDsBUCBAgQIECAAAEC+RKQhgABAgQIECDQdAK33XZbvPnmm3UW6NevX/Ts2bNOuwYCBAgQIECgqQTMS4AAAQIECBAgQIAAAQIECORfQEICjSfQvn372HjjjetM+OSTT8aT/zvqdGggQIAAAQIECBAgQIAAgWYSsAwBAgQIECBAgEA1Cyg+U81PX3YCBKpLQFoCBAgQIECAAAECBAgQIJATgXfeeSfuuOOOOmm6d+8em266aZ32qmoQlgABAgQIECBAgAABAgQIEMi/gIQECBAgQIAAgQoXWGuttWLFFVesk+Lvf/97nTYNBAgQIECgagUEJ0CAAAECBAgQIECAAAECBPIvUEYJFZ8po4dhKwQIECBAgAABAgQIECCQLwFpCBAgQKBpBG677bb46quvppq8U6dO8Yc//GGqNhcECBAgQIAAAQIEmkPAGgQIECBAgAABAgQIECBAgEDpAhtvvHHMPffcU934wgsvxMMPPzxVW7lc2AcBAgQIECBAgAABAgQIECCQfwEJCRAgQIBANQsoPlPNT192AgQIECBQXQLSEiBAgAABAgQIECCQA4FnnnkmHnzwwTpJNtpoo2jdunWddg0ECFSdgMAECBAgQIAAAQIECBAgQIBA/gUkJECAAIEcCHTo0CH69OlTJ8ndd99dp00DAQIECBAgQIBAVQoITYAAAQIECBAgQIAAAQLNKKD4TDNiW6q2gHMCBAgQIECAAAECBAgQIEAg/wISEmh8gccee6zOpEsvvXSssMIKddo1ECBAgAABAgQIECBAgEBzCFiDAAECBAgQIECAAAECMyewyiqr1Lnxtddei4ceeqhOuwYCBFpawPoECBAgQIAAAQIECBAgQIBA/gUkJECgmgUUn6nmpy87AQIECBAgQIBAdQlIS4AAAQIECBCocIEPP/wwHn/88TopevXqVadNAwECBAgQqFoBwQkQIECAAAECBAgQIECAAIH8C0hIICcCHTp0iO7du9dJM2HChDptGggQIECAAAECBAgQIFB1AgITIECAAAECBAgQaEYBxWeaEdtSBAgQqC3gnAABAgQIECBAgAABAgQIEChN4LHHHotvv/12qps6deoUPXv2nKqtnC7shQABAgQIECBAgAABAgQIEMi/gIQECBAgQIAAAQIzL9CjR486Nz/55JPx7rvv1mnXQIAAAQIEWlLA2gQIECBAgAABAgQIECBAgED+Bao5oeIz1fz0ZSdAgAABAgQIECBAgEB1CUhLgAABAhUu8Pjjj9dJ0KtXrzptGggQIECAAAECBKpaQHgCBAgQIECAAAECBAgQIECgggS6desWnTp1qrPjCRMm1Gmr1eCUAAECBAgQIECAAAECBAgQyL+AhAQIECBAgEAzCig+04zYliJAgAABAgRqCzgnQIAAAQIECBAgQIBAwwWyHzB+8803p7phkUUWCcVnpiJxQaAMBWyJAAECBAgQIECAAAECBAgQyL+AhAQIECBAYNYEunfvXmeCJ598sk6bBgIECBAgQIAAgZYUsDYBAgQIECBAgAABAgQI5FlA8Zk8P91SshlLgAABAgQIECBAgAABAgQI5F9AQgIVLPD444/X2X1WeKZVq1Z12jUQIECAAAECBAgQIECgqgWEJ0CAAAECBAgQIECAQIUJrLLKKtG6deupdv3GG2/Ec889N1WbCwIEagk4JUCAAAECBAgQIECAAAECBPIvICEBAgSaUUDxmWbEthQBAgQIECBAgACB2gLOCRAgQIAAAQIEGibw3nvvxWOPPTbV4J///OeRFZ+ZqtEFAQIECBAoQwFbIkCAAAECBAgQIECAAAECBPIvICEBArMmMP/880dWgGbaWZ588slpm1wTIECAAAECBAgQIECgxQQsTIAAAQIECBAgQCDPAorP5PnpykaAQCkCxhIgQIAAAQIECBAgQIAAAQJlKvDoo4/GDz/8MNXufvOb30SbNm2mamvAhSEECBAgQIAAAQIECBAgQIBA/gUkJECAAAECBAgQqECBHj161Nn1hAkT4osvvqjTroEAAQIECEQEBAIECBAgQIAAAQIECBAgQCD/AhI2o4DiM82IbSkCBAgQIECAAAECBAgQqC3gnAABAgQINEzgzTffrDOwS5cuddo0ECBAgAABAgQIlKOAPREgQIAAAQIECBAgQIAAAQL5F5j1hNm//SyzzDJTTfT5559HVoBmqkYXBAgQIECAAAECBAgQIECAQAsJWJYAAQIECBDIs4DiM3l+urIRIECAAIFSBIwlQIAAAQIECBAgQIBAmQq88cYbdXbWuXPnOm0aCBBogIAhBAgQIECAAAECBAgQIECAQP4FJCRAgAABAhUq0LFjxzo7V3ymDokGAgQIECBAgMAUAX8SIECAAAECBAgQIECAAIFGFFB8phExG3MqcxEgQIAAAQIECBAgQIAAAQL5F5CQAIEZC7z11lvx6aefTjVwwQUXjPbt20/V5oIAAQIECBAgQIAAAQLlKmBfBAgQIECAAAECBAgQINAwgfqKz0ycOLFhNxtFoIUFLE+AAAECBAgQIECAAAECBAjkX0BCAgQI5FlA8Zk8P13ZCBAgQIAAAQIEShEwlgABAgQIECBAoAwF3nzzzTq7+vWvf12nTQMBAgQIEGiggGEECBAgQIAAAQIECBAgQIBA/gUkJECgQgW6dOlSZ+efffZZZL+soE6HBgIECBAgQIAAAQIEql1AfgIECBAgQIAAAQIEGlFA8ZlGxDQVAQKNKWAuAgQIECBAgAABAgQIECBAIP8CM074+uuv1xn0q1/9qk6bBgIECBAgQIAAAQIECBAgQKBcBeyLAAECBAgQIECAQMME5ptvvvjlL38Z0/6n+My0Iq4JECBQjgL2RIAAAQIECBAgQIAAAQIECORfQMI8Cyg+k+enKxsBAgQIECBAgAABAgRKETCWAAECBAiUocArr7xSZ1edO3eu06aBAAECBAgQIECggQKGESBAgAABAgQIECBAgAABAvkXqOCEHTt2rLP7t99+u06bBgIECBAgQIAAAQIECBAgUPUCAAgQIECAAAECjSig+EwjYpqKAAECBAg0poC5CBAgQIAAAQIECBAgUO0CX375ZUz7myzbtGkT7du3r3Ya+XMkIAoBAgQIECBAgAABAgQIECCQfwEJCRAgQIAAgYYLdOnSpc7gaf+9qM4ADQQIECBAgACBMhCwBQKgkCz5AAAQAElEQVQECBAgQIAAAQIECBAgUMkCis807OkZRYAAAQIECBAgQIAAAQIECORfQEICBMpM4I033qizo1/96ld12jQQIECAAAECBAgQIECgBAFDCRAgQIAAAQIECBAgQKCMBX7961/X2Z3iM3VINMxYwAgCBAgQIECAAAECBAgQIEAg/wISEiBAgEAjCig+04iYpiJAgAABAgQIEGhMAXMRIECAAAECBAhUu8Arr7xSh2DxxRev06aBAAECBCpZwN4JECBAgAABAgQIECBAgACB/AtISIAAgYYLLLjggtG2bdupbvjss8/io48+mqrNBQECBAgQIECAAAEC5SZgPwQIECBAgAABAgQIVLKA4jOV/PTsnUBzCliLAAECBAgQIECAAAECBAgQyL9AmSX8+uuv6+xo3nnnrdOmgQABAgQIECBAgAABAgQIEChBwFACBAgQIECAAAECZS6wxBJL1Nnhm2++WadNAwECBAgUEdBFgAABAgQIECBAgAABAgQI5F9AQgKNKKD4TCNimooAAQIECBAgQIAAAQKNKWAuAgQIECBQ7QKTJk2qQzDPPPPUadNAgAABAgQIEKhkAXsnQIAAAQIECBAgQIAAAQIE8i8gYWkCv/71r+vcMHHixDptGggQIECAAAECBAgQIECAQDkJ2AsBAgQIECBAoJIFFJ+p5Kdn7wQIECDQnALWIkCAAAECBAgQIECAAIFmFqiv+My8887bzLuwXJUJiEuAAAECBAgQIECAAAECBAjkX0BCAgQIECBAoMwFfvnLX9bZ4VtvvVWnTQMBAgQIECBAoIiALgIECBAgQIAAAQIECBAgQKAEgQotPlNCQkMJECBAgAABAgQIECBAgACBChWwbQIEql3g66+/rkPQunXrOm0aCBAgQIAAAQIECBCoZAF7J0CAAAECBAgQIECAAAECUwvMM888Uzf87+rzzz//35/+r3IF7JwAAQIECBAgQIAAAQIECBDIv4CEBAgQIFDJAorPVPLTs3cCBAgQIECAQHMKWIsAAQIECBAgQIBAMwtMmjSpzoqKz9Qh0UCAAIHGFTAbAQIECBAgQIAAAQIECBAgkH8BCQkQIFDmAvX9e1B9v7SgzGPYHgECBAgQIECAAIGWFbA6AQIECBAgQIAAAQIEShBQfKYELEMJlJOAvRAgQIAAAQIECBAgQIAAAQL5F6j2hPX9EHF9P2xc7U7yEyBAgAABAgQIECBAgEBlC9g9AQIECBAgQIAAAQJTC8w999xTN/zvqr5/N/pfs/8jQIBAxQjYKAECBAgQIECAAAECBAgQIJB/AQkJVLKA4jOV/PTsnQABAgQIECBAgACB5hSwFgECBAgQINDMApMmTZpqxVatWsWcc845VZsLAgQIECBAgEAjC5iOAAECBAgQIECAAAECBAgQyL+AhGUuMMccc8Tss88+1S4Vn5mKwwUBAgQIECBAgAABAgQIzFjACAIECBAgQIAAgRIEFJ8pActQAgQIECgnAXshQIAAAQIECBAgQIAAgbwLTPtDxPPMM0/eI8tXR0ADAQIECBAgQIAAAQIECBAgkH8BCQkQIECAAAECdQVat249VeM333wz1bULAgQIECBAoNIE7JcAAQIECBAgQIAAAQIECBAoZ4HGKT5TzgntjQABAgQIECBAgAABAgQIEGgcAbMQIECgmQUmTZo01YrzzjvvVNcuCBAgQIAAAQIECBBoAgFTEiBAgAABAgQIECBAgACBMhCYe+65p9pFVnxm8uTJU7W5mAUBtxIgQIAAAQIECBAgQIAAAQL5F5CQAAECBAiUIKD4TAlYhhIgQIAAAQIEyknAXggQIECAAAECBAjkXWDa4jPT/obLvOeXjwABApmAgwABAgQIECBAgAABAgQIEMi/gIQECBAgUFdgnnnmqdOYFaCp06iBAAECBAgQIECAQIUI2CYBAgQIECBAgAABAgTKWUDxmXJ+OvZWSQL2SoAAAQIECBAgQIAAAQIECORfQEICBAgQIECAAAECBAgQIEAg/wISEiBAgAABAgQIECBQBgL1FZ+Z9hcXlME2bYEAgcoVsHMCBAgQIECAAAECBAgQIEAg/wISEiBQgoDiMyVgGUqAAAECBAgQIECAQDkJ2AsBAgQIECBAgAABAgQIECCQfwEJCRAgQIAAAQIECBAgQIAAgfwLSEigrkB9xWe+/vrrugO1ECBAgAABAgQIECBAgECFCNgmAQIECBAgQIBAOQsoPlPOT8feCBAgUEkC9kqAAAECBAgQIECAAAECBAjkX0BCAgQIECBAgAABAgQIECBAIP8CEhIgQIAAAQIEykCgvuIz33zzTRnszBYIECBAgEBOBMQgQIAAAQIECBAgQIAAAQIE8i9QQkLFZ0rAMpQAAQIECBAgQIAAAQIECJSTgL0QIECAAAECBAgQIECAAAEC+ReQkAABAgQIECBAgAABAgQIVKNAfcVnJk2alFsKwQgQIECAAAECBAgQIECAAIH8C0hIgAABAgTKWUDxmXJ+OvZGgAABAgQIVJKAvRIgQIAAAQIECBAgQIAAAQL5F5CQAAECBAgQIECAAAECBAgQyL+AhAQIECBQBgKzzVb3x9wnT55cBjuzBQIECBAgQIAAgZwIiEGAAAECBAgQIECAAAECtQTqfipfq9MpgcoVsHMCBAgQIECAAAECBAgQIEAg/wISEiBAgAABAgQIECBAgAABAvkXkJAAAQIECBAgQIAAAQIECBDIv4CEBAgQIECAAAECBAgQIECAQP4FJCRAoJwFFJ8p56djbwQIECBAgAABAgQqScBeCRAgQIAAAQIECBAgQIAAgfwLSEiAAAECBAgQIECAAAECBAjkX0BCAgQIECBAgAABAgQIECBAIP8CEhIgQIAAAQIECBCoJaD4TC0MpwQIEMiTgCwECBAgQIAAAQIECBAgQIBA/gUkJECAAAECBAgQIECAAAECBPIvICEBAgQIECBAgAABAgQIECCQfwEJCRAgQIAAAQIECBAgQIAAgfwLlHNCxWfK+enYGwECBAgQIECAAAECBAhUkoC9EiBAgAABAgQIECBAgAABAvkXkJAAAQIECBAgQIAAAQIECBDIv4CEBAgQIECAAAECBAgQIECAQP4FJCRAgAABAgRqCSg+UwvDKQECBAgQIJAnAVkIECBAgAABAgQIECBAgACB/AtISIAAAQIECBAgQIAAAQIECORfQEICBAgQIECAAAECBAgQIEAg/wISEiBAgAABAgQIECBAgEBLCig+05L61bS2rAQIECBAgAABAgQIECBAgED+BSTMtcDNN98czX1MC/rxxx83+x6yzNPuwzUBAgQIECBAgAABAgSqWkB4AgQIECBAgAABAgQIECBAIP8CEhIgQIAAAQIECBAgQIAAAQL5F5CQAAECtQQUn6mF4ZQAAQIECBAgQIBAngRkIUCAAAECBAg0psAiiywS11xzTbMe0+7/o48+atb177jjjlhzzTWn3YZrAgQIECBQVgI2Q4AAAQIECBAgQIAAAQIECORfQEICBAgQIECAAAECBAgQIEAg/wISEiBAgAABAgQIEGhJAcVnWlLf2gQIVJOArAQIECBAgAABAgQIECBAoKIFVlxxxVhllVUqOkOpmx80aFDMM888pdxmLAECBAgQIECAAAECBAgQIJB/AQkJECBAgAABAgQIECBAgACB/AtISIAAAQIECBAgQIAAAQIECORfQMJaAorP1MJwSoAAAQIECBAgQIAAAQJ5EpCFAAECBBpbICvG8rOf/ayxpy3L+bp27Rq9e/cuy73ZFAECBAgQIECAQG0B5wQIECBAgAABAgQIECBAgED+BSQkQIAAAQIECBAgQIAAAQIE8i8gIQECBAgQINCSAorPtKS+tQkQIECAQDUJyEqAAAECBAgQIECAQMULLLDAApEVoKn4IA0IUC05G0BhCIHSBIwmQIAAAQIECBAgQIAAAQIE8i8gIQECBAgQIECAAAECBAgQIJB/AQkJECBAgAABAgQIECBAoKoEFJ+pqsf9U1hnBAgQIECAAAECBAgQIECAQP4FJCTQFALrr79+LLHEEk0xddnMmWXs1KlT2ezHRggQIECAAAECBAgQIFBMQB8BAgQIECBAgAABAgQIECCQfwEJCRAgQIAAAQIECBAgQIAAgfwLSEiAAIGWFFB8piX1rU2AAAECBAgQIFBNArISIECAAAECBHIjMHDgwNxkmTZIu3btYtCgQdM2uyZAgAABAg0VMI4AAQIECBAgQIAAAQIECBDIv4CEBAgQIECAAAECBAgQIECAQP4FJCRAgAABAgQIECBQVQKKz1TV4xaWAIGfBJwRIECAAAECBAgQIECAAAECMyvQtWvX6N2798ze3oz3lb5UVnjmZz/7Wek3uoMAAQIECBAgQIAAAQIECBBoIQHLEiBAgAABAgQIECBAgAABAvkXkJAAAQIECBAgQIAAAQIECBDIv4CELSmg+ExL6lubAAECBAgQIECAAAEC1SQgKwECBAjkSiAr0tK6detcZerWrVv06NEjV5mEIUCAAAECBAg0u4AFCRAgQIAAAQIECBAgQIAAgfwLSEiAAAECBAgQIECAAAECBAjkX0BCAgQIECBAoKoEFJ+pqsctLAECBAgQ+EnAGQECBAgQIECAAAECBGZFYN55542sAM2szFFu9+YtT7n52k/LCFiVAAECBAgQIECAAAECBAgQyL+AhAQIECBAgAABAgQIECBAgED+BSQkQIAAAQIECBAgQIAAAQJNKaD4TFPqNnxuIwkQIECAAAECBAgQIECAAIH8C0hIIHcCffr0iaWWWioXuQYMGBDt27fPRRYhCBAgQIAAAQIECBBoUQGLEyBAgAABAgQIECBAgAABAvkXkJAAAQIECBAgQIAAAQIECBDIv4CEBAgQqCoBxWeq6nELS4AAAQIECBAg8JOAMwIECBAgQIAAgcYQGDRoUGNM06JzLLbYYtG/f/8W3YPFCRAgQKCpBMxLgAABAgQIECBAgAABAgQI5F9AQgIECBAgQIAAAQIECBAgQCD/AhISIECAAAECBAgQINCUAorPNKWuuQkQaLiAkQQIECBAgAABAgQIECBAgEBFCnTu3DnWW2+9aNB/ZTooDwV0ypTWtggQIECAAAECBAgQIECgGgVkJkCAAAECBAgQIECAAAECBPIvICEBAgQIECBAgAABAgQIECCQfwEJq0pA8ZmqetzCEiBAgAABAgQIECBA4CcBZwQIECBAoLEEsuItbdu2bazpmnWeVVddNZZffvlmXdNiBAgQIECAAIHmFLAWAQIECBAgQIAAAQIECBAgkH8BCQkQIECAAAECBAgQIECAAIH8C0hIgAABAgQIEGhKAcVnmlLX3AQIECBAoOECRhIgQIAAAQIECBAgQKBiBWafffbICtBUWoBWrVpV5L4rzdl+pxJwQYAAAQIECBAgQIAAAQIECORfQEICBAgQIECAAAEC2l81WQAAEABJREFUBAgQIEAg/wISEiBAgAABAgQIECBAgACBXAkoPlPv49RIgAABAgQIECBAgAABAgQI5F9AQgIEGlOgZ8+escIKKzTmlE0+V1Yw5xe/+EWTr2MBAgQIECBAgAABAgRaUsDaBAgQIECAAAECBAgQIECAQP4FJCRAgAABAgQIECBAgAABAgTyLyAhAQIECDSlgOIzTalrbgIECBAgQIAAgYYLGEmAAAECBAgQIFDxAlkxl0oJ0aVLl+jbt2+lbNc+CRAgkB8BSQgQIECAAAECBAgQIECAAIH8C0hIgAABAgQIECBAgAABAgQI5F9AQgIECBAgQIAAAQIEciWg+EyuHqcwBBpPwEwECBAgQIAAAQIECBAgQIBA/gUaO+Giiy4aG2+8cWNP2yTzVVKhnCYBMCkBAgQIECBAgAABAgQIVI2AoAQIECBAgAABAgQIECBAgED+BSQkQIAAAQIECBAgQIAAAQIE8i8gIYGmFFB8pil1zU2AAAECBAgQIECAAIGGCxhJgAABAgRyIbDJJptEVoSmnMOsueaaseSSS5bzFu2NAAECBAgQyK+AZAQIECBAgAABAgQIECBAgED+BSQkQIAAAQIECBAgQIAAAQIE8i8gIQECBAgQIEAgVwKKz+TqcQpDgAABAo0nYCYCBAgQIECAAAECBAgQmFmBQYMGzeytTX5fmzZtopz31+QAFphGwCUBAgQIECBAgAABAgQIECCQfwEJCRAgQIAAAQIECBAgQIAAgfwLSEiAAAECBAgQIECAAAECBAjMikBlFJ+ZlYTuJUCAAAECBAgQIECAAAECBCpDwC4JEMiNwAorrBCrrLJKWebJCs/MM888Zbk3myJAgAABAgQIECBQFQJCEiBAgAABAgQIECBAgAABAvkXkJAAAQIECBAgQIAAAQIECBDIv4CEBAgQIJArAcVncvU4hSFAgAABAgQINJ6AmQgQIECAAAECBAjMisBvf/vbmH322Wdlika/d5lllok11lij0ec1IQECBCpZwN4JECBAgAABAgQIECBAgACB/AtISIAAAQIECBAgQIAAAQIECORfQEICBAgQIECAAAECBAjMioDiM7Oi514CzSdgJQIECBAgQIAAAQIECBAgQCD/ArlK2LZt2xg0aFBZZSq3/ZQVjs0QIECAAAECBAgQIECAQHMJWIcAAQIECBAgQIAAAQIECBDIv4CEBAgQIECAAAECBAgQIECAQP4FJCSQKwHFZ3L1OIUhQIAAAQIECBAgQKDxBMxEgAABAgQIzKrAeuutF507d57VaRrl/n79+kXHjh0bZS6TECBAgAABAnkSkIUAAQIECBAgQIAAAQIECBDIv4CEBAgQIECAAAECBAgQIECAQP4FJCRAgAABAgQIEJgVAcVnZkXPvQQIECDQfAJWIkCAAAECBAgQIECAAIGKFBg0aFCL77tdu3ZRDvtocYhK2IA9EiBAgAABAgQIECBAgAABAvkXkJAAAQIECBAgQIAAAQIECBDIv4CEBAgQIECAAAECBAgQIECAQEUJzFTxmYpKaLMECBAgQIAAAQIECBAgQIDATAm4iQABAo0hsNRSS0WfPn0aY6qZniMrPDPbbD4KnWlANxIgQIAAAQIECORaQDgCBAgQIECAAAECBAgQIEAg/wISEiBAgAABAgQIECBAgAABAvkXkJAAAQIECMyKgG9czIqeewkQIECAAAECzSdgJQIECBAgQIAAAQIVK5AVf5l33nlbZP8rrbRS9OjRo0XWtigBAgRmQsAtBAgQIECAAAECBAgQIECAQP4FJCRAgAABAgQIECBAgAABAgTyLyAhAQIECBAgQIAAAQIEKkpA8ZmKelw2Wz4CdkKAAAECBAgQIECAAAECBAjkX0DCxhJo3bp1ZAVoGmu+UuZpqXVL2aOxBAgQIECAAAECBAgQINCSAtYmQIAAAQIECBAgQIAAAQIE8i8gIQECBAgQIECAAAECBAgQIJB/AQkJEJgVAcVnZkXPvQQIECBAgAABAgQINJ+AlQgQIECAAIGKFujdu3d07dq1WTMMGDAgFl544WZd02IECBAgQIDALAq4nQABAgQIECBAgAABAgQIEMi/gIQECBAgQIAAAQIECBAgQIBA/gUkJECAAAECBAgQqCgBxWcq6nHZLAECBMpHwE4IECBAgAABAgQIECBAgECpAoMGDSr1lpke36FDh+jfv/9M3+/GKQL+JECAAAECBAgQIECAAAECBPIvICEBAgQIECBAgAABAgQIECCQfwEJCRAgQIAAAQIECBAgQIAAgfwLzEpCxWdmRc+9BAgQIECAAAECBAgQIECg+QSsRIAAgYoX6NSpU6y//vrNkqM5C900SyCLECBAgAABAgQIVIuAnAQIECBAgAABAgQIECBAgED+BSQkQIAAAQIECBAgQIAAAQIE8i8gIQECBAgQqCgBxWcq6nHZLAECBAgQIFA+AnZCgAABAgQIECBAgMDMCGRFYRZYYIGZubXB96y22mqx3HLLNXi8gQQIEJi+gB4CBAgQIECAAAECBAgQIEAg/wISEiBAgAABAgQIECBAgAABAvkXkJAAAQIECBAgQIAAAQIEigkoPlNMR1/lCNgpAQIECBAgQIAAAQIECBAgkH8BCXMh8LOf/SyyAjRNFWbOOeds0vmbat/mJUCAAAECBAgQIECAAIH/L+CFAAECBAgQIECAAAECBAgQyL+AhAQIECBAgAABAgQIECBAgED+BSQkQKCiBBSfqajHZbMECBAgQIAAAQIEykfATggQIECAAAECMyuwyiqrxIorrjiztxe9b+DAgfHzn/+86BidBAgQIECAQMMFjCRAgAABAgQIECBAgAABAgTyLyAhAQIECBAgQIAAAQIECBAgkH8BCQkQIECAAAECBAgUE1B8ppiOPgIECFSOgJ0SIECAAAECBAgQIECAAIGKEsiKxDT2hrt06RLrrrtuY09bTvPZCwECBAgQIECAAAECBAgQIJB/AQkJECBAgAABAgQIECBAgACB/AtISIAAAQIECBAgQIAAAQIECORfoKISzlZRu7VZAgQIECBAgAABAgQIECBQNgI2QoAAAQKzItC+ffvYZJNNZmWKOvcOGjSoTpsGAgQIECBAgAABArMm4G4CBAgQIECAAAECBAgQIEAg/wISEiBAgAABAgQIECBAgAABAvkXkJAAAQIECBAoJqD4TDEdfQQIECBAgEDlCNgpAQIECBAgQIAAAQIVJ7DxxhvHYost1ij7XnvttWPJJZdslLlMQoBAGQvYGgECBAgQIECAAAECBAgQIJB/AQkJECBAgAABAgQIECBAgACB/AtISIAAAQIECBAgQIAAAQJlJaD4TFk9jvxsRhICBAgQIECAAAECBAgQIEAg/wISEmgMgUGDBs3yNPPNN180xjyzvBETECBAgAABAgQIECBAIIcCIhEgQIAAAQIECBAgQIAAAQL5F5CQAAECBAgQIECAAAECBAgQyL+AhAQIECgmoPhMMR19BAgQIECAAAECBCpHwE4JECBAgAABAhUpsPzyy8eqq646S3sfOHBgzDXXXLM0h5sJECBAgECFCNgmAQIECBAgQIAAAQIECBAgkH8BCQkQIECAAAECBAgQIECAAIH8C0hIgAABAgQIECBAoKwEFJ8pq8dhMwQI5EdAEgIECBAgQIAAAQIECBAgQKChAlnxmFatWjV0+FTjfvOb38Qaa6wxVVvzXViJAAECBAgQIECAAAECBAgQyL+AhAQIECBAgAABAgQIECBAgED+BSQkQIAAAQIECBAgQIAAAQIE8i8gYTEBxWeK6egjQIAAAQIECBAgQIAAgcoRsFMCBAgQqFiBtm3bxqBBg2Zq/zN730wt5iYCBAgQIECAAIGWF7ADAgQIECBAgAABAgQIECBAIP8CEhIgQIAAAQIECBAgQIAAAQL5F5CQAAECBAgQKCsBxWfK6nHYDAECBAgQyI+AJAQIECBAgAABAgQIEChFoG/fvtG5c+dSbokNNtggFl988ZLuMZgAgcYVMBsBAgQIECBAgAABAgQIECCQfwEJCRAgQIAAAQIECBAgQIAAgfwLSEiAAAECBAgQIECAAAEC1S2g+Ex1PH8pCRAgQIAAAQIECBAgQIAAgfwLSEig4gUGDRrU4AwLLbRQlDK+wRMbSIAAAQIECBAgQIAAgfIWsDsCBAgQIECAAAECBAgQIEAg/wISEiBAgAABAgQIECBAgAABAvkXkJAAAQJlJaD4TFk9DpshQIAAAQIECBDIj4AkBAgQIECAAAECpQostdRSsdZaazXotoEDB0ZKqUFjDSJAgAABAk0nYGYCBAgQIECAAAECBAgQIEAg/wISEiBAgAABAgQIECBAgAABAvkXkJAAAQIECBAgQIBAdQsoPlPdz196AtUjICkBAgQIECBAgAABAgQIECBQEQJZUZl555236F5XWmml6N69e90xWggQIECAAAECBAgQIECAAIH8C0hIgAABAgQIECBAgAABAgQI5F9AQgIECBAgQIAAAQIECBAgQCD/AhKWlYDiM2X1OGyGAAECBAgQIECAAAEC+RGQhAABAgQIzIzAPPPME4MGDSp664z6i96skwABAgQIECBAoFEFTEaAAAECBAgQIECAAAECBAjkX0BCAgQIECBAgAABAgQIECBAIP8CEhIgQIAAAQLVLaD4THU/f+kJECBAoHoEJCVAgAABAgQIECBAgEDFCPTu3TuWWWaZevebFZ5ZeOGF6+3TSIBAICBAgAABAgQIECBAgAABAgTyLyAhAQIECBAgQIAAAQIECBAgkH8BCQkQIECAAAECBAgQIECAQLMKKD7TrNw1i3klQIAAAQIECBAgQIAAAQIE8i8gIQECsyKQFZmZ9v5f/vKXseGGG07b7JoAAQIECBAgQIAAAQItKGBpAgQIECBAgAABAgQIECBAIP8CEhIgQIAAAQIECBAgQIAAAQL5F5CQAAEC1S2g+Ex1P3/pCRAgQIAAAQLVIyApAQIECBAgQIBARQl07NgxNthgg6n2PHDgwKmuXRAgQIAAgToCGggQIECAAAECBAgQIECAAIH8C0hIgAABAgQIECBAgAABAgQI5F9AQgIECBAgQIAAAQIEmlVA8Zlm5bYYAQI1Al4JECBAgAABAgQIECBAgACB/AvMasKs2Ey7du0K0/Tq1SuWW265wrk/CBAgQIAAAQIECBAgQIAAgfIRsBMCBAgQIECAAAECBAgQIEAg/wISEiBAgAABAgQIECBAgAABAvkXkLC6BRSfqe7nLz0BAgQIECBAgAABAtUjICkBAgQIEKg4gdlmmy0GDRoUc845Z+G14gLYMAECBAgQIECg+QWsSIAAAQIECBAgQIAAAQIECORfQEICBAgQIECAAAECBAgQIEAg/wISEiBAgAABAgSaVUDxmWblthgBAgQIEKgR8EqAAAECBAgQIECAAAECDRHo0aNHofDM/PPP36ZQ1PIAABAASURBVJDhxhAoMwHbIUCAAAECBAgQIECAAAECBPIvICEBAgQIECBAgAABAgQIECCQfwEJCRAgQIAAAQIECBAgQIBAvgUUn8mer4MAAQIECBAgQIAAAQIECBDIv4CEBAhUrMA666xTsXu3cQIECBAgQIAAAQIEmlnAcgQIECBAgAABAgQIECBAgED+BSQkQIAAAQIECBAgQIAAAQIE8i8gIQECBAg0q4DiM83KbTECBAgQIECAAIEaAa8ECBAgQIAAAQIECBAgQIBA/gUkJECAAAECBAgQIECAAAECBPIvICEBAgQIECBAgAABAgQIECCQfwEJCRAgQIAAAQIECBDIt4DiM/l+vtIRaKiAcQQIECBAgAABAgQIECBAgED+BSo64Q8//BCzclR0eJsnQIAAAQIECBAgQIAAAQINFzCSAAECBAgQIECAAAECBAgQyL+AhAQIECBAgAABAgQIECBAgED+BSQk0KwCis80K7fFCBAgQIAAAQIECBAgUCPglQABAgQIEChFIKUUKc38UcpaxhIgQIAAAQIEGk/ATAQIECBAgAABAgQIECBAgED+BSQkQIAAAQIECBAgQIAAAQIE8i8gIQECBAgQIEAg3wKKz+T7+UpHgAABAg0VMI4AAQIECBAgQIAAAQIEylLghx9+aJR9NdY8jbIZk7ScgJUJECBAgAABAgQIECBAgACB/AtISIAAAQIECBAgQIAAAQIECORfQEICBAgQIECAAAECBAgQIECgUQXKsvhMoyY0GQECBAgQIECAAAECBAgQIFCWAjZFgACBhgiklBoybIZjUpp6HsVoZkhmAAECBAgQIECAAIFGETAJAQIECBAgQIAAAQIECBAgkH8BCQkQIECAAAECBAgQIECAAIH8C0hIgAABAvkWUHwm389XOgIECBAgQIBAQwWMI0CAAAECBAgQINBiAqUUgsnGNvQoFiilFNk8xcboI0CAQA4FRCJAgAABAgQIECBAgAABAgTyLyAhAQIECBAgQIAAAQIECBAgkH8BCQkQIECAAAECBAgQINCoAorPNCqnyQg0loB5CBAgQIAAAQIECBAgQIAAgfwLVG/CaYu+pJSmwsj6p3eklCKlhh3ZpNPOk7XVHCmlmlOvBAgQIECAAAECBAgQIECgiQRMS4AAAQIECBAgQIAAAQIECORfQEICBAgQIECAAAECBAgQIEAg/wISEsi3gOIz+X6+0hEgQIAAAQIECBAg0FAB4wgQIECAAIFmE0hp+kVfsmIxKaV6C8xkG8z6SzlSmnqu7N5sHgcBAgQIECBQpQJiEyBAgAABAgQIECBAgAABAvkXkJAAAQIECBAgQIAAAQIECBDIv4CEBAgQIECAAAECjSqg+EyjcpqMAAECBBpLwDwECBAgQIAAAQIECBAgkB+BrOBLzTFtqpr2mteUUtScT/s67b0NuZ52jpRS4baa9sJFrT9q2mtea3U5bQIBUxIgQIAAAQIECBAgQIAAAQL5F5CQAAECBAgQIECAAAECBAgQyL+AhAQIECBAgAABAgQIECBAgEBlCzSk+ExlJ7R7AgQIECBAgAABAgQIECBAoCECxhAgQKBJBLIiLimlSGnKUXuRrK/2dUpTCs/Ubpv2fNp7pu2f0XV2f3Zk41Kqu15KU/aZ0pTXmrHZeAcBAgQIECBAgACBHAiIQIAAAQIECBAgQIAAAQIECORfQEICBAgQIECAAAECBAgQIEAg/wISEiBAgACBRhVQfKZROU1GgAABAgQIEGgsAfMQIECAAAECBAgQqHyBrHBLSqneIFlf1pFSKhSmyc5r2rLzaY+sLztSStN21Xudjc2Oejv/f2PWn1LdAjT/v7vwklLD1isM9gcBAgRKFnADAQIECBAgQIAAAQIECBAgkH8BCQkQIECAAAECBAgQIECAAIH8C0hIgAABAgQIECBAgACByhZQfKayn5/dN5eAdQgQIECAAAECBAgQIECAAIH8C0jY6AIp1V+4JSv6ki2W0pTCLzXXWVt21FxnrzVHTXvN9Yxes/E1R83Y2te1z1P6aR/Tjq09rubcKwECBAgQIECAAAECBAhUsICtEyBAgAABAgQIECBAgAABAvkXkJAAAQIECBAgQIAAAQIECBDIv4CEBAg0qoDiM43KaTICBAgQIECAAAECBBpLwDwECBAgQIBA5QpkBVymt/usL6UpRWmy89rjal/Xd55S3SIx2bhpj2zOrK32a3aeHTXt2XnNkbWllCKlKUfWnrVlrzVHSlPWrrn2SoAAAQIECDSOgFkIECBAgAABAgQIECBAgACB/AtISIAAAQIECBAgQIAAAQIECORfQEICBAgQIECAAIHKFlB8prKfn90TIECguQSsQ4AAAQIECBAgQIAAAQIEGiSQFW1JKU01NmvLjprG2udZW+3r2uc1fSlNKfxSX1/Wlh3Z2Jqj5jp7zY5p21OaMl/WXtOfvdYcKU3Zf3adjak5Uvrpvpq2nL2KQ4AAAQIECBAgQIAAAQIECORfQEICBAgQIECAAAECBAgQIEAg/wISEiBAgAABAgQIECBAgAABAvkXaNSEis80KqfJCBAgQIAAAQIECBAgQIBAYwmYhwABApUnkBVrSWlK4Zaa3dduy85r2rPX2te1z2v6srbax9dv/D0mT54cNW3ZuJqjpi17zdpqXmvOs+vsqLnOXqd3ZONSmpIjO689LiUFaGp7OCdAgAABAgQIEJhVAfcTIECAAAECBAgQIECAAAEC+ReQkAABAgQIECBAgAABAgQIEMi/gIQECBAgQKCyBRSfqeznZ/cECBAgQIBAcwlYhwABAgQIECBAgACBogJZkZaUphRsqRlY05a91rTN6DUbmx21x2XXk964O/5z3/D47H/HDz/8VIDmhx9++LEYTe3z7P6a6+x82qO+vqytZlx2ntKUPNl5TXv2mpICNJmDg0AuBYQiQIAAAQIECBAgQIAAAQIE8i8gIQECBAgQIECAAAECBAgQIJB/AQkJECBAgAABAgQIECBAoCQBxWdK4jK4XATsgwABAgQIECBAgAABAgQIEMi/gISVJZDSlEItNbvOCrakNP0iLVl/NjZ7rX1kbdmRtU2ePKXIzKTX74rP/3F01hzfvHlvfHbfUfHD5O8jGzPtkQ2atq329eT/P2dKP+23pj+7t/aRtac0ZVx2Xrsvpelnqz3OOQECBAgQIECAAAECBAgUF9BLgAABAgQIECBAgAABAgQI5F9AQgIECBAgQIAAAQIECBAgQCD/AhISIFDZAorPVPbzs3sCBAgQIECAAAECzSVgHQIECBAgQIBAvQLTFmXJBmVtKdUtzpK1Z0c2pvaR0pQCL1lb1l9TICa7/vqNu+Pz+0dkpz8eWQGaz+8/OiZPpwBNNkfNkd1U+7z2dU179pq1Z0ft82mvp+1LqW7G7B4HAQIECBCoYAFbJ0CAAAECBAgQIECAAAECBPIvICEBAgQIECBAgAABAgQIECCQfwEJCRAgQIAAAQIECJQkoPhMSVwGEyBAoFwE7IMAAQIECBAgQIAAAQIECLS8QFaMJaWfCsdkO6ppy16z6+yofV77OmvPjppiMzWv2ZjsmPT6XXUKz2Tt2fHNm/fFf/9xdPwwTQGayZMnR3Zk82ZH7fPsOjuy+2tes/Npj/r6UpqSc9q+lJqyAM20O3NNgAABAgQIECBAgAABAgQI5E9AIgIECBAgQIAAAQIECBAgQCD/AhISIECAAAECBAgQIECAAAEC+Reo7ISKz1T287N7AgQIECBAgAABAgQIEGguAesQIECAwFQCWRGWlKYUZKnpqGnLXqdtq7nOXrP+7MjOa47a19n5pNfvjP8+cExNd72v3779j/+NGRE/TP4usntqH5MnTy60ZTfWbq85z9qnHZO11RzZuJrz7DW7TmlK3uw8a/t/7Nx3mxxHdifqOPerD2dXd6UhteburqRdDZ1mpDEaSWMJgONJcGgB0A299xYNtAO6ui9+XRNAVmUBIAnXnf0+Dw/ixInIrIy3qpP/nR5VGtB0CyMBAgQIECBAgAABAgQIEJiagPMQIECAAAECBAgQIECAAAEC0xdwQgIECBAgQIAAAQIECBAgQGD6Ak54bQHNZ67tY5UAAQIECBAgQIAAAQIEDoeApyRAgACB2yiQ5itV80Ys/WN7LeNyLfNeH47JewOY5InMt/cbz3w7l103Lr77x3b+kW+12c6Flmtzj2H0Wm6Ueh9X5X1v1hLZO4zUqubnTj5cq9KAZughJ0CAAAECBAjcIgG3JUCAAAECBAgQIECAAAECBKYv4IQECBAgQIAAAQIECBAgQIDA9AWckAABAgQIEDhgAprPHLAvxOMQIECAAIFpCDgFAQIECBAgQIAAAQJTFqiaN2DpZ0wjlqrF5ivDWvK+N+PV5qlfePvX7fzJ/5Rtozj9+nbbG1Vb23n/0bb52LfbbGd7oQHNsJlMz5fHfGYi9eVbp54Y1jOvmp8/+XCtqtpybbguJzA9ASciQIAAAQIECBAgQIAAAQIEpi/ghAQIECBAgAABAgQIECBAgMD0BZyQAAECBAgQIECAAAECBI66gOYzR+EX4IwECBAgQIAAAQIECBAgQIDA9AWckMBtEFjVWCW1qsWmK73WHynzHqtqfW37zRPt/KP/qW9ZGNN45sETay2xt6IDzc77J9vmY/+p7e5cGDWgSWOZRP+c4ZgPyTxjYphnnui15XG4ljxRtWiRmiBAgAABAgQIECBAgMBNE3AjAgQIECBAgAABAgQIECBAYPoCTkiAAAECBAgQIECAAAECBAhMX8AJCRAgcMAENJ85YF+IxyFAgAABAgQIEJiGgFMQIECAAAECBKYoUFULx0ozlqrFZiu9lo3JE8l7ZL4cWUvjmfXH/irpKHrjmSyceX27PXBireUemQ9j98M/te0n/qrNLm7vN6DpDWeuNuYeidwjY9+XvEfWEplXLZ6/aj7PWvb0qFo06XUjAQIECExPwIkIECBAgAABAgQIECBAgACB6Qs4IQECBAgQIECAAAECBAgQIDB9ASckQIAAAQIECBAgcNQFNJ856r8A5ydwNASckgABAgQIECBAgAABAgQIELgBgeXmKrlValWLTVZSy1oieaLqSoOW3twl64msJ67VeObUa1vtwRNr2X45nn1j3oBmd2/vcq21tp/vvH+ybT/+n9vuzvZ+g5r+mfmcHtnY86wnMk890fOMidQSw3x5vrxWtWiT/YIAAQIECBAgQIAAAQIECBC4YQE3IECAAAECBAgQIECAAAECBKYv4IQECBAgQIAAAQIECBAgQIDA9AWc8IAJaD5zwL4Qj0OAAAECBAgQIECAAIFpCDgFAQIECExFIE1VquYNZPqZei3jsDbM+1rGxHCtN3tJ/cKbJ9r6Y3/VlxfGZ17bav/08LmFWp88+8aF9uDxtbY77j/Tdj96vG09/p/bzvZGy2etinx2IvcbjsO8r/XaqnlqVXOf4b52zOmOAAAQAElEQVReX66lLggQIECAAAEC0xFwEgIECBAgQIAAAQIECBAgQGD6Ak5IgAABAgQIECBAgAABAgQITF/ACQkQIECAAIGjLqD5zFH/BTg/AQIECBwNAackQIAAAQIECBAgQIDANxSomjdW6ZenmUpVtYzDWs/7WDW/ru/LuBzbbxxr63/6f/slC+OpV7fb967SeKZvfPbNC+2BE2ttd7dXrox7Hz3RLj71X9rs4ual9d2Vsfw8w3nulHkfe575cmStavG8fU/VolWvGwncEgE3JUCAAAECBAgQIECAAAECBKYv4IQECBAgQIAAAQIECBAgQIDA9AWckAABAgQIECBAgAABAgQI3GYBzWduM3g+ThAgQIAAAQIECBAgQIAAAQLTF3BCAoddIA1Vls+QWtViM5XUVu1LfTmyr9fSeGbj8b9OaRTPvLLd/unXa6P6qsJzb2y3+0+stdmqBjQfP9l2nvovbXdFA5o8x2w2229Kk3x3d/dyQ53Me/TPXDXPWurDcTnPvGrRLDVBgAABAgQIECBAgMA0BJyCAAECBAgQIECAAAECBAgQmL6AExIgQIAAAQIECBAgQIAAAQLTF3BCAgQIHHUBzWeO+i/A+QkQIECAAAECR0PAKQkQIECAAAECBL6mQFUtXJEmK1WLTVRSW9h0adJrGROXSvtNXZKnwUvmF9481q7WeObpV7fb937z1RrP5F6J59/cbg+cWGs7s8wWY+/jp9rO0399uQFNnqNHduaZEr02zFPr8+zNPJE8kbxq0alqPs9a9vSoWrTrdSMBAgQI3FQBNyNAgAABAgQIECBAgAABAgSmL+CEBAgQIECAAAECBAgQIECAwPQFnJAAAQIECBAgQIAAgdssoPnMbQb3cQQIREAQIECAAAECBAgQIECAAAECB1VguWlKnjO1qsXmKallbRi9Nh/nKz3v4/brD7WNx/9mvrj079OvbLXv//rrNZ7pt0gDmgfTgGZ3r5cuj/sNaJ766za7sNHSTGYYea6rRb9BX898mPd5xh5ZX5WnVrVomJogQIAAAQIECBAgQIAAAQKHW8DTEyBAgAABAgQIECBAgAABAtMXcEICBAgQIECAAAECBAgQIEBg+gJOeNQFNJ856r8A5ydAgAABAgQIECBA4GgIOCUBAgQIEPgKAmmcUlULO3stY18Y5sNa6qsizV5S33r9V23jiWs0nvnNuX67bzQ+/9Z2e+D4WtuZjRvQtE+fbnunvtN2Ly42oMlzJfKMieQ9+rw/TOpXy4dr2VNVrWrcbKZqXMt+QYAAAQIECBC4KQJuQoAAAQIECBAgQIAAAQIECExfwAkJECBAgAABAgQIECBAgACB6Qs4IQECBAgQIEDgNgtoPnObwX0cAQIECBCIgCBAgAABAgQIECBAgMBBFKiqhcdKQ5WqxWYpqS1sujRZVbtU3v+vr22//qu2+cR39mvL/zz18lb7/g02nun3fOGtC+3B42vt4ooGNHufPN1mT/9N272w3tJYZhh5zkRqGRO55/I89WFkz6rIntSrFv2uVktdTE/AiQgQIECAAAECBAgQIECAAIHpCzghAQIECBAgQIAAAQIECBAgMH0BJyRAgAABAgQIECBAgAABAlMX0Hymtal/x85HgAABAgQIECBAgAABAgQItMaAAIFrCPRGKcMtqVUtNk5Jbbgnea9lHMawacv2679sm0/ene2jSOOZf/7tuVH9RgrPv32hPXhirV3Y2Rvf5tNn2u6p77S9nY2W5+3P2cfUeqSWGwznPc/Y1zImUusxnFctOmatalxLXRAgQIAAAQIECBAgcEMCLiZAgAABAgQIECBAgAABAgSmL+CEBAgQIECAAAECBAgQIECAwPQFnJAAAQIEbrOA5jO3GdzHESBAgAABAgQIREAQIECAAAECBAgcJIGqWnicNFCpWmyOktrCpkuT1K4Vad6SxjMbT6xuPPPky9vtZjeeufRY+/+98Na8Ac3Fnf3p4j+fnmqzp/667V1cv9yAJs+ayHkyJnJRn2ccRtaGezLvUTW2q1qsZW/VuJa6IECAwHQEnIQAAQIECBAgQIAAAQIECBCYvoATEiBAgAABAgQIECBAgAABAtMXcEICBAgQIECAAAECBKYuoPnM1L9h5yPwVQTsIUCAAAECBAgQIECAAAECBKYvsOKEaaayXE6tarEpSmqr9vVa1hOZZ0wk3379F23zyXuSjuLJl7fav/x2bVS/mYUX377Q7j+x1i7s7I1v+9npNnvmb9ruhfMtTWTyzBl7DOe5OPM+Jk9knv0Z+/xqedarFl2zt2pcS10QIECAAAECBAgQIECAAIFvJOAiAgQIECBAgAABAgQIECBAYPoCTkiAAAECBAgQIECAAAECBAhMX8AJCdxmAc1nbjO4jyNAgAABAgQIECBAgEAEBAECBAgQuNMCvRnK8Dl6LWOvD/NhLfVhZG0433r1523zyb9NeRRPvpTGM+dG9VtR+PPb2+3B42tte1UDmk9Pt91nvtNm2+cuN6DJGdJQJmOP4bw/Y1/LPOsZh7U+r6qkl6Nq3Gymaly7fIGEAAECBAgQONQCHp4AAQIECBAgQIAAAQIECBCYvoATEiBAgAABAgQIECBAgAABAtMXcEICBAgQIECAwNQFNJ+Z+jfsfAQIECDwVQTsIUCAAAECBAgQIECAwJESSJOUqsWmKL2WsWMM81W14XryHtuv/6JtPrW68cwTaTzzu3P9drdlfPGdC/sNaC5c3Bt/3menWzt9d9v9SwOa2WzWco40lMn4VSI37fuTXy36varGzWaqxrWr3Uf9Gwu4kAABAgQIECBAgAABAgQIEJi+gBMSIECAAAECBAgQIECAAAEC0xdwQgIECBAgQIAAAQIECBAgQOAmCxzA5jM3+YRuR4AAAQIECBAgQIAAAQIECBxAAY9EgMCdEkgDlKpv3ngm1/fIGXrTlV7bfu3nbfPJ1Y1nHv/zVvvBbW48k2dM/PmdC+3+E2tte2UDmjNt99R32t6Fc62fJ2OPnG2YZ557JpInet7HYa3nWUtkXjVuNlM1rmW/IECAAAECBAgQIHB4BTw5AQIECBAgQIAAAQIECBAgMH0BJyRAgAABAgQIECBAgAABAgSmL+CEBAgQIDB1Ac1npv4NOx8BAgQIECBA4KsI2EOAAAECBAgQIHBkBKpurPFMoNI8pcdwvv3qz9rmU/81pVE8/tJW++Hvz43qt7Pw0jsX2gMn1trWhb3Rx9bnz7Y0oNndXmuz2azlfGk4k/FakRv19eS5JmMi9YyJYZ55omrcbKZqXMteQYAAgZsi4CYECBAgQIAAAQIECBAgQIDA9AWckAABAgQIECBAgAABAgQIEJi+gBMSIECAAAECBAgQIEDgJgtoPnOTQd2OwM0QcA8CBAgQIECAAAECBAgQIEBg+gK3+4Srmp+kVrXY7CS15Wcb1pKviu3XftY2n/5vy5fuzx//81b74e/ubOOZ/Qe59E8a0Dx4Yq1tXti9NFv677NnWzt9d9u7sNiAJg1lEjl3xkTyVZE7Zj3jcmR/ryVPVC36Z71qXEtdECBAgAABAgQIECBAgMDhE/DEBAgQIECAAAECBAgQIECAwPQFnJAAAQIECBAgQIAAAQIECBCYvoATEpi6gOYzU/+GnY8AAQIECBAgQIAAga8iYA8BAgQIEJi8QFUtnHFV45PUFjZdmqS2Ki4ttV7ffvVnbfOp1Y1n/vTnzfbD3x+MxjN55sRL715oaUCztaoBzefPtd1T32l724sNaHLWNJXJmBjmuWci9UTyrGfMPJE8Mcz7vGrcbKZqXMt+QYAAAQIECNyQgIsJECBAgAABAgQIECBAgACB6Qs4IQECBAgQIECAAAECBAgQIDB9ASckQIAAAQIECBC4yQKaz9xkULcjQIAAgZsh4B4ECBAgQIAAAQIECBAgcLMElpud5L6pVS02N0kta8MY1pIn+nrPt1/9adt8+iqNZ17cbD/6/fl+yYEaX373Yrv/+Frb3N4bPVd9/nzbO31327swbkCTc/dIg5nkfcyNMk8kTz1joteSL0fWqha/j+ypGtdSn044CQECBAgQIECAAAECBAgQIDB9ASckQIAAAQIECBAgQIAAAQIEpi/ghAQIECBAgAABAgQIECBAgMBhF7h+85nDfkLPT4AAAQIECBAgQIAAAQIECFxfwA4CBCYp0JuaDA/Xaxl7fZgPa6lfKzZf/ve2+fR/75csjI+9uNV+9IeD2XimP+gr711sDz681jZWNKBpnz/X2qm72+7Wl202m7U4ZEykqUwitYy5X/LEct7Xe72Pw729VjVuNlM1rmW/IECAAAECBAgQIPCNBFxEgAABAgQIECBAgAABAgQITF/ACQkQIECAAAECBAgQIECAAIHpCzghAQIECBC4yQKaz9xkULcjQIAAAQIECNwMAfcgQIAAAQIECBAgcDMEqmrhNml4UrXYzCS1hU2XJqklquZ7k18q7/+XPLH96n+0rWf+x35t+Z/HXthqP/7DueXygZy//O6F9uCJtba+tTd6vr3Pn2t7p9OA5ovLDWhy9jSUydijz/uYG/W15KlnTKSesUfVle8oa1Vz876esWpcS10QIHD4BZyAAAECBAgQIECAAAECBAgQmL6AExIgQIAAAQIECBAgQIAAAQLTF3BCAgQIECBAgAABAgQIHHYBzWcO+zfo+W+HgM8gQIAAAQIECBAgQIAAAQIEpi8wqROmicnygVKrWmxiktqqfb2WpinZsxwXXv2Ptvn06sYzJ1/caj/+4+FoPNPP+cp7F9qDD6+1ja3dXro81hcvtL1Td7fZ5uctDt0kY49ez0XJE8t59qaWWLWeeiJrVYvfU+pV41rqggABAgQIECBAgAABAgS+loDNBAgQIECAAAECBAgQIECAwPQFnJAAAQIECBAgQIAAAQIECBCYvoATEiBwkwU0n7nJoG5HgAABAgQIECBAgMDNEHAPAgQIECBA4EYEqmrh8lUNTVJb2HRpktqquLS033gla9uv/nvbuFrjmRc227/+4XA1nsnZEq++d6Hdf2Ktra9qQPPli63O3NNmm5/tO6SRTCz62PPhPLXcN2MiedYzJnptOe/zqnGzmapxLfsFAQIECBA4vAKenAABAgQIECBAgAABAgQIEJi+gBMSIECAAAECBAgQIECAAAEC0xdwQgIECBAgQIAAgcMuoPnMYf8GPT8BAgRuh4DPIECAAAECBAgQIECAAIFDITBsaNIfOLWqxaYlqfX1jJknkieS9xjOt17+t7b59P+X0igeTeOZP54f1Q9T4bX3L7YHT6y18ysa0LQvXmzt9D1ttjFuQJOmMt1rmKeW82dMJM96xkSvJU8M58mrFr+37Kka11K/KeEmBAgQIECAAAECBAgQIECAwPQFnJAAAQIECBAgQIAAAQIECBCYvoATEiBAgAABAgQIECBAgAABAtMXuMkn1HzmJoO6HQECBAgQIECA2E5ZlAAAEABJREFUAAECBAgQuBkC7kGAAIGvK9CblQyv67WMvT7Mey1j6ssxrG+/8m9t69T/TGkUjz6/2X5yyBvP9EO9mgY0x9fa+uZuL10Z04DmzD1td+vzFqs0krnWmLVEbpAxkTzXZUz0Wh9T65Fa1bjZTNW41q8xEiBAgAABAgQIHC4BT0uAAAECBAgQIECAAAECBAhMX8AJCRAgQIAAAQIECBAgQIAAgekLOCEBAgQIEDjsAprPHPZv0PMTIECAAAECt0PAZxAgQIAAAQIECBA48AJVtfCMqxqXpLaw6dJkWEueuFTe/y95Yuvln7TNZ1Y3nnkkjWceOb+/fyr/vPbBxfbAw2vt/FUa0Ow+/Tdtd/OzlQ1o4pVIg5nhGJvME8mznjHRa8mXI2tV42YzVePa8rXmBAh8bQEXECBAgAABAgQIECBAgAABAtMXcEICBAgQIECAAAECBAgQIEBg+gJOSIAAAQIECBAgQIAAAQJfU0Dzma8JZvtBEPAMBAgQIECAAAECBAgQIECAwPQFnPCrCqQ5yfLe1Kqu35wk+64XWy//a9s69b+WP2J//ujzW+3fJtZ4Zv9gl/557f2L7YETa+3cxt6l2eJ/dfaltnvqO21349OWJjKJOGbs0ee5cjnPPPXszZjotYyJ1HpkXjX+PqvGtX6NkQABAgQIECBAgAABAodDwFMSIECAAAECBAgQIECAAAEC0xdwQgIECBAgQIAAAQIECBAgQGD6Ak5IgMBhF9B85rB/g56fAAECBAgQIECAwO0Q8BkECBAgQIDAgRWoqoVnW9WoJLXEcGPmidQy9hjOt176cds69b9TGsUjz2+2nzxyblSfUuH1Dy62Bx9OA5rd0bHqy5fa3um72+7muAFNt8yYBjMZc4Ph2POsZy3Raz1fnleNm81UjWu5XhAgQIAAgW8k4CICBAgQIECAAAECBAgQIEBg+gJOSIAAAQIECBAgQIAAAQIECExfwAkJECBAgAABAgQIfE0BzWe+JpjtBAgQOAgCnoEAAQIECBAgQIAAAQIECAwbk3SN1KoWm5Gk1tczZt7jWvP9xjOn/y5bRvHH5zbbvz1yflSfYuH1Dy60B06sbkDTvnyptTSg2Rg3oElTmUSs+9jzOCVPJM96xkSvJU8M58mrFr/f7Kka11IXBAgQIECAAAECBAgQIECAwMEX8IQECBAgQIAAAQIECBAgQIDA9AWckAABAgQIECBAgAABAgQIEJi+wGE/oeYzh/0b9PwECBAgQIAAAQIECBAgcDsEfAYBAgQOlEBvQjJ8qF7LOKyvyvuejD2yr+fXazzz748ejcYzMUm88eHF/QY0axu7mS7Gly+3vdN3t73NcQOa7pkxDWYy5uLh2PNV69mb6Ht6XjVuNlM1rmW/IECAAAECBAgQ+FoCNhMgQIAAAQIECBAgQIAAAQLTF3BCAgQIECBAgAABAgQIECBAYPoCTkiAAAECBAh8TQHNZ74mmO0ECBAgQIDAQRDwDAQIECBAgAABAgSOtkBVLQCkOUnVYvOR1BLDjZknUsvYYzjffunHbev036U0ij8+u9mOWuOZjpAGNA+eWGtn18cNaOrsy62dvme/AU1MeyOZa+VZy70zJnqeMdFryavG323VYm3VvtQEgcMt4OkJECBAgAABAgQIECBAgACB6Qs4IQECBAgQIECAAAECBAgQIDB9ASckQIAAAQIECBAgQIAAgYMuoPnMQf+GDsPzeUYCBAgQIECAAAECBAgQIEBg+gJOeCAEhg1J+gOlVjVuRNLX+5h9icwzJpInkie2X/5x27xK45k/pPHMyfPZfmRjvwHNw6sb0Ox9+VLbO/WdNlv/qKX5TI+4LuepJVIPZvJE8tSS90gt+XDsedX4e68a17JfECBAgAABAgQIECBA4CsJ2ESAAAECBAgQIECAAAECBAhMX8AJCRAgQIAAAQIECBAgQIAAgekLOCEBAgS+poDmM18TzHYCBAgQIECAAAECB0HAMxAgQIAAAQJHU6CqFg6epiRVi81GUksMN2aeSC3jqth+6Udt89TfZcsofv/sRvuPI954pqO8+eHF9sCJtXb2/KyXroxnX2l7p+5uexsftxinkUwieaLnfcyFqfdxmFfNv+tey57EcJ68avH7z56q+bXJBQECBAgcbgFPT4AAAQIECBAgQIAAAQIECExfwAkJECBAgAABAgQIECBAgACB6Qs4IQECBAgQIECAAIGDLqD5zEH/hjwfAQKHQcAzEiBAgAABAgQIECBAgACBWyqQJiPLH5Ba1bjxyHBf9vRIfZgP59sv/bBtnv77lEaRxjM/Pbk+qh/BwuUjv/XRxfbAw2vty/VxA5pae7Xtnb677W581NJkZhjxz3w49jw3T55Inn0ZM08kH0avZaxa/TvI2vAaOQECBAgQIECAAAECBAgQIHBdARsIECBAgAABAgQIECBAgACB6Qs4IQECBAgQIECAAAECBAgQIDB9ASf8mgKaz3xNMNsJECBAgAABAgQIECBA4CAIeAYCBAgcLYGqWjhwmopUjRuOpL6w8dJkWOt5xh5bf/5B2zz9D5d2jv/7/ZmNpvHM2CWVtz7aaQ8eX2tfnt/NdDHOvtraqbvb7vqVBjTdO2May/QxeS7OvI8972u9njGR9aorv4k+z5j1HlXj30hfMxIgQIAAAQIEDoeApyRAgAABAgQIECBAgAABAgSmL+CEBAgQIECAAAECBAgQIECAwPQFnJAAAQIECBA46AKazxz0b8jzESBAgACBwyDgGQkQIECAAAECBAgQuG0CaTBStdhUJLVEf4jkPVJLnkYmGYex/dIP29aZ/5Mto/jdmc3208fWR3WFKwJvfbzTHjixugHNXhrQnLmn7W1caUAz/A6Gef9OUsvd+7znGROpZ1wVWata/F1kX9W4lrog8I0EXESAAAECBAgQIECAAAECBAhMX8AJCRAgQIAAAQIECBAgQIAAgekLOCEBAgQIECBAgAABAgQIEFgS0HxmCWQKU2cgQIAAAQIECBAgQIAAAQIEpi/ghNMXSDOR5VOmVvXVmolkb79+Oc98+88/aJun/6FvWRh/e3qz/eyx8ws1k9UCb398sd1/fK19cW53vOHsq233me+02fkPWhrL9Ih/IvPh2PN+o8wTfV/yRNYzJpL3yLxq/PuoGtf6NUYCBAgQIECAAAECBA62gKcjQIAAAQIECBAgQIAAAQIEpi/ghAQIECBAgAABAgQIECBAgMD0BZyQAAECB11A85mD/g15PgIECBAgQIAAgcMg4BkJECBAgAABAjddoKoW7rmqsUhqieHGzBOpZVxuXJLa5ov/3DbP/J9sGcXvzmy2n/9J45kRzDUK73xysT3w8Fr7/NxstKvOvd7qzD1t9ys2oMkN8h31yDyRedX8N5E8tVWRtapxs5mq+bWrrlEjQIAAga8sYCMBAgQIECBAgAABAgQIECAwfQEnJECAAAECBAgQIECAAAECBKYv4IQECBAgQIAAAQIECCwJaD6zBGJKgMAUBJyBAAECBAgQIECAAAECBAgcXoE0D1l++tSqxg1Fhvuyp0fqw3w433zh+2372X9MaRS/Pb3RfvbYYWk8M3r8O1p45+OL7cETqxvQtLXXW9tvQPN+SzOgHv07Go5ZyzxjP1DmyYfjMM9aj6r576RqPvZ6H/t1fW4kQIAAAQIECBAgQIAAAQIHW8DTESBAgAABAgQIECBAgAABAtMXcEICBAgQIECAAAECBAgQIEBg+gJOeNAFNJ856N+Q5yNAgAABAgQIECBAgMBhEPCMBAgQIHDTBKpq4V5pFlK12EgktcTCxkuTYa3nGXvsN5557ruXdo7/+83pjfbzP62PF1S+ssA7n+y0B75BA5rZbLbflKZ/T2k80/OMeYCMiaxlnsh8OCbv61mrWvzdZL1q8feVmiBAgAABAgQIfGUBGwkQIECAAAECBAgQIECAAIHpCzghAQIECBAgQIAAAQIECBAgMH0BJyRAgAABAgQILAloPrMEYkqAAAECBKYg4AwECBAgQIAAAQIECBw+gTQLWX7q1KrGDUSG+7KnR+rJhw1IMk9svfj9tn21xjOnNtovNJ4J3w3Hu2lAc3ytfbY2G99r7Y22d+o7rW18uN9sJt9TIhvzHSXPOIxe63syDiN7M+/jME+tavXvJ2vZKw63gKcnQIAAAQIECBAgQIAAAQIEpi/ghAQIECBAgAABAgQIECBAgMD0BZyQAAECBAgQIECAAAECBAjcaQHNZ279N+ATCBAgQIAAAQIECBAgQIAAgekLOCGBGxJII5CqWrhHr2UcLizPszas9Txjj60Xvt+2nv1uto7iN2k88/j6qK7wzQXe/XSnPXhirX26ogFNnX+r7aYBzfoHCw1o+nfVm81k3vM+5omG9eQ9+lrV/HeU+rDW56klqlY3pcmaIECAAAECBAgQIEDgqgIWCBAgQIAAAQIECBAgQIAAgekLOCEBAgQIECBAgAABAgQIECAwfQEnJECAAIElAc1nlkBMCRAgQIAAAQIEpiDgDAQIECBAgACBwyVQNW8Y0p86jUKqFpuDpJYY7sk8kVrG3qQkeY+tF7/ftp5b3Xjm16c22y80ngnfTY/LDWjO7o7vvfbGfgOa3fPvXbcBTb7H3GD43Wbe61Xz306fZ6yqVlXZth+9lnG/8Jd/qq7s+UvJQIAAgUMm4HEJECBAgAABAgQIECBAgACB6Qs4IQECBAgQIECAAAECBAgQIDB9ASckQIAAAQIECBAgQOBOC2g+c6e/AZ9P4CgIOCMBAgQIECBAgAABAgQIECCwUmC5GUg2pVa12Hgm9WFkT+Z9XM57o5KtF77Xtp69WuOZjfbLx8/n0psT7jISeO/Tnfbgw2vt07Oz0Vo792Zrp+5ue1dpQJPvtkf/PjP2G2Ut84zDyHqfJ++RWtXq31XW+j4jAQIECBAgQIAAAQIECBC4poBFAgQIECBAgAABAgQIECBAYPoCTkiAAAECBAgQIECAAAECBAhMX8AJCSwJaD6zBGJKgAABAgQIECBAgACBKQg4AwECBAgcDoGqWnjQNAGpWmwQklqib+x5H1NPE5KMqSWSb73wT23ruXuTjuLXz6TxzPqornDzBd779GJ74MRVGtCcf6vtnU4DmndbvsMe+Q5ns9l+Lfkwsifz/qSZ9zzjcC15IvVE8qrF31fqVYu/w9QEAQIECBAgcDgEPCUBAgQIECBAgAABAgQIECAwfQEnJECAAAECBAgQIECAAAECBKYv4IQECBAgQIAAgTstoPnMnf4GfD4BAgQIHAUBZyRAgAABAgQIECBAgMCCQJqALBQuTVKrGjcGubR0+b/syWQ49uYjqSXPuPn8g23rufuydRQPp/HMExrPjGBuYeH9z3b2G9B8cnY2/pRzb7V2+p62e+6d/WYz+Q7TeCYb810uR+rZk3ryROYZE6knkvcYzpNXrf6dZa1fY/xGAi4iQIAAAQIECDf9GOgAABAASURBVBAgQIAAAQIEpi/ghAQIECBAgAABAgQIECBAgMD0BZyQAAECBAgQIECAAAECBAgcOYEj2HzmyH3HDkyAAAECBAgQIECAAAECBI6ggCMTOLgCafBRVQsP2GsZhwvDec/7mH09z9gbkGy98E9t+/n7szyKE09vtF9pPDNyuR2F/QY0x9faJ1+OG9Ds7TeguftyA5p8n2lAkzHfa8Yefd7H/ux9PfNhnvlyZL1q3ICmalxbvtacAAECBAgQIECAwMES8DQECBAgQIAAAQIECBAgQIDA9AWckAABAgQIECBAgAABAgQIEJi+gBMSIECAwJ0W0HzmTn8DPp8AAQIECBAgcBQEnJEAAQIECBAgQOCyQNX1G8+kOUiiX9Tz4ZjmI1lPLZF86/kH29Zz9yUdRRrPPPTk+qiucPsEPvh8pz3w8Fr7eEUDmnb+nbZ36u62d+6dlu823+mwAU2vpZ7IU/da8tQSyavmv7E+T205slY1bjZTNa4tX2tOgACBqwpYIECAAAECBAgQIECAAAECBKYv4IQECBAgQIAAAQIECBAgQIDA9AWckAABAgQIECBAgACBIyeg+cyR+8odmEBrDAgQIECAAAECBAgQIECAAIHbL5BmH8ufmlrVtZt9ZE+u62PyHqn1BiSbzz/Qtp6/vy+1YXLi6fWm8cxQ5M7lH3y20x44sdY+/mJn9BC1/k7bO3132z339qgBTb7rYfTvvY+52XD9ann29cieqvHvr2pc69cYCRAgQIAAAQIECBAgQOBgCXgaAgQIECBAgAABAgQIECBAYPoCTkiAAAECBAgQIECAAAECBAhMX8AJCdxpAc1n7vQ34PMJECBAgAABAgQIEDgKAs5IgAABAgRaVS0orGr8kVqib+x5H1NPPozUNp+7v20//0DSURzfbzyzMaor3DmBDz/faQ88vNY++nLcgKadf6e10/e03bW3FhrQpMlMj+H3nzz1jDlRxsyTr4qsJ/pa8qpxs5mqxd9r328kQIAAAQIErilgkQABAgQIECBAgAABAgQIEJi+gBMSIECAAAECBAgQIECAAAEC0xdwQgIECBAgQIDAkRPQfObIfeUOTIAAAQKtMSBAgAABAgQIECBAgMDtE0hzj+VPS61q3PBjuC97Mu9jzzMfxtbz97ftFx7M8iiOPbXejj2p8cwI5gAUPvx81h48vtY++mI2fpo0oDlzT9s79/blBjRpKJPId9/H5D16LTerqv3rkif6nuTDSD3zjFXVMmY+jFW14frBzj0dAQIECBAgQIAAAQIECBAgMH0BJyRAgAABAgQIECBAgAABAgSmL+CEBAgQIECAAAECBAgQIECAwK0WuPPNZ271Cd2fAAECBAgQIECAAAECBAgQuPMCnoDAERaoqsunTyOPRNW40UfqfWPP+5h68h690cjmc/e1redXN545/tRGS+RacTAFPvxi1h44sdYyjp7w/Ltt95m/abOzb+w3ksl3n+89sZxnnuhryavmv7HkuXfGRPJhpFY131s1H4frVePacF1OgAABAgQIECBAYEHAhAABAgQIECBAgAABAgQIEJi+gBMSIECAAAECBAgQIECAAAEC0xdwQgIECBA4cgKazxy5r9yBCRAgQIAAAQKtMSBAgAABAgQIELhzAlXjZh5pANKfqOfDMfkwsnfz2fva9gv/lHQUx57caMeeWh/VFQ6ewEdf7LQHj6+1Dz+fjR6uNt5v7cw9bffsmysb0Ax/E8lzg2EDmsx7PXmizzNWVau68nvstYzZ26Pqyp5eMxIgcDgEPCUBAgQIECBAgAABAgQIECAwfQEnJECAAAECBAgQIECAAAECBKYv4IQECBAgQIAAAQIECBC41QKaz9xqYfcncH0BOwgQIECAAAECBAgQIECAAIGJCSw372ittdSqxk08Uu/H73kfh/XUemw+e2/bfnF145mHnlpvx5/WeKbbHYbxoy932gMPr7UPPt8ZPW6tzxvQzM6+cbkBTX4HvclMH5drvZ4bZm15TC2Reo+q+e+zaj72esaqcS11QYAAAQIECBAgQIAAAQILAiYECBAgQIAAAQIECBAgQIDA9AWckAABAgQIECBAgAABAgQIEJi+gBMSOHICms8cua/cgQkQIECAAAECBAgQaI0BAQIECBC4tQJVtfABafJRtdi8I7VE39jzPqaefDnmjWe+l+VR/OrJ9XbiqY1RXeHgC3z8xU578MRa++CzcQOatv5eqzP3tN2/NKBJY5key7+PVfOcPvszZj1jj8yHkXrmVYu/19SrFn/XqQkCBAgQIHCwBTwdAQIECBAgQIAAAQIECBAgMH0BJyRAgAABAgQIECBAgAABAgSmL+CEBAgQIECAAAECt1pA85lbLez+BAgQIHB9ATsIECBAgAABAgQIECAwEYE07Vg+SmpV40Yew33Zk3kfe575MDaf/W7bfnF145mHnlxvDz+t8UzsDmt8/OWsPfDwWvvg81UNaN5ve6fvbntrb7Q0ksnvIuNypL4qqq78BrMeoz4m79FrGauuXNPXM2Yt49cOFxAgQIAAAQIECBAgQIAAAQLTF3BCAgQIECBAgAABAgQIECBAYPoCTkiAAAECBAgQIECAAAECBAhMTmDUfGZyJ3QgAgQIECBAgAABAgQIECBAYCSgQIDArRGoqss3ToOORNW4gUfqfWPP+5h68h5pLpJ888w/tu0Xv5/lUfzqifV2QuOZkcthLHySBjTH19r7n40b0NTGB23v1N1t9+zrowY0+Y0k+u+l55knMo/HqrHXsp7o84xV499v1ZXfefYLAgQIECBAgACBgyvgyQgQIECAAAECBAgQIECAAIHpCzghAQIECBAgQIAAAQIECBAgMH0BJyRAgAABArdaQPOZWy3s/gQIECBAgACB6wvYQYAAAQIECBAgMFGBqnHjjjT06Mft+XBMPozs3Xz2H9v2n/856Sh++cR6e/iZjVFd4fAKfHJ21h44sboBTdv4oLXTd7fZl69dbkCT30tvMLOcR2FY6/PUEpn3yLyqWlX1Uuu1jJeLf0lW1f6yZCBAYLWAKgECBAgQIECAAAECBAgQIDB9ASckQIAAAQIECBAgQIAAAQIEpi/ghAQIECBAgAABAgQIEJicgOYzk/tKHejGBdyBAAECBAgQIECAAAECBAgQmL7AzTvhqgYcqVV9/cYzeapcO4zNM//Ytl+8SuOZx9fbrzWeCdvk4tO/NKB579OL47NtfNja6Xva7l8a0Mxms/0mMcMGNP031Gu5yTDPPJF9fUyeyLxH1fx3XDUfez1j1biWuiBAgAABAgQIECBAgMDBEfAkBAgQIECAAAECBAgQIECAwPQFnJAAAQIECBAgQIAAAQIECBCYvoATEiBwqwU0n7nVwu5PgAABAgQIECBAgMD1BewgQIAAAQKHWKCqFp4+zTuqFptypJboG3vex2E9td4kZOvZf2zbf75a45nz7denNvqlxgkKpAHNgw+vtfc+3RmdrjY/bO3MPW337GuXG8/kd5PIb2g5luu5YfYMx+SJXh/mqVUt/q6zXrX4+09NECBAgACBqwpYIECAAAECBAgQIECAAAECBKYv4IQECBAgQIAAAQIECBAgQIDA9AWckAABAgQIECBAYHICms9M7it1IAIECNy4gDsQIECAAAECBAgQIECAwPUF0oxjeVdqVeMGHcN92ZN5H3ueeY/UNk7/n7b14urGM794fL39+tRmtomJC3x6drc9eGKtvbuiAU3b+LDV6Xva7pevtmFzmeTD6L+rPva10KW2PKaWSH0YqVWt/n1nbbhXToAAAQIECBAgQIAAAQIECBwMAU9BgAABAgQIECBAgAABAgQITF/ACQkQIECAAAECBAgQIECAAIHpC9zqE2o+c6uF3Z8AAQIECBAgQIAAAQIECFxfwA4CBA6hQFVdfuo03khUjRtzpN439nw4Ju/Rm4JsPft/24WXftAvWxjTeOY3pzYWaibTFvh0bXbVBjR7Gx+2vdN3t72z8wY0s9ms5ffUf0s9z5hIPeNyRLDXkicyz5joecaq8e+86srfQ/YLAgQIECBAgACBlQKKBAgQIECAAAECBAgQIECAwPQFnJAAAQIECBAgQIAAAQIECBCYvoATEiBAgACByQloPjO5r9SBCBAgQIAAgRsXcAcCBAgQIECAAAECX1+gatyQI406+p163sdhPbVEapun/6FtvfgvSUfxiz+tN41nRixHovDZ2qw9cHytvfvJzui8tflx233mO232xcv7jWd6A5r8pnqzmT6mlshNVtVSz3qi5xkTw1rV+Pc+3JNcEDj4Ap6QAAECBAgQIECAAAECBAgQmL6AExIgQIAAAQIECBAgQIAAAQLTF3BCAgQIECBAgAABAgQIELhRAc1nblTQ9bdewCcQIECAAAECBAgQIECAAAEC0xc4JCfszTf642aeqBo34kh9uC95r2VcjjQC2Tj19+3Cyz/K1lH8PI1nTm+M6gpHR+Dzc7P2wIm19s6qBjRbn7Q6c0/b/eKVr9yAZvk3mPlQM/MeVbW/lHmSjFXj333VuJb9ggABAgQIECBAgAABAvsC/iFAgAABAgQIECBAgAABAgSmL+CEBAgQIECAAAECBAgQIECAwPQFnJAAgckJaD4zua/UgQgQIECAAAECBAjcuIA7ECBAgAABAqsFquYNOIarVeNmG2nM0ff0vI/DemppOpNx8/Q/XKPxzPn2W41nOt2RHtOA5sETa+3tjy+OHTY/aW2/Ac3LX6kBTW6Q315iVZ5aj+ypqlZVvbT/GVXj33/VlT2XN0sIECBA4EAKeCgCBAgQIECAAAECBAgQIEBg+gJOSIAAAQIECBAgQIAAAQIECExfwAkJECBAgAABAgQI3KiA5jM3Kuh6AgQI3HoBn0CAAAECBAgQIECAAAECd1ggjTeWHyG1qnHjjdT73p4Px+TLsXnq76/aeOZnf0rjmc1+S+N0Bb7yyfYb0Dy81t75ZFUDmo9HDWh6g6PhmDzRPzT58HeZeuZ9TJ7IfBipVY3/DrInaxkFAQIECBAgQIAAAQIECBAgcFlAQoAAAQIECBAgQIAAAQIECExfwAkJECBAgAABAgQIECBAgACB6QtM7oSaz0zuK3UgAgQIECBAgAABAgQIELhxAXcgQIDAokBVXS6koUaiatxwI/W+seerxtTS7COxefrv2/bLP+qXLYw/e+x8+91pjWcWUEz2Bb44t9vuP77W3v54VQOaT9reqe+03S9eav23ljGR31zGYQxruXlfW86H8+zJPJG8avz3UHXl7yb7BAECBAgQIEDg4Al4IgIECBAgQIAAAQIECBAgQGD6Ak5IgAABAgQIECBAgAABAgQITF/ACQkQIECAAIEbFdB85kYFXU+AAAECBAjcegGfQIAAAQIECBAgQOAOCaSpxqqPrho32hju7Xkf+z0y75Ha5qm/axde/nHSUfz0sfX2uzMaz4xgFC4LfHl+tz3MDxFiAAAQAElEQVRwYq299fHO5VpPavuztnfq7rb3lwY0s9lsvxFNfn9pNjOM1BK5NvXkPVLrkVrPl8esVY3/LrIvaxkFgesK2ECAAAECBAgQIECAAAECBAhMX8AJCRAgQIAAAQIECBAgQIAAgekLOCEBAgQIECBAgAABAgQIHDoBzWcO3Vd25x/YExAgQIAAAQIECBAgQIAAAQLTF3DCuUBVzZNL/6aBRqJq3GAj9Utb9v/r+XBMPow0+Ng89b/bhVf+df+a5X9+enK9/f7MxnLZnMBIIA1oHjy+1t766CoNaE7f3Wafv7jfeCYNaPLby2+xj8l7pJYP6PM+9tpwHObZt2qeWqJq/DeTuiBAgAABAgQIECBA4M4LeAICBAgQIECAAAECBAgQIEBg+gJOSIAAAQIECBAgQIAAAQIECExfwAkJECBwowKaz9yooOsJECBAgAABAgQI3HoBn0CAAAECBAgcEIGqcRON3ngjj9jzPqaWyHwYaTyz/fLqxjP/8dj59vtnNZ6Jm/hqAl+uz9oDJ9KA5uL4gq3PWp2+p+1+/uf9BjRpMNN/i8l7DGu5SZ/3cbmW+dWiavx3UnWlkdPVrlMnQIAAgYaAAAECBAgQIECAAAECBAgQmL6AExIgQIAAAQIECBAgQIAAAQLTF3BCAgQIECBAgAABAodOQPOZQ/eVeWACBO68gCcgQIAAAQIECBAgQIAAgSkLpNnG8vlSqxo31Ei97+35cEw+jDT62Hjmf7ULr/ykX7Yw/sfJ8+0PZzYXaiZ3SuBwfe7Z9Vm7/8Rae/PDFQ1otj9v7cw9be+LeQOa2WzW8lvMb7OPya8XQ5Hh3qrFv42sZW8fk/dYVetrRgIECBAgQIAAAQIECBAgcPsFfCIBAgQIECBAgAABAgQIECAwfQEnJECAAAECBAgQIECAAAECBKYv4IQ3KqD5zI0Kup4AAQIECBAgQIAAAQIEbr2ATyBAgMBtFKiqy5+WRhmJqsXmGtmQesZEz1eNqSXS5GPzGo1n/j2NZ57VeCae4psJrK3vtgdOrLU3VjWg2fqstdP3tN3PX2z5PQ4jv81Erw3zXutjnmyY93nV+G+kanUt1wgCBAgQIECAwEoBRQIECBAgQIAAAQIECBAgQGD6Ak5IgAABAgQIECBAgAABAgQITF/ACQkQIECAAIFDJ6D5zKH7yjwwAQIECBC48wKegAABAgQIECBAgMAUBdJQY9W5qsYNNIZ7e75qTC2RZh6bp/5Xu/Dqv636iPbvj55vf9R4ZqWN4tcTWNvYbQ8cX92AZm+/Ac3dbfbZ8202m+1Hfpv9N9rzzK8Vwyfq+3Jt1eLfStaqFmv92qz13HhwBTwZAQIECBAgQIAAAQIECBAgMH0BJyRAgAABAgQIECBAgAABAgSmL+CEBAgQIECAAAECBAgQIEDgegKaz1xP6OCve0ICBAgQIECAAAECBAgQIEBg+gJOeAsFehOMqrr8KaklqsaNM1LvG4d5an2eMc04+riVxjOvrG48829pPPPcZi4XBG6KwLnN3Xb/idUNaNr2F62dvqftff5CG/5G81tN9FryRH+g5MNIPfOMPTKvWvybSS3rfUyeqLry95a5IECAAAECBAgQIEBgX8A/BAgQIECAAAECBAgQIECAwPQFnJAAAQIECBAgQIAAAQIECBCYvoATEiBA4NAJaD5z6L4yD0yAAAECBAgQIHDnBTwBAQIECBAgMCWBqtVNMKoWm2jkzMMGGj3PmMh6InkaeCTPuHXqf7btqzWeeeR8e0TjmVCJmyxwfmO33X/8bHv9gwujO9eFL1s7c0/b++KFNpvNWv/N5vfaI7UeqeUmfd7HXsvYY7i31zJWjf+eUs+9MgoCBAgcTAFPRYAAAQIECBAgQIAAAQIECExfwAkJECBAgAABAgQIECBAgACB6Qs4IQECBAgQIECAAAEC1xPQfOZ6QtYJEDj4Ap6QAAECBAgQIECAAAECBAh8Q4HlxheZJ6rGjTJS7x/T8+GYPNGbb2TcePp/tO1X/r1ftjD+5JFz7ZHnNxdqJtcQsPS1Bc5v7rX7T5xrr31wcXzt9petTt/T9j5fbECT3/Aw8jsezpfz3Di14Zg8kXqi51Xjv6uqcS37BQECBAgQIECAAAECBAgcUQHHJkCAAAECBAgQIECAAAECBKYv4IQECBAgQIAAAQIECBAgQIDA9AWc8NAJaD5z6L4yD0yAAAECBAgQIECAAIE7L+AJCBAgMBWBqrp8lN4ko2rcDKOvZXPPV41p1JE9GTef/v/axdd+mukofvLI+fbo81ujugKBmy2wvrnbHji+1l57f9yAZm/7y7Z3+u6299nzbTabtfym89sdRmqJ1DKuijxzr1dd+ZtKfRjZUzX++6q6+jXD6+UECBAgQIDA7RfwiQQIECBAgAABAgQIECBAgMD0BZyQAAECBAgQIECAAAECBAgQmL6AExIgQIAAAQIErieg+cz1hKwTIECAAIGDL+AJCRAgQIAAAQIECBD4mgJpgrHqkqpxY4zh3p6vGtOcI/fMuPn0/2gXXvuPTEfxkz+m8czmqK5A4FYJrG/ttgdOrLXXPhg3oKkLZ1s7c0/b/ey5UQOa/M7zex6OyVdFf/a+1udVi41lsl41/jvL/qxlFFcVsECAAAECBAgQIECAAAECBAhMX8AJCRAgQIAAAQIECBAgQIAAgekLOCEBAgQIECBAgAABAgQIEDhwAprP3PSvxA0JECBAgAABAgQIECBAgACB6Qs44WEV6M0tqq40xEgtUTVuiJF6zpoxkbxHn2dMg47Uk2889d/bhdd+muko9hvPvKDxzAhG4ZYL7DegOX62vfr+uAFNu3C2VRrQfPrsVRvQ5AHz+04kTyQfRmqJYW2YZy2RWtX4763qyt9l9gkCBAgQIECAAAECd17AExAgQIAAAQIECBAgQIAAAQLTF3BCAgQIECBAgAABAgQIECBAYPoCTkiAAAEC1xPQfOZ6QtYJECBAgAABAgQOvoAnJECAAAECBAh8RYGq1c0tqsaNMNIgI7ftY88zT/R5bzyTcf3J/9ouvv6zLI3iX/9wvj2q8czIReH2Caxv7bUHjp9tr71/YfyhF9ZaPfu3be+zqzegye++R37vuUmf97HXs3atyP6q8d9drslaRkGAAIGRgAIBAgQIECBAgAABAgQIECAwfQEnJECAAAECBAgQIECAAAECBKYv4IQECBAgQIAAAQIECBw4Ac1nDtxX4oEIHH4BJyBAgAABAgQIECBAgAABAgdNYFUzi9QSVeMGGKnnDH1M3qPX0mQjkXpqm0/9t3bx9Z9nOoof/+FcO/ni5qh+mAue/XAKbGzvtfuOnWuvvre6AU07fU/b/fRMy287v+uMiZ73MadP3sfkieF8VZ5aj+yvGv/9VY1r/RojAQIECBAgQIAAAQIECNxeAZ9GgAABAgQIECBAgAABAgQITF/ACQkQIECAAAECBAgQIECAAIHpCzghgesJaD5zPSHrBAgQIECAAAECBAgQOPgCnpAAAQIEriNQVSt3VI2bXKQhRjb3seeZJ4bz5GnMsfHUf2sXrtF45rEXt7JVEDgQApsXdtv9J861V1Y1oLl4rtWZeQOa2WzW8pvPbzzR8+Uxh0qtR+aJ5fmqWvZUjf8Oq1b/zeYeggABAgQIHGEBRydAgAABAgQIECBAgAABAgSmL+CEBAgQIECAAAECBAgQIECAwPQFnJAAAQIECBAgcOAENJ85cF+JByJAgACBwy/gBAQIECBAgAABAgQIHCSBNLdYfp7UqsYNL1LP3j4O815LE45EX9tM45nXfpbpKH78h3NN45kRi8IBENjc3m33H19rL797Yfw0F8+3dvqetvfpmZbfen77GRM9H47JE7lRxh6Z9+i1jFWLjWVSy74+Ju+xqtbX7vzoCQgQIECAAAECBAgQIECAAIHpCzghAQIECBAgQIAAAQIECBAgMH0BJyRAgAABAgQIECBAgAABAgSm33zGd0yAAAECBAgQIECAAAECBAhMX8AJCawQ6E0rqq40ukgtUfXVGs/02+aa5BkTPd946r+2C6//PNNR/Oj35zWeGakoHCSBrQt7+w1oXnnv4vixLp5r7cw9bfbJqTabzVp+92k+k+h5xsSwlhul1mM4T57IWh97nnlieV515e8364IAAQIECBAgQOCICzg+AQIECBAgQIAAAQIECBAgMH0BJyRAgAABAgQIECBAgAABAgSmL+CEBAgQIHDgBDSfOXBfiQciQIAAAQIECBx+AScgQIAAAQIECBwEgarVTSuqvnrjmTTCGEaabORsGTee/Nt24bXVjWd++Pvz7U9/3sxWQeBAC2xf3Gv3HTvbXn53VQOa861O39N2PznV8pvP30LGRM+HY89z4OQ9Mh9G6rnHsNbzqvHfZ9ZyTUZBgMDBEvA0BAgQIECAAAECBAgQIECAwPQFnJAAAQIECBAgQIAAAQIECBCYvoATEiBAgAABAgQIECBAQPMZvwEC0xdwQgIECBAgQIAAAQIECBAgcKQEVjWpSC1RNW5skXqA+pg8kXmi571ZRmqbT/1tu/D6L7I0ih/+7lx7/PY3nhk9hwKBryrQG9C89O6F8SU7662e/du29+mNN6DJ3874A1pLPZG1jFXjv9Oq1c2kco0gQIAAAQIECBAgQIDAERJwVAIECBAgQIAAAQIECBAgQGD6Ak5IgAABAgQIECBAgAABAgQITF/ACQkcOAHNZw7cV+KBCBAgQIAAAQIECBA4/AJOQIAAAQJ3UqBqdZOKqnFDizS6yLP2seeZJ4bz5GlAs/7E3e3C67/MdBT7jWde2hrVFQgcdIELO3vtvmNn20vvrGhAc3G9tdP3tNnHz7T8DeRvI2MieSLny9hjuNZrfU/Ga0X2V43/Xq91jTUCBAgQIHBnBHwqAQIECBAgQIAAAQIECBAgMH0BJyRAgAABAgQIECBAgAABAgSmL+CEBAgQIECAAAECms/4DRAgQIDA9AWckAABAgQIECBAgACBIyOQphXLh02tat7IoupKY5rUs7ePyXuklkgDjUTqmW8++bft4hu/ynQUP/jdufa4xjMjF4XDI3Bxp7X7jq+tbECzd3G91Zl72u5VGtDk7yR/I31MviqikXofkyeqrvxt9rWq+d9t5sPI/uH8ci4hQIAAAQIECBAgQIAAAQIEpi/ghAQIECBAgAABAgQIECBAgMD0BZyQAAECBAgQIECAAAECBAgQuO0Ct735zG0/oQ8kQIAAAQIECBAgQIAAAQIEbruADyRwuwV6M4qqKw0sUktUXWlgkXmebXlMLZH6cvT6xhN3twtv/DLTUaTxzBMaz4xcFA6fwMWdvXbvsbX253cujB9+Z6O1/QY0T7feZCZjIn83fUye6DdIPozU+zx5os8zZp5IXnXl7ze1RNWVv/PMBQECBAgQIECAwJ0T8MkECBAgQIAAAQIECBAgQIDA9AWckAABAgQIECBAgAABkPT4pwAAEABJREFUAgQIEJi+gBMSIECAAAHNZ/wGCBAgQIAAAQLTF3BCAgQIECBAgMDkBaoWm1GkaUUOXTVuXNHX+ph9icyXo9fXH/9Ou/DGrzIdxQ9+e65pPDNiUTjEAjuzvXbfQ2vtxW/QgKb/DaURTaLPV41DoqwP5z3v9T72esZVtdQFgSMs4OgECBAgQIAAAQIECBAgQIDA9AWckAABAgQIECBAgAABAgQIEJi+gBMSIECAAAECBAgQIEDgtgtoPnPbyX0gAQIECBAgQIAAAQIECBAgQIDAzRJY1Xyi16rmjWeqFhvT5LP7nuSJzJej1zee+E67+OZDmY7iX3671p54eWtUb02JwOEW2Nnda/cdO9v+/Pb2+CA7m63O3NN2P36qpcHMMPJ3lHkfe56bpNYj80TmGRM972Nqw1iuV43/tof75QQIECBAgAABAgQIELj1Aj6BAAECBAgQIECAAAECBAgQmL6AExIgQIAAAQIECBAgQIAAAQLTF3BCAgQ0n/EbIECAAAECBAgQIEBg+gJOSIAAAQKTFahabD7Rm1NUzRvP5OC9lrFH6j16LWNqw3Hzie+0C2+sbjzzz79Za0++vKIxR24iCExAYDZr7bvH1tqLb18YnWZvZ7Ptnb677X38VMvfTCKNZhLJE7koY2JYz7xH35NxGFnPvI/Jq678XWcuCBAgQIDASECBAAECBAgQIECAAAECBAgQmL6AExIgQIAAAQIECBAgQIAAAQLTF3BCAgQIECBAgACB2y6g+cxtJ/eBBAgQIECAAAECBAgQIECAAAECt0KgN6momjeoqLrSmKavrRpT65EGGXm2zDee+Ju2fbXGM7891556ReOZWIlpC+zutnbvQ2fbC2+NG9DUbHu/Ac3soydb/nYS+dvJmBhG6teLSPY9yZcja6n1MXmPVbW+ZiRAgAABAgQIECBAgAABAgRunYA7EyBAgAABAgQIECBAgAABAtMXcEICBAgQIECAAAECBAgQIEBg+gKaz0z/O3ZCAgQIECBAgAABAgQIECBAgMDkBXrjiap545kcuNeWx6xVzfdlbRhZy3z9T3/dLrxxLNNR/PNvzrWnXt4a1RUITFVgd6+1e4+tteffHjegabPtVqfvabsfPdnytzObzfYb0SS/VsSqrydPrJr3esZhZO9wXnWl2dSwLidAgAABAgQIHDEBxyVAgAABAgQIECBAgAABAgSmL+CEBAgQIECAAAECBAgQIECAwPQFnJAAAQIECNx2Ac1nbju5DyRAgAABAgQIECBAgAABAgQIELiZAr0JRdW8oczw3n1t1ZjaMHJd5huP/3W7+NbxTEfx/TSeeUXjmRGMwuQF8rdx30Nn2wtvrWhAs7vd2pk0oHlivwHN7u7uwphrey15IvOgJR9GaoleS57IPOMwvmpteI2cwO0V8GkECBAgQIAAAQIECBAgQIDA9AWckAABAgQIECBAgAABAgQIEJi+gBMSIECAAAECBAgQIEBg+gKaz0z/O3bC6wlYJ0CAAAECBAgQIECAAAECBA6FwLUaTVTNG89U1egs+9f9pVo135faMLKc+fqf/ku78OZVGs/8+lx7WuOZUIkjKrC319p3Hzrbnn9reyww22515m/b7kfzBjSz2aylwUyP/H0N8z7P2KPfNPPr5cP14f6q8Tug7zUSIECAAAECBAgQIHAEBByRAAECBAgQIECAAAECBAgQmL6AExIgQIAAAQIECBAgQIAAAQLTF3BCAgRuu4DmM7ed3AcSIECAAAECBAgQIECAAAECBAh8E4GqxaYSveFE1byhTO7Zaxl7pN6j1/o4rK//6f9tF9860UsL4/d/vdaefnVroWZC4KgK3PvQWnv+ze3R8fdml2qn7257H88b0Cw3m+l/d6n3PGNulHE5Uk+knjExzDOvWnwvpJZY3peaIECAAIHbL+ATCRAgQIAAAQIECBAgQIAAgekLOCEBAgQIECBAgAABAgQIECAwfQEnJECAAAECBAgQmL6A5jPT/46dkAABAtcTsE6AAAECBAgQIECAAIEDLbCqiUSvVc0bz1SNG1D0PcMx+apYf+yv2sW3Hl7p8L39xjPbK9cUCRwigZv6qPceW2vPrWhA03Yvtr1Td7e9jx5v+VvrjWYyJlJbjuV6HrTvSb4cWeu15FXz90CvZawa11IXBAgQIECAAAECBAgQIEBg4gKOR4AAAQIECBAgQIAAAQIECExfwAkJECBAgAABAgQIECBAgACB6Qvc9hNqPnPbyX0gAQIECBAgQIAAAQIECBAgQIDA1xGoWmwsk2YTub7qSnOJXsvYI3sSVfN9vd7HrCVf/9NftYtv/zrTUfzTr9faM69qPDOCUSBwSeC+NKB5Y8XfRxrQnL677f6lAc1sNmu9wczymL/BHpduud+wJvNVeWo9+p7Mk1fN/84z71G1+O7odSMBAgQIECBA4PYJ+CQCBAgQIECAAAECBAgQIEBg+gJOSIAAAQIECBAgQIAAAQIECExfwAkJECBAgMD0BTSfmf537IQECBAgQIDA9QSsEyBAgAABAgQIHBqBNJnIw1bNG01UXWku0deWx97sIvVErk8kX3/sr9rFt1Y3nvnew+faKY1nQiUIXFXgvuNr7dk3L4zXd3danb6n7X74p/2GMvk7TOTvbnlMLdHryRO5acblSL3qyt9+5tlTNX8vZD6MrA3n8iMs4OgECBAgQIAAAQIECBAgQIDA9AWckAABAgQIECBAgAABAgQIEJi+gBMSIECAAAECBAgQIECAwE0X0HzmppO64Y0KuJ4AAQIECBAgQIAAAQIECBCYvsD1TriqWUSvVc0bTFTNx+G9+p7Uqq6sp55IPWNiI41n3l7deOafHj7XnnltK9sFAQLXEbj/2Nn27BvjBjR7uxfb3um7296gAU3+9hK90UzGRGqJfFTGHn0+HHuePcl7ZF41/7tP3utVi41qet1IgAABAgQIECBAgMCtF/AJBAgQIECAAAECBAgQIECAwPQFnJAAAQIECBAgQIAAAQIECBCYvoATEiAwfQHNZ6b/HTshAQIECBAgQIAAgesJWCdAgAABAgdOoGqxWURvJFE1byyRB+61jD1S7zFsaJH11DMm1h/7z+3CVRrPPHhirZ3SeCZcgsBXFrj/eBrQbI/2195svwHN7oePtfztzWaX5nt7+/nwb3SYZ98wctPMrzVmrWr+fqhafH9kLdHvkVwQIEDgiAo4NgECBAgQIECAAAECBAgQIDB9ASckQIAAAQIECBAgQIAAAQIEpi/ghAQIECBAgAABAgRuuoDmMzed1A0JECBwowKuJ0CAAAECBAgQIECAwNEVWNUcoteqrt5You/pYxpZRDHzxDDfeOw/t4tv/yalUTxwYq2dfn3cQGO0UYHADQtM7wb3H19rZ1b9/ezNWjt9d9v94OR+05k0oMnfaP42+5g8sTxPLRGtq41ZS+TajNlXNX9fJE8tUbW6KU3WBAECBAgQIECAAAECBAgQuDUC7kqAAAECBAgQIECAAAECBAhMX8AJCRAgQIAAAQIECBAgQIAAgekLTP+Ems9M/zt2QgIECBAgQIAAAQIECBC4noB1AgQOjEDVYnOI3jiiat5IIg/aaxl7pJ6oWtyX9dQzJjYe+0/twlUazzx44iqNM3IDQYDAVxK4agOnvd3WztzTdj94dL8BTRrFJPJ3uTymlg8bjqvyvidricx7ZF61+D7pa0YCBAgQIEDgCAs4OgECBAgQIECAAAECBAgQIDB9ASckQIAAAQIECBAgQIAAAQIEpi/ghAQIECBAgMBNF9B85qaTuiEBAgQIECBwowKuJ0CAAAECBAgQIBCBNI/IWDVvKFM1biTR9/SxN7HIPJHre2395Lfbhbd/m9IortowY7RTgQCB6wmkkdPp17fH2y43oDnZ8ne5HPmbTW3VmFoiN82YSJ7oedXiO6LX+5i9PVbV+prx9gn4JAIECBAgQIAAAQIECBAgQGD6Ak5IgAABAgQIECBAgAABAgQITF/ACQkQIECAAAECBAgQIEDg8AtoPnP4v8NbfQL3J0CAAAECBAgQIECAAAECBKYvcEdPuKoJRK9VzRvP5AF7refDedXivr7Wx/OP3tUuvvO7XDqK+4+vtTOrGmWMdioQIPBVBa7egGav1Zl72t6HJ1v+PnuzmWGeWiK1VZFn6PXkiT7vY2rDSH04r1psVDNckxMgQIAAAQIECBCYsICjESBAgAABAgQIECBAgAABAtMXcEICBAgQIECAAAECBAgQIEBg+gJOSIAAgZsuoPnMTSd1QwIECBAgQIAAAQI3KuB6AgQIECBwtASqFptA9CYRVVcaygxFsp5IrY/LjSqy1mvrj97Vdt79fUqjuO/42fbsG9ujugIBAjcukAY0p17bGt1ob2+3tdP3tL0PHm35O12Ovb29/cY0GbOWMTfJ2GM4T57IWsZVUXX198mq/WoECBC4PQI+hQABAgQIECBAgAABAgQIEJi+gBMSIECAAAECBAgQIECAAAEC0xdwQgIECBAgQIAAAQKHX0DzmcP/HToBAQK3WsD9CRAgQIAAAQIECBAgQOCWCKxqFNFrVVdvFNH3ZKyq/eYVecDME8nTsKLt7bXzj36rXbxK45n7j51tz71xIdsFgdYY3BKBf3r4XHvm1XEDmtb22t7pu9vuB4/s/w3nbzZ/vxkTPc9DLeeZJ/paz/s8Y2K5XlWXXguXPvfSuyHriarF5lepCQIECBAgQIAAAQIECBCYsICjESBAgAABAgQIECBAgAABAtMXcEICBAgQIECAAAECBAgQIEBg+gJOeNMFNJ+56aRuSIAAAQIECBAgQIAAAQI3KuB6AgSOhkDVYtOH3iiiat4gYlkh64ler7qyL/VE1ubjvPHMzrt/SGkU9x1fa8++qfHMCEaBwC0Q+N6v04Bme+Wd68zftr1BA5psSvOZRP6WMyZ6nnEY2d/nyROZ55qeZ0ykXrX43kldECBAgAABAndOwCcTIECAAAECBAgQIECAAAEC0xdwQgIECBAgQIAAAQIECBAgQGD6Ak5IgAABAgQIHH4BzWcO/3foBAQIECBA4FYLuD8BAgQIECBAgACBmyqQBhDLN+y1qisNZYZ7sp5IrY9pLpG8R9b2a7u7bf3Rb7Wd9/6Y0ijuPbbWnntjdSOM0WYFAgRuisD3fr3WnnnlKn93Z/627X7wx5a/39ls1vI3nTyRvMdwnofq9eU88x5Vi81mck3V1d8z/bojOjo2AQIECBAgQIAAAQIECBAgMH0BJyRAgAABAgQIECBAgAABAgSmL+CEBAgQIECAAAECBAgQIEDgawtoPvO1ye70BT6fAAECBAgQIECAAAECBAgQmL7AdE/YGz8MT5ha5lVXbwjR9yzvSz2R+v64t9vWT97VLr67uvHMfcfW2vNvbme7IEDgNgt87zdr7elXV//91Zn/2vY+eGS/AU1vMpMxkb/tjHnc5Inl+XAteSL7hu11eSQAABAASURBVJFaIrWq8fumarFRTfYKAgQIECBAgAABArdWwN0JECBAgAABAgQIECBAgACB6Qs4IQECBAgQIECAAAECBAgQIDB9ASckQIDA4RfQfObwf4dOQIAAAQIECBAgcKsF3J8AAQIECBC4aQJVi80d0gQiN6+aN4KoGq/3PX1M04nkPXL9fm131s4/8q128d0/pDSKex86257TeGbkokDgdgp8/9dr7elXtlZ/5Jm/bXsf/HGhAU3+zvf/vvf29uuZ90g9N+rz5bzPMy5Hrqmav3dWrS3XzAkQOCICjkmAAAECBAgQIECAAAECBAhMX8AJCRAgQIAAAQIECBAgQIAAgekLOCEBAgQIECBAgAABAl9bQPOZr03mAgIE7rSAzydAgAABAgQIECBAgACBwyeQRg/LT91rVVcaQPRa9iZP9Lyq9ptP9HlfSwOKSytt/dFvtZ33H8nyKL770Nn2/FsXRnWFgyvgyaYr8P3fnLtGA5r/2nbf/8P+33r+toeRv/nMM/bIPFJ9vpz3+XBMnsg1VdUyJlJLVC02wUpNECBAgAABAgQIECBAgMCtEXBXAgQIECBAgAABAgQIECBAYPoCTkiAAAECBAgQIECAAAECBAhMX8AJD7+A5jOH/zt0AgIECBAgQIAAAQIECNxqAfcnQIDADQtULTZz6I0equaNH5Y/IOuJXq+q/WYUmaeeSJ7GE7U3a+cf+Va7+N648czeXmvf/dXZ9oLGM+ESBA6MQBrQPPXy1srnqWf/W9t97/f7f/P5G8/fe8ZEzzP2SD036vPlvM+HY/JErqlafD+lLggQIECAwBEVcGwCBAgQIECAAAECBAgQIEBg+gJOSIAAAQIECBAgQIAAAQIECExfwAkJECBAgAABAl9bQPOZr03mAgIECBAgcKcFfD4BAgQIECBAgACBwyOQxg7LT9trVdV6PtyTWiK1Pq5qLpHa3u7Fdv7RqzeeuffY2fbC2xdyK0GAwAET+OffnmtXbUDz3H9vu+/97rY2oMn7JjFkWp4P12597hMIECBAgAABAgQIECBAgACB6Qs4IQECBAgQIECAAAECBAgQIDB9ASckQIAAAQIECBAgQIAAAQIHX0DzmRv9jlxPgAABAgQIECBAgAABAgQITF/ACb+RQJo2VNXCtamlUHX9xjPL+3JtIvWMe7OLbePRu9rF9x5NaSF29/badx9aay+8pfHMAowJgQMmkAY0T768vfKp6rn/0Xbf+/01G9DsN6G69Peed0Ly3Ch5Yjnv8+GYPJH9VYvvq9SrxrXUBQECBAgQIECAwEQFHIsAAQIECBAgQIAAAQIECBCYvoATEiBAgAABAgQIECBAgAABAtMXcEICBAgQ+NoCms98bTIXECBAgAABAgQI3GkBn0+AAAECBAgcDoGqxaYNae6QJ6+6fuOZvjfNJJL3yPX7tdmFtn7yrnbx/ZMpLcTuXmv3PnSuvfj29kLdhACBgynwL79da0++vLXy4eq5/9723p83oOnvgYz774G/NJ3JvEfquVGfL+dVV94/2ZP1HplXXVnv9YxZyygIELi9Aj6NAAECBAgQIECAAAECBAgQmL6AExIgQIAAAQIECBAgQIAAAQLTF3BCAgQIECBAgAABAgQOvoDmMwf/O/KEBA66gOcjQIAAAQIECBAgQIAAAQILAquaNPRa1dUbO/Q9GauqrWoikdruznZbf/SutrOq8cxua9/91VmNZxa+kZsycRMCt1TgX357rj350uoGNO3Z/9723vtdm81mLe+H/ffA7u7+O6LPM/bIeh62z4d5an0+HJMnsl5V+5+TPLVE1WIzrdQEAQIECBAgQIAAAQIEJijgSAQIECBAgAABAgQIECBAgMD0BZyQAAECBAgQIECAAAECBAgQmL6AExL42gKaz3xtMhcQIECAAAECBAgQIEDgTgv4fAIECBxsgarFJg29gUPVvKHD8tNnPZF6xqrabyrR56klT0OJvZ3ttnHyrnZxReOZWRrPPHS2/fmdC9kuCBA4ZAL/8rtz7YmrNaB57n+02bu/udyAJu+F/XfC3t5+o5hhvryWeSgyJpJX1f51yXsteSLzqsX3WOqCAAECBAjcfgGfSIAAAQIECBAgQIAAAQIECExfwAkJECBAgAABAgQIECBAgACB6Qs4IQECBAgQIEDg4AtoPnPwvyNPSIAAAQIHXcDzESBAgAABAgQIECCwL5CGDfvJ4J9eq7rS6GGwvN9kpu9Jvar2a8lTTyTfbyyxs9XOP/qttvPBn1JaiJ3ZXvuuxjMLJiYEDqPAD353rj3+562Vj/7/PP8/2+5SA5rZbLb/zsi7Yv898ZdmNJlfLXLzrK0aU0tkvar2G9QkT60N/llVGyxLCRAgQIAAAQIECBAgQIAAgcMq4LkJECBAgAABAgQIECBAgACB6Qs4IQECBAgQIECAAAECBAgQIDASmFzzmdEJFQgQIECAAAECBAgQIECAAIHJCTjQwRSoqoUH680ZquYNHBYWL03SKOLSsPBfvyZjIovZt7ez1dZP3tVmHz6e0kJcnO21e4+ttZfeubBQNyFA4HAK/PD359rjL61uQFPP/8+2995vWprO5B2R2H9H/KXpzDDPWiIKfUze9yRP9LU+ppbIvGrxvZZ6omp1PWuCAAECBAgQIEDg5gm4EwECBAgQIECAAAECBAgQIDB9ASckQIAAAQIECBAgQIAAAQIEpi/ghAQIECBw8AU0nzn435EnJECAAAECBAgcdAHPR4AAAQIECBAYCaRpQ4pVX73xTG8IkWsTuX6/trPVNk7e1XY+GDee2Znttfse0ngmVoLAlAR++Ltz7fE/r25A0577n2333cUGNLPZrO2/L/b2Lo95jyRSj03yxHJedeU91dezJ5F51ZX11HpkredGAkdEwDEJECBAgAABAgQIECBAgACB6Qs4IQECBAgQIECAAAECBAgQIDB9ASckQIAAAQIECBAgQIDASEDzmRGJAoHDLuD5CRAgQIAAAQIECBAgQIDA7RNY1Xyh16rmDRuqauGBeiOIFPve4djz7Nu7uNnWT97VLq5oPHNxZ69996Gz7aV3L+RWRywcl8D0BX74+3PtT3/eXHnQej4NaH7d0nQm74xE3hmJnmfs0et9npv2PGOfD8fkiaxXzd9nyVNLVC2+21ITBAgQIECAAAECBAgQuLkC7kaAAAECBAgQIECAAAECBAhMX8AJCRAgQIAAAQIECBAgQIAAgekLOCGBgy+g+czB/448IQECBAgQIECAAAECB13A8xEgQOAIC1QtNl/ojRmq5o0aquZjJ0oDiJ73vakl75H1/drOvPHMzsrGM22/8czL717MdkGAwEQFfvT78+1PL16tAc3/anvv/rrlfZHIOyRjoucZrxYh62vJq668r1JPrUfmVYvvu+Faz40ECBAgMHEBxyNAgAABAgQIECBAgAABAgSmL+CEBAgQIECAAAECBAgQIECAwPQFnJAAAQIECBAgQGAkoPnMiESBAAECBA67gOcnQIAAAQIECBAgQODWC6QRw/Kn9FrV6gYOaQhxtWv6tVnPvr2LG23j0bvazodPpLQQF3b22nePnW2vvKfxzAKMCYGJCvzoD+fbYy9ujU63X3j+f7XZ2yda3iE98g5JZN7H5Ksi9xjW+3w4Jk9kX9X8/ZY8tUTVvCnNsJa6IECAAAECBAgQIECAAAECBG5cwB0IECBAgAABAgQIECBAgACB6Qs4IQECBAgQIECAAAECBAgQIHDnBW5185k7f0JPQIAAAQIECBAgQIAAAQIECNxqAfc/ggJV82YL/ei96ULVvDFDr/cxDSB63sd+TcYe2bd3cb2tn7yrXVzReGZ7Z6/d+9Bae+XdC/02RgIEjoDAj/9wrj32wuoGNPXC/26zt4+32Wx2uQlN3iWJvFv6mHwYYcu8jz2vuvIe67XsSWRetfj+Sz1RtbqeNUGAAAECBAgQmIiAYxAgQIAAAQIECBAgQIAAAQLTF3BCAgQIECBAgAABAgQIECBAYPoCTkiAAAECBEYCms+MSBQIECBAgAABAoddwPMTIECAAAECBG6dQBovLN+916quNGwY7knjh+E8eb+mj6ll3+6F82390bvazodPprQQFy7+pfHMexcW6iYECBwNgR//8Vw7+eLVGtD8Xdt758R+A5q8S/JuyZjoecZh9LXUIjgcq668z3o9exKZV11ZT61H1npuJHDrBXwCAQIECBAgQIAAAQIECBAgMH0BJyRAgAABAgQIECBAgAABAgSmL+CEBAgQIECAAAECBAgQuPMCms/c+e/AE0xdwPkIECBAgAABAgQIECBAgMBEBNJUoaoWTpNaClXzRgxVi+tp7pD1RPZeLbJv7+J62zh5V9v56KlsX4jtC3vtHx862149qI1nFp7WhACBWyXwr384106+sLn69i/8Xdt950TLe2b/nbK31zImhrXkqyI3zd6MWa+av9f6PGOP4XryXq9afAf2upEAAQIECBAgQIAAgYkIOAYBAgQIECBAgAABAgQIECAwfQEnJECAAAECBAgQIECAAAECBKYv4IQECIwENJ8ZkSgQIECAAAECBAgQIHDYBTw/AQIECNwagarFpgq94ULV6gYNvYnD8tPkukSvZ99s+1xbfzSNZ57u5cvj1oW99t1jZ9tr71+8XJMQIHB0Bf71j+fbo1dpQFMv/F2bvXVs1HQm75m8d5bH1IYR1b4n9arV77fs6+vJlyNryzVzAgQIELj5Au5IgAABAgQIECBAgAABAgQITF/ACQkQIECAAAECBAgQIECAAIHpCzghAQIECBAgQIDAnRfQfObOfweegAABAlMXcD4CBAgQIECAAAECBA65wKomCr1WdaUxw/CYad4wnGf/MLKWefbNttfa5mPfbjsfPZXyQmxu77Z7H9J4ZgHFhMDBFLitT/WTNKB5fnPlZ9aLf9/23jne+jumj3nf9DwXJl8VWUv0taor77nUstYj86r5evJer5o36xrW+pqRAAECBAgQIECAAAECBAgcYgGPToAAAQIECBAgQIAAAQIECExfwAkJECBAgAABAgQIECBAgACB6QuMTqj5zIhEgQABAgQIECBAgAABAgQIHHYBz0/g5gpUzZso9Lv2ZgpV84YLVYvrafAw3Jv9idQy9si+2dbZtnEyjWeezvJCbF7YbfcdX2uvfXBxoW5CgACBCPzkkfPtkas0oGkv/H3bffvYNRvQ5F2U91DG5Ug9n9HrVfP3Xa9l7JE9VYvvwb5Wtbre140ECBAgQIAAgRsTcDUBAgQIECBAgAABAgQIECAwfQEnJECAAAECBAgQIECAAAECBKYv4IQECBAgQODOC2g+c+e/A09AgAABAgQITF3A+QgQIECAAAECh1QgDRWWH73XqlY3YugNG5avy7xf2/P9xjOPfbvNPn4mpYXY3N5r9z50rr32/sWFugkBAgSGAv/2yPn26PNbw9KVfL8BzUMt76VE3kH3Pa/rAAAQAElEQVSJnmfM5oypDyP14Tx51er3XtW8XjUfszfXiyMo4MgECBAgQIAAAQIECBAgQIDA9AWckAABAgQIECBAgAABAgQIEJi+gBMSIECAAAECBAgQIEDgCApoPnMEv/SjfmTnJ0CAAAECBAgQIECAAAECBK4vkOYJVbWwMbUUquYNFqpWr2dPIvtXRRo9zLa+bJv7jWdOZetCbKTxzLGz7fUPLizUv87EXgIEjo7ATx451x55fnP1gV/4h9beOdbyLsq7J5G8R+a5sM/72Gt97PWq+fuv15fHqvl7MfuzJggQIECAAAECBAgQuLUC7k6AAAECBAgQIECAAAECBAhMX8AJCRAgQIAAAQIECBAgQIAAgekLOCEBAndeQPOZO/8deAICBAgQIECAAAECUxdwPgIECBA4hAJV8wYK/dF7I4WqceOF7Ml6InliVZ5aYnfrbFs/eVfb+XhF45mtvXbvQ2k8czG3EQQIEPhKAv/2yPn2x+dWN6DZe+Ef2uytX11uQLP/HtrdbWk80/PhuJznAVLr0efDMXkie6oW35+pJ7KWURAgQGDCAo5GgAABAgQIECBAgAABAgQITF/ACQkQIECAAAECBAgQIECAAIHpCzghAQIECBAgQIDAERTQfOYIfumOTIDAURdwfgIECBAgQIAAAQIECFxdYFVzhF6rutJ4ZniHrCd6LfkwUu/z2daX+41nZh+fTnkh1rd3273HzrY3PtR4ZgHGhMA3Ejh6F/37o1dvQFMv/p+2+9av9hvOzGaz/THvpWEDmoj1edYyz5hYzquuvA/7evYkMq+arydPLVE1b0ozrKUuCBAgQIAAAQIECBAgQIDANxdwJQECBAgQIECAAAECBAgQIDB9ASckQIAAAQIECBAgQIAAAQIEpi9w50+o+cyd/w48AQECBAgQIECAAAECBAhMXcD5CBwigap5c4T+yL1JQtW8kULVeL3vyZhYvjbNHPZj68u2cfKuNvtk3Hjm/NZuu/ehNY1nOp6RAIFvJLDfgObZzdXXvvh/2t7b8wY0+++k3d2Wd1byPubC4Tz1Hlnrecaq+Xux1zP26OuZJ8/Yo2rxPdrrRgIECBAgQGACAo5AgAABAgQIECBAgAABAgQITF/ACQkQIECAAAECBAgQIECAAIHpCzghAQIECBA4ggKazxzBL92RCRAgQIDAURdwfgIECBAgQIAAgbHAcnOE7Oi1qtUNFrKeyN5hpJZIrY+7W1+09ZN3tZ2Px41n1jd3233H1tqbH17MJYIAAQI3JPDvJ8+3P1y1Ac3//UoNaPLu6pGHGebDedXq92PVvF41bzST63PdMFbVhuvyGxdwBwIECBAgQIAAAQIECBAgQGD6Ak5IgAABAgQIECBAgAABAgQITF/ACQkQIECAAAECBAgQIEDg1gtoPnPrjX3CtQWsEiBAgAABAgQIECBAgAABAndYIA0QquYNEvqjpJa8arGBQmqJrCeSJ5IPo9d2d3fbzsZnbf3Ru9rskzMpL8T5zd12r8YzCyYmBAjcuMB/nDzffv/sxuobvfh/295bv2x5Z+Udlej5cEye6Ou5WeaJYV41f0/22vJYNX+/9uuynqia15MLAgQIECBAgAABAhMRcAwCBAgQIECAAAECBAgQIEBg+gJOSIAAAQIECBAgQIAAAQIECExfwAkJEDiCAprPHMEv3ZEJECBAgAABAgSOuoDzEyBAgACBKwJphlC12AAhteyoGjdUSD3rieSJVXlv1rC79XnbfOzbbfbps9m6EOc20njmbHvzo4sLdRMCBAjcDIGfnly/egOaP/9j23vrFy3vquXIOy214bicZ94je/O8mQ/H5FXz92jV/D3b92QtsTxPTRAgQODmCbgTAQIECBAgQIAAAQIECBAgMH0BJyRAgAABAgQIECBAgAABAgSmL+CEBAgQIECAAAECBG69gOYzt97YJxAgQODaAlYJECBAgAABAgQIECBwhwTS9KBq3hChP0JqyavmDROSDyPriV5LPozU04ghtdnGZ23j5LfbzidXbzzz1kc7uUQQmL6AE94Rgf0GNGc2Vn723ov/2HbfvNKAJu+tRH+HZcyFqfUYznueMVF15b2Z/akNx6r5+7bXsl41rqUuCBAgQIAAAQIECBAgQOCQCnhsAgQIECBAgAABAgQIECBAYPoCTkiAAAECBAgQIECAAAECBAhMX+AInlDzmSP4pTsyAQIECBAgQIAAAQIEjrqA8xMgMBeomjc9mM9a6w0RquYNFKrG631PrlmV92YNs83P2sZjqxvPrG3stnuPrbW3P9Z4Jo6CAIFbK/DTx9bb785srvyQeum7be+tKw1o8g7rkXdc8uUxN0otMcwzr5q/P3s9Y4++nnnyjD2qFt+3vW4kQIAAAQIEbkzA1QQIECBAgAABAgQIECBAgMD0BZyQAAECBAgQIECAAAECBAgQmL6AExIgQIAAAQK3XkDzmVtv7BMIECBAgACBawtYJUCAAAECBAgQuM0Cy00P8vG9VrW6cULWE9mb6HlvzJBa8ow765+0zZOrG8+c3dht9x1L45mL2SoIECBwWwR+9tj59tvTqxvQtD9/t+29+fOWd1gi77dEzzPmIVNLLM+zlshaourKezT1HlXzetW80Uz29rU+rqr1tQmMjkCAAAECBAgQIECAAAECBAhMX8AJCRAgQIAAAQIECBAgQIAAgekLOCEBAgQIECBAgAABAgQITFBA85kJfqk3diRXEyBAgAABAgQIECBAgAABAlMWSGODqnnjg37O1JJXzRsjJB9G1hOpZRxGaok0Y0h9tvFJWz95V9v59LmUF2JtXeOZBRATAgRuq8DP/3S+/e7MVRrQvHRv233zZ5cb0OSd1iPvtuQZe2Seh+/zjMN51fx9mnqir/Wxav4e7mupJ6rm9eSCAAECBAgQIECAwI0LuAMBAgQIECBAgAABAgQIECAwfQEnJECAAAECBAgQIECAAAECBKYv4IQECBC49QKaz9x6Y59AgAABAgQIECBA4NoCVgkQIECAwG0SSJODqsXGBqnl46vmjRKSDyPriWEt+bDWmzDsN5559K62+9kL2bIQZ9dn7bvHzrZ3Pr64UDchQIDA7RT42WPn229Pb6z8yHrpvrY3aECT91zeb4meZ+yRem7U58tj1fy9mnr29aia16vm7+Pl9eV5v85IgMAEBByBAAECBAgQIECAAAECBAgQmL6AExIgQIAAAQIECBAgQIAAAQLTF3BCAgQIECBAgAABAhMU0Hxmgl+qIxEgcGMCriZAgAABAgQIECBAgMAUBdLMoGre6KCfL7XkVfNGCMmHkfVEahmH0WtpvpD6zvmP28bJu9psReOZL9dn7d5ja+3dT3ZymSBwIAQ8xNEV+Pmf1ttvrtKApr10X9t946ct77ZE3m8ZE8t5n0cyeSJ5Inmiav7eTZ7oa32surKeWqJqXEtdECBAgAABAgQIECBAgMDXF3AFAQIECBAgQIAAAQIECBAgMH0BJyRAgAABAgQIECBAgAABAgSmL+CEt15A85lbb+wTCBAgQIAAAQIECBAgQODaAlYJELgNAlXzZgb9o3oThKprN56pWryuX58xzRj2x41P2vp+45kXM12IL8/vtvse0nhmAcWEAIE7LvCLNKA5tbHyOerl+6/ZgCbvz2H0d+GwNszzIcvz1BKpV83fs8lT61E1r/e5kQABAgQITEDAEQgQIECAAAECBAgQIECAAIHpCzghAQIECBAgQIAAAQIECBAgMH0BJyRAgAABAgQmKKD5zAS/VEciQIAAAQI3JuBqAgQIECBAgACBKQksNzPI2Xqtatx4Jms9+t7Mh3nmvdnCzvmP2vlHv9V2Px83nvni/G679/jZ9u6nO7lcECBA4EAJ/OLx9fabazSg2Xvzpy3vurzzEskTPc/YI/Ucrs+TJzLPWFWtqpIuRNX8PVw1X+v7h5tW1Ybr3zx3JQECBAgQIECAAAECBAgQIDB9ASckQIAAAQIECBAgQIAAAQIEpi/ghAQIECBAgAABAgQIECBA4MYFNJ+5ccNbewd3J0CAAAECBAgQIECAAAECBKYvcItOmIYFVfOGBv0jUkteNW94kHw5+p6Miaz3MXlvsrBz/sO2cfKutvv5n1NeiC/O7bb7j6219z7ReGYBxoQAgQMlkAY0vz61ufqZXrq/7b3xH202m11uQpP3XyLvxIyJ5InkuVHyHsvzYb2v9bFq/r7OntR6VM3rfW4kQIAAAQIECBA4xAIenQABAgQIECBAgAABAgQIEJi+gBMSIECAAAECBAgQIECAAAEC0xdwQgIECExQQPOZCX6pjkSAAAECBAgQIHBjAq4mQIAAAQJTEEjzgqrFhgWp5WxVqxvPZD2RPcPotTRWSGRt59wHbePkt9tsReOZz8/N2n3HzrZ3P72YrYIAAQIHWuCXj59vvz61sfoZX36g7b7x7/vNZ/L+y/swYyL5cqSeGy3XM0+9R9/X5xmzp2r+3k6e2jBW1YbrcgIEvr6AKwgQIECAAAECBAgQIECAAIHpCzghAQIECBAgQIAAAQIECBAgMH0BJyRAgAABAgQIECBA4MYFNJ+5cUN3IEDg1gq4OwECBAgQIECAAAECBAh8TYE0KKiaNzDol6aWvOr6jWey91qxc/6DtvHYt6/ReGatvffZTj5OEPiqAvYRuKMCv3x8vf36mdUNaOrlB9veNRrQpJFMor83k+cwfZ48kXnGHpkn+jxj5lXz93fy1HpUzet9biRAgAABAgQIECBAgMAhFPDIBAgQIECAAAECBAgQIECAwPQFnJAAAQIECBAgQIAAAQIECBCYvoATTlBA85kJfqmORIAAAQIECBAgQIAAgRsTcDUBAodZIM0KqhYbFKSWM1Vdu/FM1errcn1vpjA7/2HbPJnGMy/llgvx2blZu/ehtfa+xjMLLiYECBwOgV8+sd4evkoDmpYGNK//e8u7MO/EHpknhvPkqeXUyVfF8lrmiar5e7pq/j7OtakLAgQIECBwawTclQABAgQIECBAgAABAgQIEJi+gBMSIECAAAECBAgQIECAAAEC0xdwQgIECBAgQIDAjQtoPnPjhu5AgAABAgRurYC7EyBAgAABAgQIEPiKAmlSUDVvWNAvSS151byhQfIeWeuR2nJeVZcbLWR9d/3DtvHYt9vO5+PGM5+uzdr9x9baB5/vZKsgQIDAoRT41RPr7cTTG6uf/ZUH2+7r/9Zms1nL+zINZhLJE8lzYfJE5hl7ZC2RecZE1eCdfamQtarav3/VfC21S0sL/62qLWwwIUCAAAECBAgQIECAAAECBA6mgKciQIAAAQIECBAgQIAAAQIEpi/ghAQIECBAgAABAgQIECBA4BAKaD7zNb802wkQIECAAAECBAgQIECAAIHpCxzGE6YRQdW8UUF//tSSV80bGSRfFVXz6/r+NEzIvswTyXfOvd/OP/KtNlvReOazs7v7jWfe/0zjmVgJs3/kqwAAEABJREFUAgQOt8BDT169AU298k9t97WfXG5Ak3dkIu/N4Zi8RzR6PhyH9VyfeSJ7+li1+H5OPVE1rycXBAgQIECAAAEC31zAlQQIECBAgAABAgQIECBAgMD0BZyQAAECBAgQIECAAAECBAgQmL6AExIgQIDAjQtoPnPjhu5AgAABAgQIECBwawXcnQABAgQIELiOQBoVVC02Ikgtl1WNG89kbVVkf+pV1dIIIZHa7voHbePkXW32xcuZLsSnZ2ft3uNftg8+13hmAcaEAIFDLTBvQLO+8gz16vfa3utXGtDkXZl35/KYWqLXkydy04yJ5Imq+Xs3+TCyp2r+fk8+XEu+qpa6IHBIBTw2AQIECBAgQIAAAQIECBAgMH0BJyRAgAABAgQIECBAgAABAgSmL+CEBAgQIECAAAECBAgcQgHNZw7hl+aRCdxZAZ9OgAABAgQIECBAgAABAgdJII0HquaNCfpzpZa8qlrPM18VWe+RBgnZ0+fJZ+fea+cf+VabffFKpgux33jm2Nn24eezhbrJFAScgQCBh57caMefXt2Apr3yvbb72r+22Wy2/57N+7NH3qHDPPNERDMmkid6vjxmrUfWqubv+eS9nrFqXk8uCBAgQIAAAQIECBAg8PUFXEGAAAECBAgQIECAAAECBAhMX8AJCRAgQIAAAQIECBAgQIAAgekLOCGBGxfQfObGDd2BAAECBAgQIECAAAECt1bA3QkQIHAVgTQhqFpsPJBatletbjyT9UT2rIreMCFrF8++09ZP3rWy8cwnZ2ftvmNn20dfaDwTK0GAwDQFjj250Y49tboBTb36/bb72o9bf2/m3ZrIPGOPPs8YpV4fjqn3SL3nGavm7/Oq+ft+eT17BAECBAhMRMAxCBAgQIAAAQIECBAgQIAAgekLOCEBAgQIECBAgAABAgQIECAwfQEnJECAAAECBAgcQgHNZw7hl+aRCRAgQODOCvh0AgQIECBAgAABAgdBIM0HquaNCPrzpJa8at6oIHmPrPVIbTlfru2svds2H/t2m33xapYW4uMvZ+2+h9bahxrPLLiYECAwLYF+muNPbbREnw/HevWf2+6rVxrQpMFMj7xnk2d/8kTmGXtkLZH5qrHXqubv9ar5e7/vz3qPVbW+ZiRAgAABAgQIECBAgAABAgRWC6gSIECAAAECBAgQIECAAAEC0xdwQgIECBAgQIAAAQIECBAgQOD6Aoe9+cz1T2gHAQIECBAgQIAAAQIECBAgcNgFPP+SQBoMVM0bEPSl1FblvdbHqvl1fX9vhNDH7JutvdvWT97VZl++lulC7DeeOb7WPvpyZ6FuQoAAgSkLHHtqvR17cmP1EV/9ftt9bd6AJu/WRH+nDvNhLTfK2nIs1zNPZF8fqxbf46knqub15IIAAQIECBAgcEgFPDYBAgQIECBAgAABAgQIECAwfQEnJECAAAECBAgQIECAAAECBKYv4IQECBAgcAgFNJ85hF+aRyZAgAABAgQI3FkBn06AAAECBAjcSYE0IKhabDCQWp6parGeWtYSw3w4X67vrL2z33hmd1XjmS922n3H1trHl8ZcJwgQIHCUBI4/vd4eemp1A5p69Z/b3ms/brPZrPUmM8M8tVjl/ZvIPGOP4VryHtnX8z7mmqr5+z55r/dxVa2vGQl8PQG7CRAgQIAAAQIECBAgQIAAgekLOCEBAgQIECBAgAABAgQIECAwfQEnJECAAAECBAgQIECAwPUFNJ+5vpEdBA62gKcjQIAAAQIECBAgQIAAgSMjkIYCVfOGA/3QqSWvqtbzzBPDefIew7Vhbbb2Tts4eVebrWg889GXO+2+42vt40tjrhe3WcDHESBwIAROPLXefvXk+upn2W9A86P9d3GaxuT9mjGxnGeem2TskXki8+GY6zMfRvZUzf9/kHy4VjWvD2tyAgQIECBAgAABAgQOiYDHJECAAAECBAgQIECAAAECBKYv4IQECBAgQIAAAQIECBAgQIDA9AWckMAhFNB85hB+aR6ZAAECBAgQIECAAIE7K+DTCRAgcCcE0lygarGhQGp5lqprN57JnmHkukQaGmRMzNbebuv7jWdeH27dzz/8YtbueyiNZ2b7c/8QIEDgKAs8/PRGe+iqDWj+pe2++sOW92si79eMieTDWFUbrnfjqvE7PmvZWzX//0Ly1AQBAgQI3FwBdyNAgAABAgQIECBAgAABAgSmL+CEBAgQIECAAAECBAgQIECAwPQFnJAAAQIECBAgQOD6AprPXN/IDgIECBA42AKejgABAgQIECBAgMDkBdJUoGreYKAfNrXkVeOmBH0t68l79HkfU0+exjPnH/lW2z37RqYL8eHns3bfsbPtk7MazyzAmBAgcLsFDtTnnXh6o/3qifXVz/Tqv7S9137Y8o7tDWYyJoa15IncJGOPzBOZrxpTS1TN3/9V8/8/9P1Z67Gq1teMBAgQIECAAAECBAgQIEDgAAp4JAIECBAgQIAAAQIECBAgQGD6Ak5IgAABAgQIECBAgAABAgQIHECBm9x85gCe0CMRIECAAAECBAgQIECAAAECN1nA7W6nQBoHVM0bC/TPTW0577U+9vWMvZYx0RsgJE/jmY2Td7XdtTezdSE+/Hyn3X/8bPtU45kFFxMCBAhE4OFnNtovr9qA5gdt95VLsbu734Qm79u8exM9z5jotdwz8+Xo9eHY86prN6CpWvz/R64TBAgQIECAAIGvLmAnAQIECBAgQIAAAQIECBAgMH0BJyRAgAABAgQIECBAgAABAgSmL+CEBAgQIEDg+gKaz1zfyA4CBAgQIECAwMEW8HQECBAgQIDAZAXSgKBqsXFAajlw1WK9at6AIGuJ7OuxPO/13bW32/lHvtVmZ8eNZz74bKfdd3ytfaLxTPgEAQIEVgr8+pmN9qvH11eutdd+0PZe/WGbzWatN5jJmMh7uI/JE8vz3DT1RM8zZl/GxHCtav7/hV7Leo9Vtb5mPEQCHpUAAQIECBAgQIAAAQIECBCYvoATEiBAgAABAgQIECBAgAABAtMXcEICBAgQIECAAAECBAgcQAHNZw7gl+KRDreApydAgAABAgQIECBAgAABAjdDII0CquaNBPr9UluVpzZcyzzRaxmHkbXdc2+3849+q+2urWg883kaz5xtn2o8E6qVoUiAAIEu8PCpjfbLx8/36eL42g9ae+2HLe/gNI3p46o8a8uRm/Vaz6sWm42lnsi+qvn/N5Kn1qNqXu9zIwECBAgQIECAAAECX03ALgIECBAgQIAAAQIECBAgQGD6Ak5IgAABAgQIECBAgAABAgQITF/ACQkQuL6A5jPXN7KDAAECBAgQIECAAIGDLeDpCBAgMDmBNA2oWmwUkFoOWjWu97WsJzJPDPPMe8zOvtnWH0njmbeyZSHe/2yn3XdsrX22trtQNyFAgACBqwv8+tRm+8Xj6ys37L36gzZ7+Z9bGs4k+rt4mPfaqjE3Xa73WsZhZF/V/P8TyYdryVfVUhcECBA4JAIekwABAgQIECBAgAABAgQIEJi+gBMSIECAAAECBAgQIECAAAEC0xdwQgIECBAgQIAAgQMooPnMAfxSPBIBAgQOt4CnJ0CAAAECBAgQIEDgRgTSGKBq3jig3ye15FXVep75cmStR9Z63sfUdtfebOsn72qztXHjmfc+22n37zeemWWrIECAwDUELC0L/ObUxlUb0NTrP2p7r/7L/js8TWcS/d2ccXmee6feI/NhpJ55rss4jKxVzf8/kny4VnXt/48M98oJECBAgAABAgQIECBAgEBrDAgQIECAAAECBAgQIECAAIHpCzghAQIECBAgQIAAAQIECBAgMH2B659Q85nrG9lBgAABAgQIECBAgAABAgQOtoCnm4xAmgRUzRsG9EOltpz3Wh+z3vPhmHwYF794ra0/elebnV3ReObTi/PGM+c0nomnIECAwDcR2G9A86f11Ze+9qO2+/L3WxrGJPJ+7uPV8twoa1eLqtXNZLK/av7/k+S5T4+qeb3PjQQIECBAgMAhEvCoBAgQIECAAAECBAgQIECAwPQFnJAAAQIECBAgQIAAAQIECBCYvoATEiBAgACBAyig+cwB/FI8EgECBAgQIHC4BTw9AQIECBAgQOCbCKQ5QNViQ4DUcq+qxXrVYrOBvm84Jh/G7Ms32uZj/6nN1t7OLRfivU932v3Hz7XPNZ5ZcDEhQIDANxH4zemN9vOrNaB5/cdt79V/2W9AM5vN9sc0oEnknd3H5InleZ4n9YyJnmdf5sPIWtX8/x/Jh2vJV9VSF19dwE4CBAgQIECAAAECBAgQIEBg+gJOSIAAAQIECBAgQIAAAQIECExfwAkJECBAgAABAgQIECBAoDXNZ/wKpi7gfAQIECBAgAABAgQIECBA4MALpAFAVS0857CWPIvLY2o9hmvJh7HzxWtt47Fvr2w88+5+45mzh73xTGcwEiBA4EAI/Pb0RvvZY+dXP8trP2p7r/zzVRvPpJHM8B2ePDfKmFiVVy02JcueRPZXzf//kjy1HlXzep8bCRAgQIAAAQIECBwCAY9IgAABAgQIECBAgAABAgQITF/ACQkQIECAAAECBAgQIECAAIHpCzghAQIHUEDzmQP4pXgkAgQIECBAgAABAodbwNMTIECAwNcRSDOAqsUGAKtq/Z5Z63nGzBPDPPMe12w888lOu/9YGs/s5nJBgAABAjdR4HdnNtvP/nSVBjSv/7jtvvy9r9yAZrkhTR6zv+f72GsZh5H1qvn/Z5IP15KvqqUuCBAgcH0BOwgQIECAAIH/n537bpPjuPJEHfHV71Jz7+4MwJnZ3Rl5iaQ0kkZe9AQl0QP0DYDee2/QDaAtquri16UAsiqrQRBEA9XZ7/PgME6cyMrKeFuPKv+JQ4AAAQIECBAgQIAAAQIECBAYvoAdEiBAgAABAgQIECBAgAABAsMXsEMCBErRfMb/CggQIECAAAECBAgQGLqA/REgQGBpBXLgv9Y683zdWvKZxc4kay1SbnkbUxudebOsH7+ljM9+kOlMvP/5hXLbsdXy9TmNZ2ZgTAgQIHAdBR4+uVHuOrG4AU19+49l8vqvSv5/e765zF611FvMP2bqqeVeGbuRtVqnvzfJu2u11t1n6NbkBAgQOKACHpsAAQIECBAgQIAAAQIECBAYvoAdEiBAgAABAgQIECBAgAABAsMXsEMCBAgQIECAAIGbIKD5zE1A95UECBA43AJ2T4AAAQIECBAgQIBABHL4v9ZpI4DME62WMdFqyROZJ1reHZN348JXr5dzT/yPMj73YT4yE+9/tlNuf2CtnNF4ZsbFhACB6yngXk3g4VMb5c4T59t0dnzrD2X82i9LGsaMRqOZMf+fnnrGbuQG3Xnybq3Wxc1kcl2t09+d5PlMi1qn9TY3EiBAgAABAgQIECBAgACBqxNwFQECBAgQIECAAAECBAgQIDB8ATskQIAAAQIECBAgQIAAATNTZY8AABAASURBVAIEhi9QiuYzh+GvbI8ECBAgQIAAAQIECBAgcLgF7H7pBHLov9Y681yLarmg1v51qef6NibvxoWv3yjnj99SJuc+yiUz8f7nO+X2B8+WM+dHM3UTAgQIENg/gUdOrZc7j+/VgOaPZfLaf+02nuk2m2l5G9v/z2eeJ23z5KnVOm06k3qrZexG1mqd/q4k764lX1RLXRAgQIAAAQIHRMBjEiBAgAABAgQIECBAgAABAsMXsEMCBAgQIECAAAECBAgQIEBg+AJ2SIAAAQIEboKA5jM3Ad1XEiBAgAABAodbwO4JECBAgACBwy2Qg/21Tg/+N4lWy5hIfX5cVMs1Ldr6ha9eL+tP3FLGCxrPvPfZTrntgbVy5pzGM/ESBAgQuJECj5xOA5pzi7/y7T+W8au/vNSAJs1kWuT/55PPj7lRaonkuSZj5olap81oUmtR67RW6/R3KNe1tYy1TuvJxXcXcAcCBAgQIECAAAECBAgQIEBg+AJ2SIAAAQIECBAgQIAAAQIECAxfwA4JECBAgAABAgQIECBwGAQ0nzkMf2V7vJKANQIECBAgQIAAAQIECBAgcMMEcsi/1tmD/Ytq7YGy1vI2tlrGbqTpwIWvXy/nj99Sxuc/apdfGt/97EK57dhaWT0/vlQ7RImtEiBAYCkEHjm9Uf5yfHEDmvrOn8rktcsNaPL/8fn/9kTLs4nkidS785bXOm0wk2taLWOiW6t1+nvUallvsajW1owECBAgQIAAAQIElljAoxEgQIAAAQIECBAgQIAAAQLDF7BDAgQIECBAgAABAgQIECBAYPgCdkiAwE0Q0HzmJqD7SgIECBAgQIAAAQKHW8DuCRAgcDgFcpC/1ulB/ybQahkTrb5ozHoiaxm7kdqFr14r60/cUibnP850Jt759EK5/YHVsqbxzIyLCQECBG6GwKOnN8qf92hAU97+U5m8+ouSxjKJ9v/1LW9jt549tHnyXFPr9Pcm9dTamLxFarXOXtfWap02sGlzIwECBK5NwKcIECBAgAABAgQIECBAgACB4QvYIQECBAgQIECAAAECBAgQIDB8ATskQIAAAQIECBA4DAKazxyGv7I9EiBA4EoC1ggQIECAAAECBAgQ2HeB7gH/9mWtlrFbyzyxVy1rLXJN8p0vXykbJ75Xxgsaz7z76U6549hqWVsf53JBgMBhFbDvpRJ4LA1onji3+Jne+XMZv3rHpQY0aSbTIv+fn3x+zI1SSyTPNRkzT7Q8YzeyVqsGNF0TOQECBAgQIECAAAECBA60gIcnQIAAAQIECBAgQIAAAQIEhi9ghwQIECBAgAABAgQIECBAgMDwBW7CDjWfuQnovpIAAQIECBAgQIAAAQIEDreA3R8uge7B/rbzRbWs1TptAJA8kevmx9RapLlAGs+sH/9eGZ37OJfOxDuf7JTbjq1pPDOjYkKAAIHlEHjshY3y5z0a0NR3/lLGr9x+qQFN9//3k+f//7OLjN158kRby5h5Inmuz9iNrNU6/f1J3l2rtZb5WnddToAAAQIECFxZwCoBAgQIECBAgAABAgQIECAwfAE7JECAAAECBAgQIECAAAECBIYvYIcECBAgQOAwCGg+cxj+yvZIgAABAgQIXEnAGgECBAgQIEBg3wRyYL/W6YH+9iWtljGResYWmScynx9TS7T6hS9fLRsnvlfG5z9JaSbeTuOZB9fK2fXxTN2EAAECBJZHIA1o/vT4uYUPVN+9s0xevWO3AU3+vz+NY1q0eT6YWptnbJG15G1MXmu/mUyt01qt09+rXJfPtKh1Wm/zAzx6dAIECBAgQIAAAQIECBAgQGD4AnZIgAABAgQIECBAgAABAgQIDF/ADgkQIECAAAECBAgQIEBgHwQ0n9kHVLf8LgI+S4AAAQIECBAgQIAAAQIEhiGQw/u1zh7YX1S70m5zfdYzdiONBi58+UpZP35LGZ//NJfMRBrP3HFstZxb2sYzM49rQoAAgUMt8PiLG+WPj59dbPDOX8r4ldvLaDTqNaHJ70J+D/LBjJknMs+YaHkb52ut3sZap79b7brUWyyqtTUjAQIECBAgQIAAgcUCqgQIECBAgAABAgQIECBAgMDwBeyQAAECBAgQIECAAAECBAgQGL6AHRIgcBgENJ85DH9leyRAgAABAgQIECBwJQFrBAgQIHDdBXJAv9bpAf5281bLmEi9jcm7kXoitYzzsfPFy2X9xPfKeL3feOatj7fL7cfWytmNST4uCBAgQOAACDzx4mb54+PnFj5pfffOMn7ltkvNZ/KbkGYziZbng/PzrCWy1sZu3q2lXmstqdU6/f1KnnqLWqf1NjcSIHAABTwyAQIECBAgQIAAAQIECBAgMHwBOyRAgAABAgQIECBAgAABAgSGL2CHBAgQIECAAAECBPZBQPOZfUB1SwIECHwXAZ8lQIAAAQIECBAgQOBgC+Swfq2zB/RbLWPbXcvbmHryb4qdL14q68dvKePzixrP7JQ7jp0t5zbGuZ0gQGCJBTwagXmBJ17cuEIDmrvK+OWfl9FotNsgJr8VaTbTjdwv9UTq3Xk3z3qi1TImurVap79jrZb1Fotqbc1IgAABAgQIECBAgAABArMCZgQIECBAgAABAgQIECBAgMDwBeyQAAECBAgQIECAAAECBAgQGL7AYdih5jOH4a9sjwQIECBAgAABAgQIECBwJQFrBK6bQA7k1zo9sN9u2moZWy1jrf3rUu9el7wbF/7ReGay8XkunYk3P9optx9bK+c2NZ6ZgTEhQIDAARLYbUDz2LmFT1zfu7uMX+k3oGm/E2k4k+jOc6M2b3kbU295xm5krdbp71Ty7lqtdbcBTrcmJ0CAAAECB0TAYxIgQIAAAQIECBAgQIAAAQLDF7BDAgQIECBAgAABAgQIECBAYPgCdkiAAAECBAjsg4DmM/uA6pYECBAgQIDAdxHwWQIECBAgQIDAwRTI4fxapwf12w5aLWO3lnmiW0veahlbtPrOFy+W88dvKZONL1KaiTc/3il3HFsr5zWemXExIUCAwEEUeOKljfKHvRrQvHt3mcw1oMnvRbfpTOYt5uvxyFobu3lq3chardPfteTdtVqn9W7t2+c+QYAAAQIECBAgQIAAAQIECAxfwA4JECBAgAABAgQIECBAgACB4QvYIQECBAgQIECAAAECBAgMQUDzmSH8FfdzD+5NgAABAgQIECBAgAABAgQIfKNADuXXOnsQv9UyfuMNLl7QrsvYjTQO2Pn8xbJx4nsLG8+88dFOuf3Yajm/Nb54l2v852MECBAgsFQCx9OA5tGzi5/p3bvL+OWflfw+5PciY4s2747Jc6OM3ejWWp6xG7m+1unvW/LuWvJFtdQFAQIECBAgQIDAkgp4LAIECBAgQIAAAQIECBAgQGD4AnZIgAABAgQIECBAgAABAgQIDF/ADgkQILAPAprP7AOqWxIgQIAAAQIECBD4LgI+S4AAAQIHSyAH72udHsxvT95qGbu1lrcx6y1Sa3nGNr/wxbTxzHj9i5Rm4o0Pt8sdx1bL+uZkpm5CgAABAgdf4PjLm+X3jy1uQFPfu6eMXvppGY1GJb8ZLdKEpuURaPl8va21Mde1PGOLWuvu/Wud/s6167rrLTcSIPDtBXyCAAECBAgQIECAAAECBAgQGL6AHRIgQIAAAQIECBAgQIAAAQLDF7BDAgQIECBAgAABAkMQ0HxmCH9FeyBAYD8F3JsAAQIECBAgQIAAAQJ7CuQQfq3TA/ntolbL2K0lb7WMV4pcm0YBO5+/UM4/cUsZbyxuPHP7g2tlfUvjmXgJAt9RwMcJLKXAiZc2y+8f3bsBzeTln5X8XuQ3pTumKU3miawl2gaTdyP1Nm95xkTqbax1+nvXaqm3WFRra0YCBAgQIECAAAECBAgskYBHIUCAAAECBAgQIECAAAECBIYvYIcECBAgQIAAAQIECBAgQIDA8AXscB8ENJ/ZB1S3JECAAAECBAgQIECAAIHvIuCzBA6GQA7a1zo9iN+euNUytlrGWi9f19bamPVE5i3SLGDn89Nl48T3ymTzyyzPxOsfbJfbj50tGxrPzLiYECBAYIgCJ17eLL979Nzirb13Txm/9JOSZjP5DcnvRyJ5N1JrkRtlLWOi5RkT3VryRK21ZK3W6e9Z8tRb1Dpdb3MjAQIECBC4OgFXESBAgAABAgQIECBAgAABAsMXsEMCBAgQIECAAAECBAgQIEBg+AJ2SIAAAQIECAxBQPOZIfwV7YEAAQIECOyngHsTIECAAAECBAj0BHLovtbpAfy22GoZu7XME62Wsc0zdqOtXUjjmePfK+ONBY1nPtwpd/z1bNnYHudyQYAAAQKHQODJlzfK7x7ZqwHNvbsNaNJcpvubknkitRC1vI2pJ7K2O15MMiYuprvNZjImurVap79/rZb1RK3TenJBgAABAgQIECBAgAABAgQILKmAxyJAgAABAgQIECBAgAABAgSGL2CHBAgQIECAAAECBAgQIEDgGgQ0n7kGtJv5Ed9NgAABAgQIECBAgAABAgQI3FyBHLavdfaAfatlbE/XzVstY6tn7EbW0hDgwheny/njt5Tx5lcpzcRrH+yU24+tlo0tjWdmYEwIECBwCASefGWj/PaRswt3Wt+/r4xf+nEZjUYlvyUt8jvTavlg5i3aPGMi9TZ289S6kbVap7+DybtryRfVUhcECBAgQIAAAQJ9ARUCBAgQIECAAAECBAgQIEBg+AJ2SIAAAQIECBAgQIAAAQIECAxfwA4JECAwBAHNZ4bwV7QHAgQIECBAgACB/RRwbwIECBAgcEkgB+prnR64b8VWy9ittbyNWU9knjHR8oxpFHDh89Pl/OO3lMnm1ynNxKsfbJc7Hlwtm9uTmboJAQIECBwegade2Sy/fXhxA5ry3n1l8tJPSn5f8puSsRupJVqt5W2MYtba2M1Ta1Fr3f2OWqe/h+267nrLjQQOmIDHJUCAAAECBAgQIECAAAECBIYvYIcECBAgQIAAAQIECBAgQIDA8AXskAABAgQIECBAgACBaxDQfOYa0HyEAIGbKeC7CRAgQIAAAQIECBAgcHMEcri+1ulB+/YErZaxW2t5G9t6xsR8PQf/L3x2qqwfv6VMthY0nnl/u9xxbE3jmQZnPAQCtkiAwF4CT726Wf77kT0a0Lx/Xxm9+KOS35UW+d3p5pnvFfnOrLWxm6eW6NZqnf4utlrWWyyqtTUjAQIECBAgQIAAAQIEpgL+S4AAAQIECBAgQIAAAQIECAxfwA4JECBAgAABAgQIECBAgACB4QvY4RAENJ8Zwl/RHggQIECAAAECBAgQILCfAu5NgEDJAfpapwfsG0erZZyvtXl3nL+uzdMQYPvTlbJ+4ntlvLlH45kH18rWzqR7OzkBAgQIHGKBp1/ZLP/98OIGNPX9+8vkpR/v/nblNyaR35wWmSfavI3hTD4/ztey3iJrtU5/H5O3esZa6+4zJBeIvWU1AAAQAElEQVQECBAgcEAEPCYBAgQIECBAgAABAgQIECAwfAE7JECAAAECBAgQIECAAAECBIYvYIcECBAgQIAAgWsQ0HzmGtB8hAABAgQI3EwB302AAAECBAgQIHBjBXKYvtbpwfr2za2WsVtLPl/L/Eqx8+lK2dij8cwr72+X249pPBNXQYAAgcMm8E37ffrVzfLfDy1uQFN2G9D8qKTJTIv8FiXPuCi6a/nuXNPGbp5aN7JW6/R3Mnl3rVYNaLoecgIECBAgQIAAAQIECBAgMC9gToAAAQIECBAgQIAAAQIECAxfwA4JECBAgAABAgQIECBAgMBBENB85rv9lXyaAAECBAgQIECAAAECBAgQGLBADtHXWmd22GoZ20I3b7U2dteSJ7KWcfuT58r68VvKZGs1pZl4+b3tcsextbJ9YTJTNyFAgAABAk3g6dc2y28eWmvTmXHy3v1l8tKPSn5v0limG91a8ha5wXy+Vy31FvlMrRrQNA8jAQIECBAgcGAFPDgBAgQIECBAgAABAgQIECAwfAE7JECAAAECBAgQIECAAAECBIYvYIcECBAgcA0Cms9cA5qPECBAgAABAgQI3EwB302AAAECBG6MQPcgffvGVsvYrbW8jVm/UqQBwG7jmRPfK5PtftOAl9/bKnc8uKrxTAM1EiBAgMCeAs+8tlV+8/f+b8nuB95/oIxe+H7J7077XUqe6M67eT7X5i1vY+rzeeaJrNW6dwOaXCMIfDsBVxMgQIAAAQIECBAgQIAAAQLDF7BDAgQIECBAgAABAgQIECBAYPgCdkiAAAECBAgQIECAwEEQ0HzmIPyVPCOBZRbwbAQIECBAgAABAgQIEBigQPcAfdteq2Xs1lrexraeMZF6xkTyxM6nz5eNE/9UJlv9ZgEvvbtd7njwbNm5kCsFgSUR8BgECCy1wDOvb5VfP3R24TPWDx4skxd/WEaj0aUmNGk+k8hv03yknhu1esvbmHryRDdv81oXN6Bp6xkFAQIECBAgQIAAAQJLKuCxCBAgQIAAAQIECBAgQIAAgeEL2CEBAgQIECBAgAABAgQIECAwfAE7JHANAprPXAOajxAgQIAAAQIECBAgQOBmCvhuAgT2VyAH6WudHpxv39RqGbu1lrexrbcx9eQtcqB/++Nny/rxW8pke0HjmffSeGat7FyY5KOCAAECBAhctcCzr22WX/99cQOa8sGxMnnphyW/R/ktauOivK3li5MnWt7GVmvzjC2yVuv0dzR5q2este4+Q3JBgAABAt8s4AoCBAgQIECAAAECBAgQIEBg+AJ2SIAAAQIECBAgQIAAAQIECAxfwA4JECBAgAABAgdBQPOZg/BX8owECBAgsMwCno0AAQIECBAgQGBAAjkkX+v0wHzbVqtl7NZa3sa2nnGv2Pn0uXJ+t/FMvznAS+9ul18cWysXRhrPNFMjAQIElkjgQDzKs69vll/t1YDm/WNl/ML3SxrOJPb6rWr1XJNNt3nL25h68kWRtVqnv6fJu9fUqgFN10NOgAABAgQIECBAgAABAksl4GEIECBAgAABAgQIECBAgACB4QvYIQECBAgQIECAAAECBAgQILBAYGDNZxbsUIkAAQIECBAgQIAAAQIECBAYmMD+bafW6UH59g05MF/r7CH51Nr6/NhdS57INRl3Pnm2rD9xSyk751KaiRff3S53HFsrOxrPzLiYECBAgMC3F3guDWj+1m9ytnunDx4s5cUfzDSgSZOZ/E4lkieSJ5Lnc8kTLW9jt9byrCUyr3X6u5o8tRa1zv62trqRAAECBAgQIDArYEaAAAECBAgQIECAAAECBAgMX8AOCRAgQIAAAQIECBAgQIAAgeEL2CEBAgQIHAQBzWcOwl/JMxIgQIAAAQIEllnAsxEgQIAAgQEIzB+Kz5ZSq3X2cHxqWetGat8UFz59tqwfv6VMFjWeeWer3PHgarkwnnRvKydAgAABAtcs8Nwbm+VXf1tb+PlJGtC8NG1AMxqNSn7D0mQm46LIWm7U1lrextSTJ7p5m9eqAU0sBhE2QYAAAQIECBAgQIAAAQIECAxfwA4JECBAgAABAgQIECBAgACB4QvYIQECBAgQIECAAAECBBYIaD6zAEWJwEEW8OwECBAgQIAAAQIECBAg8O0Fap0ejG+fzOH5Wq+u8Uw+k+sT83nm2x8/U84/kcYz5zOdiRfe2Sq3P7hWRqOZsgmBbxRwAQECBL5J4Lk3tsp/7dWA5v0Hy+SF75c0lkkDmoyJ/JYlunmb5/uSJ1rexlZr84wtslbr9Hc2eatnrHX2tzY1QYAAAQIECBAgQIDAZQEZAQIECBAgQIAAAQIECBAgMHwBOyRAgAABAgQIECBAgAABAgSGL2CHBA6CgOYzB+Gv5BkJECBAgAABAgQIEFhmAc9GgMABFpg/BJ+tpFbr7GH41LLWjVbLmMhaxhY5uL/14VNl48T3ymRnQeOZt7fKLx5cK+NxPikIECBAgMD1F3j+ja3yyz0a0JQP/1omL/znxd+h8W7k9yu/XRkTyRPJE8nzhMkTLW9jq7V5xhZZq1UDmuZhJEDgwAp4cAIECBAgQIAAAQIECBAgQGD4AnZIgAABAgQIECBAgAABAgQIDF/ADgkQIECAAAECBBYIaD6zAEWJAAECBA6ygGcnQIAAAQIECBAgcHUC3YPw7ROtlrFba3kb23rGROoZu7H90VNl88l/KuPtc1meidNvb5c7HjxbRhrPzLiYECBA4OoFXHm1AitvbJX/+uvZxZd/+LcyPv0fu81nRqPR7pgmM93fs26etdyo1VrextSTJ7p5m9eqAU0sBAECBAgQIECAAAECBAhcrYDrCBAgQIAAAQIECBAgQIAAgeEL2CEBAgQIECBAgAABAgQIECCwDAL723xmGXboGQgQIECAAAECBAgQIECAAIH9FTiAd8+B+FqnB+Db47daxm6t5fPj/HWZt0jjmY00ntk5P/+xcvrtrXLHg2tlPJn01hQIECBAgMB+CDz/5mb55R4NaOpHfy+TF6YNaNJcJr9lbWz5/DzPmLVEy9vYam2esUXWap3+/iZv9Yy11jJfS10QIECAAAECSyTgUQgQIECAAAECBAgQIECAAIHhC9ghAQIECBAgQIAAAQIECBAgMHwBOyRAgAABAgsENJ9ZgKJEgAABAgQIEDjIAp6dAAECBAgQuLJADrbXOj343q5stYzdWsvbmPVvip2Pnyrrx28pk5319rFL46m3po1nco9LRQkBAgQIELgBAitvbpZfPLi2+Js+/HuZnP6/JU1mRqPRzJjfrBZZT54xN0qeaHkbW63NM7bIWq3T3+HkrZ6xVg1o4nC14ToCBAgQIECAAAECBAgQIEBg+AJ2SIAAAQIECBAgQIAAAQIECAxfwA4JECBAgAABAgQIECCwDAKazyzDX8EzDFnA3ggQIECAAAECBAgQIEBgyQRqnR54b4+Vg++1zh52T62tz49ZS6SesUXmOx89udt4pow2M52Jk29tlV/8da1MJjNlk2EI2AUBAgQOhMDub9FeDWg+eqiMT/+f3cYzaS7Tft9anjGb7Na785ZnTOS6jIlu3ua1Tn+P59dqnf1NzvWCAAECBAgQIECAwJIIeAwCBAgQIECAAAECBAgQIEBg+AJ2SIAAAQIECBAgQIAAAQIECAxfwA4JEFggoPnMAhQlAgQIECBAgAABAgQOsoBnJ0CAwGKB+cPtuSq1WmcPuaeWtRaZz0fWurXMtz48Uc4fv6VMLvQbz5xK45kHNZ6JkyBAgACBmyvQGtAs6oVWP3q4jE9dbkCThjMt8ruXfH7MblJLLMpTS7T15InuvJtnrdbZ3+bUBAECBPoCKgQIECBAgAABAgQIECBAgMDwBeyQAAECBAgQIECAAAECBAgQGL6AHRIgQIAAAQIECCyDgOYzy/BX8AwECBAYsoC9ESBAgAABAgQIEFgCgRxqr7XOPEmrZWwL3Ty17jz5XrH94YmyfvyWUkZb+dhM5JD/HQ+uzdRMCBAgMDgBGzpQAvlt+sXF36bJgg409eOHy+T05QY0+e1L05lEy7PZ+XnWElnL2I3UEqll7Eat09/n+bVaa5mvdT8nJ0CAAAECBAgQIECAAIGbIOArCRAgQIAAAQIECBAgQIAAgeEL2CEBAgQIECBAgAABAgQIECAwfIEFO9R8ZgGKEgECBAgQIECAAAECBAgQOMgCnn1WIAfXa50ebG8rrZaxW2t5xkVrrZaxxc5HezeeWXlzs+Rwf+4nCBAgQIDAMgmcemurpDlafs96z/VRvwFNrtur4UzquUeuSbS8ja3W5hlbZK3W6e908lbPWKsGNHEQBAgQIEBgLwF1AgQIECBAgAABAgQIECBAYPgCdkiAAAECBAgQIECAAAECBAgMX8AOCRAgQIDAMghoPrMMfwXPQIAAAQIECAxZwN4IECBAgACBmyiQQ+y1Tg+0t8dotYzdWsvnx1yXyMH6jN3Y/vB4WT/xvTIZbc1/rKTxzC//erZXVyBAgAABAssicPrtrXLHsbUynkz6j/TRw2V88t9Lfv/mI7+FqWVsMT/PDbPWxpa3ecYWWat1+nudvNUz1npgGtDkcQUBAgQIECBAgAABAgQIECAwbAG7I0CAAAECBAgQIECAAAECBIYvYIcECBAgQIAAAQIECBA4lAKazxzKP/th3rS9EyBAgAABAgQIECBAgMBhEqh1epC97TkH2mudPcSeWltvY2rzMb+289HxspHGMxcWNJ55Y6toPNPEbsboOwkQIEDgagVOv7Nd7njwbBkt6D9TP3m0TE5NG9B0fxdbo5k2dte6eZ4h84yJvfK2Vuv0d7t7XdZqnf3tTk0QIECAAAECBAgQKIUBAQIECBAgQIAAAQIECBAgMHwBOyRAgAABAgQIECBAgAABAgSGL2CHBAgsg4DmM8vwV/AMBAgQIECAAAECBIYsYG8ECBC4CQLzh9bzCKnVOnt4PbWsdWO+lvl87Hz4RFl/4pYyGW13P7qbP5/GM39b2839hwABAgQIHASBF97eKnccWyvj8YKn/fjRMj75b2U0GpX8HqbhTIs2z7hX5I5treUZE6kvGru15IlaZ3/DUxMECCyZgMchQIAAAQIECBAgQIAAAQIEhi9ghwQIECBAgAABAgQIECBAgMDwBeyQAAECBAgQIEDgUApoPnMo/+w2TYDAYRawdwIECBAgQIAAAQKHQaDWOrPNHG6vdfbQemozF12cpNaNHK7P/OLS7oH7jNsfPlHOH7+lTMY7mc7Ec29slf/SeGbGxIQAgZsj4FsJfFuBF9/ZKrcfWyujBQ1o6iePlcmpf7/UgCa/jfmNTLS8O+a7M28xP089tUQ3zzxR6/R3fH6t1tnf8lwrCBAgQIAAAQIECBAgcJgF7J0AAQIECBAgQIAAAQIECBAYvoAdEiBAgAABAgQIECBAgAABAsMXWIYdaj6zDH8Fz0CAAAECBAgQIECAAAECQxawawKJqgAAEABJREFUtxsoMH9IPV+dWq2zh9VTy1o3urVunmsyT2y9/1jZOP69UsYXUp6JNJ75lcYzMyYmBAgQIHCwBF58Nw1oVsuF0YLn/vjRMjn5b1dsQJNPpSFNIr+b3cha5m1seebz0V3r5rmu1tnf9NQEAQIECBBYEgGPQYAAAQIECBAgQIAAAQIECAxfwA4JECBAgAABAgQIECBAgACB4QvYIQECBAgQOJQCms8cyj+7TRMgQIAAgcMsYO8ECBAgQIDAUAVyOL3WOrO9VsvYFrp5t9bqbZw/OH/hwyfKxonvlcl4p33s0vjc65tF45lLHBICBAgQOMACL727Xe44tloujCf9XXzyWJmc+rcy/xvZ5hnzofyWLoq21sZckzyRvEXmiVprqbXfbKbWfi3Xz4YZAQIECBAgQIAAAQIECBAgMHwBOyRAgAABAgQIECBAgAABAgSGL2CHBAgQIECAAAECBAgQIHAjBDSfuRHKvmNvASsECBAgQIAAAQIECBAgQOA6CdRaZ+6UA+y1zh5OT23moouTbq17aP7iUslaYvuDx8rZx/+fMhlfSHkmnk3jmb+fnamZzAmYEiBAgMCBEnjpve1y+wNr5cJoQQOajx8r45Vby2g0KvmNHI/HC8esLYpApJ4x0c0zr/Xy73lbq3X297xd19YzFwQIECBAgAABAksg4BEIECBAgAABAgQIECBAgACB4QvYIQECBAgQIECAAAECBAgQIDB8ATskQOBQCmg+cyj/7DZNgAABAgQIECBwmAXsnQABAkMTWHTwPLVaZw+qpza/91bLmMh6xm5sv/9oWT9+S6llnOWZePa1zfJrjWdmTEwIECBAYBgCL7+3XW47drbsLGpA88njZXLy1pLGM/OR39DUMraISMszductz5jorrd5arXW3SY3qbWotV9ra0YCBEphQIAAAQIECBAgQIAAAQIECAxfwA4JECBAgAABAgQIECBAgACB4QvYIQECBAgQIECAAIEbIaD5zI1Q9h0ECBDYW8AKAQIECBAgQIAAAQLfUaDWOnOHRQfUU5u56OIktW+KrfcfKRsnvlfKZEHjmde3yq8fOnvxTv4RIEDgGwVcQOBACrzy3la5/YG1snNhweN/8kQZPX+kdH9L03QmkVp3TJ47pN6iO295xkSuyTgftfabzdTar81/zpwAAQIECBAgQIAAAQI3SMDXECBAgAABAgQIECBAgAABAsMXsEMCBAgQIECAAAECBAgQIEBg+AKHcoeazxzKP7tNEyBAgAABAgQIECBA4DAL2PtQBBYdTE+t1tlD6KnN77lbm8/bfPv9R8vGiX8qkwWNZ555bav8+u9r87c1J0CAAAECgxN45f3tctsDqwsb0NRPj5fxytEyGo0u/l5OdiONZhKTyaRkDEjyXNPyzOcja4si16WeMVHr7O981mrt11IXBAgQIHDYBeyfAAECBAgQIECAAAECBAgQGL6AHRIgQIAAAQIECBAgQIAAAQLDF7BDAgQIECBA4EYIaD5zI5R9BwECBAgQILC3gBUCBAgQIECAwDUItMPn3Y+2WsZW7+bdWqtnXBRb7z1c1o/fUsqCxjNPv7ZZfvOQxjPN00iAAAECwxd49YPtctux1bJ9YdLf7CdPlHLy1pkGNPltTeOZFpmXi59MA5rkLS6Wdv+1eRt3ixf/k/nFobQxeaLWfrOZWvu1XCsIECBAgAABAgQIECBAgACBGyjgqwgQIECAAAECBAgQIECAAIHhC9ghAQIECBAgQIAAAQIECAxSQPOZQf5Zr31TPkmAAAECBAgQIECAAAECBA6CQK115jFzKL3W2UPnqc1cdHHSreVA/MXS7r/UE5nsNp458b2Laf+A/TOvbpb/fujsxbWD/c/TEyBAgACBbyvw6vvb5bYH1srWTv/3cfLJE2W8cmS3AU1+X1vktzWReca9oj1L1pO3MXmi1su/+22t1tnf/XZdW89cECBAgAABAgQOu4D9EyBAgAABAgQIECBAgAABAsMXsEMCBAgQIECAAAECBAgQIEBg+AJ2SIAAgRshoPnMjVD2HQQIECBAgAABAgT2FrBCgAABAt9CYNGB8tRqnT2Antr8bVstY4v5w/Cb7/69bKTxzKR/sP7pVzfLbx4+O39bcwIECBAgcGgEXvtgu9x+bHVhA5r66Ykyfv5fyng8Ku13NmN+axPJA5UxkTyRvEWbd8eWz1+Tea2zv/+5ttZ+LXVBYAkEPAIBAgQIECBAgAABAgQIECAwfAE7JECAAAECBAgQIECAAAECBIYvYIcECBAgQIAAAQIEBimg+cwg/6w2RYDAtQv4JAECBAgQIECAAAECyyxQa515vEUHz1ObuejiJLX5uFje/dfq2+89VDZO/NNubf4/T726Wf5b45l5FnMCB1jAoxMgcK0Cr32wU24/tla2tvuN2upnT5bJytEyGl0oaTjTIr+13XzRPLVEnmt+TG2vqLXfbKbWfm2vz6sTIECAAAECBAgQIDBkAXsjQIAAAQIECBAgQIAAAQIEhi9ghwQIECBAgAABAgQIECBAgMDwBezwRghoPnMjlH0HAQIECBAgQIAAAQIECOwtYIXAVQi0Q+jdS1OrdfZweWrda5J3a8kTrZ48sf3+Q2V9j8YzT766WX6r8UzIBAECBAgQ2BV47YPtctuxtbK5oAFN+fREmawcKWUy2W1Ak9/Z+cYzrZYxkZtmbNHm3TF5i1yXPGOi1tn3gazV2q+lLggQIEDgJgr4agIECBAgQIAAAQIECBAgQGD4AnZIgAABAgQIECBAgAABAgQIDF/ADgkQIECAAIFBCmg+M8g/q00RIECAAIFrF/BJAgQIECBAgMCyCbRD5d3narWMrd7Nu7XUrxTb7z1U1o//U/vIzPjUKxvldxrPzJiYECBAgMAwBL7rLl7/cNqAZmNr3L/Vp0+W0XP/XMajC5ca0OS3OE1oRqPRbi0fyrzVM3Yj65ln7EartbGt1dpvNlNrv9auNxIgQIAAAQIECBAgQIAAgcMgYI8ECBAgQIAAAQIECBAgQIDA8AXskAABAgQIECBAgAABAgQIXA8BzWeuh+L+3cOdCRAgQIAAAQIECBAgQIDAoReotc4Y5LB5rbOHyVObuejipFtLnrhY3v2XPLGTxjMnFjeeefKVjfLbR87tXr/P/3F7AgQIECBwIAXe+HC73H5srWxuL2hA89mTZXLy6KUGNK3RTH5/E5ln0xkzXxRZb/Xk3aj18vtBu6bW2feDXF9rv5a6IECAAAECBAjcBAFfSYAAAQIECBAgQIAAAQIECAxfwA4JECBAgAABAgQIECBAgACB4QvYIQECBAYpoPnMIP+sNkWAAAECBAgQIHDtAj5JgAABAssikIPk88+SWq2zh8hTW3Rd6leK7ff+Xs7v0XjmxMub5Xcaz8yzmhMgQIAAgZ7AGx/tlJ/fv1Y2tia9tfLpk2WycqSMRzslTWYS+W3OmEieD2VsMT9PPbXu9Zmn3iLzROa1zr4npF5rv5a6OOwC9k+AAAECBAgQIECAAAECBAgMX8AOCRAgQIAAAQIECBAgQIAAgeEL2CEBAgQIECBAgAABAtdDQPOZ66HoHgQI7J+AOxMgQIAAAQIECBAgcGgFaq0ze190oDy1mYsuTlJL1Do9aJ78Ynn3X/LE1jt/Lesn/t/d2vx/0njm94+enS+bEyCwnwLuTYDAgRZ48+Odctux1bK+qAHNZ0/tNqAp4wszDWjyezwajXZryVtzmTamlghMahkTrZZ8UWS91uk7QHe91n6tuy4nQIAAAQIECBAgQOAGCPgKAgQIECBAgAABAgQIECBAYPgCdkiAAAECBAgQIECAAAECBAgMX8AOBymg+cwg/6w2RYAAAQIECBAgQIAAgWsX8EkCN1sgh8bnnyG1WmcPjae26LpWy0H1XDMfW+88WDae+p/tspnxxEubReOZGRITAgQIECBwVQJvfrRTbntgrZzfnPSv/+zpcuG5fy6T8c5us5nub3TL86Hub/b8vK21esYW3bXUMq919r0h9Vr7tdQFAQIEDquAfRMgQIAAAQIECBAgQIAAAQLDF7BDAgQIECBAgAABAgQIECBAYPgCdkiAAAECBAgQuB4Cms9cD0X3IECAAAEC+yfgzgQIECBAgACBQydQa53Z86ID5KnNXHRxktqiuLhUWn3aeOZ/pdSL4y9vlN8/drZXVyBAgAABAjdAYBBf8dbH2+W2B1bL+ua4t5/6+TNl/PyRMtrZ6jWgGY1Gu7/VrRFNfre7eW6W2qLIWousd/Na+81mau3X2meMBAgQIECAAAECBAgQIEBgnwXcngABAgQIECBAgAABAgQIEBi+gB0SIECAAAECBAgQIECAAIEDKaD5zLf6s7mYAAECBAgQIECAAAECBAgQ2C+B7oHx9h2p1Tp7SDy1tt7Gbi15i6wnz3ilxjNPvLRR/vDouVxWSjEQIECAAAEC1yrw9ic75ecPrJXzCxrQlM+eLuXk0TK+0G9Ak2Yz+c78bnej1dqYtZZn7Eat/XeGWmdrub7Wfi11QYAAAQIECBw2AfslQIAAAQIECBAgQIAAAQIEhi9ghwQIECBAgAABAgQIECBAgMDwBeyQAAECBK6HgOYz10PRPQgQIECAAAECBPZPwJ0JECBA4FAI5CB5rXVmr62WcWZhbpL1RZHLWn3zrQfKxlP/K6VeHH9po/zxMY1nejAKBAgQIEDgGgVaA5pzixrQfP5MGa8c2W1Ak9/pNJ1p42g0KpknUkskz2Mk744tb/U2744tr7XfbKbWfi3Xi5so4KsJECBAgAABAgQIECBAgACB4QvYIQECBAgQIECAAAECBAgQIDB8ATskQIAAAQIECBAgQOBACmg+cyD/bB6awM0T8M0ECBAgQIAAAQIECBDYD4Fav7nxTA6XJ7rfn3kitYyJ5Inkia13jpWNp/85pV488eJG+YPGMz0XBQIECBAg8F0F3vlkp/z8/rVybmPcu1X9/Nkyfv5fymhn44rNZtJ4Jr/lbUyem7V58quJfK7WfrOZWvu1q7mfawgQIECAAAECBAgMRcA+CBAgQIAAAQIECBAgQIAAgeEL2CEBAgQIECBAgAABAgQIECAwfAE7JHA9BDSfuR6K7kGAAAECBAgQIECAAIH9E3BnAoMWyGHw+Q2mVuuVD4Pnmhb5fMvnx+00nnlqceOZx1/cKH98/Fw+LggQIECAAIF9EHj3053y8wdWFzeg+eK5Mlk5UsY7GyW/362hTPLRaLTblCaPlPl8XKmetUT7TPJE5rX23y9q7ddyvSBAgMBNEPCVBAgQIECAAAECBAgQIECAwPAF7JAAAQIECBAgQIAAAQIECBAYvoAdEiBAgAABAgQOpIDmMwfyz+ahCRAgQODmCfhmAgQIECBAgACB6ylQa5253aKD4aklZi68OGm1jC0ulncPsGe+/c4DZX3PxjOb5U8az4RLECBAgMBCAcXrJfDupxfKz+5fLTyJKmwAABAASURBVGfXJ/1bfv5cmZw8WkY767vNZloDmlyY3/JEqyVPtLWMidTmI/VFketq7TebqbVfW/R5NQIECBAgQIAAAQIECBAYmoD9ECBAgAABAgQIECBAgAABAsMXsEMCBAgQIECAAAECBAgQIEDgagQOdvOZq9mhawgQIECAAAECBAgQIECAAIGlE8jh7/mHSq3W2cPfqZXOhZm3SLnlGbvzrbfTeOZfUurF4y9ulD89frZXVyBAgAABAgT2R+C9z1oDmnH/Cz5/royfO1LGOxu7DeTSbKbFaDS6VMtvfSJrGVt0b5had97ybj15rbPvG7mu1n4tdUGAAAECBAjcQAFfRYAAAQIECBAgQIAAAQIECAxfwA4JECBAgAABAgQIECBAgACB4QvYIQECBAgcSAHNZw7kn81DEyBAgAABAgRunoBvJkCAAAEC31WgHfru3qfVMnbri/J2TcYWua7l2+88UDaeXtx45rEX0njmXC4XBAgQIECAwA0UeP/znfKzB9bK2fV+A5r65fNl/Py/lNHW+V6zmfb7Pt90ptW7Y7bT5skTmXfHltfabzZTa7+W6w9r2DcBAgQIECBAgAABAgQIECAwfAE7JECAAAECBAgQIECAAAECBIYvYIcECBAgQIAAAQIECBC4GgHNZ65GyTUEllfAkxEgQIAAAQIECBAgQODACdRaZ545h8JrnT3snVqie2HmidQytujOt9++v6w/tXfjmT8/ofFMvMSBE/DABAgQGITA+5/tlJ/ev1rWFjagWSnjlSPlwta5XgOaNJ4JQMb2+7/XmOv2inymrSWvdfb9I2u19mupCwIECBAgQIAAAQI3QMBXECBAgAABAgQIECBAgAABAsMXsEMCBAgQIECAAAECBAgQIEBg+AJ2SOBACmg+cyD/bB6aAAECBAgQIECAAIGbJ+CbCRC4VoEc8p7/bGq1XvmQd65pkc938+586637yvrTR1LqxaOnN4rGMz0WBQIECBAgcMMFPvj8QvnZfatl9fy49931y5VSTh4to61zJY1mWuTC5HkHaGPybuSa7rx7XdZa5JpuXmv/PaTWfq19xkiAwGESsFcCBAgQIECAAAECBAgQIEBg+AJ2SIAAAQIECBAgQIAAAQIECAxfwA4JECBAgAABAgSuRkDzmatRcg0BAgQILK+AJyNAgAABAgQIEDgwArXWmWfN4e9aZw93p5aYufDipNUyLoqtt+4tG88cvXhl/18az/zl+Ln+ggoBAgQIHBwBTzoogQ++uFB+9sDiBjTli5UyWTlSJjvnS37z00QmkbzF/Dw4WWtjN2+1jC3aeubJa519H0m91n4tdUGAAAECBAgQIECAAAEC+yjg1gQIECBAgAABAgQIECBAgMDwBeyQAAECBAgQIECAAAECBAgQWEqB69p8Zil36KEIECBAgAABAgQIECBAgACB6yrwbW+WQ93zn0mt1tlD3al1r8u8Reotz9idb+82nrk1pV48cnq9aDzTY1EgQIAAAQI3XeDDzy+Un92/VlbPjfrP8uXJMl45Ui5srpU0mmmRd4Dk3XE+z81Sy5hoeRtTS3TnyWudfS/JNbX2a6kLAgQIECBwWATskwABAgQIECBAgAABAgQIEBi+gB0SIECAAAECBAgQIECAAAECwxewQwIECBAgcDUCms9cjZJrCBAgQIAAAQLLK+DJCBAgQIDAUgu0w9zdh2y1jN36orx7zXye+dZb95b1Z/ZuPHPn8fOLbqtGgAABAgQILIHAh1/s7DagOXN+QQOaL06WycrRMt4+12tAk3eARGtEk3w+sja/xVzTrXXnyWvtN5uptV/r3uMG5r6KAAECBAgQIECAAAECBAgQGL6AHRIgQIAAAQIECBAgQIAAAQLDF7BDAgQIECBAgAABAgQILKWA5jNL+WfxUAdXwJMTIECAAAECBAgQIECAQFeg1tqdlkUHu1NLdC/MPJFaxhwgz9iNrTfvKRt7NJ55+NRG0XgmemJ/BNyVAAECBK6XwIdfXig/u2+tnDk37t2yfnWqTFaOlPHW2d13iPY+kDGR94I2Jm/RbjS/lnquydiiO09ea7/ZTK39Wvu8kQABAgQIECBAYMgC9kaAAAECBAgQIECAAAECBAgMX8AOCRAgQIAAAQIECBAgQIAAgeEL2CEBAlcjoPnM1Si5hgABAgQIECBAgACB5RXwZAQILKVADm/PP1hqtV758HauadE+n3k3z3zrzbvLxrP/2soz48MnN8pdJ87N1EwIECBAgACB5RX4KA1o7l8tXy9oQFO+PFXGaUCzfbakmUwi7wLdWFTLenbcxuR7Rfea5LX231dq7df2up86AQL7JOC2BAgQIECAAAECBAgQIECAwPAF7JAAAQIECBAgQIAAAQIECBAYvoAdEiBAgAABAgQILKWA5jNL+WfxUAQIEDi4Ap6cAAECBAgQIECAQARqrRkuxaKD3KklLl30j6TVMi46TD5tPPNv/7h6dngojWee1HhmVsWMAAEC11/AHQlcb4HdBjT3rZavz457t65fnS7j5/+ljLfWSvf9oPue0M1zTW7Sxqy1eatl3o1uPXmt/WYztc6+33Q/LydAgAABAgQIECBAgMAQBeyJAAECBAgQIECAAAECBAgQGL6AHRIgQIAAAQIECBAgQIAAAQLDF7iaHWo+czVKriFAgAABAgQIECBAgAABAssrsFRPlsPa8w+UWq39A9zd63JNi9S7eXe+9eZdZePZvRrPrJe7NZ4JlyBAgAABAgdS4OOvLpSf3n+mfHV21H/+L0+XcvJoGW2eKWkmMxqNdsfk7b2h5RkTrZ4x83bTzFu0WsbUMiaS17r4/SVruUYQIECAAIEbLODrCBAgQIAAAQIECBAgQIAAgeEL2CEBAgQIECBAgAABAgQIECAwfAE7JECAAAECSymg+cxS/lk8FAECBAgQIHBwBTw5AQIECBA43AK11hmAHM6utX9wO/WZCy9OurWWZ2yx9cadZePZf794Zf/fQyfTeOZ8f0GFAAECBAgQOFACn3w1Kj+7b3VhA5rJl6fLZLcBzWpp7wdpKpPozrPhNs/Y5rmu5d16ai1aPfPktfbfY2pNbZJLBAECBAgQIECAAAECBAgQIDBoAZsjQIAAAQIECBAgQIAAAQIEhi9ghwQIECBAgAABAgQIECAQAc1noiCGK2BnBAgQIECAAAECBAgQIHDTBBYd2E4t0R4qeYvUkudgeMZubKbxzHP/O5f04u8r6+XuJzWe6cEcpoK9EiBAgMCgBD75elR+eu/awgY05csXymTlSBlvrZbuO8NeeXufaEC5ruVtzDUtz9idJ6+132ym1n4tnxUECBAgQIAAAQL7KODWBAgQIECAAAECBAgQIECAwPAF7JAAAQIECBAgQIAAAQIECBAYvoAdEiCwlAKazyzln8VDESBAgAABAgQIEDi4Ap6cAIHDJ5BD2fO7Tq3W2UPZqXWva/M2Zm0+z3zrjTvL5hUaz9zzlMYzsRMECBAgQGBIAp+euVB+ct9a+XJt1NtW/frFMnn+SBlvntltQDMajXbHNJbJu0MieSL5fHTr7ea5puUZu/Pktc6+1+SaWvu11AWBwyJgnwQIECBAgAABAgQIECBAgMDwBeyQAAECBAgQIECAAAECBAgQGL6AHRIgQIAAAQIECBCIgOYzURAECBAYroCdESBAgAABAgQIENh3gVrrzHcsOqCdWi6qdfaQdqtnzEHwXJO8xdYbfykbezSe+dvz60XjmYgJAgQIFAQEBinw2dcXyk/vWy1fLGhAU9KA5uTRMtlaLXlvyHtEd0y+KBpU1pK3cT6fn+e6WmffY3JNrbPvQakJAgQIECBAgAABAgQI7JOA2xIgQIAAAQIECBAgQIAAAQLDF7BDAgQIECBAgAABAgQIECBAYPgCS7lDzWeW8s/ioQgQIECAAAECBAgQIEDg4AocnifPIez53aZW6+zB7NTadclrna4nTz1jouXt8Pi08cz/SbkXf1tZL/c+fb5XVyBAgAABAgSGJfDZmVH56b2r5YvVUX9jX71Yxs//S5lsnbnUgCbvEYm8WySSJ5LPR+q5aeoZE918fp61WqfvMVnrRta6czkBAgQIHAYBeyRAgAABAgQIECBAgAABAgSGL2CHBAgQIECAAAECBAgQIECAwPAF7JAAAQIECBCIgOYzURAECBAgQIDAcAXsjAABAgQIENg3gVrrzL1z6LrW2QPZqeWiWi9fm1oi9UTLMyZS237jL2Xjuf+TtBd/e3693PuUxjM9GAUCBAgQIDBQgc9XR+Un9+3RgObrl3Yb0Iw3vippJpN3iYyJ5HtFqLKW61qeMZF6xhbdefJaZ993cl2tl991MhcECBAgQIAAAQIECBAgQIDAPgi4JQECBAgQIECAAAECBAgQIDB8ATskQIAAAQIECBAgQIAAgZsioPnMTWE/vF9q5wQIECBAgAABAgQIECAwTIG9DmK33WY9ecZEy7sHvlNPbL/x57K+R+OZv6bxzNMaz8RvmcOzESBAgACB6y3wxRUb0LxcJiePltHGV2U0GpW8T+QdI5E80c0zT+QZM2at5RkTqWds0Z0nr7XfgCbXZi2jIECAAAECBAgcBgF7JECAAAECBAgQIECAAAECBIYvYIcECBAgQIAAAQIECBAgQIDA8AXskAABAhHQfCYKggABAgQIECBAgMBwBeyMAAEC11Vg0YHq1GrtH8BOvfvlmSdareUZc+g74+Zrfyrrz/3fdsnM+OBz6+U+jWdmTEwIECBAgMBhEkgDmh/fe6Z8vjrqb/vrl0s5ebRMNr8uea/oRt4xEq2WvEW7Udbma5m39YzdefJa++8/tfZr+awgcAMEfAUBAgQIECBAgAABAgQIECAwfAE7JECAAAECBAgQIECAAAECBIYvYIcECBAgQIAAAQIEboqA5jM3hd2XEiBweAXsnAABAgQIECBAgMDBFqi1zmxg0cHr1BLtwuQtUkueA94tzzz55mt/LJsr/5G0F2k8c/8z53t1BQIECCyngKciQGC/BL5cG5ef3LtaPjuzuAHNZOVImWx+VfJ+kfeNFplfKfK8We+O8/n8PNfX2m82U+vs+1I+JwgQIECAAAECBAgQGKKAPREgQIAAAQIECBAgQIAAAQLDF7BDAgQIECBAgAABAgQIECBAYPgCdhgBzWeiIAgQIECAAAECBAgQIEBguAJ2dl0Ecrh6/kap1do/cN29Ltdk3sZunloOhGfc2m08859Z7sWDz64XjWd6LAoECBAgQODQCny5Ntq7Ac2ZV8p45UgZb3y524Am7xl530gkTyRPJO9GQLv1zBO5JmOL7jx5rYvfh7LWPmMkQIAAgRsg4CsIECBAgAABAgQIECBAgACB4QvYIQECBAgQIECAAAECBAgQIDB8ATskQIAAAQIEboqA5jM3hd2XEiBAgACBwytg5wQIECBAgMDBFKi1XnrwHKRO1No/aJ16u7DlbUy95Rk3nAY/AAAQAElEQVQTqW2+9oeysbK48cyx586X+589n8sEAQIECBAgcIAE9vtRvzr7jwY0X1/of9XXr5TJypEyWv+8tGYyGRN5/0jkQxm/KXJdItdlbNGdJ6+1/15U6+X3p/Y5IwECBAgQIECAAAECBAgQGJKAvRAgQIAAAQIECBAgQIAAAQLDF7BDAgQIECBAgAABAgQIEDgcAprPHI6/8167VCdAgAABAgQIECBAgAABAlcUyGHqRRfUOnvAOtcl2rUt747dA98t33z192Vz5fvtYzPjsWfPlweeWZ+pmVyTgA8RIECAAIFBCqQBzY/vWy2fnlnQgObMq6WcPFrGezSgybtIi7yvtAhU8oyJvfJFa7XOvh/lmkT3HpkLAgQIECBAgMA+CbgtAQIECBAgQIAAAQIECBAgMHwBOyRAgAABAgQIECBAgAABAgSGL2CHBAgQuCkCms/cFHZfSoAAAQIECBAgcHgF7JwAAQIHRyAHpWutMw/cahnbQjdPrc0XjanloHeu23z1d2Xz5A+S9uLYs+vlgYvRW1AgQIAAAQIECHQEvj47Lj++Z7V8+vWoU/1Heua1Ml45WsYbX5S8f7T3kOSJzHNlyzNPpJaxW08tkXrGFt158lr7DWhq7dfa541DFrA3AgQIECBAgAABAgQIECBAYPgCdkiAAAECBAgQIECAAAECBAgMX8AOCRAgQIAAAQIECBwOAc1nDsff2S4JENhLQJ0AAQIECBAgQIAAgT0Far36xjO19q/NjXMIe9G4+ervy+bJH2apFw88k8Yz53t1BQIECFyzgA8SIDBogTPnpg1oPlnQgKauvlYmzx8p4/XPZxrQ5B0l0W0wk3k3gpZ5d5zP5+e5vtZ+s5laZ9+V8jlBgAABAgQIECBAgMB1FnA7AgQIECBAgAABAgQIECBAYPgCdkiAAAECBAgQIECAAAECBAgMX8AOb4qA5jM3hd2XEiBAgAABAgQIECBA4PAK2PnyC+TQ9PxTplbr7EHq1Np1Lc+Y6NYz78bWa2k884N2ycx4/zPr5dhzGs/MoJgQIECAAAEC3yhw5vyo/Pje1fLJV6P+tWlAs3KkjM5/OtOAJo1nEu09pZu3Wm7WrWfeXcs8kVrGRPJaZ9+bUk9kLaMgQIDAYRCwRwIECBAgQIAAAQIECBAgQGD4AnZIgAABAgQIECBAgAABAgQIDF/ADgkQIECAAIHDIaD5zOH4O9slAQIECBDYS0CdAAECBAgQINATqLXO1HJIutbZA9Sp5aJaL1+bWiL1RMsztth69XdlY2WvxjPny4Maz4ROECBAgACB6y1wKO63em5UfnTvmfLxVxf6+119vZSTt/Ya0OQdJc1lEvlQ5vMxX691+v6T67LWojtPXuvs+1Ouq3X62eSCAAECBAgQIECAAAECBAhcZwG3I0CAAAECBAgQIECAAAECBIYvYIcECBAgQIAAAQIECBAgQGBfBDSf2RfWa72pzxEgQIAAAQIECBAgQIAAgZsnkEPS89+eWq2zB6dTa9e1PGOiW8+8G7uNZ07+sF0yM97/TBrPrM/UhjuxMwIECBAgQGC/BNbOj8tP7lktH3+5uAHNZOVIGZ//tKTZTN5T2tjyzBOZd6M9b6tl3s0zT6SWMZG81tn3qNQTWcsoCBAgQIAAgSEL2BsBAgQIECBAgAABAgQIECAwfAE7JECAAAECBAgQIECAAAECBIYvYIcECBA4HAKazxyOv7NdEiBAgAABAgQI7CWgToAAAQKXBGqtl/IciE7UOntgOrVcVGv/2tQTuaZFO7y99epvy8YejWfue1rjmbgJAgQIECBA4PoIrK6Py4/vXS0ff9VvQFPX3izTBjSfzDSgyTtLIu8weYqWZ75X1Dp9H8p6PtOiO09e6+z7VK6rtV9LXeyjgFsTIECAAAECBAgQIECAAAECwxewQwIECBAgQIAAAQIECBAgQGD4AnZIgAABAgQIECBAgMC+CGg+sy+sbkqAwLUK+BwBAgQIECBAgAABAssjUOvsoegcnm5PlwPZyVNLdPPME+2azVfSeOZHuaQX9z59vvz1+fVeXYEAgWEL2B0BAgT2W2BtfVx+dM9q+ejLfgOasvZmGa8cLaNzsw1o8v6SaO8wGTOfj/bsqS/KU5tfq3X2vSrX1NqvpS4IECBAgAABAgQIDEXAPggQIECAAAECBAgQIECAAIHhC9ghAQIECBAgQIAAAQIECBAgMHwBOzwcAprPHI6/s10SIECAAAECBAgQIEBgLwH1Qy7QPRjdKFKrdfYwdGptPWOt0/VWzzgfuW7zlf8um6f2aDzz1PnyN41nwiQIECBAgACBfRA4uz4uP77nTPlwQQOauvZmKSePlvH5yw1o8i6ThjMt8kjJU08kT63lGROpLYruWvJap+9P3Wtr7de663ICBAhcRwG3IkCAAAECBAgQIECAAAECBIYvYIcECBAgQIAAAQIECBAgQIDA8AXskAABAgQIECCwLwKaz+wLq5sSIECAAIFrFfA5AgQIECBAgMCNFai1znzhooPRqeWiWi9fm1oi9YyJbp751m7jmR+n3It7nzpX/ray3qsrECBAgACBwyFglzdK4OzGpPz4ntXy4Rc7/a9ce7NMVo6U8bmPSxrLtMh7TMvzoeSpJc+Y6OaZt0i9G6m3efJa+81mar38jtWuNRIgQIAAAQIECBAgQIDAEATsgQABAgQIECBAgAABAgQIEBi+gB0SIECAAAECBAgQIECAAIFhCGg+c6W/ozUCBAgQIECAAAECBAgQIDBQgRx+nt9aarXOHohOrV3X8oyJ1DMuio2Xf102Ti1uPHPPU+fL31Y28vHlCE9BgAABAgQIDFrg3Ma4/PietfLhFxf6+1x7q0xOHi2jcx/tNqDpvtek6UwiH8rY1lqeejfaesb5eptnrdbZ963uWsuNBAgQIECAwD4IuCUBAgQIECBAgAABAgQIECAwfAE7JECAAAECBAgQIECAAAECBIYvYIcECBAgsC8Cms/sC6ubEiBAgAABAgQIXKuAzxEgQIDAjRGotV76ohyCTtQ6exA6tVxUa//a1LPeojvfeOlXZev0T1Pqxb1PnS9/X1nv1RUIECBAgAABAvspcG5zXH5092r5YI8GNOXk0TL+RwOa0WhU2jtOGs0kMm9jnrPl8/WsJVLP2KI7T17r7HtXrqv18jtX5kMP+yNAgAABAgQIECBAgAABAgSGL2CHBAgQIECAAAECBAgQIECAwPAF7JAAAQIECBAgQIAAgWEIaD4zjL+jXRDYLwH3JUCAAAECBAgQIEDgkAjUOnsAOoei29ZzuDp5aon5vDvffPlXZeuFn6XUi3uePF/+pvFMz0WBwBIIeAQCBAgcCoHzW+Pyo3vO7NGA5u0yWTlSxuc+3G08k/efRN592hik5ImWZz2RecbEfJ55oq21vNbZ96/UE93rMhcECBAgQIAAAQIErpOA2xAgQIAAAQIECBAgQIAAAQLDF7BDAgQIECBAgAABAgQIECBAYPgCdkhgXwQ0n9kXVjclQIAAAQIECBAgQIDAtQr4HIH9E1h0kDm1WmcPPqfWfYpap+vdevL52Hz512Xz9OLGM3c/eb78/eR697ZyAgQIECBAgMANF1jfnJQf3X2mfPD5hf53n32nTE7eWsbnPippMJNo7zvJE/lQq2Xs1rprtfbfn9p6xkQ+X+v0usxb1NqvtTUjAQJDErAXAgQIECBAgAABAgQIECBAYPgCdkiAAAECBAgQIECAAAECBAgMX8AOCRAgQIAAAQLDENB8Zhh/R7sgQIAAgf0ScF8CBAgQIECAwIAEaq0zu1l04Dm1XFTr5WtTS6SesR2ybvPUNl/+Vdk8/dOUenHXiXPlIY1nei4KBAgQILBEAh7lUAmsb03KD+8+U95f1IBm7e0yWTlSRmc/KHnHGY1Gu41okucdKBGsNrY864nMMyZqnb5PJU+9RXeevNZ+s5lap59tnzESIECAAAECBAgQIECAwHUQcAsCBAgQIECAAAECBAgQIEBg+AJ2SIAAAQIECBAgQIAAAQIECFyTwIFqPnNNO/QhAgQIECBAgAABAgQIECBwyAVyqHmeILVaZw86p9aua3nGROoZu5FD15lvvPjLsnn6Z7mkF3c/ea48fGqjV79SwRoBAgQIECBAYL8FNrbTgGa1vPfZTv+rzr5TysrRMv5HA5q88yTy3pMxDWnyoeSJ1LuRtcyz1vLMk7fozpPXOvtetui6VjMSIECAAIGhCNgHAQIECBAgQIAAAQIECBAgMHwBOyRAgAABAgQIECBAgAABAgSGL2CHBAgQIDAMAc1nhvF3tAsCBAgQIECAwH4JuC8BAgQIDECg1nppFzncnKh18QHnWvvXtg/nc4nM27jx0i/L1ou3pdSLu06cKw+d1HimB6NAgAABAgQILIXA5va4/Oie1fL+5wsa0Jx7t4xXjpTR2fdL3nvSSCZji0Xzbq1tMNfXOn3vSt7qGbvz5LVOr8tai1ovv5u12j6NbkuAAAECBAgQIECAAAECBAgMX8AOCRAgQIAAAQIECBAgQIAAgeEL2CEBAgQIECBAgAABAgSuSUDzmWti8yECN0vA9xIgQIAAAQIECBAgQOC7C9TaP9icA8+5c3fs5jlMnfVE8qxtpvHMC4sbz9x54nx5+JTGM/ESBL69gE8QIECAwI0S2NyelB/ctVre+6zfgKaee6+UlaNl/I8GNKPR6FIjmrwPJfKceS9KdPPuPNfVOn3/avVcm+jOk9c6vS5r3chady4nQIAAAQIECBAYgoA9ECBAgAABAgQIECBAgAABAsMXsEMCBAgQIECAAAECBAgQIEBg+AJ2SGAYAprPDOPvaBcECBAgQIAAAQIECOyXgPsSOKAC8weUM0/U2j/QnHp3m5knWq3lGXN4OvXNF39RNvdoPPOX4+fLI6fWc5kgQIAAAQIECCy9wNbOpPzw7tXy7mcX+s967r0yWTlSxmvv7zaeaQ1o8l6UaPN8MO9JidRbpJ7IvI0tzzzRnSevtf++Vmu/ls8KAgSuo4BbESBAgAABAgQIECBAgAABAsMXsEMCBAgQIECAAAECBAgQIEBg+AJ2SIAAAQIECBAgcE0Cms9cE5sPESBAgMDNEvC9BAgQIECAAAECVydQa+1dWGv/0HI74NwuzjyRecYcoG555sk30njmxduT9uLO4+fLo6c1nunBKBAgQIDAtxJwMYEbLbDbgOauM+XdTxc1oHm/TE4eLeOzF8fJpOT9KJF3oxbz8249e8k8Y63Td7Q2Ty3RnSevtf/eVuv0s7leECBAgAABAgQIECBAYAgC9kCAAAECBAgQIECAAAECBAgMX8AOCRAgQIAAAQIECBAgQIAAgYMh8F2azxyMHXpKAgQIECBAgAABAgQIECBwiARyWHl+u6nV2j/AnHqu7Y4tb/XJZFJSa7H54i/K1h6NZ/5y/Fx5ROOZ0AkCBAgQIEDgAApsX5iUH9z9dXn3D97W8gAAEABJREFU053+0597r0xWjpTR6ru770ZpNtON9q6UD7Z6apl3x6y1WqtnPh9Zq7X//pbrspZRECBAgACB6yzgdgQIECBAgAABAgQIECBAgMDwBeyQAAECBAgQIECAAAECBAgQGL6AHRIgQIAAgWsS0Hzmmth8iAABAgQIECBwswR8LwECBAgQuLJArfXSBTmYnKi1f3C51dvFmSfavB2Mzjz1xOaLd5TNPRrP/Pn4ufLo6Y1cLggQIECAAAECB1Zg50IpP7h7tbzzyaIGNO+XcurWMl673IAmG817Ut6duuN8nnmuTbQ8YyK1RPJE8lLKbpObWvvvcbVeft9r1xoJECBAgAABAgQIECBAgACBgyjgmQkQIECAAAECBAgQIECAAIHhC9ghAQIECBAgQIAAAQIEDoaA5jMH4+/kKZdVwHMRIECAAAECBAgQIEBgyQVq7R9Yboeau2M3z+HpbCu1RPKNF24vmy/ekbQXf3niXHlM45mei8KABGyFAAECBA6VwM6FyW4Dmrc/XdyAZrxyZLcBTd6ZRqNRydgi706JgGVMPWOLVs+81ul7WvLUW3TnyWudXtfW25i1lhsJECBAgAABAgSug4BbECBAgAABAgQIECBAgAABAsMXsEMCBAgQIECAAAECBAgQIEBg+AJ2SIDANQloPnNNbD5EgAABAgQIECBAgMDNEvC9BAjMCiw6dJxaotb+QeXUu3fIPNFqyedj/fTPy9ZLv2iXzIx/fuJcefSFjZmaCQECBAgQIEDgoAtcGE3KD+9cLW9/0m9AU89/WCYrR8rk7Lsl702twUzGbsSgu548kXoi12ZMLZG8RXeevNb+e12t/Vr7vJHAEATsgQABAgQIECBAgAABAgQIEBi+gB0SIECAAAECBAgQIECAAAECwxewQwIECBAgQIAAgYMhoPnMwfg7eUoCBAgsq4DnIkCAAAECBAgQuMkCtdaFT1Br/zByDi53L8480WrtAHTmrb75wm1l66VfptSLPz1+rjym8UzPRYEAAQIDFLAlAodS4MJ4Un5w95mFDWjK+Q/LOA1o1i43oAlS3qfyHpUxkTwxn+faRNZqnb63JU+tRXeevNbpdW09Y62L3wWzJggQIECAAAECBAgQIPAtBVxOgAABAgQIECBAgAABAgQIDF/ADgkQIECAAAECBAgQIECAAIHhC1zTDjWfuSY2HyJAgAABAgQIECBAgAABAjdL4PL35hDy5dk0S63W/sHk1KdXTP+beWI6K6V7IDr1xPrpn5fNPRrP/PHxs+XxFzfax40ECBAgQIAAgUEKjEalfP+uM+Wtj7d7+6vnP9ptQDNafXv3XWp08eK8Q82/V+WD3XqbZ0zk+oyJXJdxUWSt1v57Xq7NWkZBgAABAkMSsBcCBAgQIECAAAECBAgQIEBg+AJ2SIAAAQIECBAgQIAAAQIECAxfwA4JECBAgMDBENB85mD8nTwlAQIECBAgsKwCnosAAQIECNxEgVrrpW/PgeNErf0DyalfuvBiknniYrr7b/7Ac9Y2Tv+8bL30y931+f/86fFz5YkXN+fL5gQIECBAgACBQQqMx6X88K7V8ubHO/39nf+wlJNHy2Ttnd0GNHmvyrtUxm6klkgtYyJ5u2Hm3Zivd+e19t/3ar38XtiuNRIgQIAAAQIECBAgQIAAAQLfUsDlBAgQIECAAAECBAgQIECAwPAF7JAAAQIECBAgQIAAAQIEFgpoPrOQRfGgCnhuAgQIECBAgAABAgQIHAaBHExetM9a+weR56/NPNE+n0PPmXdj4/TPytbL/9UumRn/+Pi58viLGzM1EwI3WsD3ESBAgACBGy0wmpTyw7tWy1sLG9B8VMYrR8pk7e2ZBjTd96vkeeaM7f2rzTMmslbrtIlM8tQWRdZq7b/35dqsZRQECBAgQIAAgSEI2AMBAgQIECBAgAABAgQIECAwfAE7JECAAAECBAgQIECAAAECBIYvYIcECBwMAc1nDsbfyVMSIECAAAECBAgQWFYBz0WAwA0UaIeJa50eSs5Xp5aotX8AOfVc0yLzRJvPH3zO2rTxzK/aJTPjHx87V57QeGbGxIQAAQIECBA4PALjyaR8/64z5c0FDWjq+sdlsnL0UgOavFflXatFm0cr+Xyknsj13bXUEq2WPJF5rf33v1ovvyfmOkHgOgq4FQECBAgQIECAAAECBAgQIDB8ATskQIAAAQIECBAgQIAAAQIEhi9ghwQIECBAgAABAgQWCmg+s5BFkQABAgdVwHMTIECAAAECBAgMWaDWxYeJa+0fPM6B5K5F5olWy8Hmlqee2Dj107L18uLGM39I45mXNtpHjAQIECBwUwV8OQECN0tgMinlB3eeKW98tNN/hN0GNEfKZPWtMhqNSt638o6VaHl3bHnWE+2GLc+YaPWM3XnyWvvvgfPXZS4IECBAgAABAgQIEDiIAp6ZAAECBAgQIECAAAECBAgQGL6AHRIgQIAAAQIECBAgQIAAAQLDFzgYO9R85mD8nTwlAQIECBAgQIAAAQIECCyrwA16rhwu7n5V5ola+weOU190bavloHPyXNdi49RPytYrv065F3949Gw5rvFMz0WBAAECBAgQOJwCk4vb/sFdZ8qbH21fzOb+rX9SJidv3W1Ak3euvGu1MXmLfKrl3TH1RGoZE8kTyecj9Vr774O19mvznzUnQIAAgW8p4HICBAgQIECAAAECBAgQIEBg+AJ2SIAAAQIECBAgQIAAAQIECAxfwA4JECBAgACBhQKazyxkUSRAgAABAgQOqoDnJkCAAAECQxWotV7aWg4ZZ1Jr/1BxW8t6IvNE8kQOP2dMrcXGqZ+WrVd+k3Ivfv/Y2XL85c1eXYEAAQIECBAgcDMFluG7v3/Xannjw0UNaD4u45UjZXzmzTIajUreufIONh/devJErml7y7xFq2Wcr2Vea/+9sNbL74/5nCBAgAABAgQIECBAgAABAgdNwPMSIECAAAECBAgQIECAAAECwxewQwIECBAgQIAAAQIECBBYDgHNZ5bj7zDUp7AvAgQIECBAgAABAgQIEPiOAjlMvOgWtfYPGM9fm3mifT6HmTPvxubpNJ75dbtkZvz9o2fLiZc0nplBMVkkoEaAAAECBA6twA/uXi2vL2hAUzc+LeXk0TI+88ZMA5rue1jyBpc8kXkbr5RnrRv5TK3998Nck7WMggABAgQIECDwHQV8nAABAgQIECBAgAABAgQIEBi+gB0SIECAAAECBAgQIECAAAECwxewQwIECCwU0HxmIYsiAQIECBAgQIAAgYMq4LkJEBiKQDskXGu9tKXUErX2DxanfunCi0nmiYvp7r/WeCaT1BObp35SNl/eq/HMuXLiZY1n4iUIECBAgAABAlcS+OHdq+W1D7b7l2x8WiYnj5bR16/v2YCmvaO1Me9oLdoN27yN8/XuvNb+e2Ktl98n27XGIQjYAwECBAgQIECAAAECBAgQIDB8ATskQIAAAQIECBAgQIAAAQIEhi9ghwQIECBAgAABAgSWQ0DzmeX4O3gKAgSGKmBfBAgQIECAAAECBK5RoNbFh4Rr7R8ozkHk7tdknmi1dpg589QT6yd/VDZf+U1KvfjdI2k8s9GrKxAgQIDAHgLKBAgceoEf3bNaXv9wp+dQNz4r9dStZXxmtgFN3s8SeS/LmA+2PGOL1BOZZ0x088y7kbVa+++LuSZrGQUBAgQIECBAgAABAtco4GMECBAgQIAAAQIECBAgQIDA8AXskAABAgQIECBAgAABAgQIEBi+gB0uFNB8ZiGLIgECBAgQIECAAAECBAgcVIGD/tyLDgWnlqh1epC41suNaVLv7nl+3g4z55qsJTZO/qhsv/rblHrx20fOlidf0XimB6NAgAABAgQIEPgGgR/efaa89kG/AU3Z+KyUk0fL+OvXymg0Knkfyztaxhbz89RbrX1taonMMyZanrFF6rVO3xtbLWOt/VrqggABAgdVwHMTIECAAAECBAgQIECAAAECwxewQwIECBAgQIAAAQIECBAgQGD4AnZIgAABAgQILIeA5jPL8XfwFAQIECBAYKgC9kWAAAECBAh8S4FaLzeW6X601suHhXOgOGttTJ7IvEXmObCcsdUypvHM1l6NZx4+W556ZTMfEQQIECBAgACBbyPg2n8I/OieM+XVD7b/MesMG5+Xcupfy2iuAU3e1xJ5T5sf8+lWT57IvEXmLeZrmdd6+f2xXVfr4nfNtm4kQIAAAQIECBAgQIAAAQJXELBEgAABAgQIECBAgAABAgQIDF/ADgkQIECAAAECBAgQIEDgkApoPnOo/vA2S4AAAQIECBAgQIAAAQLLLJBDwvPPl1qt/YPDqXevzTzRajm8nDy1FusrPyx7Np555Gx56lWNZ2J28MMOCBAgQIAAgZsp8ON7Vsur7y9qQPNZKSePlvFcA5r2rtbGPHvLM7Z5xkSrtbw7T61F6rX23yOznrWMggABAgQIEDjIAp6dAAECBAgQIECAAAECBAgQGL6AHRIgQIAAAQIECBAgQIAAAQLDF7BDAgQILIeA5jPL8XfwFAQIECBAgAABAkMVsC8CBAhchUA7/FtrvXR1aola+weGU7904cVkfp7GM6l1Y33lB2X7td9dvLr/778fPlueekXjmb6MCgECBAgQIEDg2gR+fO/iBjR184t/NKB5tYxGo5L3tby7JZInunnmiVZrT5Nai1bLOF/LvNb++2Stl9878zlxHQTcggABAgQIECBAgAABAgQIEBi+gB0SIECAAAECBAgQIECAAAECwxewQwIECBAgQIAAAQKHVEDzmUP6h7dtAodVwL4JECBAgAABAgQILKNArbOHf3NIOM9Za/+gcFvLeqLNu+N8vrHbeOb3ubwXv3n4bHn6VY1nejAKBAgcaAEPT4AAgWUQSAOaV97f7j/K5hdlsnK0jL9+tbSmMhkTeY9LdPPMc5OMieSJvfKsdSPX1dp/r8w1WcsoCBAgQIAAAQIECBxEAc9MgAABAgQIECBAgAABAgQIDF/ADgkQIECAAAECBAgQIECAAIHhC9jhcghoPrMcfwdPQYAAAQIECBAgQIAAgaEK2NcVBBYd9m21WqcHhGu93JimrbVbtnnGRDuknPXME+sr3y9br+3ReOahs+UZjWfCJQgQIECAAAEC+yLwk3tXy8sLGtDUrS9LOXm0jL56ebcBTd7jupH3uDZP3iK15O1hkycyz5hoecYWqdc6fb9stYy19mupCwIECFyDgI8QIECAAAECBAgQIECAAAECwxewQwIECBAgQIAAAQIECBAgQGD4AnZIgAABAgQIHFIBzWcO6R/etgkQIEDgsArYNwECBAgQILBMArVebiyT58qh4Iy1Xj4E3GptzHoi8xZt3sZW31j5ftl+7Q8p9+I3D62VZ17b7NUVCBAgQIAAgSEI2MMyCfz03tXyyntb/Ufa/LKUlaNl/NUruw1o8g7XmsskXxS5SasnT2lDk+YAABAASURBVLR5xsxbZJ7ozmu9/J7Z6rXOvpO2upEAAQIECBAgQIAAAQIEll3A8xEgQIAAAQIECBAgQIAAAQLDF7BDAgQIECBAgAABAgQIECBwYwQ0n7kxzou/RZUAAQIECBAgQIAAAQIEDq1A9yBwENq81umB4FovHwJua7ku0Z0nT7R68sTG898vW3s0nvn1Q2fLM68tOACdm4jrL+COBAgQIECAwKEX+Ml9a+Xl97b7DltflfHKkV4DmjShSeS9LmMi+Xy0G6bezbvzVs+Yeq3T983Mu5G17lxOgAABAgQIfEsBlxMgQIAAAQIECBAgQIAAAQLDF7BDAgQIECBAgAABAgQIECBAYPgCdkiAAIFDKqD5zCH9w9s2AQIECBAgQOCwCtg3AQIEbrZAO9Rba7+5TK2XDwK369rYnrvNM7aYP4y8sfL9svX6H9pHZsY0nnn2tc2ZmgkBAgQIECBAgMD+C/z0vtXy0rv9BjR166tSTh4t469eLqPRqOTdLtHe9fYa2zXtybvXpZZ5G1ve5rVefu9MLVHr5ffTzA96eH4CBAgQIECAAAECBAgQIEBg+AJ2SIAAAQIECBAgQIAAAQIECAxfwA4JECBAgAABAgQIELgxAprP3Bhn30KAwGIBVQIECBAgQIAAAQKHTqDW2UO97SBwrf0DwG2tIbV5G1s9Y2qJjef/s2y9trjxzK/+frZoPBMtQYDADRbwdQQIECDwD4Gf3b9aXnyv34CmbH1VJitHyvjLl0re6dJYpkXmifl5bpl6izbP2CJrLe+Oqdfaf//MNVnLKAgQIECAAAECBAh8SwGXEyBAgAABAgQIECBAgAABAsMXsEMCBAgQIECAAAECBAgQIEBg+AJ2eEgFNJ85pH942yZAgAABAgQIECBA4LAK2PfNElh0iLfVap0e/K31cmOattaet80zJnL4OGM3Np7/j7L1+h/bR2bGNJ557vXNmZoJAQIECBAgQIDAjRf4+X2r5aV3FzWg+bqUU7eW8Vf9BjTdd79unnfBzLu7SC3Rai1vY7de6/Q9tLtW6+V30natkQCBgyjgmQkQIECAAAECBAgQIECAAIHhC9ghAQIECBAgQIAAAQIECBAgMHwBOyRAgAABAgQI3BgBzWdujLNvIUCAAAECiwVUCRAgQIAAgUMjUOvsId52wLfW6YHfQLRaG1NLtHnGRKslb7H+3P8tW6//KUu9+NXf1orGMz0WBQIECBAgcOMEfBOBOYGf3b9aXnx3a656cbr1dZmsHCmjL14oec9LY5lE8r3i4qd2r23r3XnybuSa+Xmts++p3XU5AQIECBAgQIAAAQIECHwLAZcSIECAAAECBAgQIECAAAECwxewQwIECBAgQIAAAQIECBAgMFABzWc6f1gpAQIECBAgQIAAAQIECBC4EQLt0G+t08YztV4+8NvW2nO0ecZE6t0x+cbz/7dsv/HnLPXiv/6+Vp57Y8HB5t6Vh6dgpwQIECBAgACBZRD4+f1r5cV3FrynbZ0p9dStZfzli7tNZdJ8pht5/2vz5C1SS972ljyRecZEyzO2SL3W6Xtpq7Uxay03EiBAgACBgybgeQkQIECAAAECBAgQIECAAIHhC9ghAQIECBAgQIAAAQIECBAgMHwBOyRAgACBGyOg+cyNcfYtBAgQIECAAAECiwVUCRAgMGiBRYd1W63Wywd8W62NDaXNM7Zoh4rbfP3Z/1O2Xt+j8czf1srzr2+12xkJECBAgAABAgSWTODnD6yVFxY0oJlsnSnjlSNl9MULMw1o8g44/z6YWiJby5hInkjeIvMW87XMa738ftquq/Vyk8RWu8bRxwgQIECAAAECBAgQIECAAIHhC9ghAQIECBAgQIAAAQIECBAgMHwBOyRAgAABAgQIECBAYKACms8M9A9rWwSuTcCnCBAgQIAAAQIECBC4ngK1zh7WzaHe3L/W/sHetpb15In5PPNE1hLnn/3fZfvNv6TUi1+m8cwbW726AgECBEphQIAAAQLLJHBbGtC83X9vq9urpZw8WsZf7t2AJo1oEnk3TGRfGVst825kLdGttTz1WvvvqVnPWkZBgAABAgQIECBwkAQ8KwECBAgQIECAAAECBAgQIDB8ATskQIAAAQIECBAgQIAAAQIEhi9ghwRujIDmMzfG2bcQIECAAAECBAgQIEBgsYDqIAUWHc5ttVqnB3prvdyYpq0FYz5v84zdWH/2f5edN+/MR3rxy7+eLSsaz/RcFAgQIECAAAECyypw27G1cvrt7f7jba+WycqRMv7idMm7YJrKJFqeMdFqyVu0m7V5xm4tebfW5rVO31e7a7VefnfNdYIAgWsQ8BECBAgQIECAAAECBAgQIEBg+AJ2SIAAAQIECBAgQIAAAQIECAxfwA4JECBAgAABAgMV0HxmoH9Y2yJAgACBaxPwKQIECBAgQIDA9RCodfZwbju4W+v0IG++o9Xa2K21vK3NHybeeO5/l+09Gs/84q9rZeXNzdxCECBAgAABAnsIKBNYRoHbj62W029v9R9te61MTh4toy9OXXUDmtyk+w6ZeaK9X3bzbq3Va519n01dECBAgAABAgQIECBA4KAJeF4CBAgQIECAAAECBAgQIEBg+AJ2SIAAAQIECBAgQIAAAQIECFwfgWVuPnN9duguBAgQIECAAAECBAgQIEDgBgnMH9zN17ZarZcbz6SeaGvJu5F6IrXumHz92X8vW2/cmaVe/OLBtXLyzQUHlntXLlXBwxAgQIAAAQIECPxD4PZja+X0Wwve59KA5vkjZXyNDWhy+7xLdsdu3tZSS2Rea//9ta1lFAQIECBA4FsKuJwAAQIECBAgQIAAAQIECBAYvoAdEiBAgAABAgQIECBAgAABAsMXsEMCBAgQGKiA5jMD/cPaFgECBAgQIEDg2gR8igABAgS+i0CtdebjObSbQq39g7ttLeuJNs+YSG08HpfkLdaf/bey/eZdWerFL/66Vk4uOqjcu1KBAAECBAgQIEBgmQVuf3CtnFrwXlcvnCuTlW9uQNPeHTNmnxkT3XwymWQ6E7km0YrJa+2/x9Y6+87brjcSIECAAAECBAgQIECAAAECyybgeQgQIECAAAECBAgQIECAAIHhC9ghAQIECBAgQIAAAQIEro+A5jPXx9FdCOyPgLsSIECAAAECBAgQIHBgBXJYNw9f6/TAbq2XD+m2tawnTyzKU2sNaDae/fey/ebdKfXijgfXysk3t3p1BQIEDoiAxyRAgAABAnMCe77f7aQBzdEy+vxkyXvilSLvmIncul3X5qm1PGMitflIvdbp++yitfmaOQECBAgQIECAwBUELBEgQIAAAQIECBAgQIAAAQLDF7BDAgQIECBAgAABAgQIECBAYPgCdkhgoAKazwz0D2tbBAgQIECAAAECBAhcm4BPEfi2AjmQO/+ZVqt1elC31umY69raorytZWyR69af+bey9eZdSXtx+4Nr5dRbGs/0YBQIECBAgAABAgdc4Bd/XSsnF73n7Zwt5eTRMvniVMk7Y7exTOYtUm95KJK3MXmL1BKZd8fkidRrnb7PJk8tUevl5oqZCwIHTcDzEiBAgAABAgQIECBAgAABAsMXsEMCBAgQIECAAAECBAgQIEBg+AJ2SIAAAQIECBAgcH0ENJ+5Po7uQoAAAQL7I+CuBAgQIECAAIGlF6h19tBtO5Bb6/SAbjbQam3s1lre1jJ2Y/2Zfy3bb92dy3px+7G1cnrRgeTelQoECBAgQGCpBTwcAQJ7CPziwbVy8s0FjQZ3zv2jAc3J0prMjEaj3bzN807ZzfMVmWfMWsbEorxba9fUOvvem3pi/trUBAECBAgQIECAAAECBBYIKBEgQIAAAQIECBAgQIAAAQLDF7BDAgQIECBAgAABAgQIECBA4IAKfIvmMwd0hx6bAAECBAgQIECAAAECBAjsg8CiQ7atVuvlxjPtq9ta5vN5m2dM5FBwxvWnby3bb92Tj/Ti9gdWy+m3FxxE7l35bQuuJ0CAAAECBAgQWCaBX/x1ray8udl7pMnOuTJ6/l/K+POV3aYzeX9M5F1yPlJP5CYZW+S6VsuYyFp3TJ5Ivdbpe27y1BK1Lm5KkzVBgAABAsss4NkIECBAgAABAgQIECBAgACB4QvYIQECBAgQIECAAAECBAgQIDB8ATskQIAAAQLXR0Dzmevj6C4ECBAgQIAAgf0RcFcCBAgQWFqBWmcP2bYDuLVOD+R2H7ytpTaft3kO/iZP5Lr1Z24t22/fm7QXtx1bK6ff2e7VFQgQIECAAAECBA6owDc89i//erasvNFvPFgvrJdy8mgZf/78bgOa9k7Zxtw275fdyFqrLxr3qrV6rbPvwakLAgQIECBAgAABAgQIECBA4CoEXEKAAAECBAgQIECAAAECBAgMX8AOCRAgQIAAAQIECBAgcEAFNJ85oH84j31zBHwrAQIECBAgQIAAAQIEFgnkMG/qtV5b45n2+YyJ9aePlu239mg888BaeeHt/sHjfL8gQOD6CLgLAQIECBBYRoFf/m2tPL+gAU3ZbUBza5l8vtJrQJNGM93Iu2b2llrGzFu0ecZE6t0xeSL1WvvvvW0toyBAgAABAgQIHAQBz0iAAAECBAgQIECAAAECBAgMX8AOCRAgQIAAAQIECBAgQIAAgeEL2CEBAtdHQPOZ6+PoLgQIECBAgAABAgQI7I+AuxJYKoEctJ1/oFardXoAt9Z66ZK2lsJ83uYZu7HbeObt+/KRXvw8jWfe0XimB6NAgAABAgQIEDgkAv+VBjSvL3gfvLBeJiePlskX/QY07V0zDWcSmYerjS1v8za2endMnsg1tU7ff5Onlqj18rtw5oLAtxBwKQECBAgQIECAAAECBAgQIDB8ATskQIAAAQIECBAgQIAAAQIEhi9ghwQIECBAgAABAgdUQPOZA/qH89gECBC4OQK+lQABAgQIECBwuAVqnT1M2w7a1jo9eBudVmtjt9bytpYx0Q4Bn3/qSNneq/HM/WvlRY1nQigIECBAYN8FfAEBAsss8F9/XyvPvbFHA5qVI2Xy+fMl75eJ9q7Z8vl56onUW2TvyTMmWt7G1BKZ1zr7fpx6ImsZBQECBAgQIECAAAECyyzg2QgQIECAAAECBAgQIECAAIHhC9ghAQIECBAgQIAAAQIECBAgMHyB67NDzWeuj6O7ECBAgAABAgQIECBAgMCABRYdnm21Wi83nmkEbS3z+bzNMyZy2DfXrT99pOy8c3/S2bg4+9n9q+XFdxccML645h8BAgQIECBAgMDhE/jV39bKc69v9jd+YaOUk0fL+LNnew1o2rtnxhbdG7Raez/NvK23vI3deq3T9+HuWq2Lm9K0zxkJECBAYIGAEgECBAgQIECAAAECBAgQIDB8ATskQIAAAQIECBAgQIAAAQIEhi9ghwQIECBA4IAKaD5zQP9wHpsAAQIECBC4OQK+lQABAgQOp0Cts4dn28HaWqdBkspDAAAQAElEQVQHbbsqbS21+bzNM7bIdetP/UvZfntx45mf37daXnp3O5cJAgQIECBAgACBGyRwEL7mV38/u7ABzeTCRpmcPFpGnz5zxQY0aTKTyHtpxuw5+aJxr1qr1zr7vpy6IECAAAECBAgQIECAAAECyy7g+QgQIECAAAECBAgQIECAAIHhC9ghAQIECBAgQIAAAQIECFydgOYzV+fkquUU8FQECBAgQIAAAQIECBDYV4F2+Lb7Ja1W69U3nslh3va5jN04/9Q/l+13Huh+xaX8Z/evlhff03jmEojksArYNwECBAgQILCHQBrQPPvaZm+1jrZKPXVrGX+2uAFN9320vatmbDfKepsn79aTd2ttXmv//bitZRQECBAgQIAAgW8QsEyAAAECBAgQIECAAAECBAgMX8AOCRAgQIAAAQIECBAgQIAAgeEL2CEBAgdUQPOZA/qH89gECBAgQIAAAQIEbo6AbyVweARyoLbWOrPh1FKotX+wtq1l/Up51lqcf/Kfy847x/KRXvz0vtXy0rsaz/RgFAgQIECAAAECBGYEfv3Q2bKoAU0ZbZWycmsZf9pvQJPGMu2dNGO7Yau3eVtrY+otb2Nqicxr7b8n1zr7Tp1rxUEQ8IwECBAgQIAAAQIECBAgQIDA8AXskAABAgQIECBAgAABAgQIEBi+gB0SIECAAAECBAgQuDoBzWeuzslVBAgQWE4BT0WAAAECBAgQILBvArXOHpLNYdp8Wa3TA7W1Xl5va1nv5t3Du6l3Y/2pfy477y5uPPOT+9bKy+9pPBNPQYAAAQKlFAgECBD4BoE0oHnmta3+VeOLtVO3lvFnV25Ak/fWRN5X25ibZZ5oecbEolqr1zp9X868G+0z3ZqcAAECBAgQIECAAIGOgJQAAQIECBAgQIAAAQIECBAYvoAdEiBAgAABAgQIECBAgAABAsMXOKA71HzmgP7hPDYBAgQIECBAgAABAgQI7I/AokOxrVZrLS2fH/M0rbYoz1oih3nPP/m/yvY7ixvP/PTe1fLKe1u5hSBAgAABAgQIECBw1QK/eWitPPPaZv/60cV3y5WjZfTJUyXvoosi76ndyDXdefLcuI3dvFtr9fbe3F1Lra1nFAQIEFh2Ac9HgAABAgQIECBAgAABAgQIDF/ADgkQIECAAAECBAgQIECAAIHhC9ghAQIECBAgcHUCms9cnZOrCBAgQIAAgeUU8FQECBAgQOC6C7RDse3G7cBs6i2fX8u8u5Y80erJW2w89c9l590Hs9SLn9y7Wl5+f7tXVyBAgAABAgQIHHIB279Kgd88dLY88+qCBjTj7VJP3VrG/2hAk3fTboOZbp61fF2rJU8t0fKMiUW1Vs/7c/L52Ks+f505AQIECBAgQIAAAQIECBw6ARsmQIAAAQIECBAgQIAAAQIEhi9ghwQIECBAgAABAgQIECCwpAKazyzpH+ZgPpanJkCAAAECBAgQIECAwMEVaAdnuztotRyQbXlb785bnrFFrmt5O7i78dT/Ktt7NJ758b2r5RWNZ8Imll7AAxIgQIAAAQLLLPCbh8+Wpxc2oNkpJQ1oPn2qtPfTjIn23poxe1tUy1oi623s5t1aq7f36EVruUYQIECAAAECyyzg2QgQIECAAAECBAgQIECAAIHhC9ghAQIECBAgQIAAAQIECBAgMHwBOyRAgMDVCWg+c3VOriJAgAABAgQIECCwnAKeigCB6yKQw7A5GNu9WWqZp97yzBPdecu7Y/Ju5DPrT/7PsvXOg0l7kcYzr2o803NRIECAAAECBAgQuDaB/374bHnqlc3+h8c7pZw8WsafTBvQtCYzGRN5h21j8tygzZOnlmh5xsSiWqvnfTp5NxbVuuvyBQJKBAgQIECAAAECBAgQIECAwPAF7JAAAQIECBAgQIAAAQIECBAYvoAdEiBAgAABAgQIEFhSAc1nlvQP47EIEDiYAp6aAAECBAgQIEDgYArMH35th2dTb3nbWXfe8vkx16bWIo1ntt/9a8q9+PE9q0XjmR6LAgECBJZawMMRIEDgIAj89pGz5alXFzWguVDqqVvL5NPFDWhas5m8y3bzzLPvjImWZ0wsqrX6ovfqtpZRECBAgAABAgQIEFhGAc9EgAABAgQIECBAgAABAgQIDF/ADgkQIECAAAECBAgQIECAAIHhC9jh1QloPnN1Tq4iQIAAAQIECBAgQIAAgeUU+E5P1Q7Idm/SaosOyLa1XN/yNrZa5i1yWHf9xP9X9mo886N7zpRXP9jORwUBAgQIECBAgACB6y7w24fPlqde6TegmYx3ynjlSBl/8mTJO2s38i6becYWmbfIQ7Z6yzMmUu+OyROpt/fr5KklUsvYrWUuCBAgsEBAiQABAgQIECBAgAABAgQIEBi+gB0SIECAAAECBAgQIECAAAECwxewQwIECBAgQGBJBTSfWdI/jMciQIAAAQIHU8BTEyBAgACBgyXQDru2p26HXlNv+fxa5m2tO87nmW889T/L9nt/y0d68cO7z5TXPtjp1RUIECBAgAABAssv4AkPksBvHzlbnnxlo/fIdTIq5eTRMv7kxG4Dmry/tgYzLc84H7mm3SxrydvYfY9utawnMs968vnYqz5/nTkBAgQIECBAgAABAgQI3EgB30WAAAECBAgQIECAAAECBAgMX8AOCRAgQIAAAQIECBAgQIDAVEDzmanDMP9rVwQIECBAgAABAgQIECCwUCAHX+cXWi0HX1verunOW97G7jWpJXIg9/zxfyrb7y5uPPOje1bL6x/utI8aCXw3AZ8mQIAAAQIECHyDwO8eOVeefLnfgKa0BjQfHy95j03kXTaRfFHkq+bXU2vXtrw7Jk/kmva+nTy1biyqddflBAgQIEDgUAvYPAECBAgQIECAAAECBAgQIDB8ATskQIAAAQIECBAgQIAAAQIEhi9ghwQIEFhSAc1nlvQP47EIECBAgAABAgQOpoCnJkBg+QVyoDUHXrtPmlrmqbc880R33vLumLxFO4S7fuKfys77D+Xjvfjh3avltQ+2e3UFAgQIECBAgAABAvsp8LtHz5UTL2/2v2IyLuXUrWX08ROlvc9m7EZ7382YesZEbpYx0fKMiUW1Vs97d/L52Ks+f90yzD0DAQIECBAgQIAAAQIECBAgMHwBOyRAgAABAgQIECBAgAABAgSGL2CHBAgQIECAAAECBAhMBTSfmTr4LwECwxSwKwIECBAgQIAAAQI9gfkDre1QbOotbx/qzlvexu41qSVSO/fELWXn/YeT9uIHd6+W1z/UeKYHo0CAAIHvJuDTBAgQIHCVAr9/9Gw58dIeDWhOHi3jj4+XvNcmuk1mMt8r8tVtreUZu+/XWU+tRebd9VbPmLWMggABAgQIECBAgMCcgCkBAgQIECBAgAABAgQIECAwfAE7JECAAAECBAgQIECAAAECBIYvYIdLKqD5zJL+YTwWAQIECBAgQIAAAQIEDqbA8j71okOsrbbo4Gtby45a3sZWyzzRDuaeP/69cuGDR7Lci+/ftVre0Him56JAgAABAgQIECBwYwV+/9jZcvzlRQ1oJqWeurWMP36itPfb7pg8kfffRPJE8m5kN23e8u6YPJFr2nt48tQSqWUUBAgsu4DnI0CAAAECBAgQIECAAAECBIYvYIcECBAgQIAAAQIECBAgQIDA8AXskAABAgQIECAwFdB8ZurgvwQIECBAYJgCdkWAAAECBAhcEpg/xNoOuKaePGO7OPNFeWpZm4/U03hm5/2Hk/biB3edKW9+tN2rKxAgQIAAAQIErouAmxD4lgJ/ePRsOf7SRu9Tk8m4TFaOltFHj+82oElzmRaTyaS0yAdbnvW95qnnPTvXJm9j8kTmWU8uCBAgQIAAAQIECBAgQOAbBCwTIECAAAECBAgQIECAAAECwxewQwIECBAgQIAAAQIECBAgcJMENJ+5gfC+igABAgQIECBAgAABAgRuvEAOtM5/a6vloGvL58d8pltLnmj15C3OH7+l7NV45vt3nilvfLSTj4lDImCbBAgQIECAAIGDIPCHx86VJxY0oCllUuqpW8v448UNaNJsZjQaXWpEk3fi1Nqe59+xsz5fa9dm7K4nT60bi2rddTkBAgQIELhZAr6XAAECBAgQIECAAAECBAgQGL6AHRIgQIAAAQIECBAgQIAAAQLDF7BDAgQIEJgKaD4zdfBfAgQIECBAgACBYQrYFQECBEoOunYZ2uHV1Fve1rvzli8aU5vGuJx/4n+UnfcfabeYGb9/15ny5scaz8ygmBAgQIAAAQIECCyNwB/TgObFjcXPc/LWMv7osZLGMnn3zZhIviiylshabpg8Y+aJ7vt35llrkXnW27w77lXvXlNKMSVAgAABAgQIECBAgAABAgSGL2CHBAgQIECAAAECBAgQIECAwPAF7JAAAQIECBAgQIAAgZskoPnMTYL3tQQOp4BdEyBAgAABAgQIELhxAjnAOv9trZYDrC1v13TnLW9j95rUdmM8KuefuKXsfPBoW54Zv3/nmfLmRxrPzKCYECBwSARskwABAgQOksAfHz9XHt+rAc2pf51pQJP34DSV6Y7JW2TfWU9037nb+nwt17fINd31Vs+YtYyCAAECBAgQIEBgmQQ8CwECBAgQIECAAAECBAgQIDB8ATskQIAAAQIECBAgQIAAAQIEhi9ghwSmAprPTB38lwABAgQIECBAgAABAsMUOKS7yuHUHFztbj+1zFNveeaJ7rzlbWzrmbcYp/HM8b0bz/znnavlzY81nomdIECAAAECBAgQWH6BPz1+rjzx4ubiB+00oElTmbwTd8eWd+vJE7lhd0zefR/PPNe0yLytJ2/11FpuJEBgDwFlAgQIECBAgAABAgQIECBAYPgCdkiAAAECBAgQIECAAAECBAgMX8AOCRAgQIAAAQI3SUDzmZsE72sJECBA4HAK2DUBAgQIECBwYwTmD6e2g6upt7w9SXeePNFdy3wmxqOy/kQazzzWLrs0Tial/MdfzpS3Pt6+VJMQIECAAAECh0/AjgkcRIE/Pn62PP7ixuJHP/WvZfLRYyWNZhJ5P25j8vnITbKeaGuptbz7Xp5a1lpknvU2745Z687lBAgQIECAAAECBAgQuJkCvpsAAQIECBAgQIAAAQIECBAYvoAdEiBAgAABAgQIECBAgACBwyJwmJvPHJa/sX0SIECAAAECBAgQIEDg0AgsOozaajnA2vIG0p0nT2StHZJNnlqLMh6V88dvKTsfLm488593nilvf7KTj4nlEfAkBAgQIECAAAECVynwp8fPlcdeWNyAZnLqX8v4o0ev2IAmX5N357xPtzzzFt1a9/0861lrkXlbT97qqSXv1jIXBAgQIECglAKBAAECBAgQIECAAAECBAgQGL6AHRIgQIAAAQIECBAgQIAAAQLDF7BDAgQIELhJAprP3CR4X0uAAAECBAgQOJwCdk2AAIH9FWiHUdu3tEOpqSfP+/B96AAAEABJREFUOL+WedYyZr3lmSe/FOML5dwT/6PsfNBvPDOeTIrGMxETBAgQIECAAAECB13gz0/s3YCmnPq3Mv7wkV4DmjSbyXtzGyeTye41sUi9jVlveerd9+/Ms9Yi86y3eXfcq969Rk6AAAECBAgQIECAAAECBAjst4D7EyBAgAABAgQIECBAgAABAsMXsEMCBAgQIECAAAECBA6LgOYzh+UvbZ8EFgmoESBAgAABAgQIEBiIQA6mzm+l1XIwteXzYz7TrbW81TPfPSCbxjOP/z9l58PHszQT40kp/3nnann7k52ZugkBAgSWRsCDECDw/7Pz511yVNe+sLv0fvSNOO+9dxh8jr1tmr23+73t445GAuMeN0iiR/Q9iL5XlaTqKzOvfwUTIiOjQIgqVVXUMwaTOddckZGxnvxHUWOsRYAAga8psHMAzVNrw5966jutvfuPncNl8m/l+jdz6or0EhnnJskZp+7m1EP/Xs911a+ca9MXBAgQIECAAAECBAgQ2EVAmwABAgQIECBAgAABAgQIEBi/gBUSIECAAAECBAgQIECAAAEC+yRwiA6f2acVui0BAgQIECBAgAABAgQIjFogm1CzIbW7yPQyTj91csaJjJMTVVdOL5FxRZtutcsP/FvbfudspuZiOm3t+3cvtdcdPDPn8uUDswQIECBAgAABAkdB4K6zV9o/djmAZnr+/7Tp239r+TdzHSyTnOj2+nXWnV6iW+ff691ezVXOfNXJggABAgSOgoBnJECAAAECBAgQIECAAAECBMYvYIUECBAgQIAAAQIECBAgQIDA+AWskAABAgSOi4DDZ47LL22dBAgQIECAAIEhAT0CBAiMQKA2otZSatNq+lX3c66tXuqK9CqycXa6vdlWzt44ePDMJAfPnLrYLry/VR+XCRAgQIAAAQIECBxOgWt8qrvPXml/f2p1+NNPfbdN3rq/7fy7eTrdOYgm/5bOuJtTJ3KTmss4kV5yYujf75lP1HzVyRWZq1omQIAAAQIECBAgQIAAAQLHWsDiCRAgQIAAAQIECBAgQIAAgfELWCEBAgQIECBAgAABAgT2ScDhM/sE67YErkXAZwgQIECAAAECBAgQuHqBoU2m1etuXK071lzGVSfvGpPNtnr2ZNt6+0w+Mhfbk1m75e4cPLM91zcgQIDA1Qi4hgABAgQIHCWBU2dX2j++5ACa6VUeQJODZ7Lu7r+/+73uv+NzXa6vyDjzGadOTgz10hcECBAgQIAAgYMW8P0ECBAgQIAAAQIECBAgQIDA+AWskAABAgQIECBAgAABAgQIEBi/gBUSOC4CDp85Lr+0dRIgQIAAAQIECBAgMCSgd4QFapNpLaE2oKafOrk/l3HmkvuRfja/Js+2N9pKDp5552z/sraVg2dOLbcLHzh4ZgFHgwABAgQIECBAYJQCd59daX9/cm14bU//e5u987eWf0tPJpO28+/p2WxnnDr95ETVuVHG/Zxe/h2f3J1LnUg/81UnV1S/xjKBnoAhAQIECBAgQIAAAQIECBAgMH4BKyRAgAABAgQIECBAgAABAgTGL2CFBAgQIECAAAEC+yTg8Jl9gnVbAgQIELgWAZ8hQIAAAQIECHy1QDac9q+qXjacVt3P+Uy3l7ofuWa6vd6unLmhbb9zLsO52M7BM3cvtzc+2JrrGxAgQIAAAQJfR8C1BAgcRYFT5660v50fPoBm9uR32+zt+3cOnqkDZvJv7aorp1dRBt1x1d1/19d1ydVPzjjXJ3djqNedVxMgQIAAAQIECBAgcL0EfA8BAgQIECBAgAABAgQIECAwfgErJECAAAECBAgQIECAAAECBMYisPvhM2NZoXUQIECAAAECBAgQIECAwGgEspG0NprWotJLnX7q5IwTGScnqq6cXiLj2gw73Vprq2dPtu13H8zUXGxtz9otp5bbmx+O7OCZuVUaECBAgAABAgQIENhd4PSDV9rfntzlAJqn/r1N3/pLy7+tE/l3dqLqyrv10s83Jyfy7/rkipqrnPmqkyuqX2OZAAECBD4TkAgQIECAAAECBAgQIECAAIHxC1ghAQIECBAgQIAAAQIECBAgMH4BKyRAgAABAvsk4PCZfYJ1WwIECBAgQIDAtQj4DAECBAjsLpBNp/2NpOnlE+lX3c+Zr17qRMYV2QSb3nRrta2cPdm23hk6eKa1W04ttTc+cPBMrAQBAgQIECBAgMA3EzjKnz597kq7//zq8BKe/n6bvPnnnQNoJpNJ6/6bO3X+7Z2cD6dOzni3qH/n13yuT1Q/OePMJ1f0x9WXCRAgQIAAAQIECBAgQIDA9RTwXQQIECBAgAABAgQIECBAgMD4BayQAAECBAgQIECAAAECYxFw+MxYfknr2A8B9yRAgAABAgQIECBA4JAIZPNobSytR0ovdfpVZ5zojqtOrqhrasPrZHO1rZy5sW2/+1Cm5mJze9a+f+pie/PD7bm+AQECoxGwEAIECBAgQOBrCtzz4Er76xPDB9CceOaWNn3zLzsHz+Tf2/Vv8KqTE+kn56tTV2ScqHH+vZ9xNzKXcXLNp04vMdRLXxAgQIAAAQLHWsDiCRAgQIAAAQIECBAgQIAAgfELWCEBAgQIECBAgAABAgQIECAwfgErJEBgnwQcPrNPsG5LgAABAgQIECBAgMC1CPgMgWGB2jxas7WxNP3Uyf25jDOX3I/0a6PrdGu1rZ492bbfWzx4ZmN71m65e6m95eCZPqExAQIECBAgQIDAMRe496HdD6Bpz3y/zd76S8u/uSeTyc5BNPVv8G6uOpSpu9HtVZ375ZqMKzKu94HU1U+ufmpx2AQ8DwECBAgQIECAAAECBAgQIDB+ASskQIAAAQIECBAgQIAAAQIExi9ghQQIECBAgAABAmMRcPjMWH5J6yBAgMB+CLgnAQIECBAgQOCABfqbR/M41ctG0qr7uXtd5vqRTau5ZrK50lbO5OCZhzOci82tWbs1B898tD3XNyBAgAABAqMTsCACBAhco0AOoPnLE2uDn549/f02ffPPOwfP5ACa/Bs8/y6vnLobuUl3nLp6yfn3fyJ1N9LLtcnpp07uxlCvO68mQIAAAQIECBAgcCwELJIAAQIECBAgQIAAAQIECBAYv4AVEiBAgAABAgQIECBAgAABAuMX2KcVOnxmn2DdlgABAgQIECBAgAABAgS+mUA2iNYG0rpTeqnTT52ccSLj5ES3zrgi/Wx2zXi6udLWzt3Ytt9bPHhmY3PWvn9qqb11AAfP5NkEAQIECBAgQIAAgaMi8LuHrrS/PL46/LjP3NImb/xx5wCa/Ds8/x7vRz6YuUTqofnq9edrXLneD3J9ehXVr7FMgACBwyDgGQgQIECAAAECBAgQIECAAIHxC1ghAQIECBAgQIAAAQIECBAgMH4BKyRAgAABAmMRcPjMWH5J6yBAgAABAgT2Q8A9CRAgQOCABLJZtL9BNL08TvpV93Pmq1d1xhW1oXW6eaWtnLmhbb27ePDM+uas3XJ6ub3t4JkQCgIECBAgQIDAcRCwxm8o8LuHV9qfdzmA5sSzt7XpZwfQTCaTzw+iyb/NE9XLI9S/278s57pErkmuqPeE5PT68+kJAgQIECBAgAABAgQIEDjWAhZPgAABAgQIECBAgAABAgQIjF/ACgkQIECAAAECBAgQIEDgGgUcPnONcD52EAK+kwABAgQIECBAgACB4yCQTaK1YbTWm17q9KvOONEd9+saJ2dja66fbFxpV87c0LbffzTDuVjbmLZbTi21tz/amusbECBwPQV8FwECBAgQIHAUBe57eKX96bHV4UfPATRv/mnn4Jk6bKb+jZ6cyL/XE6lzk+SKjBMZJ1d0x1Un570h16RO7sZQrzuvJkCAAAECBK6XgO8hQIAAAQIECBAgQIAAAQIExi9ghQQIECBAgAABAgQIECBAgMD4BayQAIGxCDh8Ziy/pHUQIECAAAECBAgQ2A8B9yRwAAK1UbS+ujaHpl91fy7j7ly/zibWXLO9fqmtnj3ZJu8/luFcrG1O262nl9s7H2/P9Q0IECBAgAABAgQIELg6gd8/stL+9OguB9A8c2ubvvHHzw+gqUNo8m/1RP4NX9EfV7+b80QZ59rU3Ug/7w/ppU6uqH6N5c8EJAIECBAgQIAAAQIECBAgQGD8AlZIgAABAgQIECBAgAABAgQIjF/ACgkQIECAAAECBAhco4DDZ64RzscIECBwEAK+kwABAgQIECAwZoH+ptCstXrZIFp1+onuuF9nnMhG1ESun6xfamvnbmzb7z+a4VysbczaLXc7eGYOxYAAAQIEDkzAFxMgQOAoC/z+0ZX2x8dWhpfw7G1t9uanB9Dk3+mJ/Ls90a0zrhukruj2qh56V6hecq7L55O7MdTrzqsJECBAgAABAgQI7LeA+xMgQIAAAQIECBAgQIAAAQLjF7BCAgQIECBAgAABAgQIECBAYPwCY1mhw2fG8ktaBwECBAgQIECAAAECBI6wQDZ+1sbQWkZ6qdOvOuNEd/xldc1try+3lbMn2/b7j+Xjc7Gag2dOL7V3P9me6382kAgQIECAAAECBAgQ+JoCf3hktf3h0eEDaGbP3Namb/yh5d/qOXCmH+lXZC5fXePK1aucfl1bvcp5n6g6uaL6NZYJEDj2AgAIECBAgAABAgQIECBAgACB8QtYIQECBAgQIECAAAECBAgQIDB+ASskQIAAAQIErlHA4TPXCOdjBAgQIECAwEEI+E4CBAgQGKNANor2N36ml7WmX3XGie64X2ecyMbTRK7fXltqa+dubJMPHs9wLlbXZ+3WU0vt3Y8dPDMHY0CAAAECBAgQOFABXz4GgT8+utpyCM3gWp69vU3f+P3cATT5d3wi/46vnM+m/rLINYm8O+SzqbuRz2YuvdTJ3RjqdefVBAgQIECAAAECBAgQILBfAu5LgAABAgQIECBAgAABAgQIjF/ACgkQIECAAAECBAgQIEDgqAg4fOao/FKH8Tk9EwECBAgQIECAAAECBL6hQDZ61kbQulV6qdOvOuNEd5w6Uf2herL+6cEz2+8vHjyzsjFtt5y+2N79xMEzMRQEdhUwQYAAAQIECBC4RoE/PrbSfv/I6vCnn/2PNr1w39wBNDk8Jv+u7+bUdYPMVXR7qdPv5tQVmcv7RcapkyvS7/dqTiZAgAABAsdKwGIJECBAgAABAgQIECBAgACB8QtYIQECBAgQIECAAAECBAgQIDB+ASskQIDANQo4fOYa4XyMAAECBAgQIECAwEEI+E4CYxLIBs9s9OyuKb2M068640R33K2zGTXjROpErp+sL7eVsyfb9gdPZDgXV9an7da7l9p7n0zm+gYECBAgQIAAAQIECOytwJ8eW2n3PbIyfNPn/rNN3/j9zgE03X/PV52cyL/xk78sul+Q67rjer9ITn9oPv3DFJ6FAAECBAgQIECAAAECBAgQGL+AFRIgQIAAAQIECBAgQIAAAQLjF+bjCCQAABAASURBVLBCAgQIECBAgAABAkdFwOEzR+WX8pwECBxGAc9EgAABAgQIECBwjQLZ7FkbP+sW6aVOv+qME91x1cmJzCdSJ1JP1pfa6tmTbfLB+QznYmVt2m49tdzeu+jgmTkYAwIECBDYTUCfAAECBL6hwJ8fW233PbzLATTP/kebXriv5YCZbuTf9t3IXD1Gt9/tpc5cN1dd7xnJ1UvuRn2221MTIECAAAECBAgcGwELJUCAAAECBAgQIECAAAECBMYvYIUECBAgQIAAAQIECBAgQIDA+AWs8BoFHD5zjXA+RoAAAQIECBAgQIAAAQLXJpANnbXhs+6Q3lCd3vzcLK3W72WcyOQ0B8+cOdm2P3giw7m4sjZtt5xabu9f3J7rGxAgQIAAAQIECBAgsL8Cf358tf1utwNonvvPnQNo8m/6RA6a6UZ6ifSSvyyyiprP9Rkn0qtc7yPVSz9R/dSCAIGDFvD9BAgQIECAAAECBAgQIECAwPgFrJAAAQIECBAgQIAAAQIECBAYv4AVEiBAgAABAkdFwOEzR+WX8pwECBAgQOAwCngmAgQIECDwNQWyubO/oTO93KbfT6/mkhNDvfRrU+n22iftypkb2vaH53PpXFxenbZbTi+395ccPDMHY0CAAAECBAgQ+CoB8wT2SOAvOYDmoZXhuz33n23y+r1tMpnsHDaZf+Mn6t/7yYn0coPU3ej2UifyjlHXZ1yRz2Uu49TJ3RjqdefVBAgQIECAAAECBAgQGKWARREgQIAAAQIECBAgQIAAAQLjF7BCAgQIECBAgAABAgQIECCwi4DDZ3aBOYptz0yAAAECBAgQIECAAIHDLJANnLXBs54zvdTpV51xYmicXje6103WPmlrZ29skw+fTHsucvDMraeX2gcXHTwzB2NwJAU8NAECBAgQIEDgKAv85YnV9rtdDqA58fwP2uzC71oOjMm/+5MTqftRBt1+t5c6c92cuiJzeQ/JOHVyRfVrLBMgQIAAgYMQ8J0ECBAgQIAAAQIECBAgQIDA+AWskAABAgQIECBAgAABAgQIEBi/gBUSIEDgqAg4fOao/FKekwABAgQIECBA4DAKeCYCBK5SIJs5+xs408vH068640R33K0zl0gvkY2oGU9WP26rZ0+27YGDZy6tTtstOXhmaZJLBQECBAgQIECAAAECByzwZQfQtOd/0KYX7m2TyaTVv/nz7/6Kbi/1l0V3mbmuO06dXt5Hqk7eJbQJECBAgAABAgQIECBAgACB8QtYIQECBAgQIECAAAECBAgQIDB+ASskQIAAAQIECBAgQGAXAYfP7AKjTYDAURTwzAQIECBAgAABAodRoLuhs54vvdTZ6Fl1xonuuOpuTp3ItYnJ2idt9dyNbfvDpzKci+XVabv11FL70MEzcy4GBAgQONoCnp4AAQIExiCQA2jufXBleCnP/aDNLvyu5cCZ/Ns/OVF1ckXdoMbJ3V7q6lVOL1HvI8kZ9+d366UvCBAgQIAAAQIE9lvA/QkQIECAAAECBAgQIECAAIHxC1ghAQIECBAgQIAAAQIECBAgMH4BKzwqAg6fOSq/lOckQIAAAQIECBAgQIDAYRT4imfK5s3ayFmXpjdUp9efyzhRc6kTNZ6ufdJWztwwePDMpZXPDp5ZnuRyQYAAAQIECBAgQIDAIRP46/nVds9uB9A8/4M2ff2eNplMWt4BcvhMourK1ct4t8iyu3MZJ9KrXO8t1Us/Uf3UgsCxFrB4AgQIECBAgAABAgQIECBAYPwCVkiAAAECBAgQIECAAAECBAiMX8AKCRAgQIAAAQK7CDh8ZhcYbQIECBAgcBQFPDMBAgQIEDhMAtm02d+omV6esd9Pr+aSK3Jd1f08Xfu4XXng39rko6fz8blYXpm0W04vtY8cPDPnYkCAAAECBAiMQ8AqCIxJ4P6dA2iuDC/p+R+22YV7v/QAmrwn7HYATW6a+UTqiv44/fTy/lF1cjcy3x2rCRAgQIAAAQIECBAgsN8C7k+AAAECBAgQIECAAAECBAiMX8AKCRAgQIAAAQIECBAgQIDAYRFw+Mz+/RLuTIAAAQIECBAgQIAAgWMrkI2ZtXGzENJLnX7VGSeGxt3rMp/ItYntlQ/b5Rw88/EzGc7FkoNn5jwM9l3AFxAgQIAAAQIECHxDgfvPr7XT577sAJp7Wh0wk5zI+0Hl1Ik8RnI30kuk1835bMbdyDV5D0kvdXJF9WssEyBAgMCxE7BgAgQIECBAgAABAgQIECBAYPwCVkiAAAECBAgQIECAAAECBAiMX8AKCRAgQGAXAYfP7AKjTYAAAQIECBAgcBQFPDMBAodBIJs0+xsz08uzpV91xonuuFtnM2jGFbk2vcnqh2317Mk2/fjZtOZi6cq03XZquX28PJ3rGxAgQIAAAQIECBAgcLgF/vbkWjt1bmX4IZ//UZu+dqpNJpOW94PpdDp3GE2/l/FXxdC7Sb48n8tc1cmCAAECBAgQIECAAAECBAgQOAgB30mAAAECBAgQIECAAAECBAiMX8AKCRAgQIAAAQIECBA4LAIOnzksv4TnIDBGAWsiQIAAAQIECBA4dgLdjZq1+PRSZwNn1RknuuOqK9d8jZNnax+1lTM3tMnAwTMXr0zbraeX2keXJvmoIECAAIHrJeB7CBAgQIDAHgn8/cnVdursLgfQvPDjNrtw+ksPoNl5Z5jNdg6o6df9R8x8ejngMrmi3luS06vrUlcM9WpOJkCAAAECBAiMVsDCCBAgQIAAAQIECBAgQIAAgfELWCEBAgQIECBAgAABAgQIECAwfgErJLCLgMNndoHRJkCAAAECBAgQIECAwFEUOMhnzgbM2qBZz5HeUJ3e0Fz1kitybTaETlY/bJcfuKFNPn4urbm4eHnabj211D528MyciwEBAgQIECBAgACBoybw96dW291nrww/9vM/brPXhw+gyftD3huSE7lB8m5R83mHyTUZJ1JXL7l6yRXVr7FM4CAEfCcBAgQIECBAgAABAgQIECAwfgErJECAAAECBAgQIECAAAECBMYvYIUECBAgQIAAgcMi4PCZw/JLeA4CBAgQGKOANREgQIAAgWMjUBs0uwtOL+OhjZk1l5zIdd2cOpF+NpBOVz9sK2duaNNPFg+e+eTypN16eqkl53pBgAABAgQIELjOAr6OAIE9FvjHU2vtrt0OoHnhx2322qk2mUxa3hl23hem05Y8NE6vG3nU7jh19ZIT3V69z1Qv8xVDvZqTCRAgQIAAAQIECBAYnYAFESBAgAABAgQIECBAgAABAuMXsEICBAgQIECAAAECBAgQIHBsBY7R4TPH9je2cAIECBAgQIAAAQIECOyrQDZc1obM+qL0hur0unMZJ6qXXFH96eoHbfXsyTb5ePjgmdtOLzt4JljiMwGJAAECBAgQIEBgDAL/zAE0Z64ML+XFn7Tpa3fPHUBT7xHJ+VByourK/V71uzl1Ra6v953U1U+ufmpBgAABAtdbwPcRIECAAAECBAgQIECAAAEC4xewQgIECBAgQIAAAQIECBAgQGD8AlZIgAABAodFwOEzh+WX8BwECBAgQIAAgTEKWBMBAqMXyObL/obL6vX7wchc5W7d7XX7k5X328qZk2174OCZjy9P2q2nlxw8EzxBgAABAgQIECBA4CAF9um7//n0WrvzgeEDaE68+NM2e+3uNp1OW94hkhNVV+730k/kkZO7Ub3kbuSaer9J3Z1LPdRLXxAgQIAAAQIECBAgQIAAgVEJWAwBAgQIECBAgAABAgQIECAwfgErJECAAAECBAgQIEDg2Ao4fObY/vQWfhwFrJkAAQIECBAgQIDAXgpkg2VtwKz7dnupq5/cH3d7mauo/uTKe23lzA1t8snzac3FR5cm7dZTS+3i5elc34AAAQIEWmNAgAABAgTGJPDAM2vtjgcuDy/pxZ+26at3tslkMncATQ6cSeRD9Z6RPDROr6Kuqc9WP+89mUtOL3VyRfr9Xs3JBAgQIECAAIH9EnBfAgQIECBAgAABAgQIECBAYPwCVkiAAAECBAgQIECAAAECBAiMX8AKCRwWAYfPHJZfwnMQIECAAAECBAgQIDBGgdGuKRsrs8Gyu8DqJSf6czXOXEV6VSdnnI2ekyvvttWzJ9vkkxfSmouPl6ftttNLbemKg2fmYAwIECBAgAABAgQIjFTgzDPr7Y4Hrgyv7sWftdlrd7e8RyTyXtHP6XUjN+qOU3d7edepXvUrZ67q5Irq11g+dgIWTIAAAQIECBAgQIAAAQIECIxfwAoJECBAgAABAgQIECBAgACB8QtYIQECBAgQIEDg2Ao4fObY/vQWToAAgeMoYM0ECBAgQIDAXghkE2Z/Y+VQr74rc6mTK/L5qivnmmwSnVx5r62cvbFtDxw889HypN3q4JlQCQIECBAgQGBXARMECIxR4Mwza+23/9ztAJqftumrd7a8W0wmk52cd4uhyDXpxyh1InV63feU9GoudUV6uS7j1MndGOp159UECBAgQIAAAQIECOyVgPsQIECAAAECBAgQIECAAAEC4xewQgIECBAgQIAAAQIECBAgQOB6CRzc4TPXa4W+hwABAgQIECBAgAABAgT2TCAbKWujZd20esmJ6if3x+klqp+cSC+bPacr77XVsyfbZLeDZ+5Zbksrk1wujoqA5yRAgAABAgQIECCwRwJnn/2yA2h+1mafHUCz824xnX5+CE3eOfqRa/JY1U9dvdTpd3PqiszVe1Hq6idXP7UgQIDAsRKwWAIECBAgQIAAAQIECBAgQGD8AlZIgAABAgQIECBAgAABAgQIjF/ACgkQIEDg2Ao4fObY/vQWToAAAQIECBxHAWsmQIDANxHIpsr+RsqhXn1H5lInJ6qunF4i42zynF55t62cuaFNLr6Y1lx8uDxpt5xeastXJnN9AwIECBAgQIAAAQIEFgXG3MkBNL/55+XBJc5e/FmbvnrHzqEzedeoyPtG6uRE6kTq3Ch1oltnnKhecjcyV+9HqbtzqYd66QsCBAgQIECAAAECBAgQILBXAu5DgAABAgQIECBAgAABAgQIjF/ACgkQIECAAAECBAgQIHC9BBw+c72kfQ+BRQEdAgQIECBAgAABAkdGIBsna2NlPXS3l7r6yf1xt5e5iupPV95tK2dPtsnFl9Kaiw+WJu2200vt0sp0rm9AgACBIyLgMQkQIECAAIE9Fjj37Hr7zT+GD6BpL/53m7z8mzaZTFoOl0nk/aNy6m6kn8erXupupJ9xXZe6InP1npS6+snp93vpCwIECBAgQGC0AhZGgAABAgQIECBAgAABAgQIjF/ACgkQIECAAAECBAgQIECAAIHxC1ghgWMr4PCZY/vTWzgBAgQIECBAgACB4yhgzdcikA2T2TjZ/Wz1khP9uRrXXDenTuSabOCcXH67XXng37704JllB8+ESxAgQIAAAQIECBAg8JnAuefW26//ceWz0Xw68fLP2+ygEzteAAAQAElEQVTV3y4cPpP3j7yLJCdSJ1LnDql3i7wTZS7XdSO9zKWXOrmi+jWWr6eA7yJAgAABAgQIECBAgAABAgTGL2CFBAgQIECAAAECBAgQIECAwPgFrJAAAQIECBAgQOB6CTh85npJ+x4CBAgQWBTQIUCAAAECBA69QDZP9jdMDvVqIZlLnZyounJ6iYyzwTMHz6ycuaFNl15Jay4+uLjdbj291C6tTuf6BgQIECBAgMARE/C4BAgQ2CeBB59ba7/6+/ABNO2ln7fpK79tef+YTCY7T5A67yHJiX6di9JPVF2530u/InP13pS6+pWHejUnEyBAgAABAgQIEBiNgIUQIECAAAECBAgQIECAAAEC4xewQgIECBAgQIAAAQIECBAgQGC0Ap8fPjPaFVoYAQIECBAgQIAAAQIECFyTQDZI1gbKukH1khPV3y3XNd1Nnbk24+1Lb7WVsyfbZODgmfeXttut9yy3yw6eCdeehpsRIECAAAECBAgQGJPAQ8+vtV/97fLwkl76nzZ95TefH0CT95CKvKv0I3PdXm6aceVunV43MlfvT6m7c9Xv9tQECBDYbwH3J0CAAAECBAgQIECAAAECBMYvYIUECBAgQIAAAQIECBAgQIDA+AWskAABAgQIXC8Bh89cL2nfQ4AAAQIECBBYFNAhQIDAoRXIZsn+BsmhXi0gc91IP+PkbOBM7o63L73Z1s7d2KYDB8+8d3HSbju15OCZoAkCBAgQIECAAIExCFjDPgs89MJ6+9XfdzuA5udt+vKvdw6g6b6T5D0l48qpK/K4/Xq3XvoV+Uy9R6WufuWhXs3JBAgQIECAAAECBAgQIHDkBSyAAAECBAgQIECAAAECBAgQGL+AFRIgQIAAAQIECBAgQGC0Ag6fGe1Pa2FfX8AnCBAgQIAAAQIECBCIQDZE1obJjBPVS06kV9Efp1+9oTz57OCZydDBM59M2m2nl9rltVluIwgQILAPAm5JgAABAgQIjFHgoefX2y//tssBNC//YucAmhw0M5lMdg6iSZ3IO8tQjlHmElUnJ4Z66ec9KnPJGadOrki/36s5mQABAgQIENhrAfcjQIAAAQIECBAgQIAAAQIExi9ghQQIECBAgAABAgQIECBAgMD4BayQAIHrJeDwmesl7XsIECBAgAABAgQIEFgU0Dl0AtkImQ2R3QerXnK3n7p6yYmhXvWzoXNr+UJbOXuyTZZezaVz8d4n2zsHz1xZm871DQgQIECAAAECBAgQIHA1Ag+/sN5+ef+XHUDzq88Pnsl7St5RupHvyLjmMk6d6NYZJ6qXnOj26r2qeplPpN/vpT/6sEACBAgQIECAAAECBAgQIEBg/AJWSIAAAQIECBAgQIAAAQIECIxfwAoJECBAgAABAgRGK+DwmdH+tBZGgACBry/gEwQIECBAgMDxFsgGyGyE7CpUL7nbT129yt1ebdisuYy3ly+01TMn23T5tVw6F+9+nINnltuVdQfPzMEYECBAgACBfRBwSwIECIxZ4OEX19v/vf/S8BJf/r9t+tIvW95P8q7Sj/TzweTMJWecOlF15X4v/YrM1ftV6uonp9/vpS8IECBAgAABAgQI7KWAexEgQIAAAQIECBAgQIAAAQLjF7BCAgQIECBAgAABAgQIECBAYPwC12uFDp+5XtK+hwABAgQIECBAgAABAodYIBsfswGy+4jVS+72d6vruu4GzVyb8WT5jbZ27sY2vfR6WnPx7ifH+uCZOQsDAgQIECBAgAABAgS+ucAjL260X9x/efhGr/yyTV/+VZtMJp8fQpN3lkTeaZLzwdSJjJMraq5y+lUnV+T9KnPJ6aVOrqh+jWUCBEYvYIEECBAgQIAAAQIECBAgQIDA+AWskAABAgQIECBAgAABAgQIEBi/gBUSIECAAIHRCjh8ZrQ/rYURIECAAAECX1/AJwgQIHA8BbIJsr/xsXrJfZX0ulHz1atxcjZqTi690VbOnmyT5cWDZ975eLvdenqprWxMc7kgQIAAAQIECBAgcB0EfMVxEHj0xfX2i78OH0Bz4pVfttnLv2p5h8khNMl5d+lG9ZITMUtOVF2536t+5XrfquvSrxjq1ZxMgAABAgQIECBAgAABAt9EwGcJECBAgAABAgQIECBAgACB8QtYIQECBAgQIECAAAECBAjslYDDZ/ZK0n32XsAdCRAgQIAAAQIECBDYd4FsdKyNkPVl1UuuXj9351Inck1yRTZuTpYvtJUzN7TppcWDZ97+eLvddnqpra7P8lFBgMBxFbBuAgQIECBAgMA+CTz60nr7+S4H0LSdA2h+uXMATd5d8h5TOXUij5Wc2G0u1yRyTTenTuR9K3PJGadOrki/36s5mQABAgQIjErAYggQIECAAAECBAgQIECAAIHxC1ghAQIECBAgQIAAAQIECBAgMH4BKyRAYLQCDp8Z7U9rYQQIECBAgAABAgS+voBPHC+BbHDMRsfuqquX3O2nTq8i40TGlVMnajxZfr2tnj3ZppcupDUXb3+01W7PwTMbDp6ZgzEgQIAAAQIECBAgQGBPBR7LATR/uTR4z9nLv2yTF3/R+gfLZDyZTBb6dZO89yQyTu5G9ZITmatc71/VSz+Rfr+X/n6GexMgQIAAAQIECBAgQIAAAQLjF7BCAgQIECBAgAABAgQIECBAYPwCVkiAAAECBAgQIEBgrwQcPrNXku5DgACBvRdwRwIECBAgQIDAvglkY2M2OHa/oHrJ3X7q6lXu9rIxM/1E+hlvL73WVs/d2CaDB89st9tOL7dVB8+ESxAgQIAAAQIECBAgsM8Cj7280f5nlwNoTrz66zZ96Rcth83knSbvM4nUiX6dcR43c4mqK/d76Vdkrt7DUlc/Of1+L31BgAABAgQIECAwGgELIUCAAAECBAgQIECAAAECBMYvYIUECBAgQIAAAQIECBAgQIDA+AVGu0KHz4z2p7UwAgQIECBAgAABAgQIDAtkQ2M2NnZnq5fc7Xfr7lzV/ZyNmJPl19rq2ZNtsnyh+/Gd+q2Pttutp5fb2uZsZ3z4/ueJCBAgQIAAAQIECBAYo8DjL2+0/971AJrftFnnAJq85yTyfpNInai6cnqJeHVzt85cNzJX72Opu3PV7/bUBAjsl4D7EiBAgAABAgQIECBAgAABAuMXsEICBAgQIECAAAECBAgQIEBg/AJWSIAAAQIECOyVgMNn9krSfQgQIECAAIG9F3BHAgQIENhzgWxu7G9orF5y/wvTq6i5jFMnJ1InsgFzsvRaWzlzsk0uvZHWXLz14Xa7/fRyW9+czvUNCBAgQIAAAQIEjrmA5RO4TgJP5ACaP18e/rZXf9OmnQNo8n6TyDvPZDJpqfPBjL8sutdUndyNfL7ey1J351IP9dIXBAgQIECAAAECBAgQONICHp4AAQIECBAgQIAAAQIECBAYv4AVEiBAgAABAgQIECBAgMCRFXD4zJH96a7/g/tGAgQIECBAgAABAgSOtkA2MNYGx1pJ9ZKr18/duaqTu5GNmFsXX2krZ0+26eU3+7dob3643W67Z6mtOXhmwUaDwGET8DwECBAgQIAAgTELPPHKevvZny4NLvHEq79ps88OoMk7TvedJ3V6idT9qBumnzo5UXVyRd7LMpecXurkiurXWCZAgAABAvsh4J4ECBAgQIAAAQIECBAgQIDA+AWskAABAgQIECBAgAABAgQIEBi/gBUSIEBgrwQcPrNXku5DgAABAgQIECBAYO8F3JHAnglkM2N/A2P1kvtflF5FzWWcunLqRMbbF19pa+duHD545oOtdtvppba+OcvlggABAgQIECBAgAABAgcqcP7VjfbTXQ6gaTsH0Py85T0nB80k+nXGXxVZYF1TdXIi/cqfvaftfF963ajruj01AQIECBAgQIAAAQIECBAgcGQFPDgBAgQIECBAgAABAgQIECAwfgErJECAAAECBAgQIHBkBRw+c2R/Og9OgMD1F/CNBAgQIECAAIGjKZANi7WhsVZQveRuL3X1Knd73Y2Xmc9485OX2urZk216+a1cOhdvfrjVbr1nuW1sOXhmDsaAAAECBA6xgEcjQIAAgeMg8OSXHkDz2zZ98X92DoTJO09F3oG+Ksou16VOTlSd3I3M1fta6u5c+v1ed15NgAABAgQIECDwTQR8lgABAgQIECBAgAABAgQIEBi/gBUSIECAAAECBAgQIECAAAEC4xewwr0ScPjMXkm6DwECBAgQIECAAAECBA6hQDYqZsNi99Gql9ztd6/LXI1T57rkbi/j7Ysvf3rwzJW3c8lcvPHBVrvt1HLb/CYHz8zd0YAAAQIECBAgQIAAAQJ7J5ADaH7yx0vDN3z1t236wn+3/sEzGU8mk4V+3o+6kZtmXLlbp9eNzHXftbpz1e/21ARGKWBRBAgQIECAAAECBAgQIECAwPgFrJAAAQIECBAgQIAAAQIECBAYv4AVEiBAgAABAkdWwOEzR/an8+AECBAgQOD6C/hGAgQIEDhaAt0NjPXk1Uvu9lKnV9Edd+vu/NbHL+4cPDO78k4umYsLH2y3204vt43t2VzfgAABAgQIECBA4PALeEICx0ngqdc22k/+uDy85NfuaLMXvziAJgfP1DtR6nwouXq75VxXc1UndyPzddBM6u5c6qFe+oIAAQIECBAgQIAAAQLXKuBzBAgQIECAAAECBAgQIECAwPgFrJAAAQIECBAgQIAAAQIECFytgMNnrlbq8F3niQgQIECAAAECBAgQILCrQDYm1sbFuqh6yf3e0Liu6+ZsrExsffJSWz17Y5sOHDzz+vs5eOZi23TwTLHKBL6JgM8SIECAAAECBAjss8BTr222H//x0vC3vHZnm77w3y3vRXkXSqROTCaTz/sZ96NumH7q5ES/zjiRuXqPS51eRfVrLBMgQIDA6AQsiAABAgQIECBAgAABAgQIEBi/gBUSIECAAAECBAgQIECAAAEC4xewQgIECBxZAYfPHNmfzoMTIECAAAECBAhcfwHfSOBoCGSTYn9jYvWSaxWpc11yReb6dfWSE9s7B8+cbNOVdzKciwvvb7Xb71lqW9tzbQMCBAgQIECAAAECBAgcaoGnX9toP/pDHUAz/6gnXs8BND/7/KCZ7gE0eX/K1f1e+v3IddVLncg4uSLjvKdlnDq5G0O97ryaAAECBAgQIECAAAECBAgQuFoB1xEgQIAAAQIECBAgQIAAAQLjF7BCAgQIECBAgAABAgSuVsDhM1cr5ToCBA6fgCciQIAAAQIECBBYEMhGxNqoWJPVS96t15/LdeklahNl8tbHL7TVsyfb9MriwTOvv7fVbju93La2Z/m4IECAAAECeyPgLgQIECBA4DoJPPP6xq4H0LTX7mzT53+6cABN3pMS3Xen1N2ox08vdXIi9VBkrt7rUnevSb/f686rCRAgQIAAAQJHVsCDEyBAgAABAgQIECBAgAABAuMXsEICBAgQIECAAAECBAgQ8pd9owAAEABJREFUIEBg/AJWeGQFHD5zZH86D06AAAECBAgQIECAAIF5gWxAzEbEbrd6ydVP3b2uO06d6ypXnfH2Jy+2tXM3tunKu2nPxWs5eOae5bY1cfDMHIwBAQIECBAgQIAAAQJHSuCZ1zfaD3+/PPzMr9/VJs//ZPAAmrwzJeogmtS7RW5ec1UndyPz9d6WujuXfr/XnVcT2AsB9yBAgAABAgQIECBAgAABAgTGL2CFBAgQIECAAAECBAgQIECAwPgFrJAAAQIECBAgcLUCDp+5WinXESBAgACBwyfgiQgQIECAwJxANiB2G9mMmF5y9VNXL3Uic8mJbp1xIr2tj59vq2dPtsmV4YNnbj+93LYdPBMqQYAAAQIECBDYawH3I0DgOgs8e2Gz/ei+4QNoTrx+d5sOHECTd6c6eKZyet3IMmr8ZXXmErk2729VJ1ekn/kaywQIECBAgAABAgQIHHkBCyBAgAABAgQIECBAgAABAgTGL2CFBAgQIECAAAECBAgQIEDg0Ao4fGbPfho3IkCAAAECBAgQIECAwMEIDG04TK+/GbF69ZTdcer0K6euDZNbHz23c/DMdOW9tOfi1Xc32+33LLXt6Wyub0BgvAJWRoAAAQIECBAgcBwEnnljs/3w98MH0LTPDqDJO1M34pJ3qkT6yf3oXtOva5xckc/n3S7j1MkV1a+xTIAAAQJ7KeBeBAgQIECAAAECBAgQIECAwPgFrJAAAQIECBAgQIAAAQIECBAYv4AVEiBAgMDVCjh85mqlXEeAAAECBAgQIHD4BDwRAQItmw/7Gw6rl1xEqXNdckXm+nW/t7lz8MyNbbryfqbm4tV3t9rt9yy37clc24AAAQIECBAgQIAAAQJ7K3BAd3v2wmb7wX2Xhr/99bvb7IWfthwyk5hMJjt1vWMlp5/cj9ywev26xskVuTbvcxmnTu7GUK87ryZAgAABAgQIECBAgAABAkdCwEMSIECAAAECBAgQIECAAAEC4xewQgIECBAgQIAAAQIEDq2Aw2cO7U/jwQgcPQFPTIAAAQIECBAgcH0FssGwNiDWN1cvud/rjvt1rq/IBsnE1s7BMyfbdHXx4JlX3tlqt92z1CbTupNMgAABAsdFwDoJECBAgMBxEnjujY32g98tDy955wCan+wcCpr3qbxHJaru5tTdyA1r3K9rnFyRa+v9L3X1k9Pv99IXBAgQIECAAIFvIuCzBAgQIECAAAECBAgQIECAwPgFrJAAAQIECBAgQIAAAQIECBAYv4AVErhaAYfPXK2U6wgQIECAAAECBAgQIHCIBLKx8MSJE3NPVL3kmkidjYgZp070x+klck02SiZPPnm+rZy5oc1WP8hwLl55d6vdfs9Smzp4Zs7FgAABAgQIECBAgACBcQo89+Zm+69dD6A51abP/WjnAJq8T00mk3+9K336spT3rET6yV8Wkav51ImMkysy7r7PVT85/cynFqMUsCgCBAgQIECAAAECBAgQIEBg/AJWSIAAAQIECBAgQIAAAQIECIxfwAoJECBAgAABAodWwOEzh/an8WAECBAgcPQEPDEBAgQIELh+AtlY2P22bDJML7n6qauXOpG55ETqRNXZEJnx1kfPfnrwzNqHGc7Fy+9stdtPL7fpbK5tQIAAAQIECBA4RgKWSoDAcRR4/s3N9p+7HUBz4XSbPPfDnQNo8n6Vd6tE1d2cuqIcu+NunfmMkysyzntexqmTK9Lv92pOJkCAAAECBAgQIEDg6wq4ngABAgQIECBAgAABAgQIEBi/gBUSIECAAAECBAgQIECAAAECJTDew2dqhTIBAgQIECBAgAABAgRGJDC0kTC9/ibD6tXSu+PU6ScnUmdjZPLmh0+31bMn23R14OCZtzfb7fcstenMyTOxEodEwGMQIECAAAECBAgQuE4CL+QAmnuXB7/txIV72vS5H7a8WyUmk8lOnYvz3pVIP/nLont96kSuT67IOO+AGadOrki/36s5mQABAkdawMMTIECAAAECBAgQIECAAAEC4xewQgIECBAgQIAAAQIECBAgQGD8AlZIgAABAodWwOEzh/an8WAECBAgQIAAgaMn4IkJENh/gWwk7H5LNhWml1z91NVLneiOc116yYlsgEze/uiZtnbuxt0Pnrl3uTl3JlKCAAECBAgQIECAwPEWOM6rf+GtzfYf9y4NE1y4p82e+9HOoTN556oDaPLOlXGiW2ecqJulTmScnEid6NY1znte1ckV6fevrzmZAAECBAgQIECAAAECBAhcrYDrCBAgQIAAAQIECBAgQIAAgfELWCEBAgQIECBAgAABAgRKwOEzJSETGJ+AFREgQIAAAQIECIxIYGjjYHr9TYXVq6XXODmRfjdn42N6mx883VbOnGzT1Y8ynIuX3tpst93j4Jk5FAMCBAgcHgFPQoAAAQIECFxngRff2mq337PLATRv3NNmz88fQJN3sLx7JSe6dR49vX50+6kTuSa5ojvu1pnvvyumJwgQIECAAIEjLeDhCRAgQIAAAQIECBAgQIAAgfELWCEBAgQIECBAgAABAgQIECAwfgErJHBoBRw+c2h/Gg9GgAABAgQIECBAgMDRE9ifJ84mwmwc7N69esnVT13X1WbGjNMfilyTz259+HRbPXuyTdcGDp55e6vdfu9yLhMECBAgQIAAAQIECBAg8JnAS3lXyiGdn43n0oV72uy5H7a8c+VdLLki40TG3Zw690hOpE6kTqROdOuME3nvS+7Ppd/v5TqxFwLuQYAAAQIECBAgQIAAAQIECIxfwAoJECBAgAABAgQIECBAgACB8QtYIQECBAgQIECAQAk4fKYkZAIECBAYn4AVESBAgACBkQhkw2B3Kdk8mF5y9VNXL3W33x9nLhsdkzfff3Ln4JnZ+scZzsWLb2212+9ZmusZECBAgAABAgQOnYAHIkCAwAEJvPT25r/emZZbmw08wBv3tumz/7VzAE3evxJ5N0tOVJ3cjbpTXZNxzadOZJxckXHeBzNOnVyRfr9XczIBAgQIECBAgACBIyXgYQkQIECAAAECBAgQIECAAIHxC1ghAQIECBAgQIAAAQIECBAgcGAC1+3wmQNboS8mQIAAAQIECBAgQIDAERUY2iCYXn/zYPWyzNSJXNMdp5dIL5sYk7c+fKqtnbuxTdcWD5554a3N9h/3OngmTuLrCbiaAAECBAgQIECAwHESePntzXbbPUut3re6az/x5n2fH0CT+clksnMYTeqKvJ9VPZTrfjXXHVednPnue2B6FelnvsYyAQIE9kLAPQgQIECAAAECBAgQIECAAIHxC1ghAQIECBAgQIAAAQIECBAgMH4BKyRAgAABAiXg8JmSkAkQIECAAAEC4xOwIgIEjrhANgh2l5DNguklVz91ehmnTs44dUV6iYyzsTH11gdPtpUzN7Tp+icZzsULb262/7x3ea5nQIAAAQIECBAgQIDAoRXwYAcs8PI7W+2208ttOpstPEkOoJk9918t72J5J6vojrt1zedGqWuuxumlTnTrGud9sOrkivT719ecTIAAAQIECBAgQIAAAQJHQsBDEiBAgAABAgQIECBAgAABAuMXsEICBAgQIECAAAECBAgcmIDDZw6M3hcfPwErJkCAAAECBAgQIHB1AkMbAtPrbxasXu6aOlHXpE4/kboi4+0Pn2orZ0622frFDOdi5+CZ3zl4Zg7FgAABAl9LwMUECBAgQIDAcRR45d2tdvs9y22yeP5Ma2/c12bPfnoATQ6TmUwmO4fRpK53tW5dvThWndwdp05UP3WiO+7Wmav3xdSCAAECBAgQ+KYCPk+AAAECBAgQIECAAAECBAiMX8AKCRAgQIAAAQIECBAgQIAAgfELWCEBAiXg8JmSkAkQIECAAAECBAgQGJ/AEVxRNgdmQ2D30auXXP3UdV1tUsw4/aHINfnspwfP3NBmG4sHzzz/5mb7TwfPhEkQIECAAAECBAgQIEDgawu88s5Wu/30cptOBz765n1t9tynB9DUO1ve0xLdcdWVc6dufTXjXJP3w+R8Nrki/X6v5o509vAECBAgQIAAAQIECBAgQIDA+AWskAABAgQIECBAgAABAgQIEBi/gBUSIECAAAECBAgcmIDDZw6M3hcTIEDg+AlYMQECBAgQIPDlAtkAmI2A3auql1z91HVd6vQzTp3IuBvV2/7wybZy5oY2XV88eOa5Nzbbfzl4psumJkCAAAECBK5RwMcIECBwnAVefXez3Xp6qU0mAwpv3NfaZwfQ5NCZRN7XKvfrjBO5U3JdV+P0Ug9F5vKemLnUyRXp93s1JxMgQIAAAQIECBC4WgHXESBAgAABAgQIECBAgAABAuMXsEICBAgQIECAAAECBAgQIEBg/AK1QofPlIRMgAABAgQIECBAgACBAxTIxr9sAOw+QvWSq5+6rhvaeJj5iswnMt56/4l25YF/2+XgmY32g/uW6yvkcQlYDQECBAgQIECAAAEC11ngtfe22m33LLXtyWzhm2dv3Ndmz/5Hq3e15Iq8uyUyTu5GblTj1IndxunXfL0/Vi/9RPr9XvqCAIEjK+DBCRAgQIAAAQIECBAgQIAAgfELWCEBAgQIECBAgAABAgQIECAwfgErJECAAAECBybg8JkDo/fFBAgQIECAwPETsGICBAjsLpCNf93ZbAJML7n6qdPLOHVyd1y99FMnUm998ERbOXNDm20sHjDz7IXN9oP7LuUyQYAAAQIECBAgQIDAngi4CYHWPj2AZnnwAJr25h/a9Jnbdw6g6R40s1udd7tEXJPruhqnl7qi3hMzzlyNU6dXkX6/V3MyAQIECBAgQIAAAQIECHyVgHkCBAgQIECAAAECBAgQIEBg/AJWSIAAAQIECBAgQIAAgeMj4PCZ4/NbW2lfwJgAAQIECBAgQIDAIRAY2uiXXn8TYPXyyKkT3Xq38db7j7fVsyfbbHPxgJln39hsP/z94oE0ua8gQIDAaAQshAABAgQIECBwQAKvv7fVbj09fADNibf+2GbPfnEATQ6Uqcj7XSLj5G5kKTVOnRgaV7+b+3XG/XfP9AQBAgQIEDiSAh6aAAECBAgQIECAAAECBAgQGL+AFRIgQIAAAQIECBAgQIAAAQLjF7BCAgQOTMDhMwdG74sJECBAgAABAgQIHD8BK54XyAbBbPTrdquXXP3UdV1tPuzOZT7j5ERds/Xe423lzMk22xg4eObCZvvhfQ6eiZsgQIAAAQIECBAgQIDAfglceD8H0Cy1re3Z4le8+cfWnv2Plne4RL3PVZ3xUORG6ee61ImME6kT3TrjRN4rE/25oV6u/ybhswQIECBAgAABAgQIECBAgMD4BayQAAECBAgQIECAAAECBAgQGL+AFRIgQIAAAQIECBwfAYfPHJ/f2koJECDQFzAmQIAAAQIEDlAgm/2ywa/7CNVLrn7qui51+v1xejVXeev9x9vK2RvabHPx4JlncvDM7x08EzdBgMZq4CAAABAASURBVAABAgSOgYAlEiBAgMABC1x4f7vdejoH0Cw+yOzNP7Tp07ftegBNDphJ5F2vG7lTxjVX4/RSD0XmEnmnTO5eM9TrzqsJECBAgAABAgQOvYAHJECAAAECBAgQIECAAAECBMYvYIUECBAgQIAAAQIECBAgQIDA+AUObIUOnzkwel9MgAABAgQIECBAgMBxFcgmv2zs666/esnVT13XpU5kLnkoatPh5ruPtpUzOXjmci6fi2de32g/cvDMnMn1Hfg2AgQIECBAgAABAgSOo8AbH2y3W08tta2txdWfePtPbfr0rTsH0Ewmk5b3vbzfVWScyDi5ou6UcbceGnd7uTbvmlfTy7WCAIFrEfAZAgQIECBAgAABAgQIECBAYPwCVkiAAAECBAgQIECAAAECBAiMX8AKCRAgQIDA8RFw+Mzx+a2tlAABAgQIEOgLGBMgQOCABLLJr/vV2fCXXnL1U6eXcepEf5y5ROYSqbfff6ytnj3Z2taVDOfi6Rw884dLcz0DAgQIECBAgAABAqMXsEACh0TgjQ+32q33LLXN7dnCE514+89t9vStnx88k3e87mEzqfOh9Ici8+l3r0ldUe+TGdd16VWdfmKol74gQIAAAQIECBAgQIDAoRfwgAQIECBAgAABAgQIECBAgMD4BayQAAECBAgQIECAAAECBPZNwOEz+0brxl9XwPUECBAgQIAAAQIExi7Q39SX9abX39xXvcz3NxCml/nKNZ/e5ruPtJUzN7TZ0MEzr220Hzt4JmyCAIEDFvD1BAgQIECAAIHjLPDGB1vt1lNLbWNr8QCalgNonrm15T1vMpl8fhBNxnnn6+f0EuXZr4fG1UtO9N9Hc6+hXvqCAAECBAh8HQHXEiBAgAABAgQIECBAgAABAuMXsEICBAgQIECAAAECBAgQIEBg/AJWSIDA8RFw+Mzx+a2tlAABAgQIECBAgEBfwPg6C2QDX/crhzb6VS/XZWNhckXmqpe6G9vvP9pWz55ss62Vuvzz/NRrm+3Hf7z0+VhBgAABAgQIECBAgAABAgcn8OaH27sfQPPWn9vs6Vt2Dp7pH0CT98FEnrz7PtivM5/o9DPcNfKummu7Fwz1uvNqAgQIECBAgAABAgQIECBA4NAJeCACBAgQIECAAAECBAgQIEBg/AJWSIAAAQIECBAgQGDfBBw+s2+0bkyAAIGvK+B6AgQIECBAYKwC/U18WWd6/c181av55IrMJTJOrsh48v5jbfXsjbscPLPRfvLH5VwmCBAgQIAAgUMh4CEIECBAgEBrb3302QE0m7NFjrf/8vkBNDlsJu9/lbt1t5d+bpRc/Ron9yPXpZec6L+fZm6ol74gQIAAAQIECBC4GgHXECBAgAABAgQIECBAgAABAuMXsEICBAgQIECAAAECBAgQIEBg/ALHZ4UOnzk+v7WVEiBAgAABAgQIECBwAAK1ia/71dVLrn7qbOzLOHUidSJ1oltnnNh675G2cuaGNt28kum5ePLVHDxzaa5n0BMwJECAAAECBAgQIECAwAEJ5ACaW04vtfVdDqCZPvX9loNkEnn/S+5GHjvjzHUj/YyTE6kratzNqRN5J811qSuGejUnEzhSAh6WAAECBAgQIECAAAECBAgQGL+AFRIgQIAAAQIECBAgQIAAAQLjF7BCAgQIECBAYN8EHD6zb7RuTIAAAQIECHxdAdcTIEBgjALZqNddVzbypZdc/dTpZZw60R9nLpG5ROrt9x5pVx74tzbdWslwLs6/utF++icHz8yhGBAgQIAAAQIECBwKAQ9BgMAXAm9/tN1uPbXU1jamXzQ/q06889c2e3rxAJq8EyZy8EwuTc64H9XPNZlL7ka9d6ZX8+lVnX5iqJe+IECAAAECBAgQIECAwJcJmCNAgAABAgQIECBAgAABAgTGL2CFBAgQIECAAAECBAgQIDAeAYfPjOe33OuVuB8BAgQIECBAgAABAt9AoL9ZL7dKr79pr3o1n3G37o5r42B6m+88uHPwTNtey+Vz8eSrG+1nDp6ZMzEgQGBXARMECBAgQIAAAQIHLPD2x9vt1tPLbX1z8QCa9vZf2+yp77W8DybyPpjcjTx+xpmrSC+RcXIidSJ1InVFd9x/b83cUC99QYAAAQJHRsCDEiBAgAABAgQIECBAgAABAuMXsEICBAgQIECAAAECBAgQIEBg/AJWSIAAgX0TcPjMvtG6MQECBAgQIECAAIGvK+D6MQlkY153PdnQl15y9VOnl3Hq5IqMExknd2Pr3Yfa6tmTrU3WMz0X51/daD918MyciQEBAgQIECBAgAABAgQOl8Di07zz8Xa75dRyW9uYDUze32ZPf69NJpOdQ2jyfliHzSQn8qHkzHUj/YyTE6krMt4t8q6a67rzQ73uvJoAAQIECBAgQIAAAQIECBDoCqgJECBAgAABAgQIECBAgACB8QtYIQECBAgQIECAAIHxCDh8Zjy/pZUQILDXAu5HgAABAgQIELgGgf7mvNwivf4mverVfMaJ7rhb19zmO+faypkb2mx78eCZJ15Zbz9z8EzYBAECBAgQuHoBVxIgQIAAgUMi8OkBNEttdegAmrfvbyeeuWXn8Jk6ZKZy3hdTZxnJGfcj/cwnMpfcj+onJ/rvsbl+qJe+IECAAAECBAgcegEPSIAAAQIECBAgQIAAAQIECIxfwAoJECBAgAABAgQIECBAgACB8QtY4b4JOHxm32jdmAABAgQIECBAgACB4yZQm/O6665ecvVTZ8NexqmTE6kr+uP0N98+11bP3tjaZCPTc/H4K+vtv/98ea53FAeemQABAgQIECBAgAABAsdZ4N1Pttstpy62lfXZAsPs7b+22dPfWziAJgfLVOTdMXVyN3KzGqdOdMepq5ecSC/vrskZVwz1ak4mcLUCriNAgAABAgQIECBAgAABAgTGL2CFBAgQIECAAAECBAgQIECAwPgFrJAAAQIECBAYj4DDZ8bzW1oJAQIECBDYawH3I0CAAIGvKZANeN2PZINeesnVT51exqkrMk5kXDl1IuNPD545OXzwzMsb7X8cPBMmQYAAAQIECBAg8PUFfIIAgUMm8N4nk3brqYttdX26+GRv39+mT3534QCavDtW5ENDB9DUfDfn2m7U+2r1cm16ydVLHuqlLwgQIECAAAECBAgQOLQCHowAAQIECBAgQIAAAQIECBAYv4AVEiBAgAABAgQIECBAgACBaxZw+Mw1013vD/o+AgQIECBAgAABAgQOq0B/E16eM73+Zrzq1XzGqROpE90648Tm22fb2oM3ttlkI9Nz8fhLG+1//nJprmdAgMBRFvDsBAgQIECAAAECBFp77+Kkff/u5bYycADNiXf/3ma9A2jy7pgDZxKTyWSHMHX63chEjbt1ekPj6vXfb9Mf6qUvCBAgQOBqBFxDgAABAgQIECBAgAABAgQIjF/ACgkQIECAAAECBAgQIECAAIHxC1ghAQIExiPg8Jnx/JZWQoAAAQIECBAgsNcC7kfgKgWy4a57aTbtpZdc/dTpZZw6OVF1N6eu2Hr7bFs9e7LNthcPnnns5Y32P3918EwcBQECBAgQIECAAAECBK5Z4JB+8P2l7fb9U8vtysABNO3dv7fpk99pOWCmG/UumV6WlVy9yul3I/2MK6fuR+byTpvcnRvqdefVBAgQIECAAAECBAgQIEDg0Ah4EAIECBAgQIAAAQIECBAgQGD8AlZIgAABAgQIECBAgMA1Czh85prpfJAAgest4PsIECBAgAABAodNoL/pLs+XXn/zXbfX3fiX6xPpJee6bmy+febTg2cmm5mei8deWm8//4uDZ+ZQDAgQIEBgFAIWQYAAAQIECHwh8MHF7XbL3Uvtytr0i+Zn1Yl3/9FmnQNouu+Tec+cTCY7V6auuW6d3s4F//pf1ZX/1WqpE6kTqfvvu+kP9dIXBAgQIECAAIEvEzBHgAABAgQIECBAgAABAgQIjF/ACgkQIECAAAECBAgQIECAAIHxC1jheAQcPjOe39JKCBAgQIAAAQIECBC4zgLZYNf9yqGNeNWr6+oz6VdkrurKm2898OnBM9OtTM/Fozl45q+X53r7NHBbAgQIECBAgAABAgQIEDhggQ+WJu37p3IAzWzxSXoH0OTAmXqvTK7DZirnBun3I/2KzFWd3B2nznttcuYqhno1Jx8JAQ9JgAABAgQIECBAgAABAgQIjF/ACgkQIECAAAECBAgQIECAAIHxC1ghAQIECBAgQOCaBRw+c810PkiAAAECBK63gO8jQIAAgcMi0N9kl+dKr7/ZLr3MJVJXZJzIuHLqiq23z7S1c/+rtel2pufi0RfX2y8cPDNnYkCAAAECBAgQGJeA1RAgQGBR4MOlSfve3Rfb5dXhA2gmT/zvVgfMJCfyjlm5X2dckW+rOrnGyYmhd91+b+i69AQBAgQIECBAgAABArsJ6BMgQIAAAQIECBAgQIAAAQLjF7BCAgQIECBAgAABAgQIECBwdAQcPnOtv5XPESBAgAABAgQIECBwLAWyES+b7LqLr15y9VPnukTqROaSK/rj9DffeqCtnj3ZZtOtTM/Foy9ttF/cf3muZ0CAwD4LuD0BAgQIECBAgACBQyLw0fKkff9UDqCZLjzR//P+A216/tMDaHLgTCLvmInUiaqT+5EbppdcUeN+znx69b6bccVQr+ZkAgQIHGoBD0eAAAECBAgQIECAAAECBAiMX8AKCRAgQIAAAQIECBAgQIAAgfELWCEBAgQIXLOAw2eumc4HCRAgQIAAAQIErreA7yNwGASyka77HEMb7qqX61InJ6ru5tQVm2/9s62cuaHNptu5fC4eeXGj/eKvl+Z6BgQIECBAgAABAgQIEBijgDXtLpADaL63ywE0J957oM0+O4Am75mTyaRNp9OWuhtDvczXt6ZOZFw5daI7Tp135OTMVQz1ak4mQIAAAQIECBAgQIAAAQIlIBMgQIAAAQIECBAgQIAAAQLjF7BCAgQIECBAgAABAgSOjoDDZ47Ob+VJCRw2Ac9DgAABAgQIEDhWAv3NdFl8ev1Ndd1e6rouOdHtdeutt/7ZVs+ebCfaNJfNxcMvrLf/e7+DZ+ZQDAgQIEDgegn4HgIECBAgQOCQCXy8PG3fu3upXVpdfH9s7z3Qpue//fmhM92DZq6mzntqIkvu5/QS1a+6/16c/lAvfUGAAAECBAgcWgEPRoAAAQIECBAgQIAAAQIECIxfwAoJECBAgAABAgQIECBAgACB8QtYIYFrFnD4zDXT+SABAgQIECBAgAABAsdJIBvnuuvNZrv0kqufOr0aJ6fXjX4vm/+23v704Jk2W9w4mINnfvm3y/lYa00iQIAAAQIECBAgQIAAAQKtfXxp0r5311K7tLL4HnnivTNt1jmAZjKZtHovzTtov45n9ZJrnFxR/aFx5vIunFzzyUO99MXVCLiGAAECBAgQIECAAAECBAgQGL+AFRIgQIBSTpU7AAAQAElEQVQAAQIECBAgQIAAAQLjF7BCAgQIECBAgMDREXD4zNH5rTwpAQIECBw2Ac9DgAABAsdCoL95LotOr7+JLr3MJapOTgz10k9svfXPtnLmZJsNHDzz0PPrzcEz0RMECBAgQIAAgQMU8NUECBA4pAKfXJ6079291JYHDqBp751p7cn/3eqwmf4BNNWvPJvN/vVe+kXUkqufcerkxNA7cb83dF16ggABAgQIECBAgMChFPBQBAgQIECAAAECBAgQIECAwPgFrJAAAQIECBAgQIAAAQIECBDYVWA0h8/sukITBAgQIECAAAECBAgQuEaBbKzL5rnux6uXXP2qc23VyYlc083devPNv7eVMze0NnTwzAvr7Vd/v5yPCwIEOgJKAgQIECBAgAABAgS+EMgBNN+/+2JbvjL5ovlZNXv3gTZ94ua5A2iGDpvp9rp13l8Tn91uJ9W4nzOZXve9OL3EUC99QYAAgS8TMEeAAAECBAgQIECAAAECBAiMX8AKCRAgQIAAAQIECBAgQIAAgfELWCEBAgQIHB0Bh88cnd/KkxIgQIAAAQIEDpuA5yEweoFskOsucmgjXXq5JtdWnZxIv5tTJ7KZLwfPrJ678V+XzP4V8/899Pxa+9XfHDwzr2JEgAABAgQIECBAgMABCfjaQy7wyeVp+97dS21pZfEAmhPvn23TJ276/ACavI8m6t20W6eXpSZXZJzojlOnV9Edp+6+H9c1Q72akwkQIECAAAECBAgQIEDgUAh4CAIECBAgQIAAAQIECBAgQGD8AlZIgAABAgQIECBAgACBXQUcPrMrjQkCR03A8xIgQIAAAQIECOyVQDbL9e+VXn+zXHp1XdXJifS7uVtvvvG3tnr2ZGuzxYNnHszBM3+/ko8LAgQIECAwIKBFgAABAgQIEFgUuHhl2r5311Jb+lfuz554/1ybDRxAUwfP5H010R+n143ufdPfbZy5/vtzrh3qpS8IECBAgACBIQE9AgQIECBAgAABAgQIECBAYPwCVkiAAAECBAgQIECAAAECBAiMX8AKCRwdAYfPHJ3fypMSIECAAAECBAgQIHCdBLIhrvtVQxvn0mv/uqh7bXqJf7VbN6dOZCPfxhv3t9VzN+aShTj33Hr7tYNnFlw0CBAgQIAAAQIECBAgQOCrBXLwTA6gyUE0C1d/fgDNZOd9Ne+nuSa5ot5bM07djVxb49SJjJMruuPUeV9Orvnk9JKPXHhgAgQIECBAgAABAgQIECBAYPwCVkiAAAECBAgQIECAAAECBAiMX8AKCRAgQIAAAQIEdhVw+MyuNCYIECBA4KgJeF4CBAgQIPBNBfqb4nK/9LI5LjnjRLfOprzqVb+bu/XGhb+2tXP/K5cvRA6e+c0/Li/0NQgQIECAAAECBOYFjAgQIEBgd4GllUn73l0X28XL08WL3j/Xpo9/q00n2zsH0EwmXxxEk3fXinyw6m5OP5FecqJb98eZ679P55pE5pIFAQIECBAgQIAAgd0E9AkQIECAAAECBAgQIECAAIHxC1ghAQIECBAgQIAAAQIECBAgcHgE9uvwmcOzQk9CgAABAgQIECBAgACBqxDIxrdsiuteWr3k6ldd1yanl8g13Vx1DqjZfOP+tvbg/5tLFsLBMwskGkdHwJMSIECAAAECBAgQIHDIBJZXpu17d19sn1yeLDzZiQ8eatPHb2qTzw6gyftq3l2TE1V3c7/OOFE379bpdcep6705cxVDvZqTCRA4lAIeigABAgQIECBAgAABAgQIEBi/gBUSIECAAAECBAgQIECAAAEC4xewQgIECBAgsKuAw2d2pTFBgAABAgQIEDhqAp6XAIFvIpCNb93PD22QSy/X5NqqkxPpd3PqRDbvbVz4a1s9979yyUKcfXat/eYflxf6GgQIECBAgAABAgQIEBgW0CXw1QI7B9DctTR8AM2HD7XZEze1aecAmtwx76/dSC/vtYl+XePkRF2TOtEdp+6+R2c+MdRLXxAgQIAAAQIECBAgQIBABAQBAgQIECBAgAABAgQIECAwfgErJECAAAECBAgQIECAwOERcPjM4fktPMnYBKyHAAECBAgQIEDgSAhkE1z/QdPrb4JLr66rOjmRfjd36803/trWHvx/c8lCnHl2rf32n1cW+hoECBAgcIQEPCoBAgQIECBA4JAKXFqdtn/f7QCaD+oAmq2WA2cmk0nLu2wiy0lOP5H6yyLXJ3JNckV3nLr/np3rhnrpCwIECBAgcOgEPBABAgQIECBAgAABAgQIECAwfgErJECAAAECBAgQIECAAAECBMYvYIUECOwq4PCZXWlMECBAgAABAgQIECBw1ASu5Xmz0a37uaENcenlmu616SXS7+bUiWzQ27zwl7Z6bpeDZ55Za3c4eCZ8ggABAgQIECBAgAABAgT2SeDyzgE0F9vHlyaL3/DZATSz6fbOwTPT6XTnIJrKebetSK/qyrlht65xckXmu3Xeq7u9zKWX/HXCtQQIECBAgAABAgQIECBAgMD4BayQAAECBAgQIECAAAECBAgQGL+AFRIgQIAAAQIECBweAYfPHJ7fwpMQIEBgbALWQ4AAAQIEDrVAf7NbHja9bHpLzjgxVKeX6M5nnKje5ht/aasP/n8yXIgHcvDMA1cW+hoECBAgQIAAgSMo4JEJECBA4JALXF6dtX+/a6l9NHgAzcNt+vi32mR7Y+HgmTpwJjlLTM57bzfSr3HqRMbJFd1x6v5799B11ZMJECBAgAABAgQOjYAHIUCAAAECBAgQIECAAAECBMYvYIUECBAgQIAAAQIECBAgQIDA+AV2XaHDZ3alMUGAAAECBAgQIECAwJgFstmtu76hDXDp5Zrutekl0u/mqrMZb/PCn9vqueGDZ848s97udPBM+MS+CLgpAQIECBAgQIAAAQIEFgWurE3b9+5cah8tTxYmT3z4SGvnb26zyebCATR5103kXTcfTK5IP5F+ciJ1olv3x5nLe3Zy5iqGejUnEyDQFzAmQIAAAQIECBAgQIAAAQIExi9ghQQIECBAgAABAgQIECBAgMD4BayQAAECBAgcHgGHzxye38KTECBAgAABAmMTsB4CBI6MQDa89Te5pZcFdPvpJdLv5qqzAW/n4JkH/7+5ZCEeeGat3fHA5YW+BgECBAgQIECAAAECR1jAoxM4IgJX1qft3+8aPoCmffBImz1xc5tuzx9Ak/fcRN57k7PU1MkZp05knNitHprrvm9nPjHUS18QIECAAAECBAgQIEDgwAU8AAECBAgQIECAAAECBAgQIDB+ASskQIAAAQIECBAgQIDAMRZw+Mwx/vGP29KtlwABAgQIECBAgEB3E1xppNff3JZedz51eomqK6eXyKa7jdf/1FZ3OXjmn0+vtTsfuJKPCQIECBDYRwG3JkCAAAECBAgQ2F1gZX3avnvXxfbR8mTxog8fabPzN7XZZP4AmrzzVuTdNx9Mrt5QzjWJzCVXdMep++/juW6ol74gQIAAAQJdATUBAgQIECBAgAABAgQIECAwfgErJECAAAECBAgQIECAAAECBMYvYIUECBweAYfPHJ7fwpMQIECAAAECBAgQGJvAoVtPNrB1H2poo1t6uSbXVp2cSL+bu/XmhT+1tYf+f7lkIXLwzF1nHDyzAKNBgAABAgQIECBAgAABAtddYHV91r5758X24cABNCc+fLTNnripzbY3Wg6Y6Ufeg9PLQ6dOTKfTlpzo9lMnqp860R2n7r5/Zz6RXrIgQIAAAQIECBAgQIAAAQIEDo2AByFAgAABAgQIECBAgAABAgTGL2CFBAgQIECAAAECx1jA4TPH+Me3dAIEjpuA9RIgQIAAgeMrkM1s/dWnl81syTXXr2u++t2cOpFNdxuv/aGtPjh88Mw/nlprDp4pYZkAAQIECBDYfwHfQIAAAQIEvlpgdePTA2g+WJosXvzho62dv7nNJvMH0OQduCLvwvlgcreXOv3kROpEt+6PM1fv35nrRua6YzUBAgQIECBAgEAJyAQIECBAgAABAgQIECBAgMD4BayQAAECBAgQIECAAAECBAgQGL/A4Vmhw2cOz2/hSQgQIECAAAECBAgQ2CeBbGKrW2fjWiK95G4/dfrJicwnqq7c7a2/+vu29vC3MrUQ/3hyrd199spCX+MYCVgqAQIECBAgQIAAAQIEDqnA2s4BNEtt6ACa2YePtunj32qTzdVWB8wkJ/JOnEhdS8s4dXpVJyfST3Tr/jhzeR9PzlxFelXLBA61gIcjQIAAAQIECBAgQIAAAQIExi9ghQQIECBAgAABAgQIECBAgMD4BayQAAECBAgcYwGHzxzjH9/SCRAgQIDAcROwXgIECJRANq91N7QN1ekl8plurjob6jZe+31bf+SmXLIQf39qtd19zsEzCzAaBAgQIECAAAECBPZZwO0JELh6gfXNafvunRfbBxe3Fz504qPHWzv/7TbbXm+TyWTnEJq8C1fk/Th1ckVuUr3U3X6Nkysy36377+vduaplAgQIECBAgAABAgQIREAQIECAAAECBAgQIECAAAEC4xewQgIECBAgQIAAAQIECBC4fgIOn7l+1r5pXsCIAAECBAgQIECAwL4KdDew1Rel19/Ill7NV04vkXE3p05kI93ma39oaw/vcvDMk6vt1NmVfFwQIEDguAtYPwECBAgQIECAwCEXWN+cte/ctdTeXxo4gObjx9vsiZvadGtt5/CZeidOrsg7cqLGWW7GidTdfo2TKzLfrfvv7Zkb6qUvCBAgQODQCHgQAgQIECBAgAABAgQIECBAYPwCVkiAAAECBAgQIECAAAECBAiMX8AKCRA4xgIOnznGP76lEyBAgAABAgQIHDeB47XebEzrrjib2dJLrn7V3X56iVzTzd1647Xft9WHv5VLFuJvT661U+ccPLMAo0GAAAECBAgQIECAAAEC10ng63/NRg6guWOpvX9xsvjhjx5v7fzNbba91iaTScv7cQ6WSaQeityk+v26xskVubZbd9/Tq59e1TIBAgQIECBAgAABAgQIECBAgAABAgQIECBAgAABAgQIEBi/gBUSIECAAAECBAgQuH4CDp+5fta+iQABAvMCRgQIECBAgMC+CHQ3rNUXpJdNasndXreu+bomuR/ZWLfx6n1t7eGb6qNz+f7za+30uStzPQMCBAgQIEDgmAtYPgECBAgQOCICm1uz9p07Lrb3djmAZvr4t9psa3XXA2jyzpyod+ks+2rqXJfItcmJ1PWennE3MtcdqwkQIECAAAECh0LAQxAgQIAAAQIECBAgQIAAAQLjF7BCAgQIECBAgAABAgQIECBAYPwCx3iFDp85xj++pRMgQIAAAQIECBAYo0A2p9W6siEtkV5yt586/eRE5hNVJye6vc3X7mtrj9yc9kL87cnVds+DDp5ZgDlkDY9DgAABAgQIECBAgAABArsLbG7P2nfv+KS998lk4aITH59vsyduapPNKwsHZRL1lgAAEABJREFU0HQPnenWeaeuyA2rrvfxjNOv6I5T57rkmk9OL1kQ+DIBcwQIECBAgAABAgQIECBAgMD4BayQAAECBAgQIECAAAECBAgQGL+AFRIgQIAAAQLXT8DhM9fP2jcRIECAAAEC8wJGBAgQ2FOB/ma0unk2pXXnunU2xOW69BLdOuOKXLfx6u/a6sPDB8/cf361nT63ko8LAgQIECBAgAABAgTmBYwIEDhiApvbrX3nzk/au5/8q+g/+8fnWzt/c5v2DqCp9+duzrt0javO7aqXOpFxckV3nLr/Xj90XfVkAgQIECBAgAABAgQOTMAXEyBAgAABAgQIECBAgAABAuMXsEICBAgQIECAAAECBAgQGLGAw2dG/ON+vaW5mgABAgQIECBAgMDRFajNaN0VVC+5+t06vdrAVv3KmUtdkYNn1h75dtoL8dfzq+2eBx08swCjQYDAIRXwWAQIECBAgAABAgS+WmBru7Xv3rHU3v34X0Xv8hMfP9na+W8vHECTA2YSeZdOzseSM06dnHHVGffrjBM1V3W9v2dcMdSrOZkAAQIECBAgQIAAAQIECBAgQIAAAQLjF7BCAgQIECBAgAABAgQIECBAYPwCVkiAAIHrJ+Dwmetn7ZsIECBAgAABAgQIzAsY7ZlANpx1b5ZNauklV7/q9Lu96ndzt9545d6268EzT6y2ex08U5wyAQIECBAgQIAAAQIECAwJHNHe1mTWvnvnUnv3k8UDaNrH51s7f/PCATR5n67oHzRT/eSQJCfqPT11+hXdcepcl1zzyeklCwIECBAgQIAAAQIECBAgcOACHoAAAQIECBAgQIAAAQIECBAYv4AVEiBAgAABAgQIEBixgMNnRvzjWhoBAl9PwNUECBAgQIDA0RPobzrLCtLL5rPkjBNDdXqJmk/djWyS23j13rb26P/OJQvxl8dX270PrSz0NQgQIECAAIHDLeDpCBAgQIAAgasXyAE037njYnvn46EDaJ5s08e/1aYbl1veofNOnVzRHadO5JszX3VyxumnTqSu6I5T99/3h66rnkyAAAECBAgcbwGrJ0CAAAECBAgQIECAAAECBMYvYIUECBAgQIAAAQIECBAgQIDA+AWs8PoJOHzm+ln7JgIECBAgQIAAAQIE9lggm87qltmElkgvudtPnX5yIvOJobp6G6/c09Ye2eXgmSdW2+8edvBMrL5h+DgBAgQIECBAgAABAgQIHHKB7UlrOYDm7YEDaP6fi0+32fmb2nTjUptMJi3v2jlMppu7deay3OT0Exkn13t76vQquuPUuS655pPTSxaHVsCDESBAgAABAgQIECBAgAABAuMXsEICBAgQIECAAAECBAgQIEBg/AJWSIAAAQIECIxYwOEzI/5xLY0AAQIECHw9AVcTIEDg6Aj0N5nVk2ezWXduqE4vkc8kJ7p1NsBtvHK6rT36f9JeiL88vtp+95CDZxZgNAgQIECAAAECBI6IgMckQIDA1xeYTFv77h0X29sfbS18+MQnT7fZEze1yfrywgE0eeeuyPt2PtzNNZdc/dSJXFvRHafuv/8PXVc9mQABAgQIECBAgMDxFLBqAgQIECBAgAABAgQIECBAYPwCVkiAAAECBAgQIECAAAECBPZOwOEze2e5t3dyNwIECBAgQIAAAQIEdhXIJrOazKazRHrJ3X7VlTOfyDg50a0zXn/5VFt79DtpL8Sfc/DMww6eWYDRIEDg2gV8kgABAgQIECBAgMAREcgBNN+5Y7m9/dH24hN/8nRr529u043llkNk+pH37UT6+XDq5ETqRNX1fl+99BPdceq6LnMVQ72akwkQIHCgAr6cAAECBAgQIECAAAECBAgQGL+AFRIgQIAAAQIECBAgQIAAAQLjF7BCAgQIjFjA4TMj/nEtjQABAgQIECBA4OsJuProCvQ3l2UTWq2m6uRE+smJbp3xxsun2/pj3017If702Gq7z8EzCy4aBAgQIECAAAECBAgQOGoCnvfaBaazWfs/dyy1twYOoDlx8ZnWzn+7TdaWWt6xEzlsJrkbQ716orou7/npZZxc0R2nznXJNZ881EtfECBAgAABAgQIECBAgMDxErBaAgQIECBAgAABAgQIECBAYPwCVkiAAAECBAgQIECAwN4JOHxm7yzdiQCBvRVwNwIECBAgQIDAnEB/M1km0+tvKksvcxU1X/3kROaTE6k3Xj7V1h77TsqFyMEzv39kZaGvQYAAAQIECHxjATcgQIAAAQIEjphA3qO/c8fF9vbAATTtk6fbiSe/3aYbyy2HzPQjn02kn5zI8jNOpE6vW2ecfkV3nLre+2s+eaiXviBAgAABAgQOTMAXEyBAgAABAgQIECBAgAABAuMXsEICBAgQIECAAAECBAgQIEBg/AJWOGIBh8+M+Me1NAIECBAgQIAAAQJjEsjGsVpPNpcl0kvu9lOnn5zIfOLL6rUX72prj303lyzEnx5bacfn4JmF5WsQIECAAAECBAgQIECAAIEFgdmstf/924vtrQ+3F+c+ebpNH/9Wm6xdbHkfz0EyiaqTE91ebpJeRY3r/T799Cq649S5Lrnmk9NLFkMCegQIECBAgAABAgQIECBAgMD4BayQAAECBAgQIECAAAECBAgQGL+AFRIgQIAAAQIE9k7A4TN7Z+lOBAgQIEBgbwXcjQABAgR2BPqbx3aa//pfNpF154bq9BL/unxnw1u/znj9pbva+uP/nksW4o+P5uCZ1YW+BgECBAgQIECAAIE9E3AjAgQIHGGB/3PHxfbmh1sLKzhx8dk2e+KmNln7ZOd9PAfNJPIenpyoOh9OnVz9jBMZp586kbqiO07d/zvB0HXVkwkQIECAAAECBAhcdwFfSIAAAQIECBAgQIAAAQIECIxfwAoJECBAgAABAgQIECBAgMARFnD4zFX+eC4jQIAAAQIECBAgQOBgBLJ5rL45m8kS6SV3+6nTT05kPpE6UXVyxcZLd7W1x3Y7eGa1/eFRB8/EThA4TgLWSoAAAQIECBAgQIDA1xP4zh1L7Y0PBg6gWXqutfM3Dx5AU+/lyTlgJjmRb06uqHHe97u99BPpJSdS13UZV6RXtUyAAIESkAkQIECAAAECBAgQIECAAIHxC1ghAQIECBAgQIAAAQIECBAgMH4BKyRAgACBvRNw+MzeWboTAQIECBAgQIDA3gq4G4FBgWway4aymuzW2bCWfnqJqvv9zK2/dGdbe/x7uWQh/vBIDp5ZWehrECBAgAABAgQIECBAgMCeC7jhCAS+e+dSe/PDxQNo2sVPD6CZrn/S8i6e9/NE1cmJbi8c6VVOnfn6e0DGmavojlPXdTVfOXNVywQIECBAgAABAgQIECBw3QV8IQECBAgQIECAAAECBAgQIDB+ASskQIAAAQIECBAgQOAICzh85gj/eB6dwPUV8G0ECBAgQIAAgesnMLQhLL3dNpDVk9V8rq1e6n6sv3hnW3/8+3XJXP79I6vtj485eGYOxYAAAQIEjpGApRIgQIAAAQIErk3gO3cstTc+2F788MXn2uyJm9t0bfgAmhwsU5EP5x0+Ob3UiRonZ5xIXdEdp66/D9R88lAvfUGAAAECBI6ngFUTIECAAAECBAgQIECAAAEC4xewQgIECBAgQIAAAQIECBAgQGD8AlZIYO8EHD6zd5buRIAAAQIECBAgQIDAHglkQ1j3VrttHKt+XZtxIuPkbFRLncg4eeOlO9v6E8MHz9z3yEr702E6eCYPLAgQIECAAAECBAgQIECAwBER+O6dF9uFXQ6gmT7+rTZdXzyApt7Xk/MeXzlLTt3NqetvBjWXXqI7Tp3rkjNXkV7Vhyp7GAIECBAgQIAAAQIECBAgQGD8AlZIgAABAgQIECBAgAABAgQIjF/ACgkQIECAAAECR1jA4TNH+Mfz6AQIECBwfQV8GwECBAjsv0B/U1i+Mb1sDkvOuKLG3Vx1rkndj7UXftvWHh8+eOb3j6y0Pz+2mo8KAgQIECBAgACBYyxg6QQIECDwzQT+/c6L7fX3txducmL5hZYDaGadA2gmk0nLgTMVeY9PnQ+nrpy6ojufXq6p6I5TD/09IddmLlkQIECAAAECBAgcXwErJ0CAAAECBAgQIECAAAECBMYvYIUECBAgQIAAAQIECBAgQIDA1Qsc1cNnrn6FriRAgAABAgQIECBA4MgIZFNYPWw2giXSS65+csbpp05knEidqI1oqdNPrL/427b+xC1pLcR9D6+0Pzl4ZsFFg8AhEPAIBAgQIECAAAECBAgcQYHv3XWxvf7e1sKTn1j69ACa6epHLe/qQ5F3+kTNpc6Nalx15fRTV3THqfP3g+SaT04vWRAgcGgEPAgBAgQIECBAgAABAgQIECAwfgErJECAAAECBAgQIECAAAECBMYvYIUECBAgcIQFHD5zhH88j06AAAECBAgQuL4Cvo3A9RfIZrD+BrEad3O3HtqUtv7Cb9r6E7cOLuB3D6+0Pz++OjinSYAAAQIECBAgQIAAgeMnYMUE9kbge3cvtdcGDqBpSy+02fmb2mT1w50DaPIeP5lMWnIi7/iJ1Ik8TXJ6/ai/G6Sf6yq649R1Xc1XzlzVMgECBAgQIECAAAECBI6XgNUSIECAAAECBAgQIECAAAEC4xewQgIECBAgQIAAAQIECFy9gMNnrt7KlQQOl4CnIUCAAAECBAiMRKC/0SvjxNDGsPS7y844Ub3U/Vh74ddt/fxtdclc/t1DK+0vDp6ZMzEgQIAAgUMm4HEIECBAgAABAkdY4Pt3L7VXBw+gebG1899u09WPdg6gqXf5OmSmcvqpiyDjivRqrttLP5FeciL10N8Zhnq5XhAgQIAAgesu4AsJECBAgAABAgQIECBAgACB8QtYIQECBAgQIECAAAECBAgQIDB+ASskcIQFHD5zhH88j06AAAECBAgQIEBgDALZ6NVfR3rZGNbtZ5x+9TJOZJxcG85qnLz+wm/a+hPDB8/cm4NnnljNZVcdLiRAgAABAgQIECBAgAABAgS+nsAtOYDm3a3FDy290Nr5m9ts7dMDaPJen/f73SLzuUnmuzl1/l6QfiLjiu44dV1X88npJXdDTYAAAQIECBAgQIAAAQIECIxfwAoJECBAgAABAgQIECBAgACB8QtYIQECBAgQIECAwNULOHzm6q1cSYAAAQKHS8DTECBAgMARF8imr/4S0sumr+TuXI27uepcl7of68//uq2fHz545ncPrbS/OngmdIIAAQIECBAgcNgFPB8BAgQIjEDgllNL7dWBA2hmSy+06ePfatPVD1sOlxmKvO+nH4bUQ9Gfz7VDkc8O/d0h12YuWRAgQIAAAQIECByIgC8lQIAAAQIECBAgQIAAAQIExi9ghQQIECBAgAABAgQIECBAgMAhFtijw2cO8Qo9GgECBAgQIECAAAECh1Igm73qwbLBK5FecvWTM04/dSLjROpEbTBLnX5i/YVft7VdDp6598GV9uu0nPUAABAASURBVBcHz4RLELgGAR8hQIAAAQIECBAgQIDAtQnsdgBNW37pswNoPmh5p897/m65O5enyHWJqitXb7dx/s7QvSbXpZcsCBCIgCBAgAABAgQIECBAgAABAgTGL2CFBAgQIECAAAECBAgQIECAwPgFrJAAAQIECFy9gMNnrt7KlQQIECBAgACBwyXgaQiMTCCbvPobv2rczVVn+bXpLL2KjRd+3dbP357phbjnwZX21/OrC30NAgQIECBAgAABAgQIHFoBD0ZgRAI5gOaVd7YWVnTi0sutnb+5TVfeb3nXT+Q9v5/Tq8hcblTjquvvC+mnV9Edp67rar5y5qqWCRAgQIAAAQIECBAgcN0EfBEBAgQIECBAgAABAgQIECAwfgErJECAAAECBAgQIECAwCEWcPjMIf5xPNrREvC0BAgQIECAAAECXy4wtHkrvcTQhq/0u3fMOFG9bDKrcXJi44VftbVdDp45fe5Ku9/BM8UnEyBAgMA1CvgYAQIECBAgQIDANxO49fRSGzqApi1/egDNbO2Db3QATf5ekCfM3wkSqSu649RDf48Y6tXnZQIECBA4PgJWSoAAAQIECBAgQIAAAQIECIxfwAoJECBAgAABAgQIECBAgACB8QtYIQECVy/g8Jmrt3IlAQIECBAgQIAAAQLfQCCbt4Y+nn42fHXnhsbd3mcbyXY+kn5i/flftrXz/7HT6//v9INX2t+eXOu3jQkQIECAAAECBAgQIECAAIEDEMgBNC+/vbnwzbPll9vsiZvbbHXuAJqdw2jy7p+/ByR3I73cqHpVV04/dUV3nHro7xLp1fUyAQIECBAgQIAAAQIECBAgcF0EfAkBAgQIECBAgAABAgQIECAwfgErJECAAAECBAgQOMQCDp85xD+ORyNAgMDREvC0BAgQIEBgd4Fs5urPppfNXMnduaFxt5dNZRl3IwfPrD/5n93bfF6fPnel/e28g2c+B1EQIECAAAECBL6RgA8TIECAAIG9EbjtnuX20luLB9C05Zfb9PFvtbb29Q6g6f6dIE+YcXIidSJ1P9If+vtErstcsiBAgAABAgQIHD8BKyZAgAABAgQIECBAgAABAgTGL2CFBAgQIECAAAECBAgQIECAwPgFrn6FDp+5eitXEiBAgAABAgQIECBwjQLZxFUfzcatRHrJ1U8eGnd7OXgm1yXST2w8/8u228Ezp86ttL896eCZeImRClgWAQIECBAgQIAAAQIEjrDA7fcut5fe3lpYwYnLr+4cQDNdea/lbwGJ/A2gn9NL1A1SV6RXdXLGFRknuuOhv1OkV9fIBA5UwJcTIECAAAECBAgQIECAAAEC4xewQgIECBAgQIAAAQIECBAgQGD8AlZIgAABAgQOsYDDZw7xj+PRCBAgQIAAgaMl4GkJEFgU6G7k6s5m81Z/bmjc7dUGs/Qq1p77RVt78j+7t/68PnV2pf39ydXPxwoCBAgQIECAAAECBAjshYB7ECCwtwK337PUXnxr8QCadunV1s7f3GZXeQBN/a0gT9ev00uknzwUmRv6e0WuzVyyIECAAAECBAgQIEDg+AhYKQECBAgQIECAAAECBAgQIDB+ASskQIAAAQIECBAgQIAAgS8EHD7zhYVqXAJWQ4AAAQIECBAgcIACtSkrm7bqMdJLpJdc/eShcbdXB8/UtZlbe/bnbeOpH6S1EHefvdL+/pSDZxZgNAgQIDA+ASsiQIAAAQIECBAYgcB/3LvUXnhzc3Ell15ts/M3temVd1r+NpDI3wSGcreXG+W6xFCdXiLzidSJ1EN/t0gv84IAAQIEDkzAFxMgQIAAAQIECBAgQIAAAQLjF7BCAgQIECBAgAABAgQIECBAYPwCVkiAwCEWcPjMIf5xPBoBAgQIECBAgACBoyXwxdPutikr/Wzk+uLK1obG3V42j9X16SfWn/t523j6h9Wey3edvdL+8dTaXM+AAAECBAgQIECAAAECBAgQ2CuB/bnPf/5ueZcDaF5rsye++gCa/L2gov6WUOM8cdWV06tIr1sP/f2i5mUCBAgQIECAAAECBAgQIHA8BKySAAECBAgQIECAAAECBAgQGL+AFRIgQIAAAQIECBD4QsDhM19YqAgQIDAuAashQIAAAQIHJNDdsJVHyDgxtHEr/VxTkXGixv3NYplbf+4Xbf2p4YNn7j5zpf3TwTPFJxMgQIAAAQLHQcAaCRAgQIDAiARyAM3zb24urOjElQttdv7mNlt5t+VvBYn8jeCrIjeqa6pOTnT7GXcjc0N/x8g1mUsWBAgQIECAAIHrKuDLCBAgQIAAAQIECBAgQIAAgfELWCEBAgQIECBAgAABAgQIECAwfoFDvEKHzxziH8ejESBAgAABAgQIEDiKAtmcVc9dG7LSq7o/1x13r8lGssylV7H+3M/b+lM/SHsh7jpzpf3j6bWFvgaB6ynguwgQIECAAAECBAgQIEDgmwn81++W23NvDBxAc/n1Nnvipja78s7nB9BMJpOWvxnkbwiJ1BUZJ/I01evW6WVckXGiOx76e0Z6dY18fAWsnAABAgQIECBAgAABAgQIEBi/gBUSIECAAAECBAgQIECAAAEC4xewQgIECBAgQOALAYfPfGGhIkCAAAECBMYlYDUECFxnge4Gre5XZ1NWf25o3O2l7sf6s//T1p/6YffWn9d3PnCl/dPBM597KAgQIECAAAECBAgcIwFLJUBghAI/uC8H0GwsruyzA2gml9/aOYAmfzvIATPJu0V/PjfNtcmJbp1xNzI39HeNXJO5ZEGAAAECBAgQIECAwHUR8CUECBAgQIAAAQIECBAgQIDA+AWskAABAgQIECBAgAABAgQOUMDhMweIf7y+2moJECBAgAABAgTGKlCbrbIZq9aYXiK95Oonf9U4m8ISdW2u3zl45ukfpbUQdzxwuT3wzNpCX4MAAQIEDkLAdxIgQIAAAQIECBDYG4Ef3HepPXthc/FmVy60E09+u00/O4Amf0PoR/6W0I26SfUyvpq6rhv6+0Z6mRcECBA4ngJWTYAAAQIECBAgQIAAAQIECIxfwAoJECBAgAABAgQIECBAgACB8QtYIQECBL4QcPjMFxYqAgQIECBAgAABAuMSuE6r2W2zVfrZyNV9jKFxeolcl81iVScn1p/977a+68EzV9qZZ9bzUUGAAAECBAgQIECAAAECBI6nwIhX/cPfL7dnhg6gufzpATSzK2+1/C0hkb8h9HN6FZkLVY37dca7RT4z9HeOXJ+5ZEGAAAECBAgQIECAAAECBPZVwM0JECBAgAABAgQIECBAgACB8QtYIQECBAgQIECAAIEDFHD4zAHi+2oCBI6XgNUSIECAAIGxCQxtrkovURuykmvd6Ved3B2nrk1gNZfe+jM/a+tP/zithbjjgRw8s7bQ1yBAgAABAgQIHKSA7yZAgAABAgT2VuBHuxxAM7t8oc2euKlNL7+5cABN/saQvyv0I/08XfW/qs58RT6Tv3MkVy95qJe+IECAAAECBMYtYHUECBAgQIAAAQIECBAgQIDA+AWskAABAgQIECBAgAABAgQIEBi/gBV+IeDwmS8sVAQIECBAgAABAgQIfA2BbK7qXl6br9Kvup/r+vQr0ktdOXViLQfPPPOTtBfijn86eGYBRWNIQI8AAQIECBAgQIAAAQIERiCQA2iefn1jcSVX3myzJ25eOIAmf1fIQTOJqpMT6eVGqRPdusbpJTJOpE6k7v7dI71EesniwAR8MQECBAgQIECAAAECBAgQIDB+ASskQIAAAQIECBAgQIAAAQIExi9ghQQIECBAgMABCjh85gDxfTUBAgQIEDheAlZLgMCYBLLZqrueGmezVdU1/2XjzCVybXLF+jM/axu7HDzz239caWeeXctHBAECBAgQIECAAAECh07AAxEgQGB/BH78h0vt6dcWD6A5sfJma+dvbtNLb7QcLJOovy98Wa6nzDVVV04vUeNuTn/o7x+5JnPJggABAgQIECBAgMD4BayQAAECBAgQIECAAAECBAgQGL+AFRIgQIAAAQIECBAgQIDAcRJw+Mxx+rW7a1UTIECAAAECBAgQuAaB2kSVTVb18W6v6v5cf5zrKvqbwtaf+Wlb3+Xgmd/883I7+5yDZ8pTJkCAwFcKuIAAAQIECBAgQIDAiAR+/MdL7anXNxdXdOXN1p78dpte/uIAmvy9ITGZTHYOpam/QySn382pu1FfkF7q5ETqROr8bSQ544r0qpYJECBwXQV8GQECBAgQIECAAAECBAgQIDB+ASskQIAAAQIECBAgQIAAAQIExi9ghQQIEDhAAYfPHCC+ryZAgAABAgQIEDheAmNYbX8TVW2ySr/qWudu426/6uTE2tM/aevP/LRuMZd/84/L7dyz63M9AwIECBAgQIAAAQIECBAgcNgEPM/+CvzkD8vtqdd2OYDm/M1teunCzmEzdcBMniZ/c+hH5jOXqLnUiYyTvyxyzdDfQ/KZzCULAgQIECBAgAABAgQIEBivgJURIECAAAECBAgQIECAAAEC4xewQgIECBAgQIAAAQLHScDhM8fp17ZWAgS6AmoCBAgQIEDgawgMbZqqXm20Sq5b1lx/nH4iG7ySM5+cWHv6x23j2Z+ltRA7B8885+CZBRgNAgQIECBA4KsEzBMgQIAAAQIjFPjJH5fbU69uLK7syltt9sRNbdY5gKb+BlE5f4Oo6PZys+pX7vaqTq7Idfl7SHL1kod66QsCBAgQIEBg3wTcmAABAgQIECBAgAABAgQIEBi/gBUSIECAAAECBAgQIECAAAEC4xewwgMUcPjMAeL7agIECBAgQIAAAQJHRSCbprrPWpuq0q+6n+v6fj/jfqzvHDzz3/WRufzrv19p5xw8M2dydAeenAABAgQIECBAgAABAgQI7I3AT/50qT05cADNidV32vT8TW166fWWw2Uq8reI1MndSC9P1O11x6m7UddVL+Pu30eqn17Vxy9bMQECBAgQIECAAAECBAgQIDB+ASskQIAAAQIECBAgQIAAAQIExi9ghQQIECBAgMBxEnD4zHH6ta2VAAECBAh0BdQECBC4SoFsoupeWuNsokqdXPMZV51c4+SK9BM1Xnv6x2392eGDZ37198vtwefXcrkgQIAAAQIECBAgQOBaBHyGAAECIxb46W4H0Ky809r5b7fZpQufH0AzmUw+r+tvEpVzAE3qohqq00vUNd2cfv4+ktztpx7qpS8IECBAgAABAgQI7KmAmxEgQIAAAQIECBAgQIAAAQLjF7BCAgQIECBAgAABAgQIECCwjwIOn9lH3K9za9cSIECAAAECBAgQOGwCtTkqm6fq2bq9qvs516aX6NYZ12au1Im1p37UNnY7eOZvl9tDz6/nFoIAAQKjEbAQAgQIECBAgAABAgT2ViAH0Jx/ZWPxpitvt9n5m9pk+bWdQ2fyd4j8XaIb6eWDyel3c+pu5LpEepWrrnH+htLtpZ9esiCzLar8AAAQAElEQVRA4HgJWC0BAgQIECBAgAABAgQIECAwfgErJECAAAECBAgQIECAAAECBMYvYIUECBA4TgIOnzlOv7a1EiBAgAABAgQIdAXUXyHQ3xxVm6fSr7pu0R336+4412ecWHvqh23juf9JayF+mYNnXnDwzAKMBgECBAgQIECAAAECBAh8XQHXHwOBn/35UnvilYG/I6y809r5m9u0cwBN/ibRPWim6jClTk7kukTqxG515ipyzdDfTTKfuWRBgAABAgQIECBAgAABAvsi4KYECBAgQIAAAQIECBAgQIDA+AWskAABAgQIECBAgACBfRRw+Mw+4ro1AQJfR8C1BAgQIECAwGERGNoMVb3aQJVcz1tzNa6c/m7x6cEzP69L53IOnnnYwTNzJgYECBAgQGA8AlZCgAABAgQIENgfgf/+8+X2xMsbCzc/sfruzgE07fLrLYfLJPL3isqpEzVOTuRG6fcj/cT/n737gJOquvs//rssvYiAoCCoiL3F3mKJMbaoiS3RaEyMMZqY2B6j0Ri7xpIooEbFHrtGwC72DohKR3rvdXdh++7MPvOd5ax35t5ZZvvs7MdXDuec37ntvO+0vf//+T2K+2u1VRTXcxPVKoqpKKaaggACCCCAAAIIIIAAAggggAACLUeAK0UAAQQQQAABBBBAAAEEEEAAgewXYIYIIIAAAggggAACVQIkn6ly4F8EEEAAgewUYFYIIIAAAnUQSF4M5RZKKe7aybVOo5hKqrbGVIonP2Gl01Mknvlkg5F4RoIUBBBAAAEEEEAAgVoIsCkCCCCAAAJxgec+Wm8TQhLQWNFyi074t0Xz55meTSi5jKtdW31XdDDFVftjrq/aX7RNcl/PUfwx2ggggAACCCCAAAL1FuAACCCAAAIIIIAAAggggAACCCCQ/QLMEAEEEEAAAQQQQAABBBBAAAEEmkmgCZPPNNMMOS0CCCCAAAIIIIAAAgjUWcAtntKCKbVVu4Opn6rtxlytBVtqF09+3EpnvOh2S6hf+mS9fT2rJCFGBwEEWqIA14wAAggggAACCCCAAAIINJ/A8x+tt/GhCWhWWOXEey2SN9f0nEJFzypUu6K+ivqqXdFsktupYoqraHs9R1Gtvr+ExfzjtBFoGQJcJQIIIIAAAggggAACCCCAAAIIZL8AM0QAAQQQQAABBBBAAAEEEEAAgewXYIYIIIAAAghUCZB8psqBfxFAAAEEEEAAgewUYFYIpCkQtujJxfwLpVzM1Tp8ctv1/Qu1tF3x5CesdMZLagbKi59ssG9mlQbiBBBAAAEEEEAAAQQQQAABBNIQYBMEEEgQeEEJaGYHE9x6xSvMJt1r0by5pucX7tmFqxXzF8V1YNX+uGtrTEV9V7u26/ufqyimophqCgIIIIAAAggggAACCCBQKwE2RgABBBBAAAEEEEAAAQQQQACB7BdghggggAACCCCAAAIIIIBAMwmQfKaZ4Dlt6xRg1ggggAACCCCAQKYKJC96cgulFHdtd+3+fnLb9V3tFmeVTFHimRfdIRLqFz7ZYN/OCi4IS9iIDgIIIIAAAi1IgEtFAAEEEEAAAQQQaH6BFz6OPW8ISUBjRSvMmzzYInlzTM8tVPQcQ7Ur6qtoFqlq/1hyW31XtH/Y8xWNa0w1BQEEEECgZQpw1QgggAACCCCAAAIIIIAAAgggkP0CzBABBBBAAAEEEEAAAQQQQAABBLJfgBkigECVAMlnqhz4FwEEEEAAAQQQQACBVikQtsjJxdzCKNUOx42pn9x2fdWuaLuSyY9byfTwxDMvfrzBxjdu4hldAgUBBBBAAAEEEEAAAQQQQAABBLJbIHR2eu4QlvC2smiFVU68xyrz5wYS0LhnGqr9yWh0AvVVa8xfFFNRzF+rraK4nq+oVlFMRTHVFAQQQAABBBBAAAEEEEAAAQQQSEuAjRBAAAEEEEAAAQQQQAABBBBAIPsFmCECCCCAAAIIIIBAMwmQfKaZ4DktAggg0DoFmDUCCCCAQKYJJC9ycgugFHft5FpzcDHXdn3V/lI06VErmfGSNguUFz7eYN/OLgnECSCAAAIIIIAAAgi0dAGuHwEEEEAAgcwRePGTDfbNrNLABXnFqyw64d8WzZsdSECjJDMq/mccausgiqt2/VRt/7jbRs9b1KYggAACCCCAAALZIcAsEEAAAQQQQAABBBBAAAEEEEAg+wWYIQIIIIAAAggggAACCCCAAAIIZL9A1QxJPlPlwL8IIIAAAggggAACCLQqgeQFUJq8i2khlGsrruLvJ7ddX7WKFmGpLp70qJXN/J92D5QXPlpv40k8E3AhgECjCHBQBBBAAAEEEEAAAQQQQKCVC7z0yXr7elYwAa5Xstps0r2hCWj0bMM943C1YqJUX7X6/rZiKor7a7VVFA977uLGVFMQqLMAOyKAAAIIIIAAAggggAACCCCAQPYLMEMEEEAAAQQQQAABBBBAAAEEEMh+AWaIAAIIIIBAMwmQfKaZ4DktAggggAACCLROAWaNQCYIuIVO/mtRTP2wBVBuTOPJbdfXQiu1VbSdEs+Upkg887wSz8wp1WYUBBBAAAEEEEAAAQQQQCArBZgUAghknsDLn2ywr2cGE9BYsRLQDLbKvDmm5xsqer7harVV/H3NzvXV1rgr6quo72rXdv2w5y+KaZyCAAIIIIAAAggggAACLUeAK0UAAQQQQAABBBBAAAEEEEAAgewXYIYIIIAAAggggAACCCCAQGsRIPlMa7nTzDNMgBgCCCCAAAIIINAqBZIXM7kFUIqrrdrBqJ+q7cZc7RZdFU18xFIlnnnuo/U2gcQzjpQaAQQQQKBpBDgLAggggAACCCCAAAJxgZc/3WDjZoQloFlllZPuscq82YEENHrekVzcs5D4QWP/+Pup2rHNqv+nbfT8RXV1cGMjLLZxiAoBBBBAoGYBRhFAAAEEEEAAAQQQQAABBBBAIPsFmCECCCCAAAIIIIAAAggggAACCGS/ADNEAIFmEiD5TDPBc1oEEEAAAQQQQAABBJpaIGzxkou5BU+u1rW5sbC2G1PtirYrmjjMyma9omagPP/hBps4pzQQJ4AAAggggAACCCCAAAIIIIAAAtkmkLnz+d9nG2zczLAENKutcuI9Fs2dFZqAxj3/UO1PRqN+WHECGlPb1WqrqO+ew6itmIpiqikIIIAAAggggAACCCCAAAIIZL4AV4gAAggggAACCCCAAAIIIIAAAtkvwAwRQAABBBBAAAEEWosAyWday51mnggggECYADEEEEAAgVYlkLx4yS1sUty1k2sBuZhru75qFS24Ul0cTzwzXJsFynMfbrAJc0MWdgW2JIAAAggggAACCCDQ4AIcEAEEEEAAAQQSBP736Qb7akZxQizeKVkTT0BTmVeVgCYSiZieeajo+Ycr6qtoH8Vc29WKh7X9MbeNnsuonVySt00ep48AAggggAACCAQECCCAAAIIIIAAAggggAACCCCAQPYLMEMEEEAAAQQQQAABBBBAAAEEEMh+gWaaIclnmgme0yKAAAIIIIAAAggg0FQCYYuVXEwLnFzbXY+/n9x2fdWuaL+iiQ9b6azwxDPPfrDeJpJ4RkwUBOIC/IMAAggggAACCCCAAAIIIND8Aq98VmBjpwcT5Xqla6sS0OTOjCeeUQIal2DG1e6ZiPpuJq6tMX/bjSuutqvVVlHfPZ9RWzEVxVRTWq4AV44AAggggAACCCCAAAIIIIAAAtkvwAwRQAABBBBAAAEEEEAAAQQQQCD7BZghAggggAACrUWA5DOt5U4zTwQQQAABBBAIEyCGQKsQSF6s5BYyKe7aDsLfT267vmp/KZ74sJXNGuEOkVA/88F6mzSvNCFGBwEEEEAAAQQQQAABBBBoYgFOhwACCIQKDP98Q2gCGiupSkATzZ0RT0CjZDL+ZyFhbZ3Abae2tvHX/rYbU0xFfT2nUZuCAAIIIIAAAggggAACdRZgRwQQQAABBBBAAAEEEEAAAQQQyH4BZogAAggggAACCCCAAAIIINBIAiSfaSRYDlsXAfZBAAEEEEAAAQQQaGwBLWbSObSgybXVV/H3/e3khVMac6Vo/ENWWkPimckknhEtBQEEEEAgQYAOAggggAACCCCAAAKZI6AENGOmlwQvqHSd2aTBFl1XlYAmEolUJ6LRs5Lk4p6VqNbBVGsb11atori/VltF8bDnNW5MNQUBBBBoWQJcLQIIIIAAAggggAACCCCAAAIIZL8AM0QAAQQQQAABBBBAAAEEEEAAgewXYIYIINBaBEg+01ruNPNEAAEEEEAAAQQQaFUCWrCUPGEXcwuZVNvGjdyYujW1NeZK8cSHrWzOSO0SKM98sN5IPBNgIYAAAggggAACCCCAAAIIIIBA8whw1hoFRny+wUZ/VxzcpmSteZMHW2VuMAGNez6iBDOu7Q6gWHJb27iYa7vaH9fzGsVVXFwx16ZGAAEEEEAAAQQQQAABBBBAIKUAAwgggAACCCCAAAIIIIAAAgggkP0CzBABBBBAAAEEEEAAgUYSIPlMI8FyWAQQQKAuAuyDAAIIIIBAQwkkL0pyC5YUd+3kWud2MbW1UMr1VftL0fgHrXTWCG0WKE+/n0/imYAKAQQQQAABBBBA4HsBWggggAACCCCQeQIjvyiwMSEJaCpL1lrlxHssum666dlIJBKJ1+65iWJqu6K+ivpuluqr7Wp/2x9zcT2/UTu5JG+bPE4fAQQQQAABBDJLgKtBAAEEEEAAAQQQQAABBBBAAIHsF2CGCCCAAAIIIIAAAggggAACCCCQ/QKtZYYkn2ktd5p5IoAAAggggAACCLQKgbBFSC6mhUuu7TD8/ZraGlPRwqniCQ9a2ZxX3SES6qffy7cp88sSYnQQyHABLg8BBBBAAAEEEEAAAQQQQACBuMCILwps9LTieDvhn9LceAKayNpp8cQzqRLQ6NmJivZVrecoql1xcdUqivtrtVUUd89x1FZMRTHVlDoJsBMCCCCAAAIIIIAAAggggAACCGS/ADNEAAEEEEAAAQQQQAABBBBAAIHsF2CGCCCAAAIIINBIAiSfaSRYDosAAggggAACdRFgHwQQqK9A8iIkt0BJcdd25/D3k9uur9pflHimdHZ44pn/vr/epiwg8YzzpUYAAQQQQAABBBBAAIFUAsQRQACBzBUY+aUS0JQELtAryzNv8mCLbkxAo8QyrrhnJ66vWgdw8bC2Yiraxl+rraK4nueoTUEAAQQQQAABBBBAoGUKcNUIIIAAAggggAACCCCAAAIIIJD9AswQAQQQQAABBBBAAAEEEEAgWwRIPpMtd7Ix5sExEUAAAQQQQAABBFqMgBYkJV+si2mhkmu7bfx9tVU0psVRrq3aX4on/MfK5rymzQLlqffW29T5pYE4AQQQQACBFiDAJSKAAAIIIIAAAggggECCwMgvN9iX04oTYvFOaV5VApp108w9Q9GzE7VVXNtfJ7fV17Fc7W/76g2wCgAAEABJREFUYy4e9lzHjammIIAAAmkLsCECCCCAAAIIIIAAAggggAACCGS/ADNEAAEEEEAAAQQQQAABBBBAAIHsF2CGCCCAQCMJkHymkWA5LAIIIIAAAggggAACdRGoyz5amKSFSP59FVNfcbVVq6+ivmoV19a4a7u4+q4UffuAlc4OTzzz3/fW27QFpdqNggACCCCAAAIIIIAAAggggAACaQiwSeYLvPplgX0xNZiAprI0zyon3mvRtVUJaCKRSDwRjWaUnIBGz1UUV60S1lZMxT+uviuKu+c2aru4Yq5NjQACCCCAAAIIIIAAAgggkJkCXBUCCCCAAAIIIIAAAggggAACCGS/ADNEAAEEEEAAAQQQQCBbBEg+ky13knkggEBjCHBMBBBAAAEEWoRA8mIjtxBJcbVdrcmor1rF33aLo1xcY64Ufnu/lc19XUOB8tS7+TaVxDMBFwIIIIAAAggg0KIEuFgEEEAAAQQQQCBU4LXRBfbFlGACGq8s32zSvRZdM9X0/ETPVZSERgdRX0UxV7u4i6mvtmpto1rFtV2tmIr6er6jdnLRWHKMPgIIIIAAAgiEChBEAAEEEEAAAQQQQAABBBBAAIHsF2CGCCCAAAIIIIAAAggggAACCCCQ/QLMsJEESD7TSLAcFgEEEEAAAQQQQACBxhYIW1zkYlqQ5NrJta5LMRW13WIntRVzRfGib++38rlvaChQnnw336YtLAvECSBQPwH2RgABBBBAAAEEEEAAAQQQQCBzBF4bU2CfhySgMSWgmXyvRdZMSUhAo+cpKnq+klwrpqK4Zqi2v/a33ZhiKuq75z1qK6aimGp/TP3ML1whAggggAACCCCAAAIIIIAAAghkvwAzRAABBBBAAAEEEEAAAQQQQACB7BdghggggAACCCCQLQIkn8mWO8k8EEAAAQQQaAwBjokAAhkt4BYXuYt0i4wUd+3kMfXdmLZzi51cXGOuFI+/38pSJZ4ZlW/fkXhGbBQEEEAAAQQQQAABBFq+ADNAAAEEEKhR4PUxBfbZlKLgNmXrzZs82KIbE9DomYqetah2Jbnv4u5g6qvtan/bH3NxPc9RO7mkiidvRx8BBBBAAAEEEECgFQswdQQQQAABBBBAAAEEEEAAAQQQyH4BZogAAggggAACCCCAAAIIIIBAHQVIPlNHuObYjXMigAACCCCAAAIIICCB5IVH/pgWGiWP+/tqq2gfLX5SraKYK4oXfjPUyua+qaFAeeLdfPtuUVkgTgABBBBAoGEEOAoCCCCAAAIIIIAAAghknsAbYwrts8nhCWhs0r0WXTPZ9Ewlueh5i2Kq/UUxFRfTjNVWreLarlZMRX33/EdtxVxJ7rs4NQIIZKYAV4UAAggggAACCCCAAAIIIIAAAtkvwAwRQAABBBBAAAEEEEAAAQQQQCD7BZghAgggkC0CJJ/JljvJPBBAAAEEEEAAAQQaQyDjjqlFRFpg5L8wxdRX3LXVV/H3XTt5O8X9pXj8fVY+7y3tHiiPj1pv0xeSeCYAQwABBBBAAAEEEEAAAQQQQKAlC3DtCKQl8MbYQvt0cnFw2/IN5hLQ6BmLksqouLa/VttfdDDXd23VKor7a7VVFNfzHbX9JSzmH6eNAAIIIIAAAggggAACCLRyAaaPAAIIIIAAAggggAACCCCAAALZL8AMEUAAAQQQQAABBBBAoI4CJJ+pIxy7IYBAcwhwTgQQQAABBBBIXkSkxUZSUdy11Vfx99VWUdwtflLfXxQv/vY+K5sbnnjmiXfybcaiUh2CggACCCCAAAIINKIAh0YAAQQQQAABBDJX4M2xBfbJpLAENAVmkwZbdM1kc89b9KxFbVernVySxzRzbaPa/7zHxRRXUd8/rpgrGnNtagQQQAABBDJXgCtDAAEEEEAAAQQQQAABBBBAAIHsF2CGCCCAAAIIIIAAAggggAACCCCQ/QLMMFsESD6TLXeSeSCAAAIIIIAAAghktUDYoiEXC1to5MaEoraKttOCJsVcUVxFcSWeKZ37phtKqB9/J9+mLy5LiNFpJQJMEwEEEEAAAQQQQAABBBBAAAEEEgTe+koJaIoSYvFO+QazSfda5ZrJpmct7pmLq11M/bCiYyjuarX1PEe1i6l2RXE3rraLK6a2P6Z+jYVBBBBAAAEEEEAAAQQQQAABBBDIfgFmiAACCCCAAAIIIIAAAggggAAC2S/ADBFAAAEEEEAAgToKkHymjnDshgACCCCAQHMIcE4EEGi9Am7RkBNwi4cUd+3kMfXdmLbTAifFVBR3RfHib4da2by3NBQoj72TbzNIPBNwIYAAAggggAACCCCAQGMJcFwEEEAAgcwXeOurQvt4UlgCmgKrnHiPRVZPrHUCGj2jcc9rJODaeq6jtoupdkVxjbu+v04V929DGwEEEEAAAQQQQKD5BDgzAggggAACCCCAAAIIIIAAAghkvwAzRAABBBBAAAEEEEAAAQQQQKClCJB8pu53ij0RQAABBBBAAAEEEGh0AS0gSj6Ji2kBkWu7bfx9tVU0psVLqlUUc0Xx4m+GWNm8tzUUKEo8M5PEMwEXAggg0KoEmCwCCCCAAAIIIIAAAgggECrwthLQTAxJQFNRaDbpXouunmiRSMT0HEbPYFyttor6YUUnU9zV/raLqXZF4+45kdou7uqwmBujRgCBagEaCCCAAAIIIIAAAggggAACCCCQ/QLMEAEEEEAAAQQQQAABBBBAAAEEsl+AGSKAAAII1FGA5DN1hGM3BBBAAAEEEEAAgeYQaF3n1MIgLRzyz1ox9RV3bfVV/H3X1nZazKRxFcVVFFMp/naIlc1/R0OB8ujb+UbimQALAQQQQAABBBBIU+DPtz9sdw//orrc9b/P7JQLrkhzbzZDAAEEEGjdAswegZYj8Pa4QvtoYnHggr2KongCGls7yfQMxj2P8ddqpyo6oPZTrW1Uq7i2qxVTUV/PgdROLqniydvRRwABBBBAAAEEEEAAAQSaVoCzIYAAAggggAACCCCAAAIIIIBA9gswQwQQQAABBBBAAAEEEGgpAiSfaSl3iutEIBMFuCYEEEAAAQQQaFSB5IVBWkSkEyru2uqr+PtqqyjuX6SkmL8UfzPYyualSjyTZ7OWlOkQlCYSOOPia6oX5/sX6t/x0sd23FkXNNFVZPdp9jvyeLv12fcCzopprDlnf+XQZwLXpdeBXhfNeV3Zdm7dZ91v2frLPx4daYP23G+T09V7Ue9J/75qp7v/Jk/ABghkqkAdr2vp/JlWGY1W7+21aWNbD9y5up+NDT4nsvGuMicEEEAAAQQ2LfDOuAL7aGJRcMOKIquceK9FV0+0SCRiei6jZzWu9rcVc0VxFR1QMX/tfy7kxjSuor5/XDFXNOba1AgggAACCIQKEEQAAQQQQAABBBBAAAEEEEAAgewXYIYIIIAAAggggAACCCCAAAIIIJD9AswQgToKkHymjnDshgACCCCAAAIIIIBAYwmELQZysbAFRG5M16O2itpukZLaKoqrKF709b1WNn+UwoHyyFtKPFMeiBPIDAGuokrgwKNPskvvfsz2OeKYqgD/IoAAAghknMCSuTOstKQ44bp69NkyrWRPCTvRQQCBFiGwzU672x9uGGynXHBFi7heLhKB5hA46tRf2yV3Pcp3YXPgN8E53xlXaB9OCE9AY5Putco1E03PZNyzGdUqLqa2v7i2Ll1tV6vtfz6kvsZcUd+Nq+3iiqntj6lPQQABBBBAAAEEEEAAAQQQQACB5hPgzAgggAACCCCAAAIIIIAAAgggkP0CzBABBBBAAAEEEGgpAiSfaSl3iutEAAEEEMhEAa4JAQQQaBQBtxjIHdwtClJcbdXJY+prTMW1Xa2YK1rQpMQz5Qve1XCgPPJWvs1eSuKZAAyBjBFwi5pPvegq691vG2vj5WTMtXEhCCCAAAKJAgtmTLXC/LyEYKeum9mAQbsY/yHQwgS43BoEOnTqbD///RV2wT/usR1/cIC1bd+hhq0ZQqB1Cuy894F22b+esOPPuci699yidSK0klmP+rrQPhifOgFNdNV4i0Qipuc0ekajonZNxW2jWoxuWz0fUtvFVLuiuMZd31+nivu3oY0AAggggAACCLRSAaaNAAIIIIAAAggggAACCCCAAALZL8AMEUAAAQQQQAABBBBAAAEEEEAghUAWJZ9JMUPCCCCAAAIIIIAAAgi0EAEtDEq+VBfTwiDXTq61j2Iqrq3aFcVdKfr6HkuVeGZYPPFMmduNGoGMEkhe1JyTQ9KZjLpBTXoxnAwBBFqKwJrli23lkvkJl9uufQfbevudEmJ0EECg5QocePRJdvm/n7RDTzjNOnbp2nInwpUj0EgC3Xv1sbOvuMl+e82d8e8//W3fSKfisBkk8O43qRLQFJs3ebBVrp4QmoBGyWXc85uwWq8fxTVV1SrJMY254h9X28VdHRZzY9QIZIYAV4EAAggggAACCCCAAAIIIIAAAtkvwAwRQAABBBBAAAEEEEAAAQQQQCD7BZghAggggEBLESD5TEu5U1wnAggggAACCCCQiQJcU4MJaMGPFgz5D6iY+oqrrVp9FfVVq9TU1piKFjAVjfu3lS94T7sEysNv5tucpSSeCcAQyAiBXfY7lEXNGXEnuAgEEECg9gLLF8yxSEV5wo5bbrO9KalYQpAOAgi0OIELbrjXTr3oKuu11dbm/1ulxU2EC05PgK1qLXDIcafapXc/bnsf9hNr2659rfdnh5YtoAQ0748vDEyisqLYKifdY5Wrx5ue1bhnNmq7olhNRdvpwG4bfQar7WKqXVFc467vr1PF/dvQRgABBBBAAAEEEEAAgVYmwHQRQAABBBBAAAEEEEAAAQQQQCD7BZghAggggAACCCCAAAIIIJBCoE2KOGEEEGiBAlwyAggggAACCLRMgbCFQIppNloI5NrJtcYV85ewmBYlFX9zj5WlSDwz7M08m7uMxDOyo2SmQJeum1nX7j1Y1JyZt4erQgCBZhBoSadcPGe6FRcWJFzyZj162c77HGT8hwACLVuge6/elpOT07InwdUj0IgC+r7r3LVrI56BQ2e6wHvfFNl73wYT0HiRUrNJ91p05TfxBDR6buN/tpPcd2Murnkr5mq1w54faVwleVwxVzTm2tQIIIAAApknwBUhgAACCCCAAAIIIIAAAggggED2CzBDBBBAAAEEEEAAAQQQQAABBBDIfgFmiEBLESD5TEu5U1wnAggggAACCCCAQFYKaJGPFgj5J6eY+oq7tvoq/r7aKslx19eYStG4f1vZ/PcUDpSH38izOcvKA3ECaQuwIQIIIIAAAgjUIPDdN19a/trVCVt06NTFttlx94QYHQQQQAABBBBAIMMF6nR5739bZCqBneMJaAZbZOU3pmc3kUgkIRGNSzSjsZqKjuvG/c+RFNOYK+q7cbVdXDHXpkYAAQQQQAABBBBAAAEEEEAAAYMAAQQQQAABBBBAAAEEEEAAAcPWoN8AABAASURBVASyX4AZIoAAAggggAACCKQQIPlMChjCCCCAAAItUYBrRgABBFqeQPIiH7cASHHXdrPy99VW0Zi/VtstUFJdNO5fVr7wfW0WKA+/mWdzl5N4JgBDAIFmELjnsnPt6tMPC5RXHryzGa6GU6YSePfFx+zaM48K3Kfb/nCqzZ3ybardiCPQ6gWWzZ8dX1TtIHJycqzfdju4LjUCdRBgFwQQQAABBFqOwHvfFtp73xQFLzhaat7kwRbdmIBGz3GSi57zbKrowG4b//MkxTTmivoaV19t1RQEEEAAAQQQQCCzBbg6BBBAAAEEEEAAAQQQQAABBBDIfgFmiAACCCCAAAIIIIAAAggggAACmSLQeMlnMmWGXAcCCCCAAAIIIIAAAhkoELbIx8W0EMi13aX7+2qraMzVaqtokZJqxZV4pmxBeOKZh97It7nLSDwjKwoCCNRTgN0RQACBTQgsnT/LystKE7bquVV/G7DDrgkxOggggAACCCCAQLYKvD++0N79pjA4vUjpxgQ0X8eT9el5jp7tqFZxbVcrpqIDqXbF3/c/V9K4xlxRX+Pqq63aX8Ji/nHarVyA6SOAAAIIIIAAAggggAACCCCAQPYLMEMEEEAAAQQQQAABBBBAAAEEEMh+AWaIAAIIIIBACgGSz6SAIYwAAggggAACCLREAa655Qi4hT7uit3iHsXVVp08pr7GVFzb1YppIZLrF469y8oXfqBuoDz4Rp7NW14WiBNAAAEEEEAAAQQaQ2Dx7O+sID8v4dBdu29uA3bcLSFGBwEEEEAgfQG2RACBlifwwfii0AQ0lZFSs0n3WmTFOItEIvEkNHrG4y+arZ79uKIx13a1fxs9V1LcxVS7orjG1VdbtSsu7vrUCCCAAAIIIIAAAggg0LwCnB0BBBBAAAEEEEAAAQQQQAABBLJfgBkigAACCCCAAAIIIIAAApkiQPKZTLkTXEc2CjAnBBBAAAEEEEAgIJC8qEcbuJgW+Lh2cu22S46r74rbpuiru6x80YfqBsqDr+fZ/OXlgTgBBBBAAAEEEKizADtuQmDxnOm2bsWShK3ate9gWw/cKSFGBwEEEEAAAQQQyHYBJaAZ9XVhcJrRcvMmD7boynHmEsu4Ws991FZRu6aiA7vxsOdMGndx1epre9WuJPddnBoBBBBAwCBAAAEEEEAAAQQQQAABBBBAAIHsF2CGCCCAAAIIIIAAAggggAACCCCQ/QLMEAEEUgiQfCYFDGEEEEAAAQQQQAABBBpaQIt33MIed2zF1FbctdVX8ffVVkmOu77GVArH3mllC1Mknnktz+avKNcuWVyYGgIIIIAAAghkosCyBXMsEolUX5p++/QbuGN1nwYCCCCAAAIIIFA7gZa79YcTiuydcYXBCWxMQFO5clz8d5Oe8yjhjCuur9pfdKBUff3m0pjbJrnWuD+mtoupTUEAAQQQQAABBBBAAAEEEECgeQU4OwIIIIAAAggggAACCCCAAAIIZL8AM0QAAQQQQAABBBDIFAGSz2TKneA6EEAAgWwUYE4IIIAAAgkCyYt33OIfxV3b7eDvq62iMX+tthYgubgSz5Qv+kjdQPnP63k2fyWJZwIwrSQwYIdd7bSL/mpX3PNfu/npd+yOlz+1u4d/UV3Uv+XpUXb1Ay/Yb66+3fY54hjjP7M9Djoy7nHdIyPs9hc+rPaSnfrXP/6G/en2B+3wk8+yDp06ZxSZrueQ4061C2641+LX//yHdtcrn1fPQe3bYzHN4ZI7h9kJ51xkW/YfmFFzSHUxmpvM/3z7w3bjU2/ZP1/6uHped/7vU7spFvvDDYPtoJ/8LNUhMjIu/6NOO9d07X978GW79dn3Au9V99rT+1jv5zMuvsZ22efgRp3P9rvvYzrPlUOfsVueeddkrOtQ0WeH7oHuhe6J7k2jXkzIwfU+1ftQ16bXta5L78+r7n/eTv3D/9XpdZ2p98I//e69+tjxsfftpf96PHZf3gncF71G/nLHsFp9PrljXnHPU/HXn/OUqd5nuteyrut7a9HsaVZanLjIunuv3rbb/j+0xv5Pr029RnX9+tzTfDQvFc1Tn4f6rGyO70B56rO6puvSuLZrbCd9nlS/32O/C/Qel5Erem/pOuX4o1POMb1mqq+piRpykIful67HXZtq9XV9Gtd3oO57Y16WPiv0/an3od5z/teV/3qawstdyyV3PRr4btS16LP71ufeN32/NJVPY9pz7MwX0Psvkz539ffNr6+8xf72wEum94LeE3pvqPi/B3h/ZP5rK5uu8KOJSkBTEJxStMJs0mCrXPW16ZmPinv+428r5oqLu35yrZP4Y+q7orieS6mvtmpXkvsuTo0AAggggAACrViAqSOAAAIIIIAAAggggAACCCCAQPYLMEMEEEAAAQQQQAABBBBAAAEEEMh+gRQzJPlMChjCCCCAAAIIIIAAAgg0lEDYYh0X0wIf13bn8/fVVtGYq9VW0eIi1YoXjb3TUiWeeeC1PFuwgsQzsmpt5ZDjT7P/G/y0/fmOh+3gY0+xvtsNsk5dullOTk4Chfodu3S1LfoOiCdc+dVlN5qS0fz6ylttm512T9i2KTpa+K6FoK6ceek/QpO7aFGrxtx2rlbSjv2OPL7Ol3rg0SfZ1fe/aOdedVvcQ4vr27XvkHA89btt3sMG7rKXnXzeX+zvw4bbz39/Reh1JuyYoqPEHu76/bUsUuwSGtbic92/64aNsFMvvNJ2+sGB8eQA7Tp0MH3euJ3UVkxzGLDj7qakJ1cMfsp0HUf87Cy3WUbVut8y/nvMWubb7rKHdenW3dq2bVd9nW3a5FjnWGzHHxxgp/3xKrvsX0/YznsfWD1e38ZxZ11gd/iS3bh79Y9HR9qgPfer0+HlLXf5K4mBrr3Xlv3ir6WcpPeqTqDXnt7HfWPvZ71Wf3fdv+zah1+JJyKRkbZpiKKkLvK78KYhpvPotdWxcxeTsTu+rk/3QPdC9+Sah/5nJ//ukvi1u200N+fk6nS89B7We9nt42r/e+K0P15tZ19xY/x9qGvT61rnlVHvftuYPgMvvfux2DY3xd8HGqupNPe9CHt96fWmuLtufR6dddn19tehz9qPTzvX+m+/s3Xs3C1wX/Qa0ee37svf/vOSHXXqr90hAnXyMftut0P8HjpP7aD3me61PvP03rrmoVdMyT00lm6ZOeErW5+7NmHzTrHvHiVISwim2ZGLfNxrQ7X6irtD6D2h12T8tRn7rNb1d4t9dms+bhvNU5+HctDr/qxLb7C/PzK8RjO3b31q3ZPrH3s9/lmlz+qarkvjctf22q8+5w3bV8fU54g+T6rf77F7o/e4f3u9t3SdcvzpuX+KfVe+EE+YVZ/P2XTe67oGXaPuixzkoful69GYK+rr+jR+auw7MH7fkz6T3Lb1qXXNSvJy+T1PxL8/9T7sFPt95X9d6fjuevxe5159e4P+ttJrVomm3LXo/aT3avK16LO7Q8dOpu8X53PD42/U6v5p3smfy/pusJD/9DrSezK5+D/DQ3YjlOEC+nzV56z/vqqvuLv0TPrcdddywxNvmD7b9zr0x9ar79am94LeE+6a/d8D7v1xXey3dF3+FrrwxiHVSRHldPQvzrMc329Vd87Neva2i24amrCttk/nN5I7BnV2CHw0sdjeHlcYmExltNwqJ95j0RVfmZ75+J//qO1iqv1FB3J9tVXUV63Xuuqwom3cuNpum7CYG6PODAGuAgEEEEAAAQQQQAABBBBAAAEEsl+AGSKAAAIIIIAAAggggAACCCCAQPYLMEMEEEAAAQQyRaBNplwI14EAAggggAACCGShAFNCIC7gFuvEO7F/3EIexdVWHQvH/6d+vBH7R22VWDO+2MjVimmxkesXfXWnlS36SN1AeeC1XFu4ksQzAZgsD2gh8EW3PGCnXHCFbbXN9glJCdKdupLR7HXoUXbBP+6xk393abq7tejttJD9/H/820696Crbol//hGQtm5qYFp0fesJp9uc7htn2u++zqc0bZfxHp5xjF//zQdvniGNM96+2J9EiXL12TvzNn+NJW5prHmHXve8Rx9nl/37SZCzrsG2SY/ps3Xr7nezXf73Njj/7wuThZu9rTkoKIm+5y78uF6V59ui9VTxRxmV3P2G7H3h4XQ5TvY8Wav/qshvtnP+7yeRXm+tSwoPDTvylXXjjYFPik+qDNkLjrEuuswOPPtHatmtf49GVVGTQHvtZ39hnYaoNM/VeJF+v7u1FN91n+xx+rOk+JY+n6nft3sOOO/sPdu5Vtwf20zH/ePP9JoN0j6nXXM8+W9nPzr/UzvjT31KdNhAvLS6ylYvmJcS1IF/JbhKCDdTRZ5g+k/Wa1Gsz3cNqfpv32tKOP+ci03ep3p/p7pvOdnpvXHLnsPjxu/XomfZ3ja5L2zfkden+K9majqnPEZ0jnTm4bfT+UsKs315zp511+Q2B15fbrj61/HUfdI26L7W5Rt133X+9DvR6qM91aF9dyx9uGGxn/PlaU5IXvX4VT7fIa8+Djoz/tqrv95Ler0qMcc6Vt8Q/b2t7LbpmXU9j3z+dpxWVVj9Vvc/0ftP7Tu+/dEH0vtb7W+9zvd/1Xkt331TbKUGaPt8OP+lM0/egzpFq27C4fku3tr+FwhyINY3AxxOL7O2vCgMn8yojZpPutcjyMaZnQJFIxNzzIPVdW7UriutArq/a39d7QTFXNOaKYhpXX23Vrri461MjgAACCCCAAAIIINCKBZg6AggggAACCCCAAAIIIIAAAghkvwAzRAABBBBAAAEEEEAAAQRarQDJZ1rtrW+NE2fOCCCAAAIIIIBA0wokL9bR2V1MC3dcO7n2b+dvazsV/2KiorF3WNnCFIlnXlXimQodgtKKBLTo89yrbrVBu++d9oL2mni08PKHPz09NGlBTfu1tLEOnbvY+X+/23be+yDLycmp0+Xrfb3VgIH2q8uut132ObhOx6jrTko0dOxZv7d0E7PUdB7NQ0lHzr78xnhCipq2bYqxY355vp164ZXWa6ut6/Sa1gL9I352lv303D81xeWmdY4Tfv1HO/1PV9d5TmEn0X1T0qRT/3Blne/blv0H2oU3DrG9D/+J1SWRga5L1zFgx93tnP+7udHeB1pQvtsBh9eQWEtX8n1ZuWiuzZgw9vuAr5Wp98J3ifHmwceeYr/487W1TowV3zn2j5II7X7gYXbqBVfEelX/O+DoE+30P15tvfpuXRWo5b96jex75HF2/NkXpb3n0nmzrLysNGF7ve626DsgIVbfzu4HHh7/LNZnsl6TdTme9tN36dlX3GS6xrocI3mf3rHPsV9feYvpPaLjJ4+n09d+DXFdx599oZ116fV1fk35r1VJoPY57Bi7+LYH44lQ/GP1aStRjz5LNF/Nuy7H0n56HdT3u1mvqfOuudOUrCWnjr8T3PXrt9WPTj0n/rtD31Eunm6t1+P51/3L9jzkR3X+zeI/l7s5YSNGAAAQAElEQVR/OqaO7R+jjUC6AnqP6H2m95ved+nu599O++n9Xp/PXb2nfnHxtfEEaUrY5T9+Xdp6vx524i9MiaeUqLIux2AfBNIR+HhSkb0VkoDGKiPmTR5s0RVj44lnwhLQuOdEqlX8z4zUV9E1qFbRe021Yv7i4qoVD9smLKZtKQgggEDzCXBmBBBAAAEEEEAAAQQQQAABBBDIfgFmiAACCCCAAAIIIIAAAggggAAC2S/ADBFAIFMESD6TKXeC60AAAQQQQAABBBDIKgEtyHELdtzEFFNbcbVVq6+ivmoVtf3FxZLrorH/tLJFHyscKPe/mmcLV2VA4pnAlRFoTAEttjzpt3+2Pv23a9DTuKQFJ5xzUYMeN1MOpvkd+fNfWd/tdqhTcpPkeWhhqhJaNHQyheTzuP5Rp51rBxx9kmnxuIs1RL1Zzy3s2F9d0KCJBGp7XUo8o8Qxem3Xdl//9rL54U/PsAE77uoPN0v7+LMvssNP+qW1a9+hUc6v+3bkz8+udbIMJRw4+4obrf8OuzbI+6BH763s1Iv+GptnxwadZ9ucnJjfmabF4OkcuKK8zOZM+TZ000y9F8kX26lrNzv6jN9Y566bJQ/Vqq/POiXtUfIeJcg69szfW9fuPWp1jOSN9d468Ccn2R4HHZk8FNpfPHeGFResTxjr0n1z226XPayh/pOXEnLps7ghjrnVttvbCef+sd6Haht7zx979oW2+RZb1vtYOoCu6+TzL1Gz1uWMP/3N9L1X389W/4n1u1bfo2ddcr3p9eUfq0tb7/XTL7raNM+67J+8j14P+k6ry5z3PeI4U2KvuiZqSr4W9fV+3HnfQ+w3V91utb0mvR6322WvBvms1rWo6P7pmDq2+hQEaiOQKZ+7ei+dc8VNtt9Rx5sSpNVmDjVtq/fHDnvtH3u/3lbr31c1HTcrx5hUvQQ+iSegKQgeozJqNuleiy4fY0oso+J/ZqS+dtpUzL+NXtf+7d2YqzXu2qpdcXHXp0YAAQQQQAABBBBAAAEEEGiFAkwZAQQQQAABBBBAAAEEEEAAAQSyX4AZIoAAAggggAACCLRaAZLPtNpbz8QRQKA1CjBnBBBAAIGmEdACnuQFOYrp7Iq7dnKtcRdT2xXFVPwLigrH3G5liz5xmyTUSjyzaFV5QoxO6xBQcph+A3cMnWwkErHlC+baJ68+Z8/86zq7/tfH2tWnHxYvw266LB7XuLYLO4AWSe916I/TTjAQdox0Y/lrVsWvVdejsmrpQotWBJMpKaYxbeMvKxfPt8Kk5AY1nbtdhw6mRBnJ20QqymPXMcfGvv+6/e/BO+yl+26zN56836aM+cQK8nOtsrIyeZfq/pb9t7NDjvt5db+xGtvstLsddMzPLFUik6KYw9SvPrURw/5t9//tD/H7rft++4Wn2SsP3mka0zaprk8uR5x8ZqrhRo0rmcUhx5+aclG+/HNXr7DP33jR9BrWvPS6fun+2+27r7+wksKChOuTkRIItG3XLiHelJ0Djj7RDjn+lJSJgtxrLux9qvun+6h7VrghfxOvv23twJ+cWKupKeHAVtsOSpnMQElc5k4db689Ptj0+pH3PZeda+88N8yWzJ1huvbkE+r107NP3+RwvfoDYq/5Xlv1S/sY63PX2ezJ3wS2z+R7kXCxXhvb54hjTYkz/HG9/vU5pM8jfS6l+/mkpD37HnmcnfDrPwWOGY1GbM3yxTb+s3fjnxk65qjY/Z07baKVl5b6T5/Q7rLZ5rb/j3+aEEvVmTvlW8tdtTJhuEPHTtZ/0C4Jsfp09jjoiMDcdLzSkmJbNGuaffHm/+Kf55rfR8OfMb2uS4uLtElo0W+3QXvsG3vvnhY6nm5QyYO6xqySt5dt8nXJfcaEsYHPMf++ui4lCznsxDP84ep2qoaSLuk1kCoxg15b69etjr8Onh98U/XvBX0G6bUmL30epDr+Fv36x19fW/YfmGqTtOLb7bZ3aOIZnXv5gjkJ383ymv7NaKvp+0wn7bftDvbj03+jZtpFiXRO+PVFpsReqXbS9813se8dfa+6z0fV6iue6vWlezhoz33t1AuuSHXoQFwJ53bca//Qz2rduzXLltjY91413Ttdgz6rVXT/5KTXmgwDB44FdD077LmfpXpN6beVfmMtj/2edKWkqDC2Z/B/eWtXxn5DzQ0U/cYLbk2kpQtkyueu3ks77XOQ6e+WMFP/e+SJf15d/bt42E2Xmd4fS+fNslR/C+n9oQR9Pzv/0pS/TXXONSuXJbzu165YapXRqIYSSnlZqa2I/c3i3kuuXrl4gZXV8J2UcBA6WSnwyaRie3Ns4t8x8YkqAc1kJaAZXZ2ARs+IVCpjf5eqVlHbFfW1r+sn18lj6qvo9a5tVauvtmpXkvsuTo0AAggggAACzSPAWRFAAAEEEEAAAQQQQAABBBBAIPsFmCECCCCAAAIIIIAAAggggAACCGS/QKbMkOQzmXInuA4EEEAAAQQQQACBrBDQIhy3QMdNSDG1FXdt9VX8fbVrKm77orH/tPLFn6obKPe9mmckngmwtIqAkpDsuv8PQxdb5q9dZf974J82+Mrf2tvPPGRTxn5q/oXQSgaguMZHDvuXafswNCUY2OuQo8KGGjT2/stPxK9V16Py8fBnrLy8LHAOxTSmbfzlgWsvshnfjg5sn25Ai05l8ugt/xe7jvNsxMN329cfvmXffjrKPn/zJXvm3/+wW84/2T4e8UyCo//4bdq2tR33PkiLU/3hBm/vf9QJ1mOLLQPH1Rwmj/7Y7vjjGfb03dfFF6IvnjO9ejvd43EfvhkfG/x/59mUrz4NXWyrz62Bu+1jWnxfvXMTNDp06mw/Pv1c69q9R+jZigs32HsvPhaf3xtPPWC6X9pQr+tvP3nHnrrzGrvnit+YkjfIQmMqSryRKuGCxhuzaE4H/Pgk69SlW+A0+uxfuWS+PXXH3+KvOb0fk9+nun9KKKD7eeeffmGfjHw2ZWIKvf6232PftF9/m0pmsHj2NHv4hkts2I2X2pdvD6/+jNA1631w39UXxK9dfc0lMMEGDPTut415bb5/nBWNRkznVcIeJRNRcgwle4gn6IlGbdHMqSY7/yVk8r3wX6faOTk5gdeMks5okbw+h/R5pM8l/+fTXX8+06Z+9ZnJRsdILtvuvIf13W5QdVj3TIZP3n6V3f2XX9mLQ2+Nf2bomB/FPueG3fAXG3bTpXFHbVu948aG53nWd9tBpu+hjaEaq6XzZyYsxNf93HrgzjXuk+6g3t+b9eydsLkSg4x+Z7j9+9JzTN8Prz85NP55rvmNen5Y/HX978t+nfJzUAdTgpxd9z1YzQYrSgAy6csPTe+f5OuS+xO3/dVuv+i0+PdPWHInXUj7Dh1tt/0PUzOtsqmkS+6z9bY/nBp/HUz84oPq7zm9j/Ra0+eAPg/mfTfRwl4PupCttt3eNpWgQdvVVJS4yvO86k2c19C//j7+Oen/bpbXk3dcHf9O0L1WUofqHX0NfTbutPeBaX826rPix2f81pKTP7lD6r7ISN83+t7R96q+XzWuWn3Fa3p9KUnGXj882o4583ztVmPR9ex16FGhCed079559mG7+5KzTInKdF26BndA3T856bX239h3pN7zYfdPr6k9U/zW028r7e//zZW/bpU7RUI9a+LXsfv020DRb7yEDem0eIFM+dzVe0jvJb2nwlD1fhj+0F3V7xG9nt12+h2p98fQq863p/55Vfx3Rdj7w/M821TCKH02+d8jEz9/P/T7uLhgvb32+JDAe+TRW66If98a/7VqgU8nF9sbY0OSe1VWWpspQy26fEzsdRUNFL1ulXBGtSvqC9P11VZRX7XneaoSihtT7XlV42q7jTwvGHNj1AYBAggggAACCCCAAAIIIIAAAghkvwAzRAABBBBAAAEEEEAAAQQQQACB7BdghggggAACCLRage9X67RaAiaOAAIIIIAAAq1HgJki0PgCnle1CMedyS3Q8TwvsEDXjWlbtVXUdsX1/XXB6NusbNEnbpOEeujIXFu8qjwhRqf1COy67yG2WY9egQkrScFrjw+18Z+9GxgLC2ih9PCH7q5OLuHfxvM8G7DDrrZF3wH+cFa1laTg3ecfsWE3XWbzpk2wmv4bFdvuracftJKiDaGbbd6rj+158JHWWP9pEfp2u/7AlLjBf47Kykqb9tWn9uw911cnDfCPJ7e1GPeZu6+zSZ+/Z9FoJHnYOnfbzHbYa/9AvDEDP/r52fFkFmHnWL9ujb322BD78JX/hg1XxzQvJW/46r1XTUkLqgeaqbHvkcdb3+12CD37ioXz7Nl/3WAzJ44LHU8OKsnOO88Ns7effTjl669H761s530OSt410Nf7WUmM2rXvEBjT62HqV5/ZIzdfYYtmTbOa/tO1P3bLlTZv6vjA911N+9VnTMkWRj33iN1z2bnxxFpKJqLkGEr2cPN5J9rIR/5tk0Z/GDhFpt6LwIWGBPRa0fw+HvlsyGhVSK+Plx+43eZPm1gVqOFffV7Mnvy1PXDNRTW+/nT/X77/n6bzhx1OiaK2323vsKFAbMncGVZaUpwQ79Zzi/j3S0KwATprly+1l2IWrz42OPR7zZ1Cnxc1fQ5qu34Dd7RBe+6nZr2LPsdeefAue+7eG+NJDlIdUPfyfw/eYZ++9mLKz7E+/bdN67r0nXHIcacGkhm5c+etWWkvP/DPTX62anu9Hh6+/i/29YdvmhKwKOYvnufZwN1+YEf87Cx/uM5t/ZZ548n70/LSvf78jZct1ed+ry23Tvu7+dgzz7dtYr97wi5c9+aj4c/Y84NvqvG1pX3d6+vzN8LvY9t27W2/H52wyQRO+k2h69cx/aWstMTef+lxUxIufzxVe2bsu0bfOanez737bWO77f/DVLu3oDiX2hwCzfG5q+Rneg/pvZQ8Z33PLV8wx5759/Wmv3OSx5P7en/EvxPHK7lHJHk4nuhz1wMOMyXzCgwSQKABBT6bXGRvjAkmoKmsjJo3ebBVrtBrNBr7+y2xVMb+FlTCGdWuqK9Lc/3k2o257dR3Rdt6nhfvqh1vbPzH86riG7tUCCCAAAIIIIAAAgg0kwCnRQABBBBAAAEEEEAAAQQQQACB7BdghggggAACCCCAAAIIIIAAAk0lQPKZppLmPEEBIggggAACCCCAQBYJJC/C0dRczPM2nXhG27ui/Vxxi3/ULxh9q1Us+cxtllAPHZFrS1ZXJMTotC6BLfoNsJy27QKTnjt1vE396tNAvKbAjAljbfLojyxaEXxNde3R0wbutldNu7fYMS1UHz1qZNqLtzXRse+9arMmfh2abKNdh4621TaDtFmjlEG772NdN9s8cOzC9Xk2/tP0kg35d/545PO2bsVyfyjezsnJsa233ynebop/lCBhl/0PtbDXs5IDKelMusmUdL1KRDD5yw9NiVTUb66y894HWoeOnQKnV/Ki0e8MrzEBRWCnjQG9/qaN+8IqGCZPKwAAEABJREFUo9GNke8rnatvGq8/LZ7u1aff9ztubOl7Z+6U8aYkJkqysDFcY6UEC68+NiSYoKTGveo2KLd3nh1W4/t17Puv27RxnwdOkKn3InChSQH5vv3Mg5tMBKTddM8mj/00kORFY/6ycOZUe+Zf/0grUdXKJfNt7PuvhR5TC/57brW1pfPfghlTrTA/L2HTrt03twE77pYQq29HXq89Pjj0NZDq2CMfGxzz/S50uGOXbrZl/+1Cx2oT1Gv3g/89lXZSOB3745HP2JK5M9UMlHSv64cnnB77Tto+sL8Cshrx8L9qZaX9XnnoLpv0xQehn696Tex50I/qnbBOXu+9+LiNeXekTplWGfX8MPvu6y9Mn2PJO6T73axkFrsfdKS1ads2+RDxxDZfvj3c3n/5icBYTYG3n3nIUn0f9dhiS1MisJr2128KXX/yNsvnz7Ev3nolOVxjX+/nrz96w5S4JnnDTl26bjIRTvI+9BGQgD5LmuNzV+8dvYd0DclFSZaeH3xz7LN9WvJQyr6+Q58bfJPpd1DY50in2PfBPocdk3J/BhBoKIHPphTZ62MKQg5XaTbpXqtcPjr2HVyVfEavVT0/UnFt1a4orgO5vtoq6qv2PM88L/jsyvOqYp7nabPQ71Z3jPgG/IMAAggggAACCCCAAAIIIIAAAggggAAC2S/ADBFAAAEEEEAAAQQQQAABBBBAIPsFmCECCLRagTatduZMHAEEEEAAAQQQQACBBhLQQhvPq1qI4w6pmNqeV7VQR21X3Jj6aocVNxavo1Er+PIWq1jyubqBEk88s6YiEA8LEMtegS7dugcmF6kotzXLFgfi6QQmjf7Y8nPXBDZt376DbT2w6RKRBC6gkQJ6H86a9LVpwXptTzF5zMdWXLghsFtOTo5179U7EG+ogBa+tovdj+TjFW7Is++++TI5vMm+FqLPmfqNhSUy6dGnnw3YYddNHqMhNtj3yONDkxVU3aNxtUpA4K7ng1eetlWLF7puk9ey22rbHULPu2D6FPvqg9dDx9IJzp06PjQZiHltLCxJgfn+U6KfnfY+MDS5Qu7qFfbui4+llZTEd8h4Eh0lZCjIz/WHG7Qdfy1M/NqUfKe2B87Ue7GpeUQrKkxJwZQcbFPbuvHxn44y3UfXT671uTXm3RG1usezY5+TBbnrkg8VX6zcs89WgXhYYM3yxfHXiX9Mn2UN+d1SFy9djxIOzPh2dDy5iPr+0q5de+uz9Tb+UK3b0WjExn/6Xq1fu7ouJVMpLysNnFOJunr26RuI+wN6r+956FGmhDD+uNo6phKv1ea1pf1cqSlhzxb9+tteh/zIbVrruj7v9Wlff24lRcEF+/pu3qJv/01ey+4HHm6b9wx+h8evKfY+qMvvBZ00lZfXpo3tvM/BNSZ96dilq+n6dRx/Wbl0gb+bdvvrj9621csWBbbXa2qrbcITFQU2JoDARoHm+txVoii9d/Qe2ngp1VVRwXpT8i79xq0OptnQ5+7rT9xna5cvDd1j60E72z5HZH4CmtCLJ9iiBD6fUmyvhSagiU1j8mCLLv/S9N2k5DKuDmu7sdhe8e3VV0nuK+aKG3O151U999K4Yq54XlXc9akRQAABBBBAAAEEEEAAAQSaVoCzIYAAAggggAACCCCAAAIIIIBA9gswQwQQQAABBBBAAAEEmkqA5DNNJc15EEAAgaAAEQQQQACBLBDQohvPS1xoo5im5nmbTjyj7fxF+yaWqBWMvtUqln7h3yzerqw0GzIi15aQeCbuwT9BgTZtcqxT127BgTQii2ZNs/Vr15gWpW/Iy7VlC2bb1K8+tS/fHm7ffjIqjSO0rE20QH3Slx/U6aInj/7YcletCN23S0hSoNANGzDYrn2nOieKWbFofjyRSUlRoSlBxPwZk+2bj9+xT199zlYtbZrkLdvv9gPr0LFTQKQgP8+++ejtQDydgOYy8Yv3QxNKpLN/fbfZatvtrctmwQRRen/N+25SvQ6/cvECKyrYEDhGTk6OKVFBYMAX2PPgI63Xllv7IlVNJchQAg59DlRFavevPitmThhrldFo7XZMc+uSogJTYok0N0/YLFPvRcJFhnSUDExJwUKGUoa0cH79utUpx1csmmcTPns/5XjYgN5LeWtXhg1ZGy/9x4zLF8yxSEV59XE8z7N+A3es7te3kbdujU384sM6HWbx3BlWHPKe8tq0sbYhCb8svf/iW+WvXW3jP3sv3q7tP0o0tSH2fZy8Xzrv9d0O+KGlSlCzJDbfj0c8k3zYtPt6nX0b+54oKQp+DinZzc77Hpz2sZI3VIIkJXhLjqfT/+7rL21DXjBRkvZt36GjqpRFyXpSJebSd9HYUSNT7rupAXlN+Pz9+Hdt8rbdNu9pO+yxr9X2v66bbV7bXeLb61qUpLAi9l4s3JBv+kyY/s1oGzNqhI1999X4NvyDQLoCzfW5q/eM3jvJ16m/qWdNGBf7LvggeSjtvpLW6O8D//eV27lj5662674/dF1qBBpV4AsloBkdTKimk3qTh1h02RemhDMqeu2rqK2itoprq9Z+iiUXxV3RmGur9ryq51ueV/X8K3lc21AQQAABBBBAIC7APwgggAACCCCAAAIIIIAAAgggkP0CzBABBBBAAAEEEEAAAQQQQAABBLJfoNXOMP1VIa2WiIkjgAACCCCAAAIIIBAuoMU2nle18MZtoZjanle1MEdtV9yY+q6tOrloXAuCKqMRK6wh8czQkXm2lMQz4qKkENBC+e332Ne27D8wxRY1h/9z3R/tul8dbbf+/mQbcuXv7Om7r7PXnxxqi+dMr3nHjB4Nv7h1K5fXOgmD/0j5a1f5u9Xtbj17VbebqtE9ds7dDzqiTqcb/c5wu+Hc4+Ll7r/8yh667mJ7+YHbbcy7I02L1Ot00FrstEXfAdZ/+11C91i5aK7NmDA2dCyd4OQxn1ju6vAkQensX59tFs38zr5482Wb9OWHtnTeLNPrpay0xNbnrjUllKjPsfV+LC8rrtMhBu66tynJQvLOBXnrbMpXnyWHa9WfEvNWMoNa7ZTmxkooocQSaW6esFmm3ouEiwzpKFlLXZIB5a0J/2yKRCK2eHbdPstTJRXq2r1nyJWHh/S6LS5MXETdvVdv223/hlnIv2LhnDp/V8m5uCjx2mzjf2GJsTYOpVXV9T7q4HGzgvVqBkrP3lsFYv7AtjvtYR07dfGH4u2K8jKbOb7un6vxg8T++eqD1235wnmxVvB/W/TdxnbZp24JaJTYbfLoj4MHTSOi76wNsc/YsE3bta85+cyeKRJz6VhL506v13eRjjH+01Gh30dK1rPdLntqk1qV/oN2qbPxc/feaH8/8yi7+bwT7d4rfmNP3nG1jXz03nrPsVYTYOOsEGiuz91tdtrd9N5JRlSiuunjv0wO17r/7afv2rpVywP7eZ5nWw/ayfTbNTBIAIFGEPhiarG9+mX47xObPMQql38RT0Cj50vRaLS67fq6JLVVNO7vq62isbA6OeZ5nkLmto93Nv4TFts41EwVp0UAAQQQQAABBBBAAAEEEEAAgewXYIYIIIAAAggggAACCCCAAAIIIJD9AswQAQQQQAABBJpKoE1TnYjzIIAAAggggAACAQECCLRwAc+rWnDjpuEW2Xhe+oln/Pu6/bUQqDKeeOY2K1/yhdukuo5WVtqQEbm2dE15dYwGArmrV4Yu/tqy/3Z2ygWXW/defUCqQWDFork1jG56qGB93qY3auAt8tatttLiwsBRc9q2s0OPP8UOO/GMwFimB/oN3ME6desWuMxIRbktmv1dIF6bwJrli23Z/Nm12aXBtl25ZL69+8KjpkX+Q686326/8DT7x9k/sbsu/mWdE2RYA/zXb+CO5nmJ32U67KolC23ulG/VrHP57psvbe3ypXXev6Yd1yxbHHvtF9W0ScqxTL0XKS84NqBEMWuWL4m1av+/ksIC0/7JeyrpiCyS4+n016VI4uTlBF9LqY6n10f+2tUJw526dLUBO+yaEKtLR58XKxaFJ0JJ53hKWlJeWhq6aZdu3UPj6QTre106R3GK5DMaq6lsPXBnU0K65G3y16w2JeZKjtelP2/qBNMck/ft1LWr9a/jfa3vd7PuZfL1qN+xazARj+Ku9B+0i4UlGiovK7V5301ym9W51nWtTPEa7d1v25TJLDasWxNqvFnPLeyn515sSsJR54tqih05R9YK6L3fHJ+7SvyyZYokm6sWL6xXYkl3s/T7ccH0KaF/Z3Xr3tMG7LiL25QagUYX+HJasY38ckP4eSYPteiyL0y/+/RsyZVoNBp//apW8cd1INf314qrKKZ91PYXxT2v6nef2v4xz6uK+2O0EUAAAQQQQAABBFqZANNFAAEEEEAAAQQQQAABBBBAAIHsF2CGCCCAAAIIIIAAAggggAACWSvQJmtnxsRqLcAOCCCAAAIIIIAAAukJJC+u0V4u5nm1Szyj/ZKLVUatcMxtVrHsSx06oUQrzYaOyLNlaysS4nQQWDJvppWVlgQgPM+zQXvuZ5ff86T98s9/t4ZY2B84SQsPaMFs3uqVLW4WSg6yduWy0Ovu2LmbnfjbS+ySux61Q4471Tp06hy6XaYF+24zyEIX/JeWWl0TZfjnuHLxAquoIHGXTAbu+gPr2n1zNRNKZTRqq5YuTIjVtbN88TzTd1xd9w/bT9eXt6blvV/D5pJuTJ9R61YtT3fzhO3K9b0Q+12REIx1yoqLLG/Nqlir+f6nZFD+14cSZ/Xdbod6X1BFRYWtXVm/xEd1TfJS08VXlJfb6qWLatqkUcb0vd+t5xahx167aqkpsULoYC2Di+dMt+LCgsBebdu2s15b9QvENxXQ6z45QdGm9kker2tiuC36DbCwZD1K5rR0/qzk09Spn+r7qMtm3S1VMouFM6daUUHQWBew1bbb2x9uGGznXnW77bLPwQpREGgygeb63O2XImmhvlv0G6ShAPS+V/Kp5OO169DBtkyR/CZ5W/oINJTA6GklNvLL8O8Cb4oS0HxenYBGiWNc0fsiuWjMH3PXqJhre17wGZfnVcU8z4tv5t8+Hoj9ExaLhfkfAgg0gwCnRAABBBBAAAEEEEAAAQQQQACB7BdghggggAACCCCAAAIIIIAAAgggkP0CzBABBBBoKgGSzzSVNOdBAAEEEEAAAQQQyAoBLaDxvKoFNm5CiqnteVULcNR2xY2pr7YrG/vVi/IVV8wqI1Y4+larWBqSeCaqxDO5JJ6JQ/FPssD4T0fVuIC8S7futv+Pf2p/ufMRu+GJN+w3V99u+/3oBGspSUmS59uQ/UgkYhvycxvykE12rJnjx1pFeVno+XJyckxJB0698Eq78ck37Yp7nrKfnvuneCx0hwwIKkGCElAkX0ppSZHlra5/ooxVSxdYWUlx8uFbXL97rz72w5+ebuddc2f8/dxn6+1qPYeeffpax85dA/spOU9DJSVZt2Jpytdn4MRpBhry+tI8ZWnIVmoAABAASURBVI2bNcS9qPEEscFoRYUVF66PtRruf5WVUdOC44Y7Yu2PFLaYX4v4t+g7oPYH8+2hhDuF+Xm+SGY0lbiguHBDk19Mjz5bxd7rwQRkSuS0ZtniBrueudMmWFFB+Ou0e8/etT6PvpvX566t9X4NsUP3XuHXWxR7H86e9HVDnMJyVy23SHkwGVrbDh2s15b9Q88xY8JYWzp3euiYgvpNt+fBR9rvrvuX3fz0O/FkNPqu0OeUxikINJZAc33u9uzTz9q17xCYln4b6zdIYKCOgdXLFllpUWFgb/1m7bp5z0C8hgBDCDSIwOhpxTbii1QJaO6zymXfJ6CprKyM/+ZTraLffypqpyq6SI25Wm3to76K+q72vKrnYy6muIrnVcXVpiCAAAIIIIAAAggggAACrUyA6SKAAAIIIIAAAggggAACCCCAQPYLMEMEEEAAAQQQQAABBLJWgOQzWXtrmRgCCNRegD0QQAABBBCoWUCLaTwvcQGNYtrL8zadeEbbuaL9XKlexBOtsIIvb7HykMQzkajZkJG5JJ5xgNQBgdLiIvv247etrLQkMOYPeJ5nXbv3sD0OOtLOvOS66qQkp1xwRUYnJfHPoaHbWoAftqC0oc/TGMf78p3htmTuzE0eum279tZ3ux3sR6ecU52ASIlLDjnu1IxKQNSz91ahcykpLrT50yeFjtUmuCF3nWmBdG32ac5tlTzogKNPtFP/8H/xJAJXP/CC3frse/b3YcPt57+/wnY74LD4+9nzEr+b0rnmHn36Wk67doFNo0rG1EAJHzbEjqPjBU5Sj4COp+PW4xB12rUx78WmLqistNjWx167m9quNuMlse+MJXNSJ7GozbHquu3i2d9ZQVKSmC7dN7ftdtnD6vNfNFJhpZv4LjSrzxnqtm9zXZcSkihBQvJVR6KRgH/yNrXpl8ZeUxti7/mwfbr17BUWrjHWXN/Ng/bczzqFJObSxW5Yt1ZVg5S8dautNPbdlnywnJy2tlmK5DfadtyHb8XuW80J8zzPs05dutmOPzgg/l1xzUP/s6vuf97OuPga22Wfg3UYCgINKtBcn28dO3exNm2C/09cSuyUv67+SQsd0qJZ06y4KDzRR6rfrm5fagQaS2DMd8U2MkUCGptyn0WXfZaQdEZJ3fTsyT2HSq51nckx9RVX8bzgMy/FtY3nVf0torZi/hIW84/TRgABBBBAoPEFOAMCCCCAAAIIIIAAAggggAACCGS/ADNEAAEEEEAAAQQQQAABBBBAAIHsF2CGTSUQ/P+Z21Rn5jwIIIAAAggggAACCLQgAS2Y8byqBTXushVT2/OCi3DcmMZdW3VY0TbRSJltiCeeGa1uQqmIVNqQEets+dqKhDgdBJIFvnjrFZsy5mOLRCLJQyn7LinJoSecXp2U5NdX3tJ0i5NTXhkD6Qhosf9Hr/zXclevSGfz+Dae58UTlihxyakXXlmdgOjHp59r3Xv1iW/TXP+0a98x9NQFeTUvtA/dKSSoBDYlIYv9QzZt0pCSHfzsd5fFE8z87cGX7bbnP7C7XvncLrnrUfvFxdfaIcefFk8isEXfAfFkQZ6X+H1Ul4tt266dhR1FyRCUFKEux0zeR8fR8ZLj9ekrIUW0Mv3PuNqeqznuRW2vsSG2r6yMWmlxUUMcqs7HWDxnuq1bsSRh/w4dO1n/QbskxOjUT6Bn777Wtm3bwEGUnCF31fJAvD6BSCT8t6rntYl/dtXn2E21b4cOHa1NTtBL599hr/3t7uFfNEi56KahtlnP3jpsQvE8z8KSadjG/6Z+9al99f7rVl5WujGy6SonJ8d699vGDjz6JPvddf+ym59+xy644V7b54hjNr0zWyCQwQJdN+9pYcm1Gjppm74voxXhvz28kOQ3GUzGpWWZwOjvim3E5xtCZ+VNud8iSz6JPxuorKw0FSWfUdEOqlUUV/G31dc2Kq6t2hXF/UVxz/PiIbXjjY3/eF7S87KNcSoEEEAAAQQQQAABBBBAAAEEEMhiAaaGAAIIIIAAAggggAACCCCAAALZL8AMEUAAAQQQQCBrBUg+k7W3lokhgAACCCBQewH2QACBcAEtnvG8qoU0bgvF1Pa84EIaN6Zx13a1i/n70YoyKxpzu1UsG6PhhFIeTzyTayvWhS92S9iYDgIxgZfuv93GvvtqrRYlx3aL/8/zvHhSkr0O/XF8cfINT7xhZ1x8jW3Zf2B8nH8yU2DGhLGm+75i8fz4osLaXqVLQHT82RfZNQ++FE94ctBPflbbwzTI9h27dgk9jhKOhA7UIVgZ+1ytw24NvoveV3p/6X124Y1D7LCTfhFPMNNry37WvkNH87zE752GvoBUC7Yb+jwNfbyGXlCu62vue6FraK1l2YI58UXRbv5axL/1wJ1dl7qFCeStWRV6xR07dbb+O+waOpZpwU5dulm79h2a9bJ69t6qxvO/+8Kj9v5LT1hxYXjCgZp29jzPNMedfnCg/eqyG+2Wp0fZuVfdbtvvvk9Nu2Xs2HFnXWB3vPRxgyQEaqjEQs15nH88OtIG7blfxt6vlnxhBfnrQi+/6+Y9QuMEEWgqgTHTS2x4qgQ0Ux+wyqWfxX9r6RmUipLMqKjtSnLfxf21fz6K+/ueV/VczPOq/n4JG/dvTxsBBBBAAAEEEECgaQU4GwIIIIAAAggggAACCCCAAAIIZL8AM0QAAQQQQAABBBBAAAEEEECgoQRIPtNQkg1/HI6IAAIIIIAAAgggkAECWjTjeVULaNzlKKa251UtsFHbFTemWkVxf612Qoko8cxtVr50tDZNKBWRSrtvRK6tzCXxTAIMnU0KvPb4YHv6rmtt6bxZFo3W7fXjeZ517d7DDjz6JLvs34/b2VfcZN179dnkudmgeQTmTZtg/7n2Ihv9zog6LUZ3V53Ttp0N2GFXO+2PV9nf/vNS/P5blv2XavFwU02zQ6fO9vPfX2F//udDcd+u3XvUK9FMeWmplZWWNNXlZ9V5uBfNfzsXzZ5mpcWFCRfSo8+WJE9IEGmcTllJsa3PW9s4B+eojS7wyavP2eO3/dVmT/raIhXldT5fxy5dbc+Dj7Q/3DjE/nDDYNtmp93rfCx2RCBTBEqKi2zJnOmZcjlcBwKNLjC2hgQ0NvV+q1xWlYDGJZmJRCKx5wTReOJSxXSBCc+pKivjY4ppTMW1Xe32Sx7zvKrnZ247jbsSFnNj1Ai0IgGmigACCCCAAAIIIIAAAggggAAC2S/ADBFAAAEEEEAAAQQQQAABBBBAIPsFmCECCCCQtQIkn8naW8vEEEAAAQQQQAABBGovkLiHFsZ4XtXCGTeiWFhbMf+Y+iouptoVxVWiFaVWMPpWK182Rt2EUl5RaUOG59kKEs8kuNBJX2DmxHE29Krz7ZGbLrfJoz+ywg358QVk6R/h+y3btmtvex/2E7vopvtsl30O/n6AVkYJlBYXmRIP/fOi0+2dZx+25Qvm1HlBuud51murre3UC6+0M/70t4yaZ0u+mC37D7QLbxxih55wmmnBf13mou+SooL1tnDGVHv7mYfs7kt+Zbmrl9flUK16H+5FZtz+mRO+svW5iQlQOnXdzAYM2sX4DwEEahZYNGuaPXrLFTbkyvNt3IdvWt7alXX+rZeTk2M7/uAAO++aO+2Ao0+s+cSMIpA1AkwEgewRUAKaVz4rCJ/QlPvNln0W/45Q0hj9PaFaxd92fcVSFZ1AY/5abVc05nlVz9HUdnHVnlcVV5uCAAIIIIAAAggggAACCDSdAGdCAAEEEEAAAQQQQAABBBBAAIHsF2CGCCCAAAIIIIAAAggg0FACJJ9pKEmOgwACDS/AERFAAAEEEGhGAS2S8bzEhTGK6ZI8LzGumBtTrRIWU1xFC3qi5SVW8OUtVrFsrDZNKOUVZkNG5tnKvFgjYYQOArUXmDdtgj17zw1283kn2pO3X2XjP3vX8tastGg0UuuDbdGvv5103l9sm512r/W+7NB0AkpC8/HIZ23wlefZnRefGU9QogXqpSXFtb6InLbtbL8fHW8n/fYvtd6XHRIFlOzk7CtutP477GqeF/weSdy6qheJROKJo5YvmGtTxnxibzx5n917+W/spt/+1P5z3R/tk1efs/y1q6wu/1WUlVplNBrY1fPaWJs22f24KNPuReAmtKKAPq9WLppn5ptzu/YdbOvtd/JFaDaGQPuOnWyzzXs1xqEDx6yoiFhZcVEgTqBhBFYumW+vPHin/fPC0+2Bay60se+9aquXLTJ9h9T2DF2797Djf3WR7XHQkbXdle0RyBiBjp06x39vNcUFVZSVN8VpOAcCaQl8NaPY/vfphtBtK6fcb9ElH8eeA0TjpfrZVOzvAbVVtKOeV7m2alc05m+rr6KYan9RzPOq/t5R2z+mdlhMcQoCCCCAQCsRYJoIIIAAAggggAACCCCAAAIIIJD9AswQAQQQQAABBBBAAAEEEEAAAQSyX4AZZq1Am6ydGRNDAAEEEEAAAQQQQKCOAloI43lVC2XcIRRT2/M8c231VZL7LqZ4ctGYRUqtaOxtFlkxLt71/1NWUWlDRqyzVbkknvG70G4YgRkTxtqLQ2+1f150ut3xx1/Ek5LMnTreigrWV7+uN3Wm3ltva8ee9ftNbcZ4hggoMYkSlDxw7UV2/TnH2BO3/dXGffhmfFF6RUV6i2WVgOaAo080lcaeVkFebugp2rXvGBqvS7Bbz6ZJtpB8bcec+TvbattB5nmJ3y9uO31fFBduML0nRz03zIbddJld+8sj44mjBl/5W3vm3/+wz9982ZRkwO1Tn7q4YINFQ5JQNWRCis179rYOnbrU5zIbZd9MuxeNMskWdNCl82ZZeVlpwhVvuc32sddO54QYncwX6Nl7q9CLLC8rtsVzpoeOtZRgJPad+eH/nrKrTz+s0csjN19eZxY5jxj2b/vXJWfbTb89wUY+co999/UXtiH2/Rr2mR92om49etoxv/ydbdF3QNhwRsXKy0tNSawoRVUOJcUWreDvyMZ4kab6/Vgc+zuqMc7HMRGoq8C4mSX2v8/CE9DY1P9Y5dJP4n/7uyQzqlUqKytjfxtE42PJbfVV3DW5tmpX3JirFfe8qr971HZx1Z4XfK6mOAUBBBBAAAEEEEAAAQQQQAABBBpHgKMigAACCCCAAAIIIIAAAggggED2CzBDBBBAAAEEEECgoQRIPtNQkhwHAQQQQACBhhfgiAgg0AwCWhTjeVULZNzpFVPb84ILZNyYxl3b1f6Ya0fLi61g9K1WvuwrhRJKaTzxTK6tyoskxOkg0BgCLinJsBsvtZt++1N74JoLbex7r9q6VSuspsXJnufZgB12tX2OOMb4r+UJKAHRKw/eGV+UfvN5J8YXpSvZSWlJcY2T6dSlm+150JE1btMQg5FI+ILpjl0zL4FJbeZ70E9+ZjvtfUBo4hl9Z6xdsdRefWyw3fibE0zvyY9GPGNzp3xbm1PUett1q5dbRcgC9Zx27az+DLvEAAAQAElEQVRHn761Pl7YDt169LI2OTlhQ80Wy8R70WwYGXLixXNnWPLi/c1ir52d9zkoQ66wZV9GU7zXnVCqRGGVkUq3ScbXeetWW2lxYeA6lYitW88tAvEGDDT4oZSQZcy7I+2pO6+xW39/sg2+4jz7OPb9smLxfItEav57o/fW29heh/yowa+poQ/40fBn7KbY75nrf32sUY6N/76bP31SQzNn7PEK8tZZpCKYTLF9h062WY+eDXbdSsTUNqd96PGildHQOEEEmlNg3IwSe/nT1Alooks+iv3NH40X/S2i5DMqarvi72suLu6vFXdFcdd2tWKeV/V8TW0XV+15VXG1KQgggAACCCCAQCsTYLoIIIAAAggggAACCCCAAAIIIJD9AswQAQQQQAABBBBAAAEEEEAAgRYr0KbFXnmTXzgnRAABBBBAAAEEEMh2AS2G8bzEBTCKad6elzrxjLZR0Xb+Wm2V6kU7FSVWOPo2q1g+TpsmlLLyShs6PNdWk3gmwYVO0wksnjPdRgz7t935pzPsyduvMi1cTZWEpmPnrrbDHvs33cVxpkYRcIvSlezktgt+bkp4UrghP+W5+g3c0QbtuV/K8YYYyFuzKvQwnWKvuYY4t46hY4WepDrY8I3dDzzMOnbuFnrgFQvn2VN3XGNjRo0IHd9UcOCuP7COnWqfnEfWZcVFgcPn5LS1zXr1DsTrEth8iz7Wtm27uuzaaPtk4r1otMm2kAMr0VLuqpUJV9sh9preZsfdE2J06iagz/qw5Aw5bXKsa/fN63bQkL2UnKFr9x4hI2YF+etC45kYzI99D5WXloVemj7TQgdaSHDlkvn2znPD7N7Lz7WH/nGxTf3q09DEHRb7r2279rZDI3/nx07D/xCol0BJUWE8eUbyQZRIr3vPPsnhOvf7bL2NdejcOXR//Z4KHSCIQDMLfD2zxF7+JFUCmgfNln4Sf/+451WqVdwzLF2+2iourraKxlRc29XaTnFXPK/qOZrnVT1nc9u5cdVhMcUpCDSdAGdCAAEEEEAAAQQQQAABBBBAAIHsF2CGCCCAAAIIIIAAAggggAACCCCQ/QLMEAEEEECgoQRIPtNQkhwHAQQQQAABBBBAoOEFmvCIWvDieVULYtxpFQtrK+YfU1/FxVS7orhKtLzYCkffahUrgolnSssqbciIXFudH9GmFASaXWDmxHH20D/+bBM/e8/CEtB4nmc9t+zb7NfJBTScgJITjHpumL009FbLXxueAKZD567Ws89WDXfSkCPlrV5pFRXlgZGGOreuX8cKnKARAwN22NX6DNg+9AwF+bn2/stPmBIChG6QRrBt+/bWpk1OGlsmbjJ70tdWuD6YbMjzPOvdt3/ixnXs9dl6W/PaZM6jp0y9F3Xkzardls6faZXRaPWccnJyrN92O1T3adRdIHfVCispCiaa0ntzi34D6n7gpD37DdzBOnULT7K1bvWKpK0zt7tm+WLTZ3PYFW7Ws7d16BSegCJs+0yOLZo1zZ6++zr79LUXraI8PNmOEpFly3wz+V5wbT6BWjbXrVpm5WWlgb2UPKnnVlsH4nUN9Om/Xeh7X4m9NqxbU9fDsh8CjS7w9awSe+mT9aHnqZz6H6tc+nHs7/1ovOgZlpLHqLi2an/Rgfx913Zxz6tKNqO+isZd7XlVz9tcTHEVz6uKq01BAAEEEEAAAQQQQACBViLANBFAAAEEEEAAAQQQQAABBBBAIPsFmCECCCCAAAIIIIAAAgi0WIHMWQHUYgm5cARajwAzRQABBBBAIFsFtPjF8xIXvCim+XpeYlwxN6ZaJSzm4vGFOxUu8czX2jShlCjxzEgSzySg0Km1wKA997PDTzrTzrz0H3bJncPs+sffsNtf+NDO+b+ba30s/w4fvPK05a4MXzDedfMe/k1pN7FA9159bO/DfmI/+91l9rtr77arH3jBbnnmXbv+sddst/1/WOermTFhrE368iOLRILJsNq2bWs9ezdu0qFl82dZSWFB4Prbt+9gWw/cKRCvbWDL/gNNC5Jru199tt9q2+2ty2bdQw+xZM50m/rVp6Fj6QZ799vGOnTuku7mCdulSnrTu98A0+dKwsa17Gyz0+7Wq4GS2NTy1Ck3z+R7kfKim2mgqU+7ZO4MKy0pTjhtz636mxIGJQTp1FpgcexzJlVyhF59trYt+g6o9THDdthmx92tQ6fgZ5ESiimxWNg+mRpbs2Jx6KVt1qOX7bzPQdYc/+m9cPCxp9gZF19jf7r9QbvukRF2+/Mf2sW3P1Svyxn1/DBbOndW6DE6dups/XfYNXSMIAKZILBs/hwr3rAhcCme51nfFIn/AhunEdh6+52sXey3aPKm5aWltmrZwuQwfQQySuCbWaX24ifB90n8Iqc+aFaLBDTx51uVlabnXSo6hmp/cTHV/qJtPK/q+Zra/jG1w2KKUxBAAAEEGl+AMyCAAAIIIIAAAggggAACCCCAQPYLMEMEEEAAAQQQQAABBBBAAAEEEMh+AWaIQEMJkHymoSQ5DgIIIIAAAggggECLFNACF8+rWgDjJqCY2p6X+H+1WTE3prYrLqbaFY3F2+VFVvDlLVaxIph4prg0akNGrLM1+cEkD9qfgoCZpYVw1Knn2Mm/u8T2O/J4G7Dj7tZt8x7xBZL1XVC+Zvliy129PK1rYKOmFdh+9x/YaRf+1Q476Re26/6HxpMHdOzcxTp26Wp9+m9Xr4tZvmCOVZSV1usYdd157rQJlr9udWB3r00b23aXPa1Dp86BsdoEBuy4q+Xk5NRml3pvq4Q9StyTfCAl+Fm1dFFyuNZ9JeUJWxCdzoHmfTcpkPBD+3XdrIft9IMD1Kxz2f3Aw617jy3qvH9j7JjJ96Ix5tuSjrlgxlQrzM9LuOSu3TePfaftlhCjUzeBpfNnWmU0Gti5+xa9ba9DfhSI1yWQ6vNVCcWUWKwux2yufVYuXmDlId+DnTp3tR323K9BLuuQ40+LJ4277fkPTEkDL7/nSfvN1bfbqX/4P9t+930C5zjgJyfbqRdeaQcefZIN3GUvUxK6dh062GY9e5sS01g9/lu5dEE99mZXBJpPQH+rpEqk12fAtrbPEcfU++K26DvA+g3cMfQ4hevzbfHsGaFjBBGoo0Cj7PbtrBJ78ePwBDSVUx+0yiUfWvz5lS+xjEs04+rkcdfXBautWsW1tZ/6/qIxz6t6/qa2f8zzquL+GG0EEEAAAQQQQAABBBBAAAEEslSAaSGAAAIIIIAAAggggAACCCCAQPYLMEMEEEAAAQQQQKDFCrRpsVfOhSOAAAIIINDkApwQAQSyTUCLXTwvcYGLYpqn59WceMZt56/VVtH+WmgTLS+0wtG3WsWKbxRKKMVlURs6Ms/Wrg8uBE7YkA4CaQisWDjPlMgiedPuvXrbbvv/0Fr6f+XlpbH5VbT0aTTo9Wuhqxa8Jh9USUi23n6n5HCL6ZcWF9ni2d9ZWJIELf7d98jj6zwXLUDeapvt67x/g+9YGbXy0pJ6HVYm2+26p3le4neZO2jXzTZ3zdB6/KejTAu3kwfbtG1rex70I9uy/8DkobT62k/76zhp7dDcG2XAvWhuguY+v16HyQkE4p9nA1vu51lzm/rPv3DWVCspLvSH4u227drbLvsdWu/EXgf95GfWd9vwz9f8tavtu2++jJ+vpfwzd+p425CXG7hcJULbae+DbJuddg+M1Taw92FHm5LGte/QMZ40sN92O9oeBx1p+x31Uwv7rlqxcG5oQpzmTtJUUVZe26mzPQINKrBo1jSrKC8LHLNj5662+wGHB+K1Dex35HHWs0/f0N30vaXvr9DBjcHSkmLTs4GNXSoEmk3g29kl9kKKBDQ27WGLLv4g9jd3xPRMS69ZFbVV/G31k4smlRzzvOAzNbed51X97aJ9FKMggAACCCCAAALNK8DZEUAAAQQQQAABBBBAAAEEEEAg+wWYIQIIIIAAAggggAACCCCAAAIIpCvQcpPPpDtDtkMAAQQQQAABBBBAIERAi1w8r2rBixtWTG3PCy6ScWMad21/rbaKG690iWdWfqtQQikurbShw5V4JpIQp4NAXQVWLJobmsSiS7futst+h9T1sPHF6J26bRa6f0FecFF26IYNECzcsN4qykob4EjZcwgtdM1dvTx0QloUrxI6mEZQSYty2rYNbFlRUWHrUpwzsHE9At+N+8IK1ud/f4SNrQ4dO9kBP/5p/HW5MVSr6gc//IlpIXKtdmrEjdu0ybFOXbvV6wyHHPdz69WnX8pjKKlBysHYQGlxkc2aOM6isXsb6yb8r1ffre2YM3+XEEun06FTZzvxN38y7Z/O9pmwTSbci0xwaO5rWL5gjkUqvk9k4Xme9Ru4Y3NfVlacf8Jn79u6leHfGUpYdugJp9d5nnrP73fUCbHP1+DnWTT22TJr0rg6H7u5dlw8Z7otmjk1vgA/+Ro236KPHXrcKcnhWvUPO/EM23r7nUP3yV+7Kv65nDy4cskCKynckBw2fc7vss9BgXhtAptt3jN085LYd8SSmEXo4MZgccH6jS0qBJpHYPbkb2x97rrAyT3Psx322t/2PuwngbF0A0qmp9+POW3bBXZRUpmZsd9QgYGkwIbctRaN8Hd/EgvdZhIYrwQ0H6X43J72sFVuTECjZDO6RNUqetblarXDirb3F22jvvZT7YrnVT1v87yq53FuOzeuOiymOKWVCDBNBBBAAAEEEEAAAQQQQAABBBDIfgFmiAACCCCAAAIIIIAAAggggAAC2S/ADBFAAAEEWqwAyWda7K3jwhFAAAEEEEAAgaYXyJYzaiGL51UtdHFzUiysrVjYmIupdkXbamFNVeKZ26xiRTDxTFFppQ0ZkWtrN7AATV6UhhGYMvZTW7tyaeBgXps2tsdBR8ZLYDCNwAE//qn17rdNYMvKaNRWLp4fiDd1oE1OjnXr0aupT5sx55sz5VurKC8LXM/mW2xpR5x8ZiCeTkBJBHbZ71Br2659YPPC9fm2YuG8QLyhAzMmjLWlc6eHHlaJKE694IrQsZqCx599ke30gwPM8xI/+2vap6HGlLBHiXuSj6f3Z9/tdkgOp90/+NhT7ICjT7Q2IYmC0j5IbMOvP3zL1q5aFmsl/s/zPNvj4CPtrEuuSxyooafXz6kX/dV22uegZrGu4dLiQ5l+L+IX2Yr/UcKP4sKCBAElw9pt/x8mxOjUTWDKmI9DvzPate9ghx5/qu2yz8F1OrA+k7fZabfQffPWrbZp4z4PHcv04HfffGHFIclelKxq99hvq6NOO7dOU1AyiwOP+Xk8aUzyAfT7au7U8aYEc8ljc2Pf+cvmz04Ox/vb77GvKaFNvFPLf/Q7sf8Ou4butWbZYlOSstDBTQS7brb5JrZguCUItIRr1HfHrIljTe+f5Ovt3HUzO+rUc03vu+SxTfX1m+Zn51+aMpne6qULbfynozZ1mJTjbWOfvV1SJPlMuRMDCDSAwPg5pfZ89hukQgAAEABJREFUqgQ03w2zyiUfmp5rRSIRc8+6XK24a7tal+TarlZMRX3Pq0o2o76KP+Z5VX+bKaYxVzyvKu761AgggAACCCCAAAIIINC4AhwdAQQQQAABBBBAAAEEEEAAAQSyX4AZIoAAAggggAACCCCAAALpCpB8Jl0ptkMg8wS4IgQQQAABBBCog4AWtXhe4kIWF/O8xLgOrzFX+9v+mItrIU6kdIMVfHmLVawMSTxTUmlDR+TaOhLPiI/SgAJaGDxr4jiLVlQEjtq1ew875pfn13rR5TY77W4HHv2z0MXRBevzbca3YwLnaupAm5y2pvk19Xkz5XyTx3xiuatXBC7H8zzb7YDDTAlXAoObCBx9xm+t/6CdA1vpc27RzKmmBb6BwUYIjP/sPSsqWB84shb97/XDo+2UWiSg0YL8Q084JTShTuAEjRBYt2qFlRYlJtRwp+m7zSA75LhTXTftet8jjrOf/OI869i5W9r7pNpQSQ6++fgdKy8rDWwi772PONYuummo6TMhsIEvoPHf/f1u2+ewY0z7+YYyppnp96IGqFYx9N03X1r+2tUJc+3UpasNSJEYI2FDOpsU+PKd4bZiUXgCse69+thpf7zKdj/w8E0ex7/BGX/6m/3gsJ+Evuf1m2TaV5/aolnT/Lu0mPbELz6wOZO/iS+8T75oJaU46pRz7EexkjxWU3/L/gPtl3+5NvabbLvQzTbkrbVJoz8OHVNw+vixVlpSrGZCad+hox3587NrnUBI9/2HJ5xmXUISxeg8M2O/LRNOVItOl24kn6kFF5vWU0C/Y3LXrAw9ylbbbm9nX3HjJn/H+HfWe/ycK26yQXvuG5pMr6y0JJ54Rn+D+ferTVuJHrt271mbXdgWgQYTmDCn1J5LlYBm2sMWXfR+dQIaPedyRX8Tqq3aFfV1Ya6vtmKur1oxV/vbinle1XM4tTXmL2Ex/zhtBBBAIEsFmBYCCCCAAAIIIIAAAggggAACCGS/ADNEAAEEEEAAAQQQQAABBBBAAIHsF2CGCLRYgTYt9sq5cAQQQAABBBBAAAEEaimghSueV7Wwxe3qYqpVXFx1ct8f05grLh4t22BFY26zipXjFUoohaVRGzJyHYlnElRaYidzr3n8J++aEiuEXWHf7QbZeX+/yw48+qSw4UBMi89/dekNpsWayYN63S+e853NmDA2eajR+kvmTLeS4qLA8XNycmynfQ4yLeb2D+6y36GBmH88W9pKGjLj29GhSYe0oPXIn59lZ19xk2lx+abmrEW2v7j4Wjv8pF+GJmkpLtxg333zxaYO02DjWvQ/7avPLRqNBI6puR107Cl27tW31zg3zUlJak749Z8aJElL4ELSDMyd8q2tWrIwdOuOXbraj08/N+2EAZrTz39/hWlem/XcIvSY/mC6i5o/HvGMTf/my9AkC0okM2jP/eyim+6zi26+L/4ace851XrNKK7x7XfbO3SRtmXIfy3hXmQIVbNdxrL5sxNehzlt21nf7XZotuvJphMrScKYd0eaPs/D5rX5FlvaL//yd1MSsrBxf0zJppSUav8f/9R0j/xjrr0o9t393ktPuG6LrD9746XQJG+ajD6/j/vVBWl/z+o3mH6LDdhxt9DPSSXrmfTlh6bPKR0/rIz/dJQtXzAnbCj+fXjmZdfbUaf+OnQ8Oah7+JvY9+j2e+wbej2rly6MJ9dI3i+5n78uMWGUG99ywHaB5Go6544/OMBtQo1AgwkoydW3n7xjFeVlgWN6nhf/Hjn3r7em9bfQznsfaH+67T+2876HhCbW0t9C+v39xVuvBM4VFlift9bKUiSN2vOgI0y/7fz77bb/D22LvgP8IdrNKpC9J5+oBDQfbgidoDf9Eatc/H7sb7FovOh1r+KSyrhaMRX1dSC1VVzb86qev/ljGvMXjXle4nZu3POq4q5PjQACCCCAAAIIIIAAAggggEDjCHBUBBBAAAEEEEAAAQQQQAABBBDIfgFmiAACCCCAAAIIIJCuQJt0N2Q7BBBAAAEEMk6AC0IAAQRqIeBf0OJ2C4v5x9TWNiqu7Wp/TO1ISX488Uxk1QRtklAKSqI2ZHiu5W6IJsTpINCQAiuXzLcJX7wXuuhS5+m1ZT877Y9X2ZVDnzElrtjz4CMTFjsqYctPz/2TXXHPU/brK2+xXn231m6Bkr9ulX3+5suBeGMGtGC+vLQ09BRbDRhof7r9P/a7a++2c/7vZrv6gRdMi0v3Puzo0O2zLTjm3dds5ZIFodNSQoC9D/uJXTn46bjP4SedaQN22LV6WyUOOfiYn5kWn1/z0P8sVRIBJYBRIhglhKneuQkarz851BbN+i70TDk5ObbnQUfG53buVbeb5ukW7+q1fNpFf7Wr73/RDjn+NGvXvkP1MfR5XRlt+s/iKV99ZqUhC491YUoOpCRBel+qrVhy0b068Td/jr9/Dz3hNFPSA/82FRXlFjYvzT3dBczvv/SkrVg4z3/YhHa7Dh1s0B772sm/uzR+HXcP/yJeq6+4xv07yLpgfZ4/lBHtlnAvMgKqmS5i6fxZVl6W+Hmv13+6r+NmuuwWc9qvP3zLxox6NeVvhU5dutmxZ11gNzzxhp112fUJn626D4ef9Mt4EqqLbrrPBu25X2hiBmHkr11lH73yX9P3t/oNUprhIEpo8cnI56ykKHxxvvuevfr+F+Iuhyd9z+r7SL+t9NtLv8H0WyxsGvq8nDttgm0qWY88v/7ozZQJhLp0627Hn3ORXfvwK3bGxdfYfkceH09K486pe/bj0861v9wxzHQP9ZvA84IL+5WgSImKdD63b6pa24R9/+h76uTfXRI/15mX/iNe65xHnXJOqkMRR6BeAu+/9IRN/vJDi4YkLtSB9Rvr9D/9Lf7+0O9EvT8VV9F7Qe+NS+9+zM679i7rt92OoUmZtK1+K70f+82kdjqlpLDAysvLQzdV8qer7nsu/ltcv8f//shwO+vS623bnXYP3Z4gAg0tMHFuiT374frww373iEUXvRd7T0UtEonEayWZUdH3lqvVVlFfB1JbRW3F1HZFMbVV+4tinlf1faS2f0ztsJjiFAQQQAABBBDIUgGmhQACCCCAAAIIIIAAAggggAAC2S/ADBFAAAEEEEAAAQQQQAABBBBAIGMFGiz5TMbOkAtDAAEEEEAAAQQQaPUCWqjieVULWRyGP6a2i6tO7vtjGnNFC2k0VlGcF088U7FygroJpbA4avcNz7O8gqZPdpBwIXRahcD7m1h02aZNjmnx+KEnnG5K2HHrs++ZEkionP/3u+1Hp5xjfbfbwbSYOgxMi68/euUZmzvl27DhRo2tWb445fE7d93Mdt3/UPvBD4+2LfoOiCcb6dZzi5TbZ9OAXN559mHTQv9U8+rYpavJR4vAL7nr0ep7XrUY/mrb46AjTQvWPS/xc1LH0+fd3CnjTYlg1FdpqqIF7W/+94EaE6JobkqkpOQt7vWs1/LBx55i3Xr0DCwc1oLhNSuWNNUUqs8zZtQImzt1vMmzOuhraB56XyoJ0PWPv2FX3PPfeNE9uuWZd+yKwU/ZkT//lW3ea8vAnNYsW2J675clJezQ4Tt07mx9tt5GzU0WJbB6fvBNtnzBnJTXucmDbNxA81wyZ7rNGj9mYyRzqpZwLzJHq+mvZPHs76wgPzFpUZfum9t2u+xh/NcwAqOeH2aTvvwwvpA87Iie51nX7j1s3yOOM/9nqz6PUiWb8h9H30evPjbYZkwY6w+32PbY9161j4Y/a0ogkWoSSr6lJFzJ37P6PtJvqy37D0yZqEeflysWzrXXn7gvrWQ9m0og5Hme9ei9lR149EmmpC/XPTKi+nv/opuGxpPTbLPT7qZrDptPRXlZPEGRzhM2nhxbtXSRlcf2SY6r37Zde9O5lARHtc7ZrWcvDVEQaBSBkbHPnjmxv1P0vgo7ged58feHfifq/am/gVT0+1iJm/oP2iXl30E6nn5HDh92t+k3k/rplMWx30Mb1q0J3dTzPNusZ+/4b3H9HtfvPL1PtujbP3R7ggg0hsCkuaX2zAfhCWi86Y9a5eKqBDR6/qX3lopru1oxFfV1jWqrqO0vLua2c2Oe58X//vA8Lx5y28U7sX88r2o81uR/zSDAKRFAAAEEEEAAAQQQQAABBBBAIPsFmCECCCCAAAIIIIAAAggggAACCGS/ADNEAAEEEEAgXQGSz6QrxXYIIIAAAggggEDmCXBFaQho0YrnVS1gcZu7mGoVF1ft77u2v1bbFW0fLc234q9ut4pVE9VNKAXFURsyIs9yCyMJcToINKbAphZd1vXcWnStxddahF3XY9RnvzmTvzUlv0n3GD17b5Xupi1+Oy3w//CVp62oIHzRYF0nqM+6BTMmp70gvq7nqWm/RbOm2SsP39UgCVGUEOGdZx+yaLR5PpPfeeZhU4IBuaaac05OjnXbvIf13W5QvChhQcfO3UKTFkQikXhyh2E3XWqLZn9npUUFgcN27tLNtt1lz0A8VUCLqZ/459U2c+JXKRNTpNrXxXVd2v/pf/3DKmLX6OL+ujh2rc2RxMpdQ0u4F+5aW1utRfrrkhJEdejYyZQQoLVZNOZ8X7r/dhv77qtWHpK0qq7n1WfbisXz7YWht9q0cZ/X9TAZud8nrz5n7zw3zArycxv0+mSmRF3PD765VsksNpVAqK4XqcQz4z54w3T8dI8xa+I4W7diWbqbW6fOXW3QnvulvT0bJgjQ2YSAEhc+E/v9MWXMJ3X+HRN2Cr1X506baM/de6Ppt2nYNjXF5kz5xiIV5TVtUj2mJKCtJYlm9aRpNLvA5HmpE9DYd49a5aJ3Y39DRQNF7w0lkkmuNSHFUhXPS0wmo+3cPp5X9fzOxRRX8byquNoUBBBAAAEEEEAAAQSyXIDpIYAAAggggAACCCCAAAIIIIBA9gswQwQQQAABBBBAAAEEEEAgYwXaZOyVcWEItDgBLhgBBBBAAAEEMk1Ai1U8L3GBSljMXbfG1Fat4tquVkxFfZVoSb4VfHmrVawMJp7ZUKTEM7mWR+IZUVGaUMAtuvz6wzdNi4jre2q95tcsW2IvPXC7afF1fY9X1/2/+uB1+27cFxZNM3FIt5696nqqFrmfkgL97z93mO6V7ll9J6HXjl5DT9x+Va0WxNf3vGH7a5GvEqJMHfeZKbFJ2DabilUlnhkWT9ayqW0ba1yJXZRgYN53k6y+90gJEN574VF74ra/muamRC65q1YGLr1N27a2XS2Sz+gAOp6OO3LYv0yJJNK9Vm2Xt3al+a9Lx8vEUv978f2sGvNefH+W1tVatmBOwnvda9PGth64c+tCaILZvvb4YBv+0N22dsXSen8mlZeW2oQv3rf/XHuRzZs2oQmuvulPMebdkfbsPTfY0nmz6u2lq1finzGjRtgjN19ep+9ZJRD69NXnTMkBdbz6lg256+yNJ++3Vx8bXKtDrVm+2EbH5pFugsAOnbrY5j171+ocbIxAbQT0t5Z4cToAABAASURBVNCz91xvbz/zUIMkjCou3GBfvPU/G3bDX+r0XtW1f/La87HPxolpf3a0piSa8qFkhkCNCWimP2aRhaNif4tH40W/+1X8iWc0C8VUFPf3XdvV2sa1VfuLxjzPi4fUjjd8/4TFfMM0EUAAgUYQ4JAIIIAAAggggAACCCCAAAIIIJD9AswQAQQQQAABBBBAAAEEEEAAAQSyX4AZIoBAugIkn0lXiu0QQAABBBBAAAEEWpSAFqR4XtWCFXfhLqZaxcVVJ/f9MY25orgW0kRK8qxw9K0WWT1JoYQSTzwzMtfyC6MJcTqNIMAhQwW06PKVh+6y/955jc2dNtEiFeWh29UU1Gs+d/UKe+/Fx2zo1efbtHGf17R5k4yNfGywffPR22kl1enYqYsN3PUHTXJdmXIS3SPdq49HPmtaRK57WNtrUwKBGRPG2mO3Xml6Dem1VNtjNMb2+WtX2TN3X2ev/OcOWzp/lqWbhEiv/VmTxtljt1xp4z97tzEurVbHVNITLV7+aPjTtb5Hup+6rx+NeMbu+vOZpvvsP/m86RMtWlHhD8Xbfbfd3g76yc/i7dr8M+7DN+3ey8+1J2+/Km63dvlSKystSVg4rWRAhRvybfakr23Ew/+yf154euC6anPOpty2Jd2LpnTJhHMtnT/TykuKEy6lR58tbdCe+yXE6NRfQJ+LQ/76u/j7Vt/5+pypzVH1nTHlq09t2E2X2otDbrFM+c6ozRxqs60S6wy96nxTgpYVi+al/V3kP4fMZowfY8NuvDR+nPqYjXr+EXvstitN90DH9Z8nnbbutxJoffn2cLvvbxeYEuyks1/yNkqA986zj8S/15LHkvs57dpZjz59k8P0EWhwgc/feNGGXvV7G/fBG/EkNHq91+YkxYUb4n933HvFb+2NJ++rza6BbfU+fzn2G3bmxK9Mv50CGyQFunbvmRShWy1Ao1EFlIDm6ffzQ8/RZsbjFvUloNFzMVf0/lI7udaBFFNxbdUqYTHFVTTmeVXP89RWzBXPq4q7PjUCCCCAAAIIIIAAAggggEAWCjAlBBBAAAEEEEAAAQQQQAABBBDIfgFmiAACCCCAAAIIIJCxAiSfydhbw4UhgAACLU+AK0YAAQQyRUCLUzwvcUFKWMxdr8bUVq3i2qrdAhoXVz+6MfFMRUjimfVFURsyItfWk3hGfJRaCLzy4J129emHBcq1Zx5l7774WC2O9P2mMyeOMyW6uPPiM+3tZx6KJ4hQEo/SkmKLRiPfbxhraSGkFlkuXzDXlHRi2I2X2h1/PMM+fOW/GbOYXAs3lRBFSXWmfvWpbcjLtQpfYh3NQTElT3n72Yds/vTE5FDffjrKrv/1sQFjxTQWY6jz/1Ldv3suOzetY2q7sPuv46Z1gI0byWjUc8Ps1gt+Fk8aonupe6p7W15WunGrqkqfa1qsrteEkoe88dQDdsvvT7YnbvuraYF91VaZ9a/u09C/nm+P3HR5dUIUzUFz0ZWqVl+JUpRU4dFb/s8eixUlGtG4Spj1bX841eZO+VbDNRa9F/WeTL5X6e7vDv7uC4/a3ZecZa8+eq8pOY5et7puXb9t/E/v0ZKiQlu1dGF8rkoCc2vsvur+6j5v3Ky6eufZh+2aM38UeH3fcO4J9tUHr1dvV9uG3k8vDr3V7vrLmfaPs39ifzvj8OpzXPvLI+3m8060R2+5IvQcOTk5oacrKSgMjfuDutd6b9bX2n/MsHYm3YuGen3555nqmHof+LerTVufS8n3Rf36HNN//sWzZ1jh+sSFz526bmYDBu1i/v9Sza2270f/MV37kZsvr36da26uKO62SVVn6nWlul59noyKfW/oO1+fM/rs1OeOPn/0OeT20+eTPqf0eaXPrZGP3BP/zlBisEWzprnNal2neq/r/a+xWh/Qt0NjvVbHjBph917xGxt8xXmmxC2L50w3JeIK+55V0q7A9+ztV1l9zHxTjB9H90Df37on3339ha1duSz+202/i/zb6n7qvur+Th79kT3zr3/YLeefbK89Pth0jf5ta9tW4holsBn9znBbvWyR6bWi14yOo7qksMCWzJtpH7z8hH390VsKU1qgQEv7fNPrWn876HX+4n23mP5+0PtD70u9Lt0tUFsxba9tXhh6s934mxPs5f/8s97vDXcOHfuJ2G9sJVLU7259Zvjfo/qbRtvovfn2Mw+63agRaHKBKfPL7On3En+HuYvwZjxulYtGWfy5WDQaT0qZ3Na2iul9pVp9tVVc29XJMcVd0ZjnefGu2vGG75+wmG+YJgIIIIAAAgg0oACHQgABBBBAAAEEEEAAAQQQQACB7BdghggggAACCCCAAAIIIIAAAgggkP0C6c6wTbobsh0CCCCAAAIIIIAAAi1BQAtQPK9qgYq7Xn9MbRdXndz3x9yYv46W5Frh6FstsnqyNk0o+UVRGzoi19bH6oQBOgg0s4AWMn7y6nPxBBG3X3iaXX/OMXbNL45MWFivJBJaZDn4yt+aFmtnavIRUSqpztN3X2e3/v5k+/uZR1XPQ3NQTAs7J3z2vjZtDSXlHJU0RPdS91T39rpfHV1tpUQKSiJy3dlHm14Tj95yhX3+xovxxeopD5hBA3p9uoQomoPm4p+TEqVoXNtl0GUnXIoSPmixvpLj6HXrn4fmovfoDeceZ/++9BzTXHQ/Ew7QAjrde/YOvcryspLQeHMFW8O9aC7bupx3zfLF8WRHeh+4os8vfY/V5Xjsk76APmf0eaPPHX3+6HPI3QN9zupzSp9X+tzS55feO+kfPfu2VGIzJW65/29/iCfi0uvUeamWmZJ2NcX3rO6F7slTd15jd138y3iyPf0u0nW4ovup+6r7++w9N8QTcTTkXdHvzVcfG2z/uuRs02tF89e5Vd/wm+Ptvqt+bx8Nf6bBknk05LVzrOwX0N8G+vtB7w+9L/W61OtTRW3F9F7VNtq2sUS+/XRU/G8yJe/zv0f1N43Or/emPosb6/wcF4F0BKYsKLP/vr8+fNPpj1t04TsJCWj0zEyJZlytHdVWUdzfV1sxz/PUjCewUUMx1a54nhcf87zE7ZLHXb8V1UwVAQQQQAABBBBAAAEEEEAAAQSyX4AZIoAAAggggAACCCCAAAIIIIBA9gswQwQQQAABBDJWgOQzGXtruDAEEEAAAQQQaHkCXHFzC2hhi+dVLUxx1+JiqlVcXLW/79r+Wm0VbauFMBVFa61ozG0WWTNFoYSyvpDEMwkgdBBAAAEEWr1Au/YdQw3WrV4RGieIAAIIIIBAyxHgShFAAIHsFZg6v9T++154AhpvxhMWXfh2PAGNnpnpeZkrrh9WK6YiNW2vtiueV5VsRmMqirva86qe87mY4iqeVxVXm4IAAggggAACCCCAQOMJcGQEEEAAAQQQQAABBBBAAAEEEMh+AWaIAAIIIIAAAggggAACCCDgBEg+4ySos0+AGSGAAAIIIIBAqxLQIhTPS1x4EhZzKBpTW7WKa6v2L4Jx/WjJOisee7tVrA4mnskvjNiQketsQ1FUm1MQQAABBBBoEQLHnXWB3frse3bjU2/ZZf9+wn512Y12+Eln2qA996v39Q/YYVfr1nOLwHEiFeVWkLcuEK9XgJ0RQAABBBBAAAEEEECgQQWmLii1p97NDz2mN+NJq1z4jkUikUASGj1j03M17ahafRX1Vau4tquTY4q7ojHPq3rep7aLuzos5saoEUAgCwWYEgIIIIAAAggggAACCCCAAAIIZL8AM0QAAQQQQAABBBBAAAEEEEAAgewXYIYIIJCxAiSfydhbw4UhgAACCCCAAAIIpCughSaeV7UQxe3jYqpVXNxf++OurYUx2sbfjxavs6Ix4Yln8pR4ZkSebSiq1G6tvgCAAAIIINByBDbk55rXpo116dbdth64k+1zxDF28u8usbMuuc4G7vqDek1k0B77WrfNewSOUVFRYWtXLg3ECSCAAAIIIIAAAgi0LAGuNvsFpi0sS5mAxmY8YdEFb1cnn9FzND1TU3FtCamt4uJqq7gxVyfHFFfxPM805nlVz/3UVtwVz6uKuz41AggggAACCCCAAAIIIIBAwwpwNAQQQAABBBBAAAEEEEAAAQQQyH4BZogAAggggAACCCCAgBNo4xrUCCCAAAJZJ8CEEEAAgVYhoEUnnpe40MTFVCcjKOaKG1NfbS2EUe2K+pHitVY05jarWD3FhavrvIKoDR2eZwXF0eoYDQQQQAABBFqKQHHheotWVAQut0OnLtZrq36BeG0Cu+5/qLVr3yGwS+H6fFuxcF4gTgABBOolwM4IIIAAAggggECjCCgBzZPv5oce25v5pEUXvGWRSCSeIEbP1/QszV9cTLWKDqRaxbVdnRxzcVd7XtXzP7ed4q6ExdwYNQIIIIAAAlkkwFQQQAABBBBAAAEEEEAAAQQQQCD7BZghAggggAACCCCAAAIIIIAAAghkv0DGzrBNxl4ZF4YAAggggAACCCCAwCYEtLDE86oWnrhNXUy1i7m6ppgWxmg7baOifqRojRWOvtUq1kzVUELJLYjakBG5VlBC4pkEGDoItHoBABBoOQJ5q1dZaUlR4II7dOpsu+x7SCCebuCYM8+3ATvsGrr5qsXzbPGc6aFjBBFAAAEEEEAAAQQQQCDzBL5bWGZPjFofemHezKcsOv/NQAIaPVtT0fM17aja31dbRWOu9rf9McU9z4snuPG8queAqca1bdMVzoQAAggggAACCCCAAAIIIIAAAtkvwAwRQAABBBBAAAEEEEAAAQQQQCD7BZghAggggAACCDgBks84CWoEEEAAAQQQyD4BZpTVAlpk4nlVC07cRF1MtT+mvopiqlVcW7UWwHhe1bE0phItXmNFY26z6NrvtElCyd0QtaHDc62QxDMJLnQQQAABBFqWwPzpk2zdquWBi/Y8z3ba+wA7+NhTAmObCmifH/70DGvbrn1g09KSYps+fmwgTgABBBBAAIF6C3AABBBAAIFGFZi+qNSeGJUfeg5v1n8tuiAxAU382Vo0anrmpqIdFVNJ7vvHNK7iYqpV/DHP+/4ZnsZc8byqBDWuT40AAggggAACCCCQhQJMCQEEEEAAAQQQQAABBBBAAAEEsl+AGSKAAAIIIIAAAggggAACCDSbAMlnmo2+9Z2YGSOAAAIIIIAAAg0loAUnnle10MQd08VUu1hNtdvOv+BFbcUrCldZ4ehbLRKSeGbdhogNGbnOCkujNR2eMQQQQAABBFqEwMzxY62ivCxwrR07d7MTf3Ox/fz3V1iHTp0D48kBbaNttU/nrpslD5u+XxfOnGJjRo0IjBFAAAEEEEAAAQQQQACBzBeYvqjMHn8nRQKamf+1Sl8CGj1jU9HfASr+dlhfs1fc1f62Yv6iMc+rei6otn/M80hA4/egjUBjC3B8BBBAAAEEEEAAAQQQQAABBBDIfgFmiAACCCCAAAIIIIAAAggggAAC2S/ADBFAAAEnQPIZJ0GRen7lAAAQAElEQVSNAAIIIIAAAggg0CIEtKjE86oWmLgLdjHVLuZqz/t+WzceVrtFMJHC1VY4+jaLrJ3uDlFdK/HM0BG5VlRSWR3L8AaXhwACCCCAQI0CX74z3FYsmhe6jRLKHHrCafa3/7xkv77yFjvw6JOse68+1dsO2GFXO/ykM+28a+60ax76n2lb7VO9ga+xft1q++KNl30RmggggAACCCCAAAINKMChEGgSgRmLy+yxFAlobOZ/LTr/DXPP2PT8TcX1VasoFlY0AcVd7W8r5i8a87yqZ35q+8c8ryruj9FGAAEEEEAAAQQQQAABBLJEgGkggAACCCCAAAIIIIAAAggggED2CzBDBBBAAAEEEEAAAQSaTYDkM81Gz4kRQKD1CTBjBBBAAIH6CmgxieclLiBxMdXJx1fMXzSuvqtdW32VSOEqKxxzq0XXBRPPrN0QsSFKPFNK4hlZURBAAAEEskOgtLjI3nvhMctfuyp0Qp7nWdfuPWyvQ39sZ1x8jV33yAi7e/gX8XLJXY/ayb+7xHY74DDr0q27eV7id7Q7YFHBevvwladtxoSxLkSNQJYLMD0EEEAAAQQQQCB7BWbWkIDGm/W0Rea9Xp2ARslmXNFzuHSL9Ny2rq3aXzTueVV/g6jtH1M7LKY4BQEEEEAAgYYT4EgIIIAAAggggAACCCCAAAIIIJD9AswQAQQQQAABBBBAAAEEEEAAAQSyX4AZOgGSzzgJagQQQAABBBBAAIGMFtCCEc+rWlDiLtTFVLtYcu0fc23V/qJFMBUFK61ozG0WXTcj+RC2Zn3EhgzPs2ISzwRsCCCQ8QJcIAIIbFJASWHee+lxK8jP3eS2td1ASW1ef3yojX3v1druyvYIIIAAAggggAACCCCQoQJKQPPo23mhV6cENNH5r1skEjH3/E3P3lTUd7XaycUdUHG1Vau4tmpXPM+LH9/zqp4XVlYmJoz2vKpxtz01AggggAACCCCAAAIIIIAAAghkgQBTQAABBBBAAAEEEEAAAQQQQACB7BdghggggAACCCDQbAIkn2k2ek6MAAIIIIBA6xNgxgjUVUCLTDyvaiGJO4aLqXYxVyvmij+mtuKqXVE/UliVeCYSknhmbX7U7huZZyVlUbcLNQIIIIAAAlkn8PWHb9mz99xgS+fNii/grO8EtdB09qSv7Zl/X2/jP3u3vodjfwQQQACBFibA5SKAAAIIZL/ArCXl9shb4QlobObTVpmUgEbP4FziGdUqioUV6Snuan9bMRV/zPOqnhu6mMZVPI8ENHKgIIAAAggggAACjSXAcRFAAAEEEEAAAQQQQAABBBBAIPsFmCECCCCAAAIIIIAAAggggEDrESD5TOu518kzpY8AAggggAACCLQIAS0a8byqBSTugl1MtT+mtou5OjmmuFvcorpiw3IrGnObhSWeWZMfsSEj11lxKYln5EhBAAEEEGiRAmlf9LxpE2zoVefbW0//x9auWFqnJDSRinJbPGe6vfKfO+zRW66wRbOmGf8hgAACCCCAAAIIIIBAdgrMXlpuj7ydHz65Wc9YdP5rpsSUegbnL3o+p50UUzu5aExFcVf724r5i8Y8r+r5odr+Mc8jAY3fg3ZWCzA5BBBAAAEEEEAAAQQQQAABBBDIfgFmiAACCCCAAAIIIIAAAggggAAC2S/ADBFAAIFmEyD5TLPRc2IEEEAAAQQQQACBdAQ8r2rhiNtWC0g8L7hoxPO+307b+LdX28X8daRwhRWPvd0i62Zqk4QSTzwzItdKyioT4vXrsDcCCCCAAAKZL/DZ6y/aXX8+0x645kIb/c7weDKZwg35Vl5WmnDx+k4tLy21DXm5Nn/GZPvwlf/akCvPt/v/9gf79tNRCdvSQQABBBBAAAEEWpcAs0Wg9QjMXlJmw94KT0DjzXrWKue/ZmFJZlzM1fr7whUXk6JiqlXU9hfFXFHc86qeD6rt4tQIIIAAAggggAACCCCAQOMJcGQEEEAAAQQQQAABBBBAAAEEEMh+AWaIAAIIIIAAAggggEDrESD5TOu518wUAQSSBegjgAACCLQ4AS0c8bxg4hlNRGOuqK+ivqvVVnH9ig3LrWjM7VYRknhmdX7EhozItdJyEs/Ii4IAAggg0DoFFs+Zbq8+NjieTObm80606351tF19+mHV5W9nHG7XnX203fr7k+2h6y62d1941FYumW/8h0DGCXBBCCCAAAIIIIAAAo0qMGdpmT38Zl74OTYmoIlEItVJaFxyGfeszt9XzF/cQRVLbvtjGlPf80hAIwsKAggg0CoFmDQCCCCAAAIIIIAAAggggAACCGS/ADNEAAEEEEAAAQQQQAABBBBAAIHsF2CGzSbQptnOzIkRQAABBBBAAAEEEKiFgBaPpNo8bMzFkhevqB8pUOKZ2ywSknhmVV7Ehgwn8Uwqa+II1FeA/RFAAAEEEEAAAQQQQAABBBBAIPsE5i4rT0hAkzDDjQlo9LzOJaHRMzr1k2vFXHHHUF9t1SpquxLW97zEBDSeV9V3+1AjgAACCCCAAAIIIIAAAggggEDDCHAUBBBAAAEEEEAAAQQQQAABBBDIfgFmiAACCCCAAAKtR4DkM63nXjNTBBBAAAEEkgXoI5DRAskLR9zFJsf9fbWTi9tPtcaUeKZw9K0WyZ2lUEJR4pmhI3KtrKIyIU4HAQQQQAABBBBAAAEEEGjBAlw6AggggAACTSKgBDQPvZEXfq5Zz1p07kjT87lUCWdcXAfwb+f6ql3ReFhbMY15XmLCGcU0RkEAAQQQQAABBLJYgKkhgAACCCCAAAIIIIAAAggggED2CzBDBBBAAAEEEEAAAQQQQAABBBpNgOQzjUZb2wOzPQIIIIAAAggggIBfwPMSF4j4x9TWghEVtf3F84L7aTstXokULLOiMbdZJHe2f5d4e1VuhQ0ZsY7EM3EN/kEAAQQQaDwBjowAAggggAACCCCAAAIIZK/AvOXlljIBzeznrHJeVQKaSCRiel6nomd3TkRtF0tuq59c3H7Jtbbzxzwv+MzQP04bgYYX4IgIIIAAAggggAACCCCAAAIIIJD9AswQAQQQQAABBBBAAAEEEEAAAQSyX4AZIoAAAq1HgOQzredeM1MEEEAAAQQQQKDFCmixiOclLhDxvMS+tnHFTVR9LVaJl4JlVvDlLYmJZzZuuDKvwoaMzLPyio0BKgQQQAABBBBAAAEEEEAAAQQQyB4BZoIAAk0qUFMCmspZz1lkznDTczuV+HO7aNSSk9FoLKxoIop7XtWzQbUVCyueV7WNf6ym7f3b0UYAAQQQQAABBBBAAIEWKMAlI4AAAggggAACCCCAAAIIIIBA9gswQwQQQAABBBBAAAEEEGg0AZLPNBotB0YAgdoKsD0CCCCAAAJhiz9czNVOyfVVq/jj6ruieKRgqRWOvtWieXPVTSgrciM2ZLgSz1QmxOkggAACCCCAAAIINI4AR0UAAQQQQAABBBDIfoF4AprX80In6s15waJzh8cTzugZnhLQ+Gu1VdzOaquor9rzvOrkNYqpuGOo7Yq2dcXFPC+YkMaNUSOAAAIINKwAR0MAAQQQQAABBBBAAAEEEEAAgewXYIYIIIAAAggggAACCCCAAAIIIJD9Asyw9QiQfKb13GtmigACCCCAAAIItDgBLQ7RRXte4qIQF9eYK4qpqK/alYr1S6xw9G0WCUs8sy5iQ4fnWkWExDNyo7RKASaNAAIIIIAAAggggAACCCCAAALZL9AsM5y3otweTJGAxma/YJVzR5iSxqi4Z3lhtcY1AY252rVdX7WKP66+5yU+V1RMJXk7xSgIIIAAAggggAACCCCAAAIItHABLh8BBBBAAAEEEEAAAQQQQAABBLJfgBkigAACCCCAAAKNJkDymUaj5cAIIIAAAgjUVoDtEUDAL+AWgHieZ66tWsW/XXJb465ENyy1ojG3WTQ08UyFDR25ziqiJJ5JNqSPAAIIIIAAAggggAACjSnAsRFAAAEEEGg9AvNXlNt/UiWgmfOCRecOjz/7U4IZFT3XU+2K+tJSnVz8cbVd0Xb+tudVPV/0x904NQIIIIAAAggg0HgCHBkBBBBAAAEEEEAAAQQQQAABBLJfgBkigAACCCCAAAIIIIAAAgggkD0CJJ9JdS+JI4AAAggggAACCDS5gOdV/V8idgtBPK9qYYi7EM+rGldf26j42/5+ZMMSKxh9i0VCEs8sX1thQ0bkWkVEe1MQQAABBFq1AJNHAAEEEEAAAQQQQAABBBBoVIEFSkDzWm74OWa/YNE5r5iSzejZnqu1sb+vtisa87zE54aK+Yu2dX21Pe/754ouTt3KBJguAggggAACCCCAAAIIIIAAAghkvwAzRAABBBBAAAEEEEAAAQQQQACB7BdghggggAACjSZA8plGo+XACCCAAAIIIIAAArUR0CKQmrbXuIq2cbVrq6/i+pH1i61w9K0WyZunUEJZvq7Cho7MtUg0IUwHAQQQQAABBBBAAAEEEEAAAQSaSIDTIIBA6xNYsLLCHng1RQKaOS9adM7/TM/3VJSARkVtSalWcW03ppiK4q74+/62G3e159WcvMZtR40AAggggAACCCCAAAJ1F2BPBBBAAAEEEEAAAQQQQAABBBDIfgFmiAACCCCAAAIIIIAAAtkjQPKZ7LmXzASBhhbgeAgggAACCDSpgOd5gfP5F4h4XnA8eQdtX5G/0Aq+vCU08cyytRU2ZDiJZ5Ld6COAAAIIIIBAqxZg8ggggAACCCCAAAIINInAwlUVdv+reeHnmvOSRWa/bP7EMmqr6Jmfir+tvv9A6qt4XtUzRM/zzPM8/yaBtueRgCaAQgABBLJZgLkhgAACCCCAAAIIIIAAAggggED2CzBDBBBAAAEEEEAAAQQQQAABBBDIfgFmiECjCZB8ptFoOTACCCCAAAIIIIBAfQQ87/vFIVo4oqLj+Wu1/UWJZwpH32rR9Qu0aUJZqsQzI/IsWpkQpoNAhglwOQgggAACCCCAAAIIIIAAAgggkP0CrXeGi1aV15iAJjrnZdPzvuREM4r51VxftUrymGIqLq625wWTzXje988g3bbUCCCAAAIIIIAAAggggAACCDSMAEdBAAEEEEAAAQQQQAABBBBAAIHsF2CGCCCAAAIIIIBA9giQfCZ77iUzQQABBBBoaAGOhwACzSIQthDE8zzzvKrFIZ7nhV5XZP0iKxx9m0XyQxLPrCm3oSNy4wtXQncmiAACCCCAAAIIIIAAAq1XgJkjgAACCCCAQJMKKAHNfSNzQ89ZOfsli8x6Kf4czyWgcbWeG7qinf1t19e2aqt4XvA5oudVPWPUOAUBBBBAAAEEWpkA00UAAQQQQAABBBBAAAEEEEAAgewXYIYIIIAAAggggAACCCCAAAIIIFBngRaTfKbOM2RHBBBAAAEEEEAAgRYjoAUjnpe4AEQxVzwvOKbJRfIX2oYvbrZI/nx1E8rSNRU2dGSeVVYmhOkgD/qxjQAAEABJREFUgAACCGSoAJeFAAIIIIAAAggggAACCCCQ/QKLV+uZXYoENHNessjsl+II7rmgaiWWUe0vnlf1vFCx+A4b/1FfZWM3Xvn7/nZ8kH+aXIATIoAAAggggAACCCCAAAIIIIBA9gswQwQQQAABBBBAAAEEEEAAAQQQyH4BZogAAgggkD0CJJ/JnnvJTBBAAAEEEEAAgYYWyIjjeZ5XfR1hi0Iq8hdYwZe3WHT9wurtXGPJmgobMiKXxDMOhBoBBBBAAAEEEEAAAQQQQACBoAARBBBAoFkEligBTezZXdjJK2e/ZBUzXzB/whlt554PJtcac0Vjnvd9Uhr1/WOuTY0AAggggAACCCCAQCsTYLoIIIAAAggggAACCCCAAAIIIJD9AswQAQQQQAABBBBAAAEEEKizAMln6kzHjgg0tQDnQwABBBBAoPUKeN73CWikoAUjKmq36baNdTn0emuz2bbqJpT+W7S1y0/rYUm7J2xDBwEEEEAAAQQQyCwBrgYBBBBAAAEEEEAAgdYh0L93W7ss9uwubLaV2//CvB1+aXoGGFa0T6q451UlnvG8qmeKnldVax8KAgggkDkCXAkCCCCAAAIIIIAAAggggAACCGS/ADNEAAEEEEAAAQQQQAABBBBAAIHsF2CGCGSPAMlnsudeMhMEEEAAAQQQQCArBfyLSDyvauGIm6jG1G6zmUtAs526CWXrLdraZaduTgKaBBU6aQuwIQIIIIAAAggggAACCCCAAAIIZL8AM2xygQG928We2fUIPW9k4Blmg84ITTyjHfRM0BX1/cUfV9uN+dsuRo0AAggggAACCCCAAAIIINDKBJguAggggAACCCCAAAIIIIAAAghkvwAzRAABBBBAAAEEEKizAMln6kzHjggggAACTS3A+RBAoPUJ+BeFeF5i4hlp+MfbdBtgnQ7+u7XpHpaApp1dfloPaxM7hvajIIAAAggggAACCCCAQOYKcGUIIIAAAgggkN0C2/RpZ5eeunnoJCPbnW7R7U5NSDyjDfUc0BXX99dqq3iepypePK+qrf3iAf5BAAEEEEAAgYwS4GIQQAABBBBAAAEEEEAAAQQQQCD7BZghAggggAACCCCAAAIIIIAAAgi0HIG6Jp9pOTPkShFAAAEEEEAAAQQyWqCmxR+e55nnefHr92+X3HZ9JaDpcOC11mazYAKafr3a2uWnbW45VYeLH5N/EEAAAQQ2KcAGCCCAAAIIIIAAAggggAACCDSYwDZ92tolp4Qnninf9jQr3+bn8XPpeZ+KOqpV1Fbxt9X3FzemWsWNeR4PBZ1FipowAggggAACCCCAAAIIIIAAAghkvwAzRAABBBBAAAEEEEAAAQQQQACB7BdghggggAACCNRZgOQzdaZjRwQQQAABBBBAoKkFsu98WgDieTUv/NA2YTNPjquv0qZrf2t/wDXWpvvAwG59e7W1S0/rYW34FRywIYAAAggggAACCCCAAAIIIJApAlwHAgggkJ0C226pxDM9QidXOuBUK+t/sun5nr9Eo1FT0U7+uPquhMU97/tnjp73fdvtk1zrGMkx+ggggAACCCCAAAIINK4AR0cAAQQQQAABBBBAAAEEEEAAgewXYIYIIIAAAggggAACCCCAQMsRYNlty7lXXGmmCXA9CCCAAAIIIFAvAS3o8LxNL/zQSbStq11bfX9R3PO8+AIVr+vW1na/q826beffJN7u16utXX5aD8vJiXf5BwEEEEAAAQQQqFmAUQQQQAABBBBAAAEEEKi3wLZbtrO//Dw88Uxx/1OspN9P48/19IzPFf9J/THPq3qm6I/5t01up7Od51U9V0zelz4CCLQiAaaKAAIIIIAAAggggAACCCCAAALZL8AMEUAAAQQQQAABBBBAAAEEEEAg+wWYIQII1FmA5DN1pmNHBBBAAAEEEEAAgcYQ0GIQd1x/28XCam3neVULRDxvY92ln+Xse1VoApq+Pdva5af2tLZtqhaqhB2TWGYKcFUIIIAAAggggAACCCCAAAIIIJD9AswwuwS220qJZzYPnVTR1qdYSd8T4mN6xqeGv3ZtxVXUd0V9leS+Yq5ozN/2PM88z3MhagQQQAABBBBAAAEEEEAAgWYU4NQIIIAAAggggAACCCCAAAIIIJD9AswQAQQQQAABBBBAoOUIkHym5dwrrhQBBBDINAGuBwEEEGhwAc/7fuGHf2GI/0SeV7WNxl3RuNr+Wm2vS19rs8+VoQlotuqZY5ed3sPa5lQdT9tTEEAAgf9n7z7g7DrK+/8/311Jq7KrXm3Jtop77xUbdxv3Ahg3qm0gAdshIfAjEGoCJIQ/KSSkkARTAqGlgYEEMBC6AWOwHYNtsAFbwsZFddX8v99zNPeee89ZaVdaae/e/ZyXnp2ZZ+ace+a9WmuZV2aCAAIIIIAAAggggAACCCCAAAIIDJ/A4vnj47curD54ZvVuF8aaeWdFWtdr/dTWfGu7OF6qXuOTmvN+hqN4L3UEEEAAAQQQQAABBBBAAAEEEOhMAWaFAAIIIIAAAggggAACCCCAAAKdL8AMEUAAAQQQQGD4BDh8ZvgseRICCCCAAAIIDK8ATxtjAq2bPqTmjSGtHJJCyqO1z+368yYviDj0dyKmLna6KebP6I6bLp0e4zmApsmFBgIIIIAAAggggAACCCCwCwX4KAQQQACBDhXwwTMvH+DgmZXzL4jVc8+qzzyt5RVLSVm/cw4pb2fJ2hfnakX2p1jPEoUvVX1S87MKw6kigAACCCCAAAII7BwBnooAAggggAACCCCAAAIIIIAAAp0vwAwRQAABBBBAAAEEEEAAAQRGsQCHz4zib96ufXU+DQEEEEAAAQQQGL0CT0+aF5sPvime7isfQDNvxrj8AJpxo3d+vDkCCCCAAALDJ8CTEEAAAQQQQAABBBBAAIEdF1iyYEIMdPDMU9nBM2fu+IfwBAQQ2AEBbkUAAQQQQAABBBBAAAEEEEAAgc4XYIYIIIAAAggggAACCCCAAAIIIND5AswQAQQQGD4BDp8ZPkuehAACCCCAAAIIIDCMAlX/H4m39/GS4umJc2Pjga+Mzb17lR4zNzuAZmZMGNdm/x+PS29KAgEEEEAAAQQQQAABBBBAAAEEOk6ACSHQYQJLFoyPl10wrXJWT8w9P1bOOi3rG8z6nzTwep00cF/2AXxBAAEEEEAAAQQQQAABBNpJgHdBAAEEEEAAAQQQQAABBBBAAIHOF2CGCCCAAAIIIIAAAgiMYgEOnxnF3zxeHQEEdq0An4YAAgggsHMFpObNIlJzO316cVOK6w73SY3xUl6X8tL9WUxKB9AszprFL3Ond8dNl86IHg6gKbJQRwABBBBAAAEExpwAE0YAAQQQQAABBBDYfoGlu/ngmemVD3hizvmxavZpIeVrdlJeerCkLC/lpXPFkJQ1JWXjvCbocFJq5NwuhsdIKqayuvNZhS8IIIAAAmNWgIkjgAACCCCAAAIIIIAAAggggEDnCzBDBBBAAAEEEEAAAQQQQAABBBDofAFmOHwCHD4zfJY8CQEEEEAAAQQQQGAHBbzpQ2psBpEa9eKjPc5tSdlmE9cHCkn1Lknx9MQ5sX7/345NveUDaOZM744bL5sRE8Y37qnfTAUBBEZCgM9EAAEEEEAAAQQQQAABBBBAAIFRIuCDZ156/gAHz8w9P1bOPjVby5PytTdJqV2aoaR6rqurKxvnhNcFHZLqOecdklw0hdTISXldysumgTQQQAABBBBAAAEEEEAAAQQQQGBnC/B8BBBAAAEEEEAAAQQQQAABBBDofAFmiAACCCCAAAKjWKBrFL87r44AAggggAACu1SAD0NgeAWkwW/ykFTfTCI16q1vJKmeklS/x0lvUnEp+QCa2dG/38tjc9UBNNO646ZLZ0TPBHk4gQACCCCAAAIIIIAAAgiMMQGmiwACCCCAwNAFlu0+IQY6eObxOefHkzNOaXqopGztTiqXHijledd92IxLKc9JcrMexf6UdE5qjJMadfelccVSaowp5qkjgAACCCCAAAKdKcCsEEAAAQQQQAABBBBAAAEEEECg8wWYIQIIIIAAAggggAACCCCAAAKDF+DwmcFbtddI3gYBBBBAAAEEEOgQgYE2e6TpSfmmD4+T8rqk+uYUj5PydrEuyc1snA+ekZTVnZQUT/fMjrX7vjw29y1xqinm+ACaS2bERA6gaXKhgQACCCAwAgJ8JAIIIIAAAggggAACCCDQ5gJ7L5wQN5w3rfItf5MdPHNyti4n5etzUl76BimvS3KzcpzX9twp5WMGqreuH7rdOtbt1kjjWvO0EdilAnwYAggggAACCCCAAAIIIIAAAgh0vgAzRAABBBBAAAEEEEAAAQQQQACBzhdghggggMAoFuDwmVH8zePVEUAAAQQQQACBThCQGptGquZT3PyR6i4dreMl1TeoFPsk1ZuS6mOe7pkVa/Z+aWzqLR9AM3tad9x4qQ+gafzKXH8IFQQQQAABBBBAAAEEEEAAAQQQ6FgBJoYAAoMX2Hv38XH9s6oPnnl01nnx1Izqg2ckRfFQGamxZhdbLklbapGt50XtkppzUqNd647imqGU9znncH9VSPm4qj5yCCCAAAIIIIAAAggg0LkCzAwBBBBAAAEEEEAAAQQQQAABBDpfgBkigAACCCCAAAIIIIDA4AXYSTt4K0YigEB7CfA2CCCAAAJjTEBStslEUjZzqVFKeT3r2PJFUmm8N7Q4JGWbWyRFOoBmY9UBNFO746ZLp8ekCQouBBBAAAEEEEAAgRER4EMRQAABBBBAAAEE2lRgn4UT4vrzple+3WOzz4+VM0+ur8FJqq/VpfU535jqkupjnXNE7UqllN9fS2XPGaiUGuO2duCM7ycQQAABBNpKgJdBAAEEEEAAAQQQQAABBBBAAIHOF2CGCCCAAAIIIIAAAggggAACCCDQ+QLMcBQLcPjMKP7m8eoIIIAAAggggMBYEJBUmqbUyEl5XVK28UTKS98k5XWpuvTmFUdMnBWrl90QG6cs8W1NMcsH0Fw2Iyb3qClPA4GxKcCsEUAAAQQQQAABBBBAAAEEEECg8wW2PcN9F02I6541rXLgo7POqx884wFef3NIyg6YidrltkNStqZXVXeuNjS7R5Kr2VhJWc6Hy0iNfGy5Ul5SfbykLb0UCCCAAAIIIIAAAggggAACCCCQC/AVAQQQQAABBBBAAAEEEEAAAQQ6X4AZIoAAAggggAACgxfg8JnBWzESAQQQQACB9hLgbRAYQwJSvjlEysvWqUvKNpI4L8lF1pZUKt0pVeR7ZsaavW+Ijb3lA2hm9nXHTZfNiCkT5dsJBBBAAAEEEEAAAQQQQGDXCfBJCCCAAAIItJmAD555ybnVB888NueC7OAZSdm6nA+QkZrrxZyk7CAZKR8jKdIlKXuGpCwlKWtnjdqX4nNqzfofSeEDaJxIpesEAggggAACCCDQ1gK8HAIIIIAAAggggKysOFIAABAASURBVAACCCCAAAIIdL4AM0QAAQQQQAABBBBAAAEEEECgjQU4fGaYvjk8BgEEEEAAAQQQQGDnCHiDiKP16VLzZpNiv5T3SeXSm1IckrKNLcX609kBNC+Njb1Lo/Wa0dsdN14yM6ZM5FfoVhvaCCCAwFgSYK4IIIAAAggggAACCCCAwFgW2H/RhBjo4JlHZ18QT00/KTsgRiqvy0l5rrge57pDyvskldbsonZ5jEPKx9VS9T9SIycpy0uNsmptMRvEFwS2IkAXAggggAACCCCAAAIIIIAAAgh0vgAzRAABBBBAAAEEEEAAAQQQQACBzhdghggggAACgxdg5+zgrRiJAAIIIIAAAgggsAsEvBlEyjeH+OMkZRtWXG+JelNSVi9uQCnWJWWbViRlz3KfQyq3N4+fHquWXh/rpyyJ1mtGX1fceOkMDqBphaGNAAIIIIAAAggggAACCCCAwM4T4MkIINAmAvvv0RMvOnda5ds8OufCeGr6idnam6RsTFp/S6Wk+hpdMRe1y+0UkurjpLweWy5J2Wd4rJTXvZ7obkkuSiE18lKjXhpIAgEEEEAAAQQQQAABBEZSgM9GAAEEEEAAAQQQQAABBBBAAIHOF2CGCCCAAAIIIIAAAggg0MYCHD7Txt8cXg2B0SXA2yKAAAIIILDjAlK++cMbRqS83vpUSdkGE+el5nrKuXRIeb83oxTbkuobWNznkPJcd3d3RM+MWLP3S2PDlKXRes3o7YqbLp0RvRP5VbrVhjYCCCCAAAIIjAUB5ogAAggggAACCCAwFgUO2HNCvOicqZVTf3T2BfHUtBNK621ec0vhNTeHpGxcMe+61MhLjTU9qVyPlktSU0ZqtL3OmDolhduS6uuLqY8SAQQQQKBVgDYCCCCAAAIIIIAAAggggAACCHS+ADNEAAEEEEAAAQQQQAABBBBAAIHOF2CGCAxegB2zg7diJAIIIIAAAggggMAuEJCUfYo3gmSVli8pL+XjpObSwyVlG0gkZZtZpLz0RhZvcnHpSHWp0S/l9ZgwPVYvuyE29C6L1mt6b1fceNn06J3Er9OtNrR3sQAfhwACCCCAAAIIIDAiAseecWG84DVvj99/78fiLR/6Qrz9X2+Ld37ia/X4o49+Kd70gc/Gze/657j85a+J/Q4/bkTekw9FAAEEEOgQgRGexoF7TIgXnj2t8i0enX1hPDX9xMq1OClfo/M6nENSeD1OauQlZet3qV/K25LCl6Ts2aleVaacJFfrIal+r5NeV5TkKoEAAggggAACCCCAAAIIIIBA+wnwRggggAACCCCAAAIIIIAAAggg0PkCzBABBBBAAAEEEGhjAXbLtvE3h1dDAAEEEBhdArwtAghsv4A3fmzrbinfGCKpadOI75PkItuoIinrl7Zdpk0t3vTiems8PWFarF52ffUBNFO646ZLp0ffZGWfzRcEEEAAAQRGSuDsK14Sf/zRL9UPPEiHH/zB330qlh585Ei9Fp+LAAIIbFPgyFPOibd88POl/345575tPmAXD5g2a25ccePr480fuDUue9mr44CjT4pZ83aLnomTav9bpLvpbcaNGx+TpvTFgr2WxjGnnx8vfN2fxGv/5uNx+uXPj55Jk5vG0kAAAQQQQKCdBQ7cc0K84JwBDp6Zc1GsnHFithbXuq6W2l53k1T7t7KrKZz3GKm5T8rbUl6mMZKyz5Hy0vmoXVLerlWzP5KysvWLVJ1vHUcbAQQQQAABBBBIApQIIIAAAggggAACCCCAAAIIIND5AswQAQQQQAABBBBAAAEEEEAAAQQaAp16+ExjhtQQQAABBBBAAAEE2l5Aqt78ITXnpUZbUrbhxJOTynVJ7spCUjbWm1IkZRtdJIWvYs71FJKy/0/MMWF6rFp6fWzs2ztar2lTuuOmS2ZG32R+rW61oY0AAgjsIgE+BgEEEECgTQR8wMor3/n3cfjJZ7bJGw3va5x6ydVx07v+MY44+eyYOKV3yA+XFDPmzI+zrnhJ3PSn+XOG/BBuQAABBBBAYBcLHLRXT7zg7OqDZ349+6JYOf2E+pqb19Sk5vU2SfV+SdmanMelkJStv7ktNY+V8rbUKKN2SXm7Vs2eLcnVUkjV+TRwMIdhp7GUbSHASyCAAAIIIIAAAggggAACCCCAQOcLMEMEEEAAAQQQQAABBBBAAAEEEOh8AWaIAAIIINDGAuySbeNvDq+GAAIIIIAAAgiMLoEdf9u06UOq3hyS+oufJDWPlVTfeJI2rrh0SM19KVcsXU8hKdsUExOmxVNLrosNveUDaKZO6YqbLp0RUzmAJrgQQAABBBBAAAEExp7AHvscGNe94d1xyQ2/F3N22yO61N1RCD2TJsfVr3pLnPW862JKX/Xm+6FMWFLMmr97XPayV8e5V790KLcyFoE2EuBVEEBgLAgctLgnnn/W1MqpPjrn4lg144Ssr3UdzW1J2Zqa6ymkPCflZTEvNXJSo+4xUr6e57pDytuSIl2Sss+LwlVcR5QUxXZhGFUEEEAAAQQQQAABBBAYUIAOBBBAAAEEEEAAAQQQQAABBBDofAFmiAACCCCAAAIIIIAAAgg0BDh8pmFBDYHOEmA2CCCAAAIIjHIBKd8UIuUbSSTVD5WRVJqdpFK/1JzzBhWHlOdd7+7uzu5zPYWkcN5tKa9rwrRYtfT62NC3T7RePnjGB9BM4wCaVhraCCCAAAIIILCzBXg+AiMk4ENZLnrxzfGSP3hX7H3o0dnvzyP0KjvtYz3Hq25+Yxx03MnDPr/xE3riGec/Jy5+yc077f15MAIIIIAAAtsrcPBeE+L5Zw588MzK6cdnj05rZ1K+1iYpOwTGeYfUaKe1NudbQ8rHScr+zZUaz5OUPVPKc1G4JBVaka3xSaqXUbsk1Q+ekVTL8AcBBBAYpQK8NgIIIIAAAggggAACCCCAAAIIdL4AM0QAAQQQQAABBBBAAAEEEEAAgc4XYIYItLEAh8+08TeHV0MAAQQQQAABBMa6gJRvDpHy0h7+/1LscF1SaTNJa16SU/VxkrINK2mTi6RsU0vrBhgpz3uclNdjwtRYueS62NC3b7RefZO7IjuAZgq/YrfajKU2c0UAAQQQQAABBMaCwH5HnhA3/ek/xgnnXhoTp/R27JTPveqG2OfwY2v/+6G7co7+3yWrnnw8vveVz8WH3/3GeP3VZ8WrLzsp3nXjNfEf//jncd+Pvhcb+vsr73Vy3PgJccwZF8Q5V97gJoEAAgggMIoEOvlVD148Ia49a1rlFH895+IoHjyT1s1cDjUk1f6N7crC63JS3paUreP5eVJejy2XlLclbck0F1Ke97/RzT2RPTO4EEAAAQQQQAABBBBAAAEEEBiCAEMRQAABBBBAAAEEEEAAAQQQQKDzBZghAggggAACCCCAQEOgq1GlhgACCCCAQEcJMBkEEBiFAlLjkJn0+lKek/LNI1Jepv7WUsr7pUYpKdtgIinb0CI1SknhS1LTGG9waQ1vhOnqmTbgATS9k7vixktnxrTebj+SQAABBBBAAAEEEECgIwWm9E6N3mkzst+f22CCO+UVjj79vDj85LNq//uh+nf7/rVr4uuf/WS847eeG//ynrfED7723+GcX2b5Lx6Ir/7nx+J9f/jKeOcrnhd3fuu22LRpk7tK4QNojnzm2bHf4ceV+kgggAACCCCwqwUOWdIT15450MEzl8Sq6cdnr5StkXV1Zb8LSPmaWus6mqTswOfWfGtbatwv5XWpuozaJQ3c50NnHJJqIyN7v2I7tlxVuS1dFAgggAACCCDQvgK8GQIIIIAAAggggAACCCCAAAIIdL4AM0QAAQQQQAABBBBAAAEEEEAAgREU6No1n82nIIAAAggggAACCCAwOAEpP2ymOFrKc1Jj44iU19M4SdmGErelvC5tvWzd7LK1tpQ/y2M0oS9WLb0uNk7dzx/XFH2TFDddMj2mT+luytNAAAEExoYAs0QAAQQQQKAzBI469VkxaUpf5WSe+s2j8am/fVf82z+8u37gTOXAWvLJx1bELe98XXzl3z8SG9b31zLlP1Nnzonjzrmk3EEGAQQQQACBXShw6JKeuOaMqZWfuGKOD545Llt7y9bGtqyTSQq3W0NS/eAZSQOOkRp9Ul6XGqWUr8dJiuIlKXuXYi7VpeY+SakrKzl4JmMYhi88AgEEEEAAAQQQQAABBBBAAAEEOl+AGSKAAAIIIIAAAggggAACCCCAQOcLMEMEEEAAAQQaAhw+07CghgACCCCAAAIIdJbAKJ6NlB820zoFbw4p5iQ1bTSRqttSnpfy0htipLwuKdsAI+Wl+1JI5Vzqi/F98dTil8SGigNoeid1xY2XTY/pvfy6HVwIIIAAAggggAACCIwygePPuTR2W7xP5VuvW70q/ufj/xzf+8rnKvsHSn72g38TX/2Pj8XGDetLQyTF4v0PicNPPrPURwKBQQkwCAEEENhBAR88c/UAB8/8es6lsXp64+AZr41J+bqa660hqengme7u7qa1Nym/N+WL90t5n9RcRu2SGrm0Rig1clJerw2N1J9K5xxuS3KVQAABBBBAAAEEEEBg9AnwxggggAACCCCAAAIIIIAAAggg0PkCzBABBBBAAAEEEEAAAQQQGEGBrhH8bD4agTElwGQRQAABBBBAYGgCUvUBNFJ5g4g3qbQ+XWoeJyk7qEbKS98jKdv84rpDyttSXjrnKG6GkRp9mtAXK5dcF+v79ovWq3diV9x02YyY0cev3K02tBFAAAEEEOhkAeaGAAKjX2Dfw46JnomTShPxhvV77/h2fONznyr1DSbxpU/dEj+/587KoRMnTYnF+x9a2UcSAQQQQACBnSlw2NKJMdDBMyvmXBIrpx2TfbzXyKR8XU1S05qa+xyStnnwjMc5JGXPkJqfKTXaUrketUvK87Vq/Y//na43ahVJta/Nf6RyrnkELQQQQGDwAoxEAAEEEEAAAQQQQAABBBBAAIHOF2CGCCCAAAIIIIAAAggggAACCCDQ+QLMEAEEGgLshG1YUEMAAQQQQAABBBBoMwFp8BtCvGnFry8pO2Qm1Z2X8pzUXBb7XHdIqm+ScdshNeeaDqMZ3xurll5feQDNlJ6uuOmSmTGzrzu4RkSAD0UAAQQQQAABBBBAYEgCsxcsinkLF1fes+rJJ+K7X/xMZd9gkv1r18S3v/ifsXb1ytJwdXXFgj2WlfIkEEAAAQQGJcCg7RQ4bFlPXHV6X+Xdv557Wayadmx2QExaHyuWxfWxlC/mWuvFtsc7pOa1Or+I1Mi57ZDyXFXdOR88I8nVLKT8UGspz7k/6+ALAggggAACCCCAAAIIIIDAaBbg3RFAAAEEEEAAAQQQQAABBBBAoPMFmCECCCCAAAIIIIDACApw+MwI4vPRCCCAwNgSYLYIIIDAjglIyg6V8WYRSU0Pc86RkpKysantzSypLuV9Ul66T2rUU9tlMSTVD6WR8nraNKPxU7IDaDZ6ju0AAAAQAElEQVRMPSBar8kTFTdeOoMDaFphaCOAAAIIIIAAAgh0qMDontbiAw6J3hkzKyfxy/vujnu+/83KvsEmv/+VL8Rvlj9cObxv5uxYtGz/yj6SCCCAAAIIDLfA4T545rSplY9dMeeyWDn16OzgGUlZ6XWyqF0uHZKyvJSvq6V1MvcVQ8rHFXNVdakxTsqf6XFSXo/aJTXqtWak9UBJbmYhNR88kyX5ggACCCCAAAI7QYBHIoAAAggggAACCCCAAAIIIIBA5wswQwQQQAABBBBAAAEEEEAAAQQQ6HyBxgw5fKZhQQ0BBBBAAAEEEEBgFAhI5Q0kkpoOm/E0pOZccbOKlPdJeVnsc90hKdtA43oKSU0H0KS8Sx9As3rZ9bF+anmz6OQexU2XzohZfd3BhQACCOxSAT4MAQQQQAABBIYkMG/h4hg3fkLpnk0bN8Qv77+3lN+exCMP3ld527hx3TFh0uTgQgABBBBAYGcLHLGsJ64c4OCZX8+9PFZNG/jgmdZDZtx2eH2sNSRVrqVJ+ZqclJdRu6S8LjXKWjr7Iykrq75IjT6pvG5YdU9H5pgUAggggAACCCCAAAIIIIAAAgh0vgAzRAABBBBAAAEEEEAAAQQQQACBzhdghggggAACCIygAIfPjCA+H40AAggggAACY0uA2W6fwNNPP115o/NSY3OJB0nlttTIeQOMxzkkZQfWSHnpPimvS8oOnpHy0n0pJDVtmvHmGof7n+6eFKuX3RDr+/aP1muSD6C5bHrMnsoBNK02tBFAAAEEdq3AsWdcGC95w5/F6//hP+KPPvqleOcnvpbFOz7+1Xjbh/8nXve3n8z6PW5nvpkPeDj10mviuje8O37/vR+Lt3zw8/HHH7ste5f0Ti7f9pH/iTd94LNx87v+OS5/+Wtiv8OP25mv1fTsg449Ja599dsyE7+H3yeF27Zy/+Enn9l0385utOt77ex5t8Pz28l+2qy5ceKzLosXvObt8eq//Ei8+QO3Nv1Mp7+r/jl33+/++Yfi6le9OXb139fh/L5ty9//XXvZ294bz7jgiujZzkNcps2ak/2+3/rea1eviod+endrervamzZt2q77uGn0CPCmCCCAQDsLHLH3xHjegAfPPDtWTj2qaV1MUjYdr305JGX9rhdDas5Lyv5N9RhJ2T2SsvW41pzbjqhdUj6mVs3+SI0DZSRlufRFarSlxrjUn0qpMS7lKBFAAAEEEEAAAQQQ2FEB7kcAAQQQQAABBBBAAAEEEEAAgc4XYIYIIIAAAggggAACCCCAwFgS4PCZsfTdZq5FAeoIIIAAAgggMEoEpHxziA+bSa8sKduo4pyklM5KqdyWGjlvZJHytqTsOVKjdH8xJGWbY1pz6cAZKb/XbYfGTc4PoJl6QLReEyd0xSsvnR6zpvFreKsNbQQQQACBnS9w6iVXx+v//t/j0pf+Xuxz6DHRN31GjBs3vv7BkmJ8T0/4QAv3e5zH+74YxuvkC6+IV73nlrj53f8U5151Q+x96NExa95u2UER/re09aPGT+iJSVP6YsFeS+OY08+PF77uT+K1f/PxOKd27yAOl2h9XJx9xUvijwuH7qQDOnywTRq872HHxI1/8v645vfeGj7swiZ+j9Tv0m3n3X/FK98Q/+9vPxE7YtVO73XlTW8MH0aUbFL5lg99IY4/51JPf1jCh6akZxfLl731r4bl+YN9SDvZD+adjzzlnHjFO/4uXvPej8ZFL745Djj6pJi9YFFMnNLb9DOdnuWfc/fN3X3POOSE08J/X9/w/v+Iy1/2+9nPexq3tdI/H8Xv0XNf+QfZz2zrPf6ZdF9xrOs+XMrv3Tp+sG3/7L/6L/5lmz+TfbX/ri3e75C44AW/Hf/vfZ/IfPxOg/0cj7vn9m/Ed7/02fjJHd+JRx68P1avfDI29PfHmlp534+/7yEEAggggAACo1bgSB88c2pf5fuvmHt5rJx6ZLYOJqm+ZlZcE/Pv625Lysa5niL1tbalfKyUl+6X8nrULin/rFq1/pmuOzzWpdQYM1C7ap3QOY8nEEBgTAgwSQQQQAABBBBAAAEEEEAAAQQQ6HwBZogAAggggAACCCCAAAIIIIAAAp0vwAwRQGAEBdj1OoL4fDQCCCCAAAIIIIDA4AUkVQ72JhKpuU/K21KjlPK6H+KNK5LqG1qkvO58sd9th6TShhpJ9f/vzR5TDI2fvOUAmgOj9Zo0oStuumRmzJ7W3do1BtpMEQEEEEBgJAT22OfAeMXb35cd1tI3Y2b2799g3kNSeLwPebnhzX8Z8xYuHsxtA4454uSz4/f/6qNx3rW/lT2rq2v7/i2UFDPmzM8Oernxne+PA495xoCfuT0d51x5fVz9u2+N3ZfsMySr6bPmZca2tvn2fPbW7tmV7/XAPT+M9f3rSq/TM3FSLDng0FJ+exI2WrDXstKtmzdujJ/dc2cpP5KJXWm/tXkuOfDw7FCk57zidbFo2f7RPW781oYP2CcpeqfNiGPOuCBe+Y6/j+PPvmTAsSPd4QOeXvQHfxqX3PB7MXu3hYP+mfR7+9CqE869NH7rj98XtnNuMHH7bbfGx/7ybfF3b745/uzma+NNLzgvXnfl6fGnN14d/WvXDOYR2xzTO3V65ZgN/evjyUdXVPaRRAABBEaXAG/bjgJH7jMxrhjw4Jlnx6qpR2XrX1Jjnayrqyv797e7u7upL7Xdv7WQ8mdJyu73WCnPRe2SlOWjdkmNfK2ZfW5a95PkVGVIijSudYA08H2tY2kjgAACCCCAAAIIIIAAAggMVYDxCCCAAAIIIIAAAggggAACCCDQ+QLMEAEEEEAAAQQQQGAsCXSNpckyVwQQQACBggBVBBBAYJQKeDNJenVJTRtRUt6llG88cd0h5WNdd3izi0uHlPdJeVnMeZxDUrYZxvUUUiMn5ffW+8ZNyg+gmXZQtF4TJyhuunRGcABNqwxtBBBAAIHhFpgzf/e4+lVvjkV7H5j9m7k9z5cUSw88LK68+Y3ZoTHb84xzr35pXPayV8es2vtI2p5HlO6RlB1Gccl1rwofbFMasB2Ji19yc5x84RXRM2nydtwdmbGtbT6ch+Ls6vf63m23xqMPPxRV18Il+8XsBYuquoaUW3bQEdE3fWbpnlVPPR733vGdUn6kErvafqB5nnTe5XHtq982pEOR6s/aSsUHTJ171Q3xzIuv2sqokenqmTwlXvT/3hn7HnZsdujj9ryFpJi/aHE878bXx36HH7c9jxj2e/zzM2+Aw7xWPfn4gD97w/4iPBABBBBAYEwJHLVPT1zxzL7KOS+f64NnjszWvSRlv9PW17dqbdcl1fsHc/CM1PwcP8MhNZ7jtiNql5SPl1RrRfYOkuplbLmkPLelmfV7rVBSSmWlc1mFLwgggAACCIwlAeaKAAIIIIAAAggggAACCCCAAAKdL8AMEUAAAQQQQAABBBBAAAEEEECg8wVGcIYcPjOC+Hw0AggggAACCCCAwNAFpObNJH6ClB80IzX3SeW21MhJyjapSHnpZ3nTSwopzxfbqT5QKSnbjON+jZsYq5ZeF+unHhitV8/4/ACaOdO6W7toI4BABwswNQR2pcC4CT1x1pXXx/TZ84blY+fvuSQueNErhvysc668IZ5x/nNifO19hnzzIG6YOnN2nHLRldt9ME76CB9QccwZF8S48RNSql5u3rwpVj7xeDz8s/vikQfvjzUrnwzn6gNaKjb3oSXDcdjFSLxX/9o18dBP7oqnN29umVnE1Fmz46BjTy7lh5pYdvCRlda/euAncd+dtw/1cTtl/EjYV03kuLMujrOueHFM7p1a1b3DuYlTeuPEZ13WNoezeEJdXd21n+vnxYK9lmW/rzu3IzFt1tzwIVg++GVHnjMc9x5/9kUxY075v8ubNm2Kn9/7o+H4CJ6BAAIIIIBAk8DR+06M5z6z+veIFXOfE6unHpmtZUmNdTApr3d3d2d9XV1d2b/JxbZz2wpJTfdLCl+SsucV65LczMZnldoXKc/VqqU/UvV6oAdKA9/n/l0RfAYCCCCAAAIIIIAAAggggAACCHS+ADNEAAEEEEAAAQQQQAABBBBAAIHOF2CGCCCAAAIIjCWBrrE0WeaKAAIIIIAAAggUBKh2oMDTTz9d37iSpic1bzaRVB8jqb6hRcrrUt4vNbfTZhopz6d2VSkVxoybFKuWXh/9Uwc4gOayGTF3OgfQBBcCCCCAwLAL+KCK3qnTS8/d0N8fD9774/jaf/5rfPTP35rFrR96X9zz/W/GutWrSuNTQlLstd8hcdJ5l6fUNsujTz8vjj/n4spDRnzzpo0b4uGf/TS+/OkPxS1/8rp4/dVnxasvOymLv/j96+KT7/vT+NG3bovVK58M/zvve6pi3sI945gzzqvqGnRuj30OLL3nxg3r447//Z94980viLe8+IJ496ueH39287XxxhecF3/7xpuyQ1J8YETVh+SHXbxshw/FGan3uuf2b2TurXPzIUJLDji0NT2ktg/lmbfH0tI9G9b3x/133VHKj1RipOyL81168JFx2uXXxMTJfcV0vb5586Z49OGH4puf/3R8+N1vjLddf2n28+Ofo3fdeE187C/fFt/7yufiiceWb/VnaOrMOXHUac+qP7e18uSjK2o/q/fVY8Uvfx6bN25sHZbl3PfwzxpjXV/+0AOxetVTpfEDJcb39MSMOfNL3Zu2/Dfjm1/49/jX9/5x9t+v//jHv4g7v/HlWPXk41ud47yFe4UPfik9dBcm/Hf/0BPPiK5x40qfumblU/HTH363lCcxLAI8BAEEEBizAj545jmnVP8esWLec2PV1COytTEpXw9rXeeSGvniwTOSsvtax7st5X1So5QadY9xRO2S8udLqrUiW7Pz7/2SsnoULkn1llR98IzvrQ+iggACCCCAAAIIIDDWBJgvAggggAACCCCAAAIIIIAAAgh0vgAzRAABBBBAAAEEEEAAAQQQ2IkCHD6zE3F59FAEGIsAAggggAACCAxdoLihRFK2KcU5SU0Pk8ptqZGTmuuSsg00UqOU8ro3x0iNutvFSBtxpMKY8ZNizd4vjfXTDo7Wa8I4xU2Xzoy5M8obUFvH0kYAAQQQQGBHBNJBKn/+6pfEX772hvj3f3xP3H7brVl88ZO3xPvf+rvxthsuje/8z3+FD3io+qwJPRPjgKNOquoq5XomTY6jTzs/Jk0pbnbNh/nf6+W/eCD+6Y9/P979qhfEZ27567jzm7dF/9o1+YDa14d+end2oMYH3vm6ePvLnh1f/tQHBzwcxwc5LDnoiPBn1m4dlj9P/ebR+Ph73xEf+rM/DL9r60Pv//H3431vvDH+65//ItYMcKjGvD32ipMvvKL11h1q76r3uuu7/xu//tWDle86b48l4YNZKjsHkVx84GExpbf89+Kpxx6NH33rK4N4wsgM2VX2xdkdf9ZFMW3m3GKqXn/ysRXxyb/5k3jnbz8vfFDTD772+FAJSwAAEABJREFU3+FcGuC/t9/90mfjX97zlvij6y+L//ynv4iVj/8mdTeVkmLR3gcM+H39wsfeX/tZfX49vvSJW2LDhvVNz3DDOfe9+1WNsa77vzn33P51D9mu8CFP9915e/zdm3+n9g4viE/+zTuz/1b5v2Ff/c+Pxi1/+gfx5hddEF+q/bes+N+R4of5vxN7H3bssP53ovj8bdV98MyFL7opps6cXRr69ObNce8PvpkdAlbqJIEAAggggMB2Chyz78TY6sEzfYfX178kZXWvcUkKr2853E6l69sKSdn6nKTseVKjlBp9Ubuk5rafXUvX73c9haRUzfqfrjiAuipXv4kKAgiMgAAfiQACCCCAAAIIIIAAAggggAACnS/ADBFAAAEEEEAAAQQQQAABBBBAoPMFmCECCIwlAQ6fGUvfbeaKAAIIIIAAAgh0mIDU2HhSnFrVZhMpHys1SqlR9wYXSdkGFknZ4yRl7WKf6w5J2SYa14shKdug45yk+hh198SqpddXHkAzflzETZdMj3nTa5XYhRcfhQACCCAwZgS2dWhGgvChDf/63j+O2/7tX8KH1aR8sZy7cM9YevCRxVRl/YhTzokFey2r7Hvk5/fHB//kDfF/P/h2ZX9r0u/12Q+9Lz7zwb+JdWtWtnZn7Rlz5se+hx+b1Xf0iw/w+Ph73x7f+8rntvmor/3Xx+PWD/1t5Xt1dXXH/kedEAcde8o2nzOYAbv6vf7ve9+s/HvQN31mLDvoiNjea8n+h4UPAine79/ffODQow8/VEy3TX1X23viPqxk8QGHZ7+Pul0Mv88n/vqd8e3/+c9ieqv1r/7nx+Jf/+qPmg6oKd7QO21GLDngsGi3a93qVfG5D/9tdtiTD33a2vvdWhv3Xx94b+XPo++bPmtuHHzc8Pw8xhCuJQceHue/4Ldj9m4LK+9a/sufx5c/9eHKPpIIIIDAsAjwkDEncMx+k+LZp5QP+zPE8rnPjVVbOXimq6sr+/1DaqyLOZdCUn29K+VcSnm+u7u7qV/K81JeRu2S8mdLjdK/D0p5uzak/kdSUz2Nqye3VKTGuC0pCgQQQAABBBBAAAEEEEBgbAkwWwQQQAABBBBAAAEEEEAAAQQQ6HwBZogAAggggAACCCCAwE4U6NqJz+bRCCCAAAJDEGAoAggggMD2C3jTSbpbUrZBxjlJKZ2VksL5rFH7IikbW6tmf7xRJqvUvkh5n5SX7pMa9dR22RqSKg+g6RrXE6uX3RAbph8ardf4cYqbLpse82d0t3bRRgABBBBAYIcEfFjLf//rPw3qIJX0QV/61C3xi/v+LzWbyolT+mLewr2aclWNfQ87JnomTip1+X2+/tlPxPJfPFDq21bim5//dPz421+LpzdvLg31Zy3YY2kpP9SE3+9/Pv6BuOf73xz0rX6vr3/205UHtUyZOj0OOf7UQT9roIEj8V4//dH3YuUTvym90rjxE2LZIA4gKt1YSxxywqkxZ+EetVrzn/X96+KBe37YnGyT1nDbD/bvxH5HHh+9U6eVFDZt3BDf/eJnhvR3ND3Ef699r5+RcqkcP6EnZu+2KDXbovQhWF+/9VPx5U9/aNDv45/He3/wnSj+3p9uHt8zMeYPw38n0vMGU/oQoctf+vsxd4D/bvrv19c/s33/TRzM5zMGAQQQQGDsCRzrg2dO7q2c+PJ5V8TqqYdnh8NIW1/nkpSNK657ScrWvLZ2wIyUPzdql6TsGVJzTmpuR+2SGrlaM1uzk+RqFlK+ric1cu6o+jffeQIBBBBAAIGRFuDzEUAAAQQQQAABBBBAAAEEEECg8wWYIQIIIIAAAggggAACCCCAAAIIdL7AWJohh8+Mpe82c0UAAQQQQAABBDpUQGredOJpStUbUqR8rNTol/Jcuk9SfYOLVK4XN924LinbSON62nwjKduM45yker+6J8SqpdfH+umHROs1rlvxyktnxDwOoGmloY3AzhLguQh0vMDmzZvie7d9PnwYw1Am2792Tdz1na/FhvX9pdu6x42PmXMXlPLFxKJl+8f8PZcVU/X6z+6+M7713/9ebw+1ct+Pvhf969aWb1NX+GCJ2IHr6c2b467bvzFkL3/krR9+X/zs7vLhKZJiz/0Oij32OdDDtitG6r0evPfH4ah66Xl7LA0fqlHVt7WcD62ZNLm3NOTRhx+q/V29tZQf6cRI2Xvee+57cKirvHz7yEMPxJf/7cMesl3x0x9/P1Y/9UTlvT7EqbJjBJLeSH7vHd8J/2wN9eN/+I0vxdrVK0u3dXd3x7RZc0r5nZU44uSz4/KXvyZm77aw8iOyw3U+++nt+m9O5QNJIoAAAgiMeYHj9p8Ylw908MzcK2J132GR1qokZfXUdul/K6V8LcztYkiqr3W15ovt1nrULkm1r5F9nqT6upvHukPKc65XhdRYx2vtl9SaqmqTQwABBBBAAAEEEEAAAQQQQACBzhdghggggAACCCCAAAIIIIAAAggg0PkCzBABBBBAAAEEdqJAeffCTvwwHo0AAggggAACCAwsQA8COy7gDaqtT3FOat6EIjVvWJGUbXrxvZKyjTCx5ZLyPklZvrgpxnUpz0vNZerzpp1Ul/JnRde47ACa/mnlA2jGdytuunRmzJ85LrgQQAABBBDYUYEnH/t1fO8rn9+ux/iQl5VPPF661/+2TZxSPjykOHD+nktiytRpxVRW92E29991R1bf3i/LH/pZrFlVfajEtt5rW5+58onH4jv/81/bGjZg/53f+krlwThTZ8yK/Y84fsD7ttUxku/l71fVYT9Tevti8YGHbevVm/p7Jk2ORXsfEK0HqviAl4d+clf40KOmG9qgMVL2ex96dPjvTSuBrX5+z507ZHXfnbdH1c+2P2tKX/nn1vmRiHVrVsUd//vf2/XRP/z6l+LxFY9U3rur5njcWRfHhS++MabOnF35Hj545iv//tHtOlyn8oGjKsnLIoAAAgjsDIHjDpgYlz2jr/LRy+c9L1ZP3frBM2n9yqXDv/c7XJc04MEzkrI1Mylf95LyMt3nMmqXpNrXqK/BRe3yul2taMq1tiWFx0n5/e53OOeSQAABBBBAAAEEEGhXAd4LAQQQQAABBBBAAAEEEEAAAQQ6X4AZIoAAAggggAACCCCAAAIIdJIAh8900ndzOOfCsxBAAAEEEEAAgVEoIDVvQpGUbV7xZhRJTTOSym2pkZOU3SuVS2+akfK86ykkZZttUtulpGxzjjfrpHC+q3tCrF52Q6yffmi0XuO6I266dEYsmDWutYs2AggggAACQxJ4+Gc/jQfv/fHA92yl56Gf3h1rVz1VOWLmnPmV+ZR88P/uiq/958fijv/9n/jl/ffGk4+tiPX96+Kpxx8LH2qTxm1P6ffasH7t9ty6zXseuPuH4YM5tjlwgAHfu+3WePzX5QMvuseNjwV7LRvgrm2nR/K9BppT17hxsdd+B2/75QsjDj7ulJg1b/dCJq+uXbMqfnrn7Xmjzb6OlP2KX/w8vlr7Gfr+V74QD/3kx/HY8l9lBxutrv1M3n/XD3ZYaaCf7R1+8DA+4DfLHw7Pf3sf6f/uVN3bN3NWVXpYcz545lnX3BCTe6dWPtcHz3ztv/6Vg2cqdUgigAACCGyPwPEHTIrLTqo+eOaRuVfE6r5DszUrqXk9S1KWz9aqurqyutevim1J0Zpzv6T6eKnxXCnPR+2SVPsa2ThJ2VqbE77fpdTIue2Q5CILaeCDZ6TGuGwwXxBAYOsC9CKAAAIIIIAAAggggAACCCCAQOcLMEMEEEAAAQQQQAABBBBAAAEEEOh8AWaIAAII7EQBDp/Zibg8GgEEEEAAAQQQQKB9BKoOoElvJ+WbVSTVN8FIyjbGRO2S8rzUKL1JRsrbrqeQlN3ndtqYIzVyKS/Vct3jY9XS62P99MPCVzG6a7+p33jJjFgwkwNoii7UEUAAAQQGL7Bp44Z45MH7B39DxcjtPaBi+S8eiM995O/iQ3/2h/Ge33tRvO36S+MPrjwj3vHy54QPj4k2vHw4jg8a2ZFX61+7JpYPYD5v4eKYvWDRkB8/0u/lOf3s7jvi6c2bS+8+Z7c94oCjTizlB0rsc+ix0TNpcql7+UMPxA+//qVSfqQTI2nvg1O+/OkPxUfe86b4i9fckP3svP6qM+PNLzy/La12xvfqkQfv26HHrnrqiR26f3tvTgfPTJxcfQDAhvX9cdu/fSQ+c8tfb+9HcB8CCHSAAFNAYDgFfPDMpSf1Vj5y+fwrY83Uw7K1Kql5HUtSlu/acuhMKiXVD5uRGvXU71JS/V6pXJfyXNQuj68V2ZqbpOy+tE4nKYqX1GhL1QfPeLzUGOc2gQACCCCAAAIIIIAAAgi0owDvhAACCCCAAAIIIIAAAggggAACnS/ADBFAAAEEEEAAAQQQ6CSBrk6aDHNBAAEEhlGARyGAAAIIjHIBb2JJU5CUbXBxTlJKZzk3nHfpkFTPp3YqpbzPm2YkZZtlpEbOeYeU97lePIBGaox1Xqq1u8bF6mU3xPoZh0fr1V37bf2my6bHbrPGtXbRRgABBBBAYJsCGzdsiF//8sFtjmNALuCDdh7+2U/zxg58Xf7Qz2Ljxg2lJ0zq64vdFi+LoV7t8F4/vfP2WLtmVenVp/RNi30OO6aUr0r44J3dl+7T9HuWx23euDF+ds+dro5UDPi57WA/4Mt1eMem2s/QE79ePupmud/hx8Xpl18bAx08s271qvjCR9+fHc416ibHCyOAAAIItKXACQdOigEPnpl3ZazuPaRy/UpSlu/acvCMlLclDfngGam2vrUl/Dwpb0ftklT7GvXfASWF1+Ek1XOx5ZK0pRZZXxoXhcu5QpMqAggggAACQxFgLAIIIIAAAggggAACCCCAAAIIdL4AM0QAAQQQQAABBBBAAAEEEEAAgc4XYIY7UaBrJz6bRyOAAAIIIIAAAgggMGICUmPDSnoJqbHBpZhrrUvKNrk4L229Lqlps4432dQPltnS53YxpPwe5zxeXd2xaun10T+9fABNV23sTZdMj905gCa4xoIAc0QAgeEU2LC+P9auXjmcjxyxZ02bNTdOfNZl8YLXvD3e8P7/iLm77zXs77LqySfigbvv2OHnPrb8F7Gxv7/0nAkTJ23Xe7fDe/3w61+K5Q89UJqTurpiz30PLuWrEj6kxt/H1r5VTz0e997xndZ0W7TbwX64IHomTY4jn3luXP2qN8f/e98nYslB5d87h+uzhuM5mzZtipVPPj4cj9plz7DxKRc9L6r+nvsl1qx6Kj7zwb+JL3/6Q24SCCCAAAII7LDACQdOjEtO7K18zvL5V8XqvsEdPOO1qe7u7mx9K5WSmg6hkZT1S3npe6RG3W1H1C5Jta9RHy8pW2cr9kvKxqQvUqMtldfvqsalHCUCCCCAAAIIIIAAAggggAACCLSrAO+FAAIIIIAAAggggAACCCCAAAKdL8AMEUAAAQQQQKCTBLo6aTLMBa2eOy0AABAASURBVAEEEEAAAQSGUYBHIdAhAk8//XTTTKTyBhYp3+BSHCsp2xjjmyVlG2aidkl5XspLb5yRVOuJbHxqp1JSPe9ca3hTj+QxXbFq6XXRP/2waL3Upbjx0hmx++xxrV20EUAAAQQQGFBg86aN0d+/bsD+duxYtGz/OPr08+KS634nrnvDu+PVf/mReMsHP58dlnHRi2+OA44+KXqnzcj+bR3u91+98olheeRTj/8m1vevLT2ru6u79u7TS/ltJdrlvX52z52xeePG0uvOnLcgDj/5zFK+NbHPoUfHhJ6Jren41QM/ifvuvL2Ub4dEu9gPxWLewsXZ9+PCF94YL3ztO+NV77kl3nzLZ+NNH/hsPPcVr4tDTjgtps+eF121v49Dee6uHvv05s3Rv2b1rv7YHfq8Z150Zey1/yGVz/DBM7d+6G/jm5//dGX/iCd5AQQQQACBUSdw4oGT4pIT+yrfe/n8q2PNEA6e6erqqv1u0BzdWw6jcZ/rDkn1cVJel5T9bi7lpcdH7ZJU+xpZX9QuKV+Pq1XrOdcdUj421b0+JzVyzjvnkkAAAQQQQAABBBDYAQFuRQABBBBAAAEEEEAAAQQQQACBzhdghggggAACCCCAAAIIIIAAAgjsgACHz+wA3q68lc9CAAEEEEAAAQQQ2D4BqXmzip8i5RtepEaf1Kh7jDe1SGraECPJXVlOUmXpTTaSss04rRtz3JdCyse47XEuu7q6Y83eL431M46I1qs2PG66dEYs5ACaVhraCCCAQEcJjJXJLD34yPDhGD5g5vff+7F464f/O97x8a/GK97xd/Hsl782jj/n0tj70KNj9oJF0TNpcvZv7s62eeLRFcPyEevXromNGzeVnqWurhg3oSeGerXLe/3421+NJx9/tPT6EydNicX7H1rKFxN77HNgLNhrWTGV1Tes74/777ojqw/05fKXvybe+Ymv7XD4EKMjTzlnoI+pzLeLfdXL+aCmc668ITtgxoc0vfmWz8Xb//W27LCZ5934h3HS+c+O/Y86IXwYzcTJfbXfTburHkNumAT836n9at7d48aXnrhuzcrg4JkSCwkEEEAAgR0QOOmgSXHxib2VT3hk/lWxuveg7PdnKV+76qr9HuqQVPudoGtIIeX3SHnp56SQGs+X8nrUrmJ/rZl9XtU6m/skuchCKq/XuSPd6zqBQCcJMBcEEEAAAQQQQAABBBBAAAEEEOh8AWaIAAIIIIAAAggggAACCCCAAAKdL8AMEUAAgU4S4PCZTvpuMhcEEEAAAQQQQACBIQm0bl6RGhteurq6smdJyjbsuCGV65KyTTTFjTXd3d31XKpL+b0e15qTFCkXoVi55LrorziAJmrXjZfOiN05gKYmwR8EEEAAgdEm4EMwfJDIG97/H3H9H/5/2eEYPmBm1rzdYkLPxJA0YlPy7wSbN28els9/6Kd3x4b1a4flWe30Xg/e++NY/uD9pXn5UJ299j80OySo1LklseygI6Jv+swtrUbx1GOPxo++9ZVGoo1q7WSfWKbNmhvnXfvyeO3ffDx+++1/G6dddk12wMzsBYti4uQptd8/u9NQyl0scMQp52SHZbV+7NO1/67cdfs34puf/3RrF20EEGgvAd4GgVEjcNLBk+KiEwY6eObqWNt3SO13gq7sd2tJWd1rUVKj7va2QlL2DI+TGvdKeV7Ky9QvKXy57dIhKft8/14lKXteFC5J9ZZUffCMB0iNcW4TCCCAAAIIIIAAAggggMB2CnAbAggggAACCCCAAAIIIIAAAgh0vgAzRAABBBBAAAEEEEAAgR0Q6NqBe7kVAQQQ2IUCfBQCCCCAAAI7LuDNLukpkrJNL85JSuks54bzLh2S6nlp63Up75fkW7P7vPGmNXzYTDEkZQfQOOexq3wAzfQjouq66dIZsXDOuKoucggggAACCLSdQM+kyXHRi2+O3/qjv45jTj8/eqfNyP593N4X3dDfH+v7123v7ZX3bd60MVY/8ZvKvuFMzpwzf0iPa7f3uvt734z+deWDdabPmhsHH3dKDHQtO/jIGDd+QlO3f9fyQT2PPvxQUz6iPZrtZn/qJVfHjX/yD3HKRVfGjNrfIyn/XXN7tDZt3BDrVq/anlu5ZwCBhUv2zQ7Rau1e9dST8YPbPt+apo0AAggggMB2CTzjkElx0fEDHDwzzwfPHJw9V1J26IvXl6RG3e2qkJrHSHnba1SOdI+U5yVlv887H7VLarSlvF5LZ2P8O5/UyDnvkOQiC6n64Bnfmw3gCwIIIIBAhwowLQQQQAABBBBAAAEEEEAAAQQQ6HwBZogAAggggAACCCCAAAIIIIAAAp0vwAw7SYDDZzrpu8lcEEAAAQQQQAABBLYqIDU2tqSBUnmDi9QYJ+V1SdmmGd8nlevecCM18m47JNU3/Lg9UHgzj5SPdd3jVi29LtbPPCqqrhsvmRGL5o6v6iKHwPAJ8CQEEEBgBwXmLVwc1//h/xcnnHtpTJxSvVF2Wx/hTadrVj0VP7/nR/GZW/463vmK58Xjv354W7e1Zf9wH5ozXJMc7Hv95I7vxFO/+XXpY33A0D6HHlvKO7Hf4cfFvD2WutoU/WvXxL13fKspNxYb27K37Yv+3zvj7CuvCx/ctD1G/hlat2Z1/OL+/4svffKW+P9e9aL4xX33bM+juGcAgZnzFtT/t0JxyPIH74t7vv/NYoo6AggggAAC2yXwjIMnx4XHVf8+/fC8q2NN30HZv0VeT5Ly9SnXHZIGXJuSlB2G3NXVlY2RlJW+zyHlbam5dF/UrlRKqrXyP5KyZ0TtkpS9V61a/yOpqe7fVaRGLnVK5Vzqo0QAAQQQQAABBBBAAAEEEEAAge0Q4BYEEEAAAQQQQAABBBBAAAEEEOh8AWaIAAIIIIAAAgjsgACHz+wAHrcigAACCCCwKwX4LAQQGD4Bb2opPk0a+ACa4lhJ9Q0zUnPdz5OUba7xxhtp4LrU6PPYFD50Rsr7XHd+5eIXR/+MI6PqeuXF02MPDqCpoiGHAAIIINAGAvMWLo4rb/7DWLhs//q/n9t6rU2bNsXqlU/Gwz+7L+78xpfjP/7xz+PPbro23vj8Z8Vfve6l8eVPfyiefGxFDPfV1dUdk3r7huWxPixEql5yW/XUE0P6jHZ7r0cffiju+9H34unNm5vmISl2X7pPzF6wqCnvxuIDD4spFbaPLf9l3PnN2zykLaMd7P136Zrfe2vse8Tx4fcZDNTmzZti3ZqVsfwXD8Td3/163Pqh98Vfvub6eMM1Z8ef/96L47O1tvsG8yzGDF6gd/qM0uCnaz8nK37581J+MAnGIIAAAgggUBQ4+ZBJceHxU4qpev2R+dfGuqkH135X6ApJWdk1wEEyKZ9KSZUHz3R3d2d5SdnzpEYpKXxJyvqidvl5krLPrzWzMq2nSXKqHlKjLZXX4zww3es6gQACCCCAAAIIdLIAc0MAAQQQQAABBBBAAAEEEEAAgc4XYIYIIIAAAggggAACCCCAAAIIjCaBrtH0sm30rrwKAggggAACCCCAwCgWkBobXdI0pPKGF6l6nJTnJWUbavwMKa9LzWXagOMxrqeQlG3SSe1UeoOPlPe57vyqJS+JdQMcQPMKDqAJLgQQQGAnCvDoHRA487kvjPl7Lq3/W9n6KG8qXbt6ZXaYiQ/IeN8bb4zXPueUeNMLzot3v+r5ccuf/kF89T8/lh2i0XrvcLfV1RXjJvTEcFw+bGfipMnD8ahox/d64O47Yt3a1aX5TZs1N/Y57JhSfsn+h0XXuHFNeR/K8dBP7or+tWua8u3UaAf7s577olh24BED/gzZq3/d2njw3h/HFz9xS7z/j14dr3n2KfGGa86Nd914TfzjH786vvjJW+Khn94dXDtPYOnBR8akyb2lD9i0eVOsenJoB06VHkICAQQQQGDMC5xy6KS44LjyvzOGeWTBtbGm94DsdwWpsR7ltSRJpXUnqZGTlB0wk8ZKahovVbelPC/ln5fuj9olKXtG1C4p769V638kNdWffvrp7N3ryVqlKldL8weBXSHAZyCAAAIIIIAAAggggAACCCCAQOcLMEMEEEAAAQQQQAABBBBAAAEEEOh8AWaIAAIIILADAhw+swN43IoAAggggAACCCCwKwV2zWe1bnKRmjfG+C0k1TfHSHldysvUnzbfSMo23vggGSkf4z6HlPe5Xow01jnXHauXvCT6ZxwVVZcPoNlzbvOm7qpx5BBAAAEEENhVAseecWHsc9jR9X8vi5/rf2sfe+SX8em/f3f84bXnxvv+8JXZARn33Xl7cdgur/dMnDQsn9nTMzG6usv/Lm/auCFW/ubRIX9Gu73X97/yhVjx0M9L85hQm/c+hx7dlD/khFNjzsI9mnJurF2zKn46yO/3x9/79nj1ZSftcLz+6rPi9ttu9ccPOkbS3geaHHri6aWDe9LLr3ry8fjcR/4u3vqSi+IvX3tD3Prh98U9t389dVO2gcCmDRvi8RUPt8Gb8AoIjEYB3hkBBCxwyiGT4/xjqw+eeXj+tbG298Dw2pGkrHTdIal+sIzbDqmRkxp196Xw+pPrkrLnSfk6ltRop/6oXVLeX6tmv/dLcjULqVF3Qmq0pfIB0B7j/50gNcY5RyCAAAIIIIAAAggggEAnCzA3BBBAAAEEEEAAAQQQQAABBBDofAFmiAACCCCAAAIIIIAAAqNJgMNnRtN3i3dFoJ0EeBcEEEAAAQQ6RMAbW9JUJGWbZZyTlNJZzg3nXTok1fOSnMpCUlNeUj2fNui4TCEpG5/aqfSGH0nZZp+UW7XkxdE/s3lTd2y5fvviGbHXvPJG9y3dFAgggAACCOxSgQOPOSkmTu6r/MxHfn5//NMfvya+cesnK/u3lVy8/6ExcdKUbQ0bcn/vtBlDvqfqhulz5seEioNsNm7cGL/59dAPohjx96qY5P13/yA21+bT2jV/z2WxaNn+9fSSAw6LSZPLG6aXP/RA/PDrX6qPa9fKSNofesKp0Td9ViXNk4+tiI/9xdvifz7+z9G/dk3lmG0le6fN3NYQ+hFAAAEEEEBgBAVOPXRynH9c1e+8ikcWPD/W9R2YvZ2kbO1Iqi69piSpfhiN1FyXlN1ftQ6V7nUZWy5J9XUsSVuykeXSupnUyEftkhptiYNnaiT8QQABBNpTgLdCAAEEEEAAAQQQQAABBBBAAIHOF2CGCCCAAAIIIIAAAggggAACCCDQ+QLMEIEdEODwmR3A41YEEEAAAQQQQACB0S8gNTbApNlI5Y0wUmOclNclZZtrfJ+U16VG6c05krJNPFG7JJXqHuMNPi4dUj7GdeelvO26c6sWvyjWzag+gOa3LpoRe80fH1ydK8DMEEAAgdEg4MNH5i5aUvmqq558PL7wsffH8l88UNk/mOS4CRNq/552D2bokMZMnzUvZi9YNKR7qgbP3X2PGD9+Qqlr/do18cSjK0r5bSXa8b3uveM7seqpx0uv3jdkSgB7AAAQAElEQVR9Riw96IhI1577Hhzqal5+9KE1P7vnzjSkrcuRtF+07ICSnbHW96+L2/7tw3HP97/p5nZFz6TJ0TVu+H+GtutluAkBBBBAAAEESgKnHTY5nnXslFI+Ij94Zs2U/LA/rxM5JNV+P+4KSfVDZpx3SM25tL4kNecl1Z8hKXuWlOeidkkq9UftkpTlo3ZJ+X21av2PpKa6D6iRGrnUKZVzqY8SAQQQQAABBBBAAAEEEEAAgU4VYF4IIIAAAggggAACCCCAAAIIIND5AswQAQQQQAABBBAYTQJdo+lleVcEEEAAAQTaSIBXQQCBDhPw5pfilKSBD6ApjpWUbcjxvZJcZCHldUlZf9rw49IbfSRlm3PclhpjUtulw2NdOlx3rF7yolg746ioun7rwukcQBNcCCCAAAIjKTB/zyUxZeq0ylf4xU/vjh9967bKvsEm5+y2R/RMrtqMO9gnVI+bPHVqLNp7v9jRa/fF+0brgSt+5lOPPxY/ueM7rg4p2vG97rvz9vjVAz8pzWP8hJ7Yfck+Wf6QE06NGXPnZ/XiFx9a48Nrirl2rY+U/d6HHh1TZ8yqZPn1rx6M73zxM5V9g00uPfDwmNw7dbDDGRexVQP/PLz1ukvi1Zed1BSvv/qsuP22W7d6L50IIIAAAgi0Cpx2+OQ495jy77rq6o6HF1wba3v3r68zea1IUra+JDWXqa+7uzvrdzuF1Bhb1e9xUj4mapek7BlSvn4lKXxJyt4lrZNJcroeUqMtldfZPDDd6zqBAAIIIIAAAgiMsAAfjwACCCCAAAIIIIAAAggggAACnS/ADBFAAAEEEEAAAQQQQAABBBBAYCsCXVvpG0VdvCoCCCCAAAIIIIAAAjsmIDU2xKQnSeWNMVJjnJTXJWWbbXyflNelRpk27UjNuTTe/a0hKdvY05pP7TVLXhzrZhwdVZcPoFk8f3xVFzkEEEBglAvw+qNBYOacBTFu3LjSq27atClW/PLBUn6oid0X7xM+5GSo921r/MRJU2Lx/odua9hW+/c7/LiYOX/30hhvqq06rKU0sCLRru91/113xIb1/aU3Xrhkv5i9YFHssfeB0VMzbR1gBx/W0Zpvx/ZI2U+dPismTJxUSfLorx6K/rVrKvsGm1y0bP+YNKV3sMMZhwACCCCAAAK7SOD0wybHuUeXD54Jdcev5l0Ta6fsn71JWhuSlK0dSXmZ8i4lxUAHyzjvSOMkZc9x2yHl7ahdqS011rSkRr02JFsTk+RqPaRGWyqvr6WBUmNcylEikAvwFQEEEEAAAQQQQAABBBBAAAEEOl+AGSKAAAIIIIAAAggggAACCCCAQOcLMEMEEEAAgdEkwOEzo+m7xbsigAACCCCAAALtJNCh7+LN4cWpSeUNMlK+MaY4VlK22cb3SnKRtaXmuqQs78073ugjNdqSss0+zrtfytuuF8P9jjVLXxzrZh4TVdfLL5weHEATXAgggAAC7STw9ObY0L9uh95o9oJFsdf+B2f/llY9qHfq9Kr0oHLq6oqlBx2RHZwyqBsqBh1wzEnRO3VaqceHhTxw9w9K+cEk2vW9fvStr8QTjy4vTWHKtOmx134HxW57Lcs2PEfh8mE1PrSmkGrrajva969bu8NmSw46PLrHVR9UOKl36qCev2FDf2zatHFQYxmEAAIdIMAUEEBgpwucfvjkOOeYqoNnxsXD86+Jdb37Z78Dp/UhKV9PkpStJaW8S0nZ72GuF0NSNlbKS/dJysZKzc+L2pX6Uympls3/SNV190rNfV4/kxo5j3HOJYEAAggggAACCCCAAAJtJMCrIIAAAggggAACCCCAAAIIIIBA5wswQwQQQAABBBBAAAEEEEBgKwIcPrMVHLoQGE0CvCsCCCCAAAIIDI+AlB82U3yalOekxkYZqVH3WG+akZRtBHJbkousLWnA0ht4HJKyDUCuF0Mq56VGbs2SF0X/rOOi6vIBNEsWTKjqIocAAggggMAuF+jq6o5JvX079LnHn31RzJq724DPmNAzccC+wXT42f6MwYxtHbPf4cfFAUedFD6wpLXvseW/jDu/eVtretDt4nsN+qYtA3fWez368EPxy/vuDf8OtOWjsqJn4qTYa79DYub8hVm7+OWpxx4NH1pTzLV7vd3sd+SAJVufdN7lsfuSfV2tjHETqg+laR28euVTsXF9f2uaNgIIIIAAAghsh8AZR0yOc44uHzzztLrrB8/4sV1dXdnakZSvM7nd3d2d5VxPUZVzXzEv5c9ozXlc+iwpHyPlpfNSo57aLlNIStVsLcy/K0qNnDurcs4TCCCAAALNArQQQAABBBBAAAEEEEAAAQQQQKDzBZghAggggAACCCCAAAIIIIAAAgh0vgAzRGA0CXSNppflXRFAAAEEEEAAAQQQ2BUCUvOmmPSZrZtjpMa4tDlHUra5xvdIcpG1JWWlx0l53Z3FtqRsw5CkaN38Iynr83j3SY326sUvGPAAmpddMC2W7ja4TcTBNVQBxiOAAAIIVAj85tcPx8aNG0s9PpRlwV7LSvnBJo476+I4+vTzomvcuMHeMuRxfvahJ54RPrBlKDf3TJocz7jgudE3Y1bptk0bN8Q93/169K9dU+obbKJd3+vu7/1vrFuzqmka/j4vPfCI6J02vSnv36Me+und4UNrmjravDES9k898VisX7e2UmbO7nvE7AWLKvu2lfTf61MuujJ29JCmrX1OV3d35c/B1u6hDwEEEEAAgVEgsNNe0QfPnH3UlNLzn9a4eGT+82Nd735Zn9eDHFK+puS6Q1J9vcjtqpDyMVLjXqk5JzW3o3ZJ+XhJtVZk61pSXo/aJTXqtWbW79IhlQ9ydt4hNd/nHIEAAggggAACCCCAAAIIIIBAGwjwCggggAACCCCAAAIIIIAAAggg0PkCzBABBBBAAAEEEEBgKwIcPrMVHLoQQAABBEaTAO+KAAIIDL+AN0mnp0rKNtE4Jymls5wbzrt0SKrnJTmVtaXmujcEudNlOlBGUrZpSMpL96WQGrk0PvXlB9AcH1XXS8+fHksXjK/qIocAAggggMCwC/xmxSPR33IgSfqQBXssjePPviQ1B10ecfLZccazXxATJ/cN+p7tHTh15uy45IbfHfQBND545qqb3xhLDz4i+/e+9XMf/vl98eV/+3Bresjtdnyv73/lC/Gb5Q+X5jJz3oIYP6GnKe/Dd+6941tNudHS2NX2D97741i96qlKnplzF8RRpz2rsm9rySUHHh7nv+C3Y9qsuVsbtsN9Xd3jonfajB1+ztYf0F69Z1/xkvjjj34p3vmJr5XiVe+5pb1elrdBAAEEEGgrgTOPmBLVB8+Mj0cWXBvrevfN3jet/UjKft9M7VRKytaSUruqlNR00LHXldI4KX+ulJet+ahdUt5Xq2Z/JGVl+iI12lL1wTPFtbN0HyUCCCCAAAIIIDCwAD0IIIAAAggggAACCCCAAAIIIND5AswQAQQQQAABBBBAAAEEEEAAAQTaSaBrp7wMD0UAAQQQQAABBBBAoAMEpMbGmTQdqbyBRmqMk/K6pGxDkO+T5CJrS8pKb+SRlG0Okhq5Yt711pAaY71RSMqf4XGrFz8/1s06Lqqul14wPZbtxgE0VTbkEEBgBwS4FYEKgfvuvD1W/OLnFT0RE6f0xmmXXTOkg10uevHNcfFLbg4fAFL50EKyd9rMQmv7qzPmzI/nvOJ12zwoxwd6vPQtfxn7HnF87d/07tIHrluzMr793/8ZPnil1LkdiXZ8r3vv+HZs3rixaTbq6sp+3ykmH1v+y7jzm7cVU6Oqvivt/ffloXvviqoN2t3jxscJ51wcx5118aD9Tr3k6rj6VW+OuQv32uY9EydNicX7H7rNcb/46d2xbu2a0jj/frrP4cfGvIWLm/r2O/KEUq5pAA0EEEAAAQTGmMBZR06Js46aXJr15hgfD8+/JtZO3ifr83qPQ1Lt982uLPzvrXMpWtsp31pKjWekPqmRk/I1p6hdUl6XGmUtnf2RlJXpi9RoS+V1s6pxKUc5igR4VQQQQAABBBBAAAEEEEAAAQQQ6HwBZogAAggggAACCCCAAAIIIIAAAp0vwAwRQAABBBDYikDXVvroQgABBBBAAAEEEBhFArzqzhNo3fgrlTfSSPlGm+JYSfWN15KyF5TUlJMabW/8kfK2pGxDkXNb20TkPqkxds3iF8S6WcdH1XXD+dNj2W4TqrrIIYAAAgggMKwCd37rK9G/bm3lM6fNmhtX3vzG7EAZ16sG+eCK8679rXjVe26JE869NDu0pjhu48YN8fTmzcVUVh8/oSdmL1iU1Xf0S++0GXHxdb8Tv/ueD8azrnlZLFq2f/ZIv/OJz7osbnjTn8dLXv+u2H3xPvV/27MBW75s3rwp7vr21+Kbn//0lszwFO32Xg/8+AexetXKrU7u6dr36qGf3DVsh/Bs9cN2YueutL/zG1+KVU8+UTmbiZP74sIXvTKu+p03DXigi/+e+qAn//0956obwu9efNim2s/Q5trf0WLOdR9uM2lKr6tbDR+Qs6G/v3LM/EWL42Vv+6t44Wvfmb3jq//yI3HN774lDjvp9MrxJBFAYOgC3IEAAqNbwIfOnHlkxcEzGh/Ld7s2+nv3zX6/9JqP14UcUr5elOouiyGpvo5UzLtefI7bUv4sqVxG7UpjatXsj6Ss9BepUW9tS+X1Mo8prpW5TSCAAAIIIIAAAggggMDgBBiFAAIIIIAAAggggAACCCCAAAKdL8AMEUAAAQQQQAABBBBAAIF2Euhqp5fhXRDoIAGmggACCCCAAAIdJCA1b6zx1KTyhhqpepyU56VGKSnbSJQ29BRL1x2Sso1DUl46l0Jq3O9NRFJjzJrFz4/+2SdE1XXD+dNi7905gKbKhhwCCCCAwPAJfOPWT8Z9P/peDLTRdOKU3jjh3MviNX/9r/H6f/iPuPld/5yFD5t58y2fjZvf/U9xykXPi+mz5mX/Xhbf7NFf/SK+8NH3x/r15YMveiZPjrm771EcPuj65o0bY9OmTU3jJcXchXvFMy++Kl7xjr+Ld37ia/G6v/1kXPTim2PpQUfEuPETouryoR73fv9b8am/f3dV95By7fpeaRL3fP+b8cv77k7NynL1yifjntu/UdnXzsmRtLfrnd/4YvjvUpXRuPET4tATT89+Vt74T/8Vv/PuD2Q/Qy7/sNb2z9Y5V96Q/f2V1PSIVU8+Hp//l3+I1RWH20yYOCmmz5nfNH6gxqMPPzRQV0zunRr7H3VC9o6zFywKHwzVN3P2gOPpQAABBBBAYKwInH3U5DjziCml6T7d1ROPzL821k3ZJ+vz+o+kbF0oapfbXv9x6ZCU9aV6sS/lXDqk5rFVOUnhK/VJyn4Pl+R0FlKj7oTUaEvldTKP8f8ekBrjnCMQQACBUSrAayOAAAIIIIAAAggggAACCCCAQOcLMEMEEEAAAQQQQAABBBBAAAEEEOh8AWaIAAJb+oIi9AAAEABJREFUEeDwma3g0IUAAggggAACCCCAwNYEpPLGGqmxoUbK65KyDTt+liQXWVvK660be6razrVuJHIuhfsk1Tcerd7r2lg3q/oAmuvPmxZ7L+zEA2iCCwEEEECgjQQ+e8vfxCM/v2/AA2j8qv73q2/6jFiw19Is5i1cHBMn99X+Pet2d1P4YBgfyPG+N74yHvzJXdG/ZlVTvxuTp/TFnvsd7OqQY9VTj8dd3/5q6QCaoT7I7/mjb34lPvTuN0b/2jVDvb00vl3fq/iiP7vnzti4YX0x1VT/9a8ejLu++79NudHQGGn7z37offHTO2/f6s9QV1d3TO6bFvP3WJL9DLmcUmt3d3eXiL35+6Gf/Dj+6e2via/f+slYveqp0hgfErPXvoP7GfrpD2+PdWtWlp4xUGLmIA+1Geh+8ggggAACCDQERmft7KOmxBmVB89MjF/Nuzr6e/ODZ/zveFdXV+134q5soqktKctJimKuWE/3pVJStgbltqT6/akt5f1Ru1KuVs3+SMpKf5Ea9da2VF4f8xiH1HyfcwQCCCCAAAIIIIAAAggggAACgxNgFAIIIIAAAggggAACCCCAAAIIdL4AM0QAAQQQQAABBBBoJ4H8/2qxnd6Id0EAAQQQ6AwBZoEAAgh0qIA37RanJpU32Ej5xpriWEnZZh/fK8lF1paa65KyvDf8pJBU3xyUNhS19rntPikf6/aaxddG/5yTouq6/lnTYu/dx1d1kUMAAQQQQGBYBJb/4oH48LvfFPffdcdWD88YzIetevLx+PxH/i7e/9bfjScfWxH33Xl7PL5ieenWrnHjYq/tPHzGD/v65z4V3/zcp2PD+n43hxzpPT/4rtcPy8Ez6QXa9b3S+/3wG1+OJx/9dWo2lZs3bgwfTtOUHEWNkbT34UW3/MkfxJ01Xx9qtCNs61aviq9/9pPxt2+6OR6898fZ38/lD94frZek2H3pPjF7waLWrlL7W//973HXt78WmzdvKvVVJfpmzqpKk0MAAQQQQGBMCJxztA+emVya6+YuHzxzVazv3ae+HiQpq3tw61qP13uccympfgiN2ymf6lL+nGJeUn2NScr7o3b5Hkm1WmSfLeX1qF1So15rZv0uHVJ5Xcz54pqY2wQCCCCAAAIIdIAAU0AAAQQQQAABBBBAAAEEEEAAgc4XYIYIIIAAAggggAACCCCAAAIIIND5AluZIYfPbAWHLgQQQAABBBBAAAEEWgWk5g037pfKG22kxjip0S/lealRSso27kjNZdr4k0op73d7oChuKPKY1XteHf2zT/RrluL686bHPgs5gKYEQwKBUSzAqyPQbgI+gOZ9b/jt+OInPhArH//NkA6h8YZV3/PFT94S7/it58aXPvXBpundf/cPwgebNCVrjQV7Loljz7iwVtu+P//2D++OD7zjtfHL++8d9Pv6kJDvfeVz8Z7fe3HpPbfvLcp3tet7+U0fffiheOind1d6rXrq8bj3ju942KiNkbT33y0fZvSf//Tn8dgjv6w03hrs2tUr47tf/Ey86+Zrw/Pw89J4HwzVv25tatbLmXMXxJGnnB2DuT719+/Onr9xw/ptDp84aUos3v/QbY5jAAIIIIAAAp0mcO7RU+L0w6sPnnlkwTVNB894LcchKTtYRlJ2WEzKuUzRugaU8lJj/SiNkRo5Ka9LCl++T1LT2pTzDkku6iE12lJjvas+YEtFaozbkqIYZgEehwACCCCAAAIIIIAAAggggAACnS/ADBFAAAEEEEAAAQQQQAABBBBAoPMFmCECCCCAAALtJMDhM+303eBdEEAAAQQQQKCTBJhLhwt4Q3xxilJ5w42Ub7TxWCmvS8o28/heSS6ytqSsbN3wk9oui5E2Dzkn5fdKqm9Icj7F6r2uiXUDHEBz3bOmx76LJgQXAggggMDoFfjcv/x9vPa5p8arLzupKd563SVx352379DE/vZNNzU9M32G80N58Oc+8nfxzldcEZ/+uz+Le+/4dqx84vHY0N/fdJDG5s2bYt2a1bHilz8PH+Tyj2/7vXjLSy6MWz/0vigemBFbrs9+8G/iNc99Zun93nDNufGt//73LaO2r/i/H3w73vN7L4pb/uQP4p7vfzN7340bN9QftmnTpli98sn4+T0/is/c8tfxpzdeHf/ynrfEk4+tqI/ZGZV2fa+tzfVXD/xkh/8ebu35u6pvpO3/9zOfyA5h+pc/f3P86Fu3ZX/X1veva/oZ8u+czj22/FfZmI+8503xh9eeGx/7qz/KxrdafePWT8brrzqz9DPk/574vyut46va/tn8+F+/I/757a/JPtM/260/K8755+gzH/zreODuO5oec/ttt8brrz6r9A7Oua9p8BAbH3/v20vP9X/D3nXjNUN80taH28pmfnZrDPdnbf1N6B1BAT4aAQQQGFDg3GN647TKg2cmxSPzr4n+ycuy9SApX9vxWo6kpoNnJGXrPcW1II+rCikfK+XPkxqlx0uNdtSulKtVsz+SstJfpEa9tS0p+z1Eah7j30c8lkAAAQQQQAABBBBAoAMFmBICCCCAAAIIIIAAAggggAACCHS+ADNEAAEEEEAAAQQQQAABBMa0AIfPjOlv/1iaPHNFAAEEEEAAAQSGV0Bq3lzjp0vljTdSY5yU1yVlG4vSPamU5Gq2oUhSNkZSvZ02BEl5n9utIeXjW/NrsgNoToqq6yXnTuMAmioYcggggAACwyrgQyq+8blPxd+/+XfiLS++IF535enx+5c/o344xGuefUq84Zqz409feVV2kIsPq4ghX8N7gw/5eP9bfzd73/9XOODntc85Jd70gvPir1730vjypz9UebDH8L5J89Pa7b16Jk2O+XstzX53Kb7phvX9cf9dzYeNFPtHY32k7b//lS/EB975unjb9ZfGH1x5RtPPkH+enHvHy5+TjfHYXWXsw3n8Xv7Zbv1Zcc4/R7vyfXbVvPkcBBBAAAEEtibwrGOmxGmHTSoN2dQ1KR5ZcE30T2kcPJPWcTzYdUn19aDBHDqT7qkaKzWeJSn7nU2qzsWWS9KWWl5IjbZUXv/yKB88IzXGOUcggAACO0+AJyOAAAIIIIAAAggggAACCCCAQOcLMEMEEEAAAQQQQAABBBBAAAEEEOh8AWaIAALtJMDhM+303eBdEEAAAQQQQAABBEa9gFTegCPlG2+Km3AkZZt9PGFJLrK2lNfTpiFJWT61XW4tvMlIUrZBqXXcmr2ujnVznhFVlw+g2W/RhKqu7c9xJwIIIIAAAgiMCYGDjzslps+aW5rrE48ujx996yulPAkEEEAAAQQQ6DABplMSeNaxU+LUwyaX8j54ZsVuz4/+yUuz9R5J2RqOlK//tK7ruN26vlPVlhQeKyl7Xhoj5c+VGmXULilv16rZH0lZ6S9So97alsrrXh5TXPNym0AAAQQQQAABBBBAAAEEEOhAAaaEAAIIIIAAAggggAACCCCAAAKdL8AMEUAAAQQQQAABBMa0AIfPjOlvP5NHAIGxJMBcEUAAAQR2noA32BSfLpU34kj5xp001qWkbKOR75XkImtLed0bhSTVc6mdSklNG4q8ych9LqXmPilvr9nzquifc3JUXS8+d1rszwE0VTTkEEAAAQQQQGArAov3Pyx6JjVvrvbvOr+879549OGHtnInXTtDgGcigAACCCCAwMgKnOeDZw5t/t3Ib7S5e0o8Mv+aWDdpcbbW4zWcYkhqWucp9m2tLmnAg2fSfVJ5fSlql5Tna9Xsj6SsTF+kRlsqr3d5nH/vkxrjnCMQQAABBBBAYOcL8AkIIIAAAggggAACCCCAAAIIIND5AswQAQQQQAABBBBAAAEEEEAAAQQ6X6CdZsjhM+303eBdEEAAAQQQQAABBEalgFTeYCOVN+RIjXHe/JM250h5XmqUUnNdUn1jkqT6ZiSpuS7lbR9A489IUWyv3vPKWDfnGVF1vcgH0OzRU9VFDgEEhi7AHQgggEDHC/jQmUX7HJD9nlKc7Lo1q+Lu7/1vMUUdAQQQQAABBBDoeIHzju2NZ1YcPLOpe0osX3BNrJ+yNPu9ScrXeaRG6bUbSfU1n7Sms62y9b6oXZKy50iN50ftkvJ2rVp/D9cdklzUQ2q0pfI6VxooNcal3BgsmTICCCCAAAIIIIAAAggggAACCHS+ADNEAAEEEEAAAQQQQAABBBBAAIHOF2CGCCCAAAIIjGkBDp8Z099+Jo8AAggggMBYEmCuCOx8AR8mU/wUqbwxR8o35HislNclZRt+fK8kF1lbUlZ6k5GU1yXVNw8575DynOutITX3SXl7zZ5XxdrZAxxAc87U2H/PCcGFAAIIIIAAAghsS+CIU86JGXPml4ateOjn8f2vfKGUJ4EAAgjsfAE+AQEEEBgZgfOP88Ezk0ofvnlcXyyff02snbhXts4jqWltR1K0HiDTur5T1ZbU9ByPkfJcqkv5elLUrpSrVevv4bpDkot6SI22VF7f8kCvbbkkEEAAAQQQQAABBBAYGQE+FQEEEEAAAQQQQAABBBBAAAEEOl+AGSKAAAIIIIAAAggggAACCOxKAQ6f2ZXafFZDgBoCCCCAAAIIINCBAlJjY06anlTeoCM1xkl5XVK28cf3SXKRtaXmuqR6XlK2yShtHnLZGt685JyUj01t59budVWsnXNyVF0vOntaHLAHB9BU2ZBDAAEEEBiCAEM7XuDgY0+OnonNm6w3b9wY99/9g46fOxNEAAEEEEAAAQSSwAXHTYlTDmn+nch9m7p741dzr4z+yYuzNRxJWel1GYek7Tp4xvd6jUdS9jxJ4UtStm5UrEsqjYnCJanQivr9Ubuk8rpWLR0+eEZqvs95AgEExrAAU0cAAQQQQAABBBBAAAEEEEAAgc4XYIYIIIAAAggggAACCCCAAAIIIND5AswQAQTGtACHz4zpbz+TRwABBBBAAAEEENgZAt6AU3yuVN6oI+UbdDxWyuuS6ht8JGWPkJTlpObSm4wckrINRMW6lI91LoU3JEnlsWv3vDLWzTklqq4XnjMtDtiTA2iqbMghgAACCCCAQMQ5V94Qe+1/SIniNyseie99+XOlPAkEEEAAAQQQ2DUCfMquFbjg+Clx8iGTSx+6qbsvHpl/TayfvLi+tuN1Gilft5G0XQfPSMrWgqS89DOLIeV5SeFLUvb5xbokN+v5rFH7IuX5WjXrK65bOeeoyjlPIIAAAggggAACCCCAAAII7FoBPg0BBBBAAAEEEEAAAQQQQAABBDpfgBkigAACCCCAAAIIILArBTh8Zldq81kIIIBAQ4AaAggggEAHC0j5YTPFKUp5TmrexOMx3rTj0iEp29yT6qmU8rw3E0l5XVJps5GU5zyuNXwATcoV62v2fF6sm/vMqLpeePa0OHDPnqoucggggAACCCDQ4QLTZs2NnknljdTOP+e3XxcnX/jcGDe++aC6pzdvjp/+6Lux/BcPdLjOoKfHQAQQQAABBBDoYJIQNZYAABAASURBVIELj++Nkw8u/760sbsvlu/mg2f2ytZuvB4j5es5qe61GUn1fue3FZKaDqyR8mdKyp4jNUqpuS4pipc0cFsqr2P5Xq9hSc33OU8ggAACCCCAQECAAAIIIIAAAggggAACCCCAAAKdL8AMEUAAAQQQQAABBBBAAAEEEECg8wXG9Aw5fGZMf/uZPAIIIIAAAggggMDOEpDKG3Gk8sYdqTFOyuuSBjyAxu8r5f1SXnpjkqRsk1GxLjX6nU8hlceu2eOKWDun+gCaF5w9NQ7ciwNogqsDBJgCAggggMBQBPY57Oh43fs+GW/8p/+K33n3B+Lmd/1z/P57P1aLj8ZRp55bOnjGz3780eXx3S991lUCAQQQQAABBBDoaIGLju+NZxw8qTTHjd1TY8WCa6J/4p7Z+o7UvD4jKTtAJq3TDLWUlK0BSflzpbwdtUvKc7Vq/bNdd0jNfc6lkJSq2X1Vh8xU5eo3tV2FF0IAAQQQQAABBBBAAAEEEEAAgc4XYIYIIIAAAggggAACCCCAAAIIIND5AswQAQQQQAABBHalAIfP7EptPgsBBBBAAAEEGgLUEBgjAt6YU5yqNPABNMWxkrLNPr5XkousLSkrvTFJyutSo3TeISnbiOR6a3R3d9f7XJfysWv3vCLWzR3gAJqzpsZBizmAJrgQQAABBBAYQwL9a9fE5qc3x+S+aTF/jyWxYK+lMWvebjFu3PhKhY0b1scPvvrf8eC9P67sJ4kAAmNUgGkjgAACHShw0Qm9cVLFwTObxk2LFbtdE+sm7pGt30jNazaStvvgGUn19ZzWtZ6oXc5J+eelei1dfw/XHZJc1ENqtKXyupUHes1KaoxzjkAAAQQQQAABBBBAoEmABgIIIIAAAggggAACCCCAAAIIdL4AM0QAAQQQQAABBBBAAAEEEOhoga6Onh2TG7QAAxFAAAEEEEAAAQR2joBU3pgjlTfySPk4SdmmoPQ2Ut6WlKUk1fulvC4p23wk5W1vMCqGlPcXc8W6D6BJ7TV7XBFr51QfQPP8M6fGwXtNCC4EEEAAgdErwJsjMBSBlY//Jjb0rxvULd6Q/MBdd8SXPnXLoMYzCAEEEEAAAQQQGK0CF5/YGycdNKn0+hvHTYvlC66J/ol71Ndp0nqLS0lNB89Iysa5bygh5es/Ul5G7ZLyutQoa+n6GpLrDkkusrykrMwStS9Seb2qlg7/nifJVQIBBEaRAK+KAAIIIIAAAggggAACCCCAAAKdL8AMEUAAAQQQQAABBBBAAAEEEECg8wWYIQIIILArBTh8Zldq81kIIIAAAggggAACY1bAG3WKk5dU2rwj5Zt8PE5StgFIkptZSHldUr1PatS9UUnK28W6D5eRGnn3bS3W7nlFrJt7WvaZrV+uPWtaHLyYA2haXWgjgAACCCDQiQIP3H1HrFu7eptT8+85v/jp3fHv7//z6F+7ZpvjGYAAAggggMAYE2C6HSTgg2dOPLDq4Jnp8cj8q6N/4qLSmo3XYCQ1HTQjNbc9ZqCQGmOlfH1HynNSXvpeqdEXtUsqt2vp7I9/f8sqW75I+ZqUpC2ZvPA4qTmX9/AVAQQQQAABBBBAAAEEEECgRYAmAggggAACCCCAAAIIIIAAAgh0vgAzRAABBBBAAAEEEECgowU4fKajv71MDgEEBi/ASAQQQAABBHaugJRv4il+ipTnpMYmHinPtW7ukVTfvORnSI221KgXNxu57pDUtMHJuW3Fmj2eE2sHOoDmTB9A0xNcCCCAAAIIIND5AqueeHyrk9y0aVP83w++FR/4kz+I5b94YKtj26OTt0AAAQQQQAABBLZP4JITe6Pq4JkN3dPj4XlXxoZJe2RrN61rLpLCBwOnvKQhrdP4Xqm89hO1S2rkpeZ6rbv+R1JWl5pLJ6V8LUrK+5xztK5NOUcggAACCCAwegR4UwQQQAABBBBAAAEEEEAAAQQQ6HwBZogAAggggAACCCCAAAIIIIAAAp0vwAx3pQCHz+xKbT4LAQQQQAABBBBAYEwLSM2beIwhlTf4SI1xkrKNS5I8PAspr0uq90mNujczSXk71V06pEbe7a3FWh9AM+e07DNbv1x75tQ4ZAkH0LS60B6iAMMRQACBERD43L/8fbz2uafGqy87qSneet0lcd+dt4/AG+Uf2a7v9ZMffid+cf//xbrVq8IbkP22mzdvijUrn4x77/h2fOhdb4j3v/V348nHVrhrVEa72o9KTF4aAQQQQACBDhW45KTeOOHASaXZbRg3PZbPvyo2Tt4zW6PxOouk+uEyUqPe2uf21kLK75XKazlS3uf7pbxfysuoXVJzvZaq/5HUVPfveFIj586qnPPbHdyIAAIIIIAAAggggAACCCCAAAKdL8AMEUAAAQQQQAABBBBAAAEEEECg8wWYIQIIIIAAAgh0tACHz3T0t5fJIYAAAgggMHgBRiKAwK4T8Aae4qdJ1QfQtI7zPZKyzUyS3KzXJTXVi5uPUt1ld3d3fQOU29uKtXs+J9bOrT6A5pozOIAm+ybwBQEEEEAAgQ4W+OInbok//70XxxuuPSd+//JnZAf2vObZp8QbX3Be/P2bfyd+9K3bOnj2TA2BzhRgVggggAACQxO49Bl9ccIB5YNnNo6fGcvnXx0bJu+Rrcl4jUVqrM+4nULSkNZjfJ/XcKTy86J2SY281KjXupr+SGpqFxtSeT3K/V6Pkga+z2MIBBBAAAEEEEAAgfYX4A0RQAABBBBAAAEEEEAAAQQQQKDzBZghAggggAACCCCAAAIIIIAAAsMp0DWcD+NZwybAgxBAAAEEEEAAAQQ6WEAqb+CRyht+pEZOUraRKbFIyjYtRe2S8j6pufRGJUnZuFSXFN685PZgY+0ePoDm9Ki6fADNoUt6qrrIIYAAAghsW4ARCCCAAAIIIIAAAggg0MYCl53UF8fvP7H0hhvHz4pH5l0VGyYtytZrvMYi5esyrjsk1ddk3B5KSPmzpPwZXsuJLZek7LlSY4ykSJeU16W8dF5S9p6uO6TGmpPbKTh4JklQIjDsAjwQAQQQQAABBBBAAAEEEEAAAQQ6X4AZIoAAAggggAACCCCAAAIIIIBA5wswQwQQQKCjBTh8pqO/vUwOAQQQQAABBBBAYPACu36kN/QUP1Uqb/yR8pzHSc0bhXy/JHdlG4gklUpvbPIASZUbk9yfwhuZUr21XLvHs2PtvDOi6rr6jKlx2NLyRqyqseQQQAABBBBAAAEEEEAAAQQQGFkBPh2BwQlc9oy+OO6A8nrHxgmz45H5PnhmYdM6THEtRVK2DlPMDbUu5c+QFL6K90uqf7b7HFKeS3WXVSHla02SmrqL60xNHTQQQAABBBBAAAEEEEAAgVEpwEsjgAACCCCAAAIIIIAAAggggEDnCzBDBBBAAAEEEEAAAQQQGE4BDp8ZTk2ehQACwyfAkxBAAAEEEBgDAlK+2ac4VSnPSY0NQFKe8zhJ2eaiYt2bj4ptKR/jvKStbnaSGv1So+57W2Ptostj3bwzo+q66vS+OHxZeUNW1VhyCCCAAAIIIIBAXYAKAggggAACCCDQhgKXn9wbx+1fXufYMH5WLJ93Zazv2S1bn0lrJ9Lg1mKKB/+67kjPcCk1nuO2Q1K2tiPlfVJexpZL0pZaZO8k5W2puYzaJeVrTFLeV0tlfzh4JmPgCwIIIIDAzhTg2QgggAACCCCAAAIIIIAAAggg0PkCzBABBBBAAAEEEEAAAQQQQAABBDpfgBl2tACHz3T0t5fJIYAAAggggAACCLS7gNS82cfvK5U3Akl5LvVLyjYUuV3cICTleUnuysZIykonpLzuzUspJGWbmNyWGnW3W2PtHpfH2gEOoLnyNB9A0xNco1eAN0cAAQQQQAABBBBAAAEEEEBgrAtcfkpfHLvfpBLDhvGzY/n8q2L9xN2b1lEk1dut6yjFtg+akRpjpeY1Ginvkxr5qF1+hpTnpEbZmq8NLf2RVM9J+dqSpKgna5XiulKtyR8EEEAAAQQQQAABBBBAAAEEEOgQAaaBAAIIIIAAAggggAACCCCAAAKdL8AMEUAAAQQQQACB4RTg8Jnh1ORZCCCAAAIIDJ8AT0IAgTEm4I0+xSl7I5BzLlPedefcbq277Uh9rrdG66Ykt1Oksd4IlXJVpcetXXRZrJl7hj+qFFeeNjWO2JsDaEowJBBAAAEEEEAAAQQQqBYgiwACCCDQRgLPPrkvjt13YumN1m85eGbDxN2zA369ZuI1EpfFqMq53+stxT63nU+R+lLpvF/CpXPFcN5tlyncdqR2a+k+rym5LPZV5Yr91BFAAAEEEEAAAQSGTYAHIYAAAggggAACCCCAAAIIIIBA5wswQwQQQAABBBBAAAEEEEAAAQRGtQCHzwzq28cgBBBAAAEEEEAAAQR2rkDr5h9/mnOtm4BSzv1pA5Lrzqdobae8y3RPsXTd0brxybmBYt0el8e6+Wf5o0rxvFOnxhHLyhu1SgNJIIAAAm0nwAshgAACCCCAAAIIIIDAWBV4zil9ccx+5fWM/nGzY8WCq2PDxN2aDp7xOovDaycuHa63htdbUp/r7k/tYr2Y8/cg9TlfDOfd73DeZTGcczjn0tG6vuS+qpzzBAJjQ4BZIoAAAggggAACCCCAAAIIIIBA5wswQwQQQAABBBBAAAEEEEAAAQQQ6HwBZogAAgggMJwCHD4znJo8CwEEEEAAAQQQQGD4BMbok7zxpzj1qg1CKedxrjvSfa47in1uF8OblFrbKedysLFm4aWxdt4AB9Cc1hdH7F3esOX3IhBAAAEEEEAAAQQQQAABBBCoC1BBoA0EnvPMvjh63/I6xvrxc/KDZ3oWZAfPpPWUra2d+ICZFB7ne1w6l+puO1I7lc6Zw6VzxXDebZcO11O4PVB4zcjjiv1VuWI/dQQQQAABBBBAAAEEEEBg2AV4IAIIIIAAAggggAACCCCAAAIIdL4AM0QAAQQQQAABBBBAAIFRLcDhM6P628fLI7DrBPgkBBBAAAEEENg1Aq2bgfypzrVuCkq51O92sV5sFzcsue5wv0uH645UL5auby3WLro01s4/2x9diued2hdH7lPeuFUaSAIBBBBAAAEE2kaAF0EAAQQQQAABBMaawHOfOTWOrli/yA+euSo2TswPnknrI15Dcbjt0uG6Ix0w45zDuRTbanuc7V06PN7hnKO1XtVuzbWuJ/k5VTnnCQQQQACBsSXAbBFAAAEEEEAAAQQQQAABBBBAoPMFmCECCCCAAAIIIIAAAggggAACCHS+ADNEYDgFOHxmODV5FgIIIIAAAggggAACwyTgjUDFR3nzkHMuU95159x23dHadp/DfQ7XHWkTU6qndiq9Wcr1wcTahZfEmnnVB9Bc8cw+DqAx8vYFdyGAAAIIIIAAAggggAACCCCAwE4U8LrFUfv0lD5h/YS5sWLB1bGhJz94xmsqXiNJpeutMdBaSlU+PcelpPCz/BIunXOvFBnlAAAQAElEQVTdpcM5h+sp77IYaT3IOY9zOOfSuRRVudRHiQACCCCAAAIIIIAAAggggAACO1WAhyOAAAIIIIAAAggggAACCCCAQOcLMEMEEEAAAQQQQGBUC3D4zKj+9vHyCCCAAAK7ToBPQgABBHatgDcHeUNQ8VNTzmXKu57Gue4o9nlzktvOV4X7nXdZjJRLZbGvqr5u0SWxdv7AB9BUbeTyexEIIIAAAggggAACCLSXAG+DAAIIIDBWBK44tfrA3PUT5sWK+T54Zn54XcThtRC7uHQ453Dd4QNm3Ha47XDOUcw539p2Lj3bfcVw3m2XDtdTpHaxdN3htSKPcz1FVS71USKAAAIIIIAAAmNPgBkjgAACCCCAAAIIIIAAAggggEDnCzBDBBBAAAEEEEAAAQQQQAABBBAYisDoPHxmKDNkLAIIIIAAAggggAACo1SgdZOQp+Fc62ahlEv9bqd6a+k+R8p7g5PbjlR36XCuapOUc+5P4bZj7cJLYs286gNonvvMqXH0PhP9sQQCCCAweAFGIoAAAggggAACCCCAAAI7QeB5p/XFkXuX1yk29MyPFQt88My8+sEzXvPwGklaB2ktq/pTLt3XWvoZrTm3U6Qpe1yqt/YV866n/tZ1I/dV5ZwnEGgbAV4EAQQQQAABBBBAAAEEEEAAAQQ6X4AZIoAAAggggAACCCCAAAIIIIBA5wswQwQQQACBUS3A4TOj+tvHyyOAAAIIIIAAArtOgE8aOQFvECp+ujcTOecy5V13zm3XXRbbKeeyGB5XbHtTk9suU3jDVKq7dH8x57bzjnWLLok188/xY0vxnGf2xdH7ljd2lQaSQAABBBBAAAEEEEAAAQQQGDEBPhiBThe48tSpccSy8vrE+gnz45F5V8WGCXPrB894rcMeLlvDayMOr4u4LIZzabzr7nPpnEuH636261WR+otjXN9aeC3IzyqOqcoV+6kjgAACCCCAAAIIIIDA2BRg1ggggAACCCCAAAIIIIAAAggg0PkCzBABBBBAAAEEEEAAAQQQGIoAh88MRYuxCLSPAG+CAAIIIIAAAmNIoHXTkKfuXOvmoZRzvzcoue26yxSpnfqddz1FartM0drntvu8ccr11li38OJYO/9cf1QpnnNKXxyzX3mDV2kgCQQQQAABBBCwAIEAAggggAACCCAwjAJXnTY1Dt+7p/TE/vHzYvn8K2Njz9z6wTNe9/D6R1r3cD1FMedxbqc+l247XHe/S7dTuO1obacXc1+xXtVOOZeO1nUi31+Vc55AAAEEEGg7AV4IAQQQQAABBBBAAAEEEEAAAQQ6X4AZIoAAAggggAACCCCAAAIIIIBA5wswQwRGtQCHz4zqbx8vjwACCCCAAAIIIDCWBLxhqDjfqo1FKedxrjvSfa473Odw3eG6w/UUrZufnG/dLJVyHlusu7124UWxZoADaJ59cl8cs+9oPIDGSgQCCCCAAAIIIIAAAggggAACCIxGgatO74vDllUcPDNhfqxYcHVs7Jm35eAZhdc2ona5bA2vjziKayGut45zLo1zn9uOYt3t2sfUP9ft1F/Mu54irfO47fEunUt1tx1VOecJBBBAAAEEEEAAAQQQQAABBBCwAIEAAggggAACCCCAAAIIIIAAAp0vwAwRQAABBBBAAAEEhiLA4TND0WIsAggggED7CPAmCCCAwBgU8CYibxwqTj3lXKa862mc6w73uUxRbKdNTe5rrbudwv3eNJXaLp1z6XC92L8uO4DmWf6oUjz7lL44Zr9JpTwJBBBAAAEEEEAAAQSaBGgggAACCCAwDAJXnz41DltaPgh33fh08Mzc+gEwaY3DZWukdY/iGojrrePc9tjWPrcd7neZIk3R7WK9ql3MeazXgAaT81gCAQQQQAABBBBoWwFeDAEEEEAAAQQQQAABBBBAAAEEOl+AGSKAAAIIIIAAAggggAACCCCAQFsLDMvhM209Q14OAQQQQAABBBBAAIEOEmjdTOSpOde60SjlUn9qu0yR+oql68UNUKnu0pHudb0q3O/NValv3cILY/X8c/3YUjz75N44lgNoSi4kEGhnAd4NAQQQQAABBBBAAAEEEBhtAtecMTUOXdpTeu31PbvFigVXx8YJc5oOnklrGqn0Wofrab3D7WLdfVXhcSnvusNtl8Xwi7md+lLbOderwn2O1vUgj63KOU8gMBQBxiKAAAIIIIAAAggggAACCCCAQOcLMEMEEEAAAQQQQAABBBBAAAEEEOh8AWaIAAIIIIDAUAQ4fGYoWoxFAAEEEEAAAQTaR4A3GeMC3khUJKjacJRyHue6y3Sf2w7nXDrSJqdt1b3BKo3xPa3hPo9J+f6FF8XaBef5o0px+cm9cdz+E0t5EggggAACCCCAAAIIIIAAApkAXxBAYAcEfPDMIUuqD55ZPv/K2NTTfPCM1zQcaU2jtXRfWvNwvbU/tYt9rjvc57Iq3JemmfqL7VQvll7j8dht5Yr91BFAAAEEEEAAAQQQQKBtBXgxBBBAAAEEEEAAAQQQQAABBBDofAFmiAACCCCAAAIIIIAAAgi0tQCHz7T1t4eXGz0CvCkCCCCAAAIIILBrBVo3F/nTnWvdeJRy7vdGJrddd5kitVtLj3d4nMsUbnujlcuUay1b+9bufkGsGeAAmsue0RfHHcABNPYnEEAAAQTaXYD3QwABBBBAAAEEEBgtAteeOTWqDp7p79ktls+/KjZOKB88U1zf8NqGI62BpLrHuO5yW+FxDo9zWYzk6Fyx3tp2X8q5dLSu/3hMVc55AgEEEEBgewS4BwEEEEAAAQQQQAABBBBAAAEEOl+AGSKAAAIIIIAAAggggAACCCCAQOcLMEMEEBiKAIfPDEWLsQgggAACCCCAAAIItJmANxYVX6lqA1LKeZzrLtN9bjucc5nCbUdqu2zdKJU2Xzk/mFiXHUBzvh9bistO6ovj9x/iATSlp5BAAAEEEEAAAQQQQAABBBBAAIGOE9iOCV175rQ4eHFP6c7+nt1jxYKrY+OE2ZHWOtKahtc5Ut2l2440znXnU9v11nCfw3mXjmLdbYdfzGXqS23nXK8K93k9x+F6cUxVrthPHQEEEEAAAQQQQAABBBBAAIG2F+AFEUAAAQQQQAABBBBAAAEEEECg8wWYIQIIIIAAAggggEBbC3D4TFt/e3g5BBBAYPQI8KYIIIAAAiMj4M1G3mBU/PSUc5nyrqdxVRub3J/C/Y6qtvMp3O+NVy5Trli6r9h2vX/hBbFmtwvSazWVlz6jL044YFJTjgYCCCCAAAIIIIBAewnwNggggAACCLS7wPPPnBoHL55Qes3+iQvzg2fGz8oOnvF6hsPrFS4drhcj5bzG4bqj2J/qzjuq2inv0uEXc+lw3eG6w3WH6w7XU6R1nap8ay7dQ4kAAggggAACCGyvAPchgAACCCCAAAIIIIAAAggggEDnCzBDBBBAAAEEEEAAAQQQQAABBBDofIGhzJDDZ4aixVgEEEAAAQQQQAABBNpQwBuM0gak9Hop57I157bzDt/n0uF8MVLOZTG8kcrtVKYNWG4Xw2PcV8y53r/7+bFmwfnFj6rXLzmplwNo6hpUENimAAMQQAABBBBAAAEEEEAAAQQKAi84a2octLinkMmr/T0LY/m8q2Lj+JnZwTNen9hWeF3DY7y2kepubys81uFxLh1+i2KZ+lI+9bndGsW+Yt3j0rqO60RHCzA5BBBAAAEEEEAAAQQQQAABBBDofAFmiAACCCCAAAIIIIAAAggggAACnS/ADBFAAAEEEGhrAQ6faetvDy+HAAIIIIAAAqNHgDdFYGQFvPnIG46Kb5FyLlPe9TTOdYfbLlN4bKp7M1Rqu17Mp7rLgTZipT7f63DbZf/CC2Lt7hf60aXIDqA5cFIpTwIBBBBAAAEEEEAAAQQQGHkB3gABBNpVwAfPHLhX+eCZdT27x/L5V8amCY2DZ9L6hNcoinW3HSk30HqHxzg8zuG6w3VHse62w24u3ee6w22H645i3W2H121ctvY535rzOAIBBBBAAAEEEEAAAQSGQ4BnIIAAAggggAACCCCAAAIIIIBA5wswQwQQQAABBBBAAAEEEEAAgaIAh88UNah3jgAzQQABBBBAAAEExqBA1YYj51o3I6WciVx3eEyx7ZzDubQpym3XHcV6ag+0Ictj3edxDrcdaxc8K9bsNsABNCf2xgkHTvTHEwgggAACCAwsQA8CCCCAAAIIIIAAAjWBF549LaoPnlkYK+ZfHRvH5wfPeD3CUVyfcL0Y7vc6hsP1Yl+x7j6PSTm3HW4XS9drrxguHa47XHe47kj11rLY57rD6zhpnNsEAggg0PECTBABBBBAAAEEEEAAAQQQQAABBDpfgBkigAACCCCAAAIIIIAAAggggEDnCzBDBBBoawEOn2nrbw8vhwACCCCAAAIIIIDA0AW8Aal4lzcjOecy5V13zm3XXTpcd7juSHVvnEpt51I477pLl9505dLtYjjnvmLO9XW7be0Amr448cBJ/lgCAQQQQAABBBBAAAEEEEAAAQTaRKDdXuOF50yLA/acUHqt/ol7xPL5V8WmCTPDaxCDieL6hesD3ZP6imVr3S/kXCr9rGI71VO/yxTuq1q3cb/z7nedQAABBBBAAAEEEEAAAQQQQGBnCfBcBBBAAAEEEEAAAQQQQAABBBDofAFmiAACCCCAAAIIIIBAUYDDZ4oa1BFAAIHOEWAmCCCAAAJjWMAbkLwRqUiQci5T3vU0Lm2Actv51vA9HuPSfa47XE+R2j5kxjm3HW67dC7V3U6RH0BzkR9diotP7I2TDuIAmhIMCQQQQAABBBBAIBfgKwIIIIAAAmNa4EU+eGaP8sEz63oWZQfPbJ4wM7wekSKtRbid6ql0Lq1buJ7yraX7iuPcdnicy2L4m5Parjuq2s6ncL/XZ9x23WUK51tzqY8SAQQQQAABBDpagMkhgAACCCCAAAIIIIAAAggggEDnCzBDBBBAAAEEEEAAAQQQQAABBBDofIG2niGHz7T1t4eXQwABBBBAAAEEEEBg+wS8Eckbkop3p5zLlHe9dZzbzjuK41xPOZcpipurUt2bsNyf2i4dzrnP9WKs2+3cWL3bhf6IUlx0Qm+cdDAH0JRgSLShAK+EAAIIIIAAAggggAACCCCwqwRedM7U2L/i4Jn+iXvGit2uiU3jp2cHzxTXH1z32oTLYjiX1itSPbWL41LdY1rrzhXDDm57nMvUTvXUdpnCfV6Xcdt1lymcb82lPspdLcDnIYAAAggggAACCCCAAAIIIIBA5wswQwQQQAABBBBAAAEEEEAAAQQQ6HwBZogAAggggAACRQEOnylqUEcAAQQQQACBzhFgJgggkG2w8sakIoU3KTnnMuVdT7m0ISq13dcaHuN7nXc9hdsOt1Ppeoq0act9qZ76XPbv9qxYvdtFfnQpLjq+N57BATQlFxIIIIAAAggggAACCIx5AQAQQGBMJX5q3AAAEABJREFUCrz43Gmx/x49pbmvm7hHLJ9/ZWwaNy1bF/F6g9chXDqKdbcdzqV1imLdfSnvuvtcpnDb4bbLYvjFUtt1R1Xb+WJ4PcZtj3WZwvnWXOqjRAABBBBAAAEEEEBgTAgwSQQQQAABBBBAAAEEEEAAAQQQ6HwBZogAAggggAACCCCAAAIIIDCiAhw+M6L8Y+fDmSkCCCCAAAIIIIDAyAhUbUxyrnXTUsqltyy2XXfepcN1b6xy6bbDbYfrDtdTpLbLtGnL9dRfLPt3OzfW7H6xH12KC4/vjZMPnlzKk0AAAQQQaB8B3gQBBBBAAAEEEEAAgZ0t8JJzp8V+iyaUPmbdxD1j+fyrYtP46ZHWGorrD8V6sb+4VlGse0y6x6X7XKZ8a93tqvCLprzrDrddpii2i3X3t67hOEcggAACIy3A5yOAAAIIIIAAAggggAACCCCAQOcLMEMEEEAAAQQQQAABBBBAAAEEEOh8AWaIAAIIFAU4fKaoQR0BBBBAAAEEEEAAgc4RaJqJNyoVE97I5JzLlHc95Vx3uM+lw3VHqnuzVbHtvHOOVE+lc47WtnOtsW7BObF6t+oDaC44fgoH0BidQAABBBBAAAEEEEAAAQQQQCAXGFNfffDMvhUHz6yduGc8Mu/K2Lzl4BmvPzjSmkOx7pzbDh8ok9ouUzjvfrerymLO9RTpm1FsF+vud9tlCre9HuO26y5TON+aS32UCCCAAAIIIIAAAggggAACY0qAySKAAAIIIIAAAggggAACCCCAQOcLMEMEEEAAAQQQQAABBEZUgMNnRpSfD0cAgbEjwEwRQAABBBAYWQFvVPKGpeJbpJzLlHe9OK7Ydr0Yvidtwirmi3X3FzdspXaxdL01+nc7J1bvfok/ohTZATSHTCrlSSCAAAIIIIAAAiMvwBsggAACCCCAwM4SuO5Z06Py4JmePWPFgqvj6QnTw+sL/nyvTbjuKNaL7eJ6heuO1F+8x3mHcyk8Ln1OyrWWxf7WutsO35PWYVx3LoXzrbnUR4kAAggggAACIy3A5yOAAAIIIIAAAggggAACCCCAQOcLMEMEEEAAAQQQQAABBBBAAAEEEOh8AWZYFODwmaIGdQQQQAABBBBAAAEEOljAG5a8cak4xZRzmfKue5xL54rl1ureeOV+lw7XU7idwrlUL5beyFVs9y84O1btNsABNMf1ximHcgCNvz/EVgToQgABBBBAAAEEEEAAAQQQ6AiB68+bHvssHF+ay9qJe2UHz2weNzU7eKa45uC6o7jWkNpeg0j1qn7niv2pXlU65/DLuXS01t1uDY/z+ovzrrtM4XxrLvVRVgiQQgABBBBAAAEEEEAAAQQQQACBzhdghggggAACCCCAAAIIIIAAAggg0PkCzBABBBBAAAEERlSAw2dGlJ8PRwABBBBAYOwIMFMEEGgPAW9c8gam4tuknMuUd93jXKYotj0u5V16U5ZzxdJ19zla66ntzV6OYtv1FOt3OzvWLLzUjy7F+cf2ximHcABNCYYEAggggAACCCCAAAIjKMBHI4AAAsMtcP1502Lv3csHz6ybtDiWz7syNo9vHDxTXIMorjd4ncF9zjmKdfdVhcc57/l4vKO17ZyjOKa1ntouU/ger7O47brLFM635lIfJQIIIIAAAggggAAC7SLAeyCAAAIIIIAAAggggAACCCCAQOcLMEMEEEAAAQQQQAABBBBAAIGxJcDhM2Pr+51mS4kAAggggAACCCAwhgWqNjA517q5KeUSVbHtuvOpdN0bsNx2mdquO+dwvTVSPm3ocjvV09h188+K1bsPcADNcb3xzEMn++MIBBBAAIGyABkEEEAAAQQQQAABBEa1wA3ZwTMTSnNYO2lxrFhwdTw9YVp4/cDrCQ7XUxTbrfXWtQffk8aksiqX+lym8MsNVE99LlN4rNdg3HbdZQrnW3OpjxIBBBDYigBdCCCAAAIIIIAAAggggAACCCDQ+QLMEAEEEEAAAQQQQAABBBBAAAEEOl+AGSKAAAIjKsDhMyPKz4cjgAACCCCAAAIIjB2B9pupNzQV38qbm5xzmfKup5zrDve5dBTrbjuc8watVLruvKO1XmynjV8e57rD/Y7+BWfF6oWX+ZGlOO/YKXEqB9CUXEgggAACCCCAAAIIIIAAAgiMhACfOVwCN5w/PZbtXnXwzJJYPu+q2NTdW3nwjNcVvJbg0uH1hRSpnfpdOpx36fBYt4vhfLFdVfe8U951h9suU7jtdRa3XXdZjKpcsZ86AggggAACCCCAAAIIIIBAuwjwHggggAACCCCAAAIIIIAAAggg0PkCzBABBBBAAAEEEEAAgbEl0DW2pstsEUAAgS0CFAgggAACCCAQVRuanPMmKJeJyHXnqtrucz6Vrhc3ZLntvmLOdW/kclkMj0t514t9rvfPPzPWLLzcjyzFs3wAzWGTS3kSCCCAAAIIIDDGBZg+AggggAACCIxKgZdeMD2W7Ta+9O7rJi2N5fOviqfH92314BmvI6Q1BtcdXmtIuVR36b5iOFcM9xXbqZ5ezm3XXTpa62473JfWV1x3LkXKpzYlAggggAACCAxRgOEIIIAAAggggAACCCCAAAIIIND5AswQAQQQQAABBBBAAAEEEEAAAQQ6X4AZjqhA14h+Oh+OAAIIIIAAAggggAACIy7QusHJG6Ccc5lezvWUc93hPpeOYt3tFGmDlktHyqfSuRRpA1gqPcZ1Rxqzbv4ZsXqgA2iOmRKnHTbJr0K0qQCvhQACCCCAAAIIIIAAAggggMC2BF56/vRYuqB88MzadPDMuN7SwTNeQ0hrBy7ddqQ1Bdedr4pin+uO4ji3W8NzSLmqunPF8FivqzjnussUzrfmUt9oLXlvBBBAAAEEEEAAAQQQQAABBBDofAFmiAACCCCAAAIIIIAAAggggAACnS/ADBFAAAEEEEBgbAlw+MzY+n4zWwQQQAABBJIAJQIIIFAX8AYnb3SqJ2qVlHNZa2Z/XE/jXHcU2x7knEuHN2q57XDbZTHnuqOYT+2tbQ5bv+DMWLPo2X5kKc49pjdOO2xyKU8CAQQQQAABBBBAAIExKsC0EUAAgVEl8LILpsXS3coHz6yZuCQemfe82DxuSuXBM15HSOsLXltwOOfSedcdbg8UHudI/a5vK4ybxrheFe5vXT9J45x3f2pTIoAAAggggAACCCCwnQLchgACCCCAAAIIIIAAAggggAACnS/ADBFAAAEEEEAAAQQQQAABBBDYqQIcPrNTeQf7cMYhgAACCCCAAAIIIDCyAt7o5A1PxbdIOZcp73pxnNvFPtedc6R666Ytt92fIrVbS28Kc3icyxQe1z//jFg94AE0U+K0wyf74wkEEECgzQR4HQQQQAABBBBAAAEEEBhI4OUXTo8lCyaUutdMWhorFlwdMb5vUAfPpHUErx8U624Xw32pnepee3DO7apIL+c+1106XHcU66md1lFa+5xvzfkeAgEEOkGAOSCAAAIIIIAAAggggAACCCCAQOcLMEMEEEAAAQQQQAABBBBAAAEEEOh8AWaIAAIIjC2BrrE1XWaLAAIIIIAAAggggMAWAYqSgDc8eeNTsSPlXKa86x7nMoX7qurOuc+RNm+5dLjP4bqjWC+2vfGr2Jfq630AzcJn+9GlOPfoKXE6B9CUXEgggAACCCCAAAIIIIAAAmNOgAmPCoGXXzQ9Fs8fH63XmolLY/n8q+LpcVPqB894zcDh9YHWNQPnnXOZ+l13uO2yNZxP4c9P9a2VxXGtdbcdvt/rJ6nushjuL7apI4AAAggggAACCCCAAAII7IAAtyKAAAIIIIAAAggggAACCCCAQOcLMEMEEEAAAQQQQAABBBDYqQIcPrNTeXk4AggMVoBxCCCAAAIIINAeAlUbn5zzZimX6S1dd66q7T7ni6U3drntSH3FnOtpc5jrKTy+tV4ct37BGbF60XP8yFKcc/SUOOOIyaU8CQQQQAABBBAYOQE+GQEEEEAAAQQQaBX4rQunx+J5FQfPTFoWyxdcHVE4eMbrBCm8PuB6Wjcols67v5hLdfe11j025V22Rmy5nHfVpSPVXRbDfWndxPViX8oXc9QRQAABBBDoNAHmgwACCCCAAAIIIIAAAggggAACnS/ADBFAAAEEEEAAAQQQQAABBBBAoPMFmOHYEugaW9NltggggAACCCCAAAIIIDAYgdaNUN4o5ZzLdL/rKee6w30uHcW6247WzV1uO18M5xze+OUo1qvGrZ9/eqxe9Fx/XCnOPmpKnHHklFKeRCbAFwQQQAABBBBAAAEEEEAAAQRGVOC3LpoRe80vHzyzdvI+8esF10SMmxxeF0jrAa47vF7gnOvFSDn3O5/arjuKbdeLkfqLOdcN5NJRVXeuGB7n9RLnXHeZwvnWXOrbiSWPRgABBBBAAAEEEEAAAQQQQACBzhdghggggAACCCCAAAIIIIAAAggg0PkCzBABBBBAAAEEENipAl079ek8HAEEEEAAAQQGKcAwBBBAoL0EvBHKG6KKb5VyLlO+WHfO7XSf6ynnMoXzDrddps1dLovhvtZIm8c8LvW5vn7+abFq0XP8yFKcfeTkOPOIKaU8CQQQQAABBBBAAAEEdr0An4gAAgggkAR+++IZsde8calZL9dM3jsemfe82Nw9sXTwjNcCvA7QWqZccd3Auda2c77X4brD9cGEXzCNS3WXxXB/67pI6nfe/alNiQACCCCAAAIIINDJAswNAQQQQAABBBBAAAEEEEAAAQQ6X4AZIoAAAggggAACCCCAAAIIINBZAhw+U/X9JIcAAggggAACCCCAAALhDVHeGFWkSDmXxbzrKZfK1pzzKby5y1Fsp3qx9JjW8MaxFO7zeJcb5p8ea/a4wh9birOOmhxnHTmllCeBAAJjXIDpI4AAAggggAACCCCAwIgIvOLi6bHn3KqDZ/aJFfOvjhg3OVuX8P/md/h/97v0eoBLtx1uu3SkerHfebcdrhejmHO9NRKM8667dKS6y2K4L62juF7sc741V+ynjgACO1mAxyOAAAIIIIAAAggggAACCCCAQOcLMEMEEEAAAQQQQAABBBBAAAEEEOh8AWaIAAIIILBTBbp26tN5OAIIIIAAAggggAACgxRgWHsKeGOUN0gV3y7lXBbzrjuXwm3H/8/Of//ZUZwJ//f10SinGaGACA5IcsIBZ7ANzhkExl7vem1v8C6IsOF+/unn3jW2sUESvk3St6+qqdPd5/QIIRRmej79mjpVdVV1n673/KIauCr7rW7tYT9jy2WYDDZst3kZy3bWWVr7b/d+J65ucQDND750OPIQmvxuiwIKKKCAAgoooIACCiiggAIK3FqBG31aHjzz4TP7Vqa/cfjj8fuzv4lrawcj9/pTpe3/h2PDWLbbITTDOa2d49nO+kZLvmib29pZZ8l4q9vfT1os461MxdqYtQIKKKCAAgoooIACCiiggAI7ScB3VUABBRRQQOZhGWUAABAASURBVAEFFFBAAQUUUECB+Qu4QgUUUEABBRRQQIHdKeDhM7vz9+6qFVBg9wq4cgUUUEABBd63QCZItQSqdnOLZd1iWQ/nDcdaO+thWU74yn6WnJN1ltYeJo9lLPvDkrGc/+a934krH/pVvs5K+cEXj8SPvnx4JW5AAQUUUEABBRSYmYDLUUABBRRQYFsK/PezJ2L64JlPxCtnfxuxdjByfz9V8m8Aue8flpzX4sN2m5OxbGc9LBnLMoy1doPLfrazztLaWbeSfwfJsawzlu2sW2nx1rdWQAEFFFBAAQVusYCPU0ABBRRQQAEFFFBAAQUUUECB+Qu4QgUUUEABBRRQQAEFFFBAAQUUmL/Atlihh89si1+DL6GAAgoooIACCiigwPYWyOSp5YSpFsu6vX1rZ93K1NgwlsleWdr85TrHsmQ861ay30rGMtks+9l+6+x34uqH/7F9zaj+/hePxI+/fGQUs6PA7RXw6QoooIACCiiggAIKKKCAAv/n2RPxodN7VyCuHvpE/P7sb+La2oHIPf1UyT3/cjz/BtDiw3abl7FsD+s2P18i49crwzmtnfWw5P3t7yXZHo5leyqWcctcBVyXAgoooIACCiiggAIKKKCAAgrMX8AVKqCAAgoooIACCiiggAIKKKDA/AVcoQIKKKCAArtTwMNndufv3VUroIACCiiwewVcuQIK3LRAJky1hKr2kBbLusWW6+FYa2fy13BexoelJYPlvCw5lvVyyXlZ2viw/ea9397yAJrvffFw/MgDaIa/AtsKKKCAAgoooIACCsxLwNUooMC2Evg/Pz8RD04dPHP4E/HKfb+J2Dx4pu3vs26l7fWzn38XyDpLxlu/tbOfJceHdbazZDxhWrvVGc+SY8N62M6xLMNY+ztJi+V4lhbPtkUBBRRQQAEFFFBAAQVuo4CPVkABBRRQQAEFFFBAAQUUUECB+Qu4QgUUUEABBRRQQAEFFFBAgTsi4OEzd4TZL9lKwLgCCiiggAIKKKDAzhLIZKrlBKoWy3p5NS3W6hxv7Uzwav2MZT9Ltofx7Gf8/ZR2TzmA5iO/zsetlO9/8XD8+CtHVuIGFFBAAQVuvYBPVEABBRRQQAEFFNilAkT8/549EQ+e2rsCcPXwJ+OV+34befBM7uOz5N6/1dmeOlQmY1lyPOe2dvazZGxYD9vLY/lSGcs6S2tnnWUYy3aW/LtIjmWd/Wxn3UrGl2NtzFoBBRSYu4DrU0ABBRRQQAEFFFBAAQUUUECB+Qu4QgUUUEABBRRQQAEFFFBAAQUUmL+AK1RAgd0p4OEzu/P37qoVUEABBRRQQAEFdq/AB155JlBlItXwQS2W9TCe7Yy1kv0s2c+6JYBlO0vGhyXHW8l4a1+vzqSzLG3+m2e+FVc+PH0Azfe+cDh+8lUPoEl7iwIKKKCAAgoooIACCiigwKwE7vpicl+eB888cHr14Jk3jnyqHjyzZ3/kvLbPb+2sc2+f8Wy3usWm+i02rIftfM6wJNCwn+1hrLWzzjIcb38XabEcb2Uq1sasFVBAAQUUUEABBRRQQAEFFLjFAj5OAQUUUEABBRRQQAEFFFBAAQXmL+AKFVBAAQUUUEABBRS4IwIePnNHmP0SBRRQYCsB4woooIACCuxMgUykaolWbQUtlnWLLdfDsdYe1tluiWHZzvuzztLiWbeS8SzZb3W2s2RCWou9de/WB9B89/N5AM3R/CqLAgoooIACCihwmwR8rAIKKKCAArtLYI2I//PsRjxwaurgmYc3D57Z954Hz+T+vpXc57d21sv99jeAVuec1s66lRZv/fzNZLvVw3bGWsm/g+RY1hnLdtattHjrWyuggAIKKKDAbhRwzQoooIACCiiggAIKKKCAAgooMH8BV6iAAgoooIACCiiggAIKKKCAAvMX2J0r9PCZ3fl7d9UKKKCAAgoooIACCnxggUyyWk6sarGsl78gY8OS49nPOhO/sm4l+znWSusP62wvl+H8HGuJaBnPA2iufuS37StG9Xc/fyh++tUjo5idGQu4NAUUUEABBRRQQAEFFFBAgdsmsNb918f//vmJyYNnrh55OH5/9jdxjb1bHjyzZ8+eaCX38619vbrNa3XOzfZUyYW3eGu3OuOtnfWw5Fj7O0i2h2PZnopl3HIXBfxqBRRQQAEFFFBAAQUUUEABBRSYv4ArVEABBRRQQAEFFFBAAQUUUECB+Qu4QgUUUEABBRS4IwJ77si3+CUKKKCAAgoooMAWAoYVUGBnC2RiVUu8aitpsaxb7Hp1m5eJYTlv2M92lozneLZb3drZz5IHzWTJ9lblzTNPxJUtDqD5zucPewBNQlsUUEABBRRQQAEFFLgNAj5SAQV2h8DetYj/8/MTcf/JvSsLvnL4U/H7e38dsWfv6OCZnJj7+Nzn574+S+tn/V4l71uek7EsGc86y7Cd/fzeYT1s59iw5Fj7+0e2h2MtPozZVkABBRRQQAEFFFBgtwq4bgUUUEABBRRQQAEFFFBAAQUUmL+AK1RAAQUUUEABBRRQQAEFFJingIfPzPP3erOr8j4FFFBAAQUUUEABBd63QCZdLSdatVjWyw9ssVbneGtnIljrZyz7WWdZjrexrLPknKyzZLuV7GfiWuu/deaJeOOj/5SPWyl5AM2Tjx5ZiRtQQAEFZibgchRQQAEFFFBAAQUUuOUC+9aI//rZibjvnr0rz7565OF45b7fBmv7RgfPANH27Ll/zwKM5mRsqwL1/uE4EK0P/bOiu6D2u2b5jlYD2VzESmfzA4j2dw+o8zaHShzGsTZmrYACCmwDAV9BAQUUUEABBRRQQAEFFFBAAQXmL+AKFVBAAQUUUEABBRRQQAEFFFBg/gKuUAEFFLgjAh4+c0eY/RIFFFBAAQUUUEABBbYSmEcc+kSstiKoMVhNwoIaAxaJXUC5NRPESmPzI/tAmQd9nfEswCKpLPuZtDYsGQNKMlvGgfjb6cfj6hYH0Hz7kcPx1GMeQBNeCiiggAIKKKCAAgoooIACt1Bg3o8qB888uxH3n5w6eObT8fuzvw327C17+z179pR9PDCqMw41lu33KkDZ6wOTz4H6N4R8TnQX1H7XLO8BtQ9kqMRKo/uAPrbVwTPdtNE92bcooIACCiiggAIKKKCAAgrsdgHXr4ACCiiggAIKKKCAAgoooIAC8xdwhQoooIACCiiggAIKzFPAw2fm+Xt1VQoocLMC3qeAAgoooIACNy0A9bCZ4QOgxoCVhCxgOLW0ocaGiWE5kH2gPANqnXFglGAGdSznb1XaATRvnn48rnzkn2Lq+tbnDseTjx6dGjKmgAIKKKCAAnMQcA0KKKCAAgoocMsE9u2N+O9nT8R993SNpadePfqZeOW+PHhmrezp214dGO3nW/xGa6j3R3dB/7cAqG2odT6vm1K+G8hmaZdG9wGrsS4ceeAM1L9pZB/qvGxnyfGsLQoooIACCiiwzQV8PQUUUEABBRRQQAEFFFBAAQUUmL+AK1RAAQUUUEABBRRQQAEFFFBAgfkLuMI7IuDhM3eE2S9RQAEFFFBAAQUUUGB3CECfmNVWDKux4RhQEr+AEoZaDxPEciD7wGJu9rMAKwlrUGM5PlXaATRvnXk8Lm9xAM23HzkUTz3mATRxBy6/QgEFFFBAAQUUUEABBRRQYGcK7N9L/Pez98TZe9ZWFlAOnjn7mwj2lL18258DkW2odbbfTwGi7evbfdD/vQBqO8eiu6D2u2Z5j1YD2VzEsgN9rB0wAzWW463AaqyNWW8t4IgCCiiggAIKKKCAAgoooIACCsxfwBUqoIACCiiggAIKKKCAAgoooMD8BVyhAgoooIACCsxTYM88l+WqFFBAAQUUUOAmBbxNAQUU+MACsHrYDNQYMErq2urLgDKUiWLA4p5hH2q8xYZ1tpcLUJLbWrwlqr195vG4+tF/ianrW587FBcfOzI1ZEwBBRRQQAEFFFBAgZ0s4LsroIACH1jgQDl45kScPbF68MyVI5+J32/zg2fycBlg5NBiWecArI5n3KKAAgoooIACCiigwA4R8DUVUEABBRRQQAEFFFBAAQUUUGD+Aq5QAQUUUEABBRRQQAEFFFBAgVsi4OEzt4Txdj3E5yqggAIKKKCAAgoosDMFoB42M3x7WI21cajJXFDrjENtA+XwGSDD5QAZYBEDSqwdKtNqqHOynwfNZN0K1Hta/G+nvhZXPvrPMXV983OH4+LXPIBmysaYAgrcKgGfo4ACCiiggAIKKKDAzhI4sI/4r59vxL0TB89cPfrZeOW+33Z79bWyd1/eiwPd2J4bLlDnA5H7eOj3+zDdju6COtY1y3u0Gshm+f7SGHxA/7cLqPPacB5IA+NYG7NWQAEFbkzAWQoooIACCiiggAIKKKCAAgooMH8BV6iAAgoooIACCiiggAIKKKCAAvMXcIUKKKDAPAU8fGaev1dXpYACCiiggAIKKHCzAt53ywSgT9hqD4Uag9VkLagxYJQUlvdCjQHZLQliw+Q1oNwDfd3GW50JasM2MHrOW6e/EVc++i8xdX3zs4fj6a8dnRoypoACCiiggAIKKKCAAgoosBMFfOebFji4n/jvn23EvRt7V55x9ejn4vdnf1P26DnY9uFA2YNDrVv8vWoYz4e678/7oB+DPh7dBbXfNRffC30MyKFRgfo3iwzCeNyDZ1LFooACCiiggAIKKKCAAgrsQAFfWQEFFFBAAQUUUEABBRRQQAEF5i/gChVQQAEFFFBAAQUUUOCWCHj4zC1h9CEKKHC7BHyuAgoooIACCuxsAegTt9pKoMaARTLacKy1Ww2UJlDmA4t+NoASz8SzYQFGCWbDsWxPHUbz5qmvxeUtDqB54rOH4hkPoAkvBRRQQAEFboeAz1RAAQUUUECBnSFw6MCe+K+fnYgzJ1YPnrlSDp75ddmjA2VPnvtvqG2odcZutOTePUubD/UZUP8WAOM6ugtqrGuWd8iDY7INZFXerzQGH1D/VpEhqPOynSXvh3Es4xYFFFBAAQUUeP8C3qGAAgoooIACCiiggAIKKKCAAvMXcIUKKKCAAgoooIACCiiggAIKKDB/AVc4TwEPn5nn79VVKaCAAgoooIACCiiwbQSgT+BqLwWrseFYtoFFQhiQodIHSp2BTD6Dvg+1nfEsMO5nbKuSyWxZ3jr1tbjy0X/Nx6+Ux/MAmq8fXYnPLOByFFBAAQUUUEABBRRQQAEFFFgROLQ/D57ZiDMbaytjl498Nl45++ty2AuwqKFvb7UfX47DeC8PtQ+rz4LVMSDygr6Gvp1jwwL93yigzlseH/Zn1HYpCiiggAIKKKCAAgoooIACCigwfwFXqIACCiiggAIKKKCAAgoooIAC8xdwhQoooIACCiigwC0R8PCZW8LoQxRQQAEFFLhdAj5XAQUUmIcA9IlcbUVQY8DiMJnhWGu3GihNoMwHSj+T1IBFDGo748MClOS3YWyqnQfQvHnqsbjy0O8gAmcAAAAQAElEQVRi6nr8M4fiZ9/wAJopG2MKKKCAAgoooIACNyvgfQoooMD2Fjh8gPjvZzfi9PrEwTNHPxd/uO83ZV+eq8i9NrDYg0PfzrEbKbk3z3kwvhdqH+reH/o6ugvoPqN8d2l0H9D//aHrjn6gjmUQyGpRrl27tmjbUEABBRRQQAEFFFDg1gj4FAUUUEABBRRQQAEFFFBAAQUUmL+AK1RAAQUUUEABBRRQQAEFFFBgZwp4+Mz7+b05VwEFFFBAAQUUUEABBW5aAPqErvYQWI0Nx7INLBLYgAyVPlDqDAwT0qDGodbLY9l/r5JJbm+efDQuf/Rf8/Er5RufzgNojq3EDSigwEwEXIYCCiiggAIKKKCAAgosBA4fJP7zZyfi1MTBM1eOPhJ/OPvrctgLMKpz7w01lu0bLbknz7lQ74Xx/h5qH8bjQOQF9W8NwOjvBjk2LFDnZQzIalRgNTaaYEcBBXa+gCtQQAEFFFBAAQUUUEABBRRQQIH5C7hCBRRQQAEFFFBAAQUUUEABBRSYv4ArVEABBRS4JQIePnNLGH2IAgoooIACCiigwO0S8LnzEoA+sautDGoMWCSFDceW20AJAWU+UPrDxLTldusD5Z7sv1fJZLe3Tj0WVx76XXn+8sc3Pn0wfvaNo8th+woooIACCiiggAIKKKCAAjch4C3bU+DIgT3xX8+ciNNTB88c+3y8cvYfyz473z732UA5gGa5nf33U6A+B/oaajufA3V/H90FtQ2r9bVr1xbv101d/ED9W0QGgKwWJe9ZdGwooIACCiiggAIKKKCAAgrcUgEfpoACCiiggAIKKKCAAgoooIAC8xdwhQoooIACCiiggAIKKLAzBTx8Zmf+3nxrBe6WgN+rgAIKKKCAAgp8YAHoE7zaw6DGMsELxklfMO7nPVBjQEkiAzJc2tkAShv6OpPTWgEWyXAtNlW3A2guf3SrA2gOxbMeQBNeCiiggAKzE3BBCiiggAIKKKBAHD24J/7r2RNxavLgmS/EK/f+quytgVE9tb++kRhcfw8PdTy6C2obat2FRj9A6ef3lsbgA+rfIDIEdV62s0z9XSLjFgUUUEABBWYq4LIUUEABBRRQQAEFFFBAAQUUUGD+Aq5QAQUUUEABBRRQQAEFFFBAAQXmL+AKFbglAh4+c0sYfYgCCiiggAIKKKCAAgq8HwHoE73afVATvjLRq8VaDXUMKIfKZBzIqvSBUmcgE8uAReIb9O3lsWE/21uVt049GlfO/XtMXV//9KF49vGjU0O3KOZjFFBAAQUUUEABBRRQQAEFFLizAkcP7Yn//NlGnDy++p8SLx/9fLxy7z+UfXe+Ve6lgdLPdhYY9/Nw14wPyzAGRPaztDnA4plQ29DXsPq3AOhjQCxf0P89AqbHl++5c32/SQEFFFBAAQUUUEABBRRQQAEF5i/gChVQQAEFFFBAAQUUUEABBRRQYP4CrlABBRRQQAEFFNiZAqv/x+jOXIdvrYACCiigwJ0R8FsUUEABBW6ZAPQJX+2h0Cd+Qd/OcRj3hzGgHD4DZLi0s5EJa0Dpt3arocaHiW05NlVyzlsnvxqXH9riAJqHD8XPnziaX2lRQAEFFFBAAQUUmIOAa1BAAQV2scCxw8R/lYNn1lYUrhz7Qvzh7K/KPhsoh8NArdt+Gsb93FPDOJZzocaAcvAM1H06jOs2N7oL6D5j8f3RXVBjXbPE81Bb6GMZzwL93yFgPJ735ByLAgoooIACCiigwC4TcLkKKKCAAgoooIACCiiggAIKKDB/AVeogAIKKKCAAgoooIACCiiggAI3JLCjD5+5oRU6SQEFFFBAAQUUUEABBbatAPSJX+0loSaATSV+QR0DSkJZ3gNkVfpAqTOQyWmthhrPGFCS47KdBWofap2xYYE+/vapr8aVc8/F1PW1Tx2KXzx+bGrImAIKfEABb1dAAQUUUEABBRRQQIE7I3Ds8J74z2dOxD3HVg+euXz0C/HKvf9Q9tRQ99lA6bd9NIz7GYcay0Nosj8sUMeGsWEbxt8DfT+6C+g+6w/Udt5fI/0n9H9/gDqvH43F3xLCSwEF7qqAX66AAgoooIACCiiggAIKKKCAAvMXcIUKKKCAAgoooIACCiiggAIKKDB/AVeogAIKKLAzBTx8Zmf+3nxrBRRQQAEFFFDgbgn4vQrccgHoE8Daw6FPBIO+nePQ96G2oa+BRdJYJpwBi0Q46Ns51grUONR7WzzrTI6DOp79t05+ZcsDaB57+GD84gkPoAkvBRRQQAEFFFBAAQUU2OkCvv8uFDheDp7ZmD545tgX4w9n68EzSZP7Y2Cx357qZ2xYYDy/jQ333VD35dDPhRqL7oLahtU6D7EFulnjH+j/7gDj8bxnPNueAgoooIACCiiggAIKKLCrBFysAgoooIACCiiggAIKKKCAAgrMX8AVKqCAAgoooIACCiiggAI3JODhMzfE5CQFtquA76WAAgoooIACCsxDAPpEsLYiqAlhmQgGtb081vpZQ50DlMNngAyXdjaAkhQHlBjUuiW7ZZ0Jb1lDnZvtLBmHPpYH0Fw+91xMXY996mD83RNHp4aMKaCAAgoocJMC3qaAAgoooIACCtxegeNH9sR/PnNi8uCZ149+Mf5w798v9tK5TwbKHjvbWaDv5x46S8a3KlD35DkP6r1QY3kP1HZsXlD7wGakr6DG8r4+WlvQ/70B6rw6EjH194Y2Zq2AAgoooMDdEfBbFVBAAQUUUEABBRRQQAEFFFBg/gKuUAEFFFBAAQUUUEABBRRQQAEF5i/gChXYmQIePrMzf2++tQIKKKCAAgoooIACsxOAPiGsLQ5qYlgmhLVYq6GOASUBLuNAVqUPlDoDmYAGtd/aWWcBFglzMN3OeYuEuD17yvy3T34lXn9o+gCaRz91KP7umx5AE14KKKCAAgoooIACCiiggALbXmD9yFr81zMn4sSx1f9sePn4l+KPZ/++7INzbwz93jr7WYDFeNs7Qx/LOVOlzc0x6J8L9V6oMej70V3Qx6H+LQHoRsY/UMcyCtPjObZlcUABBRRQQAEFFFBAAQUUUEABBeYv4AoVUEABBRRQQAEFFFBAAQUUUGD+Aq5QAQUUUEABBRRQ4IYEVv8v0hu6zUkKKKCAAgpsDwHfQgEFFFBgXgLQJ4a1lUGfIAZ9O8dh3B/GgHL4DJDh0s4GUJLigBJrSW5ZZ8nktyzZhn5O9ls821neOfWVuHL+Uly7FivXo588FH/3rWMrcQMKKKCAAgoooIAC71/AOxRQQAEFbo/AxpG1+I+frcfG0dX/ZHj52JfiD2d+WfbOUPfHQNlT5544C1y/n3OW99JAZAwoz4L67JybBYh2AeX7sw+1DWS3xPOw2rynBAYf0P99Aer8Npz3tLa1AgoooIACCiigwPYS8G0UUEABBRRQQAEFFFBAAQUUUGD+Aq5QAQUUUEABBRRQQAEFFFBAAQW2p8Dq/0l68+/pnQoooIACCiiggAIKKKDABxaAPkGsPQxqothUghjUMaAknuU9QFalD5Q6A5mQBrU/1V6OZT8LUBLisr1c3rrnS+UAmmB1e/XoJw7GL7/pATThNTcB16OAAgoooIACCiiggAIzEMgDZ/LgmRNH1lZWc/n4l+MP99aDZ3IfDETWWaBvZz9LHiaTdZZhO/vQzwe2PHgG6n4dVuvYvIDSglrn80ug+4Aag/7vClBj3fDiB1Zji0EbCigwFLCtgAIKKKCAAgoooIACCiiggALzF3CFCiiggAIKKKCAAgoooIACCigwfwFXqIACCiigwA0JrGZH3tBtTlJAAQUUUEABBRTYHgK+hQLzFIA+UaytEPrkMOjbOQ59H2ob+hpYHEDT5gMlcQ7qWCasQY1leypZDvrxnNPK2ye/FJfPPRcRxPL11U8ejL//lgfQLLvYV0ABBRRQQAEFFFBAgfcj4FwFbq3AiWN74j+f2YiNyYNnvhJ/OPN3Zc/c9r1ZAyWW+2UgYNzPOW0s28sF2PLgmTYX6nNhuo7uArrPKN8fmxfUvyNArTMMdV62s0wdaJtxiwIKKKCAAgoooIACCiiwfQR8EwUUUEABBRRQQAEFFFBAAQUUmL+AK1RAAQUUUEABBRRQQAEFtqeAh89sz9+Lb7VTBXxvBRRQQAEFFFBAgVsmAH3CWHso1MSxTBiD2l4eyz7UMehroCSmQa3bvExwgxrLdivAIqmuxa5Xv31PHkDzfFwLYvn6yicOxj94AM0yi30FFFBg5wr45goooIACCiigwA4WuOfYWvzn0ydifeLgmdeP58EzvwhgpSzvifOgmSzAYv8Mtb08F9jy4Bnovyu6C8b9LlTeZarOWJb2d4Kssw9kNSqwGhtNsKOAAgoooMCygH0FFFBAAQUUUEABBRRQQAEFFJi/gCtUQAEFFFBAAQUUUEABBRRQQIH5C7hCBRS4IQEPn7khJicpoIACCiiggAIKKKDA3RCA9z6AZvhe0CeSQd/OOUBJVgOyu2gDJUkOWMSWk+SGfajzhrHWfvvkl+LK+UtxLVa3Wl/OA2i+fTy8FFBAAQUUUEABBRRQQAEFFLhbAnnwzH88sxHHj6zuW1879uX445lflD1y7nOB0oZaZywL9H2o7eEhNDlnWIAtD55p84DIC1jszaFv51iWPFwGyOaoQP/3A1gdH022o4ACCiiggAIKKKCAAgoooIAC21bAF1NAAQUUUEABBRRQQAEFFFBAgfkLuEIFFFBAAQUUUECB7Smw+n+Wbs/39K0UUEABBXaGgG+pgAIKKKDALReAPoGsPRxqItlU0hnUsZwLLJLWlvtAhhbjmfAGLPrAIskuk+hyPEu2s2R7qrx9zxfrATSsxfL15Y8fiF99xwNoll3sK6CAAgoooMCOE/CFFVBAAQV2oMDJ42tRDp45vPqfB18/9pX4071/N7knzr0vUPbI2c49cRaosWE7x5fLcBzqvrvNgdqP7soY1D7QRaK8T3QX1H7O6bqjH+j/bgB1XpuQfzdobWsFFFBAAQUUUECB9y3gDQoooIACCiiggAIKKKCAAgooMH8BV6iAAgoooIACCiiggAIKKKCAAvMXuKEVrv7fpTd0m5MUUEABBRRQQAEFFFBAgTsnAH0iWftWqAllU4lkUMdyLtQ29DVQEthgXGcSG9RYtlsBIpPlWr/VwCL5rsWyfvueL5QDaIK9sXx96WMH4h+/fWw5bF+BDyDgrQoooIACCiiggAIKKKDA9QVOHt8T//H0RhyfOnjm+Ffjj/f+ouyTc08LlL0u1Dpjy3tiqGMZh9rOecMCdX8NdRxqP+dAbQOR11QM6liOZ8k5WQ8L9H8vgPH8nAersYxbFNiZAr61AgoooIACCiiggAIKKKCAAgrMX8AVKqCAAgoooIACCiiggAIKKKDA/AVcoQIKKKCAAttTwMNntufvxbdSQAEFFFBAgZ0q4HsroMBtE4A+oax9CfRJZNC3cxz6PtQ29DVQEutyaYgYkQAAEABJREFUbhao/Uxmg9qGWrdYS6oDSiJe9nNsqrx94vNx5fzzcY21WL6++PGD8avveADNsot9BRRQQAEFFFBAAQV2jIAvqsAOEji1vhb/8fQ9cWzy4JlH449nfl72x7m3Bcp+F8Z1jrUCdSz3xFDbbazVQOT4sA+sPDu6K+d0VfkBVmqgvF8Z6D6A7jNKrB1ICzUWm1eLb3atFFBAAQUUUEABBRRQQIGbE/AuBRRQQAEFFFBAAQUUUEABBRSYv4ArVEABBRRQQAEFFFBAAQUUKAIePlMY/JirgOtSQAEFFFBAAQUUmJcAbH0ATSaWwTjZDPo+1Db0NVCS1YACBZR+Jr5B385+FmCUPJex65W3ygE0l+LdWD2A5ksfOxj/6AE04aWAAgrcCgGfoYACCiiggAIKKDAtUA+e2Yhjh1mZ8Pr6Y/Gne/uDZ9r+FlgcErPVATIZhzqv3ddqoOydgcVzoLaHc6DGgLIXByIvmK7bWNv/Z91iWQ8L1GcMY7YVUEABBXa+gCtQQAEFFFBAAQUUUEABBRRQQIH5C7hCBRRQQAEFFFBAAQUUUEABBRSYv4ArVECB7Sng4TPb8/fiWymggAIKKKCAAgoosFMFbvt7wwc/gGb4kkBJcssEuIxD388YkOGSMNf6mWSX7Rspb28eQBN79pXnDD++mAfQfPf4MGRbAQUUUEABBRRQQAEFFFBAgVsicHpjLf7z6Y04emj1Pwe+fvzR+OPpn5XvAcqeN7oLKG2gHCDT9r1Aibf9MFD6bXy5hjp/GIe6vwbKPjw2rzxEBig9qHXpTHy0uVnnMFx/fs6xKKCAAgoooIACCiiggAIKKKDATQt4owIKKKCAAgoooIACCiiggAIKzF/AFSqggAIKKKCAAgooUARW/2/TEvZDAQUUUGAeAq5CAQUUUECBeQrABzuABiiJbtDXKQVktTKWyXLAIrEOahtqnePXK+/c8/m4fO75uMbEATQXDsSvPYAmvBRQQAEFFFDggwh4rwIKKKCAAmOBMxtr8fLTG3Fk6uCZ9cfij2eeXex9cz+bd2fdSjtkJvtA2Q9nDGo74+9VgNF3tPnRXTAe60Jl7nINZGhRoP97AIzH2oE0i8k2FFBAAQUUUECB2Qm4IAUUUEABBRRQQAEFFFBAAQUUmL+AK1RAAQUUUEABBRRQQAEFFFBAgfkLbM8VevjM9vy9+FYKKKCAAgoooIACCijwHgLQJ5y1qVATzzLhDGp7eSz7sDoGlES3TIZrc4CSYJcx6Mdb//0k3r194pG4cv5SXNuzP5avL1w4EL/xAJpllp3b980VUEABBRRQQAEFFFBAgbsocObE3nj5mY04enD1PwO+dvyx+OPpn5X9L7DY8+Y+NwuMY1D7N7L/hX7fDLUN9f7oLuhjXXfxDq2ddZbc0+e7ZHtYoP87ADAcKm1YjZUBPxS4XQI+VwEFFFBAAQUUUEABBRRQQAEF5i/gChVQQAEFFFBAAQUUUEABBRRQYP4CrlABBRRQQAEFisDq/3Vawn4ooIACCiiggALzEHAVCigwbwHoE8/aSqEmm2WyGtT28lj2gZVENyCHSjwbQGnDuM4kuCxASdSDWmfseuXtE5+Ly+eemzyA5vN5AM33joWXAgoooIACCiiggAIKvH8B71BAgSpw74m1+I+LG3HkwOp/Anxt/Wvx6r3PLva5bf8KlL1t9vOQmayzQI1nDGo74+9VoO6hcx707eguqH2odRcq79NqoLxLbF5AaUG//4caKwPdR+7/u8ofBRRQQAEFFFBAAQUU2AUCLlEBBRRQQAEFFFBAAQUUUEABBeYv4AoVUEABBRRQQAEFFFBAAQXujsDq/3l6d97Db90dAq5SAQUUUEABBRRQQIFbLgDjpLP8AqixTECD2s54Fuj7UNvQ10BJfANy+qKdSXNZgBLLdivvJxHvnROPxOsPbXEAzfmD8dvvHy/f64cCCiiwgwV8dQUUUEABBRRQQIG7IJAHz7z89Ik4fJCVb//L8a/Fn04/U/azQDngJfe0cP32jex3gfLc5ee1PvTj0V1Q+12z3Jd1ltzDZ90K1ANnoNYZB7IaFViNjSbYUUABBRS4XQI+VwEFFFBAAQUUUEABBRRQQAEF5i/gChVQQAEFFFBAAQUUUEABBRRQYP4CrlABBRQoAh4+Uxj8UEABBRRQQAEFFFBgrgK7Z11TSWq5+ozDOBEN+j707ZyfBSgJcJkoN+wDJUEPiLxyPAtQ4tm+kfLuPY/ElfOX4tqeA7F8PXLuQPyTB9Ass9hXQAEFFFBAAQUUUEABBRS4jsDZe/ZGOXjmQN2vDqe+tv61ePVMPXgm423fCpS9LNQ6D5rJMej7UNsZnyqwOg6UPXV0V94DdK3+B2ofWMyD2gYWE9t+PusMQj+WfYsCCiiggAIKKKCAAgoooIACu0/AFSuggAIKKKCAAgoooIACCiigwPwFXKECCiiggAIKKKCAAndHwMNn7o6736qAArtVwHUroIACCiigwG0TAKIlpLUvgZqYlnGo7eWx7AMl4Q3GdRtrNdTxTJ7LApREvWy3AquxNjas3974bFw+93y8O3EAzefOHYjfegBNeCmggAIKKLBjBXxxBRRQQAEF7qDAfSfz4Jn1ODx58MzX40+nn1nZuw73p60N/Z43D6IBrnsf9ONQ74Uag76G8Vh0F9B99j9A2ZdnBMiq9HM/nx2osWxnafFsWxRQQAEFFFBAgbsm4BcroIACCiiggAIKKKCAAgoooMD8BVyhAgoooIACCiiggAIKKKCAAgrMX8AVFgEPnykMfiiggAIKKKCAAgoooMAcBODGDqCBmrQGtc61Q9/OfhagJLtlIt6wD5QEPCDyAhb9nLtVyeS9Npbtd058Nq5eeCGurR2K5euRcwfinzyAZpnlpvrepIACCiiggAIKKKCAAgrMVSAPnnnpqfU4tH/1P/m9tv6N+NPppxf7VWClnXvU3J9m3Ur2oc5tseUapseh7pNzPtR2bF5Q+1DrzXDZd7d21nmwDPT7exjPzzmwGsu4ZXcLuHoFFFBAAQUUUEABBRRQQAEFFJi/gCtUQAEFFFBAAQUUUEABBRRQQIH5C7hCBRRQQAEFFLg7Aqv/J+rdeQ+/VQEFFFBAAQV2h4CrVEABBW67APQJau3LoCalLSew5TjUsdYGSuIbkKHSzgb0faDEM5luqsD0OFAS/fIeqO231z8dl889P3kAzefOHYh//sHx8FJAAQUUUEABBRRQYIcJ+LoKKHAHBB44uTdevrgRhw6s/ue+v6x/I/50+mLZg8L196hQx/PQmSxAuS/buX9dLlDHWxzq/dFdQLkXagxqnXOju6D2u2bZV8O43+K5f2/trFtp8da3VkABBRRQQAEFFFBAgbsq4JcroIACCiiggAIKKKCAAgoooMD8BVyhAgoooIACCiiggAIKKKDALhFY/b9Rd8nCXWYKWBRQQAEFFFBAAQUUmKcAsLIwqLFMVIPabpOg78NqGyhJccvJcsBKUl3OaQXqeOu3epjAl+13NvIAmufi3T0HY/n67EMH4p9/uL4ctq+AAgq8DwGnKqCAAgoooIACCsxN4MFT++KlixtxcD8rS/vL+uPx6g0cPJP7UaDsa7Ode1ao/WxPFejHgbJXhr7Oe4AYXlD7UOvclw/HWzvj0B8oC3V+G88aVmMZtyiggAIKpIBFAQUUUEABBRRQQAEFFFBAAQXmL+AKFVBAAQUUUEABBRRQQAEFFFBg/gKuUAEFFLg7Ah4+c3fc/VYFFFBAAQUUUECB3Srguu+oQCauDb8QapJaxqG22zj0faAk0OUYkNWin4l0GQBKDCiJejDu57ytChDDxL5sv7Pxmbhy/lJc23s4lq/PfnR//MsPji+H7SuggAIKKKCAAgoooIACCmxXgdv4Xg+e2hsvXlyPA5MHz3wj/nzm4mK/CkzuWXMfCnUs27l/hb7fYhlvBVjsZVssa+j3w0DkBbXO8daHGgMW75djrcDWB8/kPr7Ns1ZAAQUUUEABBRRQQAEFFFBg2wj4IgoooIACCiiggAIKKKCAAgooMH8BV6iAAgoooIACCiigwC4R8PCZXfKLdpkKKDAtYFQBBRRQQAEF5i0AfeJaWylQmpm4BrVdAt0H9H1gkQwHdKNR+tFd0PeBEs+EulaAktyXfejb2W8F+jjU9rsnPhOXzz0f19ZWD6D5zEMH4l9/6AE04aWAAgoooMBNCHiLAgoooIACcxGoB89sxIF9rCzpL+uPx6un68EzufcEFnvTdpgM1BjUejne+nn/sECdD5Q9MNQ6ugtYfA/08bw/ugtqbLgPB7qRKM+K7oJ+/w51rAtH3pM19LHsWxRQQAEFFFBAgSkBYwoooIACCiiggAIKKKCAAgooMH8BV6iAAgoooIACCiiggAIKKKCAAvMXcIV3R8DDZ+6Ou9+qgAIKKKCAAgoooIACd0gA+gS29pVQk9YyiQ1qG8Z1zoUaG7aBkhy3nEQHlGQ7GNc5D2os29crQLyz/nBcOX8pru09EsvXpz86iwNolpdlXwEFFFBAAQUUUEABBRRQ4AYEPnR6b7z09BYHz2w8Ea+efqrsV6HftwKLvSoQebgMUGLZzj0qUOKtn7EsQJmX7akxqN8DtY7NCyj3RXdBHZvaf3fD5XAZ6PftQIYXBcb9xYCNnSDgOyqggAIKKKCAAgoooIACCiigwPwFXKECCiiggAIKKKCAAgoooIACCsxfwBUqoIACCiigwC4R8PCZXfKLdpkKKKCAAgpMCxhVQAEFdocA9IlsbcVQE9haAlzWy2PZB0ryXmtvVUOdl0l5QEm0g1oPY9l+r/LOxsNx+dzzcW3v0Vi+8gCa3/1ofTlsXwEFFFBAAQUUUECB6wg4pIACO13gw2f2xUsXT8T+vaws5c/rT8Srp54s+9DcbwKLdh4aA5R97XBsGM92jrUCq/OhPhPqGPR13ge1H90FdJ9RvhPqfhxY9KO7gO4zSqztx6HGYvNq8c2ulQIKKKCAAgoooIACCryngBMUUEABBRRQQAEFFFBAAQUUUGD+Aq5QAQUUUEABBRRQQAEFFFBAgdsj4OEzt8f15p7qXQoooIACCiiggAIKKHDbBGCcxJZfBDWWCW1Q2zCu2zwYx4GSJJdJdsM5QEnyg3Gd86DGsr2c3JexVoB4Z/1Tcfncc/Hu3iOxfD38kf3xrz/2AJplF/sK7BgBX1QBBRRQQAEFFFBAgfchkAfPvPjUeuzbu3rTXzaeiD+ffnKxDwVKe7i/hHEs96NQY60N/R53eG+2oc6FvobazvHYvIDy3dFdUJ833G934cVPi2edQSCrUYHV2GiCHQUUUGC7C/h+CiiggAIKKKCAAgoooIACCigwfwFXqIACCiiggAIKKKCAAgoooIAC8xdwhQoooMAuEfDwmV3yi3aZCiiggAIKKKCAAtMCRnefQEtsayuHmsyWcSCyXh7LPlAOm2ntVgMluQ7qOBB5ZQIeUOfZ4msAABAASURBVO6BWrfYsM52JvtlvVze3Xg4rpy/FO+urR5A8+kP74/f/cgDaNLaooACCiiggAIKKKCAAgq8l8BOHf/Imb3x4sU8eIaVJfxl45vx6qknV/adbW8JlLHWzzr3n0DZx2Y7Y1mG7ewDMYxBfVZ0F9Q20PWifEd0F/R9qPtr6GPdlMUP1PEMQJ2T7SzDfXn2LQoooIACCiiggAIKKKCAAgrcqIDzFFBAAQUUUEABBRRQQAEFFFBg/gKuUAEFFFBAAQUUUEABBW6PgIfP3B5Xn6qAAjcn4F0KKKCAAgoooMBtF4BxUlt+IdRYJrhBbWc8C/R9YCWprs0BslnGW6Je1lMFKIl+bQwYJfUN4++ufyquXngh3t17NJavhz+yP/7tx8eXw/YVUEABBRTY7gK+nwIKKKCAAgrcgMBH782DZzZi31rdbw5v+cuJb8Wrp3662FsCozb0/bbHzMNkoMaz3eJZQ40DK/taqDGodc7PEt0FdJ9RvjsbQLl/uL8GcmhRYPrgmbwnJ8F4fsYsCiiggAIKKLAjBXxpBRRQQAEFFFBAAQUUUEABBRSYv4ArVEABBRRQQAEFFFBAAQUUUECB+Qu4wl0i4OEzu+QX7TIVUEABBRRQQAEFFFBgLNCS2loUanJbxqG2YVznXKAk0sFqncl3UOM5N0uLtRooSXlQ64xnAbY8gOad9U/GlfOX4t29x2L5+tSHD8S//Xh9Ofw++k5VQAEFFFBAAQUUUEABBRTYbgIfPbsvXri4EXsnDp7588a34tWTP1nsLYHSzr1lK1D3pq2fh81AnZftFs96qg/1fnjvOp8R3QV17tS+uhsuPzB98EwOAllZbpuAD1ZAAQUUUEABBRRQQAEFFFBAgfkLuEIFFFBAAQUUUEABBRRQQAEFFJi/gCtUQAEFFFBAAQVuj4CHz9weV5+qgAIKKKDAzQl4lwIKKKDAHROAPuGtfSnURLeWKJf18lj2oc6DWmesFaAcTpPJd1kyDpREQJiuc14ry0l/GQfineOfiKsXXohr+47H8vWpD++Pf/+JB9Asu9hXQAEFFFBAAQW2rYAvpoACClxH4KF798WLT27E3j2szHp1/Vvxl9M/LftOoOw1c9+YBSjxbA9L7jOhzs32cCzbUMegr9s8qM+EWuf8GFxA6QHlu3MfDSxi2YC+n+PDWLaztHi2LQoooIACCiiggAIKzEbAhSiggAIKKKCAAgoooIACCiigwPwFXKECCiiggAIKKKCAAgoooIACMxHw8Jnr/CIdUkABBRRQQAEFFFBAgXkLQE2AG64SaiwT36C2YVznfOhj0LenxjI5D4iWvDfsA4tkQaAk6w3nDdvvHP94XDn/fLy791gsX5/80P54zgNollnsK3BDAk5SQAEFFFBAAQUUUGC7CDx0dl+8eHGj2z+uvtFfTnw7Xjvz0zLQ9pVA2VNCrVs869xPZgG6562VkvEsUPef2W4l50Z3ZR/qOPR1xrvhsm8FyvdGd0GdM7WP7oajxVsNZHhUYDU2mmBHAQUUuAUCPkIBBRRQQAEFFFBAAQUUUEABBeYv4AoVUEABBRRQQAEFFFBAAQUUUGD+Aq5QAQUUUOD2COy5PY/1qQoooIACCiiggAIK3JSANylwVwQyAW74xVCT3jIOlES5Ng51LPtQ221eiwElCQ/6GurcTNZrJbor20CZn+0swCIpEMbtt4/lATSX4p2JA2g+4QE04aWAAgoooIACCiiggAI7QsCXnBA4d9/+eOGpjW5/uDr4lxPfiT+f+kkZaPvGrLMA3T17RofC5EEybWzYBsq8HMsC9d7WzrlQ50Bf53h0F/SxrlueBXXfDGSoxEpj8wPq+GZ3VOV+ehSwo4ACCiiggAIKKKCAAgooMCcB16KAAgoooIACCiiggAIKKKCAAvMXcIUKKKCAAgoooIACCigwE4E9M1mHy1BAgdsi4EMVUEABBRRQQIHdIQA1QW64WqixTISD2m7j0PeBRWId0KaUGihjsFpn4l4WoBw0A5RkwYxlAUp8uZ39d45/PK5eeCHe3bcey1ceQPP8T1fjy/PsK6CAAgoo0AvYUkABBRRQQIG7LXD+/n3xwlPHY23iv9z9+cR34tWTPyr7yz179qzsHZdjeYBMxoAYtjPWSou3fnRXtoHyfOj3sRmP7oI+1nXL+0A9WAbIUImVxuYH9ONQ5+RQ7rWzhj6WfYsCCiiggAIK3E4Bn62AAgoooIACCiiggAIKKKCAAvMXcIUKKKCAAgoooIACCiiggAIKKDB/AVeowO0RmPhfWG/PF/lUBRRQQAEFFFBAAQUUUGC7C7Tkt/aeUJPgMg61DeM65wIlwQ4oSXrRXdDHgC4SZU50F1DmZQJfFqAkBAKxZ5BICDU+nJPtLO8c+1hcOX9p8gCajz+4P55/ciO8FFBAAQUUUEABBRRQQAEFtr/A+fv2xQtPrseebg+4/LZ/PvHd+PPJH5U9JFD2lcCin/tDqPFst0NlgLLPzBjUdhtrsayzAIvnAZEXUL6rjUPtAzlcxqA/WCaDUMeynQXqeLaXC4znLo/vir6LVEABBRRQQAEFFFBAAQUUUECB+Qu4QgUUUEABBRRQQAEFFFBAAQUUmL+AK1RAAQUUUEABBWYi4OEzM/lFugwFFFBAgdsj4FMVUEABBXaXAKwmxkFNiGsH0GTdVKCOZR9qO8czOS9jrQAlkS/jQEnSi+4CShyIvDIRECixnLtcgEXyYI69c+xCXL3wQry7b/WgmY8/sC+e/+l6eCmggAIKKKCAAgq8t4AzFFBAgbslcOH+ffHCUxuLfeLwPV4tB8/8sOwRgVLnXjALMNof5n4yy/IYsLgP+nbOywJ9DCjvAbXO8di8oMayC7Wd+18gQ+W+0tj8gH5/DXVODuU9WVsUUEABBRRQQAEFFLgbAn6nAgoooIACCiiggAIKKKCAAgrMX8AVKqCAAgoooIACCiiggAIKKKDAzQnspMNnbm6F3qWAAgoooIACCiiggAIKvA8B6JPi2m1QY5kkB7W9PJZ9YJFwB2So9IFFncl7wwKMEgEzWRDGsa3mZ/zto+fj8rnn4939J2L5+viD++PSkx5As+xif9sL+IIKKKCAAgoooIACCuwKgQsPdHu2cvDM6nL/fOK78dqpHy32klD3lbkPBMo+EmqdsVaAyUNpgHJPm5c11GfCap3j0V3Qj3XdxfsM98dADi0K1INngDJ/MdA1gO7THwUUUKAI+KGAAgoooIACCiiggAIKKKCAAvMXcIUKKKCAAgoooIACCiiggAIKKDB/AVeogAIKKDATAQ+fmckv0mUooIACCiiggAK3R8CnKrB7BTKRbrh6qAlyGYfabuPQ92HrNlAS72C1zsQ+qPE8gCb7w5KxLMNYa797/EJcPvdcvLNvo73Sov7YA/vjhSfXg0XEhgIKKKCAAgoooIACCiiwLGD/Tgtcb6/26onvxl9O/ai8Utv3tRpYOUSm7RWBxcEzwGIe9O18DtQdItQ4ENCXnBPdBX2s6y7mDPfFQA4tCtSDZxaBQSPvG3RtKqCAAgoooIACCiiggAIK3HEBv1ABBRRQQAEFFFBAAQUUUEABBeYv4AoVUEABBRRQQAEFFFBAgZsT8PCZm3PzLgXujoDfqoACCiiggAIKKHDHBGCcQJdfDDWWCXNQ2xnPAn0fKEl5Gc+kPSCbJQaM6hzPApTEQKjjw1hrQ53TEgsz3sq7xy7ElfOX4t39J2L5uvDA/rj01EYE4aWAAgoosBMEfEcFFFBAAQUUmLXAxx7YF5eeXJ9c46snvhd/OfnDMtb2e8Biv9hiyzWwOHgmx9q+ESj3ZmxYhuNAQC05J7oLah/oerEYH+6HoY7F5gX14BmgzN8MR96TbSAriwIKKKCAAgo0AWsFFFBAAQUUUEABBRRQQAEFFJi/gCtUQAEFFFBAAQUUUEABBRRQQIH5C7hCBWYi4OEzM/lFugwFFFBAAQUUUEABBRS4PQItSa49HWqyXMahtmFc51xglGwHtQ99PZyXCX5ASQqEOmeYDJjjrQArSYU599rxC3H53PPxzr6JA2ju3xcvPrUR7CG8FFBAAQUUUEABBRRQQAEF7o7Axx/Mg2c2Jr/81Xu+H385+YMY7v2A0odat7FWQ43nnhBqe3ls2AfKXhVW65wX3QX9WNct87Oe2gdnPAvUg2eyvVyA5dC27PtSCiiggAIKKKCAAgoooIACCigwfwFXqIACCiiggAIKKKCAAgoooIAC8xdwhQoooIACCiiggAI3J+DhMzfn5l0KKKCAAndHwG9VQAEFFFDgjgvAagId1MS5lniXdXsxqGPZh9qGWmcsC1CS9zKxD2ob+noYz3YmEWY9LMDiABqo9+Z4HkBz9cIL8e6Bk7F8nb9vX7zw0/XY081fHrOvgAIKKKCAAgpsIwFfRQEFFJilwCc+tD+e/+n0wTN/vucH8drmwTNAOXAm93hZYNzPWBZgtC8c7h2B0TNy/rBA3UdCrXMsugtqH+h6UfausXnBaiyHoO6bgdH84V4551kUUEABBRRQQAEFFFgSsKuAAgoooIACCiiggAIKKKCAAvMXcIUKKKCAAgoooIACCiiggAIKKLBDBD7A4TM7ZIW+pgIKKKCAAgoooIACCijwAQWAlSdAjWUyHdR2mwR9H2obGCXhQe0D5TZgkRgItQ2Ue6DvZ0JgK8Ai0bDFsn732Lm4fO75eHf/xAE09++LF55ajzV3g+F1owLOU0ABBRRQQAEFFFBAgQ8qkAfPPPeT9cnH5MEzfzn5/TIGlL0hjOs9e/aUeKuBaIfNQN/OcWBlLvT7Sxi32z3Qx6O7oPa7ZtmbDutsZ4H+4JnsDwsw7NpWQIFtL+ALKqCAAgoooIACCiiggAIKKKDA/AVcoQIKKKCAAgoooIACCiiggAIKzF/AFSqggAIKKHBzAqYb3pybdymggAIKKKCAAndHwG9VQIG7KpAHzQxfAGoiXcahtts49H2o7ZyXSX3DOUBJCgRKMh/0/ZwLtZ/tlliY7VaAUcIhUJ53rRxA81y8s/+eWL7O3bcvLj25EWvuCJdp7CuggAIKKKCAAgoosD0EfItZCXzyQ/tjq4NnXr3nB9EOnml7Puj3hy22Z3D4DBAtDn075wBlT5jtLFD70NfQPz/nxOYFNZ5dIKvIfSzUNtS6DHQfUA+e6ZorP3nfStCAAgoooIACCiiggAIKKKDAWMCeAgoooIACCiiggAIKKKCAAgrMX8AVKqCAAgoooIACCiiggAI7RMBUwx3yi/I1t6eAb6WAAgoooIACCiiwuwRgnGiXq4cay8Q6qG0Y120e1Hgm90FtA4tDZ6BvtzlZZ4E61tpZtwIsEg8zBpRkw2vHz8fVCy/EuwdOxfKVB9C88NRGd9/yiH0FFFBAgWUB+woooIACCiigwM0KfOrDB+Lff7I+efur9/wwXjv5/bInbHs5qHu/4eEyOdYK0O3j1sqeD/p2Gx/WwGK7iDTMAAAQAElEQVRexqE+G2qdseguqH2g60V5H+jb0V1Q+12z/EA9eAYo80uw+8i9cVeNYtm3KKCAAgoosBMEfEcFFFBAAQUUUEABBRRQQAEFFJi/gCtUQAEFFFBAAQUUUEABBRRQQIH5C7hCBRS4OYE9N3ebdymggAIKKKCAAgoooIACd0VgW3xpS6ZrLwOUZsahT8DLINSx5XbrAyUpD2o9jGciINQ4sEgabEmIOd4KsEhAzBjU+949+lBcPvd8vDNxAM1DZ/dFHkCzdw/hpYACCiiggAIKKKCAAgoocGsFPvXh/fFvPz4++dA/lYNnvlf2g7mHywIs+kDZA2a8FWCx74O+PRxfbgPlOVCfDbXOedFdUPtA14vy/dFdbX/bNRexbGeBuu/N9nKB+pzl+E30vUUBBRRQQAEFFFBAAQUUUEABBeYv4AoVUEABBRRQQAEFFFBAAQUUUGD+Aq5QAQUUUEABBRRQYIcIePjMDvlF+ZoKKKDA9hTwrRRQQAEFFNidArCaTAc11hL0sm46UMeyD7UNtW4xoCT0ZQIg1DawSBLMeCuwdXzqYJprxx6KK+cvxTv7T8Xy9dC9eQDNeuxdY3nIvgIKKKCAAgoosClgpYACCijwfgUeLgfPrE/e9qcTP4zXT/YHzwBlPwgsDpcZ7v+gjrf9HkzPG96TbWCxp4T6DKix6C7oY123vEPWWYCsRrEMQD14BhiNDffAOc+igAIKKKCAAgoosBMFfGcFFFBAAQUUUEABBRRQQAEFFJi/gCtUQAEFFFBAAQUUUEABBRRQQIH5C9zcCj185ubcvEsBBRRQQAEFFFBAAQUUiOXkOqCoZBxquwS6D+j7UNtQ62548QOUBD7o65Y0CJTEwdZviYfZz3YWYJSsCJR7rh39aDmA5t2DZ2L5+ujZffHiU+uxzwNolmm2Z9+3UkABBRRQQAEFFFBAgW0t8PBH9sfvfrzFwTP3/DBeP1UPnoHxvi/3dkDZw2U7S+7zWsk+sNjzwdb3A+U5UOe0e1sNNQ5EXlDrYRv6WItP7XfbWNYWBRS4hQI+SgEFFFBAAQUUUEABBRRQQAEF5i/gChVQQAEFFFBAAQUUUEABBRRQYP4CrlABBRRQQIEdIuDhMzvkF+VrKqCAAgoooMD2FPCtFFBgdwsAt+wAGqAkBkZ3AeUAmq5ZaqCMQY1nsmAWGMeh72dyYs7JAvW+a8c+GpfPPRfvHDgdy9dH7t0XLzy1Efv3sjxkXwEFFFBAAQUUUECBXS8ggAI3KvDpjx6I3/1o+uCZV0/+OF4/2R880/ZrWQ8LUPaAw1i2gcXBM9nPfV+WbGcByn3Q10DZV0Z35ZyuKj/Qx4ESyw+obah1xrLA6v434xYFFFBAAQUUUEABBRRQYE4CrkUBBRRQQAEFFFBAAQUUUEABBeYv4AoVUEABBRRQQAEFFFBAAQWmBTx8ZtrF6M4U8K0VUEABBRRQQAEFFLjjAjBOyMsXgBq7du3aIskv41mgjg3bMB1riYFAeU72oW+3/jDZMGPZB0pSYrYzlgWIa0c/GlfOX4q3Jw+g2VsOoNm3N7wUUECB7SzguymggAIKKKCAAttSIA+e+dcfHp98tz+d/HG8ds93Fnu7tkcDRgfGZDz3cVDj2W8l462dNfT7Q6jzoa9h3I7ugnoP0PWivE9sXrAayyHo9pKb+1uoczJuUUABBRRQ4DYL+HgFFFBAAQUUUEABBRRQQAEFFJi/gCtUQAEFFFBAAQUUUEABBRRQQIH5C7hCBRTYIQIePrNDflG+pgIKKKCAAgoooIAC21PAt2oCedBMa2cNNSEv41DbGc8CfR9qG/o6kwjbvGwDJSEQWCQlQm238ayXC/Rz2hgQ145+JN648EK8c+BMLF8fPrM3Xrq4Efv3sjxkXwEFFFBAAQUUUEABBRRQYAuBzzx0ILY+eOYn8frmwTNA2d/lHg0oh4YCi71exm+kQL0n50JtQ19DbUd3tTlQvxvoolHeIzYvWI3lEHR7yGvXIiJ7FgUUUEABBRRQQAEFFFBAAQUUmLeAq1NAAQUUUEABBRRQQAEFFFBAgfkLuEIFFFBAAQUUUEABBaYFPHxm2sWoAgoosDMFfGsFFFBAAQUUuGsCUBP1hi8ANfZ+D6DJZ0C9F1gkBEJtDxMHs90KMEpYXFtbK/fmeLazbuXdIx+OK+cvxTsH743l60On98WLT63HgX0sD9lXQAEFFFBAge0g4DsooIACCmwrgc8+tD/+5QfHJ9/pz6efjNdOfKvszYCyZ8t9GTA6eCZjuW8DypxsZ2yqQJ2TY1Db0NdQ29FdUPd1wOIdunBpZ50FyGoUywDUg2eA0VjucXPcooACCiiggAIKKHCbBXy8AgoooIACCiiggAIKKKCAAgrMX8AVKqCAAgoooIACCiiggAIKKKDA/AV2yAo9fGaH/KJ8TQUUUEABBRRQQAEFFNgZAstJeEB58YxDbZdA9wF9H2obat2SCLtpJcmv9YGVfhvL5ESgJCpmLEvGsgZKYmNrZ/3ukQ9tHkBzNpavD53ZFy88teEBNMswE31DCiiggAIKKKCAAgoosHsFPvvQgfjnH6xPAvzp5E/iLxvfHO3Rci+Wk7MGVsaGe7ickwXG+8Dl2Hv1od4PRF5Q62Eb+liLT+1j21jWFgV2m4DrVUABBRRQQAEFFFBAAQUUUECB+Qu4QgUUUEABBRRQQAEFFFBAAQUUmL+AK1RAAQUUUECBaQEPn5l2MaqAAgoooIACO1PAt1ZAAQXuugAQmaA3fBGoSXwZh9pu49D3obahPgMoB81AX+d9UPvLCYbAKHER+nlt7jCRMdvXjnwoLp97Pt45OHEAzem98WIeQLOf8FJAAQUUUEABBRRQYBsJ+CoKbAuBz53Lg2eOT77Ln07+NF478a3Rnm64LwNG+7ccawVYHB7aYlkDK/cA5TtyPAsQeQElPtXOWBYgq8W80uk+oO5Ju+boJ/e0o4AdBRRQQAEFFFBAAQUUUOD2Cvh0BRRQQAEFFFBAAQUUUEABBRSYv4ArVEABBRRQQAEFFFBAAQUU2CYCHj6zTX4R83wNV6WAAgoooIACCiigwO4UgJrAN1w91Fgm60Ftt3Ho+1DbQEkABMo0oPRbMiGs9nMsCzBKSMxDZrK0sWEbiGtHHozL556bPIDmwc0DaA56AE14KaDAVgLGFVBAAQUUUECB3SeQB8/80/e3OHjm1JPx+j3fGu3Lcj+WSlkDK2MZzwIsDp6Bft+XY60A5X7oa6hzo7ugtqGvu3DZU2adBchqFMsAdHvEa9dKHOqcjGeBcT9jFgUUUECB3STgWhVQQAEFFFBAAQUUUEABBRRQYP4CrlABBRRQQAEFFFBAAQUUUEABBeYv4AoVUECBaQEPn5l2MaqAAgoooIACCiigwM4U8K23lUAeNDN8IaiJehmH2m7j0Pdh3IbVPrBIBswERKj9bGeBvg+UxMThoTOtnXOzXDvyobhy/lK8c+i+WL4ePLU3XnxqIw7udwu5bGNfAQUUUEABBRRQQAEFdp/AI+cPxJYHz5x8Ml7beGKxX4O6NwPKoTJA2Z/lPmy5AGVOxqFvZz8L1GeVdtce1sM2EHkB5T1aO+ssQFaLsdLpPqAePNM1/VFAAQUUUEABBRRQQAEFFFBAge0g4DsooIACCiiggAIKKKCAAgoooMD8BVyhAgoooIACCiiggALbRMDMwW3yi/A1FFBgngKuSgEFFFBAAQV2twDUhL6hAtTY8AAaqDGodc6HcRtYJAZCbUNft0RDYJHIODxgBmq8xYCS1Nj6ef+7hx+Iy+eej7cPrh5A80A5gOZ4HPIAmvBSQAEFFFBgWcC+AgoooMDuEfj8+YPx2+8dn1zwn049Fa+deKLsyaDu13Kv1QpQxlp/WANlj5Yx6NttzwYs7oX6bOjrGFwwjgOLUahtqHUbgHrwDLDYe+ZY7l2ztiiggAIKKKCAAgpEaKCAAgoooIACCiiggAIKKKCAAvMXcIUKKKCAAgoooIACCiiggAIKKDB/AVc4LeDhM9MuRhVQQAEFFFBAAQUUUECBWyawnKwHlGdnHGqCXwl0H1DHuuYo4a/1oY4DZRz6uiUpwmqsjWU9lbyY8SzXDj8QV89fijyIJr9zWB44tS9evLgehw8wDG+3tu+jgAIKKKCAAgoooIACCtwWgc9fOBC/+d6xyWfnwTOvDw6eyf1V7r1ycraBxeEx2R8WYPLgGaDs+4Zzsw2MngX9PKhtIPKCWi+3s98K1H0p9HOHY61trcA2E/B1FFBAAQUUUEABBRRQQAEFFFBg/gKuUAEFFFBAAQUUUEABBRRQQAEF5i/gChVQQAEFFFBgmwh4+Mw2+UX4GgoooIACCsxTwFUpoIACCqQA1ES+bLcCNamvHUDT4llDHRu2ocaAkmQY3QWURETo62EiItR4xloByv2ZBJkFKEmO2W7l3cP3x+Vzz8c7hx6I5ev+k3vjxYsbHkCzDGNfAQUUUEABBRTY1QIuXoH5C3zhYwfiN989PrnQP556Kl7beHy0P8s9GFD2W9neqkA/B2ob+r0cTLfzeUC0C2obKO+RcSCrUqC2gcV4DkDdrwLZXZTcqy46NhRQQAEFFFBAAQUUUECBIuCHAgoooIACCiiggAIKKKCAAgrMX8AVKqCAAgoooIACCiiggAIK7FYBD5/ZTb9516qAAgoooIACCiiggAJ3TQDGiXz5IlBjmdQHtZ3xLND3obah1lPjQEkghL7Ow2QyITELUA6dWW7nHOjvyfGMvXvovrhy/vl4+9D9sXzdd8/eePGpjTh8kOUh+woosB0EfAcFFFBAAQUUUECBWyrwxQsH49ffmT545k+nn47XNx4v+y2g1LmvgtoGyl4tY1Ml918tvlW7jWcN4+fCaj+6C+g+6w/UNtS6RqO819R+NLoLxnO7kD8KKKCAAttNwPdRQAEFFFBAAQUUUEABBRRQQIH5C7hCBRRQQAEFFFBAAQUUUEABBRSYv4ArVEABBbaJgIfPbJNfhK+hgAIKKKCAAgooME8BV6XAskAm9g1jUBP6Mg613cah70NtQ1+3xMOcD5TEQWCR7BjdBSz6UOfkfcOSCY6tQJ2f/WuH74+rF16Itw9OHEBzsh5Ac+Sg28rwUkABBRRQQAEFFFBAgdkKfOljB+Mfv3tscn158Mxr618vey6o+y2g9Id7rhttQ31G7sdg/ByoY/ksqG2odXQXjNtdqPwAo7p0ug8gch/aNf1RQAEFFFBAAQUUUEABBRRQQIEbFHCaAgoooIACCiiggAIKKKCAAgrMX8AVKqCAAgoooIACCiiwWwXMEtytv3nXrcDuFHDVCiiggAIKKKDAXReAmvg3fBGosUz8g9pu49D3obah1jkHKIfODNtQY8OkxGxnySTGrKGfk/1W2njrXzt0XzmA5p3DD+ZXjMp999QDaI56AM3IxY4CCiigwF0X8AUUUEABBRS4JQJf+vjB+NV3tjp45plYuVky1AAAEABJREFUPnim7aOg7reAmzqIBvr7oW/n86H2Y/OC2gdKBGqdHahtqHXGskA9eAZY7CcznnvSrC0KKKCAAgoooMAOEfA1FVBAAQUUUEABBRRQQAEFFFBg/gKuUAEFFFBAAQUUUEABBRRQQAEF5i/gCreJgIfPbJNfhK+hgAIKKKCAAgoooIACu0tgOakPKAAZh9ouge4D+j7UNvQ1UBIGYbVuyYmtBlaSH6G/r83LupV3D52NK+cvxTuHPxTL19l71uKFixtx9NBW28vlO+wroIACCiiggAIKKKCAAttf4MsfPxC/+vb0wTN/PP10vLb+tbK3Akrd9k9ZLx/qmbH3KkBsdR9QvgPq3i26K58Hfb8LlX1h1lmArFYK9AfPLA/C9D3L8+wrMC1gVAEFFFBAAQUUUEABBRRQQAEF5i/gChVQQAEFFFBAAQUUUEABBRRQYP4CrlABBRRQQAEFdquA2YG79TfvuhVQQAEFdqeAq1ZAAQUU2DYCsJrUBzU2PIAGagxqnQsASlIhkN3JNrCIt6TEVgMlcbH1lxMcsw/9nJz37sF74/WHnou3Dj0Yy9fZE2vx4sX1OHqI5SH7CiiggAIKKKCAAndDwO9UQIEPJPCVjx+Mf/j28cln/PH0M/H6+tfLngrYct+V+6hhAco9GYO+3frDfRj0z4U6F2osugvoPmPx3UBpx+YFlBawEh/uN8uk7iNjXeWPAgoooIACCiiggAIK7DQB31cBBRRQQAEFFFBAAQUUUEABBeYv4AoVUEABBRRQQAEFFFBAAQUUuEMCHj5zh6CnvsaYAgoooIACCiiggAIKKLAsAJRQJv8BkXUJdB9Qx7pm+QEWiYQtYbEMdB9Qx4CuF2VezmkJjcAiBkTGcxxYSYjMsSwcuS/euHAp3p44gObejb3x0lMbceyw28zwUmBJwK4CCiiggAIKKKDAzhH4yicOxt9/+9jkC//hVB4887WyZwJKnfuoVsq+aSIOjPZcOa/dk3X2gfI8qHXGW4G6f4vuyhj0/S5U9natBrK5UqDuL2F1HFZjKw8woIACCijwngJOUEABBRRQQAEFFFBAAQUUUECB+Qu4QgUUUEABBRRQQAEFFFBAAQUUmL+AK1RAAQV2q4BZgbv1N++6FVBAAQUUUECB3SngqhXYlgLDA2byBaEm/mUcahvGdc7LApREwzYXah/6epicCJSkR6AkNuZYFhj3M/lxKn7t0Nm4euGFePvwh2L5OnNib7zoATTLLPYVUEABBRRQQAEFFFDgzgvc1Dd+9ZMH4++/NX3wzB9P/ywub/QHz0Ddc+W+qRVgtM/KOFD2YNnO0vZa2QbKfFitoT4fah3dBbUNdL0oe0Go7RhcQBlrIagHz7S+tQIKKKCAAgoooIACCiiggAIzEXAZCiiggAIKKKCAAgoooIACCigwfwFXqIACCiiggAIKKKCAAndIwMNn7hC0X6OAAlMCxhRQQAEFFFBAAQVSAMhqVKDG2qEyWbcJUMeGfagxYCXJEGoM+joTHqHvZ+JjK1DjOSdjQEmIzHaWa4fu3TyA5sOxfJ3ZWIuXntqI44fdbi7b2FdAAQV2r4ArV0ABBRRQYPsLPPqJg/HLb04fPPOnM8/G6+uPlX0R1P1S7o2yAIt49ocFWBw8A5R5bRwoY0CJQ1/DuB3dlfcBXSvKng8odWxeQGlBrUun+4B68Awwmj/cY3bT/FFAAQUUUEABBW6BgI9QQAEFFFBAAQUUUEABBRRQQIH5C7hCBRRQQAEFFFBAAQUUUEABBRSYv4Ar3K0CZgPu1t+861ZAAQUUUEABBRRQQIFtJ7Cc/AeUd8w41HYJdB8w7nehRSIhUNpAhhdtIBiUlrw4rLM9LHkATRagJES2sWsHz8SV85fi7SMfieXrdB5Ac9EDaJZd7CuggAIKKKCAAgoooMD2FHj0k4fi7741ffDMH888G68df7Tsh4Cyv2r7ImB0gEyLZw11LNtZcl+VdSvZBxbPzTjUfmsDkddyP2NQx4Zt6GMtnvvJbC8XGM9dHrc/AwGXoIACCiiggAIKKKCAAgoooIAC8xdwhQoooIACCiiggAIKKKCAAgooMH8BV6iAAgoooIACCtwhAQ+fuUPQfo0CCiiggAJTAsYUUEABBRQYCkBN/hsmB0Ifg9qGcZ3PAEoSJJDdRRvYsp0JjFMJjy2edSttHtTnZTwOnYkr556Ptw+vHkBzan0tXswDaI647Sy/ED8UUEABBRRQYFcLuHgFFNi+Ao996mD83TePTr7gH8/8PF4fHDyT+6BWgHLwTOsv17mHWo5lH5g8cAbqXis2L6C0oNbZARb7u+xnAbIq8dLY/AAi95bAaCxjm1OsFFBAAQUUUEABBRRQ4BYL+DgFFFBAAQUUUEABBRRQQAEFFJi/gCtUQAEFFFBAAQUUUEABBRRQYK4CZgH2v1lbCiiggAIKKKCAAgoooMC2EABG7wG1n0mCUBMI2wSoY8M+1BiwSDKE2obVOhMgWwFWEiGhxjJ5shWosTyA5uqFF+LtI6sH0JxeX4uXntqI9SNr4aXANhLwVRRQQAEFFFBAAQUUKAKPPXwwfvHEsdJe/vjD6Wfj9eNfXdkf5d4JKAfPQN1fZexGS+6pgC2f254DdU72gWgX1Daw2O+1sVZD3TcCLbSoYTW2GLShgAIKzEvA1SiggAIKKKCAAgoooIACCiigwPwFXKECCiiggAIKKKCAAgoooIACCsxfwBUqoIACCtwhAQ+fuUPQfo0CCiiggAIKKKDAlIAxBRTYSiAPmhmOQU0QzDjUNozrNh9YJCHCarslL0Idy34WoCRAZjsLUBIqs329cu3gqbhy/lK8dXj1AJpT62vx4sX12PAAmvBSQAEFFFBAAQUUUGD3Cmy/lX/tUwfjF49vdfDMz+PKxmNlfwSs1HmATO6Rss6S7fcqsPqcvAfqvgz6cehjsXlBjW12FxWM4zB98EzuJRc32VBAAQUUUEABBRRQQAEFFFDgtgj4UAUUUEABBRRQQAEFFFBAAQUUmL+AK1RAAQUUUEABBRRQQIG5Cnj4zFx/s65LgZsR8B4FFFBAAQUUUECBbSMArLwL1FgmDUJNKGyToI4N+1BjQDmMBmqdc5aTHIGSUNniWWcBygE0UO/N2FSJg6fj6oUX4p2jD8Xyder45gE0R92CLtvYV0ABBe6KgF+qgAIKKKDALhf4+sOH4udPTB8888rpZ+PKxqOLPVTuf4CyXwLK/ihjrQBlrPW3qvOQGhjPhb4Pdc8FfR2bF9RYdmHczlgrUPeJQAuVuu0hS8cPBRRQQAEFFNg9Aq5UAQUUUEABBRRQQAEFFFBAAQXmL+AKFVBAAQUUUEABBRRQQAEFFFBg/gKuUIE7JGDm3x2C9msUUEABBRRQQAEFFFBAgSmB94plkuBwDtQkwoxDbcO4bvOBkjCZfSCr0odxG2o/kySBkjgJtR7Ghu2pxMk4eCoun3s+3j6yegDNyeNr8dLFjdjwAJrwUkABBRRQQAEFFFBAgbsn8PVPH4pnHz86+QKvnP55XN14bLFvAkq77YVyH5TtVoCyf2r9rWoYPwf6fnQX1H7XLN8HZLMUoMRKZ/ABDHpR5uQ+MSYuGM+dmGLoDgj4FQoooIACCiiggAIKKKCAAgooMH8BV6iAAgoooIACCiiggAIKKKCAAvMXcIUKKKCAAgoooMBcBTx8Zq6/WdelgAIKKHAzAt6jgAIKKKDAthOA1SRBqLFMLAQi6/biUMeGfagx6GugJCdmciRQEiaju4Z96OdkvBWgzM/ES6hzoNZ5AM2V85firYkDaO45Vg+gOXHMrWh4KaCAAgoooMDdFPC7FVBglwp8Iw+e+cYWB8+c+UVc3Xi07JOAsucZ7oFy/zPsw3hOGxvWUPdJLQb1Hqh1dFeOQT+vCy1+oMZbAChNqHXpdB9Q94VAef8uVH6Ge8US8EMBBRRQQAEFFFBAgd0l4GoVUEABBRRQQAEFFFBAAQUUUGD+Aq5QAQUUUEABBRRQQAEFFFBAAQVukcA2zvi7RSv0MQoooIACCiiggAIKKKDADAWAsqpMJoTaLoHuA1b7UGPQ1zBut6THYT1sLydb5ljGhiVjcfBk1ANoznVvM/4pB9A8dSKyHo/Y270CrlwBBRRQQAEFFFBAgdsvkAfP/GyLg2f+eO8v48rxr5SDW4BFnfsbIHLPk+1bUYBysE10Vz4P+u+D2u6GyjtknQX6ePaHBfqDZ4bxbANZWRRQQIFtIuBrKKCAAgoooIACCiiggAIKKKDA/AVcoQIKKKCAAgoooIACCiiggAIKzF/AFSqggAIKzFXAw2fm+pt1XQoooIACCiigwM0IeI8CCmx7gTxspr0k1ETCjEFtw7gezoXxGFASGmFc5z0tCTLrVoCSJJn9TL6Eel/2hwW6+MGT8caFS/H20dUDaE4c2xMvXdzwAJrwUkABBRRQQAEFFFDgLgnssq99/DOHYquDZ/5w5pdx+fiXy14HKHXb38BqH2os90Rt3lQNdV6OQbdHWipT8eguoLxDdBfQffY/QNnDtQhMHzyTe8Q2x1oBBRRQQAEFFFBAAQUUUGAXC7h0BRRQQAEFFFBAAQUUUEABBRSYv4ArVEABBRRQQAEFFFBAAQVukYCHz9wiSB+jwO0Q8JkKKKCAAgoooIACCiwLAKMQ1H4mF0JNPGwToI4N+1Bj0NdASWBsyY/Xq4cJltnOkvOzACVJMmPQvcuBe+LK+TyA5nwsXxtH98SLT6/HyWNry0P2FVBAgV0n4IIVUEABBRRQ4PYJPP7ZQ/HM149OfsEf7s2DZ75U9kNA2c9AX+feJstwv5PtLFDnZXu5wOoY9DGoezDo6+guoPusP8DivWpk/AndnuvatTJnPBKTsfBSQAEFFFBAgbsu4AsooIACCiiggAIKKKCAAgoooMD8BVyhAgoooIACCiiggAIKKKCAAgrMX8AVKjBXAQ+fmetv1nUpoIACCiiggAIKKKDAzQjsiHvyoJnhiwKlm3GobRjXZUL3AZRERKh1Fyo/wKIGypwMZBIlsEjCjO7K5Euoc4AylvNafNiOA/fE5XPPx1tHVw+gOXFkLV68uB4nj3sATXgpoIACCiiggAIKKKDALRd4Ig+e+dr0wTOvnPllXDn+5cV+JvcxrQCjOIz7bd5UDf1cGO+borugxrpm2XcB2SwFKLHsAFmVAiziGYCtD57JccsNCThJAQUUUEABBRRQQAEFFFBAAQXmL+AKFVBAAQUUUEABBRRQQAEFFFBg/gKuUAEFFFBAAQUUUOAWCXj4zC2C9DEKKKCAArdDwGcqoIACCiigwJQAsBIGSjJiO4Am6zYJaM1SA2UuTNeZQAmUZEsY18OxbGeBOifbeQBN1llam4P3xJXzl+LNI6sH0GwcXYuXLm7EyeNuT8NLAQUUUECBXSvgwhVQQIFbL/DNzx6Op7c4eOb3Z34ZV9e/PNoX5R4GKPugbC/2M4NYxq9XoAKZlU8AABAASURBVL+/zYMai+7KGNR92LANNdZNKT9AqfMD+nbr534PxvGM5bhFAQUUUEABBRRQQIHtK+CbKaCAAgoooIACCiiggAIKKKDA/AVcoQIKKKCAAgoooIACCiiggAIK7FSBG8/u26kr9L0VUEABBRRQQAEFFFBAgZkKbJVcmHEYJyLCuJ9zkgUoCZdbtaGOt8TIVgMlKbMlZGZ8WKCOZwy6Zxw4EW9ceCHeOnohlq/1I3vi5Ysn4tT62vKQ/bsh4HcqoIACCiiggAIKKLDDBb75ucNx8WtHJlfxh3v/Id4YHDyTe5YsQNnjAJH7HOj2MV3JsSwZyzrLsJ39LEC5P9tZoL8/umsYA7pI/wN9H/p2P6O2gMi9HKzOgdVYvctPBRRQYAsBwwoooIACCiiggAIKKKCAAgooMH8BV6iAAgoooIACCiiggAIKKKCAAvMXcIUKKKCAAgrcIgEPn7lFkD5GAQUUUEABBRS4HQI+UwEFFLieANTkwkw+bPOAcphMxoAShnGdQaixbGeB2gfK/UBJnITaj+5qyZJZZ4E6lu3lMkzGbO04sBFXL1yaPIDm+JE98dLFjTjtATSdtD8KKKCAAgoooIACu03A9d46gW997lBcfGz64Jnfn/n7uHL8i5N7nuGeBij7oRbLPQ30MejbOQdW+1Bj0V05p6sW3wt1LwVkuBTo2xkAyvxsZ4Hpg2dy75fjFgUUUEABBRRQQAEFFFBAge0v4BsqoIACCiiggAIKKKCAAgoooMD8BVyhAgoooIACCiiggAIKKLBTBTx8Zqf+5nzvuyHgdyqggAIKKKCAAgoosC0FgJX3gj4xcZiMCP1coCQzAuV+YNFfTo7MPlASMKHWGXu/JfbnATQvxJtHL8Tydfzwnnjp6Q0PoFmGsa+AAndawO9TQAEFFFBAgR0q8O1HDsVTjx2dfPs8eOaN9S+N9jxA2ePkvgbqfijbreShM1laf6qG1WdAjUV35T1A+R6o3xHdBXSfUd4nugtYtLvu6Af6/d1ooOsA3ac/CiiggAIKKHATAt6igAIKKKCAAgoooIACCiiggALzF3CFCiiggAIKKKCAAgoooIACCigwfwFXqIACt0jAw2duEaSPUUABBRRQQAEFFFBAgdsh4DNvVGB4wMzwnozDOBkRVvswjuUzgJL82JIlYdzPeCvQj7XYVvW1fcfjjQsvxNvHPp5fMyrHDu2Jly9uxOmNtVHcjgIKKKCAAgoooIACCihwPYFvP3I4nnx0+uCZV87+KtrBM22fAkQ7WAYoh8O0saxzDOo+B1bHcw6sxqHGorvaHOif04XLD/QxoMTyAyj7sGxngemDZ3Kvl+PzKa5EAQUUUEABBRRQQAEFFFBAAQXmL+AKFVBAAQUUUEABBRRQQAEFFFBg/gKuUAEFFFBAAQUUUGCnCnj4zE79zfneCiigwN0Q8DsVUEABBRRQYNsKACvvBpSkxUxKBEbjsNqHGgPKfVDrvHE5aXKq32JZX69kEmfsX48r5y/FWxMH0Bw9nAfQnIgzHkCT9BYFFFBAAQXuvIDfqIACCuwwge+Ug2eOTL71K/f+Kq4e+8JojwOUw2ag7nmW9y+5Z4E6Z3kMxnGoz4Ba53yoc6DGoNaxeUE9UGazu6iARTsbUOfBOD61x8v5FgUUUEABBRRQQAEF3peAkxVQQAEFFFBAAQUUUEABBRRQYP4CrlABBRRQQAEFFFBAAQUUUEABBeYvcItW6OEztwjSxyiggAIKKKCAAgoooIAC20EgkxCn3iPjME5YhNU+jGP5LKgxYJSwOUyqzPb7LbH/eDmA5s2jH8+vGZWjh4iXLm7EmRN7R/Hd2HHNCiiggAIKKKCAAgoosLXAdz5/OH766PTBM384++u4erwePDO1XwHKITTDseHBM9lupc3JfrZhfC/UfnQX9Hunrlv2UVlnAbIqMajtElj6gOmDZ3IabH1fjlsUUGBnCvjWCiiggAIKKKCAAgoooIACCigwfwFXqIACCiiggAIKKKCAAgoooIAC8xdwhQoooIACCuxUAQ+f2am/Od9bAQUUUEABBe6GgN+pgAIKbHsBqEmIedhMe1mgJDZmDGjhUsNqH2oMKPfB1nVLuoQ6Z9jP9nsV9h+PNz72Yrx1/BPlfYYfRw/tiZcurse9G3uHYdsKKKCAAgoooIACCtxuAZ+/QwS++/lD8dOvTh8888rZX8eVY4+UPU3uS6Dfs7R+1sOSB8sAKwfSDOdkG+ocmK6ju6B+H9S6C5V3gb6fsSwwjsH0wTO5p8v5FgUUUEABBRRQQAEFFFBAgVsi4EMUUEABBRRQQAEFFFBAAQUUUGD+Aq5QAQUUUEABBRRQQAEFFFDgBgU8fOYGoZy2HQV8JwUUUEABBRRQQAEFFNhKAFgZgukERhjPBUpSZD4AyKr0gcl6mHyZ7fdbYt/RuHr+Urx1bOIAmoN74qVn1uPeE2vlPfxQQIHdKOCaFVBAAQUUUECBVYHvfuFw/OSrR1cHusjv7/3HuHrskXKIDPT7mNyrQO1ne1jawTNZt5LjUOcDi+ctx6GfA3VebF5AaeU9pdF9AGVv1TVXfmB635YTgawsCiiggAIKzFTAZSmggAIKKKCAAgoooIACCiigwPwFXKECCiiggAIKKKCAAgoooIACCsxfwBUqoMBOFfDwmZ36m/O9FVBAAQUUUEABBRS4GwJ+5ywErl27tpLoCOMkRmAxByjrBkoMxnUOZiIl1Hi2s8C4n7GtSuw7FlfyAJrjn8zHjcqRA3vi5YsnPIBmpGJHAQUUUEABBRRQQIHdK/C9PHjmK0cmAX5/9tfxxvHPjw6KGe5DgDI2jOVhM7Aah3EMxv3hfVD3P9DX+R1AtAv6dsaAssfKdhaYPngm93A5fkeLX6aAAgoooIACCiiggAIKKKCAAvMXcIUKKKCAAgoooIACCiiggAIKKDB/AVeogAIKKKCAAgoooMANCnj4zA1COU0BBRTYjgK+kwIKKKCAAgoo8H4FoCY3ZvIiMLodVvtQY0BJioTVuiVUthpYSebMsfcq7G8H0Hwqlq/DB4mXnz4RZ+9ZWx6yr4ACCiigwOwFXKACCiigQC/w/S8ejh9vcfDMK2d/E28ce6TsXfIO6PcvuR8BRnuVPDwmCxBZZ2nzgMVcoIznWBZYfS7UWGxewGYrVt4nJi7Y+uAZ6J81cashBRRQQAEFFFBAgZkIuAwFFFBAAQUUUEABBRRQQAEFFJi/gCtUQAEFFFBAAQUUUEABBRRQQIH5C+zUFXr4zE79zfneCiiggAIKKKCAAgoooMANCuRBM1NTMw7jJEZY7cN0DChJlNDXw0TMbGcBFkmb2b9eYd/RuHr+Urx1fOIAmgPEyxdPxH337I27ePnVCiiggAIKKKCAAgoocJcEvv/FI/GjLx+Z/Pbfn/1NXD32ubJHud6eY3kMGO1XoPah7nPa/OguqDGg3AN9H4i8gPIOQHYXbaj9Euw+oO/D9MEz3bRyf9YWBRS44wJ+oQIKKKCAAgoooIACCiiggAIKzF/AFSqggAIKKKCAAgoooIACCiigwPwFXKECCiiggAIK3KCAh8/cIJTTFFBAAQUUUGA7CvhOCiiggAI3IgA1qTEPm2nzgZLEmDGghUsNq32osUy8BMq9MF0P52Q7C1CSM7P9XiX2HYkr5y/Fm8dWD6A5lAfQPL0e95/0AJrwUkABBRRQQAEFdo2AC1Ug4gfl4JnDkxS/P/vbeGNw8Az0e5W2/wAWe5K1tbXSBiLbWXIeUOLZzlgWqM/KWBaoc6DGodbRXVDbQNeLsm+KpQsYxWH64Jncqy3dalcBBRRQQAEFFFBAAQUUmLmAy1NAAQUUUEABBRRQQAEFFFBAgfkLuEIFFFBAAQUUUEABBRRQQIHtKrBnu76Y77UDBXxlBRRQQAEFFFBAAQUU2NYCwOT7ZVIjjMeg9qGvoSZFtocAJWkSVuuWlAkskjehb+f49QrlAJrn4631h2P5Orh/T7x0cSPu8wCaZRr7CtwZAb9FAQUUUEABBRS4wwI/+NLh+OGXtzh45r48eOazZW+Sewyo+5NstwIs9iXtQJkca21YvSfHob9v2Ic6H2od3QW1DXS9KO8DlDq2uKDusYCVGbAaW5lkQAEFFFBAgdsp4LMVUEABBRRQQAEFFFBAAQUUUGD+Aq5QAQUUUEABBRRQQAEFFFBAAQXmL+AKFVBAgRsU8PCZG4RymgIKKKCAAgoooIAC21HAd1LgZgTysJl2H9SExoxBbQ/HMj7sQ50DfQ2UhErYus5EzSzAIukz+9ct+4/GlfOX4s3jUwfQEC9f3Ij7PYAmvBRQQAEFFFBAAQUUmLNAHjrzwy8dmVzi7+/7p3jj6M0fPDO1HwHKngX6Grbe60Cdl88CIi+g7JGy3QqMYzB98MxwD9buzdqigAIKKKCAAgoooIACCiiggALzF3CFCiiggAIKKKCAAgoooIACCigwfwFXqIACCiiggAIKKKDAdhXw8Jnt+pvxvRRQYCcK+M4KKKCAAgoooMCOEABG7wmUxMhMcgRWxoYBoMzNGNQ2sEjOhK1jmYyZBer8bL9XYe/huHq9A2ie3ogHTu0NLwUUUEABBe6ggF+lgAIKKHCHBH705SPxgy9e7+CZz5T9Se4roO5Fst0KUPYq2V9bW1vMzXbGoB9v/RyDGof+mTCOQR0DYnjBuD8ca23Y+uAZeO/723OsFVBAAQUUUEABBW6rgA9XQAEFFFBAAQUUUEABBRRQQIH5C7hCBRRQQAEFFFBAAQUUUEABBRSYv4ArvEEBD5+5QSinKaCAAgoooIACCiiggAJzEsiDZqbWk3EYJzvCah/6GNQ2UJI5oa8zgTML1Fi2swCLJNDsX6+w73BcvfBCvHn807F8HdhHvHTRA2iWXewroIACCiiggAIKKLDTBfLgme9/8fDkMn5/3z/HG0dv7cEzuScZHjyT/SzDGNR9DTB6L2BlLzScACy6MH3wTE6Afl72LQooMBSwrYACCiiggAIKKKCAAgoooIAC8xdwhQoooIACCiiggAIKKKCAAgooMH8BV6iAAgoooIAC21XAw2e262/G91JAAQUUUGAnCvjOCiiggAI7RgBqUmMeNtNeGigJkxkDWrjUsNqHPgaUe4FyqAz0NfRjUOOZxAm1DbXO2FaFvYfqATTrn4nl68A+4uWnN+LBU3uXh+wroIACCiiggAIK3A4Bn6nAbRb48VeOxFYHz/zv2Tx45tNl/5H7B6j7jWwvlzw4JgtQ9inZzjlQ+9nOArUPtW4x6J8NtQ1EXkB5ByC7Wxbox2H64Jncg235AAcUUEABBRRQQAEFFFBAgbsl4PcqoIACCiiggAIKKKCAAgoooMD8BVyhAgoooIACCiiggAIKKKCAApsCHj6zCTHHyjUpoIACCiiggAIKKKCAAu8lAH0i5HBuJj/CeAxqH/oaajvvBUryZWu3GiiJnlDHofZbQmdLAM3+9Qp7D8Z1GL04AAAQAElEQVSV88/HmxMH0OzfmwfQnPAAmvDajQKuWQEFFFBAAQUUmJPAj796JL73hcOTS/rf+/45/nrs+gfPQN13tL0FUPYjue+A8Vibk2Ot3Wqo90G9B6br6C7ox7ru4gcYtaf2WTkB+nnZtyiggAIKKDAlYEwBBRRQQAEFFFBAAQUUUEABBeYv4AoVUEABBRRQQAEFFFBAAQUUUGD+Aq5QAQUU2K4CHj6zXX8zvpcCCiiggAIKKKDAThTwnRXYsQKZBNleHiiHyGQMaOFSA5Hx0uk+gDK3a5YfqH2gJHjC1n3o5ywneLb+Sr33UFw9f2nyAJp9eyNefnojHjzdNcJLAQUUUEABBRRQQAEFdprAT75yJL73+emDZ35/37/EX49e/+CZtn/Iw2SyAGVfku02NlVD3bfkGBB5tTZQ9jxAhksBSiw7wKKd/VaA1izjuY+CPpaDGcvaooACCiiggAIKKKCAAgoooIAC21LAl1JAAQUUUEABBRRQQAEFFFBAgfkLuEIFFFBAAQUUUEABBRTYFPDwmU0IKwUUmKOAa1JAAQUUUEABBRS4UQEYJ0HmfVAPmoHxGPT9TJYESjJl3pMF+n5L2BzWwzZQkkGh1m0Man8qSZS9B+PqhRfirY3PxfK1by/xH09vxIdO71sesq+AAgooMFsBF6aAAgooMAeBn3z1SHz3C9MHz/zvff8Sbxx9uOw7hnuG5f0CEC0GtZ19qHuUvHdYgLIfaXOmxqDeC1vXsXQBiwhM76vaXmox0YYCCiiggAIKKKDAewg4rIACCiiggAIKKKCAAgoooIAC8xdwhQoooIACCiiggAIKKKCAAgooMH8BV7hdBTx8Zrv+ZnwvBRRQQAEFFFBAAQUUUGCbCEwlRUJNpoS+BoKu5GtDjQ/bQEnshFoPEzuzDZRE0Uz8bH2g3JP9LIuxtQNx+dzz8eb66gE0e9eIl59Zjw+f8QCa8FJAAQUUUEABBRRQYAcI/PTRI/Hdz08fPPP7+38Xf908eAYo+wOg7B2A0s+9QpbFfqGLD9s5tlUBFofaRHdB7QNdL8pYbF5A+b7YvKDO2eyWCvoYEFP7qalYudkPBXaSgO+qgAIKKKCAAgoooIACCiiggALzF3CFCiiggAIKKKCAAgoooIACCigwfwFXqIACCiiggAIKbAp4+MwmhJUCCiiggAJzFHBNCiiggAIK3IxAJkK2+4CSbJkxoIVLDdN9qPFM7gRKcmZrA+V5MK5zPAv087O/XICSZFriew/E1QuXpg+g2UO8dHEjPnzaA2jCSwEFFFBAAQVmL+ACFdjJAk89diS+88j0wTP/e//v4o0jnyx7iLIH2LOntPNgGWC011gezz70c7LfCtT9yFQf6hjUOroLahvoelHeAWo7Bhf0MfDgmQGNTQUUUEABBRRQQAEFFLgFAj5CAQUUUEABBRRQQAEFFFBAAQXmL+AKFVBAAQUUUEABBRRQQAEFFLhbAnvu1hfvwu91yQoooIACCiiggAIKKKDAjhCAPmFy+MLXO4AGamJlmw/1GVDrjGdiZ9bAIlkTKAmjUGM5B1gcMAOU8Yy3AvTja/vjyvlL8dbGI7F87V2LePmZjfjwmb3LQ/YVuJ0CPlsBBRRQQAEFFFDgBgWeevRofOtz0wfP/M99/xp/HRw8Ayz2BtC3c5+Qh9FkDfR7ha6dsanS5ucYjPciUPswrnNubF7AZquvoI9B3R9BH2szYTXWxqwVUEABBXaUgC+rgAIKKKCAAgoooIACCiiggALzF3CFCiiggAIKKKCAAgoooIACCigwfwFXqIACCiiwKeDhM5sQVgoooIACCiiggAJzFHBNCijwQQTysJl2P1AOjMkY0MKLeioOdR5Q7gVKsiis9jORMwv0c4YJoTmWpcWgzsvYnr374/L55+PNiQNo1rpd78tPn4iP3OsBNOGlgAIKKKCAAgoooMA2Erj42NH41iOHJt/of+//3eLgGaj7hz179iz2E63daqhzcr8AfTv7bU7WQHlGtrNAnTtsQ43F5gW13/Y8wOZIX0Efg+mDZ/L+/g5bCiiggAIKKKCAAgoooIACCijw/gW8QwEFFFBAAQUUUEABBRRQQAEF5i/gChVQQAEFFFBAAQUUUOBuCey5W1/s9yqgwC4UcMkKKKCAAgoooIACO0oA+gTK9uKwmkgJ/byWtDmcn22o92W7zck6C7ByOE2LZz0swChZdDG2tj+unL8Uf1t/JJavtW7n+/LTG/GRe/ctD9lXQAEFFLgdAj5TAQUUUECB9xB4+mtH4puf2+rgmX8rB8/s2TxsZlgDK/sBqLE8aAZW2+1+INqc6C6gPAv6/Qi8dzuWLmARgbrvgT7WBmE11sasFVBAAQUUUECBHSngSyuggAIKKKCAAgoooIACCiigwPwFXKECCiiggAIKKKCAAgoooIACCsxfwBUqsCmwZ7O2UkABBRRQQAEFFFBAAQUUmKHArVjStWvXVh6TMeiTJ6G2M56TofaBcrBMxjLpM2ugJHnG5pVxoMSynQWu38+k0Zw3Kmv74uqF6QNo9nTP+4+n1+OjZz2AJrwUUEABBRRQQAEFFLiLAk8/djSe+OzhyTf4n/vz4JlPlD1E/lsfWOwToG/nWBaosdwfQN/OsWEs+1mgzmltqH2o+xYg2gWU747NC/qxzVB5z2E790MwnpexNsdagdsp4LMVUEABBRRQQAEFFFBAAQUUUGD+Aq5QAQUUUEABBRRQQAEFFFBAAQXmL+AKFVBAAQUUUECBuyXg4TN3S97vVUABBRTYjQKuWQEFFFBAgR0pAOPkSaAkWWYSJbBYE/TtDMK4n7FM8sw6S7aB8qxhGyhJntDXmTiac1oBYjlWxtb2xRsfezHe3PhCLF9AvHxxwwNowksBBRRQQAEFbrOAj1dAgS0Envna0Xjic4cmR//n/n+Pvx7+eNkL5L/tgZU2rMZyXwA1nu28NwvUWLaHBcZ7kByDGoNxHd0FNdY1Rz/Aog/E8v4oB6diGbcooIACCiiggAIKKKDALARchAIKKKCAAgoooIACCiiggAIKzF/AFSqggAIKKKCAAgoooIACCiiwawR28eEzu+Z37EIVUEABBRRQQAEFFFBAgdsmsJxMCeMEzPxioBwwA2S3tEuj+8hEz64qsWwDJcEUVmtgMW84N9vDwp61uHLhUvxt4/OxfHWPiP94eiMeOrsvvHaLgOtUQAEFFFBAAQUU2A4Cz3z9aDz+2a0Pnvl/R+rBM/De/+4Hyr5hbW2t7BGyztL2BVDHodbDONQY1O+J7oLpdjdUnp/1sACLLkwfPJMToJ+XfYsCCiigwO0U8NkKKKCAAgoooIACCiiggAIKKDB/AVeogAIKKKCAAgoooIACCiiggALzF3CFCiiggAJ3S8DDZ+6WvN+rgAIKKKCAAgrsRgHXrIACO14gD5tpiwBKImbGgBYusexkPOssUMeh1pn8CZS52W5zsg2URNJsDxNIp/otNpxX22tx9XweQPOFmLpe9gCaKRZjCiiggAIKKKCAAgrcGoGlp/zsG0fj8c9MHzzzvw88F+3gmfz3PbDYD0DfzrEsUGP5734gss74VMkxIPICFvsPqG2o9XAcagxqnWPDAiy6MH3wzHAvtJhsQwEFFFBAAQUUUEABBRRQQIG5CbgeBRRQQAEFFFBAAQUUUEABBRSYv4ArVEABBRRQQAEFFFBAgV0j4OEzu+ZX7UIVWBUwooACCiiggAIKKKDA+xWAPtGy3QurCZfQz4PahtW6JWVmomg+DyiJpkBJDIW+n3OyQI1lOwvUuZlY2vpZ71nbG2987IV488QXY+rKA2jO3bd/asiYAgooMCsBF6OAAgoooMDdFHj2G8fiG5+ePnjmf+5/Lv56+GOLf/sDZT+Q/56H1Xb+m78VYHHwDHDd+/J5rUDdP0Bf51h0F9RY1yzvlPWwAIsurO6D2iD081rMWgEFFFBAAQUUuN0CPl8BBRRQQAEFFFBAAQUUUEABBeYv4AoVUEABBRRQQAEFFFBAAQUUUGD+Aq5Qgbsl4OEzd0ve71VAAQUUUEABBRRQQIHdKDCbNbdDY9qCYDXxEmrC5XAu1BjUepjkudwGSsInUBJJofYz2RRqLO9pBVgkn2asztsTV85fir9tTB9A89LF9Th/377wUkABBRRQQAEFFFBAgVsv8Ow3jsbXP31w8sH/88Dz8f+OfKz8Wz///Q6UNtR/92dsqwKs/Ns/5wLlGa0Nq32oz4e+ju7Ke7qq/AClHn5AH4PV/U/OHe59sm/Z1QIuXgEFFFBAAQUUUEABBRRQQAEF5i/gChVQQAEFFFBAAQUUUEABBRRQYP4CrlABBRRQQAEFFNg1Ah4+s2t+1S5UAQUUUGBVwIgCCiiggAIK3KwA9ImX7RmwmoAJq/OG87OdSZ4tSTPbGQNK0ihQDqDJeBao/XqwTJ2T8VaARRIq9O2rFy7F3058KaauFy9uxDkPoJmiMaaAAgoooMBMBFyGAgrcDYF68Myhya/+v/c/F389dH7l3/zA4t/z7d/4yzX0c4DyjJwDW7eju4Cyt4Bx3Q2VZ2QNdSzbwwIsurC678nB3NNAPy9jFgUUUEABBRRQQAEFFLiTAn6XAgoooIACCiiggAIKKKCAAgrMX8AVKqCAAgoooIACCiiggAIKKKDA7RLYPofP3K4V+lwFFFBAAQUUUEABBRRQQIE7KrCcdAl9Aib07XwpqP1MFs1+ltYGShIoUJJEM94KUJJSgTKnxbMGythy++r55+NvG9MH0Lx0cSPO378vvO6AgF+hgAIKKKCAAgooMHuBZx8/Gl//9NYHz/ztyMfKv9mBxb/1gUUs/y2fBep4Hj7Z+q2d/VaAxb4A6j1QY9DX0I/F5gX1MJnsAlmNCvQxqHOhj7XJsBprY9YKKKDArhRw0QoooIACCiiggAIKKKCAAgooMH8BV6iAAgoooIACCiiggAIKKKCAAvMXcIUKKKCAArtGwMNnds2v2oUqoIACCiiggAKrAkYUUECBWyGQh8205wAleTRjQAuXWHZaHFbHMnEUajzbOR8oSaRAeUbGoY9l4inUfo61ApTE1exD37564fl4854vx9T14lMbccEDaKZojCmggAIKKKCAAgrscIE7+fo/f+JofP3h6YNn/ueBS5EHz7R/p2edBSj/fgfKv/8zliX/vZ8l20CZk+1WcgxY3AO1nfGcA+N9BNQ+TNexdAGLCEwfPJN7nMUkGwoooIACCiiggAIKKKCAAgrcRQG/WgEFFFBAAQUUUEABBRRQQAEF5i/gChVQQAEFFFBAAQUUUECB2yWw53Y92OcqoMD7FvAGBRRQQAEFFFBAAQV2pAD0CZltAbCamAn9PKAcJjOcn23o48vJoq2/XLfE0owPC7BIToW+feXcc/G3E9MH0LyQB9A8sD+8FFBAgdso4KMVUEABBRSYrcAvHj8WX/vU9MEz//eBS/HXQ+fKQTFQ/90Ptc5/0wNlyK82FAAAEABJREFUbPhv+tYGRv+2B8pcqHXOg9qG+kzo6+gumO53Q6O9SfazAFmVAqv7mzLQfUA/r+v6o4ACCiiggAIKNAFrBRRQQAEFFFBAAQUUUEABBRSYv4ArVEABBRRQQAEFFFBAAQUUUECB+Qu4QgV2jYCHz+yaX7ULVUABBRRQQAEFFFBAgVUBI7dS4Nq1a6PHwWqCJowTM6HvQ21DrfNhUNtASQhtSaUw7rd41sMCjJJUM6k1y9Xzz8X/2+oAmifX42MPeABNeCmggAIKKKCAAgoo8D4EfvHEsXjs4YOTd/zPgy/G3w6fL/82B8rBMe3f7fnvcxjH2hjUf/fnnIxBnZd9qO0Whzp3uQ81DrWO7oJxuwuNfoBFH1b3NTm4vP/JmGU7C/huCiiggAIKKKCAAgoooIACCigwfwFXqIACCiiggAIKKKCAAgoooIAC8xdwhQoooIACCiiggAK3S8DDZ26XrM9VQAEFFHj/At6hgAIKKKCAAjtaAPoEzbYQWE3UhDoPxnXeAzXWEkYz1trA4gCajGUBSuIqUBJZM7ZcgDIn49A/443zz8XfTnwlpq5LeQDNgx5AM2VjTAEFFFBAgQ8s4AMUUGB2AuXgmU9NHzzzfx98If568KPl3+TAooa+Pfy3OvTxPGQmC/T/jm/94T3ZbgXqXLh+Hd0FdJ/jH+hjsLqfydl58Az08zJmUUABBRRQQAEFFFBAgSUBuwoooIACCiiggAIKKKCAAgooMH8BV6iAAgoooIACCiiggAIKKKCAArMR2PLwmdms0IUooIACCiiggAIKKKCAAgrcdYHl5EyoiZowrvNFoY9B325jwChhFfp+JpxC7Wf7eiWTVq+e//f42z1fjanr0k/X42MP7JsamlXMxSiggAIKKKCAAgoo8EEE/u6bR+OxrQ6eeeCF+Nuhc+WgSGD07/j89zjU2PDf7RnPfquznaX1YXwPsDikMroLah/GdTc0+gFG/exAHwMPnkkTiwIKzEfAlSiggAIKKKCAAgoooIACCiigwPwFXKECCiiggAIKKKCAAgoooIACCsxfwBUqoIACCihwuwQ8fOZ2yfpcBRRQQAEFFFDg/Qt4hwIKKDAbgTxspi0GKMmgGQNKONul0X1AjUGtu9DiB/pYJpzmAFCel/0sQElibe1MSoU+lv0sOZ6ltYGSBPvG+X+PN08+GlPXpSc34uMPegDNlI0xBRRQQAEFFFBAgZsWmM2Nv/zm0Xj0k4cm1/N/H3gx/nb4XPm3OrCogfLvcKDE8t/oWfLf6Vmgj0P9t3/Gc86wQD8v49FdWUO9B/q6Gyp7CBjHMt4K0Jplbu5ZoI/l4FQs4xYFFFBAAQUUUEABBRRQQAEFJgQMKaCAAgoooIACCiiggAIKKKDA/AVcoQIKKKCAAgoooIACCigwGwEPn5nNr9KF3HoBn6iAAgoooIACCiiggAI3KwDjJM18DhDLyZpQ5wElwRPIqaN2SyDNgdYGypzsZ4G+D5Rk1oxnAUZJrcBiHChjV8/925YH0Dz/0434xIP7w0sBBeYq4LoUUEABBRRQ4GYEfvmtY/HVLQ6e+f+Xg2ceKv/WBhY1UP4tDpRY/nt9WIAynjGo7Tx4Bsb/3gfK/bBaQ50LtY7ugtqGWneh0Q+w6MPqvqUNwv/Hzp24WVaUeR5/f7Vk7ZkFFAW1Q7GDLCLIvu+rCwgIJSCrgtLdz/wh88w80xvuW2ur3Wprq23rtN22LTqDrY7aooIrqCiyFVUUtc39RVTcc+49J6sKass8+T1PvRkRb8Q598QnfZ4bqUZU40qOEgEEEEAAAQQQQAABBBBAAAEEuibAfBBAAAEEEEAAAQQQQAABBBBAoPsCzBABBBBAAAEEEEAAAQSGBTh8ZliENgIITH4BZoAAAggggAACCCAwYQR82Ez9ZaTBjZyl36WjPtZ1KW/ulJQOm3GuhKRULRtTJaUxpe2yhKS0ObXe9iZWt6Xc5wNoNux/WrRdd105Fket4ACaNhtyCCCAwD4T4IMRQAABBPaZwJvOXRCvPWp26+c/vuzt8dLc9oNn6utv1+shaeDgmdInqb+Wl5r16F2S0hgp/00g5TJ6l1TVe83GP0n9nDT490rpaPtbpfRRIoAAAggggAACCOxhAR6PAAIIIIAAAggggAACCCCAAALdF2CGCCCAAAIIIIAAAggggAACCCDQfQFmOOEFOHxmwv+KeEEEEEAAAQQQQAABBBBAYOILjPeGUrWRs4yRmhs6pWqcN5lKVbt+n6R0wIxUle6XlDab+t4SUjNX+lxKamxuXXfYHfHieAfQXMEBNMGFAAIIIIAAAgggMOUFbjhvQbz26HEOnln+9tgwZ1Vam0vql1Kz7jV5CUkDa3MfFOko/S4lpefV61LOSQpfkhp/L0hyV8qnSu2HlPuckpp/pzjvg2ekapxzBAJTWYC5I4AAAggggAACCCCAAAIIIIBA9wWYIQIIIIAAAggggAACCCCAAAIIdF+AGSKAAAIIIIAAAsMCHD4zLEIbAQQQQACByS/ADBBAAAEEEJhwAt6wWX8pqbmxU8obOj1WynXfI6m/UVTKdSmX3njqkJQ2okoKX5L6bfePF5IGNrl63PrD7ogNB5wRbdddV4zF0StG2rrIIYAAAggggAACe1uAz0NgrwvccP6COPWo9oNnnlh+X7w055C0vpY0sB4fPkjG626HpLTWL/2S0v31vlJ36ZCUnh29S8r3S4Nlryv9kzRQpsa2H1Luc1Nq/n3i/PDfJs4RCCCAAAIIIIAAAggggMBeFuDjEEAAAQQQQAABBBBAAAEEEECg+wLMEAEEEEAAAQQQQAABBBBAAIF9LsDhM3v8V8AHIIAAAggggAACCCCAAAIISHkzZ11CyjlpcNOnx3iTZ9lY6nY9JKUNqiUnVW1JaSOq7y0hNXOlz6WkgQ2uzq1bfXtsOOD0aLvuvGIsjlnJATRtNlM7x+wRQAABBBBAAIFuC9x4/micemT7wTOPL78vNsxZldbpktKaXKpKKde91h6OtoNn6mOk6l4p16WqlPLfA1Iuo3dJg/VeauCfpH5bav5d4k7/TSJV45wjEEAAAQQQiMAAAQQQQAABBBBAAAEEEEAAAQS6L8AMEUAAAQQQQAABBBBAAAEEEECg+wLMEAEEEEBgWIDDZ4ZFaCOAAAIIIIAAAghMfgFmgAACE1JAam7clJobPaU8rmz2lHJbUtrM6slJuS7lsmxOlXJbqkr3SUobYF1vC0ktB9C8NTYccEa0XXdc7gNoZrV1kUMAAQQQQAABBBBAoHMCN10wGqcc2b7+fWLFO+KlOasG1tuSUltSf51d1uFth81I1Tgpr+U9XlJ6Tr0u5X5JoaGI3iXl/l61//eD6yUklWrqL3939JPbKlI1bluKAgEEEEAAAQQQQAABBBBAAAEE9oUAn4kAAggggAACCCCAAAIIIIAAAt0XYIYIIIAAAggggAACCCCwzwU4fGaf/wp4AQS6L8AMEUAAAQQQQAABBBCoC3hzZ70t7fwBNMP3SYMbQsfblFrPu94WkvobYyWljajrVt8eL457AM1oHLNqJLgQQAABBLIAPxFAAAEEuilw0/kL4jVHtB888/iKd8SG2SvS2llSOigmepfX25LS+lpSyjs33sEz7pPyGrw+xnmHlJ8RvUvK46TBstfVf49Sd1kPSf2m1Pw7xJ3Df684RyCAAAIIIIAAAghUAtQQQAABBBBAAAEEEEAAAQQQQKD7AswQAQQQQAABBBBAAAEEEEAAAQS6L8AMERgW4PCZYRHaCCCAAAIIIIAAAggggMDkF5jQM5CqDZ/lRaXmxk8pj/PmT0lpI6nHS3KRQlLKS4OlOyX1N7l6w6pDyuNcbwtJaYNsvW99OoDmzGi77rhsLI5dyQE0bTbkEEAAAQQQQAABBCa/wE0XLIjXHDm7dSKPL78/Xpq9YmDNLSm1JaV1taTULutrKa/HywEzzrvuKHWpeY/7pJyXqlLKz5OaZQxdkvoZqfn3R+mUqnElR4nABBbg1RBAAAEEEEAAAQQQQAABBBBAoPsCzBABBBBAAAEEEEAAAQQQQAABBLovwAwRQAABBBBAAIF9LsDhM/v8V8ALIIAAAgh0X4AZIoAAAggggECbgA+Vqeel5gZQKW/89FhJ6aAZ3yM165Lc1d/cKinVpZyXcru+cdX14ZCUNso6Lyl95vrVt8WGRWdF2/XWy8fi2FUcQNNmQw4BBBBAAIGpJcBsEeiWwJt98MwR4xw8s+Id8dKclf31dlk7u3T4MBlJqd9th6S0znaf2/WQcp+U19+S0r1SVUpVX/QuKbd71fRPUirbfkhVn9T8u8P3+G8OlwQCCCCAAAIIIIAAAgggsH0BehFAAAEEEEAAAQQQQAABBBBAoPsCzBABBBBAAAEEEEAAAQQQQACBqScw9Q6fmXq/Y2aMAAIIIIAAAggggAACCExIASlv+qy/nJRz0uDmUI/xZlBJ6TAYt4dDqvqkwbo3tko557pDUtrQ6vpwSEobY0teUqw79NZ48YBxDqC5bCyO4wCamFAXL4MAAggggAACCCDwigXefOFonDzOwTO/Xv6OeGn2irQul5TW1FJV+nAZKbfr62nnS7utlNrX61LOS9svo3dJ6v0c/CdVOan594ZHl781XCcQQAABBCaZAK+LAAIIIIAAAggggAACCCCAAALdF2CGCCCAAAIIIIAAAggggAACCCDQfQFmiAACCCCwzwU4fGaf/wp4AQQQQAABBBBAoPsCzBABBBAYT0CqNoKWMVJzQ6iUx5VNoVJuS+pvepWqup9VNrRKShti3ZbyGNfHi7IpVlI6gKbeXr/61thw4NnRdt1+2Vi86pBZbV3kEEAAAQQQQAABBBCYNAI3XzAaJx/evq799fJ3xsY5+eCZsp6WlNbbksJrZ5f1Predd851l/UouVK6r9Rdlij50o5tl9uultL1EvWc6+XvidJfSveVOiUCCCCAAAIIIIAAAggggAACCGxfgF4EEEAAAQQQQAABBBBAAAEEEOi+ADNEAAEEEEAAAQQQQACBqSfA4TNT73fOjBFAAAEEEEAAAQQQQACBCSfgTaD1l/LmT+dclnypl3xpl36XzpWot133ZlVH6R+uu12ivjnW4+vtdYe8JV484Cw/shG3XToax3EATcOFBAII7BMBPhQBBBBAAIGXLXDzhaPx6iPGOXhmxQOxcc7ydPij181eJztK3WU93Od1tMP50na9xHg554fDkym5trpz9fDY0na9/B1Rci6dc0kggAACCCCAAAKTWIBXRwABBBBAAAEEEEAAAQQQQACB7gswQwQQQAABBBBAAAEEEEAAAQQQ6L4AM0Rgnwtw+Mw+/xXwAggggAACCCCAAAIIINB9AWa4IwFvBh0e45w3g7osfaVe8qVdyvq4kvPG1lJ3WdqlXtouHSXvTbKOkqvX1x36lnhx0dnl4wbK2y8djVcd2r5hd2AgDQQQQAABBP4+0kYAABAASURBVBBAAAEEJpDALT545vD2dezjPnhm9rL+wTNeI5fw+tlrZYfrzpfSdYfb7ne9Hs65z+F8KUu9tF1uL4YZPbbkXC9/P5RcKd1X6pQI7B4BnoIAAggggAACCCCAAAIIIIAAAt0XYIYIIIAAAggggAACCCCAAAIIINB9AWaIAAIIIIAAAghMPQEOn5l6v3NmjAACCCCAAAIIIIAAAghMWAFvCq2/nDeDOuey5Eu95N3eXvg+b151eJxLh+sO1x31utvD4X5vji35dYesiQ0HnuvHN+K2S0bj+ENGGnkSCCCAAAIIILAXBfgoBBDYaYFbLloQJ4138MzKP4mXth084zVxCa+LXXfpKHWXXjc7Sr7U3XZ4TCnr9XrOeYcn4dLhuqNed7se9T7Xy98N9THO1dvUEUAAAQQQQAABBBBAYBIL8OoIIIAAAggggAACCCCAAAIIINB9AWaIAAIIIIAAAggggAACCCCAAAJ7XGCfHz6zx2fIByCAAAIIIIAAAggggAACCEwaAW8OHX5Z57w51GXpK/XhfOkvpcc53HbpKPX6xlbXHe6vl657o6zDdfeXutvrDrklXhznAJpbLx2L4w+d5Y8jIgIEBBBAAAEEEEAAgYkpsObi0TjpsNmtL/er5Q/ES7OWhtfBXv/W18LOue1wn9sO10u4XfqHc+5zOO9yOMbLe5xftpSul6jnXG/7e6EtV+6nRAABBBDYdQGegAACCCCAAAIIIIAAAggggAAC3RdghggggAACCCCAAAIIIIAAAggg0H0BZogAAgggMPUEOHxm6v3OmTECCCCAAAIIIIAAAgggMOkE2jaOOueJlM2jpe2yLTy2voHVdUcZ67rD7XrpuqNsmnV/vb5u1c2xYbwDaC4ZjRNWcwCN7QkEEEAAAQQQQACBvS6www98y8WjcWLrelXx65V/GpvmLOsfPON1sMNr41KWutteI5dw3uG2y3o45/EO50tZ6qXtl3fd4bqj1EvpXIl6zvXyd0Lpd9mWc55AAAEEEEAAAQQQQAABBBBAYBIL8OoIIIAAAggggAACCCCAAAIIINB9AWaIAAIIIIAAAggggAACCOxxAQ6f2ePEfAACOxKgHwEEEEAAAQQQQAABBNoEvDG0nm/bQOqcx3is6w63h8N5h/NlU6vrzpV2qZe2y+HwRlnnPLbU3X5h1c3x4jgH0HhDLwfQWJtAYKoLMH8EEEAAAQQmlsCai0dbD0rc2nvNX634k9g4a0k6eMZrX4fXvY563e2dDd9XD99Xb9frvVfof3Zb3bl6+N7Sdr38fVByLttyzhMIIIAAAggggMDuFeBpCCCAAAIIIIAAAggggAACCCDQfQFmiAACCCCAAAIIIIAAAggggAAC3RdghghMPQEOn5l6v3NmjAACCCCAAAIIIIAAAghMCgFvGh1+UeeGN406V8a5vqPw2OGNrvW26476c9wuUQ6dcb9zpb1u1c2xftG5fnwjOICmQUICAQQQQAABBBBAYB8KeH164upZjTfYGorHV/5pbJ6zNLzWHY7hNXBpl3HD7ZKvl2WMS4f7XDrqdbfbYvilPabkXB/+e6HeV+qUU0iAqSKAAAIIIIAAAggggAACCCCAQPcFmCECCCCAAAIIIIAAAggggAACCHRfgBkigAACCCCAAAII7HEBDp/Z48R8AAIIIIDAjgToRwABBBBAAAEEtifgzaP1/rYNpc7Vx9Trpc9lCfcPb2ytt113eHy9dL0ePnjGY1w6v/6Qm+PFxef78Y0Yb4NvYyAJBBBAAAEEOirAtBBAYGII3HrJaJzQevDMtHTwzMZZS8Jr3BJe5zrcduko9VI65yjrYtdLeIyjtF267ajX3baQS4frjnrd7XrU+1z33w4u62Ocq7epI4AAAggggAACCCCAwJ4V4OkIIIAAAggggAACCCCAAAIIINB9AWaIAAIIIIAAAggggAACCCCAAALdExg+fKZ7M2RGCCCAAAIIIIAAAggggAACk1pgePOoJ+OcN5G6dNtRrw+3632uOzxmeLNrve26N896rOuldH043Oexzq9beVO8eGD7ATRrLh6Nkw6b7Y/e18HnI4AAAggggAACCExBgVsvGYvjD53VmPlWTY9fr/yT2DR7SXhN6/Wtw3VHve52ibIGLu162XaPcyU8tq1ecsNleWnnXS9lqQ//feB8W855AgEEEJhCAkwVAQQQQAABBBBAAAEEEEAAAQS6L8AMEUAAAQQQQAABBBBAAAEEEECg+wLMEAEEEEAAgT0uwOEze5yYD0AAAQQQQAABBHYkQD8CCCCAwM4IeONofZw3mzrn0nnXXbo9HNvL1ze9+r7x2iXvsmyy9fi2+rpVN8X6A8/zxzbilosWxKs5gKbhQgIBBBBAAAEEEOi+wL6d4a2X+uCZkcZL+OCZx1f+aWyadXB4fVvC616H2y5fbnidXL/XdUd5jusOt/1Srjtcd9Trbpfwur/e5/pwzmPbcs4TCCCAAAIIIIAAAggggAACCOxZAZ6OAAIIIIAAAggggAACCCCAAALdF2CGCCCAAAIIIIAAAggggED3BDh8pnu/U2a0qwLcjwACCCCAAAIIIIAAAhNSoGwqrb9cybms573R1FHPuV4f57rDeW94db1Eve26w3310ptpS7utvn7Vm2PdovYDaG6+aEGcdPgsfzSBAAL7SoDPRQABBBBAYAoJ3HbJaBx/SNvBMzPi8RV/GhtHFkdZ25Z1b2m7fCUx/By3h8PP9a9hOO92ybusR+lzznWv+126XaItV/ooEUAAAQQQQGCKCTBdBBBAAAEEEEAAAQQQQAABBBDovgAzRAABBBBAAAEEEEAAAQQQQACB7gswQwQQ2OMCHD6zx4n5AAQQQAABBBBAAAEEENiRAP0I7KzA8KZS3+fc8OZS50pfvd6WK/3e+Op6iXrbdYf76mXboTMeU/IvHvLmeHHxBf7YRtxy4Wi8mgNoGi4kEEAAAQQQQAABBHavwO2XjsarDm0efLh12sx4fOWfxMZZi8Nr2BJe776S8P3lvrZ6ybks4ZmWusu2tnMO9ztcd7g+/HeA820554mJIcBbIIAAAggggAACCCCAAAIIIIBA9wWYIQIIIIAAAggggAACCCCAAAIIdF+AGSKAAAIIIIAAAgh0T4DDZ7r3O2VGCCCAwK4KcD8CCCCAAAIIIDDhBbyhtP6SbRtPS87jXHdZj5Jz6XCfN8u6XqLedt3hvlKWemmXQ2ecL/V1K2+M9Qe2H0Bz84WjcTIH0JieQAABBBDY+wJ8IgIITAEBHzxz3CHNg2e2aGb8evkDsXEkHzxT1rMuS3hNW+o7Kj22rH9dL+Ndd5jaOdcd9brb7nfU626PFx7nvwlc1se05er91BFAAAEEEEAAAQQQmIICTBkBBBBAAAEEEEAAAQQQQAABBLovwAwRQAABBBBAAAEEEEAAAQQQQKD7Ant8hhw+s8eJ+QAEEEAAAQQQQAABBBBAAIHdLTC8ydTPd254s2k953pblHvd5/rwRli3He536U21pV7aLh3Ou3+4vn7VjbF+8YV+fCPe7ANojpjdyJNAAAEEEEAAAQQQQGBXBN562Vi0HTyzddpIPL7yT2LTrMXhdavD61iXDtcdro8X9TVvfWxbveRclvC8Sr2tdL+j3ue2w7nhdb/zbTnnCQQQQGBiCfA2CCCAAAIIIIAAAggggAACCCDQfQFmiAACCCCAAAIIIIAAAggggAAC3RdghggggAACCHRPgMNnuvc7ZUYIIIAAAgggsKsC3I8AAgggMGkEvMG0/rJtG1FLzuNcHy6dG46yyXY4X9ql36VzLkvU2657Y65j/cobxj+A5oIFcfIRHEDj3w2BAAIIIIAAAgjsNYEOf9Dtl4/FsatGGjPcopH41fIHYtPIgengGa9XHW1r2ZJrK+v3eK3rqOdK3S/g+9121Otuu99Rr7tdYmfW+x7rceM9w/0EAggggAACCCCAAAIIIIDAFBZg6ggggAACCCCAAAIIIIAAAggg0H0BZogAAggggAACCCCAAAIIILDLAhw+s8uEPGBPC/B8BBBAAAEEEEAAAQQQQGA8AW8w9UbTen/JuSx518s41+v5trZzjvrm2O3V3efwpluH6yX8HIfzOzqA5jVHcgBN+d1QTj0BZowAAggggAACu0fgrZeNxXErWw6emTYrHl/5J7F5VvvBM2X9+kpKr3fLfaVeL0vdM3R9OErepcP99bLUvaYvfc452nLOEwgggAACCCAwMQV4KwQQQAABBBBAAAEEEEAAAQQQ6L4AM0QAAQQQQAABBBBAAAEEEEAAge4LMEMEEOieAIfPdO93yowQQAABBBBAAAEEENhVAe5HYFIJDG8+9cs7N7wJteRKv0uH8/Voy5X+4Q21pT1e6QNnSp+f4XY+gOYif0wjbjp/QXAATYOFBAIIIIAAAggggMBOCtxx+Wgcu6rt4JnZ8cTKP4lNI4vC61OvTR2ulxhul3xb6bEOr29dljGl7td1vR7Duba2cyV8b70+vL53X1vOeWKnBRiIAAIIIIAAAggggAACCCCAAALdF2CGCCCAAAIIIIAAAggggAACCCDQfQFmiAACCCCAAAIIIIDALgtw+MwuE/IABBBAYE8L8HwEEEAAAQQQQACBnRHwxtP6OG9Wdc5lybvunNveIOvSbecdbrus59weL/wM95XSdYfbjlL3ptzSdn39yjfF+oMu9sc1wgfQnHLkrEaeBAIIIIBA1wWYHwIIILBrAndePhrHrGyuIzdrVjy+8oHYOPOA/sEzXpvWo6xbS85r1lIfLstYjyl1j3G9RL1dr5d+z9R1lzsKjyvr8/rYtly9nzoCCCCAAAIIIIAAAhNTgLdCAAEEEEAAAQQQQAABBBBAAIHuCzBDBBBAAAEEEEAAAQQQQAABBBDovkD3ZsjhM937nTIjBBBAAAEEEEAAAQQQQGBKCnhT6vDEnRvelFpyHuu6o4xx3flp0/Kfy257s6zD9RJuO9wupTffut4WHlf6XfeY9SuujxcPusQf14gbzx+NU4+c3ciTQAABBBBAAAEEEECgTeDOK8bi6LaDZ6bNjsdX/klsqh084/Wow2tSR73utqMt53wJr23rY4brbpfw+5a6y9Kul6XufofbDtfLWt3tEm250keJAAIIvCwBBiOAAAIIIIAAAggggAACCCCAQPcFmCECCCCAAAIIIIAAAggggAACCHRfgBkigAACCCCAwC4L5N10u/wYHoAAAggggAACCOw5AZ6MAAIIIIDAyxHwRtT6+LYNqyXnca47fJ9LR8k757rDG23d1xalr166Xg/f5026Jef6+pXXx4sHX+rHN+KG8xfEKUdxAE0DhgQCCCCAAAIIdFaAib0ygXTwzIqRxs1bps+NJ1b9aWweOSC8BvV61KWj1EvpnMNrVJcO1x2ul/B451zWc677BZzfXpQx9dJ1R33tXZ7hnOvuL9GWK32UCCCAAAIIIIAAAggggAAUO8l5AAAQAElEQVQCE1+AN0QAAQQQQAABBBBAAAEEEEAAge4LMEMEEEAAAQQQQAABBBBAAIHJJ8DhM5Pvd7av35jPRwABBBBAAAEEEEAAAQQmtIA3p3pDav0lS85lybtexrnucNulw+NclnDbm2odJeeNt6VdypJzezh8X+l33f3rV1wX6w+6xI9vxI3nLYhTOYCm4UJirwjwIQgggAACCCAwCQTuumIsjm49eGZe/Hr5O2LTjP36B894/enwGtRr0lJ321HPlfr2xvie0l8vXW8Lc9bzbjucq5euO8ra3PUSbbnSR4kAAggggAACr0iAmxBAAAEEEEAAAQQQQAABBBBAoPsCzBABBBBAAAEEEEAAAQQQQAABBLovwAwRQACBXRbg8JldJuQBCCCAAAIIIIAAAgjsaQGejwACL1egbGCt3+fc8GbVkvM41x1ljOvDUR/nvtJu23jrXFv4Pm/mdZ/rLl9ceX2sP/hSP64RN5y3IF7LATQNFxIIIIAAAggggMBUF/DBM0e1HDyzefrceHzFO2PzyAEDB8943VnWn6V0zuH1acnV6+5zlL5S1nP+PTi/vaiPcX04fK9zLh1lTe5cibZc6etOyUwQQAABBBBAAAEEEEAAAQQQQKD7AswQAQQQQAABBBBAAAEEEEAAAQS6L8AMEUAAAQQQQAABBBCYfAIcPjP5fme8MQII7GsBPh8BBBBAAAEEEEBg0gh4g2r9Zds2spacx7nu0ve57nDb4XqJstm2tOtl6auXrnsTr8N1j6/XnXtxxXWx/qD2A2jexAE0/hUQCCCAwN4V4NMQQACBCSxw95Vj0X7wzLx4YuWfxKaZ+/UPnvFa01HWoC7dLuF1acnV66XffcN559xfL4frbjvMWErXS7Tl3FfW4q6XaMuVPkoEEEAAAQQQQAABBHZJgJsRQAABBBBAAAEEEEAAAQQQQKD7AswQAQQQQAABBBBAAAEEEEAAAQS6L8AMd1mAw2d2mZAHIIAAAggggAACCCCAAAII7GmBV/r8tg2tzg1vXi05f07ZRFvGuK8eHuN2Gee6w21Hqbv0Jl3nHG47Sm647jEvrrwuXlxyuT+iET6A5rSj5zTyJBBAAAEEEEAAAQSmlsDdVy2MI5ePNCa9efr8eHzFA7FpxsKBg2e87vRa0+vQUnfbUc/V6+6rR/2+Unc5HH6peq6062W97rGl7XpZgztXoi1X+igRQKB7AswIAQQQQAABBBBAAAEEEEAAAQS6L8AMEUAAAQQQQAABBBBAAAEEEECg+wLMEAEEEEAAAQQmnwCHz0y+3xlvjAACCCCAwL4W4PMRQAABBBCYdALesFp/6baNrSXnca47fJ9LRz1fr3tTrvsdbXXnSgxv6PU9zrnfdcf65W+I38090x/RiOvPnR+nHcMBNA0YEggggAACCCCwJwR45gQUuPvKsThy2czGm22aNj+eWPlAbJ7ZfvCM15v18BrU4fWn8/W6247S57rDbcd4dffVwy/pdr103eF1tst6OFfGl3xbrvRRIoAAAggggAACCCCAAAII7BYBHoIAAggggAACCCCAAAIIIIAAAt0XYIYIIIAAAggggAACCCCAAAII7FCAw2d2SDTRB/B+CCCAAAIIIIAAAggggAACOxIY3sTq8c4Nb2YtudJf2i4dzjtK3Rtv3XZZz7ldwvm2ej3nzb6l/bOf/Sy+9fRh8dMtx/vRjbj+nPlx+jGzG3kSXRdgfggggAACCCAw1QXuuWosjlw+0mDYNH1+/GbVA7Fpxlh4TVnWn6UsuR21PW44yj2ldL/rjnrd7Xr4JYfb28sNr8s9ti3nPIEAAggggEC3BZgdAggggAACCCCAAAIIIIAAAgh0X4AZIoAAAggggAACCCCAAAIIIIBA9wWYIQIIIDD5BDh8ZvL9znhjBBBAAAEEEEAAgX0twOcjgMCkFfAG1vrLe0Oscy5L3nXn3Hbdpduu18P50nZ9ePOtc+4veZfjhcf5AJpHHnkkfv7zn8fmzZvjvzaeFD/d3H4AzXXnLIjTj+UAGhsTCCCAAAIIIIDAVBC496qxOGJZ8+CZzTNG44mVzYNnxlt3Due9Bh3OuV3Wp67Xw/kSxb20S+l8ve52W5QxZa1dH9OWq/fvtTofhAACCCCAAAIIIIAAAggggAAC3RdghggggAACCCCAAAIIIIAAAggg0H0BZogAAggggAACCCCAAAI7FODwmR0SMQABBCa6AO+HAAIIIIAAAggggMDOCniDqzey1seXnMuSd72M82bb0nbp8DjnS+m68/Wy1Nvy7huO73znO/HYY4/Fli1bUqQDaDadFD/dcoI/phHXnb0gzjiGA2gaMCQQQKCzAkwMAQQQmKoCb7t6YRzecvDMpumj8fiKd8bmGWPhtWV93Vnq9Xz9oJlSr4/zWEfJuSxR8qU9Xunfkftc1qMt536vuYf72nIeSyCAAAIIIIAAAghMDQFmiQACCCCAAAIIIIAAAggggAAC3RdghggggAACCCCAAAIIIIAAAggg0H0BZjj5BKZNvlfmjRFAAAEEEEAAAQQQQAABBPaxwKT++OHNrZ6Mc8ObXEuu9Je2S0fJ+75Sd74e3qTrcK5eul6Pb33rW/Hoo4+GD5xx1A+gWb/sdbHu4Cv8EY144zkL4sxj5zTyJBBAAAEEEEAAAQS6IXDv1QvjsKUzG5PZNGMsHl/pg2dGBw6e8RqzrD3rdR82U/L1uscMh/uHc753R+GX9Jh6Wa/X+1z3Otqlx5Roy5U+SgQQ2CcCfCgCCCCAAAIIIIAAAggggAACCHRfgBkigAACCCCAAAIIIIAAAggggED3BZghAggggAACCCCwQwEOn9khEQMQQAABBBCY6AK8HwIIIIAAAgi8EgFvbK3f542vzrksededc9t1l2677nDbG3NL3WWJki9tl/Vcqf/bv/1b/PSnP436gTPlAJrDDz88VqxYERtWvD5eXHqVP64Rbzh7fpzBATQNFxIIIIAAAgh0T4AZTTWBt12zMA4f7+CZ5e+ILTMGD57xetNRDo9x3WtOt9vq7muLMrZeDtfdrod/N27XS9cdXj+7rIdzZXzJt+VKHyUCCCCAAAIIIIAAAgggMHUEmCkCCCCAAAIIIIAAAggggAACCHRfgBkigAACCCCAAAIIIIAAAgggMPEEpk28V5rkb8TrI4AAAggggAACCCCAAAIITAqB4c2ufmnnhje9lpz7vTm3tF06nHeUuseUtuvjxaZNm+JLX/pS/OQnP+kfPOMDaPz5Pnzm2GOPjUMPPTR8v5+9ftm1sX7JlX50I9549vw487g5jTyJPSjAoxFAAAEEEEAAgT0kIEW87eqFcdiSmY1P2DRjYTzug2dmth8847WjQ1JaR76cg2ckhZTvkwbL8kwpj5GqMnqXpN7PSPfHtktSaktKGUmp7fWupJQrP9pypY8SAQQQQACBfSrAhyOAAAIIIIAAAggggAACCCCAQPcFmCECCCCAAAIIIIAAAggggAACCHRfgBkigAACCOxQgMNndkjEAAQQQAABBBBAAIGJLsD7IYAAArsi4I2u9fslhXNStSFWyjmPk3K+jJGUNtFKVenNuR7rkJQ2/kpV/0svvRSf//zn46c//Wk6eMaHzfjgGYfrJ598cqxevTo91xuG/TxJ4QNo1o1zAM0bzpofZ3EATXAhgAACCCCAAAKTWUBSvO3qsThsafPgmY0+eGbFO2LryFhaJ3qNWI+ybnTOdYektBat191fDymPKTkpt6Vq/RrbLqnKSUpZKZepMc4PKa+nyxq6PqwtV++v16kjgAACCCCAAAIIIIAAAggggED3BZghAggggAACCCCAAAIIIIAAAgh0X4AZIoAAAggggAACCCCAwMQT4PCZifc74Y0QmOwCvD8CCCCAAAIIIIAAApNKQMobYesvLeWcVG2klXLO47wxV8ptSWnzr/P1KGMkpbSkNG7dunXx6U9/Oh599NF08IwPnHH40BmXZ599dhxxxBHhDcLlGaXu9oblr4t1S65Kzxz+8fp0AM3s4TRtBBBAYE8I8EwEEEAAgd0sMK23Xnz71WOxeslI48mbZu4XT6x4Z2yZsSCtKb0ulPL6UlI6YMY5h5TbUi69lpRy3f31kDSw7pSUniXlZ3uslOvSYBm9S1LvZ6R3kjRQRu3yATNuSnLRD+elwVy/kwoCCCCAAAIIIIDARBDgHRBAAAEEEEAAAQQQQAABBBBAoPsCzBABBBBAAAEEEEAAAQQQQAABBLovwAwR2KEAh8/skIgBCCCAAAIIIIAAAggggMBEF+D9dlVAam54larDZcrzpZxzW1LaXFs2zEq5LeWyjHFZNu0+++yz8clPfjJ+9rOfDRw840Nn/JwLL7wwVq9enTb8+h5vFHZZD0mxYfm1sX7p1X50I15/1oI461VzGnkSCCCAAAIIIIAAAhNXYFrvf6152zVjceiSmY2X3DRz/3g8HTwzP60/62vDtrrXkJLSmrJeH2+s89G7XDqkvJ51vZdO/6Sck3LppCQX2w2pGiNVdd/k9a80mHOeQACB7QnQhwACCCCAAAIIIIAAAggggAAC3RdghggggAACCCCAAAIIIIAAAggg0H0BZogAAggggAACCEw8gWkT75V4IwQQQAABBCa5AK+PAAIIIIAAApNWwBtg6y8v5cNmpGpTrJRzHiflvO+TlDYDl7yU22XT7h//+Mf427/92/jFL37ROHjGY6688so4/PDD0yZht+shaSAvKR0+s37pNdF2vf7M+XE2B9C00ZBDAAEEEEBg9wnwJAR2k8D06RFvu2ZhHHpw8+CZjT54Zvk7YuuM+Wk9WD9MRlLK1deNrks5Xx/r/HBIeb0avav0STnndi+d1rdSzkm5LPlSSjkvyamB8DrZCWmwz3lpMOdxBAIIIIAAAggggAACCCAw4QR4IQQQQAABBBBAAAEEEEAAAQQQ6L4AM0QAAQQQQAABBBBAAAEEEEAAgej84TP8jhFAAAEEEEAAAQQQQAABBBDYWQGpuQFWyofNSFWflHN+rjfmSrktKW3QdV6q6r/73e/iIx/5SPz6178Ob7TdsmVLKl0fGRmJ17/+9XHYYYele8vzXNbDm4frbddfXHZ1rBvnAJrX+QCa4+f4VaZEMEkEEEAAAQQQQGAyCsyYpnjbVQvj0IPaDp45IB5ffn9smTEvfEl5fel1oKRdPnimvr6UqmeX50s5J1Vl9C5JvZ+R1q4xziXlMe6WqrrbXgNLgznnCQQQQAABBHZGgDEIIIAAAggggAACCCCAAAIIINB9AWaIAAIIIIAAAggggAACCCCAAALdF2CGCCCAAAITT4DDZybe74Q3QgABBBBAAAEEJrsA748AAghMegFviK1PQqoOlyl5KefclvLm2XKflNuS4pe//GV88IMfjCeeeCLKoTO+x2Pnzp0b119/fRx66KH9zcOSUl3KpTf/OiRFfYOwc44Ny66OF5ZcHW3X686YH+dwAE0bRzeQUgAAEABJREFUDTkEEEAAAQQQQGCfC8yYrnjbNWNxyMHNg2demrF/OngmZi5Ih7zU14GS0nrRa8ESktI4tz1Wao5xn0PKfVK+R2q2pWYuepdU3RMRvUzzn9RcJ5dRXgNLKk1KBBBAAAEEEEAAAQQQQAABBBCY+AK8IQIIIIAAAggggAACCCCAAAIIdF+AGSKAAAIIIIAAAggggAACweEz/IcAgc4LMEEEEEAAAQQQQAABBBB4uQJStWG23CvlnFRtlpVyzmPKRl7XJaXNv48++mi8//3vjyeffDK80dZRDqAZGxuLN7/5zXHIIYe0bh728xzePOxwXdLAATRS/pyXll8T65ddG23XtWfMj3OPn9vWRQ4BBDolwGQQQAABBCaTwMwZirddvTBWHdR28MwB8cTKd8bWGfPSlMo6sF66XkJSfz3pdaNUtcuYUkpVn5TXkqXPpaSoX5LSutY5qaq77ZCaOa95S5/LEs5LKk1KBBBAAAEEEEAAgVckwE0IIIAAAggggAACCCCAAAIIINB9AWaIAAIIIIAAAggggAACCCCAAALdF2CGCEw8AQ6fmXi/E94IAQQQQAABBBBAAAEEJrsA798JAam5MVbKh81IVZ+Uc2XSUm4/8sgj6eCZp59+OnV5s22J/fbbL9asWRMrVqxIG4UlpU29klK7bPyVct5tbyR2KWngAJqSe3HpVbFuafsBNNecMS/O4QCa4EIAAQQQQAABBCaCwMwZEfemg2d6laEX2jhyYDyx4h0RM+aldWF9DShVa0OvAR2SGuOcbwspj3WfNPgsKbelPEaq2tG7JPV+Dv6TBnNS1Zaquu/yOlgazDlPIDDpBZgAAggggAACCCCAAAIIIIAAAgh0X4AZIoAAAggggAACCCCAAAIIIIBA9wWYIQIIIIAAAggggEBMwwABBBBAAIGuCzA/BBBAAAEEEEBgVwS8UbZ+v5QPl5GqzbNSlZMUP/jBD+I973lPPPvss+nWLVu2pNLPWrx4cdx+++2xZMmSgQNnJKW2NwOXkJQ2E5d2ffNxqZc+ly8uvTLWLXtdtF3XnjEvzj1hblsXOQQQQAABBDohwCQQmAwCIzMUb/PBM4vbDp5ZnA+emTkvTcXrO0n99aCkgUMIJaU+rwulXPc9OwqpWndKuS7lMrZdUtWWcl3Stt5I69YYurzWdUqqxrntvDSYc55AAAEEEEAAAQQQQAABBF6JAPcggAACCCCAAAIIIIAAAggggED3BZghAggggAACCCCAAAIIIIAAAgjsfYG9ffjM3p8hn4gAAggggAACCCCAAAIIIIDALghIzY2yUnXYTHm0lHPf+c534t3vfnesW7cuvNHW4TE+gGb58uVx5513xkEHHZQ2CjsvKW3elZRyUi7LpmEp95e2Nxe7Lmlg87FzjheXXBHrlrYfQHPN6fPivBPmxF64+AgEEEAAAQQQQACBIYGRmYp7rx6LlYtnxvC1cWRxPL78vtg6fU5aG3rNJ6m/PpQ0sPaTlPrq41z3enA4pDzWeWlwbVlyse2Scr+klJFyWda0Tko557pDqtpSVXef75MGc84TCCCAAAKdEWAiCCCAAAIIIIAAAggggAACCCDQfQFmiAACCCCAAAIIIIAAAggggAAC3RdghggggAACCASHz/AfAgQQQAABBBBAoPMCTBABBBBAYHcIeONs/TlSPmxGqjbTPvzww/Gud70rNm7cmDYNe7zvc6xevTruuuuuWLRoUb/Pm309RlLKuS3JqX675CSlnKS00bjkyyZjSf0NyS8uvSJeWHpttF1Xnz4/zj9xTlsXOQQQQAABBBBAAIE9JDBrRPG2q8ZaD555aWRx/HrZfREz5oavss6TqvVfWfOVPpfOSUprQ9enTZvWXw+63yHlfql6VslLinJJ6q81JaW0lEs3JPX73S4h5TWx25Jc9MNrYGkw1++kggACCCCAAAIIIIAAAggggAACr1CA2xBAAAEEEEAAAQQQQAABBBBAoPsCzBABBBBAAAEEEEAAAQQQ2PsC0/b+R/KJCExxAaaPAAIIIIAAAggggAACk1JAqjbWlglIOScpHnrooXjPe94TW7ZsCW+0dUh5s+2RRx4Zd999dyxcuDDdKilt3nXDm39dSnKR8s45JPU3E0u57nwJbzKWqrxU1TcsvTJeWPq6aLuuOm1+nH9C3tzc1k8OAQR2gwCPQAABBBBAYJvA7BHFvVctjBWLZ27LVMVLIwfF48vvD83MazOv8ySlNWCpe83nukPKfc5Jg3VJA2tJj/c4l1LVJ+W6lEv3O6LlkvKYlq70WV7zuk+Si344Lw3m+p1UEEAAAQQQQACBLgkwFwQQQAABBBBAAAEEEEAAAQQQ6L4AM0QAAQQQQAABBBBAAAEEEEAAge4LMEMEEAgOn+E/BAgggAACCCCAAAIIINB5ASaIwO4SkPJhM/XnSYqvfvWr8YEPfKCe7h9Ac9xxx8W9994b8+bNSxt0pbwJV1K/7c2+ktImY6lZSjnncSW8kVhq5t3vPseGpVfEC8teH23XVafPi/NPzJuc2/rJIYAAAggggAACCOy6wOyRafngmQNnNB62YeZB8YQPnpkxJ60LvY6TqjWipLQ+rOdd9zpPyn31eulzKQ0+R8rj3VdCyjlJ4ct5SeldpFw675Dkoh9StS6WBvs4eKbPRGUfCPCRCCCAAAIIIIAAAggggAACCCDQfQFmiAACCCCAAAIIIIAAAggggAAC3RdghggggAACCCCAAAJ7X4DDZ/a+OZ+IAAIITHUB5o8AAggggAACCExqAanaaOuJfOUrX4mPfexj6bAZt+tx4oknxn333RezZ89Om3jLRlwpb9CVqtKbfX1vKSWle6RcOi8N1p3zhmOH6yWkPM75DUsujxeWjnMAzWnz4oKTOIDG7gQCCCCAwG4X4IEITHmBObMU9149FstbDp55adbB8cSK+yNm5HViWcd5/eZw26XD9RJuSwqXDkn9A2qG275HUlpTuu6QcltS1C8pt6XB0mOknHO9hNe1rkuDfc5LgzmPIxBAAAEEEEAAAQQQQKCzAkwMAQQQQAABBBBAAAEEEEAAAQS6L8AMEUAAAQQQQAABBBBAAAEEEECg+wIxbQrMkSkigAACCCCAAAIIIIAAAgggsFsFpLyh9p/+6Z/iE5/4RHq2NHgozSmnnBL33ntv6is/pGqMlJ8h5dJjvCG4lJL6G4Wlqu4xOxuS0mbkDUsvj7XjHEBz5Ws5gCa4EEAAAQQQQACB3Sww1wfPXLUwli+a0XjyS7OWxOPL7gttO3hGUhpT1niSWteB5XAZlx4rKa31XHdOqu5zTqraUq5LuYzeJeW6pF4r0mdG75Jyu1ft51x3SOP3cfCMhQgEEEBgXwvw+QgggAACCCCAAAIIIIAAAggg0H0BZogAAggggAACCCCAAAIIIIAAAt0XYIYIIIAAAgjsfQEOn9n75nwiAggggAACCEx1AeaPAAIIINAJgX/8x3+Mv//7vx+Yi5QPlznjjDPizjvvTH1SzklKm3cl9fNSs+6Nwh7gUlJ/Q7GkdH/JS7lPynlvOHa43zFc37jsinhh2Rui7fIBNBeeNKetixwCCCCAAAIIIIDAyxSYO3ta3HPVWCxrOXhmw8iSeGLF/QMHz5S1m5TXdW47JKW1oNd1Dknhst7nukOq7pVyXVK6v94vKXxJSmtLSW6muitSbg/XS9sHzJS6yxLOS9W9JU+JAAIIIIAAAggggAACCCCAQOcFmCACCCCAAAIIIIAAAggggAACCHRfgBkigAACCCCAAAIIIIAAAlNAgMNnpsAvmSluX4BeBBBAAAEEEEAAAQQQQODlCnzmM5+Jf/iHf0i3eaNtqmz7cc4558Stt97a38DrtJQPoHHdIVVtKW/SldS/p75BuIyv51z3xmNJ/Q3Fzkka2JDsMSXvcsOSy8Y9gOaK186Pi06aG1wIdFWAeSGAAAIIILA3BOb1D56Z2fi4DbOWpoNnYtpIWvdNmzatv5aT1Fqvr+fa6vVn1Pul/DxJ4UtS+szhutslJJVqf2xJSM31a+nzeliq7i15SgQQQAABBBBAYF8I8JkIIIAAAggggAACCCCAAAIIINB9AWaIAAIIIIAAAggggAACCCCAAALdF2CGCCCw9wU4fGbvm/OJCCCAAAIIIIAAAghMdQHmj8CkFvi7v/u7+PznPz8wB2+4deKCCy6INWvWpM26zknVJlwpb9iVck6qSmmwLik9Q1LahCzl0puLpcE+5xyS+gfP1DceD9dfWnp5rFt+XbRdl792Xlz4ag6gabMhhwACCCCAAAII7Ehg3pxpcc9VY7HsgBmNoT545jcr7g9NzwfPSHlNV9ZxLh2S0vrP9enTp6e6pP46T1I/5zEOKT9LqkrnHVIe73r0LqkaI1X1Xlf/n6R+3RUpr2NL3WWJ4TVvyVMisE2AAgEEEEAAAQQQQAABBBBAAAEEui/ADBFAAAEEEEAAAQQQQAABBBBAoPsCzBABBBBAAAEEEEBgCghMmwJzZIoIIIAAAtsVoBMBBBBAAAEEEEBgZwX+9m//Nr70pS+1Dr/44ovjxhtv7PdJeZOuVG3elaqcpHTATNmwKyndK1VlfZOwOyX1NxtL269vb7PyiwdfEi+McwDNFafOi4s4gCa4EEAAge4JMCMEENiTAgvmKO69aiyWth48syyeWH5/xLSZaf0nKa3pvNaTcl1S6nPOMbyWkwb7PaZEfayUn+e+6F0uJfVqkZ4vKZWx7ZJyW6rKbV2pkPL61Q1JLvpR1rH9BBUEEEAAAQQQQAABBBCYAAK8AgIIIIAAAggggAACCCCAAAIIdF+AGSKAAAIIIIAAAggggAACCCCAQPcF9v4Mp+39j+QTEUAAAQQQQAABBBBAAAEEEJh8Ah/+8Ifjf//v/9364ldeeWVcf/314Q249QFS3qwrVRt1JcXWrVv7w6Q8xgkpj5Ny6Zw3DJeQlDYLuy1VdbeHQ1LUNyIP119acmmsXXZdtF2XnzovLj55blsXOQQQQAABBBBAAIEhgQVzp8XdVy6MJfvPGOqJWDdjSTy+/O2h6eMfPDO8jhtet0nqH1YzPFbKa0Ipl+6XFL7qdUlpHem8Q8rt4fWr+0pIzXVq6fN9kkqTEgEEEEBgPAHyCCCAAAIIIIAAAggggAACCCDQfQFmiAACCCCAAAIIIIAAAggggAAC3RdghggggAACCEwBAQ6fmQK/ZKaIAAIIIIAAAtsXoBcBBBBAAIEdCbzvfe+Lr33ta63Drr322njd616X+qRqg25K9H5IOSdVm3OlKiepvxFYatalKlc2ELt0SLmv1EspqX/wzPDm5TLG5call8a6FW+KtuuyUziAps2FHAIIIIAAAghMXoE98eajc6fFPVeOxZIDmgfPrJ1+cHxn1vXx3PPr0npPUv8QGam97rWblNd4pe5128sJKT9bUviS1P98Kdfb8s6VkPJ61W1JLgZCauYGBtBAAAEEEFn3IvkAABAASURBVEAAAQQQQAABBBBAYB8J8LEIIIAAAggggAACCCCAAAIIINB9AWaIAAIIIIAAAggggAACCCCw+wU4fGb3m/LEXRPgbgQQQAABBBBAAAEEEEBgQgm8613vioceeqj1na6//vq46qqrBvqkaqNu6ZByTqo26Uo5NzzGbSmPk3LpnDccS0obh92WlDYvSzlX+r1JudSl3FfP1eset+Hgi+OF5ddH25UPoJnX1kUOgV0V4H4EEEAAAQQmvcDY3Glx95UL4+D9mwfPPD/toPh/s2+ILVsVzz33XDz77LNp7eb1l6RUl/JazTmH12lS7huuu78eUr5XGiyjd0k516umtaMkVwdCaubKAEmxdevW1JQGx5V86uQHAggggAACCCCwYwFGIIAAAggggAACCCCAAAIIIIBA9wWYIQIIIIAAAggggAACCCCAAAIIdF+AGSKAwBQQ4PCZKfBLZooIIIAAAggggAACCGxfgF4EEGgT2LhxY/zlX/5l/N//+3/buuOmm26KSy65pLVPqjbslgFSzknVBl5pMCflPklpo7DvlXJdymXZdCwpbVp2W6r6pCrvvvrGZbclhXOlLileWnJJrFt5Q7Rdl50yNy55DQfQtNmQQwABBBBAAIGpKzA2b1rcdZUPnpneQFg7fUn8vzk3xuatEVu2bEnx1FNPpQNoJPXXcF6PlfD6TMp99br7pZx3fbyQqvWgx0TvknJOapa97vRPUirLDymvT92WBvt88Iw0mPM4YjIJ8K4IIIAAAggggAACCCCAAAIIINB9AWaIAAIIIIAAAggggAACCCCAAALdF2CGCCCAAAIIIIAAAgjsfgEOn9n9pjwRAQQQ2DUB7kYAAQQQQAABBBDY5wIvvPBC/NVf/VV85zvfaX2XNWvWxAUXXNDaV5JStXF3OCdVm3alXJeUDpyRqvskpVulXKZG74ekNLZXTaU3GEs5V+ouHZIaG5wlpQNovLG5jNlw0EWxbkX7ATSXvsYH0MwNLgQQQACB3SjAoxBAYNIKLJw/Pe6+ciwO3m96Yw4vzl4Zjy97e2ja9HTojA+f8aEtLp944ol47rnn0tpMUiqnT5+e1mWSUum2VNW9VquHlNd8UlVG75KqtlTVe10D/yT121KuS1Xpd/UAKedcdzgvDeacJxBAAAEEEEAAAQQQQGAHAnQjgAACCCCAAAIIIIAAAggggED3BZghAggggAACCCCAAAIIIIAAAgh0X2AKzHDaFJgjU0QAAQQQQAABBBBAAAEEEEBguwL1zmeeeSYefPDB+P73v19P9+u33357nHPOOf329iqSwht162OknJPG37wrVX1SrktKB81IuSybkKVm232S0oZm19tCyv3e4Ox+SbHh4IvihXEPoJkXl57CATTBhQACCCCAAAJTWmDh/Glx9xWjcdB+MxoO62etjCeWvz1mzZ4dCxcuTOtArwV98EyJxx57LJ5//vl00IzXYA5J/baktIaTBtd4ZVwppdwvVaX7YtslKdUkDawhU7L3Q1LvZ/7nd5TyGtUZqepzu/S7TiCAAAKTXYD3RwABBBBAAAEEEEAAAQQQQACB7gswQwQQQAABBBBAAAEEEEAAAQQQ6L4AM0QAAQQQQACB3S/A4TO735QnIoAAAggggMCuCXA3AggggAAC+0zgD3/4Qzp45kc/+lHrO9x9991xxhlntPaNl5SqjbxljJRz0uDGXvdL6m8QdtshyUU/L1VtbzKWNNAnadxNyx5fQsr31Q+geSkdQHNjtF2XnDwvLuMAmjYacggggAACCCDw8gUm3R37+eCZK8di8TgHz/xmxX29Ndj0tC6bN29eHHjggVEOnamXXmuuW7cuHTgjKZVen0lV3e16SOo9e1p6tjRYl3I7epekNKZX7Zfbq5c+HzBT6i7rIanepI4AAggggAACCCCAAAIIIIDAyxFgLAIIIIAAAggggAACCCCAAAIIdF+AGSKAAAIIIIAAAggggAACCHRAYFoH5sAU9qgAD0cAAQQQQAABBBBAAAEEpobAb3/723TwzKOPPtqYsA9nefvb3x6nnHJKo29nElI+bKY+Vso5aXAzb9n467FS1SflulSVktKmYqkqvUlZym3X/e6S0mZlt3cmXjr4wnhhZfsBNBenA2jmBVfXBJgPAggggAACCGxPYP8F0+KuKxfG4oUzGsNenHNI5INnpvXXZl5zLVzYG7948cABNJs3b44NGzbE9773vVR6reaxkvqH0LhdD0lpLSflsq0vepeU14C9anqPUkpyNYVU1Z2Q8pq01F2WqK9LS44SAQQQQAABBCa7AO+PAAIIIIAAAggggAACCCCAAALdF2CGCCCAAAIIIIAAAggggAACCCDQfQFmiAACCOx+gWm7/5E8EQEEEEAAAQQQQAABBHZJgJsRQGCvC/zqV79KB8/84he/aHz2rFmz4r777ouTTjqp0fdyElK1sbfcJ+WcVG0ClnJdUto0LKkMT203pMFc2YAsKY0Zr13yw6Wk/mZnKT/jpYMujBdWjHcAzdy47BQOoAkuBBBAAAEEEJgSAvsvmL7t4Jnpjfm+OOfQeGLZ2/qHw0hKda+3JMXixYvjoIMOCh8649iyZUs6jGbt2rXx7W9/O3zAi6T+Wsz31UNSep7ULKWci94l5TVcr5rWg1JuS3IqhVTVnZDyWrTUXZYo71XalHtIgMcigAACCCCAAAIIIIAAAggggED3BZghAggggAACCCCAAAIIIIAAAgh0X4AZIoAAAggggAACCCDQAQEOn+nAL5EpIIDAnhXg6QgggAACCCCAAALdFvjZz36WDp55/PHHGxOdN29eOnjmVa96VaPvlSSkaoNvuV/KOWlwM3DpdylVfVKue1Oy+0pIGtho7P56SEobl+u54fr06dP7G58lxUsHXxgvrLwp2q6LT54bl5/KATRtNuQQQGByCvDWCCCAQJvAAQumx91XjsWBY82DZ9bPPiSeWHZvWmNJeS1W1leSUt7tFStWpANoysEzpXzqqafiG9/4Rn/95bH1kKpnDOclhS9J/TVgabt0SHKRQsp1qSp9wIw7pZxz3eG8NJhznkAAAQQQQAABBBBAoAsCzAEBBBBAAAEEEEAAAQQQQAABBLovwAwRQAABBBBAAAEEEEAAAQQQQKD7Asxw9wtM2/2P5IkIIIAAAggggAACCCCAAAII7JLAXrv5Jz/5STp45sknn2x85sKFC+P++++Po48+utG3KwkpHzZTf4aUc1Jzk6+Uc1IufZ+U696ELKm/4dhthyQP6+clpc3PUi49Zjgk9cf7EBr3S4oNi8+PtSvaD6C56NVz44pTOYAmuBBAAAEEEECgkwKLRqfHXVeOxaK2g2fmHBq/Wf62/hpLUqqXNZRLh5TzRx55ZBx44IGxefPmKIfPuO4DEP/jP/6jca+U75OqNZpU1aN3Ser9jLSGi94lKdWlXPZS6Z+kVPpHOVjGpdtS1ee289JgznkCAQQQ2EMCPBYBBBBAAAEEEEAAAQQQQAABBLovwAwRQAABBBBAAAEEEEAAAQQQQKD7AswQAQQQQAABBDogwOEzHfglMgUEEEAAAQT2rABPRwABBBBAoJsC//Vf/5UOnvnjH//YmOCiRYvivvvui8MOO6zRtzsSUj5spv4sKeek5mZfSf2NxOUeSakqKfWlRu+HlNtSLsumZ0lpU7OUS+fHC0lRDqDxmI0HXxBrV7452q4LfQDNazmAps2GHAIIIIAAApNLgLetC/jAmTuvGO/gmdXxm2X39tdWklLd6yapqrtdj2OPPTYOOOCAdPiMD54ph9D8+Mc/joceeiit6Txeys+QqlLKaztJ4auMk3JbyqX7pGZdyjkprzmHx7ntkPI41wkEEEAAAQQQQAABBBBAAIEuCjAnBBBAAAEEEEAAAQQQQAABBBDovgAzRAABBBBAAAEEEEAAAQQQQODlC3D4zMs327d38OkIIIAAAggggAACCCCAAAK7LPC9730vHTzz3HPPNZ61ZMmSuP/++2PVqlWNvt2ZkKqNv+W5Us5J42/6lao+KdelwXJ4M7LbDklpY7SUS+dK+LCZEs5J6h9AIyk2HnR+vDDeATQnzY0rTuUAmtidF89CAAEEEEAAgX0msL2DZ9bN9sEz9/TXVJJSfXj95LbD6yuXkmL27Nlx4oknxtjYWDqAxofPlENovvOd78TDDz/cP4Cm3COpn5MUvup9bks5LymNdc4hyUWKrVu3pj6XTkhVn9sl7zqBAAIIIIAAAntRgI9CAAEEEEAAAQQQQAABBBBAAIHuCzBDBBBAAAEEEEAAAQQQQAABBBDovgAzRAABBDogwOEzHfglMgUEEEAAAQQQQACBPSvA0xFAoFsC3/72t9PBM+vWrWtMbMWKFXHffffF0qVLG317IiHlw2bqz5ZyThrcEOwxktKmYUluppBy3ZuQnZCqtqT+eKmqe6yU267vTEiKDYvPi7XjHUDz6rlx5Ws5gMa/AwIBBBBAAAEEJq/AgWPT464rxmLR6PTGJNbPOSx+u/ye/vqqbQ0lqX8YTemXlA71kxSjo6Nx6qmnxrx586IcPONDaBxf+9rXwockStU6Tcr12Hb5mduqqZDUL6Vcd0Kq6qVdDpiRBvtKv8upHswfAQQQQAABBBBAAAEEEEAAAQS6L8AMEUAAAQQQQAABBBBAAAEEEECg+wLMEAEEEEAAAQQQQAABBF6+AIfPvHwz7kAAgX0rwKcjgAACCCCAAAIIIPCKBb71rW+lg2c2btzYeMbq1avj/vvvj8WLFzf69mRCyofN1D9DyjmpuTG4jJOUNj67LclF2ujsilS1JaVxklK/NyzXQ8p5KZf1vrb6S4vPixdW3RJt1wUnzY0rT+MAmjYbcggg8LIFuAEBBBDY6wKLF06Pu64ciwPaDp6Ze3j8Ztnd/fWUlNdYXi9JVd3tElLOT58+Pa3HXLpv0aJFcfrpp8eMGTPCh874EBqHD4f54he/GI888kj/czxeUr8t5WdG75JyXcplL5X+SWqUfraTUu5z3VHyrhMIIIAAAggggAACCOwDAT4SAQQQQAABBBBAAAEEEEAAAQS6L8AMEUAAAQQQQAABBBBAAAEEEECg+wLMsAMCHD7TgV8iU0AAAQQQQAABBBBAAAEE9qxAN57+H//xH/Ge97wn2jbYHnnkkXHffffFfvvtt08mK+XDZuofLuWcNLhB2GOk8XPeoFzGSEoblSWlDc/SYOmx9ZDy+JKTFGWTdMm53HDgOeMfQHPi3LiKA2iCCwEEEEAAAQQml8Di/Wakg2f2XzC98eLr5hwev112d3895fVQCUlpvVXaw6XXUpIaa6qVK1fGeeedlw6f8QE0XqO6dHzyk5+Mn//85wOfF0OXpH5Gaq/7mVJeU3qwVI1zu/S7TiCAAAJZgJ8IIIAAAggggAACCCCAAAIIINB9AWaIAAIIIIAAAggggAACCCCAAALdF2CGCCCAAAIIIIDAyxfg8Jk6RhGkAAAQAElEQVSXb8YdCCCAAAII7FsBPh0BBBBAAAEEXrbAv/7rv8YHPvCB1vuOPfbYeMc73hELFixo7d9bSanaGFw+U8o5aXCjsPsl9Tcku+2Q5CJtgE6VbT+8CVpSf7ykNMZ5h5T7XHd4k7TDdUmNzdLO+wCatStvibbr/BPnxtWnz2vrIocAAggggAACOyvAuL0mcNDCGXHn5WOx3/y2g2eOiN8uuyu9i9dAUrVukjSwpnK/Q8p5r6ckDaylpHy/pPABiBdeeGE6HNGHzjh8IIzLj370o/G73/0ufEnVPaVdSkmuppByXapKP8+dUs65XkJq5kofJQIIIIAAAggggAACCCCAwF4S4GMQQAABBBBAAAEEEEAAAQQQQKD7AswQAQQQQAABBBBAAAEEEEAAgUkgwOEzu/hL4nYEEEAAAQQQQAABBBBAAIGJLfCVr3wl/uZv/qb1JU844YR44IEHYtasWa39ezsp5cNm6p8r5ZykdHhMva/UJZVqf4w3Pjsp5T63JaV+abB0n0Oq8m57w7RLSQObpp1zvLT4nFi7ak20XeedMDeuOm1+W9ekzPHSCCCAAAIIINBNgYP3mx53XjkW+y9o/s8l6+YeEb9bflf/gBlJrXWvi+qxvTVUvU9SnHTSSXHeeeeFD5zxQTEuHS+88EJ85CMfieeff76/foveJan3MwZy0buknO9V02E2Ul5Dui1VfW77c1wSCCCAAAIIINAUIIMAAggggAACCCCAAAIIIIAAAt0XYIYIIIAAAggggAACCCCAAAIIINB9AWaIAAIIIPDyBZr/b+qX/wzuQAABBBBAAAEEEEBgbwrwWQgggMBOC/zTP/1TfPzjH28d/5rXvCbuv//+tHG3dcA+SkrVRuHyClIzV++TlOYhKaWlXHoTtKTU5456W8r5knPpkJQ2VUu5rG+QLnWPK/HSgWePewDN+SfOiatP5wCa4EIAAQQQQACBCSlw8P7T484rFsZ+85v/U8m6uUfG75bdld5bUlofef0jVWsot0tI1RjnJDUO75Pa7z3zzDPjrLPOSofG+OAZHw7j8sknn4wPfehDsWnTpvAlyUVa20m57oRU1Uvbzyh1l/WQBsfX+yZYnddBAAEEEEAAAQQQQAABBBBAAIHuCzBDBBBAAAEEEEAAAQQQQAABBBDovgAzRAABBBBAAAEEEEAAgUkg0Px/VE+Cl+YVEUBgIgnwLggggAACCCCAAAIITEyBz33uc/H3f//3rS932mmnxT333NPaNxGSUvOwGSnnJKUNxzt6T0lpiKQ0XlJql83Qkvp55+ohKW2wlvKYcuiMpMYmat+3cfE58cIhb4m267wT5sQ1p89r6yKHAAKTSoCXRQABBLolsOSAGXHnFWOxsPXgmaPid8vuTBP2WkfKayJJaY1U1kbuawtJ/TWTpHSPlMvh8VLOX3zxxXHyySenA2jKwTEuf/azn8UHPvCB/jOk/C6x7ZKUalJV+j4npZxz3VHyrhMIIIAAAggggAACCLQLkEUAAQQQQAABBBBAAAEEEEAAge4LMEMEEEAAAQQQQAABBBBAAAEEEOi+ADNE4OULcPjMyzfjDgQQQAABBBBAAAEEEEBg3wrw6TsU+PSnPx2f/exnW8edddZZcccdd7T2TaSklA+bqb+TVOWkwc3EUm5LufR9Uq5L6h8047w3PUtVrt523SEpbXIu9bLJWlJ/M7X7HJJiw6KzYu2qt0Tbde4Jc+OaMziAps2GHAIIIIAAAgjsfYEl+8+IOy4bjYXzpjc+fN28o+N3y/Ja0euctpDUXye5X1J/fSQN1t1fDymvwZyTlJ4TvUtSvOENb4jjjz++fwCND4txfP/7348Pf/jDvVGR1nSx7ZK0rRbpHmn8taKfI1Xj+zdSQQCBiS3A2yGAAAIIIIAAAggggAACCCCAQPcFmCECCCCAAAIIIIAAAggggAACCHRfgBkigAACCCCAAAKTQIDDZybBL4lXRAABBBCY2AK8HQIIIIAAAghMLIFPfvKT8YUvfKH1pc4777y49dZbW/smYlKqNhCX95OauXqf65L6G5MlOZXaklLpRNnwLMnNlHeuHpLShmjnJKVN1T6ERlLKu+6+Ei8deFY8P94BNMf7AJr5wYUAAggggMBkFeC9uyGw9IAZcecVY7FwfvPgmRfmHhW/W/rWNFGvbyT110iS0vrH+XpISmsk56TBunMOSeleKZf1XPQuSanf+euuuy4OP/zwdJiMD4wp8c1vfjM+85nPRLkklWoqpWqNKA32eYDUzDlPIIAAAggggAACCCCAAAIIDArQQgABBBBAAAEEEEAAAQQQQACB7gswQwQQQAABBBBAAAEEEEAAAQQQaAp07fCZ5gzJIIAAAggggAACCCCAAAIITBmBj33sY/HP//zPrfO95JJL4uabb27tm8hJqdpIXN5TyjlJaUN0ybuU5GIgpJyTBktvcJaUniEpbXqWctt9DinnXXdIVVuq6uUgmo0HnhVrV7Uf8HPu8XPi2jN2ywE0wYUAAggggAACCLxcgWWLZsadl4/F2Lzm/zTywtyj48lld6RHbm/N474SkloPnnG/10Yl3K6HpLTuit4lKdWlvAabN29eXH/99bF06dKBA2iid3md65DUa1X/pLw2dEYa7PPhNc4TCCCAAAIITFIBXhsBBBBAAAEEEEAAAQQQQAABBLovwAwRQAABBBBAAAEEEEAAAQQQQKD7AswQAQQQQGASCDT/H9aT4KV5RQQQQAABBBBAAIGJJMC7IIAAAhND4MMf/nD8y7/8S+vLXHHFFWkTb2vnJEhK1Ybi8rpSM1fvc11SOlim1F1647NU5YfbktIGaOdLSDkn5dJ5b6Z26XBdyn2uv3TgmbH2kPYDaM45fk68jgNoggsBBBBAAAEE9q7AskUz4o7LR2O07eCZecfEk8veml7Ia5t6SGqsjdwvqX/wjNteA7msh5TXXM5JSs+Rchm9S1I/JynKtWjRorjppptiv/32K6l0EI0bn/70p+PrX//6wBqvHDAjVc/wWIfUzDn/yoK7EEAAAQQQQAABBBBAAAEEEECg+wLMEAEEEEAAAQQQQAABBBBAAAEEui/ADBFAAAEEEEAAAQQQQACBpgCHzzRNyCAwuQV4ewQQQAABBBBAAAEEpqDA+973vvja177WOvNrrrkmXv/617f2Taak1DxsRso5Sf0NyGVOkkq1X0o5JymNl5T6yoZoSf28pLQZ2n3jRdlkLam/+VpSuu+lRT6A5rZou872ATRnzm/rIocAAjsrwDgEEEAAgZ0WWL5oRtx5+ViMzm3+TyJr5x4TTy69PT3Lax4pr4dK3eVwSOqvfep9ktI6yDmp+Rwp90fvknK/1Cx9/8qVK9MBNLNnz+4fPNO7LdU/8pGPxH/+53+mddt4B8+UvO8hEEAAAQQQQAABBCaxAK+OAAIIIIAAAggggAACCCCAAALdF2CGCCCAAAIIIIAAAggggAACCCDQfQFmiMAkEGj+P60nwUvziggggAACCCCAAAIIIIDARBLgXfatwIMPPhgPPfRQ60u84Q1viKuvvrq1bzImpXzYTP3dpSonqd6VNiQ7IVV5KdclpX5JHpI2Skvql5L6/d4ALeU+1x1S7m87gMb9zr+06Ix4/pBxDqB51Zx4/VkcQBNcCCCAAAIIILBHBZYfOCPuuHwsFox78Exeq3j9Ug9JaV3UlvM6p54v9ZKXqnulXJdyGb1LUv/ZUl5TxbZLqtZ2xx57bDqAZltXOnjGdR8s8653vSt+8pOfuJnWbKmy7Yf7JW1rUSCAwO4U4FkIIIAAAggggAACCCCAAAIIINB9AWaIAAIIIIAAAggggAACCCCAAALdF2CGCCCAAAIIIIAAAk0BDp9pmpBBAAEEEJjcArw9AggggAACCEwRgS1btsRf/MVfxMMPP9w64xtuuCEuv/zy1r7JnJSqDcllHlIzV+9zXVJ/Y7Ikp1JbUiqd8MZpSWkztJTzzpWQmjn31TdaD9c3+gCaVXlTdwxdZx03J95w1oKhLE0EEEAAAQR2SoBBCOxQYMXimXHH5QtbD555Yd5x8eTS29K6x+sZqVrnSOrn3VeirHNK26VU3VfaLush5THRu6Rcl6qyl07/fI8rUu5z/ZRTTkkH0PhAGbdLbN68OXwAzW9/+9uS6peS+nUqCCCAAAIIIIAAAggggMAkF+D1EUAAAQQQQAABBBBAAAEEEECg+wLMEAEEEEAAAQQQQAABBBBAAAEEJoDAHj58ZgLMkFdAAAEEEEAAAQQQQAABBBDonMD69evjf/2v/xXf/e53W+d28803x0UXXdTa14Wk1DxsRso5Sf3DZMpcJZVqv5RyTlIaLyn1SVUpqd/nzdDjx7Qom7ElNeqbFp8Zzx9ye7RdZx43O15/1vy2LnIIIIAAAggggMArFlhx4My447LRWDBHjWe8MP9V8bslb0kHzEhK652yzpHUX8vUc231kquvg0pOUv/5zknNz5EU5fKYcsCMVOUlxbnnnhvXXnttGRpl3HPPPRcPPvhguHRnybtOIIAAAgggsGcEeCoCCCCAAAIIIIAAAggggAACCHRfgBkigAACCCCAAAIIIIAAAggggED3BZghAggggAACTQEOn2makEEAAQQQQAABBCa3AG+PAAIIdFzg2Wefjb/8y7+MH/zgB60zvfXWW+O8885r7etSUsqHzdTnJDVzpV/Km5glpQ3WzktykdqSUumENz9L6m+YlnKf8w6paktVvb7xul73PRsXnR5rD31rtF1nHTcn3sABNG005BBAAAEEEEDgFQisXDwj7rhiNObPaf5PIGvnvSp+d/CagXWO1yoOSengGUmpv55rq0tK40ufy3pISs+J3lXyUl47Sepl8z/3uSapvx4rbZeOK664Ii655JL+wTOSInodv/nNb9IBNJs3bx64t9fFPwQQQAABBBBAAAEEEEAAAQQQ6IIAc0AAAQQQQAABBBBAAAEEEEAAge4LMEMEEEAAAQQQQAABBBBAYAIINP+f1xPgpXgFBLokwFwQQAABBBBAAAEEEEBg9wn84Q9/iL/+67+ORx55pPWhd9xxR5x11lmtfV1MSs3DZqQqJ2lg2tJg251SzklKG5YlOT3uRmlvji4hKY0rbZf1Q2eG69s7gOZMH0Bz9vzgQmCyCvDeCCCAAAITQ2DVQTPijsvHYv7s5v/84YNnnlyy6wfPeM3jqK91JKV1kaT+mspjondJ6v2Mfl6q2mVM9C4p53vVNNZlCUnxxje+Ma11pWqc+3/yk5/Eu971LlcJBBBAAAEEEEAAgT0swOMRQAABBBBAAAEEEEAAAQQQQKD7AswQAQQQQAABBBBAAAEEEEAAAQS6L8AMEUCgKdD8f183x5BBAAEEEEAAAQQQQAABBCaTAO/aUYHf/va38eCDD8ajjz7amKGkuPfee+O0005r9HU9IVWHzZS5SnlD8tatW1s3LnucpH6fJKdSW1IqnSib9AVuNAAAEABJREFUoaWck+R06nefQ1LrRuvSV9+U7ZwPoHn+kLdG23XmsXPijedwAE2bDTkEEEAAAQQQ2LHAqoNmxlsvH4t5bQfPzD8+6gfPeF1SQlJ4zSIprWucl5Ryw3W3HR7vUlJaG5V2PSep/7x6PrZdUrWOk7QtG+l5UbukatyaNWvipJNO6vd6vefGf/7nf8aHP/xhVwkEppIAc0UAAQQQQAABBBBAAAEEEEAAge4LMEMEEEAAAQQQQAABBBBAAAEEEOi+ADNEAAEEEEAAAQQQmAACHD4zAX4JvAICCCDQbQFmhwACCCCAAAII7LrAL3/5y3TwzC9+8YvGw2bOnBn33XdfnHzyyY2+qZKQqg3JZc5S3sDsDclSrg/3uS3lPqkqJfU3Pdc3Skvqb6CWct0braVc99jhkDSwcdv9mw48PdauvjParjOOmRPXnb2grYscAggggMCEFuDlENi3AoccPDPuuGws5s1q/s8ez887Pp48+Ja0jpHyOkdSvz28npE0sH5xv9cwwyEpPaP0S4PPjt4lVTlJvUykdZafFb1LUmr3qumfpFSWH1K1zpOUPu+WW26JI444IrzOi9r1ta99LT71qU/VMlQRQAABBBBAAAEEEEAAgd0twPMQQAABBBBAAAEEEEAAAQQQQKD7AswQAQQQQAABBBBAAAEEEEAAAQS6L9CcYfP/hd0cQwYBBBBAAAEEEEAAAQQQQACBfSbw2GOPpYNnHn/88cY7zJ07N+6///444YQTGn1TLSFVG5Nj2+SlvHnZG5OlXN/WNbDJeTgnKfVLSl2S0kZnb5J2SLktKY2r51wfDkkDG7glxcYDXhvPH9p+AM3px86O687hAJrgQgABBBBAAIGdEjj04Jnx1svGYu5sNcavnX9C/H7JLWktIymVZa0i5bZUlZIG1i3lYJlyj0tJaQ0kKT1PqtpSVR8eG9suqVq3SdqWjfTMqF1S+7gFCxaED6BZvnx5bXSufvGLX4wvfelLucFPBBBAAIHuCzBDBBBAAAEEEEAAAQQQQAABBBDovgAzRAABBBBAAAEEEEAAAQQQQACB7gswQwQQQAABBCaAAIfPTIBfAq+AAAIIIIAAAt0WYHYIIIAAAq9c4Mc//nE6eOb3v/994yGjo6Nx3333xTHHHNPom6oJSeGDZurzl/KG5uG8x0i5T1J/s7Mkd6W2pFQ6IeW6pP4ma2+oroeU++q5UpfU38jtnKTYtOi1sXb1XdF2nX7M7Lj+nPltXeQQQAABBBBAAIG+wKFLth08M0v9XKmsXXBiPHnwzQNrF0kDba9LSvigGYfbkgbWLs4NRxnrvKQoUdrRu0quV03/3OfKcN5t50u4XdZvrpd8KQ8++OBYs2ZN7L///iXVL//u7/4uvvGNb/TbVBBAAAEEEEAAAQQQQAABBBBAYPcJ8CQEEEAAAQQQQAABBBBAAAEEEOi+ADNEAAEEEEAAAQQQQAABBKaiAIfPTMXf+tSeM7NHAAEEEEAAAQQQQACBSSLwwx/+MB088/TTTzfe+IADDoj7778/jjjiiEbfVE94c3LZqFwsnGurO1fvc9tRci7rUfqc88Zplw7XSwy3S96l++qbtJ3beMCp4x5Ac9oxc+JN53IAjd2Jly3ADQgggAACU0Bg9ZKZccdlozGn5eCZ5+efGE8e9OaBg2a8FvH6o5Sul6jnXB9es9THud9tl/VwzuGc+et159x23uG2S0e9XtplPTfcV/Ied+ihh8bNN98cIyMjbg7E+9///vje9743kKOBAAIIIIAAAgh0UIApIYAAAggggAACCCCAAAIIIIBA9wWYIQIIIIAAAggggAACCCCAAAIIdF+AGSKAwAQQ4PCZCfBL4BUQQAABBBBAAAEEEOi2ALND4OULeKPsgw8+GM8//3zj5oMOOijuu+++OOSQQxp9JLKANynXNyY765xL50vdbUdpu3RsL+f+Et5A7XoZ77bDOZdtUfq8odt1hw+geX71XX5MI1579Jy4/rwFjTwJBBBAAAEEEJjaAj545vZLR2P2SPN/5nh+/knx+4PfHF5nOLwmGS6dc5S81yZuO+p1t0uUsW67Pl74N+MxLkt47Pbqpd+l12se67rLegznjj/++FizZk19SL/u9fSjjz7ab1NBYM8L8AkIIIAAAggggAACCCCAAAIIINB9AWaIAAIIIIAAAggggAACCCCAAALdF2CGCCCAAAIIIIAAAlNRoPn/yp6KCswZAQQQmEoCzBUBBBBAAAEEEJjgAt/+9rfDG2XXr1/feNNly5alg2eWL1/e6CMxKOCNyWXjculxznXnS91tR71d6qUs/aXtsoQ3VjvqbW/Ydtv58cL9Hud+1zcdcGqsXX23P6oRpx01O950LgfQNGBIIIAAAtsToA+BDgsctnRmvPWysZgzq/k/cTy/wAfP3BReYzi8znCUust6lPVIPddWL88ofaVdSuddN3upu+1w23mH2y4d9XpZn7kc7nO75F0fjtNOOy1uuumm4XRs3Lgxrat/+9vfNvpIIIAAAggggAACCCCAQEcEmAYCCCCAAAIIIIAAAggggAACCHRfgBkigAACCCCAAAIIIIAAAggggED3BSbADJv/z+wJ8FK8AgIIIIAAAggggAACCCCAwNQU+Na3vpU2yHqj7LDAqlWr4v7774+DDz54uGvCt/fVC3pD8/BGZef8Ps6XutuO4XbJOb+j8Kbq+hi3Hc65bAv3lQ3frm884JR4fvXdsXWrP3kwXnv07LjhvAWDSVoIIIAAAgggMOUEDls6kg6emT2ixtyfX/Dq+MPBbw6vKxxl/eG6o7RdDredawuPc7jPZYnhtvN+oZJ33VHy26uXPq/PSt1lCefrzyn5ennBBRfENddcU0+l+jPPPJPW12vXrk1tfiCAAAII7FkBno4AAggggAACCCCAAAIIIIAAAt0XYIYIIIAAAggggAACCCCAAAIIINB9AWaIAAIIIIDAVBTg8Jmp+FtnzggggAACCExtAWaPAAIIIDBBBb7+9a/He97znvDm2uFXPPzww+Od73xnHHDAAcNdtHcg4I3Kw6bO+bbhvHOlz6VjvFzJe4w3WZdw2+G2Sx8u49LttnCfx7jP9U0HnBIvHH5vhJr/lcWpR82OG87nAJrgQgABBBBAYIoKHLFsJO64bDRmzWw7eObk+P1BN6aDZ7yumDZt2kDdubLmGK67vaOQFB4jVaVU1aN3lf5etf/Zrjuk6p2lql76yrpMGuwr/S53FFdffXVcdNFFjWGPP/54vOtd72pdZzcGk0AAAQQQQAABBBBAAAEEEEBgcgnwtggggAACCCCAAAIIIIAAAggg0H0BZogAAggggAACCCCAAAIIILAXBJo7ufbCh/IRCFQC1BBAAAEEEEAAAQQQQACBiK9+9avxwQ9+sJXi6KOPjgceeCAWLFjQ2k9yxwKSGpuNpWpjs1TV/TRpsF3PSUqbqSU53a9LShuyy6ZrSf2++kZv95coeUlR6u7buP/J8fzqu2JrKIavU4+cHTeePzqcpj3hBXhBBBBAAAEEdk3gyOUjcdtlozHSevDMa+L3B92Q1iKS+qWkkHLba4zoXdJgTlIa7/7hkHKf1F56vKTwVa9LSp/rvEOSixRSVXdCqtZp0mBfOZDG43Y2brjhhjjjjDMaw3/0ox+lA2gaHSQQQAABBBBAAIHdKsDDEEAAAQQQQAABBBBAAAEEEECg+wLMEAEEEEAAAQQQQAABBBBAAAEEui/ADBFAYCoKcPjMVPytM2cEEEAAAQQQQACBqS3A7BGYYAJf/vKX46Mf/WjrW73qVa+KP/uzP4tZs2a19pPceQGp2thc7pLyBue2jc1S7pPU3zwtKd0qKeUkNdqS0gZuKZdlI7ZUtZ1zSFVOynUpl5v2f02sXX13hJr/1cUpR86Km85fEFwIIIAAAgggMDUEjlw+M267dDRmzchrj/qsn1twcvz+oDdFWVtI6q9T6ofbSUpjPG5nQsrjpWYpVZ8RvcvPk9SrRf+zY9sl5bybUq5LVVnWYVLOeVwJqZkrfdsr16xZEyeeeGJjyMMPPxwf+chHGnkSHRZgaggggAACCCCAAAIIIIAAAggg0H0BZogAAggggAACCCCAAAIIIIAAAt0XYIYIIIAAAggggAACCOwFgeYOrr3woXwEAggggEAlQA0BBBBAAAEEEJjKAl/84hfjE5/4RCvBq1/96njnO9/Z2kfylQlI4x9A4ydKgxucpaot5bqUyzJeym1JabN12XxdSklpo7c3f0u57r4SzjtK26WUx2064DXx/Oq7Y2s0/+uL1xw5mwNoggsBBCaTAO+KAAKvTOCo5SNx+6ULY6T14JnXxB8OuiGtNSSl0muJElLOSbks+VJKiuF1iPskDTxLym0pl2VM9K56XcrroV46/ZOUSv+QqroPnJGqdZlU9Xms+12+0pgxY0bccsstcfjhhzce8W//9m/xmc98ppEngQACCCCAAAIIIIAAArtHgKcggAACCCCAAAIIIIAAAggggED3BZghAggggAACCCCAAAIIIIAAAgh0X2AqzrC5e2sqKjBnBBBAAAEEEEAAAQQQQACBvS7wuc99Lj71qU+1fu6pp54ab3vb21r7dkNySj9CqjY6FwhJqeqNzlKup0Tvh1S1pVyXlA6akaqyN7SRK5uxpTzO7e1FffO3pLTpe9P+J8faw+6JrZoew5cPoHnzBQuG07QRQAABBBBAoCMCR60YidsuHY2ZM5oTem7BKfHUwTf01x9eY0hK6wcpl/Wc6w6vNxySwqVz9ZDUf4ZUrWGkwXz0Lt8nqVeL/nvEtkvKeTelql7aXneVust6SIPj6307Wx8bG4s1a9bE0qVLG7d8/vOfj6985SuNPAkEEECggwJMCQEEEEAAAQQQQAABBBBAAAEEui/ADBFAAAEEEEAAAQQQQAABBBBAoPsCzBABBBBAAAEE9oIAh8/sBWQ+AgEEEEAAAQS2J0AfAggggMBUFPj0pz8dn/3sZ1unfuaZZ8Zdd93V2kdy9whIu34ATf1NJKUN185JGtiwXTZlS1XeubaQNLAJXMrP3bjfSfH86rsj1Nx5fvIRs+PNF3IATXAhgAACCCAw4QVe3gsevWIkbk8Hz6hx47MLTok/HHR9Wn+UNYWk/hqk5IbLctiMpIE1RxknqfEMSf3PkXJdqsZF75JyvldN/ySl0j+kql7a2zt4xmN2VyxZsiQdQLNw4cLGIz/+8Y/HQw891MiTQAABBBBAAAEEEEAAAQQQQGDXBLgbAQQQQAABBBBAAAEEEEAAAQS6L8AMEUAAAQQQQAABBBBAAAEEuijA4TNd/K3uypy4FwEEEEAAAQQQQAABBBDYwwKf+MQn4gtf+ELrp5x77rlx2223tfaR3L0C0q4dQCMpbcSWmqXftGziLqWUx7ktKW3sLnVpsF02hru/xKb9Toq1h90dWzU9hq+TD/cBNKPDadrbE6APAQQQQACBCSxwzFB52o0AABAASURBVIqRuPXS0ZgxXY23fG701PjjwW/qr0O8VpA00HauHl5bOJyTFKXudglJaX0iVWX0rnp/r5n+Sfnz3JCqemm7dEhy0Q+pWn9Jg33lQJr+4N1UOeyww+KWW26JmTNnNp74vve9L77//e838iQQQAABBBBAoEMCTAUBBBBAAAEEEEAAAQQQQAABBLovwAwRQAABBBBAAAEEEEAAAQQQQKD7AswQAQQQ2AsCHD6zF5D5CAQQQAABBBBAAAEEtidAHwJTSeCjH/1ofPnLX26d8oUXXpg2xrZ2ktwjAtLgpmd/iJRz3gAt5brzDqlqS7kuVaWU696kXR/vtkNS2hhe6i5L1DeBS2rdFP7SwhPj+dV3R0xrbp4++fBZcfOFo8GFAAIIIIAAApNb4JiVs9LBMzNbD555bfxh8XVpgmUNIam/vqjnSr1eShpYY0hqHDjj8VLOu+6QFL7qdbclpc923SHJRQqpqjshjX/wTOl3uSfihBNOiDVr1kTb9eCDD8bPf/7zti5ye0CARyKAAAIIIIAAAggggAACCCCAQPcFmCECCCCAAAIIIIAAAggggAACCHRfgBkigAACCCCAAAIIINBFAQ6f6eJvlTkhgMCuCHAvAggggAACCCCAwB4S+NCHPhRf/epXW59+6aWXxo033tjaR3LPC/igmfqnSHmztPNSrpd+qWpLuS5VpZTr3pzte0opqb+5W6rq7ndISpvByyE0Um67rx6b9jspnjv0rtjacgDNqw+fFbdwAE1wIYDATgkwCAEEJqDAsatG4rZLRmNG28EzY6fFHxa/Ma0n6msDSSlX1hD1PtdLXlJaazgnqX+PlOtSLku/lNuS0gEzzkfvknJbymUvlf5JSqV/SFW9tL2uKnWXJUq+tPdUefrpp8cNN9zQePyGDRvCB9D8/ve/b/SRQAABBBBAAAEEEECgAwJMAQEEEEAAAQQQQAABBBBAAAEEui/ADBFAAAEEEEAAAQQQQAABBBBAoPsCzHAvCHD4zF5A5iMQQAABBBBAAAEEEEAAgaku8L73vS/+/d//vZXhqquuiuuuu661j+TeEZAUwxufpbxp2nkp18vbSFVbynWpWUo5583aktIm71KXclvKZcm7bNsk7nyJTfudGM/7ABrNjOHrJB9Ac9GC4TRtBBBAAAEEEJjgAselg2fGYvr05os+O3paPLXt4BlJaU0hVesMrx2knC/rhXopqffc6em+4bzbklKfpP5BMyUfvUtS72ekPqmqx7ZLyjk3pVyXqtLrqXqf6yWkPK6092R50UUXxdVXX934iKeeeiodQLNu3bpGHwkEEEBg9wrwNAQQQAABBBBAAAEEEEAAAQQQ6L4AM0QAAQQQQAABBBBAAAEEEEAAge4LMEMEEEAAAQQQ6KLAtC5OijkhgAACCCCAwC4IcCsCCCCAAAK7WeDBBx+Mhx56qPWpr3vd6+Laa69t7SO5dwWkXT+ApryxlDdRS0obuaN3SYM5SamvbOyWclvKpTeRl75Sd7uED6BZe9g9sXXaSAxfJx02O9ZcPDqcpo0AAggggAACdYEJVPfBM7deOtZbGzRfKh8884b+wS+SUr2sCVxK6t07rTUk9Q+ekap7pVyXNO59Uu6L3iUNju+l0ntIcjWFVNV94IxUra+kqi8N3kc/rrnmmrjgggsan/7LX/4yHUDT6CCBAAIIIIAAAggggAACCCAwuQV4ewQQQAABBBBAAAEEEEAAAQQQ6L4AM0QAAQQQQAABBBBAAAEEEEBgNwhw+MxuQNyTj+DZCCCAAAIIIIAAAggggMBkFviLv/iLePjhh1uncN1118WVV17Z2kdy3whI1Qbp8gZS3ihdNlCXvEsp95W6pP4mbCnX3edN4SWknHfbfZIaG76lnCuHzkjqbxr3fSU2Ljw+nl99d+sBNCeunhVvmUQH0AQXAggggAACU1TguENmxa2XjsY0NQGeHTs9nlr8hrRWkJTWGWUdICnlS7uUkvrrBmmw7jFlfeF6CSk/WxosY9sl5bybklykd0mVbT+knN/WTP1eP7ktDfaVvPv2Rdx0001x2mmnNT76v/7rv+Ld7353I08CAQQQQAABBHafAE9CAAEEEEAAAQQQQAABBBBAAIHuCzBDBBBAAAEEEEAAAQQQQAABBBDovgAzRAABBLoowOEzXfytMicEEEAAAQQQQACBXRHgXgQQ2A0CGzdujP/5P/9nfPe732192o033hiXXnppax/JfSsgDW6O9ttIOeeN0lKuO++QqrZU1UufVOUkpY3YUi694Vtqr7vP4Q3iDklpg7nrzpfYtPD4eO7Qu2Lr9FkxfJ3AATTDJLQRQAABBBCYUAKvOnRW3HaJD55R472eHTsjnjrw9en7X1JaQ/j7X6rqbtdDUv/gGefLukFSeo7bUq5LufQ4h5TbUn6+lNulT8rtaLkkDWSl6kA/abDPA6Vmzvm9GWvWrInjjz++8ZH/5//8n/jYxz7WyHc0wbQQQAABBBBAAAEEEEAAAQQQQKD7AswQAQQQQAABBBBAAAEEEEAAAQS6L8AMEUAAAQQQQAABBBBAYDcIcPjMbkDkEQggsCcFeDYCCCCAAAIIIIDAZBNYu3ZtOnjmBz/4Qeurv+Utb4kLL7ywtY/kxBHwQTP1t5HyJmnnpVwv/VKzLVU5SWnDuMd7A7dDyjnXHZLSpvBSlwb7nXdIGthU7tzm/U6I530AzTQOoAkuBCatAC+OAAJTTeD4Q0bi1otHe2uE5syfHTsznjrwdWltIA2uCXyAjL//h0NSY43gMZLSc0pdGnyeVLWlXI/eJbXXe129d5aLFFKuS1Xp9ZI7pZxz3VHyru/rGBkZiVtuuSVWr17deJV/+Zd/ic9+9rONPAkEEEAAAQQQQAABBHZdgCcggAACCCCAAAIIIIAAAggggED3BZghAggggAACCCCAAAIIIIAAAgh0X4AZdlGAw2e6+FtlTggggAACCCCAAAIIIIDArgjswr1PPfVU/Pmf/3n8+Mc/bn3KW9/61jj77LNb+0hOLAFpcLO0307KOW+clnLdeYeU21JVSkqbs6XB0uPLBvBSSnmM2w5JaaO4lPPeaO4ofa7XY9PC4+P51XfHlnEOoLn1krHgQgABBBBAAIGJIXD8obPi1kvHeuuE5vvkg2eu7a8D/N1fQsrrgtIupaTtHjzjNYPHSkrPLXWpep6U61JVRu+Sctvrn15z4J+k1JYU7pdy6aSU+1wvITVzpW9flPvtt1+sWbMmDj744MbHf+5znwsfQtPoIIEAAt0SYDYIIIAAAggggAACCCCAAAIIINB9AWaIAAIIIIAAAggggAACCCCAAALdF2CGCCCAAAIIIIDAbhDg8JndgMgjEEAAAQQQ2JMCPBsBBBBAAIHJIvCb3/wm/uqv/ioee+yx1le+++674/TTT2/tIzlxBbyRuv52Ut407byU66VfUkg53F/ypZSUqt7w7YqU25L6G8HdV0Kq8pLSs+ubx6WcK+M3LXxVOoBm6/Q5MXwdf+jIuJvch8fSRgABBBBAYF8ITJXPPGH1rLj1ktHW6T4zdmY8dWB18IyUv+ulXJZ1QPnudylpuwfPlDEuxwspPz+2XZJSTVJaf7ghyUWj7aTXPdL2D57xuIkYy5YtSwfQjI42fycf+9jH4lvf+tZEfG3eCQEEEEAAAQQQQAABBBCYtAK8OAIIIIAAAggggAACCCCAAAIIdF+AGSKAAAIIIIAAAggggAACCCAwGQU4fObl/dYYjQACCCCAAAIIIIAAAggg0CLwq1/9Kh588MH45S9/2ej1JuG3v/3tccoppzT6SEx8AanaSF3eVsqbr8tG65IvpaSBjdlSbksqQ9JhM5L6paR0j5TLsjlcymNK26X/M+WyLTb7AJpD74qt02fH8HX8ISNx68Wj6XOG+4baNBFAAAEEEEBgDwiceNiseEvvu7jt0c+MnRV/HDp4Zvi7XlJaOzgv5brXBVKuO++Qctt9pS3lnJTXGtJgGb1LGsxJg+sgqervDe+vKaRqnCR39cPrpX5jglaOOOKIuOWWW9IhPsOv+J73vCd++MMfDqdpI4AAAggg0BUB5oEAAggggAACCCCAAAIIIIAAAt0XYIYIIIAAAggggAACCCCAAAIIINB9AWaIAAIIILAbBDh8Zjcg8ggEEEAAAQQQQACBPSnAsxFAYKILPPbYY+ngmSeeeKLxqrNnz477778/TjrppEYfickjIFUbqstbS3ljtTdUS7le+lxK6m/IdrtE2QDutuullPJ4Sf1N5e53SFVOyuPKZnL3D8emhcfFc+kAmjkxfL3q0Flx2yULYlrvOcN9tBFAAAEEEEBgzwmcuHpWrLlotPUDnhk7O/544DVpDSDl7/ry/S4p5UvbpaR0UEpbXVJ/vFTVPXY4pPxZ0bukXJeqspfur2ckuTkQZR3k0h1Sc4zUzHnsRIuTTjop1qxZ0/paPmTyF7/4RWvf7k3yNAQQQAABBBBAAAEEEEAAAQQQ6L4AM0QAAQQQQAABBBBAAAEEEEAAge4LMEMEEEAAAQQQQAABBBCYjAIcPjMZf2u8MwL7UoDPRgABBBBAAAEEEECgJvDII4+kg2eefPLJWjZX58+fH/fdd18cd9xxOcHPSS0g7doBNFK18Vqq6t4EbhiXktIGb6kqnXdIShvJy6Ezklo3nXusx2zZ7/h8AM2MuTF8HXfIrLj10gUxXcM9tBFAoC9ABQEEENiNAicdNjvWXNx+8Myz+50Tfzzw6vQ9LymtBfx97pCU8q7Xw9/1bkvqrwfcrkcZU89J+flSVUbvkqq2lOu9dPon5baUSycluUjvOt7BMyWfBk6SH2eeeWa86U1varzt+vXr05r/qaeeavSRQAABBBBAAAEEEJjkArw+AggggAACCCCAAAIIIIAAAgh0X4AZIoAAAggggAACCCCAAAIIIIBA9wWYIQK7QYDDZ3YDIo9AAAEEEEAAAQQQQAABBPakwER99g9+8IO0CfXpp59uvOLChQvTwTNHHXVUo4/E5BWQ8kbr+gyknPMGaynXh/slpc3Zkvpd3ggu5bbr7nApqT+2tF06pNxX30xe6pLS5vPS9vjNC49LB9Bsmd5yAM0qH0AzFtP4b0aCCwEEEEAAgT0pcNLhs+KWixa0fsQzC8+Jpw64qv/dL6n33TwthVTV/b3ukKqcpPTd73wJrwMcbkt53SCp/zxpsB69S6rGSbneS6d/klI5/KOse1y6T2qOk5o5j53ocfHFF8dVV13VeM0//OEPae3/4osvNvpIIIDA7hPgSQgggAACCCCAAAIIIIAAAggg0H0BZogAAggggAACCCCAAAIIIIAAAt0XYIYIIIAAAggggMBkFGCL1WT8rfHOCCCAAAL7UoDPRgABBBBAAIGewHe/+920+XTt2rW91uC/RYsWpYNnDjvssMEOWp0RKButy4SkvLnaeSnXS1+9lJQ2lw/n3B7eJC4pbRR3vh5SfobnWWVpAAAQAElEQVRzUq6Pt8nc+c1jx8ba1XfH1hnzYvg6dtVI3HbpWEyfPtxDGwEEEEAAgYBgNwi82gfPXDja+qRnF54bf1x0Vf/7XlJr3d/5Dkm97+zpaYw0WJeU8mWcVLVLzqVDyuuH6F1SrktV2Uun9YokV1NIVd0JSeF1T6m7LFHypT0Zy2uvvTbOO++8xqv//Oc/T38DNDpIIIAAAggggAACCCCAAAKTV4A3RwABBBBAAAEEEEAAAQQQQACB7gswQwQQQAABBBBAAAEEEEAAAQQQ2AmBaTsxZgIP4dUQQAABBBBAAAEEEEAAAQT2tsDDDz+cNp2++OKLjY9esmRJvOMd74hVq1Y1+kh0R0CqNlyXWUl5U7Y3XEu5PtzntqS0obtel+RmyntTuEOqcpIafR7jw2VcSkqb0d0uISltQnd788JjY+1h98SW6S0H0KwciVsvHosZ0xRcCCCAAAIIILD7BE4+fFbcPM7BM88sPCf+eOBV6ftdUvrO9ne6Q1L6Xne9hFTlpKrufn/XO1yX1H+WlOuS+p8j5Xr0LinXparspdNYlyUkpapUlV7vOCnlnOttOecna9x8881x6qmnNl7/Bz/4Qbz3ve9t5EkggAACCCCwewR4CgIIIIAAAggggAACCCCAAAIIdF+AGSKAAAIIIIAAAggggAACCCCAQPcFmCECCCCAwGQU4PCZyfhb450RQAABBBBAAIF9KcBnI4DAlBb45je/mQ6e2bRpU8NhxYoV8cADD4QPoGl0kuicgLRzB9BIeVO2lEtDSNqpjd1SHiepv5HcG8sdUu5z3SHltpRLb0KXqvs2Ljgq1h52d2ydOT+Gr2NXjcStly6ImdM13EUbAQQQQAABBF6BwMlHzI43j3vwzLnxx0VXpafWv8NLvV6Wur/Xh+ul7dIhqXW94D6HpP76o96WqrykqF9S1fbhMlK1/pGqPt8jDbadm+zxlre8JY477rjGNPw3wcc//vFGngQCCCCAAAIIIIAAAggggAACCExCAV4ZAQQQQAABBBBAAAEEEEAAAQS6L8AMEUAAAQQQQAABBBBAAIGdEODwmZ1AYggCE1mAd0MAAQQQQAABBBBAYG8JfP3rX4/3vve9rR+3evXq+NM//dPYf//9W/tJdlNAqjZglxlKeeP18AZt90u5r9Sl3JbU3wzuPm8ILyHlPqkq632l3lZ6o7qk/kb0TaNHx/OH3hVbZjQPoDlm5ax4y6WjHEATXBNVgPdCAAEEJovAa3zwzAULWl/3mYXnxdMHXpW+9/3dLan/PS0p/N3tfAmpyklV3f1S1ZY08JzSL1XrB0nhS6pKSeldnB8OSSklVaXXN05KOee6o+Rd71LMmjUr1qxZE4ccckhjWl/5ylfiH//xHxt5EggggAACCCCAAAK7JsDdCCCAAAIIIIAAAggggAACCCDQfQFmiAACCCCAAAIIIIAAAggggAAC3RdghghMRgEOn5mMvzXeGQEEEEAAAQQQQAABBPalwJT87H/913+ND37wg61zP/LII+PP/uzPYv78+a39JLstIA1uvvZspZzzRmwp16XBsoyTct7tslHcdSnnS05S2hzudj0k9Tebt+W9iV3KY1zfPHZMrF19d/sBNCtG4lYfQDNDwYUAAggggAACL1/gNUfOjpvGOXjm6XTwzJXpofXvbNclpYNnJA18r/u72/2Oer3elqp7pFyXculxktIaInqXlOtSVfbSjX+S+rmynimlVPWVQVIzV/ome+nDJX0AzeLFixtT+Yd/+If46le/2siTQKBDAkwFAQQQQAABBBBAAAEEEEAAAQS6L8AMEUAAAQQQQAABBBBAAAEEEECg+wLMEAEEEEAAAQQQQGAnBDh8ZieQGIIAAgggMJEFeDcEEEAAAQQQ2NMC//zP/xx/8zd/0/oxxx13XPy3//bfYmRkpLWf5NQR8Ibs+mylvAnbeUnhsvRLuc9tSf0N4W47JLlIm88lpX4pl2UTucsSktLY0i6lVOXrG9Y3jx0daw+7J7bOHI3h6+gVI3HbJaMxc8ZwD20EEEAAgX0rwKdPdIFTjpwVN52/oPU1n9nv/HjmwOrgGan5vS6p/30utdfLd3wppeY4Keeid0n5c3rV9Gwpt6VcOl9CUqpKuUyN3g9pcB3TS/X/1dc3/WQHKytWrAgfQNN22ORHP/rRePjhhzs4a6aEAAIIIIAAAggggAAC+0aAT0UAAQQQQAABBBBAAAEEEEAAge4LMEMEEEAAAQQQQAABBBBAAAEEEJiIArv38JmJOEPeCQEEEEAAAQQQQAABBBBA4BULfOELX4hPfvKTrfefeOKJ8cADD7T2key4QMv0pObGbClv3vbGbCnXy61Ssy1p4KAZj5WUNot7k7mk8FXqkgb6nB8vJKVnl/7No0fFc4feFVtaDqA5Kh1AMxYjMxRcCCCAAAIIILBjgVOPnB03nt881M13PrPfBfH0oitc7X9vl+9jSQM5Kbfrh8bV6/X7JPW/26V8n5RzUtWO3iWp9zPSeCnXo3ZJOSflsnRJeX0jKd1b8l7buC7JxZSIo446Kh1A49/B8IQffPDB+NGPfjScpo0AAggg0AUB5oAAAggggAACCCCAAAIIIIAAAt0XYIYIIIAAAggggAACCCCAAAIIINB9AWaIAAIIIIDATghw+MxOIDEEAQQQQAABBBCYyAK8GwIIILCnBD772c/Gpz/96dbHv+Y1r4n77ruvtY/k1BWQ8gbtuoCUN2V7k7aU61JVShrYzC2pf7s0WJfUHytpYLO6N0K3haSob1qX8jM8dsvYUbF29d2xZcaCGL7SATSXjsYsDqAZpqGNAAIIIIDAgMApR82OG85fMJArjWf2uzD+eMBlqenvXqn6HpY08B3t/pcb/o6XlNYEUlVG75LU+xmpz8+VNLCOSJ29H5J6P6PfF9suKa9rpNy/LZ0KqZlLHXv4x75+/Ktf/eq45ZZbWl/DB9D86le/au0jiQACCCCAAAIIIIAAAggggAACOy/ASAQQQAABBBBAAAEEEEAAAQQQ6L4AM0QAAQQQQAABBBBAAAEEJqIAh89MxN8K7zSZBXh3BBBAAAEEEEAAAQQ6IfCpT30qPve5z7XO5bTTTot77rmntY8kAlLeqF2XkPIG7XIAjcu2/pKTlDaAS4OlN447pJwvdZcOqcq7XUJS2tzuDeoO5yWlzeibR4+MtYfdE1tHxmL4OnL5SNx22ViMzNRwF20EEEAAAQQQ6AmcetTsuPG89oNnnt7vwnh60WXpO93fvfWQlL6HpVy6T1L6vnZ9eyEp3esxUq5LuYze5byjV02fLeXvcUkD7dJfL113SM31jPOO4XWMc1Mpzj777LjuuusaU37hhRfCB9A8/fTTjT4SCCCAAAIIIIDAJBbg1RFAAAEEEEAAAQQQQAABBBBAoPsCzBABBBBAAAEEEEAAAQQQQAABBLovwAwRQGAnBDh8ZieQGIIAAggggAACCCCAAAITWYB3290Cn/jEJ+KLX/xi62O92fSOO+5o7SOJQBGQVKr9Uso5b9iWcl3KpQeVTeKuD4eUx0nqbxqXlIZJSjnfv72Q1N+o3nYAzXOH3hVbZjYPoDli2cy4/ZLRmDWi4EIAAQQQQACBSuC1R82OG7Zz8Mwziy5Lg8v3s6T0XSzlsuRdSs2c88MhNcdJOScprQkkha9yr+tSzrleQso5KZf1fFmvSIN9HiM1c85Ppbj00kvjiiuuaEz5ySefTAfQbNiwodFHAoHdI8BTEEAAAQQQQAABBBBAAAEEEECg+wLMEAEEEEAAAQQQQAABBBBAAAEEui/ADBFAAAEEEEAAAQQmogCHz0zE3wrvhAACCExmAd4dAQQQQAABBCa1wEc/+tH48pe/3DqH888/P97ylre09pFEoE3AG7freSlv1nZeUris93uTeGlLeazULD1OUn+DuZTrzm8vJKVN7x7jA2gcUs5tGT0ynl99d2xuO4Bm+UjcdslozOYAmuBCAAEE+gJUprSAD55507gHz1wU9YNnpOp7WlL/u1jKeanK+Tt6vJCqcdLgvdG7JKVnR+/yMyT1ajGwXohtl1T1bUulQmquT1JH78fwuqWXmtL/Xv/618e5557bMHjsscfi3e9+dyNPAgEEEEAAAQQQQAABBCapAK+NAAIIIIAAAggggAACCCCAAALdF2CGCCCAAAIIIIAAAggggAACCCDQfYGdmCGHz+wEEkMQQAABBBBAAAEEEEAAgakg8KEPfSi++tWvtk714osvjje/+c2tfST3vcBEfQMpb+yuv5+Uc97ALeV6vd+bxUtb0sCGcUmpS1LaXO6xkgbG1HOuD4dUjXff4AE0R8Ta1XfHlpkLY/g6Ylk+gGbOLP6rlGEb2ggggAACU0vgtKPnxLgHz+x/cTyz6NIE4u/Zekjqf3877+/g4ZAGx3icQ2rmpZyTqjJ6l5S/63vVtEZwWQ9JqSnlMjV6P6R88Iykgfu8Zul1D+TcJiJuueWWOOWUUxoU3/ve9+L9739/I08CAQQQQGDXBXgCAggggAACCCCAAAIIIIAAAgh0X4AZIoAAAggggAACCCCAAAIIIIBA9wWYIQIIIIAAAhNRgB1TE/G3wjshgAACCCCAwGQW4N0RQACBSSnw3ve+N/793/+99d0vv/zyeNOb3tTaRxKBnREom7bLWEmp6ryU61Iu3eFN5i5LSEobvqVcjpeXcr+kgc3tfl49ykb3knNbyvdsGT0invcBNCPNA2gOXzYSt14yGnNG+K9TggsBBBBAYEoKnHbMnLj+3Pmtc396/0vimQMuSX3+jpXy93Kpu3RIVd7tEpLC38mlXUpJA9/rUr5fUpRLyvVyj/NSzkm5HC9X8vV1iXMlpOr+kttWUvQE1qxZE8ccc0yvNvjvG9/4RnziE58YTNJCAAEEEEAAAQQQQAABBBBAYPIJ8MYIIIAAAggggAACCCCAAAIIINB9AWaIAAIIIIAAAggggAACCCDQE2C3VA+Bf10WYG4IIIAAAggggAACCCCwI4G//uu/jm9+85utw6699tp4wxve0NpHEoGdFZAU3tBdHy/ljdzOS81+bx6vjy91SQMH0Xic1MyVvMvthaS0od2b3aVc3zJ6+LYDaPaL4evwpTPjtstGY84sDXfR3qcCfDgCCCCAwJ4WOP2Y2XH9Ods7eObi9Ar+Ti3fvZLS93a9XerDZf2+0icpfU/X21LOSbl0X/Qul5J6tUifKSmVse2SlGpSLlOj90NqrkN66cbaxTmiKTBnzpzwATSrVq1qdH75y1+OL37xi408CQQQQAABBBBA4JULcCcCCCCAAAIIIIAAAggggAACCHRfgBkigAACCCCAAAIIIIAAAggggED3BZghAghMRAEOn5mIvxXeCQEEEEAAAQQQQACBySzAu08qgT//8z+Pb3/7263v/MY3vjGuuuqq1j6SCLxcAWlwo7fvl3KuHEDjXD28ibzertelfK9zHicpbTCXq9sY1QAAEABJREFUqrLkXdZDUmMju/u96V3KfVsWHB7PH3pXbB5pHkBz2JKZcdslYzGXA2iCCwEEEEBgagicfuzsuO6cBa2T/eP+l8TT+1+Uvof9fSrl72LXdyUkNb6vpZyL3iXlz+lV0zgptyU5NRBSzkm5LJ1SPnhGUnr/kncpyQWxEwKLFi2KW265JVwOD//Upz4VX/va14bTtLsiwDwQQAABBBBAAAEEEEAAAQQQQKD7AswQAQQQQAABBBBAAAEEEEAAAQS6L8AMEUAAAQQQQAABBBDoCXD4TA+BfwgggECXBZgbAggggAACCCDQJrBly5b4H//jf8T3vve9tu644YYb4rLLLmvtI4nArgj4oJn6/VLe2O28lOv1fm9aL21JaWO4pJSS1G97nFS1pVwveZf1kJQ2qvvAGYdUtaVc3zJ6eLxw2D2xeWbLATRLZ8Ztl47G3NkKLgQQQGAiCPAOCOwpgTOOmR3XnT3ewTOXxjP7X5S+UyX1S0npO7p890qDbX/3lr62UsrPcp+U75VyLnqX845etf+ZrjukPL6t7lwJKR88U9r10uuSepv6jgVWrVoVa9asiblz5zYGf/jDHx73wMvGYBIIIIAAAggggAACCCCwXQE6EUAAAQQQQAABBBBAAAEEEECg+wLMEAEEEEAAAQQQQAABBBBAAAEEui8wEWfI4TMT8bfCOyGAAAIIIIAAAggggAACe1Bg/fr18d//+3+PH/7wh62fcvPNN8dFF13U2kdypwQYtB0BSY1eKee80VvKdSmXHlw2l7teQsr9Ui6d9zhJ/U3okvob36Wc95i28CZ4KY933WMkxeb5q2PtYffEllkHxPC1eslI3H7JWMybxX+9MmxDGwEEEECgGwJnHDsn3njOeAfPXBbP7H9h/3u3fHdKivJd6pzD7Xo4Jynd67pDym2pKqWq7jHRu6T8fd2rpvsluZq+81Nl2w8p592Uqnppl3WHVPU5V/pdEi9P4JhjjkkH0LTd9eCDD8YjjzzS1kUOAQQQmMwCvDsCCCCAAAIIIIAAAgj8f/b+BNySqjz0/99vT/TcNPPQTM2giMyDgIgIQjcKCkpQ7G5GwcR4/WuiiSYxw++5N5OJMTGJCYM4R3Od5+FG42wcoka9GjUKUSQO3Cg2dEMz/Pe7qmvX3rvqNE3Twzn7fOs5a6+13rWqdq3PyVnV8jz1RgEFFFBAAQUUUEABBRRQQAEFFBh/AVeogAIKKKCAAgoooIAC00LAt6Omxa/ZRSowsYAjCiiggAIKKKCAAtNL4Oc//3n81V/9VXzrW9/qXPhll10Wj33sYzvHDCqwNQXql7vra0L14nfGgajrerx+4Tz7QHnBPGNQtYEc6r+EDpQ50NQ5Ic+pC1Rjdb9+KX6wD8R9i5bH7Qc9M+6d005Ac9Des+OyFYtj4Vz/E0v6WiavgHemgAIKPFiBknjmtIWdp/33bivjZ7s8rv/czWcnUPqj7eyPFmAoQQ1QzoWqrudD86yO3gGUedE7cg7Qa0V55kfvgOF+L9Qfy3YWoPw7I9ujBarzR+P2N1/g+OOPj1WrVrVOyH/bZQKaW265pTVmQAEFFFBAAQUUUGDrCXglBRRQQAEFFFBAAQUUUEABBRQYfwFXqIACCiiggAIKKKCAAgoooIAC4y/gChXYEQK+GbUj1P1OBRRQQAEFFFBAAQUUmM4CO2ztP/7xj+MVr3hFfPe73+28h6uuuipOPfXUzjGDCmxtAaD14jdUL3zny8nQHs+XzEfvA6pzgPJyOXTXeW4mlwHKS+vZrwsMx6C6Ro7X59y/aHmsXf7MuG+njgQ0e82OS88xAU14KKCAAgqMjcCpR8yLp0yQeOb/7boy/nvnM8rzFOjXULXr52fWWaCJ1/18vma7LtnPUveheRYDkQdQvit6R86DJt4LlX8HDNaj7bpf/zsDqvMznrGsLVtH4PTTT48LL7ywdbG1a9fGddddFz/72c9aYwYUGFMBl6WAAgoooIACCiiggAIKKKCAAuMv4AoVUEABBRRQQAEFFFBAAQUUUGD8BVyhAgoooIACCigwLQRMPjMtfs0uUgEFFFBgYgFHFFBAAQUUmB4Ct9xyS/zt3/5tfP/7328tGIhnPetZcdJJJ7XGDCiwLQWgeem7/h6oYvkSOFTteizrfNk868FSx6CZnzGgvKQOlBfSoalzfKKSL79nger8un3fouXxi+VXx71zuhPQXJYJaOb5n1rCQwEFFJiUAt7U5go8+oh5ceGjF3ZO/3+7nhs/W9pOPJPP1Pp5mW2gPIOzPViAyHkZg+HnMlDOgap+oDlQnR+9A+h9Rnnex8YDqtjGbhmb6N8XMDy3Psd6ywVWrlwZK1asaF3g1ltvLQloNmzY0BozoIACCiiggAIKKKCAAgo8dAGvoIACCiiggAIKKKCAAgoooIAC4y/gChVQQAEFFFBAAQUUUEABBRRQYFsITK43orbFCr2mAgoooIACCiiggAIKKDDNBb773e/GK1/5ysgXPUcpZs+eHc9+9rPjuOOOGx2yr8C2Exi5cr4IPhiC6gXwjEPVHhyvX0avYzkvY9kHysvl2R6NAf2X2qN35HhdgDJW97POl+Ohitft+xYeFGsPvibu3Wm3GD0O3Gt2ZAKaRfMZHbKvgAIKKKDAlBB49BFz44IJE888IX629LHleQn0a6A8e4F+Ypl8jmaBJgbtdj5f63kT1UDru2LgAEoPqjo70LTrfv57IdujZaL46Dz7D17gKU95Spx22mmtE7/zne+UBDStAQMKKKCAAuMn4IoUUEABBRRQQAEFFFBAAQUUUGD8BVyhAgoooIACCiiggAIKKKCAAgqMv4ArVEABBRSYFgImn5kWv2YXqYACCiiggAIKTCzgiAIKjLfAv//7v8ff//3fx09+8pPWQufPnx+/+qu/GkcddVRrzIAC21MAhl8Qz++GKpYvhEPVhqrO8SxA/2X37OdL61lDFc92xoChl9YzlgWqednOAtW8bNclX4qHKl6371t4YKxdfnXcu9PuMXocuGcmoNk5Fs33P7mM2thXQAEFFJjcAo8+Yl5c8OhFnTd5267nxs+Wnt5/7uZzEoafo3WsroF+Mhpo2jleF6D1jIYqFr1jcB5U39cLl/voqgdj2c4CRP3vCSBDpWQsG9DEsj/OZUesbc2aNZ2JLr/yla/Ea1/72h1xS36nAgoooIACCiiggAIKKKCAAmMt4OIUUEABBRRQQAEFFFBAAQUUUGD8BVyhAgoooIACCiiggAIKKLAtBHwTaluoek0FtlzAMxVQQAEFFFBAAQUU2GoCX//61+Paa6+Nn/3sZ61rLl68OJ797GfH4Ycf3hozoMCOEqhfAq+/H6qXwTMO9F8cz3Goxkbb+ZI6UF5KB3K4vNSejRzLApQYVHXG6gLtWJ10JufU7U0loDlgj1lx+TlLYrEJaMJjQgEHFFBAgUklcNojM/HMws57um3XJ8TPlz62PDvzWZgFKM/abE9U8pmZY8BQEhqgXAuG63pu1tE7oPoOaOpeuHxvVz0Yy3YWqP79kO3RAoyG7G8jgdWrV8fDH/7w1tU/9alPxdve9rZW3IACCiiggAIKKDBGAi5FAQUUUEABBRRQQAEFFFBAAQXGX8AVKqCAAgoooIACCiiggAIKKKDA+Au4QgWmhYDJZ6bFr9lFKqCAAgoooIACCiigwMQC4znyla98pSSeWbt2bWuBu+66azznOc+JQw89tDVmQIEdKQDtl8Chig0moKnvEaqx7EPVrufVMajiXS+yZwwoL7ED5UX4Opb1YKlfoM9Y3b53wf6x9uBr4r65e8TosX8moFmx2AQ0ozD2FVBAAQUmncBpR86LJ5/anXjmp7s8IW7f5bFDz0qonp2Dz8Rs1wXoJ5vJWP3cBMqztu7nGFQxaK4ZvQMoc6GKA5EHdNeDY9nOAvQT10F1Xsbz3wpZW7afwIIFC2LVqlWx//77t770gx/8YGRpDRhQYJsIeFEFFFBAAQUUUEABBRRQQAEFFBh/AVeogAIKKKCAAgoooIACCiiggALjL+AKFVBAAQUUUEABBbaFgMlntoWq11RAAQUU2HIBz1RAAQUUUECBhyzwhS98oSSeWb9+fetae+65Z/yP//E/4oADDmiNGVBgsgpA9cJ4viwOVbu+V2j6QHk5PsfqF9qhHcuxLED/xfbBfrY3p+TL8/ct2D9uP+iZcW9HApr9dp8dl5+zOBYv8D+/hIcCCigwKmB/Ugg8JhPPnNKdeOa23c6L23c5vTxb6+ciUJ6dm+rn87EezxqqZ3G2s0DVh/a1onfknCzQzIOq3Rsu9zNYj7brfte/G+qxrC3bV2CPPfaIZzzjGbHLLru0vvhtb3tbfOpTn2rFDSiggAIKKKCAAgoooMAYCLgEBRRQQAEFFFBAAQUUUEABBRQYfwFXqIACCiiggAIKKKCAAgoooIACYyGwybefxmKFLkIBBRRQQAEFFFBAAQUUmEYCn/3sZ+O6666Le+65p7XqZcuWxfOe97zYe++9W2MGprfAZFx9vjA+eF9A6WYcqnYJ9D6g6UO7DUz4ojpQXqKH7jpffn+gkglo1i6/Ou7daY8YPfbbY3Zccc6SWGICmlEa+woooIACO1jg9CPnxZM2kXjm5zufNvSMzOchVM/UbHeV0cQzg3O6xoCiAPS/CyjPbajqGDiA0oOqzg407bqf/17ItmVyCRx00EGxevXqmDt3buvGXvva18aXv/zlVtyAAgoooMDWFfBqCiiggAIKKKCAAgoooIACCigw/gKuUAEFFFBAAQUUUEABBRRQQAEFxl/AFSqggAIKKLAtBEw+sy1UvaYCCiiggAIKKLDlAp6pgAIKbLHAJz/5ybjxxhs7zz/wwAPj137t12KXXXbpHDeowGQTgOEXyfP+oIrlC+VQtTOeBZo+NO186b0ehyqeMWDoJffR2GA/25sq+TL9vfP3i19kApq5e8bosWz3WXH5iiWx88KZo0P2FVBAAQUU2CECpx85P86fMPHM+TGYeAYoyWDyRrueh0B5po6OQXVexvNZCdU8GK5zPAs0cajOhaqO3gH0PqN/L9E7oIr1muUHiPrfCdCMZaxMmFwf0/JujjjiiJKApmvx1157bXznO9/pGjKmgAIKKKCAAgoooIACCiigwFQV8L4VUEABBRRQQAEFFFBAAQUUUGD8BVyhAgoooIACCiiggAIKKDAWAiafGYtfo4vYdgJeWQEFFFBAAQUUUECBqSHwz//8z/G6172u82YPOeSQeMELXhALFizoHDeowGQWGH1ZHKoXyTMOVRuG61wPVLGcV7/QDvRfWK9jWWcByovzUNUZywLD/Yx1lXyp/r4F+8XtBz0z7p27V4wey3abFZedszh2XmACmlGbydH3LhRQQIHpI3D6UZl4pvvfhT/dLRPPPLr/TARKu+vZlzEg8hlYt7POAk287kP1HM5+Fmj6QOQBlGc1kN1+gaoPVZ0D0LTrfvN++eIAABAASURBVD73sz1aYHju6Lj97Stw4oknxiWXXNL60nvvvTcyAc2tt97aGjOggAIKKKCAAgpsHQGvooACCiiggAIKKKCAAgoooIAC4y/gChVQQAEFFFBAAQUUUEABBRRQYPwFXKECCmwLAZPPbAtVr6mAAgoooIACCiiggAJbLuCZD1rgwx/+cPzDP/xD53kPf/jD44UvfGHMnj27c9ygApNdANovi0MVyxfMgajrXAtUY9nOAu1xqOZAUwPlZffBl+GB8sI9VHWObarky/excP/4xUHPjHvm7hmjRyaguXzF4th5of85ZtTGvgIKKKDA9hF47FHz4vyTJ048c/vO3YlngPJMHHwOAkOJZ/I5mONAmQsMjedYFiDyyHYWoPUMznEgqzKWDaj6o+26X/97AJp5Gctxy+QTOOOMM+LJT35y68Z+/vOflwQ0t99+e2vMwBgKuCQFFFBAAQUUUEABBRRQQAEFFBh/AVeogAIKKKCAAgoooIACCiiggALjL+AKFVBAAQUUUEABBcZCwLedxuLX6CIUUECBbSfglRVQQAEFFFBgcgu8//3vj7e85S2dN3nkkUfG85///M4xgwpMNYHRl8eherE841AlmKnXBJQX1YESgqoefMEdhmM5lgUoL8xne7BAd7yeA834fQuWxdrlV8e9c/eK0WPf3WbF5ecsiaWL/E8yozb2FVBgxwr47eMvcMbR8+K8kxd2LvSnuz0puhLPAOWZWj/v6hoYSiwzmHgm21lyLtD5XM2xLLHxgOp7oKlzCMiq3ENpdHxA9e8AqOYOToF2bHDc9o4VeMITnhBnn3126yZ++MMfxnXXXRf33HNPa8yAAgoooIACCiiggAIKPDQBz1ZAAQUUUEABBRRQQAEFFFBAgfEXcIUKKKCAAgoooIACCiiggAIKKDD+Attihb7ptC1UvaYCCiiggAIKKKCAAgoosB0E3v3ud8c73vGOzm869thj4znPeU7nmMFJL+ANdghA9WL54BBUL5TXCWgGx7INDL2sPjgPhseg6ueL8FC1oaozlgWY8AX6fMkeqvFs379gv7j9oGfGPTtNnIBml0Uzw0MBBRRQQIHtIXDGUfPjiY+aIPHM7k+O23c+tTzjYPjZl8+/0QJ0Jp7JefkMzHqwAEPXhqZfz4Pqe2PgAEoPqjo7wNCzHdr/Psh5+czP2jL5BS666KJ49KMf3brRb33rW3HDDTe04gYUUECBMRNwOQoooIACCiiggAIKKKCAAgooMP4CrlABBRRQQAEFFFBAAQUUUEABBcZfwBUqoIACCigwFgImnxmLX6OLUEABBRRQQIFtJ+CVFVBAgckp8La3vS3e8573dN7ciSeeGL/8y7/cOWZQgaksALRuH6pYvmQOVXtwEtB/SR0oQ/miezaA8jL8YB+qGDQ1VO2cB1UbqjpjdckX7qGJx8L94hcHXx33zN07Ro99dp0Vl69YHCagGZWxr4ACCiiwtQXOOHp+PPHkBZ2X/enuF8TtS04pz0OgPDPr5xpQ4nU/a6CfeCb7+ezLOgvQnw9VGyaugcgDKN8LVV3HBuvRdt2vn/9AhvoFhvv9gU02HNxRAqtXr45jjjmm9fX/+q//Gq9//etbcQMKKKCAAgoooIACCiiggAIKbLmAZyqggAIKKKCAAgoooIACCiigwPgLuEIFFFBAAQUUUEABBRRQQIEtETD5zJaoec6OE/CbFVBAAQUUUEABBRRQIP7xH/8xPvjBD3ZKnHLKKfHMZz6zc8ygAuMikC+aD64FqhfMMw5VG6o65wHlpfZs16V+ST77QHlZPnoHVHPr8boGypy6P/iyfR3LOuPQzI0Fy2Lt8kxAs0+MHnvvMisuP8cENKMupe+HAgoooMBWEXhcJp551ILOa1WJZ04uzzdonn/5PAOGksyMxoByXsazAP35wNBYPQ5VHKrvit5Rj/Wa/R+gtKGqswNNu+7ncz/blqkvkP93kAloDjvssNZiPvGJT8Q73vGOVtyAAgoooIACCoyJgMtQQAEFFFBAAQUUUEABBRRQQIHxF3CFCiiggAIKKKCAAgoooIACCigw/gKuUAEFxkLA5DNj8Wt0EQoooIACCiiggAIKbDsBrzy5BN74xjfGP/3TP3Xe1GMf+9i4/PLLO8cMKjBOAjD8AnquDapYvogORF3nWF2AoSQ0MHEfKC/OQ1ND1c4XpOsC1TUy6UwdG2xn7P4F+8bag6+Oe+d1JKDZdVZcsWJx7Lp4ZngooIACCiiwNQUed8z8eMIEiWd+stsFcfuSTSeeAcqzMJ9lWQafb4PtwTGozoHq+QhVnXOyQNWP3jHYB3qR6D+noepH74Cm3euWOfVzHpqxjOW4ZWoKLFq0KDIBzbJly1oLeP/73x8f/vCHW3EDW1/AKyqggAIKKKCAAgoooIACCiigwPgLuEIFFFBAAQUUUEABBRRQQAEFFBh/AVeogAIKKKCAAgoooMCWCJh8ZkvUPEcBBRTYcQJ+swIKKKCAAgpMY4HXvva18bGPfaxT4KyzzopnPOMZnWMGFRhXgdGXzKF6AT3jUCWgqdcO1Vj2YbgNlBfZgRwuL9oDJTb4YnzdHqyzPfoCfsZGy/3z94lfLL867pnbTkCz1y6z4vJzlsRuJqAp/n4ooEAR8EOBhyRw5rHz4wknLei8xk92vzB+sfPEiWfyGQaU5+Gm2jk2WKA5pysO1bM1ekeOQ9Pvhcpzd7DO9miB6vkOjA71z28NGJgyAnvuuWesWrUqli5d2rrnt7zlLfGZz3ymFTeggAIKKKCAAgoooMAUF/D2FVBAAQUUUEABBRRQQAEFFFBg/AVcoQIKKKCAAgoooIACCiiggAIKjL/AWKzQ5DNj8Wt0EQoooIACCiiggAIKKDDuAq961aviU5/6VOcyV6xYERdffHHnmMGtIeA1JqsAVC+gD94fVC+j1wlousYyBu15QP/FdajawNDL91DF65fmM/EMDM/Jsa6SCWjWHnx13DNv3xg99tplZly2YknstmTm6JB9BRRQQAEFHpTAmcfMj3NPnCjxzFNi7QMknqmfYUB5Buazro4NtusYDD8boepDVec8qNrRO4De5/APVDGo6hwF+s/lut/1fM9YjlvGQ2D58uWxevXq2GmnnVoLevWrXx3/9m//1oobUEABBbaegFdSQAEFFFBAAQUUUEABBRRQQIHxF3CFCiiggAIKKKCAAgoooIACCigw/gKuUAEFFFBAAQW2RMDkM1ui5jkKKKCAAgoosOME/GYFFFBgGgr8/d//ffzLv/xL58qf+MQnxlOe8pTOMYMKTAcBoLVMqGL5MjpU7XoSdPcHX4wfbAPlxfc6lnUWoLyQD0S+iA/NvByfqGQCml8c9My4Z25HApqlM+PyFYtjdxPQhIcCCiigwJYJnHns/Dj3pO7EMz/d46nxiyUnlecaDD+3gPI8G3x+5fNtsP9g20D/WQlEHnkNoNxD9rMAWbVjJVp9QJVwDqq5VbT6hHasGvFzqgo88pGPjFWrVnXe/rXXXhvf/e53O8cMKqCAAgoooIACCiiggAIKTEEBb1kBBRRQQAEFFFBAAQUUUEABBcZfwBUqoIACCiiggAIKKKCAAgpMCQGTz0yJX9PkvUnvTAEFFFBAAQUUUEABBbatwF//9V/Hv/7rv3Z+yQUXXBBPetKTOscMKjDdBDLRzOCagdLNOFRtaGqgvOQOlHn5AZTYRO36hfkcr9t1PfiCPlBets+xrhIL9om1h1wT987fL0aPPXeeFZefszh2m2QJaEbv074CCiigwOQTOCsTz5zYnXjmJxsTz+RzCarnXbazAOW5BcN1jj1QgeqcnAdVG5rrQ9WO3gH0PmPCZ21sPKCat7Fb5ufzvO5bTw+BRz3qUfG0pz2ttdgNGzZEJqD50Y9+1BozoIACCiiggAIPXcArKKCAAgoooIACCiiggAIKKKDA+Au4QgUUUEABBRRQQAEFFFBAAQUUGH8BV6iAAgpsiYDJZ7ZEzXMUUEABBRRQQAEFFNhxAn7zNBJ4+ctfHl/96lc7V3zRRRfFueee2zlmUIHpKADDL6qnAVSxfGEdiKwzPlqgmpdxoLzkXrfrl+mhimc/C9B6UX8wAU3O2VS5f95ecftBz4x75rUT0OyxdFZcsWJJ7G4CmvBQQAEFFNg8gccfNz9WTph45qJYu+Sk8nyD9vNs8PkFxGB/U88yqK4FVZ1zod2O3gFVHIbr3lC5r6yzAFn1C1TPb2Bo3kTP9P6JNsZC4Mwzz4zzzz+/tZb//u//Lglo1q5d2xobs4DLUUABBRRQQAEFFFBAAQUUUECB8RdwhQoooIACCiiggAIKKKCAAgooMP4CrlABBRRQQAEFFFBAgSkhYPKZKfFr8iYVUGDyCnhnCiiggAIKKKDA1hfYsGFD/Nmf/Vl84xvf6Lz405/+9Dj77LM7xwwqMN0FRl9GBwpJxqFql0DvA5o+DLeh6gPlZXdo6q6X6+vY5r6wn/Nj/l5xxyHXxIZ5y3p3M/yzx84z44qVSyLr4RF7CiiwYwT8VgUmr0AmnllxwoLOG/zJHr8Uv1h8wtCzLJ9BWYB+IjWonnP1cwyqsZzXVaAar+fnHKiuMdiO3pH9LECvV/1A064i7U9oEs+MjsIDnz96jv2pKXDeeefFWWed1br5H/zgB3HdddfFfffd1xozoIACCiiggAIKKKDAlgt4pgIKKKCAAgoooIACCiiggAIKjL+AK1RAAQUUUEABBRRQQAEFFFBAgfEXcIVbImDymS1R8xwFFFBAAQUUUEABBRRQYBsJrF27Nv78z/88vv3tb3d+w+rVq+Nxj3tc59i0CbpQBTYhAO2X0aGKDSaggSoGVT14yXoeVGPA0Ev7wNDL+vUL9XWdL+JDNSdjdcl43a7r++buEXccfE3cM2+/GD12XzIzrlixJPZYOmt0yL4CCiiggAJF4PHHLYiJEs/8eI+LYu2STSeeqZ9H+YzKkn0g6nb2RwtUz8WMA53PRCDygKqu23lOtusC1ThQnrWD8fp5XMeyzljWluklcPHFF8cpp5zSWvQ3v/nNuOGGG1pxAwooMEYCLkUBBRRQQAEFFFBAAQUUUEABBcZfwBUqoIACCiiggAIKKKCAAgoooMD4C7hCBRRQQAEFFJgSAiafmRK/Jm9SAQUUUECBySvgnSmggAIKbD2B2267LV7+8pfH9773vc6LXn755fGYxzymc8ygAgpsWgAoE/KldSCyLoHeB1Rj0K6hOwaUl+3zJXqo2tDU+dI+VP2ckwXofJn//nl7xi8Ovjrumb9/jB67ZQKacxbHnjubgGbUxr4CCigw3QXOLoln5ncy/HiPX4q1i6vEM/UzKOssQP8ZNtoHOp9VOS8LUM4dfM5BFavHgZJIZrQfGw+oxoGNkeEKquc0tMehHRs+2964CmQSzqOOOqq1vC984Qvxxje+sRU3oIACCiiggAIKKKCAAgoosGUCnqWAAgoooIACCiiggAKGeh8VAAAQAElEQVQKKKCAAuMv4AoVUEABBRRQQAEFFFBAAQUU6BIw+UyXytSNeecKKKCAAgoooIACCigwRQVuvfXWeMUrXhHf//73O1dwzTXXxCmnnNI5ZlABBboFBhPM5AyoXljPOFRtaGqgvCwPVV2fA2SzvGwPDM2Bpl+/ZF/Xgy/mZywLUK6T7cESmYBmeSagOSBGj0xAc/mKJbHn0ln1kLUCCiigwDQXOOf4BXHOCRMlnrk47lhyQnneQPWcqp85QIlP1K/jXTU014LqOlDFoKlj4wFVbGO3PD+zDWRVCtCPZwCqxDPZtigwKDBr1qxYs2ZNHHLIIYPh0v7Yxz4W73znO0vbDwUUUEABBcZMwOUooIACCiiggAIKKKCAAgoooMD4C7hCBRRQQAEFFFBAAQUUUEABBRQYfwFXqIACCkwJAZPPTIlfkzepgAIKKKCAAgooMHkFvDMFHrrAzTffHH/zN38TmYBm9Gr5kuWzn/3sOP7440eH7CugwAMIAK0ZUMXqBDRZtyaNBIDyYjx01/UL+kDnC/3QHa/Pq+uYt0esPfjq2DC/KwHNjLh8xeLYa+nM8FBAAQUUmN4CmXTm7OMnSDyz59PijiXVvxuBzudS/dyB4fE63lVDNTcTq9XjUD0Xsw9VG6p5QNQHUJ6j2QeyKgWadgagSjwD9OdnfHOe1TnPMv4CixcvjtWrV8c+++zTWuz73ve++MhHPtKKb92AV1NAAQUUUEABBRRQQAEFFFBAgfEXcIUKKKCAAgoooIACCiiggAIKKDD+Aq5QAQUUUEABBRRQQAEFugRmdAWNKaCAAlNWwBtXQAEFFFBAAQWmmMC3v/3tknjmJz/5SevO586dG5l45uijj26NGVBAgc0XGH1pHSgnZxyqdgn0PqDpQ3e7N63/UjxQ2jBc1y/iZ50v6kM1Xvez7ir3z9091i6/OjbM2z+/ZqjstnhmXL5ySey1y8yhuB0FpqWAi1ZgmgqsOGF+nH3cgs7V/zgTzyw+rozlMwaaZw9QEtGMPpNyXsayBqJuZ78uQDk3+1BdE9qx6B3QjPe6/WdktjdVoEk8MzoPGA3Zn8YCe++9d6xatSqWLFnSUnjzm98c//Iv/9KKG1BAAQUUUEABBRSYwgLeugIKKKCAAgoooIACCiiggAIKjL+AK1RAAQUUUEABBRRQQAEFFFBAgfEXcIVTQsDkM1Pi1+RNKqCAAgoooIACCiigwDgKfO1rX4tXvvKV8fOf/7y1vIULF8ZznvOcOOKII1pjky3g/Sgw2QWgemk9k83U9wpNDKo2DNc5F6pY3Qb6L9IDGe73N/VSfv0yP9B/gT/nd5WYt3usPeSauGfBgTF67LpoZlyxYknsvcus0SH7CiiggAJjLrDihAXx+AkTzzw97hhIPDP4fAH6z57oHfVYPpuyZB/YrMQz9Vyg//yDqp1jsfEAynfGwAGUHlDOLZ3eB3Qnnhl8bvem+aNAX+CQQw6J1atXx+zZs/uxuvGqV70q8n9n1X1rBRTYugJeTQEFFFBAAQUUUEABBRRQQAEFxl/AFSqggAIKKKCAAgoooIACCiigwPgLuEIFFFBAAQUUUKBLwOQzXSrGFFBAAQUUmLoC3rkCCiigwBQR+PKXvxzXXntt3HHHHa07Xrp0aTz3uc+NQw89tDVmQAEFtlwAGDoZqn6+3A7Vi+/1BKjGsg/0X5KH4Xb9oj1U8exnAcpL91DVGctSv+Sf7U2VmLt7/OKgZ8aG+e0ENLssmhmXr1gce+9qAprwUEABBaaJQJV4Zv7gavvtH+3x9Fi76JjSz2cLNM8koDyPMp4ln0NZsl0XYCjxDFTnA0Pn5nxoYtDMg+F2bDygiW8MDVVQPX+BoXh2oB3LuEWBFDjqqKNKAproOPJ/Z910000dI4YUUEABBRRQQAEFFFBAgSkn4A0roIACCiiggAIKKKCAAgoooMD4C7hCBRRQQAEFFFBAAQUUUEABBSaFwIxJcRdjexMuTAEFFFBAAQUUUEABBRRoC3zhC18oiWfuuuuu1uDuu+8ez3ve8+KAAw5ojRlQQIGHLpCJZgavAtWL7RmHqg3DdT0fmjjQT0gzY8aM0oYqBpSX9aGqB1/WhyaW8U2VmLd7rD346rh34fIYPTIBzRXnLIm9dzEBzaiNfQUUUGDcBFaeuCAef9wEiWf2vCTuXHJseQ4NPlOgeiaNxup+nYAGGEo8k+P1WLazQHUtaNfRO6CK95r9H6C0oaqzA5T7zHYW6E48k8/kHLco8EACJ598cjztaU9rTcv/nZUJaH7yk5+0xgwooIACCijw0AQ8WwEFFFBAAQUUUEABBRRQQAEFxl/AFSqggAIKKKCAAgoooIACCiigwPgLuEIFFFBAgS6BGV1BYwoooIACCiiggAIKTFkBb1yBSS7w2c9+Nq677rq49957W3e69957x6//+q/HXnvt1RozoIACW0cAaF0Iqli+7A7Vi/D1JKjGRvtAeYEeJq4HX9jPdpZ8oR8oyWmy/0Al5u4Wtx/0zLhnwfIYPZYumhFXrlwS++xqAppRG/sKKKDAuAice+KCOOvY7sQzP97rGXHn4mPKUuvnCVCeMfm8qWN1PRoDhhLPAOXcev5gDc0YNM++nBMDB1RjGQKyKgWadgaget7CcLx+FucciwIPKNCbcOaZZ8Z5553Xaw3/3HbbbeV/d61du3Z4wJ4CCiiggAIKKKCAAgoooIACCkwtAe9WAQUUUEABBRRQQAEFFFBAAQXGX8AVKqCAAgoooIACCiigwKQQmDEp7sKbUECBsRVwYQoooIACCiiggAKNwCc/+cm48cYbm8BAa7/99osXvvCFsXTp0oGoTQUU2FYC+XL74LWhevk941C163Ho7gMlAc3gPKhi0K7rF/SzBiZ8wT/HB0vM3TVuX/7M2LDgoBg9dl44I65YuTj2NQHNKI397Szg1ymgwNYXWHnSgjhzgsQzP9rzGXHHoqPLl+YzA6rnzmg7+3UB+s8eoJ94BqpzMzkNVO08B6o2UM6Dph+9A7r7vaFN/kB34pk8CcjKosCDEjj//PPjcY97XOucm2++OW644YbIf9+1Bg0ooIACCiiggAIKbJGAJymggAIKKKCAAgoooIACCiigwPgLuEIFFFBAAQUUUEABBRRQQAEFFBh/AVeoQJeAyWe6VIwpoIACCiiggAIKKKCAAltZ4KMf/Wi87nWv67zq8uXL40UvelEsWLCgc/xBBp2ugAKbIQDVy+2DLyNDE4OqXV8KJu4DrZfygZKYJl/ezwJVP1/sz34WqM7L9gMV5u4adxx8Tdw9vyMBzYKZcfmKxbFst9nhoYACCigwHgLnnrQwzjpmfudifrTXqrhzcZN4pn6GAOV5VPfrGtrPoMHnUc4b7WcsC1TXhOoaUNX1WGw8oIpv7JZnYLahHc9nL5DD/ZKxfseGAlsg8PSnPz0e9ahHtc78v//3/5YENK0BAwqMh4CrUEABBRRQQAEFFFBAAQUUUECB8RdwhQoooIACCiiggAIKKKCAAgooMP4CrlABBRRQQAEFFJgUAiafmRS/Bm9CAQUUUGB8BVyZAgoooIACER/60IfiTW96UyfFYYcdFr/5m78Zs2bN6hw3qIAC21YAhl9+h6qfL8FD1a7vANp9YOgF+8G50IzVL+kDJTEAEPmiP1D6OZ79LNnOMtjO/v077RJ3Hvqs2LBgeYweOy+sEtDsu7t7yaiNfQUUUGD7CGy9b3nCSQvizGPmdV6wJJ5ZdFQZy2cDVM+abGcB+s+V7Ndl9JmScZj4XGjGoGrDcB0bD2BjK8ozEZp+DBxAdD1fcwp0n5NjFgU2V2D16tXxyEc+sjX985//fLz5zW9uxQ0ooIACCiiggAIKKKCAAg9ewDMUUEABBRRQQAEFFFBAAQUUUGD8BVyhAgoooIACCiiggAIKKKCAAtNTYHoln5mev2NXrYACCiiggAIKKKCAAjtQ4H3ve1+89a1v7byDI444In7913+9c8ygAgo8BIEtODVfhq9Pg+oF+IxB1Ybhup6b9ei8wRf6gZIEAOi/kA9NrJ5b11CN1f3RZAGx0y7xi+VXx4YFB8fosWTBjLjinCWxbDcT0Iza2FdAAQWmikAmnnncMfM7b/e/9lwVdw4knslnRV2A8ryp+3UNlGRndb+ugTI/nzNZoOoDQ88raPrRO6Dq95rlB6o+UPr1B1CuM9gffF7W8YzVbWsFHqrAnDlzYs2aNbF8eTtR30c+8pF4z3ve81C/wvMVUEABBSabgPejgAIKKKCAAgoooIACCiiggALjL+AKFVBAAQUUUEABBRRQQAEFFFBg/AVcoQIKKKDApBAw+cyk+DV4EwoooIACCiigwPgKuDIFprPAu971rnjnO9/ZSXD00UfHc5/73M4xgwoosP0FgKEvBcpL8/lSPBBZ1xOAullqaPpAOQ/ojwElNvrCP9B/8R+qdj0nEwFkGxhKGgC9a83dJe445JrYsPCQGD1KApqVS2LZ7iagGbWxr4ACCkx2gSc+akFMmHhmr9WxbvFRZQn5fMgClOcIVHXG6gKUZ0/9PKnjWcPwfJi4D9V1oJoDRH0A5TuyD007+4MFqucoMBgubWjHyoAfU1JgMtz0zjvvXBLQ7LXXXq3befe73x0f/ehHW3EDCiiggAIKKKCAAgoooIACCiiw+QLOVEABBRRQQAEFFFBAAQUUUECB8RdwhQoooIACCiiggAIKKDA9BUw+Mz1/7656+gq4cgUUUEABBRRQQIHtJPC2t70t3vve93Z+2wknnBDPfvazO8cMKqDAjhMYTDAzeBcZBwZDrZftgRIDyjygs5+D+eJ/XaCal32gJBHI9mABhhLQZCKB++fsHHccfE3cs/DQGD0Wz58RV65YEvuZgGaUZjr1XasCCkwxgSeevCDOOHp+513/115rYt2iI8tYPgPyGQGUZwYw9Iyox3JeFqDMy3gWqPo5Ntiv21CNR+8AyrOs1yw1kM1SgBIrnYEPGI7DxIlnBk6zqcBWFdhnn31i9erVsWjRotZ13/SmN8XnPve5VtyAAgoooIACCigwRQW8bQUUUEABBRRQQAEFFFBAAQUUGH8BV6iAAgoooIACCiiggAIKKKCAAuMv4AoVmBQCJp+ZFL8Gb0IBBRRQQAEFFFBAAQXGSeAf//Ef44Mf/ODGJQ1XJ598clx99dXDQXsKKDApBIDWfQDl5fpNJaCpTwLqZqnrF/mzzgBQrpXtLBmHKpbtTAQAlCQBUNUZyzGo+oPt++csiV8cfHVsWHhIjB6L5s+IK1Ysif33mB0eCiiggAKTW+CJj1oYZxw1v/Mmf7T3pbFu0SPL86N+BgBDzwqo+vX44LOjbtdjWWcMmudPxqDpQ3U9GI7FxgOqeHZhuJ2xukB34pl8ptZzrBXYVgKHHnpoSUCT//c++h033HBDfOMb3xgN21dgKwh4CQUUUEABBRRQQAEFFFBAAQUUGH8BV6iAAgoooIAC+T4/egAAEABJREFUCiiggAIKKKCAAuMv4AoVUEABBRRQQIHpKWDymen5e3fVCiigwPQVcOUKKKCAAgpsY4E3vOEN8U//9E+d33LaaafFFVdc0TlmUAEFJr9AviwPDN0otPvQjuWL/Xli1nUBSvKA7AMlsUC+IA3D8YzlnK4SmYBmeSagOTRGjyoBzeLYb3cT0ISHAgpMP4EpsuLzTl4YZxw9r/Nu/2vvS+POhUeUMaA8M2C4Hnw2AFE/M2C4DZTzcz5Uz5zBNlTj0TugGoem7oXLD1Dq/ICmnf3BAt2JZ3IOTHxejlsU2FoCxxxzTElA03W9a6+9Nm6++eauIWMKKKCAAgoooIACCigwlQS8VwUUUEABBRRQQAEFFFBAAQUUGH8BV6iAAgoooIACCiiggAIKKKCAAttFYIcmn9kuK/RLFFBAAQUUUEABBRRQQIHtJPCa17wmPv7xj3d+2xlnnBFr1qzpHDOowLgLTNX1ZbKZ+t6BkhwmY0AdLjW0+1DFoKnrl/zzJKBcr47VNVCSA0BV1/GsJyrstHOsPfjquHvhoTF6LJw3I646d3Hsv8es0SH7CiiggAI7WOD8kxfEY4/qTjzzo30ujzsXPKLc4WBCGaA8P+pY/WwAOhPP1ONZ1+dAMzfjwNCzB6rvgKqOjQdUfWBjpKqAck9VL0q763mZsfBQYDsLnHrqqfFLv/RLrW+9884747rrrouf/OQnrTEDCiiggAJbLuCZCiiggAIKKKCAAgoooIACCigw/gKuUAEFFFBAAQUUUEABBRRQQAEFxl/AFSqggAIKTE8Bk89Mz9+7q1ZAAQUUUECB6SvgyhVQYBsJ3HDDDfHpT3+68+pnn312XHLJJZ1jBhVQYPIKAK2bAyJfnofhMWj3oYoB5UX8vBjQf8EfqjhU9WACgNF29rPUiQOyPVhizpK44+Br4p5FD4vRY8HcGXHFyiVxgAlowkMBBRSYLAJPOmVBnH7U/M7b+a+9L4875j+8PC9yr4fmOZH9LMDQeP18APpJaHJelsExGB6H6tqx8YCqD1W9Mdx/jmUfhscyVhfofk7mOJCVZfsJ+E0bBR7/+MfHE57whI29psrEM9dff31kIpomaksBBRRQQAEFFFBAAQUUUECBKSXgzSqggAIKKKCAAgoooIACCiigwPgLuEIFFFBAAQUUUEABBRRQYLsImHxmuzD7JQpMJGBcAQUUUEABBRRQYBwE/u7v/i4+97nPdS7l3HPPjYsuuqhzzKACCkx+gUw003WXGYfhl+ih3YcmlgkA6msB5UV+qOocA0oiAajqwVi2s0Azlv06oUC2Y87i+MXBV8eGjgQ0CzMBzblL4sA9Z4XHjhDwOxVQQIFG4PxTFsRjjuxOPHPrXpfFnQse3n9G5P6eBZrnRfbrAvSTzcBwO+cA5dmS7bpAdS2oxqCqcxyasdh4QDu2cajc52C76/mYsXqOtQI7SuDJT35ynHHGGa2vv+mmmyITibYGDCiggAIKKKCAAlsk4EkKKKCAAgoooIACCiiggAIKKDD+Aq5QAQUUUEABBRRQQAEFFFBAAQXGX8AVKjA9BUw+Mz1/765aAQUUUEABBRRQQIHpK7CVV/7Xf/3X8aUvfanzqueff35ccMEFnWMGFVBgaggArRsFysv2+TI9MDQO7T40sfrF/jwJKNeBqq7H6hoYSiiQ8brUSWegmZNjzFkcdxx8Tdy98LAYPRbsNCOuWLFzHLjX7PBQQAEFFNgxAk86ZWGcPlHimb0vj3ULDy/JYqB6NgDlRnOPr/f+bGcBhp4T9Tg08YwB/WvmeVmgiQFDzyMg6gMoY9mH7nY91vVc7IrlfIsCO0LgkksuiZNOOqn11V/72tfixhtvbMUNjIGAS1BAAQUUUEABBRRQQAEFFFBAgfEXcIUKKKCAAgoooIACCiiggAIKKDD+Aq5QAQUUUEABBRRQYLsImHxmuzD7JQoooIACEwkYV0ABBRRQYCoLvPzlL4+vfvWrnUu48MIL47zzzuscM6iAAlNPIF+e77rrjANDQzDcz0Gg//J+/dJ/Hc9+trNkGyhJAuo20E8ukLHRAgzNv3/2wlh78NVx96KHxegxfy5xxYolJqAZhbGvgALbXMAviHjyKQvjMUfO66S4de8rYt2Ch5f9HOjc94Eyns8BoD8H2m2onjvQ1HleFqBcJ3oHUNrQzIuNB7CxFf1nWHQcQHQ9D3MqNNfIvkWBHS2wevXqeMQjHtG6jc9+9rPxj//4j624AQUUUEABBRRQQAEFFHhwAs5WQAEFFFBAAQUUUEABBRRQQIHxF3CFCiiggAIKKKCAAgoooIACCigwngKDyWfGc4WuSgEFFFBAAQUUUEABBRTYygL33Xdf/Nmf/Vl84xvf6Lzy0572tFi5cmXnmEEFJoGAt7AFAlC9PJ8v19enA+Vl/IwBdbjU0PShaZfB3kf98j9QrlH3e0NDSQAyngUo8WxnAUrSgZkzZ/bjg23mLI61y6+ODYseHqPH/J2IK1cuiYP2mj06ZF8BBRRQYBsJPPnUhXHaRIln9rky1i98eHkeQPVcAMr+DlWde38WqPqDe/5ge3BOtgcLNNeO3pFj0MSAXrT6AYbup4pGPxYbD+hOPJPPxo1TrBSYVAI77bRTXHrppXHggQe27uuf/umf4n3ve18rbkABBRSYwgLeugIKKKCAAgoooIACCiiggAIKjL+AK1RAAQUUUEABBRRQQAEFFFBAgfEXcIUKKKCAAgpsF4EZ2+Vb/BIFFFBAAQUUUECBCQQMK6DAVBNYt25d/Mmf/El8+9vf7rz1VatWxZlnntk5ZlABBaa+ANBaBHS/eA/NXKjaUNV5kXzpP2ug/zI/kKHSz2QCQEk+kHOhadd9oCShqft5TrazMGdR/OLgq2PD4sNj9Jg3h7hy5WIT0IzC2FdAAQW2gUBJPPPIeZ1XvnWfq2L9goeVfT/37roArViODe7z2X+gAvSfIzkXqutCU0fvAHqf1U/Oq1pR7iEmOKD7+ZfToble9i0pYJksAkuXLo01a9bEHnvs0bqld77znfGxj32sFTeggAIKKKCAAgoooIACCiigwOYJOEsBBRRQQAEFFFBAAQUUUEABBcZfwBUqoIACCiiggAIKKKCAAuMpYPKZ8fy9uqotFfA8BRRQQAEFFFBAAQU2IfDzn/88/uzP/ixuuummzlmXXXZZnH766Z1jBhVQYPwF7r///tZL+tC8fA+UcaCPUb/gD/STAwBlXvQOqNo5b6ICtBLQ1MkJmL0w7jj4mrh7UTsBzdw5M+LKlUti+d5zYtodLlgBBRTYTgIXPHpRnDZh4pkrY/2Cw8qeX+/xQP95UO/lOQZNvKufsSz1OdA8P6BqQ1XnvCzRO4DyfbHxAEoLKPdVOhs/gI2tKGNdz72MhYcCU0Bg2bJlsXr16li4cGHrbt/4xjfGF7/4xVbcgAIKKKCAAgpMQQFvWQEFFFBAAQUUUEABBRRQQAEFxl/AFSqggAIKKKCAAgoooIACCiigwPgLuEIFFNguAiaf2S7MfokCCiiggAIKKKCAAgpMJDBV4j/+8Y/jZS97WfzgBz/ovOWrrroqTj311M4xgwooMP4CwIQv4gNDAECZWwfrBADZB0oSgIzVBar52Yemnf26AEMJaOp41vfPmh9rD7467l708Bg95s4hrlyxOJbvPXt0yL4CCiigwEMUuODRC+PRR8ztvMoP974y1s0/rIzlXg3N/g6UZwE0dZ1UJudmGe1nDJprZD8LNNeo+0DkAVWd7SzQ9KFpd41lkhkYntMVy3MtCkxWgYc97GGxatWqoX+X1fd67bXXxje/+c26a72VBLyMAgoooIACCiiggAIKKKCAAgqMv4ArVEABBRRQQAEFFFBAAQUUUECB8RdwhQoooIACCiiggALjKWDymfH8vboqBRRQYEsFPE8BBRRQQAEFOgRuueWW+Mu//Mv4r//6r9ZovsT7y7/8y3HSSSe1xgwooMB4C+RL9l0rzDgMv5APVR+aGqp2XiP3Eqj60NRAPwEBVO16btaDBRhKQDOYmIDZC+IXyzMBzeExeuyUCWhWLomD9zEBzaiNfQXGWMClbWOBC0vimXmd3/LDva+K9QsOK/t77uNASX5Rt7OuC9Df2+vYA9VAuTZ019E7oPpOoNeL8v3RO4B+u9ctP0Cp8wOIrudcPZa1RYGpJHDcccfF6tWrO285E9B8//vf7xwzqIACCiiggAIKKKDAFBHwNhVQQAEFFFBAAQUUUEABBRRQYPwFXKECCiiggAIKKKCAAgoooIACCoy/wHZZoclntguzX6KAAgoooIACCiiggAJTVeC73/1uSTzz05/+tLWEOXPmxHOe85w49thjW2MGFNh8AWdOVQGoXsbPl/DrNQDlpf2MAXW41FC9sF86vQ+gzO01y08mE4AqNtgG+kkEoGrX41kPFhgeH0xAM2POwrjj0GfF3YsfEaPHTrOJKzIBzd4moBm1sa+AAgo8WIGnnLYwTj2iO/HMLSXxzKH9fb3ew6Ha/wf3bWCzEs9AdW5eCxi6NjR9IPIAyvMHyG6Znw2gxLOdBdr9rudbxnK+RYGpKnDaaafFU5/61Nbt33HHHXHdddfFbbfd1hozoIACCmyZgGcpoIACCiiggAIKKKCAAgoooMD4C7hCBRRQQAEFFFBAAQUUUEABBRQYfwFXqIACCiigwHgKmHxmPH+vrkoBBRRQQAEFtlTA8xRQQIEBgW984xvx13/91/Hzn/98IFo158+fH8997nPjiCOOqAJ+KqDAtBUAWmuHKtEMDI9B1YemhqqdF4GqDZQEANDUdVIBoCQKqPtZj5Y6eQFQEhdkPwuz5scdB18Tdy9u7107zSKuPHdJHLKPCWjCQwEFFNhCgQtPWxinPGKixDPPjLsWNIlnoNrj86tyj869HOjv8V2xnDNRgeZcqK6dc6FqR+/o6mfyGGjm9Ka1fqD7uZYTgaymXvGOFRgQOOecc2LlypUDkar5ox/9KG644YZYv359FfBTAQUUUEABBRRQQAEFFFBgagl4twoooIACCiiggAIKKKCAAgooMP4CrlABBRRQQAEFFFBAAQUUUGCrCJh8ZqswepFtJeB1FVBAAQUUUEABBRTYUQJf+cpX4pWvfGXccccdrVtYvHhxPP/5z49DDz20NWZAAQWmr0C+vD+6+ozB8Ev5UL3AX88FSqKZ7AMl6UBsPKAag6oeTBqQ7SxAOSfbdYEmBs25Oc7s+XHHIdfEhiWPjNFjTiagWblzHLLPnNGhbdr34goooMA4CDzlMYvi1AkSz9y679Vx14JDyn4Nw/tyJpkBylju06Mlx0dj2YfmOtCcD8NtIPKAdl0/p6Aay3lZoOlD9dyCJpZz8tysLQqMi8CFF14Yp59+ems5//Ef/1ES0LQGDCiggAIKKKDAgxbwBAUUUEABBRRQQAEFFFBAAQUUGH8BV6iAAgoooIACCiiggAIKKKCAAuMv4AoVUB+LQjIAABAASURBVGA8BWaM57JclQIKKKCAAgoooIACCmyhgKf1BD7/+c/H3/3d38Vdd93V6w3/7LrrrvGCF7wg9t9//+EBewooMO0FYPilfKAklcmX84EhH2j3oYkB5Vxo6jrRQF0D/UQF0LRzfLDUSQugmcOsebH24Gvi7sXtBDSzZ0VcuXJxHLKvCWjCQwEFFNhMgaeetihOOXxu5+wf7nN1rJt3cNmzodrX630auvtAmV/P21QNzVyorgdEHtDUQHm2ZDyvlzU0sexnAbIqBSZOPAPNvDLZDwXGQGDVqlVxwgkntFbyb//2b/Ga17ymFZ/iAW9fAQUUUEABBRRQQAEFFFBAAQXGX8AVKqCAAgoooIACCiiggAIKKKDA+Au4QgUUUEABBRRQQAEFtoqAyWe2CqMXUUABBbaVgNdVQAEFFFBAge0t8JnPfCauv/76uO+++1pfveeee8YLX/jCyLo1aEABBRToCWSimV7V+sk4DL+kD+0+VDGgJB2I3gH0kwUAvUiUMaDEM4FAFhjuZywLEN0JaObGHYdcE3ctPiJGj9mziKtWLo5Dl5mAZtTGvgLbRsCrTmWBpz5mUZz8iAkSz+x7TayfP3HimdynswBlb8/9ui4Zn6jA8J4PTR+advQOqPrQ1PVzCejNaH6g6QNRz2tmVC1o5lURPxUYH4E1a9bE4Ycf3lrQpz/96XjLW97SihtQQAEFFFBAAQUUUGDzBZypgAIKKKCAAgoooIACCiiggALjL+AKFVBAAQUUUEABBRRQQAEFFFBg/AXGc4UmnxnP36urUkABBRRQQAEFFFBAgS0Q+MQnPhGvfvWrO89ctmxZvOhFL4qlS5d2jhscIwGXosBDEIDqZfx8Wb++DFCSxGQMqMOlhnYfmhgMt4GSSAYoSQqAcu2JkhPUcaCcl32gnFvas+bGHQdfExuWHBmjx6yZxJWZgGbf2aND9hVQQAEFNgpc9JiFcfLhEyWeeVasn7e87LkwvF8DJV724l47E85ke7BAM2c0DtUYVNeF4TrnR++AJt7rlmdGXQPZ7Bdo+tCdeCafZf0TbCgwpgJz586NTEBzwAEHtFb44Q9/OD7wgQ+04gYUUGCKCnjbCiiggAIKKKCAAgoooIACCigw/gKuUAEFFFBAAQUUUEABBRRQQAEFxl/AFSqggAIKKKDAVhEw+cxWYfQiCiiggAIKKLCtBLyuAgoosL0EPvrRj8brX//6zq878MAD47d+67di/vz5neMGFVBAgVEBaF7gHxzLl/ZheAyqPjQ1DLeBkjAAKJcDSj+TC0DT7upnLAvQmYBmxux5sfaQa+LurgQ0M4irVu4chy0zAU14KKCAAiMCF52+MB51+LyRaNX94b7XxPp5B5UEM9Dep3NfzgKUOdmuC1TzN5WQZnAMmmtA1Y7ekdeD6lpA+Z7oHVDFes3+DzDU7npe5QRo5mV/axavpcBkEth1111j9erVsdtuu7Vu6+1vf3tk4tLWgAEFFFBAAQUUUEABBRRQQIEHFHCCAgoooIACCiiggAIKKKCAAgqMv4ArVEABBRRQQAEFFFBAAQUUmJoCJp+Zmr+3HXXXfq8CCiiggAIKKKCAAmMp8KEPfSje9KY3da7t0EMPjRe/+MUlYUPnBIMKKKDAJgTy5f16GCgJYzIG1OFSA5Hx0ul9AGVur1nqTCCQ7SxQjUFV5xg07exnAUqigWzXBSj7WfahOYeZO8Xag6+JDTsfHRExVGbOjLhy5c7xsGVzhuJ2FFBAgeks8EuPXRSPenh34plb9snEM8vLHgzNXlvvvVlnAcqcbNcFKPv0zN7mW8fqGpprQdUG+teAKha9A+h9RnmGRO+A5jkD1VgvXH6g6UM1D5pYThp8RmXfosB0ENh///1LApquJKSZuPRLX/rSdGBwjQoooIAC4y3g6hRQQAEFFFBAAQUUUEABBRRQYPwFXKECCiiggAIKKKCAAgoooIACCoy/gCtUQAEFtoqAyWe2CqMXUUABBRRQQAEFFFBgWwl43W0t8N73vjfe+ta3dn7N4YcfHi94wQs6xwwqoIACmyMAwy/v5znQ/WJ/jtUlX/IH+kkDMg5VHzZd10kKMnEB0E9KUMeBktig7vfrWZmA5uq4uysBTe+/IF2xckk8bD8T0ISHAgpMe4FMPHPSw+Z2Otyy77PirvkPnHimv/fOmNHap7vGgDJvdG+HKh69A+h9RpkH9J8heb2u50pOBrIqBbqfT/W5ZZIfCkwzgfzfhKtWrepc9bXXXhvf+ta3Ose2LOhZCiiggAIKKKCAAgoooIACCigw/gKuUAEFFFBAAQUUUEABBRRQQAEFxl/AFSqggAIKKKCAAgooMDUFZkzN2/auFVBAgR0k4NcqoIACCiigwFgJvPOd74x3vetdnWs68sgj43nPe17nmEEFFFBgawiMvswPwwkA8juAfvIAoCQUiN4BVRyqOhMLZIGmD5T5UNU5nkkLsgb6CWhg4JyZc2Lt8qvj7iVHxegxs/dfka5cudgENKMw9sdTwFUpMIHAxY9dFBMlnvnBPs+Ku+Yd1N97gdKeMWNG2cuzrgtUY7kvZ8k40N+bs18XGNine+2MR+8AyvWhqqN3AL3PKN8HlPH6eQPVWGw8oOmDiWc2slgp0BI44YQToisBzX333RfXXntt/OAHP2idY0ABBRRQQAEFFFBgigh4mwoooIACCiiggAIKKKCAAgooMP4CrlABBRRQQAEFFFBAAQUUUEABBcZfwBVuFYEZW+UqXkQBBRRQQAEFFFBAAQUUmGICb33rW+N973tf510fe+yx8ZznPKdzzOD2F/AbFRgXgXz5v14LUBIDZAyowyXW72xsAENxoIwAJQ5NnQkJoOpnO0smNQBKAoK6nzUwlOQANp43a06sPeSauHvno2P0mNGbc9XKJfHw/eaMDtlXQAEFxl7gaY9dFCc+bG7nOm/Z91fi7vmbl3gm9+AsuT9nnQVo7cl1POucC5S9HKo649E7gN5nDD0TondAk1AGqjm9cPmBpg/NvDK48WP0GbUxbKXAtBQ4/fTT48ILL2yt/Re/+EVcf/318d///d+tMQMKKPDgBTxDAQUUUEABBRRQQAEFFFBAAQXGX8AVKqCAAgoooIACCiiggAIKKKDA+Au4QgUUUEABBRSYmgImn5mavzfvWgEFFFBAgR0l4PcqoIACYyHw5je/OT70oQ91ruWkk06KX/7lX+4cM6iAAgo8FAFoXvQfvM7oy/3QzIOqDZSkAnketNvAUEICqPqZmAAoCQ2gOg+q/uBYtusCxIyZc+KOg6+Ju3c+JkaP3nBcuXJJHG4CmlEa+wooMMYCF5+xKE6YIPHMD5f9Stw174DIfRSqvTbbWYASz/amSiaXyXGozs8+NOdC1YZqvJ6bdfSOrKEaA8p3Ru+AKtZr9n+Aofboc2jjYP+5U/etFZjuAitXroxzzjmnxXDrrbfGDTfcEHfffXdrzIACCiiggAIKKKCAAgooMMkFvD0FFFBAAQUUUEABBRRQQAEFFBh/AVeogAIKKKCAAgoooIACCiigwGYJzNisWU6apALelgIKKKCAAgoooIACCjxYgTe84Q3xkY98pPO0U089Na666qrOMYMKKKDA1hLIl/zrawHl5f6MAXW4xLKT8YhsRYlBNQco/egd0LQz+UAvVJIOQBXPGFBi2c4CRCY2GG1nPwv0zp05O9YefHXcNVECmnOXxOH77xQeCiigwLgLPO2MxXHiYXM7l3nLvr8S6+c2iWdyD60L0Np7cwzo78HZHy25PwP9c6G3Jw+UnA9VLHoH0PuMoedC/fyAaiw2HtD0gch50MRyWsaytiigQFvgqU99apx22mmtgW9/+9slAU1rwIACCiiggAIPSsDJCiiggAIKKKCAAgoooIACCigw/gKuUAEFFFBAAQUUUEABBRRQQAEFxl/AFSqggAJTU8DkM1Pz9+ZdK6CAAgoooIACCuwoAb93Sgu85jWviY9//OOdazj99NPjsssu6xwzqIACCmxNARh+yT+vDe0EANDMg2YcqjgwlGgAyEuVZAXQtOskBVmPlkxwkAUoiRCyXc8BYsbM2XHnIc+Ku3c+NrqOK1cujsMPmNM1ZEwBBRQYC4Gnn7EoTjisO9HWLcueHXfNaxLPAGVfzn0UiKwHS73H1vXgGFTndo0Nzss2VHOjd2Q/C1SxbPfC5T6AbPYLNH2gM/FMToZmXvYtCkxbgQkWvmbNmjjuuONao1/+8pfjta99bStuQAEFFFBAAQUUUEABBRRQQAEFJrGAt6aAAgoooIACCiiggAIKKKCAAuMv4AoVUEABBRRQQAEFFFBgswRMPrNZTE5SQIHJKuB9KaCAAgoooIACmytwww03xKc//enO6WeeeWasWrWqc8ygAgoosK0E7r///talMwbNS/9QtQfjQEkqkCdDuw30Ex5ANZ7JCEYLNPNyDKq5g4kPgAhmxC8Ovjru2vmY6DquXLEkHrG/CWi6bIxtPQGvpMCOELjkjEVx/GFzO7/6B/s+O+4eSTwzuJdme3MLEDk391+g7PHZh6oN7Tp6R87pVeUHqjn5vMgAkFW/QNOH7sQz9bn9k2wooMCEApmA5uEPf3hr/FOf+lS8/e1vb8UNKKCAAgoooIACCmyegLMUUEABBRRQQAEFFFBAAQUUUGD8BVyhAgoooIACCiiggAIKKKCAAgqMv4ArnJoCJp+Zmr8371oBBRRQQAEFFFBAAQUehMArX/nK+NznPtd5xsqVK+NpT3ta55jBTgGDCiiwlQSgevm/vhxQEg7ky/9AHS6xfmdjA+jHYdNtoCQ1ACKPTFZQF6CMZcKDLBkHItuDZcaMmbF2eSagOTa6jitWLokjDjABTZeNMQUUmJoCT3/cojhuosQzy3417p63f1kYUPbRGTNmlHrmzJmlrvujNQzPh6o/0XlQjed1ondAs5cDQ8+C+vkB9GY2P9D0oXr2QBPLmfW52bYooMADC8yfPz9Wr14d++23X2vyBz7wgfjQhz7UihtQYAoKeMsKKKCAAgoooIACCiiggAIKKDD+Aq5QAQUUUEABBRRQQAEFFFBAAQXGX8AVKqCAAgoooIACmyUwY7NmOUkBBRRQQAEFJqmAt6WAAgoo8EACr3jFK+LLX/5y57TzzjsvLrzwws4xgwoooMD2EIDhl//r7xxNAgDNPKjawFDSAaCcDpQ4UBIgQLufSQzqAtW87NfJD2D4nBKfOSvuOOSauHvpcdF1XL7CBDRdLsYUUGDqCVzyuEVx/KFzO2/8B/s+O+6eu1/ZX3PfhGq/HG1nf7QAJblXHQc2eR2oxiG/o2pH78jze1X5Aco1ondANa/X7P8AQ+3R50s9CM28OmatgAKbFth9991LAppdd921NfGtb31rfOpTn2rFDSiggAIKKKCAAgoooIACmxZwVAEFFFBAAQUUUEABBRRQQAEFxl/AFSqggAIKKKCAAgoooIACCigwOQVMPrMuJ+ttAAAQAElEQVQ1fy9eSwEFFFBAAQUUUEABBSaVwF/8xV/E1772tc57uuCCC+L888/vHDOogAIKbFJgGwxmMoD6skBJHpMxoA6XWHYynnUWoB+HTbczWQFUc6CqM5YFKMkLsp2JZgYLVGMZgxnxi+VXx107byIBzYE7hYcCCigwVQUuOXNxHDdR4pllvxob5h8QMLyH5t4JTJhYZlPjubdmyTlZgKhrIPIAhr4Tqn49Vj8XgAz1CzR9IHIeNLGcmLGsLQoosGUCBx54YKxatSrmzZvXusBrX/va+MpXvtKKG1BAAQUUmEIC3qoCCiiggAIKKKCAAgoooIACCoy/gCtUQAEFFFBAAQUUUEABBRRQQIHxF3CFCiiggAKbJWDymc1icpICCiiggAIKKKDAZBXwvhSYSOClL31pfPOb3+wcvuiii+Lcc8/tHDOogAIK7AgBGE4GkPcA7UQB0MyDZhyqONBPUABVO5MYZAGGEhrA8HjO6SqZFAGqc7Odc9YefHWsnygBzTmL4wgT0ISHAgpMPYFnZOKZQ7oTaP1g2XPi7rn7lT0290Fo9lCgv7/m2GgB+olpoDmvngeU80f7UMWhOgeqOnoHUM6J3gFNvNctP0Cp8wOa50X2Bws08wbjthWYjAKT9Z6OOOKIeMYzntF5e9dee2185zvf6RwzqIACCiiggAIKKKCAAgoooIACbQEjCiiggAIKKKCAAgoooIACCigw/gKuUAEFFFBAAQUUUEABBSangMlnJufvxbtSYKoKeN8KKKCAAgoooMAOF9iwYUP80R/90YQv+F1yySVx9tln7/D79AYUUECBLoH7779/KAzthAFQJQrIuVC1gZIQIU8Gsip9qNoZAEqsTm6QiWSAkrwgYzA8nrG6DM7NdpY7Dr467lp6QnQdl5+zOB55UHcCh675xqacgDeswNgJrDpzcRw7UeKZ/f5HbJi3X9kvgVLX+yPQTyzTFYP2eD0v91KgXA+qPRiqfvSOnAdNHOhFo+zlUD0fondAFe81yw80fajmQRPLSfkMydqigAJbR+Ckk06K/N+ao1e755574rrrrosf/vCHo0P2FVBAAQUUUECBqSDgPSqggAIKKKCAAgoooIACCiigwPgLuEIFFFBAAQUUUEABBRRQQAEFFBh/AVeowGYJmHxms5icpIACCiiggAIKKKCAAlNBYO3atfHHf/zHcdNNN3Xe7po1a+KMM87oHJu6Qe9cAQXGSQCGkwPk2qCdOACG52USAaAkJKjPyToLVHFo6jqeiQ+ynQkO6gLVvLpf1zkXKEkS6tja5VfFXUuPj67jsrMXx5EHzukaMqaAAgpMKoFnnLUojpkg8cwt+z037t5p33K/QNkDobvOvRHoJ6OB4TZQzs95XXsqVOPRO3IOVPsxVHUvXPZ5IJtD7RLofUA11muW8fr5kP26dMXqMWsFFNhygfzfmk9+8pNbF/jZz34W119/fWTdGjSgwIMScLICCiiggAIKKKCAAgoooIACCoy/gCtUQAEFFFBAAQUUUEABBRRQQIHxF3CFCiiggAIKKKDA5BQw+czk/L14VwoooIACU1XA+1ZAAQUU2GECt912W7z0pS+NH/zgB533cOWVV8Zpp53WOWZQAQUUmAoCo8kCoEkwkEkKcg1ASTYw2IYqBk2d86HqZ7uen+0HKkBJnpCJE3Lu2uXPjLuWnhBdx6XnLIkjDzIBTZeNMQUUmBwCq85aFMcePLfzZn6w7H/E3XP3Lftq7nfQ7Jv02vU+mGNZgAkTz+R4lvocoOylUF0T2n1oxqJ3QNXvNcsPUOr6A5o+tBOXdc2rY9YKKLB1BJ7whCfE2Wef3brYLbfcEjfccENs2LChNWZAAQUUUEABBRRQQAEFJrGAt6aAAgoooIACCiiggAIKKKCAAuMv4AoVUEABBRRQQAEFFFBAAQUUUKAIjHXymbJCPxRQQAEFFFBAAQUUUGDsBW699db48z//8/iv//qvzrX+yq/8SjzqUY/qHDOogAJTX2BcV5DJZuq1ASX5QcaAOlxi2cl41lmAfhzIUClAiUNT50CdDAGqePazQNWHqs5YnTQh21myn2Xt8qvirl1OzMu1yqVnZwKanVpxAwoooMCOFlj9+MVxzASJZ76/7H/EhnnLyi3mflcXqPbE3PuAkkAmx4B+4pns53jWQH9OxqA6P8fqAtWc2HhkHKp5QIkCZQ+v93ugxOsPaPrQnXimPrc+x1oBBbaNwEUXXRSnnnpq6+Lf+ta34sYbb2zFDSiggAIKbL6AMxVQQAEFFFBAAQUUUEABBRRQYPwFXKECCiiggAIKKKCAAgoooIACCoy/gCtUQAEFFJicAiafmZy/F+9KAQUUUEABBRSYqgLetwLbXeDmm2+Ol73sZXHbbbe1vnvWrFnx3Oc+N4455pjWmAEFFFBgsgtAk0igvldoJxSAZh5UbaAkKcjzoGpDU9eJDeoaKMkRoJqT8SyZKCHr0QLD83J87UFXxl1LJ0pAsziOWm4CmvBQQIFJI7Dm8Yvj6An2pe8ve25smLtvudfc37IAZZ/MdhZo+sBQ4pkcr8vgPgrN3glVGyjXjd6R50ATB3rRKPs5tNux8YBqLLvQfk5kPAs087JvUeAhCnj6JgQuvfTSzv8d+sUvfjHe8IY3bOJMhxRQQAEFFFBAAQUUUEABBRSYVALejAIKKKCAAgoooIACCiiggAIKjL+AK1RAAQUUUEABBRRQQAEFioDJZwqDHwqMq4DrUkABBRRQQAEFxlvg29/+drz85S+P22+/vbXQuXPnxvOf//w44ogjWmMGFFBAgakkcP/99w/dLrQTC0CVUGBwLlASFuTJQFalD8NtoMQz6UEmSYCmD5SkCBnP8SzZrkv2s9T9tcuvjPUTJKApiR4ONgFNbJPDiyqgwIMRyP1oooRY/7nsuXHPvH37+2LucVDti0DZEzNWF6Az8QxQ5gL9cWjaeT5Q5kTvGOxD9X29cLkPqPb9up91XYC6WebmcwCaWA5mLGuLAgpsPwEg1qxZE4cddljrSz/+8Y/HO97xjlbcgAIKKKCAAgoo8MACzlBAAQUUUEABBRRQQAEFFFBAgfEXcIUKKKCAAgoooIACCiiggAIKKDD+Aq5QgckpYPKZyfl78a4UUEABBRRQQAEFFFDgAQS+9rWvxV/91V/FnXfe2Zq5aNGieMELXhCHHHJIa2ybB/wCBRRQYCsLwHASgbw8VIkIoBmDpp1zsgAlGUHdrmuo4nWyA6j6QEmEUMezrgtUc+p+V51JaO48+Kq4a5eToutYfdbiOHq5CWi6bIwpoMD2EdhU4pnvL/v/xT1z9yk3Uu9xQH9frGODde57g/26PRiHav8cjeXc6B1ZQzUH2nVvStnLgWz2CzR9aD8XcmImnoFmXsYsCiiwfQQWLlwYq1evjn333bf1he9///vjwx/+cCtuYIoJeLsKKKCAAgoooIACCiiggAIKKDD+Aq5QAQUUUEABBRRQQAEFFFBAAQXGX8AVKqCAAgoooIACChQBk88UBj8UUEABBcZVwHUpoIACCoynwBe/+MX4m7/5m7j77rtbC1y6dGm88IUvjP322681ZkABBRQYN4HRpALQJBiAqg2UpAW5diCr0oeqPZj0IAcH+0BJugBEJk3IAvTPz7l1Acrc7N+x/MpYP1ECmscvjmMONgFNeCigwFYV2JyLXXr24jhqggRYP9j/eXHPvH3K/pZ7Xe5l8MD7XT0v6yxA2QuhOreO5TWhikE1J3oH0PuM8r1AqWPjAWxsxVA8egcMj40+D3pToiuWcYsCCmw/gT333LMkoMn/nTr6rW95y1vis5/97GjYvgIKKKCAAgoooIACCmxCwCEFFFBAAQUUUEABBRRQQAEFFBh/AVeogAIKKKCAAgoooIACCiiggAI7RmB7Jp/ZMSv0WxVQQAEFFFBAAQUUUGCsBPLlvGuvvTbuu+++1rr22GOPeNGLXhT5gl9r0IACCmwvAb9nGwpkIoH68kBJRpAxoA6XWHYynnUWoB8HMlQKVG2gjGeShBzIui5AK5FCPTZY14kV6tidmYBm6UnRdaw6KxPQzO0aMqaAAgpsE4FLz14SRx7Unfjq+/s9LzbstHf53tzDoNoTgbL/ZawuQEnGVfezzv0v68EyGBtsA+Wa0TsG50P1nb1w2Y+BbJYCTTsD0PSBziQz+QyAZl6eZ1FAgR0jsHz58li1alXstFN7D7rxxhvjq1/96o65Mb9VAQUUeOgCXkEBBRRQQAEFFFBAAQUUUEABBcZfwBUqoIACCiiggAIKKKCAAgoooMD4C7hCBRRQQAEFioDJZwqDHwoooIACCiigwLgKuC4Fxkvg4x//eOTLeV2r2meffeLFL35x7Lzzzl3DxhRQQIGxEIB2IgFoJx6AZh5UbaAkNEgIqNrQ1JkEAShJEaCpoZqT46MFhscywQJU5+bcOw++Mu7a9eToOladtSiOOaT9EnbXXGMKKKDAQxG47OzFceRBczov8f39nx/3zG0Sz+TeBcN7W8bqkvtc3Z6ohuHzoeoDZY+N3pHn9qqyL0M1PtjPdhYgq36Bpg/t/b+eCM28OmY97gKubzILHHnkkSUBTXQcmVz1O9/5TseIIQUUUEABBRRQQAEFFFBAAQVGBewroIACCiiggAIKKKCAAgoooMD4C7hCBRRQQAEFFFBAAQUUUGDHCJh8Zse4+63TVcB1K6CAAgoooIACCmyxwEc+8pF4wxve0Hn+/vvvH7/zO78T8+fP7xw3qIACCoybwP333z+0JGgnIIAq8cDgXKAkOsiTgaxKH4bbUPUzOUIWoMzLdlcBSkKFHMvEDND07zjo8li/ywQJaM5cHMeOYwKa8FBAgckicNk5i+ORB3UnuvrP/Z4f9+y0V7nV3LtyD4Pu/Q7o73M5b6JSX6ceh+o8qK4LTT/nQBWP3gFNu9ct+27WdQHqZhnL/R2aWA5mLGuLAgpMPoFHPepR8fSnP711Y3fffXdcf/31ceutt7bGDCiggAIKKKDAJBfw9hRQQAEFFFBAAQUUUEABBRRQYPwFXKECCiiggAIKKKCAAgoooIACCoy/gCtUQIEiYPKZwuCHAgoooIACCiiggAIKTGaBD37wg/HmN7+58xaXL18ev/3bvx35om/XBGMKKKDAOArAcLKBXCNMnICmHq9rqM6HpgZKMoM6GcJgne0s0MzJ/mCBZiz3ZKCfqOHO5ZfHXbt2J6B5xpmL4zgT0ISHAgpsfYHLM/HMgd2JZ76//6/FvXOrxDO5l0G1hwFl78p9LONZgPJvzbqd9UQFKOfnOFRtqOo6Bs13wXA7Nh7AxlZVQdOH9n6fszLxDDTzMmZRQIHJJfC4xz0uzj///NZN/fd//3fccMMNcfvtt7fGDGy+gDMVUEABBRRQQAEFFFBAAQUUUGD8BVyhAgoooIACCiiggAIKKKCAAgqMv4ArVEABBRRQQAEFFNgxAiaf2THufqsCCigwUC815QAAEABJREFUXQVctwIKKKCAAg9a4L3vfW+87W1v6zzvYQ97WPzmb/5m55hBBRRQYDoIZKKBwXVCOyEBVIkIci5UbaAkmslzgaxKH6r2YIKEHBzsZ7sug8kZ6lhd5xjQT8Jwx0GXx127nhJdxyVnLo7jD5nbNWRMAQWmpsAOv+vLVyyOIyZIPPOf+z0/7tlpz3KPuVfV+xbQ37OgaQ+OD86v41kDZR+dqA3VOBB5AGV+trMAWZUCTTsD0PShvc/nnME9PvsWBRSYvALnnXdenHXWWa0b/P73vx+vetWr4t57722NGVBAAQUUUEABBRRQYJIKeFsKKKCAAgoooIACCiiggAIKKDD+Aq5QAQUUUEABBRRQQAEFFFBAAQXGX6Cs0OQzhcEPBRRQQAEFFFBAAQUUmIwC73znO+Nd73pX560dccQR8Wu/9mudYwYVUGBQwPY4C0CVhGBwjVDFYDhZQc7J5AR1DfQTHwAZLn2o2nUChcE621mAkqABiNFEDEC5Ts7LMaDMzf4dB10W6ydIQPP0MxfFcYeagCY8FFDgIQtcsWJJHHHATp3X+c/9fi3unbtXf58Cyh4VvSP3rNyr6jrbQBnP9mA8+3WBZg5UbWj2wpwHVR+a8egdUMV7zfIDlLr+gKYP7f095+XeDs28jFkUUGByC1x88cVx8sknt27yG9/4RklA0xowoIACCmyWgJMUUEABBRRQQAEFFFBAAQUUUGD8BVyhAgoooIACCiiggAIKKKCAAgqMv4ArVEABBRRQYMcImHxmx7j7rQoooIACCigwXQVctwIKbLbAW9/61njf+97XOf/oo4+O5z73uZ1jBhVQQIHpJgDthAPQTlAAzbxMhJBOQEnAULfrGshmGQP6dZ4HlEQMMFzn2GCBajyTNUDVzvE7SwKaU6PruORxi+L4w0xA02VjTAEFNk/gipVL4hEHzOmc/J/7/3rcO3fPMpb7UV0yMLhXAUP73OBYfU5XDcPn5Rxo9tDoHVD1e83+3prtLEBW/QJNH9r7ej0Rmnl1zHoSCHgLCjyAwKWXXhpHHXVUa9YXvvCF+Id/+IdW3IACCiiggAIKKKCAAgoooMAkFPCWFFBAAQUUUEABBRRQQAEFFFBg/AVcoQIKKKCAAgoooIACCigwTQRMPjNNftEus1vAqAIKKKCAAgoooMDkFHjTm94UH/rQhzpv7vjjj49nP/vZnWMGFVBAgekscP/99w8tH9qJCqBKUDA4FygJEPJkIKvSB0o9mjyh7g/W2c7kDFkPFqAkcBgdu/OgS2P9rt0JaJ5+xtZPQBMeCigw9gL0VnjFiiXxiP3n9Frtn+/v/4K4d6c9yr6WexJQ9icgBvu5hwFlXrZzbLDO9mAB+tfJODR9qK4DRB71eLaB8h3ZzgJk1S/Q9KG9n+fEwb08+xYFFJhaArm/rFmzJg455JDWjf/zP/9zvOtd72rFDSiggAIKKKDApgUcVUABBRRQQAEFFFBAAQUUUECB8RdwhQoooIACCiiggAIKKKCAAgooMP4CrlABBXaMgMlndoy736qAAgoooIACCiigwHQVeMB1v/71r4+PfvSjnfNOOeWUuOaaazrHDCqggALTXQCaRAW1BbQTFkAzD6o20E+CAJTTgaEYVH2glWgBqrFMrDBY8qXqwf5gOxPQ3LXbadF1ZAKaEw7bqWvImAIKKNAS6G1BccXKxfGIAyZIPHPAC+OenXYv50GzX2Ug9yWg7Guj7XoPg2Y859QFqjhUdR2va6i+C6pxaPpA1Ac07YxB04f2Pp5zMvEMNPMyZlFAgaknsHjx4li9enXsvfferZt/73vfGx/5yEda8SkU8FYVUEABBRRQQAEFFFBAAQUUUGD8BVyhAgoooIACCiiggAIKKKCAAgqMv4ArVEABBRRQQAEFFJgmAiafmSa/aJepgAIKdAsYVUABBRRQYHIJvPrVr45PfOITnTf1mMc8Ji6//PLOMYMKKKCAAo1AJiRoelESyGQMmiQFULUH40CZG70D6H1G6QOlzmQKULWBkqgBqjrHugpU41DVo3PuOHB1rN/t0dF1PO2MxXHCYXO7howpoMCDFhjfE2b09pcrViyJw/fvTlj1/Uw8M2e3AjCYTCYD2QfKfpb7E1TtjGepY3U7+3WBai5Udcah2SOhakfvgKbd65Y9NessQFb9Ak0fTDzTh7GhwBgLZOKZTECzZMmS1irf/OY3x7/8y7+04gYUUEABBRRQQAEFFOgWMKqAAgoooIACCiiggAIKKKCAAuMv4AoVUEABBRRQQAEFFFBAAQUUUGD8BXbMCk0+s2Pc/VYFFFBAAQUUUEABBRQYEbj++uvjM5/5zEi06j7ucY+LfBmv6vmpwBQX8PYV2MYCUCUrGPwaqGIwnNQg52xuApqcO5pcoe7XNdBP4pCxOmFDXWesLlDNvfPANbFu14kS0CyKEx5mAprwUECBToGZvf+6fcXKxXH4/nM6x2/e/wVxz5zdSrKXGTNmlBro71PQ3c65WYDY1P4FTHgtoHxffR2o+jFwAAO9KPNj4wHtfTuHBvfs7FsUUGA8BA455JBYs2ZNzJ49u7WgV73qVfHVr361FTeggAJTQMBbVEABBRRQQAEFFFBAAQUUUECB8RdwhQoooIACCiiggAIKKKCAAgooMP4CrlABBRRQQIFpIjBjmqzTZSqggAIKKKCAAp0CBhVQYHIIvPKVr4zPf/7znTdz9tlnx9Of/vTOMYMKKKCAAt0CMJzQIGdBO5EBVPMGkxkA/QQIQJ5a+jDcBkq8TqyQdRagMxlDjg2WwYQO6w5aE+t3Oy26jqc9dlGcaAKaLhpjCkxrgZm9/7J9xYol8fD9uhPP/OcBvxH37bR7MZoxY0bZl4ChOuNQ7WW5J9Wljmc/24MFqvlQXSvHoGpDMxa9A6p+r1l+oOkDJVZ/QNOH9n6d8wb36uxbHpyAsxWY7AJHHnnkhElXM1nrd7/73cm+BO9PAQUUUEABBRRQQAEFFNjhAt6AAgoooIACCiiggAIKKKCAAgqMv4ArVEABBRRQQAEFFFBAAQUU2DYCM7bNZb2qAlsk4EkKKKCAAgoooIAC01DgFa94RXz5y1/uXPm5554bF110UeeYQQUUUECBBxbIRAWDs6Cd0ACqhAeDc4GSWCbPBbIqfaDUdbIFGO5nPAtQEjyMtjf2+9eo+1nfeeDqWL/bY6LruPixi+Kkh8/tGjKmgALTUGDWzIhMPPOwTSSeuXfOrkUm9xfo3qtyrKsAsanEM4PnQHVtGK5zDhB5AGXfy3YWIKt+gaYP7X06J+YeDc28jFkUUGD8BE4++eS4+OKLWwtbv3593HDDDfGjH/2oNWZAAQUUUECBSSzgrSmggAIKKKCAAgoooIACCiigwPgLuEIFFFBAAQUUUEABBRRQQAEFFBh/AVeogALTRMDkM9PkF+0yFVBAAQUUUEABBRToFtix0b/4i7+Ir33ta5038aQnPSkuuOCCzjGDCiiggAKbJwDtRAXQTmwAzTyo2kA/WQJQvhAYikHVB0qyGajqOulC1lmgiWdChyxQxQbbdx64Ktbvfnp0Hb90+qJ41MNMQNNlY0yB6SQweyZx+YolMVHimZv3/43YVolncj/LPSvrLFDtgYNtqGIwXNe/I6BulhqaPrT355xk4plUsCgwfQTOOuusOO+881oL/ulPf1oS0Kxdu7Y1tnkBZymggAIKKKCAAgoooIACCiigwPgLuEIFFFBAAQUUUEABBRRQQAEFFBh/AVeogAIKKKCAAgoooMC2ETD5zLZx9aoKKKDAlgl4lgIKKKCAAtNI4E//9E/jm9/8ZueKn/KUp8QTn/jEzjGDCiiggAIPXiATFwyeBe0EB1AlQMi5ULXzHKja0NRASUIzmnCh7medBShJaUbb2c8EDlCND7bvPOAZsX63x0TXcdFjF8VJD5/XNWRMgakl4N1ukUA/8cyyOZ3n/+eBvxn3ztllaH/K/SYL0N+Psl+X3H+yDPazDc18GN7zBsehGgMiD6B8f7azAFmVAk07A9D0ob0v55zRPTljFgUUGH+B888/P84888zWQm+++eZ41ateFbk3tAYNKKCAAgoooIACCkw+Ae9IAQUUUEABBRRQQAEFFFBAAQXGX8AVKqCAAgoooIACCiiggAIKKKDA+AtMkxWafGaa/KJdpgIKKKCAAgoooIACk0Xgvvvuiz/8wz+M//iP/+i8pYsvvjhWrFjROWZQgW0h4DUVmA4C0CQ4qNcL7UQHUM3LF5qBfgIFoJwGTQ3DbaDMh6rO5AwPVEYTPgAlOcSdB66KdRMkoPml0xfGo0xAEx4KTDeB2bMirli5JA5bNrtz6Tcf8Jtxz6ylZQ+B4X0IKPEH2pO6xqE6N/crqNrQ1FB9F7RjMXAApQfDdQahvR9nvN6Ls21RQIHpJ/C0pz0tTjrppNbCv/71r5cENK0BAwoo8IACTlBAAQUUUEABBRRQQAEFFFBAgfEXcIUKKKCAAgoooIACCiiggAIKKDD+Aq5QAQUUUEABBbaNgMlnto2rV1VAAQUUUECBLRPwLAUUGHOBdevWxf/8n/8zbr755s6Vrl69Os4666zOMYMKKKCAAltfANoJD6BKjFAnPQD6SWXyDoCs+jFgqF0nbwBKsgeoxjMOTTv7dYFq7mByh3UlAc3p0XVcdPrCOPnwuV1DxhRQYAwF5swirjhnSRy670SJZ14U985e2tpzco8BSjzbm1Ogmj+4H+V5UMWhqqN3AOXa0Tug2t96zfIDTR8osfyo99ZsZ4H2Ppzx0XkZG7PichRQYDMELr300njkIx/Zmvm5z30u3vzmN7fiBhRQQAEFFFBAAQUUUECBSSbg7SiggAIKKKCAAgoooIACCiigwPgLuEIFFFBAAQUUUEABBRRQQIExETD5zJj8IrfNMryqAgoooIACCiiggAJbT+DnP/95/NEf/VHccsstnRe96qqr4jGPeUznmEEFFFBAga0nkAkNBq8G7cQHUCVKqOdmDQwlmclrQBOrkzNAEwNKYoZ6LOuukkke6vhge92Bz4h1uz82uo6nPmZRnPwIE9B02RhTYJwEdppNXL5icRy6bE7nsv7zwBfHvbN3LnsNVPtPvZ8AJV73s4YmBk17U2NQzYN2DU0segfQ+2x+YOI+tPffPLPec7NtUUCB6S0we/bsWLNmTSxfvrwF8ZGPfCTe8573tOIGFFBAAQUUmFjAEQUUUEABBRRQQAEFFFBAAQUUGH8BV6iAAgoooIACCiiggAIKKKCAAuMv4AoVUECBbSNg8plt4+pVFVBAAQUUUEABBRTYMoExPevHP/5x/Mmf/En86Ec/6lzhr/zKr8RJJ53UOWZQAQUUUGDrCsBwIoS8OrQTIEA1DyjJG6J3QBXrNUsimrqGKg6UOFDOgaqfSR0GC1Tjg7GJ2usOuCTW735GdB1PPW1RnHK4CWi6bIwpMA4CO2XimXMWx6H7dieeufmAF8U9s3h+UnsAABAASURBVJZ07jdAiQ8mtAKi7kPTzv0H6M+Hqj0Yh2o/i94BVRvadW+47IODdbazAFmVAu19NwdMPJMKFgWmicBmLnPnnXeO1atXx5577tk6493vfnf88z//cytuQAEFFFBAAQUUUEABBRRQQAEFJomAt6GAAgoooIACCiiggAIKKKCAAuMv4AoVUEABBRRQQAEFFBgTAZPPjMkv0mUooMC2EfCqCiiggAIKKPDQBW655ZZ46UtfGrfddlvrYvlC7/Oe97w45phjWmMGFFBAAQW2rUAmOBj8BmgnQoAqlvNgOGnCYAwoyRZguM59HqrYYDuTPwAl0UPGH6jcecDTY/0e3QlonvKYRXHKI+aFhwIPRcBzJ5/A3DnEFSuWxCETJZ458MVx35ylZR+BZp/J/QQo8cG9BtiixDNA5AGUfa6+fsZGC1RzMg5k1S/Q9KHaW6GJ5cTcl2E4lnGLAgoosO+++8all14aixYtamH8wz/8Q3z+859vxQ0ooIACCiiggAIKtAWMKKCAAgoooIACCiiggAIKKKDA+Au4QgUUUEABBRRQQAEFFFBAAQUUGH8BV7htBEw+s21cvaoCCiiggAIKKKCAAgr0BL773e+WxDO33357rzf8M2fOnPj1X//1OPzww4cH7E13AdevgALbSQDaCQ6gnRABqlidFAGq84CSiAEodwz0+9C060QNQEkGUfcHk0Jk7IHKnfs/PdbtPkECmtMWxqkmoAkPBcZFYN5OM+Lyc5bEwfvM7lzSTQe8OO6bvXMZg2q/qfcQoOw1g3sM0Jl4BobPra+RNVCuk+26QDUfqjGo+tE7gN5n9QNVG4brHIVqT4VqLGNZ6j022xYFFFCgS+CQQw6JNWvWlP1sdPz666+Pr3/966Nh+wpMdgHvTwEFFFBAAQUUUEABBRRQQAEFxl/AFSqggAIKKKCAAgoooIACCiigwPgLuEIFFFBAAQUUGBMBk8+MyS/SZSiggAIKKLBtBLyqAgoosOUC3/jGN+JlL3tZrFu3rnWRBQsWxG/8xm9EvjzXGjSggAIKKLBdBTLhweAXQjsxAjRJEoB+kpn6PKA0gf4YNO1M3ABVv27nCXU76wcqQKw74OkTJqC5MBPQHDEvL2tRQIEpLDBvDnHZOYsnTDxz84G/FffPqRLP5L4B9JPEQLsNlEQN9dxMSpPtrgKUa0FTQ9POc6Day6Cqo3cAvc/qB5p27q/Q9KG9v+ZZo/Mytv2L36iAAlNB4Oijj47Vq1d33momoLnppps6xwwqoIACCiiggAIKKKCAApWAnwoooIACCiiggAIKKKCAAgooMP4CrlABBRRQQAEFFFBAAQUUUECBLRMw+cyWue2Ys/xWBRRQQAEFFFBAAQWmiMBXvvKV+Mu//MvYsGFD646XLFkSL3rRi2K//fZrjRlQQAEFFIiI7YwAVTKEwa+FKgb0w1DFMgDDcaAknanHoOpDUw8mbch2XTIRBFASPtSxrrqelwlo1u9xZnQdFz56YTzaBDRdNMYUmBIC83ciLluxJA7ee3bn/d584G/HvbMWl/1mdJ8AWvsI0Jl4Bqq9qb5G7i91GyjXgarOOFTzoV3X49E7gN5nlPuL3gFVv9cssa4kM12xnG9RQAEFJhI49dRT46KLLmoN33nnnXHDDTfET37yk9aYAQUUUECBSSrgbSmggAIKKKCAAgoooIACCiigwPgLuEIFFFBAAQUUUEABBRRQQAEFFBh/AVeogAIKjImAyWfG5BfpMhRQQAEFFFBAAQW2jYBXffACn//85+Nv//ZvI1+kHT171113jd/6rd+KPfbYY3TIvgIKKKDADhSAJkFCfRtQJZuBZgyqWM6BKg5VnbFMwpA1UBItwHCd40BJ7FC3gZIcAujHc6yr1Aki7tz/4lg3QQKaC0oCmrnhoYACU0tg/lzisnMWT5x45qBMPLOo7BPQ7C25VwAlnu26AGVvyT4MtzNWl9xXgHI+NDUQ9QG09rR6rK6BullqaPpQ7Z3QxHJS/nsZhmMZtyigwI4RmErfevbZZ8cTnvCE1i3/+Mc/LgloMhFNa9CAAgoooIACCiiggAIKKKCAAgqEBAoooIACCiiggAIKKKCAAgooMP4CrlABBRRQQAEFFFBAAQW2TMDkM1vm5lkKKLBjBPxWBRRQQAEFFJjkAp/85Cfj+uuv77zLPffcM17ykpfEzjvv3DluUAEFFFBgxwtkIoTBu4B2wgSoYjkvkzdknQWqBArQ1EArYUN9DtBP9gBNO8c3p6zb/+JYv+fjo+u44NGL4tFHzOsaMjY1BLzLaSawYO6MuPycJbF87zmdK7/pwN+Oe2c2iWcG9wign2SmjkMTg+F2PSfr0cQz0L1nQRWPkQOqODAy0nSh2jNheE7utzAca86ypYACCjywwJOf/OQ444wzWhO/973vlQQ0rQEDCiiggAIKKKDA5BPwjhRQQAEFFFBAAQUUUEABBRRQYPwFXKECCiiggAIKKKCAAgoooIACCoy/gCscEwGTz4zJL9JlKKCAAgoooIACCiiwowU+8pGPxOte97rO21i2bFn8/u//fsybZyKATqBJHfTmFFBgOglAOxECtBMnQBVLG6AkmMl2Fmj6ULVhuM6kD0BJPpPtLS137ndRrNvjzOg6Lnj0wjjtkT53umyMKTCZBBbOnRGXnbM4Dtprdudt3XTg78R9s5rEM1DtJ7lvAGUfgaquY5lUJttZNtWG5rycmwWqGDQ1EHkA/f0OmvbgGJDdUqDaK6GJ5YCJZ1LBooACW0PgkksuiRNPPLF1qa997Wvx6le/uhU3oMCmBRxVQAEFFFBAAQUUUEABBRRQQIHxF3CFCiiggAIKKKCAAgoooIACCigw/gKuUAEFFFBAAQUU2DIBk89smZtnKaCAAgoosGME/FYFFFBgkgp84AMfiDe/+c2dd3fggQfGS17ykvJicOcEgwoooIACk04gEyMM3hS0EyhAFct5QD8hQ/azAFmVONCqM8lDToBqLPtZYLifsU2V9Qc8LdbtcVZeqlWefKoJaFooBhSYRAIL582ISx8w8czC8u9IGN4bgBhMLFPvE10xoH+NnJdzoIlBdW1oYjkvegc0Y0AvEmU/i5Fjc/bNPCXnQXWd7E9YHFBAAQU2U2DNmjVxxBFHtGZ/5jOfif/9v/93K25AAQUUUEABBRRQQAEFJpGAt6KAAgoooIACCiiggAIKKKCAAuMv4AoVUEABBRRQQAEFFFBAAQUUmCICJp95CL8oT1VAAQUUUEABBRRQQIGI97znPfH2t7+9k+LQQw+NF7/4xZ1jBhVQQIGpIjAd7xOaxDL1+qGKQZM0AapYzgH6CRmgagM5VOJAv86kDkA/GQRUYxmvC1TjdX+iGoj1B1wc6/Z8fHQdmYDmMUfO6xoypoACO1Bg0fwZcdnZi+OgvWZ33sVNB74k7pvVJJ4Z3AOA/v4xGJ+onclm6rFsQ3V+HYNmD4reAcP9XqjsX5tT13O6ksx0xXK+RQEFFHgoAjvttFNkAppM/Dp6nf/zf/5PvO997xsN21dAAQUUmEDAsAIKKKCAAgoooIACCiiggAIKjL+AK1RAAQUUUEABBRRQQAEFFFBAgfEXcIUKKKCAAlsmMGPLTvMsBRRQQAEFFFBAAQV2iIBfOskE3vGOd8S73/3uzrs6/PDD4wUveEHnmEEFFFBAgckvALRuEqpkM9CMQRXLyVDFoapHY8BQAgdgKIEEVP06IcTm1kCs2++iWL/n2dF1POmUhWECmi4ZYwrsGIFF86rEMwdOkHjmewf+Ttw3a0F/f4Bq78g9AYhMIJPtzS1QnZ/nAa3rQhPLa0I1H6o6egcMt3uh/g9Q2kDZ47qSzHTFykl+KKDARALGH4TA0qVL49JLL4099tijddY73/nO+PjHP96KG1BAAQUUUEABBRRQQAEFFFBgEgh4CwoooIACCiiggAIKKKCAAgooMP4CrlABBRRQQAEFFFBAAQWmiIDJZ6bIL8rbVGByCnhXCiiggAIKKDCdBd7ylrfE+9///k6Co446Kp73vOd1jhlUQAEFFJhaApkwYfCOoUo2A/TDUMUykIkb6nOAkogByKF+Gxhq5znQxLKfBapYtjenrNv/oli/1znlu0Y/MgHN6UfOHw3b3ywBJymw9QQWz58Rl52zJA7Yc3Z0Hd878CVx/6yF/QQxg3/7QEk8A3SOD86t20A5J/vRO7IG+ufDcBuqfSc2HkCZG70Dhsd6odZP7n/AULwrNjTBjgIKKLAVBPbdd99Ys2ZNLFiwoHW1N7zhDfGFL3yhFTeggAIKKKCAAgoMC9hTQAEFFFBAAQUUUEABBRRQQIHxF3CFCiiggAIKKKCAAgoooIACCigw/gKuUIEtE5ixZad5lgIKKKCAAgoooIACCkxngTe96U3x4Q9/uJPguOOOi1/91V/tHDO4FQS8hAIKKLCdBWA4iUJ+PVTJZqAZgyqW43Vyh2wD/UQzdb8eB0pSh7qfdRZo4tnf3ALEncueEuv2PDu6jvNPWRCnH2UCmi4bYwpsD4HFC+rEM7M6v+57B/1u3D9rQdkXgP7ekXsA0I9nP8vMmTNLLNubKlBdK+dA+zrRO6CaA/R60f/u2HhAFc8uMDQOVb8ryUxXLK9hUUABBbaFwGGHHVYS0ACty19//fXxjW98oxU3MIkFvDUFFFBAAQUUUEABBRRQQAEFFBh/AVeogAIKKKCAAgoooIACCiiggALjL+AKFVBAAQUUUECBKSIwY4rcp7epgAIKKKDApBTwphRQQIHpKPD6178+PvrRj3Yu/aSTTopnPetZnWMGFVBAAQWmtkAmUBhcAVTJZqB5uRmqWM4DSnKG+jygJImIjQdU4xu7ZQwo3cEEEXUbKHOy/0Bl3X5PjXV7nRNdx/knL4jHHjWva8iYAgpsQ4ElC2fGZWcvjv336E48c9NBvxf3z5xf/s6BUuffOlD2kmzXBYbH63jWUI1BVdexwUQ1UF0TqrqeA1Ufqjp6B9D7jBj8qPe1jEE1njGo2hnP0hXLuEUBBRTYlgLHHntsrF69uvUVuSdlApr//M//bI0ZUEABBRRQQAEFFFBAgUrATwUUUEABBRRQQAEFFFBAAQUUGH8BV6iAAgoooIACCiiggAIKKKCAAt0C45R8pnuFRhVQQAEFFFBAAQUUUGCrCbz61a+OT3ziE53XO/XUU+Oqq67qHDOogAIKbEUBL7WDBKBJLFPfAlQxaBIuQBXLOUBJGpHtugClCZQxGK7rJBCDdbbrAvSTUtSxrnrdsqfEuj27E9Ccd/LCOONoE9CEhwLbSWDnBTPj0scviv33mN36RiBuWv77cd/MeeVvGxiqR/++gagTyUDTHp2Xfaj2l3r+YCzb0TugmgP0etUPVG2gv0/lCJBViZXGxo9M6ADV2MZQdMXqMWsFFFBgWwucdtpp8ZSnPKX1NWvXro1MQPPTn/60NWZAAQUUmIQC3pICCiiggAIKKKCM7hVoAAAQAElEQVSAAgoooIACCoy/gCtUQAEFFFBAAQUUUEABBRRQQIHxF3CFCiiggAJTRGDGFLlPb1MBBRRQQAEFFFBgUgp4U9NJ4LrrrovPfOYznUt+7GMfG5dddlnnmEEFFFBAgfERgOHkCrkyqJLNQDMGVawez7ouQD9xA1RtoAwDZQwo/UwOAZREFHU7k0hAE8v4RGXdfk+JdXutiK7jiY9aGI89an7XkDEFFNiKAjsvnBGXnrOoM/FMBPHdA3837psxN4DOMvj3DTxg4pnBPQIo+wcMXzuvCd1j0Tugmt9rtn6AEgPK/XYlmemKlZP8UGBKC3jzU01gxYoVsXLlytZt/+hHP4obb7wx1q1b1xozoIACCiiggAIKKKCAAgooMN0FXL8CCiiggAIKKKCAAgoooIACCoy/gCtUQAEFFFBAAQUUUEABBboFZnSHjSqgwJQU8KYVUEABBRRQQIFtJPDKV74yvvCFL3Re/ayzzopnPOMZnWMGFVBAAQXGUyATKwyuDKpkM0A/DFUsA3Wih2xnAUrShsF2PQcoySLq/mBdt+vkEtDMzbGusm7ZhbFur/aL19E7zjt5QZxx9BRMQNO7d38UmAoCSxfNiMvOXhL77T6743aJ7x70uxGz5pf9YPDvF+jvA/n3Xo9N1K7HR+vB+UD/e6J3QNWHqu6FOsfreNajJfdCYCjcFRuaYEcBBRTYjgIXXnhhnH766a1v/M53vlMS0LQGDCiggAIKKKDA5BLwbhRQQAEFFFBAAQUUUEABBRRQYPwFXKECCiiggAIKKKCAAgoooIACCoy/gCtUYIoIzJgi9+ltKqCAAgoooIACCiigwA4S+Ku/+qv48pe/3Pnt+f9J/eKLL+4cmy5B16mAAgpMRwEYTraQBkCMJl2AKlaPQ3UeUJI8ADnUbwP9diaRgKpft7POAkQmlciS/SzZzpLtLIPtdcsuiHV7rYiu44mPWhCPMwFNF40xBR6SwC6LZsalZy+JZbvPal2HGTPjewf9XsTMeWUs/2azAP2kM9nPApR9IdtZoD0n43WB9jg0segdOReq6wK9SPUDVRuqOqNQtaGpodrboIrlvCyje2DGLAoooMCOFli1alUcf/zxrdv4yle+Eq95zWtacQMTCziigAIKKKCAAgoooIACCiiggALjL+AKFVBAAQUUUEABBRRQQAEFFFBg/AVcoQIKKKCAAgoooEC3gMlnul2MKqCAAgpMTQHvWgEFFFBgKwu87GUvi69//eudV33iE58YT3nKUzrHDCqggAIKTA+BTLQwuFJoJ2SAKpbzgJJEoj4Pqn6OZYHh/mCCiLqddRagn6QCqvOAkpSmHp85c2Z/zrplF8ade3YnoHlCJqA5Zn54KKDA1hHIxDNrzl4cy3ZrJ54JZsZ3D/jdiFnz+n+f9d8sVH/L2R/8++1oD52b86E5d7APVTx6B1DOgyoGRB5AiUfvgCrWa5afer/KDlRjGYOqnfEsXbGMWxRQQIHJIHDppZfG4Ycf3rqVT3/60/GWt7ylFTeggAIKKKCAAgoooMAkEfA2FFBAAQUUUEABBRRQQAEFFFBg/AVcoQIKKKCAAgoooIACCiiggAIKTBKBGdvuPryyAgoooIACCiiggAIKTGWBP/3TP41///d/71zChRdeGE960pM6xwwqoMB0E3C901kAiEy4MGgAVQyaxAxQxXIeUBLQDLahigElAcRg4ohNtXMsy2BiCiDqPjTtnLd+vwvjzr1WRtfxhJMWxJnHmoCmy8aYAg9GYNfFM+PSCRPPzIrvHvi7cf/MncolgfI3D5R9If9OB/9+oRrP+IMpUJ0H7Rqq7wIiD6jqrjZQ7ivH6pJ7HlB3S90VKwN+KKCAApNEYO7cuZEJaA444IDWHX34wx+OD37wg624AQUUUKAtYEQBBRRQQAEFFFBAAQUUUEABBcZfwBUqoIACCiiggAIKKKCAAgoooMD4C7hCBRRQQAEFugVMPtPtYlQBBRRQQAEFFJiaAt61AltJ4A//8A/jP/7jPzqvdvHFF8fKld0v7neeYFABBRRQYKwFoEksUy8Uqhg0CRqgiuUcqOKZsGGwn+26QDUn+5l0AihJILJdF2hiQElikWMw3K6TWeTY+mUXxJ17nRtdx7knLogzjzEBTZeNMQU2R2DXJTNizeMXxb67zYrR435mxvcO+t1g1tzytzz4dwlE3QfK3zLQj+Xf7qYKtPcCoH+dPBeIPIDy/YNtaGIZHy1QjeeeBQwNd8WGJthRYFsJeF0FHqTALrvsEmvWrIndd9+9debb3va2+OQnP9mKG1BAAQUUUEABBRRQQAEFFNjBAn69AgoooIACCiiggAIKKKCAAgqMv4ArVEABBRRQQAEFFFBAAQUmiYDJZybJL8LbGE8BV6WAAgoooIACCkw1gQ0bNsQf/MEfxM0339x566tXr46zzjqrc8ygAgoooMD0FQAiEzAMCkAVgyZRA1SxnDeYDCL7QCshRD0H6CeRgKad41mATSapAMr5OTfL+mVPjnV7PyG6jnNPWhBnHvvgEtB0XceYAtNNYLclM+PSxy+JfXeb3Vr6/cyK7x30exEzdypj+XcI9P/m637WWYD+3yw07RwbLVBdp05ek+NQnRMbD6C0oKqzAw/cznl1yT0OmnMy3hXLuEUBBRSYrAL77bdf5P+unzdvXusWX/e618W//uu/tuIGFFBAAQUUUKARsKWAAgoooIACCiiggAIKKKCAAuMv4AoVUEABBRRQQAEFFFBAAQUUUGD8BVyhAgp0C8zoDhtVQAEFFFBAAQUUUECB6Sawdu3a+P/+v/8vfvjDH3Yu/aqrrorHPOYxnWOTKOitKKCAAgrsIAEYTsqQtwFVshloxqCK1eNQjQElEQWQQ/02NP06qQRQElNAVY/Gs/9AZd2+T4o79zo3uo5zT1wQZ5mApovGmAKdApl4Zs3jF8c+u85qjd/P7LgpE8/MmFPGBv82gX7iqDp5DFD+vut5dbzuD9ZQza3nAGXvyDnQtKN3QNUHer0o84BSx8YDKC0YrruSzHTFysl+KKCAApNc4OEPf3isWbOm8y6vu+66+OY3v9k5NgmD3pICCiiggAIKKKCAAgoooIACCoy/gCtUQAEFFFBAAQUUUEABBRRQQIHxF3CFCiiggAIKKKCAApNEwOQzk+QX4W0ooIAC4yngqhRQQAEFporAbbfdFv/rf/2v+PGPf9x5y89+9rPjpJNO6hwzqIACCiigwKBAJmQY7EOVbAaqZA45BlWsbmddnwe0kkFkIomcA5SkFFDNyTg07UxAAdWcHBssOTbYz/b6ZU+OOyZIQLPyxAXx+OPmh4cCCmxaYPedZ8aax3cnnrkvZsf3DvrdiJlzyt/14N8hUBLPAK2/65yXJf9OJypQnZfjQLk+VLHoHUC5bvQOaMaBoXgMHPU+VIfqPlCHSp1xGI6VAT8UUECBKSJw/PHHx6pVq1p3e99998UNN9wQ3//+91tjBhRQQAEFFFBAAQUUiNBAAQUUUEABBRRQQAEFFFBAAQXGX8AVKqCAAgoooIACCiiggAIKKKDA+At0r9DkM90uRhVQQAEFFFBAAQUUmDYCt956a/zxH/9x/L//9/861/y85z0vjj766M4xgwooMAkFvCUFdrAAtBMyADGarAGqWN5unTwi20A/iQRU7YznnKyBkjgi+9C0634mrIAmnv3BsWwPlruWPTnu3PuJ0XWsOMEENF0uxhSoBfbYeVasOas78UzM3CluWv57ETNml+n5dweUv9/oHYP9bHcVoMwfHYMmDlUbqjp6R84Heq3o3E+id0A13msOzan7WWeBZl72R/eyjFkUUECBqShw+umnxwUXXNC69dtvvz1e9apXTfjfCFonGFBAgR0n4DcroIACCiiggAIKKKCAAgoooMD4C7hCBRRQQAEFFFBAAQUUUEABBRQYfwFXqIACCiigwCQRMPnMJPlFeBsKKKCAAgooMJ4CrkqByS5w8803x5/8yZ9Evlw2eq+zZs2K3/zN34zDDz98dMi+AgoooIACDyiQCRoGJ0GVbAaaRA5QxXIeVPE8DyjJIDKeBciqHwNKG6q6TjQxWGc7C9BPXgFEnYwmx+qyft/zHyABzYLwUECBYYE9ls6KNY9fHHvvOmt4oNe7f8ZO8R8H/E4wc3b5Wx38uwPK3yHQ/9us/xZzXpbBft2ua2jOg6oNVR29I+cBvVaU7wY665jggPa+VE+t96e6b63AoIBtBaaiwLnnnhvnnHNO69Z/+MMflgQ0d911V2vMgAIKKKCAAgoooIACCigwnQVcuwIKKKCAAgoooIACCiiggAIKjL+AK1RAAQUUUEABBRRQQAEFpqvAjOm6cNc9LQVctAIKKKCAAgoooMCAwLe//e146UtfGuvWrRuIVs25c+fGi1/84li+fHkV8FMBBRRQQIEHKQBNAof6VKhiQB0qSSEyoUMG6qQR2QfKGAzXOSfnAiVxBVTjGYfS7sczNlqAkvhiMJ7JLu5a9qRYt8/50XWsOGF+nH2cCWi6bIxNT4E9d54Vlz5+cey1y8wWwP0z5sZ3D3xJzJg5p4zl3xoQXXXGHkyB6jqD50AVi94B1R7Qa7b2j4xlAbIqBSjzSmfjR+4/2QSy6peMw3CsP2hDAQUUmMICT33qU+O0005rrSD/m8GNN97YihtQQAEFFFBgEgl4KwoooIACCiiggAIKKKCAAgooMP4CrlABBRRQQAEFFFBAAQUUUEABBcZfwBUqoMAkEZgxSe7D21BAAQUUUEABBRRQQIHtKPC1r30t/vzP/zw2bNjQ+tZFixbFb//2b8eyZctaYw8+4BkKKKCAAtNZANqJGmDTCWiAkgyiTvQA9AmBMgaUGFASWmQiCqCMZbsu0I7lGBCZcCbbWaCat37f8+LOCRLQnHPC/DjneBPQhMe0F9hr6cxYffbi2LNXj2LcN2On+N5BmXhmdhmq/86g+hur/96yfrAF6P+957nQXDN6B1DGo3dANQbtujdcfoBS1x/Q9KFp53i9H2XbooACCoyjwJo1a+K4445rLe1LX/pSvO51r2vFuwNGFVBAAQUUUEABBRRQQAEFFFBg/AVcoQIKKKCAAgoooIACCiiggAIKjL+AK1RAAQUUUEABBRSYrgImn5muv3nXrYAC01PAVSuggAIKKNAT+OIXvxiveMUrIl+i7XWHfpYuXRoveclLYo899hiK21FAAQUUUOChCIw+c+DBJ6CBJhkE0JlkIhNSZAH6iWgy+QVU83OsLsBQApo6vn6fJ8ade58XXcfZx2cCmvldQ8YUmFwC2+hu9tqlSjyzV2fimblx00G/F8yYVb69628PKH+7M2bMGKqhHYcmBlUbqr9tqOq8TvSOrLP0muVvH6pxqOo6nnUWqPagbNel3qeAOlTqjMNwrAz4oYACCoyZQCagedjDHtZa1Sc/+cl4+9vf3oobUEABBRRQQAEFFJgEAt6CAgoooIACQe6ScAAAEABJREFUCiiggAIKKKCAAgqMv4ArVEABBRRQQAEFFFBAAQUUUECB8ReYJCs0+cwk+UV4GwoooIACCiiggAIKbA+Bz372s3Httdd2flUmnPn93//9WLJkSee4QQUU2DIBz1JAgSjJIGLkgCr5AzRJHaCK1VOh6QPlOlDVOWcw2US2oRoD+oktgJJkBujHMilGPb9uZ78u6/c9L+7c5/zoOs4+fkGcc4IJaLpsjI23wF67zIo1Zy2OPXeukssMrva+GfNK4pmg+s/N+bcERFedsdEy+HcI1d9xPQeGr5NxqGLRO+p+r9n/PqiukbEsQFalQNWG4ToHoYplO4uJZ1LBooAC00Vg/vz5cemll8Z+++3XWvIHPvCB+PCHP9yKG1BAgWEBewoooIACCiiggAIKKKCAAgooMP4CrlABBRRQQAEFFFBAAQUUUEABBcZfwBUqoIACCigwXQWqtwGm6+pdtwIKKKCAAgpMNwHXq8C0FvjYxz4WN954Y6fBPvvsE3/wB38Qc+fO7Rw3qIACCiigwNYQyEQOg9eBKrkMNAkfoInBcByG+3ktqGJAPzlNJqPIAvSTUWRyC2j6OZ4FKMlpRtvr93li3LnPk6LrOPu4BbHihAVdQ8YUGEuBvXedFWsevzj2WNpOPHPvjHnxvYNeEsyYUf4G828pC1R/k3U7680t+feaBSh/w4PnQRWL3gHVdwBlXvQOaGJQtXvh8gOUuv6Aar/JPgyP5X4Fw7GcZ5kyAt6oAgpsgcBuu+0Wa9asiV133bV19lve8pb45Cc/2YobUEABBRRQQAEFFFBAAQV2oIBfrYACCiiggAIKKKCAAgoooIAC4y/gChVQQAEFFFBAAQUUUEABBbaTwIzt9D1+jQIdAoYUUEABBRRQQAEFtpfAhz70oXjjG9/Y+XUHHHBA/N7v/V7/hd3OSQYVUEABBRTYYoHmRCAyoUMTiZKsImPQJHmAZl4mnYCqD5T50NQ5niV6B1CeZ9mH4TnQjOV4lkxukTU0Y0A/Gc36fZ4Qd+775Og6Hn/cfBPQdMEYGzuBvXeZFavPWhx77Dyztbb7Zs6Pmw58Se/vbmb528y/pyxALzajFGjaOTZRgepvtmscqmtAVUfvqOdBdR40dW+4/AClzg9o2nU/9566nXVdMg7D8+sxawUUUGDcBfK/EaxevbozOe3rXve6+NKXvjTuBK5PAQUUUGCLBTxRAQUUUEABBRRQQAEFFFBAAQXGX8AVKqCAAgoooIACCiiggAIKKKDA+Au4QgUUmK4CJp+Zrr95162AAgoooIACCigwbQTe8573xFvf+tZqvSOfBx98cPzWb/3WSNSuAgoooIAC204AqkQyg98AVQyaZA9Qxep5UPWBkuQi40BWpZ+JKIDSBkrSi8FYtusC1ThUdR2va6BJQLP3uXHnPhMnoFl54oLwUGBcBfbZdVasOXuixDML4nuZeGbmzKG/O2Do76/+u5qohurvdnAcumM5J3oHVOPQ1L1w/z6A7E5YoNpPcgIMzzXxTKpYFFBgLAQewiIe8YhHRCag6brEDTfcEN/61re6howpoIACCiiggAIKKKCAAgoooMD2FvD7FFBAAQUUUEABBRRQQAEFFFBg/AVcoQIKKKCAAgoooIAC20nA5DPbCdqvUUABBboEjCmggAIKKLCtBd7+9rfHu9/97s6vedjDHha/8Ru/0TlmUAEFFFBAgW0pAE3ih/p7oIpBkwgCmhhQEkvUiSGAcipUdXa6ElNkLAtQzgdKYgyo6hzLMnPmzBLPdhZoxtfvc27csc+Tous469j5ca4JaLpojA0ITMXmvpl45vGLY/clM1u3f9+shfG9A3+n/zcFlL8fqOrRv6HsdxVo5ud4/h1myXYWGP67jd4BlO+K3gHVeK9Z7iXrLNDEsz9ach/JGJBVv2QchmP9QRsKKKDANBM48cQT45JLLmmtesOGDZEJaG655ZbW2P+fvTsBt7OqD/2/vpCRJIcpJMwBwiAyiAgyKlPgKg6IE4pJqL2i/9baW621SrXirNfaa2+f2ltvhcShah3qTJ0FRKWISutFqxYHQBAlARLmkPz3b63z7nfv/b4HQjhJztnn+z5Ze631+613WJ/9HsyT5zk/DSiggAIKKKCAAgoooIACCiigwPALuEMFFFBAAQUUUEABBRRQQAEFFBh+AXeogAIKKKCAAgooMDUFtpma23bXCiigwJQVcOMKKKCAAlNI4GMf+1j613/919YdH3LIIekVr3hFa86gAgoooIACW0IAmgUeoC42Uz0DlFjbHMo1gG7hiShYEWuhxKDuIwfkwhWD45i3taoQxr27n5nu3P2s1HacGgVoHj+nLWVMga0l8Ijuu8f86WnpkpE0v7XwzLz080V/kX/m4mcGyD9TUPreWIwHG9Tr2nJQ8tDfp85Rre8M8z2jjwZEl58JyjgHOh9AjneG3X5wHHMLz4SCTQEFFOgXOPnkk9NZZzX//nPbbbeliy66KEXff4YzBRRQQAEFFFBAgS0s4O0UUEABBRRQQAEFFFBAAQUUUGD4BdyhAgoooIACCiiggAIKKKCAAgoMv8CE2KHFZybE1+BDKKCAAgoooIACCigwvgIf/vCH01e+8pXWix5xxBHpj//4j1tzBhVQYHMIeE0FFHgwgSj40JuHUmwG6IahjgHdAhLQPo4CFXFy9FDWxLhqQC5cURWWiTiQYh4t5tFiDHTX3rv7k9Pde56d2o5Tj9guPfnxc9tSxhSYVAJ7zJ+Wlp3WXnjmgW3npl/s0194Bpo/Y/HzM1aLn6vIAflnK8aDDUoOSp86B5T7dIaN/wZAyQGR7jao51D+OxJJqOMxj/8OQX8s4jYFFFBAgZTOPPPMtGTJkgbFDTfckAvQ3H///Y2cAQWmroA7V0ABBRRQQAEFFFBAAQUUUECB4RdwhwoooIACCiiggAIKKKCAAgooMPwC7lABBRRQQIGpKWDxman5vbtrBRRQQAEFpq6AO1dgCgh84AMfSN/4xjdad3rUUUelP/iDP0geCiiggAIKTBQBqAtCVM8EJQZ1MQgosVgD5OITUTCimlc9EMNc1CIGQF4LdV8VuoASq+bRA7kIzVjje3Z7Urprj7EK0MxOZz5+TvJQYLIK7Dl/Wlq6ZCTtvH3zn40f2HZeX+GZ+BkZbND8mRpcU82rIjQx7x0D+ecXSp86R6yJBnRzUO6VRg9gdJTyz3waOAb/e1GlIw71uVXcfggE3IICCoybwHOe85x0/PHHN673n//5n+niiy9uxA0ooIACCiiggAIKKKCAAltMwBspoIACCiiggAIKKKCAAgoooMDwC7hDBRRQQAEFFFBAAQUUUECBLSLQ/C2CLXJbb6JAEfBTAQUUUEABBRRQYHwF4pe+vvnNb7Ze9Nhjj03nn39+a86gAgoooIACm1Pgoa4NdWGZai2UGNRFIaDEetfEGOgWm4AyBnKRiihYEQ3qOZQ1Ee9tQLfwTFUMA+oYkK95z27/Ld05RgGaU47YzgI0yWMyCuTCM6ePpPkj2zYef10uPHNB/jmD8vMDpY+fISD/bMT4oRqUtVD6+FmDMob+PnUOKPfpDPP9qx5KHEof8d4GdKdQxlD6KmHhmUrCXgEFFHhogeXLl6cjjjiisfDqq69OH/rQhxpxAwoooIACU1PAXSuggAIKKKCAAgoooIACCiigwPALuEMFFFBAAQUUUEABBRRQQAEFFBh+AXeogAJTU8DiM1Pze3fXCiiggAIKKKCAAkMo8H//7/9N3/nOd1p3duKJJ6YXvvCFkbMpoIACCigwIQWgv7BMPCSUGNQFI6COAbkYRVVAAojTciwGQHccBTEiFn00KLkHG0dRjCrfO47YvQ9RgOYpx8yJ29kUmBQCe+4yLS07fSTtPK9ZeOaBadunX+5zQbe4DJSfHaAbi58P6J/Hz8lgA3KBJyCf23selBiUPnUOIK+D0qfOAeX+nWH+A+R+rA+o/5sxuAYe/NzB9c4VUECBSSYwro8LpChAc8ABBzSue9lll6VPf/rTjbgBBRRQQAEFFFBAAQUUUEABBRTY7ALeQAEFFFBAAQUUUEABBRRQQAEFhl/AHSqggAIKKKCAAgoosEUELD6zRZi9iQIKKDCWgHEFFFBAAQXGR+Dv//7v03e/+93Wi5166qlp2bJlrTmDCiiggAIKTCQBaBaCgGbhCCix6tmhnkO5BpQ+1kQBDCAXsUidA8hjIBeniXw0KPEYRwNyoYzBccyjRQGau/Z8Zmo7Tn7Mdukpx1qAps1masYm7q73WjA9LVsyknYao/DMLxa9uu/nBcjz+BmIBv3zsWIR7y020zuG8rMIpU+dI9ZHgzoG7ePO8vwH+vMRrIpTxbhqEavG9goooIACGy8wZ86cXIBmjz32aJz0hS98IX3lK19pxA0ooIACCiiggAJTS8DdKqCAAgoooIACCiiggAIKKKDA8Au4QwUUUEABBRRQQAEFFFBAAQUUGH6BqblDi89Mze/dXSuggAIKKKCAAgoMkcDf/M3fpB/84AetOzrjjDPSOeec05ozqMCUFXDjCigw4QUGC0NAKS4DdJ8d6hiQi8hEEppjqGNVMYvoo0HJxTgakAtrAN3CM1Eko8rFOFrMo92z6xnprj2fldqOkw/fLj3lmLltKWMKTAiBvaPwzGnthWfWTds+9Raeifd9sAGNn5PBNb1zIP98xc8QlJ89KLHBdUCKA8g/31D63lg1jr63QfnvQ8SA6Lot/vsC/bFu0oECCiigwEMKLFiwIBe43XHHHRtrP/axj6VvfetbjbgBBbaagDdWQAEFFFBAAQUUUEABBRRQQIHhF3CHCiiggAIKKKCAAgoooIACCigw/ALuUAEFFFBAAQW2iIDFZ7YIszdRQAEFFFBAgbEEjCugwCMTeNe73pWuvfba1ouceeaZ6VnPav9l+NYTDCqggAIKKDBBBKAuHFE9EpQY1EUjoMQG18QcyjoofRUDciGLah4FL6DEYlwVxYgxkAtlAN0CG0CORb5q9+x6erprr2entuPkx8xOTz3WAjRtNsa2rkAUnlm6ZCTtOK/5T8Trpu2Qfrno1fldB7o9lHG8+0D+uYDy8wPkdZF7sFb9jEFZD/X50D+O6wApDqh7qMdVDupYFJip4tFXLeJQ1lUx+y0n4J0UUGB4BPbdd9+0dOnSNGPGjMamVq5cma655ppG3IACCiiggAIKKKCAAgpMDQF3qYACCiiggAIKKKCAAgoooIACwy/gDhVQQAEFFFBAAQUUUEABBYZToPmbBcO5T3e1cQKuUkABBRRQQAEFFJhEAu94xzvST37yk9YnfsYznpHOOuus1pxBBRRQQIEpLzApAKC/sEw8NJQY1MUjoD8GJQf0FZkBcmEMKH1V1CL6aFDWQ8lD3UexjFhT9UAuulHNI3fPwiXprj3bC9CcdPjs9LRj5yQPBSaKwKIF09KyKDwzt/nPw/dvu0P61T7NwjPxnlcNyPsFcL0AABAASURBVD8D1fyheig/X/EzA+SfxTgHyhhKPo0e0D6HOg6Mrq47KP89iAj05y08Eyo2BRRQYPwEDj300FyApu2K73vf+9LPfvaztpQxBRRQQIEtK+DdFFBAAQUUUEABBRRQQAEFFFBg+AXcoQIKKKCAAgoooIACCiiggAIKDL+AO1RAAQW2iMA2W+Qu3kQBBRRQQAEFFFBAAQXGENi08Fve8pZ03XXXtZ783Oc+Nz35yU9uzRlUQAEFFFBgMglAXUiiem4oMagLS0AdA3LRmSg0EecA0eVYHox+AN0YkIthQIlFUYxoUMereRTPiAZlbYwjF/29u52e7hyjAM0TD98uPf04C9Akj60usGjhtLT09JG0Q0vhmXXTd0y/2ufP888GlHcc6j7edSAXngHyz03EBlv8PAzGYg71taCcD6WPfG+Dem0aPYA8gtLnyegHlP8OxBTa85GzKaCAAltPYPjufMwxx6TnPe95jY3de++9KQrQ3HTTTY2cAQUUUEABBRRQQAEFFFBAAQWGW8DdKaCAAgoooIACCiiggAIKKKDA8Au4QwUUUEABBRRQQAEFhlPA4jPD+b26KwUU2FQBz1NAAQUUUGCCC6xfvz694Q1vSL/61a9an3TZsmXptNNOa80ZVEABBRRQYDIKQF1Qonp+KDGoC0xAifWuGRwDfUU1qkIXUOIxh3pczdv63uIaveP7djs93bXXc6pb9/VPOGy79DQL0PSZbLXJFL3xooXT07LTRtIOc7ZtCKybvlP61aI/zwVloPwcQOnjZyAakAvPxDgakNf3/gz0xqvxYD7i0aBcH0hxAPlnNMbRgOhyDMo4BwY+oP75h/51VSGqgVOcKqCAAgqMk8App5ySnv70pzeutmrVqlyA5o477mjkDCiggAIKKKCAAltMwBspoIACCiiggAIKKKCAAgoooMDwC7hDBRRQQAEFFFBAAQUUUEABBRQYfgF3uEUELD6zRZi9iQIKKKCAAgoooIACj1zg7rvvTq9//evTr3/969aLvehFL0onnnhia86gAhNZwGdTQAEFHkoA6sIS1VooMagLTUAdA3LBilgPzTHUsaoIRvTRoORiHA3IBTZi3FtEI8bQvzbW3LvrknTnGAVonnjYdunpx81NHgpsaYF9dp2eli8ZSdvPbSs8s3P61aJX5Z8ZoPu+x/sc73n0QLfwDNBdE3ko8xhHi/VVizmUnxPo72MNlFjvGEosdQ5oH3dS+Q+Un/uYANH1NWjG+hY4UUABBRR4xAJPecpT0qmnntq4zvXXX58uvvjitG7dukbOwNQUcNcKKKCAAgoooIACCiiggAIKKDD8Au5QAQUUUEABBRRQQAEFFFBAAQWGX8AdKqCAAgoooMBwClh8Zji/V3elgAIKKKDApgp4ngIKTFCB22+/Pb3xjW9Mt9xyS+sT/uEf/mE6+uijW3MGFVBAAQUUGAYBqAtMVPuBEoO6uASU2OCamENZB6WvYkAuulHNe4tgxLgqnhFjKGuh9JGL+GC7b9cl6a69nhuXbLQnHDY7nWUBmoaLgc0nsO/C6WnpkpE0Mqf5z8Hrps9Pv9z7lflnAMhFZaC83/FeQxnHuw5lHPFoVax3DOUaEYOyHugWrqniVQ/1GiDFAXUP9ThyvQ3qn3co66r8hg0bqqF9u4BRBRRQYFwFzjnnnHTsscc2rnnttdemFStWNOIGFFBAAQUUUEABBRRQYIsIeBMFFFBAAQUUUEABBRRQQAEFFBh+AXeogAIKKKCAAgoooIACCiigwLgINH/bYFwu60XGR8CrKKCAAgoooIACCiiQcsGZN73pTWnVqlWtHC9/+cvTYx7zmNacQQUUUECBySDgM26sANSFJqpzoMSgLjwBZQz9fZwDdQzoK7jRWwyjdwx0C3JEvLcBuagGlGv15u7d9bR05xgFaE6MAjTHz00eCmxugf12nZ6Wnj6Stt+u+U/B90/fOf1q0Sv73m8gz6t3GfrnVbyt8EyVg3JO7xooPyNQckCKI84B8s9izIHo8hzqcQ72fED52Y8QlHUxjhaFZ6A/FnGbAgoooMDmFTjvvPPS4Ycf3rjJVVddlT784Q834gYUUECBqSfgjhVQQAEFFFBAAQUUUEABBRRQYPgF3KECCiiggAIKKKCAAgoooIACCgy/gDtUQAEFhlOg+RsHw7lPd6WAAgoooIACCiigwMYJTLBVN954Y3rLW96S1qxZ03iy+EXdV7/61elRj3pUI2dAAQUUUECBYRWAuuBEtUcoMWgWmwD6iljEOUB0rXGgG4//rQW6hTiikEbEBhuQC9BEHOiuj/l9uQDNOantOPHQ2eksC9C00RgbJ4F9RwvPjLQWnpmfrl/0Z433Hei+w1DGg+9+zKHOQRnHOw/knwcoP0sRqxqQrw11Dso4dQ6g85m6z5Q6B5RYZ9j9A+VnPgLQn7fwTKjYFFBgowRcNO4C8d/75cuXp8WLFzeu/Y1vfCN99rOfbcQNKKCAAgoooIACCiiggAIKKLBZBby4AgoooIACCiiggAIKKKCAAgoMv4A7VEABBRRQQAEFFFBAgXERsPjMuDB6EQUU2FwCXlcBBRRQQIGpLHDdddelt771remee+5pMMycOTO99rWvTfvuu28jZ0ABBRRQQIFhF4C68ES1Vygx6C9EUeWjhzoHZQx0C10AuTBG/OI0lHjvGOp8xHsbkAtuRAzoXifm9+16alq713NT2xEFaJ5xwry21JSKudnxF9hvtxlp+ZKRNG9285+A75sWhWde2ffuA/m9rQrLQJnHOxwNyrzKR6x3HHMg/xwA+VpQ96lzVGs6w757V/OqB2KY1+RBzweUn/UIQVkX42gWngkFmwIKKLB1BebNm5eiAM1uu+3WeJDPfe5z6atf/WojbkABBRRQQAEFpo6AO1VAAQUUUEABBRRQQAEFFFBAgeEXcIcKKKCAAgoooIACCiiggAIKKDD8Au5wOAWav3kwnPt0VwoooIACCiiggAIKTCqBH/3oR+kd73hHWrduXeO558yZk173utelPfbYo5EzoMA4CHgJBRRQYFIIQF2AonpgKDHoL0gReSAXsgBimhuUMZQ+BzsfQHct0C2iASUeBTTaGpALb0QOyOfFONr9u56W7tr7eantOOGQWekZJ8xtSxlTYJMEFu8+PS1dMpLmbtf859/7pu+Sbtinv/BMvKNQ3m+g++5GcZkqF33MoeR7x5ED8vsP5POh9FWu6qHEodwvdQ6g85m6P3epc0CJdYbdP1B+xiMA7fnI2RRQQAEFtq7ArrvumpYtW5a23377xoP88z//c/rOd77TiBvYKgLeVAEFFFBAAQUUUEABBRRQQAEFhl/AHSqggAIKKKCAAgoooIACCiigwPALuEMFFFBAAQUUUGBcBJq/fTAul/UiCiiggAIKKDA+Al5FAQWmosA111yT3v3ud7dufYcddkivf/3r0y677NKaN6iAAgoooMBUEoC6EEW1bygxaBam6F0zOI7CGBGDcl7MgVwMI+IxrxqQi2tU894eyAU4Igb0rbt34SnpzjEL0MxOZ1uAJnk8coHFu01PS08bSfNm07jY/TMWpBsW/Wl+r4Hu+wn1uHp3o7hMjKsWc6jXQT2ONYP5iEVLnSN6KM8DdO/fSeVx1QMx7MbyZPQDys92TKGsi3G0DRs2RDfJm4+vgAIKDJfA4sWL09KlS9P06dMbG7v44ovTf/zHfzTiBhRQQAEFFFBAAQUUGH4Bd6iAAgoooIACCiiggAIKKKCAAsMv4A4VUEABBRRQQAEFFFBAAQUUmJwCFp95ON+baxVQQAEFFFBAAQUU2MwCV111VXrPe97Tepf58+enN7zhDWn77bdvzRtUQAEFFBgnAS8zqQSgLkhRPTiUGPQXqIg8lBiUvjcWBTKqOdBXmAPIBTGg7mN9WwPGLEBz38JT0tq9npfajuMPmZ2eeeLctpQxBTZKYPHu09PS00fS3NnNf/a9b/qCdP3er+i+x/HuAt33POa9Dcq7XsWgrI0iM1Wst4eSh/q81DliDdAZpXwvID9DBIDo8hzqcQ72fED5mY4QlHUxjhaFZ6A/FnGbAgoooMDWFzj88MNzAZrUcvzjP/5juu6661oyhhRQQIEtKOCtFFBAAQUUUEABBRRQQAEFFFBg+AXcoQIKKKCAAgoooIACCiiggAIKDL+AO1RAAQUUGBeB5m8hjMtlvYgCCiiggAIKKKCAAuMjMJWu8s1vfjPFL1+17XnXXXdNb37zm9OsWbPa0sYUUEABBRSY0gJQF6aoIKDEoFmUAkoMSh/nQBlHoYyYVw3oFsYAcvGMWBMN+ucRqxowZgGa+3c9Jd259/NT23Hco2ensy1A00Zj7CEEovDMsiUjae6s5j/53j9z13TDombhGSjvd/XeRg/0vecR623QzEMzljpHnAd0RilfE8g/TxEAostzqMc52PmAOhYFZjqhvDb6qkUcyroqZq+AApNXwCcfToFjjz02nXPOOY3N3XPPPemiiy5KN998cyNnQAEFFFBAAQUUUEABBRRQYHgF3JkCCiiggAIKKKCAAgoooIACCgy/gDtUQAEFFFBAAQUUUECBySnQ/E2EybkPn1oBBbaMgHdRQAEFFFBAgc0k8LWvfS194AMfaL36nnvumd7whjc0ftm2dbFBBRRQQAEFpqgAlGIzvduHEoNmcQooMSh9nAdlHAUzqjnQWjQD6nishzKPcdWAXIBm2223zf87DuQ+8vctPDmt3et5qe04/tGz0zOfMK8ttaVi3meSCey/x4y0fMlImtNSeOa+GQvT9Xv9SX73oH4Hgfxux/vY2+J9rVoVj3k1HuyhXAfqa6fOEeugjkEZd1L5WaoeiGE3liedj6qwTPSd6Zj5yNkUUEABBSa2wKmnnpqe+tSnNh7yt7/9bbr44ovTmjVrGjkDCiiggAIKKLBFBLyJAgoooIACCiiggAIKKKCAAgoMv4A7VEABBRRQQAEFFFBAAQUUUECB4RdwhwqMi4DFZ8aF0YsooIACCiiggAIKKLDpApdcckn66Ec/2nqBffbZJ73uda9rzRmcKgLuUwEFFFBgYwWgFJvpXQ8lBqXAxWAOyEUtgJyC0kfhjBwY/Yg50F0LZVzFxyrOAeQCH5GvGpTY/bueku5cdG5qO447eFZ61okWoGmzMdYvcMAeM9LS00bSdq2FZ3ZNN+z98r73Nt7ZuEL0bQ3I7yyUPt5bKOPB9dCMp84R64DOKPXdO3UO6I93QnlN9NGgzo9VeKZ3XYxtCiiggAITX+BpT3taOuWUUxoP+otf/CIXoFm/fn0jN/UC7lgBBRRQQAEFFFBAAQUUUEABBYZfwB0qoIACCiiggAIKKKCAAgoooMDwC7hDBRRQQAEFFFBgcgpYfGZyfm8+tQIKKKDA1hLwvgoooMA4C3zmM59Jn/rUp1qvesABB6TXvOY1rTmDCiiggAIKKNAuAKXYTG8WSgxKUYveXNsYyrpBJbm7AAAQAElEQVQooBF5qOdALpQBdR/roMxj3NvaCnf0xu5bcFJau3d7AZpjHz0rPesJFqCJ78DWLnDgnjPS0iUjac4sGgvunRGFZ/6k+77Ge9n77sW8rfWu6R0PrgVykZqIQxmnzlHNgZwH8jOkzgF0PlOeQz1OPUcUnIHyMxthKOtiHC3y0W/25g0UUEABBcZd4HnPe1465phjGtf9f//v/+UCNI2EAQUUUEABBRRQQAEFNreA11dAAQUUUEABBRRQQAEFFFBAgeEXcIcKKKCAAgoooIACCiiggAIKKLBRApO6+MxG7dBFCiiggAIKKKCAAgpMUIGPfexj6fOf/3zr0x188MHpla98ZWvOoAIKKDDVBNyvAg9XAOrCFdW5UGLQX8gi8lBiUPreWG8hjYj3zoFucY2IR4MSi3FvA7oFNyIeRT2ij3b/wgcpQHPwrPTsJ8xNHgoMChywx/RceGa7mQym0n0zd0837v0nOQ503z2g8c7GO9jboKyJdxTKuDcfYyhxKNeOWOoc0UOJQd13UvkZqh6IYTeWJ6MfUH5WYwplXYyrBs1YlbNXQAEFFJj4AsuXL0+HHnpo40H/7d/+Lf3zP/9zI25AAQWmloC7VUABBRRQQAEFFFBAAQUUUECB4RdwhwoooIACCiiggAIKKKCAAgooMPwC7lABBRRQYHIKWHxmcn5vPrUCCiiggAIKKLC1BLzvOAl8+MMfTl/5yldar3b44YenP/mTP2nNGVRAAQUUUECBjROAuoBFdQaUGDSLV0CJAd2CGEA+FcgxIM+jwEY0KHMg56sYkAt8xDxaFPHobRGLBvW6KEBz56Klqe045uDZ6dlPtABNm81UjR245/S0/PSRNHsGDYIoPHPDXn/cfSfjXasakN/NeB+rWG8PdR7KuC0/GIOyFsj3hdKnzgFjjzvp/Afo9hs2bOiO82D0o4qPTu0UUGDzC3gHBTaLwLRp01IUoNl3330b1//qV7+aPve5zzXiBhRQQAEFFFBAAQUUUEABBTabgBdWQAEFFFBAAQUUUEABBRRQQIHhF3CHCiiggAIKKKCAAgoooMBGCVh8ZqOYXKTARBXwuRRQQAEFFFBgMgq8//3vT9/4xjdaH/3II49ML33pS1tzBhVQQAEFFFDg4QlAKTbTexaUGJCLZAzmeucxBqLrroV6DuQ41H0U9QBygY8o0AElF+O2BnX+vgVPSGtbC9CkdMyjZqfnPHFe8lDgoL1mpGVLRtKsGc1/2r13xu4pCs+EEpR3C+q+7R2sYkB+bwff4Spf9VDWQd1DfQ8gVUecU42B/PMScyC6bovCMlB+NiMI7fnI2RRQQAEFJr/A9ttvnwvQLFy4sLGZz372s+nrX/96I25AAQUUUECBqSHgLhVQQAEFFFBAAQUUUEABBRRQYPgF3KECCiiggAIKKKCAAgoooIACCgy/gDtUYHIKNH9DYXLuw6dWQAEFFFBAAQUUUGBSCFx00UXpiiuuaH3WY445Jr3kJS9pzRmcQAI+igIKKKDApBKAuqBF9eDQjPXmgFwkA8hhKH1VSAPqOdBdC2VcFe8AcjGPOG+wASnWDcbvX/CEdNc+y1Lb8fhHzUrPOckCNG02UyUWhWeWnjZG4ZmZe6Qb9/7jTBHvFZDfPyh9xMZqUNbEOwll3LsWyrtdxaDMU+eIGJQ50Imk/DMR8TR6ADkWUyC63KCMof6ZhBLLC0Y/oBkbTdkpoIACCkxSgd133z0XoJk3r/l3m4985CPp3/7t37b+znwCBRRQQAEFFFBAAQUUUEABBRQYfgF3qIACCiiggAIKKKCAAgoooIACwy/gDhVQQAEFFFBAAQU2SsDiMxvF5CIFFFBAgYkq4HMpoIACk0ngve99b7ryyitbH/mEE05Iv//7v9+aM6iAAgoooIACj0wA6sIW1ZWgxIBuUYwq19YDOVwV1IB6DuRrAH3FPqDE4xyoxzGPBnQL0EDJA+neXU5Md45VgOagWem5FqBJU/F41F4z0rIlI2nWDBrbv3fmnunGvV6W38Pq3Yp+YxqQ39uxCs/ENSIXfTQo62McDcj3hbqPeBo9oMRjCkTXbRs2bMjnRh9BaOYjHs2mgAIKKDB8Avvvv39atmxZ/vvQ4O7e9773pR/+8IeDYecKKKCAAgoooIACQy7g9hRQQAEFFFBAAQUUUEABBRRQYPgF3KECCiiggAIKKKCAAgoooIACCkxMgfEsPjMxd+hTKaCAAgoooIACCigwAQTe8573pKuvvrr1SU466aS0fPny1pxBBRRQYAIK+EgKTEoBKMVmeh8emrEqD6UIBpCLY0QciC4X6gC68Si0AfUcyri3YEes6W2RiwbkX7iOcdVi3X27nJjWLlqW2o6jD5qVzrEATRvN0Mai8MzSJSNp5nQaeyyFZ/4ov49Afj/jHRqrAd21QPf9AxrnQr02rgdlTeocUOeATqT8iXVllLr3SZ0D6jWdaf4D9c8gtOfzQj8UUEABBYZW4DGPeUxaunRp6/4uuuii9POf/7w1Z1ABBbaIgDdRQAEFFFBAAQUUUEABBRRQQIHhF3CHCiiggAIKKKCAAgoooIACCigw/ALuUAEFFFBAgY0SsPjMRjG5SAEFFFBAAQUUmKgCPtdkEPibv/mbdM0117Q+6pIlS9K5557bmjOogAIKKKCAAuMrAHWhi+rKUGJALpRRxaMHossNyhjqHuieEwU3qgYlDuRiHlDmkYcSi3G0KDgD/bGIA+n+BSemNWMUoDnqoFnpuSfPSx7DL3Dw3jPTstNHWgvP3Dd773TjXn+U30Mo7xmQ37vqPYp+sMV7V7XIQX1OzKMBuTBNjKNB//WhnkMZx7o0ekCJbdiwIT/faLg7hvKzF3Egum6Lc7oTBwooMCpgp8DwChx//PHpOc95TmODd955Z4oCNLfccksjZ0ABBRRQQAEFFFBAAQUUGE4Bd6WAAgoooIACCiiggAIKKKCAAsMv4A4VUEABBRRQQAEFFFBAgYkpYPGZifm9+FSTVcDnVkABBRRQQAEFBgTe9a53pWuvvXYgWqZnnnlm6y9XlayfCiiggAIKKLA5BKAueFFdH+oY9BfBgP55nMNoDMiFNIAI53EMgDyGuo+iHEAuCgJ1HPpjsS5aFAaJ/v5dTkh37nNeajuOPnBWOufkkbaUsSERiMIzS5eMpBnTaOzo3ll7pxv2+MPuuxbvS28D8vs2GKveLeAhz4VyDSh9XAvq84BUHZGrxkC+dsx74zGPwjIw9s9clY+1NgUUUECBqSMQxXnj30kGdxyFZy6++OIUhWgGc84VUEABBRTY7ALeQAEFFFBAAQUUUEABBRRQQAEFhl/AHSqggAIKKKCAAgoooIACCiigwPALuEMFFNgoAYvPbBSTixRQQAEFFFBAAQUUePgC73jHO9JPfvKT1hOf8YxnpLPOOqs1Z/DhCbhaAQUUUECBhysAdeGL6lxoxnpzMYa6oAYQoVxgA8h9BKLQBpQ5lD5iVQMaBUGiGEjVqnVVH/H7djk+rd1neWo7jjpwZnreyfPaUsYmucCjF81Iy3LhmeZG7p21KN245x/mBJT3DOi+W1CPq3ept4cHz8d7V62H+vrQP06dA8j3TaMHlDUxBaLra1D/rEF7vu8EJwoooIACU0Yg/p3kpJNOauz3uuuuS1GAJgqUNZIGFFBAAQUUUEABBRRQQAEFFFBgqATcjAIKKKCAAgoooIACCiiggAIKDL+AO1RAAQUUUEABBRSYmAIWn5mY34tPpYACCkxWAZ9bAQUUUGBU4M1vfnOKX44anfZ155xzTnryk5/cF3OigAIKKKCAAltWAOoCGNWdocSAbjGZ3lw1rnogD4G8HsjzKNoBdGNQj6tc9A/WgFzQo1pz3/zj05pFy1Pb8bgDZ1mApg1mEscO2XtGWnraSJo+rbmJe2btnW7c8w9yono/enug792B5vsXxWWq1nYulGtAOTfWQBlD7rvvd+TS6AElF1Mgur4G5WcsgtCft6BAqNgUUEABBc4999x09NFHNyD+4z/+I61cubIRN6CAAgoooIACCiiwWQW8uAIKKKCAAgoooIACCiiggAIKDL+AO1RAAQUUUEABBRRQQAEFFFBAgeEX2KgdWnxmo5hcpIACCiiggAIKKKDAxgtceOGF6frrr289Yfny5enUU09tzRlUQAEFNk3AsxRQYFMFoC6EUV0DmrHeXIyBXHijGlc91PEoyAHkIiBQ4oOxmG9si0Ih9+9yfFq7z3mp7cgFaE6Z15YyNskEHr1oRlp6ehSeofHk98xalH695x/m9696d4D8nsUcaOTi3YlctN5xzHsblOtA3UP/GMr1oe7T6AElFlMgutygjKH+2YISywtGP6AZG03ZKaCAAgpMMYH4t5NDDjmksetvf/vb6eMf/3gjbkCBqSPgThVQQAEFFFBAAQUUUEABBRRQYPgF3KECCiiggAIKKKCAAgoooIACCgy/gDtUQAEFFFBgYgpYfGZifi8+lQIKKKCAAgpMVgGfe0oL3H///em1r31tuummm1odXvSiF6UTTjihNWdQAQUUUEABBbaOANQFMaongBIDciGPKh49EF1uUMZQ90D3nCjsAfQVBolY1aDkoPRVvOqhXKuaR+GQ++Yfl9bu83up7XjcAbPS8y1A00YzaWKHLJqZlp0+kqZtS+OZ75m1T/r1nn+Q40B+z4DG+xXvSbwzQKrG0UcDuuurNVUf+WoM5frVvOqhxKG937BhQ36uNHpA/bMUuQgD0XVbFe8GHCgwWQR8TgUU2GwCM2bMSMuWLUv77rtv4x5f/vKX0xe+8IVG3IACCiiggAIKKKCAAgoosFkEvKgCCiiggAIKKKCAAgoooIACCgy/gDtUQAEFFFBAAQUUUEABBRTIAhafyQx+DKuA+1JAAQUUUEABBbaUwNq1a9PrXve69Nvf/rb1li996UvT0Ucf3ZozqIACCiiggAKPTOCRng2lQEbvdaCOQX+xDOifx3lQYkAuvgFEOI9jAOQx1H1V0KO3j3G0qhBIjHtbxO/f5bi0dt8XxmUb7cgoQHPqSCNuYOILHLLPzLR0yUiatg2Nh717VhSe+f/yO9T7PlRjoFtUBsjr4l2JPJQ51GuqeFsf50FZC+Xc1DmAzmf7Hyi5uF7viigsA2P/LFX53nMcK6CAAgooEAI77rhjLkCzYMGCmPa1T3/60+kb3/hGX8yJAgoooMDUEHCXCiiggAIKKKCAAgoooIACCigw/ALuUAEFFFBAAQUUUEABBRRQQAEFhl/AHSqgwMQUsPjMxPxefCoFFFBAAQUUUECBSSRw6623pgsvvDCtXr269alf/vKXp8MPP7w1N4RBt6SAAgoooMCkFIC6QEa1ASixKJBRxaoeSrENIBf6iDgQXZ4DuY9AFOQA+oqD9Mag5KCcE7loUQQkGvTHI3ffzseMXYBm/5npXAvQpMl0HLrvzLQsCs9s23zqe2bvm27asxSegfIuAI3313iM4AAAEABJREFUKd6LqsV7E2MgxXiwRa5qVQ7I14Ryj9Q5Yg2UOZS+LRY/I0DnjP4/UH6GIgrt+cjZFFBAAQUmpcBmf+g99tgjF6CZM2dO414f/vCH01VXXdWIG1BAAQUUUEABBRRQQAEFFFBAgXEV8GIKKKCAAgoooIACCiiggAIKKDD8Au5QAQUUUEABBRRQQIEsYPGZzOCHAgooMKwC7ksBBRRQYHML3HTTTemNb3xjWrNmTeutXv3qV6dHPepRrTmDCiiggAIKKDCxBKAulFE9GdQFM6AeRx76570xIBefASKcxzEA8hjoFvqoinlE39aiOEjEoZwT44jdP//YMQvQPHb/mekFFqBJk+GIwjNLTxtJ27b8S+09s/dLv97jJfmd2WabbfI709sDo7Ft8hogxbsRa6Aex7xq0P8ORhzK2jR6RCxaTKGsr8bRVw3Iw2ptnox+QP3zBGXdaCpFsZpqbK+AAgoooMCDCRx44IG5AA30/29JnPO+970vXXvttTG0KaCAAgoooIACU0TAbSqggAIKKKCAAgoooIACCiigwPALuEMFFFBAAQUUUEABBRRQQAEFFBh+gYm5w20m5mP5VAoooIACCiiggAIKTHyBX/7yl+lNb3pTuueeexoPO3369PT6178+7bvvvo2cAQUUGHIBt6eAApNaAOqCGdVGoPyyc1vBDCg5IBf/iHOA6PIcyH0EqgId0UOJV+O2PmJV6y0oUsWijwI0a/Z5YVy+0Y7Yf2Y697R5jbiBiSNw2L4z0rIlYxWeWZx+vceL8/sD5X0B+orNxDsAJRfj3vekGke8alCfX+WhxKD0sRbKNaHZp84BJd4Z5ueLvrdB/XME9KbyGJqxnPBDAQUUUECBFoHHPvaxuQDNYCr+bnbRRRel+PeZwZxzBbaIgDdRQAEFFFBAAQUUUEABBRRQQIHhF3CHCiiggAIKKKCAAgoooIACCigw/ALuUAEFFFBAAQWygMVnMoMfCiiggAIKKDCsAu5Lgc0l8NOf/jS99a1vTQ888EDjFrNnz86FZ3bfffdGzoACCiiggAIKTHwBqAtnVE8LdbEMqMeRh3oOZQx1D3QLdFSFPaKPBuRiIlD6iEWD/nnEehvU+XW7HJvW7vffU9vx2MWz0gssQNNGs9Vjh+07Mxee2Ybmo9w9OwrPnJ/fm+p7B/K7EnOoxzGP1ltMphpH/MFa6hyRB/K9gHwPqOfQPo5f+AdSdUAZQ/3zAyVWrYlzqrG9AuMt4PUUUGC4BU444YT0rGc9q7HJNWvWpChA87vf/a6RM6CAAgoooIACCiiggALDJ+COFFBAAQUUUEABBRRQQAEFFFBg+AXcoQIKKKCAAgoooIACCiigwNYRsPjM1nGfqnd13woooIACCiigwFAI/PCHP0x/9Vd/1bqXefPmpTe+8Y1pl112ac0bVEABBRRQYAoIDMUWoS6gUW0ISiGNKKABZTyYizmUHNQ9kIt7DOahxHsLgMQ4GtAtBBLzKCgSrRpDycf8/p0fn9bu216A5ojFs9LSJSPJY+IIHL5fKTwDNB4qCs/ctEddeAbI7058z9AcxzsRLfLRescxjwb1edU8bhxroeSg9BGHMgZi2tegxOI6vYnq5yL6iENZF+OqQTNW5ewVUEABBRR4KIEzzjgjPelJT2osu/nmm9PFF1+c7r777kbOgAIKKKDAZhXw4goooIACCiiggAIKKKCAAgooMPwC7lABBRRQQAEFFFBAAQUUUEABBYZfwB0qoIACWcDiM5nBDwUUUEABBRRQQAEFNk7g6quvTn/7t3/bunjHHXdMb3nLW9LIyET65e7WRzWogAIKKKCAAhshAJu3AA2Qi8tEEQ9oH0cuGpALkEC9LgqHRK5q989/fFq734tS2/GY0WInbTljW1Ygvoulp410vs/mfe+evX+qCs8AeQHQfU+q77rqB9+BKv5gPdC5d7kmlDFsXJ86RxSXATqj/j9Q/7xAM9+/2pkCCiigwPgLTI0rnn322ekJT3hCY7M/+9nPcgGaRsKAAgoooIACCiiggAIKKKCAAkMl4GYUUEABBRRQQAEFFFBAAQUUUGD4BdyhAgoooIACCiiggAJbR8DiM1vH3bsqoMBUFXDfCiiggAKTWuA73/lOeu9739u6hwULFqS3ve1taebMma15gwoooIACCigwOQWgLqhR7QBKYY22IhxQctXa6KHEgFz0A0r/0Y9+NH3961/PsSgWAiUOdR/nR663yAgwZjGS+3c+Oq3Z97+ntuPw0QI0ndPb0sbGU2CMa8V3sHRJe+GZu2bvn369+3/vvg/xvVcN6H7nUN6P6p2AZq46L3qo89W8Ojd1DiBfG8p1ofRp9ADyCOg+Ww70fED9cwL0ZFKKn5O+gBMFFFBAAQUeocDSpUvT4x73uMZVrrnmmvT+97+/ETeggAIKKKCAAgpsNgEvrIACCiiggAIKKKCAAgoooIACwy/gDhVQQAEFFFBAAQUUUEABBRRQYPgF3GEWsPhMZvBDAQUUUEABBRRQQIEHF7j00kvH/H/Q3n333dOb3vSm/Mu4D34VswoosDUEvKcCCijwSAWgLqxRXQtKgY22whpQckD37wdAPhXIsa9+9avp6quvTldeeWWeA90CIFWBkOirBiU/1ryKR79u/uPTmv1elNqOXPzktPbiJ23rjY2fwGNGi/+0XfHu7Q5MN+/xovwOxHcI5T2pxlEsBujmY96baxtXseijASmOagx0r5c6B9B9FzvTvnHMowHR9TWofz6gPd93ghMFFFBAAQXGQeC8885LBx98cONKV1xxRfr4xz/eiBuYGgLuUgEFFFBAAQUUUEABBRRQQAEFhl/AHSqggAIKKKCAAgoooIACCiigwPALuEMFFFBAAQUU2DoCFp/ZOu7eVQEFFFBAgakq4L4VmJQCX/rSl9I//dM/tT77okWL0utf//rWnEEFFFBAAQUUGB4BqAtsVLuCutAG1OPIQz2HMobSX3PNNemSSy6JZWn16tXpqquu6hb6qAqD9PYxjlYVHIlxNKBbPCTmvW3dzkenNfu+KG1IzSMK0CxbMpK26ZzfzBrZHAJHLJ6VlnbM264dhWd+vdsL8zsQ3yHQN47vHeh+1zGv1rWNe2OxLhrU1+ydAykOIN8T+vvBXMyjAdHlc6oCTFBiOdH5qOKdoX+mpoC7VkABBTarwMyZM9Py5ctT/LvM4I2+/OUvd/+uNZhzroACCiiggAIKKKCAAuMq4MUUUEABBRRQQAEFFFBAAQUUUGD4BdyhAgoooIACCiiggAIKKKDAFBGw+MwU+aLbt2lUAQUUUEABBRRQ4KEEPve5z6VPfOITrcsWL16cLrjggtacQQUUUEABBSaOgE8yXgIwdgGaKLQB/cU3oJ5DGd98883donZxTjzbt7/97VzEI8ZAHgO52AjUcyixKB5SNWjGqty6+UenOxe/uHO95j8BHrbvzFwMZRuSx2YWeOziWekFp81rvctd2x2YovBM9Z0Bne+L/N1HLArJQD2PWDQgRW5wPNYc6F4T6ntAGUPp0+gB5BH09xGE8nMApa9i0fc2KOf2xhwroIACCigwngI77bRTWrZsWZo/f37jsp/61KfSZZdd1ogbUEABBYZbwN0poIACCiiggAIKKKCAAgoooMDwC7hDBRRQQAEFFFBAAQUUUEABBRQYfgF3qIACCmwdgeZvnmyd5/CuCiiggAIKKKCAAgpMOIFPfvKT6bOf/Wzrcz3qUY9Kr3rVq1pzDxo0qYACCiiggAKTWgDqghvVRqAU2YhiMlDGg7mYr1+/Pn3gAx9I9957b4pxrI92ww03pGuvvTYXHQH6ioRUxUSir1pVdKSaQ31OFav6+3d6XLpj3xelzsXT4HHYvjPSsiUjnfsNZpyPl8Bj95+Zzh2z8MxB6ebdf7/jv01uQOdrojuO7xD651WsegeAbhGayFUN6LtObxzKfVLngDKG/r6T6v4BuuMYxDsL9c8BNPOxzqaAAgpMeQEBtojAXnvtlQvQbLfddo37fehDH0pXX311I25AAQUUUEABBRRQQAEFFFBAgXET8EIKKKCAAgoooIACCiiggAIKKDD8Au5QAQUUUEABBRRQQIEpImDxmSnyRbtNBRRoFzCqgAIKKKDAWAIf+chH0he/+MXW9KGHHppe/vKXt+YMKqCAAgoooMDwC0BdeKPaLZQCHFVhjioePZTcBz/4wXT99denWBPx3v473/lOLjwScSCPo2AI0C0iAiUO9BUc6S1EEucMtnU7lwI0GxJp8Dh035lp+ZKRtO2Q/yvh4L63xPyxB8xM55460nqru7aLwjMvTEDf97vNNqUQTfRQcjHu/Y6rcW88xtGgPgfI14cSS50D6hjU404q/wG6PZDPz4GeD6jff6Ank/K7Df2xvgVOFFBAAQUU2AwCUSB42bJlrVd+3/vel3784x+35gwqoIACCiigwPAJuCMFFFBAAQUUUEABBRRQQAEFFBh+AXeogAIKKKCAAgoooIACCiiggALDL+AOt46Av1ayddy9qwIKKKCAAgoooMAEFnj/+9+fvv71r7c+4RFHHJFe9rKXteYMKqDARgm4SAEFFBgKAagLcFQbglJ0I4rKQBlXuUsuuST927/9Wy7OEbFYE239+vUxTddee2268cYbcyGSCAC58EdvQREg56tYbxGSiA3OIwblnAd2Piqt3e/8tIHmPwcess/MtHTJSJq2LcljfASO3H9mOveU9sIzdz5E4RkgxXc32IDU9h1X64DueUDf+5M6R6yDEoe676TyWiCGucW7CfU8BzsfUL/30J7vLPOPAgoooIACW1zgyCOPTEuXLm3c94EHHkhRgCYKADaSBja3gNdXQAEFFFBAAQUUUEABBRRQQIHhF3CHCiiggAIKKKCAAgoooIACCigw/ALuUAEFFFBAAQWmiEDzt02myMbdpgIKKKCAAgqEgE0BBQYFLrroonTFFVcMhvP8qKOOSn/wB3+QPBRQQAEFFFBAgRCAuhBHzKNBKcjRW7zje9/7XvrsZz8b6dwilwejH1UBmm9961s5AuUaQC4KUhUNqXogFxkBcjESqNfFmt7WW6xk3c6PywVoEtumwePQ0QI00y1AM0jzsOdHHjArPf/U9sIzd805OP1m9xfm7xXK9wZ0v08o497vMMZA6v0uI9bbgI26BtT3hP5x6hxQYnHtzjT/Abp99e5CieVE56OKd4b+mbACPpgCCigw/AJPeMIT0tlnn93Y6B133JEuvvjitGrVqkbOgAIKKKCAAgoooIACwyXgbhRQQAEFFFBAAQUUUEABBRRQYPgF3KECCiiggAIKKKCAAgoooIACm0fA4jObx3XTrupZCiiggAIKKKCAAltV4L3vfW+68sorW5/huOOOS+eff35rzqACCiiggAIPS8DFQyUAD16A5sYbb0wrV67Me+4t0FGNqz4K0MTfQ26//fZGYRKgW1gkioL0NuBBi5JUa4F8jTeYdsoAABAASURBVHU7HZnW7Nf5O80209LgcciiGWnpkpE0zQI0gzQbPX9cFJ45ZV7r+rvmPDrdvNt5fd9v9f1UfVuBGeBBv2Mgf7dAdx2QY6lzAH33hDLvpPIfIPfVB9RzKO83lD7WQJ2PeTRoxiJuU0ABBRRQYEsLPOlJT0pnnHFG47bxd7IoQHP33Xc3cgYUUECBzSbghRVQQAEFFFBAAQUUUEABBRRQYPgF3KECCiiggAIKKKCAAgoooIACCgy/gDtUQAEFpoiAxWemyBftNhVQQAEFFFBAAQXaBaro3/3d36Wrr766mvb1T3ziE9Pv/d7v9cWcKKCAAgoooIAClQDUhTl6Y+vWrUsrVqxI9913XxVOVbGZCFTj6KNFAZpvfetb3UIhsSYakGNVgRJozqNoCZALjlTrevvIV/N1Oz02rd3v/LSBZgGaRy+akZadPpKmTyN5PDyBIw+clZ43RuGZO7c7ON2067L8PQLd7wnoxuI7gjpXfV8Rr8aDPZT1QC48A+RrQ7lurIcyhvY+jR5Q8qPT3MV7CfX7DeR49RH5amyvgAIKTHQBn2/qCDzrWc9KJ554YmPDP/nJT7pFARtJAwoooIACCiiggAIKKKCAAkMh4CYUUEABBRRQQAEFFFBAAQUUUGD4BdyhAgoooIACCiiggAIKbB4Bi89sHlevqoACmybgWQoooIACCmwVgXe/+93p3//931vvffrpp6cXvOAFrTmDCiiggAIKKKBAJQB1gY4qtnLlynT99df3FZyJXG/Bjt5x5K644oq8HugWJYk41HOox1FcJBrQV3wkYg/W7t/xiLR2vxelDWybBo9H7z0jLT0tCtAMZsZtPnQXetwBM9PzT57Xuq875zw6/Wb381IUkQG6xWEe7PvZmByUa1Vrocyh7qF/DKTqgDKG/r7KRw/1ew1lXcSrBs1YlbNXQAEFFFBgawosW7YsPfaxj208wve///30wQ9+sBE3oIACCiiggAKbRcCLKqCAAgoooIACCiiggAIKKKDA8Au4QwUUUEABBRRQQAEFFFBAAQUUGH4BdzhFBCw+M0W+aLepgAIKKKCAAgoo0C7wV3/1V+lHP/pRa/IpT3lKevazn92aM6jA8Ai4EwUUUECB8RKAulDH5z73ufTd7343F5CJ6w8WmemdV+Po165dm6IATZwD5POjuMjgPGJAhHMxk2oeBU5ivDFt3U6PTWsXvzilbabn6/R+PHrRjLRsyUiaMY3esOMWgaMOnJmed8pISyalO+cckn6z2/L8PQL5u4LSx3cE5KI01bi3j/FYDcjX6s1D+a6AvvulzgF1DMq4E+7+iet0J6MDqN9nYDRqp4ACCiigwOQROO+889JBBx3UeODLL788ffKTn2zEhz/gDhVQQAEFFFBAAQUUUEABBRRQYPgF3KECCiiggAIKKKCAAgoooIACCgy/gDtUQAEFFFBAAQU2j4DFZzaPq1dVQAEFFFBg0wQ8SwEFtqjA29/+9vTTn/609Z5nn312evrTn96aM6iAAgoooIACCowlAKSrrroqRfGZag2Uwh1RXKaKRd877x1/85vf7BYPgXIu1D3QzUfREKBbiAT6c5GvWlthmnU7HpHu2PdFaQPNAjQH7z0zLV0ykmZagCaNdRx94Kx0zsnthWfWbheFZ5bl7yq+AyjfTYyjAd3vLeZVa/ueqlz0UJ8H5ZrQHkudA+o1nWl+nqqHkot5NCC6vKZ6J6HEcqLzUcU7Q/88EgHPVUABBRTY7AKzZ89Oy5cvT3vttVfjXl/84hdTtEbCgAIKKKCAAgoooIAC4yngtRRQQAEFFFBAAQUUUEABBRRQYPgF3KECCiiggAIKKKCAAgoooIACQyJg8ZkH+SJNKaCAAgoooIACCgyvwJvf/Ob085//vHWD55xzTnrSk57UmjOogAIKKDB8Au5IgfEUuP7669PKlSvTYIEOKAU8BuO982p80003pe9///v5sYBcCATIhUpS54ASi0Ik0aB/HrEoYALkc2IeDfrnEYv2wE5HpLWLz08btpmRBo+D956Rlp4+kmZMZzA15edHHzQrPffkea0Oa+cckm7ZfVnXH8jfY3hHA/pyEettUOcH4/HdDsagXB9KH3koYyBVB9TjeN+gnseaKhZ9zKE/P1Ys4jYFFFBAAQUmosD8+fPTsmXL0k477dR4vE9+8pMpiv41EgYUUGBoBdyYAgoooIACCiiggAIKKKCAAgoMv4A7VEABBRRQQAEFFFBAAQUUUECB4RdwhwoooIACm0fA4jObx9WrKqCAAgoooIACCmyawBY568ILL0zxi+FtN1u+fHk69dRT21LGFFBAAQUUUECBBxW4//77c+GZ6GNhVcAjxtGgFPIYjPfOq/EVV1wRp3QblHOh7oFuQROox1Xhkeg3tq3b8TFp7X7npw00C9A8aq8ZafmSkTTTAjTd7+PoR81Kzz1pXnfeO1g759B0y27L8ncD5XsBHrTYTO/3BKTBAjORhxIHuteq4lUPJZc6B9T3hjLuhPMfIF8jDRxAt3AS0Jet3s2+oBMFFFBg0wU8U4EtJrBo0aIU/94za9asxj0/8IEPdIv+NZIGFFBAAQUUUEABBRRQQAEFHqmA5yuggAIKKKCAAgoooIACCiigwPALuEMFFFBAAQUUUEABBRQYEgGLzwzJF+k2FNg8Al5VAQUUUECB4RJYv359+ou/+It00003tW7s/PPPTyeccEJrzqACCiiggAIKKPBQAitWrGgUuBss2AGloMdgvHce45/85Cfpv/7rvxoFTIAci2eBMgZyIRHon0dBkmhQ8jFub9vkYifrdjw8rVl8ftqwTbMAzUF7zUjLloykWTNIU/14/EGz0nOf2F545s65h6dbdluav4+wBrrjtnnEBtvGFJ4Buu9BnA9lHuPUOaDMO8P8B8h92weUHLQXnon3Mc6Dsi7GNgUUUEABBSabwMEHH5yWLVvW+tgXXXRRir97tSYNKqCAAgooMFQCbkYBBRRQQAEFFFBAAQUUUEABBYZfwB0qoIACCiiggAIKKKCAAgoooMDwC7hDBTaPgMVnNo+rV1VAAQUUUEABBRSYYAJ33313es1rXpN+97vftT7ZS1/60nTUUUe15gwqsEUFvJkCCiigwKQU+MxnPpO++93vtj57VbyjSkIp4jEY753H+IorrqhO6fZALjoyWGQEyEVOoL2P9Q/WoJz3QBSg2fdFacM2M9PgEQVoli4ZSbNnTt1/Unz8o2al55zUXnhm7dzD080Ln5+/H6i/J6Dvu3mw76E3B/V5UZAG6nmsg3oOZZw6B5R7Q3/fSfU9W8yjxbsG7YVnIg9EZ1NAAQUUUGDSC8S/+5x77rmNfdx3330pCtDccMMNjdxmDXhxBRRQQAEFFFBAAQUUUEABBRQYfgF3qIACCiiggAIKKKCAAgoooIACwy/gDhVQQAEFFFBAgSERmLq/KTIkX6DbUEABBRTYvAJeXQEFhkPg9ttvT6997WvTbbfd1rqhV7ziFenwww9vzRlUQAEFFFBAAQUeSuCqq65Kn//85x90WRT46F0ApaDHYLx3HteNwnlAt2hIXAOILsdiAOQxMGaREyhromjJYIvCJlUsxg/s9Ji0dvH5acO2s9LgcdCeM9LS00bSrBlT758Vj3nU7PScJ45deOaWXc/N/mEJxRtKH7GH04AU30V1DpCvDaVPnQPKtYGcS50D6lhn2n0vesdATHMuBjB24Zne9zHWDnNzbwoooIACU0PgpJNOSmeddVZjs6tXr04XX3xxWrVqVSNnQAEFFFBAAQUUUGB4BNyJAgoooIACCiiggAIKKKCAAgoMv4A7VEABBRRQQAEFFFBAAQUUUECBTROYTL8lsmk79CwFFFBAAQUUUECBKS1wyy23pNe97nVp7dq1rQ6vec1r0kEHHdSaM6iAAgoosFUEvKkCk0rgV7/6Vf5F5Y156MFCHlCKgPTGoS4EEte87LLLukVCYg7lHCDHozhJFYc6BmUM5MIksW6sBnQLnQB5/bodDktr9n1RStvOToPHgXtOT8tPH0mzZzKYGtr5sQfPSs9+4tzW/a2d+5gUhWeAbAd0v5swjyIyUHIxf6gGNL6POAfoXr+aQ4mlzgHlvkBnlvIzpM4R71e0zrDvT8Sgft+gnNe7CJqx3rxjBRRQQAEFJqPAmWeemU4//fTGo99www1pxYoV6d57723kDCigwGYR8KIKKKCAAgoooIACCiiggAIKKDD8Au5QAQUUUEABBRRQQAEFFFBAAQWGX8AdKqCAAgoMiYDFZ4bki3QbCiiggAIKKKDA5hGY3Fe98cYb04UXXtj6S0PxC7uvf/3r0z777DO5N+nTK6CAAgoooMBWE7jvvvvSypUr0wMPPLDRzxAFP3oXQynuUcUH+yg+c8899+RCIlDWQt0DORfXhDIG+oqUxN97qgYlV82rHugWPIlYFEx5YMfD0prF56cN2zYL0Bywx/S07LSRtN0UKEAThWee9YR5qe1YO++IdMuuz8/fQbgB2T7G0aB8JzHemAb1+VDGUF8jdQ4ocyDfK3UOqGOdaX4eIIZ5HPeGMs/BzgeMXXimeg87y/yjgAJTRsCNKjC1BJ797Gen448/vrHp//zP/0zvf//7G3EDCiiggAIKKKCAAgoooMBwCLgLBRRQQAEFFFBAAQUUUEABBRQYfgF3qIACCiiggAIKKKCAAgpsmoDFZzbNzbMU2DoC3lUBBRRQQAEFNlrguuuuS2984xtbfxl85syZ6c1vfnPafffdN/p6LlRAAQUUUEABBQYFVqxYkW644YbB8EPOBwt7QCkK0o2PXiHm69atS9/85jdzBMiFRKDuIwFl3jsGcmESKDko86oICdTziEUDugVogHz+uu0PSWv3Oz+t32ZWGjwO2HNGWrpkJG03i8HU0MyPffSsNHbhmcemWxY+L38nlV9bH7GNaUD2j8I/QPaH0sf5qXNED3Tv2QnlMRDD3KCM4/3JgZ4PKDloLzxTnQNlXc+pDhVQQAEFFBg6gfPOOy895jGPaezru9/9bvrQhz7UiBtQQAEFFFBg3AW8oAIKKKCAAgoooIACCiiggAIKDL+AO1RAAQUUUEABBRRQQAEFFFBAgeEXcIcKDImAxWeG5It0GwoooIACCiiggAK1wI9+9KP0jne8ow70jObMmZPe8pa3pJ133rkn6lCBsQXMKKCAAgoo0Cbwmc98Jl199dVtqY2KVUU+qsVQin0MxmN++eWXV8tyoZHuZHQA5EIlvYVJoFyvilU91GsjNtigPx+FUNbtcEhau/j8lKZtlwaPA/aYkZadNpLmzNxmMDXp58cdPDs968R5rftYM/eIdMvCc/L3EYZA/g6g9BF7uC2se8+B+lpQxkC+J5DiALpzqMeDuZhHi/cJ2gvPRB6IzqaAAgoooMCUEYgCNAcccEDeb+/HZZddlj71qU/1hhwroIACCiiggAIKKKCAAgoooMAQCLgFBRR0OlOBAAAQAElEQVRQQAEFFFBAAQUUUEABBRQYfgF3qIACCiiggAIKKLBpAsP3WyGb5uBZCiiggAKTQ8CnVEABBR5S4Jprrknvfve7W9ftsMMO6W1ve1uaN6/9l4hbTzKogAIKKKCAAgoMCFx55ZXp85///ED04U+jEEjvWVAKfwzGf/vb36a4Z7UW6Cs4UsWrHko+CpkAYxZFgZKLdWM1KGvW73hYumPfF6UN2zYL0Oy/x4y09PSRNGfW8PxT4/GPnp2e+YS5qe1YM/ex6Xe7PT9/B+EGZOMYVw2asSo32EP/9wVlXhWjSZ0DSgzI94J6DqQ4gPxM8f5AGQORyvEYwNiFZ+K8WDNBmo+hgAIKKKDAFhGIIsXLly9Pe+yxR+N+l1xySfryl7/ciBtQQAEFFFBAAQUUGDcBL6SAAgoooIACCiiggAIKKKCAAsMv4A4VUEABBRRQQAEFFFBAAQUUUGCSCDyC3wiZJDv0MRVQQAEFFFBAAQWmjMBVV12V3vOe97Tud/78+ekd73hHmjlzZmveoAIKKKDAWALGFVCgV+BXv/pVWrlyZW/oEY0HC35AKRbSGwfS5Zdf3i0gEjeEsq53DOQ1QIS7Y6BRsKQqgAIlV83H6oH0wA6HpLWLz08bps1Jg8f+u09Py5aMpLlDUIAmCs+cfeIYhWfmHZl+u+s5efthBWTb3jHUsYhXRWRiPFbrXQPlfCB/h3EOlDGQ4gByDohpdxzvDZRYTox+VPHoIwTNNdCMxVqbAgoooIACwy6wYMGCFAVoomjx4F4//vGPp29961uDYecKDKmA21JAAQUUUEABBRRQQAEFFFBAgeEXcIcKKKCAAgoooIACCiiggAIKKDD8Au5QAQUUUECBTROw+MymuXmWAgoooIACCiiwdQS865gC3/zmN9M//uM/tuZ322239Ja3vKU1Z1ABBRRQQAEFFNhYgXvvvTddfPHF6YEHHtjYUzZqXVUQpFoMpQhIFY/+uuuuSz/60Y9ykZHedVDWQt0DuSBK6hxA95woYlI1KPGYA3l9jB+qRQGaOxe/OK3ftlmAZnEUoDl9JM2dPXn/yfH4Q2ansQrP3DH3yPTbhc/NnuEEtRuUMZQ+8tGiqAz0xyJeNSBVa6D+TiKfOgeUGJC/I6jnQIoDyM8U7wmUMRCpbgNS5CMA/bkqHjmbAgpMIAEfRQEFtqjAPvvskwvQzJgxo3HfKDz4gx/8oBE3oIACCiiggAIKKKCAAgo8YgEvoIACCiiggAIKKKCAAgoooIACwy/gDhVQQAEFFFBAAQUUUECBSSIweX8TZJIA+5jDLeDuFFBAAQUUUGBiCHzta19LH/jAB1ofZq+99koXXnhha86gAgoooIACCiiwMQLVmhUrVqRf//rX1XRc+8ECIFAKhPTGL7/88nxPKLmYALnwSDWOvmoPVsAkcr0NyMVNemNtYyCt2/7gdOf+L04bpjUL0Oy32/S0dMlImjebNNmO4w+Zlc4+YW7rY6+Z97h0627nZOtBF6BhFwVlYh2UXMyrFvFoQLfwTDWPPhqQrwnkewIpDqB1Hu8JEEsaDdoLz8Q5sRjaz4ucTQEFFFBAgakkcMghh6Rly5a1bvmiiy5KP/3pT1tzBhVQQAEFhkfAnSiggAIKKKCAAgoooIACCiigwPALuEMFFFBAAQUUUEABBRRQQAEFFBh+AXeogAKbJmDxmU1z8ywFFFBAAQUUUECBCSJwySWXpI9+9KOtT7Pvvvum1772ta05g5NWwAdXQAEFFFBgqwh8+tOfTt/73vc2672rYiDVTaAUBani3//+99MNN9yQ01ByMQFyQZJqXPVAt4BJVdAkdY5qXPVA37qIP1gD0gPbH5zW7Hd+Wr9tswDN4qoAzXaT558eTzhkdjr7hHmp7VgzclT67cLn5FS4QPGuxlUPZMdqHn0UnIkeyjlQr4l41aCOQ70W2sepc0DJxfsBdCKp+x6k0QPaC89EGso5MbYpoIACCigwAQW2yiM9/vGPT8973vMa97733nvTxRdfvNkKETZuaEABBRRQQAEFFFBAAQUUUECBqSHgLhVQQAEFFFBAAQUUUEABBRRQYPgF3KECCiiggAIKKKDAJBGYPL8BMklAfUwFFFBgagm4WwUUUGDrCnzmM59Jn/rUp1of4oADDkivfvWrW3MGFVBAAQUUUECBhyPwne98J33hC194OKds8tooJNJ7MpQCIVX88ssv76ah5CIAdAuPABHqNiDngFwcBfr7KIACzVjEx2pQCtDcuf+L0/ppc9Pgsd9uM9KyJSNp3iQoQHPiobPTM05o7iH2tGbk6PS7hc/JfoMWQPYcjD/UHMr3EeugHvfOocSh2afOASUe7wXQiaT8jKlzQD2PfCfUzcW4isV445srFVBAAQUUmDoCp5xySnr605/e2PCtt96aC9DcdtttjZwBBRRQQAEFFFBgOATchQIKKKCAAgoooIACCiiggAIKDL+AO1RAAQUUUEABBRRQQAEFFFBAgeEX2LQdWnxm09w8SwEFFFBAAQUUUGArC3zsYx9Ln//851uf4tGPfnR65Stf2ZozqIACCkx6ATeggAJbVOAXv/hFWrly5Ra952BxECjFRCJ+2WWXpTVr1nSLiUDJxQMCOQ6lr2JVD3U8YlWxk+ijAbmYCpQ+Ym1t2223zesi98D2B6c7F784bZg2Lw0e++46PRegGZnABWii8MxZx7cXnrlj3lHptwuelbcVe4XiV42rHsgevS7VGEou1va2tjyU60M5B+o5lHHqHFDG8T4AnUjK33saPap41UNZM5ruW1vF7BVQQAEFFFCgX+ApT3lKOu200/qDndmvfvWr/HfD+++/vzPzjwKbWcDLK6CAAgoooIACCiiggAIKKKDA8Au4QwUUUEABBRRQQAEFFFBAAQUUGH4Bd6iAAgoooMAkEdhmkjynj6mAAgoooIACCkxIAR9q6wh88IMfTF/5yldab3744Yen//E//kdrzqACCiiggAIKKPBwBO655560YsWKtH79+odz2risjcIhvReCUkAk4t/85jdT9FUeSi7m0BwDueAIlL4qghLrYwx1HMiFVKD0kR9sQOotnrJu5KC0ZvH5af0YBWiWLhlJI3Mm3j9DnnjY7DRW4Zk12z8+/W7hs7tulQHUVlUs+vAAsl3vOHK9Dcoa6L8OlHi1NnUOIF8PytrUOaCM4/sHOpGUnzH1HEDf+9GTGjPeu8axAgq0CxhVQIGpJ/Dc5z43HXvssY2NX3vttbkATSNhQAEFFFBAAQUUUEABBSa9gBtQQAEFFFBAAQUUUEABBRRQQIHhF3CHCiiggAIKKKCAAgoooIAC7QIT77c+2p/TqAIbI+AaBRRQQAEFFJgCAhdddFG6/PLLW3d65JFHppe+9KWtOYMKKKCAAgooMDQCW2wjUXjmpptu2mL3G7xRFBjpjUEpNvL1r3+9W3AESgxKH+uBRj7i0aDkoPQRqwqeAN1iJw9WQCXWA90CNDF/IArQ7BcFaEbS4LHvrtPTstNG0vYTqADNE6LwzHFzBx81z+8YeXz67S7PzBaxt8oC6MYiDmVe5SPWO455bwP6zKoc1N8FkOIAGt8hlFi8F0As667Jk84HlMIzQCPXSbfGIm5TQAEFFFBAgXaB8847Lx122GGN5FVXXZU+/OEPN+IGFFBAAQXGVcCLKaCAAgoooIACCiiggAIKKKDA8Au4QwUUUEABBRRQQAEFFFBAAQUUGH4Bd6iAApNEwOIzk+SL8jEVUEABBRRQQAEFUvqHf/iHdOWVV7ZSxP8T9Ute8pLWnMHNKeC1FVBAAQUUGE6BT33qU+n73//+Vt9cFBrpfQgg3XHHHenSSy/NhUR680B3KZDzEQCiy3Og20fxEyDnYtzbgFwoBegruNK2poqt3/6gdOf+L04PTJuXBo99ogDNkpG0w9xtB1NbfP7Ew7ZLTx+z8Mwx6XcLnpmN4sGAPK72GD3Usd5iM73jWNfbgK4n1OdD/zh1juo8KLlOKD8D1IVlqlj0VYOSr+a9fe970ht3rIACCiigwMYLTM2V8b/LUYBm8eLFDYBvfOMb6TOf+UwjbkABBRRQQAEFFFBAAQUUUECBySvgkyuggAIKKKCAAgoooIACCiigwPALuEMFFFBAAQUUUEABBdoFLD7T7mJUAQUUmJwCPrUCCigwxAJ/93d/l773ve+17vCJT3xieuELX9iaM6iAAgoooIACCjxcgW9/+9vpkksuebinbbb1g4VDgHT55ZeniAN994V6DuSiJbEgfnE6+qpByUUcyOFqDHTPe7CCKtX6WBPjaOvmHZDW7nd+2jB9+3zN3o9FC6enpaeNpB3mbL0CNFF45mnHzel9rO749pHHp98tODsX2wFysZjYExSPGFct9hwNyOt7x9WaqgfytYC8tjfeO4ZyHyDFAXUPpbAMjMZG+1gXDeo8lDURj3ckeqhjMbcpoIACCiigwMYLzJs3L0UBmt12261x0uc///n0la98pRE3oIACCiiggAIKjIuAF1FAAQUUUEABBRRQQAEFFFBAgeEXcIcKKKCAAgoooIACCiiggAIKKDD8ApNkhxafmSRflI+pgAIKKKCAAgpMZYF3v/vd6d///d9bCU4//fT0ghe8oDVnUAEFFNgSAt5DAQWGS+DnP/95Wrly5YTbVFVEpHqwG264If3gBz/YpAI0QC4uA6WPAihAvjSQC6VELBr0zyM22IC+oirrtz8o3bHfi9L61gI009Ky00fSDnO3/D9LPvHw2WnswjPHpFsXPLPrEnuE/n0NxqDkH07hGSjnQOlTzxHXjxbfNdTfB9SFZWI5lFyMo0F/PmJVg/61VdxeAQUUUEABBR6ewMKFC9Py5cvT9ts3C+x97GMfS1G88OFd0dWTUcBnVkABBRRQQAEFFFBAAQUUUECB4RdwhwoooIACCiiggAIKKKCAAgooMPwC7lABBRRQQAEF2gW2/G95tD+HUQUUUEABBRRQYDwEvMYQCrzzne9MP/rRj1p39tSnPjU9+9nPbs0ZVEABBRRQQAEFHq7AXXfdlVasWJELujzcc7fE+ihK0nufyy+/PE8jDv1FRqCeQxkPrgMaxVagxKIICpQx0FdcJnIP1daPHJjW7nd+emBa8xe0915QCtDsuAUL0JwUhWeOnZvajju2Py7duuDsPovYHzT3H4VmogHZpHcc5/Q2IBfygfo6UMaxDsjXgBIDUhyRix7KvPd7gxKLfDQohWdiPNjivMGYcwWGSMCtKKCAAltcYL/99kvLli1L06ZNa9w7/g45VuHkxmIDCiiggAIKKKCAAgoosLECrlNAAQUUUEABBRRQQAEFFFBAgeEXcIcKKKCAAgoooIACCiiggAITRMDiMxPkixjOx3BXCiiggAIKKKDAIxN429veln72s5+1XuTss89OT3va01pzBhVQQAEFFFBgSwoMz71WrlyZbr755gm9od6CItdee236xS9+kZ834tAskeBW5gAAEABJREFUTJKTnQ8gF1fpDHPBk+irBiUXRU+AKpzXVTEgz6H0EX+o9sDIAWnt4vPT+uk7pMFj712mp6VLRtJO8zb/P0+e/JjZ6aljFp45Pv1ul7O6e6uKyQA5FnuMWPRVg5KLOJRxlat6oFt4por19qlzQLGu4r3fIdD9voDO6tSdp9EDSuEZoJGLJUB0NgUUUEABBRQYR4HDDjssLV++vPWKF110Ufqv//qv1pxBBRRQYDgE3IUCCiiggAIKKKCAAgoooIACCgy/gDtUQAEFFFBAAQUUUEABBRRQQIHhF3CHCiigQLvANu1howoooIACCiiggAIKbF2BN73pTd1fph58kuc973npSU960mDYeQjYFFBAAQUUUGCTBD75yU+mH/zgB5t07pY+KYqUVPe87LLLuoVHIg79BUegngN5bayLgidxDSgxKH3EoYyBbgEWKLEouBJrqhbzaDGv+t7x+pED0pr9xihAs6AUoNlx7rZpcx0nP2a79JRj5rZe/o4dovDM07MJ0C0WA+R9Q+ljP1UD8rrYK5DXVbmqB/IaIOeh2EH/PHWOOAfojFJeGwMgP1N8T0CE8jwPRj+gFJ4ZnfZ1cV5fwIkCCiigwHAKuKutJnDMMcekc845p3H/u+++O1188cXppptuauQMKKCAAgoooIACCiiggAIKKLBJAp6kgAIKKKCAAgoooIACCiiggALDL+AOFVBAAQUUUEABBRSYIAIWn5kgX4SPoYACwyngrhRQQAEFNk3g9a9/fbrhhhtaTz7vvPPSKaec0pozqIACCiiggAIKbIrAt7/97fTFL35xU07daudUBUbi2W+99dZucZKIQylYUj0c1HMgr411UfikWhM9lFzEoYx741Bika8a1DEgF12JHNTj9SP7pzWLz0/rZ+yYBo+9dpmelp8+knaaN/4FaE7JhWfmDN4yz2/f/vj0u/lPzwVfoOwBSh+FZWIPvQ3qHJRxb74aA9kA6Lt2lU+dA+rzgU4k5e8kdQ4gj+P7ATqRlOep54BSeAboy8U5sQyIzqaAAgoooIACm1Hg1FNPTU996lMbd/jtb3+bVqxYke64445GzoACCiiggAIKTH4Bd6CAAgoooIACCiiggAIKKKCAAsMv4A4VUEABBRRQQAEFFFBAAQUUUGD4Bdxhu4DFZ9pdjCqggAIKKKCAAgpsJYG/+Iu/SDfffHPr3c8///x0/PHHt+YMKqCAAqMCdgoooMDDErjuuuvyLwg/rJMmyOKq2Mhll12WnwhK0ZGIQxnnROcD6jnQLVoSRVGgzKG/781VBVmgXlPlo68akIuvxBzq8fp5+6e1+52fHpjeLECz5y7T0rLTR9LOI+NXgOaUI7ZLZx4zVuGZE9Ktuzy9z6B63qqH+tkjFi0MgFxUJuZjNShroFhV61LnADqfKV8jDzofQOczdZ+n9/uDkkujB9SFZ0ZD3Q7613YTDhRQQAEFFFBgswg87WlPay2Q/Itf/CKtXLkyPfDAA5vlvl60K+BAAQUUUEABBRRQQAEFFFBAAQWGX8AdKqCAAgoooIACCiiggAIKKKDA8Au4QwUUUEABBRSYIAIWn5kgX4SPoYACCiigwHAKuCsFNl7g/vvvT3/+53+efve737We9Ed/9EfpqKOOas0ZVEABBRRQQAEFNkXgrrvuyr8YvCnnTpRzolBJFJ9Zt25dfiQg9xGHMs6BzgfUcyjjwXVALoISBVOgjIHO2SkXTAG6+VgTBVmi721AawGaB+YtTmsXj1GAZv60tHTJSJo/DgVocuGZx7cXnrlt+xPSqgVPz3vpfeYYD+4Fyl6h7AdoPS/OHWxQzq3iUM6F0qfOAWVNZ5hNo48GRNcXiwCUwjMx7m3xHfbOHSuwdQS8qwIKKDA1BZ73vOelY445prH5H/7wh5P+75mNTRlQQAEFFFBAAQUUUCBJoIACCiiggAIKKKCAAgoooIACwy/gDhVQQAEFFFBAAQUUUEABBaaqgMVnptI3714VUEABBRRQQIEJKrB27dr06le/Ot12222p7fjTP/3TdNhhh7WljCmggAIKKKDAoIDzjRZYsWJFuvnmmzd6/URdGEV0Lr300u7jQSleEkVJoIyrJNRzoFvgJIqk9K6Bkot4NCCnewu0APn8yA82oLUAzfp5i9Oa/c5P62fsnAaPPasCNNtvO5ja6PmpR8xOZ45ReOb2HU5Mqxc8PT8z0FdIBvr30rvPGEP/+rb9QlkD/ddKnQPofKZ8T6D7DBEEossNyhhKn4OdDyiFZ4B8bifU/QN0xw4UUEABBRRQYMsLLF++PB166KGNG1955ZXpIx/5SCNuQAEFFBg3AS+kgAIKKKCAAgoooIACCiiggALDL+AOFVBAAQUUUEABBRRQQAEFFFBg+AXcoQIKKDBBBCw+M0G+CB9DAQUUUEABBRSYqgK33npres1rXpOiAE2bQeQOPPDAttSkiPmQCiiggAIKKDAxBT7xiU+ka665ZmI+3CY8VW/xmTgdSkGSjSlAE+tjXRRUiXE0IBc5gf5+MBfnVA3IxVV651G4JeZAtxjNhpHFae3i89MDM3ZKg8ceUYDmtJE0fxMK0Jx6xHbpyY+fO3jJPL9t+xPTql2e1t1T9UxVXz1nzKsWsWhA3leMq9xYPRSvKp86B9D5TPkaedD5ADqfKT9PGj2gGYsUlMIzMR5s8b0NxpwroIACCmwdAe86dQWmTZuWzjvvvLTffvs1EL7+9a+nz372s424AQUUUEABBRRQQAEFFFBAgckp4FMroIACCiiggAIKKKCAAgoooMDwC7hDBRRQQAEFFFBAAQWmqoDFZ6bqN+++FZiaAu5aAQUUUGCCCdx0003pta99bbrvvvsaTwakCy+8MO2zzz6NnAEFFFBAAQUUUOCRCFxxxRXpS1/60iO5xIQ79ze/+U266qqr+p4LyPMoUAJlDP19LAByEZRYF0VTgAjnGJD7iPc2IBdTiRiUNVGcBep45KJFPHogF6CJ+fp5+6U7F784rZ85Pw0eUYBm2ZKHV4Dm1MdG4Zk51aX6+tt2eEJavaAuPAPkZ4fy3NWzRT/YoKyNZ45c1ce4alDWQH29yKXOET2Q75dGDyCPoPQxgTKG0kcsGpTCM0D+HiIWLb6r6IHobAoooIACCiiwlQVGRkbS8uXL08KFCxtP8rnPfS597Wtfa8QNKKCAAgoooMAjFvACCiiggAIKKKCAAgoooIACCigw/ALuUAEFFFBAAQUUUEABBRRQQAEFhl/AHU4QAYvPTJAvwsdQQAEFFFBAAQWmmsAvf/nLXFxm/fr1ja1Pnz49vfWtb0277bZbI2dAAQUmm4DPq4ACCkwsgZ/97Gfp/e9//8R6qHF6mssuuyxVRUmqS0IpThJxKIVMBnMxB/qKmwARzjGg0VdFVaDkqnkUZwFysZUqBuSiM71zID0wd9+0dvH5rQVodt95Wlq+ZCTtsv226aGO06LwzNHthWdu3/GktHqXp+bnj/tXLa5ZjcfqgbyPak9Q5tV66N87lDyQ4gC6963mcW41jj4aEF1emwejH9D/fY2GcwflnDzxQwEFFFBAAQUmhED8O1YUoJk3b17jeT760Y+mK6+8shEfroC7UUABBRRQQAEFFFBAAQUUUECB4RdwhwoooIACCiiggAIKKKCAAgooMPwC7lABBRRQQAEFpqqAxWem6jfvvhVQQAEFpqaAu1Zgggj89Kc/zcVl2h5n9uzZ6e1vf3vaaaed2tLGFFBAAQUUUECBTRa4884708qVKzf5/Il+4k9+8pMUf8+KQjO9zwqlUEnEoYyrPNRzKGNo9kC3OAqUMZCLs0RBFShjoFtoJuJVg/54FHSJ9sCcfdLaxS9OD8yYnwaP3XaelpYuGUkLdhi7AM2SI7dLT3qQwjOr5p/ZeMZ4prh39G0Nyv5iTTSg9RrVuVDWxxzqcTVPnQNKvDPsOvaOgZh2G5TCM0Df+vgOu4scKPBgAuYUUEABBbaKwP7775+iAE38PWDwAS666KL0wx/+cDDsXAEFFFBAAQUUUECBTRfwTAUUUEABBRRQQAEFFFBAAQUUGH4Bd6iAAgoooIACCiiggAIKKKDAFhKw+MwWgm67jTEFFFBAAQUUUGAqCsQv2fzVX/1V69ZHRkbS//yf/zPNnTu3NW9QAQUUUECBySjgM08cgRUrVqRbbrll4jzQZniSSy+9tK9YSXULIA+jeAmUcQ50PqCeQxkD+TpAZ0XqjuMXqYE8j3HqHNH3NqBbrKWKV0Vcoo9WxaN/YM6itHbx+WldSwGa3bsFaKalwSMKz/y3o+YMhvP89p1OTqt3eUr3OYA8hv4+7t/boOSrZ4QyH1wDJQ61BZQx1H3qHFDmnWF2iz4aEF1fLAJQF56JeW+Dck5vzLECCiiggAIKTCyBww8/PBegaXuqiy++OP385z9vSxlTQIEhEHALCiiggAIKKKCAAgoooIACCigw/ALuUAEFFFBAAQUUUEABBRRQQAEFhl/AHSqggAJTVcDiM1P1m3ffCiiggAIKKKDAVhC4+uqr09/+7d+23nmnnXZK73znO9OMGTNa8+MU9DIKKKCAAgooMIUFXvrSl6bTTz89HXnkkWnRokVpzpz2wiWTmei73/1uuvnmm/MWotBMHox+AHkUcSjjHOh8QD2H/jGUOZALpUDpO6flgi7RQ4lVRVqAnKvmVQ9lHZS+KvKyYd6+6a79X5LWz1yQBo/ddpqWli0ZSQt2rAvQnH7knDRW4Zk7dj413TZQeKa6T/UcvXOg+6wRjxbroI7HPBrUMSh7qOLQP0+dA0qsM8x20UcDouuLRQBK4ZkYD7b43gZjzhVQQAEFxhQwocBWFTjuuOPSc57znMYzrF27NkUBmt/85jeNnAEFFFBAAQUUUEABBRRQQIGHLeAJCiiggAIKKKCAAgoooIACCigw/ALuUAEFFFBAAQUUUEABBbaQgMVnthC0t1FAgTYBYwoooIACU0ngO9/5Tnrve9/buuUFCxakt73tba05gwoooIACCiigwHgKPPvZz04veclL0gUXXJD++q//Ov3DP/xDXzvttNPSYx7zmLTnnnum2bNnj+ett9i1LrvssnwvKAVO8mT0A0osCplAGUN/H0uhxNrGQC6aUhVdiT4a1PFqHv0222zTXR+FXXobkGIe69bPXZTWLD4/PTBzlzR47LrTtmn5kpG0cMdp6fTHzUlnHLXd4JI8v2Pn09Jtu5zZLSYT14XyXEA3DvW4uj/U66DOxzWiQR2DsraKQ38udQ4oazrDvP/oowHR9cUiAKXwDNCXi++qykdvU0ABBRRQQIHJIbBkyZJ05plnNh42Cs+sWLEirVmzppEzoIACCiigwOQW8OkVUEABBRRQQAEFFFBAAQUUUGD4BdyhAgoooIACCiiggAIKKKCAAgoMv4A7nKoC20zVjbtvBRRQQAEFFFBAgS0ncOmll+b/V+e2O+6+++7pTW96U1vKmAIKbA4BrxWn3W8AABAASURBVKmAAgoo8KACz33uc9Mf/uEfpte97nXp3e9+d19hmihUc/LJJ6fDDjssxd9hZs6c+aDX2lrJ+LvXXXfd1b19VbykCgB5GHGoC55EEEpucFwVWaniQC6QAnVfrQFai7xEfrBF4Reor7Fh7qJ01/4vSQ/MXJAGj4U7bpuWLhlJZzxuu8FUnt++06np9gVn9j3X4P0ebB7PUrXBdUB3T5GDMof62aGMU+eA/nEnlP8AfX2edD6gfA+dYeMPlHMaCQMKKKCAAgooMOEFzjrrrBR/fxx80Ouuuy6tXLkyrV+/fjA1fnOvpIACCiiggAIKKKCAAgoooIACwy/gDhVQQAEFFFBAAQUUUEABBRRQYPgF3KECCiiggAIKKLCFBCw+s4WgvY0CCiiggAJtAsYUmAoCX/rSl9I//dM/tW510aJF6fWvf31rzqACCiiggAIKKDARBZ7//OenP/qjP8p/h/nf//t/N4rTPPGJT0yHHHJIWrhwYS6CsjX2sG7dunTppZd2bw3N4iVQYr0FaKoToORiDmOPge4eoYyrwixAt1gL1OPID7aq4EvVPzBn73Tn/i9O61oK0Oy647ap7bhj/pK0Ztendu9ZXQvoi8W9gRT5GG9MA7rXAFIccR6Q9x/jaECkcgzqcQ52PqAZ64Tz+up7gLIm4hGL3jYcAu5CAQUUUGDqCsTfH48++ugGwH/8x3/kAjSNhAEFFFBAAQUUUECBSSvggyuggAIKKKCAAgoooIACCiigwPALuEMFFFBAAQUUUEABBRRQQAEFhlXA4jP1N+tIAQUUUEABBRRQYJwFPve5z6VPfOITrVddvHhxuuCCC1pzBhVQQAEFFNiMAl5agc0q8IIXvCD98R//cXrta1+bZs+e3bjXCSeckB71qEelXXbZJRc0aSwYp8Bll132kFeCUugkipxAGVcnQT2HetxWZKWKAbmQSu88xr0Nyhog77/KQZkDuTDM+jl7p7sP+P/S+lm7poc61uxyRlo7WngGyOfHdYHWe0ThGaC7LtZubAPyNaHeB5CqA8gGMQeiyw3KGEqfg50PILX5d1Ld68TYpoACCiiggAKTW2D58uW5QOHgLr7zne+kf/7nfx4MO1dAgfER8CoKKKCAAgoooIACCiiggAIKKDD8Au5QAQUUUEABBRRQQAEFFFBAAQWGX8AdKqCAAgpsIQGLz2whaG+jgAIKKKCAAgpMNYFPfvKT6bOf/WzrtuMXrl/1qlellFrTBhVQQAEFFFBAgUkvcOutt6a77rqrbx9Ail88fvnLX57e/OY3p7//+79P//AP/9DXjj/++HTQQQelnXbaqe/chztZtWpV+ta3vtU4LQqd9AahFEOJOJRxlYd6Dv1jKHMgF0mB/j6KuUCJVePoq1YVgIGyJubRevPr5+yV1u7/4rR+9m7VIzX6tQuelO7a/Wm5kEycHw3IBWJiHK33mr1jKOuqWNVDHYfmGMozQ8lBPQdSHFD63jHUsSoe7jG2KaCAAsMv4A4VmNoCM2bMyH8P3GeffRoQX/3qV9PnP//5RtyAAgoooIACCiiggAIKKDD5BHxiBRRQQAEFFFBAAQUUUEABBRQYfgF3qIACCiiggAIKKKCAAsMqYPGZYf1m3ZcCmyLgOQoooIACCoyTwEc+8pH0xS9+sfVqhx56aIpfuG5NGlRAAQUUUEABBYZE4LbbbmvsZOHChY3YYOC8885Lr3jFK9Lb3va2vqI0UaTmzDPPTMccc0zaf//904477jh4amN+6aWXNmJASgNRKEVRohAKlHG1BOo59I+hzIGHLEAD9ZqqyEv0URwmWoyBXEQGyMVjIpbm7p3u2v8lrQVo7tz1yenuPZ7WXRvro8X1oL5GxMZqsXasXG8c+p8fyvWBFAeQDapx9NGA6Lq5POl8AKnyhrKmE86x6G0KKKCAAgooMHwCO+ywQ4q/6y1YsKCxuc985jPpG9/4RiNuQAEFFFBAgUck4MkKKKCAAgoooIACCiiggAIKKDD8Au5QAQUUUEABBRRQQAEFFFBAAQWGX8AdKrCFBCw+s4WgvY0CCiiggAIKKDBVBFauXJm+/vWvt273yCOPTC972ctacwYVmKoC7lsBBRRQYDgFVq1a1djYxhSfaZzUEzjrrLPS7//+76c/+7M/S29/+9sbxWme9KQnpaOPPjrtt99+aWRkJP3iF79IP/zhD3uuUA+j8Ek9S93iKBGHUgwF+vvUOaDEOsN8DjTnQDcXBVyAXCAG6h7KOPKDrbcgTIw3zN0r3XXAS9KG7XZP1XHPHk9L9+zx9HzdwfMH59OmTctFbXrjQI4BrdeAsoc4B+pxzFPnqPrOsLvXahx9NCC6nM+D0Q9gzCIzUM4ZXWqngAIKKKCAAkMkEFvZfffd0/Lly9PcuXNj2tc+/OEPp6uuuqov5kQBBRRQQAEFFFBAAQUUUEABBSaXgE+rgAIKKKCAAgoooIACCiiggALDL+AOFVBAAQUUUECBYRWw+MywfrPuSwEFFFBgUwQ8RwEFHqHAe9/73vStb32r9SrHHntseslLXtKaM6iAAgoooIACCgybwOrVqxtbWrBgQSM2noGzzz47vehFL0p//ud/nt75znfm4jSHHnpo6y2gWeQESqwqQFP1cQEoubYx0C2wAmUMdR+FWqJFIZnoexvQWvyld02MN8zZK9194B+kB2btlu5dcHKK4jNt14tY1eK8sVqsAXIBmmoNlGcenEOJAymOyAN9e444EF1uUMZQ+hzsfEApPAN0z++ExyxGEznbZhHwogoooIACCmw1gQMOOCAtW7as9f4XXXRRuvbaa1tzBhVQQAEFFFBAAQUetoAnKKCAAgoooIACCiiggAIKKKDA8Au4QwUUUEABBRRQQAEFFFBAAQUUGCeBCVx8Zpx26GUUUEABBRRQQAEFtojA3/3d36Wrr7669V4nnXRSeuELX9iaM6iAAgooMNUF3L8CwymwatWqxsYWLlzYiE20AJAfqSo8E30OdD6g5DrDvsIp1Rz680BeB3UfhVvGalEQpjc3bdq0bmGayG2Ys2e691F/mO5bvKwv3ntOjIEx83GdWBMtxlCvjVg0qGPQHKfRA8q+YgpElxvU4xwY/YC68MxoqNtB+zndBQ4UUEABBRRQYKgEjjjiiLR8+fLGntavX5+iAM3Pf/7zRs6AApNfwB0ooIACCiiggAIKKKCAAgoooMDwC7hDBRRQQAEFFFBAAQUUUEABBRQYfgF3qIACCigwrAIWnxnWb9Z9KaCAAgoooIACmyKwief8r//1v9K///u/t559xhlnpHPPPbc1Z1ABBRRQQAEFFBhWgdWrVze2NlGLz/QWmImHhlIIJeJQxhGPBvUcyhjqvireAjQKz1TnA7k4DJQ+zhlsYxWGSXP3yudGvjonxmO1ak3V966D+v5Qj2MtlOevxqlzQIkBnVnq218aPaA/NxrOa8Ozmld9W6zK2SuggAKbVcCLK6DAVhc44YQT0rOe9azGc6xZsyatWLEi3XLLLY2cAQUUUEABBRRQQAEFFFDgYQm4WAEFFFBAAQUUUEABBRRQQAEFhl/AHSqggAIKKKCAAgoooIAC4yRg8ZlxgvQyCmwOAa+pgAIKKKDAZBB45zvfmX784x+3PupTn/rU1l+iaV1sUAEFFFBAAQUUGCKBVatWNXazYMGCRiwCW7tBKZjS+xxQYlEcBcq4ykM9hzKG0sca6B8DufhKVcgF6nkV6+2jQEzMqxbzqkUsxm19xKJV+RhHq+bRA7l4DZBiHnmgG4PybFDHUueIdZ0u/wHy+tQ5gM5n+QNlDKUv0ZT3XjlCM5c8FFBAAQUUUGDKCkTR5ic/+cmN/d98883p/e9/f7rzzjsbOQMKKKCAApNXwCdXQAEFFFBAAQUUUEABBRRQQIHhF3CHCiiggAIKKKCAAgoooIACCigw/ALuUIFhFbD4zLB+s+5LAQUUUEABBRTYAgJve9vb0s9+9rPWO8X/c/PTnva01pxBBSawgI+mgAIKKKDAIxa4995702233da4zg477NCITaRAFEjpfR4ohVIiDmUM/X2sh/4YkAuuQN1H8RYo894xkAu5QOmrXPRVcZgYVy1iVYtYjKOPVo2hvlYVi3y03jnU66CMofSxFurnTZ0DyrwzzH+A3McHlDGUPmLRgBR+MbYpoIACCiigwIQSmDAP84xnPCM98YlPbDzPT3/607Ry5cpG3IACCiiggAIKKKCAAgoooIACCmy0gAsVUEABBRRQQAEFFFBAAQUUUGD4BdyhAgoooIACCiigwDgJWHxmnCC9jAIKKKDA5hDwmgooMJEF3vSmN6Vf/OIXrY/4/Oc/P51xxhmtOYMKKKCAAgoooMCwC9x6663pnnvu6dvm7Nmz++YTcQL9hVPiGaHEooAKlEIqUGJQ+modkIvODM6BCOUc0O2jwEs0oFGApopHsZhoMa8alPW98WocfW+D/rVQ5nGtWAf1HMqzpdEDGB2l7jMD3XEaPYA8gtLnSecDai+oc2HZSfunT8CJAgoooIACU1vgBS94QXrc4x7XQLjmmmssQNNQMaCAAgoooIACk1fAJ1dAAQUUUEABBRRQQAEFFFBAgeEXcIcKKKCAAgoooIACCiiggAIKKDBZBTa++Mxk3aHPrYACCiiggAIKKDDuAn/5l3+Zbrjhhtbrnnfeeenkk09uzRlUQAEFFJgEAj6iAgo8YoFVq1Y1rrFgwYJGbKIGBoujQCmcEnEoBVWqZ4eSq+bRQ4lB3QPdoi1At9gMlPFgMRggRXGYiPe2iEXrjVXj3ng1rvpqTdVDeZ7eeTWueiA/Z8yBVB3QPq7y0UNxgnptxKNBMxZxmwIKKKCAAgpMbYH4N7WDDz64gfCtb30rffzjH2/EDSjwiAW8gAIKKKCAAgoooIACCiiggAIKDL+AO1RAAQUUUEABBRRQQAEFFFBAgeEXcIcKKKCAAgqMk4DFZ8YJ0ssooIACCiiggAKbQ2AiXvOCCy5Iv/nNb1of7cUvfnE6/vjjW3MGFVBAAQUUUECBqSLQVnxm4cKFk2b7UAqn9D4wlIIpVQGayEGJQemrGJALzVTzqocSh/4+irtEA7rFXnqLxgCthWjinFgXLcbRYhwtxr2tNwbk+0Czh/5nA1IcQN4TENPcoIyBnMvBzgcUP6Azq/+EXT1zpIACCvQLOFNAAQVmzpyZogDN3nvv3cD48pe/nC655JJG3IACCiiggAIKKKCAAgpMLgGfVgEFFFBAAQUUUEABBRRQQAEFhl/AHSqggAIKKKCAAgoooIACk1XA4jOT9ZvzubeGgPdUQAEFFFBgSgusX78+vepVr0q33nprajte9rKXpcc97nFtKWMKKKCAAgoooMBkEnjEz3rbbbc1rjGZis/Ew0N/4ZTeWBRRgVJgJeLRoH890C3IAsSSPAdyHwGgWwQGmuMoHgPkwjNQ+ohF6y0mU82r2GAfeaB7r5hXDcrzxBzKGEq7yZHmAAAQAElEQVSfBg4gR4C+PeTg6AcUF2A0UnfQjNVZRwoooIACCiigQEo77rhjLkAzf/78BsenPvWpdNlllzXiBhRQQAEFNlnAExVQQAEFFFBAAQUUUEABBRRQYPgF3KECCiiggAIKKKCAAgoooIACCgy/gDtUQIFxErD4zDhBehkFFFBAAQUUUGCYBe6+++70yle+Mt1+++2t2/zTP/3TdOihh7bmDCrwyAQ8WwEFFFBAgcknsGrVqsZDT7biM9UGotBMNY4eSgGViEMZQ38f66oG/TkgF26JYi/RoMyh9BGLBmUehWSAvsIxEYs1VT84hv71kY8GdAvZVPPoowHde0C5N/T3aeAA+iJQCs/0BZ0ooIACCiigwEYKuKwS2HPPPdPy5cvTdtttV4W6/Yc+9KH03e9+tzt3oIACCiiggAIKKKCAAgoooMDkEvBpFVBAAQUUUEABBRRQQAEFFFBg+AXcoQIKKKCAAgoooMBkFbD4zGT95nxuBRRQYGsIeE8FFJiSAlFw5lWvelW68847W/d/wQUXpAMPPLA1Z1ABBRRQQAEFFJiKAqtXr25se8GCBY3YZAhAf4GVeGYosaoATfQRjwYlV42BXGwGSl/Fo48GJQ7k4i9RCCYalDmUPmJVgxIDcjGZiEO5ToyrojRVH7GqAfk+UPdAqg4oYyA/d8SB6HKDMobS52DnA0rhGaB7Xiecem1iPmmaD6qAAgoooIACW1XgoIMOSsuWLWt9hosvvjhde+21rTmDCiiggAIKKKDAwxJwsQIKKKCAAgoooIACCiiggAIKDL+AO1RAAQUUUEABBRRQQAEFFFBAgeEXGKcdWnxmnCC9jAIKKKCAAgooMIwCt9xyS3r1q1+d7rvvvtbtXXjhhWnRokWtOYMKKKCAAuMj4FUUUGDyCaxatarx0DvvvHMjNpkCg0VUgPz4EYcyzoHOB/TPO6H8B8iFWaD0URAmElDmvePI9ba2QjJVLPqq9Z5TjaFcv5pHDyUGxG27BWmA/Iw52PkAOp8px6CM08ABdeGZgVQ+bzDmXAEFFFBAAQUU2BiBI488Mi1durSxdN26dWnFihXpl7/8ZSNnYHIL+PQKKKCAAgoooIACCiiggAIKKDD8Au5QAQUUUEABBRRQQAEFFFBAAQWGX8AdKqCAAgooMFkFLD4zWb85n1sBBRRQQAEFtobAlLrnjTfemF73utel9evXN/Ydv9z7tre9Le22226NnAEFFFBAAQUUUGAqC9xzzz1p9erVDYK5c+c2YpMpAKXwShSbqZ4b6hiUMfT3sRZKbHBczYFG8RcgF26B0qfOEUVjxmpQ1kUe6F4v5lWDsiZ1DihjIK9NnQPofKZ839Q5oH/eCeUclHg1DxOoYxGPWPQ2BRSYtAI+uAIKKDAhBJ7whCekZz7zmY1nuf3229PKlSvT7373u0bOgAIKKKCAAgoooIACCmy0gAsVUEABBRRQQAEFFFBAAQUUUGD4BdyhAgoooIACCiiggAIKKKDARgpss5HrXKbABBTwkRRQQAEFFFBgcwlcd9116Y1vfGPr5WfOnJne+c53pp122qk1b1ABBRRQQAEFFBhfgcl1tfgF4Pvvv7/vobfffvu++WSeQH+RFSjzKLYCpOir/UHJxRz6x1EQBugr5gJlHrmqAbk4zOAc6jiUcRRI7F0H5XpQ91W+6qHOQf84dQ6g89n+B8p+obkGmrH2qxhVQAEFFFBAAQUeXOC//bf/lqINrorC0VGA5u677x5MOVdAAQUmqYCPrYACCiiggAIKKKCAAgoooIACwy/gDhVQQAEFFFBAAQUUUEABBRRQYPgF3KECCkxWAYvPTNZvzudWQAEFFFBAAQU2k8CPfvSj9I53vKP16nPmzEnvete7UvStCwwOv4A7VEABBRRQQIEHFbj11lsb+YULFzZikznQW2Am9gGl0ErEoYyh2QO52EycUzUoMaj7yEGZR5EYIBeggdJHLArNACmOmEeLMZDvATTOiTVQ51PnADqfKZ+TOgfUcyjjTjjnoX8e+42cTQEFFFBAgaEUcFMTSuCZz3xmOvHEExvP9JOf/CRFAZpGwoACCiiggAIKKKCAAgoooIACGyPgGgUUUEABBRRQQAEFFFBAAQUUGH4Bd6iAAgoooIACCiigwEYKWHxmI6FcpoACCkxEAZ9JAQUUGG+Ba665Jr373e9uvewOO+yQ/vqv/zpNnz69NW9QAQUUUEABBRRQIKXVq1c3GBYsWNCITeYA1EVYqn1AiUVBFiBFP5jrnQPdgi7w8MZxHSjnRBGaKCrT24BceKY3ljoHlHMi3pn23T/mYzWgLwVlf0C+RpXs3XMVG6/e6yiggAIKKKCAAsuWLUtHHnlkA+L73/9++sAHPtCIG1BAAQUUUECBySfgEyuggAIKKKCAAgoooIACCiigwPALuEMFFFBAAQUUUEABBRRQQAEFFBh+gcm6Q4vPTNZvzudWQAEFFFBAAQXGWeCqq65K73nPe1qvOn/+/PSOd7yjNWdQAQUUmGICblcBBRR4UIFVq1Y18rvuumsjNgyBwWIrQN5WxKGMc2D0A/pj0JwDuXAMlByQC7xA3UfxGKjXQclFPHWO6KHEoPRVrJPOf6DE4cH7vLjnA+rCMz3hPARy74cCCiiggAIKKLC5BM4777x00EEHNS7/zW9+M33yk59sxA08IgFPVkABBRRQQAEFFFBAAQUUUECB4RdwhwoooIACCiiggAIKKKCAAgooMPwC7lABBRRQQAEFNlLA4jMbCeUyBRRQQAEFFJiIAj7TeAnEL6j84z/+Y+vldtttt/SWt7ylNWdQAQUUUEABBRRQoF9g9erV/YHObMGCBZ3P4fsDpdhKFJupdgd1DMq4yj1YD3SLzMQ6oFuEpiocU/VQr4X+cduaNHpA/9oIx7NDHY9YbwO6U2gvPBPX6C5yoIACm0nAyyqggAIKhMCsWbNSFKDZc889Y9rXvvjFL6Z//dd/7Ys5UUABBRRQQAEFFFBgcgn4tAoooIACCiiggAIKKKCAAgooMPwC7lABBRRQQAEFFFBAAQUUUGCiClh8ZqJ+M5PxuXxmBRRQQAEFFJiUAl/72tfSBz7wgdZn32uvvdKFF17YmjOogAIKKKCAAlNUwG0/qMCqVasa+fnz5zdiwxSAukBL7AvKPIqyQBlHPBrUc6Cv4Ezko0GJx7hqUGJVcZmqhxKHsftYGw3Kmrgm0C1uE88ZDep86hxA57P8gfbCM5GFel3MbQoooIACCiigwOYU2HnnnXMBmp122qlxm3/5l39Jl19+eSNuQAEFFNgkAU9SQAEFFFBAAQUUUEABBRRQQIHhF3CHCiiggAIKKKCAAgoooIACCigw/ALuUAEFFNhIAYvPbCSUyxRQQAEFFFBAgWEUuOSSS9JHP/rR1q3tt99+6bWvfW1rzuDEEfBJFFBAAQUUUGBiCdx2222NBxr24jOx4SjeEn3VoBRkiTiUcW8O2mNQx4FugRggF6pJnQPofJY/QI5D3Q8WmikryyeUdTGrng3I90mdozcW404oXz/GQEy7LWLdiQMFFFBAAQU2s4CXV6BXYO+9907Lly9Ps2bN6g3n8Qc/+MH0ve99L4/9UEABBRRQQAEFFFBAAQUUmFwCPq0CCiiggAIKKKCAAgoooIACCgy/gDtUQAEFFFBAAQUUUGCiClh8ZqJ+Mz6XAgpMRgGfWQEFFJhUAp/5zGfSpz71qdZnPvDAA9Of//mft+YMKqCAAgoooIACCrQL3HXXXWn16tWN5MyZMxuxYQtAf2GW2B+UWBRpAXIRFyBSjQZ1HMhrq0VAHgI5DqXvLTIDJQa0ro0glFw1BvL1Yl41IA/jmWMApBhDiUcspdQaq3L2CiiggAIKKKDAlhA4+OCD07Jly1pvdfHFF6cf//jHrTmDCiiggAIKKLDRAi5UQAEFFFBAAQUUUEABBRRQQIHhF3CHCiiggAIKKKCAAgoooIACCigw/ALucCMFLD6zkVAuU0ABBRRQQAEFhkngYx/7WPr85z/fuqVDDz00/emf/mlrzqACCigw8QR8IgUUUGDiCPzud79LDzzwQN8DLViwoG8+7JMo1NK7RyhFWyJeNSixWAf1OOa9DeoclDGQC8YAvUu7YyhxKH0UqIlk1QP5/IhVDaiGfT20F56JRdB+TuRsCiiggAIKKKDAlhI46qij0rnnntu43X333ZdWrFiRrr/++kZu8gZ8cgUUUEABBRRQQAEFFFBAAQUUGH4Bd6iAAgoooIACCiiggAIKKKCAAsMv4A4VUEABBRRQYKIKWHxmon4zPpcCCiiggAKTUcBnnhQCH/zgB9NXvvKV1mc98sgj08te9rLWnEEFFFBAAQUUUECBBxe49dZbGwsWLlzYiA1zAEpRlig0U+0TyAVfoPSRA6p0zsUE6I5jHg1KDIhpXx7Icyj9WAVmoC4iAzSukwM9H0C+7uBzxpKIRW9TYMoLCKCAAgooMGEETjrppPSMZzyj8TyrV69OK1euTKtWrWrkDCiggAIKKKCAAgoosFECLlJAAQUUUEABBRRQQAEFFFBAgeEXcIcKKKCAAgoooIACCiiggAIKjApYfGYUYhg796SAAgoooIACCgwKXHTRRenyyy8fDOf5cccdl17ykpfksR8KKKCAAgooMHkEfNKJI9D2i71TrfhM9W0A1bDRQ10MppEcDQC5AMzoNHdAt4cyzoGeD6B7How9jlOA6HKDehwFZqJBHcuLOh/QjHXC/lFAAQUUUEABBbaqwJOf/OR0xhlnNJ7h+uuvzwVo7r333kbOgAIKTD4Bn1gBBRRQQAEFFFBAAQUUUEABBYZfwB0qoIACCiiggAIKKKCAAgoooMDwC7hDBRRQYKIKWHxmon4zPpcCCiiggAIKKDDOAv/n//yfdOWVV7Ze9eSTT06/93u/15oz+LAEXKyAAgoooIACU1hg9erVjd1P1eIzFUQUcalaFYsexi5AA6XAS5wH5GIyQJzW14BuDujmoB5HEMjrYtzWoDxLbw7onaZ4lr6AEwUUUECBqS7g/hWYcALPetaz0gknnNB4rh//+Me5AE0jYUABBRRQQAEFFFBAAQUUUOChBMwroIACCiiggAIKKKCAAgoooMDwC7hDBRRQQAEFFFBAAQUUGBWw+MwohJ0CCgyjgHtSQAEFFKgE/uZv/iZ9//vfr6Z9/RlnnJGe//zn98WcKKCAAgoooIACCjx8gbbiMzvvvPPDv9AQnQHkwi/QXuAlirpAvQbo7h7qcQSB7rWgjCOeUvmE/hhQEi2fQPda8QyxBOpYzKsWeaCa2iuggAIKKKCAAhNWYPny5emII45oPN/VV1+dPvjBDzbiBhRQQAEFFJhcAj6tAgoooIACCiiggAIKKKCAAgoMv4A7VEABBRRQQAEFFFBAAQUUUECB4RdwhxNVwOIzE/Wb8bkUUEABBRRQQIFxEnjnO9+Zrr322tarPe1pT0vx/4rcmjSoAxSUPAAAEABJREFUgAIKbIqA5yiggAJTWGDVqlWN3c+fP78Rm6oBGLsATRR4qRpsfKEXoFtEptcV6J32jaE8R3W/SMKDr481NgUUUEABBRRQYDIInHfeeemAAw5oPOrll1+e/uVf/qUR3+SAJyqggAIKKKCAAgoooIACCiigwPALuEMFFFBAAQUUUEABBRRQQAEFFBh+AXeogAIKKKCAAgqMClh8ZhTCTgEFFFBAgWEUcE8KvPWtb00/+9nPWiGe/exnp6c+9amtOYMKKKCAAgoooIACD19g9erVjZMsPtNPAqXwS28U6CsgE0VhoMR61z3SMZRr9l4fSuyRXtvzFdjaAt5fAQUUUECBSmC77bZLUYBm9913r0Ld/l//9V/Tl770pe7cgQIKKKCAAgoooMDkEvBpFVBAAQUUUEABBRRQQAEFFFBg+AXcoQIKKKCAAgoooIACCiiggAJbS8DiM1tO3jspoIACCiiggAJbVOCNb3xj+uUvf9l6z3PPPTedfvrprTmDCiiggAIKKPCIBDx5igqsXbs2DRafmTFjRtp2222nqMjY2wbGTELJRYGYaIMLoeQH44NzaK6L60WDZq46P/LV2F4BBRRQQAEFFJisArvssksuQLPDDjs0tvCJT3wiXXHFFY24AQUUeNgCnqCAAgoooIACCiiggAIKKKCAAsMv4A4VUEABBRRQQAEFFFBAAQUUUGD4BdyhAgoooMCogMVnRiHsFFBAAQUUUECBYRL4y7/8y3TjjTe2bun3fu/30kknndSaG76gO1JAAQUUUEABBbaMwK233tq40cKFCxsxAw8tACRotjhzY4vDxDpoXgOIy3RbrOtOOgPoz3dC/lFAAQUUmBQCPqQCCgwK7LPPPmn58uUpCiIO5t7//ven73//+4Nh5woooIACCiiggAIKKKDABBfw8RRQQAEFFFBAAQUUUEABBRRQYPgF3KECCiiggAIKKKCAAgpsLQGLz2wtee+rwFQUcM8KKKCAAltE4IILLki/+c1vWu/14he/OB133HGtOYMKKKCAAgoooIACmy5g8Zkeu800BFqL0kB7fGMeA9iYZa5RQAEFFFBAAQUmpcAhhxySli1b1vrsK1asSD/5yU9acwYVUEABBRTYKAEXKaCAAgoooIACCiiggAIKKKDA8Au4QwUUUEABBRRQQAEFFFBAAQUUGH4Bd6jAqIDFZ0Yh7BRQQAEFFFBAgWEQ+LM/+7PU9ovPsbeXvexl6XGPe1wMbQooMIUE3KoCCiigwJYRaPs72MKFC7fMzYfkLhs2bEhtbTy2t7muOx7P5jUUUEABBRRQQIHxEBjrGo9//OPT85///Eb6nnvuSVGA5sYbb2zkDCiggAIKKKCAAgoooIACCiigwMQU8KkUUEABBRRQQAEFFFBAAQUUUGD4BdyhAgoooIACCiiwtQQsPrO15L2vAgoooMBUFHDPCmw2gfvvvz+9/OUvT3fccUfrPV75ylemQw89tDVnUAEFFFBAAQUUUOCRC6xatapxkfnz5zdiBsYWABI029hnbHwGNs91N/4JXDnFBNyuAgoooIACE0rg5JNPTmeddVbjmaKAYhSgWb16dSNnQAEFFFBAAQUUUOAhBVyggAIKKKCAAgoooIACCiiggALDL+AOFVBAAQUUUEABBRRQQAEFFJgyAlO4+MyU+Y7dqAIKKKCAAgoMucDatWvTK17xinTXXXe17vSCCy5IBxxwQGvOoAIKKKCAAsMv4A4V2DICbb+wu/POO2+Zm0+Bu2zYsGEK7NItKqCAAgoooIACm0/gzDPPTEuWLGnc4Fe/+lVauXJluu+++xo5AwpMLgGfVgEFFFBAAQUUUEABBRRQQAEFhl/AHSqggAIKKKCAAgoooIACCiigwPALuEMFFFBAga0lYPGZrSXvfRVQQAEFFFBAgXEQiP934le+8pVj/nLIG97whrRo0aJxuNM4XcLLKKCAAgoooIACQyqwatWqxs7mz5/fiBnYNAFg0070LAUUUECBrSPgXRVQYEIKPOc5z0nHHXdc49l+9KMf5QI0jYQBBRRQQAEFFFBAAQUUUODBBMwpoIACCiiggAIKKKCAAgoooMDwC7hDBRRQQAEFFFBAAQUUmDICFp+ZMl+1G1WgKWBEAQUUUGByC9x0003pggsuSBs2bGhsBEhvf/vb06677trIGVBAAQUUUEABBRQYf4HbbrutcdGdd965EdsaAe+pgAIKKKCAAgoooEAlcN5556XDDz+8mnb77373u+mf/umfunMHCiiggAKTT8AnVkABBRRQQAEFFFBAAQUUUECB4RdwhwoooIACCiiggAIKKKCAAgooMPwC7lCBrSVg8ZmtJe99FVBAAQUUUECBRyDwy1/+Ml144YWtV5g+fXp617velXbcccfWvEEFFNiqAt5cAQUUUGAIBdasWZNuv/32vp3Nmzevb+5EAQUUUEABBRRQYEoJTNjNAikK0CxevLjxjJdeemn69Kc/3YgbUEABBRRQQAEFFFBAAQUUUECBVgGDCiiggAIKKKCAAgoooIACCigw/ALuUAEFFFBAAQUUmDICFp+ZMl+1G1VAAQUUaAoYUWByCvz0pz9Nb33rW1sffrvttkvvfve705w5c1rzBhVQQAEFFFBAAQXGX+DWW29tXHThwoWNmAEFFNhaAt5XAQUUUEABBXoF5s6dmwvQ7Lrrrr3hPP7CF76QvvKVr+SxHwoooIACCiigwOQS8Gn/f/buBN6qslwY+LPFAQQVFAFBBEdQMsUJxeyKQ0lqmplDKpg2W5k53iY/u002mbe0tAnMa5ljDonmiCgqalgKKooDCooMYigECF/vTvCcs9aBM5+91/n3c7PXet7x+S/oB2uv82wCBAgQIECAAAECBAgQIECAQPEFZEiAAAECBAgQIECAAAECBFpLQPGZ1pJt/LxGECBAgAABAgTWKPD444/Hj370o9x+G264YVxwwQWx9tpr57YLEiBAgAABAhUhYBMFFFB8poAXVUoECBAgQIAAgYILpGKJo0ePjnRPsW6qV111VUycOLFu2DkBAo0T0JsAAQIECBAgQIAAAQIECBAovoAMCRAgQIAAAQIECBAgQIAAgeILyJAAAQIdRkDxmQ5zqSVKgAABAgQIVLvAI488Ej/72c9y09hkk03ihz/8YW6b4OoEtBEgQIAAAQIEmi+QV3xm0003bf7EZiBAgAABAgRaSMA0BAjkCWy11VYxatSo3GLWY8aMicceeyxvmBgBAgQIECBAgAABAgQqVMC2CBAgQIAAAQIECBAgQIAAgeILyJAAAQIECBAgQIAAgdYSUHymtWTNS4BA4wWMIECAAIF6BR544IG49NJLc9t79+4d3/3ud3PbBAkQIECAAAECBFpfIK/4TM+ePVt/4Wpdwb4JECBAgAABAgQqRmDHHXcsF6DJ29Dvfve7mDZtWl6TGAECBAgQWLOAHgQIECBAgAABAgQIECBAgEDxBWRIgAABAgQIECBAgAABAgQIFF9Ahh1GYK0Ok6lECRAgQIAAAQJVKnDPPfdE+kGPvO3369cvvvWtb+U1iREgQKBBAjoRIECAQPMF5s2bl5lkk002ycQECBAgQIAAAQIECLSXwOrWHTZsWBxzzDGZLosWLYrLLrssZs6cmWkTIECAAAECBAgQIECAAAECBCpPwI4IECBAgAABAgQIECBAgACB4gvIkAABAgQIECDQWgKKz7SWrHkJECBAgEDjBYwgkBG47bbb4oorrsjEU2DgwIHxzW9+Mx16ESBAgAABAgQItKPA/PnzM6v37NkzExMgQIDAOwLeCBAgQIBAxQmMGDEiDj300My+Zs+eHWPHjo0FCxZk2gQIECBAgAABAgRWK6CRAAECBAgQIECAAAECBAgQKL6ADAkQIECAAAECBAgQIECAQGEEFJ+p91JqIECAAAECBAi0r8BNN90U11xzTe4mtttuu/jv//7v3DZBAgQIECBAoDEC+hJovsC8efMyk2y44YaZmAABAgQIECBAgACBShY45JBDYr/99sts8fnnny8XoFm2bFmmTYBA9QjYKQECBAgQIECAAAECBAgQIFB8ARkSIECAAAECBAgQIECAAAECxReQIQECBAi0loDiM60la14CBAgQIECAQDMErr322rjxxhtzZ3jPe94Tp59+em5b1QclQIAAAQIECBCoMoE33ngj3nzzzVq73nTTTWudOyFAgAABAgTqCDglQKBiBY4++ugYNmxYZn9PPPFEuQBNpkGAAAECBAgQIECAAAEC9QmIEyBAgAABAgQIECBAgAABAsUXkCEBAgQIECBAgAABAoURUHymMJdSIgRaXsCMBAgQINA+An/84x/j1ltvzV181113jS9+8Yu5bYIECBAgQIAAAQJtLzB37tzMor169crEKjlgbwQIECBAgAABAgRqCowePTpSAeyasXT80EMPRbp3mY69CBAgQKD6BOyYAAECBAgQIECAAAECBAgQKL6ADAkQIECAAAECBAgQIECAAIHiC8iQQGsJKD7TWrLmJUCAAAECBAg0QWDs2LFx11135Y4cPnx4fPrTn85tEyRAoDACEiFAgACBKhPIKz6z6aabVlkWtkuAAAECBAgQINDGAhW9XKdOnSIVoNlqq60y+0z3Lm+88cZMXIAAAQIECBAgQIAAAQIECBDICAgQIECAAAECBAgQIECAAAECxReQIQECBAgQIECgMAKKzxTmUkqEAAECBFpewIwE2lbg0ksvjfvvvz930X333bf8Ax+5jYIECBAgQIAAAQLtJpBXfKZnz57tth8LEyDQFAFjCBAgQIAAgboCG264YYwaNSr69OlTtyluuummuPPOOzNxAQIECBAgQIBAZQvYHQECBAgQIECAAAECBAgQIFB8ARkSIECAAAECBAgQIECAAAECTRWonuIzTc3QOAIECBAgQIBAFQhcdNFF8cgjj+Tu9IMf/GAce+yxuW2CBAgQIECgcAISIlBlAnPmzMnsWPGZDIkAAQIECBAgQIBAFQpsttlmccIJJ0S3bt0yu7/yyitj4sSJmbgAgQYL6EiAAAECBAgQIECAAAECBAgUX0CGBAgQIECAAAECBAgQIECAQPEFZEiAAAEChRFQfKYwl1IiBAgQIECAQLUK/OQnP4m///3vuds/9NBD44gjjshta4ugNQgQIECAAAECBFYvMHfu3EyHTTbZJBMTIECAAAEClSxgbwQIEKhPYJtttokTTzwx1lor+7HymDFj6r2vWd984gQIECBAgAABAgQItJ+AlQkQIECAAAECBAgQIECAAIHiC8iQAAECBAgQIECAAAECTRXIPiXY1JmMI0CgtQXMT4AAAQIFFPje974XTz31VG5mRx55ZBxyyCG5bYIECBAgQIAAAQKVITB//vzMRnr27JmJNSKgKwECBAgQIECAAIGKEthxxx1j9OjRuXsaO3ZsPPvss7ltggQIECCwWgGNBAgQIECAAAECBIwpdFEAABAASURBVAgQIECAQPEFZEiAAAECBAgQIECAAAECBAgUX0CGBAojsFZhMpEIAQIECBAgQKDKBM4777x4/vnnc3d93HHHxYEHHpjbJkiAQFsKWIsAAQIECKxeoG7xmbXXXjvWX3/91Q/SSoAAAQIECBAgUGECtrMmgT333DOOOuqoTLeFCxdGKkDzyiuvZNoECBAgQIAAAQIECBAgQIBAZQnYDQECBAgQIECAAAECBAgQIFB8ARkSIECAAAECBAg0VUDxmabKGUeAAAECbS9gRQIFEvjGN74RM2fOzM3oE5/4RLz//e/PbRMkQIAAAQIECBCoHIEFCxbEokWLam2od+/etc6dECDQBAFDCBAgQIAAgYoU2H///ePggw/O7O3VV18tF6D55z//mWkTIECAAAECBAjUK6CBAAECBAgQIECAAAECBAgQKL6ADAkQIECAAAECBAgQIECAAIGqEWhy8ZmqydBGCRAgQIAAAQIVJvDf//3fMXv27NxdfeYzn4n0LcK5jYIECBAgQKAdBCxJgED9AnPnzs009urVKxMTIECAAAECBAgQIFAUgQ9/+MOx7777ZtKZPn16uQDN8uXLM20C1SFglwQIECBAgAABAgQIECBAgEDxBWRIgAABAgQIECBAgAABAgQIFF9AhgQIECBAoKkCis80Vc44AgQIECBAgEATBM4888yYN29e7sgvfelLscsuu+S2vRP0RoAAAQIECBAgUEECecVnNtlkkwraoa0QIECAQJUK2DYBAgQqWuDYY4+N3XffPbPHf/zjH+UCNJkGAQIECBAgQIAAAQIE8gTECBAgQIAAAQIECBAgQIAAgeILyJAAAQIECBAgQIAAAQJVI7BW1ezURglUnIANESBAgACBhgssX748TjvttHjjjTdyB51xxhkxZMiQ3DZBAgQIECBAgACB9hSof+05c+ZkGnv27JmJCRAgQIAAAQIECBAomsDo0aNjhx12yKT1wAMPxJ/+9KdMXIAAAQKVL2CHBAgQIECAAAECBAgQIECAQPEFZEiAAAECBAgQIECAAAECBAgUX0CGBAg0VUDxmabKGUeAAAECBAgQaKDAokWL4tRTT4233nord8TXvva12HbbbXPbBAkQqCPglAABAgQIVJCA4jMVdDFshQABAgQIECiWgGwqXmCdddaJVIBm4MCBmb3ecccdcdNNN2XiAgQIECBAgAABAgQIECBAoJaAEwIECBAgQIAAAQIECBAgQKD4AjIkQIAAAQIECBCoGgHFZ6rmUtkoAQIEKk/AjggQWLPAggUL4stf/nIsWbIkt/O3vvWt2GKLLXLbBAkQIECAAAECBCpbYO7cuZkN9uzZMxMTIFDtAvZPgAABAgQIEMgT6N69e4waNSp69eqVab7xxhvjzjvvzMQFCBAgQIAAgcoVsDMCBAgQIECAAAECBAgQIECg+AIyJECAAAECBAgQIECAAAECBIov0NQMFZ9pqpxxBAgQIECAAIE1CMyePTvOOuusent9//vfj969e9fbroEAAQIECOQICBEgUEEC8+bNy+xmk002ycQECBAgQIAAAQIECBRVoF+/fjF69Ojo2rVrJsUrr7wyHnzwwUxcoEECOhEgQIAAAQIECBAgQIAAAQLFF5AhAQIECBAgQIAAAQIECBAgUHwBGRIgQIAAgaoRUHymai6VjRIgQIAAAQKVJ1D/jl5++eX4xje+kduhU6dOccEFF0SPHj1y2wUJECBAgAABAgSqQ2D+/Pm1NtqtW7dYd911a8WcECBAgEARBORAgAABAqsT2GabbcoFaEqlUqbbmDFj4vHHH8/EBQgQIECAAAECBAhUnoAdESBAgAABAgQIECBAgAABAsUXkCEBAgQIECBAgAABAgQI1Ceg+Ex9MuLVJ2DHBAgQIECgQgSmT58e3/rWt3J307lz5/jZz34W66+/fm67IAECBAgQIECAwBoEKqT59ddfjyVLltTaTa9evWqdOyFAgAABAgQIECDQUQR22mmnGDVqVNT93/Lly2Ps2LHx3HPP1W1yToAAgdULaCVAgAABAgQIECBAgAABAgSKLyBDAgQIECBAgAABAgQIECBAoPgCMiRAoGoEFJ+pmktlowQIECBAgEA1CEydOjXOP//83K1269YtLrzwwujUqVNuuyCBahSwZwIECBAg0FEF5s6dm0m9Z8+emZgAAQIECBAgQKAIAnIg0BCB4cOHx5FHHpnp+sYbb5QL0MyePTvTJkCAAAECBAgQIECAAAEClSNgJwQIECBAgAABAgQIECBAgEDxBWRIgAABAgQIECBAoD4BxWfqkxEnQIBA9QnYMQEC7Szw2GOPxU9/+tPcXXTv3j1+/OMf57YJEiBAgAABAgQIVJ/AnDlzMpveeOONMzEBAq0gYEoCBAgQIECAQMUKHHjggTFy5MjM/mbNmlUuQPPmm29m2gQIECBAgACBXAFBAgQIECBAgAABAgQIECBAoPgCMiRAgAABAgQIECBAgAABAgSKL1A1GSo+UzWXykYJECBAgACBShaYNGlSXHzxxblb7NmzZ5x//vm5bYIECBAgUO0C9k+AQEcVyCs+k/7e11E95E2AAAECBAgQIEBgpcDhhx8e73//+1eernp/5plnygVoVqxYsSpWPQd2SoAAAQIECBAgQIAAAQIECBRfQIYECBAgQIAAAQIECBAgQIBA8QVkSIAAAQIECNQnoPhMfTLiBAgQIECAQPUJtNOOJ0yYEL/+9a9zV+/bt2985zvfyW0TJECAAAECBAgQqF6BuXPnZjav+EyGRIAAAQKtI2BWAgQIEKh4geOOOy523XXXzD4fe+yxcgGaTIMAAQIECBAgQIAAgboCzgkQIECAAAECBAgQIECAAIHiC8iQAAECBAgQIECAAAECBCpGQPGZirkUxduIjAgQIECAQEcQuPPOO+P3v/99bqpbbrllnHvuubltggQIECBAgACBogh01DwUn+moV17eBAgQIECAAAECDRUYPXp0bL/99pnuEydOjKuuuioTFyBAoLIF7I4AAQIECBAgQIAAAQIECBAovoAMCRAgQIAAAQIECBAgQIAAgeILyJAAAQL1CSg+U5+MOAECBAgQIEBgDQK33HJLXHnllbm9Bg0aFOecc05umyCBVhQwNQECBAgQINBGAorPtBG0ZQgQIECAAIE8ATECVSGw3nrrRSpAM2DAgMx+b7/99vjLX/6SiQsQIECAAAECBAgQIECAwCoBBwQIECBAgAABAgQIECBAgEDxBWRIgAABAgQIECBAoGIEFJ+pmEthIwQIFE9ARgQIFFnghhtuiOuvvz43xR133DG+8pWv5LYJEiBAgAABAgQIFENg/vz5tRLZeOONo1Qq1Yo56SgC8iRAgAABAgQIEKhPoEePHuUCND179sx0+fOf/xx33313Ji5AgAABAgQqU8CuCBAgQIAAAQIECBAgQIAAgeILyJAAAQIECBAgQIAAAQIECBAovoAM6xNQfKY+GXECBAgQIECAQD0CV111Vdx88825rbvuumt84QtfyG0TJECAAIE2ELAEAQIE2kAgFZ5ZtmxZrZXyfpi2VgcnBAgQIECAAAECBDqoQL9+/coFaLp06ZIR+MMf/hCTJk3KxNcY0IEAAQIECBAgQIAAAQIECBAovoAMCRAgQIAAAQIECBAgQIAAgeILyJAAAQIECBCoGAHFZyrmUtgIAQIECBAonkARM7r88svj9ttvz01t+PDh8elPfzq3TZAAAQIECBAgQKA4AnPmzMkko/hMhkSAAIEOJCBVAgQIECCwJoHtttuuXIAmr9+YMWNiypQpeU1iBAgQIECAAAECFSRgKwQIECBAgAABAgQIECBAgEDxBWRIgAABAgQIECBAgAABAh1XQPGZjnPtZUqAAAECBAg0U+C3v/1t3HvvvbmzjBgxot4fnsgdIEiAAAECBAgQaB0Bs7aBgOIzbYBsCQIECBAgQIAAgcIJDB06NE444YRMXsuWLYtUgOaFF17ItAkQIFCvgAYCBAgQIECAAAECBAgQIECg+AIyJECAAAECBAgQIECAAAECBIovIEMCBAhUjIDiMxVzKWyEAAECBAgQqGSBX/7yl/Hggw/mbvGDH/xgHHPMMbltgh1dQP4ECBAgQIBAEQXmzp2bSWvjjTfOxAQIECBAgACBjiIgTwIEGirwvve9L4444ohM9wULFpQL0Lz22muZNgECBAgQIECAAAECBAhUhoBdECBAgAABAgQIECBAgAABAsUXkCEBAgQIECBAgACBjiug+EzHvfYyJ9DxBGRMgACBJgpceOGF8be//S139Ic//OHcH5bI7SxIgAABAgQIECBQCIG84jM9e/YsRG6FSEISBAgQIECAAAECFS2QinmnV91Nzpw5M8aOHRtvvfVW3SbnBAgQIEAgKyBCgAABAgQIECBAgAABAgQIFF9AhgQIECBAgAABAgQIECBAgEDxBWRYMQKKz1TMpbARAgQIECBAoBIFfvjDH8aUKVNyt/axj30sDj744Nw2QQIECBD4j4BfCRAgUEQBxWeKeFXlRIAAAQIECBAg0ByBxo494ogj4n3ve19m2LRp08oFaDINAgQIECBAgAABAgQIECBAgEC7C9gAAQIECBAgQIAAAQIECBAgUHwBGRIgQIAAAQIdV0DxmY577WVOgAABAh1PQMaNFPj2t78dzzzzTO6o4447Lg444IDcNkECBAgQIECAAIFiC9QtPtOpU6fo0aNHsZOWHQEC1SRgrwQIECBAoCoETjjhhNh1110ze508eXJcdtllmbgAAQIECBAgQIBALQEnBAgQIECAAAECBAgQIECAQPEFZEiAAAECBAgQIECAAAECBNpMQPGZNqOuu5BzAgQIECBAoJIFzj333JgxY0buFk866aR4//vfn9smSIAAAQIECBCoLeCsiAJ1i89ssskmRUxTTgQIECBAgAABAgRaXWDUqFExePDgzDr33XdfXHPNNZm4AIHKFbAzAgQIECBAgAABAgQIECBAoPgCMiRAgAABAgQIECBAgAABAgSKLyBDAgQIdFwBxWc67rWXOQECBAgQIFCPwDnnnBOvvPJKbuvnPve5GDZsWG6bYBUI2CIBAgQIECBAoJkCqfDMihUras3Ss2fPWudOCBAgQIAAgXYWsDwBAlUj0Llz5xg9enT0798/s+fbbrstbrnllkxcgAABAgQIECBAgAABAmUBvxAgQIAAAQIECBAgQIAAAQLFF5AhAQIECBAgQIAAAQJtJqD4TJtRW4gAgboCzgkQIFCJAmeccUbMnz8/d2tf+tKXYuedd85tEyRAgAABAgQIEOgYAnPmzMkkqvhMhqRWwAkBAgQIECBAgACB1QlsvPHG5QI06b1uv+uvvz7Gjx9fN+ycAAECBCpQwJYIECBAgAABAgQIECBAgACB4gvIkAABAgQIECBAgAABAgQIECi+gAw7roDiMx332sucAAECBAgQqCPw5S+ffQBUAAAQAElEQVR/Of75z3/Wif7n9Mwzz4whQ4b858SvBAgQqF4BOydAgACBZgq88sormRk23XTTTEyAAAECBAgQIECAQDsKVN3S/fv3LxegWW+99TJ7/7//+7945JFHMnEBAgQIECBAgAABAgQIECDQwQWkT4AAAQIECBAgQIAAAQIECBRfQIYECBAgQIAAgTYTUHymzagtRIAAAQIE6go4rxSBpUuXxhe+8IVYtGhR7pa+/vWvxzbbbJPbJkiAAAECBAgQINCxBGbNmpVJuE+fPpmYAAECBN4VcESAAAECBAg0RGDw4MHlAjR5fceOHRtTp07NaxIjQIAAAQIECFSIgG0QIECAAAECBAgQIECAAAECxReQIQECBAgQIECAAAECBAgQKK6A4jMrr613AgQIECBAoEMKLFy4sFx4JhWgyQP41re+Felbd/PaxAgQIECAAIEqFLBlAs0UyCs+07dv32bOajgBAgQIECBAgAABAklg1113jeOOOy4d1nr961//ilSA5sUXX6wVd0KgXgENBAgQIECAAAECBAgQIECAQPEFZEiAAAECBAgQIECAAAECBAgUX0CGBAgQINBmAorPtBm1hQgQIECAAIFKE5g7d26cfvrp9W7r/PPPj969e9fbrqH5AmYgQIAAAQIECFSbQN3iM+uss0707Nmz2tKwXwIECBAg0KYCFiNAgEBjBN7//vfH4Ycfnhkyf/78cgGadF830yhAgAABAgQIECBAgEC7C9gAAQIECBAgQIAAAQIECBAgUHwBGRIgQIAAAQIECBAgUFwBxWeKe21lRqCxAvoTIECgQwmkHxr+6le/mptzqVSKCy64ILp3757bLkiAAAECBAgQINAxBd56661YsGBBreT79OlT67wKTmyRAAECBAgQIECAQMULjBw5Mg488MDMPl966aVyAZrFixdn2gQIECBAoJaAEwIECBAgQIAAAQIECBAgQKD4AjIkQIAAAQIECBAgQIAAAQIEii8gQwJtJqD4TJtRW4gAAQIECBCoFIEXXngh/t//+3+521lnnXXioosuivXXXz+3XZAAAQItK2A2AgQIEKgmgVTAsO5++/btWzfknAABAgQIECBAgEAdAadNETjyyCPjfe97X2boU089VS5Ak2kQIECAAAECBAgQIECAAAEC7SpgcQIECBAgQIAAAQIECBAgQKD4AjIkQIAAAQIECBRXQPGZ4l5bmREgQIBAYwX07xAC06ZNi+9+97u5uaaCMz//+c+jU6dOue2CBAgQIECAAAECHVtg5syZGYA+ffpkYgIECFS4gO0RIECAAAECVSNwwgknxNChQzP7ffTRR+Pyyy/PxAUIECBAgAABAqsEHBAgQIAAAQIECBAgQIAAAQLFF5AhAQIECBAgQIAAAQIECBAg0GICFVt8psUyNBEBAgQIECBA4B2Bxx9/PH70ox+9c1b7bcMNN4wLLrigdtAZAQIECBAg0OoCFiBQTQKvvPJKZrubbbZZJiZAgAABAgQIECBAgEDLCYwaNSq22267zIT33ntvXHfddZm4QGUK2BUBAgQIECBAgAABAgQIECBQfAEZEiBAgAABAgQIECBAgAABAsUXkCEBAgQIFFdA8ZniXluZESBAgAABAjUEHnnkkfjZz35WI/LuYc+ePeOHP/zhu4GOeyRzAgQIECBAgACB1QjMmjUr09q3b99MTIAAAQIECFS4gO0RIECgqgTWX3/9GD16dPTr1y+z73HjxsWtt96aiQsQIECAAAECBAgQIBAICBAgQIAAAQIECBAgQIAAgeILyJAAAQIECBAgQIAAAQItJqD4TItRmohASwuYjwABAgRaSuCBBx6ISy+9NHe69MPC3/nOd3LbBAkQIECAAAECBAjUFJg5c2bN0yiVStG7d+9ascafGEGAAAECBAgQIECAwJoEUgHxVICme/fuma7XXntt3HvvvZm4AAECBCpLwG4IECBAgAABAgQIECBAgACB4gvIkAABAgQIECBAgAABAgQIECi+gAwJFFdA8ZniXluZESBAgAABAv8WuOeee+J3v/vdv4+y/2255ZZx7rnnZhtECBDouAIyJ0CAAAEC9Qj861//ivnz59dqTYUMawWcECBAgAABAgQIVIeAXValwIABAyIVoFl33XUz+7/88svj0UcfzcQFCBAgQIAAAQIECBAgQKADC0idAAECBAgQIECAAAECBAgQKL6ADAkQIECAAAECBFpMQPGZFqM0EQECBAi0tID5CDRX4Lbbbosrrrgid5rBgwfHOeeck9smSIAAAQIECBAgQKCuwKxZs+qGok+fPpmYAAECjRcwggABAgQIECDQUIEddtghRo0aldt97Nix8dRTT+W2CRIgQIAAAQLtL2AHBAgQIECAAAECBAgQIECAQPEFZEiAAAECBAgQIECAAAECBAhUr0BDi89Ub4Z2ToAAAQIECHRIgZtuuimuueaa3Nzf+973xmmnnZbbJkiAAAECBDq4gPQJEKhHYObMmZmWzTbbLBMTIECAAAECBAgQIECgdQV23333OPbYYzOLLF68OFIBmpdeeinTJpARECBAgAABAgQIECBAgAABAgSKLyBDAgQIECBAgAABAgQIECBAoPgCMiRAgAABAi0moPhMi1GaiAABAgQIEKgUgWuvvTZuvPHG3O3stttuccopp+S2VV7QjggQIECAAAECBCpF4JVXXslsRfGZDIkAAQIECDRJwCACBAgQaKzAvvvuG4cddlhm2Ny5c8sFaObPn59pEyBAgAABAgQIECDQvgJWJ0CAAAECBAgQIECAAAECBIovIEMCBAgQIECAAAECBAhUr4DiM9V77ey8rQWsR4AAAQJVIfDHP/4xbr311ty97r333vGpT30qt02QAAECBAgQIECAQFmgnl9mzZqVaVF8JkMiQIAAAQIECBAgQKDNBD70oQ/FgQcemFnvxRdfLBegWbJkSaZNgAABAqsEHBAgQIAAAQIECBAgQIAAAQLFF5AhAQIECBAgQIAAAQIECBAgUHwBGRIg0GICis+0GKWJCBAgQIAAgfYWGDt2bNx111252xgxYkSMGjUqt02QAIHKFbAzAgQIECBQKQIzZ87MbEXxmQyJAAECBAgQIECgSQIGEWiqwJFHHhnDhw/PDJ86dWq5AE2mQYAAAQIECBAgQIAAAQIE2k3AwgQIECBAgAABAgQIECBAgEDxBWRIgAABAgQIECBQvQKKz1TvtbNzAgQItLWA9QhUtMCll14a999/f+4eDzrooDjmmGNy2wQJECBAgAABAgQIrElg2bJlMWfOnFrdevfuHWut5dZaLRQnRRGQBwECBAgQIECgqgRS0fGddtops+eHH344rrjiikxcgAABAgQIECgL+IUAAQIECBAgQIAAAQIECBAovoAMCRAgQIAAAQIECBAgQIAAgeILtFiGfkKmxShNRIAAAQIECLSXwEUXXRSPPPJI7vKHHXZYfOQjH8ltEyRAgAABApUvYIcECFSCwKxZszLb2GyzzTIxAQIECBAgQIAAAQIE2l6gVCrF6NGjY5tttsksfs8998R1112XiVdewI4IECBAgAABAgQIECBAgACB4gvIkAABAgQIECBAgAABAgQIECi+gAwJECBAgED1Cig+U73Xzs4JECBAgACBfwv85Cc/ib///e//Psr+97GPfSw+9KEPZRuaGjGOAAECBAgQIECgQwrMnDkzk3efPn0yMQECBAgQKIiANAgQIECg6gS6du1aLkCTVyRy3Lhxcdttt1VdTjZMgAABAgQIECDQygKmJ0CAAAECBAgQIECAAAECBIovIEMCBAgQIECAAAECBAgQaLCA4jMNptKx0gTshwABAgQIfO9734unnnoqF+L444+PAw44ILdNkAABAgQIECBAoHoEKmGnr7zySmYbffv2zcQECBAgQIAAAQIECBBoP4FevXqVC9BsuOGGmU1cc801cd9992XiAgQIVI6AnRAgQIAAAQIECBAgQIAAAQLFF5AhAQIECBAgQIAAAQIECBAgUHwBGRIgUL0Cis9U77WzcwIECBAg0KEFzjvvvHj++edzDU4++eTYZ599ctsECRBoloDBBAgQIECgQwrMmjUrk3efPn0yMQECBAgQIECAQEEEpEGgagW23HLLcgGatddeO5PDZZddFpMnT87EBQgQIECAAAECBAgQINBBBaRNgAABAgQIECBAgAABAgQIFF9AhgQIECBAgAABAgQaLKD4TIOpdCRAgEClCdgPgY4r8LWvfS1mzpyZC/C5z30u9thjj9w2QQIECBAgQIAAAQJNEcj7u2ffvn2bMpUxBJogYAgBAgQIECBAgEBjBN7znvfEqFGjcoeMHTs2pk2bltsmSIAAAQIE2lfA6gQIECBAgAABAgQIECBAgEDxBWRIgAABAgQIECBAgAABAgQIFF+gejNUfKZ6r52dEyBAgACBDilw5plnxpw5c3Jz//KXvxw777xzbpsgAQIECBBoEQGTECDQ4QRWrFgRr776aq28e/bsGeuss06tmBMCBAgQIECAAAECBCpHYNiwYXHMMcdkNvTWW29FKkCTV2CyVmcnBAgQIECAAAECBAgQIECAQPEFZEiAAAECBAgQIECAAAECBAgUX0CGBAgQIECAQIMFFJ9pMJWOBAgQIECAQHsLpOIyb7zxxqpt1DxIRWm23377miHHBAgQIECAAAECBJotMGvWrMwc/fr1y8QECBAgQKD1BMxMgAABAgSaIjBixIj48Ic/nBn62muvlQvQLFiwINMmQIAAAQIECBAg0H4CViZAgAABAgQIECBAgAABAgSKLyBDAgQIECBAgAABAgQIEKhcAcVnKvfaVNvO7JcAAQIECLSawPLly+OUU06JRYsW5a7x9a9/PbbZZpvcNkECBAgQIECAAIEWFehwk82cOTOT89Zbb52JCRAgQIAAAQIECBAgUHkCBx98cOy///6ZjT3//PPlAjRLlizJtAkQIFAW8AsBAgQIECBAgAABAgQIECBQfAEZEiBAgAABAgQIECBAgAABAsUXkCEBAgQaLKD4TIOpdCRAgAABAgTaQyAVnPnc5z4Xy5Yty13+f/7nf6J///65bYIEii8gQwIECBAgQKC1BWbNmpVZYquttsrEBAgQIECAAAECrSdgZgIEmiNw1FFHxZ577pmZ4oknnojLLrssExcgQIAAAQIECBAgQIBA+whYlQABAgQIECBAgAABAgQIECi+gAwJECBAgAABAgQIVK6A4jOVe23sjACBahOwXwIEWlxgwYIF8eUvf7neec8///zo1atXve0aCBAgQIAAAQIECDRX4Omnn85MofhMhqRjBWRLgAABAgQIECBQdQKjR4+OHXfcMbPvSZMmxR/+8IdMXIAAAQIECAQCAgQIECBAgAABAgQIECBAoPgCMiRAgAABAgQIECBAgAABAgSKLyDDBgsoPtNgKh0JECBAgACBthSYPXt2nHXWWfUuBI7tLQAAEABJREFU+dOf/jS6d+9eb7sGAgQIEOgYArIkQIBAawqsWLEi6haf2XLLLaNTp06tuay5CRAgQIAAAQIECBCoI9Dc07XWWitSAZq8QpJ33313/PnPf27uEsYTIECAAAECBAgQIECAAAECzRQwnAABAgQIECBAgAABAgQIECi+gAwJECBAgACByhVQfKZyr42dESBAgACBahNosf2+/PLL8Y1vfCN3vrXXXjt+8YtfRJcuXXLbBQkQIECAAAECBAi0lMAzzzyTmWrrrbfOxAQIECDQwQSkS4AAAQIEqlJggw02KBeg6d27d2b/f/nLX+L222/PxAUIECBAgAABAh1YQOoECBAgQIAAAQIECBAgQIBA8QVkSIAAAQIECBAgQIAAAQIEVgkoPrOKomgH8iFAgAABAtUpMH369PjWt76Vu/nOnTvHRRddFOlbanM7CBIgQIAAAQIEOpyAhFtT4Omnn85Mr/hMhkSAAAECBAgQIECAQNUI9OnTp1yAplu3bpk9X3XVVTFx4sRMXIBAZQjYBQECBAgQIECAAAECBAgQIFB8ARkSIECAAAECBAgQIECAAAECxReQIQECBCpXQPGZyr02dkaAAAECBDqcwNSpU+P888/PzXvDDTeMCy+8MLdNkEDFCNgIAQIECBAgUCiBvOIzAwYMKFSOkiFAgAABAgSaIGAIAQJVLZAKSo4ePTo6deqUyWPMmDHx97//PRMXIECAAAECBAgQIECgAwpImQABAgQIECBAgAABAgQIECi+gAwJECBAgAABAgQIEFgloPjMKgoHBAgUTUA+BAhUl8Bjjz0WP/3pT3M33bNnz/jhD3+Y2yZIgAABAgQIECBAoDUEli9fHnWLz2yyySaRXq2xnjmbLmAkAQIECBAgQIAAgcYKvPe9741Ro0blDhs7dmw8++yzuW2CBAgQINB+AlYmQIAAAQIECBAgQIAAAQIEii8gQwIECBAgQIAAAQIECBAgQKD4AjKsXAHFZyr32tgZAQIECBDoMAKTJk2Kiy++ODfffv36xXe+853cNkECBAgQqDgBGyJAgEBhBNIPm6YCNDUT2nrrrWueOiZAgAABAgQIECDQUQUKkfeee+4ZRx99dCaXhQsXxpgxY2LWrFmZNgECBAgQIECAAAECBAgQINCBBKRKgAABAgQIECBAgAABAgQIFF9AhgQIECBAgACBVQKKz6yicECAAAECBIomUB35TJgwIX7961/nbnarrbaKb37zm7ltggQIECBAgAABAgRaU+CZZ57JTJ/+fpoJChAgQKDdBWyAAAECBAgQaKrAfvvtF4ccckhm+OzZs2Ps2LGxYMGCTJsAAQIECBAgQKB9BKxKgAABAgQIECBAgAABAgQIFF9AhgQIECBAgAABAgQIECBAoP0EFJ9pK3vrECBAgAABAhmBO++8M37/+99n4ikwePDgOPvss9OhFwECBAgQIECgegTstDACTz31VCaXAQMGZGICBAgQIECAAAECBAhUt8Chhx4aI0aMyCTx3HPPxWWXXRbLli3LtAkQCAQECBAgQIAAAQIECBAgQIBA8QVkSIAAAQIECBAgQIAAAQIECBRfQIYECBAgsEpA8ZlVFA4IECBAgACBthS45ZZb4sorr8xdcqeddorTTjstt02QQGME9CVAgAABAgQINEUg/XDp008/XWvouuuuG4rP1CJxQoAAAQIEKkbARggQINBcgWOOOSb22GOPzDSPP/54uQBNpkGAAAECBAgQIECAAIE2F7AgAQIECBAgQIAAAQIECBAgUHwBGRIgQIAAAQIECBAg0H4Cis+0n72VCXQ0AfkSIEBglcANN9wQ119//arzmgfpAf/Pf/7zNUOOCRAgQIAAAQIECLSpwPTp0+Ptt9+uteZWW20VnTp1qhVzkisgSIAAAQIECBAgQKAqBUaPHh1DhgzJ7P3BBx+MP/7xj5m4AAECBDq4gPQJECBAgAABAgQIECBAgACB4gvIkAABAgQIECBAgAABAgQIECi+gAwJrBJQfGYVhQMCBAgQIECgLQSuuuqquPnmm3OX2nvvvePkk0/ObRMkQIAAgaYIGEOAAAECTRFIxWfqjttyyy3rhpwTIECAAAECBAgQqBAB22gJgbXXXjtSAZqBAwdmprvrrrvixhtvzMQFCBAgQIAAAQIECBAgQIBA2wlYiQABAgQIECBAgAABAgQIECi+gAwJECBAgAABAu0noPhM+9lbmQABAgQ6moB84/LLL4/bb789V2K//faLUaNG5bYJEiBAgAABAgQIEGhLgaeffjqz3BZbbJGJCRAgQCBXQJAAAQIECBCoWoGNNtqoXIBm0003zeRw0003xZ133pmJCxAgQIAAAQIdVEDaBAgQIECAAAECBAgQIECAQPEFZEiAAAECBAgQIECAAAECBDqQQIctPtOBrrFUCRAgQIBARQj89re/jXvvvTd3LyNHjoyjjz46t02QAAECBAgQINAcAWMJNFZg6dKlkVd8ZsCAAY2dSn8CBAgQIECAAAECBKpQoG/fvnHiiSdGt27dMru/8sor48EHH8zEBdpfwA4IECBAgAABAgQIECBAgACB4gvIkAABAgQIECBAgAABAgQIECi+gAwJECBAoP0EFJ9pP3srEyBAgACBDiPwy1/+st4H8g877LA4/PDDO4xFB09U+gQIECBAgACBiheYPn16pAI0NTeafvh0k002qRlyTIAAAQIECNQvoIUAAQJVL7DNNtvEqFGjolQqZXL5/e9/H08++WQmLkCAAAECBAgQIECggwlIlwABAgQIECBAgAABAgQIECi+gAwJECBAgAABAgQIEOhAAorPdKCLLVUCtQWcESBAoG0EXn755dh///3jjDPOyLzOP//8+NCHPtQ2G7EKAQIECBAgQIAAgQYIpOIzdbsNHDiwbqiKzm2VAAECBAgQIECAAIGmCOy0007xgx/8IHNf+9RTT40uXbpkilY2ZQ1jCBAg0HICZiJAgAABAgQIECBAgAABAgSKLyBDAgQIECBAgAABAgQIECBAoPgCMiTQfgKKz7SfvZUJECBAgECHEOjXr19su+22ua/u3bt3CANJEiBAYJWAAwIECBCoeIFnnnkms8ctttgiExMgQIAAAQIECBAgUK+AhsIIbLjhhrn3tgcMGBDrrLNOYfKUCAECBAgQIECAAAECBAg0QcAQAgQIECBAgAABAgQIECBAoPgCMiRAgAABAgQIdCABxWc60MWWKgECBAjUFnBGgAABAgQIECBAgACBmgJLliyJp59+umaofJx+sLR84BcCBKpSwKYJECBAgAABAgQIECBAgACB4gvIkAABAgQIECBAgAABAgQIECi+gAwJECBAgAABAgQIECBAgACB1hOolOIzrZehmQkQIECAAAECBAgQIECAAIFKEbAPAhUtMH369EgFaGpusmvXrqH4TE0RxwQIECBAgAABAgQIEFijgA4ECBAgQIAAAQIECBAgQIBA8QVkSIAAAQIECBAgQIAAAQIECBRfQIYECBAg0IEEFJ/pQBdbqgQIECBAgACB2gLOCBAgQIAAAQIEago8++yzNU/LxwMHDoxOnTqVj/1CgAABAgSqU8CuCRAgQIAAAQIECBAgQIAAgeILyJAAAQIECBAgQIAAAQIECBAovoAMCRAgQIAAAQIECBAg0HoCis+0nq2ZCTROQG8CBAgQIECAAAECBAgQIECgXQWmT5+eWX/w4MGZWLMCBhMgQIAAAQIECBAgQIAAAQLFF5AhAQIECBAgQIAAAQIECBAgUHwBGRIgQIAAAQIECBAgQIAAAQLFF5AhgQ4koPhMB7rYUiVAgAABAgQIECBAoLaAMwIECBAgsFJg8eLF8cwzz6w8XfU+aNCgVccOCBAgQIAAAQIEqlPArgkQIECAAAECBAgQIECAAIHiC8iQAAECBAgQIECAAAECBAgQKL6ADAkQIECAAAECBFpPQPGZ1rM1MwECBAg0TkBvAgQIECBAgAABAgQItJvA9OnTIxWgqbmBzTffPAYMGFAz5JgAgeYLmIEAAQIECBAgQIAAAQIECBAovoAMCRAgQIAAAQIECBAgQIAAgeILyJAAAQIECBAgQIAAAQIECBAokEA9xWcKlKFUCBAgQIAAAQIECBAgQIAAgXoEhAkQWCmQis+sPF75PmjQoJWH3gkQIECAAAECBAgQIFDFArZOgAABAgQIECBAgAABAgQIFF9AhgQIECBAgAABAgQIECBAgEDxBWRIgAABAgRaT0DxmdazNTMBAgQIECBAoHECehMgQIAAAQIECLSbQF7xmcGDB7fbfixMgAABAgUWkBoBAgQIECBAgAABAgQIECBQfAEZEiBAgAABAgQIECBAgAABAsUXkCEBAgQIECBAgAABAgQKJKD4TIEuplRaVsBsBAgQIECAAAECBAgQIECAQPEFUoZz586NqVOnpsNVr27duoXiM6s4HBAgQIAAAQIECBAgQIAAgaoWsHkCBAgQIECAAAECBAgQIECg+AIyJECAAAECBAgQIECAAAECBIovIEMCBFpPQPGZ1rM1MwECBAgQIECAAAECjRPQmwABAgQItIvAlClTYvny5bXWToVn1l133VoxJwQIECBAgAABAi0iYBICBAgQIECAAAECBAgQIECg+AIyJECAAAECBAgQIECAAAECBIovIEMCBAgQIECAAIECCSg+U6CLKRUCBAi0rIDZCBAgQIAAAQIECBAg0DEEpk6dmkk0FZ/JBAUIFFJAUgQIECBAgAABAgQIECBAgEDxBWRIgAABAgQIECBAgAABAgQIFF9AhgQIECBAgAABAgQIECBAgEDxBVovQ8VnWs/WzAQIECBAgAABAgQIECBAoHECehMg0OYC//znP+OJJ57IrDto0KBMTIAAAQIECBAgQIAAAQItImASAgQIECBAgAABAgQIECBAoPgCMiRAgAABAgQIECBAgAABAgSKLyBDAgQIECBQIAHFZwp0MaVCgAABAgQItKyA2QgQIECAAAECBIovMHXq1Fi8eHGtRLfddtvo1atXrZgTAgQIECiugMwIECBAgAABAgQIECBAgACB4gvIkAABAgQIECBAgAABAgQIECi+gAwJECBAgAABAgQIECBAoOkCis803c7IthWwGgECBAgQIECAAAECBAgQIFB8gTbPcMqUKZk1Bw8enIkJECBAgAABAgQIECBAgAABAi0mYCICBAgQIECAAAECBAgQIECg+AIyJECAAAECBAgQIECAAAECBIovIEMCBAokoPhMgS6mVAgQIECAAAECBAi0rIDZCBAgQIBAsQWWLFkSecVnBg0aVOzEZUeAAAECBAgQqCXghAABAgQIECBAgAABAgQIECi+gAwJECBAgAABAgQIECBAgACB4gvIkAABAgQIECBAgEDTBRSfabqdkQQIEGhbAasRIECAAAECBAgQIECAQIsKTJ06NRYsWFBrzl69esW2225bK+aEQEfGQfgAABAASURBVJsKWIwAAQIECBAgQIAAAQIECBAovoAMCRAgQIAAAQIECBAgQIAAgeILyJAAAQIECBAgQIAAAQIECBAovkCBMlR8pkAXUyoECBAgQIAAAQIECBAg0LICZiNAoNgCU6ZMySQ4aNCgTEyAAAECBAgQIECAAIFiC8iOAAECBAgQIECAAAECBAgQKL6ADAkQIECAAAECBAgQIECAAIHiC8iQAAECBAgQaLqA4jNNtzOSAAECBAgQaFsBqxEgQIAAAQIECBBoUYG84jODBw9u0TVMRoAAAQKNFjCAAAECBAgQIECAAAECBAgQKL6ADAkQIECAAAECBAgQIECAAIHiC8iQAAECBAgQIECAAAECBKpIQPGZKrpYlbVVuyFAgAABAgQIECBAgAABAgSKL1DcDKdOnRqzZ8+uleC6664bis/UInFCgAABAgQIECBAgAABAh1CQJIECBAgQIAAAQIECBAgQIBA8QVkSIAAAQIECBAgQIAAAQIECBRfQIYECBBouoDiM023M5IAAQIECBAgQIBA2wpYjQABAgQIEGgxgSlTpmTmSoVnunXrlokLECBAgAABAgTaVMBiBAgQIECAAAECBAgQIECAQPEFZEiAAAECBAgQIECAAAECBAgUX0CGBAgQIECAAAECBKpIQPGZKrpYtkqAQGUJ2A0BAgQIECBAgAABAgQIVK/A1KlTM5tPxWcyQYEOLwCAAAECBAgQIECAAAECBAgQKL6ADAkQIECAAAECBAgQIECAAIHiC8iQAAECBAgQIECAAAECBAgQKL6ADJsuoPhM0+2MJECAQLsLrFixImbOnBmXX355HHfccbH11ltHt27dolQq1XptvPHG5bajjz46Lrnkknj22Wfj7bffbvf92wABAgQIECBAoJECuhMgQKBFBKZPnx4zZszIzDVo0KBMTIAAAQIECBAgQIAAgTYXsCABAgQIECBAgAABAgQIECBQfAEZEiBAgAABAgQIECBAgAABAsUXkCEBAgQIECBQRQKKz1TRxbJVAgQIrBSYO3du/OAHP4jevXtHv3794oQTTogrrrgi0g9Qvvnmmyu7rXqfP39+ue1Pf/pTfPazn41tttkmunTpEp/4xCdiypQpkYrYrOpcAQePPPJIdO3atVYBnVKpFPvuu28sXLhwtTtsztg0d1qjVKpdvCftJc272oVbuHH06NGZ/EulUtx4440tvFJzplv92GSW7Eql2p7JOFmvfrRWAgQIECBAgAABAq0nMHXq1MzkAwYMiM033zwTFyBAgAABAgQIECBAYM0C9d0PTveIU9uaZ2hej/PPPz/3nnr6e/6sWbOaN7nRBAgQIECAAIEOISBJAgQIECBAgAABAgQIECBAoPgCMiRAgAABAgQIECBAgAABAvULKD5Tv011tdgtAQIdQuCNN96IL37xi9GzZ884++yz47XXXmty3kuXLo0xY8bEkCFDYvjw4eUiNE2ebDUDU3Gb008/fY1FY1YzhSYCBAgQIECAAAECBFYKeG8RgSeeeCIzz6BBgzIxAQIECBAgQIAAAQIECBAg0FICb7/9dvzhD3+ISy+9dM1T6kGAAAECBAgQIECAAAECBAgUX0CGBAgQIECAAAECBAgQIECAQPEFZEiAAIEqElirivZqqwQIEOjQAnfeeWdsvfXW8fOf/7zFHR544IFyEZpvfetbsWjRohaZf2WhnFTcpi2+1bRFNm0SAgQINFJAdwIECBAgQKD6BF5++eV49tlnMxsfPHhwJiZAgAABAgQIEEgCXgQIECBAoLkC6csa9tprr/j4xz8e8+fPb+50xhMgQIAAAQIECLSCgCkJECBAgAABAgQIECBAgACB4gvIkAABAgQIECBAgACB+gUUn6nfRgsBAtUlUNjdrlixIsaMGRMHHnhgzJkzp1XzPPfcc2PUqFGxYMGCJq/z9ttvxx/+8Ifo379/qxTKafLGDCRAgAABAgQIECBAgMC/BdIP/P37rdZ/m2++ebkgZ62gk0oVsC8CBAgQIECAAAECBAhUjUDNL2uYNGlS1ezbRglUgIAtECBAgAABAgQIECBAgAABAsUXkCEBAgQIECBAgAABAgQIECBQfAEZVpGA4jNVdLFslQCBjilw7bXXxsknnxzLly9fI8Cmm24aw4YNi0996lO1XimW2tY4wb87XH311fHJT36ySQVonn/++Rg+fHj5WxvTw7T/ns5/BAgQIECAQKEFJEeAAIHqE8grPjN06NDqS8SOCRAgQIAAAQIECLSZgIUIEGiKwPXXX+/LGpoCZwwBAgQIECBAgAABAu0kYFkCBAgQIECAAAECBAgQIECg+AIyJECAAAECBAjUL6D4TP02WggQINDuAs8880x88YtfXG3hmYMOOijGjx8fixYtitmzZ8cDDzwQl156aa1XiqW21Cf1TWNWl1wqQHPJJZfEihUrVtct0zZ37tx4/PHHM3GBNhKwDAECBAgQIECAAAECqxWYM2dOTJ06NdNn5513zsQECBAgULECNkaAAAECBAgQIFAVAk899VT4soaquFQ2SYAAgcoUsCsCBAgQIECAAAECBAgQIECg+AIyJECAAAECBAgQIECAAAECFSSg+EwrXQzTEiBAoLkCy5Yti+9///sxa9as3KnSD0c+8cQTccstt8Q+++wTnTt3zu1XM5j6pL5pTBqb5qjZXvP4vPPOi0cffbRmyDEBAgQIECBAgAABAnUEnFaXwJQpUzJFNnfcccfYfPPNqysRuyVAgAABAgQIECBAgACBNhWwGAECBAgQIECAAAECBAgQIFB8ARkSIECAAAECBAgQIECAAAECxReQIQECBAjUL6D4TP02WggQINCuAk8++WRcc801uXvYf//94+67744ddtght70hwTQ2zXHkkUfmdn/rrbfiRz/6UaQiOLkdWjG46667xptvvln+odAVK1asek/77datWyuubOqWFHAdW1LTXA0U0I0AAQIECBAgsFqBVISzboehQ4fWDTknQIAAAQIEKlvA7ggQIECAAAECBAgQIECAAIHiC8iQAAECBAgQIECAAAECBAgQKL6ADAkQIECAAAECBAgQqCABxWcq6GLYCoFiCcimuQJXX311vP7665lpttpqq/j1r38dG220UaatsYE0x0UXXRRDhgzJHTpu3LhIRXByGwUJECBAgAABAgQIECBQRQJvvPFGTJ06tdaON9hgg9h5551rxZw0VkB/AgQIECBAgAABAgQIECBAoPgCMiRAgAABAgQIECBAgAABAgSKLyBDAgQIECBAgAABAgQIECBAoPgCMiRQv4DiM/XbaCFAgEC7CSxcuDDuvvvu3PVPO+20GDhwYG5bU4K9evWKH/3oR1EqlTLDU/Gbm2++ORMXIECAAAECBCpUwLYIECBAoF6BKVOmxL/+9a9a7UOHDo2uXbvWijkhQIAAAQIECBAgUPECNkiAAAECBAgQIECAAAECBAgUX0CGBAgQIECAAAECBAgQIECAQPEFZEiAAAECBAgQqCABxWcq6GLYCgECBFYKzJ49O5566qmVp6veN9hgg9hnn31WnbfUwX/913/FBz7wgdzpxo8fH4sXL85tE1y9gFYCBAgQIECAAAECBCpH4LHHHstsJhWfyQQFCBAg0EgB3QkQIECAAAECBAgQIECAAIHiC8iQAAECBAgQIECAAAECBAgQKL6ADAkQIECAAAECBAgQIECAQEcW6CjFZzryNZY7AQJVKDB//vx44403Mjvv0aNH9OrVKxNvbqBLly4xYsSI3GmefPLJWLBgQW6bIAECBAgQIECAAIEKE7AdArkCL774Yjz66KO12rbYYovYYYcdasWcECBAgAABAgQIECBAgEBVCNgkAQIECBAgQIAAAQIECBAgUHwBGRIgQIAAAQIECBAgQIAAAQLFF5AhAQIECFSQgOIzFXQxbIUAAQLtKbD33nvH2muvndnC66+/HvPmzcvEBQhUksCMGTPixz/+cRxwwAGx8cYbR6lUWvVK53vuuWe5/fnnn48VK1a02tbffPPNuPHGG+PEE0+MLbfcMjp16rRqH+uuu27svPPO8bWvfS2efvrpVt1HqyXY6IkNIECAAAECBAhUhsCDDz6Y2cjQoUMzMQECBAgQIECgKQLGECBAoGMILF26NB5++OHyPd50rzfdey6V3r0Xne4BDx48OD7zmc/EuHHjYvHixW0Ok+5RX3XVVXHcccfFgAEDVt2fLpVKsXJ/p556ajzwwAOR8mnNDaZ78emefLp3n+7Rpy9XKJXax6vmXtLnCHX3UiqVyl/+kPZ51llntYlPa9qbmwABAgQIECDQOgJmJUCAAAECBAgQIECAAAECBIovIEMCBAgQIECAAAECBDqywFodOXm5E+hQApIthMDChQsjFYNpjWQGDhwYvXv3jh49ekT//v1j0KBBMWrUqDj++OOjS5cuuUuef/75tR5c3m233eKtt97K9L3nnntigw02qNW3VCrFvvvuGymnugMeeeSR6Nq1a4P71x3f0c6XLVsWxx57bMarVCqV46m9JUzSg/IHH3xwZp311lsvJk6cmFmiOddx1qxZmQfjS6VSubBLzYWmTJkSH/jAB2KLLbaIM844I+64446YP39+zS7l8/TDxql9yy23jF122SXGjx/fosVf5s6dG1/60pdiww03jA9/+MMxduzYSA/VL1++fNVe0oP8jz32WHz3u98t//nK28fo0aMzvvX9OVk1sQMCBAgQIECAAIHVCqR/c0yaNCnTZ6eddsrEChGQBAECBAgQIECAAAECLSrwxhtvxNlnnx0bbbRR7L777uV7vOleb9170eke8FNPPRWXXnppjBw5svw5R7rnm2LN2VCao1R6t2hLqVSKFKs5Z9rjmWeeWf6M56ijjoorrrgiXnzxxZpdysVm0l7+93//N/baa6/o2bNn/OxnP4tFixbV6tfckzTfZZddFttuu225SHu6N5/u0b/22mu1ps7zOuWUUyJ9PlCrYzNO0hp//OMfa+0lfY5Qdy9piRRL+/zhD39Y9uncuXPZOZml9jW90r890/38Uunda3XOOefkDkvxUundfqXSf46nTZuW21+QQK6AIAECBAgQIECAAAECBAgQIFB8ARkSIECAAAECBAgQIECAAAECxReQIYEKElB8poIuhq0QIEBgpcDaa68dnTp1Wnm66n3evHnl4hqrAi14sPnmm8dLL70UaY30QPKTTz5ZLqBx4YUXRipM04JLmaqFBdLvl8MOOyx31rvvvjvzgHluxwYEn3nmmbj//vszPYcOHRo77LBDJt6agfTA+Le//e0YMmRI/PWvf23UUpMnT47/+q//ipNOOinSt8A2anCdzunbUtOD66n4TXpIv2axmTpdM6cr95G+RTU9jJ/pIECAQCEEJEGAAAEC7S/w0EMPxYIFC2ptJBWe6devX62YEwIECBAgQIAAAQJNFTCumAJvv/12pEItqUjLD37wg0bRwJA4AAAQAElEQVQXaUn3i1MRlsGDB5eLlzf3fnR9ynfeeWdsvfXW8aMf/ahcYKa+fnXjqWBNKqqeCqVPnTq1bnOTzu+5557Ycccdy0Vbnn322UbNkbwuvvjiGDBgQNk9+TdqgjqdU07vfe97y0X6G7uXNFXaT1tcv7SWFwECBAgQIECAAAEC1SFglwQIECBAgAABAgQIECBAgEDxBWRIgAABAgQIEOjIAmt15OTlToAAgUoVSD8E2b9//9ztXXDBBfH888/ntgmuVqDQjSNGjIj0AHvdJF955ZWYOHFi3XCTzlMhm9dffz0z9iMf+UhstNFGmXhrBVKhls997nPxjW98o1lLjBkzJlLRnro/iNzQSVMBnDPPPLP84Ppbb73V0GGZfukHAo444ojMD0RnOgoQIECAAAECBAg0SWDSpEmZcTvvvHMmJkCAQGEEJEKAAAECBAgQaLZAKtR/1FFHxamnntqogi71LZyKlw8bNixSkff6+jQ2noqjX3nllXHggQfGnDlzGjt8Vf/0ZQTDhw+PVLhzVbCRB6lQTPoyg/322y+aUuil5nLp3ntyP+aYY5p83/z222+PlFPKrebcTT1O12/kyJGRPnNp6hzGESBAgECLC5iQAAECBAgQIECAAAECBAgQKL6ADAkQIECAAAECBAgQIECAAIE2FGin4jNtmKGlCBAgUIUCm2yySaRiInlbnz59enzsYx9TgCYPpwPHevXqFfvvv3+uwBVXXBGLFy/ObWtocOHChXH11Vdnunfv3j0OPvjgTLy1AkuWLCk/7P+b3/ymRZa444474txzz430kH404n/p4ff0jbA//vGPGzGq/q7jxo2LY445JubOnVt/Jy0ECBAgQKAqBWyaQPsKPPbYY5H+DVVzF6lwouIzNUUcEyBAgAABAgQIECBQU+Cll16KD37wg3HttdfWDDf7+IknnohUnGXy5MnNnitNkPb38Y9/PJYvX55Om/VKhedPOumkmD17dqPnSffL/+d//ie+/OUvt8heVm4gfSbx0Y9+tNEFaJLzscceGymnlXO1xPu9994bn/rUpyIVyG+J+cxBgAABAgQIECBAgAABAgSqT8COCRAgQIAAAQIECBAgQIAAgeILyJAAAQIEOrKA4jMd+erLnQCBihUolUpx2GGHxVpr5f/f9MMPPxzbbbddnHnmme1arOK9731v+UHb9LBteh1++OFRKpUyrj179owTTzyxVt/UPxUtWXvttTP9BRovUCqVysVL8jzvv//+Zn+b6j/+8Y+YOHFiZmPpm0O32WabTLy1AmPGjIlf/epXmelTEZzPfOYz8Ze//CVmzJgRM2fOjLTniy66KIYMGZLpXzPwi1/8Ih544IGaoTUep+I3v/zlL+vtt+GGG8Z3vvOdsvuyZcvKxW1S4ZzHH3+8XDynS5cumbGpAM3NN9+cibdowGQECBAgQIAAgQ4m8NBDD2UyToVn1l9//UxcgAABAgQIFEZAIgQIECDQZIEFCxaUP89In8PUN8kWW2wR559/fjz99NOR7vum4ubpPnC6L/2nP/0p0r856hub7l8fddRR8cILL9TXpUHxdP/7i1/8YqbYS/pc6QMf+ECke+lpf2lPzz//fKR9HXnkkaudOxVtufjii1fbp25jyv2CCy6I8847r27TqvN0P/zUU08t37NPhVvSmPSaP39+3HLLLXHggQeu6lv3IBWQT5+FpQI3ddvyztP855xzTsyZMyevufx5wa9//etIJqlv2kd6peuXrk1qW91nCjfddFNcc801uXOnz2fS517p86+Vr1133TW3b4qv7FPzPX22kDtAkAABAgQIECCQJyBGgAABAgQIECBAgAABAgQIFF9AhgQIECBAgAABAgQIEGhDgfyqBm24AUsR6KgC8iawJoF999030jc61tcvPWj7ox/9KFJhl7322iuuuuqqRn/7Y31zNzQ+cuTIuPTSS1e9vv71r0d6iLju+PSg7s9+9rNV/VaOSQ8Md+7cuW53500U2HHHHSM9sFx3ePp2z7vvvrtuuFHnt956a/kh+rqDPv7xj0dbXsP0YHfNPaQHsS+//PKYPXt2pGIw6ffk5ptvHptttlm85z3vic9//vPlB9pvu+228p+VmmNXHqcfDvi///u/coGYlbHVvacH8L/xjW/U2+WMM86IV155Jb761a/G1ltvHZ06dYr0v3XWWaf8YPtPf/rTcvuoUaNS2IsAAQIECBAgQKCVBF566aXI+4HRoUOHttKK+dOKEiBAgAABAgQIECBQHQKpAEkqXJIKnuTtON3jTYXJp0+fHmeddVZsu+22kWKpb7oPnO5Lf+xjH4tHH300VndPetq0aXHyySc36zOdv/3tbzFr1qy09KrXF77whfK98nQ/f/To0eX9pT0NGDAg0r7S50ipwMr++++/akzdgyuvvDJeffXVuuF6zydMmBCru1/+uc99rnw/PN0XT/fsa36e0L179zjooIPKVo899lgMHjw4d51UkP5///d/c9vqBu+5557IK/KertPYsWPLnxck+2RScy/p+qXPFlJb2ku6zmlM3fnT+c9//vPca5fmS597rfwMLL0n9zSm7ivFU3vdV+/evet2dV5FArZKgAABAgQIECBAgAABAgQIFF9AhgQIECBAgAABAgQIECBAgEDxBWRIoCMLKD7Tka++3AkQqGiB9FDrueeeW2/BjJqbf+CBByJ9U2Z6UHfgwIFx9tlnx0MPPRSLFy+u2c1xwQU22mijOP7443OzTEVb0rd45jauIZi+fTTvYe1+/frF8OHD1zC69Zp32223SA+BH3fccase8M9brVQqlb85NeWQ/ozk9Uk+6Rtg89pqxtIPH3z729/O/dbU9I2yv/vd7+IHP/hBbhGmmvOkojm//e1v47vf/W7NsGMCBFpfwAoECBAg0IEEJk2alMk2/YDh9ttvn4kLECBAgAABAgQIFEpAMgSaJHDXXXeVi+jnDU5fBHDPPffESSedtKrgeF6/FCuV/nNPOhWISfexU6zuKxW4+fWvf1033KTz9ddfP/785z9HKtCyySabrHaOVGDlmmuuifoK0Dz55JPx4IMPrnaOlY1z586N008/Pbdwfbpfnr6U4KKLLop0P3zlmPre3/ve98Z9990XI0aMyO3y/e9/P1Jh+NzGd4IrVqyIVDwnvb8TWvWW7sengvClUmlVrL6DVIgmXec//OEPkfKo2++RRx4pF7GpG3dOgAABAgQIECBAgECbC1iQAAECBAgQIECAAAECBAgQKL6ADAkQIECAAAECBNpQQPGZNsS2FAECBBorMGTIkLjkkktWW1ij7pwvvPBCufjFsGHDygUw0rcknnjiiTFu3LhYuHBh3e7teG7p1hDYd999I6/Ayr333htTpkxp0pLpQer0qjt4n332if79+9cNt8n5tttuG1dffXWkYksNXXCPPfaI9LB7Xv+XX345nnvuubymWrH0A8zXXnttrdjKk+9973sxevToKJXW/PB6GpMeYD/jjDPiU5/6VDr1IkCAAAECBAgQaEGBt956K/cHJocOHdqCq5iKAIGGCehFgAABAgQIdGSB9HfzVIClVCqV752WSq3zfs455zSLORVv//GPfxzLly/PzJPuuafi5nvttVembXWBVOgl3cdO97Pz+v3yl7+MGTNm5DU1OJaKo1x22WXx4Q9/uOzbkIGpkH1ae7PNNsvt3tDiM1dddVWke+Z5k6T75aecckqD95Tm2HjjjSMVeM/zmjNnTvziF7+IvMIyaWx6vf766/H444+nw1qv9Pvv4IMPrhVryEky/ehHP5rpmorUjx8/PhMXIECAAAECBAgQIECAAAECBAgQIECAQPEFZEiAAAECBAgQIECAAAECBAgUWeA/xWeKnKHcCBAgUOUCRxxxRFx33XWRvrmyKanMnj07xo4dGyNHjowNNtgg+vXrF2effXZMnTo13n777fC/YgkMHjw49xtL0wP+N954Y6OTTQ9yX3/99ZkHukulUrnQytprr93oOVtiwDe/+c0YMGBAo6c68MADIxnVHZgeFm/It6b+3//9X+63uB5yyCHxxS9+sVEP0qc9rLPOOpEewt99993TqRcBAgQIEGh9ASsQ6CAC6Qcg58+fn8l25513zsQECBAgQIAAAQIECBAgcM8998Rtt92WC5Hu4abi5rmNawim+9i/+c1vYt111830fOaZZ+LPf/5zJt6YQCqOkoqkZMasIbD11ltH+vwpr9vkyZNj8eLFeU2rYgsWLIgxY8asOq950NT75WmO1Xml+/Oru4+f9pw+E0vz1HztsMMO0aNHj5qhBh2n+/cnnXRS7n3/++67b41GDVpEJwIECBAgQIAAAQIECBAg0BwBYwkQIECAAAECBAgQIECAAIHiC8iQAAECBAi0oYDiM22IbSkCBAg0VSB9I2N6oLax36qZt97MmTPjBz/4QaSHbbt06RKf+MQnYsqUKZniInljxSpfIBWDOfLII3M3Om7cuEgPhOc21hNMD2rfcccdmdZBgwbF0KFDM/G2CKTfuwcddFCTlurVq1fssssuuWPTt6LmNrwTTH92brrppnfO3n1L3yz7pS99KdKfp3ejDTtKvTbZZJM455xzch9gT+1eBAgQIECAAAECjRd46KGHMoNS4ZnNNtssExcgQIAAAQKtLWB+AgQIEKhsgVSEPd37Te91dzps2LA49thj64YbdZ4+2znhhBNyx1x++eWNvm+/cqJSqRSf/vSnIxVJWRlr6HupVIr99tsvt/ubb74ZqWB7buM7wYkTJ0bev7tSkZ2vfvWrTb5fnqZPXnmFcdI9/Lvvvjt1adRrzpw5TS4Us91228UWW2wRAwcOjKOOOipSYfz0hREXXXRRrLfeeo3ah84ECBAgQIBA8QVkSIAAAQIECBAgQIAAAQIECBRfQIYECBAgQIAAAQIECBAosoDiM0W+unJrjIC+BCpeID3Yeu+998aVV15ZftC1JTa8dOnS8jdTDhkypFyM5s4771SEpiVg23mOffbZJ9K3g9bdxt/+9rdyoaG68dWdP/jgg/Hkk09muhx44IHRu3fvTLwtAvvvv3/07NmzSUuVSqVIv9/zBr/xxht54VWxRx55JF544YVV5ysPknd6GH7leVPeR4wYEbvuumtThhpDgAABAgQIECBQR+Dxxx+PZ555pk40VhZPzMQFCBAgQIAAAQIECBDo2AJz586Nu+66Kxfh+OOPj4022ii3raHBVDT+5JNPjlSYpe6Ypty3XznH9ttvH6nI5srzxr73798/t0hMKj6TPj+qb75UpCd9VpXe6/ZJ97qbs6c0X/Kqr+BPKhK0aNGi1K3Br1Sw5rHHHmtw/5odt9pqq3j++efjueeeK38+d95558Xhhx9eLkZTKpVqdnVceQJ2RIAAAQIECBAgQIAAAQIECBRfQIYECBAgQIAAAQIECBAgQIBA8QVkSIBAGwooPtOG2JYiQIBAcwU6depU/mbFjexfAAAAEABJREFU6dOnx3333Rcf+tCHYq21Wub/ylOBkVTU46Mf/Wi89NJLzd2q8e0o0Ldv3zjkkEMyO1iyZEmkB7MzDfUE0jeb/uEPf8i0pgfk63vwO9O5FQL77rtvs2bdZJNNcsev6ff97bffnjtu5MiR0a1bt9y2hgZ79OgRH/jABxraXT8CBRKQCgECBAgQaHmBhx56KDNp+jvyHnvskYkLECBAgAABAgQItIWANQhUtkD6fOTpp5/ObLJPnz7lz2EyDU0I7LjjjpFXxDzdt584cWITZozYeeedo7773Q2ZMN3X7tKlS6br7NmzY/HixZn4ykAq1pP3767U/pGPfCS3oE1qa8zrPe95TyT/umNSEZlZs2bVDZfPN9hgg9hyyy3LxzV/eeutt+KEE07ILVJas59jAgQIECBAgAABAgSaK2A8AQIECBAgQIAAAQIECBAgUHwBGRIgQIAAAQIECBRZoGUqFhRZSG4ECBCoQIFUhGb48OFx8803lx8AvvXWW2P06NHRvXv3pu/2nZHXXXddDB06NO688853It6qTaBUKsXhhx8epVIps/Xrr78+5syZk4nnBWbMmBH33ntvpin9/thhhx0y8bYIpAfh+/fv36yl0g8eN3aCN998M6ZMmZIZViqVYtddd83EmxJ43/ve15RhxhAgQIAAAQIECNQQSD+EmPdDkOmHPFuqcGeN5RwSqE4BuyZAgAABAgQItKFAqfSf+9Wf+tSnojVfzblP+8QTT0Qqxl6XZciQIdG7d++64Sadp0Ive++9d+7YRx55JFasWJHbtrpg2l+plP0cYHVjarZ17969SYXVX3755UifH9ScKx2n+/e77LJLOmz2K7mn/OpO9Morr8RTTz1VN1w+T8b77rtv+bjuL9OmTYv0ucZXvvKVeP7555vkXXdO5wQIEKh4ARskQIAAAQIECBAgQIAAAQIEii8gQwIECBAgQIAAAQIECBAgQKD4Am2Y4VptuJalCBAgQKAVBNZZZ534wAc+EGPGjIl58+ZFeuj397//fXz0ox+N1NaUJVNxkoMOOiiuvfbapgw3pgIEdt9999hjjz0yO5k6dWpMnjw5E88L3H///eXfT3Xb0jeXbrTRRnXDbXKe1m3ON7k2dZNvvPFGpIfT647v0aNH9OvXr264SecDBw6MjTfeuEljDSJAgACB6hWwcwIEWlYgFZ6p+0Ob6QcqU/GZll3JbAQIECBAgAABAgQINEQgFST5+te/Hpdeemmrvj72sY81ZDu5fVLxmbyGVKyka9eueU2NjqUB9RXISZ/rpALoqU9jXgMGDGhM9xbr++KLL8Y///nPzHybbrppbL755pl4UwLJvb577+lzjvrmPPLII+v9ooalS5fGBRdcEFtuuWX5XvxnP/vZSJ+DLF68uL7pxAkQIECAAAECBAgQIECAQKMEdCZAgAABAgQIECBAgAABAgSKLyBDAgQIECBQZAHFZ4p8deVGgECHEyiVStG3b984/vjj4+qrr45//etf5eIhqRhNKlCz1loN/7/99BDuySefHOmHNzscZAESTkVaUgGhuqmkH8S9/vrr1/itnulh6yuuuKLu8PJD2wcffHAm3laBddddN9IPK7TSevVOO3v27Jg/f36mvVu3bmWTTEMTAumHotN8TRhqCAECBAgQIECAwL8F0r9/Jk2a9O+j2v+lwjMbbLBB7aAzAgQIEOjIAnInQIAAAQKrBNI987lz5646r3mQCobXPG/ucf/+/XPvbz/33HO5xVzWtN6GG264pi6t0j5lypTceVNRl5b8t1cq/pO3UH3rp75DhgyJL3zhC+lwta/XX389Lrnkkth7773L1yQV9E/nzz///Bo/P1ntxBoJECBAgACBShKwFwIECBAgQIAAAQIECBAgQKD4AjIkQIAAAQIECBAgQIAAgRYUWKsF5zIVgRYUMBUBAi0hUCq9W4zm1ltvjSVLlkR6KPess86K9A2Ua1ojPXz79a9/PRYuXLimrtorUKC+b/i84447IhVTWd2Wn3nmmfI3ftbtM3z48Nhmm23qhgt/nv7sLFu2LJNnSz5Mnx7KT/NlFhEgQIAAAQIECBRaoOWSS4UzX3vttVoTrrPOOpGKz9QKOiFAgAABAgQIECBAgMA7Am+++Wa5iP87p7Xett1221rnzT1JxdXXXnvtzDRvv/12pFemoUIDb7zxRu7O7rnnnkj3uUulUpRKzX+dc845ueukL0/Ibfh3sFQqxRlnnBF5xfn/3Vzvfw8//HB89rOfjXSPfuONNy4f/+Mf/6iq61JvchXTYCMECBAgQIAAAQIECBAgQIBA8QVkSIAAAQIECBAgQIAAAQIECBRfQIYECBRZQPGZIl9duREgQKCOQKdOnWL77beP888/P2bNmhX33XdfpG9zrNOt1ulf//rXuOmmm2rFnFSHwNZbbx3Dhg3LbPbJJ5+MBx98MBOvGbj77rsjFR+qGUvHH//4x6Nz587psEO9XnnllVi0aFGHylmyHVRA2gQIECBAoIoFJk2alNl9KjzTu3fvTFyAAAECBAgQINChBSRPgEC7CPTq1St69OiRWXv+/Pnx6quvZuKVGnjppZfadWsvvPDCar80YaONNoqrr746TjzxxCbtM302cskll8R73/vecjGd008/PWbMmNGkuQwiQIAAAQIECBAg0K4CFidAgAABAgQIECBAgAABAgSKLyBDAgQIECBAgAABAi0osFYLzmUqAgQIEGhBgdaeKhWiGT58eEycODF+85vfxDrrrFPvkmPGjFF4o16dym3o0qVLvQ9XX3fddbFixYrczS9cuLD8YHbdxn79+kX6PVM37pwAAQIECBAgQIBAewtMnTo1nnrqqcw2UvGZTFCAQIUJ2A4BAgQIECBAgEDlCaT763369Km8jdlRgwS6du0av/3tb+OOO+6IwYMHN2hMXqdUlP4nP/lJbLHFFnHEEUdEexfeydujGAEC1SNgpwQIECBAgAABAgQIECBAgEDxBWRIgAABAgQIECBAgAABAgQIFF+gyBkqPlPkqys3AgQINEAgFaE56aST4i9/+Ut07949d8SkSZPi+eefz20TrGyBYcOGRSoaU3eXf/3rX+u9pv/4xz/KRYnqjjnwwANj4MCBdcPOCRAgQIBAkQTkQoBAlQo89NBDmZ3vtttusdVWW2XiAgQIECBAgAABAgQIdHgBAB1AoFQqxX777RdTpkyJJ554Ij7zmc9EKirU1NRTUf9BgwbFzTff3NQpjCNAgAABAgQIECBAgACBthWwGgECBAgQIECAAAECBAgQIFB8ARkSIECAAAECLSig+EwLYpqKAAEC1Syw//77x1lnnZWbwrx582Lq1Km5bYKVLZCKxRx++OGZTb788svx4IMPZuIpcOutt8aSJUvS4apXqVSKo48+Okql0qpY6x9UzgrpgfRSKZv722+/HStWrKicjdoJAQIECBAgQKADCrz66quRV3xmr7326oAaUiZAgEA1CtgzAQIECBCoPIFFixbFK6+80iYb69y5c6y//vptslZHXKRUKsUOO+wQv/zlL+Of//xnuRhN+jysb9++jeZ466234qijjooJEyY0eqwBBAgQIECAAAECBAgQIECAAAECBAgQIECg+AIyJECAAAECBAgQIECAAIFqFlB8ppqvXlvu3VoECLSJQCry8u1vfzs+/elPxwEHHBBbbLFF9OrVKwYMGBAvvfRSq+6hVCrFMcccE/369ctdZ9q0ablxwcoWKJVKccghh+QWjbn66qtj2bJltRKYP39+7rd2pm/zHDp0aK2+HemkR48eud+I+uKLL8bChQtbhCI99P7cc8+1yFwmIUCAAAECBAg0WaAKB06aNCnz99rtt98+3vOe91RhNrZMgAABAgQIECBAgEBRBWbOnBlz5szJpNetW7fo3r17Jl5tge9///vlYu2pYHtrvu6+++5IZk3x6dSpU6R/L55//vmRivS//vrrccMNN5SL73ft2rVBU6YCNJ/61Kda/XO7Bm2mOZ2MJUCAAAECBAgQIECAAAECBIovIEMCBAgQIECAAAECBAgQIECg+AIyJECAQAsKKD7TgpimIkCAQHMF/vWvf8WvfvWr8uuOO+6IGTNmxGuvvVZ+zZo1q7nTr3F8//79Y88998ztN2XKlNy4YOULDBs2LHbdddfMRu+6666oW1TokUceifSq2/nAAw+M3r171w13mPOUeypAUzfhVKxn9uzZdcNNOk8PubdUIZsmbcCgihSwKQIECBAgQGD1AgsWLIh7770302mvvfbKxAQIECBAgAABApUqYF8ECLSfQCo40lZF+RctWhRLlizJJLv22mvHWmtVz8f2O+ywQyaHFKjGz5E22mijOPTQQ+OPf/xjrCwQ/53vfCf69u2bUqr39eSTT8b1119fb7sGAgQIECBAgAABAnkCYgQIECBAgAABAgQIECBAgEDxBWRIgAABAgQIECBAoJoFqucptmpWtncCBIog0CY5pIeL00PGdRdLDyQ/+uijdcMtfp7WXtMDtS2+qAlbXSAVTTn44IMz68ybNy/Gjx9fK37DDTfEihUrasXWXXfdOPbYY2vFOtpJegB9yy23zKSdHkafOXNmJt6UwMsvvxypmE1TxhpDgAABAgQIEOioAunvs6+//nqt9AcMGBCpAGOtoBMCDRfQkwABAgQIECBAoAMJlEql2GSTTXIzfv7553PjTQ2+8MILsWzZsszw9MUAqQhOpqFCA5tvvnnuztI97jfffDO3rRqCpVIpBg4cGF/96lfjpZdeigceeCB23nnnerd+9dVXh4Ly9fJoIFANAvZIgAABAgQIECBAgAABAgQIFF9AhgQIECBAgAABAgQIECBAgEDxBWTYggKKz7QgpqkIECDQXIFU4GLw4MG50/z1r3/NfSg5t3MrBOt7mLgVljJlKwikb+5cf/31MzOnYjOLFy8ux+fMmRN33HFH+bjmL0OHDo36vsm0Zr8iH2+wwQYxaNCg3BT/9re/5cYbG3zkkUcyhX8aO4f+BAgQKJ6AjAgQIFC/wIIFC2LChAmZDnvttVcmJkCAAAECBAgQIECAQCULtO/ehgwZkruBKVOmREsWU3nwwQdz10kFNLt165bbVonBtN/0ZQZ19/bMM89E3eKgdftUy3mpVCoXNb377rtj//33z912kfLNTVCQAAECBAgQIECAAAECLS5gQgIECBAgQIAAAQIECBAgQKD4AjIkQIAAAQIEqllA8Zlqvnr2ToBA4QQ6d+5c77copqIgTz75ZKvmnL5xc+bMmblrbLHFFrlxweoQSMVj9tlnn8xmH3300Vh5zSdPnhxTp07N9PnIRz4SqTBSZFo6VmDEiBG5Cd92222xcOHC3LaGBhctWhR33XVXQ7vrR4AAAQIECBAg8G+B8ePHZ36wsWfPnqH4zL9x/EeAAIHmCBhLgAABAgQ6mEAqPpNXTOWJJ56IV199tUU05s+fHxMnTsyda289hqUAABAASURBVKeddsqNV2pw4MCB0bt378z2XnzxxdzPGDIdWyHw9ttvx+zZsyMVi7n44ovj6KOPji233DLe9773RbJv6pLps5H/9//+X+T9/kjzttTvj6buzzgCBAgQINAsAYMJECBAgAABAgQIECBAgACB4gvIkAABAgQIECBAgAABAgQINEJA8ZlGYFVSV3shQKC4AqnARalUyiT4+uuvx69//etYsWJFpq2lAjNmzIgHHnggM116qDY9fJ1pEKgagS5dukQqIlN3w6+88sqqB95T8ZO6v7+6d+8eBx98cN1hHfJ8+PDh0a9fv0zu6QcG/vGPf2TijQmkwj/JvzFj9CVAgAABAgQ6hoAs8wUWLFgQEyZMyDSmwjOpqGemQYAAAQIECBAgQIAAAQL1CAwePDi22267TGu6f/6Xv/wlE29KIH25wN///vfM0PT5yx577JGJV3IgFf3MK5iTPl+4/vrrW+RzrPRlCccee2xsvPHGka7P6NGj4wc/+EGk+dNnWXV95syZUy5Emj5jO+WUU+JPf/pTPP/88+ViOOk61u3fmPOtt946+vbt25ghTeprEAECBAgQIECAAAECBAgQIFB8ARkSIECAAAECBAgQIECAAAECxReQIQECBKpZQPGZar569k6AQCEFdt9996jvQeOf/exnceONN7Za3ulh3Jdffjkzf3roOj3cm2moE1h//fXDD3rWQamg0w984AO5xVNuv/32eOONN+K+++7L7DYVXNlmm20y8Y4YSN/mevjhh2dSX7JkSVxwwQWxdOnSTFtDAmlcGp/maUh/fdpVwOIECBAgQIBAhQiMHz8+UoHOmttJ/x5JxWdqxhwTIECAAAECBJogYAgBAh1MYJNNNolUtCQv7csuuyzmzp2b19TgWCqk8pvf/Cby7gE39POXBi/WBh3T50Af/vCHc1e68sorY8qUKbltjQlOmjQprr322pg/f3489dRTka7D2WefXS6yn/49WHeudA2HDh1aNxzz5s2LRx99NBNvq0Aq8N9Wa1mHAAECBAgQIECg0QIGECBAgAABAgQIECBAgAABAsUXkCEBAgQIECBAgAABAo0QUHymEVi6EiBQSQLF3ctGG20UJ554Ym6Cy5cvj9GjR8dDDz2U296cYJrz+9//fu4UH/vYx6Jnz565bTWD6SHabt261Qw5riCB/v37xz777JPZUbr2kydPjn/84x+Zto9//OMKCr2jUiqV4rjjjot11133nci7b1dddVWkh+rfjTTsaMWKFXHJJZdEGt+wEXoRIECAAAECBAgsWLAgJkyYkIFIhWfSDxxmGgSqXMD2CRAgQIAAAQIECLSuQKlUisMPPzxKpVJmoVQEpbn3bydOnBi///3vM3OnQEM/f0l9K+lVX7H7OXPmxIUXXtjkYu0px9UVbO/Xr1+kovmpX83X2muvHenLHWrGVh4n+0WLFq08bfR7Kj6UCvjXHdijR4/o3bt33XCt8759+9Y6d0KAwOoEtBEgQIAAAQIECBAgQIAAAQLFF5AhAQIECBAgQIAAAQIECBAgUHwBGVazgOIz1Xz17J0AgcIKHHHEETFkyJDc/F5//fXyN3BeccUV8fbbb+f2aWwwPTx95JFHRpq77tjNNtssjj/++LrhRp2/9tprsXjx4kaN0bnlBdLD16l4UalU+wH6p59+OsaMGVP+BtCaq9b3EHfNPh3tOD28nv585uWdbK+55pq8ptxYKjzzpz/9KU499dTcdkECBAhUpIBNESBAoAIExo8fn/tvl1R8pgK2ZwsECBAgQIAAAQIEql+gA2aw9957Ryqokpf6f//3fzf5SwFeeOGFOPnkk2PJkiWZqVPR/1R8JtNQBYGBAwdG+lwpb6u//vWv47LLLot0DzyvfU2xa6+9Nq6++urcbocffniktfMaDz744OjevXum6dZbb43G3LuvOUHKIRWez/v8bKeddmrQFzfUnG/l8csvv7zy0DsBAgQIECBAgAABAgTaT8DKBAgQIECAAAECBAgQIECAQPEFZEiAAAECBAgQaISA4jONwNKVAAECbSXQq1ev+O53vxtrrZX/f9NvvfVWHHfccfG+970v/v73vzf5Ad4333wzvv/970d6qHrGjBm56Z1++umxzTbb5LY1NDhv3rzI+1bIho7XL1+gKdHddtsttt9++1pDly1bFqn4TK3gv08OPPDAqO8h7n83d8j/UgGfr3/967kPlC9fvjyOOuqo8p+pRYsWrdYntf/P//xPHHPMMZHGrbazRgIECBAgQIAAgVUCCxYsiAkTJqw6X3mw5557Rv/+/VeeeidAgEChBCRDgAABAgQItL5Aly5dIn0ekve5TCo8kgqbTJw4sVEbeemll8oFWqZNm5Y77rOf/WzssMMOuW2VHiyVSvGFL3wh0hcY1N1rKtjy6U9/OsaOHdvoz69uvvnmOOmkk3LHrb/++vGJT3wiSqXaBfZXrj948OA46KCDVp7Wev/iF7/YpAJC6Zr//Oc/rzXXypMTTjghOnfuvPK0Ue8zZ86M9NlMowbpTIAAAQKFF5AgAQIECBAgQIAAAQIECBAgUHwBGRIgQIAAAQIECBAgQIAAgUoWyK9qUMk7rsy92RUBAgRaXODQQw+N733ve6ud94EHHoj0zYrbbrttXHLJJfHqq6+utn9qXLp0aTzxxBPx5S9/OTbddNNI39iZYqmt7mv//fePT37yk3XD9Z5369Yttthii0z7K6+8EumbIdMDxzUb58+f7+HamiBtcFzfN6nWvTalUimOPvroeh/iboOtVuwSQ4YMiQsuuCB3f6mQTPozNWDAgHIBqfRDBSv/fKX3dJ4KS6X2c889N3cOQQIECBAgQKCiBWyunQXGjx8f6Qc/625jr732qhtyToAAAQIECBAgQIAAgUYJjBgxIlLRlLxBc+bMif/6r/+K3/72t/H222/ndVkVS/fb77zzzhg+fHg8/PDDq+I1D3bffffy5zSlUn4hlZp9K/U4fXHBN7/5zdztpXvlqVDMKaec0qAvJ0gF29OXJXz4wx+O9AUMeZN+5StfiV122SWvqRxLxeM///nPx7rrrls+r/lL+ndkur5XXHHFGq9fGrdixYq44YYbIhXpT2NTrOYrfU6w33771QzlHvfp0ydSYaO6jbfccks88sgjtcLp99WSJUtqxZwQIECAAAECBAgQIECAAAECrSpgcgIECBAgQIAAAQIECBAgQKD4AjIkQIAAgUYIKD7TCCxdCRAg0JYCpVIpTjvttPjUpz61xmWfffbZSN+QmR5iTQ/Vbr311uXCIekh6ZWvAw44IPr27Vt+6PY973lPXHjhhZEe5q1v8lTQ5je/+U1stNFG9XXJxNdZZ53YcMMNM/EU+OpXvxrpQdw0Z3qlB3Z32223eO2111KzVxsKfPCDHyz/PljdkoMGDYqhQ4eurkuHbkuFeVb3ZzP9vv7a174W2223Xdm6VCqV39N5iqf2uoC77rpr3ZDzNQroQIAAAQIECHQkgQULFsSECRMyKb/3ve+NwYMHZ+ICBAgQIECAQFEE5EGAAIG2EUjFS1IBlFSYP2/FVGD85JNPjs022yxTfDwVnJk9e3ZcddVVMWzYsEhzzJgxI2+a6N69e/z85z+PTTbZJLe9moLJY3X3yn/xi19Ejx49YvTo0XH//ffXKia6ePHiqFmwPRV2T0Vr8vJPnmecccYaC+anwqQnnXRS3hTlojbHHXdcpM8/Lr744vLaaQ8rO6fr++KLL0b6DCsVuTnssMPKY1a2r3xfa621yte/V69eK0P1vqcvbcgrPpMK7Oyzzz7lYkd//OMfy/OlfT3++OP1zqWBAAECBAgQIFB8ARkSIECAAAECBAgQIECAAAECxReQIQECBAgQIECAAAEClSywViVvzt4IEKgiAVttFYFUzOWiiy6K008/vcHzp4djp0+fHn/605/iV7/61arXHXfcEbNmzWrQPKkozJ133hkDBgxoUP+VnTp37hw777zzytPM+9133x2f/OQny6/bb789XnnllZg5c2amn0DrCqRrNGLEiNUucsQRR0Tv3r1X26cjN678s5mKPrWEQ/oznh6sb4m5zEGAAAECBAgQKKrA+PHja/2g4so81/R325X9vLeQgGkIECBAgAABAgQIFFggFeRPxUeGDBlSb5apuHgqMp6KjacvBCiVSpEKkqR76kcddVRMmjQp6vtf9+7d4+abb4499tijvi5VFU/3yi+44II4/vjj6913Kihz2WWXxd57710uRFMqlcpFZFJRlmSYLJNpfROka5GuSbo29fVZGV9TAaHUL32hwymnnFIuHp/2UCr9Zz/pWqbPxdLnWJMnT05dc1/f+9734tBDD81tqxvs06dPbLXVVnXD5fP0eV76HO/YY4+NZJD2lYrSlBv9QqASBOyBAAECBAgQIECAAAECBAgQKL6ADAkQIECAAAECBAgQIECAAIHiC8iQQCMEFJ9pBJauBAgQaA+B9ODuD3/4w0jffLjhhhu2+hZGjRoVqVDN5ptvHk35Xypasv766zdoaHqIVvGZBlG1aKf0MPUhhxxS75zpAevVtdc7sIM1pD+b6dtpL7zwwkjHTUk/jUvjzz///EjueXOkh93Tt6PmtYkRIECAAAECBDqKwIIFC2LChAmZdIcNGxY77LBDJi5AgAABAgQIECBAoEgCcmlbgXRPNhXQ33///Vt04cGDB8f9998fw4cPb9F523uyrl27xqWXXhqnnXZai28lfVnCuHHjGvVlCalITSpWk4rWtPSGzj333HKepVKpQVP36NEjjjzyyAb1TZ3S52bp3YsAAQIECBAgQIAAgY4pIGsCBAgQIECAAAECBAgQIECg+AIyJECAAAECBAhUsoDiM5V8deyNAAEC7wiUSqU4+uijY8aMGXHGGWc0udDFO9PlvqWHnlPRmTFjxkRzitzssssukR6+zV0kJzhlypScaFWGqmrTH/rQh6JPnz65ex46dKgf4M2VyQY7deoUX/rSl2L69Olx4oknZjusJnLggQfG5MmTy+PTPKvpqokAAQIECBAg0OEFxo8fH6+//nrGYcSIEZmYAAECBFpZwPQECBAgQIBABxBI989vueWW+MEPftDsz2TWWmutOPXUU+Phhx+O7bffvpB6qej9j3/84xb9IoXzzjsv0r8Fm/JlCamAUBr7sY99rEW80+dmN954Y/nzr1RUvjGTfvazn42GFjJasmRJY6bWlwABAgRaV8DsBAgQIECAAAECBAgQIECAQPEFZEiAAAECBAgQIECAAAECBAjUECho8ZkaGTokQIBAgQTSw60//OEPY/78+fG73/0uBg0a1Kzs0gPPqQjJfffdF48//njst99+USqVmjVnqVSK008/PS688MIGPZA9bdq0Zq1ncNMEtthii9h3331zB3/kIx+J9M2guY2CuQLp4ff0Z/L111+PP/3pT/HRj340Nttss1p90wPpO+20U5x//vnx4ou88WwcAAAQAElEQVQvxm233abITy0hJwQIECBAoCkCxnQEgQULFsSECRMyqaa/z2655ZaZuAABAgQIECBAgAABAgRaQiDd0z3zzDPjhRdeiK985SuRCqw0Zt70GcznP//5eOmll+KnP/1pdO3atTHDq65vqfSfL1KYOXNmOd9NN9200Tkks5NOOqn8ZQzf/OY3a5g3eqrYeOON48orr4wHHngg9txzz8ZP8O8RKYd07VJOhxxySJM+Q0uft6TPDRpSCOftt9/+96r+I0CAAAECBAgQIECAAAECHVVA3gQIECBAgAABAgQIECBAgEDxBWRIgAABApUsoPhMJV8deyNAgEA9AukB5RNPPDGefPLJWLRoUTz44IPlghZHHXVUbLXVVtGjR4/ckakYRvp2xfTAbhrz5ptvxs033xzDhw+PTp065Y5pSjDN9aUvfan8QHYqtJEKbqSHtFfOlfaf9vH73/8+0jdhroyvfN91110j7W3FihVR83X33XdHt27dVnbLfW/O2DR3WqPmmuk47SXNm7tgKwXHjh1bK/e0j/Q69NBDW2nF/0zbvXv3OPjgg/9z0sxfk1myS/uu+UrGyXp106ffq+mB/prj0nGKpbbVjV1TWzJMc9V9JfM1jV1Te3qIPD1AfvXVV0d6GL3mGukbSydPnhxnnXVW9O/fPzPV0qVLM7EUSIVt0ntVvGySAAECBAgQINAKAuPHj49U5K/m1J07d44RI0bUDDkmQIAAAQIE2krAOgQIEMgRqO9+cLpHnNpyhrRo6Oyzz869p94S95TTPen0WUYqjDlx4sQ47bTTIn3ukT7rqJlEOk9fGpA+H0n9Fi9eHBdddFGmUHnNMQ05Tveua95rXnmc7nU3ZHx9fVJeyWflfCvfUyy11TduTfHkcOqpp8arr74aTz31VPnzq/SZUN6c6fOsZJlM77jjjkhmv/nNb6Kl7ouXSqUYNmxYpOuR/l15ww03xKc//enylzuktevmkorNpL2mz7bS3lMOKZeUU92+jTlfWQjn4Ycfjs985jORviCg5vi+ffvG6NGjY5999qkZdkyAAAECBAgQaF8BqxMgQIAAAQIECBAgQIAAAQLFF5AhAQIECBAgQIAAAQIEaggoPlMDwyGBIgnIpeMIpB+63GOPPcoFLdI3OD777LMxb9683IesUzGM22+/Pc4777xIY9LY1pRKDxKnQhup4EYqvLHyweWFCxdG2sfxxx8fqVhHa+7B3PkC6YHp9LB13dZUiGibbbapG3beBgLTpk3LXWXDDTfMjQsSIECAAAECBDqCQPrhzgkTJmRSTYVn+vTpk4l3xICcCRAgQIAAAQIECBBoG4FUZH/PPfeMn/zkJ5E+90ifdaz83CO9p/P0pQEXXnhhpH6pf9vsrDJXKZVKsd1225U/v0qfCaXPqJJTzVf6PCtZJtP99tsvWtMsfR6VCvZccskl5S93SGvX3Es6nj17dvnzq/TZVtp7qVRqMdxSqRSpENMvf/nL8pc3pPVWvl5++eUYM2ZMpCI1LbagiQonICECBAgQIECAAAECBAgQIECg+AIyJECAAAECBAgQIECAAAECBIovIEMClSyg+EwlXx17I0CAAAECrSTwyCOPlB9urjv9CSecEK1dlKjums7/I/DGG2/856DOrzvssEOdiFMCBCpYwNYIECBAoIUFxo8fH6+//nqtWdMP46UfSqwVdEKAAAECBAgQIECg7QSsRIAAAQIECBAgQIAAAQIECBRfQIYECBAgQIAAAQIECBAgQIBA8QVkSIAAAQIECBAgUENA8ZkaGA4JECBAoEgCcqlPYMWKFXHddddlmvv16xfDhg0L/8sXSAV7BgwYEDvvvHOccsop8cc//jGmTZsWCxcuzB/QiOjixYtj8uTJmRFdunSJPn36ZOICBAgQIECAAIGOILBgwYKYMGFCJtURI0bEhhtumIkLECDQUQXkTYAAAQIECBAgQIAAAQIECBRfQIYECBAgQIAAAQIECBAgQIBA8QVkSIAAAQIECBAgQIAAAQIECLSnQNsUn2nPDK1NgAABAgQI1BKYOXNm3HXXXbVi6eTwww+PgQMHpkOvHIEePXrEkiVL4rHHHouLL744jj322Nhuu+0iub355ps5Ixoeeu655+KBBx7IDNh4441js802y8QFCBAgQIBAxQrYGIEWFBg/fny8/vrrtWZMBRNT8ZlaQScECBAgQIAAAQIECBAg0LYCViNAgAABAgQIECBAgAABAgSKLyBDAgQIECBAgAABAgQIECBAoPgCMiRAgAABAjUEFJ+pgeGQAAECBAh0BIF77703XnjhhVqprr322nHMMcdEqVSqFXfyrkDXrl1j/fXXfzfwztEzzzyT+aHod5oa/HbllVfGvHnzMv132mmn6NmzZybe0IB+BAgQIECAAIFqFViwYEFMmDAhs/1UeGadddbJxAUIECBAgEBHFpA7AQIECBAgQIAAAQIECBAgUHwBGRIgQIAAAQIECBAgQIAAAQLFF5AhAQIECBAgQIAAAQIE2lNA8Zn21Ld2RxKQKwECBCpCYOHChfHLX/4ys5ddd901dtxxx0xc4F2Bbt26xZZbbvlu4J2jVMjnrrvueues8W9/+9vf4sILL8wdOHLkyOjcuXNumyABAgQIECBAoMgC48ePzxT422abbWKfffap9LTtjwABAgQIECBAgAABAgQIECi+gAwJECBAgAABAgQIECBAgACB4gvIkAABAgQIECBAgAABAgQIECi+gAwJEKghoPhMDQyHBAgQIECgyAIrVqyIiy++OO65555Mml/4whdio402ysQF3hXo2rVrvO9973s3UOPoW9/6Vrzwwgs1Ig07TGNOOOGEzA9Wp9H9+vWLgw8+OB16ESDQZAEDCRAgQKAaBebNmxcTJkzIbH3EiBGZmAABAgQIECBAgACBCAYECBAgQIAAAQIECBAgQIBA8QVkSIAAAQIECBAgQIAAAQIECBRfQIYECBAgQIAAAQLtKaD4THvqW5sAAQIdSUCubSKwbNmy3HXefPPNOPPMM+Pss8/OtA8ePDgOPPDATFwgK3DkkUdG9+7dMw3Tpk2LffbZJ+68885IRX4yHeoEUp/UN4154okn6rT+5/S0006LLbfc8j8nfiVAgAABAgQIdCCBcePGZYrz7bjjjrHbbrt1IAWpEqhiAVsnQIAAAQIECBAgQIAAAQIEii8gQwIECBAgQIAAAQIECBAgQKD4AjIkQIAAAQIECBAgQIAAAQIEii9QI0PFZ2pgOCRAgAABAtUucMMNN0S3bt3igAMOiE9/+tPl17Bhw2LDDTeMH//4x7npnXrqqdG7d+/cNsHaAkOGDInRo0fXDr5zNmPGjNh///0jeV9++eXx0ksvxdtvv/1Oa8TixYsjFam55JJLYpdddin3TWNWdahxkOb55Cc/WSPikAABAgQINE3AKALVJvD444/HPffck9n2iBEjMjEBAgQIECBAgAABAgQIEPiPgF8JECBAgAABAgQIECBAgACB4gvIkAABAgQIECBAgAABAgQIECi+gAwJECBAgEB7Cig+05761iZAgAABAi0skIrMvPXWW3HHHXfEr371q/LroYceiuXLl+eulIqcHHvssbltglmBUqkU5513XrlwTLb1P5FJkybFCSecEP3794+11147SqVS+dWlS5fYbrvt4rOf/WxMnjw56vtfKnDzm9/8JjbaaKP6uogTIECAAAECBAorMG7cuExue+yxR6S/I2UaBAgQIECAQGUK2BUBAgQIECBAgAABAgQIECBQfAEZEiBAgAABAgQIECBAgAABAsUXkCEBAgQIECBAgAABAgQ6lIDiMx3qckv2XQFHBAgQKKbApptuGt26dWtQct27d4/vfve7ipw0SOvdTqkozJgxY2K33XZ7N9hCR6kY0O233x4DBgxooRlNQ4AAAQIECBCoHoFUeGbatGmZDY8YMSITa3hATwIECBAgQIAAAQIECBAgQKD4AjIkQIAAAQIECBAgQIAAAQIEii8gQwIECBAgQIAAAQIECBAgQKD4AjIkQKA9BRSfaU99axMgQIAAgRYW6NWrV/To0WONs66//vpx+eWXxx577LHGvjpkBTbffPO4++6744tf/GK2sQmRddZZJ84///y48cYbo0+fPk2YwRACVSJgmwQIECBAoB6BmTNnxq233ppp/a//+q/YaqutMnEBAgQIECBAgACBChawNQIECBAgQIAAAQIECBAgQKD4AjIkQIAAAQIECBAgQIAAAQIEii8gQwIECBAgQIAAgQ4loPhMh7rckiVAgMC7Ao6KKdCtW7fYYostVpvc1ltvXS6ccvDBB6+2n8bVC3Tt2jX+93//N5588sn4yEc+svrO9bR26dIlvvKVr8QLL7wQZ511VqTzeroKEyBAgAABAgQKLTBu3Lh46623auW43nrrxYgRI2rFnBAg0HgBIwgQIECAAAECBAgQIECAAIHiC8iQAAECBAgQIECAAAECBAgQKL6ADAkQIECAAAECBAgQIECAAIHiC7Rnhmu15+LWJkCAAAECBFpWIBUvOeOMM+KjH/1o9OjRY9XkqVDKBz/4wbjhhhti6tSpsfvuu69qc9A8gUGDBsW1114bixYtir/+9a9x2mmnxU477VTLf+UKm266aQwbNiy++c1vxqRJk2LBggXx4x//ODbbbLOVXbwTIECAQLEFZEeAQI5A+nvRgw8+mGlJhWf8PSnDIkCAAAECBAgQIECAQOUL2CEBAgQIECBAgAABAgQIECBQfAEZEiBAgAABAgQIECBAgAABAsUXkCEBAgQIEOhQAorPdKjLLVkCBAgQKLrA2muvHYcddlhcffXVMW/evFixYkX5tXDhwhg3blwceuihsc466xSdoYH5tWy3zp07xwEHHBA/+clPYvLkybX8V16H2bNnxwMPPBDnnXde7Lbbbq5Fy14CsxEgQIAAAQJVKPCvf/0rbr311szON95440jFZzINAgQIECBAoNECBhAgQIAAAQIECBAgQIAAAQLFF5AhAQIECBAgQIAAAQIECBAgUHwBGRIgQIAAAQIECBAgQIBAawooPtOauuZuuICeBAgQIECAAAECBAgQIECAQPEF6mSYCiTOmDGjTjRi5MiR0b1790xcgAABAgQIECBAgAABAgQIEKgCAVskQIAAAQIECBAgQIAAAQIEii8gQwIECBAgQIAAAQIECBAgQKD4AjIkQKBDCSg+06Eut2QJECBAgAABAgQIvCvgiAABAgQItKfA9OnTIxWfqbuHnXfeOd7//vfXDTsnQIAAAQIECBBoooBhBAgQIECAAAECBAgQIECAQPEFZEiAAAECBAgQIECAAAECBAgUX0CGBAgQIECAAAECBFpTQPGZ1tQ1NwECBBouoCcBAgQIECBAgAABAgQ6lMCtt94ay5cvr5XzOuusEyNHjqwVc0KgYALSIUCAAAECBAgQIECAAAECBIovIEMCBAgQqptiCgAAEABJREFUIECAAAECBAgQIECg+AIyJECAAAECBAgQIECAAAECBIov0KEyVHymQ11uyRIgQIAAAQIECBAgQIDAuwKOCBBoL4F77703Jk+enFk+FZ4ZOHBgJi5AgAABAgQIECBAgACBpgsYSYAAAQIECBAgQIAAAQIECBRfQIYECBAgQIAAAQIECBAgQIBA8QVkSIAAAQIECLSmgOIzralrbgIECBAgQKDhAnoSIECAAAECBAh0CIEFCxbEuHHjMrluvfXWkYrPZBoECBAgQKBYArIhQIAAAQIECBAgQIAAAQIEii8gQwIECBAgQIAAAQIECBAgQKD4AjIkQIAAAQIECBAgQIAAgUIJKD5TqMvZcsmYiQABAgQIECBAgAABAgQIECi+QHtkmArPzJkzJ7N0Kjyz1lpuVWVgBAgQIECAAAECBAgQIECAQDMFDCdAgAABAgQIECBAgAABAgSKLyBDAgQIECBAgAABAgQIECBAoPgCMiRAgEBrCviJntbUNTcBAgQIECBAgACBhgvoSYAAAQIECi8wZcqUuPPOOzN5jhgxInbcccdMXIAAAQIECBAgUEABKREgQIAAAQIECBAgQIAAAQLFF5AhAQIECBAgQIAAAQIECBAgUHwBGRIgQIAAAQIECBAolIDiM4W6nJIhQKDlBMxEgAABAgQIECBAgAABAi0tMG7cuMyUm266aYwcOTITFyDQNgJWIUCAAAECBAgQIECAAAECBIovIEMCBAgQIECAAAECBAgQIECg+AIyJECAAAECBAgQIECAAAECBIovIMPWFFB8pjV1zU2AAAECBAgQIECAAAECDRfQkwCBQgvcfvvt8dRTT2VyTIVnNtpoo0xcgAABAgQIECBAgACBggpIiwABAgQIECBAgAABAgQIECi+gAwJECBAgAABAgQIECBAgACB4gvIkAABAgQIECiUgOIzhbqckiFAgAABAi0nYCYCBAgQIECAAAECLSXw6quvxrhx4zLT7brrrrH33ntn4gIECBAg0HYCViJAgAABAgQIECBAgAABAgSKLyBDAgQIECBAgAABAgQIECBAoPgCMiRAgAABAgQIECBAgAABAs0RUHymOXptN9ZKBAgQIECAAAECBAgQIECAQPEFCpvhLbfcEv/85z9r5de5c+cYOXJkrZgTAgQIECBAgAABAgQIECDQAQSkSIAAAQIECBAgQIAAAQIECBRfQIYECBAgQIAAAQIECBAgQIBA8QVkSIAAgUIJKD5TqMspGQIECBAgQIAAgZYTMBMBAgQIECDQEgKPPvpoTJw4MTNVKjzTv3//TFyAAAECBAgQINC2AlYjQIAAAQIECBAgQIAAAQIEii8gQwIECBAgQIAAAQIECBAgQKD4AjIkQIAAAQIECBAgQKA5AorPNEfPWAIE2k7ASgQIECBAgAABAgQIECBQdQJLly6NcePGZfa93XbbxUEHHZSJCxAIBAQIECBAgAABAgQIECBAgEDxBWRIgAABAgQIECBAgAABAgQIFF9AhgQIECBAgAABAgQIECBAgEDxBWRYKIG1CpWNZAgQIECAQMEFXn311Zg4cWKt1zPPPFPwrKVHgAABAu0lYF0CBAg0VyAVnnnhhRcy04wcOTITEyBAgAABAgQIECBAoH0ErFo8gWnTptX6HCF9rjBjxoziJSojAgQIECBAgAABAgQIEGiwgI4ECBAgQIAAAQIECBAgQIBA8QVkSIAAAQIECBBojoDiM83RM5YAAQIECLSdQHmll19+OcaMGVPrddNNN5Xb/EKAAAECBAgQIECgkgQef/zxyPu76gEHHBA77LBDJW3VXggQIFBJAvZCgAABAgQIEGi2wIMPPljrc4Qx//5c4eGHH272vCYgQIAAAQIEWkzARAQIECBAgAABAgQIECBAgEDxBWRIgAABAgQIECBAgAABAgSqSkDxmSZdLoMIECBAgED7CHTt2jWz8Ny5czMxAQIECBAgQIAAgZYQMEdTBd58883485//nBnep0+fOOiggzJxAQIECBAgQIAAAQIECBBoOYHOnTtnJlu2bFkmJrBSwDsBAgQIECBAgAABAgQIECBQfAEZEiBAgAABAgQIECBAgAABAsUXkCEBAgQINEdA8Znm6BlLgAABAgTaWKB3796ZFWfPnh0rVqzIxAUIFE5AQgQIECBAgEDVCFx//fXx4osvZvY7cuTI2GCDDTJxAQIECBAgQIDAKgEHBAgQINBsgbziM0uXLm32vCYgQIAAAQIECBAg0GICJiJAgAABAgQIECBAgAABAgSKLyBDAgQIECBAgAABAgSqSkDxmaq6XDZLoHIE7IQAgfYR6N69e6y77rqZxVMBmkxQgAABAgQIECBAgEA7CNx///0xfvz4zMp77LFH7Lnnnpm4QGUL2B0BAgQIECBAgAABAtUnkFd8ZtmyZdWXiB0TINBmAhYiQIAAAQIECBAgQIAAAQIEii8gQwIECBAgQIAAAQIECBAgQKD4AjIk0BwBxWeao2csAQIECBBoB4FevXplVlV8JkMiQIAAgSIKyIkAAQIVLzBr1qy4/vrrM/vs2rVrjBw5MhMXIECAAAECBAgQIEAgIyBAoNkCXbp0ycyxdOnSTEyAAAECBAgQIECAAAECBNpNwMIECBAgQIAAAQIECBAgQIBA8QVkSIAAAQIECBCoKgHFZ6rqctksAQIECFSOQPvtJK/4zGuvvdZ+G7IyAQIECBAgQIAAgXcErrvuuliwYME7Z+++HXroodG3b993A44IECBQNQI2SoAAAQIECBCoPoH11lsvs+lly5ZlYgIECBAgQIDASgHvBAgQIECAAAECBAgQIECAQPEFZEiAAAECBAgQIECAAAECBAisTqAYxWdWl6E2AgQIECBQMIHevXtnMnr11VczMQECBAgQIECAQOEEJFTRArfccks89thjmT3uueeeMWLEiExcgAABAgQIECBAgAABAgRaR6BLly6ZiZcuXZqJVWzAxggQIECAAAECBAgQIECAAIHiC8iQAAECBAgQIECAAAECBAgQKL6ADAkQIECgqgQUn6mqy2WzBAgQIEAgolevXhmG2bNnZ2ICBFpbwPwECBAgQIAAgZUCTz75ZPz5z39eebrqPRVOPPzww1edOyBAgAABAgSqT8COCRAgQKD6BNZbb73MppctW5aJCRAgQIAAAQIECBBYKeCdAAECBAgQIECAAAECBAgQKL6ADAkQIECAAAECBAgQILA6AcVnVqejjUD1CNgpAQIdSEDxmQ50saVKgAABAgQIEKgCgSVLlsT1118fK1asyOw2FZ7p0aNHJi7QZAEDCRAgQIAAAQIECBAgsEaBLl26ZPosXbo0ExMgQKBiBWyMAAECBAgQIECAAAECBAgQKL6ADAkQIECAAAECBAgQIECAAIHiC8iQQFUJKD5TVZfLZgkQIECAQMSmm26aYZgzZ04sX748ExcgQIAAgdYUMDcBAgQIJIHrrrsunnvuuXRY6/XBD34wdtlll1oxJwQIECBAgAABAgSqT8COCVSfQF7xmWXLllVfInZMgAABAgQIECBAgACBNhOwEAECBAgQIECAAAECBAgQIFB8ARkSIECAAAECBAisTkDxmdXpaCNAgACB6hHoQDvdaKONonPnzpmMX3311UxMgAABAgQIECBAgEBrCjz00ENx5513ZpbYbrvt4rDDDsvEBQgQINBsARMQIECAAAECBAisUWC99dbL9Fm6dGkmJkCAAAECBCpWwMYIECBAgAABAgQIECBAgACB4gvIkAABAgQIECBAgAABAgQIEKgogVYpPlNRGdoMAQIECBAooECvXr0yWc2ePTsTEyBAgMD/Z+/P/+2sykTRdwyQTkDAJGuVvZaW3S5RKfumFAtRKa1EzYq43X/M3lvY995zT2Fx923OPfe3e7p9zkojttiUiAKJIJiIBQVCiSAhayZkpVtpV3N41nQkc64xE9KsZs53fuvjkzHeZ4z3fcfzfSefQkueIkCAAAECBJZKIP7+89vf/nb1+EsvvTStW7cuXXzxxdWaBAECBAgQIECAwNIIeCoBAgQ6Ba644orOy/n59PT0/OgPAgQIECBAgAABAgQGV8DJCRAgQIAAAQIECBAgQIAAgeYLqJAAAQIECBAgQIDASgloPrNS8t5LgMAwCqiZwKIJaD6zaJQeRIAAAQIECBAgcJ4Cd911V3rxxReru9euXZve+ta3VnkJAkMkoFQCBAgQIECAAAECKypw0UUXpUsuuSR1/s+JEyc6L80JECBA4MIFPIEAAQIECBAgQIAAAQIECBBovoAKCRAgQIAAAQIECBAgQIAAgeYLqPDPAprP/BnCQIAAAQIEBklA85lB+lrOSoAAAQIrK+DtBAgshcBPf/rT9Otf/7p69Ac/+MF00003VXkJAgQIECBAgAABAgQILK2Apy8UuOKKK7pS09PTXdcuCBAgQIAAAQIECBAgQIDA4Ak4MQECBAgQIECAAAECBAgQINB8ARUSIECAAAECKyWg+cxKyXsvAQIECBC4AIHR0dHq7omJiSrXdwkHIkCAAAECBAgQGHiBp556Km3ZsqWqY/Xq1WndunVVXoIAAQIEhlBAyQQIECBAgMCKC1x++eVdZzhx4kTXtQsCBAgQIECAwAULeAABAgQIECBAgAABAgQIECDQfAEVEiBAgAABAgQIECBAgMDQCGg+MzSfui5UhgABAgQGV2BkZKQ6/O7du6ucBAECBAgQIECAAIHFFJiZmUnf/va30/T0dPXYaDwTDWiqBQkCBAgQIECAAAECBAgQWHaBhc1nev37uGU/lBcuqYCHEyBAgAABAgQIECBAgAABAs0XUCEBAgQIECBAgAABAgQIECDQfAEVEiBAYKUENJ9ZKXnvJUCAAAECFyDQq/nM3r17e/5DwBfwGrcSILD4Ap5IgAABAgQGWiAaz/z+97+varjpppvSBz/4wSovQYAAAQIECBAYUgFlEyBAYMUFFjafOXHixIqfyQEIECBAgAABAgQINExAOQQIECBAgAABAgQIECBAgEDzBVRIgAABAgQIECBAYGgENJ8Zmk+tUAIEagEZAoMrcNVVV6VXvvKVVQGtVqvKSRAgQIAAAQIECBBYDIGHH344/fjHP64e9da3vjWtXbu2yksQ6B8BJyFAgAABAgQIECBAgAABAgSaL6BCAgQIECBAgAABAgQIECBAoPkCKiRAgAABAgQIECBAgAABAgSaL6DClRLQfGal5L2XAAECBAhcoMDIyEj1hImJiSonQYAAAQIE+krAYQgQGEiBycnJdNddd1Vnv/jii9O6devSpZdeWq1JECBAgAABAgQIECAwxAJKJ0CAAAECBAgQIECAAAECBJovoEICBAgQIECAAAECBAgQIECg+QIqJECAAAECBIZGQPOZofnUCiVAgACBpgn0aj7TarXOqUybCRAgQIAAAQIECJyNwJYtW1KvRodr165Nb3/728/mEeZ8xfsAABAASURBVPYQIECAwAoKeDUBAgQIECBAgAABAgQIECDQfAEVEiBAgAABAgQIECBAgAABAs0XUCEBAgQIECBAgAABAgQIEFgqAc1nlkr23J/rDgIECBAgcE4Cms+cE5fNBAgQIECAAIF+ERi4c9xzzz3pV7/6VXXuG264IX3uc5+r8hIECBAgQIAAAQIECBAgQIBAQkCAAAECBAgQIECAAAECBAg0X0CFBAgQIECAAAECBAgQIECAQPMFVEiAAIGhEdB8Zmg+tUIJECBAoGkCms807YuqZ2UEvJUAAQIECBA4k8BTTz2VtmzZUm257rrr0rp166q8BAECBAgQIECgPwWcigABAgQIECBAgAABAgQIEGi+gAoJECBAgAABAgQIECBAgACB5guokAABAgQIECBAgACBpRLQfGapZD2XAIFzF3AHAQLnJDA6Olrtn5iYqHISBAgQIECAAAECBM5HYGpqKo2Pj6djx45Vt0fjmV5/P1ptlCDQS0COAAECBAgQIECAAAECBAgQaL6ACgkQIECAAAECBAgQIECAAIHmC6iQAAECBAgQIECAAAECBAgQaL6ACodGQPOZofnUCiVAgACBpgmMjIxUJe3fv7/nPxxcbZQgQIAAAQJ/FjAQIEDgdALReOaZZ56plm+88cb0kY98pMpLECBAgAABAgQIECDQvwJORoAAAQIECBAgQIAAAQIECDRfQIUECBAgQIAAAQIECBAgQIBA8wVUSIAAAQIECBBYKgHNZ5ZK1nMJECBAgMC5C5zTHa985SvTVVddVd2ze/fuKidBgAABAgQIECBA4FwEfvSjH6WtW7dWt7ztbW9LX/7yl6u8BAECBAick4DNBAgQIECAAAECBAgQIECAQPMFVEiAAAECBAgQIECAAAECBAg0X0CFBAgQIECAAAECBAgQIECgMQKaz5z2U1ogQIAAAQL9LzAyMlIdstVqVTkJAgQIECBAgACB0wnILxR49NFH0+bNmxem05VXXpnGxsbSZZddVq1JECBAgAABAgQIECBAgACB/hZwOgIECBAgQIAAAQIECBAgQKD5AiokQIAAAQIECBAgQIAAAQIEmi+gQgIECBBYKgHNZ5ZK1nMJECBAgMAyCIyOjlZv0XymIpEYJAFnJUCAAAECBFZUYM+ePWl8fLznGaLxzJvf/Oaea5IECBAgQIAAgXMSsJkAAQIECBAgQIAAAQIECBBovoAKCRAgQIAAAQIECBAgQIAAgeYLqJAAAQIECBAgQIAAgcYIaD7TmE+pEAKLL+CJBAj0v8CaNWuqQ05MTFQ5CQIECBAgQIAAAQJnIxCNZ3r9/eTNN9+cPvrRj57NI+wZQAFHJkCAAAECBAgQIECAAAECBJovoEICBAgQIECAAAECBAgQIECg+QIqJECAAAECBAgQIECAAAECBJovoEICSyWg+cxSyXouAQIECBBYBoGRkZHqLa1Wq8pJECBAgMDACDgoAQIEVkzgrrvuStu3b6/e/573vCd99atfrfISBAgQIECAAAECBAict4AbCRAgQIAAAQIECBAgQIAAgeYLqJAAAQIECBAgQIAAAQIECBBovoAKCRAgQIAAAQKNEdB8pjGfUiEECBAgsPgC/f9EzWf6/xs5IQECBAgQIEBgEAQefPDB9IMf/KA66urVq9PY2FiVlyBAgECzBFRDgAABAgQIECBAgAABAgQINF9AhQQIECBAgAABAgQIECBAgEDzBVRIgAABAgQIECBAgAABAgQInK/A4DSfOd8K3UeAAAECBBosMDo6WlV34MCBdOTIkSovQYAAAQIECBAYCAGHXHaB5557Lo2Pj/d8bzSe6fX3nD03SxIgQIAAAQIECBAgQIAAgbMVsI8AAQIECBAgQIAAAQIECBBovoAKCRAgQIAAAQIECBAgQIAAgeYLqJAAAQIEGiOg+UxjPqVCCBAgQGAYBS6//PL0qle9qiq91WpVOQkC5yPgHgIECBAgQKDZAtPT0/ONZ6KB4cJK165dm973vvctTLsmQIAAAQIEGiigJAIECBAgQIAAAQIECBAgQKD5AiokQIAAAQIECBAgQIAAAQIEmi+gQgIECBAgQIAAAQIECJyvgOYz5yvnPgLLL+CNBAgQ6CkwMjJS5TWfqUgkCBAgQIAAAQIEeghs3LgxPfHEE9XKhz70oXTLLbdUeYllEfASAgQIECBAgAABAgQIECBAoPkCKiRAgAABAgQIECBAgAABAgSaL6BCAgQIECBAgAABAgQIECBAoPkCKiTQGAHNZxrzKRVCgAABAsMqoPnMsH55dRMgsDwC3kKAAIHmCtx7773pnnvuqQp8wxvekMbGxqq8BAECBAgQIECAAIHmCqiMAAECBAgQIECAAAECBAgQaL6ACgkQIECAAAECBAgQIECAAIHmC6iQAAECBAgQIEDgfAU0nzlfOfcRIECAwPILeGNPgdHR0Sq/e/fuKidBgAABAgQIECBAoAg8+eSTaXx8vFyeHC+++OL5xjOvetWrTuZMCBAgsOwCXkiAAAECBAgQIECAAAECBAg0X0CFBAgQIECAAAECBAgQIECAQPMFVEiAAAECBAgQIECAAAECBAgMjMB5N58ZmAodlAABAgQINFxgZGSkqnBiYqLKSRAgQIAAAQIEzkfAPc0TOHjw4HzjmRMnTlTFjY2NpXe84x1VXoIAAQIECBAgQIAAAQIEmi2gOgIECBAgQIAAAQIECBAgQKD5AiokQIAAAQIECBAgQIAAAQIEmi+gQgIECBAgcL4Cms+cr5z7CBAgQIBAnwj0aj7TarX65HSOscgCHkeAAAECBAgQuGCBjRs3pmeffbZ6zqc+9al04403VnkJAgQIECBAYNkFvJAAAQIECBAgQIAAAQIECBBovoAKCRAgQIAAAQIECBAgQIAAgeYLqJAAAQIECBAgQIAAAQIDI6D5zMB8KgftPwEnIkCAQH8I9Go+c+jQoXT48OH+OKBTECBAgAABAgQI9I3A3XffnbZt21ad5+1vf3saGxur8hIhIAgQIECAAAECBAgQIECAAIHmC6iQAAECBAgQIECAAAECBAgQaL6ACgkQIECAAAECBAgQIECAAIHmC6iQAIHzFdB85nzl3EeAAAECBPpE4NJLL03XXHNNdZpWq1XlJAgQIDDwAgogQIAAgfMW2LFjR9qyZUt1/1VXXZXWr1+fLrnkkmpNggABAgQIECBAgMCKCHgpAQIECBAgQIAAAQIECBAg0HwBFRIgQIAAAQIECBAgQIAAAQLNF1AhAQIECBAgQIDAwAhoPjMwn8pBCRAg0H8CTtQ/AqOjo9VhJiYmqpwEAQIECBAgQIDAcArs3r07jY+P9yx+bGwsvelNb+q5JkmAAIEQEAQIECBAgAABAgQIECBAgEDzBVRIgAABAgQIECBAgAABAgQINF9AhQQIECBAgAABAgQIECBAgEDzBc63Qs1nzlfOfQQIECBAoI8ERkZGqtO0Wq0qJ0GAAAECBAgMvIACCJyXQDSeiQY0C2/+/Oc/nz7ykY8sTLsmQIAAAQIECBAgQIAAgZUV8HYCBAgQIECAAAECBAgQIECg+QIqJECAAAECBAgQIECAAAECBJovoEICBAgQIDAwAprPDMynclACBAgQIHB6Ac1nTm+ztCueToAAAQIECBDof4EtW7akHTt2VAe9/vrr05e//OUqL0GAAAECBAgsFHBNgAABAgQIECBAgAABAgQINF9AhQQIECBAgAABAgQIECBAgEDzBVRIgAABAgQIECBAgAABAqcT0HzmdDLygyfgxAQIEBhiAc1nhvjjK50AAQIECBAgcAaBbdu2pbvvvrvasWbNmjQ2NlblByLhkAQIECBAgAABAgQIECBAgEDzBVRIgAABAgQIECBAgAABAgQINF9AhQQIECBAgAABAgQIECBAgEDzBVRIgMDACGg+MzCfykEJECBAgMDpBUZHR6vFVqtV5SQIECCw2AKeR4AAAQL9K/Dss8+mjRs39jxgNJ7p1cCw52ZJAgQIECBAgACBoRcAQIAAAQIECBAgQIAAAQIECDRfQIUECBAgQIAAAQIECBAgQIBA8wVUSIAAAQIECBAgQOB0AprPnE5GngABAoMn4MRDLLBmzZqq+sOHD6dDhw5VeQkCBAgQIECAAIHmC5w4cSKNj4+ngwcPVsV++ctfTu9973urvAQBAgMj4KAECBAgQIAAAQIECBAgQIBA8wVUSIAAAQIECBAgQIAAAQIECDRfQIUECBAgQIAAAQIECBAgQIBA8wUGpkLNZwbmUzkoAQIECBA4vcAll1ySXv3qV1cbWq1WlZMgQIAAAQIEFlPAswj0p0A0nnnyySerw334wx9On//856u8BAECBAgQIECAAAECBAicScAaAQIECBAgQIAAAQIECBAg0HwBFRIgQIAAAQIECBAgQIAAAQLNF1AhAQIECBAgcDoBzWdOJyNPgAABAgQGTGDNmjXViYeu+UwlIEGAAAECBAgQGD6Be+65J917771V4W984xvT2NhYlZcgQIAAAQIDJ+DABAgQIECAAAECBAgQIECAQPMFVEiAAAECBAgQIECAAAECBAg0X0CFBAgQIECAAAECBAgQINA3AprP9M2naN5BVESAAAECyyswOjpavXBiYqLKSRAgQIAAAQIECDRX4IknnkgbN26sCrzkkkvmG89cffXV1dqFJtxPgAABAgQIECBAgAABAgQINF9AhQQIECBAgAABAgQIECBAgEDzBVRIgAABAgQIECBAgAABAgQINF9AhQQIEDidgOYzp5ORJ0CAAAECAyYwMjJSnbjValU5CQIEGi2gOAIECBAYYoEDBw6k8fHxND09XSmsX78+vf3tb6/yEgQIECBAgAABAgMp4NAECBAgQIAAAQIECBAgQIBA8wVUSIAAAQIECBAgQIAAAQIECDRfQIUECBAgQIAAAQIE+kZA85m++RQOQoBA8wRURGB5BTSfWV5vbyNAgAABAgQI9JtANJ557rnnqmN9+tOfTp9+KaoFCQIEFknAYwgQIECAAAECBAgQIECAAIHmC6iQAAECBAgQIECAAAECBAgQaL6ACgkQIECAAAECBAgQIECAAIHmC6jwdAKaz5xORp4AAQIECAyYgOYzA/bBHJcAAQIElkbAUwkMqcAPfvCD9OCDD1bVv+Md70gbNmyo8hIECBAgQIAAAQIECBAYaIEBO/w999yTljv27dtXKS33GeJ91SEkCBAgQIAAAQIECBAgQIDA2QrYR4AAAQIECBAgQIAAAQIECDRfQIUECBAgQIBA3whoPtM3n8JBCBAgQIDAhQmsWbOmesDRo0fTgQMHqvxyJbyHAAECBAgQIEBg6QW2b9+e7rrrrupFr3rVq9LY2Fi6+OKLqzUJAgQIECCwmAKeRYAAAQIECJxZ4EMf+lD63ve+l/7bf/tvyxatVqs61HK+P951+eWXV2eQIECAAAECBAZXwMkJECBAgAABAgQBY1+NAAAQAElEQVQIECBAgACB5guokAABAgQIECBAgAABAgSGV0DzmeH59iolQIAAgYYLvOIVr0irV6+uquz1XzCvNkkQIECAAAECBAgMpMDExEQaHx/vPPvJ+fr169Mb3vCGk9cmBAgQIECAAAECBAgQILAyAldeeWVat27dyrx8hd56/fXXp49+9KMr9PaheK0iCRAgQIAAAQIECBAgQIAAgeYLqJAAAQIECBAgQIAAAQIECBBovoAKCRAg0DcCms/0zadwEAIECBAgcOECIyMj1UM0n6lIJAgso4BXESBAgACBpRWIxjN79uypXvKFL3whffjDH67yEgQIECBAgAABAksh4JkECBB4eYFPfvKT6V3vetfLb2zIjmFrttOQz6YMAgQIECBAgACBMwpYJECAAAECBAgQIECAAAECBJovoEICBAgQIECAAAECwyug+czwfnuVExg+ARUTGAIBzWeG4CMrkQABAgQIECDwZ4HNmzenRx999M9Xp4b3ve99yT/kd8rDbAgFlEyAAAECBAgQIECgTwXWrl3bpydb3GPdcsst6XWve93iPtTTCBAgsFDANQECBAgQIECAAAECBAgQINB8ARUSIECAAAECBAgQIECAAAECzRdQYd8IaD7TN5/CQQgQIECAwIULjI6OVg+ZmJiochIECBAgQGC5BLyHAIGlEdi6dWv60Y9+VD08mhGuX7++yksQIECAAAECBAgQIEBgKQU8++wE3vKWt6Sbb7757DYP6K6/+Iu/SMPSZGdAP5FjEyBAgAABAgQIECBA4LwF3EiAAAECBAgQIECAAAECBAg0X0CFBAgQIECAwPAKXDS8paucAAECBAg0T2DNmjVVUa1Wq+SMBAgQIECAAAECDRB45pln0vj4eM9KxsbGUq+/J+y5WZIAAQIEmiqgLgIECBAgQKCPBdatW5dWrVrVxye8sKNFfRf2BHcTIECAAAECZylgGwECBAgQIECAAAECBAgQINB8ARUSIECAAAECBAgQIECAAIFlE9B8ZtmoF77INQECBAgQWHyBkZGR6qGaz1QkEgQIECBAgACBZRRY3FcdO3ZsvvHM1NRU9eCvfOUr6frrr6/yEgQIECBAgAABAgQIECDQPwIXX3xx+vKXv9w/B1rEk3zwgx9M73//+xfxiYP0KGclQIAAAQIECBAgQIAAAQIEmi+gQgIECBAgQIAAAQIECBAgQKD5AiokQIDA8ApoPjO8317lBAgQINBAgTVr1lRVHT9+PO3bt6/KSxAYSgFFEyBAgACBARfYuHFjeuqpp6oqPvrRj6bPfe5zVV6CAAECBAgQIDCUAoomQIBAnws0sUnLRRddlNauXdvn8o5HgAABAgQIECDQKAHFECBAgAABAgQIECBAgAABAs0XUCEBAgQIECBAgAABAssmoPnMslF7EQECCwVcEyCw+ALxX+4eGRmpHjwxMVHlJAgQIECAAAECBAZL4Gc/+1n6xS9+UR36TW96U1q/fn2VlyDQLwLOQYAAAQIECBAgQIBALdC0Ri3r1q1LvRrk15XLECDQVAF1ESBAgAABAgQIECBAgAABAs0XUCEBAgQIECBAgAABAgQIECDQfAEVDq+A5jPD++1VToAAAQINFejVfKbVajW0WmURIECAwDkK2E6AwIAKPP7442l8fLw6/aWXXprGxsbSVVddVa1JECBAgAABAgQIECAwtAIKHwCB17zmNelLX/rSAJz05Y8YTVE/97nPvfxGOwgQIECAAAECBAgQIEBgMQU8iwABAgQIECBAgAABAgQIEGi+gAoJECBAgAABAssmoPnMslF7EQECBAgQWCiwNNeazyyNq6cSIECAAAECBFZKYN++ffONZ2ZnZ6sjROOZv/qrv6ryEgQIECDQTwLOQoAAAQIECBDoLfDFL34xve51r+u9OEDZdevWDdBpHZUAAQIECCyVgOcSIECAAAECBAgQIECAAAECzRdQIQECBAgQIECAAAECBAgQaK6A5jPl2xoJECBAgEBDBHo1n9m9e3dDqlMGAQIECBAgQOACBQbw9o0bN6bnn3++OvmNN96Y/vZv/7bKSxAgQIAAAQIECBAgQIDA4AgMeuOWT37yk+nd7353/4E7EQECBAgQIECAAAECBAgQINB8ARUSIECAAAECBAgQIECAAAECzRdQIQECBAgsm4DmM8tG7UUECBAgQGB5BEZHR6sXtVqtKidBoB8EnIEAAQIECBA4s8D3v//99NBDD1Wb3vnOd6avfe1rVV6CAAECBAgQINCPAs5EgAABAqcXuP7669NHP/rR02/o45UrrrgirV27to9P6GgECBAgQIAAAQLLKeBdBAgQIECAAAECBAgQIECAQPMFVEiAAAECBAgQIECAQHMFNJ9p7rdVGYFzFbCfAIGGCIyMjFSVTExMVDkJAgQIECBAgACB/hZ45JFH0ne+853qkNdcc00aGxtLOedqTYLAWQjYQoAAAQIECBAgQIBAnwlEA5dLLrmkz0718sdZt25duvrqq19+ox0ECKyEgHcSIECAAAECBAgQIECAAAECzRdQIQECBAgQIECAAAECBAgQINB8ARUSWDYBzWeWjdqLCBAgQIDA8gisWrWq+geRp6en0969e5fnAN5CgAABAucgYCsBAgR6C+zatSuNj4/3XIzGM69//et7rkkSIECAAAECBAgQINCPAs5E4MwC1113XYpGLmfe1V+r73jHO9KnP/3p/jqU0xAgQIAAAQIECBAgQGBFBbycAAECBAgQIECAAAECBAgQaL6ACgkQIECAAAECzRXQfKa531ZlBAgQIHCuAg3Zn3NOIyMjVTWtVqvKSRAgQIAAAQIECPSnQDSe6dU88JZbbkkf/OAH+/PQTkWAAIFBEXBOAgQIECBAgEAfCtx0003prW99ax+erPeRBq1ZTu8qZAkQIECg0QKKI0CAAAECBAgQIECAAAECBJovoEICBAgQIECAAAECBAgQIEBg0QT6tvnMolXoQQQIECBAYAgFRkdHq6o1n6lIJAgQIECAAIE+EHCEWmDjxo3pd7/7XbXw/ve/P61du7bKSxAgQIAAAQIECBAgQIBAMwQGpaHLZz/72fSXf/mX54RuMwECBAgQIECAAAECBAgQINB8ARUSIECAAAECBAgQIECAAAECzRdQIQECBAg0V0DzmeZ+W5URIECAwBALjIyMVNVPTExUOQkCCwRcEiBAgAABAisscP/996ef/OQn1Sn+4i/+Io2NjVV5CQIECBAgQIDAeQi4hQABAgT6VODtb397+vSnP92np2sf67rrrtMYtU3hTwIECBAgQIBAvws4HwECBAgQIECAAAECBAgQINB8ARUSIECAAAECBAgQIEBg0QQ0n1k0Sg8isNgCnkeAAIHzF+jVfKbVap3/A91JgAABAgQIECCw5AJ/+MMf0saNG3u+Z/369WnVqlU91yQHXcD5CRAgQIAAAQIECBAgcEpg7dq16eqrrz6V6LPZunXr0iWXXNJnp3IcAoMg4IwECBAgQIAAAQIECBAgQIBA8wVUSIAAAQIECBAgQIAAAQIECDRfQIUEmiug+Uxzv63KCBAgQGCIBTSfGeKPr3QCBC5MwN0ECBBYIYGjR4+m8fHxdPjw4eoEX/3qV9N73vOeKi9BgAABAgQIECBAgMB5CriNQB8LvPKVr0zR4KUfj/je9743feQjH+nHozkTAQIECBAgQIAAAQIEagEZAgQIECBAgAABAgQIECBAoPkCKiRAgAABAgQIEFg0Ac1nFo3SgwgQIEBgsQU87/wFejWf2b179/k/0J0ECBAgQIAAAQJLKhCNZ55++unqHR/72MfSzTffXOUlCBAg0CQBtRAgQIAAAQIECHQLfOITn0jvfve7u5N9cNWvTXH6gMYRCBAgQOAsBGwhQIAAAQIECBAgQIAAAQIEmi+gQgIECBAgQIAAAQIECBAgQGBwBc62+czgVujkBAgQIEBgCAVWrVqVXvGKV3RVPjMzk/bs2dOVc0GAAAECBAgQWCDgcgUEfvrTn6b77ruvevNb3vKWtGHDhiovQYAAAQIECBAgQIAAAQLNF1jiRi/nDPjFL34xvfa1rz3n+9xAgAABAgQIECBAgAABAgQIrJiAFxMgQIAAAQIECBAgQIAAAQLNF1AhAQIECBBYNAHNZxaN0oMIECBAgEB/CYyMjFQHarVaVU6inwWcjQABAgQIEGi6wGOPPZY2btxYlXnZZZel9evXpyuuuKJakyBAgAABAgSaJqAeAgQIECBQC7zpTW9Kn//85+uFFci85jWvSV/60pdW4M1eSYAAAQIECBBokoBaCBAgQIAAAQIECBAgQIAAgeYLqJAAAQIECBAgQIAAAQKDK6D5zOB+OydfbgHvI0CAwIAJrFmzpjqx5jMViQQBAgQIECBAYMUEJicn0/j4eJqbm6vOMDY2lt72trdVeYllEPAKAgQIECBAgAABAgQI9InA2rVr0+rVq1f8NOvWrVvxMzgAgUUX8EACBAgQIECAAAECBAgQIECg+QIqJECAAAECBAgQIECAAAECBJovoEICBBZNQPOZRaP0IAIECBAg0F8CIyMj1YE0n6lIJAgQ6HMBxyNAgECTBaLxzM6dO6sS/+7v/i598pOfrPISBAgQIECAAAECBJoqoC4CBHoLXHTRRWmlG7986EMfSu973/t6H1CWAAECBAgQIECAAAEC5yBgKwECBAgQIECAAAECBAgQINB8ARUSIECAAAECBAgMroDmM4P77ZycAAECyy3gfQMmMDo6Wp14YmKiykkQIECAAAECBAgsv8B3v/vd9PDDD1cvfte73pU2bNhQ5SUIECCwjAJeRYAAAQIECBAg0EcCH/zgB9MNN9ywIid6xStekVa6+c2KFO6lBAgQGA4BVRIgQIAAAQIECBAgQIAAAQLNF1AhAQIECBAgQIAAAQIECBAg0HyBRavwokV7kgcRIECAAAECfSUwMjJSnafValU5CQIECBAgQKCfBZytiQLRdOZ73/teVdq1116r8UylIkGAAAECBAgQIECAAIFhEDhzjSvVAGbt2rVp1apVZz6cVQIECBAgQIAAAQIECBAgQOAsBWwjQIAAAQIECBAgQIAAAQIEmi+gQgIECBAgMLgCms8M7rdzcgIECBAgcEYBzWfOyHN+i+4iQIAAAQIECFygwM6dO9P4+HjPp4yNjaXXvva1PdckCRAgQIAAgWUU8CoCBAgQINBnAqOjoykawSznsd785jenm2++eTlf6V0ECBAgQIAAgeUV8DYCBAgQIECAAAECBAgQIECg+QIqJECAAAECBAgQIECAAIGzFtB85qypbOw3AechQIAAgTMLXHfddemSSy6pNu3evbvKSRAgQIAAAQIECCy9wOzs7HzjmcnJyeplX/ziF9MHPvCBKi+REgMCBAgQIECAAAECBAgQSOmWW25Jr3/965eNYt26dcv2Li8iEAKCAAECBAgQIECAAAECBAgQwtsZDAAAEABJREFUaL6ACgkQIECAAAECBAgQIECAAIHmC6iQAIHBFdB8ZnC/nZMTIECAAIGXFYj/b6gLN+3atWthyjUBAgTOVsA+AgQIELgAgU2bNqXHHnusesINN9yQvvSlL1V5CQIECBAgQIAAAQIrJOC1BAj0qcByNYT527/92/Sud72rTxUciwABAgQIECBAgACBRRLwGAIECBAgQIAAAQIECBAgQKD5AiokQIAAAQIECBAgcNYCms+cNZWNBAgQ6DcB5yHw8gIjIyPVpt27d1c5CQIECBAgQIAAgaUVuO+++9JPf/rT6iWvec1r0oYNG6q8BAECBE4JmBEgQIAAAQIECBBoC7znPe9JH/3oR9sXS/TnlVdemdauXbtET/dYAgQIEDi9gBUCBAgQIECAAAECBAgQIECg+QIqJECAAAECBAgQIECAAAECBJovMLgVaj4zuN/OyQkQIECAwMsK9Go+02q1XvY+GwgQIECAAIHTCEgTOA+Bp59+Oo2Pj/e8MxrPXHfddT3XJAkQIECAAAECBAgQIEBghQT6+LXr1q1Ll1122ZKdMBrPXHXVVUv2fA8mQIAAAQIECBAgQIAAAQJ9I+AgBAgQIECAAAECBAgQIECAQPMFVEiAAAECBAictYDmM2dNZSMBAgQIEBg8gaY3nxm8L+LEBAgQIECAwLAJHD58eL7xzNGjR6vS169fn9797ndXeQkCBAgQIECgW8AVAQIECBAgcErg2muvTdEg5lRm8WbvfOc706c+9anFe6AnESBAgAABAgTOQcBWAgQIECBAgAABAgQIECBAoPkCKiRAgAABAgQIECBAgACB/hXQfKZ/v82gncx5CRAgQKAPBXo1n5mYmOjDkzoSAQIECBAgQKCZAhs3bkx/+MMfquI+/vGPp89+9rNVfgASjkiAAAECBAgQIECAAAECKyzwd3/3d+mtb33rop9i3bp1i/5MDxxYAQcnQIAAAQIECBAgQIAAAQIEmi+gQgIECBAgQIAAAQIECBAgQKD5AiokQIDAWQtoPnPWVDYSIECAAIHBE1izZk116D179lQ5CQIEBlXAuQkQIECgnwV+8pOfpPvvv7864l/+5V+mW2+9tcpLECBAgAABAgQIEOgtIEuAAIFaYLEbxdx8883pLW95S/0iGQIECBAgQIAAAQIElknAawgQIECAAAECBAgQIECAAIHmC6iQAAECBAgQIECAQP8KaD7Tv9/GyQgQGDQB5yXQhwLXXnttuuyyy6qT7dq1q8pJECBAgAABAgQILJ7A7373u7Rx48bqgZdffnnasGFDuvTSS6s1CQIEBkTAMQkQIECAAAECBAj0gcDb3/72dOONNy7KSVatWpXWrl27KM/yEAIECDRGQCEECBAgQIAAAQIECBAgQIBA8wVUSIAAAQIECBAgQIAAAQIECDRfQIVnLaD5zFlT2UiAAAECBAZTYGRkpDp4q9WqchIECBAgQGAQBZyZQD8KvPjii2l8fLzn0aLxzFve8paea5IECBAgQIAAAQIECBAg0FtAtrfAunXr0qte9arei+eQjcYzr3jFK87hDlsJECBAgAABAgQIECBAgMDiC3giAQIECBAgQIAAAQIECBAg0HwBFRIgQIAAAQL9K6D5TP9+GycjQIAAAQKLIjA6Olo9Z2JiosotQsIjCBAgQIAAAQIEXhLYuHFj2rVr10uz7n/ddNNN6eMf/3h30hUBAgQIEBg8AScmQIAAAQIE+kTg8ssvT9E45kKO8773vS99+MMfvpBHuJcAAQIECBBopoCqCBAgQIAAAQIECBAgQIAAgeYLqJAAAQIECBAgQIAAAQIECJwU0HzmJEXTJuohQIAAAQJtgZGRkfak489Wq9VxZUqAAAECBAgQILBYAt/5znfSI488Uj3u3/27f5fGxsaq/IUnPIEAAQIECBAgQIAAAQIEhlngE5/4RIp/z3m+BuvWrTvfW923rAJeRoAAAQIECBAgQIAAAQIECDRfQIUECBAgQIAAAQIECBAgQIBA8wVUSIAAgf4V0Hymf7+NkxEgQIAAgUUR6NV8Zvfu3YvybA8hQGCBgEsCBAgQGGqBhx56KH3/+9+vDK677jqNZyoVCQIECBAgQIDAAAs4OgECBPpM4HwbyHzpS19Kr3nNa/qsGschQIAAAQIECBAg0CcCjkGAAAECBAgQIECAAAECBAg0X0CFBAgQIECAAAECBAicFNB85iSFCQECTRNQDwECbYFezWdarVZ70Z8ECBAgQIAAAQKLIvD888+n8fHxns/asGGDf5ivp4wkgcUR8BQCBAgQIECAAAECwy7wxje+MX3+858/J4bXve516Ytf/OI53WMzAQIEVlLAuwkQIECAAAECBAgQIECAAIHmC6iQAAECBAgQIECAAAECBAgQaL6ACvtXQPOZ/v02TkaAAAECBBZFYM2aNdVzXnzxxSonQYAAAQIEFkHAIwgMpcDMzMx845n9+/dX9X/pS19KN9xwQ5WXIECAAAECBAgQIECAwAALOHofCqxbty71akZ/uqOuXbv2dEvyBAgQIECAAAECBAgQIEAgBAQBAgQIECBAgAABAgQIECDQfAEVEiBAgAABAgROCmg+c5LChAABAgQINE2gXc+rXvWqdMUVV7QvOv7cuXNnx5UpAQIECBAgQIDA+Qps3LgxPf7449Xtf/M3f5O++MUvVnkJAgQIECCwuAKeRoAAAQIECBBIKeeczrahzIc//OH03ve+N/kfAgQIECBAYJAEnJUAAQIECBAgQIAAAQIECBBovoAKCRAgQIAAAQIECBAgQIDAygloPrNc9t5DgAABAgRWUKDX/7fTVqu1gifyagIECBAgQIBAMwR+8YtfpJ/97Genivnz7LWvfW3asGHDn68MBAgQIECAAAECBAgQIEBg6QU+8IEPpBtuuOGML7rkkkvSunXrzrjH4lkI2EKAAAECBAgQIECAAAECBAg0X0CFBAgQIECAAAECBAgQIECAQPMFVEiAAAECJwU0nzlJYUKAAAECBJoroPlMc7+tys4sYJUAAQIECCylwFNPPZXGx8erV+Sc5xvPXHvttdWaBAECBAgQIECAwOILeCIBAgQInBJ4ucYysf7qV7/61A1mBAgQIECAAAECBAZEwDEJECBAgAABAgQIECBAgACB5guokAABAgQIECBAgACBlRPQfGbl7L2ZwLAJqJcAgRUUGB0drd7earWqnAQBAgQIECBAgMDZCUxNTc03njl+/Hh1w4YNG9K73vWuKi9BYEgElEmAAAECBAgQIECAwAoKxP89IBrM9DrCW97ylnTTTTf1WpIjQIDAuQrYT4AAAQIECBAgQIAAAQIECDRfQIUECBAgQIAAAQIECBAgQIBA8wVUSOCkgOYzJylMCBAgQIBAcwVGRkaq4iYmJqqcBAECBAg0TUA9BAgslcD4+Hh65plnqsd/4hOfSJ/5zGeqvAQBAgQIECBAgAABAgSWTsCTCXQLfOELX0hveMMbupMvXZ2uKc1LS/5FgAABAgQIECBAgAABAn0v4IAECBAgQIAAAQIECBAgQIBA8wVUSIAAAQIECBBYOQHNZ1bO3psJECBAYNgEVrDeXs1nWq3WCp7IqwkQIECAAAECgyvwox/9KG3durUq4K1vfWu69dZbq7wEAQIECAyZgHIJECBAgAABAn0gsHbt2q5TfOpTn0rvfOc7u3IuCBAgQIAAgQsQcCsBAgQIECBAgAABAgQIECDQfAEVEiBAgAABAgQIECBAgACBIRIY2uYzQ/SNlUqAAAECBNLq1asrhX379qXZ2dkqL0GAAAECBAgQaJLAYtfy6KOPps2bN1ePfeUrX5k2bNiQLrnkkmpNggABAgQIECBAgAABAgQILLfAe97znvSxj31s/rVXXXVVWrdu3fy8qX+oiwABAgQIECBAgAABAgQIEGi+gAoJECBAgAABAgQIECBAgACB5guokAABAgRWTkDzmZWz92YCBAgQILBsAldffXWK/3L5whfu3LlzYco1gaUU8GwCBAgQIDDQAnv27Enj4+M9a4jGM29+85t7rkkSIECAAAECBIZMQLkECBAg0CcC0XDmsssum288E01T++RYjkGAAAECBAgQINAMAVUQIECAAAECBAgQIECAAAECzRdQIQECBAgQIECAAAECQySg+cwQfWylEugWcEWAwLAJjIyMVCW3Wq0qJ0GAAAECBAgQINBbIBrPTExMVIs333xz+uhHP1rlJQj0h4BTECBAgAABAgQIECAwrALXXHPNfOOZT37yk8NKoG4CQySgVAIECBAgQIAAAQIECBAgQKD5AiokQIAAAQIECBAgQIAAAQIEmi+gQgIrJ6D5zMrZezMBAgQIEFhWAc1nlpXbywgQINBbQJYAgYEV+Pa3v522b99enf+v//qv01e/+tUqL0GAAAECBAgQIECAwBALKJ1AHwl85jOf6aPTOAoBAgQIECBAgAABAgQaJKAUAgQIECBAgAABAgQIECBAoPkCKiRAgAABAgQIDJGA5jND9LGVSoAAAQLdAsN2tWbNmqrkVqtV5SQIECBAgAABAgS6BR588MH0wx/+sDv50tWqVavShg0bXpr5FwECBAj0s4CzESBAgAABAgQIECBAgAABAs0XUCEBAgQIECBAgAABAgQIECDQfAEVEiBAgAABAgQIECBAgAABAksn0C/NZ5auQk8mQIAAAQIE5gVGRkbmx84/NJ/p1DAnQIAAAQIElkFg4F7x3HPPpfHx8Z7nHhsbS6Ojoz3XJAkQIECAAAECBAgQIECAQL8IzM3NpfOJCzi/WwkQIECAAAECBAgQIECAAIHmC6iQAAECBAgQIECAAAECBAgQaL6ACgkQIEBgiAQ0nxmij61UAgQIEBhugV7/YPTExMRwowx99QAIECBAgACBMwmcOHFivvHMgQMHqm1r165N73//+6u8BAECBAgQIECg/wSciAABAgSGWSCazuScU87nHsPspnYCBAgQIECAwOAJODEBAgQIECBAgAABAgQIECDQfAEVEiBAgAABAgQIECBAYOkENJ9ZOltPJnBuAnYTIEBgiQVWr15dvSH+QeqZmZkqL0GAAAECBAgQIJDSpk2b0hNPPFFRfOhDH0q33HJLlZcgcFYCNhEgQIAAAQIECBAgQGCZBErjmfN9Xdx/vve6j8DQCwAgQIAAAQIECBAgQIAAAQIEmi+gQgIECBAgQIAAAQIECBAgQKD5AiokMEQCms8M0cdWKgECBAgMt8CVV16Zrr766gph586dVU6CAAECwyKgTgIECJxO4N5770333HNPtfy6170ubdiwocpLECBAgAABAgQIECDQvwJORqDpAqdrEpNzvqDSc76w+y/o5W4mQIAAAQIECBAgQIDAOQrYToAAAQIECBAgQIAAAQIECDRfQIUECBAgQIAAAQJLJ6D5zNLZejIBAgQInJuA3csgMDIyUr1lYmKiykkQIECAAAECBIZZ4OKPkB0AABAASURBVMknn0zj4+MVwUUXXTTfeKZXQ79qswQBAgQInE5AngABAgQIECBAYJEFcj67JjHRpObl4myPFs852732ESBAgMBQCiiaAAECBAgQIECAAAECBAgQaL6ACgkQIECAAAECBAgQIECAAIEGCZym+UyDKlQKAQIECBAgcFJgdHT05LxMWq1WmRoJECBAgACBoRNQ8EKBgwcPzjeeOXHixMKl+cYz73znO6u8BAECBAgQIECAAAECBAgQWE6BMzV+ibU65lLkcs4p5zNH1BF7TxexHpFzjuFkxP6TFyYECBAgQIAAAQIECBAgQIDACgh4JQECBAgQIECAAAECBAgQINB8ARUSIECAAIGlE9B8ZulsPZkAAQIECPSdwMjISHUmzWcqkpVLeDMBAgQIECCw4gIbN25Mzz77bHWOT33qU+nGG2+s8hIECBAgQIAAgXMWcAMBAgQIELgAgWjyknN345fyuFiLec65ajIT+Vg/m8i5vj/nHI84beSc5xvcnHaDBQIECBAgQIDAsAmolwABAgQIECBAgAABAgQIEGi+gAoJECBAgAABAgQIECDQIAHNZxr0MZWyuAKeRoAAgSYKaD7TxK+qJgIECBAgQGCxBO6+++60bdu26nFve9vb0q233lrlJZohoAoCBAgQIECAAAECBAgMikA0jsm5uwlM5EpEHTm3m8CUXBlj7Wyj3LNwzLl+duczc26vd+bMCfSLgHMQIECAAAECBAgQIECAAAECzRdQIQECBAgQIECAAAECBAgQINB8ARUSILB0AprPLJ2tJxMgQIAAgb4T0Hym7z6JAxEg0C3gigABAismsGPHjrRly5bq/VdeeWXasGFDuugi/xFKhSNBgAABAgQIECBA4PwE3EWAwHkK5Fw3nul8VM5nbv4SzWQ695/tPOf2e+P+nNvzcm/kyjzGnM98htgjCBAgQIAAAQIECBAYCgFFEiBAgAABAgQIECBAgAABAs0XUCEBAgQIECBAgECDBPyTUw36mEohQIDA4gp4WhMFVq1aVZV18ODBdPz48SovQYAAAQIECBAYFoFWq5XGx8d7lhuNZ970pjf1XJMkQIBAMwRUQYAAAQIECBAg0O8CCxu8xHkjl3NOOee4nI/IzU/+/MfC60hH7uUi9pUoe+M65+7GMjm33x17Yr1Ezt37St5IgAABAisp4N0ECBAgQIAAAQIECBAgQIBA8wVUSIAAAQIECBAgQIAAAQIECDRfYOkq1Hxm6Ww9mQABAgQI9J3AK1/5ynTNNddU59q5c2eVkyBAgAABAgRWQMArV0Rg48aNaffu3dW7P/e5z6WPfOQjVV6CAAECBAgQIECAAAECBAhckMDL3NyrmUvnLbGec7vBS8w712LemSvzMsb62UTsjyh7Yx4R1zmfajqT86l5rJXIuZ0v10YCBAgQIECAAAECBAgQIDB0AgomQIAAAQIECBAgQIAAAQIEmi+gQgIECBAg0CABzWca9DGVQoAAAQIEzkZgZGSk2tZqtaqcREoMCBAgQIAAgeYLbNmyJe3YsaMq9Prrr09f+cpXqrwEAQIECBAg0DwBFREgQIAAgX4TyLl345Zo/hKRc7vxTOe5Ix/XZYx5iZKLMaLkO8fIR0SujDHvFWU951PnyPnU/Ez39FqTI0CAAAECBAgsh4B3ECBAgAABAgQIECBAgAABAs0XUCEBAgQIECBAgAABAgQInL+A5jPnb+fO5RXwNgIECBBYJAHNZxYJ0mMIECBAgACBgRfYtm1buvvuu6s6Vq9encbGxqq8xLIIeAkBAgQIECBAgAABAgSGVqA0dekEiFyJnNtNaeK6c0+veeeemEeUfTGPmJ2dTRExX7gWuYjIv9yYc3fjmdgfEfeWyLl7T8kbh1ZA4QQIECBAgAABAgQIECBAgEDzBVRIgAABAgQIECBAgAABAgQINF9AhQQINEhA85kGfUylECBAgACBsxEYHR2ttk1MTFQ5CQIECKTEgAABAs0VePbZZ9P4+HjPAjds2JB6NezruVmSAAECBAgQIECAwMALKIAAgX4RyLndXKacpzRwybmdL9cL1zuvy54YS3Sux/xs8rHn5fYuXM/5VIOZnE/NY19Ezu06Yi4IECBAgAABAgQIEFhuAe8jQIAAAQIECBAgQIAAAQIEmi+gQgIECBAgQIAAAQLnL6D5zPnbuZMAAQLLK+BtBBZJoNc/SL179+5FerrHECBAgAABAgT6X+DYsWPzjWcOHTpUHXbdunXpve99b5WXIECAwLIJeBEBAgQIECBAgMBQCpRmL6X4cp1z3cSlrMXemHdGyZWxvTabDvzyP6aD9/2nNDc3+1LMzUfsiZibm0uzs7Mxnc/H9fxFxx8vl4v1iHJLzHOuzx7rsRajIECAwFALKJ4AAQIECBAgQIAAAQIECBBovoAKCRAgQIAAAQIECBAgQIAAgeYLNKhCzWca9DGVQoAAAQIEzkZgzZo11bZWq1XlJAgQIECAAIGUGDRTYNOmTenJJ5+sivvwhz+cvvCFL1R5CQIECBAgQIAAAQIECBBotsBKVlcaseScTx6jM1fmJxdfZhL7S8xvnZtN+3/xH9PRP/58Pg68NE9zc/NL0XAmYv7ipT/KvNzfOb60/NJtc10RuYjYl/OpRjM5t2tZmI+9ETm312MuCBAgQIAAAQIECBAgQIDAcgl4DwECBAgQIECAAAECBAgQINB8ARUSIECAAAEC5y+g+cz527mTAAECBAgMpMCqVauqc09NTaWjR49W+T5LOA4BAgQIECBA4IIF7rnnnnTvvfdWz3njG9+Yvva1r1V5CQIECBAgQGDZBbyQAAECBAgMlUDO3Y1YomFLAOR8qplLXJco6zF2RqzHdYwRMZ+bnUn7f/kf0/HnfhGp+Tj20vzAff8pxdp84qU/Yu/s7OxLs5RiHhEXMS6MyJeItTIvY+QiOq9zPnMtZa+RAAECBAgQGCoBxRIgQIAAAQIECBAgQIAAAQLNF1AhAQIECBAgQIAAAQIECAyQgOYzA/Sx+uuoTkOAAAECgypwxRVXpOuuu646/s6dO6ucBAECBAgQIECgSQJPPPFEGh8fr0q6+OKL0/r169OVV15ZrUkQIECAAAECBAgQIECAAIGlEOhs0FKeX3I5t5u15JzL0nxTmJMXPSbl3hgjZmem04Ff/qd0/LlfVruPP/eLdPD+/5zmXtoTe18u4gEL95wuF/mI2B9jRMxzbtcU88hF5HyqvrgWKyng3QQIECBAgAABAgQIECBAgEDzBVRIgAABAgQIECBAgAABAgQINF9AhQQIEDh/Ac1nzt/OnQQIECBAYGAFRkZGqrO3Wq0qJ0GAQJ8JOA4BAgQInLfA/v375xvPzMzMVM/YsGFDesc73lHlJQgQIECAAAECBAisiICXEiAwFAI5dzdeKU1Zcm43aQmEkls4LlybnZ2N1HyDmtg7O3MiHbr/P6fjf6obz8xvfOmP48/9Mh164Jsp9sb98/e99JwYIyIXUeYxvnTbyXeU68jl3F1L5CI698Q85977Yq8gQIAAAQIECBAgMHQCCiZAgAABAgQIECBAgAABAgSaL6BCAgQIECBAgAABAgMkoPnMAH0sRyVAoL8EnIbAIAtoPjPIX8/ZCRAgQIAAgfMR2LhxY3ruueeqWz/96U+nT78U1YIEAQIE/ixgIECAAAECBAgQILDUAtGYJd6Rc7vxTM6nmrSUtViP+ctFmp1Oh+7/Zjr+p/viljNG7Jl64JtpZvpYV1OZ8o64uTSgiVznPK5jPcaF+biOtYhYjzEi5jm3a4zrzoi1zmtzAgQILLeA9xEgQIAAAQIECBAgQIAAAQLNF1AhAQIECBAgQIAAAQIECBAg0HwBFZ6/gOYz52/nTgIECBAgMLACms8M7KdzcAIECAy7gPoJnJfAD37wg/Tggw9W977jHe9IX//616u8BAECBAgQIECAAAECBAisqEBjX96rwUrJ5XyqKUvJlTFAOudxvTBifW72RDpw33/q2Xhm7qUbtj1+9KU/u/914vkH0pFt/yXNzZxI0TRmYcw/d25uvjlN3BnXZYx5RLmOsTNybjfRKXtiLeY5n6o1chE5t/fGXBAgQIAAAQIECBAgQIDAUAgokgABAgQIECBAgAABAgQIEGi+gAoJECBAgACBARLQfGaAPpajEiBAgACBxRIYHR2tHjUxMVHlzpywSoAAAQIECBDof4Ht27enu+66qzro1VdfndavX1/lJQgQIECAAIGFAq4JECBAgACBxRLIubvBSjRiiWfnXDdjKWux3hmRjwYxMXbG7PTxdOi+/5yimUzn/vn5XEp3bplMm355MG17rG5AM71zazq87fY0N3N8vslM53NjXt5XxsjFc2OMiHmv6FxbOM+5rjme0bkvrgUBAgQIECCwXALeQ4AAAQIECBAgQIAAAQIECDRfQIUECBAgQIAAAQIECBAgQOD0AprPnN5msFaclgABAgQInIPAmjVrqt2tVqvKSRAgQIAAAQIEBlkgmuuNj4/3LGFsbCy98Y1v7LnW10mHI0CAAAECBAgQIECAAIGBE+jVUKXkcq6bsJS1KDTmnRG5iM7c7PSxdOiBb6bjzz8QS10xNzuX7tyyLz2/e3o+v+m+g2nr470b0BzZ9l/SzImjqTSZiTEi3lXGMu+8jlxEycWL4jrGiJzbTXc6czHPuV17zGNfRM7tvTEf6lA8AQIECBAgQIAAAQIECBAg0HwBFRIgQIAAAQIECBAgQIAAAQLNF1AhAQIEBkhA85kB+liOSoAAAQIEFktg1apV1aOOHj2aDh8+XOUlCBA4vYAVAgQIEOhvgWg8s2fPnuqQX/jCF9KHP/zhKi9BgAABAgQIECBAoJeAHAECBC5UIOfuhiql2UrO7eYrnc8va5Er884x5iWi2cvsiaPp0P3fTCd6NJ6ZnWs3nvnTnhPxuJOx+ZcH0wOPHTl5XSYzu36Vjj34f0mz00fTzMzMfBOaWCvvizHeGWOJsh5jibIWY+TinhgXRqzn3G2zcI9rAgQIECBAgAABAssl4D0ECBAgQIAAAQIECBAgQIBA8wVUSIAAAQIECBAgQIDA6QU0nzm9jRUCBAZLwGkJEDgHgcsuuyz1akDzwgsvnMNTbCVAgAABAgQI9K/Apk2b0qOPPlod8L3vfW9at25dlZcgQGBgBByUAAECBAgQIECAwMAIRHOVhYctuZzrxjOde8u+hbnIl4gmMYe33Z6mX9jWuW1+PjOb0p2b96XnX5yev174x5b7DqWtPRvQPJiOP/h/TbMnjsw3n4kmNPG+aCATY6+ItYh4R1nvnOd8qsFMrMdaibjOubdFrJV9RgIEhk5AwQQIECBAgAABAgQIECBAgEDzBVRIgAABAgQIECBAgAABAgQINF9AhQMkoPnMAH0sRyVAgAABAospMDo6Wj2u1WpVOQkCBAgQIHB6ASsE+lNg69at6cc//nF1uJGRkfS1r32tykuSRL2/AAAQAElEQVQQIECAAAECBAgQIECAwJkErJ2PQDROyflU05V4RuRizPn0zVZiT0Tsi4h5z5g+mg4/cFs6/vzW2NYV7cYzk2nnaRrPlM2b7zuUHviXI+Xy5Dgz8VA68fB/l+Zeeke8OxrL9Boj1xllX8nFA8s8xriOiHlEzCNinnNtknO3X+wVBAgQIECAAAECBAgQILBUAp5LgAABAgQIECBAgAABAgQINF9AhQQIECBAgACB0wtoPnN6GysECBAgQGCwBM7xtPEPXy+8ZWJiYmHKNQECBAgQIEBgoASeeeaZND4+3vPMY2NjadWqVT3XJAkQIECAwMAIOCgBAgQIECAwEAI5dzdOiQYrcfCc201Wcq7Xy57OsXMe98f17Ikj6dAD30wnXvhVpLpiZialO7dMphf2TnflT3ex5f5D6YHHjlbLsxO/Tscf+r+l2eOHUzSV6Yz5M8zOps4x5vGQzrFz3rkW84URe3Nu2/RaW5hzTYAAAQIEGi+gQAIECBAgQIAAAQIECBAgQKD5AiokQIAAAQIECBAgQIAAAQJ9JKD5zBJ9DI8lQIAAAQL9LrBmzZrqiK1Wq8pJECBAgAABAgQGReDIkSPzjWempqaqI3/lK19J119/fZW/0IT7CRAgQIAAAQIECBAgQIBAp0A0Uem8jnnJ5dxurpJze4y1iFiPKPOc2+uduZhHROOZw1tvT9MvPBjbu2J6dq7deObFs2s8U27ect/BdP+/HCmXJ8e53Q+nEw//d2nm+NTJBjTzZ5id7bqOG0o+xoiSizHiTLlYj4g9OXfXHvmcuxv1RG65w/sIECBAgAABAgQIECBAgACB5guokAABAgQIECBAgAABAgQIEGi+gAoJECBA4PQCms+c3sYKAQIECBBotMDIyEhVn+YzFYnEYAk4LQECBAgMucDmzZvTU089VSl85CMfSZ/73OeqvAQBAgQIECBAgMBACjg0AQIE+log5+5GKdFQJQ6cc7upSsxLrsw7r3PO841dSi7GiNnZ2TQ3fSRNPfDNdOKFX8WtXTE9M5fu3DyZXth7bo1nykO+ff+hdN/vejWgeSTNPPJ/T7N/bkAzMzOT4jxx3/yZ5uZOnjfynVH2xBgRa53jwnm5zrnbMPKCAAECBAgQIEBg6AQUTIAAAQIECBAgQIAAAQIECDRfQIUECBAgQIAAAQIECPSRgOYzffQxHIVAswRUQ4BAvwusWbOmOqLmMxWJBAECBAgQIDAgAj/72c/SL37xi+q0b3rTm9LXv/71Ki9BgMBiCXgOAQIECBAgQIAAAQIhUBqrxLxEyeWcTzZsKWsxxnpEmccYDV1ijHxnpOkj6dD930zTux6K5a448efGM7v2znTlz/XirgdO14DmN2l6vgHNoZONZkoTmjhvnDPGiJh3RpyhXJd557hwXq5zbpvFvZErsfC65I0ECCy1gOcTIECAAAECBAgQIECAAAECzRdQIQECBAgQIECAAAECBAgQINB8ARUSOL2A5jOnt7FCgAABAgQaLbBq1aqqvmPHjqWpqakqL0GAAAECAyLgmASGVODxxx9P4+PjVfWXXnppGhsbS5dffnm1JkGAAAECBAgQIECAAIGBFXDwvhOIhig5565zRS4SObebqMS8M2I9ouRyPrUv8hEnm7mcmEpTW2/r3XhmOqU7N+9LuyYvrPFMOcd8A5pHj5TLU+Oe7WnmN/99StOHU6/GM3He2HzyzHNz8w13Ih8RayXKdRkj3zkv1zl3m0Y+5zoXeUGAAAECBAgQIECAAIHGCSiIAAECBAgQIECAAAECBAgQaL6ACgkQIECAAAECfSSg+UwffQxHIUCAAIFmCfR7NfEPY69Zs6Y65s6dO6ucBAECBAgQIECgXwUmJyfnG8/EP9y28Izr169Pf/VXf7Uw7ZoAAQIECCyqgIcRIECAAAECBHLubohSGqnknOcbsCwUivWIyJcx/n1tzEvEWsTs8UPp0P3fTCdeeCguu+LEiZT+actkmpic7spf6MVdWw+lX/ZsQLMjzTzy36c4UzlvjBHl3GczxvliX+e4cF6ucz69YewRBAgQIEBguQS8hwABAgQIECBAgAABAgQIEGi+gAoJECBAgAABAgQIECBAgMAwCwxL85lh/sZqJ0CAAAECpxUYGRmp1iYmJqqcBAECBAgQIECgXwU2bdqUnn/++XK8k+ONN96YPvWpT528NiFAgAABAgQIECBAgAABAostUBqodD635HI+fdOUsifGnE/ti+uIeF6MM8cOpqkHvpmmJx6OVFccn56bbzzTWuTGM+Ul39l6KP3i0cPl8uQ4t2d7mtv+j2n2+ME0MzOTSuOZGOM6zh3ziDKPsUQ8KOa9xs5czCNib85to5hHLqWUcu5u+FPyRgIECBAgQIAAAQIECBAgQKAxAgohQIAAAQIECBAgQIAAAQIEmi+gQgIECBDoIwHNZ/roYzgKAQIECBBYboFezWd279693MfwvsYKKIwAAQIECCytwPe///300EMPVS955zvfmW699dYqL0GAAAECBAgQILAUAp5JgACB4RXIubsBSmmOknO7WcpCmViPiHyMOeeTzVviOiLWonHL7LGD6fDW29P0xCOR6opjJ+bSnZsnU2vfdFd+sS++u3XqNA1odqS53/xjmj12YP78cd5y9hgj4iwlH9edEWslIh/zMi6cl+ucu60jLwgQIECAAAECBJZTwLsIECBAgAABAgQIECBAgACB5guokAABAgQIECBAgACBYRbQfGaYv77ah0tAtQQIEOghMDo6WmUnJiaqnAQBAgQIECBAoN8EHnnkkfSd73ynOtY111yTxsbGqrwEgaERUCgBAgQIECBAgAABAksu0Nkopbys5HLOqczLWoyRiyjznPN845ZyXdaiYcvMsQNpauttaXri4VjuilONZ2a68kt1Md+A5rdHqsfPvfjbNLfjjjRzdN98HfPnnpnpmnfWFOtxvTDiwZHrHBfOy3XOed627I+8IDC0AgonQIAAAQIECBAgQIAAAQIEmi+gQgIECBAgQIAAAQIECBAgQKD5Aiok0EcCms/00cdwFAIECBAgsNwCIyMj1StbrVaVkyBAgACB8xNwFwECSyPwwgsvpPHx8Z4PX79+fXr961/fc02SAAECBAgQIECAAAECSyHgmcMnkHPuKro0Q8m53Ryla/Gli1iPeGk6/6+cT+2LfEQsxDh77EA6svX2ND3xSKS64ujxufRPmyfT7v3L03imvPy72w6le3s0oEkvPprmtt+R5l46c2kuU8b5WmZn55vRxLxXlOfHGOud48J5uc652z7yggABAgQIECBAgAABAssh4B0ECBAgQIAAAQIECBAgQIBA8wVUSIAAAQIECBAYZgHNZ4b566udAAECwyWg2h4Cq1atqrKaz1QkEgQIECBAgEAfCcQ/jLZx48a0d+/e6lS33HJL+tCHPlTlJQgQIEBgqAQUS4AAAQIECBBYVoH496nxwpxPNZSJ6xKlGUu5jrHk4t6Ikps9tj8d3npbmm79JlJdcfT4bLpzy2Tas8yNZ8ohvrftUPr5jiPl8uSYJ/8lze24I8XZZ2ZmUtTTK+KGqDvidOuRj31lXDgv1zn3tu68L/YKAgQIEGi0gOIIECBAgAABAgQIECBAgACB5guokAABAgQIECBAgAABAgQIEFhGgRVqPrOMFXoVAQIECBAgcFqB1atXV2snTpxIBw8erPISBAgQIECAAIFzF1j8OzZt2pR+97vfVQ9+//vfn9auXVvlJQgQIECAAAECBAgQIECAwGII9GpsUnI5t5uh5Jy7XhWNVkqi7O0cyzz2zR7dnw7d/8003dpebjk5rnTjmXKQ7/8qGtAcLpcnx7kXH01zv/nHNHdsf4paoglNjFFfjCXiOiKuYywRD4p5r7EzF/OI2Jtz2zzmkYvIuds/coIAAQIECBAgQIAAAQIECBBYLAHPIUCAAAECBAgQIECAAAECBJovoEICBAgQGGYBzWeG+eurnQABAgSGXuAVr3hFGh0drRyef/75KifRAAElECBAgACBARe4//77009+8pOqivj7ma997WtVXoIAAQIECBAgMJQCiiZAgACBJRHIubuxSWl6knO7CUrO7bG8PBqslHnszTnPN2aJeYlYj31zxw+kqa23pZndOyLVFUeOz6U7N+9Le/bPduVX6uL7v5pK9+yoG9CkyX9Js9v/Mc0enUylvqgtolzHGOeOseTLWPK9xs5czCPiGTl3f5PIR8RajIIAAQIECBAg0GgBxREgQIAAAQIECBAgQIAAAQLNF1AhAQIECBAgQIAAAQIEllFA85llxPYqAp0C5gQIEOgXgZGRkeoorVarykkQIECAAAECBFZS4A9/+EMaHx/veYSxsbF03XXX9VyTJLDSAt5PgAABAgQIECBAgMBgC/RqZFJyOef5RitRYcnFPBqqxNgZJRf7ImItcrNH96Wp+7/Zs/HM4WPReGYy7TkwE9v7Jn4QDWi21w1o8uRjaW7HHWn2yN75RjtRX9TaGZGLQkou5pGL65iXMeYRnded87KWc/sbdK7l3G5K05mL/YLAUgp4NgECBAgQIECAAAECBAgQINB8ARUSIECAAAECBAgQIECAAAECzRdQIYFhFtB8Zpi/vtoJECBAgMBLAprPvITgXwQIDIuAOgkQGFCBI0eOzDeeiXFhCV/96lfTe97znoVp1wQIECBAgAABAgQIDK+AygksqkDO7UYm5aGloUnO7aYnJV/GaKRS5mUs98QYEfnYN3t0Mk1tvS1N794Rqa6YOtpuPPNinzWeKYf8wYNT6Z4eDWjS3nYDmpkje+cb88zXOTs734wmao+IXBljHs+MMXIxj4h5RK955ErEnpy7v1FZy7l3vqwbCRAgQIAAAQIECBAYaAGHJ0CAAAECBAgQIECAAAECBJovoEICBAgQIECAAIFlFNB8ZhmxvYoAAQIEOgXM+0VA85l++RLOQYAAAQIECJxOYOPGjenpp5+ulj/2sY+lm2++ucpLECBAgEA/CTgLAQIECBAgQGAwBaKpycKTl1zO59d4pjwvGq1Ec5apB25LM7t/W9Inx8NHZ9OdmyfT3oMzJ3P9OIkGND/bfqQ+2uTjKe24I80e2TvfdCbqLRGGJeLGznnsKdcxlvUYO6OslVxc59z7m8Ra2WckQIAAgaUU8GwCBAgQIECAAAECBAgQIECg+QIqJECAAAECBAgQIECAAAECBJos0G4+0+QK1UaAAAECBAicUWB0dLRab7VaVU6CAAECBAgQaIDAAJbw05/+NN13333Vyd/85jenr3/961VeggABAgQIECBAgAABAgQIXKhANCzJOXc9JnKRyLnd5CTn7vVonBLrEWVvjAsj9kXjmSPbbk8zex6N7V0xFY1ntkymyUMX0Him64lLe/HDBw+ln20/XL9k8vE0t/0f0+yRF1MYRN0l4joiruPGGCPKPNZifrqxcy3mEbE35/a3iXnkFyW6xgAAEABJREFUInLu/k6REwQIECBAgAABAgQIECBAoBECiiBAgAABAgQIECBAgAABAgSaL6BCAgQIECCwjAKazywjtlcRIECAAIF+FFi1alV1LM1nKpIlSXgoAQIECBAgcGaBxx57LI2Pj1ebLrvssjQ2NpYuvfTSak2CAAECBAgQINBvAs5DgAABAoMnkHN3w5LSzCTndnOTqKjkYl4ap8S8RORiT4nIR272yN50ZOvtaXp33XjmUDSe2TyZ9h6cje0DEz98cCr98296NKDZ969pbscdafbInjRf++zsybG4RD4KjesyjzGuS37huHAt1iMin3P3t4t8RKzFKAgQIECAAAECSyXguQQIECBAgAABAgQIECBAgEDzBVRIgAABAgQIECBAgACBJgtoPtPkr6u2cxGwlwABAkMrEM1nLr744q76Z2Zm0r59+7pyLggQIECAAAECyymwd+/eno1n4gzReOZtb3tbTAWBcxWwnwABAgQIECBAgAABAqcV6NWgpORyPtV4pvMB0Sil8zr2R0SujDGPfbNHXkyHt92epvf0aDxzZDbduXkyTR4arMYzUVvE3Q/1bkCT9z2R5rbfkeaO7EnhETFv8edGNOU6nhHziJjHnjIvY+RLlFwZO/M5t79V51rO7aY0nblyj7GRAooiQIAAAQIECBAgQIAAAQIEmi+gQgIECBAgQIAAAQIECBAgQKD5AiokQGAZBTSfWUZsryJAgAABAv0oEI1nRkZGqqPt3LmzykkQIEBgcQU8jQABAqcX2LhxY+r19yOf+cxn0ic/+cnT32iFAAECBAgQIECAAIE+E3AcAoMjkHO7QUk5cWlUknO7mUnO3evRIKVzb+yPiFyMJWLfzOE96fDW29P07rrxzMEjc+nOzfvSvgFtPBP1RkQDmp8+cjim3RENaHbckWaP7ElhES5ljHlEXMdNnfPIxXXJxzwiriPKvIyRi4jrnLu/VeQjcu6djzVBgAABAgQIECBAgMCFCLiXAAECBAgQIECAAAECBAgQaL6ACgkQIECAAAECBJosoPlMk7+u2ggQIHAuAvYOtUCv5jOtVmuoTRRPgAABAgQIrJzAd7/73fTwww9XB3jXu96Vvva1r1V5CQIECBA4BwFbCRAgQIAAAQIEKoFoVrIwWXI5txvPxHrJxTwao8TYKzr3xXzm8O50eOttaXrP76rthw7Ppju3TKZ9UzPV2iAmfvTrqfTTh3s1oHkyzf3mH9PsSxYzMzPzTWjCsEQ4xTzGElF/5CJiHvkYO6PkyhhrObe/Wc7tsXMt1gUBAgSGQkCRBAgQIECAAAECBAgQIECAQPMFVEiAAAECBAgQIECAAAECBAg0X2AZK7xoGd/lVQQIECBAgECfCmg+06cfxrEIECBAoPECCqwFounM9773vWrh2muvTRs2bKjyEgQIECBAgAABAgQIECBA4EIEojFJzrnrEZGLRM7t5iU5d6+XZiixp0TcszBi3/ShiTT1wG1p5sXHytaT48Ejs+mftkym/Yea0XimFPajh6fSTx6ZKpenxv1Pptnt0YCmlcIqfCJiXiKu44YYI2Je1jrnkYvriDLvNebc/nZlLfYLAgQIECBAgAABAgQIECCwFAKeSYAAAQIECBAgQIAAAQIECDRfQIUECBAgQKDJAprPNPnrqo0AAQIECJylgOYz81D+IECAAAECBFZYYOfOnWl8fLznKcbGxtJrX/vanmuSBAgQIECAAIFzELCVAAECBAh0CeTcbk5SkqVJSc7txjORL7mYl4YoMY+ItYgyjzEicrOHd6eprbel2b2PR6orDhyeTXdunkz7p2a78k25+PGvD6cfP1w3oMn7f5/Sjm+l2amJFJbzTrOz8/PO6+IQ6zGPtYi4johcGTvnnbmSz7n7G0c+YuHeyAkCBAgQIECgMQIKIUCAAAECBAgQIECAAAECBJovoEICBAgQIECAAAECBAgQWEQBzWcWEdOjFlPAswgQIEBgOQU0n1lObe8iQIAAAQIEegnMzMzMN56ZnJyslv/+7/8+feADH6jyEk0QUAMBAgQIECBAgAABAgRWRqBX45GSy/lU45nO05X1kovrzoh8XEeTlOlDE2nqgWg886+R7opoONPkxjOl2J88fDhFlOuT4/7fp7kdd6TZwxMp/vOAYnamMe6N9TKWeVyXKLkyduZzbn/TzrWc201pOnPlHuNiC3geAQIECBAgQIAAAQIECBAg0HwBFRIgQIAAAQIECBAgQIAAAQLNF1AhAQJNFtB8pslfV20ECBAgQOAsBVatWlXtnJiYqHISBAg0XEB5BAgQWEGBTZs2pccee6w6wQ033JD+4R/+ocpLECBAgAABAgQIECBwngJuI0BgXiDnduOR+YuX/igNSHJuNynJuV4ve2Is8dKtKeYxRtOZiJmpiXR4621pZu/jke6K0njmwOHZrnxTL3788FT68a8P1+XtfyrN/eYf09zh1hkb0MSN4RuuMY8xrjsj8iUiH/MyxjwirnPu/qaRj8i5dz7WBAECBAgQIECAAIGBFXBwAgQIECBAgAABAgQIECBAoPkCKiRAgAABAgQIECCwiAKazywipkcRIEBgMQU8i8ByCqxevTpdcskl1SsnJyernAQBAgQIECBAYLEF7rvvvvTP//zP1WNf85rXpFtvvbXKSxAgQKBJAmohQIAAAQIECBBYXoFoQrLwjSWXc7vxTKyXXJl3XkeuRMmXcebQrnR46+1pZu+/li0nx/2HZtI/bZlMB48MR+OZUvhPHplKP3p4qlyeHPPBf0tz26MBzcQZG9BEw5m4qRjHGFFyZR7XEeW6jJHLuf1tc26PnWuxHtErF3lBgACBxRDwDAIECBAgQIAAAQIECBAgQKD5AiokQIAAAQIECBAgQIAAAQIEmi/Q5Ao1n2ny11UbAQIECBA4S4GccxoZGal279y5s8pJECBAgACBBgsobQUEnn766TQ+Pt7zzevXr0/XXHNNzzVJAgQIECBAgAABAgQIECBwrgLRXCTn3HVb5CKRc7spSc45Lk9GrEeURMw7I/JxHQ1SThzcmQ5v6914Zt/UTLpzy2Q6dHi4Gs+ET8RPHz6cfvTrugFNOvB0mttxR5qb2pXCsFh2jjHvjHhe53WZR75E5GLea8y5/Y3LWuyLyLmdj7kgQIAAAQIECBAgQIAAgYEXUAABAgQIECBAgAABAgQIECDQfAEVEiBAgAABAosooPnMImJ6FAECBAgQGGSBXs1nWq3WCpbk1QQIECBAgEDTBaampuYbzxw9erQqNRrP/PVf/3WVlyBAgAABAgSaJqAeAgQIECCwPALRaCTn7uYikYu359xuPBPzkivzhdeRjyj50jBl5tCudHTbf0kze5+I5a7Yd2g23bl5Xzp4ZK4rP2wXP33kcLr7oR4NaPa3G9DMHtqZZmZmUtgW186xzGM97DqvIxcR+dONsZZz+1vn3P4tlL2xFrHwOnKCAAECBAgQWAwBzyBAgAABAgQIECBAgAABAgSaL6BCAgQIECBAgAABAgQIEBhkAc1nBvnrLefZvYsAAQIEGi8wOjpa1TgxMVHlJAgQIECAAAECiyWwadOm9Ic//KF63Mc//vH02c9+tspLLIOAVxAgQIAAAQIECBAgQKCBAtFQJOd2s5FSXuRinnO7GUnMOyPWIyIX48LozM8ceiEd3nZ7mu7ReGZyvvHMZDp0ZDZuGfr459+cpgHNgX9LczvuSLNTp29Ac6Zv0LmW86lvHflA7zXm3N5X1mJfznUu8o0LBREgQIAAAQIECBAgQIAAAQLNF1AhAQIECBAgQIAAAQIECBAg0HwBFRIgQGARBTSfWURMjyJAgAABAoMssGbNmur4rVarykkQILB8At5EgACBJgv85Cc/Sffff39V4lve8pb0jW98o8pLECBAgAABAgQIEGiqgLoIEFh6gZzbDUXKm0qzkZzbjWdyrtfLnnJPGUt+dnY2xXz20Atp6oHb0kyPxjN7D86mOzdPpkNHNZ4pfjFGA5ofPjgV0+448IeUtt+R5qZeSDMzM23f4rxgDPuIeECMCyPyJWIt5mWMeURc59z+9jGPXImc2/lybSRAgAABAgQIECBwoQLuJ0CAAAECBAgQIECAAAECBJovoEICBAgQIECAAAECgyyg+cwgfz1nJ0BgOQW8i0DjBUZGRqoaNZ+pSCQIECBAgACBRRD43e9+lzZu3Fg96fLLL08bNmxIF198cbUmQYAAgWUS8BoCBAgQIECAAIEGCSxsKBKllVzO7cYznbkyL3vKdYyl2UyZxzh98Pk0tfW2NDP5ZFx2xeTBmXTnlsk0pfFMl0u5+Nn2w+mHDx4ql6fGg8+kue3/mGYO/umMDWjK9yjfKsaFceqhab6RTed1zHNu/wZybjeaifsj3xm9cp3r5gQIDKyAgxMgQIAAAQIECBAgQIAAAQLNF1AhAQIECBAgQIAAAQIECBAg0HwBFS6igOYzi4jpUQQIECBAYJAFVq1aVR1/9+7dVU6CAAECBAgsn4A3NVFgz549aXx8vGdpY2Nj6S//8i97rkkSIECAAAECBAgQIECAQFMFlqauaBqSc7upSHlD5GKec3fTkchFxHpE5zyuIyIXUZqezETjmfu/mWYmfx/prtj758YzhzWe6XJZePGz7UfSDx6cWphO6eAzKe34Vpr9cwOaMI+I71DGmHdGPCSuyxjziLguEdclIhfzMubc/q2UXOQjcm7nYy4IECBAgAABAgQIECBA4EIE3EuAAAECBAgQIECAAAECBAg0X0CFBAgQIECAwCALaD4zyF/P2QkQIECAwCIKRPOZyy67rHriiy++2M75kwABAgQIECCwCAKbNm1Ku3btqp500003pU984hNVXoIAAQIECBBYZgGvI0CAAAECDRCIBiI5dzcNiVyUlnO78UzMS67MO68jV6Lko/FJ5KLxzKEHvplm9z8dl13x4oGZdOfmyTR1dK4r76K3wD3bD/dsQJMP/THN7bgjzR36Uwr/iPDvFbEWEW+I9Zh3RuTjutcYuZzbv4mc27+ZsjfWIhZeR04QIECAAIGBF1AAAQIECBAgQIAAAQIECBAg0HwBFRIgQIAAAQIECBAgQIAAgXMQ0HzmHLD6aauzECBAgACBpRAYGRmpHrtz584qJ0GAAAECBAgQOB+B73znO+mRRx6pbn33u9+dxsbGkv+pBWQIECBAgAABAgQIECBA4NwEolFIzu0mIuXOyMU853aTkZh3RqxHRC7GhRH50tTkxP7n0uGtt6fZfXXjmT1/bjxz+JjGM2F2tjHfgOZXU9X2fOjZNLf9jjRz4Nk0MzNzsgnNwu/TeR0P6bwu85xP/SYiV/YtHHNu7yt7Yj3nOhf5xQzPIkCAAAECBAgQIECAAAECBJovoEICBAgQIECAAAECBAgQIECg+QIqJECAwCALaD4zyF/P2QkQIECAwCIL9Go+MzExschv8TgCAyvg4AQIECBwAQIPPRBnN3gAABAASURBVPRQ+v73v1894brrrku33nprlZcgQIAAAQIECBAgsEICXkuAwIAL5NxuFFLKKE1Ecj5z45mcu+8r98cYjWdinD7wXDqy7fY0s++puOyKPftn0p2b96UjxzWe6YI5y4t7dhxO3+/RgCYdejalHXek2YPPpfgOEdGIJsaFEd86orwy5iVib+TjutcYuYhYz7n9W4h55Erk3M6XayMBAgQIECBAgMBACzg8AQIECBAgQIAAAQIECBAg0HwBFRIgQIAAAQIECBAgcA4Cms+cA5atBAj0k4CzECCwFAK9ms/s3r17KV7lmQQIECBAgMAQCfzpT39K4+PjPSseGxtLo6OjPdckCRAgkBIDAgQIECBAgAABAmcnsLBRSNxVcjmfufFM2Vv2R6OSmEfEPNZP7PtjOrw1Gs88HZddMd94ZstkOnp8tivv4twEfj7fgOZQfdOh59Lc9jvSzP4/zjegKd8lvk3MSyy8jgeVtTLP+VQDmViLfGfk3P6t5Nze12tPr1znM8wJEDgfAfcQIECAAAECBAgQIECAAAECzRdQIQECBAgQIECAAAECBAgQINB8ARUOsoDmM4P89ZydAAECBAgsskCvf/C71Wot8ls8jgABAgQGVsDBCZyHwIkTJ9LGjRvT/v37q7u/9KUvpb/5m7+p8hIECBAgQIAAAQIECBAgsIICA/jqaAaSc7tZSDl+5GKec7uZSMw7I9YjIhdjRJnHGBHNTGKc3v/HdHjb7Wl2/7/FZVecajwz15V3cX4CP99xJH1vW92AJk89l9Jvv5VmD5xqQBPfLL5RRMx7RZxiYT5yJTrXIhfXZcy5/ZsquchH5NzOx1wQIECAAAECBAgQIEBgYAUcnAABAgQIECBAgAABAgQIEGi+gAoJECBAgAABAucgoPnMOWDZSoAAAQIE+klgKc6yevXq6rETExNVToIAAQIECBAgcLYCmzdvTo8//ni1PZrOfPGLX6zyEgQIECBAgEC3gCsCBAgQIEDgzALRGCTn7mYgkYu7cn75xjOxr0RpYhLXMY/xxL5n0uGt0XjmD3HZFbv3z6R/2jyZjh7XeKYL5gIv7v3tkfTdHg1o0qHn0tyOO9LM/mdSfOP4RqeLWD9dxD1xxFjvHGNeIuf2byfn9m+r7C3rMfbKRV4QIECAAIHzEXAPAQIECBAgQIAAAQIECBAg0HwBFRIgQIAAAQIECBAgQIAAgX4W0Hxmcb6OpxAgQIAAgUYIrFq1qqrjxRdfrHISBAgQIECAAIGzEfjFL36Rfvazn1VbX/va16avf/3rVX4AEo5IgAABAgQIECBAgAABAn0kEM0/cm43BynHilzMc243D4l5Z8R6RORi7IzIRURzkshP7/9jOrLt9jSzv24809o3k+7cPJmOndB4JswWO34RDWi2TlWPzVPPp/zbb81/k/KdYoyIb1ai87o8pKzFdcxzPvXbiesSKaX55jYL98V65ErkfOr+kjMSIECAAAECBAgQIECAAAECAyPgoAQIECBAgAABAgQIECBAgEDzBVRIgAABAucgoPnMOWDZSoAAAQIEmi7w6le/Ol1++eVVmbt3765yEgRWXsAJCBAgQKCfBX7/+9+n8fHx6og55zQ2Npauvvrqak2CAAECBAgQIECAQC0gQ4AAgdML5Nzd/KM0B8n5zI1ncu6+r/MN0bQkrmf2/zFNPXBbmtn/TFx2RWtyWuOZLpGlufjFo4fTd3s0oElTz6e04440d/CP801i4rtHxLcrUa5jjIh8nDLmJTpzZa1zjHnO7d9Szu3fTNwbeUGAAAECBAgQILDYAp5HgAABAgQIECBAgAABAgQINF9AhQQIECBAgAABAgQI9LOA5jP9/HWcjcAgCTgrAQKNERgZGalq2blzZ5WTIECAAAECBAicTuDgwYNp48aN6fjx49WW9evXp3e/+91VXoIAgQERcEwCBAgQIECAAAECfSDQqwFIyeXcbhbSecxYKxH5XvPIlWYkJ/b9IU1tvS3NHujReGbfdPqnLZPp+PRcPEossUA0oPnO1kP1W6Z2prntd6SZff8234Amvl35hr3GeEDky9g5z7ndWKasxVgi9uXc/k3l3N4XubJexl65smYkMJACDk2AAAECBAgQIECAAAECBAg0X0CFBAgQIECAAAECBAgQIECAQPMFVEjgHAQ0nzkHLFsJECBAgMAwCIyOjlZlTkxMVDkJAgQIEFh5AScg0K8CmzZtSs8880x1vE984hPppptuqvISBAgQIECAAAECBAgQIHB6ASvdAtHkI+d2E5CyErmY59xuEhLzXpFz+76yPxqWlH1lPr3vD+nI1tvT7IE/lqWT48TkdLpz8750YvpkymQZBH756JF0V88GNM+n9NtvpZl9T59sQBPfMSK+8cIxchFx5BhLxL7IlSj5GCPXOebc/RuK9Yic2/mYCwIECBAgQIAAAQIECJyPgHsIECBAgAABAgQIECBAgACB5guokAABAgQIECDQzwKaz/Tz13E2AgQIEBgkgcacdWRkpKql1WpVOQkCBAgQIECAQC+BH/3oR2nr1q3V0lvf+tb0jW98o8pLECBAgACBARNwXAIECBAgQGAFBaIJSM7dTT4iF0fKuW48E2u9IvZHPuecovFIRORm9v8hHdl2e5rp0Xhm1+TMfOOZ49NzsVUss8B90YDmgUP1W6d2prTjW2l2/7/NN6CJ7xoR37SMMY+I64iYx4NiHhHzzlxcl3zMOyPyObd/gzHvXIt5r1zkBQECBAgMnIADEyBAgAABAgQIECBAgAABAs0XUCEBAgQIECBAgAABAgQIECDQIdDQ5jMdFZoSIECAAAEC5ySg+cw5cdlMgAABAgQIdAg8+uijafPmzR2Z9vSKK65IGzZsSBddtNj/MUT7+f4kQIAAAQIECBAgQIAAgeYLRFOPnNtNP0q1kYt5znm+8UjMF0bZE2NnxL7O6+nJf0tTD9yWpvf/MZa6YtfeaDwzmU7MaDzTBbNsF+0X3fe7I+muB3o0oDn8Qprb/o9pZt/TJ5sJxbeNhjIxxt0xLrwu+Vgr85xP/cYiXyLWS0Qu5/a+mJd8jDm38zEXBAgQIECAAAECBAgQIECAwLkI2EuAAAECBAgQIECAAAECBAg0X0CFBAgQINDPAv6pr37+Os5GgAABAgRWQGD16tXVW1utVpWTIFAJSBAgQIDAUAvE3y+Mj4/3NBgbG0tvfvObe65JEiBAgAABAgQIDJiA4xIgQGAFBKLBR87dTT0iF0fJuXfjmViPyLm+L/LRiCQinnFi8ul0eNvtaebAs3HZFS/snU53bp5M0xrPdLms1EU0oPn2/b0a0OxKc9vvSDOTT1UNaOI7R5TvHmNE5KKOmJfozJW1GDsj5/ZvLuf2byvu7Vw3J0CAAAECBAg0QkARBAgQIECAAAECBAgQIECAQPMFVEiAAAECBAgQIECAAIEOAc1nOjBMCTRJQC0ECBA4X4FezWcmJyfP93HuI0CAAAECBIZEYNOmTWliYqKq9rOf/Wz6+Mc/XuUlCBBYHAFPIUCAAAECBAgQINB0gWjskXO7yUepNXIxz7ndBCTmJWKtROQWznNu3xP5WD+x96l0ZOtpGs+8OJ3u3DKZpmfnYqvoE4H7/+VI2nLfweo0+ciulB/9pzS3/+mqAU1872gs0znGA+K6jJ3znE/95iIfEfsiYp5z+3eUc3tf5GKtM3rlOtfNCZyLgL0ECBAgQIAAAQIECBAgQIBA8wVUSIAAAQIECBAgQIAAAQIECDRfQIUE+llA85l+/jrORoAAAQIEVkDg2muvTVdeeWX15l27dlU5CQIECBDoEnBBYGgFvv3tb6ft27dX9f/1X/91Wr9+fZWXIECAAAECBAgQIECAwAALOPoyCkTzjpzbzT3KayPXa15yZcy5fV/ZXxqPxHVE7JuefCpNbb0tzR76U1x2xQt7241nZma60i76ROCBx46mLfcfqk9zeFea/c0/ppnJ379sA5rym4gxHhS/ixKduc61mEfEvjLm3P1bi3xEzu18zAUBAgQIECBAgAABAgMn4MAECBAgQIAAAQIECBAgQIBA8wVUSIAAAQIECBAg0CGg+UwHhikBAgQINElALRciMDIyUt3+wgsvVDkJAgQIECBAgMCDDz6YfvjDH1YQr371q9Ott95a5SUIECBAgMDiCngaAQIECBAg0FSBaO6Rc3fzjshFvTl35yMXa72irOWcU6yXpiIz0XjmgdvS3KHnY0tX7HxxOt25eTLNzHalXfSZwAP/ciRtvq9uQJOPtlL+7bfS7L4zN6CJ30NElFV+F3EdUXI5t383cR35iJh3RuRybv8mY965FvNeucgLAgQIEDgXAXsJECBAgAABAgQIECBAgACB5guokAABAgQIECBAgAABAgQIEFhJgeVpPrOSFXo3AQIECBAgcM4Ca9asqe5ptVpVToIAAQIECBAYboFnn302jY+Pn0LomI2NjaVef0/RscWUAAECBAgQIECAAAECBAj0FIhmHTm3m3mUDZGLec6nmoHEda+IvRGx1qupyPTkU+nQA99Msz0azzy/JxrP7NN4JvBOF32U3/rYkbSlRwOadKTVbkAzeeYGNPH7KL+VzrFznvOp32LkIxYSRC7n9r6Yd67n3M535swJECBAgAABAgQIECBAgEDfCzggAQIECBAgQIAAAQIECBAg0HwBFRIgQIAAgQ4BzWc6MEwJECBAgACBtsDo6Gh70vHnxMREx5XpIAg4IwECBAgQWEqBY8eOpY0bN6YDBw5Ur/mHf/iHdMMNN1R5CQIECBAgQIAAgcUX8EQCBAg0TSAad+Tc3awjclFnznXjmViLiPWFUfLRYCQirqf3/j5N3R+NZ3Yu3J7mG89s2Zdm5+aqNYn+FXjgsSNp8y8PVgecO9xK6bffSrOTT6b4/hHxGyhRrmOMiHyM8aCYl+jMda7FvDNif87t327MO9fMCRAgQIAAAQIXKuB+AgQIECBAgAABAgQIECBAoPkCKiRAgAABAgQIECBAgMBKCmg+s5L63j1MAmolQIDAQAmMjIxU5221WlVOggABAgQIEBhegc2bN6cnnniiAvjABz6Q/v7v/77KSxAYEgFlEiBAgAABAgQIECBwAQLRsCPndvOO8pjIxTzn3o1nYi0i9pUo12WMfMxnJn+fprbelmanejSe2T2d7twymcre2C8GR2Dr40fTpvvqBjTpyEv/t41oQLP3iZMNaKKZTER86zLGPCIq7hw75zmf+m1GPiL2d0bkcm7vi3nnWsx75SIvBk7AgQkQIECAAAECBAgQIECAAIHmC6iQAAECBAgQIECAAAECBAgQaL6ACgkQ6BDQfKYDw5QAAQIECBBoC6xevbo96fhT85kODFMCBAZEwDEJEFgqgXvvvTf9/Oc/rx7/ute9Ln3jG9+o8hIECBAgQIAAAQIECBBYOgFPbopANOXIud20o9QUuV7zyHWuxXVEycUYURoOIYY/AAAQAElEQVSLxNr03ifT1AO3pdlDdeOZP+0pjWdipxhUgW2PHU2bftmrAc3ulKIBzeSpBjTx+yhRficxRkQ+xnCIeYnOXOdazEvk3G6SlHP7txz3lrUYc27nYy4IECBAgAABAgQIEDgXAXsJECBAgAABAgQIECBAgACB5guokAABAgQIECBAYCUFNJ9ZSX3vJkCAwDAJqHWgBFatWlWdd//+/VVOggABAgQIEBg+gSeeeCKNj49XhV900UVpbGwsvfKVr6zWJAgQIEBgiASUSoAAAQIECBA4D4Fo0JFzd1OOyMWjcu7OR66slXlcRyy8LrnpvU+kw1tvS7NTL8SWrvjT7ul05+bJNNeVdTGoAtseP5o2/vJQffyje1LacUea2ft4iiYynRG/k7iOsUQ8IHIxLszl3G4ws3CtXJcx5/ZvN+6PXGf0ynWumxMgQKDvBRyQAAECBAgQIECAAAECBAgQaL6ACgkQIECAAAECBAgQIECAAIHmC3RUqPlMB4YpAQIECBAg0Ba45ppr0tVXX92+6PjzhRfq/2J+x7IpAQIECBAg0GcCi32caEa3cePGdOLEierR0XjmXe96V5WXIECAAAECBAgQIECAAAECZxKIJhw5t5t0lH2R6zWPXOdaXEeUXIydEWvTL/5rmnrgtjRzqP7Pt5+LxjNbJmPbQIfDdwv86vEjaeMvejWgeTGlHd9KMy+eakDT+XuJZjNxHWNEPLWMkY8ouZxP/WYjHxFrnRG5nNv7Yt65lnM735kzJ0CAAAECBAgQIECAAAECZxKwRoAAAQIECBAgQIAAAQIECDRfQIUECBAgQGAlBTSfWUl97yZAgAABAn0sMDIyUp1u586dVU7irAVsJECAAAECAy+wadOm9Oyzz1Z1fPKTn0yf+cxnqrwEAQIECBAgQGAIBZRMgAABAucgEA05cu5uwhG5eETOdb6sxXpEXEd0zuO6xIk9j6eprbel2aldsaUrnm2dSP8PjWe6TJp08at/PZLG7z1YlZSP7U3pt99Ks3tPNaCJBjPlN9M5lnyM8aCyFvOSi3lE51pcl4h8zu3fcsxLvoy9cmXNSIAAAQIECPS1gMMRIECAAAECBAgQIECAAAECzRdQIQECBAgQIECAAAECBIZKQPOZofrcij0lYEaAAAECLyfQq/lMq9V6udusEyBAgAABAg0VuPvuu9OvfvWrqrq3ve1t6T/8h/9Q5SUI9IeAUxAgQIAAAQIECBAg0K8C0XQj53ZTjnLGyMU855zKPK4XRqyViLUyL2Pkpl/813R46+1pdmoiLrvi2d0n0n/99r6unIvmCTz4xNHTN6DZ8a2qAU00lCnR+VsKmbguY+c8ciUiH/eX6zJGPuf2bz3mJR9jzmf+rccecTYC9hAgQIAAAQIECBAgQIAAAQLNF1AhAQIECBAgQIAAAQIECBAg0HwBFRIgsJICms+spL53EyBAgACBPhbQfKaPP46jERhUAecmQGBgBXbs2JG2bNlSnf/KK69Mt956a5WXIECAAAECBAgQIEBgiAWUTuAsBKIBR87tZhxle+QWzkuujLFe5p1jzDtj+sXH09QD30yzh3s0nmlNp/+6ZV88SgyBQDSg+T/uPVhXemxvSjvuSLN7H0vRMCai8zdU5pGPiOsY40ExL9GZi7WIWIuxRM7tBjM5t3/zvdbLXiMBAgQIECBAgACBgRFwUAIECBAgQIAAAQIECBAgQKD5AiokQIAAAQIECBAYKgHNZ4bqcyuWAAECpwTMCLycQK/mMxMT9X9R/+WeY50AAQIECBAYbIFdu3al8fHxnkWsX78+veENb+i5JkmAAAEC/SHgFAQIECBAgACBfhOIxhs5t5twlLNFLuY5d+dzbjftiLWIsq9zjHlnzLz4eDp0/zfT3JHdcUtX/HFiOv3Xb0925Vw0X+ChJ46m/71nA5qXfgvb70izL/7LyQY0MzMzKX5P0VQmIuYRZR5jiEUuIuadubiOfMmV6zLm3P6Nx57IdUavXOe6OQECBM4kYI0AAQIECBAgQIAAAQIECBBovoAKCRAgQIAAAQIECBAgQIAAgeYLrGSFms+spL53EyBAgACBPhZYtWpVdbpWq1XlJAgQIECAAIGzFhjIjZs3b067d9f/wN7NN9+cPvaxjw1kTQ5NgAABAgQIECBAgAABAisjEM01cm433ygniNzCecmVsazHWHIxLozpFx9Lhx44XeOZE+n/eddkPGKpw/P7UODXTxxN/8fPD9YnO74vpd9+62QDmvhNReOYGCM653EdD4hcjHEdUeY5dzdLKvtivUTsz7n910DMSz7GnNv5mAsCBAgQIECAAAECBAgQ6HsBByRAgAABAgQIECBAgAABAgSaL6BCAgQIECAwVAKazwzV51YsAQIECBA4e4FezWcOHjw4///x8+yf0s87nY0AAQIECBB4OYEtW7akHTt2VNve8573pK9+9atVXoIAAQIECBAg0H8CTkSAAAEC/SIQjTZy7m6uEbk4X87d+ciVtZhHxHVE5zyuS0zveSwdfuC2NHdkT2zpimd2ReOZfV05F8Mn8NCTR9P//vMDdeHH9qW57Xek2T2/S9EwJmJmZmb+/x5Sfl9ljLWYxxgPinlEzCOXc/dvOXKx1hmxP+f2vph3rsW8Vy7yggABAgQIEDiTgDUCBAgQIECAAAECBAgQIECg+QIqJECAAAECBAgQIECAAIGlFNB8Zil1PfvsBewkQIAAgb4TeNWrXpUiFh5s586dC1OuCRAgQIAAgQYKbNu2Ld19991VZatXr05f//rXq7wEgbMSsIkAAQIECBAgQIAAgaEUiGYaObebbRSAyMU85zzf5CPmvSL2lYj1Mi9j5Kb3/Eua2npbmu3ReOYPu06k/9d3NJ4JJ5HSr588lv7bzw9WFPnE/pR++600+2K7AU38vqJxTBnLPK4j4gGdY+c81joj7u28jnnsz7n910TMI1ci5zP/NVH29fXocAQIECBAgAABAgQIECBAgEDzBVRIgAABAgQIECBAgAABAgQINF9AhQQIDJWA5jND9bkVS4AAAQIEzk1gdHS0ukHzmYpEgsDACjg4AQIETifwzDPPpPHx8Z7L69evT6tWreq5JkmAAAECBAgQIECAQP8JOBGBlRaIxho5t5tslLN05mIe+RhLxHVEXC8cI9cZ07t/l6YeuC3NnabxzP9b45kgFB0CDz95tGcDmnR8f0o77khzf25AE01jZmZmUowRnb+7uC5RHl3WI19yZeyVi/05t//aiHnZG2PO7XzMBQECBAgQIECAAIGzEbCHAAECBAgQIECAAAECBAgQaL6ACgkQIECAAAECBAgspYDmM0up69kECBA4ewE7CfSlwMjISHWuiYmJKidBgAABAgQINEfgyJEjadOmTenQoUNVUWvXrk3vf//7q7wEAQIECJy1gI0ECBAgQIAAgaESiIYaOXc30eiVC5Sc632Rj/1ljHlnnNj9aJraeluaO/pibOmKP+w6kTSe6SJx0SEQDWj+t3sOdmT+PD1+IM3tuCPN7vntfNOZ+L2VxjExRkSuMxbm4kmdubiOiFyMnRHPybn9249551rMe+UiLwgQ6HsBByRAgAABAgQIECBAgAABAgSaL6BCAgQIECBAgAABAgQIECBAoPkCQ1Wh5jND9bkVS4AAAQIEzk2gV/OZ3bt3n9tD7CZAgAABAn0r4GC9BLZs2ZKefPLJaulDH/pQuuWWW6q8BAECBAgQIECAAAECBAgQ6CUQTTNybjfVKOslF2NE5BeOvXKxZ2FM7340Hdl6e5o9Ujee+bcXjnc0noknCgK1wCO/P5r+t5/1bkCTfvutNPfio6n87qJxTES5XjjGWryh5GPeK8q+spZznn9Hzu2/VuL+shZjzu18zAUBAgQIECBAgAABAgQInEnAGgECBAgQIECAAAECBAgQINB8ARUSIECAAAECSymg+cxS6no2AQIECBAYcIE1a9ZUFbRarSq3KAkPIUCAAAECBFZc4J577kn33ntvdY7Xv/716Rvf+EaVlyBAgAABAgQInLOAGwgQIEBgKASigUbO3U0zeuUKRqyVeRlLLsaFEY1nprbelmaP7i3bT45Pv3Ai/X++u//ktQmBMwk88lQ0oDlQbzl+MM1tvyPN7t4x3xwmmsZExG+xjDHvjMiXB0W+XMe85GMs+ZiXtRhzbv81E/NY64xeuc51cwIECBAg0HcCDkSAAAECBAgQIECAAAECBAg0X0CFBAgQIECAAAECBAgQINAoAc1nGvU5F68YTyJAgAABAiGwevXqGLpC85kuDhcECBAgQKAxAk888UQaHx+v6rn44ovThg0b0uWXX16tSQy+gAoIECBAgAABAgQIECCw2ALRJCPndhON8uySizGi5HuNsR4RazF2RuROtH6bph64Lc0dnYzLrojGM//Dd/d15VwQeDmBR546lv7Xn/VoQHPiYJrbcUea2b09RcOY+C3OzMxUzWgiX6Lsi+uc8/zeeH9cx1gi9pV5GWNPzu2/dmJe8jHmfOpZcX2uYT8BAgQIECBAgAABAgQIECDQfAEVEiBAgAABAgQIECBAgAABAs0XUCEBAgSWUkDzmaXU9WwCBAgQIDDgAqtWraoqOHToUIr/cnW1IEGAwIUKuJ8AAQIrJrBv3775xjO9/nf82NhYesc73rFiZ/NiAgQIECBAgAABAg0TUA6BRgtEw4yc280zSqGny0U+onNfXEdELsaFMb37t+nIttvT3LEejWd2nkgaz4ScOB+B3zx1LP0vPRvQHEp5x7fS7IIGNNE8pvP3Ge8s17HWeR35uF4YZV9nPvbm3P5rKOadazlrQNPpYU6AAAECBAgQ6HMBxyNAgAABAgQIECBAgAABAgSaL6BCAgQIECBAgAABAo0S0HymUZ9TMQQILJ6AJxEgEAJXXXVVuvbaa2PaFTt37uy6dkGAAAECBAgMtsCmTZvSc889VxXxqU99Kt14441VXoIAAQLNEVAJAQIECBAgQIDAYglEo4yc200zyjM7czEv+ZzrfbFW9sS4ME5MbE+HH7gtzR49TeOZ7+2LRwgC5y2wPRrQ/PPB6v65E4fS3I470uzu36RoGBO/zdONsRZR1uNhcR1RcjGPfETkYuyMWM+5/ddIzDvXctaAptPDnMDZC9hJgAABAgQIECBAgAABAgQINF9AhQQIECBAgAABAgQIECBAgEDzBVS4lAKazyylrmcTIECAAIEGCIyMjFRVvPDCC1VOggABAgQIXLCAB6yIwA9+8IP04IMPVu/+q7/6q/Tv//2/r/ISBAgQIECAAAECBAgQIEBgoUA0yMi53SyjrJVcjBGRj3Fubi7FGNcRZd45xrwzTkz8Jh3ednua6dF45qnnj6f/4Xsaz4SluHCB7U8fTf9LjwY0efpwmtt+R5ptnWpAMzMzM9+MJhrIdP5ey7zk41SRi7FE53XsK/kYc243mMm5/ddU596yHqMgQIAAAQIENerahAAAEABJREFUCBAgQIBAXws4HAECBAgQIECAAAECBAgQINB8ARUSIECAAAECjRLQfKZRn1MxBAgQIEBg8QTKk0ZHR8v05DgxMXFybkKAAAECBAgMrsD27dvTXXfdVRVw1VVXpa9//etVXoIAAQIECBBonoCKCBAgQIDAhQpEY4yc200yyrN65cparzH2Rz7GhXF81yPp8Nbb09yx/bGlK37//PH0//1+ne/a5ILAOQpEA5r/+acHqrvyzJGUfvutNLv7VAOaaBxTovx248Yyj7WYd+bKdeRKxL4yL+sx5tz+ayvmZb2MvXJlzUiAAAECBBYKuCZAgAABAgQIECBAgAABAgSaL6BCAgQIECBAgAABAgQIECBwIQKaz1yI3vLd600ECBAgQGDFBEZGRqp3az5TkUgQIECAAIGBE9i1a1caHx/vee6xsbH0ute9ruea5JIKeDgBAgQIECBAgAABAgQGSiCaX+Tcbo5RDl5yMUZEvowx74zIR0QuxoURjWeObLs9zR2vG4E8+afj6X/UeCboxBII7Pi3Y+l//uf6d5emD6e841tptvVIioYx8ZuNsUS5jrFErJV5jCmlFGOJcvy4LvMYc87z+3Ju/zXWaz32CQIECBAgQIAAAQIECBAgQKAvBRyKAAECBAgQIECAAAECBAgQaL6ACgkQINAoAc1nGvU5FUOAAAECBBZfYM2aNdVDW61WlZMg0DwBFREgQKC5AvEPK23cuDHt2bOnKvJzn/tc+shHPlLlJQgQIECAAAECBAg0U0BVBAicr0D8e8uc200xyjNOl4v1WIsxIuYlFl6X/Ildj6TDW6PxzMHY0hW/f/5E+v/9YH9XzgWBxRbY8fSx9D/9tG5AMxcNaH4bDWgePm0DmvI7LmeK617zkosx9kTEPKLMY8y5/ddazGOtM3rlOtfNCRAgQIAAAQIEQkAQIECAAAECBAgQIECAAAECzRdQIQECBAgQIECAAAECFyKg+cyF6LmXAIHlE/AmAgRWTGDVqlXVuzWfqUgkCBAgQIDAQAls3rw5Pfroo9WZr7/++vSVr3ylyksQIEBg2QS8iAABAgQIECBAYCAEotlFzu1mGOXAJRdjRMnnXO+LtbInxoUxPfFIOrzt9pRO1I1nnvzTifQ/fn9fPEIQWHKB3/7bsfT//0mvBjRH0tyOO9L/yd59+Ol13QXCPyeFFNJHkiELhPAJmw0tC4QNLDWwlLCwhBI7ju3EsPuXvOvs7vsucUglhYQQEhKwqkvcYseObbnbkpvcZLlp5BkXdU3TM/PqN+Mj3ec5z9iyPOWZO18+/umc8zvnlvMdzb1O4P6YHrlt3gI009PTs3PNNv6ux01H2xvNfPRL5JxTrM157ncp+mUu2pzn5qMvCBAgQIAAAQIECBAgQIAAgYUXcEYCBAgQIECAAAECBAgQIECg/QJ2SIAAAQIpKT7jbwEBAgQIECDwggL9is+MjY2lycnJFzzOJIEBEnArBAgQINAQuPHGG9MVV1zRyMx1165dm84666y5gT8JECBAgAABAgQIrDwBd0yAwBIJROGLnHPX1Uou2jIR/RLNXPQjX9roR5Tx1FO3p8Nbz0szk3XhmQeenExf+a7CM2Ellk7g7l1RgGZ/dcHcmUjprk+lmdHbZ4vMxN/j3kIzkeuNWBMni3y0vRH5iJIv/Whznvvdi36ZjzbnuXz0BQECBAgQIECg5QK2R4AAAQIECBAgQIAAAQIECLRfwA4JECBAgAABAgQIEFgGAcVnlgHdJQmsbgG7J0BgpQn88A//cOpXgGbPnj0rbSvulwABAgQIrHqBXbt2pQsuuKCvw4c//OH0lre8pe+cJAECBF66gCMIECBAgAABAgTaKBAFL3LuLnJRctGezJ7LumibEQU5pp66LR258bw0M3WoOtUDT0ymf/huXQCkWihBYBEE7t41mb5xRZ+/f52JNLP9/NQZufV4AZr4ex1/n5tt9EvE7UW/tNEvEbmI3nHkIiKf89zvYPQj14x+uea8PoGFF3BGAgQIECBAgAABAgQIECBAoP0CdkiAAAECBAgQIECAAAECBAi0X8AOCaT0CggECBAgQIAAgRcTWLduXbVkeHi4ykkQIECAwIAKuC0CxwTGxsbS+vXr0+HDh4+Nuv/50Ic+lN773vd2J40IECBAgAABAgQIECBAYGUJLPLdRlGLnHPXVUou2jLR7DdzkY+IXLQlynhqz23pyE2fSDNT9X9uvT8Kz1zap/BHHCwILJHA3Y9Opn+68kB9tc5EesVdf5c6T90yW4AmCs/0Rvn73puPk8VctBG9/eY45nPOKXI5z/0uRj/yJXKey5exlgABAgQIECBAgACBFgrYEgECBAgQIECAAAECBAgQINB+ATskQIAAAQIECCyDgOIzy4DukgQIECCwugVW4u7Xrl1b3fbo6GiVkyBAgAABAgQGV2DDhg3p4Ycfrm7w/e9/f/rgBz9Y5SUIECBAgACBlyfgaAIECBAg0CaBKHCRc3dRi5KLtuy19Esb+dKPtl9EMY6pp54vPDPZv/DMVxWeCUoxAAL37JpIX7+iLkAz05lI6a5PpemRuQI08Xc9/m5HG9HsxzgittNsm/2Yi4hcRPQjSj/anOd+J6Mfc83ol2vO6xMgQIDAwgk4EwECBAgQIECAAAECBAgQINB+ATskQIAAAQIECBAgQIAAAQKrQWC1F59ZDT9jeyRAgAABAi9bYN26ddU5FJ+pSCQIECBAgMDAClx99dXpuuuuq+7vJ37iJ9I555xT5VuYsCUCBAgQIECAAAECBAgQOEWBKGKR81yRi3KKkou25KLNuXtd5CKa66LfjKk9t6axmz6RZqbqwjM7Hp9ICs+EoDhJgSVZdu+jE6lfAZo8PZXS9k+lmecL0ETBmX5R/v6XuRiXG49+MyJfxtEvkXNOkc957ncu+mUu2pzn5qMvCBAgQIAAAQIECBAgQIBAywRshwABAgQIECBAgAABAgQIEGi/gB0SIECAwDIIKD6zDOguSYAAAQIEVprA2rVrq1seGRmpchIETk7AKgIECBBYSoEdO3akCy64oLrkq171qnTGGWekV7/61dWcBAECBAgQIECAAIGXL+AMBAi0QSAKWuQ8V9yi7Kfkom3mYhzRLxf5ZsSaGE/tuSUdufG8ND3Zv/DM1y47EEsFgYETuDcK0Fy+v76v6ak0s/38ND1yy2xxmPh7HkVmoo2IA6ItUcaxJiLykeuNyEeUfOlHm/Pc72j0y3y0Oc/loy8IECBAgAABAosn4MwECBAgQIAAAQIECBAgQIBA+wXskAABAgQIECBAgACB1SCg+Mxq+CnbI4EXEjBHgACBkxAYGhqqVo2OjlY5CQIECBAgQGCwBJ577rnZwjPx8VLvnX34wx9O73rXu3rTxgQItFXAvggQIECAAAECBAi8RIEoZJFzd/GKkov2ZE7XXBf9EvGfUyd335QO33hemjk6Vp3qvscmk8IzFYvEgAnce+zv6df7FqA5mvL2T6Xpp25O8Xe9XzR/F6IfWytt9OOYGEfEOCL6EdFvRuRynvtdjX5zLvr9cpEXLRWwLQIECBAgQIAAAQIECBAgQKD9AnZIgAABAgQIECBAgAABAgQItF/ADgksg4DiM8uA7pIECBAgQGClCaxZs6a65YmJiRRRTUgQIECAwIsKWEBgqQQ2bNiQdu/eXV3ud37nd9LvHItqQoIAAQIECBAgQIAAAQIEFkxgJZ8oilXkPFfMouyj5KJt5prjyMe4xHzjyeGb05GbPpHS0fFY0hX3Pj6Z/rFfQY+uVQYEBkMgCtD0+/s6Mz2V0vbz0/RTN6Xy+xAFZZrRzEc/dhTzpR/jiOY4+hGRL5Fznr1GznO/s/3my1otAQIECBAgQIAAAQILL+CMBAgQIECAAAECBAgQIECAQPsF7JAAAQIECBAgsBoEFJ9ZDT9leyRAgACBFxIwdxICr3vd61K/AjTDw8MncbQlBAgQIECAwHIIXHLJJem2226rLv3ud787nXnmmVVeggABAgQItFzA9ggQIECAAIGTFIjCFTnPFbEoh5RctM1c6Ze2zEfbG7EmCmtMReGZG89LqTMRqa6477HJ9PXL9nflDAgMukD8vf1av7+3M500s+38NL3nxtTpHOvPzKT4HYjfjWgjmv0Yx15LW+YiF/1oI6IfEf2I0o8257nf3ejHXDP65Zrz+gQIEGiJgG0QIECAAAECBAgQIECAAAEC7RewQwIECBAgQIAAAQIECBAgQGARBAas+Mwi7NApCRAgQIAAgQUROO2006rzKD5TkUgQIECAAIGBELjjjjvShRdeWN3LG9/4xgEpPFPdmgQBAgQIECBAgAABAgQIDIBAFKfIea54Rbmdkou2N1fGzbZ3XRlHQY2p4ZvS4XkKz9z72ET6x8v3N0+lv+IFVs8Gdjw+mb562YFqwzlNp3TXp1IauWm28Ez8HsTvRET0I+KgGDej5PvNNXPRb0acI+e53+HoN+dyzqk315zXJ0CAAAECBAgQIECAAAECpybgKAIECBAgQIAAAQIECBAgQKD9AnZIgAABAqtBQPGZ1fBTtkcCBAgQILAAAuvWravOMjo6WuUkVqCAWyZAgACBVglEcbgLLrig754+/OEPpx/90R/tOydJgAABAgQIECDQcgHbI0CAwIsIRFGKnOeKVpSlJRdtMxf93lyM+0WsjUIak7tvTEdu+kRKnYlIdcW9j06kr19eF+7oWmRAYMAF7n98In3t0j4FlGam08z281NneOts8ZdOpzPblt+X+P2IfrQRsc0yjn5EjKNtRuQimrnoRy7nud/l6EeuRM559tplrCVAgAABAgRaKGBLBAgQIECAAAECBAgQIECAQPsF7JAAAQIECBAgQIAAAQKLIKD4zCKgOiWBlyPgWAIECAyqgOIzg/qTcV8ECBAgQOCEQHy8tGHDhvTcc8+dSD7f++AHP5je//73Pz/SECCw3AKuT4AAAQIECBAgQGCQBKJARc5zxSrKfZVctM1c6fe2vevKOIppTO7emsZu+kSaOVoXnrln10T6+hUKz/R6Gq9MgR1PTKav9i1AM5PyXZ9K03vmCtDE70WJ+F2Jfuw42ojoR0Q/5pv9Mo5c9COi34zI5Tz3Ox395lzOCtA0PRa77/wECBAgQIAAAQIECBAgQIBA+wXskAABAgQIECBAgAABAgQIEGi/gB0SWA0Cis+shp+yPRIgQIAAgQUQWLNmTXWW0dHRKidBgACBFSjglgm0RmDTpk3pnnvuqfbz3ve+N33oQx+q8hIECBAgQIAAAQIECBBYRQK2Oo9AFKbIea5IRVlSctE2c6Vf2ph/oYjCGZNP3jBXeKYzWQ473t796GT6pysVnjkOotMKgfufmEz/0K8ATZpJKQrQDN+QooBw/O7E70gzmrnoB0jMR5vzid/TMpfzXCGZMo51JSKX89wx0S/5aHOey0dfECBAgAABAgQIEGiZgO0QIECAAJG1OJYAABAASURBVAECBAgQIECAAAEC7RewQwIECBAgQIAAgUUQUHxmEVCdkgABAgRejoBjB1VgaGiourWRkZEqJ0GAAAECBAgsj8ANN9yQrrzyyuri69atS2effXaVlyBAgAABAssr4OoECBAgQIDAIAhEQYqcu4tQlFy05R6b/d5czEVEPtqI0p/avTUduel/pZnOVKS64u5dk+kbV+zvyhkQaIvAA/MVoJmZK0CTntraVYAmfm+iyEy0YRD9Es1xzPdGzDdzMS4R+ZznfsejX/Kl7Zcrc1oCBAgsjICzECBAgAABAgQIECBAgAABAu0XsEMCBAgQIECAAAECBAgQIECgDQIvXHymDTu0BwIECBAgQGBBBPoVn5mamkpjY2MLcn4nIUCAAAECBE5dYOfOnemCCy7oe4IzzjgjvelNb+o7dzypQ4AAAQIECBAgQIAAAQKrTiCKTuQ8V5SibL7kou3NlXG0Zb60JVfGUTRj8skb0uEbz0tpul/hmYn0jSsVngm3JQ0XW1KBKEDzle/2/3s+s/1TaXrP9Sl+VyLidyci+hGlH21E3Hi/tuRifr6INTnP/a5Hv7ku55x6c815fQIECBAgQIAAAQIECBBYgQJumQABAgQIECBAgAABAgQIEGi/gB0SIECAAIFFEFB8ZhFQnZIAAQIECLRR4LWvfW1at25dtbXh4eEqJ/HyBBxNgAABAgReisDhw4fThg0b+haE+4u/+Iv0cz/3cy/ldNYSIECAAAECBAgskYDLECBAYDkFothEznPFKMp9lFy0zVz058tFvjeicMbkk9ensZs+kdL00Ti8K+56JArPHOjKGRBoq8CDT06mr3x3X9/t5bs+nTq7r5stQNPpdGbbfr9P8TsVESeJtqyJcbPfbxy5iFiX89zvfPQjVyJnBWiKhZYAAQIECCyGgHMSIECAAAECBAgQIECAAAEC7RewQwIECBAgQIAAAQIECLRBQPGZNvwU7WExBZybAAECBBoCis80MHQJECBAgMCACGzcuDHt3Lmzuptf/dVfTX/4h39Y5SUIEOgrIEmAAAECBAgQIEBg1QhE4Ymc54pQlE2XXLTNXOn3tr3ryjjaqSevT4dvPC/N9Ck8s/2RifTP31N4ptfTuN0CDz45lb58yTwFaO7+dJrZc32K352I6enpriI0IRP5iJgr49425iNKvvRjXCJyOc/97ke/5KPNedUUoIntCgIECBAgQIAAAQIECBAgQKDdAnZHgAABAgQIECBAgAABAgQItF/ADgkQWAQBxWcWAdUpCRAgQIBAWwVOO+20amsjIyNVToIAAQIvT8DRBAicrMD3vve9dP3111fL3/GOd6SPfexjVV6CAAECBAgQIECAAAECgyPgTpZDIApO5DxXfKJcv+SibeZKv7Qx/0IRhTEmn7xutvBMnpkuhx1vo/DMNxWeOe6hs7oEHtodBWj299/0XZ9O07t/cLzoTPwuRcTvW2mj34xmPk5a5qJfYr5cznPPgJgva6PNeS4ffUGAAAECBAgQIEBg4QSciQABAgQIECBAgAABAgQIEGi/gB0SIECAAAECBAi0QUDxmTb8FO2BAAECiyng3AQaAuvWrWuM5rqjo6NzHX8SIECAAAECSypw7733pgsuuKC65g/90A+lj3zkI+mVr3xlNSdBgAABAgTmFTBBgAABAgQIrAqBnLuLS0TxiZxzirYANPu9uZiLiHy0EaU/9eT16ciN56XUr/DMzomk8ExIidUs8NDuyfSlS+YpQHP3Z9L07mtfsABNFJyJaP7eRT+iuJZ+aSPf7JdxznPPgt65Mh+tIECgpQK2RYAAAQIECBAgQIAAAQIECLRfwA4JECBAgAABAgQIECBAgACB9gsswg4Vn1kEVKckQIAAAQJtFRgaGqq29vTTT1c5CQIECBAgQODlCbzY0c8880xav35932V/9Vd/lX7qp36q75wkAQIECBAgQIAAAQIECKxOgfkKTOT88grPxHmjGMbkEz9Ih7f+z5RmZirgbTvH0zevOlDlJVJisPoEHt49mb548b7+G7/7s6nz5DWp0+kc+1WamS1EE79f5fest42TRC7aiFgbbeRKxLhfxHzO/QvQ5Nz9XOh3vBwBAgQIECBAgAABAgQInLyAlQQIECBAgAABAgQIECBAgED7BeyQAAECBAi0QUDxmTb8FO2BAAECBAgskUC/4jOjo6NLdPVlu4wLEyBAgACBgRPYuHFjGh4eru7rAx/4QPrt3/7tKi9BgAABAgQIECDwogIWECBAoLUCzSITZZMlF20zV/qlLfPRRkQ+2mZMPn5tOnLTJ45N9Sk88/BE+tZVB4/N+YcAgSKwc3gqfWmeAjT5ns+l6d3Xzhaeid+zKChTIsbNiHyMo43Iea5oTOTiWs02+hGRLxHjnBWgKR5aAgQIEFg1AjZKgAABAgQIECBAgAABAgQItF/ADgkQIECAAAECBAgQIEDgFAQUnzkFNIcsp4BrEyBAgMByCqxZsya98pWv7LqFo0ePpsOHD3flDAgQIECAAIHFE7jooovS7bffXl3gP/yH/5A+8pGPVHkJAitTwF0TIECAAAECBAgQILAQAs3iEuV8JRdtM1f6vW3vujKOduLxa+YKz8zUhWfujMIzVx/oPZ0xAQLHBB4enkpfvGjfsV79z2wBmievSZ1OJ8XvWYkoMBP9aCOiHxFniLZEGb9QG3MRcUzOy1mAJu5CECBAgAABAgQIECBAgAABAu0WsDsCBAgQIECAAAECBAgQIECg/QJ2SIBAGwQUn2nDT9EeCBAgQIDAEgn80A/9UFq7dm11tT179lQ5CQIEWiRgKwQIDIzAbbfdli6++OLqft70pjelj370o1VeggABAgQIECBAgAABAictYGHrBJpFJcrmSi7aZq70SxvzLxRR+GLise+nsZv+Vzmkq73joYn0LwrPdJkYEOgV2LlnKn3x4v4FaNI9n0szu69J8btWYr7fyZiPudJGP64VbUT0c86zhWyi3xuxJmcFaHpdjAkQIECAAAECrRWwMQIECBAgQIAAAQIECBAgQKD9AnZIgAABAgQIECBA4BQEFJ85BTSHECBAYDkFXJvAcgusW7euuoXh4eEqJ0GAAAECBAgsrMCTTz6Z1q9f3/ekp59+ejrttNP6zkkSIECAwMoUcNcECBAgQIAAgZcrkPNcMYlynlJgItpmrvR721gXEflomzH5+DVp7Ob/HVNV3PHwRPr29w9UeQkCBGqBncNT6e8v2l9PROaez6fOE1fPFqCJ378oLhMR/YhmP8ZxSLQlYhzxYuOyJue5Z0asj1yJnOcvXFPWaAkQOHUBRxIgQIAAAQIECBAgQIAAAQLtF7BDAgQIECBAgAABAgQIECBAoP0Cbdih4jNt+CnaAwECBAgQWEKBfsVnRkZGlvAOXIoAAQIECCy5wLJfcGpqKm3YsCHt3bu3upc//uM/Tr/yK79S5SUIECBAgAABAgQIECBAYHUK9BaOCIXI5dxdQCJyMdeMyDUj5prj6E889v105Kb/FVNV3PHQePr21Su28Ey1HwkCSyHwyJ7J9IWL9vW9VL73C2n6ye+nTqeT4vcvCs5ERD+i2Y9xnCTaZpRcs+3t947j+MiVyLn7+VHyWgIECBAgQIAAAQIECKxAAbdMgAABAgQIECBAgAABAgQItF/ADgkQIECAAIFTEFB85hTQHEKAAAECBFazQL/iM6Ojo0tI4lIECBAgQGD1CWzatCndd9991cZ/8Rd/Mf3Zn/1ZlZcgQIAAAQIECKx8ATsgQIAAgVMRiIIROeeuQ0su2jLR7PfmYi4i8tE2Y/Lx76exm/93TFVxexSe+f7BKi9BgMCLC+zaM5W+cGH/AjTpns+nmd3fT6XQTLQl4vez9KON8QtF753E2t5cznPPkN65nBWg6bUyJkCAAIGFEHAOAgQIECBAgAABAgQIECBAoP0CdkiAAAECBAgQIECAAAECK0FA8ZmV8FMa5Ht0bwQIECCw6gTWrFlT7XlkZKTKSRAgQIAAAQILI3D99denq666qjrZaaedls4+++wqL0FgUQSclAABAgQIECBAgACBgReIQhE5zxWNKDdbctE2c6Vf2jJf2shHvxmTj12djtw0T+GZB8fTdxSeCTZB4JQFdj01lb6wZb4CNF9IM09e3VWAJn4/S8GZuGiMI6IfEf0SvePIRy6i2U/HEjHOee5ZEv1jqeP/5KwAzXEMHQIECBAgQIAAAQIECBAgsFIF3DcBAgQIECBAgAABAgQIECDQfgE7JECAwCkIKD5zCmgOIUCAAAECq1lgaGio2v7o6GiVkyBAYPEEnJkAgdUj8NBDD6ULLrig74Y/8pGPpDe84Q195yQJECBAgAABAgQIEFj5AnZA4KUIRIGInOeKRZTjSi7aZq70S1vmo+0XsW7ysavSkZv/T3SruO3BifSdaw5WeQkCBF66wK6RqfT5C/sXoJm55wtp+onvzRagKUVn4nc2+iU6nU41H2si4m6ijYh+M3pzMc557pkS/ebanBWgaXroEyBAgAABAgReroDjCRAgQIAAAQIECBAgQIAAgfYL2CEBAgQIECBAgACBlSCg+MxK+Cm5RwIEBlnAvRFYdQJRfOZVr3pV177j//D40KFDXTkDAgQIECBA4OUJHDx4MG3YsCGNj49XJ/rLv/zL9DM/8zNVXoIAAQIEFk3AiQkQIECAAAECAy2Q81yRiHKT8d/Z5txdICJyZb63jbmIyEfbjIlHv5eO3Pz/xlQVtz04nv71mgNVXoIAgVMXePSpqfS5Lf0L0KR7vzhbgCZ+R6PgTLQRzX6M54tyV835Zq70o401Oc89W6IfuRI5dz9fSl5LoAUCtkCAAAECBAgQIECAAAECBAi0X8AOCRAgQIAAAQIECBAgQIAAgfYL2OEpCCg+cwpoDiFAgAABAqtZ4NWvfnU67bTTKoLdu3dXOQkCBAgQILA4AqvjrBs3bky7du2qNvtrv/Zr6Q/+4A+qvAQBAgQIECBAgAABAgQIrD6B3oIQIRC5nLsLQ0Qu5poRuWbEXHMc/cnHrpq/8MwDUXjmYBy2SOG0BFavwGMjU+lzW/b2B3i+AE0UnOl0Oina+H0t0RzHCUq+2ZZ8tM2INTHubZu56Efk3P2ciZwgQIAAAQIECBAgQIDASxdwBAECBAgQIECAAAECBAgQINB+ATskQIAAAQIEVoKA4jMr4afkHgkQIECAwIAJrFu37sQdPd8bHh5+vqchQIAAAQIEXq7AlVdembZu3Vqd5id/8ifTueeeW+UlCBAgQIAAAQKLLuACBAgQIDCQAjnnrvuKghE5dxeEiFzXomODyDXjWCr1jicf/d68hWdujcIz1yo8E26CwGIJPDZyNH1u8/wFaDqPXTH7exvFZkqU3+Myjjbur+SbbW8+xhGxJtpm5Dz3rOmdy7n7edM8Rp8AAQIEVqiA2yZAgAABAgQIECBAgAABAgTaL2CHBAgQIEAVcqgrAAAQAElEQVSAAAECBAgQIECgj4DiM31QVnLKvRMgQIAAgaUQWLt2bXWZ0dHRKidBgAABAgQIvHSBu+++O61fv7468DWveU366Ec/WuUlVqeAXRMgQIAAAQIECBAgsLoFegtAhEbkcu4uBBG5mGtGM1f60TZj/JHL05Fb/r/mYcf7t9w/nv5N4ZnjHjoEFlPgsdGj6bOb9/W9RN7x5TT9+FwBmvj9jUIzEdFvRuTKCZr56Ee+tNGfL5prmv1Yn3P3cydyggABAgQIECBAgAABAgQIEDh5ASsJECBAgAABAgQIECBAgACB9gvYIQECBFaCgOIzK+Gn5B4JECBAgMCACaxbt666o1HFZyoTiVUjYKMECBBYMIF4n/YrPBMXOP3009M73vGO6AoCBAgQIECAAAECBJZewBUJDIxAFH7IOXfdT8lFWyaa/WYu8iUiX/qljcIzY7f+bUxVcfMD4+mCHxys8hIECCyewOOjU/MWoEn3fTlNP3Z5igIz8TscbYneceQj1xtx5yUX/RIlF23J5Tz37GnmYi5nBWjCQRAgQIAAAQKtELAJAgQIECBAgAABAgQIECBAoP0CdkiAAAECBAgQIECAQB8BxWf6oEgRILCSBdw7AQJLITA0NFRdZlTxmcpEggABAgQIvFSBjRs3pqeeeqo67Hd/93fTb/zGb1R5CQIECKxeATsnQIAAAQIECKxegZznij8UgSgCkXN34YfIlfnSNnOlH20zJnZdnsZv+2Q5pKu95f6xtP5ahWe6UAwILJHA46NT6TOb9/W/2o6vpOnH5wrQNAvMNPvN3/M4SXMc/d5cjEvkfOKZE2tznhtHv6yJNufu51DkBIGXL+AMBAgQIECAAAECBAgQIECAQPsF7JAAAQIECBAgQIAAAQIECBBov4AdrgQBxWdWwk/JPRIgQIAAgQETUHxmwH4gbocAAQLLLeD6CyJw4YUXpjvvvLM613ve8550xhlnVHkJAgQIECBAgAABAgQIEFhdAr2FHmL3kcu5u+BD5GKuGSUXbUTMRVsixpO7rkhjt/YvPHPz/WPpgh8cimWCAIFlEnhidCp9etPe/le/7ytp5vErUvxOdzqdFIVnSkQu+tFGNPsxLhEnjn6zbfZ753LufvbE2pzrXOQFAQIECBAgQIAAAQIrSMCtEiBAgAABAgQIECBAgAABAu0XsEMCBAgQIECAQB+BV/TJSREgQIAAAQIrWGApbj2Kz/zQD/1Qdan9+/dXOQkCBAgQIEDgxQVuueWWdMkll1QL3/KWt6Szzz67yksQIECAAAECBAgQIECAwOoTyDl3bToKQeTcXeghcl2Ljg0i92Ix/shl6citf3tsdf3PTTvG03qFZ2oYGQLLIPDk00fTpzf2L0Azc9+X0/Rjl80WoOlXYKZfrvfZEFuKXLPt7ce4RM7dz6DI51znIi8IECBA4NQEHEWAAAECBAgQIECAAAECBAi0X8AOCRAgQIAAAQIECBAgQIDAIAgoPrO4PwVnJ0CAAAECrRR41ateldatW1ftbXh4uMpJECBAgAABAi8s8Pjjj6f169f3XXT66aenNWvW9J2THCgBN0OAAAECBAgQIECAAIFFEyiFIJoXiFzO3QUeItdcE/2Sy7leG3MRE49clsZu/WQsr+Km+8bThusOVnkJAqtUYCC2/eQzR2cL0MzM9LmdHf+Qph+7dLYATfx+R8GZiOhHNPtxdOR6o+Sj7RexPvLRRuTc/XyJuZzrXOQFAQIECBAgQIAAAQIECBBYAQJukQABAgQIECBAgAABAgQIEGi/gB0SIECAQB8BxWf6oEgRIECAAAECLy6g+MyLG1mxXAKuS4AAgZUjMDExkTZu3Jj2799f3fSf/MmfpF/+5V+u8hIECBAgQIAAAQIECISAILA6BEphh+ZuSy7akm/2m7nIR0TBichHvxmTuy5LY7edH1NV3LhjPG24XuGZCkaCwAAIzBag2bQ39S9A89XZAjTxe9+M5u9+9GMu2n4RWyz56JeIXPRLG/2InOtiMznXuVgrCBAgQIAAAQIvTcBqAgQIECBAgAABAgQIECBAoP0CdkiAAAECBAgQIECAwCAIKD4zCD8F90CgzQL2RoBAawVOO+20am+jo6NVToIAAQIECBCYX2Dz5s1px44d1YJf+qVfSn/6p39a5SUIECAwsAJujAABAgQIECBAYFEEcs5d542CDzl3F3SIXNeiY4NmrvSjbcbkI5emI7fOU3jmvrG08TqFZ45R+ofAwArsfuZo+vSmfWm6XwWaHVGA5rspfuejyExvRL5E2WAZlzbypR9tjEvkfOLZVOZy7n42xdqc61zkxQoWcOsECBAgQIAAAQIECBAgQIBA+wXskAABAgQIECBAgAABAgQIEGi/gB0S6COg+EwfFCkCBAgQIEDgxQXWrFlTLVJ8piKRIECAwLIIuOjKEPjBD36Qrr766upmf/RHfzSdc845VV6CAAECBAgQIECAAAECBFaPQCnm0Nxx5HI+Ucgh5iIXbTNKLtqImIu2GRNReOa2T8VUFTdG4ZnrD1V5CQIEBk9g9zNT6dMb96XpmT73tuNrqbPrkq4CNOU50FuMJsYxF2eJtkQZN9vS710T45y7n1GxNuc6F3lBgAABAgQIECBAgMDJCVhFgAABAgQIECBAgAABAgQItF/ADgkQIECAAAECgyCg+Mwg/BTcAwECBAi0WaC1exsaGqr2pvhMRSJBgAABAgT6CjzwwAPpggsu6Dt35plnpte//vV95yQJECBAgACBgRVwYwQIECBAYEEFcs5d5+tX1CFyXYuODSL3YjGx87tpbJ7CM1vvHUsbFZ45JukfAitHYPjZo+nTG/em6en6nvMD/5imH+0uQFMKzfR7VvSbi7PG2mYb/fki57rYTM51br7j5QkQIDDgAm6PAAECBAgQIECAAAECBAgQaL+AHRIgQIAAAQIECBAgQIAAgVUpsMqKz6zKn7FNEyBAgACBRRFYs2ZNdd5nnnmmykkQIECAAAEC3QL79+9PGzduTJOTk90Tx0Yf/vCH07vf/e5jPf+8PAFHEyBAgAABAgQIECBAYGUKlAIPzbuPXM7dhRsi11wT/WYu+hElX/oTOy9JY7f/XaSruOHesbTphkNVXoLA4Aq4syIQBWj+buPe1OlTgCbd/49ppk8BmlJoprTxnJgv4jox12yjX6I5F/2cu59ZsS7nOhd5QYAAAQIECBAgQIAAAQIEXljALAECBAgQIECAAAECBAgQINB+ATskQIAAgUEQUHxmEH4K7oEAAQIECKxAgaGhofTa1762uvO9e/dWOYlVLmD7BAgQINAlsGnTpvToo4925WLw67/+6+m//Jf/El1BgAABAgQIECBAYOUJuGMCBF62QCnY0DxRyUVb8s1+Mxf5F4rxhy9OY7d/uhzS1d5w73jarPBMl4kBgZUmsOe5o+kzm/amo52Z6tZn7v/HNP3oxSkKzUSUZ0Xpl7bk+7Vx0shH24ySK22Zy7kuNpNznSvrtQQIECBAgMAKEXCbBAgQIECAAAECBAgQIECAQPsF7JAAAQIECBAgQIAAgVUpoPjMqvyx2/RqFrB3AgQILJTAK17xirRu3brqdMPDw1VOggABAgQIEJgTuPzyy9ONN944N2j8+c53vjN97GMfa2R0CRAg8PIEHE2AAAECBAgQILDyBHLOXTcdhRxy7i7UELmuRccGzVyzf2wqxThiYucLFZ4ZS5tvOBjLBQECK1xg+NkoQLMvTfUpQJPu/3qaefTi2edCp9OZLUQTz4dSeKa0kYsIimib0cxFvxk5n3iGlWNy7n6Gxfqc61zkxakJOIoAAQIECBAgQIAAAQIECBBov4AdEiBAgAABAgQIECBAgAABAu0XsEMCgyCg+Mwg/BTcAwECBAgQWKEC/YrP7NmzZ4Xuxm0TIEBg0QScmMCswF133ZU2btw422/+8drXvjadddZZzZQ+AQIECBAgQIAAAQIECKw8gVO+4yjS0Htw5HLuLtAQuX7rIt+M3gISEw9flMZu/0zvobPj6++JwjOHZvv+IECgHQJ7npsrQHO0XwGaB/4pTe+6aLYATTwrIuL5Udrolyi5UCm5aPuNXyiXc/ezLNbmXOciLwgQIECAAAECBAisAAG3SIAAAQIECBAgQIAAAQIECLRfwA4JECBAgAABAqtSQPGZVfljt2kCBAisZgF7X0iBfsVnRkZGFvISzkWAAAECBFohEO/H9evX993L6aefnn78x3+875wkAQIECBAgcKoCjiNAgAABAitHIOfcdbNR3CHn7sIMketadGwQuYhj3dlCEqXfHM8Wnrnjs5Gq4vq7x9KWrQrPVDASBFog8NRzR9OnN+1NU0dn6t1EAZpHLpx9bkSBmYh4fkQ0+zGO6JeLk8Zcs43+fJFz9zMt1uVc5yIvCBAg8NIErCZAgAABAgQIECBAgAABAgTaL2CHBAgQIECAAAECBAgQIECAwFIILG/xmaXYoWsQIECAAAECiyawdu3a6tzxcX2VlCBAgAABAqtcYOPGjanfO/L3f//306//+q+3X8cOCRAgQIAAAQIECBAgQKASKIUbmhORy7m7IEPkmmui38xFv1+MP3RhGpun8Mx1UXjmRoVnwlIsoIBTDZTAU8910mdmC9D0ua0Hv5E6j2xJUVimGfEsiXG0vRFnaebKuNlGP6Ksa/Zz7n62xVzOdS7yggABAgQIECBAgAABAgQGWMCtESBAgAABAgQIECBAgAABAu0XsEMCBAgQWJUCis+syh+7TRMgQIAAgYURGBoaqk709NNPVzmJwRJwNwQIECCwtAKbN29O27Ztqy76Mz/zM+mv/uqvkv8hQIAAAQIECBAgsBgCzkmAwOAL5Jy7bjKKNeTcXYghcl2Ljg0i1y+OTaWSn3j4wjR+5+ciVcUP7j6SLlR4pnKRINBGgaf2dtKnNz2XJo/OVNvLD/5zmnn0wuMFaOL5UQrP9LbNueiXiJNGP9oXi1iXc/czLo7Juc5FXhAgQIAAAQInJ2AVAQIECBAgQIAAAQIECBAg0H4BOyRAgAABAgQIECBAgMBSCCg+sxTKrkFgfgEzBAgQWNEC/YrPPPfccyt6T26eAAECBAgspMAtt9ySLr300uqUb33rW9M555xT5SUIEGitgI0RIECAAAECBAgQOC4QBRiOD57vRC7n7gIMkXt++njTzEU/okyW/uTDF6axO/oXnrnu7iPpohsPl0O0BAisAoGRvZ30mY370kSfAjTpgX9O6dELZwtXdTqdqhBN8MSzpRm9ueY4+r0Rx5Zc9HPuftbFXM51LvIrMNwyAQIECBAgQIAAAQIECBAg0H4BOyRAgAABAgQIECBAgAABAgTaL2CHBFalgOIzq/LHbtMECBAgQGBhBKL4zOtf//rqZM8++2yVkyBAgMDgCLgTAksj8Nhjj6ULLrig78XOOOOM9La3va3vnCQBAgQIECBAgAABAgQILITAYJ6jE74+sAAAEABJREFUFF5o3l3JRVvyzX4zF/kXivGHNqcj8xSe+cFdR9KFCs8UTi2BVSUwsu9o+symfWlyaqba98wD/5ymH9lcFZ6JZ8309PRsYZrSllycJPrzRcxHxHyzLf2c62IzOde5WC8IECBAgAABAgQIvLCAWQIECBAgQIAAAQIECBAgQKD9AnZIgAABAgQIECCwFAKKzyyFsmsQIECAwPwCZla0QM45rVu3rtrDnj17qpwEAQIECBBYTQLj4+Npw4YN6cCBA9W2//RP/zT94i/+YpWXIECAAAECrRawOQIECBAgQGBWIOc825Y/ojBDzt0FFyJX5ksbuYgYRxsR/YjoR4w/uDmN3fH5SFVx7V1j6aKbDld5CQIEVo/A6N6j6dOb9qWJPgVo0oPfTDPPF6DpdDpdBWei8EwoRRvPmohmP8YxH9Hsx3i+iHU5dz/7Ym3OdS7yggCBFSTgVgkQIECAAAECBAgQIECAAIH2C9ghAQIECBAgQIAAAQIECBAg0EqBruIzrdyhTREgQIAAAQKLKtCv+Mzw8PCiXtPJCRAgQIDAoAts2rQpPfDAA9Vtvu9970t/8id/UuWXOuF6BAgQIECAAAECBAgQILC0AlFoofeKkcv5xQstxLpybPT7xfiDm9L4ti+UZV3tNdvH0sU3HerKGawOAbsk0Cswuu9o+symvWl8cqZ3KqWHvpVmdm1OUVgmCtBEGxHPnNJGvxlxkua4tx/zJcpcc5xz/QzMuc6VY7QECBAgQIAAAQIECBAgUAvIECBAgAABAgQIECBAgAABAu0XsEMCBAgQILAUAorPLIWyaxAgQIAAgRYL9Cs+MzIy0uIdL/jWnJAAAQIEWiZw7bXXpmuuuaba1dvf/vb0sY99rMpLECBAgAABAgQIrAoBmyRAYJUL5Jy7BKIIQ87dBRYiF9FcGOOIyEVbojmemC088/eRquKau46kS25WeKaCkSCwigVG93XSZzbvTWMT07XCg99K0zs3zhagiYIzJcqzJ9rIRRvR7Me4nLDZL7l+bazLuftZGOtyrnORFwQIECBAYAUIuEUCBAgQIECAAAECBAgQIECg/QJ2SIAAAQIECBAgQIAAgVYKKD7Tyh+rTZ26gCMJECBA4KUKrFmzpjpkdHS0ykkQIECAAIHVIPDAAw+kCy64oNpqzjl99KMfTa95zWuqOQkCBJZDwDUJECBAgAABAgQILI1AFFbovVLkcu4urBC55roYR5Rcs8BD5GIuYvzBjWls2zyFZ7YfSZfcdDiWCwIECHQJPL2vkz67eV8am6wL0OSHv52md244XoAmnjXlGdTbxlxEnDzaEv3GkSsR65r9nLufiTGXc52L/EsLqwkQIECAAAECBAgQIECAAIH2C9ghAQIECBAgQIAAAQIECBAg0H4BOyRAYCkEFJ9ZCmXXIECAAAECLRYYGhqqdjcyMlLlJAgQIDCvgAkCLRHYt29fWr9+fZqamqp29OEPfzj99E//dJWXIECAAAECBAgQIECAwKoRWIUbjeIKOeeunZdctF0TfQaxpjdiWcmNP7AhjW/7YqSq+P62I+mSmxWeqWAkCBA4LvD0/k76zKZ9aWxi5niudPLD30nTD88VoOl0Ol2FaMozqBSiiXH049jo90bJRxsR88229HOui83kXOdivSBAgAABAgQIEBhgAbdGgAABAgQIECBAgAABAgQItF/ADgkQIECAAAECBFopoPhMK3+sNkWAAIFTF3AkgZcq0K/4zP79+1/qaawnQIAAAQIrXmDjxo3p8ccfr/bxm7/5m+n3fu/3qrwEAQIECBBYTgHXJkCAAAECBBZfIOcXLzwTRRgimncT44jIRVuiOZ4tPLP9S5GqIgrPfPcWhWcqGAkCBCqBZ/Z30mc3701H+hWg2fmdNL1zrgBNFJeJZ1Fpox8na46jH7mYi4h+RLMf4xI5v/gzMtbmrABNOAgCpyrgOAIECBAgQIAAAQIECBAgQKD9AnZIgAABAgQIECBAgAABAgQItF9gKXao+MxSKLsGAQIECBBosUAUn3nDG95Q7fCZZ56pchIECBAgQKCtApdddlm6+eabq+29613vSmeffXaV70kYEiBAgAABAgQIECBAgECLBPoVWohczi9cQCHWlAiO0o+2OZ54YEMan6fwzNXbxpLCM6E1kOGmCAykwNOlAM34THV/+eHvpJnnC9B0Op0Uz6MoMtOvLbk4SfTni5iPaM7HOCJyOdfPypzrXKwXBAgQIECAAAECBAgQGEABt0SAAAECBAgQIECAAAECBAi0X8AOCRAgQIBAKwUUn2nlj9WmCBAgQIDA0gqsW7euuuDw8HCVWxkJd0mAAAECBF6awLZt29KmTZuqg173utels846q8pLECBAgAABAgQIDIKAeyBAgMDiCeScu07er5hC5CK6Fh4blFy0JY6lZws+xHjiwQ1pbN7CM0fSpbcciuWCAAECL0ngmf2d9Jktz6XDE9P1cQ9/J00/fEGKojNRgCbaiHgm9YuYi5OUud5+jHsj1pZc9HOui83kXOfKMVoCBAgQIDC/gBkCBAgQIECAAAECBAgQIECg/QJ2SIAAAQIECBAgQIAAAQILIaD4zEIoOsfiCTgzAQIECKwIgdNOO626z927d1c5CQIECBAg0DaBPXv2pPXr1/fd1hlnnJHe/va3952TJECgR8CQAAECBAgQIECAQAsEomBC7zYil3N3wYTINdfFuETkSz/a5njigfVpbNuXIlXF1XdG4ZnDVV6CAAECJyvw7P7p9LlN+9Kh8boATd75b2nm+QI0UVymGfGsKuPoR8Q42hLlHmZmZo4X0yq50sbaZj/n7mdnzOVc5yIvCBAgQIAAAQIECBAgQIAAgQEScCsECBAgQIAAAQIECBAgQIBA+wXskACBVgooPtPKH6tNESBAgACBpRVYu3ZtdcHR0dEqJ0GAwMoQcJcECJycQHwQs3HjxvT0009XB/zBH/xB+rVf+7UqL0GAAAECBAgQIECAAIFBEXAfCysQ/xkx59x10pKLtmuiz6CsiTaiLIl+xMQDF6Sx7V8u6a72qig8c6vCM10oBgQInJLAMwc66XOb96XDfQrQpBcpQBPPqt6Im+jNxbjko21GmYtc9HOui83kXOdivSBAgAABAgQIEOgvIEuAAAECBAgQIECAAAECBAi0X8AOCRAgQIAAAQIECCyEgOIzC6HoHAQIEFg8AWcmsCIEhoaGqvtUfKYikSBAgACBlgls3rw53XXXXdWufv7nfz795V/+ZZWXIECAAAECLyBgigABAgQIEFjhAjm/eOGZKKQQ0dxqjCMiF22/GL//39LY9q/Ekiq+d8eRdJnCM5WLBAECpy7w7IFO+uymfenQ2HR9kihAs/OCND09PRu9z6zefIzjJGVd9CNiHG1v5NxdWCbW5dydi2NyrnORFwRWgIBbJECAAAECBAgQIECAAAECBNovYIcECBAgQIAAAQIECBAgQIBA+wVauUPFZ1r5Y7UpAgQIECCwtAJr1qypLqj4TEUiQYAAAQIrRuDFb/Smm25Kl112WbXwbW97Wzr77LOrvAQBAgQIECBAgAABAgQItFMgCiP07ixyOb9wYYRYUyKOb/ab4yg8M37XP0Sqiig8c/lth6u8xMkKWEeAwHwCzx7spM9u3pcOHpmplzz8b2n6oX89XnwmCsx0Op3j4/I8K23Ml/58bblIzEe/tKWfc/1MzbnOxXpBgAABAgQIECBAgACBbgEjAgQIECBAgAABAgQIECBAoP0CdkiAAAECBAgshIDiMwuh6BwECBAgQGCVCwwNDVUCBw4cqHKnlHAQAQIECBAYMIFdu3alCy64oO9dnXnmmektb3lL3zlJAgQIECBAgACBFxAwRYAAgRUqkHPuuvMomJBzd0GEyEV0LTw2KLlo+8XE/f+W5is8c+Udh5PCM8cQ/UOAwKIJPHewkz63ZW86eGS6ukZ+ZH2afug7KYrONJ9fpdBMaZtzcZIyjn5EjKPtF8256Ofc/WyNY3LufgZHThAgQIDAgAu4PQIECBAgQIAAAQIECBAgQKD9AnZIgAABAgQIECBAgAABAitSQPGZFfljW76bdmUCBAgQINBP4K1vfWt605veVE2NjIxUOQkCBAgQILCSBY4cOZI2btyYDh06VG3jz/7sz9Iv/MIvVHkJAitRwD0TIECAAAECBAgQIPDCAlEIoXdF5HKuiyM018WaEpFv9pvj8R3fSWN3/UOkqrjy9sPpituOVHkJAgQIvFSBF1tfCtAc6FuAZkOaeb4ATRSbaUY828o4+hExjvaFovd+Ym3JRT/n/s/YmCvrtAQIECBAgAABAgQIECBAgEC3gBEBAgQIECBAgAABAgQIECDQfgE7JECAwEIIKD6zEIrOQYAAAQIECKR169ZVCsPDw1VOggCBlyzgAAIEBkhg8+bN6cEHH6zu6Fd+5VfSH//xH1d5CQIECBAgQIAAAQIECJykgGUrTCDn3HXHUfgg57ooQuS7Fh4bNHOlH22Jsfu+ncbv/tqxlfU/V95+JF1xLOoZGQIECCyOwHMHp9PntuxN/QrQpEc2pPTwv6YoLBMRz7FoI6LfL+IuS75fP3LNiLVlHP2c62dtznWuHKMlQIAAAQIECAyYgNshQIAAAQIECBAgQIAAAQIE2i9ghwQIECBAgAABAgRWpIDiMyvyx+amCRBYPgFXJkBgPgHFZ+aTkSdAgACBtgh8//vfT9dee221nR/7sR9LH//4x6u8BAECBAisZAH3ToAAAQIECBA4eYF+xRAiF1HOEv0SkYt+FGco/RhHjO/4dpq45x8jXcUVt0XhmcNVXoIAAQKLLbD34HT67Oa96cDh6epSMzvXp5mHvjNbgCaeYyXiGRf90kY/ondcThhz0S9t9Es0c9HPuS42k3OdK8drCcwvYIYAAQIECBAgQIAAAQIECBBov4AdEiBAgAABAgQIECBAgAABAu0XsMOFEFB8ZiEUnYMAAQIECBBI/YrPPP3002QIECBAgMDLFxiAM+zYsSNdcMEF1Z284hWvSGeeeWZ69atfXc1JECBAgAABAgQIECBAgEC7BKLgQe+OIpfzyRU8iLXl+NKPtsT4fd9O43f3Lzxz+e1H0pV3tLzwTMHREiAwkAL7Dk2nz27Zm/Yf7tT398iGNP3gv6ROp5PimRYFZkqUcbQnE3HyWBdtM5q56OdcP3tzrnPNc+gTIECAAAECBAgQIDAAAm6BAAECBAgQIECAAAECBAgQaL+AHRIgQIAAAQIrUkDxmRX5Y3PTBAgQIEBg+QTmu/LQ0FA1NTIyUuUkCBAgQIDAShN47rnn0oYNG2Y/num999NPPz29613v6k0bEyBAgAABAgRWvIANECBAgEAtkHPuSvYrfhC5iObCGEdELtooyBBtM8Z3fDuN39O/8Mxltx1O37td4ZnwEwQILK9AFKD53Ob9aV+fAjR516Y00yhAU55x5ZlX2pKPNnYTbTZxe8MAABAASURBVET0I5r9GDejORf9nOtiMzl3P6ubx+sTIECAQC0gQ4AAAQIECBAgQIAAAQIECLRfwA4JECBAgAABAgQIECBAgMDJCCg+czJKg7vGnREgQIAAgYER6Fd8ZnR0dGDuz40QIECAAIFTFdi0aVN64oknqsN/67d+K33gAx+o8hIEFkHAKQkQIECAAAECBAgQWEaBKHDQe/nI5VwXPWiuizUlIt/sN8fj9/1LGr+7f+GZy287nK6640gsFwQItF9gRewwCs98fsv+tPdQp77f2QI035ot4hzPvCg4U6I5jn5EzEX7QtF7kVhbctHPuf+zOObKOi0BAgQIECBAgAABAgQIEBggAbdCgAABAgQIECBAgAABAgQItF/ADgkQILAiBRSfWZE/NjdNgAABAgQGT6Bf8ZlDhw4N3o26IwIvW8AJCBBYTQLf/e530y233FJt+ad/+qfTWWedVeUlCBAgQIAAAQIECBBoi4B9EDghkHM+MTjWi4IGOdfFDiJ/bHr2n9IvbSRLP9oS4/d9K43f8/WYruKyWw+n7yk8U7lIECCw/AL7DnVSFKDZd2i6vpldm9P0AycK0MTzLorMRET/xSJOWNaUfrTNiPkyjn7O9TM55+5nd1mvJUCAAAECBAh0CxgRIECAAAECBAgQIECAAAEC7RewQwIECBAgQIAAAQIETkZA8ZmTUbKGAIHBFXBnBAgMjMBb3vKW9OY3v7m6nz179lQ5CQIECBAgsBIE7rjjjrRly5bqVt/whjeks88+u8pLECBAgMAiCjg1AQIECBAgQGAZBKKgQe9lI5dzXeQg8mVt6TfbKLoQ85ErMX7vN9P4Pf8U6SouveVwuurOI1VeggABAoMisP9wJ312y96092BdgCY/ujnNPDh/AZp4JpZnYb829ljypR9tM2K+jKOfc/1sjvmYi1asEAG3SYAAAQIECBAgQIAAAQIECLRfwA4JECBAgAABAgQIECBAgACB9gvY4YoUUHxmRf7Y3DQBAgQIEBhMgdNOO626McVnKhIJAgQIrHiB1bCB4eHhtGHDhr5bPf3009OP/MiP9J2TJECAAAECBAgQIECAAIF2CESxgpxz12ZKLtrmRHNc+qWNdaUfbYmxKDxz7zdiuopLbzmUrt62/IVnqhuTIECAQI/AgcPT6fMX7k3PHez0zBwb7ooCNN9MnU4nlWdftKXwTG8bc804dobjx5V+tM2I9WUc/ZzrAjQ517lyjJYAAQIECBAgQIAAgZQYECBAgAABAgQIECBAgAABAu0XsEMCBAgQIECAwMkIKD5zMkrWECBAgACBwRUYqDtbt25ddT/x8X6VlCBAgAABAgMsEB/EbNy4MT3zzDPVXf7hH/5hev/731/lJQgQIECAAAECiyzg9AQIECCwxAI5v3jhmSh0EFFurfSbbSmuELkS4/d+M03MU3jmu7ccTldvGyun1BIgQGDgBfZHAZot++YpQLMlzTzwz7MFaOJ5GBHPwmYbG4xcv4i5iJiLtl8056Kfc11sJufuZ3q/88gRIEBgQATcBgECBAgQIECAAAECBAgQINB+ATskQIAAAQIECBAgQIAAAQIDKaD4zIL+WJyMAAECBAisboG1a9dWACMjI1VOggABAgQIDLLA5s2b0913313d4i/8wi+kv/iLv6jyEqtRwJ4JECBAgAABAgQIEGirQBQu6N1b5HKuixk018WaGJe2t18KLYzf+89pfJ7CM5fecjh9f9uROFQQIDAQAm7iZAUOHJlOn9+yLz17sFMf8uiFaeaBb6TyHIy2RDwzo99so/9i0XuRWF9y0c+5/zM75so6LQECBAgQIECAAAECBAgQmBPwJwECBAgQIECAAAECBAgQINB+ATskQIAAgZMRUHzmZJSsIUCAAAECBE5KYGhoqFo3Ojpa5SQILKiAkxEgQGABBbZu3ZquuOKK6oxRYO1jH/tYlZcgQIAAAQIECBAgQGCJBFyGwBIJ5Jy7rhSFCnLuLmIQuYiysPRLG/nSjzYicmP3fCON3/vP0a3iuzcfTlcrPFO5SBAgsHIEjhegOdCvAM1Fafr+b6ROp1MVoYlnZBSgiZ1Gv18050o/2mbEcWUc/Zy7n90xl3P3Mz5yggABAgQIEBgwAbdDgAABAgQIECBAgAABAgQItF/ADgkQIECAAAECBAgQGEgBxWcG8sfipgisXAF3ToDA6hZYs2ZNBaD4TEUiQYAAAQIDKrBz5860fv36vnf3kY98JL3xjW/sOydJgACB1ShgzwQIECBAgACBtglEoYLePUUu57p4QXNdrIlxs40iCjGOKP2xe/4pTdz3zVhaxSU3H07f336kyksQIEBgpQkcPDKdPnfhvvTsgenq1vNjF6WZB76Rms/GZr88L0sbc82IE5Zx6UfbjJgv4+jn3P8ZHnNlnfaFBcwSIECAAAECBAgQIECAAAEC7RewQwIECBAgQIAAAQIECBAgQKD9AnZI4GQEFJ85GSVrCBAgQIAAgZMSGBoaqtYdOXJk9v+QuJqQIECAAIGFEnCeBRA4fPhw2rhxY4q293Qf+tCH0s/93M/1po0JECBAgAABAgQIECBAoCUCUYQg59y1m5KLtjnRHJd+aWNd6UcbBRQiN3b319PEfd+KbhUX33QoXXNyhWeqYyUIECAwiAKHjkynz295Lj2zv1Pf3qMXpekdX0/xfCxRnpeljYNiLsbRj7ZEc1z60TYj1pZx9HOuC9DkXOfKMVoCBAgQIECAAAECyyzg8gQIECBAgAABAgQIECBAgED7BeyQAAECBAgQIDCQAorPDOSPxU0RIECAwMoVWN13/qY3vSm97W1vqxD27NlT5SQIECBAgMAgCWzatCk9/PDD1S29//3vTx/84AervAQBAgQIECCw2gXsnwABAgTaJJDzixeeiQIGEWXfpd9so1hCzEcuIvrj9/xTmtjxL9Gt4uKbD6Vr7xqr8hIECBBY6QIHx2bS5y/cl57e16cAzWMXp5n7vz77/7ggnpvNiGdnjGP/pR9tM2IuInLNNvolylyMo59zXWwm5zoX6wUBAgS6BYwIECBAgAABAgQIECBAgACB9gvYIQECBAgQIECAAAECBAgQIBAC7S4+EzsUBAgQIECAwJIKrF27trre8PBwlZMgQIAAAQKDInDVVVel6667rrqdH//xH0/nnntulZcYQAG3RIAAAQIECBAgQIAAgVMQiIIEvYdFLucXLkgQa+K40ka/RORKjN399TR+37fKVFd78U2H0rXbFZ7pQjEg8GIC5leUwKGx6fSFi/alp/f3K0BzSZreMVeApjwzo43CM802+hGx8Wh7I/IRkY+2Gc1c9HOun+0517nmOfQJECBAgAABAgQIECBAYBkEXJIAAQIECBAgQIAAAQIECBBov4AdEiBAgMBACig+M5A/FjdFgAABAgRWrsBpp51W3bziMxVJqxM2R4AAgZUkcO+996b169dXt/yqV70qnXXWWekVr/AfmyscCQIECBAgQIAAAQIpJQgE2iCQc+7aRr/iBJGLKAtLv7SRj35vjN39j2lix7/EdBUX3Xg4XXuXwjMVjAQBAq0TmC1As2VfenpfvwI0F6fOfV9LnU4nRdGZZsQzNcbRRjT7MY4IrJKPfslFv0QzF/2c62IzOXe/C8qxWgIECBAgQGBOwJ8ECBAgQIAAAQIECBAgQIBA+wXskAABAgQIECBAgAABAiHgK7pQEATaK2BnBAgQWHKBtWvXVtccGRmpchIECBAgQGC5BZ555pm0YcOG2Y9beu/l9NNPT+985zt708YECBAYVAH3RYAAAQIECBAg8BIEogBB7/LI5VwXJWiuizUxLm3px7gZY3d9LU3s+HZMVxGFZ35w95EqL0GAAIG2Chwan06fv3BfGu1TgCY//t00s+MfZ//7uVJIJp6npV/ayPWLMIt8tBHNfowjmrno59z/WR9zsX7Aw+0RIECAAAECBAgQIECAAAEC7RewQwIECBAgQIAAAQIECBAgQKD9AnZIYCAFFJ8ZyB+LmyJAgAABAitXYGhoqLr50dHRKidBgACB9grY2UoR2LRpU9q9e3d1u7/zO7+Tfvu3f7vKSxAgQIAAAQIECBAgQIBAOwRyzsc3EsUGInKuixFEviws/dKmlFL0S5QCCUfu+mqauP875bCu9sIbDyWFZ7pIDAgQWCUCh8en0xe27Euje4/WO54tQPO14wVoyvM02hLlWduvjRPGuuZc5JoRc2Uc/ZzrZ37Oda4coyVAgAABAgQIEFjNAvZOgAABAgQIECBAgAABAgQItF/ADgkQIECAAAECBEJA8ZlQEAQIECDQXgE7W3IBxWeWnNwFCRAgQOAUBC655JJ02223VUf++3//79OZZ55Z5SUIECBAgACBARdwewQIECBA4GUI5FwXHIjiBOWUpd9so18iih7E2rG7vpYm7//X6Fax5cZD6bq7x6q8BAECBFaLwOGJ6fT5i/alkX39CtBcmmZ2fLUqQNN8zkY/nrfR9kYYRi7aiGY/xhHNXPRzrp/9Ode5OFYQIDBAAm6FAAECBAgQIECAAAECBAgQaL+AHRIgQIAAAQIECBAgQIAAAQLLIrCkxWeWZYcuSoAAAQIECCypQL/iM+Pj47P/B8NLeiMuRoAAAQIE5hGIojMXXnhhNfvGN74xnXPOOVVe4qULOIIAAQIECBAgQIAAAQKDJhCFBnrvKXI514UGIl/Wln5pm/nIRURu/O6vpYn7vxPdKi7ceihdr/BM5SKx8gXsgMBLFTgyPpO+sGVfempvpz708cvS9H1fnf3fJ0WRmYh4xkYbEf04KNpm9M4110S/GXFcGUc/5/odkHOdK8doCRAgQIAAAQIECBAgsBoF7JkAAQIECBAgQIAAAQIECBBov4AdEiBAgACBEFB8JhQEAQIECBAgsGAC8eH+mjVrqvMNDw9XOYklEXARAgQIEGgIPPnkk2nDhg2NzInuRz7ykbRu3boTCT0CBAgQIECAAAECK0fAnRIg8CICOeeuFf2KDkQuoiws/dJGPvq9MX7XV9P4jv6FZ7ZsPZSuu2csDhUECBAgcEzgyMRM+vsL96aRPgVo8hNRgOYfUjxno6hMRPQjOp3ObGGa6Dfj2Cln10cu+nFMtBElF/0SzVz0c66LzeTc/c4ox2oJECBAgMAACLgFAgQIECBAgAABAgQIECBAoP0CdkiAAAECBAgQIECAAIFlEVB8ZlnYXXT1Ctg5AQIEVodAvw/3FZ9ZHT97uyRAgMAgC0xNTaWNGzem5557rrrNP/qjP0rve9/7qrwEAQIETk3AUQQIECBAgAABAoMiEIUFeu8lcjl3FxuIXHNdGZc25qLfG0e2fyWN3/+vMV3F5hsOpesVnqlcJAgQIBAFaD5/4d701HOdCiM/cXmaua9/AZooLNP7HO4dxwlLrvSjbUbMl3H0c+5+JzTnSr9/K0uAAAECBAgQIECAAAECBAi0X8AOCRAgQIAAAQISKFV/AAAQAElEQVQECBAgQIAAgfYL2CEBAiGg+EwoCAIECBAgQGBBBRSfWVBOJyNA4OUKOJ7A8wJbtmxJ99577/OjE8173/ve9Od//ucnEnoECBAgQIAAAQIECBAgsPIE5rnjnPPxmSgwEJFzd5GByMWinE+sjXHJR9uMUvzgyLYvp8kHLoilVWy64WC64d6xKi9BgAABAnMCYxMz6QsX7kt7nj06l2j8OfP4ZWn63i+n8rwtbTyLO53O8XyMTzYap5/txnGznWN/RD/n7nfDsXTKufu9EDlBgAABAgQIECCwzAIuT4AAAQIECBAgQIAAAQIECLRfwA4JECBAgAABAgSWRUDxmWVhd1ECBAisXgE7Xx0Ca9asqTY6MjJS5SQIECBAgMBSCVx//fXpyiuvrC4XBdM+/vGPV3kJAgQIECBA4OUJOJoAAQIECAyqQM7dxQWi4EC51yhuEP3IRZR+aSMXEeOx7V9Jkw+uj24Vm244lLbeO17lJQgQIECgW2Bscjp94aL9abhPAZr0xBVp5r6vpCg2E8/eeEZHezJRrhJrc54rIBP9ki9tMxf9nLvfEf3WlZyWAIE5AX8SIECAAAECBAgQIECAAAEC7RewQwIECBAgQIAAAQIECBAgQKD9ArFDxWdCQRAgQIAAAQILKjA0NFSdb3R0tMpJECBAgACBpRB46KGH0vr1/T8I/OhHP5p++Id/eCluYzmv4doECBAgQIAAAQIECBBYVQJRQKB3w5HLubuoQOSa63Kemy/5Zhv9iCh+MLbty2nigQuahx7vb7o+Cs+MHR/rEFhCAZcisCIFxien09+/QAGa6Xu/PFuAJp6/EeVZXPox7hdlvrRlTS9S5Esu+jnPvQtKLtqc61zkBQECBAgQIECAAAECBJZBwCUJECBAgAABAgQIECBAgACB9gvYIQECBAgQWBYBxWeWhd1FCRAgQIBAuwUUn3mhn685AgQIEFhKgYMHD6ZNmzalsbH6w78///M/T+95z3uW8nZciwABAgQIECBAYNUI2CgBAsspkHPuuny/YgKRi0U5n1gbuYjIl4hxRCleMLb9y2niwf4FTmcLz9xX/+fPci4tAQIECPQXmCtAsy8NP3u0WpCfvDJN3/OlFM/hEuW53Ol0ZvNlHG2coLSl3zuOfDN653Oui83kfOJ90TxWnwABAgRWu4D9EyBAgAABAgQIECBAgAABAu0XsEMCBAgQIECAAAECBAisDgHFZ1bHz9ku5xOQJ0CAAIFFEVizZk113snJyTQ1NVXlJQgQIECAwGIKbN68Oe3cubO6xK/+6q+mP/qjP6ryEgQItFTAtggQIECAAAECBFaFQLN4QNlw5HKuiwg056Mf6yKiHxH9ZkTuyJ1fTJMPbohuFRuvO5S2KjxTuUgQIEDgZAXGJ2fSFy7al3Y/U//vkvLu76WZe+sCNHHuUpAm+jMzM8eL0TSf4c1+WRdtM2JNGUc/5/7vjpgr67QECBAgQIAAAQIECBAgQIDAMgi4JAECBAgQIECAAAECBAgQINB+ATskQGBZBBSfWRZ2FyVAgAABAu0W+OEf/uG0bt261Ps/w8PDvSljAgRWoYAtE1gqgSuvvDJdf/311eXe8Y53pL/+67+u8hIECBAgQIAAAQIECBAgsHACy3GmnPPxy0ZxgIic6+IBkT++8FgnxhHHuinaZpSiBmPbvpgmH9oYS6rYcP3BdOOOsSovQYAAAQIvTWBicib9/UX70+5njtYHPvm9NHPPF48XlynP51hY+tE2n+HRj/mI6PdG5JsR82Uc/Zzrd0jOJ941Za2WAAECBAgQILCaBeydAAECBAgQIECAAAECBAgQaL+AHRIgQIAAAQIECKwOAcVnVsfP2S4JECAwn4A8gUUTUHxm0WidmAABAgROQuDuu+9O69evr1a++tWvTmeddVaVlyBAgAABAi0XsD0CBAgQILAqBXKuiwZEMYGCEf0SJRdtyUUb4yg8M/HgPIVnrjuYbrpvPJYJAgQIEFgAgYmpKECzLz3ZrwDN7qvS9D1/nzqdzmwRmig2ExGXjTae282IfHNc+pGPiHG0zWjmop9z/S6J9TEXrSAwYAJuhwABAgQIECBAgAABAgQIEGi/gB0SIECAAAECBAgQIECAAAEC7RdYlh0qPrMs7C5KgAABAgTaL9Cv+MyePXvav3E7JECAAIFlFxgdHU0bN/b/KPCMM85I73jHO5b5Hl2eAAECBAgQIECAAAECBBZKoPfj/xhH5FwXC4h8uW7pN9voNyMKGUThmcmHNpXDutoN1x1KN+1QeKYLxaAhoEuAwKkKzBaguXBf3wI0effVaeaeL6Z4XsdzukRcq5kr/Wgjynz0eyPmmhHzZRz9nOt3Ss51rhyjJUCAAAECBAgQIEBgNQnYKwECBAgQIECAAAECBAgQINB+ATskQIAAAQKrQ0DxmdXxc7ZLAgQIECCw5AJDQ0PVNaMYQJVc7oTrEyBAgEDrBDZv3pyGh4erfX3gAx9Iv/mbv1nlJQgQIECAAAECBFaBgC0SINBagZxztbec64IAUTygLCz90jbzkYtCBtGOb/timniwf3HT9T+IwjNj5VAtAQIECCywwOTRmfT3UYDm6aP1mXdflabv/kIqz+toI+LZHW0cUPrNceQjYi4i+hHNfowjmrno51y/W3Ku30FxrCBAgACBZRRwaQIECBAgQIAAAQIECBAgQKD9AnZIgAABAgQIECBAgAABAosioPjMorA66akKOI4AAQIE2iOwZs2aajOKz1QkEgQIECCwwAIXXXRRuv3226uzvvvd704f+chHqrwEAQLLI+CqBAgQIECAAAECBF6uQBQC6D1H5HKuiwNEvqwt/WYb/d4Yu/MLaeKhTeWwrvaCHxxMN9+v8EwXigEBAgT6CLzcVBSg+cJFe9MTo1P1qXZfnWbumStAEwVmSsTC0o9nexlH/8Ui1jYj1pdx9HOu3zExH3PRCgIECBAgQIAAAQIECBAgsBoF7JkAAQIECBAgQIAAAQIECBBov4AdEiCwOgQUn1kdP2e7JECAAAECSy4wNDRUXXNkZKTKSRAgsOwCboBAawRuvfXWdPHFF1f7edOb3pQ+9rGPVXkJAgQIECBAgAABAgQIrCKB1m0153x8T/HRf0TOdVGAyJeFpd+vjVwpVjBXeGZzOayrveDag+mW+8e7cgYECBAgsHgCU0dT+vuL96XH+xag+X6avvvzKZ7hEeU5Hv2IuKvIRb8ZkZ9vHHPNiHVlHP2c63dNzifeSWWtlgABAgQIECCwTAIuS4AAAQIECBAgQIAAAQIECLRfwA4JECBAgAABAgQILIqA4jOLwuqkBAgQOFUBxxFoj0AUn8m5+//Y9ujRo2liYqI9m7QTAgQIEBgYgSeeeCJt2LCh7/2ceeaZac2aNX3nJAkQIECAwPIIuCoBAgQIECBwqgLx4X+/Y3OuiwE015Z+acs5YlwicuPbvpAmH94S3Sr+LQrPPKDwTAUjQYAAgUUWiAI0X7x4/wsUoPlc6nQ6KQrNNCNy8YyPXLTNiFvuHTdz0S8R65r9nOt3Tsw318VYEEiJAQECBAgQIECAAAECBAgQINB+ATskQIAAAQIECBAgQIAAAQIE2i+wOnao+Mzq+DnbJQECBAgQWHKB17/+9WndunXVdffs2VPlJAgQIECAwMsRmJycTBs3bkx79+6tTvPHf/zH6Zd+6ZeqfFfCgAABAgQIECBAgAABAgRWjEDO+fi9xkf+ETnXRQAiXxaWfrONfjOiMMGR2z+XJh6av/DMrQrPFNKV2bprAgRWtMDU0Zn09xftT4+NHq33sfuaNH3X51I81+N5HhH9ZvTLxYmaa0o/8r0RcyUX/Zzrd0/Oda4coyVAgAABAgQIECBAYIkEXIYAAQIECBAgQIAAAQIECBBov4AdEiBAgAABAosioPjMorA6KQECBAgQIBACp512WjRdMTw83DXuHRgTIECAAIGXKrB58+Z03333VYf9x//4H9Of/dmfVXkJAgQIECBAgACB5RdwBwQIEFgogZzrD/2jKEDv+XtzMW7GkTs+lyZ3Xth72Oz43645mBSemaXwBwECBJZV4GhnJn3pon3psZG6AE3ec22avuuzKYrMlIjnfG8/cs2IDfWOSy7aZsS6Mo5+zvU7KOcTRdLKWi0BAgRWs4C9EyBAgAABAgQIECBAgAABAu0XsEMCBAgQIECAAAECBAgQaIeA4jPt+Dku1i6clwABAgQIvCyBdevWVccrPlORSBAgQIDAyxC47rrr0lVXXVWdIQqgnXvuuVVeggCBvgKSBAgQIECAAAECBAZaID7w773ByOVcf/Qf+ebaGEdELtreiKIEh2/7TJraeVEsqeJfrzmQbn1wvMpLECBAYAUKtOKWpzoz6YsXRQGaqXo/w9emdPfnUjzr4/leIsYlIlf6pY0TlX5vG3PzRazNuX4XxfqYi1YQIECAAAECBAgQIECAAIElFnA5AgQIECBAgAABAgQIECBAoP0CdkiAAIFFEVB8ZlFYnZQAAQIECBAIgaGhoWi6YmRkpGtsQIBAr4AxAQInK/Dggw+m9evX911+1llnpde97nV95yQJECBAgAABAgQIECCw/ALu4KUI5JyPL4+P+SNyrj/2j3xZGP0SkYt+aaMfEQUIjtz+mTT1yMUxVcV3rjmYbntwospLECBAgMDyChydnklfvHhfevSpugDNzPC1afquzxwvQBPP+4h45kcb0ezHOCJ2FG2J5jj6JZrzkYtxzvU7KecT765YJwgQIECAAIHVKmDfBAgQIECAAAECBAgQIECAQPsF7JAAAQIECBAgQIBAOwQUn2nHz9EuCBBYLAHnJUDgZQn0Kz4zOjr6ss7pYAIECBAgEAIHDhxIGzduTOPj4zHsir/8y79M7373u7tyBgQIECBA4AUFTBIgQIAAAQIDKRAf9Pe7sZzrj/yba0u/X1sKDkQ7Nlt45pJ+l0hReOb2B+v/zNl3sSQBAgQILLnA0U6aLUCza6QuQJOGf5Cmt3/6eAGaTqeT4rkfEe+GiGY/xhGxiWhLxDiidxy5ZsR8zvW7KdbEXLRiQATcBgECBAgQIECAAAECBAgQINB+ATskQIAAAQIECBAgQIAAAQIE2i9gh4sioPjMorA6KQECBAgQIBAC/YrPPP300zElCBAgQIDAvAInM7Fp06a0a9euaumv/dqvpT/4gz+o8hIECBAgQIAAAQIECBAgsHIEyof6OefjNx25iJzrj/sjXxY2+5Er42ij0EDkoh2747Np8pF5Cs98/2BSeCakFjecnQABAi9XoDOd0hcv2pd2PdWnAM2e62YL0MQzv7wDoh8R44hmP8YRcU/R9kbkm1HmSy7GOdfvqJxPvMvKWi0BAgQIECBAgACB1SRgrwQIECBAgAABAgQIECBAgED7BeyQAAECBAgQaIeA4jPt+DnaBQECBAgQWCyBl3XeKD7zqle9quscnU4njY+Pd+UM6Cj7dAAAEABJREFUCBAgQIDASxG48sor09atW6tDfvInfzKde+65VV6CAAECBAgQIEDgRQUsIECAwEAJ5Nz/Q/2c64/642P/uPloI3r7ZRwFBqIf7djtn0mTOy+OYRXfjsIzD/nvLysYCQIECAyowPR0Sl+6eF/atad/AZqZ7Z9O8X6IiHdAs+3txzgithptiX7jyEXEmmgjop9z/a4qc9EKAgQILLOAyxMgQIAAAQIECBAgQIAAAQLtF7BDAgQIECBAgAABAgQIECBwSgKKz5wS23Id5LoECBAgQGBlCbzuda9L69atq256eHi4ykkQIECAAIGTEbjrrrvS+vXrq6Wvec1r0jnnnFPlJQisTAF3TYAAAQIECBAgQGD1CsSH+83dxzgi5/pj/sg310a/mStFBkou2rHbP50mH7kkllbx7asPpDsUnqlcJAgQWCwB510ogc50Sl+8eH96ZM9kfcqnrk8z2/8ulXdC/D9JiH5EvBcimv0YR5QTRT8ixqWN/nwRa3Ku31k517n5ziFPgAABAgQIECBAgAABAm0SsBcCBAgQIECAAAECBAgQIECg/QJ2SIAAgXYIvKId27ALAgQIECBAYFAF1q5dW92a4jMVicQgC7g3AgQGRmBkZCRt2LCh7/2cccYZ6cd+7Mf6zkkSIECAAAECBAgQIEDgRQUsGBiBnPPxe4kP+GOQc/3BfpmL+dIvbeSikEC0kYuI8eFbP5UmH/lupKv4lyg88/BElZcgQIAAgZUhMD0zk7548YG0c3iquuGZPden6e2fSvE+iIh3QokYR8Q42heKOHGZj36J3lyMc67fXTmfeMeVY7UECBAgQIDAEgu4HAECBAgQIECAAAECBAgQINB+ATskQIAAAQIECBAgQOCUBBSfOSU2BxEgsFwCrkuAwMoTWLduXXXTis9UJBIECBAgcBICmzZtSk899VS18nd/93fTr//6r1d5CQIECBBYuQLunAABAgQIEFh9AvGhfr9d51x/vN9cW/rNtrcfBQXGbv+7NLXr0n6XSN+6+kC6U+GZvjaSBAgQWEkC8fz/0iX70s49dQGa/NTWNL3t/BTvhFgXbYkYR8Q42maU/ZdcjEs/2hiXaI6jn3P9Dou1MRetSIkBAQIECBAgQIAAAQIECBAg0H4BOyRAgAABAgQIECBAgAABAgTaL2CH7RBQfKYdP0e7IECAAAECAyswNDRU3dvIyEiVkyBAgACBgRUYiBu78MIL05133lndy3ve8550xhlnVHkJAgQIECBAgAABAgQIEFgZAuUD/Jzz8RuOXETO9Uf7kS8Lm/3IlXG0JaKQwNhtn0qTj/QvPPMvVx1M2xSeCT5BgACBVgjMzKT0pYv3pYeH6wI06amtaWb7p44XoIl3RbwnIqIf0ezHuF8EVOSjLZHz3HusmY9+zvW7LOe5teVYLQECBAgQIECAAIElFHApAgQIECBAgAABAgQIECBAoP0CdkiAAAECBAgQOCWBV5zSUQ4iQIAAAQIElklg5V22X/GZ0dHRlbcRd0yAAAECyyZw8803p0suuaS6/pvf/Ob08Y9/vMpLECBAgAABAgRWvoAdECBAYPUI5Nz/A/yc64/14yP+XpnIlYi56JfCAdEeufX8NLnrspiq4ltXHUx37hyv8hIECBAgsLIFogDNly/el3bOV4Bm2/mzBWjiPVHeG6VfxtE2o4iUXIx7+5GLiHy0EdHPuX6nlbloBQECq1nA3gkQIECAAAECBAgQIECAAIH2C9ghAQIECBAgQIAAAQIECBBYGQKKz7ycn5NjCRAgQIAAgRcVWLNmTbVG8ZmKRIIAAQIE5hF47LHH0oYNG/rOnnXWWemtb31r3zlJAgsq4GQECBAgQIAAAQIECCy4QHyM33vSyEXkXH+kH/nm+hhHRK60UTggouQO3/LJNPXo5TGs4pvfO5C2KTxTuUgQWNUCNt8qgZlju/nixfvSw7snj/V6/hm5Mc1sPz9NdzrHi9DE+yMi3ikRzX6MS8SZoh9tRPQjoj9fxHzO9bst5zo33znkCRAgQIAAAQIECBAgQGCBBJyGAAECBAgQIECAAAECBAgQaL+AHRIgQIDAKQkoPnNKbA4iQIAAAQIETlZgaGgovfrVr66WHzlypMpJEDgZAWsIEFg9AuPj42njxo1p//791ab/63/9r+m9731vlZcgQIAAAQIECBAgQKAdAnbRfoGcc99N5lx/iB8f7TcXxzgics229KNgwOFb/jYdfeyKWFLFN686kLY/MlHlJQgQIECgfQJfumR/eqhfAZqnbkzT2z6Zpqc7Kd4f8e4oEeOIGEfbL8pciJX56JfozcU45/odl3P/92E5j5YAAQIECLRdwP4IECBAgAABAgQIECBAgACB9gvYIQECBAgQIECAAAECK0NA8ZmV8XNylwQGVcB9ESBA4EUFXvOa16TTTjutWjc8PFzlJAgQIECAQFNgy5Yt6f7772+mZvu/9Eu/lP7bf/tvs31/ECBAgMCSCLgIAQIECBAgQGBBBeID/N4TRi7n+qP8yDfXxjgictFGRAGAiJIbv+38NPVo/8Iz//y9A2n7ToVnwkoQIEBgtQh8ebYAzVS13Tx6c5q+82/TzPR0ivdJRLxPIqIf0ezHOKKcqLcf44gy39vGXM71uy7WxVy0yxwuT4AAAQIECBAgQIAAAQIECLRfwA4JECBAgAABAgQIECBAgACB9gvYIYFTElB85pTYHESAAAECBAi8FIF169ZVyxWfqUgkCBAgcJICq2PZtddem66++upqsz/yIz+Szj333CovQYAAAQIECBAgQIAAAQKDL1A+rM85H7/ZyEXkXH+MH/myMPoRzXFvP+YP3/J/08Suy8tUV/uN7x1Idz2yUgrPdN26AQECBAi8TIEvX7IvPfhkvwI0t8wWoJnuHE2l0Ey0EfFeiWj2Y1wibqnMRT/y0TYjchElF/2c63dezifejWWtlgABAgQIECBAYDUI2CMBAgQIECBAgAABAgQIECDQfgE7JECAAAECBAisDAHFZ1bGz8ldEiBAgMCgCrivkxJYs2ZNtW7Pnj1VToIAAQIECITA/fffn9avXx/dKs4555z0mte8pspLECBAgAABAgQWVcDJCRAgQGBBBHLu/2F9zvVH+PFxflw02ojefhnHR//Rj/bwzf83TT16ZQyr+MaV+9PdCs9ULhIECBBYTQJf+W4UoJmstzx6c5rZ9sk03Zk6pQI08Z6KiBNHWyLG/SLmc67ffbE25qIVBAgsk4DLEiBAgAABAgQIECBAgAABAu0XsEMCBAgQIECAAAECBAgQIECgr0Cris/03aEkAQIECBAgsOwC/YrPjIyMLPt9uQECBAgQGDyBffv2pU2bNqXJyfojkNNPPz29613vGrybdkdLLuCCBAgQIECAAAECBAisLIF+H9JHLiLnuY/vcz5RmCby8+0w5qLQTGljXfSP3PJ/09Rj8xSeuWJ/untX/Z8z41hBgMDgCrgzAosh8JXv7k8PPNHnnTB6S5rZdn7fAjTN907px7unRNxn9KONKP3SNnPRj4i5nOfegTEukXOdK3NaAgQIECBAgAABAgQItFHAnggQIECAAAECBAgQIECAAIH2C9ghAQIECKwMAcVnVsbPyV0SIECAAIEVLTA0NFTdv+IzFclKTbhvAgQILKjA5s2b06OPPlqd8z//5/+cfu/3fq/KSxAgQIAAAQIECBAgsCQCLkLgZQnkfKKwTJwoPriPNucTH9iXXGljvkTkImLcrz1y8/+Xph77XkxX8U9XHkh3P9qnyEC1UoIAAQIEVovAP1z6QgVoPpmmO5OpFJkpbbx/XijCrqyNfqxttqVf8mWc84l3YeQicu5+b0ZOECBAgACBJRJwGQIECBAgQIAAAQIECBAgQKD9AnZIgAABAgQIECBAgACBvgKKz/RlkSSwUgXcNwECBAZToF/xmWeeeWYwb9ZdESBAgMCyCVx++eXpxhtvrK7/zne+M3384x+v8hIECBBYvQJ2ToAAAQIECBBYOQLNj+zjrss457mP7XM+8YF9mYt1Ec1x9CNKPvoRh2/+f9PkPIVnvn7FgXTProk4RBAgQIAAgS6BKEBz/xN9ipON3ppmtn0ydaYmugrQRGGZiHj3RBsR/YjSjwvEONqI0i9t5Hoj5nKeeyfWczO9KWMCBAgQIECAAAECBAgQIECgdQI2RIAAAQIECBAgQIAAAQIECLRfwA4JrAwBxWdWxs/JXRIgQIAAgRUtsGbNmvSa17ym2sOhQ4eqnAQBAgRWnIAbXhCBbdu2pY0bN1bneu1rX5s+9rGPVXkJAgQIECBAgAABAgQIEBhsgfiYPu4w57q4TM4nPrIv65pt9CPi+GYb/WYcvun/pKnHroplVUThmXsfXcDCM9UVJAgQIEBgpQt89dL9aUffAjS3pbT9/DR9tLsATfMd1OyHQxlHv18xmpiPuYjoR0Q/Ivo5n3g3Ri4i5xPv0BgLAgQIECBAgACBJRBwCQIECBAgQIAAAQIECBAgQKD9AnZIgAABAgQIECDQV0Dxmb4skgQIECCwUgXc92AKvPrVr07r1q2rbm737t1VToIAAQIEVp/Anj17+haeCYkzzzwzvf3tb4+uIECAAAECBAgcF9AhQIAAgcEXyLn7g/n4sD7uOuf64/oyV9pYFxHjEr3j2cIzj18d6Sq+fvn+pPBMxSJBgAABAn0Evnbp/nT/432KlT19W5rZfn6a6SlAUwrLxPsp+hHRjyj9uEyMo40o/dJGrjdiLuf6HRnrYi5aQWA1CtgzAQIECBAgQIAAAQIECBAg0H4BOyRAgAABAgQIECBAgAABAgQGQ2Axi88Mxg7dBQECBAgQIDAQAqeddlp1H1FsoEpKECBAgMCqEogPJzZv3pxGRkaqff/e7/1e+tVf/dUqLzFwAm6IAAECBAgQIECAAAECxwXiP+cdHzzfKbmc5z6qz/lEYZoy9/zS403kS8TH/BFlfOSm/5OmXqjwzGOTx8+jQ4DAggk4EYHWCnz1sgNpx+N93h2jt6XOnX+bpo+Op/IeirZEvJcCJcalH21E5Evb7PfLxXxEzOU8966MfuQicj7x3oyxIECAAAECBAgQIECAwCIKODUBAgQIECBAgAABAgQIECDQfgE7JECAAAECfQUUn+nLIkmAAAECBAgstMCaNWuqUw4PD1c5iZcr4HgCBAisLIEtW7akbdu2VTf9Mz/zM+n000+v8hIECBAgQIAAAQIECISAIDC4AjnnrpsrH8/nPPcxfUyWXGkj14zI90bMR+7Izf8nTc5TeOYfL9uf7lV4JqgEAQIECLxEga8de4fc16cATX7mjjQdBWimxroK0MQ7KaIUnol+vyjzcTsx32x7+2Wcc/e7NPKCAAECBFargH0TIECAAAECBAgQIECAAAEC7RewQwIECBAgQIAAAQIECAyGgOIzg/FzcBdtFbAvAgQIEDguMDQ0dLxfOqOjo6WrJUCAALmLrsIAABAASURBVIFVKHDTTTelSy+9tNr5W9/61nTuuedWeQkCBAgMrIAbI0CAAAECBAgQmBUoH9XPDo79UcY5zxWeyfnEx/Rl7tiy2X/KONqI2eSxP0o/2iM3/e80+djVx7L1P/MVDahXyhAgQIAAgf4C8xUxy8/cmWa2fTJNT42lTqeT4p0URWVKNMfRj4i5aONKpW32++ViPiLmcp57d8a4GTHXHOsTIECAAAECBAgQIECAAAECCyzgdAQIECBAgAABAgQIECBAgED7BeyQAIG+AorP9GWRJECAAAECBBZaQPGZhRZ1PgIE5hOQXxkCu3btShs2bOh7sx/96EfTm9/85r5zkgQIECBAgAABAgQIECAwuAI518Vlcj7x8Xz5YL7ZRj8idhVtb5T8kZv+V5p8/PsxnI3mH1+97EDa8fhkM6VPgAABAgROSeDrl+9P9z7W553yzJ0pbT8/zUyNpVJYpreNC5b3WG+/rC35Zlv6cWz0I6Kf84l3aOQicj7xro2xIECAAAECBAi0XcD+CBAgQIAAAQIECBAgQIAAgfYL2CEBAgQIECBAgMBgCCg+Mxg/B3dBgACBtgrYF4HjAv2Kzzz77LPH53UIECBAYPUIHDlyJG3atCkdOHCg2vSf/umfpl/4hV+o8hIECBAgQIDAQAu4OQIECBAg0CUQH8xHIuf6o/ky19s2P8qPY2O+xOEbP5EmH78m0lV87dL96f7HJ6q8BAECBAgQOFWB2QI0j9bvlpmn70jT2z6ZOpOHU6fTSfGeKu+vaCOaueiX6L2XyEeutNHvjZjLuX6XxrqYi1YQWGIBlyNAgAABAgQIECBAgAABAgTaL2CHBAgQIECAAAECBAgQIECAQPsF+u5Q8Zm+LJIECBAgQIDAQgusXbs2ve51r6tOu3///ionQYAAAQLtFtiyZUt64IEHqk3+8i//cvqTP/mTKi/xUgWsJ0CAAAECBAgQIECAwNII9PvwveRynvtYPud8/GbK3PHEsU7Oc+uOdY9/xF8+3o/1h7ael6aeuDamq/jqpfvTjicmq7wEgdUhYJcECCymwNevOJDu7VOAJj+7Lc1s+2SaOXpk3gI0cV/Nd1m8z5oR8xGRa7a9/TLOee5dWdZHPucT79cYCwIECBAgQIAAAQIE2ipgXwQIECBAgAABAgQIECBAgED7BeyQAAECBAgMhoDiM4Pxc3AXBAgQIECg9QKvfOUr07p166p97tmzp8q1KmEzBAgQINAl8P3vfz9dc801XbkYvP3tb09/8zd/E11BgAABAgQIECBAYOUJuGMCq1Qg5+4P38tH8TnPfSQfLCVX2mau9GOuROQiYnx463np6JM/iGEV/3Dp/nS/wjOViwQBAgQILJxAFKC5Z9dEdcL87PY0c+cnU3oJBWj6FaOJE8f7rtn29ss45+53buQjyvHRFwQIECCwBAIuQYAAAQIECBAgQIAAAQIECLRfwA4JECBAgAABAgQIECCwSgUUn1mlP/jVum37JkCAAIHlFehXfGZ4eHh5b8rVCRAgQGDJBHbs2JE2bNjQ93rnnHNOetWrXtV3TpIAAQIvVcB6AgQIECBAgACBxRXo96F7yeWcU/RzPvGRfIz73VHkI8pc9OdiOh3e+j/T1AsUnnlA4ZnCpiVAgMCqFViKjf/TlQfS3Y9O1pd6dnuavvNv08zU4dRbWCbGEXFQtPFui360JWJcInLRL21vv4xznnvHxrhEznWuzGkJECBAgAABAgQIECBAgEAbBOyBAAECBAgQIECAAAECBAgQaL+AHRIgMBgCis8Mxs/BXRAgQIAAgVUhsGbNmmqfis9UJBIE2iZgPwRmBZ577rm0cePGNDU1NTtu/vGRj3wk/dRP/VQzpU+AAAECBAgQIECAAAECAyyQ84nCMnGbMzMz0aScT3wAXz6gL+3sgmN/lHG0EcdSxz/aj/7MdCcduiEKz1wXwyq+8t39SeGZikWCAAECBBZR4BtX7E937+pXgOauNL3tk2l64uDsu2x6enq2jfdb6cdtxfiFoqxptqUfx0U/Ivo5n3jXRi4i5+73cuQEAQIECBAgQGCRBJyWAAECBAgQIECAAAECBAgQaL+AHRIgQIAAAQIECKxSAcVnVukP3rYJEFitAvZNYHkFhoaGqhsYGRmpchIECBAg0D6BzZs3p8cff7za2G/8xm+kD3zgA1VeggABAgQIEHg5Ao4lQIAAAQJLJxAfwsfVcp77GD7nEx/Al7mYj35E9OOD/OiXiFz0p6c76fCN56Wju6+PVBVf+e6+9OCTk1VeggABAgQILLbAN66MAjQT1WXys88XoJmcK0AT77MS8b7rdDopxtGPtjeaJ4y5GJc2+r0RcznPvXP7zfXmjNsuYH8ECBAgQIAAAQIECBAgQIBA+wXskAABAgQIECBAgAABAgQIEGi/wGDsUPGZwfg5uAsCBAgQILAqBNasWVPtc3R0tMpJECBAgEC7BC699NJ08803V5v6qZ/6qXTOOedU+dYlbIgAAQIECBAgQIAAAQItEIiP3Xu3UXI5z30En/NcG+vK3Hz9mI84/jH+dCcd2Xpemnqyf+GZL18ShWem4nSCwGAKuCsCBFov8I0rD6S7Hpmo9pmfuzvNbPtkmp44kKLYzPF328zM8cIzcVBvPt6DJWI+IsbNtrdfxjnPvXPL+sjnfKIAXIwFAQIECBAgQIAAAQKLIOCUBAgQIECAAAECBAgQIECAQPsF7JAAAQIECKxSAcVnVukP3rYJECBAgMByCAwNDVWX3bdvX5VbzIRzEyBAgMDSCtxxxx1p8+bN1UVf97rXpXPPPbfKSxAgQIAAAQIECBBYCAHnIEBg4QVy7v6gvXzsnvPcx+9xxZIrbTNX+jFXInKzMdNJh288L03trgvPzBxb8OVL9qeHdis8c4zCPwQIECCwzAL//L0DafvOifouni0FaPanKDITEe+7aEvEQdGPfL+I+YiYa7a9/TLOufvdHPmIcnz0BQECBNouYH8ECBAgQIAAAQIECBAgQIBA+wXskAABAgQIECBAgAABAgSWRkDxmaVxdpX+ArIECBAgsMoE1qxZk97whjdUu1aApiKRIECAQCsEhoeH08aNG/vu5aMf/Wg67bTT+s5JEiDQOgEbIkCAAAECBAgQWMEC/T5gL7mcTxSeKVssczHu7ZdxtBHxAX6aPpoO3fA/09STfQrPzKQ0V3hmMk4nCBAgQGCwBVbN3X3zqgNp+yN9CtA8d0/Kd/1dmh4/UYAmUMo7r9PpxHC2OE3k5otYFHPNtrdfxjnPvYvL+sjn3L8oTcwJAgQIECBAgAABAgQIECDwMgUcToAAAQIECBAgQIAAAQIECLRfwA4JEFilAorPrNIfvG0TIECAAIHlEHjFK16R1q1bV106ihNUSQkCBBZJwGkJLI1AfEixadOm9PTTT1cX/P3f//30n/7Tf6ryEgQIECBAgAABAgQIECCwUAILd56cuz9gLx+35zz3sXvzSmUucr39Mp4tOBMLjsXM9FQ6tPV/pqndNxwbdf8T6790yf708G6FZ7pljAgQIEBgEAS++b0DadvO8epWZp69O01v+2SaHt+X4r8jjfdevNNKxDgOKuNoIxdtRJnr1zZz0Y+IY3LufldHXhAgQIAAAQKrRcA+CRAgQIAAAQIECBAgQIAAgfYL2CEBAgQIECBAgACBpRFQfGZpnF2FAAEC/QVkCaxCAcVnVuEP3ZYJEFiVAlu2bEl33XVXtfef/dmfTX/1V39V5SUIECBAgECrBWyOAAECBAi0RCA+cI+t5DxXeCbnHMMqyrqYiH5E6Zd2+uhkOrL1vDS1e2ukumJ6ZiZ9+ZL9aeewwjNdMAYECBAgMFAC37rqYN8CNHnvvbMFaGYm9qcoLFOK0EQ/Isbxbox+tLGpaEuUcb+2mYt+RByX89y7OcbNiLnmWH+RBZyeAAECBAgQIECAAAECBAgQaL+AHRIgQIAAAQIECBAgQIAAAQLtF1ilO1R8ZpX+4G2bAAECBAgsl8DQ0FB16eHh4SonQYAAAQIrV2Dr1q3p8ssvrzbwtre9Lf31X/91lV/qhOsRIECAAAECBAgQIECAwAsL9PtQveRyPvFxe8nF2aJfIsYRzXH0y0f2M53JdPjG89LU8I2xrCs6Myl9+eL96eHhqa68AYGXKmA9AQIElkJgtgDNwxPVpfLe+9LMtk+m6fG9qfkOLO/C3ra5JvrNE5ZxaWOu2S/jnOfe0c25nPsXiotjBAECBAgQIECAAIE2CNgDAQIECBAgQIAAAQIECBAg0H4BOyRAgAABAgSWRkDxmaVxdhUCBAgQIEDgeYGe4jOz2dHR0dnWHwQIECCw8gV27tyZNmzY0HcjZ599dnrjG9/Yd06SAAECBAgQIECg1QI2R4DAChPIuftD9fIRe85zH7U3txNzJSIf/dI2+/GRfeSnj06kw1vPS0f7FJ6Znk7pK5fsSzv3KDwTVoIAAQIEVobAt64+kO7sU4AmHS9A81xXAZp4P8Z7MaLZj93GuBmRi4hcs+3tl3HO3e/wyEeU46MvCBAgsIgCTk2AAAECBAgQIECAAAECBAi0X8AOCRAgQIAAAQIECBAgQKClAorPtPQHe2rbchQBAgQIEFh8gX7FZ0ZGRhb/wq5AgAABAosucOjQobRp06YUbe/FPvShD6Wf/dmf7U0bEyCwLAIuSoAAAQIECBAgQKC/QL8P00su5/6FZ5pnirU5z62LfsxFGx/XR3/66Hg6cuN5aapP4ZnOdEpfumR/2jms8ExYCQIECLx8AWdYSoF/ufpAuqNvAZodKW37VJoeey7F+7AZ5R0ZbYmYL/1mG3uJcbPt7Zdxzt3v4sjn3L8oTcwJAgQIECBAgAABAgQIEFjJAu6dAAECBAgQIECAAAECBAgQaL+AHRIgQGBpBBSfWRpnVyFAgAABAgSeF+hXfObAgQPPz2oIrEIBWybQIoELL7wwPfTQQ9WO3ve+96UPfvCDVV6CAAECBAgQIECAAAECq0ZghWw05+4P08tH7jnPfcTe3EaZi1zp5zy3royjjY/oY8301Fg6sjUKz9wUw6442onCM/vSI3smu/IGBAgQIEBgJQl8e7YAzXh1yzN770sz289PMxN7jxegiUXxjizvytJGPvrNiFyJyEe/tL39Ms65+50eeUGAAAECBAgsgYBLECBAgAABAgQIECBAgAABAu0XsEMCBAgQIECAAAECLRVQfKalP1jbIkDg1AQcRYDA4gusWbMmvfGNb6wu9Nxzz1U5CQIECBBYOQJXXXVVuvbaa6sb/nf/7t+l//7f/3uVlyBAgAABAssp4NoECBAgQIBAt0DzA/YyU3I5zxWUKfnetqyLfPmIPvqRj3H0o/DM4RvPS1N7bo5hVxydnklfvmRf2rVnqitvQIAAAQIEVqLAt68+mO54qC5Ak/buSDN3fjJNjz07W4Cm0+mkeFf2i3h/RvSbC5PIN9vefhnn3P8dXo7Oy6iPAAAQAElEQVSPdW0P+yNAgAABAgQIECBAgAABAgTaL2CHBAgQIECAAAECBAgQIECAQPsF7HBpBBSfWRpnVyFAgAABAgSeF8g5p3Xr1j0/OtEMDw+fGOgRIECAwIoSuPfee9OGDRuqe37FK16RzjnnnBRtNXkioUeAAAECBAgQIECAAAECyygQH6DnnLvuIHKRyHn+j9ZjTUSsi+jtx0fzkZ8tPLP1vHR0zy0x7IqjnZn05Yv2p11PKTzTBdPOgV0RIEBg1Qh8+/sH0+0P9ilAs+/+lLafn6bHnpktQBPvznhflijjaAMr2piLNiJyJcq4tJGPfkT0I6Kfc/0uz7n7vR9rBQECBAgQIECAAIEFEnAaAgQIECBAgAABAgQIECBAoP0CdkiAAAECBAi0VEDxmZb+YG2LAAECBAicmsDSHNWv+MyePXuW5uKuQoAAAQILKvDMM8+kTZs2pU6nU533zDPPTO985zurvAQBAgQIECBAgMByC7g+AQIETgjk3P0BenyoHrM5z32snnM9X9aUtvlhfORiHOeYOTqWDm/9n+noU3XhmamjM+lLl+xPu0YUngkrQYAAAQLtEvjONfMVoHlgtgDNzPMFaOKdGe/OiN5+jEMl5nqj5Jtt9Hsjjst57p3eb643Z0yAQNsE7IcAAQIECBAgQIAAAQIECBBov4AdEiBAgAABAgQIECBAgACBhRFQfGZhHBfnLM5KgAABAgRaKjA0NFTtbHh4uMpJECBAgMDgC2zZsiU98cQT1Y3+5m/+Zvqt3/qtKi9BgEAfASkCBAgQIECAAAECyyAQH6P3Xrbkcj7xkXrJxdroR5R+zjn1+zB+dn7qSDp0QxSeuTWGXTF1NM0Wnnn0KYVnumAMCBBot4DdrTqBKEBz24MT9b73PZimt52fogBNvFfjXdobkS8Rc6UfbZxwvrY5F/2IWJtzTtFGRC4i5+4Cc5ETBAgQIECAAAECBAgQIPAyBRxOgAABAgQIECBAgAABAgQItF/ADgkQINBSAcVnWvqDtS0CBAgQIDDIAv2Kz4yMjAzyLbu3VSRgqwQInLzAJZdckm655ZbqgHe9613p7LPPrvISBAgQIECAAAECBAgQGBQB95FSzt0fnJeP0XOe+zg99fxPzEeUdM4n1kU+IubiA/npqcPp0NZ5Cs9MReGZvemxkWOdOEAQIECAAIEWC/zrNQfSrQ+OVzvM+x9MnTv/Nk0feXq2KEy8P+Nd2hvz5ZsnjGNiXNrefhnn3P3uj7wgQIAAAQJtF7A/AgQIECBAgAABAgQIECBAoP0CdkiAAAECBAgQIECAwMIIKD6zMI7OQoDA4gg4KwECLRVYs2ZNtbPR0dEqJ0GAAAECgytw2223pQsvvLC6wde//vXp3HPPrfISBAgQIEDgBQRMESBAgAABAkso0PwwvVy25HI+UVCmzEUb8xHRL1E+ho9xmYvc9OShdPiGKDxzW0x1xeTRmfSlS6LwzNGuvAEBAgQIEGizwL9dczDd9kC/AjQPpZltn0ydwyMp3qHxPi1t9EuETeQjSq7ZxnyMm21vv4xznnvXl/WRj+gdR24RwikJECBAgAABAgQIECBAgACB9gvYIQECBAgQIECAAAECBAgQINB+ATtsqYDiMy39wdoWAQIECBAYZIF+xWcOHjw4yLfs3ggQILCKBF58q08++WTatGlT34VnnXVWWrt2bd85SQIECBAgQIAAAQIECBBYXoH4sDzn3HUTkYtEznMfo0e/GTEf0Zsr45grkY4eSWM3fSIdHbm9TB9vJ6Zm0pcu3p8eG1V45jjKsnZcnAABAgSWUuBfrz2Ybu1TgCbtfyjluz6VZo6Mpk6nk+KdGkVmeiPycb/RNiNyJSIf/dL29ss45+5/F4h8znUu8oIAAQIECBAgQGClC7h/AgQIECBAgAABAgQIECBAoP0CdkiAAAECBAgQWBgBxWcWxtFZCBAgQIDA4gi09Kxve9vb0pvf/OZqd88880yVkyBAgACBwRKYmppKmzdvTv2e2X/4h3+Y3ve+9w3WDbsbAgQIECBAgMBKEHCPBAgQWCKBnLs/LC8fp+fcv/BMfPhe1pS25GIc/YjZ/sTBdPD6/ydNPdW/8MyXL9mfHh+dWqKdugwBAgQIEBg8gX+79mC6pU8Bmpl9D6W0/fw0c2SkqwBNvF9jF9GWiPduRBk327K22fb2yzjn/u/+OF+sEQQILJKA0xIgQIAAAQIECBAgQIAAAQLtF7BDAgQIECBAgAABAgQIECCwQgUUn3kJPzhLCRAgQIAAgYUTWLduXXWyPXv2VDkJAgQIEBgsgS1btqS77767uqmf//mfT3/xF39R5SUIrEQB90yAAAECBAgQIECgbQL9PiQvuZz7f3weH7YXh1ibc04lF+OIMj89eTAduekTqTN6R0kdbycmZ9KXFJ457qFDgMDgCLgTAsshcMF8BWj2P5ymt52fpnsK0MS7N965EdGPey79Zlvy/dpmLvoRcWzOOUUbEbmInLsL1UVOECBAgAABAgQIECBAYCULuHcCBAgQIECAAAECBAgQIECg/QJ2SIAAAQILI6D4zMI4OgsBAgQIECDwEgXWrl1bHbF79+4qJ7HqBQAQIDBAAtdff3268sorqzsaGhpKf/M3f1PlJQgQIECAAAECBAgQIHCSApYtskDO3R+Sl4/Mc5776Lx5+ZiLKLno55z7Fp6Jj+A74/vTka3npamnbi+HHG/HJ2fSFy/Zl54YnTqe0yFAgAABAqtdIArQ3Hz/WMWQD+xMKQrQHH4qdTqd2cIw8a4tEe/k6EdbIk5SctEvEfPRL21vv4xz7v53hMgLAgQIECCwiAJOTYAAAQIECBAgQIAAAQIECLRfwA4JECBAgAABAgQIEFihAorPrNAfnNsmsDwCrkqAAIGFE1izZk11suHh4SonQYAAAQKDIfDwww+njRs39r2Zc845J73+9a/vOydJgAABAitRwD0TIECAAAECbRFofnBe9lRyOefZj9pLPtoyV9rI5ZznLTwzPbE/HbnxvHR09M5Y2hVjE9PpSxfvS08+fbQrb0CAAAECBAiktP4Hh9LNO+oCNCkK0Gw/P80c6S5AE+/mZoRhs+hM6Zc1MR/9ZtvbTynN/rtAznm2LetjnSBAgAABAgQIECBAgAABAgTaImAfBAgQIECAAAECBAgQIECAQPsF7JDAwggoPrMwjs5CgAABAgQIvESBoaGh6ojR0dEqJ0GAAIFVLzAAAIcOHUqbNm1Khw8fru7mz//8z9N73vOeKi9BgAABAgQIECBAgAABAssrEB+Q55y7biJykch57iPz6Jcoc2Vc2viYPfoxHxH92dzkwXR4axSe2RaprhifnE5fvmR/evIZhWe6YF5oYI4AAQIEVp3A+usOpZt2jNf7PvBImrnzk2n60HDqdDqzhWHi3RsR7+KI0o82Ik4S+Yjolyjj0ka+2S/jnLv/nSHyggABAgQIECBAYBEEnJIAAQIECBAgQIAAAQIECBBov4AdEiBAgAABAgRWqIDiMyv0B+e2CRAgQGB5BFx14QQUn1k4S2ciQIDAYgts3rw5Pfzww9VlfuVXfiX90R/9UZWXIECAAAECBAisdAH3T4AAgTYI5Nz9EXn50DznFy48E+siwqDfx+yRm57Ynw7e8P+kztPbY1lXjE3MpC9erPBMF4oBAQIECBCYR2DDdQfTTff1KUBzcFea2X5+mjm8Z94CNPG+johTx/s5+r0Rc5Frtr39Ms65/neEMhetINBGAXsiQIAAAQIECBAgQIAAAQIE2i9ghwQIECBAgAABAgQIECBAgMDJCazk4jMnt0OrCBAgQIAAgYEUWLNmTXVfhw8frnISBAgQILC8At/73vfSddddV93Ej/3Yj6X/8T/+R5WXILAIAk5JgAABAgQIECBAgMBLECgfmDcPKbmc64/Ky1ysL/2cc4qP2Euu5CM3Pb4vHdl6Xt/CM0cmZtKXLtmfdj9zNA4VBAgQeCkC1hJYtQIbrj+YbtwxXu0/H3x0tgDN9KHh2QI0s+/h6enZd3Tpxzu6ROSiX9o4YYz7tc1c9CNibc45RRsRuYicuwvaRU4QIECAAAECBAgQIEDgFAUcRoAAAQIECBAgQIAAAQIECLRfwA4JECBAYIUKKD6zQn9wbpsAAQIECKx0gbe+9a0poncfo6OjvSnjgRJwMwQIrCaBe+65J23YsKHa8itf+cr08Y9/vMpLECBAgAABAgQIECDQFgH7WMkCOXd/IF4+Hs957mPynE/Ml7nYb/RLxEfrzVz0Izc9vjcdvvG8dPTp7ZHqisPjM+lLF+9Lu5+Z6sobECBAgAABAi8usPG6g2nrfWP1wgO7Utp+fuocfHK26Ey8q2ffydPTs0ViSr8cGOPoRxtroz9f25yLfkSszfnEvytErkTMlb6WAAECBNoiYB8ECBAgQIAAAQIECBAgQIBA+wXskAABAgQIECBAgAABAicnoPjMyTlZRWAwBdwVAQIEVrjAunXrqh0MDw9XOQkCBAgQWHqBp59+Om3cuHH2g4beq3/0ox9NP/ETP9GbNiZAgACBxRJwXgIECBAgQIDASQj0+yC85HKeKzwTpym50pZcGfe2MR8fsHfGnkuHt56XOk/fFamuODI+nb58yb40/OzRrrwBAQIECBAgcPICm64/lG7sV4Dm4KMp3/WpNP18AZp4L0fEOzsi+p1OZ/a/y41xRFw18qVf2shHxDii9KMtEfmc5/7dIfoln/NcUZpmrsxpCRAgQIAAAQIECBAgQIAAgZMUsIwAAQIECBAgQIAAAQIECBBov4AdElihAorPrNAfnNsmQIAAAQJtEFi7dm21DcVnKhIJAgQGTGC13M7mzZvT7t27q+3+1m/9VvqN3/iNKi9BgAABAgQIECBAgAABAssrkPPcB+HlLsqH4TnPfTxe8tGWuWY/5xPrYr5EfLg+Pb43jd30idR55u44pCsOj0+nL12yv3WFZ7o2aUCAAAECBJZIYOP1h9LWe8fqqx18LKXt56fOgcdT1zt6evr4uDcfJ4n3eOSjH21E9EuUcWmb+Zy7/92izOXcP1/mtQQIECBAgACBlSTgXgkQIECAAAECBAgQIECAAIH2C9ghAQIECBAgQIDAyQkoPnNyTlYRIECAwGAKuKsVLjA0NFTtQPGZikSCAAECSy5w8cUXp9tuu6267k//9E+ns846q8pLECBAgAABAgQWWcDpCRAgQOAFBHo/Fo+lJZfziYIyke+NWBcR+fg4PdoYR0Q/ctNjz6UjW89LR5+uC88cUngmmAQBAgQIEFhQgU03HEpb7xuvz3no8TSz/fw0feCJ2YIz8Z6Od3Zpox8RB0YbEf2Yj4h+5KIfbUTJNdvoR8R8zv3/XSLmYo0gsMACTkeAAAECBAgQIECAAAECBAi0X8AOCRAgQIAAAQIECBAgQIAAgQEVWMDiMwO6Q7dFgAABAgQIDKxAv+IzIyMjA3u/bowA7gPZAgAAEABJREFUAQKrQeDWW29NF110UbXVN7zhDemv//qvq7zEahSwZwIECBAgQIAAAQIEBkUgPvzOOXfdTuQikfPcx+I5d8/3fnCe89y6OKYZsW567Nl05KZPpKPP9Ck8MzadvnTxvrTn2aPNw/QJEGiNgI0QILCcApuuP5huuHesuoV86InZAjSdA493FaCJ93+JeIfHgdFGRL/MRRvj3ij50pb5GOc89+8K0S/5nLv//aLktQQIECBAgAABAgQIrDQB90uAAAECBAgQIECAAAECBAi0X8AOCRAgQIDAyQkoPnNyTlYRIECAAAECiyDQr/jM6OjoIlypxae0NQIECCygwBNPPJE2btzY94xnn3126vfc7rtYkgABAgQIECBAgACBhRVwNgLzCOTc/eF3+Sg857mPxOOwkot++QA9+hEx14yYj3G0nSPPpCM3fiIdfbpf4ZmZ9MWL96WnnuvEaQQBAgQIECCwCAKbbziUrr+nLkCTDj2e0vbz03SjAE28uyPiPR5R+nFb0S9tzDUj8iUiH/3SRj8ixjl3/ztH5CNiLlpBgAABAgsk4DQECBAgQIAAAQIECBAgQIBA+wXskAABAgQIECBAgAABAgMqoPjMgP5g3NbKFHDXBAgQIPDSBNauXVsdMD4+XuUkCBAgQGDxBSYnJ9OmTZvSc889V13sgx/8YPrFX/zFKi9BgACB1Spg3wQIECBAgACB5Rbo96F3yeV8ovBM8z7Lh+cl9/+z999fdh73Yfg/Y1VLVrF2QdlH7kUfxdZxieLuxDVy3B0rrpFEiSKZ5J/IL6LyLceS4ipS1VWWZYvAAuyiSFGkAFBsANi7WLALgATRtwB7dz9879WQz73zLAiCWOwtrxy9OTPvmafMa0/M5yaat2N9f8RcrOvMPpVmt12UFp++K1I9cWR2OV1y2YG094DCMz0wBgQIECBAYA0EprauVoDmibS848Np6fBjKf59Hv/+7o+SjzYiXi/aEmUcbYmYi35pox8R45y73xjRj1xEzt2iNM1c5AUBAgQIECAwOALehAABAgQIECBAgAABAgQIEBh9ATskQIAAAQIECBAgcCYEFJ85E4ruQYAAgbUTcGcCIy3whje8IU1MTFR73LNnT5WTIECAAIG1Fdi8eXO6++67q4f8yI/8SPq93/u9Ki9BgAABAgQInFEBNyNAgAABAi9KIOfuQe9yUTnwnXP3UHjOvfNxGL25NtZHRC7aiOjHuqXZp9KxrRelzv57ItUTR2aX0iWXHUx7FJ7pcTEgQIAAAQJrKbBSgObOufoRx55Myzs/kpYOf70qQBP/bo9/r0cbF0Yb49KPNiLyEdEvUcalbeZz7v3GKHM5t+fLvPY5AR0CBAgQIECAAAECBAgQIEBg9AXskAABAgQIECBAgAABAgQIEBh9gZHcoeIzI/lntSkCBAgQIDA8Am9+85url52enq5yEgQIECCwdgI33nhj+uIXv1g9YHJyMn3gAx+o8qOfsEMCBAgQIECAAAECBAgMpkD/IfB4y5LLuVt4ppmLfjloHv3+KNdGPvqd2afS0a0fTEvP3Bupnjg8u5QuvvxQ2ntwsSdvQGB4Bbw5AQIEhkdgatvRdGNbAZqjT6blHVGA5rHnCtDEv9Pj3//RRpR+7DbG0UYuIvqRi4h+iTIubeRz7n5r5Nxtm3Mx3z+OnCBAgAABAgQIECCw/gLegAABAgQIECBAgAABAgQIEBh9ATskQIAAAQIEzoSA4jNnQtE9CBAgQIAAgdMWmJiYqK7tKT5TzUoQIECAwJkUeOCBB9IXvvCF1luee+656dWvfnXrnCQBAgQIECBAgACBMyrgZgQIvKBAHOjOOfesi1wkcu4eAs+5fT7WxNr+KPk4fL54dG+a3XpRWnrmvkj3RBSeueSyg2nfAYVnemAMCBAgQIDAWRTYvO1o+sqds/UTj+1Oyzs+nDqHHu0pQBP/3o9/x7e1cZPIt0XMRcTcam3O3W+OsibW5dzNRV8QIEBgVQETBAgQIECAAAECBAgQIECAwOgL2CEBAgQIECBAgAABAgQIDKWA4jND+Wdbv5f2ZAIECBAgcKYF2orPzMzMnOnHuB8BAgQItAgcPnw4bdy4Mc3NzVWz/+2//bf01re+tcpLECAwHgJ2SYAAAQIECBAgMHgCOfce6C6HvXPuFp6JNy650m+OI1ei5MuB9M6xvWl220Wp88y9Zclz7eFjS+niKDxzsPNcTocAAQIERkPALoZPYMu2Y6sWoEk7P5I6Bx9J8e/3iE6n01OMJnLxDVAidt+Wi3yJWBv90kY/IsY5936bRD4i5qIVBAgQIECAAAECBAgQIDAYAt6CAAECBAgQIECAAAECBAgQGH0BOyRAgMCZEFB85kwougcBAgQIECBw2gKTk5PVtXv37q1yEgTGWMDWCayZwNTUVHrkkUeq+//UT/1U+s//+T9XeQkCBAgQIECAAAECBAgQWDOBVW/cdoC75HJ+vvBM8wYxH1Fy0W9G5Mt48chMmt32odR55r5I98ShbxSeeUrhmR4XAwIECBAgsJ4CKwVodtUFxdOx6RQFaJYPP7pSgCb+Xd9fgCZyUXAmIvqxj2j7I/IlYi76pY1+RIxz7n6LRD9yETl3i9I0c5EXBAgQIECAwIqAfxAgQIAAAQIECBAgQIAAAQKjL2CHBAgQIECAAAECBIZSQPGZofyzeWkCBNZPwJMJEDjTAhMTE9Ut9+3bV+UkCBAgQODMClxzzTXppptuqm76nd/5nem8886r8hIECBAgQGC8BOyWAAECBAgMjkDO3QPc5Y3KQe6cu4e9c67ny5poI/qvjQPnEZ1je9Ls9lUKzxztpEsuP5ieOtQpl2sJECBAgACBARHYsv1ouqGtAM3sTFra8eGUGgVo4t/58T0QbUT0I0o/thTj/oh8iZiLfmmjHxHjnLvfItGPXImcu/kyHszWWxEgQIAAAQIECBAgQIAAAQKjL2CHBAgQIECAAAECBAgQIECAwOgL2OGZEFB85kwougcBAgQIECBw2gKTk5PVtQsLC1VOggABAgTOnMCuXbvSF77wheqGL3/5y9P73ve+Kr/uCS9AgAABAgQIECBAgACBMRToP8AdBCWXc7fwTDNX+mVNjEv0Hy6PfOfonjS79aLUeeb+GPbEwWOddPHlh9JTBxWe6YExWFsBdydAgACBFyVw2faj6cs756pr8uye1Lnjz9LyNwrQxHdARHwj9EfkI+Im/XNlHHMRMY62GTl3v0ly7haaaVvTlmveQ58AAQIECBAgQGDMBGyXAAECBAgQIECAAAECBAgQGH0BOyRAgAABAgSGUkDxmaH8s3lpAgQIECCwfgJn+smvf/3r04YNG6rbTk9PVzkJAgQIEHjpAnv37k0bN25svdG73/3u9B3f8R2tc5IECBAgQIAAAQLjJWC3BAisr0Ac0s65e4i7vEnkop9z7yHvyEXEfESzH+OIyEVEPw6Yd47OpLntH0qdAw9EuicOHl1KF285mJ4+pPBMD4wBAQIECBAYQIHLb44CNLPVm+W5vWl5x4fT0sGHU/y7vz/im6A/4iaRK23px7hE5EpELvqlzbn77VJykY/IuZuPviBAYPAEvBEBAgQIECBAgAABAgQIECAw+gJ2SIAAAQIECBAgQIAAAQIETkVA8ZlTURrcNd6MAAECBAiMhMA555xT7UPxmYpEggABAmdEYGpqKrX9z9hf+qVfSj/zMz9zRp7hJgQInHEBNyRAgAABAgQIEBgjgTiwnXPvIe3IBUHO3cIz0S+50m+OI1ei5OPQefSj8MyxrRelxWfuL0ueaw9E4ZnLDqb9h5eey+kQIECAwFkT8CACpyVw+c3H0vU76wI0aXZPyrs+mpYPPV+AJr4FIsp3QfTjoc1xsx/zMY410W9rI5dz9xsl5+43TFkbcxH948gJAgQIECBAgAABAgQIjKmAbRMgQIAAAQIECBAgQIAAAQKjL2CHBAgQGEoBxWeG8s/mpQkQIECAwGgJTE5OVhuamZmpchIEBkPAWxAYXoHNmzen2267rdrAW9/61vTHf/zHVV6CAAECBAgQIECAAAEC4yuwPjuPg9k5dw9tlzeIXPRz7h7qjn4zYj6i5KLfjMjHofHILR7ZnWa3XZQ6Bx6IdE8cOLKULtkShWc6PXkDAgQIECBAYPAFrogCNDvqAjTLs3vS0o4Pp6UDD6b4HigR3wXR72/LTiNfInLRz/n5b5QYl3x/m3N3XVkT8znXucgLAgQIECCw/gLegAABAgQIECBAgAABAgQIEBh9ATskQIAAAQIECBAgQOBUBBSfORUlawgQGFwBb0aAwEgITExMVPuYnp6uchIECBAgcPoCN998c7r88surG7zuda9L5513XpWXIECAAAECAyXgZQgQIECAwJgI5Nw9mF22Ww5t59wtPJNzPV/WxDVt/ThYHnNLR6fTsa9+MHUOPBjDnnjmSCddfNnBtP/ZtmfCgAABAgQIEBgagSu+dixd31KAJs/tS2nXR5/9BnigpwBNfCOUiG+IiBhHWzYd/WaUfLSRb7bRj4h8zt1vluhHrkTO3XwZV60EAQIECBAgQIAAAQIECBAgMPoCdkiAAAECBAgQIECAAAECBAiMvoAdDqWA4jND+Wfz0gQIECBAYLQE2orP7N27d7Q2aTcECBBYR4HHHnssbdy4sfUN3vOe96Rv/dZvbZ1bLSlPgAABAgQIECBAgAABAmdWoP9gdty95HLuFp5p5kq/rCnjaJuHxqMfucXDT6ajWz+Ylg49HMOeiMIzl1x2KEXbM2Ew9gIACBAgQGD4BKIAzXU75uoXn9uXcksBmviWiIhvhmhPJeLmsa7ZRr9Ezt1vl5y7hWbK2jIfbVsu8oIAAQIECBAgQODsC3giAQIECBAgQIAAAQIECBAgMPoCdkiAAAECBAgQOBUBxWdORckaAgQIECAwuAIj8WaTk5PVPvbt21flJAgQIEDgxQvMz8+nTZs2pQMHDlQX/9Zv/Vb60R/90SovQYAAAQIECBAgMHACXogAgREWiMPXOXcPZ5dtRi76OXcPb0e/GTEfEblomxG5iHKI/MShJ9Ls9g+lpYN14Zn9Rzrp4ssOKjwTYIIAAQIECIyIwJVfO5qu2zFb72buqZR3fjQtHXggle+EaCOa3xLNftykOS79nJ//dim5aMv60ubcXVfmIh+RczcffUGAQI+AAQECBAgQIECAAAECBAgQIDD6AnZIgAABAgQIECBAgAABAgQGUkDxmTP6Z3EzAgQIECBA4HQEJiYmqstOnDix8l98rSYkCBAgQOBFCWzevDndc8891TVRdOa3f/u3q7wEAQKnImANAQIECBAgQIAAgTMjEAexc+49fB25uHvOL1x4JtaVKNfFOA6RR7t4+Ik0t/1DqXPgoRj2xP7DnXTxloPpwJGlnrwBAQIECBQBLYHhFbjya8fSl+5oKUAz/1RKOz+Slg7cv/L/DxffDM2I72CCGMMAABAASURBVInmOPqRWy2KUMyXfmlz7n7L5Nz91mlbU9ZqCRAgQIAAAQIECBAgsH4CnkyAAAECBAgQIECAAAECBAiMvoAdEiBAgMCpCCg+cypK1hAgQIAAAQJrKvC6170uvfnNb66eMTMzU+UkCFQCEgQIrCpwww03pC996UvV/DnnnJPOP//8Ki9BgAABAgQIECBAgACBgRUYwReLA9g5dw9jl+1FLvo5dw9rR78ZMR9RctGPiIPhkSv9aE8cfKxbeObgwzHVE/sPL6VLLjuUDh5VeKYHxoAAAQIECIyQwFW3rFaA5umUdn40LX+jAE18N8S3RIkYRwRFaaMfEeMSZRxtRDNfxqXNufvNE2si14y2XHNenwABAgTGTMB2CRAgQIAAAQIECBAgQIAAgdEXsEMCBAgQIECAAAECBAZSQPGZgfyzeCkCwyvgzQkQIHC6AlEIof/a6enp/pQxAQIECJyiwH333ZcuvfTS1tXnnntueuUrX9k6J0mAAAECBE5FwBoCBAgQIEDgpQvk3D2EXe5UDl7nfPLCMzl3ryvr4/qcu7k4NB7jxcOPp9ntH0qdg4/EsCeePtRJF285mA4c7fTkDQgQIECAAIHRE4gCNNfePltvbP7ptLzzI6nzzL0pvh/iuyLaiE6nk8q4v40bRS4i1sY4IsaljX5EjEvEOOfu90r0Sz7anLv56AsCBAgQIECAAAECBAgQIEDg7At4IgECBAgQIECAAAECBAgQIDD6AnZI4FQEFJ85FSVrCBAgQIAAgTUXmJiYqJ6h+ExFIkGAAIE2gSp38ODBtGnTpjQ/P1/N/eEf/mH6gR/4gSovQYAAAQIECBAgQIAAAQJnR6D/wHU8teRyrgvPxFyJsjbGzX6MywHwEwe/nma3XZSWDj0aS3pipfDMZYfSwWMKz/TADMfAWxIgQIAAgdMSuPrWY+na29oK0OxPeddHU2f/vc8VoIlvioj4roi2RHMcLxH50kY/5+e/YWIcc83IuTufc7fQTNuatlzzHvoECBAgQIAAgTERsE0CBAgQIECAAAECBAgQIEBg9AXskAABAgQIECAwkAKKzwzkn8VLESBAgMDwCnjz0xVQfOZ05VxHgACBWmBqaio9+mh9yPCnf/qn06/8yq/UF8gQIECAAAECBAi8SAHLCRAgcHoCcag65+6h63KHyEU/5+6h7Oj3R1kTbUTMlzb6cSA82sVDj6W57f8nLR36egx7IgrPfOyyg+mQwjM9LgYECBAgQGAcBK6+7Vj64u3H6q3OP7NSgGbpmXtXCtDEN0V8Y0REPyL6/RE36s/l/Pw3TnOurC1tzt11sSZyJXLu5stYS2AwBLwFAQIECBAgQIAAAQIECBAgMPoCdkiAAAECBAgQIECAAAECBAiEwGgXn4kdCgIECBAgQGAoBNqKz+zdu3co3t1LEiBAYJAErr766rR169bqlb77u787vf/976/yEgRGQsAmCBAgQIAAAQIECAyBQBywzrn3UHXk4tVzbi88E/MRsaYZJRcHwiNibvHg19PstotS51BdjPSpQ530sS0H0+FjS7FUECBAYDgFvDUBAi9J4JpbZ9M1t7UUoFl4JqWdH0lL++95rgBNfF9ExDdHaePhMY6IXHMcuRKRj4hxtP0R+Zy730TRb5vvzxkTIECAAAECBAgQIDBGArZKgAABAgQIECBAgAABAgQIjL6AHRIgQIDAQAooPjOQfxYvRYAAAQIExk9gw4YN1ab37dtX5SQGX8AbEiCwfgI7duxIl156afUCr3jFKxSeqVQkCBAgQIAAAQIECBB4KQKufXECcbA65+4h63Jl5KKf8wsXnom1JeKwd+mX9sTBR9OxlcIzX49b9sS+g510cRSemVV4pgfGgAABAgQIjKHAF2+bTRHV1hcOpOWdH0nLz7QXoIlvjvgGiYh+XN9sox9zzXzpx1z0mxG5nLvfRtFvzuXc/m3UXKNPgAABAmdPwJMIECBAgAABAgQIECBAgACB0RewQwIECBAgQIAAAQIECISA4jOhIAiMroCdESBAYGgEJiYm0ste9rKe9+10OmlxcbEnZ0CAAAEC7QIzMzNp48aNrZPvfve707d/+7e3zkkSIECAwEgI2AQBAgQIECAw4AI5dw9Xl9csh6xzbj9cHfMROfdeF9fn3M2VA96dQ19Pc9s/lJYOPxbTPbFSeOayg+mwwjM9LgYECBAgQGBIBc7Ia19z27F0za2z1b3y8YMrBWiW9t+d4jsjvkWibUZbLm4U+WhjbbQRJRdtichH5Nz9Bsq5+10T85EvkXM3X8ZaAgQIECBAgAABAgQIECAwRgK2SoAAAQIECBAgQIAAAQIECIy+gB0SGEgBxWcG8s/ipQgQIECAwPgJvPa1r03nnHNO6v8/09PT/SljAgQIDLjA2X+9+C/mT01NpT179lQP/5Vf+ZX00z/901VeggABAgQIECBAgAABAgTWXiB+r/U/peRy7h66bs7HXInI9/cjF4e6I6LfOfRomt12Ueocaik8c2AxXXzZgXRE4ZmgWoNwSwIECBAgMLwCX7z9WLr6tmP1BhYOpuUdH05tBWjKd0l/W75LIh83jDYi5+e/dWIccyVinHN3PuduoZnIlfnStuXKnJYAAQIECBAgcHYEPIUAAQIECBAgQIAAAQIECBAYfQE7JECAAAECBAgQCAHFZ0JBECBAgMDoCtjZUAls2LChel/FZyoSCQIECFQCUXjmjjvuqPL/z//z/6Q//MM/rPISBAgQIECAAIGRE7AhAgQIDKBAHJbOuXuYurxe5KKfc/ewdfTbIufudWV981B3yS0eeCQdi8Izhx+vbrH34GL62GWH0pHZ5WpOggABAgQIECAQAtfeNpuuvrUuQJNPHE5p50fS0v67UnyDxLdHtP0R+Yi4V8xFG+MSkcu5+03TnIt+RKwrbc7ddSUX+Yicu/noCwIrAv5BgAABAgQIECBAgAABAgQIjL6AHRIgQIAAAQIECBAgQIAAAQLrInBWi8+syw49lAABAgQIEBgagcnJyepdFZ+pSCQIECDQI7B9+/Z05ZVX9uRi8PrXvz6df/750RUEzrqABxIgQIAAAQIECBAYd4E4OJ1z72HpyIVLznXhmZhri1gf+ZzzyuHvOMQduRMHHk6z2z+UOofqwjN7DnTSxZsPpaNzS7FUECBAYM0E3JgAgeEXuPb22XTVLXUBmnT8UEo7P5qW99+V4lskIr5DIqIfUfrNNkRiLiL6MRdtGUcbEblmRC7n7rdT9Jtz0W/LRV4QIECAAAECBAgQILD2Ap5AgAABAgQIECBAgAABAgQIjL6AHRIgQIAAgRBQfCYUBAECBAgQIDAQAhMTE9V7KD5TkbzYhPUECIywwKOPPpouvfTS1h2ee+65KQrQtE5KEiBAgAABAgQIECAwagL2M0ACcTg65+7h6fJakYt+znnlAHf0+6OsibZE88B2yR3f/2Ca3XZR6hyuC8/sPdBJl2w5mI7OKzzT72tMgAABAgQItAt86Y7VC9As7/xIWnxq50oRvPgWiW+TiOjH3Uq/jJtts5/z899GkY+I65sRuZy766LfnMu5m2/m9AkQIDCmArZNgAABAgQIECBAgAABAgQIjL6AHRIgQIAAAQIECBAgQGBdBBSfWRd2Dx1fATsnQIAAgZMJtBWf2bdv38kuMUeAAIGxFZidnU2bNm1Khw4dqgx+53d+J7397W+v8hIECBAgcLYEPIcAAQIECBAYV4E4KJ1z7+HoyIVHzu2FZ5rzsa4/4lB3RKxbPPBQmtv+obR05Mn+ZWnPM530sc0Kz1QwEgQIECBAYM0ERufGUYDmyq8dqzd0/HBKOz6SOi0FaMr3SbONfkTcKL5d+iPyJWKu9EsbuZy731LRL3ktAQIECBAgQIAAAQIECBBYPwFPJkCAAAECBAgQIECAAAECBEZfwA4JEAgBxWdCQRAgQIAAAQIDITA5OVm9x969e6ucBAECBF6UwIgu3rx5c7rvvvuq3f3Yj/1Y+s3f/M0qL0GAAAECBAgQIECAAAECaysQB6Rz7h6WLk+KXPRzrgvPxFxEzEdbooxLG/nodw4+nI5tuygtHd0dw56YeWYxfeyyA+nYwlJPfqwGNkuAAAECBAi8JIHrdsymK792tLpHXjya8q7/m5ae3pWisEx8m0QbEf2IZr+M40bRj4j5Mm5rIxeRc/ebKefuN1VcG/lmtOWa8/oECBAgQIDAiAvYHgECBAgQIECAAAECBAgQIDD6AnZIgAABAgQIECCwLgKKz6wLu4cSIEBgfAXsnMDJBCYmJtIrXvGKasnx48ernAQBAgTGWeD6669PEf0Gb37zm9MFF1zQnzYmQIAAAQIECJx1AQ8kQIDAuAnEIeicu4eky94j19aPXHMuxhElF4ezo1/amFs88FA6tvWDafnodAx7Ynr/Yrp4y8E0O7/ckzcgQIAAAQIECLxYget2zKUrvnasvuzEkZR2fiQtP70rxXdKRHyrREQ/otkv47hR9FdrYy4i5iNKP9qcu99W0Y+5Ejl382WsXV8BTydAgAABAgQIECBAgAABAgRGX8AOCRAgQIAAAQIECBAgQIAAgdEXiB0qPhMKggABAgQIEBgIgde85jXpnHPOqd5lero+VFMtkiBAgMCYCNx7773p0ksvbd3t+9///vTyl7+8dU5yrAVsngABAgQIECBAgACBNRSIA9E5554nRC4SOffmI1fmSj/GEWVc2pJbfObBlcIzSy2FZ2aeWUwXX3YwzS4oPBNugsCYC9g+AQIEzojA9TtmVylAczQt7/xIWnpqRyqFZqKNiO+WiGa/jMtLxTgixqWNfkRcF20zYk3O3W+p6Dfnot+Wi7wgQIAAAQIECBAgMOICtkeAAAECBAgQIECAAAECBAiMvoAdEiBAgACBdRFQfGZd2D2UAAECBAgQWE1gw4YN1dRoFZ+ptidBgACBUxZ45pln0saNG9Px48era/7kT/4kfe/3fm+VlyBAgAABAgQIECBAYD0EPHNcBOLQc87dQ9Flz5GLfs45lX6MI5rj0m+20S8R6xefeSAd23ZRais8M71/MX1s86E0p/BMUAkCBAgQIEDgDAqsFKC5+Vh9xxNHU9r10dTZd8eLKkBTvm9KGzeOflsbuRKxJufut1b0Sz7anLv56AsCBAisn4AnEyBAgAABAgQIECBAgAABAqMvYIcECBAgQIAAAQIECBAYDwHFZ8bj72yXqwnIEyBAgMDACUxMTFTvNDMzU+UkCBAgMI4CU1NT6bHHHqu2/rM/+7PpF3/xF6u8BAECBAh8Q0BDgAABAgQIEFgDgTgAnXPvoefIxaNy7i08E/mImGtGyUXbHycrPLN7/2K6+LJDae74UvN2+gQIECBAYLwF7P6MCly/czZd3lKAZvn40ZR3fTQtPXXHcwVo4jtmaWlppfBef7+My8vFuBn9+TIubazNufvNFf2S1xIgQIAAAQIECBAgQIDAmApHrWvbAAAQAElEQVTYNgECBAgQIECAAAECBAgQIDD6AnZIgMC6CCg+sy7sHkqAAAECBAisJtBWfGZ6enq15fIECAyhgFc+PYErr7wybd++vbr4e77ne9K5555b5SUIECBAgAABAgQIECBAYO0E4uBzzt1D0OUpkYt+zr2FZyLXjFhXIvKlX9rIdQ48kI5t/WBaOloXZd799Il08ZaDaW5hsAvPxD4EAQIECBAgMNwCX14pQHO03sTibEo7P5qW9nUL0JTCM6WN75pmP8b9UW5a8jFu9mMckXP32yrn7rdXrIl8M9pyzXl9AgQIECBAYO0E3JkAAQIECBAgQIAAAQIECBAYfQE7JECAAAECBAgQGA8BxWfG4+9slwQIEFhNQJ7AwAm0FZ/Zu3fvwL2nFyJAgMDZFLj99tvTpk2bqke+6lWvSuedd16VlyBAgAABAgQI9AkYEiBAgMAZFIjDzTl3Dz+X20aurR+55lyMI0ou2v5Y3H9fmt12UVo6tieW9sTupxfTx7YcSvPHl3vyBgQIECBAgACBtRL48s65dNn2VQrQ7IoCNLenKDQTEd81pW32492a+RjHfET0S+Tc/cZq5qOf88kL0OTcva7cZ4xbWydAgAABAgQIECBAgAABAgRGX8AOCRAgQIAAAQIECBAgQIAAgdEXWJcdKj6zLuweSoAAAQIECKwmMDk5WU099dRTVU6CAAEC4yKwe/fu1sIzsf/3vOc96c1vfnN0xVAJeFkCBAgQIECAAAECBIZVoBx+br5/5GKcc33ouczFfPRL9I9L/sT++9KxbR9KnaN14Zknn15Mf7PlYFo4ofBM+AkCgy/gDQkQIDA6AjfsmktbTlaA5qm6AE0pNhNtRPneCZXmOPKRi7ZEGUcbEfnS5tz95iq5yJdoy5U5LQECBAgQIECAAIG1EXBXAgQIECBAgAABAgQIECBAYPQF7JAAAQIECIyHgOIz4/F3tksCBAgQIDA0AlF85lWvelX1vvPz81XujCTchAABAgMs0Ol00ubNm9PevXurt3znO9+ZfuInfqLKSxAgQIAAAQIECBAg0CIgReAMCMRh5py7h53L7SLX1o9ccy7GESUXbTNibnH/fWlu+4fS0rH2wjMXbz6Yjis8E1SCAAECBAgQWAeBr0QBmm3H6icvzqXlOz6clvsK0DS/dUqxmdLGTcp8sx+5Mm620S8Ra3LufpNFv+Sjzbmbj74gQGBMBWybAAECBAgQIECAAAECBAgQGH0BOyRAgAABAgQIECBAgACBNRFQfGZNWN30dAVcR4AAAQIEXv3qV6dzzjmngpienq5yEgQIEBh1gampqbRjx45qmz/0Qz+U3vWud1V5CQIECAyLgPckQIAAAQIECAybQBxszrn3MHPkYh851/kyF/MRMY5o9mNcYnH/venY1g+mpWN18dEnn1pMH9t8MC0sLsflggABAgQIDI2AFx09ga/cOZu2tBSgyUsLaXlHFKC5LUWBmYj4zilts9/MlXyRinEzIh/jaJsRuZy732DRb85Fvy0XeUGAAAECBAgQIECAAAECZ17AHQkQIECAAAECBAgQIECAAIHRF7BDAgTGQ0DxmfH4O9slAQIECBAYKoHJycnqfWdmZqqcBAECZ0TATQZUYOvWrenqq6+u3u4Nb3hD+sAHPlDlJQgQIECAAAECBAgQIEBgbQTi8HLO3cPN5QmRi37OOZV+jPsj5krEXOmXNnKdbxSeWZ57KoY98cRTJ9LfbDmQjr/0wjM99zUgQIAAAQIECJyuQBSg2bztaH15ZyEt3/GRtLzvtpXvo1JkprTx/VP60ZYbNPMlV9qYi35zfYwjYi7n7jda9CNXIueTf6OVdVoCBAgQIDCCArZEgAABAgQIECBAgAABAgQIjL6AHRIgQIAAAQIECBBYEwHFZ9aE1U0JECBwugKuI0AgBCYmJqLpienp6Z6xAQECBEZZ4OGHH04bN25s3eK5556bvuVbvqV1TpIAAQIECBAYFgHvSYAAAQLDIhAHmXPuHmou79zMRT/y/W1bLtb0x4mn705Ht34wLc3WhWce33cifWzLoXRiMe4mCBAgQIAAAQKDI3DjnXNpqq0AzdJCWt75kbS095YUBWMi4vuntNEv0ZYrc/1tzu3FZGJdzt1vteg3hXLu5pu5s9/3RAIECBAgQIAAAQIECBAgQGD0BeyQAAECBAgQIECAAAECBAgQGH2B8dih4jPj8Xe2SwIECBAgMFQCk5OT1fsqPlORSBAgMKICR48eTVNTU+nw4cPVDn/v934v/fAP/3CVl3iJAi4nQIAAAQIECBAgQIBAi0AcYM6599ByW65cGnP9/ZKLtj9OPHV3mt12UVqee7pc9lz7+FOl8MzyczkdAgReooDLCRAgQOCMCtwUBWi2Hq3v2VlIaddHU2fP16oCNFFwJqJ8FzX7JRdt3LTZNvsx14yYy7n7zRb95lz023KRFwQIECBAgAABAiMqYFsECBAgQIAAAQIECBAgQIDA6AvYIQECBAgQILAmAorPrAmrmxIgQIAAAQKnKxDXtRWf2bt3b0wJAgQIjLzA5s2b0/3331/t8x3veEf69V//9SovQYAAAQIECBAgQGAYBbwzgUEXiEPKOXcPMZd3LbloIyJf2uj3R5mLtj86++9Jc9s/lJZmWwrP7FtMF28+lBY7Cs/0mxoTIECAAAECgyVw011zaaqlAM3y4kLKuz6alvfd0lOAJr6JouBMRPRLxK76+yUXbUTMN9vol4i5nLvfbtEv+Whz7uajLwgQOPsCnkiAAAECBAgQIECAAAECBAiMvoAdEiBAgAABAgQIECBAgMBoCCg+Mxp/x7XahfsSIECAAIF1EZiYmKieu3///ionQYAAgVET+NKXvpRuuOGGalvf9m3fli644IIqL0GAAIEzJOA2BAgQIECAAAECDYE4sJxz7yHltly5JOZKP9oYRzT7MS6x+PTd6ejWD6alubrwzGP7FtPHthxMJxSeCT5BgAABAmdWwN0IrIlAFKDZ1FKAJi2dSMs7PpyW9nxt1QI0pQhNaeN7qfTLy0auGZGPcbTNiFzO3W+46Dfnot+Wi7wgQIAAAQIECBAgQIDAiAnYDgECBAgQIECAAAECBAgQIDD6AnZIgACBNRFQfGZNWN2UAAECBAgQeCkCUXzm1a9+dXWLubm5KidBYPQE7GhcBe6+++60cePG1u2fd955Kefuf2m+dYEkAQIECBAgQIAAAQIECJwRgTiUnHPv769mLvqrPSjmSsSa0i9t5Bafvisd2/rBtDxXF1r++t7F9LHNB9KiwjNBJQgQIECAAIEhEvjqXXNp01eP1m+8tJjSro+mpT03txagKd9JzTZu0j+OXImYi34UqYm2GTGXc/dbLvrNuZxz6s815/UJECBAgMDaCLgrAQIECBAgQIAAAQIECBAgMPoCdkiAAAECBAgQIEBgNAQUnxmNv6NdECCwVgLuS4DAugi86lWvSuecc0717Onp6SonQYAAgVEQ2L9/f9q0aVM6ceJEtZ3//t//e/ru7/7uKi9BgAABAgQInEEBtyJAgAABAs8KxGHknLuHlZ8drvyn5KKNiGS0JWIcEeP+NnLNOLFvV5rddlFann8mlvbEY3tOpI9tOZA6Sz1pAwIECBAgQIDA0Ah89e65tPGrR+r3XTqRlnd+JC1/owBNp9N5rghMFJCJaH4zlXFpm3PRbz4g1jTH0Y81OXe/6aIfuRL5G/ky1hIgQIAAAQIECBAgQIAAAQIjKGBLBAgQIECAAAECBAgQIECAwOgL2OGaCCg+syasbkqAAAECBAi8VIENGzZUt1B8piKRIEBgRASmpqbS448/Xu3m53/+59N/+k//qcqPesL+CBAgQIAAAQIECBAgcLYF4mByzt1DyuXZbbmYy7leF/lYX9roN2PxqTtXCs8szdWFZ76+50T6my0H05LCM8EnxkjAVgkQIEBg9AS23j2fNn31aLWxvNxJSzs+nJb2bE/xjRRFYyL6+zHuj7hZ5Eob/YgYR8R9om1GzOfc/WaLfnMu+m25yAsCBAgQIECAAIEzL+COBAgQIECAAAECBAgQIECAwOgL2CEBAgQIECAwGgKKz4zG39EuCBAgQIDAWgms230nJiaqZys+U5FIECAwAgJXXHFFuvnmm6udfN/3fV96z3veU+UlCBAgQIAAAQIECKyBgFsSGGuBOHycc/dwcoEouWgjIt/ftuViTX9E4Zlj2y5KS/MH4pKeeHTPifSxLYfS0nJP2oAAAQIECBAgMLQCX717Lm1sK0CTllLa+ZG0tGdbioIxnU5npY1vpxhHRL8/Ih8YkY82ovRzzinnvFLQJvIlcu7mcs4rqbJ+ZfDsP3Lu5p/t+g+BcROwXwIECBAgQIAAAQIECBAgQGD0BeyQAAECBAgQIECAAAECBAicloDiM6fFtl4XeS4BAgQIEBgfAcVnxudvbacExlngtttuS1NTUxXBq1/96vSBD3ygyksQIDAuAvZJgAABAgQIECBwtgTiIHLOvYeP23LlfWKu9EtbctH2x+JTu9LstovS8qqFZw6mpWWVZ4qllgABAuMlYLcERldg691z6dKbjtYbXF5KeedH0/Ke7SmKysS3U7Mt/cg3o+TjhpEvbfQjyjjaiGYu5+63XsnFfIm2XJnTEiBAgAABAgQIECBA4MwIuAsBAgQIECBAgAABAgQIECAw+gJ2SIAAgdEQUHxmNP6OdkGAAAECBEZOYHJystrT3r17q5wEgTUX8AACaySwe/futHHjxta7v/e9701t/3OwdbEkAQIECBAgQIAAAQIECJyWQBw2zrl7GDl94w4lF23EN9KtTcxHxGS0zYjcib070rGtH0xL8wdi2BOPzpxIH9tyMKk708NiQIAAAQIECIyQwLZ75tLGlgI0y8tLaXnnR9Lynm2p0+k8+z203FOIphSaWX72Q6ktgqiZL+NmG/2InPPK/XPufvPFdZEvkXN3voy1BAgQIDAGArZIgAABAgQIECBAgAABAgQIjL6AHRIgQIAAAQIECBAgcFoCis+cFpuLCBBYLwHPJUBgfAQmJiaqzR44UB/UqRZJECBAYAgEFhcX06ZNm9JTTz1Vve2v/dqvpXe84x1VXoIAAQIECIyTgL0SIECAAIG1FoiDxzl3DyGXZ5VctM1cjCNWy8Vcfxzfc3ua3XZRWl44VC57rn1k5nj6G4VnnvPQIUCAAAECBEZXYOs9c+nSlgI0aXkppZ0fTUszW19UAZooTBMR316h1myb/ZiLaOZy7n77lVzMR+SsAE04CAIECBAgQIAAAQIECBAgsFYC7kuAAAECBAgQIECAAAECBAiMvoAdjoaA4jOj8Xe0CwIECBAgMHICUXzmta99bbWvo0ePVjkJAgQIDJvA1NRU2rVrV/XaP/zDP5x+//d/v8qvc8LjCRAgQIAAAQIECBAgMFICceA45+7h47KxtlzM5Vyvi3ysL230m7FSeGb7h9LyB0SIRgAAEABJREFU8cOxpCcenj6RPralLkjTs8iAwPoIeCoBAgQIEFgTgW1RgObGIy33Xk5510fT8p7eAjSxMArMRDS/sZr9WFMi1kW/zJd+tM2I+Zy733bRb87lrABN00OfAAECBAgQGGkBmyNAgAABAgQIECBAgAABAgRGX8AOCRAgQIAAAQKnJfBNp3WViwgQIECAAIF1Ehifx77yla9M55xzTrXh6enpKidBgACBYRL46le/mq655prqld/0pjel888/v8pLECBAgAABAgQIjKOAPRMgsFYCcdA45+6h4/KMkos2IvLRlohxRIz728hFlPyJvXekue3/Jy0vtBSemTmRLr7sYCwVBAgQIECAAIGxEth273z6wk1tBWieZdj50bQ0fVOKIjLxXdXpdFK0ZRz9/oi5iMg/e4eV9aXtz0U+IudugZmcu9+CZV3MReTczUdfEDh7Ap5EgAABAgQIECBAgAABAgQIjL6AHRIgQIAAAQIECBAgQIAAgeEQUHzmpfydXEuAAAECBAisqcDExER1f8VnKhIJAgSGSOChhx5Kl156aesbn3vuuek1r3lN65wkAQLrLODxBAgQIECAAAECIyEQB4xz7j1UXHLRnsomy7pomxGHn0/suT3NbrsoLR9vKTwzfSJdvOXgqTzCGgIECBBYLwHPJUBgTQW23zOfvnBjewGafOef9xSgiW+r+NYqbX8/xiXKS8c4+tFGlH60Ec1czt1vwpKL+RJtuTKnJUCAAAECBAgQIEBgBARsgQABAgQIECBAgAABAgQIEBh9ATskQIAAgdMSUHzmtNhcRIAAAQIECJwNAcVnzoby8D3DGxMYVoGjR4+mTZs2pWj79/Cud70rve1tb+tPGxMgQIAAAQIECBAgQGBsBc70xuMQcc7dQ8bl3iUXbTNX+s021kRELtr+OLH39nRspfBMfaD6oSg8c5nCM2EnCBAgQIAAgfEW2H7v6gVo0q7/m5Z235hKwZloIzqdzkou5Pq/wZrjMh9tRMw12+hH5JxTzOXc/TaMfuRL5NzNl7GWAAECBNZWwN0JECBAgAABAgQIECBAgACB0RewQwIECBAgQIAAAQIEhkNA8Znh+Dt5SwKDKuC9CBAgsKYCbcVnZmZm1vSZbk6AAIG1EpiamkoPPvhgdfv/8B/+Q3rnO99Z5SUIECBAgMAACXgVAgQIECAw1AJxoDjn3kPEJRdt2Vzplzby0V8tyvyJPbelY1s/mNKJo5HqiYd2H0+XKDzTY2JAgAABAgQIDKzAWXmxKEDzb1+pv5tWHn7nn6el6RtTFJyJb7AoPlPaZj9yJUo+xnGPaCOiHxH9iOhHlH60OXe/EaMfc81oyzXn9QkQIECAAAECBAgQIECAwJAKeG0CBAgQIECAAAECBAgQIEBg9AXskMBpCSg+c1psLiJAgAABAgTOhsCGDRuqx+zdu7fKSRAgQGDQBa699tr0la98pXrNt7zlLemCCy6o8idPmCVAgAABAgQIECBAgACBUxWIQ8M5dw8Vl2tKLtqSizbn3nWRi2iui36JOOh8Ys+taXbbRSmdOBZLe+LBKDxz+aGenAGBUxewkgABAgQIjK7AzffNpVUL0Oz687Q8fWOKb60Sze+vUCnjZhv5Ev35Mi7zpY18zt1vwOiXfLQ559Sfi7wgQIAAAQIECJxZAXcjQIAAAQIECBAgQIAAAQIERl/ADgkQIECAAAECwyGg+Mxw/J28JQECBAgMqoD3WlOBiYmJ6v6HDjmwU6FIECAw0AJ33XVXuvTSS6t3zDmn973vfVVeggABAgQIECBAYAAFvBIBAkMpEIeFc+4eJi4bKLlom7kYR7TlIt+MWBPjxT23pbnt/ycttxWeefJ4+rjCM0ElCBAgQIAAAQKtAlGA5l+/cqR1Lt35F6nz5JdXir/Ed1cpQlPakou2RHMublry0S8RudIvbeRy7n4zRr/ko825m4++GBMB2yRAgAABAgQIECBAgAABAgRGX8AOCRAgQIAAAQIECBAgQIAAgVaBkSo+07pDSQIECBAgQGBoBaL4zOte97rq/Q8fPlzlJAgQIDCIAk899VTauHFj6nQ61eu95z3vSd/1Xd9V5SUIEHhhASsIECBAgAABAgQIvJBAHBzOufewcMlF+0LXx3xzXfRLxMHmE3tuTce2XZSWjh+NpT3x4O4T6eNXKKDcg2JAgACB0xBwCQECoy/wtfvm07/e0F6AJt/1V2lp9w0pvr3iO6y0pR86zVzkS8RcRBmXtuSibUbM59z9dox+cy76bbnICwIECBAgQIAAAQIEXrqAOxAgQIAAAQIECBAgQIAAAQKjL2CHBAgQIDAcAorPDMffyVsSIECAAIGxFHj5y1+eNmzYUO19enq6ykmsm4AHEyBwEoGpqan05JNPVit+4Rd+If3cz/1clZcgQIAAAQIECBAgQIDAgAoM1WvF4eCcu4eHy4uXXLTNXOmXNuZLRK70oy3jEzO3pGNbP5iWTxyLVE888OSJ9PHLD/bkDAgQIECAAAECBFYX+Nr98+lfv9JegCbd+Zdpua8ATSk4E23cNb7TVosyX9pYV/rRlsg5p5jLufsNGf0yF23O3Xz0BQECBEZcwPYIECBAgAABAgQIECBAgACB0RewQwIECBAgQIAAAQIECLQKKD7TyiJJYFgFvDcBAgRGT2BiYqLa1MzMTJWTIECAwKAJXHbZZemWW26pXuv7v//705/+6Z9WeQkCBAgQIHDqAlYSIECAAAECqwnEQeGcew8Hl1y05brSL23kSz/a/oj5OOB8YuZrK4Vn0uJcpHrigSePp09cofBMD4oBAQIECBAg8BIExufSr903nz5/Q3sBmuU7/zIt7f5yim+x+EaLNqL0m230I8p89EOx2Tb7MRfRzOXc/ZYsuZgv0ZYrc1oCBAgQIECAAAECBAgQIHB6Aq4iQIAAAQIECBAgQIAAAQIERl/ADgkMh4DiM8Pxd/KWBAgQIEBgbAUmJyervU9PT1c5CQIECKybQMuDo+jMli1bqpnXvOY16fzzz6/yEgQIECBAgAABAgQIECDw0gXiMHDO3cPC5W4lF23JRZtz77rIRTTXRb9EHGBe2L09Hdt2UUqd+VjaE/c/EYVnDvXkDEZMwHYIECBAgACBNRW45f759C+rFKBJd/5VWnry+pUCNPFdViK+1aIfLxb9/oh8iZiLfrQRpR9tiZxzirmcu9+K0S9z0ebcnY++IECAAAECBEZUwLYIECBAgAABAgQIECBAgACB0RewQwIECBAgQIAAgVYBxWdaWSQJECBAYFgFvPfoCUxMTFSbUnymIpEgQGCABJ544om0adOm1jd673vfm970pje1zkkSIECAAAECBAicuoCVBAgQ6BeIg8E5dw8Jl7mSi7aZi3FEWy7yzYg1MT4+fXOa2/6hlBbbC8988kqFZ8JKECBAgAABAgReisCt98+nz3/5SPst7vrrtPTkdSvFYeL7LIrORDT7ZRy5iBhHRD9u2myb/ZiLaOZy7n5bllzMR+TczUdfrL2AJxAgQIAAAQIECBAgQIAAAQKjL2CHBAgQIECAAAECBAgQIECAwGAIrGXxmcHYobcgQIAAAQIEhlpgcnKyev+9e/dWOQkCBAgMgsDx48fT1NRUevrpp6vX+Y3f+I304z/+41VegsAICNgCAQIECBAgQIAAgXUViAPBOfceAi65aMvLNfslV9rmXPQjYi4OK5+YvjnNbrsopc5CpHrivieOJ4VnekgMCBAYXQE7I0CAwFkRuOWB+fQvqxag+Zu09MR1qdPprBShiW+1iPh2i4gX7B9HvkTMR7+0zX7kmhFzOXe/MaPfnIt+Wy7yggABAgQIECBAgMCQC3h9AgQIECBAgAABAgQIECBAYPQF7JAAAQIECLQKKD7TyiJJgAABAgQIDIrAxMRE9SpHjqzyv/GwWjmOCXsmQGA9BaLwzJ133lm9wtvf/vb0u7/7u1VeggABAgQIECBAgAABAqcn4KoiEId+c+4eCu7PxVwzV/qljfkSkSv90sbB5RPT209aeOZTVx6KSwUBAgQIECBAgMAZFLh1pQDN4fY73v03aXn39a0FaOL7rXzLlTZuUvrRlnFp+3ORLxFzOXe/NaNf8tHm3M1HXxAgQGDtBNyZAAECBAgQIECAAAECBAgQGH0BOyRAgAABAgQIECBAgMBgCCg+Mxh/B28xqgL2RYAAAQIvWSCKz7z+9a+v7nPw4MEqJ0GAAIH1FLjxxhvTtddeW71C/M+xCy+8sMpLECBAgMAICdgKAQIECBAgsC4CcQA4595DvyUXbXmpZr8/F3P9EWsid3z3tnRs20VpubMQqZ649/GF9CmFZ3pMDAgQIECAwMgL2OBZFbj1gYX0uS+v8r+Q4q6/SctPXpei2Ewz4huuxGr5mI+NNNtmP+aaEXM5d785o9+ci35bLvKCAAECBAgQIECAAAECBIZUwGsTIECAAAECBAgQIECAAAECoy9ghwQItAooPtPKIkmAAAECBAgMisDLXvaydM4551SvMzMzU+UkCBAgEALrEQ888EDauHFj66Pf9773pVe96lWtc5IECBAgQIAAAQIECBAgcHoCccg35+4h4HKHkou2P1fGzbZ/XRnHQeXju7emue0fSqlzvHnJSj8Kz3z6qsMrff9YPwFPJkCAAAECBEZf4LYH5tM/r1aA5u6PpaUnrk3xDRffbyXKOHQiF+NmRD7G/W1/LuZLxFzO3W/P6Jd8tDnnlXeIviBAgAABAgTOvIA7EiBAgAABAgQIECBAgAABAqMvYIcECBAgQIAAAQKDIaD4zGD8HbwFAQIERlXAvgicEYGJiYnqPtPT01VOggABAushcPjw4TQ1NZWOHTtWPf4P/uAP0lvf+tYqL0GAAAECBAgQGDEB2yFAgMBZFYgDvzl3D/+WB5dctM1c9PtzMV4t4oDyiW8UnlluKTxzz2PHk8IzoSoIECBAgAABAmdH4PYH5tPnrj/S/rC7L05Lj39xpfhLfN/Ft1xE6UfbH2U+8nHTZtvsx1wzYi7n7jdo9JtzOY9NAZrmtvUJECBAgAABAgQIECBAgACB0RSwKwIECBAgQIAAAQIECBAgQGD0BVp3qPhMK4skAQIECBAgMEgCis8M0l/DuxAg0C8QhWceeuih/nT6qZ/6qfSrv/qrVV6CwNoLeAIBAgQIECBAgACB0RbIuXvot+wyDv/m3HvgN3Jlvr9tzkU/ItZEe3z31jS77UNpuXMiUj1xz+PH02euPtSTMyBAgMD6CXgyAQIExkfgtgfn0z+vVoDmnkvS8hPXplJUJtqI+LaLiH5E9EuEXH+/LRdrIl8ixjl3v0WjX/LR5tz7PRo5QYAAAQIECBAgQOClC7gDAQIECBAgQIAAAQIECBAgMPoCdkiAAAECBAZDQPGZwfg7eAsCBAgQIEDgJAKTk5PV7PT0dJUbyISXIkBgpAWuueaadNNNN1V7/I7v+I503nnnVbadok4AABAASURBVHkJAgQIECBAgAABAgRGVMC2zopA/wHfeGjkcu496Bu5mGtG5E4WcSD5+JNfTbPbLkrLSyeal67073nsePrMVQrPrGD4BwECBAgQIEBgHQRujwI01x1pffLy3RenzuPXpE6nk+KbL77tIqJfojmOftyozJV+aZv5yDUj5nJevQBNc60+AQIjKGBLBAgQIECAAAECBAgQIECAwOgL2CEBAgQIECBAgAABAgTGVEDxmTH9w4/rtu2bAAECBIZTYGJionrxffv2VTkJAgQInE2BXbt2pY0bN1aP/KZv+iaFZyoVCQIECJxdAU8jQIAAAQIERk+geci37K7kom3mSr+0ZT7aiMhHG1H6x5+8KR3b+sGUlhYj1RN3R+GZqxWe6UExIECAAAECAyDgFcZP4PaH5tM/X3e4deP5no+n5Se+mKKwTER865U2+v0Rc3Gjki/9aEuUuWhLLtoY59xegKbMRysIECBAgAABAgQIECBA4KULuAMBAgQIECBAgAABAgQIECAw+gJ2SIDAYAgoPjMYfwdvQYAAAQIECJxEYHJyspo9evRolZMgQGAgBUbypfbu3Zs2bdq08l9i79/ge9/73vSWt7ylP21MgAABAgQIECBAgAABAqcp0DzcW25RctE2c6Vf2jJf2shHv0QcOj7x5E1pdttFKaelmO6Ju7++kP5W4Zkek1UG0gQIECBAgACBsyJw+0ML6bPXtxegSfd8PC09fnWKb71Op7Py/4Yf33sxjoh+RPQjoh8vHf2I/n7O3QIzke+PWJ9zdz76zfmc88o7NHP6BAgQIEBgRARsgwABAgQIECBAgAABAgQIEBh9ATskQIAAAQIECBAYUwHFZ8b0D2/bBAiMq4B9ExhOgYmJifTGN76xevkDBw5UOQkCBAicDYHNmzen3bt3V4/6pV/6pfQzP/MzVV6CAAECBAgQIHB2BTyNAAECoyMQB3lz7h7qLbsquWibudIvbZmPdrU4sfumdGzbRSktr1J45ppVDjaXh2gJECBAgAABAgTOusAdDy6kz163ynfaPZ9Iy98oQBPfgFFgJiL6bRFzsYEy1+xHrjmOfjNiPufut2r0m3M5n40CNM0n6hMgQIAAAQIECBAgQIAAAQKjKWBXBAgQIECAAAECBAgQIECAwOgLDMYOFZ8ZjL+DtyBAgAABAgROIpBzThs2bKhWTE9PVzkJAgQIrLVAFJ659dZbq8f84A/+YPrjP/7jKi9BICEgQIAAAQIECBAgQOC0BXLuHuYtN4hDvTn3HuSNXJnvb5tz0Y+INdGeePKmdGxre+GZux5dSH+r8ExQCQIETlXAOgIECBA4qwJ3PLSQ/mmVAjTL93widR67KnU6nRTffVFgJiL6EdGPiH5E9OPlox/R7K82jjURMZ9z95s1+pErkXPvd2vJawkQIECAAAECBIZYwKsTIECAAAECBAgQIECAAAECoy9ghwQIECBAYEwFFJ8Z0z+8bRMgQIAAgWETmJiYqF75dIrPVDeRIECAwIsQuPnmm9Pll19eXfHa1742nX/++VVeggABAgQIECBAgACB9RHw1OEX6D+4GzuKXM69B3gjF3PNiNzJIg4XH3/iK+nY1g+mtLzUvHSlf+fXj6e/++Lhlb5/ECBAgAABAgQIDK7AjocW0me/dKT1BfO9n0xLj12V4tsvIr4PSxv9EiUXbdyo5Pv7MS4Ra0o/2hjnrABNWAgCZ1vA8wgQIECAAAECBAgQIECAAIHRF7BDAgQIECBAgAABAgQIEDg7AorPnB1nT2kXkCVAgAABAqcsoPjMKVNZSIDAGgk89thjadOmTa13f9/73pfe+MY3ts5JEiBAgEBCQIAAAQIECBB40QI5dw/vlgvLgd5om7nSL22ZjzYi8tFGlP7C4zek2W0XPTtcfjZ6/3Pno8fT319zqDdpRIAAAQIECJyKgDUE1kXgjofn0z+tVoDmvk+lpceuTPEt2Ol0nitEE4VmIhdtvHT0I/rHzbmYj4hcRLNfxjl3v2H753LuLaAY6wUBAgQIECBAgAABAgSGVMBrEyBAgAABAgQIECBAgAABAqMvYIcECIypgOIzY/qHt20CBAgQIDBsAhs2bKheeWZmpspJECDwQgLmT0dgfn4+TU1NpWeeeaa6/Ld+67fSj/zIj1R5CQIECBAgQIAAAQIECBB48QL9B3XjDpHLuffAbuRirhklF21EzEVbIg4TLzz+5TS3/UMxVcWdjy6kv//iqBSeqbYnQYAAAQIECBAYWYEdD8+nf7z2cPv+7v1UWv5GAZr4Howo34fRxjgi+hHRLzeKcfSbbelHvj+ac81+rMu593s2coIAAQIECLx0AXcgQIAAAQIECBAgQIAAAQIERl/ADgkQIECAAAECBAicHQHFZ86Os6cQIECgXUCWAIFTFpiYmKjW7tmzp8pJECBAYC0ENm/enO6+++7q1lF05rd/+7ervAQBAgQIECBAoEfAgAABAgROSSAO6Oace9aWXLRlotnvz8VcROSjbcbxx6PwzP+JqSp2PRKFZ1Y5sFytliBAgAABAgQIEBg0gZ3Pfs+tVoBmeaUAzRWpfBtGgZkSJRdt5Epb+jGOvTbbtn6sSd/4R87db9qy7hvplLMCNMVCS4AAAQIECBAgQIAAAQIEhlbAixMgQIAAAQIECBAgQIAAAQKjLzCmO1R8Zkz/8LZNgAABAgSGTaCt+Mzc3NywbcP7EiAwhAI33HBD+tKXvlS9+eTkZLrwwgurvMTgC3hDAgQIECBAgAABAgQGUyDn7iHd8nZxWDfn3gO6kSvz/W1zLvrNiMIzs9vbC8/EQeV/uFbhmX5PYwLDLuD9CRAgQGD8BE72Xbd876dT59HLU6fTWSlCU4rLNNsQK9+QzX7kyjjaiJLr75dxzt1v2+a6mMu59/s2coIAAQIECBAgQOD0BVxJgAABAgQIECBAgAABAgQIjL6AHRIgQIAAAQJnR0DxmbPj7CkECBAgQIBAu8ApZ6P4TET/Bfv37+9PGRMgQOCMCdx3331p48aNrfc777zz0ite8YrWOUkCBAgQIECAAAECBHoEDAicVKD/QG4sjlzOvQdzIxdzzYjcC8XCY9en1QrP7HpkIf2jwjNNUn0CBAgQIECAwFALnOz7Lt//mbT82BUpCs6UiG/J6Dfb/n6MIwIm2ojSjzai5KIfEeOcFaAJCzFWAjZLgAABAgQIECBAgAABAgQIjL6AHRIgQIAAAQIECBAgQIDAiAooPjOif9jT25arCBAgQIDAYAu0FZ+Znp4e7Jf2dgQIDK3AwYMH09TUVJqbm6v28Ed/9Efp+7//+6u8BAECBIZDwFsSIECAAAECBAZLIOfuodzyVuWgbrTNXOmXtsxHGxH5aJtx/PHr09zN/5+YqmLnIwvpHxSeqVwkCBAgQGBUBOyDwPgKnPQ7777PpKWvX5aa34zRbytAE/n+CNW2XMlHWyLW5dz91o1+yUebc2+hxcgJAgQIECBAgAABAgQIvHgBVxAgQIAAAQIECBAgQIAAAQKjL2CHBAgQODsCis+cHWdPIUCAAAECBM6AwOTkZHWX3bt3VzkJAkMl4GUHViAKzzzyyCPV+/3Mz/xM+uVf/uUqL0GAAAECBAgQIECAAAECL06g/wBuXB25nHsP4kYu5ppRctFGxFy0zTj+2HVpdnt74ZkdD8+nfzybhWfiBQUBAgQIECBAgMBZE9j1yEL6+y8ebn/efX+blh7dkqLgTKfTWWnjOzLGzTb6bRE3jXxpS7+Moy1xsrmce797yzVaAgQIEBhiAa9OgAABAgQIECBAgAABAgQIjL6AHRIgQIAAAQIECBAYUQHFZ0b0D2tbBAicnoCrCBAYbIGJiYnqBWdmZqqcBAECBF6qwNVXX522bt1a3eY7v/M70/ve974qL0GAAAECBAgMl4C3JUCAAIH1F4hDuDnnnhcpuWjLRLPfn4u5iMhHWyLGJx6/Ls3e/P+NbhV3PDyf/ulLR6q8BAECBAgQIECAwGgJ3PloFKA51L6p+/8uLT26OcU3ZLPoTLMfc6tF3DTmmm30IyIfEf0SOXe/fdvy/blyjZYAAQIECBAgQIAAAQIECBB4YQErCBAgQIAAAQIECBAgQIAAgdEXsMOzI6D4zNlx9hQCBAgQIEDgDAhMTk5Wd5menq5yEgQIEHgpAjt27EiXXnppdYuXv/zl6QMf+ECVl3jJAm5AgAABAgQIECBAgMCYCcTh2py7h2/L1ksu2mau9Etb5ksb+eg3Y+Hr16Zj29sLz+x4aCF9VuGZYBMEzraA5xEgQIAAgXURuPPR4+nvv7haAZq/T0uPblkpQNPpdFbeL74rT1aAJhbFmojSL23Jxbg/Yi7n7jdw9JvzOeeVd2jm9AkQIECAAAECQyrgtQkQIECAAAECBAgQIECAAIHRF7BDAgQIECBAYEQFFJ8Z0T+sbREgQIAAgdMTGOyrJiYmqhfcu3dvlZMgQIDA6QrMzMykTZs2tV5+7rnnpm//9m9vnZMkQIAAAQIECBAgMFwC3pbA+gnEQducu4duy1uUXLTNXOmXtsxH2xax7vhjX0qzN///olvFHQ8tpH+67nCVlyBAgAABAgQIEBhtgShA83dfXOU78P6/S0uPbl4p/hIFaKLwTIn45ox+tCX6xyFX5kobuYgyjraMc+5+C5dc5CNyVoAmHMSZFnA/AgQIECBAgAABAgQIECBAYPQF7JAAAQIECBAgQIAAAQIECJwZAcVnzozj2tzFXQkQIECAAIEegbbiMwsLCz1rDAgQIHC6AvFf9N68eXOKAjT99/jVX/3V9JM/+ZP9aWMCBAicGQF3IUCAAAECBAiMkUDO3cO2ZcvxWyzn3oO2kSvzpS25aCMiH20zFh794qqFZ25/aCF9VuGZYBMECBAgsF4CnkuAwLoK3PXoQlq9AM3fp6VHplJ/YZkyLm3z27PZj43FuLSlH+OInJ//Bo65nLvj6Md8iZx7v4tLXkuAAAECBAgQIECAwBAJeFUCBAgQIECAAAECBAgQIEBg9AXskAABAiMqoPjMiP5hbYsAAQIECIyiwJve9KY0OTlZbW3fvn1VToLA6Qq4bnwFpqam0u23314BvPWtb01/8Ad/UOUlCBAgQIAAAQIECBAgQODUBfoP1saVkcu594Bt5GKuGSUXbUTMRVsixvOPXpNmv/b/j24Vtz80n/65r/BMtUiCAAECBAgQIEBg5AWiAM3fXnO4fZ8P/ENafnQqdTqd54rQRNGZiPjuLG30S8SN+vv9uTJua5u56Efk3Pt9HDlBgAABAqcv4EoCBAgQIECAAAECBAgQIEBg9AXskAABAgQIECBAgACBMyOg+MyZcXQXAgTWRsBdCRAgUAm0FZ+Znp6u1kkQIEDgxQhs27YtXXnlldUlr3vd69IFF1xQ5SUIECBAgACBMyrgZgQIECAw4gJxIDfn3LPLkou2TDT7zVzkS0S+9Es7/8jVaf6WP4tx2kplAAAQAElEQVSpKm5/MArPHKnyEgQIECBAgAABAmddYCAeePfXF9LfrVqA5h/T0iNTKb4zowhNtFF0JqL0oy1R8mUcG4x+aUu/jKNtRs455VwXm8m5zjWv0ydAgAABAgQIECBAgAABAgMs4NUIECBAgAABAgQIECBAgACB0RewwxEVUHxmRP+wtkWAAAECBEZVYGJiotrazMxMlZMgQIDAqQo8+uijaWpqqnX5+973vvT617++dW50k3ZGgAABAgQIECBAgACBMycQB25zzj03LLloy0Sz35Yr89E2Y+HRq9PcKoVnbovCM9crPFM8tQR6BYwIECBAgMD4Ctz19YX0t1cfbgXID0YBmk0rBWhKcZloI+I7tL+NXDPipjEubenHuD9iLiLnuthMznWu/3pjAgQIECBAgMALC1hBgAABAgQIECBAgAABAgQIjL6AHRIgQIAAAQIEzoyA4jNnxtFdCBAgQIDA2gi4ayXQVnxmenq6WidBgACBUxGYnZ1dKTxz4MCBavnv/u7vpre//e1VXoIAAQIECBAgQIDAGRdwQwIjKlAO0ja3V3LRlnyz38yVfLONfonjj16T5m75cLmkp73tgfn0OYVnekwMCBAgQIAAAQIEnhe4+7GF9JmrDz2faPYe+Me09PDGkxagieXlu7S/LXOljfnoR0S/RIxL5FwXm8m5zpX12iEV8NoECBAgQIAAAQIECBAgQIDA6AvYIQECBAgQIECAAAECBAgQGFIBxWdexB/OUgIECBAgQGD9BSYnJ6uXUHymIpEgQOAUBTZv3pzuvffeavWP/diPpd/4jd+o8hIECIyHgF0SIECAAAECBAicGYGcc8+N4pBtzr0HaCPXs+jZQTO3tLT0bCatHPyNfImFR69Os7f82cpc/z9ue3Ahfe7LR/rTxgQIECBAoEfAgAABAvc8djz97WoFaB78p7T8yMkL0JRv07Y2dCNf2tKPcUTOz38rl7mce7+Vy7oyH2NBgAABAgQIECBAgMCLE7CaAAECBAgQIECAAAECBAgQGH0BOyRAgACBMyOg+MyZcXQXAgQIECBA4CwJtBWf2bt371l6usesg4BHElgzgeuvvz5F9D9gw4YN6cILL+xPGxMgQIAAAQIECBAgQIDAKQq0HY6NXM69h2kj941bPteUXLQRMRFtMxYeuSrN3fLhmKri1gcW0ueuP1zlJQgQIECAAAECBAi0Cdz92PH0masOtU2l5Qf+KS09/IWVQohRFDG+SaONKP1mG/1mxE1jXNrSb45LLtqInHu/mWNtznUu8oIAAQJDKOCVCRAgQIAAAQIECBAgQIAAgdEXsEMCBAgQIECAAAECBIZUQPGZIf3DeW0C6yPgqQQIEFh/gYmJieolTpw4UeUkCBAgcDKBe+65J23atKl1yQc+8IH0spe9rHVOkgABAgQIjIeAXRIgQIAAgZcmkHPuuUHbIdrI9Sx6dhC5F4rjj16V5m79yLOr6//c8sB8+pcvKzxTy8gQIECAAAECBNoE5IrAPY8fT5+5ur0ATXrwn9PSw5eetABN3Kd8xzb7kSvjZhv9k0XOdbGZnOvcye5hjgABAgQIECBAgAABAgQIdAX8kwABAgQIECBAgAABAgQIEBh9ATskcGYEFJ85M47uQoAAAQIECJwlgTe+8Y3pnHPOqZ62d+/eKidBgACBNoFnnnkmbd68Oc3Pz1fTf/Inf5K+93u/t8qva8LDCRAgQIAAAQIECBAgMCQC5XBt83Ujl3PvQdnINddEv5nr78c4YuGRK9PsLasUnrl/Pn3+y0fiVoLAcAp4awIECBAgQGBdBe557Hj69FWrFDJ88LNp6eEvnLQATXyvRiwtLa3sI/olIhH9Zhv9ZjTno59z7zd0rM25zkVeECBAgAABAkMk4FUJECBAgAABAgQIECBAgACB0RewQwIECBAgQIDAkAooPjOkfzivTYAAAQLrI+CpgyEwMTFRvcj09HSVkyBAgECbwNTUVHr00UerqZ//+Z9Pv/iLv1jlJQgQIECAAAECBMZPwI4JEHjxAuWAbPPKkou25Jv9Zi7yzYhDu81xFJ6Zu/Wj5ZKe9pYoPHODwjM9KAYECBAgQIAAAQIvWuDexxfSp1YtQPPPaemhf0vxnRoR36rRNiNyEZGLthnxMs1x9CMXUfqljVxEznWxmZzrXKwVpyfgKgIECBAgQIAAAQIECBAgQGD0BeyQAAECBAgQIECAAAECBAgQODWBYS4+c2o7tIoAAQIECBAYOYHJyclqT4rPVCQSBAi0CFx55ZVp+/bt1cx3fdd3pfe85z1VXoIAgYEQ8BIECBAgQIAAAQJDIJBz7nnLODibc+/B2Mj1LHp20Mw1+89OpRhHLDx8RVqt8MzXFJ4JKkGAAIFRELAHAgQIDITAfY8vpE9feaj9XR76XFp++N9WvlNLgZnSxndrsx/j/ig3jXz0Sxv9iJyf/6Yuczn3flOXdWU+xoIAAQIECBAgQIDAEAl4VQIECBAgQIAAAQIECBAgQGD0BeyQAAECBIZUQPGZIf3DeW0CBAgQIDDOAorPrOdf37MJDK/A7bffnjZt2lRt4BWveEW64IILqrwEAQIECBAgQIAAAQIExlfg1Hfedug1cjn3HpKNXP9dSy7aEv0HdhcevjzN3fZ/+y9dGd98/3z61xuOrPT9gwABAgQIECBAgMCZErj3iePpU6sWoPmX1Hnw8ym+WyOa37H94zIX71X6zbbko41om4tczr3f1rE25zoXeUGAAIEXJ2A1AQIECBAgQIAAAQIECBAgMPoCdkiAAAECBAgQIECAAIFTE1B85tScrCIwmALeigABAmMqMDExUe18enq6ykkQIECgCOzevTtNTU2VYU977rnnpnPOOacnZ0CAAAECBAZKwMsQIECAAIEBFsg597xd2+HYyPUsenYQuf54Nr3yn5LvFp7585Vc/z++dt9c+jeFZ/pZjAkQIECAAIFhFvDuAyVw30kK0OSHP5+WHvrX5wrQRNGZiPiO7XQ6K/nYTMmVNuYjYi7aiNKP9mSRc11sJuc6d7J7mCNAgAABAgQIECBAgACBARDwCgQIECBAgAABAgQIECBAgMDoC9ghgSEVUHxmSP9wXpsAAQIECIyzQFvxmX379o0zib0TIHASgfgvem/ZsiXt2bOnWvXOd74z/cRP/ESVP1nCHAECBAgQIECAAAECBAikVA7KNi0il3PvAdjINddEv5mLfn/EmoWHL0tzt7UXnrn5vrn0r185GssEgTUTcGMCBAgQIECAQBSg+eSVh1ohogDN8kP/uvJd3F9cpnzfxoWlH23/OHIRJR9tM5pz0c+591s71uZc5yIvCBAgQIAAgVMTsIoAAQIECBAgQIAAAQIECBAYfQE7JECAAAECBAgQODUBxWdOzckqAgQIEBhMAW81pgJRfOZlL3tZz+4XFxd7xgYECBAoAps3b0533HFHGT7Xvu1tb0vvete7nhvrECBAgAABAgQIDKyAFyNAYMAEysHX5muVXLQl3+w3cyUfbYmYL/25B6bS3G1/Eakqtt87n/5N4ZnKRYIAAQIECBAgQGBtBO5/4nharQBNevjzafmhz6coPlMivmmjH4Xxo41xiea4vG2ZK20zH/3IR1si57rYTM51rqwfstbrEiBAgAABAgQIECBAgAABAqMvYIcECBAgQIAAAQIECBAgQIDAgAqcweIzA7pDr0WAAAECBAiMnMAb3vCGtGHDhmpfMzMzVU6CAIHxFti2bVu66qqrKoTXv/716cILL6zyEgQInIqANQQIECBAgAABAuMukHPuIYgDsTn3HniNXM+iZwfNXDl4+2x65T9lbv6hLWn+jr9ayfX/IwrPfOHGI/1pYwIECBBYEwE3JUCAAIEisFKA5opDZdjTRvGZ5Qf/JcX3bHzjlohxRIybbfTbouemjUHOz397l+ty7v32juU517nICwIECBAgQIAAAQInFzBLgAABAgQIECBAgAABAgQIjL6AHRIgQIAAgVMTUHzm1JysIkCAAAECBAZMYGJionqj6enpKjfyCRskQGBVgUceeSRt3Lixdf68885Lr33ta1vnJAkQIECAAAECBAgQIDBwAgPyQnHYtf9VIpdz70HXyLWti/zJYu6BqTR/+1/2X7oyVnhmhcE/CBAgQIAAAQIE1kng/iePp09ccbD96Y/8W1p68HOpFJop37wxjohxXBhtiTKONqLkSxu5iDKONsYR0c+59xs88jnXucgLAgSGSMCrEiBAgAABAgQIECBAgAABAqMvYIcECBAgQIAAAQIECBAYUAHFZwb0D+O1hlPAWxMgQIDA2RNQfObsWXsSgWEUOHbsWJqamkqHDtX/m0j/63/9r+nf/bt/N4zb8s4ECBAgMCACXoMAAQIECIyrQM65Z+tth14j17Po2UHkIp7tpmgjoh8R/YiFhzan+Tv+KlJVbLt3Ln3hxiNVXoIAAQIECBAgsJYC7k2gX+CBJ0+kj1++SgGah7sFaDqdzkoRmlJ0Jr51IxdtRMmXNnIR5VnNfsm1tbEu57rYTM51ru16OQIECBAgQIAAAQIECBDoCvgnAQIECBAgQIAAAQIECBAgMPoCdkiAwKkJKD5zak5WESBAgAABAgMmMDk5Wb3RzMxMlZMgQGDkBVo3uHnz5nTfffdVc//+3//79F/+y3+p8hIECBAgQIAAAQIECBAgsLpAHGztn41czr0HWyPXXBfjiJKLflscf2hzmru9vfDM1nvm0qU3Hi230I6vgJ0TIECAAAECBAZC4MHdqxegyY98IS0/+LmV4jPx3dssMBMFaGIcm4i5EqcyjjURzWvKOOfeb/LI51znIi8IECBAgMAQCHhFAgQIECBAgAABAgQIECBAYPQF7JAAAQIECBAgQGBABRSfGdA/jNciQIDAcAp4awJnT2BiYqJ62PT0dJWTIEBg/ASuu+669OUvf7na+Jvf/OZ04YUXVnkJAgQIECBAgACBFytgPQEC4yaQc+7Zchx6zbn3QGvkehZ9Y1Dy0ZaIqdJfeGgqzZ6k8MzGmxSeCS9BgAABAgQIECAwOAIrBWiuONT+Qo98IS098NlUis1EwZny7Vv6pY18sx/jtuh/UKwpuejn3PttHnM517nIv7iwmgABAgQIECBAgAABAgQIEBh9ATskQIAAAQIECBAgQIAAAQIERl/g1Hao+MypOVlFgAABAgQIDJhAW/GZPXv2DNhbeh0CBM62wD333JM2btzY+tjzzz8/5dx7YLJ1oSSBYRPwvgQIECBAgAABAgTWSCAOsvbfOnI59x5kjVzbupJrHqiNXKyPmH9gU5q7/a8jVcXWu+eSwjMViwQBAuMsYO8ECBAgMFACDz55PH388vYCNPnRjWn5gc+m8h1c2vgGjqI0sZFmLvKRi7YZkYuIXLQlcq6/x3PuzcXanOtc5AUBAgQIECBAgMAAC3g1AgQIECBAgAABAgQIECBAYPQF7JAAAQIECAyo1xSiUgAAEABJREFUgOIzA/qH8VoECBAgQIDAyQUmJyfTy1/+8p5F8V+8jOhJnuWBxxEgsH4C+/fvT5s2bUrHjx+vXuLd7353+q7v+q4qL0GAAAECBAgQIECAAIHTERiHa+L/jSXn3gKeJRftyQxivi3impKff2Bjmt/xN5GqYus982njV49WeQkCBAgQIECAAAECgyTw4O7j6ZJVCtCkKEDz4GdTFJuJb+BmsZnSL22Zj71Fv7TRj2iOS7/Zln7OdbGZnOtcrBcECJyagFUECBAgQIAAAQIECBAgQIDA6AvYIQECBAgQIECAAAECBAh0BRSf6Tr452gK2BUBAgQIjLDA6173urRhw4Zqh9PT01VOggCB8RCYmppKjz32WLXZ//gf/2OKqCYkCBAgQGBUBOyDAAECBAgQWAOBnF+48EwchI1oPj7GEZGLNiL6EdGPWFgpPPOxSFXx1bvn0sabjlR5CQIECBAgQGDsBQAQGEiBh3YfTxdfdqj93R7ZmJYf6BagiUIzEfE9HBH9uCjaGEdEP3LRj7ZEjCNiXNro90fM5VwXm8m5zvVfa0yAAAECBAgQIECAAIEBEfAaBAgQIECAAAECBAgQIECAwOgL2CEBAgMqoPjMgP5hvBYBAgQIECDwwgITExPVIsVnKhIJAmdZYH0ed8UVV6Sbb765evj3fM/3pHe/+91VXoIAAQIECBAgQIAAAQIE2gXiwGr/TORyPvmB1VgTUa6NflvMP3BpmtuxSuGZu+bSpq8eLbfQDrSAlyNAgAABAgQIECgCD08fT5dcdjAtL5dMo300CtD8U4rCMvF9HG1E9DudzrPXLD83F7kyF/1mxB1j3GxLv+TLOOf62z3nOhfrBQECBAgQOLmAWQIECBAgQIAAAQIECBAgQGD0BeyQAAECBAgQIECAQFdA8Zmug38SIEBgNAXsisCIC7QVn5mZmRnxXdseAQL9ArfddluamprqT6dXvvKV6YILLqjyEgQIECBAgACBkROwIQIECJxBgZxzz93iIGvOvQdVIxfRs/DZQeT649n0yoHayM/f/4U0v+PiSFVxUxSe2arwTAUjQYAAAQIECBAgMBQCD02fOEkBmk1p+f5/TP3FZmJj8Z0cbX/RmcjFXET0V6Lxj/58cxz9nHu/4ePSnOtc5AUBAgQIECBAgAABAgQIECAwQAJehQABAgQIECBAgAABAgQIEBh9gQHdoeIzA/qH8VoECBAgQIDACwts2LChWrR79+4qJ0GAwOgKxP+d37RpU+sG3/e+96XJycnWOUkCayng3gQIECBAgAABAgSGUSAOqPa/d+Ry7j2gGrnmuhiXiHzpR9scrxSe2XlJpKq46c65NKXwTOUiQYDAYAt4OwIECBAg0C/w8Ey3AM3S8nL/VEpfn0pL9/9DTwGaUnCmvyhNfEvHXNwk+hH945hrRs71d3vOvblYn3Odi7wgQIAAAQIECBBoF5AlQIAAAQIECBAgQIAAAQIERl/ADgkQIECAAIGugOIzXQf/JECAAAECBIZQYGJionrr6enpZk6fAIERFlhcXExTU1Np37591S5//dd/Pb3jHe+o8hIECBAgQIAAAQIECIykgE29RIE4zJpz7rlLyUXbM9EyKGuijShLoh9xssIzN0bhmW1HyyVaAgQIECBAgAABAkMtEAVoPn75obTUUn8mf31zWrrv71cK0EQxmRLxzRz9Zhv9iMAobayJcUTkIqIfUfqlLbmc62IzOde5WC8IDIGAVyRAgAABAgQIECBAgAABAgRGX8AOCRAgQIAAAQIECBAgQGCdBBSfWSf48XysXRMgQIAAgTMr0FZ8pq0IxZl9qrsRIDAoAlF4ZufOndXr/NAP/VD6vd/7vSovQYAAAQJnS8BzCBAgQIAAgWETyPmFC8/EIdaI5t5iHBG5aNti4YEvpPmdl8SSKm7cNZc2KzxTuUgQIECAAIHhEPCWBAisJvDw9Il0yWUH09JSvSI/tmWlAE0UkilRvqNjHFdEG7loIyIX42hjXPoxbovmfPRzrovN5Fzn2u4lR4AAAQIECBAgQIDAuAvYPwECBAgQIECAAAECBAgQIDD6AnZIgACBrsA3dRv/JECAAAECBAgMn0AUn3nlK19Zvfji4mKVkyAwtgIjuvGvfvWr6Zprrql294Y3vCFdeOGFVV6CAAECBAgQIECAAAECBGqBOIjan41czic/iBprSsT1zX5zvHD/v6W5He2FZ75y52zavP1oLBdnQsA9CBAgQIAAAQIEBkrgkZkT6ZLLD6XOKgVolu/7+1QKyZQ2NlD6pS3f2qWNNaXfbCPfjJgr4+jnXH/j51znyjVaAgQIEBhQAa9FgAABAgQIECBAgAABAgQIjL6AHRIgQIAAAQIECBBYJwHFZ9YJ3mMJEBhPAbsmQODMCnzLt3xLmpycrG46PT1d5SQIEBgdgYceeiht2rSpdUPnnXde+uZv/ubWOUkCBAgQIECAwNkS8BwCBAgMi0DOuedV2w6lRi6iZ+Gzg5KLti0W7v/XNLfz48+urP/zlV2zacu2Y/WEDAECBAgQIECAAIEhEnihV31k5ni65LKDabGzXC99bEtavu/vUqfTWSlCE8VmSpTv6xhHv7RxkxhHGxH9iOi3RXMu+jnXxWZyrnNt95IjQIAAAQIECBAgQIAAAQLjKmDfBAgQIECAAAECBAgQIECAwOgL2GFXQPGZroN/EiBAgAABAkMq0FZ8ZmZmZkh347UJEHghgSNHjqSpqal0+PDhaum73vWu9La3va3KS4y9AAACBAgQIECAAAECBPoE4uBpXypFLueTHzyNNSXi+tKPtjmev+/zaW7nJyJVxQ275tKW7QrPVDASBAi8VAHXEyBAgACBgRR4dM+J9InLD6UTrQVoLktL9/1tT/GZ+LYuxWZO1o+5suHolyi50ka+2c+5/ubPuc6Va7QECBAgQIAAgQET8DoECBAgQIAAAQIECBAgQIDA6AvYIQECBAgQILBOAorPrBO8xxIgQIAAgfEUOPO7npiYqG46PT1d5SQIEBgNgc2bN6cHHnig2sxP/MRPpHe+851VXoIAAQIECBAgQIAAgfUQ8MxBFojDpznnnlcsuWibE/3jmGvm+vsxjsIz87s+GUuruGHnXLps+9EqL0GAAAECBAgQIEBglAUe+UYBmsWWAjT5scvT8n1/u1IMMorORMR3dWmb/cgVp8j3R8xFLtpmNHPRz7kuNpNznWveQ59Au4AsAQIECBAgQIAAAQIECBAgMPoCdkiAAAECBAgQIECAAAEC4yKg+My4/KXb9ilHgAABAgRGQGBycrLaheIzFYkEgZEQuPbaa9NXvvKVai/f9m3fls4///wqL0GAAAEC3xDQECBAgAABAgQaAjm/cOGZOJAa0bhs5TBsyUUbB1+jbcbCfZ9PqxWe+XIUnrlZ4ZmmqT4BAgQIEDijAm5GgMBACzy650S65PJD6cTicv2ej12eOvd8OsU3don4zu7vx4UlF/1YExH9iGY/xs1ozkU/57rYTM51rnkPfQIECBAgQIAAAQIEBkDAKxAgQIAAAQIECBAgQIAAAQKjL2CHBAgQWCcBxWfWCd5jCRAgQIAAgTMjMDExUd1I8ZmKRGKABLzK6QncddddadOmTa0XX3DBBa15SQIECBAgQIAAAQIECBB4XiAOmD4/6vYil/PJD5jGmhLdq9JKIZpmP+bn7v1cmtv1yZLuab+8czZdPmaFZ3oADAgQIECAAAECBAg8K/D1PSfSx684lE4sPjvo+09+/Iq0fO9nVr61S4GZaONbu0Rz3OyX+dKWub5HrNy75GJtzvVvgZzrXLlGS4AAAQK1gAwBAgQIECBAgAABAgQIECAw+gJ2SIAAAQIECBAgQGBcBBSfGZe/tH0SINAmIEeAwAgItBWfefrpp0dgZ7ZAgEAReOqpp9LU1FQ6ceJEST3Xvve9703f8R3f8dxYhwABAgQIECDQIiBFgAABAs8K5Jyf/efz/2k7bBq5iOdXdXslF205yBr9EnP3/HNauPPT3cV9/7x+pfDMsb6sIQECBAgQIECAAIEzLjAUN4wCNJdcfjAdX1yu3/fxK1Lnnk+tFIlpfnev1o/v8bhJtM0ouWj7I9aVXPRzrovN5Nz726Gs1xIgQIAAAQIECBAgQIAAgQEQ8AoECBAgQIAAAQIECBAgQIDA6AvY4ToJKD6zTvAeS4AAAQIECJwZgSg+8+pXv7q6WVuRimqRBAECQyEQhWcef/zx6l1/4Rd+If3cz/1clZcYdAHvR4AAAQIECBAgQIDA2RSIA6X9z4tczvUh0+a6WFMi8s1+czx/7z+nhbs+E6kqrt8xm664WeGZCkaCwFgI2CQBAgQIECCwmsBje0+kT1x+MC20FKDJj1+ZOnd/8rkCNFF4pkT5Jo9xWz+eV/L9/RiXiDXNfs7tvw2a68p6LQECBAgQIECgV8CIAAECBAgQIECAAAECBAgQGH0BOyRAgAABAgTGRUDxmXH5S9snAQIECBBoExiB3Gtf+9o0OTlZ7WR6errKSRAgMHwCl112WbrllluqF/++7/u+9Kd/+qdVXoIAAQIECBAgQIAAgRYBqbEWyDn37D8OkOZcHy6NfM/CZwfNXOlHW2L+nn9O83eepPDM1xSeeZbRfwgQIECAAAECBAhUAl/fu5g+cdnBdPzEcjWXn7gqLd1z6gVo4vs8btJsox/RzEe/RJmLcfRzrn8j5FznYr0YYAGvRoAAAQIECBAgQIAAAQIECIy+gB0SIECAAAECBAgQIECAAIE1ElB8Zo1gT+e2riFAgAABAgROT2BiYqK6UPGZikSCwNAJRNGZLVu2VO/96le/Ol144YVVXoIAAQLDIuA9CRAgQIAAAQLrJdB2qDRyEeWdol8ictFfWlqKbop+ifl7/znN39VeeOa6HXPpCoVnVsz8gwABAgTGV8DOCRAg8EICj+1bTJdcfjAttBSgSY9flZbv+VSKb/H4Bu9vI9eMMh+55nPLuLRtc5GL+ZzrYjM517lYLwgQIECAAAECBAgQ6Ar4JwECBAgQIECAAAECBAgQIDD6AnZIgACBcRFQfGZc/tL2SYAAAQIERlhgcnKy2p3iMxWJRLuA7IAKPPHEE2lqaqr17d7//venb/3Wb22dkyRAgAABAgQIECBAgACBtFIkpt9htcOkzXWxJsalbfYjVw60zt/z2TR/52qFZ2bTlV87GpcOUngXAgQIECBAgAABAgMp8Pi+xfTxyw+l+ePL1fstP35lSvd+auX7Pr7HO53OSjGa8l3e38aa1SJuHnPRNqOZi37OdbGZnOtc8x76BAgQGCABr0KAAAECBAgQIECAAAECBAiMvoAdEiBAgAABAgQIECCwRgKKz6wRrNsSIHA6Aq4hQIDA6QlMTExUFyo+U5FIEBgagePHj68Unnnqqaeqd/7N3/zN9GM/9mNVXoIAAQIECBAYJgHvSoAAAQJrLZBz7nlE2yHSyEWUhR17sx4AABAASURBVKXfbOMwa8xHLiL68/f8U5q/62+jW8V1d0ThmWNVXoIAAQIECBAgQGAcBez5VAUe33cifeKKQ2luYam6ZPnxq1Lnro8/V4AmvtEj4vs8IvpxUfTbojkX/baI60o++jnXxWZy7v2NUdZrCRAgQIAAAQIECBAgQGDcBeyfAAECBAgQIECAAAECBAgQGH0BOxwXAcVnxuUvbZ8ECBAgQGCEBSYnJ6vdzczMVDkJAgSGQ2Bqairdeeed1cu+/e1vT7/zO79T5SVeooDLCRAgQIAAAQIECBAYGYE4KNq/mcjlXB8eba6LNTEubbMfuTjQGu383f+Y5u/6u5iu4ktReOYWhWcqGAkCgyLgPQgQIECAAIGBFlgpQHPl4TR3vC5Ak5+8Ji3dXRegKd/ppY1v9raIjffnI9eMmC/j6Ofc/hsi5so6LQECBAgQIDCAAl6JAAECBAgQIECAAAECBAgQGH0BOyRAgAABAgQIrJGA4jNrBOu2BAgQIEDgdARcc3oCExMT1YX79++vchIECAy+wI033piuvfba6kXf+MY3pgsvvLDKSxAgQIAAAQIECBAYRgHvTGCtBHLOz906DoVG5FwfGo18WVj6pY18HF6NNnIR0Z+LwjN3/310q7j29tl0lcIzlYsEAQIECBAgQIAAgRcj8MS+E+kTlx9KcwvL9WVPRAGaS1J8q8c3+mptzLVF3LDkSz/aZsR8GUc/5/q3RM7P/+Yoa7WrC5ghQIAAAQIECBAgQIAAAQIERl/ADgkQIECAAAECBAgQIECAwKgIKD6z+l/SDAECBAgQIDAkAlF85jWveU31tgsLC1VOggCBwRV44IEH0qZNm1pf8Pzzz0+vetWrWuckCRAg8BIFXE6AAAECBAgQGFmBnOvDonGItGy49JttHGKN+ciVmL/7H9PCKoVnvnT7bLr61mNxiSBAgAABAoMs4N0IECAwFAJPPLWYPn7FwTTbWoDmi2nprktSfKfHd3szIhcRuWjbIgBKvvSjbUbMl3H0c65/U8R8zEUrCBAgQIAAAQIECAyYgNchQIAAAQIECBAgQIAAAQIERl/ADgkQIEBgjQQUn1kjWLclQIAAAQIEzp7AN3/zN6coQJP6/s/09HRfxnDwBbzhuAocPnw4bd68OR09erQi+MM//MP0gz/4g1VeggABAgQIECBAgAABAgTSysHTfoc4CJpzfUg08mVt6Zc28qUfbTm0On/3P6T5VQrPXHvbsXTVaRWeiacJAgQIECBAgAABAgTaBJ58ajF94vKDaXZ+uZrOu69NS3ddvPI7oHyzl+/3Mi5t5OMG0ZZojks/2mbE2jKOfs71b4uc61y5RkuAAIHnBfQIECBAgAABAgQIECBAgACB0RewQwIECBAgQIAAAQIERkVA8ZlR+UvaB4G1EHBPAgQIDJGA4jND9MfyqgRaBKamptKDDz5YzfzUT/1U+pVf+ZUqL0GAAAECBAicQQG3IkCAAIGhFsg597x/2+HQyEWUhaXfbOOAasxHLiL6c3f9fZq/+x+iW8UXbz+Wrr5ttspLECBAgAABAgQIDKiA1xoqgSefXkyfuOJgOrawVL/3k70FaOJbvkR8yzcj8s1x9OOG0UZEvy2ac9HPuS42k3Pvb5G2+8gRIECAAAECBAgQIECAwFkW8DgCBAgQIECAAAECBAgQIEBg9AXskMAaCSg+s0awbkuAAAECBAicXYENGzZUD5yenq5yEgQIDJ7ANddck2666abqxb792789nXfeeVV+1BP2R4AAAQIECBAgQIAAgVMRiAOg/esil3N9KLS5LtbEuLTRLxG5cjh17q6/Swv3/GOZ6mmvue1YuuZWhWd6UAwIvEgBywkQIECAAAECLyTQLUBzKB2dX60AzcdS8xu+2S/f9ZGLiGdFW6J/HPnINaOZi37O7b81Yq55nT4BAgQIECDwvIAeAQIECBAgQIAAAQIECBAgMPoCdkiAAAECBAgQGBUBxWdG5S9pHwQIECCwFgLuOUQCExMT1dvOzMxUOQkCBAZLYNeuXWnTpk2tL3XBBRe05iUJECBAgAABAgQInGEBtyMwlAI55+feOw57RuRcHwaNfFlY+qWNfPSbEbm5O/82LdzzT9Gt4ou3zaaIakKCAAECBAgQIECAAIEzLrD7qcX0ySsOpWNzbQVovpSW7/pYikIzEZ1O57l+fONHLtqI6MfLRb9Ec1z60TYj1pZx9HOuf3Pk/Pxvk7J2QFuvRYAAAQIECBAgQIAAAQIECIy+gB0SIECAAAECBAgQIECAAAECpykwRMVnTnOHLiNAgAABAgTGQqCt+Mz09PRY7N0mCQyrwN69e9PU1FSK/zJ0/x7e//73p7e85S39aWMCBMZCwCYJECBAgAABAgROJhAHPtvmc64PgTbXln6zjX6JOIwa/fm7/i4t3PvZtkeka26dTdfcdqx1TpIAAQIECLw4AasJECBA4FQFdj+9mD5x5eF0tKUAzfKT3QI08S1fonzbx7j0o42IXDPiHcq49KNtRsyXcfRzrn97xHzMRSsIECBAgAABAgQIPC+gR4AAAQIECBAgQIAAAQIECIy+gB0SIECAwKgIKD4zKn9J+yBAgAABAmMu0FZ85sCBA2Oucga27xYE1lBg8+bN6cknn6ye8Mu//Mvpp3/6p6u8BAECBAgQIECAAAECBMZdIA5z5px7GEou2uZEc1z6pS3rYhyxtLS0kpq782/T/D3/tNLv/8fVt86mL96u8Ey/izEBAgQIECBAgACBsyGw++kT6ZNXHEpHZpfrx+2+LnV2/XWK4jKrRVwU3/5t0TYXuWbEdWUc/ZzrAjQ517lyjZYAgQER8BoECBAgQIAAAQIECBAgQIDA6AvYIQECBAgQIECAAAECBE5TQPGZ04RzGYH1EPBMAgQIEFhdIIrPvPa1r60WzM3NVTkJAgTWXyAKz9x6663Vi/zAD/xA+qM/+qMqL0GAAAECBMZJwF4JECBAgMBqAjm/cOGZOAgaUe5R+s02+s2ItXN3fiYt3PvZ6FZx9a3H0rUKz1QuEgQIECBAgACBlyLgWgIvVmD3/sX0ySsPpiOz3eKRzevz9PVp+a6/WSlAE9/6pQhN9CNiHO1q0bxX9GNdtM1o5qKfc11sJufe3yzN6/UJECBAgAABAgQIECAwjgL2TIAAAQIECBAgQIAAAQIECIy+gB0SGBUBxWdG5S9pHwQIECBAYMwFXv3qV6fJyclKYXp6uspJECCwvgI333xzuvzyy6uX+OZv/uZ04YUXVvl1Tng8AQIECBAgQIAAAQIE1l0gDnb2v0Tkcq4PezbXxZoYlzb6ETFuxtyuT6eFe/85pqroFp6ZrfISBEZMwHYIECBAgAABAkMhML1/MX3iikPpcEsBmrT7+rR851+vFKBpFpuJfjOavwVW6wdGzEXbjGYu+jm3/yaJueZ1+gQIECBAYEAEvAYBAgQIECBAgAABAgQIECAw+gJ2SIAAAQIECBAgcJoC33Sa17mMAAECBAisg4BHEji5wMTERLVgZmamykkQILB+Ao899liamppqfYHzzjsvveENb2idkyRAgAABAgQIEBgnAXslQKBfIOf8XCoOcUbkXB/yjHxZWPqljXz0+2N216fSwn2fi+kqrrrlWLr2doVnKhgJAgQIECBAgAABAusoMPPMYvrUlasUoJn+ckp3/c1zBWii6Ez8BojXjTai5KLfzMe4GWUu2mbEmjKOfs71b5Ocn/8NU9bWrQwBAgQIECBAgAABAgQIECAw+gJ2SIAAAQIECBAgQIAAAQIECAyLwOkXnxmWHXpPAgQIECBAYGwEJicnq71OT09XOQkCBNZHYH5+fqXwzP79+6sX+O3f/u30Iz/yI1VeggCBARDwCgQIECBAgAABAusmEAc52x6ec324s7m29Esb94h+f8zt+nQ6ft+/xHQVV95yLH3pDoVnKhgJAgQIjKqAfREgQIDAUAlM719Mn4wCNMeWqvde3n19Wr7zr3oK0ETBmYj+3wSRixuUfPQjmuPoR64ZzVz0c65/o8T6mItWECBAgAABAgQIDIiA1yBAgAABAgQIECBAgAABAgRGX8AOCRAgQIDAaQooPnOacC4jQIAAAQIEBk9gYmKieqlRKz5TbVCCwBAJTE1Npbvvvrt64x/90R9Nv/Vbv1XlJQgQIECAAAECBAgQIDCuAmXfOefSTXFoMyLn+lBn5MvC0m+20e+P+Ts/nRbu+1y5rKe98mvH0nUKz/SYGBAgQIAAAQIECBAYNIGZbxSgOXSsU7/a9A1paddfPleAptPprPT7fxfEOArQRPtC0f+QWF9y0c+5/q2Sc50r12gJEEiJAQECBAgQIECAAAECBAgQIDD6AnZIgAABAgQIECBAgACBYRFQfGZY/lLecxAFvBMBAgQIDJiA4jMD9gfxOgQaAjfccEO67rrrGplu901velO68MILuwP/JECAAAECgyngrQgQIECAwMAI5Fwf3IxDnuUFS7+tjVw5VDq/61Np/t7VCs8cTdftmC231BIgQIAAAQIExkXAPgkMpcDMM4vpk1ceSgdbCtDkma+k5Tu7BWji90BE/CZoRslF24yCEbm2flsu1uZc/2bJuc6V67UECBAgQIAAAQIECBA4ywIeR4AAAQIECBAgQIAAAQIECIy+gB0SIHCaAorPnCacywgQIECAAIHBE5icnKxe6tChQ1VOggCBsytw3333pampqdaHnn/++enlL39561x7UpYAAQIECBAgQIAAAQKjLRAHNvt3GLmc6wObkS9rS7+tjVxErJ3d+Yk0f9+/RLeKK752LF23Y67KSxA4+wKeSIAAAQIECBAgcKoCe57ppE9ecSgdPLpUXzL9lbS86y9SKTjT6XRS/DYo4+jHRdH2R6xpm4tcM+K6Mo5+zvVvl5zrXLlGS4AAAQLjLGDvBAgQIECAAAECBAgQIECAwOgL2CEBAgQIECBAgMCwCCg+Myx/Ke9JgACBQRTwTgQGTGBiYiK97nWvq97q6NGjVU6CAIGzI3Dw4MG0efPmdOzYseqBf/zHf5y+//u/v8pLECBAgAABAgQIDJiA1yFA4KwK5Jx7ntd2eDNyEWVh6Ze2mY9cHBqNdnbHx9Px+/+1TPe0UXjm+h2zPTkDAgQIECBAgAABAgSGQ2DvgU761JUH2wvQzNyYlnb++UoBmvhdUArQlH75vbC0tLRSmCZ2HHOljX5EjCOa/RhHNHPRz7kuNpNz72+duE4QIECAAAECBAgQIECAAAECZ1nA4wgQIECAAAECBAgQIECAAIHRFzjNHSo+c5pwLiNAgAABAgQGT+CVr3xligI0/W82MzPTnzImQOAsCUxNTaWHH364etrP/uzPpl/6pV+q8hIECLywgBUECBAgQIAAAQKjKRAHNPt3Frmc60ObzXWxJsalLf0Yl4jc3M5PpOMP/Ft0q7ji5mNJ4ZmKRYIAAQLrKuDhBAgQIEDgxQrsOdBJn7z3yO//AAAQAElEQVTiUDpwZKm6NO+5qbUATSyM4jMR0Y/fENGPtkTJ948j34yYL+Po59z+WybmyjotAQIECBAgQGDcBeyfAAECBAgQIECAAAECBAgQGH0BOyRAgAABAsMioPjMsPylvCcBAgQIECBwSgJtxWemp6dP6drTWOQSAgROInDVVVelrVu3Vive8pa3pHPPPbfKSxAgQIAAAQIECBAgQGBABc7Ka+Wcn3tOHMaMyLk+rBn5srD0m230mxEHR+d2fDwt3P+v5bKe9vIoPLNztidnQIAAAQIECBAgQIDAcArsPbiYPnnlofTMkU61gShAs7zrz1P8RojfDJ1O57l+yfW3sS4ibhZtf0S+GTFfxtHPuf5Nk/Pzv33KWi2BARHwGgQIECBAgAABAgQIECBAgMDoC9ghAQIECBAgQIAAAQIECKwioPjMKjDSwyjgnQkQIECAQEqTk5MVg+IzFYkEgTUX2LFjR5qamqqek3NOF154YZWXIECAAAECpy5gJQECBAgQGA+BnOtDmnF4s+y+9EvbzEeuxNzOj6eFB/6tTPe0l20/mr6s8EyPiQEBAgQIECAwKALegwCB0xXYd3Axfeqqw60FaNLMTWl55/99ruhMFKCJ3w7xrOhHW8bRNqPMRS76Ec1+jCOauejnXP+26V8XY0GAAAECBAgQIECAwDgK2DMBAgQIECBAgAABAgQIECAw+gJ2SIDAsAgoPjMsfynvSYAAAQIECJySgOIzp8RkEYEzJ9Byp5mZmZXCM0tLS9Xseeedl77t276tyksQIECAAAECBAgQIEBgHAXiIGb/viOXc304M/Jlbek32+g3I36Tzd5xcTr+wBfKZT3tZTcfTTfsmuvJGRBYVcAEAQIECBAgQIDAUAnsO7CYPnXlobT/SKd+7z1fTcs7P9pTgKYUnonfESWavy9eqN//kFhfctHPuf6Nk3OdK9doCRAgQGCdBDyWAAECBAgQIECAAAECBAgQGH0BOyRAgAABAgQIECCwioDiM6vASBMgQGAYBbwzAQIpTUxMVAzT09NVToIAgbURiP8C8ebNm1Pb/7371V/91fSTP/mTa/NgdyVAgAABAgQIjJGArRIgMDoCOeeezcRvqpx7D2BGLqIsLP3SNvORi4Oi0c7vvCQdf/DSMt3TXrb9aLphp8IzPSgGBAgQIECAAAECBAZM4KW+zr6DnfTpKEBzuK0Azda0vOP5AjTxOyIifktEG88u/eY48hExFxH9iGY/xhHNXPRz7v2tE2ty7v1NFDlBgAABAgQIECBAgAABAgTGScBeCRAgQIAAAQIECBAgQIAAgdEXGJYdKj4zLH8p70mAAAECBAickkBb8ZmjR4+e0rUWESDw0gWmpqbS7bffXt3orW99a/qDP/iDKi9BYAQEbIEAAQIECBAgQIDAixaIg5f9F0Uu5/owZnNdrIlxs41+M2J+9o6L08ID7YVntmw/lm7YpfBMOAkCBAi8CAFLCRAgQIDAUApEAZpPrRSgWarff+/WtLTjIymKy8Rvik6nkyJiYeQioh8R/VizWsSamIu2Gc1c9HNu/80Tc83r9AkQIECAAAEC6yTgsQQIECBAgAABAgQIECBAgMDoC9ghAQIECBAgsIqA4jOrwEgTIECAAAECwyiQUhSfef3rX1+9/JEjR6qcBAECZ1Zg27Zt6corr6xu+prXvCZdeOGFVV6CAAECBAgQIECAAAECpycw/FflnJ/bRByyjMi5PoQZ+bKw9NvayEXEgdDZOz6Wjj+4SuGZbcfSV3bNlltqCRAgQIAAAQIECBAYA4GnDnXSJ688mJ5+tu3fbt67LS3vfL4ATfldEW2J+J1R+qWN+5R+tM1x9JtR5iMX/Zzr3z45P/8bKdYJAl0B/yRAgAABAgQIECBAgAABAgRGX8AOCRAgQIAAAQIECBAgQGBQBBSfGZS/xCi+hz0RIECAAIF1EHjFK16xUoCm/9HT09P9KWMCBM6gwKOPPpo2b97cesfzzz8/ve51r2udkyRAgACBERCwBQIECBAgQOAlC+RcH76MQ5nlxqVf2mY+ciXmVgrPbCzTPe2WbUfTV+5UeKYHxYAAAQIECBA4dQErCRAYaoEoPPPpqw+lpw526n3s2ZaW7viztNTppCg00/lGW/rxeyP60UbEDZpt9GM+8hExjrYZzVz0c65/A8X6mItWECBAgAABAgQIECCwTgIeS4AAAQIECBAgQIAAAQIECIy+gB0SIEBgFQHFZ1aBkSZAgAABAgSGV2DDhg3Vyys+U5FIjKjAemxrdnY2TU1NpWeeeaZ6/O/+7u+mH/7hH67yEgQIECBAgAABAgQIEBg3gf5DlDGOyLk+dBn54lP6zTb6zYiDnnN3/E06/tCmcllPu3ml8MxcT85guAW8PQECBAgQIECAAIEXKxCFZ1YK0ByqC9DkfTen5Z0fTktLnRS/NeI3RkQ8I8YRMW620W/Ox7gZMdeMmCvj6Odc/xbKuc6Va7QECBAYRwF7JkCAAAECBAgQIECAAAECBEZfwA4JECBAgAABAgQIDIqA4jOD8pfwHgQIjKKAPREgsE4CExMT1ZMVn6lIJAicMYEtW7ake++9t7rfj//4j6ff+I3fqPISBAgQIECAAIERE7AdAgQInJJAzrlal3N9sLIcwmwujlz/OHLl8GcUnll4sL3wzNS2o+nGOxWeafrpEyBAgAABAgQIEDgNgZG45OlDnfTpqw6lpw7WBWjS3pvT0h0fTsvLS6n81oi2xPLy8ko+xtEPkNKWfv848s3on8+5/k2Uc/3bqXkPfQIECBAgQIAAAQIECBAgsIYCbk2AAAECBAgQIECAAAECBAiMvoAdriKg+MwqMNIECBAgQIDA8Aq0FZ+ZmZkZ3g15cwIDLPDlL385XXfdddUbxv89vPDCC6u8BIG1F/AEAgQIECBAgAABAoMl0DxcWd4scjnXhywjH2uabX8/xs2Yu+Ov0/GHpuKyKqa2Hk03KTxTuUgQIDAKAvZAgAABAgQInK5AKUCzr6UATd4XBWj+LC11FlOn0+kpNlOKzpTfI/3jku9vT/aesTbn+rdRXBNz0QoCBAgQIEBgnAXsnQABAgQIECBAgAABAgQIEBh9ATskQIAAAQIEBkVA8ZlB+Ut4DwIECBAgMIoC67SnKHrR/+jp6en+lDEBAi9R4N57702bNm1qvUsUnvmmb/JzoxVHkgABAgQIECBAgMCoCdjPSQVyzs/Nx+HJiJzrw5WRLwujXyJy0S9t9CPioOfc7X+dFh48SeGZu+biMkGAAAECBAgQIECAAIEegacPd9KnrzqU9h1Y7MmvDPbenJZ3fDgtLy2uFJ8pvz+ijYg1S0tLKfrNiPxq45grUdY0xznXv5Fyfv63VFmrXWcBjydAgAABAgQIECBAgAABAgRGX8AOCRAgQIAAAQIECBAgQGBsBZwGHaM/va0SIECAAIFxEWgrPnPs2LFx2b59EjgrAgcOHEibN29Oc3P1QcY//dM/Td/zPd9zVt7DQwgQIECgFpAhQIAAAQIEBlsg5/pQZRy+LG9d+qVt5iNXYu72v0rHH95cpnvaTV89mm5SeKbHxIAAAQIECIyagP0QIEDgpQrsXylAczjtPdhSgGbf17oFaDonUqfTWSk0EwVnSsTvkuhH24x4p/5xMxf9ErGu2c+5/q0U8811MRYECBAgQIAAAQIExknAXgkQIECAAAECBAgQIECAAIHRF7BDAgQIDIqA4jOD8pfwHgQIECBAgMAZE5icnExvfOMbq/sdOnSoykkQWGOBkb391NRUeuSRR6r9/fzP/3z6hV/4hSovQYAAAQIECBAgQIAAgXERaDsYGbmInOvDlJEvNs1+5GJcohzsjPbYrX+Rjj+8JZZUsfGrR9JX764LhVYLJc6kgHsRIECAAAECBAgQGEqB/Uc66dNXHk57DnTq9993S1q648/S8lJdgKb8Tmlr40ar5WOuGbGujKOfc/2bKec6V67REiBA4CwLeBwBAgQIECBAgAABAgQIECAw+gJ2SIAAAQIECBAgQGBsBRSfGds/vY0TGEcBeyZAYFwEXvayl6WJiYlqu9PT01VOggCBFy9w1VVXpW3btlUXfud3fmd6z3veU+UlCBAgQIAAAQJnV8DTCBAgsL4COefWF8i5PjAZhyvL4tKPNqKZj4IzMY529ra/SCceuSyGVWz86tG09e75Ki9BgAABAgQIECBAYPQE7OhMCTxzpJM+c9WhtLetAM1Tt6alOz6clhaPp06nk+K3SkT8NmlG5JoR77baOOaaEevKOPo517+dcm7/nVWu0xIgQIAAAQIECBAgQIDAqArYFwECBAgQIECAAAECBAgQIDD6AnY4KAKKzwzKX8J7ECBAgAABAmdUYHJysrqf4jMViQSBFy1wxx13pI0bN1bXfdM3fVO68MILq7wEgYSAAAECBAgQIECAwBgJxEHJ/u1GLuf68GTky9rSb7bRLxHr4mDn3ErhmctjWEW38MxclZcgQIDAWRHwEAIECBAgQGCoBaIAzaevOpT2PNOp9pGfujWlnR9Jy53jKX6XlIjfK9FvttEvUW7UHDf7Zb6/jTU517+hYl3MRSsIECBAgACBdRLwWAIECBAgQIAAAQIECBAgQGD0BeyQAAECBAgQGFsBxWfG9k9v4wQIECAwjgLjtOeJiYlquzMzM1VOggCBUxeIAk5TU1OtF5x//vnpnHPOaZ2TJECAAAECBAgQIEDg7Ap42voJ5Jyfe3gciozIuT40GfmysPTb2uZBzrnb/zIdf2SVwjM3HU1b71Z4pphqCRAgQIAAAQIECBB48QIrBWiuPphm9i/WF3+jAM3SifnU6XRS/H4pv1eiH9E/jlx/xI1LLvol+nMxzrn+LZXz87+5yrXj3No7AQIECBAgQIAAAQIECBAgMPoCdkiAAAECBAgQIECAAAECBM6WgOIzZ0u6fo4MAQIECBAgsIYCbcVnonDGGj4yff7zn09/+Zd/mf73//7f6X/+z/+Z/sf/+B/pjjvuSP4PgVEQiP/C8ObNm1NbEadf+7VfS+94xztGYZv2QIAAgbUQcE8CBAgQIEBgDATiYGTbNnOuD0s215Z+Wxu/w+Ke0c7d9hfp+MOXxbCKS6PwzD0Kz1QwEgQIECBA4OwKeBoBAgRGQuDAkaX0masPpemWAjTL+25Nyzs+nJY7Cyl+p8TvmGgjoh/R7Mc4ImCiLRHjiP5x5JoR8znXv6liTcxFKwgQIECAAAECBAicZQGPI0CAAAECBAgQIECAAAECBEZfwA4JECAwtgKKz4ztn97GCRAgQIDAaAtMTk5WGzwTxWf+5V/+Jf3VX/3VSoGZ//W//tdKgZkoMhPxpS99Kd11111p7969K//b/t785jenH//xH6/eQ2I9BTz7dAWmpqZaiym97W1vS7//+79/urd1HQECBAgQIECAAAECBIZaoBx4zDk/t4/IReRcH5KMfFnY7EeujKONA5slg1dtNQAAEABJREFUN3fbn6fjj1wewyouvfFI2qbwTOWSkhQBAgQIECBAgAABAqcrcODo6gVo0tO3p6U7/ix1js++6AI08T7xe6cZkWtGmSu5GOdc/7bK+fnfYGWtlgCBcRSwZwIECBAgQIAAAQIECBAgQGD0BeyQAAECBAgQIECAAIGzJaD4zNmS9hwCBGoBGQIECKyhwMTERHX3ubm5KteW+H/Zu/NuOa7zvvfPo0giZTvKUrQUa7QVr0hxYolkpDj2koB4kLVkL4/xkocoShTSMrJW8gbynxMR8k1yRdDOtX3vTW5CANRkUbR0IEoiBkGcMHDGQBIgZoCYSAIEzjx298Wvi885u4Y+AA7O0F399dJz9t7Prqqu/TntBqoa9fAb3/iG/eVf/qX9yZ/8iRULzGzfvt3279/fLjATD4JVHUO51atXqyEQ6HmBXbt22YMPPlhax4/+6I/amjVrSnkSCCCAAAIIIIAAAggggEAvCCzGObpXP/DoXn44Ug9NFl9TuQjNqR/3G9SOPXm3TR37nqZKcf9jw7brwEQpTwIBBBBAAAEEEEAAAQQQuFGByyNNW//gkJ29OFM6lF941mzf3dacHr+uAjS63klDBy6OlVMor1ahvnv5Givm1BIIzCfAHAIIIIAAAggggAACCCCAAAII1F+AFSKAAAIIIIAAAggggAACCNy4AMVnbtyQIyytAEdHAAEEEEBgQQIqPvO2t72ttO+lS5faufvuu8/+4i/+orLAzA9+8APbt2+fnT9/vv0PJts7XOePN77xjbZq1arr3IvNEeg+gWPHjtm3v/3tyhP74z/+Y1MBmspJkggggAACCFyfAFsjgAACCCDQcwJ6ADI9aY0V7uWHIpWv2la5mFOrgjORG3/6z2zq+Pc1LMX9jw7b7hcoPFOCIYEAAggggAAC3S7A+SGAQA8JXBpt2D0PDtmZC9Pls371GWvtucua02Pt71PjekbXNOpHFMdxIM1H/1pabe9evtZyL+eu5XhsgwACCCCAAAIIIIAAAksqwMERQAABBBBAAAEEEEAAAQQQQKD+AqwQAQRqKEDxmRr+UlkSAggggAACCJi94Q1vMP0jxKLFf/yP/9H+3b/7d7Zt2zbbv3//DRWYKR47HavwzFve8pY0RR+BHhLITnV0dNQGBgbs8uXLWSL5+bu/+7v2j/7RP0oydBFAAAEEEEAAAQQQQACB/hJw99kFxz0I9/KDjzGnjdWPiHG0eihTfbVjT95tU8eqC89889ER232AwjOyIm5UgP0RQAABBBBAAAEEEJhf4LIK0GwZtjMXZsobXnjWms9+yZpTo6UCNLquUej6J1r1rxbpi8S2kdPYvXzN5T53bRbb0iKAAAIIpAL0EUAAAQQQQAABBBBAAAEEEECg/gKsEAEEEEAAAQQQQACBGxeg+MyNG3IEBBBAYGkFODoCCMwr8M1vftP+6q/+yv7kT/7E/v2///ftwjIqLqOoKpgx78EWcVLFZxbxcBwKgRUR2LRpkx08eLD02h/96EftU5/6VClPAgEEEEAAAQQQQOAGBNgVAQR6RkAPPFadrHv5Ich02+gXWz2IqdAx1Y4/dbdNHe9QeOaREXv8wLg2JRBAAAEEEEAAAQQQQKAXBXrwnAdHGnbP5kE7XVGAxi/utdaeu6wxNZIrQKPrHl3fqFWkfY3FUNUqp9B8VWjOvXztpW01p5ZAAAEEEEAAAQQQQAABBBBAYMUFOAEEEEAAAQQQQAABBBBAAAEEEKi/QA1XSPGZGv5SWRICCCCAAAJ1E7jvvvvaBWb+03/6T/Yf/sN/yBWY2bp1q+3du9fOnz9vjUajK5b+oQ99yN73vvd1xblwEggsVGD79u320EMPlXZ/xzveYWvWrCnlSSBQNwHWgwACCCCAAAIIIIBAUSAeZHT32SnlFO7lhx+Vjw3TvnIxVquI3OgTd9nU8Qc1LMV9jwzb4wcpPFOCIYEAAgjcgAC7IoAAAggggMC1CQyONjsWoLGLe832rrPG5PB1FaDRtZAiPYPiWHPKKdRXqO9evgZzn7tW03YEAggggAACCCAQArQIIIAAAggggAACCCCAAAIIIFB/AVaIAAIIIIAAAjcuQPGZGzfkCAgggAACCCCwCALf/OY32wVm/vN//s/FAjO2bdu2doGZc+fO2czMzCK82tIeYtWqVUv7AhwdgSUWeP75521gYKDyVSg8U8lCEgEEEEAAAQQQQAABBG5coOuP4F79IKN7+aFHPQxZXJByxWg2m+3N1I49eZfNnNzSHhd/3PfwsD1xcKKYZowAAggggAACCCCAAAIILJvAkArQPDhop1+t+L72ggrQ3G3NqZFcARpd60ToRIvXRDHWNuoXt9E4IuY1Vt+9fC0Wc2qJrhXgxBBAAAEEEEAAAQQQQAABBBBAoP4CrBABBBBAAAEEEEAAAQQQQKAHBSg+04O/tJU9ZV4dAQQQQACBhQvcf//9HQvMbN26tV1g5uzZsz1RYKaTwjvf+U77J//knxj/h0CvCly8eNE2bdpkExPlhxo/+9nP2k/8xE/06tI4bwQQQACB6xJgYwQQQAABBBAIAT3UGP1olVO4Zw87us8VplE+tlObjqOvVg9XxvzEU+ts6vhmDUvxjUeG7YkXy9dopQ1JIIAAAggggAAC1y3ADggggMD1CQyNNe2ezYP20ivT5R0v7rXWnrus9XoBGl3z6NonQmNFjNNWB9NYrSLta1wV2sY9uyZL593LuXSePgIIIIAAAggggAAC/SfAihFAAAEEEEAAAQQQQAABBBBAoP4CrBABBBC4cQGKz9y4IUdAAAEEEEAAgWsUePvb316LAjPzLXf16tXzTTOHwMIElnGvgYEBO3HiROkVf+EXfsF4f5dYSCCAAAIIIIAAAggggEAfCLjPFZbRcvWAo1r3uQcaIxet5hUap5Hm1NeDl2NP/J822anwzMPD9uRBCs/Iqi+CRSKAAAIIIIAAAggg0AMCWQGaITtVWYBmnzWf/ZK1poZN10K65onQWKGx2qqIOTHEvPoRxZzG7nPXZrGde/46LvK0CCCAQFcIcBIIIIAAAggggAACCCCAAAIIIFB/AVaIAAIIIIAAAggggEAPClB8pgd/aZwyAgisrACvjgACCxf4xV/8RfuVX/mVhR+gy/d84xvfaKtWrerys+T0EOgs8L3vfc8ef/zx0gbvf//77TOf+UwpTwIBBBBAAAEEEKizAGtDAAEEJKAHGdUWw738cGNxW40V2letQg9SKiI39sSXbOrEVg1L8Y2Hhu3JFyk8U4IhgQACCCCAAAIIIIDAIgpwqIUJDI83bf2WDgVoXtvfLkDTmBicLUAT10NqI3RtlPbjTJRL+xpHRD5tNedevkbTNppTSyCAAAIIIIAAAggggAACCPS3AKtHAAEEEEAAAQQQQAABBBBAAIH6C7DCGxeg+MyNG3IEBBBAAAEEELgOgd/7vd+z22677Tr26J1NV69ebTfffHPvnDBnikAi8PTTT9vAwECSyboqqrRmzZpswE8EVk6AV0YAAQQQQAABBBBAYFkF4gFFd599XeUU7uWHGpWf3fBKJx2rn8aV6fYDmKOP/zebPlldeOavHxqyJw9ReEZWBAII9JUAi0UAAQQQQACBHhIYHlMBmkE7+cpM+axfe85ae+6y5uRcARoVm4loNBrt6yJdKymnA6ivUF+56Gsc/bSNfsy7l6/V3Oeu6bQdgQACCCCAAAJdIcBJIIAAAggggAACCCCAAAIIIIBA/QVYIQIIIIAAAgj0oADFZ3rwl8YpI4AAAgggsLICN/7qd9xxh733ve+98QN12RFUfKbLTonTQeCaBE6fPl1ZeEY7/9Ef/ZG9/e1vV5dAAAEEEEAAAQQQQACBvhLo78W65x9QjIca3csPM8ZciMU4WuXVV0R/dPd/temT2zQsxdd/OGRPHZos5UkggAACCCCAAAIIIIAAAt0mMDzWsvWbL9vJl8sFaPzS89bas86aE1kBGl0TKaKwTPS1pshFq5zmIzS+Wmhb9/I1m/bTnFqiSoAcAggggAACCCCAAAIIIIAAAgjUX4AVIoAAAggggAACCCCAAAIIIHB1AYrPXN2ou7fg7BBAAAEEEOhBgZtuuslUgObmm2/uwbOvPuUPf/jD9p73vKd6kiwCXSwwMzNjmzZtspdffrl0lr/2a79mH/nIR0p5EggggAACKyDASyKAAAIIIIDAsghUPZAYOffsIUb3ucI0MRcnF2O1inhwUn1to3bs8f9q06d+oGEpvv7QsD19mMIzJRgSCCCAAAII9IsA60QAAQR6UGBkvGXrtwzayZeny2f/2nPW3PMla05cNl0fNRoN03VRGsprR7XKR6ucQrmIdBx9tRHazj27doucWvdyTnkCAQQQQAABBBBAAIEVEeBFEUAAAQQQQAABBBBAAAEEEECg/gKsEAEEEOhBAYrP9OAvjVNGAAEEEECgDgIq1KICNHVYi9awatUqNUSfCNRpmQMDA7Z3797Skn7mZ37Gfud3fqeUJ4EAAggggAACCCCAAAII1FnAfa6wjNapBxfVus89qBi5aDWviPF87eju/2JTJzsUnvnhsD19aEKHIrpEgNNAAAEEEEAAAQQQQACBaxMYGW/a+s1DduJ8uQCNX3rBWnvussbEpdnCMyowo0I0anUNpVavpH606is0VqgfoXFEMaex+9w1XGznnr/eizwtAggggAACCCCAAAIIIIAAAggggAACCNRfgBUigAACCCCAAAIIIIDA1QUoPnN1I7ZAAIHuFuDsEECghwVuvfVW+73f+70eXkF26u9617vstttuywb8RKCHBHbs2GFbtmwpnfHf/tt/29asWVPKk0AAAQQQQAABBFZQgJdGAAEEllxADyimLxJj9+yhRXefnY65SMRYbYTmoq9WhWemT21XuhRfU+GZwxSeKcGQQAABBBBAAAEEEOg3AdbbwwIjE03bsGXIjr9cLkBjl14w27vOmhOXTIVmdI0UEWO1Wr5aRcyrVV4RfbUK5apCc+7ZtVxxXnPFHGMEEEAAAQQQQAABBBBAAIFlFeDFEEAAAQQQQAABBBBAAAEEEECg/gKssAcFKD7Tg780ThkBBBBAAIE6CfzKr/yK/fIv/3JPL2nVqlU9ff6cfH8KHDlyxAYGBioXr8IzN998c+UcSQQyAX4igAACCCCAAAIIIFAfgXjw0L1cXMZ97mHF2C5t1VdIQ22nGNv9X6xj4Zntw/YMhWdESCCAQNcJcEIIIIAAAggggMD1CbQL0Dw4ZMfPVxSgee0Fa+25y5oTr7UL0KjAjELXUWmrV1SuGMorlHfPrt/UV06hvkJ9hfruc9d0yincs33VJxBAAAEEEEBAAgQCCCCAAAIIIIAAAggggAACCNRfgBUigAACCCCAAAJXF6D4zNWN2AIBBBBAAIHuFqjB2f3BH/yBffjDH+7Jlbz5zW+21atX9+S5c9L9KzA8PNwuPDM4OFhC+ECLs9gAABAASURBVPSnP20f/OAHS3kSCCCAAAIIIIAAAgggsMICvPySCbjnHzzUA4p6MffyQ4oxF622U1SNlVOM7v4/bOrUdm1Wiq9tH7JnjkyU8iQQQAABBBBAAAEEEEAAgV4VGJ1s2votQ3b8XEUBmksHrLVnnTXHswI0umaKwjPqKzTW2tVqXAzNRa7Y1zgNbedevrbTNppT23XBCSGAAAIIIIAAAggggAACCCCAQP0FWCECCCCAAAIIIIAAAggggAACXShA8ZlF/qVwOAQQQAABBBBYmMAdd9xh73znOxe28wru9fGPf9xuuummFTwDXhqB6xfYtGmTHTp0qLTjz/7sz9onP/nJUp4EAggggEBZgAwCCCCAAAII9L5A1YOGkXPPHk50nytME3PFlSuvqHowcnTXn9r0qR8Wd2mPv9ouPDPZ7vMDAQQQQAABBLpTgLNCAAEEEFiYwNhE09ZvHbRj56bKB2gXoLnLbPKSNRoNi+spXVMpYqwdNY5QXjlFVT9y0Wo7hcbu2TWe+sop3Oeu9zQmEEAAAQQQQAABBPpXgJUjgAACCCCAAAIIIIAAAggggED9BVghAggggMDVBSg+c3UjtkAAAQQQQACBZRD4kR/5EVMBmje96U3L8GqL9xKrV69evINxpIUKsN91CGzbts0eeeSR0h4q/vT5z3++lCeBAAIIIIAAAggggAACCNRVwD3/oGE8hOiePZSodUcuWuXSUF6hnNo0xnb/qU2/9JCmSvGV7UP27BEKz5Rg5k8wiwACCCCAAAIIIIAAAj0kMDbRsg1bhuzo2enyWV8+aM1nv2TN8Yum4jK6lopWfYXG2lF9tRqrr9BYrcI9f20Xc2ojOm0X87QIINBVApwMAggggAACCCCAAAIIIIAAAgjUX4AVIoAAAggggAACCCCAQBcKUHymC38pnBICvS3A2SOAAAILF/jJn/xJu/322xd+gGXe85ZbbrH3vOc9y/yqvBwCCxd47rnnbGBgoPIAa9asqcyTRAABBBBAAAEEqgXIIoAAAvUS0IOIWpF7VnjGvfzwoua1naKqn+bGdv2pTZ2qLjzz1R8M2x4Kz4iLQAABBBBAAAEEEOh6AU4QgRsTGJts2catg3b03HT5QJdftNaeu6wx9qo1Gg3TtZYKzETEOFodIPpqi2PlFMor0n6M3bNrPo3TKG6bztFHAAEEEEAAAQQQQAABBOovwAoRQAABBBBAAAEEEEAAAQQQQKD+AqwQgasLUHzm6kZsgQACCCCAAALLKPDRj37Ufvd3f3cZX3HhL7Vq1aqF78yeCCyzwKuvvtouPDM1NVV65c997nMUUiqp9FiC00UAAQQQQAABBBBAAIFrEqh6oDBy7nMPIUZObRrxImmu2B/ZudamXqouPPOVHwzbs0cn4jC0CCCAwPUJsDUCCCCAAAIIINCDAipAs2HzoB05Wy5A44OHzPaus9b4BVPRGV1fFVvltGy1CvVjG/UVyrtnRUTVV06hvkJ9hfruc9d+yincs33VJxBAAAEEEFhxAU4AAQQQQAABBBBAAAEEEEAAAQTqL8AKEUAAAQQQQACBLhSg+EwX/lI4JQQQQACB3hbg7G9c4FOf+pT983/+z2/8QEt4hHe/+9126623LuErcGgEFldgYGDATp06VTroL/3SL9nHPvaxUp4EAggggAACCCCAAAIIzC/AbG8KuOcfKNSDh1qJe/nhw5grtvGQY5pXXzGy406bOf2IDlmKL28bsj0Unim5kEAAAQQQQAABBBBAAIH6C4xPtWzDliE7WlGAxi4fstaerABNo9EwXVvFdVfaRl/zElMbURynec2loTn38jWgttGc2jToI4AAAggggAACCCCAAAIIIIBA/QVYIQIIIIAAAggggAACCCCAAAIImNW9+Ay/YwQQQAABBBDoUYF/9a/+lf3jf/yPu/bsV69e3bXnxokhUBR44IEH7Mknnyym7ad+6qfsD//wD0t5EggggEAPCnDKCCCAAAIIIIDAvAJVDxBGzj176NDdZ48Rc7OJKx33bLsr3fbDkNpm7uHHpo3s+ILNnHlU06W4d9uQ7T02WcqTQAABBBBAAIHrEmBjBBBAAIEeFpiYatqGrUN25MxUeRWDh6z57JesNX7BOhWgyV+DtSyux+JgmlfEWG2Mo1VOobF7do2nvnIK97nrQo0JBBBAAAEEEEAAgRUR4EURQAABBBBAAAEEEEAAAQQQQKD+AqwQAQQQQKALBSg+04W/FE4JAQQQQAABBDKB22+/3f7e3/t72aCLfr75zW+2j3/84110Rt12KpxPNwmo6Mx3vvOd0im96U1vsjVr1pTyJBBAAAEEEEAAAQQQQACBOgq45x8gjIcL3bOHDbXmyEWb5qKvuQjlFK1mw0Z33mkzZx7TsBRf3jZk+2pZeKa0VBIIIIAAAggggAACCCCAwLwC45NZAZrDlQVoDltr713WHHtl3gI0uiZrNpvt11E/jXbyyg/lrjTt/0U/2nbyyg+N3fPXilfS/A8BBEoCJBBAAAEEEEAAAQQQQAABBBBAoP4CrBABBBBAAAEEEEAAAQQQMKP4DO8CBOouwPoQQACBHhZ461vfanfccYe5e1etYvXq1XbTTTd11TlxMghUCbz00ku2adOmqin7/Oc/b29729sq50gigAACCCCAQA8KcMoIIIAAApUCepiwOBE597nCM8VtNI7toh9jtQo97NhU4ZldX7Tp0+XCM60rO967bcj2UnjmigT/QwABBBBAAAEEEFgUAQ6CQA0EJqZatmHrkB0+M11ezeXDZnvXWWu8ugBNdh3WtLgmU6tQXq0OWGw75SLvXn1tGMfRdgQCCCCAAAIIIIAAAgggsKwCvBgCCCCAAAIIIIAAAggggAACCNRfgBUi0IUCFJ/pwl8Kp4QAAggggAACcwJ//+///XYBmrnMyvdWrVq18ifBGSBwFYGpqSkbGBiwV155pbTlb/zGb9htt91WypNYPAGOhAACCCCAAAIIIIAAAt0h4J4vaBsPD7qXHy7UXBqxgshprL7adrSaNrZrrU2ffrQ9zP1omd27dcj2UXgmx8IAgboJsB4EEEAAAQQQQACBhQlMqgDNlkE7dLqiAM3gEWs++yVrjb1iUVQmWl2TReiVr9bXvLZTRF+tQjmF+u7la0T3/PWktiUQQAABBPpTgFUjgAACCCCAAAIIIIAAAggggED9BVghAggggAACCCCAgBnFZ3gXIIAAAgjUXYD11UDgn/2zf2a/9Vu/1RUrueWWW+zd7353V5wLJ4HAfAIqPLN///7SJh/+8IftN3/zN0t5EggggAACCCCAAAII9LgAp4/AVQX0QKE2cs8eKnR3DdsRc8W26gHH9jatho3uvNOmTz/W3j/9ofmN2wZt//HJNE0fAQQQQAABBBBAAAEEEEAgEZicbtnGrSpAM5Vks64PHbPWnrusOXreGo2G6TpL12fNZrNdkCbta06hPdVGaKzQWK0i7Wscobx7dq0YuWg1F31aBBBAAAEEEEAAAQQQQAABBBBYFgFeBAEEEEAAAQQQQAABBBBAAAEEVkBgmYvPrMAKeUkEEEAAAQQQqIXAr//6r9vHP/7xFV/L6tWrV/wcOAEEribw6KOP2rZt20qbvfWtb7U1a9aU8iQQQACBxRfgiAgggAACCCCAwMoJVD0YGDn37GFC96zVWcac+hHu+Xlto4cb1baaMza84ws2fWZHbD7bNlstu3frkO0/Xn54cnYjOggggAACCNRGgIUggAACCCBwYwLtAjRbhuzFlyquoYaOtgvQNEbOzRag0TVZs9lsF6OJfnGsvM5KbRrKKZRLW/UVyrtn14LqK6dwnytcqjGBAAIIIIAAAgj0nwArRgABBBBAAAEEEEAAAQQQQACB+guwQgQQQAABBMwoPsO7AAEEEEAAAQR6RuDf/Jt/Yx/84AdX7Hzf/e532y233LJir7/gF2bHvhI4dOiQDQwMVK5ZhWfe/OY3V86RRAABBBBAAAEEEEAAAQTqIuDuuaXEQ4Pu2UOEmoxctGlO/fThxdhGbbMxZaM777SZMzu1WS4aTbN7tw3b/hMVD03mtlyiAYdFAAEEEEAAAQQQQAABBHpQYHKmZRu3dipAc8x8393WHM0K0MS1mlqFrtMU0dfyYxx9tQrl1SqiH61yCo3d89eUyis0p5ZAYMUFOAEEEEAAAQQQQAABBBBAAAEEEKi/ACtEAAEEEEAAAQQQQAABBFZAgOIzK4DOS/a3AKtHAAEEELgxgTvuuMP+7t/9uzd2kAXuvXr16gXuyW4ILI/A0NCQbdq0yYaHh0sv+Pu///v2gQ98oJQngQACCCCAAAJLI8BREUAAAQSWX6DqQcDIuc8VnokzizmN074eWoxc5JVrNaZtbNdam64oPNNsF54ZsueOT2pXAgEEEEAAAQQQQKBPBFgmAggsjsDUTMs2bBu0gy9VFPMcOma2d501R85a+9qs1TJdq0VELlrldVbpOHLRaj760Sqn0Ng9u4ZUXzmFe3VRGs0RCCCAAAIIIIAAAgggUG8BVocAAggggAACCCCAAAIIIIAAAvUXYIUIIGBG8RneBQgggAACCCDQUwJve9vbTAVolvuk3/zmN9uqVauW+2V5PQSuS2BgYMAOHz5c2ufnf/7n7ROf+EQp30cJlooAAggggAACCCCAAAJ9IODuuVXGQ4Lu2UOD6WTMKVfVV04xO9+cfr3wzC6lctFomG3cOmTPn6DwTA6GAQLLL8ArIoAAAggggAACCPSwwPS0rq0G7UBlAZrj7QI0rdFz1rhyEabrNRWXUagfkY5FoXy0aV85RVUu8u75a0zlCQQQQACBrhDgJBBAAAEEEEAAAQQQQAABBBBAoP4CrBABBBBAAAEEEEBgBQQoPrMC6LwkAggg0N8CrB6BGxf4wAc+YJ/73Odu/EDXcYTVq1ebCtBcxy5sisCyCmzZssUee+yx0mu++93vtttvv72UJ4EAAggggAACCCCAwNIKcHQEVlYgHiB0v/bCM+lDirG/cs2ZSRve8QWbPlsuPDPTaNnGbYP2/EkKz6zsb5xXRwABBBBAAAEEEEAAgZURWNxXnZ4xu3frkB08VXGNNXzCWnvustbIWWtfqzWbpVbXcjGnvkJjtRE6Y/XVKqIfrXIKjd3L15Qxp5ZAAAEEEEAAAQQQQAABBBBAoD8EWCUCCCCAAAIIIIAAAggggAACCNRfwIziM/3wW2aNCCCAAAII1FDgYx/7mP3Gb/zGsq1MxWeW7cV4IQSuU2Dfvn22adOmyr3WrFlTmSeJAAJ9JsByEUAAAQQQQACBmgroYcDi0iLnnj0k6O6zm8ScElV95RQx32pM2ujOO61x7nGlcjHdaNmXtw7ZCyencnkGCCCAAAIIrJgAL4wAAggggEANBKZnWrZx67AdOFVxrTV8wpp77rKZoZfahWd0/abiMgr1i1HkiHnl1VeriH60yik0ds+uLdVXTuE+d52pMYFqYfv0AAAQAElEQVQAAggggAACCCyrAC+GAAIIIIAAAggggAACCCCAAAL1F2CFCCCAAAIIrIAAxWdWAJ2XRAABBBBAAIHFEfjN3/xN+7mf+7nFOdg8R7n11lvtXe961zxbXN8UWyOwmAIvv/yyDQwM2PT0dOmwt99+O+/dkgoJBBBAAAEEEEAAAQQQqJOAe/6Bv3gY0D17OFBrjVy0aS76motQTg8uNqfH24VnZioKz8yo8My2IXu+6mFIHcDMaBBAAAEEEEAAAQQQQAABBBYmoGKfG1Xss+Kay0dOmu1dZ83h0xbXce1ruGazXZBGfeXVKop9jRU6s2jTfpqLvHv+2lN5RXFb5Yj+E2DFCCCAAAIIIIAAAggggAACCCBQfwFWiAACCCCAAAIIIIAAAgj0gwDFZ/rht8wa5xNgDgEEEECgxwXuuOMO+wf/4B8s6SpWrVq1pMfn4AjciIAKz5w+fbp0iF/+5V+2n//5ny/lSSCAAAIIINCnAiwbAQQQQKBmAlUP+EXOfa7wTCw75jQu9mMcrR5ObM6M29iutTZz7gntkovpmZZt3DpsL5ycyuUZIIAAAggggAACCKy4ACeAAAI1ElDRz3u3DNnzFddePnLKWnvvssbQlbbVyhWh0bWdruvURohF/WjVV8RYraIqF3n37FoztlHevboojeYIBBBAAAEEEEAAAQQQWDIBDowAAggggAACCCCAAAIIIIAAAvUXYIUIILACAhSfWQF0XhIBBBBAAAEEFlfg3/7bf2t/5+/8ncU96OtHe+9732u33HLL6yMaBLpLYNOmTfb000+XTuoDH/iA/cEf/EEp3z0JzgQBBBBAAAEEEEAAAQQQuDEB9/wDfvHwn3v2MGB69JhTrtiPsdrZmJmwsV1ftOnKwjNm924btgOnJnU4AgEE5hVgEgEEEEAAAQQQQACBGxOYabbsy9uGOhSgecls793WGDxlKjaThq7vNI5WfZ2JWuXUV6uIvlpFVS7y7vlrUeUJBBBAAAEEEEAAAQQQQAABBBBAAAEEEECg/gKsEAEEEEAAAQQQQKAfBCg+0w+/ZdaIAAIIzCfAHAI1EHjHO95hd9xxx5Ks5OMf//iSHJeDInCjAo8//rh997vfLR3mpptusjVr1pTyJBBAAAEEEEAAAQT6XIDlI1ATgXgIMF1O5NzLhWeqtlMuHjjUvuorlG/NjNvozjttpqrwzLTZxq2DFJ4RFIEAAggggAACCCCAAALdKVDDs5pptOzebYP2/ImKIqAjp8z2rbPm8Eum67sIXeOpH22xr3EaYtNYrSL60Sqn0Ni9+tpTc9qGQAABBBBAAAEEEEAAAQQQQGDJBXgBBBBAAAEEEEAAAQQQQAABBBCov8AKrJDiMyuAzksigAACCCCAwOIL/PRP/7R99rOfXdQD33zzzbZ69epFPSYHQ2AxBE6ePGmbNm2qPNQf//Ef21vf+tbKOZIIINA9ApwJAggggAACCCCAwPUL6EE+d8/tqJwS7tnDf+7leW2j0HaK6KtVKKdoTY/ZyI4v2Mz5JzXMxdRMyzZuG7SDL03l8gwQQAABBBCYT4A5BBBAAAEEEFgcgUbD7N5tQx0K0LxktnedNYZOmorNpKFrPo3VRuiM1FerUF8RfbWKqlzk3bNr0NhGeff89ahyBAIIIIAAAgj0hwCrRAABBBBAAAEEEEAAAQQQQACB+guwQgQQQAABBPpBgOIz/fBbZo0IIIAAAgj0iYAKxfzqr/7q9a624/arVq2yN73pTR3nmUBgJQQmJiZsYGDALly4UHr53/qt37IPf/jDpTwJBBBAAAEEEEAAAQQQQKAOAu75B/niIT/37KE/96yNtWpeoXGr1VLTfhBRuQgl9SBic3rURnbeaTPnn1IqF5PTLdu4dYjCMzkVBggggAACCCCAAAIIIIDA8go0mlkBmueOT5ZfeOQla+25y5pDJy2u99Tqei9t077mFMpF6MDqq1VEP1rlFBq7569RlVdoTi2xYgK8MAIIIIAAAggggAACCCCAAAII1F+AFSKAAAIIIIAAAggggAACCCyBAMVnlgCVQ96IAPsigAACCCBwYwL/4l/8C/un//Sf3thBXt9bxWxe79Ig0DUCKjzz/PPPl87n1ltvtV//9V8v5UkggAACCCDQnQKcFQIIIIAAAtcuUPXgXuTc5wrORE5HVl8Rffe57SKntv2g4fSojc5TeOberUP24ktT2pxAAAEEEEAAAQQQuC4BNkYAAQQWV2C+AjQ+esZs7zprDp1oF6BpX++1WrNFSGOsa8W0rzNULiLGahXKp636CuXds2tN9ZVTuGdFadKc8gQCCCCAAAIIIIAAAvUVYGUIIIAAAggggAACCCCAAAIIIFB/AVaIAAL9IEDxmX74LbNGBBBAAAEE+kzg9ttvt/e///03tOrbbrvN3vnOd97QMdgZgcUWePjhh2379u2lw77tbW+zNWvWlPLXnGBDBBBAAAEEEEAAAQQQQKCLBdyzB/fiFOMBPvfsIb/IR6t5RYzdffZhQ+U0F2EzYza6c63NnH9aU7mYnGrZxq2D9uLpqVyeAQI9K8CJI4AAAggggAACCCBQA4Fmy+zebcO2/0TFtdroGWvtWWfNwasXoNF1oTiiEI36yimir1ZRlYu8e/6aVXmFe3VecwQCCCCwpAIcHAEEEEAAAQQQQAABBBBAAAEE6i/AChFAAAEEEEAAAQQQWAIBis8sASqHRAABBG5EgH0RQODGBd74xjfaHXfcYT/6oz+64IOtXr16wfuyIwJLIXDw4EEbGBioPLQKz+h9XzlJEgEEEEAAAQQQQKArBTgpBBC4ukA83JduGTl3t+in8+lDg5FXTn1tr76i3Z8ctpEdX7CZl8uFZyamWrZh66AdOj2tXQkEEEAAAQQQQAABBBBAYEEC7LQ0As1Wy+7dOmT7j3cqQHOXNQaPtwuRzl4DNpvt68gYt68LX8+pXwyduXJqFdGPVjmFxu7ZNar6ykUUx5GnRQABBBBAAAEEEEAAAQQQqJcAq0EAAQQQQAABBBBAAAEEEEAAgfoL9MMKKT7TD79l1ogAAggggEAfCvz4j/94uwDNQpb+3ve+1z70oQ8tZFf2QWBJBC5fvmybNm2y0dHR0vH/5b/8l/ZTP/VTpTwJBBC4LgE2RgABBBBAAAEEEOgyAT2g5+65s1JOCffsoT7109ADhOlY/dhHrUI5RXNq2EZ23mkzLz+jYS7GJ5u2cduQHT5D4ZkcDAMEEECg9wVYAQIIIIAAAgjUSEDXeBu3Ddr+45PlVY2dtdaeu6x5DQVodBxFek2psUIHjjbtp7nIu+evYZV3L+eUJxBAAAEEEEBgSQU4OAIIIIAAAggggAACCCCAAAII1F+AFSKAAAIIIIDAEghQfGYJUDkkAggggAACCNyIwOLtqwIyn/nMZ677gKtXr77ufdgBgaUUGBgYsKNHj5Ze4mMf+5j94i/+YilPAgEEEEAAAQQQQAABBBDofoH5z9A9/4BePNjnfu2FZ/TgoPaL0Csq15gYtLFda63xyrNK5WJ8qmn3bhu2w6encnkGCCCAAAIIIIAAAggggAACXSjQsivXcEO271i5AI2PnTPbu85aQ8dN14KKuD5UWxx3ymnVmlOriH60yik0dq++ZtWctunPYNUIIIAAAggggAACCCCAAAIIIFB/AVaIAAIIIIAAAggggAACCCBQBwGKz9Tht7iUa+DYCCCAAAII9LjAL/zCL9gnP/nJa17FzTffbKtWrbrm7dkQgaUWePDBB23nzp2ll3nPe95jn/vc50p5EggggAACCCxIgJ0QQAABBBDoEoGqB/Ii5179EJ8eGIzT17aKyKmv0Lxyzcms8MzMyxWFZyZbtnHrsB0+Q+EZeREIIIAAAgggUEMBloQAAgjUUKA1TwEaGztnrT13mSUFaNrXhs2m6VpRfbVpKCemNBdjtQrNpa36CuXds2tX9ZVTuGcFVtOc8gQCCCCAAAIIIIAAAksiwEERQAABBBBAAAEEEEAAAQQQQKD+AqwQAQQQWAIBis8sASqHRAABBBBAAIHuEvj0pz9tt9122zWd1OrVq+2Nb3zjNW3LRggslUAcd+/evbZp06YY5to1a9bkxgwQQAABBBBAAAEEEEAAgToIuGcP5MVa4sE89+zhvchHGw8Fahzbpm30tV1rathGd621mVf2aPNcjE22bMPWQTtC4ZmcC4OlFeDoCCCAAAIIIIAAAgggsHgC924bsr1HJ8sHHDtvzWfvsubgMdO1oULXihHFsfLK6UDqR8RYrfvcNarmlYvQ2D1/bRtz7tX5mKdFAIF6CrAqBBBAAAEEEEAAAQQQQAABBBCovwArRAABBBBAAAEEEECgDgIUn6nDb5E1IIDAUgpwbAQQqInAHXfcYe973/uuuppVq1ZddRs2QGA5BM6fP28DAwPWaDRKL/f5z3/e3vnOd5byJBBAAAEEEEAAAQQWLMCOCCCwwgJ6OK94CpFzn3uoL90mHgZMc7FPtJrTds3JQRvZ8QVrvLJXqVyMTbRs49ZBO3p2OpdngAACCCCAAAIIIIAAArUTYEE1F/jyD4Zs77GKAjTj5832rrPm5aOzBWja14rNZnusa8hiaF5caT4dRz9t1VdoH/fsWlZ95dKoyqXz9BFAAAEEEEAAAQQQQAABBG5IgJ0RQAABBBBAAAEEEEAAAQQQQKD+AqxwCQQoPrMEqBwSAQQQQAABBLpP4KabbrLbb7/dbr755o4nd9tttxkFPTryMLHMAps2bbIzZ86UXvWTn/yk/ezP/mwpTwKBegmwGgQQQAABBBBAAIF+EtBDd+6eW7JySrhnD+upn0Y8BJjmYh+1EdquNTloozvvtMarVYVnmraBwjMpI30EEEBgGQV4KQQQQAABBBBAYPEFvrytQwGasfPW2nuXNS8faRecaV8vtlqm60f1FeqnoVycYeQ1Vl+tIvrRKqfQ2D1/rau8wr06rzkCAQQQQACB+gmwIgQQQAABBBBAAAEEEEAAAQQQqL8AK0QAAQQQQACBOghQfKYOv0XWgAACCCCAwFIK1OjY73nPe+yOO+7ouKLVq1d3nGMCgeUUGBgYsKeffrr0kv/wH/5D+/SnP13Kk0AAAQQQQAABBBBAAAEEblhgBQ/gnn/oTg/o6XTcF1Z4Rvsq9JBgc+LS64Vn9imVi9GJpm3cOmTHzk3n8gwQQAABBBBAAAEEEEAAAQR6W0AFaPYcnSgtwsdfMdu7zpqXD5cK0OhatCp0bVnM68DKqXWfu3aNnPIKjd3n5pWL0Fz0l7XlxRBAAAEEEEAAAQQQQAABBBBAoP4CrBABBBBAAAEEEEAAAQQQQACBBQhQfGYBaCu5C6+NAAIIIIAAAjcmcOutt9rv//7vlw7yvve9zz70oQ+V8iQQWG6B3bt32/e+973Sy9588822Zs2aUp4EAggggEA9BVgVAggggAAC/SBQ9aBd5NyrH87TQ39ho20VyqlNQ7l2CxoczwAAEABJREFU4Zlda23m1XLhmZF24ZlhO0rhmeCkRQABBBBAAIEVEOAlEUAAAQSWTuArPxi2qgI0FgVoLh0yXUe2rx+bzdliNBorn4ZyOtM0l47d565htY3mIjR2z+bVj7x7Vog1zcUcLQIIIIAAAggggEC9BFgNAggggAACCCCAAAIIIIAAAgjUX4AVIoAAAnUQoPhMHX6LrAEBBBBAAAEErkvgE5/4hP3SL/1Sbp9Vq1blxgwQSASWrXvixAnbtGlT5eup8MyP/diPVc6RRAABBBBAAAEEEEAAAQR6UcA9e9Auzj0euHPPHspzz8/Hw37aPrYttprTds2J12xs11prvLpfqVyMjDdt45YhO3ZuKpdn0PcCACCAAAIIIIAAAggggEDNBNoFaI5Mllc1/qr5vj+zxqVDs0VndH05X+haUwdKt0nH7tm1bOTURmgf9/w1bsy5V+djnhYBBBZdgAMigAACCCCAAAIIIIAAAggggED9BVghAggggAACCCCAAAIILECA4jMLQGMXBBBYSQFeGwEEEFgcgT/8wz+0W265pX2wt7zlLbZ69ep2nx8IrJTA+Pi4DQwM2MWLF0un8Du/8zv2Mz/zM6U8CQQQQAABBBBAoL4CrAwBBOosoIfuiuuLnHv1w3rxkF+6X+yTttquOa7CM1+0mcrCMy3buHXIjp+fTg9FHwEEEEAAAQQQQAABBFZEgBdFYOkFvrJ9yJ6tKEDTGn/FbO86a7z24mwBGl1T6hozWvXTUF5nnObSsXv1NW1s457Na3/l0qjKpfP0EUAAAQQQQAABBBBAAIHeFeDMEUAAAQQQQAABBBBAAAEEEECg/gKssA4CFJ+pw2+RNSCAAAIIIIDAggTuuOMOe9e73tUuPPO3/tbfWtAx2AmBxRLYtGmTvfDCC6XDfeQjH7Ff+7VfK+VJILCsArwYAggggAACCCCAAAKLKODuuaPFA3bu2UN4uckrg3i470q3/T9tr9BAbYS2a4xftLFdaysLzwyPNW3D1kEKzwiOQAABBKoEyCGAAAIIIIAAAjUV+KoK0ByeLK9u/FXzfXdb81J1ARpdZ8Y1Z7TKxYEip3H03eeubZXTXITG7vlr4phzr87HPC0CCCCAAAKLJsCBEEAAAQQQQAABBBBAAAEEEECg/gKsEAEEEEAAAQQQWIAAxWcWgMYuCCCAAAIIrKQAr714Am95y1tMBWhWrVq1eAflSAgsQOChhx6y7du3l/Z8+9vfbmvWrCnlSSCAAAIIIIAAAggggED9Beq4Qj1kV1xX5NznHs6LbTSniHGxTefUb4xdsPHdX7SZC88VNzUVntm4bchOnJ8uzZFAAAEEEEAAAQQQQAABBBCov8BXfzhkzxypKEAzccFs7zprdShAo+tNhYTUKlSARm0a6bz73DWuttFchMbuc/ORV6s5tQQCCCCAAAIIIIAAAggggAACCNRLgNUggAACCCCAAAIIIIAAAggg0AsCFJ+5sd8SeyOAAAIIIIBAjwv8xE/8hP34j/94j6+C0+9lgQMHDtimTZvM3UuhwjPu3svL49wRQACBugiwDgQQQAABBBC4QQE9QOeev75RTod1Lz90F3OaV2isSB/wi7xyjbFXbWzXWpt5tVx4ZmisaRu2UnhGXgQCCCCAAAIIzCvAJAIIIIBAzQW+tl0FaCbKq5y4aK09d1nztQOma8wIbRh9tboujdBY8zFWm47d5651Y07zCo3ds3n1lVO456+blSMQQAABBBBAAAEEFl2AAyKAAAIIIIAAAggggAACCCCAQP0FWCECCCCAwAIEeqL4TPol+wLWyC4IIIAAAggggAACtRKoz2IuXbrULjwzNjZWWtRnPvMZe//731/Kk0AAAQQQQKAXBLiX0wu/Jc4RAQQQWF4B9/wDdPFnhXv2sF2ns9F2inQ+xnrQT/3m2Ks2uvNOa1x8Id2s3R8aa9rGrYN28uXp9pgfvSTAuSKAAAIIIIAAAggggAACiy/wte3D9szhigI0k69Za+/dV64t8wVodN2Zhs4oxrouTcfKp2P3uWvemNO8QmP3/LWy8gQC/SfAihFAAAEEEEAAAQQQQAABBBBAoP4CrBABBBBAAAEEEEAAAQR6QaAnis+4V3/Rri/hiZZhgMGKvgda+OPPe4D3AO8B3gO8Bxb6HhgYGLBjx46V/j63atUqW716dSm/0NdhP96jvAd4D/Ae4D2wlO+Bqhtg7p3v5VRtT64HBDhFBBBAYIEC+jOouGvk3Ocewku30cN72iZCc9FXm45nRl+xkZ1r2w8HKp/G0GjTNmxR4ZmZNE0fAQQQQAABBBBAAAEEOgmQR6BPBL72w2F7uqIAjU++ZrZ3nTVfmytA02g02t/ZxbWqWjHp+lRRHCuXzrvPXfvGnOYVGrtn8+orl0ZVLp2njwACCCCAAAIIIIAAAggsSICdEEAAAQQQQAABBBBAAAEEEECg/gKsEIEFCHRN8Znr/bJc27u7uRPuGLhj4I6BOwbuGLhj4I6BOwbuGLh3t8GWLVts9+7dpb/P/uRP/qR99rOfLeXdu3s97pyf+/IZuPNa7hi4Y+COgfvKGuhelO7RqL2WcM8epLiWbdkGAQQQQKAeAu6eW0j8ueGe/ZngXj2vnWLbqlYP9zVGX7HRnXe2HwrU9mkMjjZt/ZYhO/XKTJqmjwACCPSUACeLAAIIIIAAAgggsHQCX1cBmkMTpRfwqUtZAZqLL5iuPXVNGm2xEI3mFJrXgdSPSMfu2TVw5NRGaHv3/LVxzLlX52OeFgEEEECgHgKsAgEEEEAAAQQQQAABBBBAAAEE6i/AChFAAAEEEEAAgV4QWLHiM/riPA33/Jfl6VyxL1j37Ev54hzjVvu/toMDDrwHeA/wHli29wCfuy2s+f833gPX+x549tlnbWBgQH+tzYW72+c//3k+V/hc4T3Ae4D3AO+BnnkPuHu7YJr+QJvvz0PNR7jn7+lEnhYBBBDocgFO7zoF9OdCcZfIuWd/Fmg+ctFPx8pFRF6tojH6so3tWmvN1w7GJrPt5ZGGbdw6ZC+9Oj2bo4MAAggggAACCCCAAAIIIIBAUeDrDw3b0/kCNNkmk5fM9q2z5sXn2/dqVVxGhWc0qb6uS6tC8wrNabvoa+xefS3snuXds1bbaj8CAQQQQAABBBBAAAEEEEAAAQSWTIADI4AAAggggAACCCCAAAIIIIBAhcCKFJ/Rl+Tu2cNJ7lmbnpvm03H03b3d1byiPcj9YIAAAggggAACCCCAQHcLnD171jZt2tT+LyUWz1SFZ97xjncU04wRQAABBEoCJLpFQPdnInRO7tm9G/XT0Dbp2N3bRWvcPU3TRwABBBCoiYA+993zn/HKaXnu2cN07uX52EZtMbSvcnp4b2bkvI3v/qI1qgrPjGaFZ069Mq1dCAQQQAABBBDoaQFOHgEEEEAAgaUXUAGapw5Nll9o8rL5vrutcfG5dgGauCaNVten6kdorIixDqh+tOq7Z9fEkSu27tm1srbVHIEAAggggAACCPSHAKtEAAEEEEAAAQQQQAABBBBAAIH6C7BCBBBAAIFeEFiR4jPu2RflVUD68tzd2w8gFedjriqvuWKeMQIIIIAAAggggMAyCPAS1yygf3D6wAMP2Pnz59t/33XP/t7r7vapT33KPvKRj1zzsdgQAQQQQACBlRLQPRhF1etX5d2zP++q5uIY883FNrQIIIAAAr0j4O65k43PeffyQ3baUPMK9YsReV1Pqd8YPW9ju9bazMWDxU3t8kjTNmwZspdenSnNkVgEAQ6BAAIIIIAAAggggAACCNRU4K8fGrKqAjStycvW2rPOGheyAjS6Nm00Gu3/yISuUTuFmNK5dOxefW0c27hn19TaX7mI4jjytAgsugAHRAABBBBAAAEEEEAAAQQQQACB+guwQgQQQAABBBBAAAEEEECgQmBZi89UfQmuXBru2RfsylWc7+x/SabTXJrXMYjWrBkW/WHB75nfM+8B3gO8B3gP8B7o3vfApk2bbM+ePelfWdv9n/7pn7bf/u3f5u9tre793fH/V/xueA/wHujX90D7D6rkhxw0dM8egFBfEXn1i6E5hfvcPR+NFbGte3a8NBdztNUCZBFAAIFuFKj6HI+ce/bnQPG8Na+IvPoKPdCnVnn11c4Mn2sXnmm89qKGubjULjwzaKcpPJNzYYAAAggggAACCCDQ2wKcPQIILJ/AXz80ZE8emii9oE8Nmu1VAZr9s9/l6TpV16zRqh+hnEIHSnPp2L36Gjm2cS/fL3Uv57Q9gQACCCCAAAIIIIAAAr0vwAoQQAABBBBAAAEEEEAAAQQQQKD+AqwQgV4QWNbiM+7Zl+ABoy/Y1Xd3c88icspHKKeIcbTKKYpj5RTKq60KzREIIIAAAggggAACCCyXwO7du23r1q2zf+91z/7++2M/9mP2R3/0R8t1GrzO0ghwVAQQQKCnBarum3TKxULT+chFG3MxjlZ59+zPP3ePdK51r87nNmKAAAIIINC1Au75z3F99utk3bOH6tzL87GNWoW2TyMe2GuMROGZQ+l0u39puGkbtg7a6Qsz7TE/EEAAgSUS4LAIIIAAAggggAACNRf4xkPD9tSL5QI09noBmuaF/abrVF2/qo3QuCrEpXyxTXPqK7RNhMbu2TW0+pFX657l1ScQQAABBJZEgIMigAACCCCAAAIIIIAAAggggED9BVghAggggAACCCCAQIXAshSfKX4JrvOInHv2j841VmiuKtzz28W2ahWxj/oKjaNVvxiaU8Q/AqBttv9xBA448B7gPdD77wF+h/wOeQ/wHui+98CxY8fsgQceKP6VtD2+/fbb7eabb+bvYs3u+73x/0v8TngP8B6o+3tA90UU7T+QOvyIebUR2rTYL+Y0Vmg7tREaR7jP3euJ+Wi1TfRpEUAAgWoBst0kUPW5HTn37PNe5xu56Kdj5RT68zfy6is3M3zWxnattcalcuGZ14Yb7cIzZ16l8IysCAQQQAABBBBAAAEEEECgXgLLv5q/fnjYnqwsQDNkrT13WfPCvsrv9XQtm4auaTWOFaivnMbqq3Wfu2bWOMI9y7tnhWZi+5hXW5VTnkAAAQQQQAABBBBAAAEEEECg9wQ4YwQQQAABBBBAAAEEEEAAAQQQ6AaBpS0+c2WF+qLbPfsi/Mqw/T/l1HHPvihXvypiO81FX617tl/0Y15j9RX6sl7jYmguQnPRp0UAAQQQQAABBBBAYCkExsbG7Lvf/a4NDg6au+fit3/7t+2DH/zgUrwsx0QAAQSWV4BX60kB3RdRpCevcTF0jyW2iTmN3efuz2isObUR6Tjtp/Pu3h4W592zfHuSHwgggAACXS2gz3D3/Oe2cjpp9+zPCvfyfGyjNg3tp9CfP8o3RrLCMzOvVRee2bh1yM5coPCMzAgEEEAAAQSWXIAXQAABBBBAoE8EvvHwsD1xcKK82ulha+1dN1uARtetcf0arXIRyilirM6Hrf8AABAASURBVAOqH6367tm1s/qKmIvWPbumjjnlFe5ZXn0CAQQQQAABBBBYVAEOhgACCCCAAAIIIIAAAggggAAC9RdghQgggAACCFQILHnxGff8F93xRbh79sV5xTmZtlFoTm0akVOrqPqCPrbXfDG0fYS2K84zRgABBBBAAAEEel2A8+8uge9///t25MgRe8Mb3pCLj370o/aJT3yiu06Ws0EAAQQQ6DsB3Ru52n0SbRPhnt3P0Vj7BZjG6hfbNFfsx9g9u3cU+yqvKI6VIxBAAAEEuktAn9Xu2ed4nJly6rtnf2aoH7noa+ye309zEfFnTHPkrI3uvNMalw7H1Gx7cbhhG7b0d+GZWQw6CCCAAAIIIIAAAggggAACiy5w3yPD9sSL5QI0Pj1itvfuXAGaRqNhupaN0HVvMeIEldd2GquvSPsxVs49u7Z2z66h0znNF8fKEfUTYEUIIIAAAggggAACCCCAAAIIIFB/AVaIAAIIIIAAAggggAACCHSDwJIVn6n6cjty7tkX40WAmI+8xooYq42x2oiqfOS0jb6wj9C401xsQ9vM/YMIPG7IA8smfvz/EO8B3gO8B3gP9O974OGHH7YdO3aYu+fiHe94h332s5/l7wn8PYH3AO8B3gO8B1b8PaD7JArdKyn+nUX5TqHt0zmNI5Sv6keu2Gp7d2+n1W93rvxwL+eupLv1f5wXAggg0HcC+sx2zz6rY/HKqe/e+TuA2EZthP4MSvs6xvTQS68XnjmiYS4uDjVsw+YhO3txJpdngAACCCCAAAIIIIDAEgtweAQQ6DOB+x6uLkBj08Nme9dZ45U97Xu8uqbVta1C/WIU82JUTq22Veuev8ZWLubUumfz6mtO4V7OKU8ggAACCCCAAAIIIIDADQmwMwIIIIAAAggggAACCCCAAAII1F+AFSKAQIXAkhWfcc++3I7XjC++3Tv/o3Ntq+0iNE5DeY3VRmgcX8ZHG3NVrbavypNrGQYY8B7gPcB7gPcA7wHeA7wHFu89cPDgQdu8eXOu6Iy7t8f/+l//a/7u1Vo86/L7lmNjwnuA9wDvgcV8D6T3UuLeS7RVr6PtFZpTG1HcJ/Jqta27q9v+M7Ldef2He5Z/fUiDAAIIINAlAu75z2d9luvU3Dt/BxDbaLu0754dK/6smB58ycZ2fdEal49q01xcHGrahq1Ddu41Cs/kYBgg0JcCLBoBBBBAAAEEEEAAgaUXaBegOThefqHpEXvD/j+z1oW9pQI0ur5V6NpXoZ1jrH6ai3Hk1Kbbal6hvHt2/ay+chHuWT7GtAgggEC9BFgNAggggAACCCCAAAIIIIAAAgjUX4AVIoAAAggggAACCHSDwKIXnyl+ua1FRs698z8613ZVoX0jNK8v1xWRU1/5dBx9tZpXG6GxQuNo1Sd4MI/3AO8B3gNL9B6guED74VneX7y/eA/013vgtddes61bt9r09LS94Q1vyMWnP/1pe9e73sVnA38+8B7gPcB7gPdAV70H0nskcZ8lctHG32c0jm2US/saRyivKI6Vqwpt5549JKF+cZuqXHEbxgggsIICvHTfCFR9HkfOvfN3ALGNoKKvNiL+fJkePGXju79ozYrCMxcGG7Zhy6Cdu0jhGTkSCCCAAAIIIIAAAggggMCyC/TpC973yIg9XlGApjU9Yq09d1njlWdLBWh0vatr3apWuaCMfrTu3v6PWcR8tO7ZNbe7t1OxfXvw+o+q3OtTNAgggAACCCCAAAIIIIAAAghcuwBbIoAAAggggAACCCCAAAIIIIBA/QUqVrjoxWfcsy+447XiS2337AvwyEcb81VjzSk0p1ZfyKsfoVxVaLuImNc4+mmrPNFs/wMIHHDgPcB7gPcA7wHeA7wHeA8szntgy5YtdubMmfY/DHX32fbnfu7n7KMf/Sh/92oujjPvVxx5D3R+D2CDzfW8B9L7JOprX7UK9XUfRq3GVZHOaduqbZRzd03PhnKK2cSVjsbu2XbqX0nN/s89y88m6CCAAAIILLuAPpvd85/HyulE3Dt/BxDbqC2G9o0/S2ZeLzzTqCg886oKz2wdtHOvUXhGZgQCCCCAAAISIBBAAAEEEEBg+QS++ciI7T4wUX7BmTGzfeusdWFv+ztAXffqOlehfoR2VF/56GusqMopHxHbR+ueXZtrXrkI9ywfY1oEEEAAAQQQqIcAq0AAAQQQQAABBBBAAAEEEEAAgfoLsEIEEEAAAQS6QWDRi8+ki4ovuN07/6Pz2F7bKiZObLeRvetnY3TfhnZf7dj+jaZQX6H++HP3mvoKjRXKRWismHj+y1bMxZj23lkbLLDgPcB7gPcA7wHeA4v+HuDP2St/X+un99XB7661H3v5Qfv4O8/l4lc/MGKf/KlB3g999n7op/c+a+XPD94Dvfse0H2T4u9POYXyVa1yEZNHHjDd01HoIQm1ut+jVqG+Qn2F+mkUcxq7Zw9JqJ9uSx8BBBBAYOUE9Jnsnn0+x1kop7575+8AtI179X6a058dOsbM0Ckb27XWGpePaZiLC4MN27hl0M6/1sjlu2zA6SCAAAIIIIAAAggggAACCNRc4P5HhysL0PjMuLX23GXNV5+dLUAT17y67o1QTkQaR19jRYyjVU5RHLtn1+Du2bV2cV77EEsqwMERQAABBBBAAAEEEEAAAQQQQKD+AqwQAQQQQAABBBBAAAEEEOhLgSUrPhNfbLtnX3gXdWNe+ehHO7Z/vSnGn9tgVTHx/EZLY/KFe61TTB34sinSeY2JzKX/HFg3v3PeA7wHeA/wHuA9wHtgad8D7xp71D7246dL8eEfOdD+eyn+S+uPL768B3gP8B5Y2HsgvW+ifjiqn4bux2isNiIelIj7OmqLUXX/R7kIbR99tRq738jDEzoKgQACCCCwWALp53IcUzn13Tt/BxDbqI3QnxvaL8bqT18+kRWeGTyuYS5eHWzY+i1Ddv4ShWdyMAwQQAABBBBAAAEEzAwEBBBAYPkF2gVoXpgov/DMmNneddZ85Zl2ARpd/0bENbBa5dJW/TR0YI2r2mLOvfM91DiG9iEQQAABBBBAAAEEEOhtAc4eAQQQQAABBBBAAAEEEEAAAQTqL8AKEUCgGwQWtfhM8Utr987/6DwWH/sU25inRQABBBBAAAEEEEAAgR4X4PQRQAABBGotoHs6emBCoX5VaE4I6ZzGaWhuvrHmitsoRyCAAAIILL2Ae/YwW7xSfB67d/4OQNu4Z/upH/u6Z7n4s2Fm8KSN7fqiNQdPxCaz7SuXG7Z+85C9fGlmNkcHAQS6WIBTQwABBBBAAAEEEECgTwTuf2zYdh+oKkAzbr7vbmu+8nS7AI2uh3X9WwzlRaV89DVWX7noq1WkeY0jlHfPrrPVj7xa9yyvPoEAAggsqgAHQwABBBBAAAEEEEAAAQQQQACB+guwQgQQQAABBBBAAIG+FFjU4jPuV//SOv2iO/ppG/2+/G2waAQQQGAZBHgJBBBAAAEEEEAAAQQQQGAxBXQvR6Fj6sEIRYyVi1A++mqrtlFe4V59j8m9Oq99CAQQyAswQmAxBKo+qyPnXi48o7kIvX6xr5z+PFCo32gXnllrzaGqwjMztmHLkL1ymcIzsiIQQAABBBBAAAEEEEAAgSoBcisncP+jw7brwHjpBFoz49bau84aLz81W4BG18e6FlarUF+hfoTGcTDl1I9Wfffydbh7lnPP7pum22sfRVVOeQIBBBBAAAEEEEAAAQQQQKB3BDhTBBBAAAEEEEAAAQQQQAABBBCov0A3rHBRis9c65fUVdtFLlr37MvwbsDhHBBAAAEEEEAAAQQQQAABBBBYBAEOgUDtBfRghCLu76iNsfoKIXRqNafQfITG7tX3ibSN5gkEEEAAgaUT0Gete/5zWDm9onv2cJv6nULbKjSvPxPUaqxQf2bwhI3svNMaV1qN03jlEoVnUg/6CCCAAAI9I8CJIoAAAggggECfCfzNoyO284VyARpvTJrvu9uarzzdLkCj6+IIXRcrNFYbIbroRxu5aJXXfhorNI7WPbuGj5zyCvcsrz6BAAIIIIAAAosiwEEQQAABBBBAAAEEEEAAAQQQQKD+AqwQAQQQQACBvhRYlOIzVXLu5X987j73ZXbxi+44RlV+17lJ+9axMQID3gO8B3gP8B7gPcB7YBHeA/ydgr9X8R7gPcB7gPcA7wHeA7wHFvoe2P7SRNzCmW11LydCDz5ERK6q1c7KRxt9dzd3V7odkW8P+IEAAgggsGwC+vx1n/s81gsrp9a9fO9fec0r1E9DOXeffdhOczOXj9vYrrXWHDqpYS5evjxj67cM2SuXG7n89Q/YAwEEEEAAAQQQQAABBBBAAIGlF/jWYyO2q6IAjTUmzfaus9brBWh0fazQ/VO1EcVxnHHMa6y+WoV7do2tfhraxj27llc/nVO/Kqd87wcrQAABBBBAAAEEEEAAAQQQQACB+guwQgQQQAABBBBAAAEEEEAAgeUQWJLiM1VfViuXhhaXjtWPL9M1V4x9F6aMqKEBv1fe17wHeA/wHuA9wHuA9wDvAd4DvAd4D/Ae4D3Ae6Bn3gPF+zUa655Oo9FoFxVQvyrsyobKX2lMrUL9YigfEXPu2QMTMaZFAAEEEFhaAX0Ou+c/e5XTq7p7+3Nc/QjNRSgXfbW655/m1J+5fKxdeKYxWC48c/5Sw9ZvHrJXByk8IysCAQQQQAABBBDoOQFOGAEEEOhTgb95bMR2Pj9eXv3rBWiaLz/Zvn+q6+QIXTcrYqxWY0Xa11gH7tRqLkLbuGfX9OpHXq17+ZpeeQIBBBBAAAEEEEAAgesWYAcEEEAAAQQQQAABBBBAAAEEEKi/ACtEAIG+FFiS4jOSLH6BrZzCvfoLbs0pOu2nOQIBBBBAAAEEEEAAAQRuXIAjIIAAAgggsJgCupej0AMRaShXFXrtYl65CHc3d49hu8iBtp9N0EEAAQQQWDIBfd66z30G64WUU+ve+SE1beOe7ae+to82/mxQbvqSCs980RpDpzTMxcuXGrZhy6BdoPBMzoUBAjciwL4IIIAAAggggAACCCCwfALf2jFiOyoK0LSiAM35J2YL0OiaOa6Xo5+2OmuN1SqiH61yiuLYPbt2d89fo2tbhXuWV59AAIH6CLASBBBAAAEEEEAAAQQQQAABBBCovwArRAABBBBAAAEEEEBgOQQWvfiMvtR2z39RrZwWE636Co0V+jJdrUJ5AgEEEOgjAZaKAAIIIIAAAggggAACCPS0gO7rROjeTqfQImNO/WJoTrliq5x79tCE+gQCPSrAaSPQ9QL6/HWvvrfvXv4c1vYRWlyx757to7zmpy8dtdGdd1YWnjn/WsPWU3hGTAQCCCCAAAIIIIAAAgj0tgBn3+cC394xYjufnygrNKettXedNV9+ol1su9FotFvdV9V1syL60eog0de8QrlObcy5Z9fj7tk1fmyv+YiqXMzRIoAAAggggAACCCCAAAJQERw2AAAQAElEQVQIXFWADRBAAAEEEEAAAQQQQAABBBBAoP4CfbnCRSk+4559WR2Cnb6gds++3I7t1Lpn+2qfCOUJBBBAAAEEEEAAAQQQQAABBJZGgKMigMBiCsT9HLXpwxDRj1bzVaFzUV5thMbu2T2jyNEigAACCCydQNXnrnLximk/ctG6Z5/XsU3xc1/bzVw6amO71lpr5LSGuTj32oxtoPBMzoQBAggggMBiCXAcBBBAAAEEEEBg+QW+tWPYdlQUoPHWjJkK0JyfK0Cja2iFrqkV0Y9WZ5/2tY1yaau+tlFeoXG07vlrduUV7llefQIBBBBAAIHeF2AFCCCAAAIIIIAAAggggAACCCBQfwFWiAACCCCAAALLIXBDxWfiy+qrnah79oV1bK9Wof3SVn2F8gQCCCCAAAII9IkAy0QAAQQQQAABBBDoeYH4L/Xqvo4edFCor9Di1CrUj6gaR849u5cU2xZb93KB4+I2jBFAAAEErk1An73u+c9d5bS3ez6vnOYU6ivUV0Q/2vizYObSERvdeac1h8uFZ85eVOGZIbsw1NBuBAIIIIAAAggggAACCCCAAAK1EPh2uwDNeHktzRnzfXdb8/zjpmvpuHaONs2pr9BB1KYRObUK9+r7pdrHPbu2V1/bplGVS+cX1GcnBBBAAAEEEEAAAQQQQAABBBCovwArRAABBBBAAAEEEEAAAQQQqKXADRWfcc++nJ5PRl9SR2i7qr5ymiNWXoAzQAABBBBAAAEEEEAAAQQQQACB+gss5gp1X0cPR6gAjVqNI4pj5eO13fMPRLi7uXt7Ot2unaj44Z5tWzFFCgEEEEDgGgX0eeue/zxVTru75z+nlYu56Gscoc/8NK9+4/LRrPDMyBkNc3HutazwzEUKz+RcGCCAAAIIIIAAAospwLEQQAABBFZO4Ns7Ruyx58oFaFrNabO966x5fne7AI3uq+raWtfVahXqK9RXaBXpOHJpq75C26ahnHt27a9+OudevvZP5+kjgAACCCCAAAII9IYAZ4kAAggggAACCCCAAAIIIIAAAvUXYIUIIIDAcgjcUPGZ4gnqC2r37MtqzWmsVuFe/WV1uk3a1z4EAggggAACCCCAAAJ9IMASEUAAAQQQ6GkB3c+J0AMQEWku+mo1r1ahhUcb/RirVUTevfrekuYJBBBAAIHrF9BnrPvc/XwdQTm17uXP3JjTfEQxl37Gz1w6bCM7vmDNkbOx+Wx79uKM3fPgkL023JjN0UGgDwRYIgIIIIAAAggggAACCPSZwMDOEXu0ogCNta5cD19jAZq41hZdeh2ufoTmIpSLfrTKuWf3ANSPvFr3LK8+gQACiyLAQRBAAAEEEEAAAQQQQAABBBBAoP4CrBABBBBAAAEEEEAAgVoKLGrxGQmlX1C7e+6/WO3u2iQX7tk/Yo8vytP9cxsyQAABBJZFgBdBAAEEEEAAAQQQQAABBBC4HgHd04nQfR2F9lcu+hqnoXxVaBv3uftH7nN9zREILJ4AR0KgvwX0Geye/4xVTiru2T179SNiTmP1I2IcrfLqNy4dsdGda601ek7DXJy5OGMbtgzapZFGLs8AAQQQQAABBBBAAAEEEFh8AY6IwMoLbNo5Yo/tHy+fSKtp1i5As8t0Pd1oNNpt3FdVLu1rrIOkOY0VMVdsNadwz6713bN7AbGd5iKqcjFHiwACCCCAAAIIIIAAAgh0twBnhwACCCCAAAIIIIAAAggggAAC9RdghcshsOjFZ+Kk9YV0RDGnccxFq5xCY7UEAggggAACCCCAAAIIIIBAnwiwTAQQ6GkB3cuJ0IMPEZGLVouMvlqNi6G8oph3zx6OKOYZI4AAAghcv4A+Z92zh81ib+Wq+sqlcxorIqdWoc9+tZqbuXTYxnattebIWQ1zcfrCtG3YPGivDTdzeQYIIIAAAn0iwDIRQAABBBBAAIE+FRjYNWKPzlOApnV+d7vwTKcCNLruVsS1t/pBqVyEctFXq7Ei+mrds3sC6msuwj3Lx5gWAQQQQACBBQuwIwIIIIAAAggggAACCCCAAAII1F+AFSKAAAIIIIBALQWWrPiMe+cvpNMvr9WPSL8Yr6U2i0IAAQQQQKAHBDhFBBBAAAEEEEAAAQSuR0D3dXRPR6F+p9B8HNe9upiMe3Y/ScfQtmojNCYQQAABBG5MQJ+p7tlnbRxJOfXdy/mY07xCY0Xa1zhi5rVDNrrzTmtUFJ45c2HGNmwZsksjFJ6RH4EAAggggAACCCCAAAIIINBfAptUgGbfeHnRrZa19txlzXM7ZwvQ6F6qIq63ox+tDqK+QttorFahfoTG0Y9WOffsHoD6kY+2KhdztAgggAACCCCAAAIIIIAAAggg0J0CnBUCCCCAAAIIIIAAAggggAACiyGwZMVn0pNLv5R2n/vyOvLuWU77RE59wiBAAAEEEEAAAQQQQAABBBBAAIH6C/T0CnUvRxEPOqifRuS1yOhrXuNoo6+xwn3uXpH7XF/bEQgggAACCxMofr7qKMqpda8uCqY5hbaLKI6VV65xKSs80xw5p2EuTl+YsfWbh+wyhWdyLgwQQAABBBBAoO8EWDACCCCAQJ8LbNo9Yo/sH6tQaJntXWfNszvaBWjiPmq0uvaOfrQ6iPIRGis0Tlttr3Ea2sY9u++qfjrnnuXTHH0EEEAAAQQQQACB6xJgYwQQQAABBBBAAAEEEEAAAQQQqL8AK0QAAQRqKbBoxWf0RbR75y+fNS/BaNVXaByhMYEAAggggAACCCCAwMoK8OoIIIAAAgggcD0Cuq8TDzBEX2P1FTqWWkXaL4415+7m3rkAgrtrMwIBBBBA4DoF9Jnrnv8MVU6Hcc9/7iqv0FwakVNbjJmLB210553WHD2f7tLutwvPbBmyy6ON9pgfCHSPAGeCAAIIIIAAAggggAACCCy/wHd2jXYoQHPlXPbdbc1zO0z3VxuNRq4Qja7FlU9b9a8W7vnr/iuv0v6f9nPP7hWo307yA4FaCrAoBBBAAAEEEEAAAQQQQAABBBCovwArRAABBBBAAAEEEEAAgcUQWJTiM/N9AV2c0zgiFqCx+mrdsy+1NSYQQAABgwABBBBAAAEEEEAAAQQQQKCrBXQ/R6EHHxTq64TVKqKftuq7l+8Bxfaa7xTaRtFpnnyPCnDaCCCwZAL6zHTPf+Yqpxd0r34ATXMKbRdRHCuv3HS78Mxaa46+rGEuTr86Y+s3D9rgCIVncjAMEEAAAQQQQAABBBDoVwHWjQACbYF2AZp9Y+1+6cfeu6159rF24Zn5CtDEdbn2j360ykVETvduI6fWPbsn4J7dM4jtNBdRlYs5WgQQQAABBBBAAAEEEECgowATCCCAAAIIIIAAAggggAACCCBQfwFWWEuBRSk+Ixn37Ito9avCfe4La/dsW31BrUi3L37Rnc7RRwABBBBAAAEEEEAAAQQQWHoBXgEBBBC4XgHdz9E9HoX2TceRi1bz6iuirzYi8hq7Z/eQ1CcQQAABBK5fQJ+p7vnPUuXiSNEvtpov5jQuxvSFAza++4vWHCsXnnnp1Wlbv2XQBkebOhyBAAIIINCFApwSAggggAACCCCAwMoJfGf3qD28b7zyBHz/n1vjzKOm+6wKXY9Hq75CY4X6CvV1MPXTiJx79m/3NFZoG/cs557dO1BOcxHuWT7GtAgggAACvSnAWSOAAAIIIIAAAggggAACCCCAQP0FWCECCCCAAAIIILAYAotWfKZ4MvFltPvcl9Du2RfWmnPP+tpP4wiNCQQQQAABBBCYFaCDAAIIIIAAAggggEBXC8Q9HbU60fQhB42Vj4hxtMq7Z/eO1Fdozj27bxRj5QgEEECg5gKLvjx9hrpnn7FxcOXUd8/nlYu5tB85tcVovHbQRnfeac3RcuGZU69M2/rNQxSeESaBAAIIIIAAAggggAACCCCAwJxArvfA7hF7eG/nAjSts49Zo9Foh+67FkPX6sqpVaR9vZByaUROrUJz0bpn9woip3xEVS7maBFAAAEEEEAAAQQQQAABBBBAoCRAAgEEEEAAAQQQQAABBBBAAIGeFFjU4jPFL5rTcfTd576ods/6vSPHmSKAAAIIIIAAAggggAACCCCAQP0FWOH1COiej0IPNijUj/2jr9a9+j6Q5hTuc/MaF48RY1oEEEAAgasL6HPUfe5zVXsop1aR9jWuithGbRradubiARvZ8QVrjb+qYS6i8MzQWDOXZ4AAAggggAACCHSfAGeEAAIIIIDAygs88PiIPdShAI3t/3NrnXvM0uvyTv1YScyn42Jf20QuWuXcs3sJ6kderXuWV59AAAEEEEAAAQR6T4AzRgABBBBAAAEEEEAAAQQQQACB+guwQgQQQACBxRBY1OIzcULxBbR7/ovnyBe3izEtAggggAACCCCAAAIlARIIIIAAAggg0HMCKkKjk9a9IIW7zz4goXxEzMXY3c3d20P3rG0PXv+h7V/v0iCAAAIIdBDQZ6V7/jM0cu5zeeUi0kOluein7fSF521s553WGr+Q7tbun3plxu7ZMmTD4xSeaYPw4/oE2BoBBBBAAAEEEEAAAQQQ6FOB77YL0IxVr37fn1vz7CPWaDRM910Vuk5Xq1Bfob5CfUX0dVCN04ic2jS0jXt270D9dE79qpzyBALXJcDGCCCAAAIIIIAAAggggAACCCBQfwFWiAACCCCAAAIIIIAAAj0psCTFZ9yzL6Eloi+dFeq7Zw8aqV8MbaMo5hkjgEB3CXA2CCCAAAIIIIAAAggggAACCKQCup+TRszp4Qb1Yy7tK6exe3avyD1rlVdoLo2qXDpPf/EFOCICCPSmgD4v3efuz2sVaU595RTu5e00r9C82jSUm7nwgo3uXGvNisIzJ1+esfWbL9vIGIVnZEUggAACCCCAAAIIINALApwjAgh0j8B3Hx+1h/Z2KkDz36155uF2ARpdq+vea7TR1zhCq1I/bdWPiDntGzm17tl9WvfsnkFspzmFezavPoEAAggggAACCCCAAAK9I8CZIoAAAggggAACCCCAAAIIIIBA/QVYIQKLIbAkxWd0Yu7Zl9Bpv/iFtOYiV2w1RyCAAAIIIIAAAggggAACCBgECCCAQNcLpPd11FcUT7r4IIO2UWg7te5z95KUUyivlkAAAQQQuLqAPjPd85+lkVOr0FHURmis0LjYKpfGzIXnbWzXWmtVFJ458fK0rd8yaMPjLR2GQAABBBBYmAB7IYAAAggggAACCPS5gArQ/LBDARp/7i9mC9DoXqtC1+1qFeoXo1M+tnPPF5NRXr8Cte7ZPQb1lYtwz/IxpkUAAQQQuG4BdkAAAQQQQAABBBBAAAEEEEAAgfoLsEIEEEAAAQQQQKAnBZas+Ezxi+eiTtV8Va64H2MEEEAAAQRWVoBXRwABBBBAAAEEEEAAgVRA93Mi0rz6yqutCnc3d5+dKm6rsbvntpndmA4CCCCw5AK99QLxmZmedVUunY++tlM/bdVPWv433QAAEABJREFUY/rV52x0553WrCo8c37aNmwespHxpg5DIIAAAggggAACCCCAAAIIINBDAt13qt97fNR+uGes8sRUgKZ15mFrNBqm6/YoLqNWoZwi7WscoYOq754VnVE/cmrT0Jy7t1PqtzvJj6pcMk0XAQQQQAABBBBAAAEEEEAAgS4S4FQQQAABBBBAAAEEEEAAAQQQQOBaBJas+IxevNOXzMq7Z19Ox3buc2PlrinYCAEEEEAAAQQQQAABBBBAAAEE6i/ACrtawH3uno7u+SiKJ9wpV8y7Z8dK8+q7Z/nicRkjgAACCFj7YTP3/OdkfHaqVcgpWvWLEXNqizH96n4b27XWmuMXi7vZifPTtn7LkI1MUHimhEMCAQQQQAABBK5fgD0QQAABBBBAoC3wvSc6F6Cx5/7Cmmcesigwk7bRL17ba6wDR6vtNFZELlrlIpRzz+45qB95te5ZXn0CAQQQQAABBBC4LgE2RgABBBBAAAEEEEAAAQQQQACB+guwQgQQQACBnhRY0uIzEnHv/EVz+qV02td+BAIIIIAAAggggEB3CnBWCCCAAAIIIIBAKhAPKhTv7ShfzMVYrXv5npHyOrZ7eU55AgEEEEAgL6DPTff8Z2annPbUnFqF+hHFceRnXi8805p4TZvk4vj5abtny5CNTlB4JgdTowFLQQABBBBAAAEEEEAAAQQQWDkBFaDZvme88gT8ub+05ukfXlcBmrhfq2t+HTRt077m0tCce3bvQf10Tv2qnPJE7whwpggggAACCCCAAAIIIIAAAgggUH8BVogAAggggAACCCCAAAIIXIvAkhef0RfMivRk3L3yv8aabkMfAQSuSYCNEEAAAQQQQAABBBBAAAEEEFhRAffsPk96Eum9IPUVMa+++9w+GsccbUcBJhBAAIGSgD4/3bOHv2IyzakfeffydpqLbdSmobnGhf02uvNOa01c0jAXKjyzYcugjVF4JufCAAEEEEAAAQQQQACBGxRgdwQQQCAn8P0nRmz7nrFcbnbw3F9a46UfWKPRaP87vCguo1aRXuenfe2vsVptp1ZRlVNeoTn37N6C+spFuM/d640cLQIIIIAAAggggAACCMwrwCQCCCCAAAIIIIAAAggggAACCNRfgBUi0JMCS158JlSKXzxHPtqrzcd2tAgggAACCCCAAAIIIIDAygrw6ggggAACqUDc01EboXn37GEE9SPcy7mYo0UAAQQQuHYBfd665z9TI6dWoaOpjdBYoXGxVS6N6Vf22ejOtdaavKxNc3H83LSt3zxooxOtXJ4BAgggUD8BVoQAAggggAACCCCAwMoLfP+J0Y4FaPz5/9tap39oKiKj6/q0jb7yaaR5rU5z0arvXl1MJuZiW7UR7vl7FJGnRQABBHpDgLNEAAEEEEAAAQQQQAABBBBAAIH6C7BCBBBAAAEEEEAAgWsRWLbiM3Ey+iI6+mnrnn1x3Wk+3ZY+AggggAACswJ0EEAAAQQQQAABBBBAYEUF3MsPFuj+jkInFm2xrzGBAAIIXLMAG84K6HPVPf/ZW5Wb3SHpaDsN01b9NGZe3Wdju9Zac+KSNs3FsXNTds/mQRubpPBMDoYBAggggAACCCCAAAIIIIDA4ghwlEoBFaD5wbNjlXP2/F9Z6/T26ypAE/cB4oAqSKN+mldfuTSUc8/uSaifzqlflVOeQAABBBBAAAEEEEAAAQQQQCAnwAABBBBAAAEEEEAAAQQQQAABBLpSYFGLz1zLCt2zIjNV27pnX05XzZFDAAEEEEAAAQQQQAABBBBAAIHuEOAsEEgF4oEC9+yej8bu2T2etB/7uGfbdRpHnhYBBBBAoCxQ9bkaObUK7RWt+hGRS1v1FdpG7fTLe2x0552VhWeOnp22ezYP2/gUhWfkRSCAAAIIINAPAqwRAQQQQAABBLpH4MEnR61TAZrWc39ljVPbFlSARvcDtMq0Tfuai3DP7u26z93/jTm17llefQIBBBBAAAEEekeAM0UAAQQQQAABBBBAAAEEEEAAgfoLsEIEEEAAAQSuRWDZi8+kJ6UvqiPSPH0EEEAAAQQQQACBaxZgQwQQQAABBBBAYMUF4v6Oe/Zwgcbubu5eOjfNlZIkEEAAAQSuKqDPT/f852qnnA6mObVpRE5tGvovnE+9/KyN7VprrcnBdJd2/+i5aVu/ZdAmpprtMT9WRIAXRQABBBBAAAEEEEAAAQQQ6HMBFaDZ9sxYpYK/8P9Y86XqAjRxD0DX/9FXm451UOWiTfvKKdKce3aPInKaj6jKxRztVQXYAAEEEEAAAQQQQAABBBBAAAEE6i/AChFAAAEEEEAAAQQQQACBrhRY0eIzEnH3ygeRNEcg0HsCnDECCCCAAAIIIIAAAggggAAC/SughwrcvQ2gfrtT8cN9bhtt556NKzbt0hSnhQACCCyvQNVnZeTUKuKM3MufqZpXaBu1aSg3df6ZrPDM1JCGuTh6dtrWb1bhmVYuzwABBBBAAAEEEEAAgfoLsEIEEECg+wQ2PzVqP+hQgMaeVwGarRZFZaJtNBrtnFaT3hOIvvIRyhX7aU5z7m7KuWf3INRXPsI9m48xLQIIIIAAAggggAAC3S3A2SGAAAIIIIAAAggggAACCCCAQP0FWCECCFyLwIoXn4mTLH4JHXlaBBBAAAEEEEAAAQQQQGBeASYRQAABBLpaIO75RNvVJ8vJIYAAAl0ooM9P9+xhrji9yKlNcxorqnLKp6FtNFbhmfHdf2o2NaxULlR45h4Kz+RMGCCAwAoK8NIIIIAAAggggAACCCDQFnjwqVHb9vRYu1/68fz/a42TW9rFZnTdHwVo1CrSnPoK5RXq63hq04icWoXmonXP7llETnmFOwVo5EAggMACBNgFAQQQQAABBBBAAAEEEEAAAQTqL8AKEUAAAQQQQAABBLpSoGuKz0in+CW0cgQCCCCAQG8JcLYIIIAAAggggAACCCCAgAR0n0ehPoEAAvUTYEXLI6DPUffsIa54xcipjVxVG/PRahv1I/RQ2fT5Z2xs11prTQ1pOhdHzkyZCs9MTrdyeQYIIIAAAggggAACCCCAAAL9I8BKu1dg89OjtvWZ0coT9AP/wxqnygVodE9A9wO0k/pVoTmF5qJN+8qloTn37N6F+umcOwVoUg/6CCCAAAIIIIAAAggggEC3CnBeCCCAAAIIIIAAAggggAACCCBQf4FrWWFXFZ+5lhNmGwQQQAABBBBAAAEEEEAAAQQQyAkwQKCrBOIBA/fsgQOdnHLuc2PlCAQQQACB+QWqPjsjpzb2Vl8RY7UxTlv1FTE//fIzrxeeGVYqF4fbhWeGjMIzORYGCCCAAAIIrLQAr48AAggggAACCOQEtjw11rkAzQv/w5qFAjQqPBOhewRVoXnl9UJpm/Y1l4bm3LP7v+qnc+5ZPs3RRwABBBBAAIF5BZhEAAEEEEAAAQQQQAABBBBAAIH6C7BCBBBAAAEEulKA4jNd+WvhpBBAAAEEEECgdwU4cwQQQAABBBBAoL8E9DCBQqt250ECORAIIIDAjQroc9U9/5kaObXXcvzYTm0aeohs+vzTNrrzTmtNj5QOdfj0lN2zZdCmZlqlORKpAH0EEEAAAQQQQAABBBBAAAEEVl5ABWi2PD1afSLtAjSbTfcCdG8g2rSf5pSPiANqrL5aRfTVpqE59+xehvrpnPpVOeW7PzhDBBBAAAEEEEAAAQQQQAABBBCovwArRAABBBBAAAEEEEAAAQQQkADFZ6RA1FeAlSGAAAIIIIAAAggggAACCCCAwJILuLvp4QHFkr9Y1QuQQwABBGokoM9S9+xhrVhW5NSmueinrbZRKKc2IsbT55+ysV1rzabLD6YdPjPdLjwzPa2tCQQQQAABBBBAAAEEukyA00EAAQQQqBTY+vSYKSonX/if1jqVL0ATBWfUap+4d1DVxny02ib6aiPcs3vE7tk9jdiuOB9jWgQQQAABBBBAAAEEOgowgQACCCCAAAIIIIAAAggggAAC9RdghQgg0JUCFJ/pyl8LJ4UAAggggAACCCCAQO8KcOYIIIAAAggggAACCCCwMAE9mOWePaQVR4ic2jSnfjGncVVoWz1QNnP+aRvf/afWqig8c+j0tN3z4KBNz2hrAgEEELi6AFsggAACCCCAAAIIIIBA9whseXrUtjw1VnlCrRf+pzVPPmi6N5CG7iFonLbqKyKvvg6atmlfc4o0557d24ic5hXuWYEa9QkEEOgdAc4UAQQQQAABBBBAAAEEEEAAAQTqL8AKEUAAAQQQQAABBBCQAMVnpEAggAAC9RVgZQgggAACCCCAAAIIIIAAAgggUH8BVlgDAT2Q5Z49nBXLiZzayM3XptupH6EHxqbPP2Vju9Zac2qkdIhDp6fsns2DNt1oleZIIIAAAggggAACCCCAAAIIdI0AJ4LAvAJbnxm1zR0K0NiB/88aJ75v6b0C3S/QWK0OrH5VaE6huWjTvnJpaM49u8ehfjrnTgGa1IM+AggggAACCCCAAAIIIFAhQAoBBBBAAAEEEEAAAQQQQAABBOov0JUrpPhMV/5aOCkEEEAAAQQQQAABBBBAAIHeFeDMEUAAAQQQQACB6xPQg1ju2UNZsWfk1Ka5dKy8xp0i5qfPPWmjO++05vSoUrl48aUpu+fBIZuh8EzOhQECCCCAAAJXF2ALBBBAAAEEEECg+wS2tQvQlK//daZ+8H9Z8+T3TcVm0tB9BY3TVv2ImNMxlIs27SuXhubcs3sd6qdz7lk+zdFHAAEEEECgewU4MwQQQAABBBBAAAEEEEAAAQQQqL8AK0QAAQQQQAABCVB8RgoEAggggAACCNRXgJUhgAACCCCAAAIIIIAAAggg0MUCegDLPf/QVeTUXsupazuFtlWrUF8Ph02fe6JdeMZmxpXKRbvwzJZBm2m2cvmeHHDSCCCAAAIIIIAAAggggAACCCDQFtj2zJhtfqq6AI0d+F/WOvl9070D3TeIiLEOoJzGxdCcQvlo075yaWjOPbvnoX46p35VTvl5g0kEEEAAAQQQQAABBBBAAAEEEKi/ACtEAAEEEEAAAQQQQAABBBBYEQGKz6wIe/++KCtHAAEEEEAAAQQQQAABBBBAAIH6C7BCBBBAAIFrE9BDVu7ZQ1ixR+TUprnoR6v5iGJOYz0oNnlmd1Z4pjGhVC4OvjRl92wetEYjl2aAAAIIIIAAAggggMA1C7AhAggggED3CsxXgKbVLkDzvY4FaOJ+Q6dWq9ZctGlfuTQ0557d+1A/nXP39jmkOfoIIIAAAggggAAC3SfAGSGAAAIIIIAAAggggAACCCCAQP0FWCECCCAgAYrPSIFAAAEEEEAAAQQQQKC+AqwMAQQQQAABBBBAAAEEulBAD1y5Zw9fxelFTm2aU79TTvk0tK0Kz0ydfdzGd/+pWWNSqVyo8Mx6FZ5p5tIMEECgtwU4ewQQQAABBBBAAAEEEEAgJ6ACNA8+OZrLxaB14LzchQUAABAASURBVH9b48R328VfdB8hIr3HoFynsY6juWjTvnJpaM49uweifjrn7u1zSHP0EUBgXgEmEUAAAQQQQAABBBBAAAEEEECg/gKsEAEEEEAAAQQQQACBFRGg+MyKsPOiCCDQvwKsHAEEEEAAAQQQQAABBBBAAAEE6i/AChGYX0APWrlnD13FlpFTW8zFOG2L28VYD4ZNn33cxnatNWtMpLu0+wdOTdo9Dw5Zg8IzbQ9+IIAAAggggAACCCCAAAILF2BPBLpf4AfPjtn3OxSg8YP3WLNDARrdX9Dq1OqeQxrKa1xsiznNR2jOPbsXon7k1bo7BWgEQSCAAAIIIIAAAggggECXCnBaCCCAAAIIIIAAAggggAACCCBQfwFWKAGKz0iBQAABBBBAAAEEEEAAAQQQqK8AK0MAAQQQQAABBLpIQA9YuWcPW8VpRU5tmlO/mNO4U+iBsOmzu18vPDOp3XPRLjyzZdiarVYuzwABBBBAAIFaCLAIBBBAAAEEEEAAgUqB7SpA88Ro5Zy1C9A80C7+ovsKEbr3oH7aqq+IvPo6aNqmfc2loTn37J6I+umce5ZPc/QRQAABBBCoFCCJAAIIIIAAAggggAACCCCAAAL1F2CFCCCAAAIIILAiAhSfWRF2XhQBBBBAAIH+FWDlCCCAAAIIIIAAAggggAACCPSzgHv+YSo9bOWe/y98K9fJSHMKzatVRH/qzK524ZlWo1x45oWTU/a/Nw9Zq7k8hWd0TgQCCCCAAAIIIIAAAggggAACCHSHwPY9Y/b9J0aqT+bgemse/47pHoMKy0RoHKFc9NXqQGoV0Y82zUVfcwqN3bN7I+orl0ZVLp2njwACCCCAAAIIIIAAAggggAACyy/AKyKAAAIIIIAAAggggAACCPSHAMVn+uP33GmV5BFAAAEEEEAAAQQQQAABBBBAoP4CrBABBBBAoAsEqh6eUs796oVntF0aWk461gNgU2d2vl54ZkrTuXjh1JSt3zxoRt2ZnAsDBBBAAAEEEECgZgIsBwEEEEAAgXkFtu8Zt+89MVq9zYsbrqsAje5F6EBxfyL60SqvviLtx9i9ugCNe5bXdgQCCCCAAAIIIIBApQBJBBBAAAEEEEAAAQQQQAABBBCovwArRAABBFZEgOIzK8LOiyKAAAIIIIAAAgj0rwArRwABBBBAAAEEEEAAgX4T0ENW7vmHpyKnNjzSfjGnOYXyahXRnz6z08Z3f9GsOa1ULl44OWX3PDhI3ZmcCgMElkOA10AAAQQQQAABBBBAAAEEuk/gh3vG5i1A0zi2yVRYJg3dg6gKbaMVxlz0o1VefUXaj7F7dq+kOBfzagkEul+AM0QAAQQQQAABBBBAAAEEEEAAgfoLsEIEEEAAAQQQQAABBPpDgOIz/fF7ZpUIINBJgDwCCCCAAAIIIIAAAggggAACCNRfgBUisIICeoDKPXuYKk4jcmrTXPSLbXG7GOshr6kzO21s1xet1SgXnnlehWc2DxYPxxgBBBBAAAEEEEAAAQQQqKcAq0IAgWsSmK8AjR/aaK0T3zHde9B9hwiNFVVjvajmFNGPNnIaF0Nz7tk9E/XTeXdvn0Oao48AAggggAACCCCAAAIItAX4gQACCCCAAAIIIIAAAggggAAC9RdghSsiQPGZFWHnRRFAAAEEEEAAAQQQQACB/hVg5QgggAACCCCAQL8I6MEp9+whqlhz5NSmuehHq/n5Qg97TZ3eYeO71lqrOR27zbbPnZi09RSemfWggwACCCCw/AK8IgIIIIAAAggggED3CrQL0Dw+Wn2CL2605rEB070Hhe5PRKt+MTSnA0U++tEqH321aWjOPbt3on46504BmtSDPgIIINCtApwXAggggAACCCCAAAIIIIAAAgjUX4AVIoAAAggggEB/CFB8pj9+z6wSAQQQQACBTgLkEUAAAQQQQAABBBBAAAEEEEBgiQTcs4en4vB6iMo9/+CUcjFfbDWnUF6tIvpTpx+z0Z13Wqs5o1Qunj8xaRu2DKU5+ggggAACCCCAAAIIIIAAAgggUH+B61rhD/eO2Xc7FaA5dK/ZiU3tAjSNRsN0T6LZbLbbYj/GenH1FdGPNs1FX3MKjd2zeyjqKxfhnr+PEnlaBBBAAAEEEEAAAQQQQAABBPpYgKUjgAACCCCAAAIIIIAAAgggsCQCFJ9ZEtaFHpT9EEAAAQQQQAABBBBAAAEEEECg/gKsEAEEEECg7gLFB6W0XuXc8w9MKae5NJRLQ3PpWA96TZ9+zMZ2rTW3pqZz8dzxSVtP4ZmcCQMEEEAAAQQQQGBlBHhVBBBAAAEEul/gob1j9sDu0coTbb14r7WODcxbgEb3KeK+hfo6UIyjH63y6ivSfozdOxeg0TYEAggggAACCCDQnQKcFQIIIIAAAggggAACCCCAAAII1F+AFSKAAAL9IUDxmf74PbNKBBBAAAEEEEAAgU4C5BFAAAEEEEAAAQQQQACBRRTQw1Pu2cNScdjIqU1z0Y825tUqlFeriP70mazwjLXKhWf2n5iyDVuHtCmBAAJFAcYIIIAAAggggAACCCCAAAKVAg/vG7PvPj5SOWeHv2zNY9+eLUCjAjMK3auoCs3pQDEX/WiVV1+R9mPsnt1TKc7FvFoCgXkFmEQAAQQQQAABBBBAAAEEEEAAgfoLsEIEEEAAAQQQQAABBBBYEgGKzywJKwdFAIGFCrAfAggggAACCCCAAAIIIIAAAgjUX4AVIlBXAT0Y5Z49JBVrjJzaNBf9aGM+WuXVj9DDW9OnH7PRnWutVVF45rnjU7Zxy6B2IxBAAAEEEEAAAQQQQACBrhDgJBBAoHcEHto7bg/sri5A44e/Yq3jWQEa3Z9otVrtYjRqFcop1Feor5Wrr4h+tJGLsdoIzbln91bUj7xad79yT6SlLoEAAggggAACCCCAAAJdJMCpIIAAAggggAACCCCAAAIIIIBA/QVYYX8IUHymP37PrBIBBBBAAAEEEEAAAQQQ6CRAHgEEEEAAAQQQQGARBPRAlHv2cFQcLnJq01z0o415tZ1i6qVHbHTnnWYVhWf2H5+0DVspPBOetAgggAAClQIkEUAAAQQQQAABBBCYV+DhfZ0L0Nihr1jz6N+0i840Go3ZtngfQ4VnlFOrF1NfEf1oIxdjtRGac8/usagfebXuFKCRA4EAAgjMI8AUAggggAACCCCAAAIIIIAAAgjUX4AVIoAAAggggAACSyJA8ZklYeWgCCCAAAIILFSA/RBAAAEEEEAAAQQQQAABBBBAoBcF3LOHouLc9XCUe/6BKOWy+fLPdE79NKZOPWxju9Ze2al1JfL/23ds0jZuHconGSGAAAIIIIAAAggggAACCCCAQBcI9N4pqADNd3aPVp64H/matY5lBWhUXEb3LtQqoq8d1Vcon46jH622UV+R9mPsnt1rKc655++3aHsCAQQQQAABBBBAAAEEEEAAgZUT4JURQAABBBBAAAEEEEAAAQQQqIcAxWfm+z0yhwACCCCAAAIIIIAAAggggAAC9RdghQgggAACCNyAQPEBKB1KOff8g1DKaS4N5a4Wk6cesrHdX0x3m+3vPTZp926j8MwsCB0EEEAAAQQQQGA+AeYQQAABBBBA4JoEHtk3Zpt2VRegscNfs+bRuQI0KjAToXsc6hdbvahyiuhHG7kYq42Yb849f98l9qFFAAEEEEAAAQQMAgQQQAABBBBAAAEEEEAAAQQQqL8AK0QAAQQQWBIBis8sCSsHRQABBBBAAAEEEFioAPshgAACCCCAAAIIIIAAAr0k4J79V7jjnPVglHv+ASjlYj7ayKlVKK82jalTD9n47j/VVCn2HZu0L1N4puRConcEOFMEEEAAAQQQQAABBBBAAIHuFXh0/5h9p0MBGj+iAjT3mwrNKOJeRvTVamVpPh1HP1ptp74i7WuscM/uvRTn3PP3X7Qt0X0CnBECCCCAAAIIIIAAAggggAACCNRfgBUigAACCCCAAAIIIIBAPQQoPlOP3yOrQGCpBDguAggggAACCCCAAAIIIIAAAgjUX4AVIoDAAgSKDzzpEMq55x98Uk5zaUROrUJzatNQ4ZmxDoVn9h6btHspPCM2AgEEEEAAAQQQQAABBK5dgC0RQACB6xJ4ZP+Ybdo1UrmPH/m6tY7OFaBRwRnd1yi2yimU14HUV0Q/2sjFWG3EfHPu+fswsQ8tAggggAACCCCAAAJ9LMDSEUAAAQQQQAABBBBAAAEEEECg/gKsEIElEaD4zJKwclAEEEAAAQQQQAABBBBAYKEC7IcAAggggAACCCDQ7QJ66Mndc6cZObUxkfaLOc0plFcbofHkyR9ap8Ize45O2JcpPCMmAgEEEOhxAU4fAQQQQAABBBBAAIHuF3h0/3jHAjR25OvWPHKfqbBMMXSfQ7liqxUrp4h+tJGrGivnnt2LSbeLfDGnPIEAAgh0hwBngQACCCCAAAIIIIAAAggggAAC9RdghQgggAACCCCAQD0EKD5Tj98jq0AAAQQQWCoBjosAAggggAACCCCAAAIIIIAAAvUXuM4VumcPO8VuesDJ3U1tmot+sS1up3HE5MntNv74/1HcpT1+9uiEfeUHw+0+PxBAAAEEEEAAAQQQQAABBBBA4DoF2HxBAipAM7BrpHJfP/oNayUFaOL+Rlp4Rjum+XQc/Wi1nfpVoTn37J6M+uk27vn7MukcfQQQQAABBBBAAAEEEEAAgT4TYLkIIIAAAggggAACCCCAAAIIILAggZ4qPrOgFbITAggggAACCCCAAAIIIIAAAgj0lAAniwACCCCAQLcKFB9s0nkq555/wEk5zaWh3HyhbadObrex3dWFZ/YcmbSvUnhGTAQCCCCAAAII1ESAZSCAAAIIIIBA7wg8tn/cBnZWF6Cxo9+w5usFaHTvQ4VnImKsNkJz0VcrhbSNfjGfjot9jd3z92eUIxBAAAEEEEBg5QU4AwQQQAABBBBAAAEEEEAAAQQQqL8AK0QAAQQQqIcAxWfq8XtkFQgggAACCCCAwFIJcFwEEEAAAQQQQAABBBBAAIHXBdyz/7r260PTw1Du+QeblIv5aCOnVqG82jSmTv7Axh7/L5oqxbNHJu0r24dKeRIILKIAh0IAAQQQQAABBBBAAAEEEEBgXoHHnutcgMZVgObwN6zRaFhaXCb60ab3QtK+XljjaKMfY/f8PRn3bJxup23d8/dplCNyAgwQQAABBBBAAAEEEEAAAQQQQKD+AqwQAQQQQAABBBBAAAEEEFiQAMVnFsTGTgislACviwACCCCAAAIIIIAAAggggAAC9RdghQgg0G0CxQeZdH7KuecfaFJOc2lETq1Cc2rTUOGZ0d3VhWeeOTJpX6XwjNgIBBBAAAEEEEAAAQRqJsByEEAAgd4TUAGab+8YqTxxP3aftY58Y7b4jArOROg+iPppq34aOqjG0UY/xlVtmlNf4Z6/X6McgQACCCCAAAIIIIDAygnwyghClVDHAAAQAElEQVQggAACCCCAAAIIIIAAAgggUH8BVohAPQQoPlOP3yOrQAABBBBAAAEEEEAAgaUS4LgIIIAAAggggAACfS2gB53cPWcQObUxkfbTnPIRykc/WhWeGXv8v2qqFM8cmbCvUXim5EICAQQQWBIBDooAAggggAACCCCAAALXJLDj+XH71o7h6m2PqgDNX1uj0bC496GiMwqN1WpH9RVpPx2nefUVMa9+hHt2z6Y4504BmjCiRQCBggBDBBBAAAEEEEAAAQQQQAABBBCovwArRAABBBBAAAEEEFiQAMVnFsTGTggggAACKyXA6yKAAAIIIIAAAggggAACCCCAQP0FumWFenDJPXuIKc4pcmrTXPSjTefTnPIRUye2WcfCM4dVeKbDg1xxQFoEEEAAAQQQQAABBBBAAAEEeliAU+9dgZ3PT9i3d4xUL+DoN611+Ou5AjS6F6LCM2lb7Gus0EGjLfY1TkPbuWf3btRP59wpQJN60EcAAQQQQAABBBBAAAEEVkqA10UAAQQQQAABBBBAAAEEEEAAgd4QuJHiM72xQs4SAQQQQAABBBBAAAEEEEAAAQRuRIB9EUAAAQQQ6EsBPbDknj28FACRU5vmoh9tcV7jNLTd5PEtNvbEf1O3FE8fnrCv/ZDCMyUYEggggAACCCCwlAIcGwEEEEAAAQQQuC6BHc+P27c6FaA5dr81D3/d0oIz6it0jyRa9RV6YbURxbHyyinUj4ixe3YPR3nlItwpQBMWtAgggAACCLwuQIMAAggggAACCCCAAAIIIIAAAvUXYIUIIIAAAggsSIDiMwtiYycEEEAAAQQQQGClBHhdBBBAAAEEEEAAAQQQQACB5RBwzx5aitfSw0vu+QeWlIv5aCOnVg9SKa9+hMYTxzbb+JNfUrcUTx+asK9TeKbk0n8JVowAAggggAACCCCAAAIIIIBA9wvsnKcAjasAzaGvzRag0b0R3StRRF+tQjmtVv2IGEervPoR7nP3bjTn7uaev3ejbd3LOeW7IzgLBBBAAAEEEEAAAQQQQAABBBCovwArRAABBBBAAAEEEEAAAQR6Q4DiM73xe+Isu1WA80IAAQQQQAABBBBAAAEEEEAAgfoLsEIEEOgrAT2sVFywcu75B5WUq9pOOc0p0n6MJ4492LnwzOFJ+/pDw9qNQAABBBBAAAEEEEAAgeUW4PUQQAABBBYk0C5A89hI9b7H7rfGi1/JFaDRPRIVm0nb6Osg6kfEOFrl1VdEP23Vd8/fw9G27uWc8gQCCCCAAAIIIIBAHwqwZAQQQAABBBBAAAEEEEAAAQQQqL8AK0QAgQUJUHxmQWzshAACCCCAAAIIIIAAAislwOsigAACCCCAAAIIILBUAvGAUnr8yKmNfNpPc8rPF5PHNtv4k3fFLrn2qUOT9vUfDuVyDBBAAIF+FmDtCCCAAAIIIIAAAggg0DsCO18Yt7/pUIDGj3/LWoe+OluARoVnInQfRX21irSvsUIKaRv9NK9+Gu7lYjPu5Vy6D30EEFgZAV4VAQQQQAABBBBAAAEEEEAAAQTqL8AKEUAAAQQQQAABBHpDgOIzvfF74iwRQACBbhXgvBBAAAEEEEAAAQQQQAABBBBAoP4CfbFCPbjk7rm1Rk5tTKT9qlw6r37E5PHNNvbkl2KXXPvkoQn764coPJNDYYAAAggggAACCCCAAAIIILDcArweAjcksEsFaB4drjxG69jfWOPFL1uj0bC4V6JCMwqNi61yaeigGkcbfY2LoTmFe7nYjHs5V9yfMQIIIIAAAggggAACCCBQcwGWhwACCCCAAAIIIIAAAggggAAC9RdY0AopPrMgNnZCAAEEEEAAAQQQQAABBBBAYKUEeF0EEEAAAQQQWGyBeCApPW7k1EY+7ac55SOUj360k8cetPEn79JUKZ58ccK+8VD1g1mljUkggAACCCCAQB8JsFQEEEAAAQQQQKD3BHYdmLD7H6u+z+HHv22tQ1/NFaDRvRMVnonQipWripiLVtuor1A/QuMI93KxGfdyLranRQABBBBAYPkFeEUEEEAAAQQQQAABBBBAAAEEEKi/ACtEAAEEEECgNwQoPtMbvyfOEgEEEEAAAQS6VYDzQgABBBBAAAEEEEAAAQQQ6HkBd8+tQQ8ruecfRFIut9GVQZpTvxhXNrHJY9+38afWqVuKduGZh6sfyCptTGJlBXh1BBBAAAEEEEAAAQQQQAABBBC4JoHdL0zY/Y92uN9x/FvWOvSVdgGaKDijNu6pRD9avWDMqY1xtJHTWOE+d48n5tzz93hiu5jXeDboIIAAAggggAACCCCAAAIIIIBA/QVYIQIIIIAAAggggAACCCCAQKUAxWcqWUj2qgDnjQACCCCAAAIIIIAAAggggAAC9RdghQgggMBiCVQ9ZKSce/6hJOWKrxk5tZ1i8uj3bPypu4u7tsdPvDhh36DwTNuCHwgggAACCCCAAAIIVAmQQwABBBDoXYHdB+YrQPNta734ZVOBGUXcV1FfobFWrjbG6kfEXLTKq69QPyIdu+fv9WjOvZxTnkAAAQQQQAABBBBYXgFeDQEEEEAAAQQQQAABBBBAAAEE6i/AChFAoDcEKD7TG78nzhIBBBBAAAEEEEAAgW4V4LwQQAABBBBAAAEEEOhZAXfPnbseTnLPP3ikXG6jKwPlinEl3f5f5CePfd/G5ik8cx+FZ9pe/EAAgZ4R4EQRQAABBBBAAAEEEEAAgesSUAGabz46Ur3PiQFrvXjvbAGatMhMo9Fo5+Mey3ytDp7Oa9wp3PP3fLSdezmnPIFAHwuwdAQQQAABBBBAAAEEEEAAAQQQqL8AK0QAAQQQQAABBBBAoFKA4jOVLCQRQACBXhXgvBFAAAEEEEAAAQQQQAABBBBAoP4CrPBGBfRQUvEYyrnnHzhSrmq7yGleobHaiMmj37PxDoVnHj84bhSekRiBAAIIIIAAAggggAACCCAwvwCzCPS+wOMHxu2bj3QqQLPJmgc3mu6nqPiMQv2I4jjyaiWjVhF9tcVI59V3z9/70fbu5ZzyBAIIIIAAAggggAACCCCwPAK8CgIIIIAAAggggAACCCCAAAII1F+gN1ZI8Zne+D1xlggggAACCCCAAAIIIIAAAt0qwHkhgAACCCCAQE8JxING6UlHTm3k036aU36+mDz6XRt/+s9il1yrwjMdH7jKbckAAQQQQAABBLpOgBNCAAEEEEAAAQQQWJCA7ofc16EAjZ/8jjUObCgVoFHhGYXuwUSrfho6GY3VKtSPiHHaqq9wLxebcS/ntC2BAAIIINCHAiwZAQQQQAABBBBAAAEEEEAAAQTqL8AKEUAAAQQQQKBSgOIzlSwkEUAAAQQQQKBXBThvBBBAAAEEEEAAAQQQQAABBOYTcPfctB5Kcs8/YKRcbqMrgzSnvuJKuv2/6E8cecDGn/7zdq74Y/eBic7/pe/ixoyvKsAGCCCAAAIIIIAAAggggAACCCDQOwJPHBy3bz48XHnCWQGa9bkCNFFwJlrde0n7Git0QLWK6KtNw33uXlBs556/F6Tt3cs55QkEEEAAAQQQQAABBBBAAAEEEFhaAY6OAAIIIIAAAggggAACCCDQHQIUn+mO30Ndz4J1IYAAAggggAACCCCAAAIIIIBA/QVYIQIIINATAvFwUXqyyrnnHyxSLt1GfeWuFhNHvmMTz/x3bV4KFZ65/9HqB6xKG5NAAAEEEEAAAQQQQKA7BTgrBBBAAAEEbkjg8Rcn7L6OBWgesOaBuQI0cR9GBWcUGuvF1XYKzStiXn1FjNWmY/f8PSHNuZdzyhMIIIAAAggggEAfCbBUBBBAAAEEEEAAAQQQQAABBBCovwArRAABBCoFKD5TyUISAQQQQAABBBBAAIFeFeC8EUAAAQQQQAABBBBAoErAfe6/cq15PXDknn+gSDnNpaGcwj3bVv2YV18xeeQBG3+awjPhQosAAsshwGsggAACCCCAAAIIIIAAAr0n8MSLE/aNDgVo7OQD1jhwj6nYTITuuygajcZsXuNiSEL7KK++2giNq0Lz7tn9nnTevZxL5+kjsLwCvBoCCCCAAAIIIIAAAggggAACCNRfgBUigAACCCCAAAIIINAdAhSf6Y7fA2eBAAJ1FWBdCCCAAAIIIIAAAggggAACCCBQfwFW2NUCepCoeILKuecfJFKuarvIxQNM2i6NySPfsfFnqgvP7Hph3O5/dDgOQYsAAggggAACCCCAAAIIINDLApw7AggsisCT8xSg8ZPftdbB9bOFZtL7MerrBNL7Mmk/nYu+2mJon8ip756/R6Q593JOeQIBBBBAAAEEEEAAAQT6QIAlIoAAAggggAACCCCAAAIIIIBA/QVYYaUAxWcqWUgigAACCCCAAAIIIIAAAgj0qgDnjQACCCCAAAIIhEA8QBRjtZFTq7Ei7WusUK4q0rmJw5ts/Jn/S6lS7Hxh3P7msZFSngQCCCCAAAIILI4AR0EAAQQQQAABBBDoXQEVoPnrhzsU7J2nAE2j0TDdr1EhGrXFkIhyahXqK9RXRD/ayLmXi824l3PankAAAQQQWF4BXg0BBBBAAAEEEEAAAQQQQAABBOov8P+zdx7wUVVpG39uQkgnhJBCEiCh914FRSwoVrBiYT+7a9e113V1ravr6trrKmJBBKwgCIj03ntJgCQEQgIhvX/zDNxwZ+6ZycxkkkzCy4+Te8572nv+995z7tzMeSIjFAJCQAgIASEgBHyDgIjP+MZ5EC+EgBAQAkJACDRVAjKuBiAwePB4PPbYTDzz9PzqcO893yAhvlsDeNPwXQ7ofxGuu+5V/O1v0/DkE7OrmZDPU0/+jkcf+QX33P0V/nL960hI7NHwDosHQkAICAEhIASEgBAQAkJACHiNgKZpNm1xY5Gm2W4cos2mkCVhtDHOYDFb/+vxkl0/onjt21ab/Y8lm4sw/dQSnrFHIOlTkEDbTt1x/rW3444X3sWTH07D85Pn4OXvFuDV7xdVB6ZpZz7LsTzrnYK4ZMhCQAjUE4G7Xni/eg7ifPTKd39i3C0P1FPv0o0QEAJCQAgIASEgBJocAa8OaNX2Ykz5w4kAzdbPQJEZPfCdDAPTdIRxVWAeyzCPcVXQtJrfGbGeptm+R6JNghAQAkJACAgBISAEhIAQEAJCQAgIgSZOQIYnBISAEBACQkAICAEhIASEgBAQAqcoARGfOaVO/KkzWG6u5yZ7bipXhRv+761GC2Pi9a/bbJrXx3fxRQ836Jh8xa8zz7zJJCxARg/c/x2Skgc0KCPpvP4IOLoeaa8/L6QndwnI/esuMcflM9K3orAg16ZASGgE4hO629iaeqJjh8G49dYPceGFfwPjYaGR8PcPsBm2n58/AgNDEBnZBrFxnRDRIhqn4r8+vcdYRXi4ZhrDo4/8AuadikxOtTHzPPN8G88/4/IM1fiuhDv++pnp8wKFt7jONr7RiMeeE5CaQkAICAEhoNpcRJumwmSiNgAAEABJREFU1bxhiOVqCiU7f0DRGifCM4vz5SScggTOm3ALXvp2vo3IAYUOvBlemrIAz385G3//3y944PXPMfGhf2LEBZcjIiqmQYjHJibjijsfw9Mf/4i7X/4QZ10+Ecnd+lj9CQwKBj93Gx1jmnb6y3Isz3qsz3bYnrG8J/Fzr74JL34zz+F5+Nt/JsEb/bjqG/viuXJ0HVCIp1v/Ya4212jLPfjmJOU54XlvtIM6BRy/7e//UZ432hvL8NNTtqOqsrLaXc3PDwnJXavTTTXCc+Ro3vHE/srUhXjhq7nWNejpT37Cff/6FBPuexoDzxyLwOCQOsHoi/PGwFHnWxnYM3zqo+no2HtgnXBw3qh3ch1dL7R7pwdpRQgIAVcJ8L6zn2OYlmcmVwlKucZIYOWOYnz7xzG16/t+RdXWT00CNBSWMYaa3uMwn+V5ZGBnPOqBaQamNc387kjTzDaWlyAEhIAQEAJCQAgIgfohIL0IASEgBISAEBACQkAICAEhIASEgBAQAk2fgIxQCAgBIeAbBPx8ww3xQgh4l0Byh4EIC4t02GhMTBJ69z7bYb5kCAEhIASEgBBozATSM7bhyJF0myEENAtEm7jONramnOjXbyzGjXvCOmZNs/2rdY7GXVJShNyjBx1le26XmkJACAgBISAEhIAQEAJCQAjUOwFNs/0coNo8RBuD0TmmGWjjUQ/GdOmuH1DoUHimGNNFeIa4JNQRAX9/f3CTf2h4BNokdUTv4Wfi0psfwGPvfYf7XvsU3BSPevjXrktPTHzkBdz76scYcvZFCI9sBU2zve9cdUPTNGt9tsP22C7bd7W+fbk5336KPVvWgfevfR7TsQntMfqKiYx6NzhobfT4axHbLkmZW15WihVzf8a2tcuU+WIUAkKg9gTSdm9DSXGRTUORMbGNWijEZjD1lNA0DQGBgdY1KLxlJBI6dMGAM87D1fc8iWc++Ql3vfB+va1B9TTkRtkNxd2ufeBZ/N+jLzVK/8VpISAEhIAQOHUJrNpRgm/mOxKgmYnKLZ9YP+NRQKaioqI6zjSp8cjPgMZAO4Nu0+PGI+P2geU1zSw2o2lmm31dSZ8iBGSYQkAICAEhIASEgBAQAkJACAgBISAEhEDTJyAjFAJCQAgIASEgBISAEBACpygBEZ85RU98Ux92p45D0axZc4fDDAwMQ+dOwx3mS0bTJSAjEwJCQAicKgQyD+5CZWVF9XA1TUNsXKfqdFOOJCT2wOmn/wWhoS3dGmZe3mFQuMetSlJYCAgBISAEhIAQEAJCwCcJiFOnLgFuELIfPW2aZrtBiDZjOaYZdBvjeqBNjxfvmIHCNe/QZAqLNxdh+uI8k10MQqA+CFCUJiG5C66463Hc+swbiE1MrrNuz7/2Ntzy1OvoPXSUVYjAmx1R2IDtsn2K6lBox5P250+fjNycQ8qqmp8fegw4DcPPG6/M96Zx2Jhx6DFkJPz8/E3Ncl7ZsX4lKJZjyhSDEBACXiOQum0TCnKP2rQXHNYCbTt2g/zzDgHO3e279cJV9zyJ+/71Kbr2G+KdhqUVtwiMHn+9hf8n6DfyHAQGBbtVVwoLgcZMQHwXAkKg6RBYvbME3/yhfq+i7Z+Fyi0fW0Vn+FnKKDaji9HQrgokRDuPDMY40wy0MTDOwLim2b5Lol3TzDbaJQgBISAEhIAQEAJCQAgIASFQtwSkdSEgBISAEBACQkAICAEhIASEgBAQAkKg6ROQEfoGARGf8Y3zIF54kUCXLqchKqqt0xY1TUPbtj2RkNjDaTnJFAJCQAgIASHQWAmkp29BSUmBjfstwqPBddLG2AQTQwdfhpYRsW6P7Ngx9aY0txuSCkJACNgTkLQQEAJCQAgIASEgBOqNgKZpNn2pNgvRZlPoRIJ2+8As3Va8YzqK171Lkyks2lSEGYvzTXYxCIH6JuDv74/OfQdj4sPPo0PP/l7tnoI2tz/3NkZfNhFBoWFebdu+MbZ/2tjLcNvf30C7Lj3ts2tM7964Givn/oLyslJlWbY/3NI+x6Qs4AUj26bATVBIuLK17APpmDnpfWWeGIVAIyXgk24fPrAfB9NSbHwLaB6IhA5dbGySqD0BTdOsXP/vsZdxxR2PwlMBsdp7cmq1QLEfiv6cf93tCIuIPLUGL6MVAkJACAiBJkdg9Y5ifDNfLUCDfbNQudksQEMI+rsboyiNbuORZZjHIwNtDIwbg9HGuKaZxWY0zWwztiFxISAEhMApQECGKASEgBAQAkJACAgBISAEhIAQEAJCQAg0fQIyQiEgBISAEBACQuAUJSDiM6foiW/Kw+7caShCQlrUOMTwsNbo1mUk5J8QEAJC4NQiIKM9VQjs3r0SefnZNsMNCgpFfHw3G1tTS0S1SkSCZYyaZrvhVB8nv1R4JCcd27YvxIaNs61hz57VOHRwD7IOp+rF5CgEhIAQEAJCQAgIASEgBIRAEyCg2iREm/3QjDbG9cByerx4+zQUr3uPJlOg8MwPS3xNeMbkphhOMQIxiUm49Kb7EZuY7JWRU8iGgjYde/aDpqk/cxs7Ki8vQ/bBDOzfuRlr/5yD1QtmWcPO9StBIYiykhJjcWVc0zS07dwT1z/4HHoOOV1ZxplxzrefYs+WdeB9rCoXk9AOo8dfq8ryio1tx7ZLUrZVXJCPhT9/axLEUBYWoxAQArUmcCB1Fyos85Kxodh2HUQcxQjEi/FmAc0x6KwLcJ1l/o6IivFiy9KUPYGr7n4SFPuhmJKm1bw+29eXtBAQAkJACDQFAk1vDKt3FuNrRwI0+ylA8xEqKiqsn/X4u18Gfu4z2pi2DySll2WcgWV41IOm2QrLMF/TbG0sq2lmG+0ShIAQEAJCQAgIASEgBISAEBACQkAI1A0BaVUICAEhIASEgBAQAkJACAgBISAEhED9EBDxmfrhrO5FrF4nEBgYgrbtekPTbC/t4uI8lJeX2vTn598MHTsOAuvYZEhCCAgBISAEhEATIFBSUoisQ7ZiKv7+AYiL6dAERud4CPEJXRES0lJZID/vMH788WX8953rMWXKM5gx4yVr+HLyQ3j/w5vx559fKOuJUQgIASEgBIRArQlIA0JACAgBIVCnBLgRyL4D2jSt5o1ALKcKbE+3F++YhuL179NkCos2FkGEZ0xYxKAgsG/HZqv4ii7C4slx66olyNy3B4X5x6yb7BTd2Jji2nfAuVffiNr+69Z/GK7466OgoI2ztsrLSrF70xp8/96reOLq0Xjlzqvw38dux9dv/gPfvvVPa/jouQfw6t3X4Mlrz8YXrz4JitHUJETTsnUsxt/6IAaccZ6z7pV5s7/5BEeyMpV5fn7+6DFkJIaNGafMr42RbbJt9mHfTmVlBbasXIilv023z5K0EBACdURg/66tKCqwFYprERmFrv2H4lT7V1lejkPpe3EgdbdbITf7EEqKCi2/by1zCRnnv679huKqux4/tUR+XKLjvUIto6JBsR/vtSgtCQEhIASEgBDwDQJrnArQ/IaqLccFaCgmowd6rr/LoU2PG4/GMrQb03rceNTjmmZ+x6RpZhvLSxACQkAICAEhIAROAQIyRCEgBISAEBACQkAICAEhIASEgBAQAkKg6ROQEQoBISAETlECfqfouGXYTZRA795j0DIizjS6Q4dSUVR0zGRv1SoRrGPKEIMQEAJCQAgIgSZA4EDmTtiLr0VHJyHKsv41geEphxAZmaD8sn1lRTnWb5iDDRvnQFlRjEJACAgBISAEhIAQEAJCQAg0WgKaptn4zs1Dmma7AYg2BmNBphlo41EPxnTx9u9RvO59mkxhIYVnltpuZDcVEoMQOEEgc3+KVXxFF2Hx5PjZS4/g3w/8Bc/+3wX49/1/war5M1FsJ6ZwojvrQdM0dOk3GEPPucSa9uRHbGIyxl5/B1rHJzqszr8uTxGZ95+5Bx/8/V4s//1Hh2WNGZuWL4BVjOaea7Bu0e+geI0x3xhv0aq1xY/bQSEco91ZnHkU/Vk+50eUlZYwaQpBIeEYft54cJymTA8NbOu0Cy4H21Y1cXBfKuZP/0qVJTYhIATqiMCWVYuRm51l03pgcCjade5pYzsVEmVlpZj//SS88eD/uRVeuO0yPH39GKu42Ov3TcTMyR8gfc8OcA1wxE3TNHTqMwgTH/6nCNA4giR2ISAEhIAQEAJCwCEBqwDNPPN3vawV9s+2CtDoIjM8MvDdjv2RNgbW04+MMzDNoMd51INuZ5pxTbN910S7pplttEuoXwLSmxAQAkJACAgBISAEhIAQEAJCQAgIASHQ9AnICIWAEBACQkAICAEhIASEgBCoHwIiPlM/nKWXeiLQudNQNG8ebNMb/4poesZWHDlywMbOBMu2b9eHUQkNQ0B6FQJCQAgIgTokkHFgu0l8LSS0JRLbNt1NFX5+zZREi4rzsT9tkzJPjEJACAgBISAEhIAQEAJ1TkA6EAJ1QoAbf+wbpk3TnG/8YRk9sL4xbkxbhWfWf0CTKVB45kcRnjFxEUP9ETiYloIpb7+Aj//5IPbv2gpex6reKYDSd8RZqqwabYHBIbjkpnsR176Dw7K52Ycw/YN/WUVkKPTisKCTDLbx1RvPYuq7ryD7YIbDkhFRMRh7/R1uC8XMnzYJOzescsgotl0SRo+/Ft76N/qKiYhNaK9srqggD4t+nQKeP2UBMQoBIVBnBDJSdtrMA/7+/ohP6lRn/TXlhjmHcW598+Gb8L8XH0ZGqi1b49g1TUOHHv0s8+xEo9mlOEVuHrl8JOzD1Hdfdqm+FBICQqBBCEinQkAICAGvElizqwRfOxGgqdz8gVUMj4IzeqAD/IzMQBuPDMY403rQy/NoH1hGtzGuaeZ3Tppmtul15CgEhIAQEAJCQAgIASEgBJooARmWEBACQkAICAEhIASEgBAQAkJACAgBIdD0CcgIT1ECfqfouGXYTZBAQmIPxMQkmUZWVlaMQ4f2YP/+TaisKDflJyZ2B+uaMsQgBISAEBACQqCRE0hNWYOjRw/ajILCa/FtutrYmlIiOCgMfn7+piGVlZWgID/HZBeDEDg1CciohYAQEAJCQAgIASHQNAhommYzENUmINoYbApaErqNR1Uo2f49ih0Iz/y5sRAiPGOBKP99ggAFX6b890Vk7t3j0J+49h3RY9AIh/mOMsZedzs69h4ATbO911ie9w1Fbya99jRWzP2ZplqHNX/+hv+9+Cj279xiIxBhbNhToZh533+BI1mZxqaq43yP0GPISAwbM67a5mlk+Hnj0WPAadD8zL9+o1D+2j9nY+XcXzxtXuoJATcJSHEjgfSUHSgrLTGa0CouEW07dbexScI9AtvXrcB7T92FTcv/BOc5Ve1mAc0x5JyL0GvoKFW22ISAEBACQkAICAEh4JQABWi+ciBAo6X9jspNH1g/Q/JzKgVm9MA0A9M8Ogp653q+ntaPtBvjmmYWm9E0s02vI0chIASEQN0TkB6EgBAQAkJACAgBIecnclwAABAASURBVCAEhIAQEAJCQAgIgaZPQEYoBISAEBACQkAICIH6IWD+9mv99Cu9CAGvE+jWZSTCw1qb2i0sOIq0/Zuxb986FBbnmfJZh3VNGWIQAkJACNQHAelDCNQxgczMHaiqqqzuRdP8EBfXpTrd1CLNmgVCs4zRflxlZUVIz9hmb5a0EBACQkAICAEhIASEgBAQAo2QQFVVlclr2jTNdqMPbcaCTOuBdj3OozFdvH0qihwJz2woxE9LC1jcvSClhUAdEjiYloI5Uz5Ffu4RZS/BYS3QoWd/ZZ4jIwUC+px2FijMYl+G90zqtg2g6A3Fb+zza5PmWKa8/ZJDMR36033wSAw++0K3uqGfy+f8aBKe0BsJCgkHhWNiE5N1k9tH1h0+9jIEhYYp6+7bsQUzJ3+gzBOjEBACdU+Awlb5uUdtOgqLaIm2nXvY2CThPoGSokJM+teTWPfnbIcCNGERkTjt/PHuNy41hIAQEAJCQAg0NgLib50QWLurBJMdCdCkU4DmfVRUVFieRSqtgZ9bGXThGf1ImzHQWT2PcQbm86gHTTO/b9I0WxvLaprZRrsEISAEhIAQEAJCQAgIASEgBISAEGiCBGRIQkAICAEhIASEgBAQAkJACAgBISAEmigBEZ8xnFiJNm4C7dr1gZ9/M9MgsrJSkZ2Thp27ViAnO82UzzodOw5CYGCIKU8MQkAICAEhIAQaO4GMA9tRWlpkM4yWLWORlDzAxiYJISAEhIAQEAKnEgEZqxAQAkJACDReAtwApGmazQB0G482GYqEsYx9nOmS7VNRvP5DRU1gwYYi/LRMhGeUcMTY4AQ2LV+AtF1blX74+/sjrn0HZZ4jIwUCKBSgyj+Ylopp778GCsWo8mtrY7szv3wPudmHlE0Fh4Zj8FkXITDYvXf686dNws4Nq8B7XdVwbLskjB5/LTz9N/qKiYhNaK+sfiznMOZN/RwUaFAWEKMQEAJ1TmC/ZY7MyUyz6SegeSASkrvY2CThOYHpH7+B3RvXOJxn23bpieHnX+Z5Bx7UlCpCQAgIASEgBIRA0yGwblcJvpqXpx5Q2u+o2vyB9TmEYjJ6YGF+BmSgjUf7YCzjKE8vwyMDy2maWWxG08w2lpcgBISAEBACQkAI1C0BaV0ICAEhIASEgBAQAkJACAgBISAEhIAQaPoEZIRCQAgIASFQPwREfKZ+OEsvdUygd++zER3dztRLeXkp0jJOfuF+//5NqKwoN5Vr1SoRvXuPMdnFIASEgBAQAkKgsRNI278ZhQW2f9E3OLgF4tt09ZWhiR9CQAgIASEgBISAEBACQkAICAGXCWhazcIz3ADEYGyUaQbaeFRtOCrZ/h2KHAnPrC/Cz8vyWV2CEPBZAnu2rEdZaYnSvxYtWyvtKmP/M85FQkf1e4PignwsnTnNE+EZVVcObdvWLsOSWdMdjic+uTMGn3WBw/qOMuZ9/wWOZGUqs/38/NFjyEgMGzNOme/MOPy88egx4DRofuZfu5WXlWLV/JngmJy1IXlCQAjUPYGM1F2oqKio7kjTNHA+qTZIpFYEKLD12zcfO5xnA4OC0X3AsFr1IZWFgBAQAkJACAiBU5vA2l3FmDzXsQBN5ab3oL/z4VEPfBfEwLTxSJpM82gMuk0/6nnGNOOaZhab0TSzTa9/ihxlmEJACAgBISAEhIAQEAJCQAgIASEgBIRA0ycgIxQCQkAICAEhIASEgBAQAkKgiRIwfwu2iQ5UhtW0CSQnDURgYJhpkEVFx5CWflJ8ZnfKKhQU2m7AZ6XmzYPRudNQRusltG/fD+PGPYF77voSjz02E08/NQ/PPD3fGp54/DfcdecXuGDsfYiOTqoXf/RO2rf3Tb90/3zhyHMyevRNuPGGt/HQgzPA86WfOx6fevJ3PPLwj/jrbZ/gwgseQEJ8t3px21f90gffIjwaZ42+Bbfe8gEeeeQnPPXkXOv1fpzZXKuNeWeddWu9X/cUr7rmmlfwt79Nw5NPzDb5xXNZX/djUvIAjD3/Xtx80ztWf+znB/LifEE7/b3hhrcw2nI98vzrrOviGBgYgkEDL8V1172K+++fgscfm2Uzb/F8PvrIz7jzzs/Bua1zpyF14UaDt0nOvEZvvvk96/1vvF54bsjhsUd/xT13f2VlRWZk19COZ+ekISsr1caNZs2ao01cZxtbXSX0NY/Xx6OP/GJ37RyfMxvq/q/NmHk98P7ztfWAY6Jv48Y9bp1HeF0evz5/t6avuuo5dOt6Oos1qsB7ifeUo3mIcyPnJs6NnEN5r5JDoxqkF5wlp2HDrqx+TjHOU7wWHn5oBq6/7jUM6H+RF3pzvwmuubwG77esJVzLeN54fTLQv0cbYC3x1bWX96nOite2zopHrjW33/ax9dmKz1junwmpIQSEgBAgAQlCoPER4IYee69p0zTnG3pYRg+sb4wb0yXbKDzzEU2msGBDEX5eLsIzJjBi8DkCOYcyHIq1+DXzR2BwCFz513/kuQgODTcV5f2zZ+t6LP1tuimvLgzzp03C3m0blU03DwxC7+GjlXnOjPt2bMbyOT865BQUEg4KycQmJjtrxiaPZYePvQxBoebfUZBZypb1mD99kk0dX0q07dQdl93+EB54/XP844uZeGnKArz6/aLq8MLXc/H0Jz/hjhfexZnjrkNEVAzq+h+Zjr/1b3jwzUl4/svZeGXqwmp/6B/9pL8sw7J16Q/vG14TtzzzbyuHF76a69AfciTPuvRHb5vngeeD54Xnh+fJeN6MnOrTL90/Xz3u27kZJUUFNu5FREWjx6ARqOt/vJZOv3iC9V7iOXvx2/nV1zWvcV5bT344DX955AVQBKyu/amr9jnPrl3wGyrKy5RdJHTsjm79hynz6suon4u7Xngff//fLzCei5e/W4BnLbZbn3kDQ8+5pL5calT9cP45/7rbce+/PsFzk2aCzPT5h/HnJv2Gh96ajAn3PY0OPfvX+dh4v/C+4f3zz69+t5mj7f1p6GuvzmEoO/ANI9lfcedj1rX9uS9m+cTzhk6GzxJX3/uUdZ3nNcPrmeso52peW72GjtKLunzktc974NG3v4X9dck1++H/foX6eI7RHeYYx1ru23te+cg073G8HPfzk+fg0XengM88fPbhXKnXl6MQ8DUC63Y7E6CZi6pN71sFaCg0w8DPZfpRj3NMepxH+8B8PTBPj/NoTDOuaeZ3U5pmtrGuBCEgBISAEBACQkAICAEhUDcEpFUhIASEgBAQAkJACAgBISAEhIAQEAJCoOkTkBEKgfohIOIz9cNZeqlDAlGtEtG2bS9ommbq5fDhfUhNWVNtZzwzc1d12hhpE98VdS2Y0LHDYNx664eYeP3r6NP7XES2SkDzgCAb3ykIEBXVFoMGjcNNN7yN88+7F4GBrm0KMI7Hnbiv+uXOGOq6LBndfOM7uM1y/k4fOdFyzfVESEgEeL6MffOv4wYFhSMmtgMGDrwEN1rq3PHXzzB82FXGYl6LN7RfHNszJ4ST9OMD93+HpOQB1jHy2uU1zHIjR16HNm26ICgwDH6GvwDMOG3MGzniWlCE4tprXkZCYg9rG3X1o3//C3D3nZMw7tInrfd+WGgk/P0DqrvT/eK55P3Ic/+Xv/wHZF5dyAsRbhq/6KKH8ODfpmPida9h8ODxSEjoAfpjPz+wO03TrPMG89u17Q1ej/SNgih9eo9hEa8FCjeMH/cU7r93Ci644H7r2OlvQECgzbxFVoGBoWgd1Q6c2yZMeBn33D25zq57VwYYaJk3KbDATfr6tWk8UjjqnLNvc6Upq1CHfv/zGqWoFO9/4/XChsihefNgREa2sbIis789MM0q9ODt64b9uRMyD+1BRUWZTZXomCSP1xfe00aejNNm7IBjpgjIxOtfs14XvD54XjRNqy7m5+cPzpme3v8TLesp+zYG3tvVHRgivJ6N5YxxtmMo6jRqHZdlbud9x/uvbdv6XQ/I2eg747TpTvfrN/bEc8YY6zzid2K+9bOw5rxBQYsrrngWfB7hWPR63j6Ou/QxG6Ex+qkHioyMH/+kS9cfz5sr85CmaeDcxDFyDuW9evttn4Bs6moN9iqzWjbGe4vr7X33foMx595Z/ZxinKf8LNdCcHAEOnQYiAsv/FudXwP6kLhu6Osc11xeg7Q1t3sGpn+B9bSWsH/dJ19bezmH8fnkyiv/YV1/6CuvbU07PndqmuU5wLLWxMZ2BJ+teC+PGHGNjluOQkAICAEhIASaNAFNO74e6oNUbe6hjUEvox91G48MtPOoh+JtU1C04SOaTeGP9YX4eVm+yS4GIeCLBAryjqG8tETpWlBwCBI7dVfmGY0dew9EfHJno6k6XlyYj/WLf69O10dk/eJ5KC7MU3YV2zYZfU4brcxzZqSozc4Nq8A5QFUutl0SzrhkgipLaRt9xUTEJrRX5uXmHMK86V+ipKhQmd+QxuHnX4a/vfEF7nrpfQwbMw5tkjpaRYf8/f1t3ApoHojwlpFI7tYHF0y8A4/892tMfOQFtOvS06acNxJsk4IP97/+KehfbGKyVTRJ07Tq5ukfxZHoL8uwLOuwbnUhL0TY3vUPPo8nP5iG8bc9iC59h1g5BAQG2rwbNfpDjuR532ufYuCo881eeMHCzew3PfWa9TzwfPC88PzwPBmbr2+/jH07ilN4gOIQ3OSuCszrOeR0R9W9Yt++djmOHcm2aSs4NAxtO9U8P9pUOpE4b8IteMkgIsNxMU37iSLWa/jiG+/BY+99h4tvuNt6L/GcNWsWoBexXlO8tijqQZGDCfc+gyc+/B6jx19fXaYxRf744Stk7k9RuhwS3gKd+gxS5tkbKUBFpvaBAhb2ZV1JU0jh0psfwBMffG89F+279UJoeITld30nz4Wfnz9CLLbOfQfjsr8+jPv+9Sm69hviSvN1XoZr9FMfTa8WLSIXRyxpZ759uO3v//HYT16f1z7wrHX+OeuyiUjs0BVBIeGW3/mdXDfILygkFDGWdXHAGefhtmf/UycM6csVdzyKZz79CbxfeN/Q1jwwyHo/4cQ/e39ufPJfePSdb+HOOn+iKa8drrzzcRuBHP0cPfv5rx4919AxR21S5OTMcdexiNth0OixoJCQ7p9+fPz9qW49A3AeYx2yH3L2ReDaHmSZd/1deN7g+l7b+081j9CmAxl89oWW6/RN67od3jKy+nqmf0zz2rr+oedcvo7pL+cNXvu8B6LaJMD+uuSaHR3fDnyOuevF98B5ifOT7pM3j/T/7pc+AJ+XRlvuW6539vMe++O9EhgUjKjYeOszD599nvnkJ3jjHED+CYE6IkABmi9/P6ZuPX0uKje+a/3Mx899uvCMfjTaGFcFNkw7jwzGuH2aeZqmWftjnh407eTnGN0mRyEgBE4RAjJMISAEhIAQEAJCQAgIASEgBISAEBACQqDpE5ARCgEhIASEgBAQAkKgiRLwa6LjkmGdQgS69xiFiIhY04jLy0uRknpSeEY+RhYDAAAQAElEQVQvsD9tE5inp/VjaEgEunQZoSe9egwMDAE3WV999T/RJq4z/Pxcu/UCg0IxePA4XH/966gLIQ5f9cur8GvZGDf8XnPNK7jmmpes58C4iduVpnmuuXH+nHP+at3k3b59P1eq1VjGV/0yOs5rltcur2Fey8Y8Z3EK+nTqNBTXX/Mqzhp9s7OiHuXxuueG87Hn34dWUYk2X0Jlg44Cz31S+77gfcz6bMdRWVftY867yyqMMKD/hQgNbemyL/bt0zcKolxyySOWa/UV8PqwL+NOmmOjiAEFsHr3PhvunD/2o2kaIiPjweue4iO8Fmivr0D/r7ziOSQnD1Ay5RqwYsX3+H3uh05dYjtXXP4srrji7x7d/2ycggEUeuB1w3WAbdJe3yEjYxuKiwtsug0Pi0LHjoNtbN5K8PrhmBMSeljWvJNfPK+pff3+v+6al3Haab4lpsD7yhfXAyPTgQMvwZgxdyIsrJXRbIpzbYqNTkZSUn9TnjcMFJ7p1etcy7n3MzXHL3Vu3jIPv/76BkpKnG+84zVw4w1vwZN5iB1znHWxBrNtXwp9ep+L2279yPrMSDEnV3zTNM36THrFFc/WyVqr+zBs2JXW5x9P1jlNq5u1xFfXXl6rFE278IK/ufV8wueH0Wfe4pX1Xz9vchQCQkAICAEh4GsEuIHH3ifaNE0zbeoxlmMZPdBuH9fTRVu+QfGGj1nEFOavL8Qvy20/S5kKiUEI+BCB0PAWaNY8UOlRcVEh0nZtVeYZjZ169kdoi5ZGU3U8c98erP1zTnW6PiLLf/8RB/buUXYVHBKGTr0HKvNqMs77/gscycpUFvPz80evYWeAm5GVBQzG4eeNR48Bp0FTvPMvKy3B0lkzsHvjakONho/qm6LH3fIA4tp1sHx+d/3dDb0PCAxE76GjcMtTr+P8a2+jySuBbbFNCj74G0Q5amqcZVnn5qdew5kebrC37+PiG++1jq/PaaMRFBpmn+00zesnIbkLrrjrcVAkhmIITiu4mMl2KPpwy9OvgyIuPA8uVrUWqyu/rI278IM+X37HI+A4VMVzsw9hxsdvYPOKharsahuFM3QBBPujK4IkFII6aJnLqhu0RHgNtUnqZIl5/z/Fgu566QOMvPAqq8iJqz1omoaWUbE4/7rbcftzb1vFGlyt6wvlyHn3xjWoqKgwuePv74/2XXqZ7HVtoAjE/a99htPGXmYV2nKlP03TkNChC65/6J/gHOVKnaZahuvdva98jH4jz4E784917rEw/MujL1kFNrzB5/SLJ+C+f32CIedcjLCISOXvgRz1o2kaouIScOFf7sI9L3/gloiKozbdtaen7ACfEezrUfijTbuO9maX0vHJnZUcKHIS2zbJpTbsCyV37weVIEr2gTTs27HZvrgpTTGxR/77DTiPRUbHKf0zVTIYeJ1xff+/x17GhPufUfpiKO5RlKJxF99wN8Ija/qdij/aWJ6ZOvQa4LAfsqKf9JfzBq99h4UNGXzO4Lx027NvevV6pD8U0bvuwees7XKtM3TrUrQ+zoFLjnihkDTRdAms31OCSb87EqCZh8oN71ifR/j7SQa+C9KP9nGm9UBiLMcjbTwyGOP2aeZpmvpdFfNYXoIQEAJCQAgIASEgBISAEBACQkAI1B0BaVkICAEhIASEgBAQAkJACAgBISAEhIAQ8A4B845Q77TrjVakDSHgEoG2ib3Azer2hQsKcpCSutbejK1bFiDvWJbJrml+aNuuN7wtDMCNpBOvew29ep6t9NPkiJ1B0zQkxHfDxRc+hITEHna5nid91S/PR+T9ml27jsD//eUNdO40BK5+QcyRF5qmWTd5X3XlPzB0yGWOirlk91W/jM63CIvCpRc/Yr12Nc2zv+ZEwRMKD4wb94TX7kt6csklj6Jf37Ee3Y8cI+eb/v0uwJVXPOexyAtFLLjBfOjgy8Fxsl1vBF6nnToOxmWXPQ3e4560yXpXX/2iVcSgtr5pmmX+SuiBKy57BrxuUQ//OIdfNv5pUFRD03jGbTt1VXiGHK6Z8DK6dz+j1vc/PeB108uyDrBNtk1bfYYdO5bgWJ7t2hcYGIoEy/nxph+BJ8TWBg261ON7jP5QQOPMUTdg9OhbmGzwwOvXF9cDIxheV4MHj0NQYJjR7DBeUHgUu1NWOcz3NIPiXD17nmW5b8wfM/glTVeFZ8aefy94DfBa8NQXvZ6mHV+DLx//JPr0Plc3N4njqDP+D2PH3g8Kfmmaec6raZC8Z4cNuwrnnO29zYLsk+1eYnkOOPusW63iarR5GjRNs85VE656Af36jfW0Geua7atrL581r77yeVCsjGu5u4P08/MD138KP/EZw936PlJe3BACQkAICAEhoCTAzTmaZvuco9t4NFayTzPPaNPjPOqheOs3KNn0KYuawvx1hfhVhGdMXMTg2wRaxcSDm4xVXlaWV4BiAKo8o619115QbU6tLC9H6raNxqL1Fme/7N++Qwq+tO3k2TtzbppePudH5eZv9hMcGo6RF1yJ1m3aMqkMsYnJGD72MqU4CeeZrasWY/60Scq6DWU8c9x1uPZv/7CKKWia7fzqrk9BoWEYZWlvwn1Pgxuc3a2vl9eggW2wLbap29098pyNmXAzzr/2dnerVpenMAoFY0ZccLnyvFYXdCHi7+9vFYm5/dm3rEcXqjgsQgGTm59+HX1HWH7PFNDcYTlXMuhX135DcdMTr1o3o7tSp7ZlKDxzyU3311p4prZ+6PXT95iFH3g/O7vf9bruHCm8cI3l/ohrmwxN09ypWl1W0zR07NkPFB6ij9UZjSCyZ/NaFOWbNoNbPW8ZHYPk7n2t8fr4ce5VN2H8bQ+CoiOa5v654Bx3xiUTcMHEO+rDXZ/rY+z1f8VFLgh0OHOczyfDzx+HCfc86ayY0zyehyvvfBwXXH87KDrjtHANmZqmoW3nnrjhsZfhithcDc25lb1j3Qrk5WSb6vD5yxMhLAq0tIiMMrWnG+K8KGjD57H9u7fpTTs8nn/tbZhw79NoHZ/o8fynN97Msu71H3ku7vznu15dt2Itz3Gncb0PCde7cnrMP3YEO9avVJZhWxRHo5/0V1nIiVHTLNdjp+644q+PemWM9OemJ/+F3sPPBNd9J127lMUxcWxsk227VEkKCYF6JLBhTwm+dCRAkzEflRvfsYoX8/eUFMbjkYGf2RiMcab1wCEwj0ejjWljYJ6eZlzTNGt/uo1HTTPbaJcgBISAEBACQqAJE5ChCQEhIASEgBAQAkJACAgBISAEhIAQEAJNn4CMUAgIASEgBJooAfOu0CY6UBlW0yTAjZpt4rsqB5eWthXpaVtMedk5aUjP2Gb6ZT8LtoyIQ+/eYxj1SuBGcApwtInvVusvVsXEJIMbsd3/SqR5KL7ql9nThrNwc/NFFz6EyFYJXnUiOLgFzjzzZnCzuCcN+6pfxrFofv44/Yy/oHXr9kZzdbysrAS8Dw8d3IMjRw6AYiDVmXYRP0tbvXqebb327bI8SsbGdUTXLiOVogjuNKhpGpKTB4BCNtxg705dlmc91tc0b9zRtr1rmobExJ4YcdoE2wwXUpwbLhv/FNq361PrOcvYXURELMaOvc8q5GS0ezuus+3YkYJR5kccXmtLl32H3+d+WGPXFExo27aXVzlomga2ybZrdKAOChzM3GWz9vH+iotV/UVfzzvnOtWzh1p4xN1WKdgzaODFoJCJu3W9Wb4xzLscL9eV6NZJjLoUMi3XQ2rKGpfKulqI55/iLv7+AaYq/HLmpk1zMH36CygpKTTlGw0jR1yL/v0vrJWAkbE9PR4W3hqjzrwJCV4U89PbbogjzzmFYzj31aZ/3mtDhlyOhIRutWmmui794TrXp8958FdcC9UF3YyEhrbEmDF3YuDAS9ysCauIHX3yxbWXn2fOG3MPWkUluj0uYwVN09A+qT8uuOB+o1niQkAICAEhIAQaPQFNs/3crNrEQxuDcbBMM9DGI59HeTSGoi1fo3ijE+GZFQWsLkEINCoCCR26IKB5oNLnnEMZdnZzsm2n7mgVp342LSzIw94GEp9J2bwOBfl5ZoctloioaPQYNAKe/KMwDAViODeo6se2S8bIC69QZVlto8dfi5iEdta4/Y+DaamY8+1n9uYGTZ93za049+qbEBzq2iZrV5z19/dHv5HnYPwtD7hSXFkmqXtvaxtsS1nADSM3R1PcwBMhAW6mvvaBv6Nrv6GW98f+bvTqvGjr+ERcfscjHgvQULjl6nueRG0ETOw91DQNbZI64fLbHwHHbZ/vzTSFcyhaQQ6qdnOzD+H7917F5hULVdl1YqNwQpGdKEpoREskdesFb/0LDgvHOMt9QUEjb7QZ174Dxk78qzeaqrc2tqxajNxsW0F0vfPgsBbWa1BP1+WRwjNnXDKhViJZ9I/zy4gLrkDbzt2ZPGVCq7gEnH7RVQ6fL9wBwd9J9BlxtnUtcqcey1J45qq7n8TA0eeDIi20eSOERUTi4hvuxrAx47zRnEttHD6wHwfTUpRlOSe7K4SVkNzFqWAahWkoUKPs0IGRz1Z8xrLPduV58Io7HsWoS6+p9T1n7FvTNOucMeGepz1eT43tMX7u1Tda1sAkRl0KGSk7sXvjalNZnrOr7n4ciZbnaE2z/fxqKlyDgXM91w5Nq107XC+Sunn3d72aplnWyT6Nbi2qAblkNyEC6/eUYJIDARot4w9UbPgv7N8NGdN6XD8Sjf45kTamnQW9LMswrmlmsRlNM9tYvn6C9CIEhIAQEAJCQAgIASEgBISAEBACQkAINH0CMkIhIASEgBAQAkJACAgBISAEhIB3CPh5pxlpRQg0DIGk5IEICW5h6ry0tAh7920w2XXDzl1LUVKSryerj82bB6Nzp6HV6dpGuCnYmfAMRTj27FmNn37+F/7zn6vw3POj8cknd2DJkq+RlZWKyspKGxfiYjuD4hk2Rg8SvuqXB0OpkyqdOw3BmWfeCG5ydtQBN87z3M3+7R289/6N1nPHczhjxkvYsHEOCgtzHVW1boAeOuwKtzdP+6pf9gMNC41EVCvbTSr8gs2RIxn4deabeOnl8/HOOxPx/oc3479vX4vX/z0e8+d/ioKCo/ZNWdN+fn7o0WM0Ro++xZquzY/g4AiwPWMb/LIQ77c/Fnxmvf94H/Kc8txSqKqyssJYvDquaRqSkvrjvDF3V9tcibA862ma+ouDJcUF4LX12+x38cWXD1qvLfrE8PU3j2Pe/I+twlqcPxz1xzF27DgU3bqe7qiIyU6xAPoWE9PBoeBKRUUZMg5st/pg9I1+rVs3y3oOea5NjVsMLcKjMfL0idbr35L0+n/6f8EFDzgUF9KFZ+Zb+NXUOYUvOnQYpOTA8eVkp2H16h/x/bTnq+dunh/O3/r5YX+qfjTNct0kD8DQIZepsuvUdiBzJ8rKS2z6iIxMQEK8dwQnQiz3frfuo5T3WG7uQWzdugC8rjlP/vLrG9a59sDvgwAAEABJREFUkizJ1MYpQyLYssYPHuT4S985lnmFQlbGcOzYIUMLJ6MlJQUwljPG2c7JkidjjWXeJacOHQcpr9mTozkZ4/Xp7DnpZEnXY+ecfZtDwRjOsxSemfHDyzU2mJDYA/0HXOxQeKao6Bi2bV8IXkO853jvMXAN5vMU81jGUUctI2IxfOiVjrIbjZ3z+6BB4xzOqbyvcnMzsWzZd9VrySuvXogffnwFO7YvBtca42ApQNOn9xgL9wCj2aM4RYicCb3xeuC6y+dd41rCOG2HD++1EcoyOhEUGIbTT7/e8rw+xGiuMc71zVfXXq6NzoRneK62bvvTuubwHPJ6JyuuQzzHPNc6AE3TwPWrRYto3SRHISAEGhMB8VUICAEbAsY1Ts+gTdM0h88KLMcyemCagWkeGRhnKN76NUo2qUUh5q0rwq8iPENcEhoZgY69ByK5ex+l15Xl5aAYijLTYKQ4REhomMFyMpp/7Ch2b1570lCPsW1rl+FYTpayR25Gj0lMUua5YqRATPaBdGVRPz9/9DntLPQaOsqUT3GT7oNHWt6DmEVKigvzsOTX7y3M1RvLTY3Vg4Gb6kdccJlD8QDOjfm5R7Dmz9/w7Vv/xAu3XYZHLh+J1++biJ8+ewv7d21FRXmZ0lNy6jV8tFOhHmXFE8bo+HYmjvTnaPZBbFz6h6X//1p9+u7dl7Bszo9Wro7e2bLJ4NBwDD7rIrc2vfM6uuSme+FsozbHn7Z7G2ZN/gD/ffRWKx8y+vTFR7Bs9gzQX/pNH+wDBUjGXn8HYhOT7bOcplme9SKj4xyWKyspwe5Na6ycdL+evn4MvnrjWWxctgDFBebfhemNxbXvAG6+Rx39a9elJ8bd/AAc3aO5J4RneI/XkQvKZikecOTQQZu8wKBgJHb0zntSNtxr6BngeWfcGEqKi7Bvx2Ys+vk763XN+23e95Os57CkyLFgs6Zp6NhrAIafX//vlY3+uxunyIaqDsVDWsW0UWV51dbLMn8PP3+8w/mA9+yRrEws/OkbfPDsfdb7mvfPt/99AVtWLjLdPxR4G3DGeWgWUPt3aJ4MtNRyjRzcn4oDqburA9dnVVu0G8vp8cMHM1TFHdp4nii8YyxQVVWFgrxcbF21xDon8jpm4HXNeZLzpbG8Mc62+o8c4/Z8SJGznkPU6y7b57pAQZc/ZkyuPpePWNaxD569D7QdSkt1+DkiKCQcZ1/xF6+JmtAfp8GSeSB1l3Jd9UQIy5n4oKUrqzANBWoYdzVQkDBY8UzIZ6YtqxY7bOb8a2/HgFHngfe4qlCV5drhMx2fN7hO8X7jeeL69dNn/7XOheVlpaqqVlvr+ERwXeT6aDV4+CMkNAJd+g12+XcqZaUl2LNlvbI3rqPOhGe4Tu9cvxJT3325+vmK4+V1yWuW166x4fjkzlahHaPNnfjoyyaic59ByrGR/+GMNOtzC/nrz3v6OeAzDtcoR+dA0zR0snzmcCbO6I6vUlYIeJvABqcCNAtQueFt61rA31MZA+8NBtrokx7nUQ/MY1zPZ5yBaT0Y04xrmmbtT8/nUdPMNtolCAEhIASEgBAQAkJACDRBAjIkISAEhIAQEAJCQAgIASEgBISAEBACQqDpE5ARCoEmSsCviY5LhnUKEKDQQHJSf9OXkjn0o7mZ2LhxNqPKsGPHUhw9mqnMaxPf1e0NraqGRo64Fl26nObwiz3c9P3Fl3/Dl5Mfwtq1v+JYXpa1GYpd/D73Q6ugyaxZbyE/P8dq5w8/Pz8EB0cw6nHwVb88HpCXK1I05ayzbgOFMlRN8wtg3AD83ns3WM/dshVTrUJBLMtzuMFy3c2Y8aJVVGXlyungBn/m2YegwDC3Nk/7ql/241Kl+UUcigF8+NGtWLVqhqkIhXwWLpqEjz66zSq6wi/i2Bfipvi+fc5FUvIA+6xapXnOfvn1dev99uefX4D3HxvMykoFzy2FDX788RUcOXKAZlPgPdm16wj07HmWKU9loFhA587DLfOWefmtvrbev9F6bS1f/h1SU9bYNLNz5zIsWjQZn3x2Fz7+5K/YuWsFWM+m0IlESEgLdOw46ESq5sOoM25AUvu+DueszIO78M03T+Ljj/9q9cHoG/368adX8PY712H9+lmgSI2qx/g2XTF8+ARVVq1tFDvo2eMsJVveh0uXfYf5LgjPcG3p0eNM8Jqzd6q4OA9z532Et9+daBW+2Lx5XvXczbK8fvTz8+23T1nnBtX13DwgCN27n8kq9Roy0reisMBWGItfsI1P6O4VP0JDIsCx6Y1x7BS8mTr1Wbz51gR8ZznyuuY8SdEEzpVk+fMvr9lw1Ovrx5iYJPTufbaetDn+8svrViErilnpYffuVTZl9MSxY1mmsnodtqOX04+Nad4NC2sFriu672RfUHDUKvDz40+vgoHPGtk5aZY5oxK5uQexfdtCvXitjxQHGzLkcuV9wzXAVeEZOtKvz3loGRHDqE3gXLdlywK89d9rMGXKM1YBKN5zeiHO5xwj8z744BZwrWYdPV8/apqGdpa5jsJCuk119GUb56mRp1/nUCSPc9Uff3xmue+uwew571avJVxvOUd/M+Up67pnv4YEBoXC3z+gVkMfOuQyqESo9Ea5nurrLp93jWsJ47S9a3nGcjYv8BmNz2q8R/V2nR19ee09a/QtSIjvoXSf1y+vYwrifffd38E1h+eQhcmKAkxvvnUNFi+ebCMmxPUrMDCUxSQIASEgBISAEGjUBDTNVrCVz7iaZrtBhzYG+4HqNh75PMp8xvVQvOVrFG/8jGZTmLuuEDNX5JvsYhACvk6Awhlnjb8e4ZGtla4W5OchZfM6ZZ7RGBPfHgGBgUZTdZwbhZ0JI1QXrKNI5r7dypa5ib1VXIIyzxUjN/0umTUVpSXFyuJhEZE47fzxNnnkPfy88QgODbexM8Fn+S0rFlk39TLtCyE2MRlnXDwBQSFmf+kfz+uSmdPwyl1X45s3n8fqBbNAURDmkc/Cn6dYxVa+fP0ZcNM57faheWAQhpx9CVq3aWuf5Vaac3V2ZjpmfPwGXrztckx67Sks/Plbq08r5/6Cae+/ahXEmfSvpxz6wg7j2nVA72Fm0SDmGYMeH3P1TejYs7/Dd6MZqTvxv5cexVuP3IJ50yZZxXj0uttWL8G0D16z+jv7m49RVJCnZ9kc49p3wMU33WNjqynBDe2spyrHa40iKh88ey8++Pu9Vk4UCWJZntN1i37HpH89idcf+Aso7lKpEFnXNM26+X7oOZewmlcDr7vLb38EjvznNfb9e69affNqxy42lp6yHVWGPwChWX7/lpDc1cXazotRdKFFq2ibQhQBWjLze7x273V4+/Hb8eNnb1qva95vs776wHoOX7vvemxcvsDyfr3Cpq6eCAwKRvcBw/RkozjmZmcpx+Pv74+IKFtG3h4Q5+qzLp8IzuOqtnmv8p596a9X4Kf/vQ3eTyzH+2f1HzPxv5cfq75/KipOnpOg0DDwHLNsfQfe4x899wDeePD/qkNm6i6lG7Qby+lxzqPKCi4aKVRGbi/fcSU+e+kR65zI65iB1zXnyfeevts6T3JOVzUbGROLfiPPVmUpbRS6oMiZn5+/Mj/7YAamvf8v6/rw66T3qs8lC/O80sb76/v3Xqle35hnDBSLGnv9X2u9jhnbdBbnuSxSiIMFWNbTuHYdnVW1yeN1HmtZ82yMdomA5oGgQI2d2WmyfddesL/OOWdy7nRUkcJ8w88fBz6bqcro99w/bx1vfd7gOsX7jWXJg+s917P3n7kHe7asg6PrJ86ynl5y070ORaXYXk0hPLKVzXMR++K1TVGc7959CQwr5v4MCmhVWtbPo4cPYtPyP03NUuil+6ARDp8fOA6u07xv2V5u9iFrGxwvr0uK/P3w8X+QdyTHaucPXuch4RGMuh14PfQ5bTR4zu0rk//ML9/Hq/dMAJ9byF/3h2Xp0zzLMw7XqM8t8x+fAcmFecbAZ77ew0cbTRIXAj5FYMOeEnwx55jSJ+0ABWj+a51f+L7IGHi9M9DGozEYGzPm085yPOrBmGZc02zfZbGcptm+86JNghAQAnVPQHoQAkJACAgBISAEhIAQEAJCQAgIASEgBJo+ARmhEBACQkAICAEhIASEgHcI+HmnGWlFCNQ/gd69x6BVq0RTx1VVldi/byP0zZmmAhYD81JS14JfFrIkbf5z83yXLiNsbO4muBm2V69zwM2f9nX5ZQQKcXzzzeNIT9tin22TXrX6B3w/7XkcPrzXxu5pwlf98nQ8dVFvyJDLEB2t/uujVgGLpVPADcDc5O6sf15jM2e9hV9n/gcFBUeVRcPDWmPI0CuUefZGX/XL3k/7NK93ig6QGZnY5xvTZPrd1GeQkrLG+oWfE3nVh/DwaAwacHF1urYR3lfTp79oFX9y1taGjXPwzbdP4NDBPcpiwcEtMHjQOGWevbFHj1EICYmwN1vmokps2vS7S9eWXpkCOV9//ai1Hjnrdv2oaX6Id1FUJCl5AHr2HA0//2Z69eoj2961azk+//w+7N6zstquivAcU+RiieU+4f1iX4aiBj17nAnORfZ5tUmPu/Qx9Op1Lvz8zI819GPpsm9dEp6hD926nY7IyHhGbUJpWTEWLPgfliz52sbuKEFWU7//B7IOpSiLREW1tQqUKTPryEihjiNH0m1aD2jWHK0tvtgYvZCgABFFLr744n5wzXPWJAVDfvn5NXAOUJULDAxDctJAVVad2hrvvFuBrVv/tIpBzZjxItatm2kNP/38L7zzzkR8/fVjWLFyOihE4w2AFJ4ZPuxKB888FVYxwBk/vOxSV4GBIWjbrjc0zfZerqqqwrZtCzH1+2edPt/pnfBa4rrDeZVzmG7XjyGWeTspuf6vKb3/2h4p4hUb00HZTH7eYcya9V9Q1E1Z4ISRjLiGrF79o0OhvBNFXT5ERydZ1sPxNiJUemWew4z0rdb1lPe8bnd0ZBkKVh1yMIdGW57VeI86qm+0+/LayzXH0drFc8PrmOfKOB77+Lz5n2DmrDfBc2+fJ2khIASEgBAQAo2MgNVdPjdYI4YftGmaebOOoYj1PQLLMdDOI4MxznTxlq9QvEktPDNvbSFmrShgFQlCoFER4CbTq+5+Eh17D4CmaSbfee2nbFnrksBDeKvWpo3GbJBt5BzKZLTBQi4FDMrLTP1rmobWseZ3OaaCTgyLfpkKCohwnKpi7bv1BjcX63kUKolv30lP2hwP7kvB71O/sLE1dOLM8dciKk7NiButKRbwwydvQN8A7sjfzSsWgmIMB1J3K4vEJLQDN54rM10w8vc13Nj9n4duxNJZ05zWqMkX3hfJ3fs5bUPP7DV0FPqfcR78mjXTTdVH+rR9zVK899Rd2L5uRbXdUWTu1M8x5e0XleIGmqYhuXtfm2vJUTu0UxCmS7/Byvu6wnIvrJr3Kz549j7s27GZxR2G3OxD+PSfD2Hdn7Mt76FPCmjoFYJCwrEYNkwAABAASURBVDHgzPP0pFeOsYnJuPaBZ9EmSS2gcCQrEw0pPMNBpu3ehpLiIkarA+fAtp26V6e9FaFo07dvvwCKKvF8OGqXeZNefRLrF6rPFevFJ3e2zPeN570W55jKinK6bgqORGFMBT00nHnptWjTXn0NHss5DAo+8J511jzPCe+f5bNnoLys1FnRJp9XZXlHm7J1PT545l6Qm7M1g/PSh8/eh10bVlmf0+3hUNSE4ib2dlWa88lp51+B5oFBpuwqi0/7d27B/158FBT2MBWwM7DMpNeeRuZe9e/7Ytslg0I3dtXqJLll1WKliJq/vz/ik9TPGCpHKJwW1qKlKsvG5o44HOfBVnGJNvWZKCrMt4rCMG4fuO46EuZjWYq3cH3ktcO0s8Dr5/2n78bKuT+D6519WU3TkNyjL864ZIJ9lkdpikttXPpHtQjfyrm/WPr+BVPffRmv3n0NPnvhYSz+9XurEI2xAzLtP/JcpdALnx/4TPPZi4/UuE4v/W06Jr/xdxxKSzU271G897BRiIo1izJSZHHOt5/gjxmTXWqXzzxf/usZh/dKdHw79BhUq+/TuOSHFBICnhLYmEIBmlx19YwFqNxwXICG6wh/j6gHphmY5lEV2CjtPDoKxnzGNU39Tot5jtoQuxAQAkJACAgBISAEhIAQEAJCoAkQkCEIASEgBISAEBACQkAICAEhIASEgBAQAo2UgJ/rfktJIeBbBNq17YWAgCCTU8XF+UhJXWOy2xtSU1ajsOiYvRma5oekpP61Ekfo3mMUWrUyf7GHne3buw4//vgKKNLAdE1hr6X8nDnvOtyUX1N9Y76v+mX0sSHjCYk90KXLcDjaBLx02XeYO+9Dt1zkpv8/FnyG4pJ8Uz1N05CQ0B0D+l9kyjMafNUvo4+qOL8sk5q6FhThUeWrbCUlhfht9ttKwQ5N09CufV907jREVdUtGzdy877i/eVKxaysVHw//XnkZKcpi8fFdcKgQc4FaBLiuyExsRc0TTO1QSGchQu/NNldMbAe66vKhoVGIil5gCrLxtaz+yiEhbWysTGhn8NplrHz3NDmSpg//2Ps2LFE+aXiiIhYdO12uivNuFTmooseQs+eZzm5byk886lLbbFQTEwH5dpyMHM3lq+YxiIuB143a9f9AgrX2FcKCgpFouX+t7fXdTrz4C6bTSaa5oe4uC5e7ZZfyNu8eR4oROTqdbNz1wosXfKNkpWmaYiKaudVH2tqLMFH14Oa/CZ7Cq44E2nZvWclVq6cXlNTLuWPOuP/MGTweCfCM3Pwg+WZx6XGLIXat++H0JBIS8z2f2FhLigEZmutObXYck0dPZJhKujn5482cZ1N9sZgCAwMQZfOw+DvH2Byt6S4AH9a1hJ3WHGN3rJlvmVeqDS1565h0MBL0FIh3sV2KMT1w0+vgvMi064EijTOnfu+8hnYz8/P+szGe9VZW41z7a3E1m1/uvX8xHO+YOEk5fOmMz7O8yRXCAgBISAEhEDDENA0zaZjfi7VNPMmHdr1gnpcP9Kux3nUw3Hhmf8x2xTmri3EzJUFJrsYhICvExhy9kW45+UP0WvoGfCzfNZR+ZubcwhLZ/+gyjLZWraOMdlooHBAwdEcRhssZB9MR3m5IwED83stdx2d8+1nyk3gbCegeSAGj74Q3ADfrf8w9B1xDlRCJYX5xzB/+pemzclso6FCuy490aFnf2h+5l8HFhfmYfY3n1g3WLvq38G0FMyZ8ikoKGFfh0y69PXs3S3n6t0b12DK2y/UKIKj90tfVs77CaUlxbqp+qhpGmIS2lennUUGnXUBQlu0NBXRfZr8xrMu+8RGKIwzd+oXIF+mjYHXUp/TRoOb9I12VbznkJEICgk3ZXFD+/pFv2Pqe6+Y8pwZpn/8BvbtUP9BhNi2yehj8ctZfVfzeJ9cdffjiGuvFs49kpWJ6R+85pIglqt9elIuddsmFOTa/uGAsIiWaNu5hyfNOaxD8RKKO/G6cFjILsPZuQoKDbfMRUl2NWqTrNu6eUeyUVlRoewkrGWk0u4NI++xboNOA0VO7NsrLsi3iqes+fM3+yyHaQoHbVg81/IOTT0WhxWbUAYFW6a9/xo497oyLIrTLP1tBgqO2d5net3I6DageIeednQcfv44tIpro8ymT1Pefslln9jIvh2b8eukd5UiYXyW6j5oBLh2smxdh/SU7aiqrDR1Q+EXCsCYMhQGlgsODVPk2JoioqJdFgvhPMj5EHb/jlnu5+1rl9tZjydHjL0cce3U8z7nwWnv/wvuzINslesc17vKSvN91yygOXoPPdOla4htOQpsm4JfX77+tMO1nkIsS2Z+b2qiz3BL//FmkR4WTNm8zq1nmj2b1+Ln/72tvC7Znqshrl1HBCiEmg6k7ALFFl1th+V4rzt6zuI1V1/3CX2RIAQ8IbAxpRRfzM5VV7UK0LxlWdcrwWd+/n5VD0wzMM2jo8CGjXlMGwPz9DTjmmZ+t6VpZpteR45CQAgIASEgBLxPQFoUAkJACAgBISAEhIAQEAJCQAgIASEgBJo+ARmhEBACQkAICAHvEDB/29Q77UorQqBOCXCjadu2PaFpmqmfrKy92LJlgclub+BGd26EtbczHRERCwq1MO5J6NRxqHIjdkHBUaxYOcNl4Rm9b/q6bt0sVFSY/7KrXsaVo6/65Yrv9VGmX5/z0KKFeYMFvwyyZ88qUFDDEz9Wr/4R69bORKXirzsGBYaha9cRTpv1Vb+cOm3JLMjPxvLlU9y+3rOyUi33yXTlBurQkAh06eKcl6Vrp/8pBEKRC95XTgvaZdKvlaumK8UxmjcPRqcOg+xq2CbbJ/VHWJj5y9Tl5aXYtHkusnPSbCu4mGK9jIxt1i9G2Vfx82uG5gFB9mabdFSrRCRZfNM08yNBXl4WFi35yu1zyA7Wr5+JgkLzl4qbNWuOdok9WaTWYez596JP73Ph728WYSDXpcu+tdy3rgvP0CHek/yCMePGcPjwXmPS5fi69bOQk73fVJ4+x0Qnm+xKgxeN6elbLOezwKbFli1j4YpIkU0lJwmKfVD0w0kRZZYjViwcHt4aFJFgvD5CY513PWXvCdPTTrsGw4ZeCYqh2NfnF7Y3bpzjlvAM2+D9xzmCcWMoLDxqFbQy2lyJc96mIGFVVaWpeMuW8fV6TZkc8NDQu/cYtLLM2/bVq6qqsHvPSqxa7dqGUmN9ZyJmxnLO4lxLOljWQT/FZsaiomNYuHiyW8Izel9cq7lmc+3WbfqRz2y8V/W06tjesr41trX3SE4GFi2arBqOU9tqy/Pm9m2LLM8D5uvdaUXJFAJCQAgIASHgwwT4jKNpthtxaGPQ3dbjxiM3CDGfNj0Ub5mM4k1q4Znf1xRilgjPEJmEhiZQQ/+xicnof8a5OP/a23HrM2/gmU9/wuV3PIqYxCRomvk9OZsrLyu1Covs3riayRqDv38zZZmKigrk5R5R5tWXkZvYK8rV78c1f/X43fGNG2yXzJqqFDJhO9z4zg3ww84fj/DIKJpsQmV5OVbP/xXrFv1uY2/oRM8hpyMisrXJDetn96V/YtnsGaa8mgybli/Arg2rLZ8/qkxFI2PiPBIxOZKVid+++djhxm9TRycM3Eidlb7vRMr2EBYRWeOmdIoJte3UQ3kPeeoTvSDXlXN/Aa8Lpo0h1nLPcpO+0WYfp18JHbvbm63pg/tS8PvUL6xxd37wHlq7cA5KiotM1YJDwtChRz+T3V1DrGWeuuyvDyGxU3eHTGsrPPPhP+7HI5ePVIap777sssuHD+w3CVZQHCgh2XtC3Tz/G5bMc1toh+dq2+ol4BxuP6CAgOaISWhnb/bZ9LGj2ShVXHN0WLP8ToIiMYx7OwwYdb7y/uez4Y71K7D0t+lud8n77tB+z35P4HZnPlah0CquNsl0z9TkJtcLir2oygWGhNR4LVOcpnPfwfDz8zc14alPbGjb2mVY8MNXUImXtYyKwaDRY1mszkPa7m3KOTksoqXLQlhtkjrBXmSJ83yVnagN7zU+M7oyqKSuvcH50FiW987+HVuU6zTb7n3aaFAQxliH8bLSEiyZNd3teZB1GZyJcbWOTwQFYFjO05CTeQDzp3/lUfWuA4Ypx0yBvsUzpylZOeuI1+Wqeb+iwsHzrrO6el5QaBj8/c33y8H0VL2IW8eVFn+yMszPWbzm4hyIDbnVgRQWAnVMYGNqKT6fc0zdS8afqNrwlvUzDec4vkvSA9MMTPNoH9gg83jUA8vocf1otDGuaYZ3XCcKaZrZdiJLDkJACAgBISAEhIAQEAJCQAgIASEgBIRAYycg/gsBISAEhIAQEAJCQAgIASEgBBopAfNO80Y6EHH71CKQnNQfoaHmv2ZKcY/9+ze5DCMldQ0oUGBfgRufKdRib3cl3aXLaYiKamsqyi8TpKSsxrbtC015rhiWLv3Go027etu+6pfuX0MfuXk+IYFfiDZPiwWFR7Hag83cxjFxQ/BhhQAFy7SJ74rOnYYwagq+6pfJUTtDVVUldu9ZBW4at8tyKblm7c84dDDFVJZfRm7brrdS7MBU2IEh88BOLF8xzUGuczPrsb6qVGxcR1AYS5VHW3TrduDcwrgx5OcfQcoe1zYAGesZ47y2KhTiVOyPYg7GsvbxDh0HI7xFtL0ZPIc7dy5DasoaU54rBp77AxnblUVbtW5bq3PIRs85+zb073+hkinndU+EZ9iuo0DhI0d5zuwlJYXIzk4Dz09hYS4OHUrBzp1LsWrVDKxe86OzqnWSt3v3SuTlZ9u0HRzcAvFtutrYPE3wuqEARlaW+19kJauDB3cru+aXZQMCQ5R53jY25nk3xfJc4wl7dxkOHXIZRo68FoFBoaaqlZUV8ER4xtSQwRAQEOyxUMwhy7VYWlqEkpICq8jXvv0bsX79b1iy5GsczjZ/adrQrU9G27frg+bNg02+8VmFol+mDBcMFDGjCBrnTheKK4tQtDEiItaUV0VRHMu8s3nzPFOeqwZHay+fCfjsxnvWUVuNbe2trCjH1m0LPX7mX7XmJxw7dsgRDrELASHgJgEpLgSEQP0R4DODfW+0aZpm+WxqFjbQy7IM4/rRGKeNG4F4LN78JYo3fc5sU5i7phC/rbIV6DQVEoMQ8BKBIWdfhFe/X+RxePDNSbjmvr/jrMsnghuxwyIioWmaQ+8oWrDi958w51vXhXnDWkYq26uqrERJYcPeKwV5x1BeWqL0j8IZHXsPVOa5Y6SQCQUfOHfY1+PGd4oZdOk7WMk9Zet6zHaDtX37dZXu0L0f/Jo1MzWfm52F5b//aLK7ati6ZjGKC/NNxQODghGf1Nlkd2bg9bVj3XLs27HZWTGHeXu3bwTbsC8QENgcEa3NYvPGcj2GjERYiwijyRqvLC/H+sVzPfaJjSz97QdkH8pg1CZwc35St942NvtEpz6DEBLewt4M3tf0i8IppkwXDGsWzIKqrubnh9i2tRPKjoiKwbhb7kdx0OWZAAAQAElEQVRStz7Ke+RIViZqKzzjwhDdKnIgdRcqDJv8NU1DfLJ716+zDo/mHMa6RXOdFXGYt3/3NhTl55nyea6aNQ802X3VcPx5TC2UGxQcYhUqqgvfO/Toa3l3GWxqOj/3KCjuYMpwwcB7Z92iOdb70IXiTarIvu2bLNfy7x6NKXXbRlCAxL4yxU2CQ8PtzTbpPsPPRGR0nI2NCa7TO9au8NgntsE1P33P8d9hMa0H3mNtO/cABVV0W10dU7dtQt5R29/XsC+yiWvfkVGngeI8sYnmuTsjdSfKykpt6rLNhA41i2tx3HFJHU3zOIV60hS82EmPwSPQKqYNo6ZAgZ350yaZ7K4aKMa1ev5MyzOHeT7kekoBGFfbsi/HZ4ddm1a5LarEdnoMGoHo+HaM2gRemxToo/CSTYaLiT9++AqZ+82/H3exusNiYS1aOsxzlkH+hzP2o9yyVhbk5SJz3x5sXbUES2dNw7LfZjirKnlCwGcIbEopwf9mH4Pl11Vmnw4sROX6N3H8eaXKemScgfczA+MMjNsH2tmo0c60MTBPTzOuaeZ3XZpmtul15CgEhIAQEAJCQAgIASHgPQLSkhAQAkJACAgBISAEhIAQEAJCQAgIASHQ9AnICIWAEPAOAbPKgnfalVaEQJ0SoDAMRRXsO8nLP4xtOxbZmx2mKfhA4QdVgejo9ujRY5Qqy6mtffu+CA42f1mutLQQu/esdFrXWSY35e/evQrclOqsnKM8X/XLkb/1be/YcTAiFJum6QcFNCikwbingRu7KeShOn8hQeFo1079V0V91a+aOBQWHrNunq6pnLP81L3rUKEQVAkPiwK5OKvrKK+0rBibt8x3lO2Sfdfu5Sgvt/3SJitSEKt9u76MKsMWS78UHKHwCAVIKETCdg4d3IX0jG3KOq4a8/OyLazKXS1uU65d295oHhBkY2OioDAXO3YsZtTjsHffBnDuKi7Os4quUHxr4aLJmD/vE4/bZMXRo2/BkCGXK4Vn2N/ixV9h/nzXN1axzZpCvBORqJrqfj/tObzw4hi89vo4vP/BTfj6myfw68w3PRZnQi3+kU/WIVthGK6nbeK8s6miuDgfe/et99jDvLzDlmvZ/FfM/fyaKa9TjztyUpHziy+uB05ctmaVlZXUei6xNlTDj4EDL8GoM29EUGCYqSTn7HXrZ+GHH18x5dXGEB7eCl27jvSoiZUrp+OVVy+yhnfemYj//e9ei38vY9XqH6zzk0eNNlClqFaJiG+j3iCQRWGrXSs89mzrlgXIzT3ocf3kpAHgXGLfQElJvmWuW2pvdjvt6JmgZcs4dOky3GF7Wxrd2nsUu1NWORxPTRnpaVuwf/9m8AvMNZWVfCEgBISAEBACvkRA0zQbd7iWaZrtxhvaGPSCetx4tN/0w7JFFJ7Z/AWjpvD76gLMEuEZExcxNA0CxQX5+PPHbzDj4zeaxoDqcRRzvv0M2QfSlT0GhYSCG53tM4/lHMaCH74GN+ja5zVkmhujo9okmFzg3Ll326ZaCaus/XMOsjPTUVZSgtzsQ0jZtgEr5v6MHz55E5tXuCfAX1SYj10bV9NPj8LRw4cs72vLTHUDg0PRspVZdFsvGBgcgqTufaH5+emm6mPukcNuj6O68okIhSpSt25UfkaLbdcB7br0PFHSfGjfpRcoxmyfQwGXDUv/sDe7nOY1uveEEAQ3kaen7LCK7Mya/AEWWOYMlxuyK0iWV931ODr0GmASLGDRwxlpPic8Q7/279qKIst8ybgeIqKiwXsHXviXuXcX2IcnTVGMifeGqm5gULDKLLYTBCjIkdih24mU7eHgvt3YtnaZrdGNFO8/3oduVGn0RSkcs2eL5+/8cw5lgG3Yg2gWEIDWbRLtzTbpTr0HKtddip9RBM2msAeJPZvWwihApTdBIRUKqujpujpynchI2WlqXtM0tGnbwWS3N8Qnd0JweLiNmaxTNq9DUf4xGzsTrduY/3gO7cbQtf9QtIiMMpqs8fwjOdi5Xv09B65ZQZY111rQ8IOCadvXeH6/6U1RLO/A3j160ubYuk07dOs/zMbmaqK0tMTjObpDz/4IDmth6orr7I71y012Vw3W+utWoLK83NUqLpVL7NjNY06T//13PHH1aPzjhgvx7wf+gs9eegTTP/p3reZSl5yWQkLAiwQ2p5bg8znHLM/likYPLETV+jcteVXWwHdLeuDnJvvAFmjjkYFleWQw2pnWg9HOuKbZvvNiOU3TeJAgBE4lAjJWISAEhIAQEAJCQAgIASEgBISAEBACQqDpE5ARCgEhIASEgBAQAkJACDRSAuZvVDbSgYjbpw4BCsJQGEY14kOHUpGetkWVpbSlZ2xDWtom65cI7AsEBYUhOWmAvbnGdFRkAvhXUO0L5uVnY9s29750bd/GfouvRcXmvyZqX06V9lW/VL42hC0hoQcCA0NNXVOsZNduzzdzGxvkZuKCwqNGkzXu598McW06WeP2P3zPL3sP1emcnHTs2LFEnemiNcNyfxYXF5hK8zyRiynDBUNBXjb27FZ/OdKF6tYiaelbUVRk/tImN91Ht25nLaP6QQEjCo5QeIQCJBQiefGl8/DNlKdUxevNFh2dpOzrSE4G6LMy00XjkiVf45VXL8Sr/7rEKroyZcozmD//Y2zd9qfHog+jR9+E4cOuBHnbu0FhlWXLpmDBn5/bZ7mc5lxNAQ37CmHhrXH22X9FQmIP+6xGlz6QuRMUPjI6Hh2TZJkDQ4wmj+Kc43bX4h4rLilUrsk83yqxE4+crKFSgo+uBzW4DYp+UYCkpnK1yafwzFmjb4bqXPC+Wb9hNn7++TWPuziWfxgU67NvwN8/AIMGX4qhQy6zzzql0rFxHRGkEDgk+/R0159/VdAokpeZuUuVVaMtIb4bIi3Pv6qCR45mYuPGuaost2yOngmaNw9BXJxakIcdcB3zxbW3VVQi3TOF7Oz9SE1ZY7K7Y9ifthll5SXuVJGyQkAICAEhIAQcEKh7Mzfc2PdCm6Zpys8FelmWYVw/Mq4H2rjxh8eiTZNQ4kB4Zs6aAvy2ulCvJkch0GQIVFZWIH3PDkz+9zOY9dWHTWZc9TmQg2kpWDJrKkpLil3qlhurV82f6ZMbcOOTuyAoNMw0Dm5MT92+0WR31/DWI7fgyWvPxgu3XYb3nrwTU999Gctmz3B7I3d+7hFsX+v5Ru28I9morKhw13042mDPhg6k7qqVOA/bYKC4C3kzbgyhLVqCG8GNNj2e3L0vWkbH6EmbI0UKKFZgY3QzQVGqJ68527qJ/M2HbrLMF3/HvGmTsG21Z+/zKTwz8eF/olOfQQ6FZ3789D8+eY9sWbUYudlZNgSDLfdM207dbWyeJCrKy5C5Ty2W4Ep7FCCguJOqbGh4hMosthME4hWCHMziOdm3s3bv0Hj/8T5ke6dKoKAd5zJPx1uQdwzlpe6/q+J92CpO/Q4t5+ABUATNU5/0ehSHshegYl7zoBAkJHdltM4Dn9tU60RkTCw69h7otP92nXsi0E70hedr9+a1OJp1yFTXFXEtVZtsiM9HvP4Ztw9kpRRyO5wFCjbZl/ck7UgoKDgsDIkeztkFx3KR6UDUpiYfW7dJhEok7tiRw9i4bEFN1Z3mUySusCDPaRlHmXk5h5WCSi1atcYFE+90InznqEWxC4GmQ2DzCQGayqoq86AyF6Fy/X+gv0/iUQ98v8TAtPHIuB6YpzfKOO16Wj8abYxrmvrdF/P0OnIUAkJACAgBISAEhIAQEAJCQAh4l4C0JgSEgBAQAkJACAgBISAEhIAQEAJCQAg0fQLeGaGfd5qRVoRA/RGgIAyFYex79FQkZN/+TSgrM3+RXNP8kJTUH1Gt1F9ss+9fT0e2StCjNsfc3IMeiy3oDVHMo6DgiJ506+irfrk1iDos7Eicp7g4DwcPerYZ295dbiY+evSgvdmajoiIVQo/+KpfVqcd/OAXYg5lpTjIdd3s6HqnuBO5uN7SyZI5RzPADfYnLe7HeB7zHdyHrVq1db/BBqzRocMghAS3MHngrXNoariWhlFn/B+GDL68zoRn6F66E5GvmJhkXH/tv3Dllf9A505DWLxRhowD200CSuFhUejYcXCtx5Ofl12rtY71KyrKa+1HbRrg/MJ5xr6Nhl4P7P2xTxcVHwNF9ezt3kr36zcWZ466EcGKOaOiogy1FZ6hn5xfjxw5wKgpUPDm3HPvxM03v4dBAy9VrpmmSk3MEBPTEc2bm/+yNTc6Zh1OrfVo2QbPpbsNtYpKQHCQeTMj2zl0cDcPtQ7Ongk4N9e6g3psICl5AMJCI009cu3Nzkk32asNLkb43Mr5ysXiUkwICAEhIASEQIMS0DStun+uhQyaZt58Q7teUI/rR9oZNwbaijdPQsmWSYyawuzVBZi9SoRnTGDE0KgJlJWUYOf6lfjytWfw5sM3Yfu6FY16PA3t/KJfplqFODi3OPOF+Slb1mP+dPV846xufeRFxcVb3qMFmLoqyj8GiquYMhrIcCw7CxTaqO/uYxKS0DzI/DmbAhW1EQ0xjoOcydtoYzygeSDi2ndk1BRaxyciKDTcZC8vL8PB/bX//G9quBaGwOAQXPfAs+jUeyA07eS6rjd5OCMNvio8o/tIIRHey3rav1kA2iSp/1iAXsaVY3l5ObIPevA539C46toxZEvUAYE27ToiUHFvc62kgIaDai6beR/yfnS5QiMvWFhwzPqMUd/D4FwYEqp+55i5zzvvHClAlX/U/Ht3iorEte9QL0Pev3sbVPd6cFgLtO3YDc7+xVvmKvpqLHPsSLb1fB1K32sS9Ayy8KQwnbG8fbx9l14mURWK46RuU4vWUSQovFVr+2as6exD6XAkWGMt4MYPR0JBzSxzNp933Giquii5s91qgxuRqDYJytJHDx+s9TONo+tS2aGdce/2TSjMV/8hI17Ttz7zBiY+/AK69R9mV1OSQuDUILA5tQRfzD6GSoX+DA4sAja8CV08hs+HjDMwzmCMM81Acjwyj3EGphkYNwajjXFNM78D0zTzM7WxDYkLASEgBIRAEyIgQxECQkAICAEhIASEgBAQAkJACAgBISAEmj4BGaEQEAJCQAgIgUZKwK+R+i1un6IEKASTlNQfmma+dPOOZWHP7pVuk9m4cTZyctKU9SgI0r3HKGWeysjNpCphHH5x4KgD0RFVO85sR49kOMtW5vmqX0pnG8gYHqH+S6IFBUexb5/6C3WeuJqTs19ZLbB5CNrEm79E6Kt+KQdxwsiN60c8uE5PVLc55OUftknriZaR8XrU5WNVVSVystX3usuNnCjoqJ2w0JbgPHWiWJ0eEizXy+jRt+DmG9/BBRfc75EQQ1hoKwQohAwqK8uRl2f7F1/rdDAuNJ6cNADDhl7pcJx7UlZhwZ+fu9CS8yI7d63AgYztDgsFBoage7czMGHCy3jk4R9x/XWvYciQ8WgRHu2wjq9lUODDfk0KDAxFQkKPA3zZGAAAEABJREFUWrvKObPWjTRwA41x3iWyvNxDPNRJaNUqAWedeRNCLXOcqoPMzJ34+efXVFlu23btXo7y8lJlPYoCce7jnPfg36bj9ts+xjln3wbalBWamJEiUf7+5k2DJWWFyPXC+T98eC9KS4vcphYV1R7NApqb6vF5INfyfG7K8NDgSIAxPEy9ucHDbpxW47VW27W3hcXf5pbnPvuOvLX28rm1KczF9nwkLQSEgBAQAqcGAU0zb7qpMvxFaj1uPDKuB270Ybx40xeg+IyK2pzVhWBQ5YlNCNgT8NU0r3MKdXBT8calf2D6h6/juZsvxkfPPYBNyxdA/nmHwJxvP0P2AefCEbk5hzBv+pe13mTsHY/NrUS0Ur+vKsrPR8rW9eYKDWQpyMttkJ5bRseCm9btOy8vK0NW+j57s0dpci4uKjDV1TQNrWLiTHYaWkW3sfjVjFGbUF5SguyD3nm/bdOwhwlN03DV3U+iS/+h4Dsb+2Yo9LH0t2nYtnaZfZZPpdNTdoDCCkanYhOT0bpNW6PJ7XhZSTEKco+6Xe9UqsD1rLLc+0LkFMKgiJA9y5LiQhzNqv071EPpqSgtdv8dmr0/jSVdnG+ew+rD95j49ggIDDR1VVFeZjmPB012Tw35uTnKqi1a1s87x90bV1vmdvPv/ilSltChi9I3Gin60irO9g/o8J6ioBbzszL2obzM9j0717zYtknMVoaOvQciMibWlJefewR7tqwz2WmItKxlQSEhjNqEqspKHM5Q/07cpqCLid2b16Iw/5iytKPnHWVhgzE327P5gJyCQ8zCSOSfcyjT0IPn0ZxD5mvClda45qbv3uqwKEXjeg8bhRuf/Bf+8cVMUIxmxAWXIyJK/T0Jhw1JhhBoxAQ27y3F57NzYZmmbEbBRNWBRaha/4ZVvEt/x8QjA+9xBmOcaQbWZWAej3ow5qlszNc087swlmUejxKEgBAQAkJACAgBISAEhIAQEAJCQAgIAe8RkJaEgBAQAkJACAgBISAEhIAQEAJCwDUCZgUP1+pJKSHQIASSOwxCeHj1l72qfeAv3vfv34RsByIy1QUVkZKSQqSnb0VVVaUpt1mz5ujUcajJ7sjgbDOpow2zjtpyZM8rOGLxVfWneBzVAHzVL8ce129OYGAIAgIClZ0WFh5V2j015uUdBjdj29fnJmSeJ6PdV/0y+qiK84ufeXmefWHPvr1juWoBFPJKiDeL9djXN6YrKytQ4KXzyetCOWdYriNHwhVGX9yJd+48DEOHXolx4x7HzTe9g/vvn4InHv8NN9/8Hk4feR0SEnuguUJAxpU+WkUlgl82tS9bzi/vHvHOFyTt2/YkHRgUhmFDr0BgUKjD6slJ/dGv31iH+e5krF37K2rauK9pGoKCwtGhw0Ccf969uPfer3HXnV/g4oseRudOQ9zprkHKZmbusKwlJ9c9bhCJi+1Ua188Ea6odadebKCxzrtEUFCYy4PXA+eIoUMuR5ji+UvvLNZy7YwadYOerNVx5crpOGC5PmtqhM9osbEdcdpp1+Cmm94FxWgmXPVPDBp4qUORqpra9PX8li3jlC6WFBd4RSgvPz8HZeUlyj6cGcPDouDvH2AqwrXEkVibqbALhqNH1etSUHAY2rXr7UILrhdp7Gsvn1NcH62UFAKNhoA4KgSEQBMhUGUQk9GHRJummTfb0G4sw7i9jWkGfYNP0abPUbzlSxY1hdmrCjF7dcNsnjU5I4ZTksC+HZuxesGsGkPKtg3gZli+y1KB0jTNak7bvQ0/fvYWlv423WfFT6yOeulHaHgLNGuufodbXFSItF2ON9p64sLBtBQs/PlbFBfkK6tTrGLprBngpnFlAR8whreKUnqR72CjvbJwPRhLGkjEoVW0g8/ZRQU4mqN+L+0JjrycbGU1R8IGjoQzSkuKcOyIWiRB2UEdG9skdULPISOVwjPsOiAwEINGX1BrERe2VZdh/84tyM+1/T1QaERLJHXrhdr8q6woR0lJcW2aaBJ1W7aKRmBwqHIsFGaiQJMysxZGR/e2t/rLs9yHFBeqhYuNqmpZab1fx1Y+jubC8rIyHD7gPSGunCz1O8fgsDAkd+9r9aWuf+zfudXyu+MKUzfORLBi2yYhJCzcpk5ZaQkoqEXjobRU5fMhxbWYrwptO3ZDcFgLU1a2hTefY00ZFkNgcAhUYk8Vlt/J2s+tluIe/y+xPOvlHVGvp46ed2rqLP+Y7dxfU3k939G8xnm/4Kh31uljlnb4OVfv053jirm/WNa1I06raJqG4NBwdO47GJfe/AAee+87PPzfr3DFnY+hW/9hTutKphBoCgS2nBCgqTj5q/KTw8pcgsp1/wbfMzHwXuRRD3qaR1VgOZX9ZAew/I7+5Pe9WFbTzO/ENM1sM7YhcSEgBISAEBACQkAINAECMgQhIASEgBAQAkJACAgBISAEhIAQEAJCoOkTkBEKASHQSAmI+EwjPXGnqtudOw1ViiyUlOQjJXW1x1h27lqOwsJjyvoxMUno3ftsZZ69kcIImp/5tqqoKMfRowfsi3uULig4gspK9/4SoK/65RGAOqjUJr4bApub/yobu3IkfsI8T0J5RZmymqZp8PP3h/Gfr/pl9FEVLy0rQl6+8y+1qeqpbOXlJahSCEP5W1gFBKrPmaod2rgJ/qiXBFWKivMt96H5i6DNLddRi7DW7M6tQMGLvn3Px6WXPIabb3oHf/vbNKvAzDNPz8c1E17CeWPuRJ/eY5CQ0AMtwqNB0QW3OnBQmKJLmmaes8pKi5Bf4J0vSDro2i1z84Ag0FdnlSgEQ4GMqFaJzoq5lLdt+0KsWfsTystt/yqks8oUb4mKaov+/S/AhAkv45GHf8R1173q8vrhrO26yMs4sB32QjGRkQlwV9SpLnxryDYb67xbVVWFSsVc6Q2WFBXhc4RtW7Ypzkn9+41FUvIA2wwPUhQFXLRwEnJz1V/6VzWpaRpCQ1uiS9cRuOCC+61CNLff9jEo0MU5U1WnMdqaNVNvsuSzoTfGs2/fRlDIxt22mjcPVlbh2jZu3OPgWuaNwPlV1ZEGDX4K8RvU8I/+NdW119vPrzWglGwhIASEgBAQAm4R0DTNpjyfZTXNdkMNbQx6QT1uPKriRRs/R8mWyXo1m+NvqwsxZ40Iz9hAkUS9E8jcn4Jv3/pnjeG9J+/EC7ddhg+fvR/b161ARbn5fSI3+g444zzc/dL7GHL2RV4biyORDD9/f4RHqoVMvNZ5DQ3x3ZC/fzNlqcryCuUGa2VhN4wU9sk9ohYhyTmUgfnTJrnRWv0W5Yb1Zv7NlZ3muiysoqzeZIwBzYOUY2nRKhq3P/smXv1+kVdCpz6DlP1o/rZrol4oMEj9ObsuRJb0Pj05hoRHgO9EndWNbZeM0eOvd1akwfP279qKnMw0Gz94DhI7drOxScIzAn7N/AHLsx4U/6oqTm68VmR7bHJ0b+cf9c7vrSiYU1wkz5UenyAXK/I+VBXlM9DV9z7llfmZ87yj5yhN0+DXTP3cAS//27dzs+U5xnxNRURFo8egEVD94xxlz6i4IA8H01KtxbesWozcbPMzTFjLSIdtJnTogoDmtu+gK8vLsX/3Nmubqh+tottYfmfZzJRVUVaGI4e8890IvXF+30KPG4+a5gdeF0ZbTXF+nqRARE3lVPmBIaFQfR+k3MIqJ8s7Yy44moPKCve+D6L7umn5Aiyf8yMoRqTbajry9+7R8e2snytufPJf+McXM3HLM/9G/zPOramq5AuBRktgy75SfDEnF+Wq55HMJcD6N8B5gkGfM3jUg27X0zwaYehp+6NeRrczzbim2b4bo13TNB4kCIF6IiDdCAEhIASEgBAQAkJACAgBISAEhIAQEAJNn4CMUAgIASEgBISAEBACQkAIuEbAvOPctXpSSgjUO4GExB6IiUlS9kvRgfHjnoKnG1snXP2CddOyqvHAwDB07jRclWWyhYZGwt/P32TnlwUqK8xCFaaCLhjcFZ5hk77qF3071cLRI5koV2wY8fdvhpYt27iPw0s1vOlXFapQ6UBkx113HYm8uNuOr5bv1vV0XH/da/jbA9Nw6SWPom/f80CBmTDLXNKsmXpziDfHEmSZ31QbBKp4DutIyMKb/tu3FR2djCFDLrM3e5SeP/9T/LHgfyguznO7vqZp4LrUscNgcG169OGfceWV/0D79v3cbquuKqTt34zCgqM2zYeERiA+obuNTRJ1R8Cb8y6fDbwlQOLpiMPDozFsyOWeVrept3PXCsz44RUcykoBn6FsMl1IcP6Mje2I0aNvwT33TMbNN7+HAf29txnTBRfqpEhQUKiyXU8YKRuyGD1pKyQkwlKz4f43d1P47VRYeylG5cm5bLizKD0LASEgBISASwQaeSHV2kSbppk31xiHyjJM60fGGZg2hqKN/0PJ1snMMoVZqwrw++oCk10MQsDXCezZvBafPP83/PjpW8jPVW+Yj4iKwaW3PIDzrrnVK8MpyMtVtuPn54egEPVnEmWFOjC2bpOIZgEBypbzc31HRFnpYAMYI1rHICCwubLnCi/9rkLZeCMyBoU17DUdHBKGjr0HmoiFhqs/Z1dZ3teWFBWayvuywc/y+7KeQ09Hv5Hn+LKbyEjdBeN9QVGBhOSuPu1zY3HOkTAF/a+rudvRvV1VWcluvRKqVBvVvdKyNKITcDQX6vl1fQwMDkXLVtF13Y21/e1rl+PYkWxr3PgjODQMbTupf2fDOYpzlbH8kUMHsXvj6mrT4QP7q+N6xFGbrdu0RWIHs+hWYUEe9m7bqFdv0OPRw4eU/QcFhyDRASdlBYuxsqIcFHixRN3+Hx4RCX9/f3M9/pGAcu98H6TC8qxWG3mu377+CHO+/RRFlvNndtS5RdM0BIeGo0vfIbjmvr/juS9mYeLDL6BDz/7OK0quEGiEBLbsLcUXc46hTLGuV2UuQdX6f5sEaIyiM8Z4lWUOMAbiYJpHR8GYz7imqd+RMc9RG2IXAkJACAgBISAEhIAQEAJCoBETENeFgBAQAkJACAgBISAEhIAQEAJCQAgIgaZPoJGO0K+R+i1un4IEunUZifCw1vU+ck3T0LZtT1D8pt47V3R41IF4iaJovZp81a/aQKioKENBge9tXPBVv3TWJcUF2Levbr+I6O5Gc903bx0LCo6gotLzLxByPqHozBVX/B0dOgxEQIDtXxJ0x09+2YjMKyvK3anWqMtyrBWW+9N+EH5+fujV62z07HmWfZZH6SVLvsbkrx/Dnj2roerP1UYDg0LRvdsZmHj9a1axIZ5/V+vWVbnsnDRkZR3/C5h6HwHNAtEmrrOelKOBAM9/gQ+uBwYX6y1aaZn7yMO+Q03TLPPZIIwcca19lkfpvXvX4bPP7sbKlTM8EoHSO/X3D0BCfDdceOHfcM/dk9G//wV6lhwVBAos65vC3CRMnHu9ufb68trL81hZeeo8FzSJC1QGIQSEgBA4BQhomlY9Sn6OZdHmKfYAABAASURBVNA086Ya2vWCelw/0s64fSjeSOGZr5htCr+tKsDcNY1ro75pEGI45Qks/W06vn//VeRmqzfcBjQPxKhLr8H5195ea1a52VmWdyDmd17+zQIQFZdQ6/Zr00B4q9agH6o2crIyVWaxCQEhUI8EykpLUKUQ9wgJa4EzLpmAwOCQevTGva727dyMkqICm0qRMbFWcSAboyTcJtBU5+66Es5xG7BUaBIEKCyWmbob/JxjHBCfe9okdTKarPHk7n3RMjrGGtd/sO6B/Xv0pPWYvmcHODdbEyd+sM3W8W1PpE4ekrr1QmhEy5OGE7HsA+nYsmrxiZTrh9LiIhw7ahbUcb2FU7vkkUMHUFFWVisIf8yYjE/++RB2rl+JCsUfxnG18aDQMPQeNgq3/v0/uPWZN9CuS09Xq0o5IdAoCGzdV4pJc/JQrhCgQeZSVK59DZWW343qQjM86oFzr7vBHgrr6zbGNc38rkzTTr5T08vKUQgIASEgBLxPQFoUAkJACAgBISAEhIAQEAJCQAgIASEgBJo+ARmhEBACQkAICAEh4BoBEZ9xjZOU8gECHToOgp9/swbxhKI3FL9pkM6lUyEgBEwEKivLUV5RYrI3BkO/fmMx4aoXQNEZPz/FX8ZzYRCVlRU4lpeFbdsXYsYPL2DmrLdQVl7qQs3GX6SkpBALF32J7dsX61/EtRlUcHALDB9+FQIDQ2zsnibS07bgy8kP4cOPbsPatb/i2LFDyn5daZ/nm+ed55/XgSt16rJM5qE9qDCI+Giahtg48xeZ69IHabtxEeD1sm79LKsgTKVC8KpZs+boP+BiUOTDGyPj/T7rt7fw5lsTMHfehzh4cLfNNetOH5qmITIyHheMvR8XXfSQO1WlbBMgwDmXcy/nYM7FngzpVF57PeEldYSAEBACQkAI6AS4cUaPG4+aZruZhuUY9DJ63HhkXA/c6MN40cbPULxVLTwza2UBfhfhGR1pUzie0mPYvGIh5k79AsWFeUoOzQKa47Sx4zBszDhlvqvGg2kpKC9Tv2Nq3ca8UdnVdr1RLjYhSdlMeXkZjmYdVOaJUQgIgfohcDgjDd/+9wVkZ2YoO4xP7oyx19VeIEvZuBeM29cux7EjtiIJwWEt0LZjN8i/2hGIio1XNkAhhPyjOco8MQqBU5FA6vaNJqEYcqBQjL14FwVpOEcxXw9lpSXI3LtbT1qP+3dvQ1H+MWvc+CO2XQeTIFiiZb4LDAo2FkNVZSXSU7bb2CTRuAjs27EZHz33AP7z4E1YMfdnHM0+CH6O9mQU/v7+6Nx3MG547GUMPvtCT5qQOkLAHQL1WnbrvhJ8MecYysqrTP1qh5ZbBWiqKitQaZkXeQ/pR/s402yARz0wbQy0G9OMG22Ma5rtOzOWYWAejxKEgBAQAkJACAgBISAEhIAQEAJCQAg0EQIyDCEgBISAEBACQkAICAEhIASEgBDwUQIiPuOjJ6ZxulV3XvfufTYiW8bVXQc1tEzRm7Zte9VQSrKbGgF//wCEhrZCffzjF0VKS4tc6spX/dKdDwgIRkK8d76U7adperM2x/LyUhQW5dnY6jMRGhoJfz/3hWMGDrwE557zV8t11dJldzlWCs2kp2/B6jU/4/tpz+Nfr12C//znKkyZ8gw2bpzrcluNvSCFKJYtm4IFf36Opcu/w9Fc9caiuJiOGHXGDV4dblZWKn76+V/4z5tX49NP78Tq1T8iO3s/Kisr3O4nNLQlzhp9C7p1Pd3tut6skJGxDcXFBTZNtgiPRpcup9nYJAH4++h6UJ/npqKiDOs3zMbPP79muQf/h8xDtl9k131pGRGL4UOv1JNeOfLeX7z4a3zw4S3473+vw+9zP0R62ha4um4aneC57NtnDM499w6jWeJNmICsvU345MrQGpiAdC8EhIAQqJkA33VommZTULfxqGcY47Tpaf1IGwPTemC6aMOnKNn6NaOmMHNlAeauLTTZxSAEGjOBZbNnYMnMGQ7FYYJCwnH2FX9Bt/7DPB5m5t49KDiWq6zfolV0rdpWNuqisWPvgYiMiVWWLi7IR0bKDmWeGIWAEKh7AhSe+fHT/2DDknlYOf8XpXgChWD7nHYWeg0dVfcOedBDSVEhDu7bY1MzoHkgEjp0sbFJwj0CbTt1t8zdavGZkuIiZKTudK9BKd1ABKTb+iCwf+cW5OceNXUVFhGJrv2H2tgTkruAc5TRyLpsw2jbvXE18o4eMZqs8bAWLdGxZ39rXP/RvmtvaH5+etJ6LCrMx54t66xxd380DwpGi5ZR7lbzqHx5eQVKLfO4R5VPkUoUmJz67st48bbL8fZjt4GfK7Iy9qGiwv3fcfKaPP+a2312TT9FTqkMsw4IbN1XekKAxty4dmgFKte+brlnyqELz/BoDHxfpacZZ2BL9jbaGZhnDEYb45pmFqDRNLPN2IbEhYAQEAJCQAgIASFQOwJSWwgIASEgBISAEBACQkAICAEhIASEgBBo+gRkhEJACAgB1wj4uVZMSgmBhiXQudNwBAaGNagTMTFJoAiOMyeOHj1g/cKBfRl+WSswKNTe7FG6VVQimjULcKuur/rl1iCaSGFH56+iohz5ebZ/WbM+h+xNv/z9/REQGOIV9yn+Q6EArzRWD41QKKa4JF/ZU3R0klWQITi4hTKfRn75KDf3ILZs+QO//PI63nv/Rrz40nmg0Mwnn95ltW3ePA8lJd7ZQFdZVan8C3caNPhpvvWIwDHrwjOw/KPwxNo1P4HMLUmb/xQM69373DoTd0nP2IZffn0D77z7F6sQ0K+//gc7ti9GfsER6xfObJxxkAgLa4VRo/4PUa0SHZSoe/OOHUtAYSNjT0GWtSreS+JRxnYlbibgzXkX5ua9ajEKz7Bh3o9Ll05BUdExJm2Cpmno1HkYhg65zMburQSv2SVLvsYnn92Fl1+5AF9//SjWrv3VKgZFP13ph+tK/35j0c8SXCnvK2UKLHOMypdmzQJVZo9snJs8qqioRNGu554fjboOr7x6ITZsnA3VP19cewsKciyfF8pM7vr5NUPzgCCT3RNDeFgU/P3d+7zgST9SRwgIASEgBIRATQQ0TbMpoto8QxsLaZq5LO3MV4WiDZ+gZNs3LGIKs1YUYN5a73xuNjUuBiHQwARmffWBdRMw7wuVKxFRMRh7/R2ITUxWZddo279rK3Iy05TlQsLC0L5rL2VeXRvbd+6BkPAIZTe52VnYsmqxMq/JGd0YUGV5ufK9H5vg+1seJagJ7NqwCo9cPrLOwz9vHQ8KA9h7wXe29jamNcv72sBg77x3Z3veCLrwzLa1y6zNzZ82CTst/FRzFDern3HJBPjaGKyOW36k79lhEs6JbdfBZ/21uOzz/9ta5u6wiJZKP4vy8pCRskuZV1tjvkJsg20GNPfOexe2Fd4qigcJDUCAIhr1MUc/ff0YrF4wq95G6OgZLDA4FO0697TxIz65MzTN9vNTXs5hsA2bgpZERspO0/NAcGgYKA5lybb+7zFoBCKioq1x449jR7Kxfe1yo6lB462i45T9l5UWKceuLOwFY07WAcvvJstNLWl+fggM8c73QVq3SUSzgLp5v8vrZNoHr+Ff91yLZ/9vLKZ/+Dq2rFxkFSpy9Q9uhEe2wrlX3YjWbdqaOIhBCDRmAtv2U4AmF6XlVeZhHFoOrP83KivKrd8H4PMuv9vBI4MxzrQejA3RpqeNcZWN+ZpmFpvRNE0vLsemTkDGJwSEgBAQAkJACAgBISAEhIAQEAJCQAg0fQIyQiEgBISAEBACQkAICAEh4KME/HzUL3FLCFQT4Mb8Nm26mL5ExQLc9EwhBm449Vbgpma2bR8ofkMRHHu7MV1RUYqqykqjyRr39/NHaGikNd4QP3zVr4ZgoerzQMY2lJQWqrLQIsL8ZTtlwRPGmg4BAYGWa1kx9VZVoQoVNtV91S8bJxUJP79mXts83bx5sKIHoLg4H6kpa5R5joz+/s0QFu6dLwTzfuY47fuqqCyz+JZnb7amTxt+NSJbxVvj9j8qKyus45n05YN4860JmPr9P7B6zc/gxn37st5MFxQcQWWl+QuSARbuYaGtvNlVrdqi0MXixZOx4M/PbdpZtPgr7N23HvzylU2GJREa2hLDT7sKgV4SQrI0qfxP31at/gHfTHkK//73Zfjgw5tBvw5lpVjY2t7T9g1ERbVF9x6j7M31mj6YucuGn79/AOJiOtSrD77UWWOdd+uSYUVFGdau/QU///yaTTd8/tq+fbHlOjc/91BAY/Cg8YiOTrKpUxeJnbtW4Kef/2UVg3rt9XGgGFRq6lqUlhY57S4oKBzdu53htIyvZVYo5mv6SNEoHhsqHD2aqew6KCgMSckDlHn1ZfTFtbfcck+pxt+sWXMEBYapssQmBISAEBACPkpA3HJMQPUZjTZNM2+a0VthPuM8MjCuB6aNoWjDpyjZ9q2ebXOcuSIfc9ep3/HYFJSEEGjEBH769L/IPpDucARx7Tvg3KtvhKf/dm1cjfKyUlN1/2YB6NCrv8leH4akbr3RLKC5qasqy7v4/bu2mOxiAFK2rkdxUYESRUSraKX9VDPm5ajF4BtaVOLo4UPKUxEUHILETt2VeQ1hzMrYh6nvvwJdeEb3YeHPU5Cbox5DO4v/Y66+SS/qU8f9u7ehKN9WaLlFZBS69h8K+ecZgaSuvRHQPFBZOW3PNhw+sF+ZV1sj/9iDqo2gsFCVWWw+SiAnS/3OMTgkDB17D/RRr2vn1t7tm1BRbita7e/vj/ikTtUNd+47GJybqg2WCJ+H0lO2W2Lm/+kpZmEtPtO1jm9bXZhCNBSkqTZYIvz8tX/HFpQUOf9s5UiIxT8gAJExbSwtee9/gAMBqaoKhUiE97q1tmT8wefkqgrz7/94rsIjGu77IEYfXY3z/C79bTr+9/JjeP7mi/HGAzeAQnKZ+1NQoRijsd3ohHboM/xMo0niQqBJENhmFaA5hhKVAM3B5aha9zoqLb/n0cVmeNQD504Gpnk0BtoIyGhjnDZjMNoY1zT1uzTmGetJXAgIASEgBISAEBACQkAICIHaE5AWhIAQEAJCQAgIASEgBISAEBACQkAICIGmT0BG6BoBP9eKSSkh0HAEuDE/IiJW6UBW1l58P+15zJjxktfCzh1LUVVl3kitaRratu2JhMQeSl9ozMs/gtIy82ZnbuYPD/OO6AXbYXvsz9Xgq3656n9dl6N4RFlZibKbkJCWSrunxhbh0fDz8zdV53XD82TM8FW/jD6q4hTYCQmJUGW5bWvRIkZZh6IpygwnRk3TEOQlIZLw0EhommbqraS4APv2bTTZOW8kJfWz1DEvu/yi0aZNv+OLLx/E3r3rTHVdMbSMjEOzZgGuFLUpQ44VlaovSDbzmlCPTYceJkpLC5GWsU1Ze8XyqSjIz1bmJbTphlFn3KDMqytjVlYq5s37CO+/fxM++/xebNu+EBUVtl8W1vum0EBy0gA92SBaEdLnAAAQAElEQVTHA5k7UVZuO/9FRyeBwm8N4lADd9pY5926xFZeXoa0tK3KLpYum4LD2XuVeZGtEiz33/8p8+rKyPNHMagvJv0Nb/znCixaNBmFhbkOu4uL64SGFkdx6Jwi41hulsIKeEvkhSzYlrITJ8biknxUKtaS5gHBCA+LdFLTq1mmxnx17T16JBO8r+wd5jreKirR3uxRumXLOI/qSSUhIASEgBAQAt4ioGknPy9XUWzXEjTNvFmGecY+mWbQbYzbh+KNFJ75Ri9ic/x1RQHmrTO/l7MpJAkh0AQIHExLwcKfv0VxQb5yNJqmofugERh92URlfk3GXZvWIO9ojrJYm/YdMPScS5R5dWXsN/IctOvaS9l8cVGBVWRFmSlGFOerxWeCw1oIHQuBgjz1O4Og4FAkd+9rKdEw/3lvVyg2fDdrHojQcN85d7mHD2HP5rUmSLs3rsaaBbNhL6DAgn7NmqH/Geeh19BRTHoS6qwO/T5y6KBN+4GWa6Fd5542Nkm4RqBdl55o362X5XciJ58L9ZplpSVI37NDT3r96EjAyVuiJRQ+YVted1watCHgaC5sHhiMFpG+88cTbJyuZWL/rq0oUjzftYpLBAVi2HxCchcEhdoKWJcUFyFtt/p3aAfTUlFckMeqNiG2XQcEBodYbQkduoCCNNbEiR+lJcVI26MWtDlRxHooKSpUzvf8wzxhES2tZbzxo3WbtghzIOySn6t+bvVGv6o2jh3JQWmJ+XMnGYa3aq2q4raN7bA9tyvWsgI/Z8yc/AH+ff9EvPfUndi0fIHy/MLyj8KQnZqoEJRlePL/FCewfX8pJs05htKyKjOJQyusAjRVFWWW341Vgu+t+H0P/cg4KzGtB3sb8xn0fMaNgXY9zbimmd+paZr5GUuvI0chIASEQBMhIMMQAkJACAgBISAEhIAQEAJCQAgIASEgBJo+ARmhEBACQkAICAEh4KME/HzUL3FLCFQT4MZ8btCvNpyIcDN/6l7PhBpONKE87Ny1HIWFx5R54WGt0a3LSDj6l5qyBkVF5i9wsXxkpHf+upcn7fiqX+TiKyEvV/2XOENDW6Jdu95ec9PRpuLi4nzwPNl35Kt+2ftpTPN+pXiF0eZJPCG+G8LD1V/Sy821/RK4K+1TtMlRe67UN5ZpGRlvTFbHj+WphQHat+uL0NBW1eWMkfSMLZg56y2jye14M3/3hWfYCTmWlRYzahP8/ZshokW0jc31hG3JG294G088/hseenAG/nr7p7hmwou4YOx9aN++n21BD1M7d63Aps3zUVlRbmrBzzKOXj1Ho3OnIaa8+jCkp23BlCnPYMnSKSgvL1V2Gd6iNQK9JIqk7KAGY0b6VhQW2G60CbHMe4lte9ZQs+lmN8Z5t6HOBsWW1q75GaVl5nlE0zR07DAYgwZe2iDulZQUYt78j/HDDy/C0dwcGBiKlg4EDhvE6Ro6zT12EBUVZjErb42DLNhWDW6Yso8ezUS5wi9++Twqqr2pfH0ZfHXtPZp7ACWl5g2g/pa13Btrb6BlTeHaUl+cpR8hIASEgBAQAkYC3BBjTOtxTTNvkjGWZVwPeh09bTwWb/gExVsdC8/MX1eoV5djvRCQThqSwNLfpmPLmiWoqjSLqNOvgOaBGDz6QsQmJjPpVti3YzP2btsE3n/2FYNCwjFw9Njqzcr2+XWR7nf6uQgODVc2nblvD9b+OUeZJ0bgaLb6HSrFZ/RN7LXhdNrYy/HcpN/w/OQ5ePTdKbjn5Q9wzX1/x+kXT6jXa8TTMeRmZ1k+Z5uFuQODQxEVp37/62lf7tTLOXQAKuEW3tetYmrvFzfwP/Lfb/DCV3Px9Cc/4f7XP8NfHnkBF994j0dzhmps86dNwv5daiEEigeMGHuZT14j6SnbYZxX/f39EZ/USTVEsdVAYMAZYxARpf4dw9HDB7Fp+Z81tOB59tGsgygvV7xDCwlDq5jaC/ayjUBLW557KDVdIeBwLgwMREx8w71zdMV3T8tsWbUYXJvs64e2iEBc+w5WM4ViuB5YEyd+FObn4eD+1BMp24NKWIslWkRGoWv/oeDzQEzb423D8C//SA52rl9psKijRw5lorjQ/DlM8/ND6/i26koeWOOTOyE4XP08mJOV6UGLnlch08I89fdBomJrv07TM2+1w7Y8DfxM8MWrT2LBD9+gvEz9O84Wlnk+8ISIkaf9SL3GQuDU85MCNF/MOYYSpQDNSlSufQ2VFaUOBWj4eZqiMwykx7Qx0KYH2vW4fjTaGNc087s1lmUejxKEgBAQAkJACAgBISAEhIAQEAJCQAjUnoC0IASEgBAQAkJACAgBISAEhIAQEAJC4DgBv+MH+dkkCTSBQVEwIDpG/QX5/Pxs7Ny1zOuj3LFjCbKz9yvbpZBBx46DnAoFcCO2qnLLlvGgmIYqz1VbVKtERLSIcbW4TTlf9cvGyQZMZB9JR2Wl+YvmQUHhiI31zpeLu3Q5DS3C1V+2dbQx3lf9cnaq/Pz80TqqnbMiLuXFJ3RHSGiEqWx5eSmyDu8z2V0xxMR2dKWY0zI8j6GhkaYyVVWVyMlOM9lpiG7dDhTlYdwYOJadO5eBIglGu7vxyMgE+PsHuFsNe/euQ1GxWWxL0/zgTQEhjj0kJAIxlvm8c+fhGDDgYnTpMtxtfx1VWPDn/5B5aLcyOyy8NYYPu9rpvK1X5Bw9cOAluPiih3HDDW/h/vun4PHHZuHGG/+rF/HoOH/+xzhwYKeybmDzELSJ76bMqw9jesY2HLHMf8a+mjcPRnybrkbTKRVvjPNuQ56g5SumWcXTqqqqTG4EBoVi0OBLXZpPuD727HkWzhtzt1Wk6q67JuHRR37G3+6fapkvTjO17aqBAlWbKVClWOP9/ZuhZUvviAO66k9tymVm7kJxsVm0JCAgEG3iOtemaWtdzvucr60JN35kW56bSxV++VvWpbgY88YFN5quVdFoH1179+3biNyjh5Rj88ZzSvv2/RAc1ELZvhibOAEZnhAQAkLABwhomlbtBZ8PGTTNvDmGdr2gHjceGbcPRes/QvG2b/VqNsdflxdgvgjP2DCRxKlBYP7USTiYvtfhYKPaJODcq290mO8sY8PS+Sg4dlRZJLFjV4weP1GZ523jyAuvQKfeA6FpJ+cXvY+y0hJsW+P93w/o7TeFY3ZmulLExLiJvTbjjEloh8CgYGvgJum2nXui/xnn4rTzxiO8ZVRtmq6XugfTUpSbqTmmxI4N974uK2MfSgoVn/+bByK2bVKt2XADf0iLFggIDLScp0jEJ3VGr6GjMPTcS9Gx94Bat88GSooKsWTm9yjMP8akKSR174PRl9XPPGLq3Ikhbfc2lBQX2ZRoFZdoFWewMUrCKYGOlnm7x5CR4O+K7AtWVVZi96Y1OHxA/XtY+/KepDNSdqC4IN9UtXnzQCQkdzHZ3TVQ2I2iy+7W81r5U6QhR3Ohf7MAtGnColAZKTvBz0LG02y8dikgZsxjPCczDft3bWVUGQ7s32Nqk2tdm3Yd0bZzD4RFtDTV4xrpyn3KfvNyDpvq0xAVkwCVv8xzN7SzPGMEBoeaqpWXl4GCU6aMOjaQj6qLyJh4tO3UXZXlso3MWkbFulxeL8h+h40ZhyvufAx3vPAunvxwmlVo7s4X3tOLeHSc9dUHSN+9Q1k3KDgEibUcr7JhMQoBHyGwPa0UFKApLjX/DhRZq1C19nVUlJWAAjOcu41HxjkM2o1BtzHfaGececZgtDGuaeZ3bJpmthnbkLgQEAJCQAgIASHQiAmI60JACAgBISAEhIAQEAJCQAgIASEgBIRA0ycgIxQCQkAI+CgBEZ/x0RMjbh0n0KnTMISGRBxP2P08mLkb6Wlb7KzeSe7avRzl5eq/4NSqVSJ69x7jsKODh3Yr64aFRSK5w0CH9VzJSO4wCKFhrVwpairjq36ZHG0gQ3r6FpSUmL/Q3TwgCJ06DvGKV20TeyE4KMzUVmVlBQ4dSjHZafBVv+ibsxATk4SExB7OitSY1zaxJwKaBZrKFRUdQ8aB7Sa7KwaKG1A8xpWyjsp0tNyHISEtTNmlpUUO/WrhQDSKojOOzr2pAweGwMAQRFt4w4N/7D/nsPpL3lFRbZGUXLvNBm3iuyFEwYrzqyNBLA+GYbl3C7Fq1Q8oLs5TVm/brjdGnHatMs9o7Nf/Qlww9n70738B2rXtbRWLoqhDeFg0KExjLOtu/PBhx5vB3G3L2+UzD+4C5yG9XU3zQ1xc7b+Er7fX2I7emHdrGrMn60FNbTZk/rIV3yMvL0vpQnTr9hg58jplntHYPqkPLrrgbxg69HJQpIqCe4GBoQgKDkdrSxvGsu7G+cxYVlbibjWfK0/BMBVn3rNt2/ZySWTL2aAS4rtDtSnIWR3m7dmzCnkFOYyaQmxcx1o/D+iN3vB/b+HJJ2bj0Yd/BsWJbrjhLYwb9ziGDbtSOXZfXXs5nkOWzwtVVZWM2oTIlnGWzxln29jcTTiaX9xtR8oLASEgBISAEPAGAU0zb4CpMogW6nH9qPfJNIO+Eadw/Yco2f6dnm1z/IXCM+sLbWySEAKnCgFuel0x5weUlhQrh6xpGrr0HYLh541X5jszblq+AHs2rzVtVGYdbrgfeOZ56NZ/GJN1Ftj+qEuvRfPAIGUfB/enWMUtlJn1ZPT1bjJSd8JeSIM+k2lS1z6M1iq0SeoEzc/8a8aj2QfrVFiiVk4bKmfu3YOCY7kGy/Eox9S+W28EBoccN9TiZ+s2bfHwf7/CC1/PxT++mIkH35yEW595A1fd/SSGnnOJsuWd61fi2JFsZV5Cx2619iuhQ1cEBZnHRsEbij0oO/bAuG7R79i8fKHNe0e9GYpHDDpzbJ3PI3p/rh5Tt21CQa6t8BZFGSjO4Gobp3o53jdnjb8eEa1ilCjyjmZj/ZL5yjxvGXdb1q/cHPO7Sm/d2207d4e/v7+33JV2HBBwNhdy/WnXpaeDmu6Z7/jnO3jx2/l47otZeOTtr62iHVff+xROv3hCredb9zw5Xjpl6zpQwOt46vhPXrsJyV3RY9AIRETZ/pGTiooKZKTuOl7Qwc/MvbtRVmr7fpzzMDkmJHdBQPNAm5osm7pto43NWSI9ZTuqKitNRSJaR6PP8DNNdk8Mju47Ck1lpKiFUTzpx9U6ByzMy8vM3yVpEdkKnfsMQm3+de47GGGWdtxtY/A5F2P8bQ9iyNkXIblbH8u1EoOAwEC0aBVda0Gcg+mpkH9C4FQlsCOtFJN+z0VRiXmeowANNvwbleXOBWj091tkyPddDIwzOIozj8E+X9PM79o0zWxjXQneJSCtCQEhIASEgBAQAkJACAgBISAEhIAQEAJNn4CMUAgIASEgBISAEBACQkAICIHjBPyOH+SnEPA9AoGBIeBGWm6otfeOIg+79qyyN3stvXXLAuQdM38xkR00bx6Mzp2GMqoMKalrUaDYgNusWXN06ui4nrIxOyP7Zf92ZpeSvuqXrd3q5wAAEABJREFUS857Xsjlmrt3r0Ru7kFl+fj4bujW9XRlnqtGbqLv3HkY/PybmapQ9IZiB6YMi8FX/bK45vR/eFhrdOsyEp7+o3BN27Y9oWmaqYnDh/chNWWNye6KgUIovI9cKasqw/PYocMgi1/m5TP32CFs27ZQVc2hrbKyHKVl6g1CDivZZfTuPQYtI+LsrMeT/pbrLSw86njCwc+0jK1KwazQkJbomDzIQS3XzO3a9kJAgHmDUGHhMWQ5EFxyrWVzqXXrZlr4LwK/vGWf6+8fgD59x1jmbudCUocO7UFZue0XcNlWSGgE4hO6M9okA+cfzkPGwbVsGYukWooPGdtrTPHGOu82JGPOyWst9yCFpez90DQ/cP0bOPAS+yybdEb6dhQW2m7uYQE+P7WJ68zoKR8oGJaevhVVCtGSmsQRa4LXu/fZiIlJqqmYw/y0/ZuUfoWHx6BPr3Mc1nM1Y9CgcYiL6wR/y3weGBQKrsft2vZGH8sa2L3bKJCNq235wtq7b/8Gi89m0cPAwDB07jTc1aGYyvHzU8eOg6B63jQVFoMQEAJCoOkRkBE1EIEqg5iM7gJtmmbe+EK7sQzjuo1HVShc9yFKt09lUVP4eVk+/hDhGRMXMZxaBBb9MhXbVi+xPI9XKQceFBqGYWPGITYxWZnvzLh09g/IzTmkLBIRFYOLbrgbHXr2V+bX1kh/x15/h3XTrKqt4oJ8rJz7i2lztqrsqWzbvnY5jmRlmhBomoak7r1BYRRTposGigO1btPOVLqqshIUBjJl+KBh/66tyNyr3rAfk9Aep429vNZeDz77QkTFxCOgeSCCQ8Ot9yI3lQ8aPRad+gx02P7+XVtAlvYFIqPjMGDU+fZmt9JJ3XrDr5n59xQUvKHYg1uN1VB4/vQvcXCfWng/PDIKp198dYOIOzhy+/CB/aCwlzGf547iDEabxB0TGH/LA+jYewA0TTMV4jW9c8Mq7N642pTnTQOFO/bvVN9DnPdqcw/1P+NcxLXr4E13a92WIxG6WjfsAw3s3b5RORdSgGXAGWNq7eHw8y9DfHIXNGsWAD4z8fpI7tYHAy3zbJ9hZzbIc4ZKBIsDjYyJRbsuvUxzZllJMTL37WYRh4H3Q36u+d17VJsEJHTsYrpf83OPYM+WdQ7bs8/Yu2MTiovM7zopWNht4Gkmn+3r15SmWFub9jb3XXWV3OwsbFm1uDpdX5Fdm9Yg76hZkJ1j7jpgWK3c6G6pHxgU7HYbmQqRITYiImqkIEEI1I7AjrQyTPr9GIpKFQI0h1ahcu1rqCwrBgXBjO+2+L0F2tg74wz2+cwz2vQ47XqgzRjXNPM7N00z2/Q6chQCQkAICAEhIASEgBAQAo2UgLgtBISAEBACQkAICAEhIASEgBAQAkJACDR9AjJCHyXg56N+iVtCABRU4EZaFYq8vMNIqUPxmeycNKRnbIPxl/hGP2JikkBxDKNNj6enbcH+/ZuVdePju2LkiGv1om4de/Y8C4mJPdyqYyzsq34ZfWzIODct73ewcTokJAL9+tXuC93cdN86qq1yiFlZe7FlywJlnq/6pXTWYOSm5+7dTkd0tGcb2YcMHo8WLWIMLR6PUtggJdUz4Rm2oGl+6NrlNHTu5FyEhGVVgecxsmUbU1ZVVSX279sIni9TphMDRRVCgsOdlHCexU3mFAxwJEqlaRoc5ektpzgQzKrtOaRwSfv2faFpmt5V9fHQwV3WObba4KXI0mVTcDh7r7K18LDWGDr0KpCZsoDFmHV4L0qK8y0x2//NA4LQqaNn14zeUlhYKz1qcywpLcQBy3pjY6znBMVW8vJt/5pycHALxLfpWs+e+EZ3vI99cT3wDTqOvVhmuf8oQKIqERQYhsEDL3W6JvDZ66gDEbjExO4On7tU/dnbWkREw9/fvKmqoqIcR48esC/u0+kdOxajoDDX5CPn+n6WZxVnc5ypksHQs8dZlvkxzGBxL7pr1zI7v47X9/OzrLvdRnq87rIVjsnRWldpOYf79m1gMZeDL6y9GzfOxaFDqSafNU1Dx46Dwed+U6YLhsGDxqF16/YulJQiQkAICAEhIAS8R0DTTn7mq6qqsr4P0zTzhhfm6b3qcf1otNOmb8Yp3vARSndM1bNtjj8vz8eCDUU2NkkIgVOVwJ8/fasUGNF5xLZLwhmXTNCTLh8pDrDmj9koLytV1olJTMJltz3odQGa2MRkXHX344hzsMmY88SO9Suw9LfpSr/EeJJASVEhuOGcgg8nrcdjFEQZft6lxxMe/Ow78myEtYgw1SwqzHdrw7qpgXo2bF+3wvI+0LyeBDQPRL8R5yDWcj166hLr9h56JlRCLyXFRRZO6x02nbJ1vXIjPzej9z/9XI838jvawM9rhCIPDh1ymOE8g2Iuy2b/AApG2ZfUNA3JPfpi9PiJ9lkNmj6QugsV5WXVPmiahvjkztVpiagJBAaH4Mo7H0ffkefAz89fWSg7MwN/TP9Kmedt45YVi5B/zPwOjffQ4LMu8Pge6muZF4JCwrztbq3ayz9mFhWpVYM+VHnb6qXK88hrrOeQ00EhNE/d5TVrnU8VIh+V5eXYs9V18RVPfVDV47xpL4LFcsFhLdC5zwCrmBnTeijIPQoK1uhp1XH/rq3IyzlsyoqKSwSf5+wzsg+kYd+OzfZmh+m1f85BzkH1e/aEDl1qJebG8zRw9FgEhZh/l8rzxGdCh47VYQb57N1GQXazAGRix24YfZlna1s/yxzarmsvjzw/mJZqWW/zTHWbBwZZ7pWhJrs7hhYt1b/jLLY8a6ZZri932pKyQqCxEtiZXoYvf89DUYn5vtcOr0HlutdQVV5s/UM5fK/FwM+uDIxz3DwyrQfa9DiPetp4ZJxBz9fjmmZ+96ZpJ9/RsZwEISAEhIB3CUhrQkAICAEhIASEgBAQAkJACAgBISAEhEDTJyAjFAJCQAgIASEgBITAcQJ+xw/yUwj4HoF2bXshICDI5FhVVSVSU9eCm5RNmV407Ny1FCUlZhECdhEe1hrduoyEo3+O6nKz66DB49zegEsBj9NHXAeKATjq0xW7r/rliu/1UWbDpt9x7NghU1eapqFDh0EYPfoWU54rBgqW9Os/FhTzsC9PMZVdu5bZm23SvuqXjZOKRGSreIwceZ0ix7mJvDp3HgZNMy9ROTnp2OpAqMd5qydzQ8OiahQhOVn6ZIx+OTqPvG7WbfjtZGG7GPPtTNZkYPMQtInzXOBj7Pn3IiG+BlEqa0+Of1CYKjV1HTi32pfy9ByynUEDLkaYhTXjxlBaWoRddSQelpWVirVrfkZpWbGxS2tc0zS0a9cbw4ZdZU2rfqSmrEFm5i5VFton9cPQIZcp82oydut6OuLjuymL5Rzeb1lrCpV59WWk2ErWoVSb7rhetYk7dTdVNNZ51+Yk1nOC19GKlTNQUKDe7NA6OgnDndx/dDcldQ24LjJuDC1axGL40CuNJpfjgYEh4JrCa9q+UmHhMWQdSrE3+3R6564VOJCxXeljXGxncF1QZjox8vmGzzmapjkp5TyLfmWkb7WsJeYv3bYIj8bI0yc6FR9y1vqI0651KIaVl38Y23YsUlb35bWXDu/avVx5vfN5n8/9fP5nOVcDhfX4OUN1rbvahpQTAkJACAgBIeAOgaoq87rP+ppmu/mF5RiYx6DH9aNuY1oPtBWt+wAl2x0IzyzLx4L1ZqEA1julgwz+lCXAza+r/5jpUCTGukF76OngZlZ3Ic2fPgkpW9Yrn/XZVkxiEq5/8DkMP288k7UO3Eh+w2Mvo23nHtA09WeUzL17MOfbz2rd16nSwPol85F31FZ0mGOnIErfEefAk437vYaOQtf+lve3fub3twf3p2CDpU/20RjCmgWzkJWuFrOOa5eM8669xWORitFXTERUXLwSA8UF2Lcy02LkRv703erP/207dfNoU7uzDfz5x3JBkQdL117/T6EoigNwnbdvvFlAcww4cww69h5on9VgaYo0FBXY/m4wIioaPQaNgPxTExhy9kW45+UPMeisC+DfLEBZqLgwD3/+9A1UohrKCrU0blu7DOm7typboZjQ+FseUOY5M55/7e3o0neww/XJWd2GyKNYSUP0680+eR7379qifA6JiIrBWVf8H2I9FAmjOAjnU5W/uUcOY/OKhaqserHZi2CxU4qiJXbszqhNyD6UDq4pNkZFIj1lOyg0ZsxqZrlfGYy2ivIy7N2+yWhyKb5x6Xzlsyj9Pu388R49b7Bj3qvtuvRg1BSO5mQ16HnaumYxigtt1ws66emYeS1TkC0krAWbcTtQODIjZaeyXodeAzDywiuUeTUZ+dyX2Ml87bHe4Yz9oNgh4xLqmYB01yAEdqSVYtLvx1CoFKBZi6p1r6OyvAgVFRXgs68uNsMjbXSaceY5CizDoOczrgfajHFNs30HZ8zT43IUAkJACAgBISAEhIAQEAJCQAgIgUZMQFwXAkJACAgBISAEhIAQEAJCQAgIASHQQAT8GqjfU7JbGbTrBBISe6Bt257KL/CVlBRg3/4NrjfmYcmNG+ciK2ufsjZFRDp2HARuaFYVYN19+zZav1Bgn88NuOeeeyfat+9nn6VMs/zY8+5BdEyyMt8do6/65c4Y6rIsRTh27Fhq/WtE9v1wI+/wYVfi7LNus89ymu7XbyzOHHUjggLVfwnxQOYOrFw1w2kbvuqXU6ctmZrmh549RuPSSx61pFz774wXBQk2bfq91sJTmqYhKak/LrjgAYf3sL23XbuOwOmnX688j/yCEK8bnif7eno691gWKipO/rVU3c65pHOXYR5tyKfAQA8LXz/FJg+9fVeP6zfOQX5+jqm4J+eQjZxz9m3o0uU0aJp5k9DBQ7uxceNsFquTsHzFNKSmrFHOv7yP+1vuyaTkAQ773rlrOSiQY1+geUAQhp82Adzcb5/nLM05fMjgcQgJiTAVYz+uCPGceeZNePKJ2Xjm6fmmcMdfPzO164nhQOZOkwhCdEySy/eIJ336ch3ez7yveX/b+8nrqKHWA3tffC29bftCbNkyX7mOcq7q1m0k+lnuQUd+b92yALm5B03ZmqZZ5xSKpJgyazCcPvJ6tInrYirFL2impW1CesY2U57R0Kf3GDz6yC+me4/34wP3fwdn84mxHW/GN1jm7KKiY6YmyZjrAtcHU6YDA0W1Bg++FLyuHRRx2bxu3SwUFuYqyycm9MSFF/zN7fVu1Bn/h8GDx8Pf37xxqcoqSLkO6WlblH36+tq7cuV0HMpSix9FW5773eHFz05nn/1XcM1RwhBjgxCQToWAEBACTZ2App38vFdVVWX9DKZp6k0vOguWY9x4ZNwY+AxeuO59lOz4nkVN4adlBViwQYRnTGDEcMoT+PPHb5yKxHAT6xmXTHBbRIObSX/89C1Q8MUR5LCISFxy8/249Zk30K5LT0fFnNq5gfzaB57FdX/7B6LaJDgsm5t9CDO/fK/exAscOtKIMrgReezzBrcAABAASURBVOeGVbDfcM4htGjVGuNvf8itDeE8x2Ouvhk872zDGEpLisHN50abr8d5jVMEhr7b+6pZ3rv2GDwSV939pNv3zhV3PIq+w0eDbdi3y43921YtqXGz9vrF80DBDvv6FPc4/aKrcN41t9pnOUxTeIbnul0X8wZ+rsMpW9aCIg8OG6hlxp8/fYsjWZnKViJaxWD0+OuUeSrjbX//D179fpEyXHHnY6oqbtm2rFqM3OwsmzrBoWFo62DjvU3BUyhBwaDLLPPH4+9PxeWW651iZJp28vnQiIKbrTcsXYBls53/LsxYxxvxNX/ORmG+6h2aP/qMOBvj3BCgoWjDaWPHgYJJ9r75ajooOBSt27T1Vfdc9mvVvF9RcEwteN6+ay9c9teHEOumAM25V92EEWMvV4olcb3cs3kt9u3Y7LKP3i64y9K/asz2awrvLWfPaEa/0lN2WH73VWI0KeMU39q/Sy3cpKxwwrh45vfI3LfnRMr2wOe8y/76MCgyaJvjPGVdS0eeAz8/f1PByvJybF6+oEHPE4XiUrZuANdRewc55otuuBsdeva3z1KmWX7cLfcjrn0HZb6rxq1rlqGk2Px5uXlgEEZdeq1bz3zsk36NGHsZQlu0ZNImsJ/t61bY2CQhBE4FAjvTHQvQ4PBaVK37N6rKi8E5mvODMfCdF9P6kXEGcuPRGIw2xvXAMsa4ppnfxWmapheRoxAQAkJACAgBIeBFAtKUEBACQkAICAEhIASEgBAQAkJACAgBIdD0CcgIhYAQEAJC4DgBv+MH+SkEfItA507DEBYWpXTqyNFMUERFmell4759G1BZUa5stVWrRPTuPUaZR+OyFd8jL8/2C6q0M7Ru3R7jxz+B/v0vYNJh6NhhMK677lW0T+qvFHFwWNFJhq/65cTles1asWIashxsBObG7OHDr8KVV/6jxs29gYEhOP+8e3HemLsRGmr+QhYHVVBwFEuXTEFJSSGTToOv+uXUaUsmvxDI++Saa16pkdmY8+5yyItfotm3b2ONQj2WLl367+fnh149z8aECS+BG7adVTp95ERQQMfRhm5eLzw/ztpI3bvO4Yb86NZJ1nHzmnHWhp5Hf6+/7jUMHHgJeE3qdtXRz6+Z5fqLVGXZ2CjWsn79b6hQCeT4+Vvnur9c/3qNrMiI98ewYVdB5VtxcR7Wrv3VpWvexkE3E87mufDwaIw4bYLDFimMQ4EcVQGO79JLn8CIEdeosk02nqsrr3rO4Rx+OHufZT2bbarXEIaMA9thL2YRblmHO3Yc3BDueLtPj9rjfc37W1WZ13dDrQcqf3zJ5oxbUFA4hg65HFGWZyiVz9k5adi5c5ny2YvMT7OswZdf9nSN6wnb5px6ycWPYOjQKxzOR9t3LGHRRhc2b56H7dsXK0V+yInrA+dizlmOBkc+FKk5++zblcJqjuo5szsTH9I0De3a9caEq1+s8fmXfdB3nuuRI69zKIJ1JCcDS5Z+y+LK4OtrL5//Vq36AVwb7QegaRratu2FKy7/O/h5wD7fmObniSuveBYxMbUXqjS2K3EhIASEgBAQAu4S0DTzZhd+lmc7+tE+rqeZr4eide+jdMc0ZpnCT0sL8OeGmt+hmCqKQQicAgQooLHwp2+RdyTb4Wjj23fCmKtvcpjvKONgWgq+/+BVpwI0/v7+6Nx3MG5/9i2rCE3/M8511JyNvVv/YZj48At46M0v0W/kOXC2qT8/9whmf/uJM4EMm7YlcZLAH9O/wsH0vScNhlhkdByuvu9pjB5/vcGqjg45+yJMfOh55cZozuOp2zZg0S9T1ZV92Eqfd21crdw87ufnj15Dz8Ad/3wHXfsNqXEU7br0tNwHb2LQWReAIjGqCvt3bcMfP3ylyrKxLf/9R2xZvRQUQrDJsCQCmgfizHHXgqJN3BhuMTn8T59ufOJV9B95rnIDf27OISyd/YPD+t7IoIjD6j9morys1NScpmno0KMfzvVgfjI15iVDRspO8JrWm+O5bJPUSU82+mNAQHOMvnwiHnj9c7fCkx9Ow/NfzsZLUxZYr/NhY8aBc4imaQ6ZVFZWYP3C2Zj67ssOy9RVxrpFv2Pz8oWWd2gVpi643gy1+D/xkRfg7B6icNO4Wx7A2OvvQFBIuKkdXzDkH81BRbn5jx+0jI6xzkVGHznWXkNHGU0+H9+0fAE2LJmnPI+apiG5e1/c8MQr4BpV02A4fs6bZ1muf55bVfnszAxw3VTl1ZeNwnFHDplF2u37LykqwL6dronkUKSm4FiufROmdPaBdFCEy5RRg4HPokt/m46igjxlyZatY3HV3U/g7Cv+T5lvNHLduv1Z52vpvl1bLc+FnxqrNUh84c9TwHVU1XlMYhKusTxj1XRtdrU8X9zyzOvo0GtArb8PQkG9A6m7VO5Y5zpXn/nYAM/DXyxzpCO/sizPluyPZSUIgVONwC5dgKa4yjz0rDWoXPsaqsqLQAEaCs0w8NlSP9rHmWZD9kdNO/6uTbezDIMxzbimHS/HPGNgnjHdxOIyHCEgBISAEBACQkAICAEhIASEgBAQAkKg6ROQEQoBISAEhIAQEAJCQAgIASHQQAREfKaBwEu3zgkkte8Hf/8AU6HKinLs2b3KZK8rw7Ydi5CXf1jZfPPmwejcaagyj0aKOSxd+i1Ky4qZNAVuqr3wggdxx18/wxln/AUJ8d2sZaKjkzBsyBW44f/ewoQJL4BpTTv5xc2qqkqbL71aK7nxo2H9csPRBirKje/z5n2IYw6Eg/hl8+7dzsBdd03CXyb+23queI7oLjdy9+x5FsaNewJ33zUZgwePc7hhury8FGvW/gJu1GbdmoKv+lWT38z38/Oz3CtDcMcd/8OEq/6Jvn3Pr+aSlDwAF17wAO6/71sMHXx5tZ31jIH34fLlU2olWlJVVWW5dyqrm9U0De3b9cH11/7L6lf//hdUCxrQr3POvg333D0ZZ555IyiYAMU/Xie8Xnh+FNnVJt53e/eut/Rv/gKSpmlItnC47daPMGjQuOo69pHOnYZYhY/ob4cOA202CnBsvKbs62iahqDAUHuzMr14yVfYu3eD0keeQzL5y/X/Nl33nMvIjueW8xnvDz8/f1Mf/DLVtm2LsG7dTFOetw3kvdbSjyMm7dv1xcgR1yq7pRjA2rW/KsUAWCEkJAJnjb4V9937NS6+6GH06T2m+rphPjlRLOHmG98BeXFu17STczjLMFBsgKID7I/phg5kdvSo7ZeZAy3XTkJCj4Z2rcH6533N+5v3ucoJXue83ut7PVD54ks2clu+4nuH91B0dDKGDLnMocurV/+IrMPqDXF8NuQ6y7nmmgkvYujQK6ufn9hgtOUZauCAi3DVVc9Z5u+vrOsN6zDPGDgfUbyFIi5Ge2OK/zb7baRnbFG6rF+b5EQRGjILDAyxlu3ceZh13b3rzknWNYdiNdYMyw+uJVWW50xL1OP/8+Z/jNTUtcq1hI1GRrbBRRc+ZJ1Duf7zHtJ908+fvp7Qb9X5YzvFJflYuvw7ZGWlMqkMnNd8fe3lmrhu3Syl4JKmadbPARMsnwduvvk9m2dOri1ca/562yeW8/mgzTpEGLU9j2xDghAQAkKg9gSkhaZIoMryudp+XLRpmnmTC+16WU07nq/beLQPfEYrXPseSndO16vZHH9amo8/N4rwjA0USQgBOwLb1i7D+sW/o7JcLabu16wZ+o44BxR8sataY5LCEZP//Xfs37nF4fM+GwkIDLSK0Fxz39/xwldz8cjbX+OOF97F1fc+VR1ufeYNq/35yXNw45P/Qu9ho+BoAzjbZMjNPoSf//c2Vs79hUkJbhKggNCSXy2f1QvzlDVDwyNw/nW34/H3p+Ky2x9Ct4GnVZfr2HsgLph4Bx58cxIu++vD1o3L1ZmGCDdez58+2WBpXNGZk953KLCkaRrikzpbr1dyIA8jo7aduuP0i67G7f94C7c/+xbIjJ/NVQR4Lc+b+jm4SV+Vb2+bP3USMvel2JutaQqiULTpwTe+wA2PvWwVXqCwAjNjE5MtPl0F3acOPfopN7RTDIb3FYUOWK8uw5xvP8WeLeuUcwiFQAaeORbc6F6XPrjadnrKDpSVltgUJ9PWbdra2BprgutBTEJ7tEnq6Fbg9cX52t/f/P5fxYIbrikAM/3jN1TZ9WL78bM3sW/HFmVfHEfvoaPAe4hCaLyfOD4W5j3O+fCR/36D4edfBgo+0c5gfY6trGTUJ0JxYQH4LG3vDOeIUZdeaxUY4rrM+YBjPe/aW+yL+nx65uQPsHvjGuX8QeejYuNx+R2PVq9jxmcL3rvDzr3EOk9y/DzPZMN69qHYsk7++dM34Lppn1ff6fSU7aiq4TqjMN/2tctdcm3/rq3IyUxzWpb9sV+nhZSZx41cT5bOmgGuLccttj+DQ8MxZsIteObTnzDhvqetwoP6PcfzdPpFV1WvW95cS2298G6K6+efP3yN0hL190E4b/L5ic8P51x5I/jMQA/08VLc7obHXwHTmnbyd4k8F5xrWNadwOeLlfN+digCZHzmu+LOxzBw1Pk2z3bkftZlE3H3Sx/gdsszDf3VtJN+6b5QZIhiQ+xPt8lRCJxqBI4L0OSioMT8TKBlr4NVgKas0LpG837WA9dsBqb1I+MMZGg8Ml+36XamGYxpxjVNA4/M04OmmW16nhyFgBAQAkJACAgBISAEhID7BKSGEBACQkAICAEhIASEgBAQAkJACAgBIdD0CcgIhcBxAn7HD/JTCPgOgR49RiE6ur3SocLiPOzbt06ZVxfG9LQt2L9/s+mX9HpfbeK7WkU19LT9cfmKaVi1cjpUAggs6+fnZxlrEs4cdSO4qfSZp+eDG4XHnHcX2rXrDX//ABj/sZ1du1agslK9gcBY1lncV/1y5nN95u20MF648EsUFR1z2G1AQCCSkvqD54rnjOfu0Ud+weWXPY0+vc9FaGhL5Ze52SDP44oV32P+/I+ZdDn4ql+qAXCM9nZuLu/SdQQuveRRkBWZ/eX61zFw4CVo0SLGIa+CgqP444/PwPHbt+lOurS0CGlpW033s+4XhUTuv38KdL9OO+0aREbGO/SLG995nbjq1/KV03A011bcQ/df0zRrXxeMvQ9PPP6bVTSBG8oZ7rn7Kzz+2CxMmPAyjJv09br80tGuXcuxZct83WRzJFsbg4NESUkhKGZwIGObiZFeRXXdkxnZdbGc28CgUL2ozZFfdEpJXW1t3yajDhPLlk1B2v5Nyh4ottB/wMVISOyhzF+3biZWrvrR4dytaRoiIuJA0Z1x4x4HGfC6YeA1fdboW6xtkxcU/3h/sH32o8huMFNm5g7LuT/5BTk/P3/ExTadv+jrCVje37zPfW098GQs9VmH1/ZOy7xUpRAy8bM8+/TqdTYoLKLyieI1zkR/WIdzTefOw3HemDurn594/3E9vvDCB9Gt6+mgUJSmmb8UXVVVZRVH4XzHthpr4Jw9e857OHTFfLTbAAAQAElEQVQoxeEQyInrBp9NHrU8o5DRNRNesq67YWGtTOtblqWtnJx0h+25kkG/yHa/Zf4la1UdTTs+h3L9pziO/kygnz9n6wnbs86hludrChUx7Sz4+tpL3xf8+T9s3vqH5fn+5PxLux74eYBiM8ZnTn5u4FoTE9sBvKf0sjwWl+RjVz2KdbJPCUJACAgBIXDqENA02+crrveaZt7Iott1Mkwz6GkemWbgZ1oei9d/4FB45ker8EwRq0kQAkKgBgKzv/0UGXt3OSzVolVrjLr0mhrFXlQNcCP2h/+4HxuX/gEKCqjKGG0UoqFQQ3K3PtaNrdzcytC572DQHhgUbPpcYqzPOOcHbpae9NrTWPPnbzRJ8JDAstkzsPCn7xyKnmiahsjoOAwbMw43PfEqXv1+kTXc/uybOHPcddZN0X6Wd0Wq7gvzj2He1EngBmxVfmOw8fr+4dP/4FBaqkN3OX5uDicPI6N7XvkIF994Dzr2GgBe944aIKe5U78AhaIclbG306+ZX76Hwxlp9lnV6aDQMPQYPBLcRP7kh9Os542b3C++8V6nPvE+Xr94LigKU91YHUcW/TQFeUeylb3w+jvr8r8o8+rbSKGt/NyjNt2GRrREUrdekH+uEaAwwe9TPsU3bz7vcN5xraXalaIwws+fv+1QXIqt8x6iWMm1DzyL57+cbb2HeI9zPgyPNL9Dy9y7B4drEPFgu/UVOG9xnKr+/P39rQJD/c841zofcKzBIWGgwISqvK/aOL4fP30Lqds2WH6HUaV0U9NOrmMTH36h+lxyPrzsr49Y50mOX1nZYqTg1OJfp4HrpSXZ4P/37tiE4qICp34cztjv1v11KH0vqpwI2hQV5ltFwpx2WkPmrK8+ANcWrjGqopqmISwiEgPOOA/Ge47nqaZ1i+1RxG3Gx2+4tZayXl2GRb9MxZKZ3zsU3dGfH8ZMuBl8ZuAzlj7e5O59YS+GRPGe7WuXgX+UyRO/axIB0rTj98qQsy+yikM+eeLZgX7xuY+ChBSDc/RMQ/8oMsR+PPFP6giBpkRgV0YZJs05hoJi8+93tOz1qFr3OirLjovE8f0XAz/j6oEs7G3Mo415etC04+/jmKfbeDSmGdc08zs6TTtel+UlCAEh0MQIyHCEgBAQAkJACAgBISAEhIAQEAJCQAgIgaZPQEYoBISAEBACQkAICIEGIiDiMw0EXrp1TCA5aQCCgsKUBQ5kbK+1AIWyYSfGffs3oaxM/deqQkMi0KXLCCe1gd/nfojly793KGLgtLIhk18woLjEgcydBqvnUV/1y/MRebcmNzT/9tvbOJaX5dWGi4vz8MeC/1mvC08a9lW/7MeyY8dS5OZm2pvdTpP/nDnvgkIGbldWVNiwcTacbYhXVFGaKIgze/a74PlQFlAYKWa1ZMnXcCZiwWoURomMbANuKGdgnCImmmb+YlBJcQGWLPkKX3/zOI7mHkJFRRmbsAmRreKdimQZC2dlpeKHn17F3n2Ov8BrLO9KnHPXtu0LMXXqsygpKXSlilfKsK8VK2eA50rVYMuIWJw+4jpVltVGcajNm+ehsrLCmvbWD4omrF37i9viU97q31k7GQe2gyJNxjKRkQlIiO9mNJ1ycd7nvrge+PqJWLRoMo7kZCjdDA5ugeHDrwLFv1QFXBH9UdWrycYvXnIN+G322/U6H9Xkl6f5XFd++uU1HDy4Gxybp+2wHtfbufM+8Mqcx7Vk2rTnsWv3Skt7lWzea4Fz++LFX1nm0E9dapOMliz52qmgIBtqyLWXY/r11zewafNcC6/arTlcY1au/AH5eYc5LAlCQAgIASEgBLxGQPWsQZummTe10M6OjUf7ONPGULj2XZTsmMZqpvDD0nws3Ng4hWdMgxGDEKgHAiVFhfjzx29AkQtH3bXv1htnXDLBUbZTO9v/8vWn8euk95Cfe8Rp2dpmFhfkY8nMafjw2fuwb8fm2jYn9S0E5kz5FHOnfg6KQliSXvl/LOcwfvzkTZ/ZrF+bQe3ZvBZT3nkJFDyqqlKLG3jaPu+XX754xyNOFKuZ+v4ryNyfUuvP/7r/3Di+fPYMfPvfF3RTvRw5lvWLf0dlebmpP03T0LnPIIy+bKIpr74NvAZy7MRFKJiV2PHUfk/qynngtbVtzVJ88s+HrPONK3XqugzXEN5DB1J31foeovAFBaG8/XuD2jDYsmoxMvfudrmJwOBQtGwV7XJ5XylIMa6v3vgHtq9bXut3aPZj4vPNH9Mn47evP7LParD0lpWLkWtZYx05UFFeBl7TjvJV9rTd21BS7Piz1bEj2di+drmqqls2ri3LfpsBCvq4VdFJYa7LXAe/fvN5bF6x0EnJhsnis/HCn6fUesycWzYsnov0PTtqNZCaRIA8bZxz/IrffwLb97SNplpPxnXqEth9QoAmXyFAAwrQrH0NFSV5lrWr0vocwvmM35/Qg57mkYF20mRcPxptup15DMY045pmfldnX45pCUJACAgBISAEhIAQEAJCQAgIASHgPgGpIQSEgBAQAkJACAgBISAEhIAQEAJC4FQhcCqLz5wq57hRjTOqVSKSkvpD08yXJjdT7k/bVO/j2bhxNnJy0pT90k/6S7+VBU4Y5877EDNnvemxkAm/aLRt20JLG2+daNE7B1/1yzujq30rGzbOweTJj2DPntXgOahNi/xCCIUdvp3yDLgJujZt+apfxjGVlBRgxg+v4FCWZ1+IJ29y/27qs+B4jW3XJl5WWoxffv23x+Iq/MJOZuZOTP3+Hx4J4nhLxIJ+UIiKfsyb/4kVSUbGNhQXF1jjxh8hQeFo166f0eQ0TtGAb799AitXzgA3xDstXEMmxXFWrJqG7777e63bqqErZTZFbyjaxfvPvoCmaejQYRBGjrjWPqs6/cOPr1jvV46j2liLSH5+DmbPftfrc3ktXLKpmrZ/MwoLjtrYQkIjEJ/Q3cZ2KiY4D/nieuDL54Jzybr1Mx2K78XFdsZZo29xOATOlz/+9CpystOsX8Z0WNDFDD5Hrl33K77+5jHQNxer+Xwxiqt8/fXj4HzHtdMTh4/lZWHe3I+8KvDINr/++lFwDfDGHMp1j+eNQmYL/vzcrWHyWvKGgBR9qKu1l+vtjBkvYsGCzy1reZ5b49ML8xpfs+YXzJ//sW6Soy0BSQkBISAEhEAtCGiaVl2bayKDppk3s+h2vTDTDEwbj4wz8LNa8br3ULpzBouYwg9L8rFIhGdMXMQgBGoisG7R79i8fKHD95nNAppj8NkXomPvgTU15TB/4U/f4M2Hb8aqeb96VciEHZaVlGD94rl454k78MMnb4AbwmmX4B0Cf8yYjK/+/XdkpO6s1edtzuPcGP3Vf/6BNX/+5h3nfKAVilR8+Ox9WLtoDrjBurYuVVVVYc+Wdfjfy49h5dxfPG6OwjifPP+g9d6g4IDHDVkqUghn5uQPMePjNyyp+v8/+9tPkbF3l7LjgOaBGHruJWjXpacyvz6NGam7UFFRUd2l5ueHhOSu1WmJnCTA6zzvSA5WzP0Zbz50Mz594eGGFA076Zghxnv70xcfwaYVf9qcV0ORGqPHhWc+AEWUaixczwUoPEf/XOm2WUAAWrdJdKWoz5XhGD/950NY/Ov3oEhdbR3ktUtRmy9fewoUaKtte96sz+efg/v2OGyypLgIB/btdpivykjdtgkFuba/A9LLkcX+HVu89tzFZ7jv33sV2ZnptXreoH98NuS6/M7jt4PrIW2+GGZ++T5+sKytvE498Y9rzqZlf2K6pQ1P6tvXoQjQAstznzfuFbbNef6nz/7bYM8P9EGCEPBVArsPlOHL34+hoKjS7GL2BlSt+7dVgIb3Od+FsRCPDJx/GYxxpvXAsgxMa9rJ93O06YF5xrimmd/ZaZq6rl5PjkJACAgBISAEGiEBcVkICAEhIASEgBAQAkJACAgBISAEhIAQaPoEZIRCQAgIASHQQAT8Gqhf6VYIKAl06DgY4S2ilXn5+UeQsme1Mq8ujdwMunv3KlRWlCu7ob/0W5lpMK5d+ys+/eQurFs3y+VNpfySQH5+Dn6f+wGmfv9snYg3+KpfBnQNGuVG5y8nP4Qff3wV6RnbUFFR5pY//JIIxUp+/PEVfPzxX7F37zq36jsq7Kt+Gf3lWD/77O7jIiYKURRjWT3Oa56CNRSIIff0tC16lteOZPfFF/dj2bIpKCzMdald+sV7cfHir/C5pS7H5lJFRSFdxGLrtj9RVlaiKOHYpF9PP/zwMj766Dbs3rOyuvCOHUuQnb2/Oq1H/PyboXPnYahJJEsvzyPnvVm/vYUvv3oYu3Ytd9tPboBnvS+/fgSzf3uHTTZYWLFiGrKyUpT9N2vWHP36jkV0dJIyn0aK+3Acnpwv1ue1U1BwFCtWTLfOAatW/0CzT4bsnDTkHM2w8S2gWSDaxHW2sdU+0Thb4NzBecnX1gNfprnIMmfu3bde+eVyPz8/9OgxGt26nu5wCNu3L8ZHn9wOzr2cg3k/OSzsIIPz7M5dKzD5q0fx88+v1cmzlIOu681MoReKfPHa5DMH1wpXOuczDdeRyZMf8arQm7FvrgGf/u9ubNw4F56I0PCc5+ZmYt78j/De+zfarHvGfmqKN4a1l2NYuGgSJn/9GNxZc8goJzvNen1z7WY7EoSAEBACQkAI1DUBTTNvYuGaxH6NR2Ncz6NND8Xr3kXJzhnMMgWr8MymIpNdDEJACLhGgJvQD6Xvc1g4olUMTr/oKof5rmRwY+2Ud17Evx/4Pyz44SvkHMq0E7xxpZXjZSimyfps59V7rsHkf/8d3Ax+PFd+epvA9nUr8J8Hb8SsyR/gSFam8nO7oz45hx/NPmit++bDN/n0JnBHY6jJzg3/3/znOXz8/INWkQlueq+pjn0+r+nMfXvw/Xuv4P2n7/aKEEdu9iF89caz+N9Lj1rbc1eEhuOiUNCbD98MCkjZ+1xfafqx9LfpDoWrIqPjcMbFV9eXOw77SU/ZjrJi22eRyJjYWgl3OeyskWTw/i8tKbaeO87RW1ctwUzLPPLv+/+C52+5BFPffdmn527eQ5NefRJT33kJ6Sk7XF6zeK/tWL8CHz/3oM+KbVEQh4JShzNqFvLm74xCW7ZqJFed2s2fPnvLKlK39s85HonQ8Frm+sd18PX7JoLrorqnhrVS5K2sVP17xGNH/p+9+4Czojr7OP78dxd2KQsC0os0sWJD7F1sscSWWDGJsSQm0RgTS4wmryX2mmKLJhFbEqPGaOwaY8OCDbuICCrSpSy7S1ne+8wwt80sbIXdu7/74ew55zlnZs587957d8edxzn24Rsv12uBs6dPS33uT0/cxl/bn0/+MHGsocHX//eYXfvz79kz99+ROm79ft7wY/rn78SXn7WbfnOq+eeyf354vCUXT8L1+3N+UK8Ejf79uHDeXPvPuBvsjqvOa7IEQO706F03258uOsPc0T09Vp/ia/OkdZ7w6fqzTjD//K7Pb9Aa1gAAEABJREFU9sxFoC0JfPLlUhv35AJblJCARnPfNnvraluxZFHq54+aoLiN//e8qPjrzdvZtbe9+Fyv84vHo+Jj2W0pfu3Ox7PneZ+CAAIIIIAAAggg0NIFWB8CCCCAAAIIIIAAAggggAACCBS+AGeIQMsTKGp5S2JFbVng1Vfvt0sv3c8uuHD3WLn+d0cGyT9sLTyeevpmu+i3e8XW5Ov09fq667Isvzn4wX9fZtddf6Q9/sQfbdq0d4PkFzU1mf97orc9IYaPPfHkDfaHP4618eP/kd79f/97m138271ja/n3Q1ek59S30VLXVd/z8Pm1+Vxz7bdsyqev+5QGlbcnPm633vpDu/mWk8xvpvdENP48+Y3b2Tv0flXVQps+/aNg3k03fz/YxrfPntdUbd9vS1xXdH5REpMbbvyevfjSPTZr1hTzWPRHLV57YoB5c78Ibny/556z7cYbjzdPihTtoyH1uDvOiL1GLrt8/9QxHk/v7oknb7Tf/f5o89e3P19V1YvSf+jjk/y5XFQxz/zG/IcfvtquvuYwe/qZPwXr9/HGFHfwRAF/uvUHwfdJcPzU940fM3u/3vfvM/9+8++71X0//eWvp8bO29+nbrzpePPEItn7rkvbk//cdffZ9oc/jLUnn7rZpk6baG7iyWWyt4/et4J1Pn+n/f73x5pv59tnz1tduzlev37eN918QqKL2/w+9R7rz8eq1ubn4c/X1dccav/5z7X20Ycv2Lx504PvBT/37G39j8Kqqyts9pyp9t57/zXf7qqrDzFPCODvtdlz69rOdvHX+9dfz6jrpvWeN3Pmp6nXwfL0dpKsd5/h6X7UuCH1mna//NKYzyLf99up91p/rebv12M+5nNWV3wN+dt739e8um3rMu7r8OdhbX0e+Hn4+WQX/7nAv0/qsv7a5vh5uXP2fr3tMR+rbbvVxT2xyYUX7ZH4GvTXxgcfPrfKXVRXLw7ee6++5jDzzwj/fJg5Y3KQyC//vSj6TPHX2uTJE4Kfta5OvW7vvvusBid/ezvve3L6Vx+vcr05g2u442v178txqc/Atyc+Yf7Z6p+x7uJL8dr7HvfxO+480/z5yX4PTPr+auzPUL7/+x+4yC674gB76KGr0u+hS5ZUpt5vanxp6eKfe/5zlD/H/lzfPu5nqZ+bj7IXXrg7PaehDV+Hvye3hs9eX6d/9j6f+kwNfkZYzc8o/lnmz2lkk/Q+2BTvE9H+qRFAAAEE2oaA/+yQfabe9yLFb17xeNLcKObj2cV/b6qY8Hur/jg5OecDLyyy50k8E/FRtzKBx+75k51zxO525mE7xYrflL+mTseTAlz907GxNUTrOuvwnYMEFk2xHr+Z/+Hb/2iX/vBwu+b079pT9/7VPn7rVfN4dZX/3J+5zuDH82spHvdxn+fzfTvf3vfjcZ/XUorflB65ZdcebylrbOg6/GbwS35wuP354l8ECRVmfvGZVS2uSP2ulnnO/P3bb1aeM+NLe+flZ23cFb+y3550WHAjeX2P62bZhlG7sa+NCc8+aucdu3fs+91jPlbfdUbzJ7/7ht120c/tgu8faP/+y+/T39d+g767RPMs1fDkABUL59u0Se+b36Dt39NXn36c+U3oqeEm/edJEn5/zsl27RnH2zP3jQuO6cdetiw3cb73F349zz794O1g/RedeLDdc92FwWuzPgu6+f9+GrP1587j9dlP9txXn3rYfn3cfon7PSv1/nTHVednT89p+3H9+Emlsd9L2Qea9vEHVrFgfnbIOnTuYgOHbWjZj9re9y868RD7ZGLj/ocatZ2rx7PXUFvb5yU5NTTmz82vjh4TPHf+ev7zJWcG34P+mVPbGhob9+Mkrbcxz7W/L1z38+Pt5t/8NHjvmzP9C/P3ueh17bX3Pe7JM2654Gf2p1TJPs+kdTXFc94Yr3dfec6uO/N4ezr1OTx9yqQggYWfi+/Ta//s9XPwBHUvPJT5784+7qW27xeP+3hDi78O3Cb/efSfl/z109D9+rncfd3/2fnH7Wv/vOFye+/V580/q/w8/WeN7P36+2FlxUKbPuUT8/flm359qvnnn38OZs9rae3/PnCnnXvUnonvlVenfs5rSDIWfz7znwvvn3fMXvbSo/c1OYGv0ZP8uHddft7wz62P3nrF7r/5quDz1xNGTf3o3UatK+n12tjvv1UtyH+W9QSNvz35sODz97MP3jH/nF6+PPPzlbc95mMP/fUPdvlPjrTsxHD+2vA1+nOTXRry3ud+7ug/z7hr+rVSudh8Hdnn4q8d/1nQfyZ8+8Wng5/7Ljj+QPvXrdfU++eH7P3SRqCtCHwy3RPQLLSFlSvipzznbVvx1lW2YslC8+tiXnySf0Znlyjm40lxH/cSjXk7Kh7LbkuKJRqV4rFoG2oEEKiDAFMQQAABBBBAAAEEEEAAAQQQQKDwBThDBBBAAAEEEEAAASvCAAEE1ryA30g9fvw/7M9/+bFdedXBdtHFY9I3ZXvbYz7mc3zumlqhH8uP6cf2Nfha/MZzL972mI/5HJ+7ptbVko7jNy4//fQtQSIa9/Abed0nKt6//IqD7JY/nWw+z+evifX7cfx4nhChJa0rOndPBPDkkzeZ39TuiQyiRAReX3Lpvva7PxxrDzzwW/t40ivRJk1a17Yz/z72G9r9+br88gNTr8U9069Ffy6vvvrQ4Mb81994yJrjET1vwfFT3zd+zOh7yWvv+/Ppz6s/vz6/Odaxun368/fii3fbX/5yqrnJby/ZJ+3k64zeH4J1PvMn8/mr22drHPfvl9cm/Mvu+fuvzBMXXXb5/qnvmcz7d2ixp112+QH2xz9+x+795//Z6hJr1NehXWlHKy4uru9mdZ7/xBM3xM7plltOqvP2bWmivx79denf9/469derfw9Exftr4/OgkJ8D/4zwpBo33vx9c9v896LoM+Xaa79td9z58yB5n79um9KkpLhdU+6uWfb12WdvBp+p/tnqn7Hu4t+XXnvf4/6Z6/OaZQGr2Kl/nkbvoZde9o3U+03mc9fXGL1u/Dn257o51hi9dlvDZ+/Tqc/UYJ1r4WeUVTyNDCGAAAIItBEBSbEzleI3qOTf2OJ9L76x136zTHbbY5Vv/MGWfvKgh2Pl/hcW2gvvVsbidQ0wDwEE1q6A3wj+2N232C0XnG4Xn3So+Y3MZ39r15ybpr3vcR/3eT7ft1u7K2/bR//gjfFBUpIrTz3Gzh+7j/lzFN3o7Mkmzj16T7vslG/b7ZefGySgaWtafuO83xDu36/+ffuro8eYu0RGXntygP/77v72u7NODG7QXhPf036MR+68KTimH/uXeYmvvH/h9w+0G849Jbih3c+jrT13jTnf2dOn2WU/PiLn/cufZ08G0Zj9sm3LEfAEU56QyZ9nf5+LXtdee9/jPu7zWs6qV70Sf5170oprzvhukJTLz8Xfo7z2z15PwvHw7X8wf/9Y9Z5a1+jLTz5of7n07OCzys8z+3PMz9/fDz3h1TVnpP67zR8vtdb0nLauZ2LVq63Lzxv+ueXJnl567P4ggdKq99iyR/316D8//OHcH5h/Tp/z7czPxN72mI/5HJ/b3Gfjx3DX9Gvl2L3N1+Gvkaj4a8d/FvSfCT0RnCcebO51NWb/bItASxSYPH2JjXtyvi1anPs/XwjWOmei1bxxpdVULwiSP/k1M79O5nV28ZgXj3ntxdu+j6gthdfovO/xqGT3vS2F86Jxr6X4NT+PUxBAAAEEEEAAAQQQQACBlijAmhBAAAEEEEAAAQQQQAABBBBAYM0LFK3hQ3I4BBBAAAEEEEAAgQYKrNO1t5WWdkpvvWjR3HSbBgIINK/A0KFbW4ey8vRBqqoW2ZRPX0/3aSCAQEyAAAIIIIBAKxTwG1Pyl+0xKX6zisejuVE7qj0etb2OyuIJv7Mlk2pLPLPIXny3yjelIIAAAggggAACCLQeAVaKAAIIIIAAAgggsFLg0+lL7fYnF9jCpAQ0c98xe+sqq6meb55QxotfM4tqb3vxXXkdxaO+1148LoXX6nyex5KKj0nhvPxxH8uP0UcAAQQQQGA1AgwjgAACCCCAAAIIIIAAAggggEDhC3CGCCCAAAIIGMln+CZAAAEEEEAAAQRaiUDfPutbu3al6dUuWDAz3V51g1EEEGisQJ/U66+sQyb5TEXFvMbuku0RQAABBBBAAIEWIxDdcCJl/u/HHvMixW9SieJ+At7Orr3tN8F43Iu3vSx+/Xe25JN/+3Cs3P+CJ56pjMUJIIBAfQWYjwACCCCAAAIIIIAAAggggAACa1Pg06+W2rhaEtCsmPOOrXjz6sQENH79LCp+Tc2L972OSnReK1asMClzHS877nOz+1L82p4U3zbahhoBBBBAAAEEEEAAAQQQQAABBFqKAOtAAAEEEEAAAQQQQAABBNa8AMln1rw5R2zrApw/AggggAACDRDo2XOwDRs62qTwx7dly5bYrNlTG7AnNkEAgfoKlJZ2tA022MFKStoHm65YUWOzZk0J2nxBAAEEEECgVgEGEGhFAlLyDSdS/OaUFStWBGcW1d7Jbkc3xURxH1s84Xpb+slDHoqV+58n8UwMhQACCCCAAAIIIIAAAgi0HgFWigACCCCAQJ5AlIBmweKavBEzzXvXat640mqqvja/bhZdS/N2drHUw/v546lwsJ2PZRePJxWfI8Wv8flcH/OaggACCCCAAAIIIFAHAaYggAACCCCAAAIIIIAAAggggEDhC3CGCCBg4d3LQCCAAAIIIIAAAgi0WAFPfLHbbt+zdbr1S69x/vwZ9uEHz6X7NBBAYNUCjRndY/cTrG+fEeldVCyeb5MmjU/3aSCAAAIIIIAAAq1VIOkGE495keI3pXg8+1y97yWK+c0wUdvj3q98/XpbOvnhKJxT3+eJZ96rzInRQQABBBBAoDECbIsAAggggAACCCCAAAIItASBKAHN/MQENO/ZijevspqqeUEiGb+GFhW/pubF+34e3s4vUdxrL9G4t70k9aX4tT4pHvPtKQi0BgHWiAACCCCAAAIIIIAAAggggAAChS/AGSKAAAIIIIAAAgiseQGSz6x5c46IAAIItHUBzh8BBOohMGzoaDvuuGttww12tqKi8Ee3muXL7OOPx9ucuZ/XY09MRQCB+gr0H7CxHXvMlTZq1EFWUtI+2Nz/WHPqZ2/Zx5NeCfp8QQABBBBAAAEEWrOApMTlS/EbT/znoOzJ3vcSxfJviKmpqbHKCdfbkk+SE8/887mF9hKJZyI+agQQQAABBBBAAAEEEEAAAQRaqwDrRgCBWgSmfLXUxj2xwBZU1MRnzAsT0CyvnJtOQOOT/BpbdvHrb1Hf216873Pz2973eFSy+96W4tf8pOTrg9E+qBFAAAEEEEAAAQQQQACBlQJUCCCAAAIIIIAAAggggAACCCBQ+AIW3sHcBk6UU0QAAQQQQAABBFqjwLBho613zyEmhX/05X8UNuWzt+zZ/3BDEr8AABAASURBVP2lNZ4Oa0agVQkM6LehDRi4iRUVFafXPWvmp6nX31/TfRoItB4BVooAAggggECugP9ukRux4EYXKX4TSv5c73vx7b32kt32G2AqX7/elkyuJfHM8wtt/PtVvgkFAQQQQAABBBBAoEkF2BkCCCCAAAIIIIBASxL4bMZSG/fkfJtfsTy+rHnvm711jdVUzQuuyy1fvtz8ulr+tTbf0GNRifpee/G411687cXb+cXjUvzan8/zMa8pCCCAAAKtRYB1IoAAAggggAACCCCAAAIIIIBA4QtwhggggAACCKx5AZLPrHlzjogAAggggAACbV2gHuc/YcKDNnvOtGAL/4Ovz6a+bY89/nurrl4cxPiCAALNJ/DyK/fZF5+/FxzAX38zZ31qjzz2O5s1a0oQ4wsCCCCAAAIIINCaBaQwwaWfg/+s40WK33zicZ/jxdtRifpRHd0Y43XlhOtsySe1JJ55bqGNf4/EM+5GaQMCnCICCCCAAAIIIIAAAggggAACCBS+wGrOcMqMZTbuyQX29aKkBDSp/xb51tVWUzk3SEDj19aiEl2H874fwusoFtUe9xL1vfZ+VLzvJbsvxa8BSplrhdFcagQQQAABBBBAAAEEEEAAAQQQyBKgiQACCCCAAAIIIIAAAgi0AQGSz7SBJ5lTXLUAowgggAACCLRkgTlzP7d33nnSFi6cba+++oD97W+/JPFFS37CWFvBCbz+xsO2YMFMe++9Z+yuO8+yzz57s+DOkRNCAAEE2ooA54kAAqsWkOI3neTfmOJ7yI5Ffb/xxdteV0641pZM/o93Y+Xe/y2y8e+TeCYGQwABBBBAAAEEEEAAAQSaTIAdIYAAAggg0BIFPpuxzO7wBDQV8QQ0K+a+ZyvevMpWVMUT0Pj1Nr8e57Wfl7fzi8e9eNxrL9lt72cXH5Pi1wJ9jo95TUEAAQQQQAABBFq6AOtDAAEEEEAAAQQQQAABBBBAAIHCF+AMEUBgzQuQfGbNm3NEBBBAAAEEEECgXgLPv3CXXXPtt+zRx6636urF9dqWyQi0UIFWs6x3333arr3uCPvnfRfagoWzWs26WSgCCCCAAAIIIJAvkHTjiMe8SPGbTTwe7SO7HcX8hhePe/GY15WvXWNLJj/i3VjxxDMvf1AZixNAAAEEEChoAU4OAQQQQAABBBBAAAEEEEBgpcBnM5fZuCcW2teLalZGsqqvP7CaN6605Ytnm19n82tvXrwdlagf1R6P2tGePObF+157yW9HfSl+TVCSD1MQqK8A8xFAAAEEEEAAAQQQQAABBBBAoPAFOEMEEEAAAQQQQACBNiBA8pk28CRziggggMCqBRhFAAEEEEAAAQQQQAABBBBAAIFCF5CSbxyR4jeZRDelZJt4zIvH/KYWr73vxfuLXrnKlnz6qIdj5R/PLjQSz8RYCCCAAAIIIIAAAggggAACCCDQDALsEgEEWrLA1JlL7fYnFtSSgOZDs7eusuWLZ+UkoPFrb16i63B+ft72kt/O7kfjHotKdszbUvzaYDSXGgEEEEAAAQQQQAABBFqyAGtDAAEEEEAAAQQQQAABBBBAAIHCF1jzZ0jymTVvzhERQAABBBBAAAEEEEAAAQTaugDnjwACCCCAwBoU8BtJsg/nfS9SeHOJlElM4/GkuVHMb3Txts/ztpfFr15ty6Y85uFY8cQzr3xYFYsTQAABBBBAAAEE2oQAJ4kAAggggAACCCCAQJ7AtFlLbdyTC2zeopq8kVT3649sxZtXW83i2TkJaPxaXFT8elzUzq9Tewj+eTxopL5420uqGfvncSm8Rpg/6GP5MfoIIIAAArUIEEYAAQQQQAABBBBAAAEEEEAAgcIX4AwRQAABBBBoAwIkn2kDTzKniAACCCCAAAKrFmAUAQQQQAABBBBAAAEEEChkASmeXEbK3FQS3UgS1ZGF971Efb+xxdse8+Ltxa9eZUtrSTzz92cXGolnXInSUgRYBwIIIIAAAggggAACCCCAAAIIFL5AazjDqTOX2rgnFtjchfEENJr/kdW8eaXVLJ6Vk4DGr835NTkv2W3vZ5fo/JNiPhbFve3F+1LmWqHHvEiZa4repyCAAAIIIIAAAggggAACCCDQkgRYCwIIIIAAAggggAACCCCAQNMLkHym6U3ZY+ME2BoBBFqRwA03fs8uuHD3WPn3Q1cYDwQQQAABBBBAAAEEEEBgFQIMIYDAGhDwG0eSDiPl3kzi87xkz/W+lyjm7fxS8cqVtnTK49GUnNoTz7z6YVVOjA4CCCCAAAIIIIAAAgi0OQFOGAEEEEAAAQRqEZg2a6mNe3K+zV24PDZD8z+2FW9eZSuaIAGNFCaR8Wt72QfK7ntbyr1mmD2XNgIIIIAAAgggsBoBhhFAAAEEEEAAAQQQQAABBBBAoPAFOEMEEGgDAiSfaQNPMqeIAAIIIIAAAggggMCqBRhFAAEEEEAAAQQQKHQBv4HEixS/iUQKb0CJDHxe1Pba/0/KXrztY14qXrmi9sQz/11oJJ5xLQoCCCDQ0gRYDwIIIIAAAggggAACCCCAQEsS+HzWMhv35ILEBDTmCWjeusqWV8wwvx7n1+ei4n0v3o/qqO19L9F5ettL1PdaCq8HZse9LcWvHfp8SmsTYL0IIIAAAggggAACCCCAAAIIIFD4ApwhAggggAACCCCAAAJNL0DymaY3ZY8IIIBA4wTYGgEEEEAAAQQQQAABBBBAAAEECl9gLZyhtPqbR/wmk6j4EpPaFS974pknfDhW/vbfBfbqR1WxOAEEEEAAAQQQQAABBBBAAAEE2qQAJ40AAgisRiBIQPNEcgKaFV9/bPbW1VazOJ6AJko2E9V+mOhaXn6dPRa1vfbic7324m0p9xqix3yMggACCCCAAAIIIIAAAqsQYAgBBBBAAAEEEEAAAQQQQAABBApfoA2cIcln2sCTzCkigAACCCCAAAIIIIAAAgisWoBRBBBAAAEECk3AbwqRVKfTim5Q8W28RBtFce973MviV66wpZ8lJ56555kF9tpH1T6dggACCCCAAAIItEgBFoUAAggggAACCCCAQEsU+Hz2Mhv3xAKbs2B5fHnzJ1nNG1dZTUVyAhq/hucbee3X7/KLj3ksqqO2971I4TVEKayTxvNjvh0FAQQQaMkCrA0BBBBAAAEEEEAAAQQQQAABBApfgDNEAAEEEEAAgaYXIPlM05uyRwQQQAABBBBonABbI4AAAggggAACCCCAAAIINFJACm8WWd1u/KaU/Dl+M0kU93ZUKl6+3JZMqSXxzH8X2oSPSTyTb0l/lQIMIoAAAggggAACCCCAAAIIIIBA4QtwhnUUCBLQPLnAZickoNGCT2zFm56A5iuLrtVFte/er+VF/ezax7yfX0ex/LgUXlOUFBzHx71IuX2PURBAAAEEEEAAAQQQQAABBBDIEqCJAAIIIIAAAggggAACCCBQAAIknymAJ7F5T4G9I4AAAggggAACCCCAAAIIIIBA4QtwhgggUCgC2TeOROfkMSlzg4j3o5I9x2NR32vvR2XxK5fb0s+e9HCs3PPMQpvwUVUsTgABBBBAAAEEEEAAAQRamgDrQQABBBBAAIGWLPDF7GV2x5MLbc6CmvgyowQ0i6ZbdrKZ2trRdb2o9h162+uoRH2voyJlriNG87yWkuM+RkEAAQQQQACBlibAehBAAAEEEEAAAQQQQAABBBBAoPAFOEMEEECg6QVIPtP0puwRAQQQQAABBBBAAIHGCbA1AggggAACCCCAAAINFJDC/ztxtLnfNCJlbgzxfjSWXUvhHB+Pio97u2L8pbZkSnLimbs98czHJJ5xKwoCCCBQbwE2QAABBBBAAAEEEEAAAQQQQCBP4IvZS23cE/Nt9vzleSOp7oLJtuLNq2z5oi+DBDTLly83v37nCWi8RG2vo5LaKpiTX/u4x6IiZa4PekwK+96OihSPRWPUqxBgCAEEEEAAAQQQQAABBBBAAAEECl+AM0QAAQQQQAABBBBAoAAESD5TAE8ip4AAAs0rwN4RQAABBBBAAAEEEEAAAQQQQKDwBQrxDP0GEilzQ0jUl+IJanwsMvB2VCrGX2JLpz4dDeXU9zy90F4n8UyOCR0EEEAAAQQQQAABBBBAAIGWLcDqEEAAgdYg8MWcZTbuyQXJCWgWfhokoFm24PMgqYwnnfESXc/Lr6Mxr/3co3Fv5xcpc93Q5/l4VHvbi5SZ430KAggggAACCCCAAAItUYA1IYAAAggggAACCCCAAAIIIIBA4Qtwhk0vQPKZpjdljwgggAACCCCAAAIIIIAAAo0TYGsEEEAAAQQQaKSA3xQiZRLP+O6ksO9jUfF4doniXleMv9SWTn0mezjdvvvpBTZhUlW6TwMBBBBAAAEEEGiAAJsggAACCCCAAAIIIIBALQJfriIBjRZOMU281moWfWmeVMav5XmJ2lHtsajkHyaKe+1j0TbejooUJpqJ5kRxagQQQKCeAkxHAAEEEEAAAQQQQAABBBBAAIHCF+AMEUAAAQQQQKAABEg+UwBPIqeAAAIIIIBA8wqwdwQQQAABBBBAAAEEEEAAgdYk4DeDSGGimWjdHvMS9aM6inmdfYPJ4pcvtSWfPRVNy6nvenqBvT6pOidGpxAEOAcEEEAAAQQQQAABBBBAAAEEECh8Ac6wNQl4Aprbn1hgs+Yvjy97wae24s2rrGbhFzkJaPw6nxe/1pe9kceikh33tse9zi8el0hAk+9CHwEEEEAAAQQQQAABBBBo+QKsEAEEEEAAAQQQQAABBBBAAIH6C5B8pv5ma3cLjo4AAggggAACCCCAAAIIIIAAAoUvwBkigAACTSwgySTl7NVvHvFAVEftRS9ebEs+e9q7sXLn0wvsDRLPxFwIIIAAAggggAACCCDQIAE2QgABBBBAAAEEViMwfe4yG/fkApv1dUICmoVTbMVbV9mKii/TCWg86Ux0vc/bXrxfW4kOL4XXDn1eFPM6v19bzOMUBBBAAAEEEKhFgDACCCCAAAIIIIAAAggggAACCBS+AGeIAAIIFIAAyWcK4EnkFBBAAAEEEEAAAQSaV4C9I4AAAggggAACCCDQUgWSbv5IWqvPyy7RHI95O7oJZdFLF9vSaf/1UKzc9dRCe5PEMzEXAgggUDgCnAkCCCCAAAIIIIAAAggggAACLVFg+pwwAc3MxAQ0n9mKN660moWfxxLQRNf8/BpgfvHzlGQe97bXXvLb3s8vUpioJj/eWvqsEwEEEEAAAQQQQAABBBBAAAEECl+AM0QAAQQQQAABBBBAAIH6C5B8pv5mbIEAAmtXgKMjgAACCCCAAAIIIIAAAggggEDhC3CGDRSIbhBZ3ebZ86J2hSeemZqceObOpxbaG59UrW63jCOAAAIIIIAAAggggAACCCBQHwHmIoAAAgjUUWD6XE9AM99mfL0stsWKhZ/Z8jeusBWLPk8nk4kSz/hkv/7nxdtRyR+P4l5LMkneDIq+PmAKAAAQAElEQVSUaQeBlV/y97kyTIUAAggggAACCCCAQL4AfQQQQAABBBBAAAEEEEAAAQQQKHwBzrAABEg+UwBPIqeAAAIIIIAAAggggAACCDSvAHtHAAEEEEAAgdYgEN3sISl9k4nHvETrl3JvFPExL4tevMiW1JJ45o4nF9ibJJ6JCKkRQAABBBAoYAFODQEEEEAAAQQQQAABBFqywFdzl5tfq5s5L56ARoum2fLXr7SahdMsSizj1/2y2973Ep2jt714P7v2thePe/G2FF5z9LbHKAgg0JoFWDsCCCCAAAIIIIAAAggggAACCBS+AGeIAAIIIIAAAgjUX4DkM/U3YwsEEEAAAQTWrgBHRwABBBBAAAEEEEAAAQQQQKAWASm8CSQaluLJZqKx6EaRRS9cWGvimXFPLrC3JldHm1CvSQGOhQACCCCAAAIIIIAAAggggAAChS/AGSJQTwFPQOPX7GZ8HU9AY4um2vLXr7CaBVODBDS+a78G6CVqe52dkMb7UYnmJfV9TMq91hjNo0YAAQQQQAABBBBAAAEEEFiNAMMIIIAAAggggAACCCCAAAIItAIBks808klicwQQQAABBBBAAAEEEEAAAQQQKHwBzhABBBAoBAG/QcTPI7te+MIFtmTasx6OlTueXGBvk3gm5kIAAQQQQAABBBBAoHAFODMEEEAAAQQQQKA1CHw1b7mNe2KhzUjVsfUummY1b1xpNQvDBDR+LdBLlHDG62gbKUxk7ePZsaR2FKNGAAEEEECgEAQ4BwQQQAABBBBAAAEEEEAAAQQQKHwBzhABBBBAoP4CJJ+pvxlbIIAAAggggAACCKxdAY6OAAIIIIAAAggggAACdRDwm0a8+NSojtpRv/MO51n7gbt6OFaOHdPFNhtaGosTQAABBNaQAIdBAAEEEEAAAQQQQAABBBBAAIEEgT7dim3sXuXWO1XHhjsPtBWb/8zk9YoV5tcBvfi82mofi0o0x/ve9uLtZizsGgEEEEAAAQQQQAABBBBAAAEECl+AM0QAAQQQQAABBBBAAIFWIEDymVbwJLFEBFq2AKtDAAEEEEAAAQQQQAABBBBAAIHCF+AMW6OApJxl+40iXjwY1d7uuP251q6WBDRjx3SxzUlA40wUBBBAAAEEEEAAAQQQQKANCHCKCCCAAAItXaBP92Lza3a91ymJLXVFp4FWs+lPzTr1t5qamnTiGb8W6MU3yK697SU7nt+Wcq8x+jgFAQQQQAABBBBAoLULsH4EEEAAAQQQQAABBBBAAAEEECh8Ac4QgfoLkHym/mZsgQACCCCAAAIIIIAAAgisXQGOjgACCCCAAAII1CIQ3SySNCyFN4pIYe1zovkdt/ullQzYxUOxcuyYLrbFsLJYnAACCCCAAAIINLMAu0cAAQQQQAABBBBAAAEEsgT6dC+xsWO6Wq9uJVnRsFnTaYAt2+QntqJTv1jSGb8GmF/CrcKvPha2cr9KmeuIuSP0EECgSQXYGQIIIIAAAggggAACCCCAAAIIFL4AZ4gAAggggAACCLQCAZLPtIIniSUigAACCLRsAVaHAAIIIIAAAggggAACCCCAwNoSkGq/ASS6aSSqfY3e9hK1o9pjZducbcW1JKA5Zs9y22J4qU9vs4UTRwABBBBAAAEEEEAAAQQQQACBwhfgDBFoqQJ9e3jimS7Wa53i2BKXdxxgSzb8sdV06Ftr4hnfyK8Beu3F21687cXbUfG+F+97TUEAAQQQQAABBBBAAAEECk2A80EAAQQQQAABBBBAAAEEEEAAgbhAoSWfiZ8hEQQQQAABBBBAAAEEEEAAAQQQKDQBzgcBBBBAICVQ15s/pDBBjc+XwnZq8+BGFK+9+JjXpVufacX9d/FmrByzRxfbkgQ0MRcCCCCAAAIIIIAAAs0mwI4RQAABBBBAAAEEUgL9VpF4ZlmHAVa1wSlW06FPcL3Pr/N5SW2W8y8plj1BkknKDgVt386Ld6La214kBcf0NgUBBBBAAIFGCLApAggggAACCCCAAAIIIIAAAggUvgBniAACCCDQCgRIPtMKniSWiAACCCCAAAIItGwBVocAAggggAACCCCAAAJrQ0CK3wyStI7sm0K8HRWf622vo+L9dqN+bkW1JKA52hPQrF8aTadGAIE2JcDJIoAAAggggAACCCCAAAIIIIDAmhbo273Exo7pYj27FscOvbzjQFu8/g+spqx3LAmMX+fLLtHGUay2vlk0EtaSEpPShKO2yjHjgQACCCCAAAIIIIAAAggggAACLVSAZSGAAAIIIIAAAggggAACcQGSz8RNiCDQugVYPQIIIIAAAggggAACCCCAAAIIFL4AZ4hAnoDfNCIpHc3vRwOSghtCpLCO4l77NlFdvMXppn67eDdWjt69i201nAQ0MRgCCCCAAAIIIIAAAggggEBTC7A/BBBAAIE2LdCvR4mN3auLrZuQeGZZhwG2YOgJVlPWK23k1/eikg4mNJLm5Me8n7BpcG2xtrGk+cQQQAABBBBAAAEE6iDAFAQQQAABBBBAAAEEEEAAAQQQKHwBzhCBViBA8plW8CSxRAQQQAABBBBAAAEEEGjZAqwOAQQQQAABBBBoCQLZN31IqnVJPi+/JE0u2vw0s747JQ3ZUXt0sa3WL0scI4gAAggggEChCnBeCCCAAAIIIIAAAggggMCaEujviWfGdLGeSYlnOg60BUNOsJrSXhZd54vWFfWjOop7HcWk2q8d+rzs4ttk92kj0BYEOEcEEEAAAQQQQAABBBBAAAEEECh8Ac4QAQQQQAABBBBAIC5A8pm4CREEEEAAgdYtwOoRQAABBBBAAAEEEEAAAQQQQCAlkHRjSFIsNTX2Lz1v5KlmfXeOjXvgqN3LbdTaS0DjS6AggAACCCCAAAIIIIAAAggggEBhC3B2CLRJgf7rtrOxe3W1dRMSzyztMNC+HnS8LS/tGdhIYSIZv57nJQiu/CIpSE7j3WhMCudnx7xd1xLtp67zmYcAAggggAACCCCAAAII1EGAKQgggAACCCCAAAIIIIAAAggg0AIEmjn5TAs4Q5aAAAIIIIAAAggggAACCCCAAALNLMDuEUAAAQQKWaBmkx9ZTZ+dEk/xSE9AM6IscYwgAggggAACCCCAQKEJcD4IIIAAAggggAACzS3Qf90SO3ZMufXoEv/TziVlA23eoO/Z8tJ1m3sZ7B8BBBBAoE0LcPIIIIAAAggggAACCCCAAAIIIFD4ApwhAggggAACcYH4f6GMzyGCAAIIIIAAAggg0JoEWCsCCCCAAAIIIIAAAggg0MQCyzf6oS3vXUsCmt3KbdT6pU18RHaHAAKrFWACAggggAACCCCAAAIIIIAAAggUlMCAdUts7Jgutm6X4sx5rWwt6TDI5g78ri1r131lZPXVihUrVj+JGQgggAACCCCAAAIIIIAAAgggsPYFWAECCCCAAAIIIIAAAggg0AIESD7TAp4EllDYApwdAggggAACCCCAAAIIIIAAAggUvgBniEBLEJCUswwpt++DkkwKS9T3OiqSgqYUr5dv9IPaE9Ds3sW2HkECmgCPLwgggAACCCCAAAIIIFCwApwYAggggAACzSUQJJ7Zq4v1SEo8UzbQ5gw4zpa3717rtT1JwZivT5JXQZEy7SCQ+tKYpDRSfH+pXfIPAQQQQAABBBAoKAFOBgEEEEAAAQQQQAABBBBAAAEECl+AM0QAgbgAyWfiJkQQQAABBBBAAAEEEECgdQuwegQQQAABBBBAoE0KZN804m0v+RBRLKp9XMq9YURS+kaV/PGlG5xky3rt5OFYOWK3LjZ6RFksTgABBBBAAIFmEmC3CCCAAAIIIIAAAggggEBBCAzoWWJj9+pi3cuLY+ezpMMgmz3gO7a8XZh4xif4tT1J3gyKFLYlBdf1JMXiQSD1RVIwJ9UMainsS2Ht8ewiKbtr+cfOGaSDQPMIsFcEEEAAAQQQQAABBBBAAAEEECh8Ac4QAQQQQAABBBBAoAUIkHymBTwJLAEBBBAobAHODgEEEEAAAQQQQAABBBBAAAEEmlrAb/LI3qeUexOIFPZ9nqTgppD8+VI4x+NSpu19L5JiN6B4fMmIE2xprx29mVXC5rd3K7fRG5CAJtTgKwIIIIAAAggggAACCCCAAAKFJsD5IIBAUwsM9MQzY5ITz1SXDbKZfcfa8nbd0oeVkq/ZSUrP8UZRUVH62l50jVDKnePzfCyqs9tSONdjXnxObWV147VtRxwBBBBAAAEEEEAAAQRaqgDrQgABBBBAAAEEEEAAAQQQQACBwheIn2FRPEQEAQQQQAABBBBAAAEEEEAAAQRatQCLRwABBBAoeAEpnlAm6aSl8CYRSTk3m6xqro9JmflSvL1k/RNsSc9aEtDsWm7bbEgCGnekIIAAAggggAACzSrAzhFAAAEEEEAAAQRatcDAXu1s7Jiu1r28OHYe1R3Ws9n9j7Oa9t3S1/WkzHW6aAMpE5NkUdIZy3pkx6JEMVK4nU/zmBT2pbD2mI95keRVsI6gkfdFCsfzwnQRQAABBJpKgP0ggAACCCCAAAIIIIAAAggggEDhC3CGCCCAAAIItAABks+0gCeBJSCAAAIIIIBAYQtwdggggAACCCCAAAIIIIBAcwhIdUtAE90oEtVS5mYQSembRqSwLSlxuZKCuZKC8erhx9vSXjsF7fwv39ql3LbZgAQ0+S70C1uAs0MAAQQQQAABBBBAAAEEEEAAgcIXaKozHBQknuli3crjf8JZVTbIZvU91paVdA2ux/kxJQVtKVNHSWUk+ZRgPGikvkgK+pJSvfCfpFpj4YzMVyk+NzMatqLrjWGPrwgggAACCCCAAAIIIIAAAggUjgBnggACCCCAAAIIIIAAAgi0RYH4f7lsiwqcc1sS4FwRQAABBBBAAAEEEEAAAQQQQKDwBThDBNqsgKT0uUvKuZlEUs5YupNqSLljktLbSrLsG1mkTL9y6HdtSc9aEtDsWm7bbNjBeCCAAAIIIIAAAggggAACzSTAbhFAAAEEEGiVAunEM53jf75ZVbaezcxKPCMpdm1Oyr12J616jmU9JAU9Senrfx6Q5FVOIblMDgcdBBBAAAEEEFh7AhwZAQQQQAABBBBAAAEEEEAAAQQKX4AzRACBFiAQ/6+XLWBRLAEBBBBAAAEEEEAAAQQKSYBzQQABBBBAAAEEEFjTApLMbw6JipS5eUTKtH1dUtiXFNxwEsWksC9l6uwkNN72Ujn0O1ZdWwKaXTrbtiSgcVIKAggg0AYEOEUEEEAAAQQQQAABBBBAAIHVCQzqVWJj9yq3dRISz1SWrWcz+hxjNe3WCa7TSQp2JylIQOPX4morktLb+Bwp05fC7aXcmF87tJWPqO21pJVRKgSSBIghgAACCCCAAAIIIIAAAggggEDhC3CGCCCAAAIIIIAAAm1RgOQzbfFZ55wRQKBtC3D2CCCAAAIIIIAAAggggAACCCBQ8AIrVqwIbjbx7a0DoAAAEABJREFUE5WSbxaRFJsjhTEpXvu+vEi5Y34zS+WQ46x63R19OFYO36WzbbdRWSxOAAEEEEAAAQQQQAABBBBAAAEEGinA5ggg0KoE1utdYmPHdLF1OhXH1l1VNthm9R1rK9qvE1yz82tuUZHi1+N8TMqNSwqS1FjqIeWOpULBfr2OiqSgKSkYk8LaE9D4gBQmuPY2BQEEEEAAAQQQQAABBNaiAIdGAAEEEEAAAQQQQAABBBBAAIHCF2gBZ0jymRbwJLAEBBBAAAEEEEAAAQQQQACBwhbg7BBAAAEEEFhbAlJ4w4gfX5JXOUVScGOJB6WwLcm7QVxSUPvNLFGRFNzEIoVjUlhXDv2OVdWSgOawncttWxLQGA8EEEAAAQQQKGwBzg4BBBBAAAEEEEAAgdoEBvduZ2PHdLV1OicknukwxL7qc4wtLylPX4uTwmtufk1OirelMCaFtc/zIinx2p0UzpPC2lIPKdNOddP/pExcUjpOAwEEEEAgFOArAggggAACCCCAAAIIIIAAAggUvgBniAACCCCAQFsUIPlMW3zWOWcEEEAAAQTatgBnjwACCCCAAAIIIIAAAgi0GQH/vxR78RP2WgpvFpEU3MjicS9S2JfCOv9GFZ8TxYqLi4NtvZ9dJFnlkOOsat2dfHqsHL5zuW23cVksTgCBZhJgtwgggAACCCCAAAIIIIAAAgggUPgCreIM1wsSz3Sxrp3if65Z1WGIzeh9tFn7rkHSGL/eJiloS5lrdR6PihSOR32vpXCulBmTwpiPe5HCvqUeklJf4/+kMO7XEr1EM6QwHvWpEUAAAQQQQAABBBBAAAEEEFiDAhwKAQQQQAABBBBAAAEEEEBgDQjE/2vmGjgoh0AgI0ALAQQQQAABBBBAAAEEEEAAAQQKX4AzRACBNSEgyfyGEClzI4ikIFGMH1+SV+l+0El9kXLjUqYvKbjRJbo5JbvOb3vfS+WQsVbVc2dLehy2U7ltv1GHpCFiCCCAAAIIIIAAAggg0OoFOAEEEEAAAQQQyBcY3Kedjd2ri3VJSDxTWTbEZvQ5xmradQmu2fm1Nd9eUrrvMS9SJhYlh5YUXLuTwtrnebGVDyncZmU3qCQF21jWQ0qeJylrlsWuPeYM0kEAAQQQQACBNiTAqSKAAAIIIIAAAggggAACCCCAQOELcIYIINAWBUg+0xafdc4ZAQQQQAABBBBAoG0LcPYIIIAAAggggAACBSsgxRPQ+MlK4Y0iUlhHMSnsRzelSErf2CKFban2OrrRxbfPLpWDj7WqdZMT0By6c2fbYeMOvgQKAggggEBzCrBvBBBAAAEEEGhWgdIOHW3nA4+0E8+/xs69+T676K4n7bJ7n7PL//l8ulx891P26788bD+57BY7+ITTbeDwjZp1TewcAQQQQKBlCQzp3c7GjuliXTvG/0yzssNQm9n3WKspKQ+SwUjhNbjsa2xSGJNkfh0uGpMUbON9KbntY16kcFwK92UrH9GYpJURC64L2sqHJ7le2Qzi3pcyc6Mx6hYgwBIQQAABBBBAAAEEEEAAAQQQQKDwBThDBBBAAAEEEEAAAQTWgED8v2qugYNyCAQQQACBjAAtBBBAoLkENhu5t5115sN2/nnP5JTTf/oPGzxkq+Y6LPtFAAEEEEAAAQQQQACBBIHmCklhsplV7d9vDPGSNEdScPOIj0lhW5J3g7iknNpvSskuktI3umTHvb148DFW1TM5Ac0hO3W2HTbpYDwQQAABBBBAAIE1JXDSr69NJ4PITgzh8TW1Bo6zdgVG7bqvXXjH47HvA4/52NpdHUdvLoEzrhsXe879PeDwU85u8CEHjdjEjj/3Cjv/1n/bgd/9sa2/+Wjr2qOXtS8tC35/yt5xu/al1qm8a5B0Zof9DrMfXXKj/eya2237fQ/Nnka7gAQ4FQQQQCASGNKnnY3du4t1SUw8M2xl4pnOwbU1ScFniF9T8yIpiGcnnMmOezu/SOE2UrgvKVNb6iFl+pJSEQuOaamHFPZTzeCfpPSYB5KuLXpMkg9TEEAAAQQQQAABBBBocwKcMAIIIIAAAggggAACCCCAAAIIFL5AWzzDorZ40pwzAggggAACCCCAAAIIIIBAmxbg5BFAAAEEECgoAUnmN3vUdlKScm4W8XlSJibF237zihTGJQU3u2THvB0VKRyXwtrjUtiuHHysVfXcxZIeh+xIApokF2IIIIAAAgggsGoBT/Bw9Om/se+cdcmqJ5oxjgACCDSpQGmHjvbN759uJ55/jW241fbWrrS03vsvKiq2PoOG2sEnnG6nXXGbDd1ky3rvgw0QQAABBFq+QJB4ZkwXK+8Q//PMyg5DbUafo62muFNwzU1SUBcVFQXX8LwuLi4OYpIsu+1jUnjNzttepLAvKb1NflzKzLGVD0krW2ElZfqrutbos31cysz3GAUBBBBYiwIcGgEEEEAAAQQQQAABBBBAAAEECl+AM0QAAQQQQACBNSBQtAaOwSEQQAABBBBAAIFVCDCEAAIIIIAAAggggAACCCDQWAEp92aPpBtAJAU3sPixJHkVFJ/rjeimFG97kRTMl3Jrn5ddohtgopik9E0xHqscfIxV9drVkh5hApqypCFiBSfACSGAAAIIINB4gd0POdZOu+JW22KnMVZa1qHxO2QPCCCAQB0Feg8YYt8953LbYb9DzZPQ1HGzWqdJsv5DR9hxZ15sO+1/eK3zGEAAAQRanwArHtq3vY0d09XKO8b/NLOywzCb0edYW1HSOZ0oRgqvvfl1NC9S2JcUzPFYfvHrcVI4LxqTMn0p3FYKY1JYW+ohJbdTQ8E/KTPuAUleBdcJg0bqixTGUk3+IYAAAggggAACCCCAAAIItEkBThoBBBBAAAEEEEAAAQQQQKAQBeL/hbMQz5JzqrsAMxFAAAEEEEAAAQQQQAABBBBAoPAFOEMEEChoASm8+cOTykhh20/Y+16kTExScOOIJJ8SFEnpmJRp59/IImXGJOUknInmei3JFg86yqp77WZJj0N2LLcdN+mQNEQMAQQQQAABBBAIBDbYYhs77YrbbN9jTrbOXbsFMb4ggEAdBJjSJAK9Bwyxb//4HBu68ebB70pNstOVO+nYuYvtfcQJttvBx6yMUCGAAAIItGaBoX3b2dgx5VbeUbHTqOww3Gb09cQznYKkMpKC2q+fRUWqe8wT0ETbee19KTyupPRnlhRvS7Lsh5Tp+/XDaEySeV/KjEdj1AgggAACCCDQggRYCgIIIIAAAggggAACCCCAAAIIFL4AZ4gAAgisAQGSz6wBZA6BAAIIIIAAAggggMCqBBhDAAEEEEAAAQQQQKCpBaTwhhC/OcT3LSm44USSd4MihW0prD0oKT1Pkody+pKCm2KksPYbW6IiKZgb3ejicSkzr2LQkVZVSwKag3fsbDttSgIa44EAAgUtwMkhgEDDBL7943PtO2dfav2Hjgh+1mjYXtgKAQQQaLjAfmN/YAOGb1Tre5D/3jVv1lc2/vEH7LbfnmlnHrZTUH531on26J032eeffGDLly2tdQFlnTrbHocda9vtfXCtcxhAAAEEEGj5AsP6eeKZLta5Q/xPMis7rm8z+hxjK4o7pq+tSeG1NL+G5kVSMObX1ry/uiKF20uZOtpGkvnD+5KCzzAprD1eW5EycyQSz9TmtLo44wgggAACCCCAAAIIIIAAAgggUPgCnCECCCCAAAIIIIAAAoUoEP8vnYV4lpwTAgggUHcBZiKAAAIIIIAAAggggAACCCCAQOELFOQZ+g2P2ScmKehKuTeKSApuOPH5ktJzpLDtASls+w0qXiQF23g7KlI8ln1zTHY72mbxoCOtsudufohY+eYOnW1nEtDEXAgggAACCCDQ1gXW6dHTStq1b+sMnD8CCKwlgb2OON5GbD46+H0oaQkVC+cHCWYu+cHhdt9NV9oHE15MT5s26X17+r5xdv2ZJ9gN5/3YJr/3pvnvYekJWY2yjuW2/T6HWO8BQ7KiNJtAgF0ggAACa0RgWN92duyY2hLPjLCZfY+1FSWZxDPRtbKkWlKQhCZpLDsmybKvv0mZa3WSgn1IMn9ISn+WSfJQ0JeUUwcDWV8kZfWs1s+xnEl0EEAAAQQQQAABBBBY8wIcEQEEEEAAAQQQQAABBBBAAAEECl+AM1wDAiSfWQPIHAIBBBBAAAEEEEAAAQQQQGBVAowhgAACCCCAQFMISLk3g/g+pTDxjLf9JkcpM0cK21JY+xxJwQ0ntbWlcDz7Rpfa2pKCm1zyxyvXO9Iqe+5qSY+DduhsO43skDREDAEEEEAAAQRavQAngAACCLQugXX7DrQtdhpTawKsmZ9PsXFX/Mqeuf+O1Z7Y1I/etT//9kx747nHbfny5Ynzew8abNvve3DiGEEEEEAAgZYrMKxfOxu7VxfrXBb/U8zFHde3GX2OthXFHYLrZJJy6vzrZvXtS+H+ou0kmT+kTO1jHouKpPT1vyiWX0uZa4rRWP61xShOjQACCMQFiCCAAAIIIIAAAggggAACCCCAQOELcIYIIIAAAgggUIgC8f/iWYhnyTkhgAACCCCAQN0FmIkAAggggAACCCCAAAIIINCqBfxGkOwTkBR0pcxNI0lzJKVvPJHCtqT0DTFSJiaFbb95RQrnRG0p08/+vy/7eFQq1zvKqnrtbkmPb27f2XYmAU0STdPG2BsCCCCAAAIIINDGBCY8+6idd+zeduZhO+UUj/lYG+PgdOsgMHrP/a1Hr36JMxfMnW0P/eX3NvndNxLHk4LVlYvtnusutLeee9xqauIJaIqKim2jrXe0QSM2SdqcGAIIINAwAbZqVoEg8cyYLtYpMfHMCJvZ59gg8YyUuZZWVFQUXIPzOiqSgmtw3i8uLk63vZ9fpMxcH5Nk/pAU7FdSentLPaQwnmoG49F1QUkeCkoUCzorv0iZcQ9JuX2PURBAAAEEEEAAAQQQQAABBFqIAMtAAAEEEEAAAQQQQAABBBBAoAkEippgH+yiGQXYNQIIIIAAAggggAACCCCAAAIIFL4AZ4gAAgg0pYAU3giSdNNIdBwpnBP1o9q3kRTciBLFvI5uZJHCsex+dltS+uaWKF7bDTOLBx1hlbUkoDlo+862y8iOxgMBBBBAAAEEEEAAgUIS4Fxal8CIzbexopKS2KJrli2zt1540j54Y3xsrC6BZ+6/y2Z+MTVxavk63W34plsZDwQQQACBli8wvH97O25M18TEM5UdN7CZfT3xTFlwrUxSupZk2dfLJAVjfi3N41Km77GkIoXX6KTcuVLYt9RDCuekmsE/SelaCtsekJRzLVDKJLD2cb9e6DUFAQQQQAABBOouwEwEEEAAAQQQQAABBBBAAAEEECh8Ac4QAQQQKEQBks8U4rPKOSGAAAIIIIAAAgg0RoBtEUAAAQQQQAABBBBoEwKSYucpKX2zid/Y4hMkeRXcBCMpPe43w/gcScGYtz0mhXO870UKx33M+9mlMsn3DQMAABAASURBVEhAs4clPQ7cvpPtslnHpCFiCCCAQFMIsA8EEEAAAQQQQKBWgY233tG69uiZOD5n5pf20mP/ShyrS3DG55/am/973JYtXRKbXtKuvfUdPDwWJ4AAAggg0LIEPPHM2DFdrGOZYgtb3HED+6rPMbaiqDS4ZiYpp86+NuZtv2bmxdtSODfqeywqkoLrct6XwnlRWwrHpLD2uKUeklJfLdjOUg9J6Xaqm9OO+vnJZiT5UGsurB0BBBBAAAEEEEAAAQQQQAABBApfgDNEAAEEEEAAAQQQQACBJhAg+UwTILILBBBoTgH2jQACCCCAAAIIIIAAAggggAAChS/AGTa3gCTzG0ek3JtFJKVvMpGUXoYUtvNvVPG+pJxtpLAfjUU3x0gKbqzxeFKJ5lUO+rZV9qolAc12nWzXzToYDwQQQAABBBBAAAEEEEBgTQoMGrGJdejUOXbIFTU19sk7r9vs6dNiY/UJfPz2a7Zg3tzETdbtOzAxXhhBzgIBBBBo/QLrD2hvQeKZUsVOpqLDCJvZ9xiz4tzEM0nXxrJjktLX0fyamZTp+zwp05cybUs9JKWv1UVzU+EgJoVjUlh7PCqSomZQS+H1Q+9IuWMeoyCAAAIIIIAAAgggUHcBZiKAAAIIIIAAAggggAACCCCAQOELcIaFKEDymUJ8VjknBBBAAAEEEEAAAQQQQKAxAmyLAAIIIIAAAgUpIIU3kEgKbj7JPklJQVdSekxSEPObVrwhZfqSgnmSghtjpLD2uZLMb5LxdnaRFMyNxiSl560qAc0B23W2XTcnAY3xQAABBBBAoKkF2B8CCCCAQK0CPfr0t+KSdrHx6qpKm/rRu7F4fQPTJr1v82Z+mbhZSfv4cRMnEkQAAQQQWOMC6/dvZ2PHlFvHhMQzizttaDP7HmsrinITz0jhdbTs62RRW8odKy4uDq65ReNeS0pfQ5MUXF+L4lEthfuRZP6Qwjq/HfWlcFzK1J64Ohr3moIAAgUkwKkggAACCCCAAAIIIIAAAggggEDhC3CGCCCAAAIIIIBAEwiQfKYJENkFAggggAACzSlQiPsuLe1oW4/6ph1zzOX2s5/dZ+ec/aid96un7fzzngnKr8590s78xYP2g5Nutf2/cbr177fhGmdYb70t7OCDf2mnnPJXO+vMhxPXd+IJN9kee5xoPXsObrb1udV2233Lvvfd39vPz3jAzv3l44GRW/3q3KfsFz9/wI495krbassDmm0N+TseOXJP+/a3L7Cf/PguO/vsR3JsfF2/POexYK0nnXjzWnv+8tdMHwEEEEAAAQQQQACBtigghclmss9dysSk8OaSaFzK7XtcCmN+I0vUl5S+ycXjUti31ENSMCYpuClGUuINM76dFymc5+0gAU3vPS3pccC2nW3XzQo7AU3SeRNDAAEEWqvAwOEb2aEn/9zOuG6cXXD7o3bJ35+1y//5fFAuu/c5u/iup+zcm++zE86/2rbf5xAr7dDRmvvRe8AQ2/3QsXbi+dfYWX/8u114x+M564rWd/HdT9n/3f6InX7VX+3wU862DbfcrrmXFux/+30PtdOuvC2w8bW404V3PpFax19s32NOtq49egXzGvrFz/+QE3+W2t9f7YJxj9il/3g2eD78WN6+YNxjwfPlz5s/fw09TqFs597ufuoVt9bq9fPr77QjTzvPhm6yZbOftj8n/ty0pNdUs590KzmAv3/5+5i/n/n7mr+/+evXX1tevO2x8279t/3k0ptsv9Tr2V+PreT0mnSZw0aOsoNPOD1wcI+L7nrS3MedouJ9j/v4Dy/+o+1z1Im2trzW6dE78fwr5n9tUz54J3GsvsEVNTX13YT5CCBQAAKcQusV8MQzx+3VxTq0j//JZUXHDW1G72PMinMTz/g1r7qW2hLP+PaSgmtuPsf7lnpICq67SauuU1ODf5KCfVjWwxPOSLVfL/TxrOk0EUAAAQQQQAABBBBAAAEE6ijANAQQQAABBBBAAAEEEEAAAQRao0D8v4S2xrNYc2vmSAgggAACCCDQCIH+Aza2ww/7jf301L/bN77xUxs2dLR17tTN2rUrDf4oylY+ioqKrays3Hr1HmqjRh1k3/veH8wTmWw2cu+VMxpW/fAHf04nbjl/ZaIbj2Xvzdf0/eP/YGOPvdI2G7mXrdtjkHkCGEnpadH6+vYdYTvteLSdeMJNdvRRl5qfX3pSIxt+zH33OdVOO/Ue23uvU2zgwE2sY8euVlyc+b9dFhUVWYcOXW3o0FG2//4/sxNPvDkwbeShEzfvUt7TfD1n/Ox+O/ib59qGG+xs3br1tfbtynKeO9+4pKR9sNY+fdYPnr/jj/9j6jzutj12PyGw9DkUBBBAAAEEWrgAy0MAAQQKRkCS5d8kIsVj0QlLCn7Gl8La45K8it2cEgRTXyQF2/jvKF6ksC/JiouLg+08nl+iMSkzr3Lgt6yyVy0JaLbrbLtt3tF4IIAAAgi0XIFdDjoySGDyo0tutO32PjhIGFDWqXPweRCtWpK1Ky01T+4xYvNt7JCTzrBf3vRP+/aPfhnErIkf0ZpOv+YvQdKH9TcfbT169wsS3vhnUf7h2rUvtQ6dyq3v4GG2zZ4H2PfOvcLOufHeIAGMJ5nIn7+6/j5HnmCX/O2ZdKIXT7DgfY/7tr7P751zuR10/GnWf8iIwMbjkqy0rENqHcNtj0PH2s+u+at98/unm8/3cS8n/franP36vn91y/3mCR583MugEZvY8alzOO3KW80T3Ph5lXUsT30+F/twUIqKUtdjO3YKni9/3k757Y1BcogNttjG1vTD1+7n4OcSleGbbZ24DI9Hc7Jrd0ncoA5B/748+vTf2Jm/uztwHzB0A6vNq1f/9WyrXfaxk35zrZ12xW3WHF7R929Lek3VgTH4PvVkStnPS9T+xe/usnX7DqzLblY7x7+//fUZ7TuqPYHJ0T/9TWz7UbvuGySeiuZd/s/ng9eQJ6PysdgGqwh4QpSjTvu1nXvTfcH7mL+f+fdPu9T7m6T0lpKC13X5Ot1s4PqbBEmw/P3IEwn585ueWMdG0mvEzyf7faWOu4pN8/cl34/vL7v4a9KPG9ugDgE3OfyHZ9n5t/3b/LW5w36HBQ7u0b60LPg9Ins3kszjPj5kw81sz8O/Yz+96jb7yWW3WH2fo+z9NqT91otP2oRnH7VPP3jbZnz+qVVWLLSlS6rt6zkzbPb0aQ3ZJdsggAACCLRigRED2pknnilLSjzTaSOb2fdYs+L2qZ+zi4LPt6LUf8v3IimIeTu/SLljUrxfXFwcbC8p2K8U1r4vKWxLmdqyHpKyehZsbysfUjgmZa4TSmFs5ZSgkuKxYIAvCCCAAAIItC4BVosAAggggAACCCCAAAIIIIAAAoUvwBkigAACCDSBQFET7INdIIAAAggggAACqxXYe58f2bFHXW4bb7yrlZZ1Wu387An+h1OeyOSgg860o466zDwRSvZ4U7U9ucoRR1xk/ftvbEVFxXXerSdbGT58WzvmqEtthx2OqvN2tU30pDcnnXiLjR59cJCEp7Z52XFJ1rfP+nb44b+xPXb/fvZQo9u+nuO//wfbZptDrFOndXL+KK0uO5dkXbv2sR13PNr8vHx/ddkuM4cWAggggAACCCCAAAIINEZAytxEEu1HCmOS6vQzvqRg06KiomC+pNTvTZm2pJy4z/MiKUg4ICmY77GoSArGvC9l2pWDvmVVffaypMf+23ay3UlAk0RDDIECEOAUWrPA0E22DJJv7H/cj4IEJkX1uLbm5+3JXrbe4xt26mV/su33OcRDjS6eFOSsP/zNGrqmaAGSrFvPPrb7IcfaaZffZptss3M01OjaE8kc94uLbcNR2wefiavaoRuN2GK0la/TY1XTcsZ2O/gY+/6vrrQNt9reStq1zxlbVae4uDhIDnHcWZcECW9WNbeQxvx7z78Ht9hpTJAspK7n5t/v/YeOsKb0aomvqbp6+LzqysX2ycTXbfny5d7NKV269zRPApUTbGBn+KZbpV4T3WNbVy1eZO+//kIs3lQBf22d8ts/2pa77GVlnTrXe7f+PePJa/z9yRMX+fNd7520gg0O/N6pdsY1t9s2Yw60zl27Bb8vNGTZxSXtbODwjezwH51jx6fe0zyhTUP2U99tnn/4Xvvb9RfZDeeeYledNtZ+fdx+du5Re9pNvz61vruqdX6Hzl0Sx6oWVSTGCSKAAAIIrB2BDQa0t7FjulpS4pnFnTa2mX2ONStqF1z7khTURUXhdTOvk4qUmVfbuP9cLin4DI3mSGFfytQ+JoV9Sz0kpb6G/6Sw7XPCSPjVk1VL4fVBj0jhPG978XGvm6ewVwQQQAABBBBAAAEEEEAAAQQQKHwBzhABBBBAAAEEEEAAAQRao0BRa1w0a0YAgbUowKERQACBegp4ohhPGLPN1ofWO+lM/qGKiopt/eHb2HFjrw7q/PGG9ktLO9ohh5xrW2/9TfNEMg3dT1lZue2263dt991PaOgubNddvmP77fdT69atX/BHZPXdkZ/Ldtt928bseVJ9N02c78l09tv3tCZJ+CMpOC/fn+838YAEEUAAAQQQQAABBFqGAKsoOAEpczNJdHJSPJY95m1J6d9NJHko6Eu5bUnpuKTgJhspEysqKkrHorbXkoKb7fPbiwccZpW9kxPQfGPbTrbHFh2NBwIIIIBAyxDwhB3HnnGBefINSY1aVHm37nbQ8afa4T88q1H72e/YH9hhPzzTevTpH3w+NWpnKzeWZOv2G2CHnHiGeWKbleFGVbsfOtaGbrJFndboN39OeX+izZ4+rU7H/MbYH9reR37fPGlNnTZImNSufaltv+/BduRPzk0YLayQf88c8N0fm38PNvTMmsqrJb6mGmIy6e3XbPHCBbFN25eW2ZANN4vFGxIYPnKUJSVWmjtzur33avMknzn4hNMb/dqKzlVS8N559E9/3WTvK9G+12btyWFOPP8a22n/bzUoOU9tay8uLrYNttjWjj7910Gis9rmtZb4xlvvaF179Exc7tdzZiTGmyXIThFAAAEEVimwwcD2NnavLlbWPv67TkXHjWxG32PMikpi170kBTG/5pVfpNrHfK6k4HqZpOB3BY95kcK+lFtb6iEp9dWCY3pDUrCtt31br7OLlLkuKCl7yPx3Dyk3ljOBDgIIIIAAAggggEDrE2DFCCCAAAIIIIAAAggggAACCCBQ+AKcIQJNIEDymSZAZBcIIIAAAgggkCzQs+dgO/TQ82z4sNHpP3JKnlm/aPceA2z/A37eZAlo9tv3VNtk4z2aZI2evGbrUQfaJpvsUb+TSs32xDOeOKa0tGOq1/B/voZttjnM+vffsOE7SW3p57DjDkc2OmlQalc5/0rLOpnv1/efM0AHAQRqFWAAAQQQQAABBBBoCgEpc1NJtD8pjEnxG0qkTExScMOKpGBTSem+FLb9RhYpbEsKfseKYlHtN4x6O7tICm6o8Zg5FUfoAAAQAElEQVSUaVcOPMwW9x5jSY/9tulku5OAJomGGAIIILBGBXY7+Bjb75iTrXPXbk123OKSdrb1Ht+whiY82ffok23nA75tngikyRaVtaMu3de1Xb95dKMTH3Qs72Lb7HmA+flGu19VXbV4kU1657VVTUmPjdx2lyDpQ1JSjvSkOjaKiopt5A57mCfKqeMmrW5a9z79m+x7xr0223FP2+uI4xvk0BJfUw06kdRGH7wx3mZM/STVyv0nyQYO38jW7Tswd6CevQ233M56DxoW22r58uX2ycTXrbpycWyssQF/HYxOvW6b4rWVvRZ/X9n7qBNs0IhNssOtsl3aoaN9+0fn2PDNtg5+X2jqk5Bk622wqe1+yNFNves1vr+tdt3HOnVZJ3bcJdVV9un7b8fiBBBAAAEE1rxAkHhmTBcrbafYwSs6bWwz+401U0lwDUxSupbCdlFRmIw5u5ZqH/N5koLrZJKCz1KPeZHCvpSpPe5FkvnD215LCraN2l5nFym8HugxSV6lC4ln0hQ0EGhWAXaOAAIIIIAAAggggAACCCCAAAKFL8AZIoAAAggggAACrVGA5DOt8VljzQgggAACa1OAY9dRoLS0o+2z949t4MBN03/YlL/p8uVL7cvpH9rTz/zJbr31h3bBhbsH5e57zrEJEx60BQtmBv9XLUt4dCnvaXvucbJ5gpuE4TqHOnbqZhtutGvwh2DZG9XU1Nj8+TPs/feftcce/6M98MAl9vB/rrG3Jz5hc+d8Xuu6fB8dOnSx0Vsf7M06lw032Nm2Tm3jbkkb+R95zZ//lY0f/w+7/Y4zAqfLLt/f/vXgZfbRhy9YdVVFzmaegGazkXtbSUm7nHhdO76O7bf/tvm5JG1TXb3YJk+eENhE6/Hnz9f0z/suDJwWLpxdq5Pvd5ttDjE/TtL+iSGAAAIIIIAAAggggEDzCEiZm0uiI0hhTFKtv7/5XP+9xGtJXgVzJaVrD0qZvqTgdy2/8SUqUhiTwjo7XlxcnL65JopXDTzcqvrsbUmPb2zTyfbYokPSUFPE2AcCCCCAwGoEttv7YNvjsGOtrFPnxJn+ubFo/jx7/X+P2V3X/MbOO3ZvO/Owneyq08bav/98vX3yzuu2bOmSxG2LiorNE3h4IpnECbUER++5v22/78FW0q594ozly5ba9CmT7L8P3Gnjrjg3vSZf1+/OOtHuu+lKe+flZ61i4fxar2v5jnsPWM+2GbO/NxtcRmy5Xb2S9sydMd3e+N8Tqz1eu9Iy22rX1HXBPIPo+Xj/tRft0Ttvsr9df5H944+X2PgnHkyZfGKesKO2nXsin61336/RyUJq2392fEnlYpsxbUqwpulTPgnqRQu+zp6Sbns8mpNdz57xZXpOXRrde/WNfc+4l38fZHu52fMP/cM+/+QD8++l2vbt339b7rR3vRMUtcTXVG3nWNf4pIkTEl/n5d172IgttrHGPIZssoV16lwe28XihQts0tuvxeKNDXhimG33OqjWxFaLFy0I3j/8fcTfT/x9xcvFJx1q9/7x0mDM59S2jm49+9guBx5R23CriR/0vdNs2Mitgt8RkhZdVbHIPn7r1dTnwO/spt+cFnwuuJOX2357ZvD+NPWjd21pdXXS5kHMPyP8PXTTbXcN+q3xy/b7HGIjNt8m0Wn+nJn20ZuvtMbTYs0ItFYB1o1AosCGA9vbcXt1sdLExDOb2My+x5qpOHgvL1qZZEZScC1MCuso7rUUXjPzdnHqGpjXScXHpMxcnyNl9ieFY1JY28qHz1uxYkXQk5RTB52VXySlf9eRwnkrh4K4lBuLxqgRQAABBBBAAAEEEEAAgVYuwPIRQAABBBBAAAEEEEAAAQQQQKAOAkV1mNOCp7A0BBBAAAEEEGipArvu8l0bvN7mwR9b5a/R/+jpqxmT7J57zrU//ekH9vzzd9oXX36Qnvbxx+ODRC/XXneE/fe/f7aqqoXpsexGz15DbO+9T8kO1bvdqWNXa9+uLL2dr236Vx/bvff+xq67/kj7R6p++eV/2NsTHw8S4jzwwG/t938caw89fKUtWDgrvV1+o1evwTZy5J754cR+aWlH22nnY6xTp/j/4dI38PN3h+uuP8oef+KPNuXT1z1sngDmrbcetXv+/iu74cbv2ceTXrGamuXBmH8pLetkxcUNSz4zevQh1qvnEN9NTnGfKZ+9Zbf9+Ud2x50/N7eJ1uMTfU3vvvu0udMfb/iOvfbaA7ZsWfJNRL17DUsZ7e2bURBAAAEEEFiNAMMIIIAAAk0pIGVuMon2K8Vj2WOSgt/vJAVhKVNLSo9J8bbf/CKF8ajtN9J4O7tI4ZzsMW8vHnCoVfZJ/t1hv2062x5bdAzWxBcEEEAAgTUn0HvAENvlwCOtrGN54kGrKxfbi4/cZ5f96Ai757oL7c3nnzSP+eQZn39qzz30d7vp16fajef/xCa/92Zwk6OPZZeSdu2DRDKeUCY7Xlu7tENHG73HAdahU3xNfk3Lj/uXS86ya874rv1n3A02cfyz6TX5PqdNet/GP/6A3X75uXbpD79l/73/DvMkCT6WX4pKSmzopluZHzN/rC794pJ21qN3v5ypnszEk5pEiWG89gQ9voaaZcvso7fqlojAzz/7efFzn/PVF/bAn66xC44/0P58yZn29H3jbMKzj9qrTz1s9914ecrkO/aX3/7C3Mjn5yxsZadbzz622fa7rew1X+XPwy0XnB6s6ZozvhPUX02ZlHhAj0dzsms/p8QN6hj0pEmP3/On4Psg28vNHvzzdXb9mSfYDef92HyttXr16m1b7LRnHY9oQaKalvaaqvPiVzHx47dfswXz5sZmtC8tsxGbj47FzeoeGrzhSPPXYv4WM6Z+Yh+8MT4/3Oi+J2Dqtm7v2H48cdPbLz5jl/zg8OD9w99H/HsjmuiJRF556qFg7Jqffdcmvvys+TbReFRLsiEbb2kbbrldFGp1tSeD2WjrHayoqDi2dj9nP/erTj/O/DX+3EN/s08mTsiZ98GEF4P3p9+fc3LwOvPn0bfLmbSy06m8q43YonHfQyt3tcYr/1zb64jjLSl52/JlS+3tF5622dOnrfF1cUAEEEAAgYzARkHima7WvkSZ4MpWRedNbVa/sWYqTn3mFQVFUlAXFRUF18iK85LLSJlxH5Myfd/GixTGJAX78JgXKexb6iGF7SieCgX/pPC6nhSOe1CSVzlFCud5UEoe9zEKAggggAACzS/AERBAAAEEEEAAAQQQQAABBBBAoPAFOEMEEEAAgdYoUNQaF82aEUAAAQQQQKBlC2y4wc42cuReVlRcEltoTU2NTZr0sv31r6fZJ5NfjY3nB557fpz968HLEhO9SLL1Bm1uO+14dP5mDeovX77UPJnL7bf/1D748LlV7uONN/5jDz9UewKa0tLONmTwqFXuIxrcfvsjrXevoVE3p160cLY9+ujvzB1yBvI6ngjn7rvPChLk1JbsJW+TVXaHDN7KSkri/4foz7941/72t1/arFlTVrm9D3oimkcevd5eGv+PxAQ07dt3SD1/m/lUCgIIIIAAAggggAACCKxhASlzs0l0aCmMSQpucvG4JK8SixSOSQrmS7Lo5hevvUjhmLe9SJk5Utj2eHaRMnEpbFcGCWj2saTHftt0sj23JAFNkg0xBBolwMYIrEJgryO+Zz369k+c4Yk7PEHHv269Jie5S9LkqR+9a3/+7Zn2xvNPWHZS5WiuJ1LZfp9D6pTkZatd97W+g4dHm+bUX3022e644nz78M26JXDxRDmP3HmT/eeOG61q8cKcfUUdT8aywZbbRt1G1Z6c4h9/uDRItvD0ysQwXnuCnotPPtQeTq3j3VdWfb0yaQFu+uGbL5sn+Xnp0fuSpqRjbuNGbpUOZjU8GdDwkXW73pm1WatqeiKZT99/y246/1R76t6/rvL71793b/7NaTbp7dcSkyd5gqH1Nti0zuffEl9TdV78KiZ6EpapH76TaOSv10EjNlnF1rUPbbz1jtaz36DYhGVLl9ikvIQmsUkNCHiiqcEbbW4qyv3zihUrVti7Lz9rd1x13iq/X6JD+mt93OXn2lvPPZ74ntexvIsN32zraHqrqzfbfnfr1GWd2Lr9vcjP2c/dDWITEgKeDOu2i35eq5U/FwOHb5ywZcsObbXLPrbPkSda567dEhc65f237b//uitxjCACCCCAwJoR2GhQqY3dq4u1i/+pg1V0Hmkz+xxrK0wmhSW6piWFfU8u4zEp7EsKrpd5zMekTN9jUYnGpMy4FO7D50iZtqUeUtiXcmv/+URSakbuPym87udRKXd8RepnGo9TEEAAAQQQQAABBBBAAAEEEECggAU4NQQQQAABBBBAAAEEEECgDgK5fx1Vhw2YggACLUuA1SCAAAItUWCLLfa1jh27xpbmf+g0Zcobdt/9F5onJolNqCXw4Ycv2HPP3WFV1YtiMzxBysYb72alpY270dCT4rz77tP24L8vr/PaPp70ir304j22ZGlVbF2SrEeP+B+/50/0dY9YfzsrLm6XP2TVVRX2v9R5vz3xidhYbQFP9vLee8+Yn09tc1YX79F9gK3TNf5/cPXzfOedp626evHqdpEz/uKLd9n0rz7KiUWd3n2GNfq5i/ZFjQACCCCAAAIIFLIA54ZAcwhImZtOov1L8Vj2mLclBTfYRO2oluTN4IaaoJH6kn9zTHQjjddeJAXzfV528TEvUczblQMOscW9kxPQ7Du6k+25VeN+LzQeCCCAAAJ1EthipzFBcgQpfN/P3sgTtTx+z6326lMPZ4dX2fZEL/ffdKV9MvH1xAQVfQYNtR33O2yV+/DBDbbYxkrLOngzp/iaXnzkn+aJDHIG6tAZ//gD9u4rz9uKmprYbD9W30HDYvH6BjwRwz9vuNxe/99jiZu6z3P/vsc82UnihFqCfi3WTe+86nzzY9QyLSfsRk/8/TbzBEI5Ays73Xr2tXX7DlzZK7zKE+/cd+OVdf5e8efmpccesIoFXydi1NWrpb6mEk+qAcFPP3jbllRXxbYsX6e7Dd90K2vIY0Tq9d6pPP7fIBbMm2sfv/1aQ3a5ym2GbbKldU5IquLP/evPPrbKbZMGn7n/Lpv71fTYkP/M23/oiFi8NQQGDt/IBm2wafr3hOw1z5z2mT157+3ZoTq3fTvfPmmD8nW62bBWlBRr9J772wHf/bF16b6uJT38vfrZf91t/t6SNE4MAQQQQKD5BTzxzHF7lVu7kvjvOos6bWoz+hxtqQ+74FqWf277dStJqVBYvO9FUjDH21Hx+VI8LoUxKb4PKYxJmTmWekhhPNUMjp1d+/G8n12kzPU+SdlDQVuKx4IBviCAAAIIIIAAAgg0mwA7RgABBBBAAAEEEEAAAQQQQACBwhfgDBFojQIkn2mNzxprRgABBBBAoAULrD98G+vXf6P0HzllL/Xr+TPsmWdvq3fyEt/HhAkP2ptvPGI1y5d5N6esu+56S5tSgAAAEABJREFUNnr0ITmx+na+nvelvfDiPfXdzN5861GbO2da4nbl5eta/34bJo5FwZEj97bu3QdE3XQd3Bwy+VV7bcK/0rG6NjxRz+zZn9V1emxeeddeVtKuNBavrlpksxqwX09W8/HH423ZsiWxfXbquI4NGzY6FieAQAsXYHkIIIAAAggggEDBCEiZm0+ik5LCmKTY73aSomnpMSmMScqJSWHfb3rxImX6UqbtY/lFCsf9xhwfk2Terhp4iFX2qSUBzdadbAwJaIwHAggg0NwCG2+9k3XoVB47TE3Ncnv92cfNE7bEBlcT8BvtH7ztepsz/YvYzJJ27W3kDrtbaYeOsbEo4EkP+qw3POrm1FPen2gvP/lgTqyOnWDaJ++8btVVlUE754uKrF1pmTXmUbNsmb394tP2wRvjG7ObxG09KYYnRnHbxAm1BN95+Vn7fNL7iaMdysut35BkZ2vlj8WLFtgz94+rc+KZ6HTdq7bEQKUdO1qv/qtPUN4SX1PR+TVF/fqzj9rs6fFr6P7aHrzhyHofwt8L1kttp6LcP3Xwa+pTP3zHptXy/VvvA2Vt4O957drHr5lXLPza3nvthayZdWt6oqdJ77yWmNiqW69+5u9pddtTy5k1bNOtrHydbrEFLVu6xN58/onE74HY5ISAf+/4c+rPb/5wUXGJlTbyfTh/n83V3+3gY+zA7/zEOneNG/kxPVHaU/fe3iyfB75/CgIIIIDA6gU2Xq+9jd2r3EqKFZtc0Xmkzeo3NnXdq8ii61SSgnbU9+tWXqQw7u3sIsXjvq3PkcIx70tKHScs3vdiWQ8pHPOQJK+C4p+VUqYfBFNfpPA6X6oZ7NfrqPg2UZsagTYuwOkjgAACCCCAAAIIIIAAAggggEDhC3CGCCCAAAIIIIAAAnUQyP2LrDpswBQEEEAAAQRalgCraWkCI0bsaJ06do0ty5PGvPfuM/bF5+/FxuoamDDhQZv39fTY9JKS9jZwwKaxeF0DK1bU2CeTX7VZs6bUdZP0PE+sMmPGJ+l+dsP/UKxdae03xfjc9QZtZu3bd/BmTqlY/LW99dYjObG6dubM/dzeefepxGQvdd1H0jx37tghfmNR0tz82MyZn1pVdYUtWVpl8+ZNty++eM8mTnwqSPjz+bSGf0/kH4c+AggggAACCCCAAAII1F9AytyEEm0tZWJS7o0rUrwvhTFJwY0skoIbcGzlQ8qNSwrG/QaaupWiYL/+e1bVwENtce/kBDT7eAKaUav+Pcx4IIAAAgg0WGDQiE1svQ03Dd6T83cy56sv7PmH780P17nvyRgmvvxf84Qs+Rt179XXNh69Y3443e+z3lDr1CV+TXLpkmqb/N5b6XkNacyYNsUWL1oY29Q/k8o6dY7F6xOYP2+2vfXiM/XZpM5zPSGKJ0ap8wZZE7+cMsmWL1uaFQmbxcUl1i4haXU42rq/etKSN59/skEnMeWDiebfa/kbe7IST1qSH8/ut9TXVPYaG9v2BEifpYxW1NTEdtVvyPo2bOSoWHxVAX8v8PeE/DlLqqvs0w/ezg83a79d6tp+QxPFfDX10yCxVdXiiiAxi6/9tWcesWcfuNNmftHw5PLNesKr2HnvgYPNv+fzpyyYN9c+fvu1/HC9+rO+nGqexCZ/Iz/e6l5j+dusjf4+R51oex1xvNX2meGJZ/4z7qYGJW9bG+fDMRFofgGOgMCaF9h4UHsbO6artUtMPLOZzehzTLAoSenrWVJ4rSv7upYUjvvvCh6XwjlSGE+KSZk5UjhPCmO28pG93cpQ7HcynxONRbVU+/W9FStWxPYRbUeNAAIIIIAAAggggAACCDS/AEdAAAEEEEAAAQQQQAABBBBAAIGWKFDUpItiZwgggAACCCDQpgVKSzvawEEjTYr/iLFw0Wz74KPnG+XjSVWmTXvH/A+h8nfUq9dg6z9g4/xwnfpVVYvss6kNvwll4cLZtnx5/GaMoqISa9+urNY19Og+wPr1HZE4Pmvmp/bxpFcSx+oSfP+9Z23+/Bl1mVrnOWVlnW2DDXaq8/zsiR999KJdffWhduml+9nvfn+03Xrbj+z+By6yF1+82xYsnGU8EEAAAQRamQDLRQABBBAoOAEpczNKdHJSPJY9JmVuhJFW3ZZkfhOMFM6L2lEthePeX1WRwnlVAw+xyr77WdJjn1GdbK+tOiUNEUMAAQQQaKTARlttb1269YjtxZNKfPLO60EChdhgPQIfvfWqLVowL7ZFWYdONmSjzWPxKDD1w/fs+Yf+bm+98JR9Mfkjmz9npnkiigXz5pivK5rXkHrapPdt6ZLKhmy62m3mzvjSPEnMaifWc4InQvGEKPXcLD19zowvbNmyZel+1FBRkZV2LLzPWPdqTJKiuTO/TH2PVEdM6bqkXTtbt++AdD+p0VJfU+m1NlHjgwkvpV7b82N769RlHRu+yZax+KoCwzfd2so6xhM/zZ4+zV5/9tFVbdrkY12797BNtt2lQft98ZF/2vlj9wnK5T8+ym449xT7++8vtpceu988YU+DdroWN3rr+afspUfvs/dfe9G+mjrZKhbOD14XX302yfx9tDFLW5h6L69Zvrwxu1hr2+579Mm26zePSkzM44vyxDOP33MriWccg4IAAgisJYFN1mtvx+3d1UqK4wtY1NkTzxwdXNPy61WeVEZSuu8xKexLYe1zori384uPRUWSSeF22TFvS5kxSz2ksC+FdSqU/ufz052VDSlzXU/SymimkuKxzCgtBBBAAIE2J8AJI4AAAggggAACCCCAAAIIIIBA4QtwhggggAACCNRBoKgOc5iCAAIIIIAAAgjUSWDYsNFW3jl+84lvPOOrT+yLz9/zZqPK9K8+tqXLqmP76NBxHevXd4NYvC6BisVf2yefvFqXqYlzqqoXJybEKSlpb2Wl8T+Cj3bSu88wK+tQHnXT9fLlS+2LL+puld4wq+GJer76alJWpO7N6V9+YJVVC2MbSEW20Ya72Jg9T4qNEUAAAQQQQAABBBBAAIHWLyBlbkqJzkYKY5JMUhSO1VGSUCmcIymYL8myb4DxthSORW2voyKF82vre1yS+Y07VQMOtso+yQlo9t66o+09qvBujjcebVqAk0egJQj0HTzcikvaxZZSuXiRTZo4IRavb+CT1D7mzYwnVPakJ30HDa91dzM+/9Qeu/sWu/PqX9t1vzjeLj7pUPvV0WPsslO+3eikB9ZMD0/YM2Pap82y96qKRfbFpx81eN+e+GL5sniy7eLiYivv2q3B+22pGzbWq2LhAlu2JH7Nui7n21JfU3VZe33mfPDGeJs9fWpsE38/Gbpp3ZPPrNt3oA3eaGTwc2b2zvz1NO3j95otacvXc2el9l2Rfcig7evfYd+Dbaf9Dw/6bfmLP8f333K1/fmSM+3q04+z//vu/nbuUXvaXy49u82yeOKZXQ46wkratU80WLxogf1n3E32/MP3Jo4TRAABBBBofgFPPDN2r65WXBQ/lieemdnn6PTPHUVFRUFbyr2u5T8j+1h2kWT5cSmznc+VMn0p0/YxKexLMn9IYZ3dlhSsx+d7PLtI4fU8j0nyKl2ia3jpAA0EEEAAAQQQQAABBBBAAAEEEFgrAhwUAQQQQAABBBBAAAEEEGiJAkUtcVGsCYFWLMDSEUAAgTYtsO6661n79h1iBp5MZeasprmRYsaMSVaVkBilXUmp9eo1NHbsugQWLZxj1dWL6zI1cY5vv3z5ssSxVQV79RqW6LVs6RKbNXvKqjat05jvw+3rNDlrklvMnDG51oQ6229/pJ3yw7/YzjsdY13Ke2ZtSRMBBBBAAAEEEGgzApwoAgUrIGVuTolOUgpj+TeneF9ScKOLFNa+jSSv0nHvSAr63vabYqSwH7Wj2m/MkRQkrPFYfvFxj0nhnKqBB9viWhLQ7DWqo3kxHggggAACTSbQvVe/xH0tmj/PPnzj5cSx+ganT0u+LrVOz142ZKPN67u7Fjt/2bKl9vXsmc2yPk8GNPWjdxu878YkU2nwQdfihosrFtjHbzU8OXljlt6WXlMfvj7e/Np3vte6fQfZhltulx9O7K+/+Wjr0j1+Tbpi4Xz7YMJLids0RdATY82Z8WXirso6ltv+3/mJ/eSyW2z7fQ6x0g4dE+cRbLUCDVr4dnsfbDvsd3CtiWcWzJ1tD956nY1//IEG7Z+NEEAAAQQaL7DJ4FI7bu8uVpzw15OLOm9unnimaGXCGb8eJWWuZUXx7Nrb0TyvvV9bkZR47ctSD0mprxaMSwqup0nx2idJ8iooUtiWwut4HpTCmLejIsVj0Rg1AggggAACCCDQhgU4dQQQQAABBBBAAAEEEEAAAQQQKHwBzhABBOogkPCfT+uwFVMQQAABBBBAAIEEga5deltxcbvYiN9IMXv2tFi8IYGpUydadVVFbFNJts46vWPxugQqKr6uy7Qmn1PeuYcVJ3hVL11s8+c3/saT2bM/syVLKhu07o8nvWTV1YsSt5Vknmho991PsFNPvdt+dMrttv83TrfBQ7ZKnE8QgeYX4AgIIIAAAggggAACTSkgZW5SifYrZW5MkcK2FNbRHK+lMCZlakmxG2Wim2+k+JjfoCMpuMkmmhfVkszHvS8pmFM98GCr7Lu/JT32HtXJ9t6aG4CTbIghgAAC9RUYNnKUdSwvT9xswZxZVl3Z8OTO2Tut+Hqu1SQkei4t62iegCZ7bnO1u/boZTt+4zD77tmX2vm3/dt69R/c5IdauqTa5s5MTmbR2INVLlzYZM9HY9fSGravWlSxVpbZll5TDjzpnddtYer17e3s0rG8iw3fbOvsUK3toRtvbqVlHWLjs76cau+99kIs3pSB2pLn+DH859OBwzeyQ046w37954fs9Kv+Yt8Y+0PzmI9T6i/gdvsefbL9+JKb7OCUa2tK6tN7wBDbIfUZ4omJks583qyv7N4/Xmqv/++xpGFiCCCAAAJrQGCTwaX2nb3KrSh1bSn/cAuDxDNHBdeyfCy6BiUpuA4V9b1OKv5zQVI8iknhfiQFx5DC2lIPnyNl+lKmnRoO/nkyaC+Sgn70JYp57TEpPu5xCgKtQ4BVIoAAAggggAACCCCAAAIIIIBA4QtwhggggAACCCCAAAItUaCoJS6KNSGAAAIItGIBlt6mBdZZp0/i+S9ZstgWLJqdONaQ4KJFcxM3K++8bmJ8dcElDUzQsrr9rm68Ni9PruNJdla3/erG3WnpsurVTUscnzjxKZs8eYJFf5yWOCkVLCoqth49BtqoUQfZ2GOutDN/8aAdN/Zq22GHo6xLec/UDP4hgAACCCCAAAIIIIBAaxSQak9A478nKDWefV5S7g0tPiaFMUmxm2micUnpG3eKiorS86K21/lFUk4CGklWNeAgW9z3G5b02GurTrbPqE5JQ8QQQAABBOohsE73nlbaIfn9dO6sr+qxp1VPnT39c1u2dGlsUklpqfXoPSAWb0zAkxuM3nN/O+TEn5tti90AABAASURBVNmJ519jZ/7+brvwjsftlzf90775/dNt49E7Weeu3YLPp8YcJ2nbZUuqrWLhgqShRseWLqlq9D7a0g7WllchvqZW9X0z9aN3zUv+nOLiYltvxKb54VjfX68D198kFl++bKlNfueNWLypAy888k/7/JMPV7vbknbtre/g4bbbwcfYjy+9OUhg5Ymstt/nkNR7aMfVbt/WJmw4agfb+YAj7IhTf2U/ufQmO/fm++ziu5+yn1x2i+1x2FgbNGITS0o41JKddjvkaOvdf73EJXrimftvutI+eGN84jhBBFqkAItCoMAENg0Sz3RJ/Bl/UectbFafo4JrVZJyrj9F16ckBeNRP7uW4mNSeF3M50nhuBTWUUwK+1LuXFv5kML4ym5w/Kgd1VLmWp6kKBzUSdfyggG+IIAAAggggAACCCCAAAKRADUCCCCAAAIIIIAAAggggAACCBS+QB3OsKgOc5iCAAIIIIAAAgjUSaCkpDRxXnn5unbcsVfZ+ec90yRlyJCtEo8j5f4RVeKkFhSszauiYl6TrNIT2Hgim4bu7Nn//dVmzpy82gQ00f4lWVlZuQ0evKWN2fMkO/XUu+1Hp9xue435gfXs2fT/d+jouNQIIIAAAmYYIIAAAggg0BwCUuamlWj/Uvh7l9+0EsWiWgrHJKVv4JEUDEsKYlJunX+TTdT32m9ElhTcUOP97CIpfQNQFK8e8E2r7Lu/JT3GjOpo+2zdKWmIGAIIIIBAHQVKO3YyFSX/p8Vt9jzALv/n801SPAFBaYd4ggal1umfDamq3v+GjRxlB33vtCDBzFl//LtddNeTdtm9zwXJDb51yjm2/b6H2vqbj7Z1+w40P7bkR6v3Yeq1gX+W1ixbVq9tmFxYAg15TTXkddYcr6mGPhOT33vLqqsqY5v3HDDINtth91g8O7D+Zltbl27ds0NBe8G8Ofb+6y8F7eb8Ul252J6+96/myUPqehxJQQIrT2R1yEln2K///JCdftVfgqQqXXv0qutuWv08f18dtdt+9u0fn2ueYOa8W/8dJJjx7+fjf3m5Hfi9n9ioXfc1Ty7kLu3al7bac/ZkOUM32dKSPi/nz5lpJJ5ptU8tC0cAgQIR2HRIqX1nb088Ez+hReVb2sw+RwbXoXzUf/eQFPSja09Sbt/nRCWak11LmflS2JYytaSc62WW9ZAyY1nhYD3ZfW9LmWt4kjyUU6R4LGcCHQQQQACBFifAghBAAAEEEEAAAQQQQAABBBBAoPAFOEMEEEAAAQRaokDyX4i2xJWyJgQQQAABBBBo8QJlZZ3W6hrLyjrb4FoS06zBhdX5ULV5+Y0ndd7JaiY2Zl+zZk2x++6/yD6b+nadE9BkL6eoqNh69Bho229/hJ180q32wx/82Xbc8SgrLe2YPY02AggggAACCCCAAAIItGABKXPzSrRMSVEzuEEm3Uk1pMxYqhv8k8KYpGC+FNbBYOpLUVFRcOOMFMa9L4Xt4uLiYMxj+UVSMOZzpHB+1YCDrLLfAZb0GLNVR9t39Nr9vTVpXcRarQALR6DNCZR37RYk/lpbJ15c0s7Ku69b58P3HjDEDj/lbDv/tn/bSb++1nY64FtBgpkevftZ+9Ky4DOpzjtrholVlRX26ftvNcOe2WVrEWhtr6mmcH392Udt9vRpsV116NjZho8cFYtnBwZvONJK2rXPDgXt6VMm2dSP3g3azf3lgzfG299+d7F9Ne3TBl0z9/X3HTzc9j36ZDv7j3+zn1x2i2075iAr1Mem2+4aJP06/9Z/2xE/Ode23n2/IMFM+TrdrDUnmFnV87XJNjtb127xz6rly5bahGcfM/8eWtX2jCGAAAIINJ/AyMHt7Tt7dUk8wMLOW9jM3kcE15kkBb/3SOG1JknpePa1Kb8e5X0pnOft7Jj3vUiZcSlsS0rvUwrblnpImfFUN/07iyTvBtsEjawvUubanRTOi4Yb87cC0T6oEUAAAQQQQAABBBBAAAEEEGgjApwmAggggAACCCCAAAIIIIBASqAoVfiHQAELcGoIIIAAAgi0bYGKinmNAvAENLff/lN7+plbbNGiuQ36g3pfgP9hXc+eg23PPU6yH//oziAJjccpCCCAAAIIIIBA0wiwFwQQaE4BKXMTS3QcSUEz6SYWKRyTFLtJRgpjUqb2HUlh3393iIqUiUkKbrCJxrJrScFNQR6TZFX9D7TFfZMT0Oy5ZUcS0BgPBBBAoLAFSjt0tG9+/3T70W9vsG32PMA6d+2W/jxqyJkvra62JdVVDdmUbRBAIE+gunKxTfv4PVtRU5MzoqIiG7j+xuav35yBlZ1hI0dZvyHrr+xlquqqSvvwzVcygTXQmvzuG/aHc062Fx+5zyorFjb4iJ5Qa+DwjezQH/zCzvrD34L3KyuQx6ARmwRJZ44544Ig6Ve70tIGn5n/vlFVschqli1buY+WXQ0ctqEVlZTEFjl35nR77en/xOIEEEAAAQTWjMDIIe3tuL27Jh5sYfmWNqvPkcF1J58gyavgdwi/1lRbkRRsE41nJ57xtpQ7Lim9TylsS+EcSz2kTCzVDeZm134c73uR5FUwxz8rvSOFMW9HRYrHojFqBBBAAAEEEECgZQuwOgQQQAABBBBAAAEEEEAAAQQQKHwBzhABBFqiAMlnWuKzwpoQQAABBBBAAIEWJvDCC3fb1dccZg8/fLVNm/auLV1a3eAVduq0ju2+2wl21JGXWGlpxwbvhw1bsABLQwABBBBAAAEEECg4Aan2BDR+slLuzSxSpi+FbSlTSwpu0JEU3CgjhX2/kUYKY9ltv2nH+7UVSTkJaKoHHGiL+x1oSQ9PQLPfNp2ShoghgAACCNRHoAXO7T1giJ3062tth/0OtbJOnRu0Qr95c/GiBfbZB+/Yf8bdYJf/5CibN2t6g/bFRgggEBf4YMJLVrFwfmyge6++tvHoHWNxDwzfZEvr1GUdb+aUBXNn2cdvvZoTWxMdT6Lzr1uvsd+efJg9cseNNn3KJFu+bGmDDi3JevTpb4ecdIYd/sOzGrSPlrTR6D33t++efWmQdMZ/hm/I2pYvX27z58y0d15+1u65/gL7163Xpv6bxJKG7GqNbuPJk7r06Bk7pn+uTHl/os2ePi02RgABBBBAoPkFRg4pteP2qi3xzFY2q/cR6WtU/tmVf+1Jylynyh7zuZKCbaO2FPalsI7mS5l9SGFbCudY6iFlYqlucK0sqY5i/tkiZa7VSfKhdPHxdIcGAk0hwD4QQAABBBBAAAEEEEAAAQQQQKDwBThDBBBAAAEEEEAAAQRSAiSfSSHwDwEEEChkAc4NAQQQaEqB1994yP78lx/b1dccav/5z7U2efIEq6paaPX9Azb/Q7thw7axAw84symXx74QQAABBBBAAAEEEGizAmvixKXMTS3R8aTw5hb/nUAK2/lj2X0pnCNlails+zxJwQ02/jtDVKRMTFJwU080ll1Lyk1A0/8AW9z3AEt67LFFR9tvm85JQ8QQQAABBFqpgCeeOfr0X9uA4RsFnyV1OQ1PcOBJMKZP+cQmvvRf+/efr7erf3qc/eY737A/nPsD++8DdwYJEIwHAgg0mcB7r71gs76cGttfWcfONnzTrWNxDwzddEsrLmnnzXRZUVNjn7zz+lpN6OFJaJ65/w675ozv2qWnHBEkrJr60btWXVWZXmddG35+o3bb1w74zo/rukmLm7fd3gfb/sf9yDp37VbntS1dUh28z077+F0b/8SDdtc1v0m9B+9nF590qN1++bn2xv+eqPO+1vZE//wp6xBPuL9s6ZLE7/m1vV6O33oFWDkCCNRdYLOhnnimS+IGC8tH2aze3w6uM0nhtScprLOvN0Xt4uLi4LpTVEsKtvV+9hxvS+F+pLD2mBcp7EthbamHFG9LubHUtPS/6Bqc1x6U5FVOkeKxnAl0EEAAAQQQQAABBBBAoMULsEAEEEAAAQQQQAABBBBAAAEEECh8gZZ4hkUtcVGsCQEEEEAAAQQKS+DTT1+3Cy7cvdnLNdd+y6akjmWt5FFRMS9xpSUlpYnxhgQ7d+7ekM1Wu0119WJ7bcK/7I47f26XX3GQ3XbbKfbqq/fbjBmf2NKl1avd3if4H9iNGLG97brrd71LQQABBApJgHNBAAEEEECgYAWk+iegkZSYBEBS4OS/G0gK5kgKbtzJjnnbi6TgJh9v11akzBxJVj3gQKvsf5AlPfbYooN9Y5tOSUPEEEAAAQTqIeDJF/52/UV25mE7NXu594+X1rqyvY74nvVZb1jweZI0yW/OrKxYGCSrePTOm+ym35xm53x7V/u/7+5v15zxHRt35a/suYf+bjM+/zRpc2IIJAk0S6ylvKaa5eRW7nTyO2/Y8mVLV/bCSpINHLGxleYl79hwy+1s3b6DwklZX6sqK+zT99/Kiqzd5vw5M4OEVb8/52Q775i97LaLfm6vPPVQkHRkWd651rZST0Azes/9zUttc1pqvPeAIbbLgUdax85dal1iTc1y+3r2DHv7xaftvhsvt6tOG2vnHrVnkGjmd2efHMTefP5Jq65cXOs+WvLAOt17pr5/479fLF+61ObPndmSl87aEEAAgYIU2HxoqY0dk/y5tLDLKJvV+1vBNShJQe3XmqTcthT2owQzkoLfN6RMXApj2dtH8z3mRQrnezsqlnpI4baSgjXYyseKFSuC//mLpJWRTCVlrs1J8fHMTFoIIIAAAk0owK4QQAABBBBAAAEEEEAAAQQQQKDwBThDBBBAAAEEEEgJkHwmhcA/BBBAAAEEEGgagUWL5ibuqLkSoCQeLBZsuYHlNcsSF1dWFv/j5MSJLSj4xZcf2COPXm833XyCXXLpvnb/AxfZRx++YFVVC4M/jKttqSUl7W2DETtYaWnH2qYQRwABBBBAAAEEEEAAgRYmIGVucomWJoU3u/jNMVLYjsaya0npm3Q87jfceC2F8ey2j3mRwjEprD22qiIpnaRGklX2/YYt7pecgGb3LTqSgMYK5cF5IIBAcwvMnv65LVuamyzCj1nSrp2t23eAN9da2XbMQTZii9HBZ0z+Ivyzac5XX9gDf7rGfn3cfnbTr0+1p+8bZ59MnJA/lT4Ca1SgJb+mmhvi/ddfsgXz5sQO061nH9tq131z4sM329o6lsdvHJ857TN7439P5MxtSZ0P3hhvnjDrip8cHSS5uv/mq4LkV9VVlatcZodO5TZy211XOae5Bjt0LreiouIG7X63Q462Hn36JW67fPny4D335t/81H578mF2x1Xn2/gnHmwzyb6WVFemvt+T//tZIhhBBBBAAIHVCKx+eLOhpXbsmPjPD77lwvJRNqtXJvGMpOD3CEmpz8GinFJcXJxzjamoKDPuY1LuNlK4L0s9fK4U9qN2KhwcK6oleTOI+e8tQSf1RVKwDst7SJlrclK4bTQle/soRo0AAggggAACCCCAAAIIIIBA6xVg5QgggAACCCCAAAIIIIAAAmu9DJ3aAAAQAElEQVRDoGhtHJRjtmEBTh0BBBBAoKAFFi+en3h+pWWdbNCgkYljbTm4YP6sxNMvK+tsg4dslThWn6Dvw/dVn22aau7EiU/ZPX//lV1+xUH25JM32tdfz6h119269bMNN9y51nEGEEAAAQQQQKAVCrBkBBAoeAEpc7NLdLJSeNNL0s0ukoIbaXyuFLYleTcW96CkIO4353iRFNx0k92WMjGPZxdJ6ZuDPF7df/9VJ6DZtvUlATUeCCCAwBoWqKxYaEuXVMeOWlRcYp3W6R6Lr8nAJtvsZGUdyxMP+dVnk+0vl5xtLz16X+L46oJDNtrcyjrwObE6J8brL9CSX1P1P5v6bTH1o3dt+pRJsY3al5bZkA03y4kP23Sr4Oe67GDNsmU2+f03s0Mtul1dudheeuz+IPnVRSd8M0iAVbEw+b+n+In0G7K+DRs5yptrtJS0LzUVFdXvmKnZg0ZsYkM32TJx25qa5fbWc4/bTb85zSa/+4Y15NGtV18rbteuIZuyDQIIIIBAGxTYfGipja0t8UyXrW1W77olnvHrSVGRlL4uVbwyIY0Uxrzv86Sw720vkoJrW1JYW+rh8VSVjnvbYytWrAhi3pcy870fFSlzLU5SFE7XUjyWHqSBAAIIIIAAAgg0VoDtEUAAAQQQQAABBBBAAAEEEECg8AU4QwQQQCAlUP+/HEptxD8EEEAAAQQQQCBJYMHCWeZ/SJw/Vtq+o3mCkfx4W+/PXzDDli+P/9+iS0s72Tpdezeax/fh+2r0jhq5g5fG/93uvudsmzljcuKeSkraW4/uAxLHCDaNAHtBAAEEEEAAAQQQQKA5BKTMTS/R/qXMjS5Sph2NR7XfVONtKZzjN9pICm7kkcKYpODGGykTlzLt6OYe39aL96PifUnBjcpRu6rfN6yy/8GW9Nh98462PwlokmiIIYBAKxJo7qXO/GKqVS9eHDuMJFu3d79YfE0FBg7fyHoNHJp4uEXz59kTf7/NZnz+aeJ4XYIl7dunPp+K6zKVOQjUS6ClvqbqdRKNmPzhm69YdVVlzh4kWf9hI2zdvgOD+GY77G7devUJ2tlfFi2YZx+99Wp2qNW0PRHNo3feZH+77kKbP2dm4rpLO3a27gnnnTi5CYOdu6zToL0N3XgL69y1W+K2Uz96z+7/0zWJY3UNlrRrZ6rrZOYhgAACCLRpgS2GldmxtSaeGW2zeh2e+tm+yCTl1H7tKLtIyrmmFI35dSdvSwq2j9pSbj+Ke+1FCsct9ZAUHF9SsA9LPSSlvlo6bisfUiaefy1t5RSL4lGfum0IcJYIIIAAAggggAACCCCAAAIIIFD4ApwhAggggAACCCCAAAJrQ6BobRyUYyKAAAJtWIBTR6CgBWbNmmLLli2JnWP79h2sX98NYvG2Hvjqq0lWVVURY2jXrtT69lk/Fq9voGfPweaJXeqzXWlpR9tow11s991PsG9/+wL7wcm32Zm/eNDO+sVDNnr0IfXZVc5c/96Y8MZDtmRpVU7cO8XF7axTp+7GAwEEEEAAAQQQQACBAhJoM6ci1Z6Axm9+kcKbZCIQSTk30khh38elcF9SbkxScDNOdLOOFPalsPb4qkp0Y5DPqey7r1X0O8iSHrsFCWg6Jw0RQwABBBBICcyePs2+njMj1Yr/695ngHkSmPhI80f6rDfUOnXpmnigzye9b++8/GziWF2DPfsNstKOneo6nXkI1Fmgpb6m6nwCjZz4+rOP2rxZX8X20qV7T1t/89FBfPjIUdahY/znsy8//dg+mTghmNPcX7r26GVb7DTGDvreafa9cy63M39/t10w7jE770//so233rHBh//gjfH21gtP2/Lly2P7KCkpse49+8biqwoUFZdYp3W6r2rKasf8XFc7KWFC74GDrV370tjIsqVL7IMJL5on3IkN1iPQo09/Ky5pV48t1s7UCanv6fOO3dvOPGynnHLRiYesse/XtXPmbf6oACCAQAsR8MQzx+xZnriahV22sVm9DguuL0kKrk35RL9WVFxcHMS97UVSui/JfDwq2eMey+57OypSeAxJ5g8pU0uZtl8783EvktLrivo+LoXXy6KY19lFUnaXNgIIIIAAAggggAACCDSPAHtFAAEEEEAAAQQQQAABBBBAAIHCF+AMUwJFqcI/BBBAAAEEEECgSQRmzfzUFi9eENuXVGQDB25qntgkNljPQI/uA+xHp9xuvzznsSApyg9/8Gc79pgr7ZsHnW1bbXlAPfe2dqd/9tmbtnDhrNgimsqrf7+NrKiofv9X5t69h9k++/7Ydt7pGNtwg52tV68hVlZWbu1LO9i6PQZaYx6zZn9m1VWLGrMLtkUAAQQaKMBmCCCAAAIIINCcAlLmJpjoOFJ440t0k0wUj2pJJtW+XVFRUer3mfDytaRgM0lBTFKwrc+Rwlh+2/vZpTjrRqLqft+win7ftKTHbpt3sAO27Zw0RAwBBBBAICUwY9qntqKmJtXK/delW3dbf7OtrSke+x37A/vtPU/bhXc+YefefJ+ddsVtdszP/s8O/N5PrPeAIbFDeIIGT9SQP+AJHWZ+MTU/XO9+/yEjEpMq1HtHbLAGBFrfIVria2pNKXpCkinvvxV7T2lfWmYDhm4QLGPg8I1NqZ8Lg87KL0uXVNvk995a2Wv+augmm9uhJ/3cdjrgW7bR1jvYun0HWlnHTlbWqbP1GjC4UQuYPmWSLUudT312Mn/2TFtaHf+fAEgKfla2Bj6GjRxl5et0a9DWXbv3TNyuanGFfTV1cuJYXYOlHTpa70FD6zqdeQgggAACbVRgi+GlVmvima6eeObQ4HNSUk7t146kMJbf9r4XScF1KCmsPeZFyu0nxaRw35Z6SOF8ScEaLPWQlPpq6f1b1iO6pua1h6VwrrcpCCCAAAIIIIAAAggggAACCCCAAAIIIIBA4QtwhggggAACCCCwNgTCv95fG0fmmAgggAACCCBQcAJffPmBzZwxKfG81l13PRu99cFmiaN1D26xxTes2zp9raSkfZAUpWfPwTZ06CjbfPN9bMiQreq+oxYws7p6sX3xxfu2YkX8hp3u3QfYyJF7N3iVI0fuab161f8P36dOnWjzv54ZO65UZH36jIjFCSCAAAIIIIAAAggggAACLiDVnkhmxYoVJiXfICOFcUnBHEnmN+tY6iHlxjweFSkc876kYJuoLdXe9zleqvvtZ5UDDrGkx66bd7ADtyMBTZJNvWJMRgCBghSY/N6bVrk4nly4pF1723S7Xc2TBDTmxNftO9A23XYX8/2VlnWwrj16Wf+hI2zzHfe0LXfe23r06Vf33aeuuS2trqr7/ISZvp7BG40MPqMShq1zl3WSwsSaWGBJI5/HJl5Ok+6uVb2mmvTMw51Nmjgh9p4iyfoNXd+22GmMdevVJ5yY9fXr2TPsnZf/lxVp3ua0jz+wigXzYwdp1740eH+KDTRzYPb0abZseTz5jB+2R+96vEf6BlllxOajU+9pDUs+k7WbnGbN8mVW3cjX71a77mvdesa/D/xARcXFVt6thzcpCCCAAAJrU2AtH3tLTzyzR5fEVSzsuq3N6plJPCMpmOfXhrITFXvfi8eiIsm87fHsEsUk5VyPstRDUhCTwuNImVrKtP1ama18SEr8fUPKXGuTtHJ2WGVvH0b4igACCCCAAAIIIIAAAggggEAzC7B7BBBAAAEEEEAAAQQQQACBNiFQ1CbOkpOsVYABBBBAAAEEmlpg0uTXbMmSythuPVnMppvsaZ4sJjZYx4Bvu9GGO1tRcUlsCz/mZ1PfjsVbeuCjj16wisXxP1xv376DbbHFvlZa2rFBp7DJxnuktu3coG3nzJlqSX+w1rPnIPOkNg3aaWqj8s7drF270lQr99/y5UutomJubpAeAggggAACCDSpADtDAAEE1oSAlLkpJjqeFN4c479jSGE7e0xScIONpCgc1FK4r+jmHg9K4ZwoJinY1vuSzOuo+I1AXqK+lDvu8co++1hFv4Mt6bHLZh3swO07JQ0RQwABBNq0wNsvPmMzpn2aaNBn0FDb/ZCxiWN1DW6/zzetR69+idNnfTnV3nvthcSxpGBRUbF16FyeNFTn2KrW4ztpX1rmFaWZBRYt+LqZj7D2dt+aXlPNoVTb+XuykQ223NZKO+T+POY/U37xyUfmCViaYz1J+/RjzZs1PWnIBo3YJCiJg3UIdu3R04pL4v+9Y9myZTa3lmP6bqsWVXgVK9179zNfU2xgNQFPtLXRVjtYUcJaVrPpKodL2pdap/LkZACr3HDlYGmHjrblznuZJyNbGcqpioqKah3LmUgHAQQQQKBgBbZcv9SOXmXimUOC60WS0teQ/POjuLg4p+8xL1I4T1KwncfyixTOieJSpi+FbSnc3lIPKYylmsE+vZbkVbCGoJH3RQqvi3lYCud6OypSPBaNUSOAAAIIIIBA2xDgLBFAAAEEEEAAAQQQQAABBBBAoPAFOEMEEEBgbQgUrY2DckwEEEAAAQQQKFyBiRMft9lzpiaeYM9eg2333Y+30gYmVNlpp2OsW/fkm0/mzv3c/NjWyh4fT3rFpn/5YeKq+/Re3/bb99TEsVUFd9/9BBs6dOta/1htVdv62KdTJlh1dfz/YF1WVm5bb31wg5+/DUbslNo2nhDHEwd9NWOSH7qtFM4TAQQQQAABBBBAAIGCFZAyN8dEJykpaPrNwlLYDgIJXySlf5fxm3iiKZKCpsckBXOS2h7zIim4ocdvJvK+l+y2971U99vXKvofYkmPXUZ2JAFNEgwxBBCoq0DBzvvg9fG2dEl17PxK2rW30XseYFvtsk9srC6BDbfczjbfcYwlJT9YtnSJfZg6btJ+PEGDJ2rIH1NRkfUdPDw/XOf+dnsfnDqf/S1pPXXeCRObVaBD5y7Nuv81tfOW9ppaU+cdHWfKBxOtZtmyqBvUpR062QZbbW/+81sQWPmlavEie//1uiehWrlZo6tJEyeYvw/l72iddXvbLgcekR+uU7+0Q0fbcNQO5u+d+RtULJhvX302OT+c7s/+alq6nd3o2m1d23yH3bNDdWqPOfw46zVwvTrNTZo0f+6spLCVlXW0/kM3SByrS/CQE063QSM2rstU5iCAAAIItEGBrYaX2tG7J/88uKDLtjarZzzxjKTg5wtJwXUjvzYUFSmM+c8fUZHCWDTHaykTk3LbUnjNSpL5Q1JwDUtScDy/NmYrH1JmzEOSvArmR/OkMBYMpL5E8VSTfy1LgNUggAACCCCAAAIIIIAAAggggEDhC3CGCCCAAAIIIIAAAgi0CQGSz7SJp5mTRACB2gUYQQCBphaorl5sE99+3JYsrYrtWiqyEevvaAcddJbVNwHNAQf83DbeaFdTah/5O16+fKl99PF482Pnj7WG/tsTn7DKygWxpfofr2288e71SkCz7TaH2ujR37SSkvax/dU1MHHiUzZz5pTE6f37bVyv9UQ78XUNHba1Sbl/IOfjrwGTvgAAEABJREFUs2Z9Zu+996w3KQgggAACCCCAAAIINJMAu12TAlL8534pjPlNMlLYjtYkxftSGJMU/B7hvx958W2k3JiU6Usyn+dFCtt+w1DU93Z28Xh1332sol/tCWgO2j6eRNN4IIAAAm1Y4MVH/mlfTP4oUaB8nW72jbE/rHcCGk88c9DxP7Uu3ddN3O/sLz+3t1/6b+LY3JlfWfXieCJln9x30DDbfp/k93gfr614Ap0x3/qulXUsr20K8RYgUNahk63bd2ALWEnjltDSXlONO5v6b/3uK8/Z/Hmzczb0n9c6d1knJ+aduTOn23uvrvnkM/7+M2/WV76EnCLJNh69k+179Mk58bp09jz8OzZgWDwxi/+8PPXDd2zapPdr3c2MaVMSk4B5sqzRe+5vnjyr1o2zBjwBzrdOOcc232lM6mfo4qyR+jW/njXDli9bGtvI17PR1jta7wFDYmOrCxx8wum22Y57NmpdqztGU48ffsrZdvk/n08sJ/362qY+HPurVYABBBBoCwJbDS+zo/bokniq88u3sdm94oln/BqQF0mpz5einCLVPyYpuGYlhXW0b0nmD0nBeNT2z3hJ3k3Hg07qiySLxr1OhWJzaot5nIIAAggggAACCCCAQNsT4IwRQAABBBBAAAEEEEAAAQQQQKDwBTjDtSFA8pm1oc4xEUAAAQQQKHCBl1+5z6Z8+nrwB1L5p+p/dLXhBjvbd75znQ0bOjp/ONbvP2BjO+7Yq2yLzfez4uJ2sXEPfDn9Q3vppXu82SrLu+8+bR9++ILV1NTE1u9JZEaNOsi+9a3/sy7lPWPjUcCT+ey376m2554nW1lp42+MfP/9/yYmEPLnb9NN9wqek/6p5yY6/qrqPXb/vu222/cT17Vs2RKbNGn8qjZnDAEEClGAc0IAAQQQQACBNiEQ3SwTnawU3mDjcSlsZ4/57xtSeLNNFI9q38bbPsdrKdxeUnCzkKTgphwflzJt73vxG5i9lsIxKdwuilf328cWDzjUkh47j+xg3yQBTRINMQQQaKMC1ZWLzZNlLF4UT6bsJJ5A5pCTzrBvfv9088QGHltV2f2QY+2I086zdfsNSJy2pLrKXnnqQZs9fVri+CcTJ9jMzz9LHCvr1Nn2OGyseXKbxAl5QV+vr9uTHvh55A3Hup27do/FCGQJNFFz0ddzExNbrNOzl229xzdyjtK1Ry/bdNtdrTU9Wtprak3bTf3oXZsxdfJqD1uzbJl99OYr5l6rndzEE/z954MJL5qvIX/XJe3a267fPNKOPv035t9/+eP5fX+f8YQvOx/wbfNt88crKxbae689nx/O6U9+701bNH9eTizqeNKs/Y492Ty5TRRLqkftuq+dctEN5q+h4pLk//aStF1SbNK7b1jFgq+Thqz3gMF20PGn1unzwHcwaMQmduL519i2ex+c6ONzolJUXGKd1uF9OPKgRgABBNqKwFbre+KZ5CSR87tsa3N6H5q+VuTXgrxICmLezi9SfEyqW8z3JYVzpbC21ENScJ1KUnBcSz0kpb5aOi6FfUs9/LqXlLkmJmXGUsOJf3fhcQoCCCDQYgRYCAIIIIAAAggggAACCCCAAAIIFL4AZ4gAAggggAACbUKgqE2cJSeJAAIIIIAAArUKNNfAU0/fYrNmfpq4e0nWp/dwO+qoS+2HP/izjdnzJFt//e3Sc/v329C23fZbdtzYq+24Y6+2wUO2Sv9RVnrSysaChbPs+efGWXX14pWR1lk99vjv7Ysv30tcfFFRsW204S6BlSeh2WSTPcyTzfhkd9v/G6fbj04ZZ1tvfbB5shqPe/E/UluxIp7QxsdWVzyB0LRpExP/kK2oqCh4Tvy5Oe64a22nnY4J+tE+PUnOZiP3toMP/qX99LS/2Y47HpNebzTH6xUrVthnU9+y51+4y7sUBBBAAAEEEEAAAQQQKDABKXPTTHRqUnjzjP8+IIXtaMxrScFNONltScHvhFI45r+TSJmY971ImXHve5HCmCQrLi4O9uNxL5Jy+lV99raK/oda0mOnkR3soB06Jw21mhgLRQABBJpS4M3nn7Txj/3Lli1dkrhbT66w4zcOs3Nvus++e/altt1eB1nvAUOCuT42crtd7dCTf27n3Hiv7XvMydapvGswlv+lpma5vfPSM/b8w/fmD+X0J778P6uuqsyJRR1PBuFJITyhjLejeHbta9v/uB/ZGdeNsx32O9Q8aU32+LJlS21FQuLodu1Lbd2+A7On0m4GgarFFYmJuz1hxq7fPNpOv+qvdtRpv7aT/+96O+Oa222fo09ohlU07y5b2muqec82vvf3Xx9f62s4ml2xaKF9+u6bUXeN1y+l3vNmfD4l8bj+vbjFTmOC77/vnXO57XzAETZw+Ebpuf4e4++Dx515sZ19wz+stoQvNan3vHdffs78+yG9cULDE/ZMfveNxPcln96hU7ntfeQJ9sub/2nHnnGBbbf3webJZnxdY39+URD/9k/Otb6Dh6V/9vbtqhYvtOlTPvFmvYonAZv87lvmP+PnbyjJhm+2tf30yj/b9vsemj+c7nuSsLG/uDhIPLP+5qODn92jQd/v0iXVUTddS7IOHTul+zQQQAABBEKBQv46av0yO2r38sRTnN9lO5vT65DgWo+UuR7k14C8SArGvJ1f/JpRVKT4PCkTkzL7lsK2pR6SUl8t+GyVMm3/HLOVD0nB+MpuupIy19AkpePe8O2l3JjHKQgggAACCCCAAAIIIIAAAm1bgLNHAAEEEEAAAQQQQAABBBBAoDkEippjp+yzwQJsiAACCCCAQMEIzJo1xR557Hc2e/ZntZ6T/1FXz56DbYcdjrKjjrzEzj/vmaB8//s32D57n2KDB29p7dqV1rp9ZeUCe+65O+zjSa/UOqe1DHjynMefuMFm1pKwx8+jtKxTkITmsEPPs7POfDiwcrdRow6yzp27x/5QzZP/zJ37hW/aoPL443+sNYGQ79Cfm8HrbW577H6CHXfsVcF6/Dn86U//bgcffI5tNnIv69KlV2xdvq0XX58fw9sUBBBAAAEE2pgAp4sAAgi0GQEpc/NMdNJSeMNMbTfPSEr8PUJStIvgZiHv+O+VXksKYpKCbT0uZdpRP7qRyPtJpbrv3raolgQ0O2/awb5JAhrjgQACCEQCj951k73y5L9rTUDj8zyJy8ajd7JDf3BmkNjl8n8+bxfe8bh5ggFPhtCtZ5/gfdvn5hf/nJg0cYLd/6dr8odi/Zcevc8+eef1xMQHPtnXscN+hwVJH8679d9BspLTr/prsKYLxj1ip1/zF9v1m0fZOj16x9Yz+8vP7Ym/3WZLEhIflHbsaL36D/JDUJpRYObnU6y6Mjn5uH+2ewKNLXfZy4ZtulWQOKhDx842bOSoZlxR8+y6Jb2mmucMa9/rx2+9agvmzqp9Qmrki0/etw/eGJ9qrZ1/s6dPs0fuuNHmz5lZ6wL8vWajrXewA7/3E/vJZbfY5f98Piie2MrfBzfddtcg2Zak2D78Pe+Tia/bg3++LjaWFPjv/XfZnK++TBoKYpLM39M222GPINnXEaf+KljXyO13C+JS7ho8mdiLjzxgFQvmBdvX98vz//mHzZv1VeJmkqxHn/52yIk/s4vvfsrO+uPf0+/D3r74rqfse+deYZ6YzBOUZe/EE/J8+PpLNvHFp7PD6bafY7pDAwEEEECgoAVGjSizI2tLPNN1e5vT6+DVXhtKuhaUHZMU7CM7ltSWFPzekD1mqYcUxiUF+7HUQ1LqqwXzLeEhZa6dSeHc7GlSPJY9ThsBBBBAAAEEWoQAi0AAAQQQQAABBBBAAAEEEEAAgcIX4AwRQACBNiFA8pk28TRzkggggAACCKwdgc8+e9P+9e/L7YsvP6j1xo+Grqyi4mt74skbbcKEBxu6ixa33Refv2f/fvhKmzHjk0Z7LVg4y556+ibzP8xu6InOmjUl2Mf8+cl/MN7Q/fp2npTIkxP5Mby/dgtHRwABBBBAAAEEEEAAgeYUkDI30UTHkcIbZ/wmWylsR2NRLYVxSekbdKRM22/w8bleS2Hc214kBTf55Le9n10kmd+0nh1b0ndvq+h/mCU9dtq0gx28Y+ekIWIIINDiBVhgcwg88Kdr7H8P3lNrYpCGHtOvaXmygXFX/KrO+35k3I321Wervq7m7/nl63SzvoOHBaX3gCFW1rE89ZlRbPmP5cuXB4kubvrNqTb14/esevGi/CnWsVO5rbfhyFicQNMKvPfaC8FzW9e9lnboZOt071nX6S1qXkt6Ta1JGE/sEiSQqqlJPKwnRpnywcTEsTUZ9OQ3T917uy1etKBJD+s/E0/54G178LbrrbZES/kHnPH5p/bMA+Ns0fyGJYvJ3t/yZUvt9WcfM0+AlB2vT3vqR+/af++/c7U27dqXWo/e/YL3YH8v9na70tL0z/vZx6yqWBTs87bfnmnzZs0wX2f2uLe79+lvG265nTcpCCCAAAIFLDBq/VI7crfyxDOc33UHm9Pzm6mf6YuCzxNJQduv9fjP/17XViSlrwtJSm8XzZcU7NP7UtiW4rWlHlJu3D/fU+Hgn5QZ84Akr4J9R/OkMBYMpL5E8VSTf/UWYAMEEEAAAQQQQAABBBBAAAEEECh8Ac4QAQQQQAABBBBAAAEEmkOgqDl2yj4RQACBBguwIQIIFJyAJ1S5444z7J13n7Jly5Y0+vz8j6w+m/q23fP3c+3NNx9p9P5a2g7c6+67z7EPPnyuwYljPPHM00/dYh9PeqXRp+f7uPe+C+2LL95rdEIcX0xNzfJgXXfc8Qvz5EQeoyCAAAIIIIAAAgi0QQFOuc0JSLk30DiAFMb89zwpbHvci6TgBhxJ3k1sSwpuCrLUo7abgDzuRVIwV1KwL7/5yEs05u3sUt13L6sYcLglPXbcpIMdsmPyDU9J84khgAAChS7w6F032/03X2VzvvqiSa4fVVYstCf+dpt5soG6JmFwY0/EcNc1/2eT33ur0evwZA6P332L3XbRz23+nJn2ycQJNm/mDD9MTikqKbHBJJ/JMWmujic58ueiLvsvadfO1u07oC5TW+SclvKaWtM4n77/llVVViQedv7sWfb2S/9NHFvTwfGPP2D/+MMlNvvLzxv9XuNr98Q6rz71kN128S/M38c8Vtfy6lMP2z9vvLxRa/EEL8/+626794bL6nrYWue5zYO3Xhe8b9Y6qQ4D/vvBF5M/sjuvPt/89eCbTJv0vlVWxJOAdepcbkM22cKnUFqqAOtCAAEEGimw9YhSO3L3Lol7WbCOJ545KOeaj1/r8SIpuAbk7aQiabWJZ6LtJMWOIYX7t9RDUuqrBceTwiTMUiZmeQ//rJPCeT4khXO9HRUpHovGqBFAAAEEEEAAAQQQaHECLAgBBBBAAAEEEEAAAQQQQAABBApfgDNsEwIkn2kTTzMniQACCCCAwNoVqK5ebPfff7HdeddZQeKRpUur672gmpoamznzU/QV0q8AABAASURBVHvo4Svtr389zTxJS7130ko28OQx//jHr+3BBy+3r7762Pzc67L05cuX2ieTX7U77zzT3p74RF02qdMct771th/Zk0/eaPPmfdmgP6j3tfl+7r33/+zuu88yP8c6HZxJCCCwRgQ4CAIIIIAAAgggsKYE/Oaa7GNJ4Y00HpfCdv64lLkZJ3ssavuNQN6WlL7Jx2NeJAU3ByW1JeXcZCSF2/tcL9V9xtSagGaHTcrskB07Gw8EEEAAgVDg9f89Ztf+/Hv2+D1/snmzvmrQ9SNPgOD7ufr079hT9/413HE9v3rihpvO/7E9/c/bbeG8ufVah38W+TZP3zfOLvvREfbM/XfkHH3y+29azbJlOTHv9F1vqG075iBvtvjSmhf4wRvj7YE/XVOnJBtFxSXWaZ3urfl0zV8LLeE1tSYR3/jfEzZz2mexQ/pr0xOPzJ4+LTa2tgLvvvKcXXfm8cH7hL9v+Brru5al1dXm39d/uvCMIPFLdeXi+u4imB+t5cVH7jNP3hUE6/Bl+bKl9vFbr9qfLjojneClDputdsrrqc+DP11whk0c/6z5Oa52g6wJnrz+i08/sr//7mK77hfH24dvZhLsv/faCzbry6lZs8OmJwHbaKsdbN2+A8MAXxFAAAEECkpg9IgyO2K3LonnNL/rDjZ73eTEM35dZ1VFUs41oVXNjcYkBdedvC8puN5kqYeUiae6wT9JiXUQTH2RMte6pHBuKhz8a8jPFcGGfEEAAQSyBGgigAACCCCAAAIIIIAAAggggEDhC3CGCCCAAAIIIIBAcwgUNcdO2ScCCCCAAAIINFigoDf87LM3g8QjV19zqD3+xB9t8uQJQRKSJUurYjeCLFu2xBYvnm9ffPmBvfLK/XbTzd+3G2863t544z8NNrrhxu/ZBRfuHiv/fugKa8zj7YmP22WX7x/br8d8rKH79m1vvuUkG3fHGUEymXlzvzBP3BP9wZnX3vf42xOfsDvuPDNIPDNr1pT0IZPO+Zprv2VTPn09PaeujZfG/91+9/tj7LbbTrFXX70/eG78OfI1+Fqy9+PP36KKeTZ12kT733Pj7He/O8Zu/fOP7IMPn8ueRhsBBBBAAAEEEEAAAQTamICUubkmOnUpvMnGf6+QwnY05rWk4Oae7LaUiXk8+8YfKRyTFNwIJIV19hxvR6W4uDiYF/Wz6yABzcBvWdJjh0062CE7NTgBTdIuiSGAAAKtWsATJ3jSmEt+cLjd9OtT7ZWnHrLpUz4JkiEsW7Y059w8wUB1VaXNmfGlvffq8/bPGy6384/b1+657kKbP2dmztyGdB67+xa7/CdH2gO3XG0fvfWKLfx6XpAEwT9rbOXD11C1uMJmfvFZkOjjzxf/wi484SB79M6bzM9l5bR09cgdN9rZR+xmZx62U045f+x+9vKTD6bn5Tceu+dPds4Ru+ds4/u46rSx+VPr3b/5/34a26/v2+P13lnWBp9MnGAXnXhIbN9+Hn4+WVPXaDNKsvH0vX9NfW9NCp6n6Dn12r+nPAHR/x68x1546B+xtbmL++QXj8cm1yPQXF7+fdhSXlP14GjU1D+c+4PY991Zh+9sd137m0btN9p4wrOP2nnH7h07hsd8LJpXl9qfH3+/8PcNf//Ifs9buqQ6Zxf+/emJWPz9zRO+/Psvv7cLvn+g3XbRz23yu2/kzG1Ix9fyr1uvsd+efJjdf/NV6fe97PdeX4PP89fI+McfsD+ee4rdcsHpNvWjdy374a+H/NeIvx/493n2vFW1/RjjrjjXrj/zBHvmvnH2+eQPEz8LfH0VC+ebJxfyedec/l277ufHW23PxQ2/+lHsufO1Xv2z42xVyYn8/dbn5Zd7/3jpqk6j3mO+v/xjRH13rfcO2QABBApFgPNooMDWG5TZt3crT9x6ftcdbU7P5MQzUnhdKPv6jhTGpLCOrgVJil0TksI50fZS2JfC2rIeUhiTFESlsPaOFLaleO2fy9lzvJ0U8zgFAQQQQAABBBBAAAEEEECgVQiwSAQQQAABBBBAAAEEEEAAAQQKQqCoIM6i2U6CHSOAAAIIIIBAcwhUVy+28eP/YXfc+XO79tpv26WX7mcXXrRHTvKW316yj1151cF2660/tEcfu96yE6o0x5pa8j49ac8DD/zWfveHY+2SS/dNW7mZ9z3u4z5vTZyHJwR65NHrg+fGnyNfg68lO7GPP39XX32o/eUvp9p//3tbkGRoTayNYyCAAAIIINAwAbZCAAEEEFiTAlLjEtBkr1VSOjGN3xTkY1IYkxS7gcjnSJm4FM6Nbjry8fxS3XtPqxhQSwKajUlAYzwQQACBBAFPpuA34V9zxnfs18ftZ7/MS75y9rd2tfOO2csuO+Xb9pdLz7ZVJW9J2H2dQp5k4aXH7rc/XfAzu/D7B9q5R+9pnsQiSgTgazh/7D525anHBElvPnhjfJ32y6S1K+DPqyfAueaM7wZJRKLn1Gv/nvIkEw/f/gfz5Bdrd6VNe/SW8Jpq2jNaW3trnuP6+0f2e965R+2ZkyTFvz/9Pejikw4NEr489+97guRJTb0af31kv+9lv/f6GjzJjr9G7rvpyiDhS1MfP39//jp85M6b7PpffD/xs8DX93/f3d9+d9aJ5vN8fv4+6COAAAIItE2B0RuU2RG7Jiee+TpIPHNgcM1HUnBdyK/lSJm296Miyfy6T3bxsf9n78675DjuO93H09i3BvdVJEWA1EbtkrVTKxdb3jfZksVFFknd9zt3zv1z5pw5I8myZVsCIJskCNz6RiAqs7KysRBooLv6ydNREfGLyKzMT6eqmVGIEFCPkfI4pV+vw3ofaO8DlGywmu8Uy+IyMIyJQdsv/ZNgtZ6YSQEFFFBAAQUUUEABBRRQQAEFbk/AvRVQQAEFFFBAAQUUUEABBW5NYOvWuttbgT0h4EkooIACCiiggAIKKKCAAgoooMDmC3iFCiiwwQIwTLbplwltkk2fjNPjPQfqhKLUoZWh5YklZXIQUCcPASUbUPcDanzcJ+UkoE5EmpZTT3r3sR+US0/9qMxt3/jUifI3L56eazKmgAIKKKCAAgoooIACNxawhwIKKKCAAkuBr3ziePnRdRae+feH1xeeydjNrSRgOUbU94MWgyGHYUwJKNmAlXGmHkueBEN7r/c8Y169nLynHu91cwUUUEABBRRQYEMFvCwFFFBAAQUUUEABBRRQQAEFFNh8Aa9QAQX2uYCLz+zzX6Cnr4ACCiiggAIKKKDA3RHwXRRQQAEFFFBAAQUUuLMCwNoBocUy6QZaGVqezkCd4JNyEpCsThiCoZxgJg8BtX/KSUDtOy33ev9/twbqYjS9nvZ3H/1+ufTUP5S57eufPFH+9ltn5pqMKaCAAvtMwNNVQAEFFFBAAQUUUEABBe6NwFc+frz8/bfnx1d+d/+LJQvPQBvrAXYc48k4zlyCtm/axmM+qSdBOya0fjDkZbHBen0RXv4Ay3Iv9DGu5InBeh9Yj6WvSYHdFfDoCiiggAIKKKCAAgoooIACCiiw+QJeoQIKKKCAAgoooIACtybg4jO35mVvBRRQYG8IeBYKKKCAAgoooIACCiiggAIKKLD5AgfkCvvkm3650CbcJA6U5L0tOVAXlEk5CUhWE7RyJgwlACz7AstJSWlPgtUYUBedmWtL7N1Hv1cuPfWjMrd97VPHy9++OD9Baq6/MQUUUEABBRRQQAEFFFBAAQWqgC8KKFC+8onj5e+/Mz+u8rv7Xiy/ffBPl+M6wGw5YzfjBOv9+qIzMLRN94E2npQ4ULIBdYwJWp62Hp/LE0uCYWwLSGiZpmNeywYLCiiggAIKKKCAAgoosJkCXpUCCiiggAIKKKCAAgoooIACCmy+wD6/Qhef2ee/QE9fAQUUUEABBRRQQAEFFFDg7gj4LgoooIACCiiwOwIwTMLp7wBtMk4m4UAr97bkQJ3wk3IStDq0PLFMAgLqZCRocRjytCdB6zOefDQt93r6v/vo98sfnv7HMrd97ZMuQDPnYkwBBRRQQIH9JOC5KqCAAgoooIACCtxdga9+4kT5+2/vtPDMt8tvH/rTOg4EbVwn4zNJwHIR4dTHCahjQhnTgaE87tPL0NqhHR9avVzbYIhDK2fM6lpzPbeUgWQr9d4PWls6zMUSNymggAIK3F0B300BBRRQQAEFFFBAAQUUUEABBTZfwCtUQAEFFFBAgVsTcPGZW/OytwIKKKCAAgrsDQHPQgEFFFBAAQUUUEABBRRQYIME4OYWoIFhog6wnMwzpQBqKJOIgNoPhjzxcYLW1mPAcvISUCcr9bbk//3Id8ul6yxA83ffPl3c7oiAB1FAAQUUUEABBRRQQAEFFFBAgQ0W+OonT5S/+/bp2Sv8z/uy8MwPl+MywFoZhljGbJKgxeYWnoHWln5J0OrQxoZgtd77wNBeFhuweC11zKksNmj1RbFkcRkYxrpgaEs7rNYTMymggAIKKKCAAgoooIACCihwAAS8RAUUUEABBRRQQAEFFFBAgT0u4OIze/wXtD9Oz7NUQAEFFFBAAQUUUEABBRRQQIHNF/AKFVBAgd0VgGFSTn8naJNxppN2xu3Q+gB1wg8MefoBKxOTYGiH1bZMKOoJqAvQ9IlKycfpvUe/Vy4+9Y9lbvvqJ06Uv//2mbkmYwoooIACCiiggAIK7HEBT08BBRRQQIG7I/C1Tx4vf/fi/AK+WXjmPx7+0+VYTx+vSQ7UMZuUxwnamE9iGcMB6phQyolBq6ecBK0ObT8Y6mWxAYvXsjwHaPVybYNWh/U8Y1npBq0t5aQeT9mkgAIKKKCAAgrcWwHfXQEFFFBAAQUUUEABBRRQQAEFNl/AK1RAAQVuTcDFZ27Ny94KKKCAAgoooIACCuwNAc9CAQUUUEABBRRQQIENFIDVCTm5RGixTM6BVoaW93YY6on1BC0OQw4sJw1lotE4AXVSUo9B65tJStDKaYPW7/3HvlcuPf3jMrd95RPHy99/xwVo5myMKaDALQjYVQEFFFBAAQUUUEABBRTYQIEsPPO3L86Pm/zHfd8u//7QD+tV93EYoI7ZAHXhGaDW0z5OGcNJAmq/lNMOrPQvi63HYXXMZ9G0HDuC1gYkvEzQ6tDyNPSxq+Spw9CWehKsxxI3KVAkUEABBRRQQAEFFFBAAQUUUECBzRfwChVQQAEFFFBAAQUU2OMCLj6zx39Bnp4CCuwPAc9SAQUUUEABBRRQQAEFFFBAAQU2X8ArvHsCfZJOf0doE3MSB0ry3pYcqJOCxmUg1WU8E4qSgBqDIU+8J2BlMlKP98lKqY/L7z363XLp6Z+Uue0rHz9efvTt+YlUc/2NKaCAAgoooIACCiiggAIK3HsBz0ABBXZX4PoLz3yn/OfDf1rHbjIGAyzHaYC6oAywjPU+QG3r9eQ9AWv9M7YDq2NDQMkG1PeHIU+8J6AWoeW1sniBYcwKVtumY1mL7v4ooIACCiiggAIKKKDAPRbkKVCdAAAQAElEQVTw7RVQQAEFFFBAAQUUUEABBRRQYPMFvMJbE3DxmVvzsrcCCiiggAIKKKCAAgoooMDeEPAsFFBAAQUUUGCDBWB1gk4uFVosk3WglRPvCagTg6Z1GOLQypl8BPPl3pa8J2h9xxOTelvy9x79Trn0zPwCNH/0iePlR99xAZr+ezFXQAEFFFDgFgXsroACCiiggAIKKLBBAl//5Inyty/Oj5P8+9ksPPPDerUZbxknoC4uA6wtJJN+GbNJDtR+43riPZXFljK0sR6gHg8o2YA6vgSkWsu1cO0Fdo73MStofbJLYslhiKVuUkABBRRYEzCggAIKKKCAAgoooIACCiiggAKbL+AVKqCAAgoooMAeF3DxmT3+C/L0FFBAAQUU2B8CnqUCCiiggAIKKKCAAgoooIACd16gT9DpR4Y2USdxaGVoefrAUE59nKC1AXXiELQ8fYA60SiTj5L6BKWUxwmoE5gSA1b2ee+R75SLT++wAM3Hj5cffXd+YlXZV5snq4ACCiiggAIKKKCAAgoooIACmy+wO1f4jU+dKH/z4unZg//n/d8tv3tkWHgG2rjNeAwGWBmLgVbv4zjActwm+00TUPeHdmwY6mWxpT8MbcAiOvxAq0PLewtQMlbV6+McVvuO2ywroIACCiiggAIKKKCAAgoocG8FfHcFFFBAAQUUUEABBRRQQAEFVgVcfGbVYzNqXoUCCiiggAIKKKCAAgoooIACCmy+gFeogAIKHAABWJ+8A23STib1wHp7Jgp1GmBloRkY6umXBC3Wyz2HIZ5YT8ByIhNQJy31tvcfvc4CNB87Xv7hu9vFTQEFFFBAAQUUUECBWxKwswIKKKCAAhsg8PVPnSh//a2dFp75XvmPh/6kXmUfY+k5UMde+gIzO8WB5XhN+sDquA5QjzNtA0o2YDmGlHoSkKwmaGVYzzNGlU7Q2lLusZRNCiiggAIKKKDATQnYSQEFFFBAAQUUUEABBRRQQAEFNl/AK1RAAQX2uICLz+zxX5Cnp4ACCiiggAIKKLA/BDxLBRRQQAEFFFBAAQUU2B0BGCbu9HeAFstEHmhlaHn6ZCJR8rkEQz9gZWIRtHr2v14ClhOagOXkpezTFqD5pzK3ffljx8o/fs8FaOZsjCmwXwQ8TwUUUEABBRRQQAEFFFBAgVsT+MYLJ8rf7LDwzH/cn4Vn/rgeMOMqMIzNAMsxF1gv9wVpgOU4TT9G8p6Aehxox4ahXhZb77co1nGi1IFUa4JWhpYn2Mekeg5DW9phtZ6YaX8JeLYKKKCAAgoooIACCiiggAIKKLD5Al6hAgoooIACCiiggAIKrAq4+MyqhzUFFNgMAa9CAQUUUEABBRRQQAEFFFBAAQU2X8ArPGACmcwzvmRok3gSB0rycXsmCvU6UCcPATUELOvpB0MdWjnx6yVgObEJqJOYev/3HnmxXProa2Vu+9Lzx8qPv3tmrsmYAgoooIACCiiggAIKKKDAuoARBRTYxwLffOFE+etvnp69gv+4//vlPx8aFp7p4yrJgZWxlh6DFv+wC8/kOElAyQYt72UY6j02zlNOgvWxqMSTpmNUiZkUUEABBRRQQAEFFFDghgJ2UEABBRRQQAEFFFBAAQUUUECBzRfwCve4gIvP7PFfkKengAIKKKCAAgoooIACCuwPAc9SAQUUUEABBRTYXQFYnfyTd4MWy6QeaGVoedozmSh5T8By0RmghoE6mQlYaYMhnuPMJaAuQJMJT0A9Tu/37kPfLJee+WmZ2774sePlH7/nAjRzNsYUUEABBfa6gOengAIKKKCAAgoooMDNCXzjhePlr3ZYeObf68Izr9YD9bEUoI6tQMvHcWixjMEk9bZxGVqf3gatDutjPmWxwRBfVOu4UPKegFqEltfK4gXawjPAyj4Zn1o0r8RSNymggAL7U8CzVkABBRRQQAEFFFBAAQUUUECBzRfwChVQQAEFFFBAgVUBF59Z9bCmgAIKKKDAZgh4FQoooIACCiiggAIKKKCAAgpsqECfyNMvD6jFxGGY/FODi5dMOFpkaz/AymSg9IMWg/U87XMJqBOjMtkJWrn3e++RF8vFHRag+dLzx8uPb3cBmuKmgAIKKKCAAgoooIACCiiggAIbL7APL/CbL5wof/3N+YV3s/DM7x56tV5VxlCgjcP0cvIkGOKpjxNQx2PGsXEZ2r7Q8t4GlGypA3VsCFqeeE9ALULLa2XxAm3saVFc+4HVvmsdDCiggAIKKKCAAgoooIACCihwPQHbFFBAAQUUUEABBRRQQAEFFLjHAi4+cxd+Ab6FAgoooIACCiiggAIKKKCAAgpsvoBXqIACCihwdwRgfZIPtMk94wVoxmeTCUW9DqxMLIKhnn4w1IHlRCYYyuk3TtDa+gI0ydMOlPce/la5+MxrZW77Yhag+f72XJMxBRRQQAEFFFBAgT0q4GkpoIACCiigwPUFvvXpE+Wvvnl6ttN/3P+DMl54JuMnSdDGY1JOApZjMqlnrCUp5aRxGVb3LYstfZKAehxofcpig1aGli9CdawoeRKQbCWWALQxKWClLeNRaTcpoIACCiigwGYJeDUKKKCAAgoooIACCiiggAIKKLD5Al6hAgoooMCqgIvPrHpYU0ABBRRQQAEFFNgMAa9CAQUUUEABBRRQQAEFNlgAWLs6aLFM+IFWHnfKhKNxPWVo/aDliaUfUCcRwWre29NnnDLhCaiTmXo5eVL6vffwN8uFnRagee5Y+cn3XICmuCnw4QTcSwEFFFBAAQUUUEABBRRQYA8JZOGZv/zGDgvPPPBS+c+HXqlnm/GSJKCOp6S8U+rjK3D9vtDGcXIcWC+XxZa2JGjti1AdA0qeBCRbiSUAw8IzqY8TtH3GMct3XMADKqCAAgoooIACCiiggAIKKKDA5gt4hQoooIACCiiggAIKKHCPBVx85h7/Anx7BQ6GgFepgAIKKKCAAgoooIACCiiggAKbL+AVKnD3BbLQzPhdoU32SRxaedyeyUXjesrQ+gHLiUXpB60OLU8sk52AtUlR0GLQ8nG/lLPv+w9/s1z66BtlbvvC88fKT77vAjRzNsYUUEABBRRQQAEFFFBgrwl4PgoooMC8wLc+c6LsvPDMy+U/H3y57tjHSqCNuQDLsRZosYylpF9SykDp5dR7Auq+sHMOlGzQ8pSTgOVYUK+P85SToC08k/I0ZQxqGrOugAIKKKCAAgoooMBmCHgVCiiggAIKKKCAAgoooIACCiiw+QJeoQKrAi4+s+phTQEFFFBAAQUUUEABBRTYDAGvQgEFFFBAAQUUOAACwNpVQotl8g+0MrQ8nTM5Kfk4QWsHlpOO0g9YTmCC1pZ4WWzJx6lPgILWL3Wg7p9y+r770NfLhWdeK3PbF547Vn7ygzNzTcYUUEABBRTYWcAWBRRQQAEFFFBAAQX2gMCLWXjm66dnz+Q/HszCMy/VMZeMj0AbOwFmF5RJn3GC+X5AHXeBnXOgZAPq+wOp1nItXHuBneN9jAlan2u71AzWY7XBFwUUUOBOC3g8BRRQQAEFFFBAAQUUUEABBRTYfAGvUAEFFFBAAQUUuMcCLj5zj38Bvr0CCiigwMEQ8CoVUEABBRRQQAEFFFBAAQUUUGD3BDIJaHx0aBN/Eof1/3fqTGDq/aH1hSGHVu79gDopCVqeOFAnOKWcBJTkfaGZXp7G33/4m+X3T++wAM354+WfXICmuCmggAIKKKCAAgoooIACCiiwlwU8t1WBFz97ovzFDgvP/PsDL5f/fGBYeCbjJX2sZFwexzK2ktTbezn1nnr/6+Vpy5lmn5THKfGkHuvl5D2lLWNLvW6ugAIKKKCAAgoooIACCihwsAS8WgUUUEABBRRQQAEFFFBAAQUOmsBBXHzmoP2OvV4FFFBAAQUUUEABBRRQQAEFDqKA16yAAgoocIAEMhloerk9lklCvTzuk4lHvZ72pB5LOSntiaU8ToklJZZ8mjIpKm1J03L6Xn7km+XiR9/I4dfS588fLz99aXstbkABBRRQQAEFFFBgVsCgAgoooIACCtxDgW9/5mT5i6+dnj2Df3/glfK7B4eFZzJO0lPGR5IybtLztPV6YnP1Hr9Rnn17yslNyz2WPCntyXtKvY8ppdzjifWyuQIKKKCAAgrcVQHfTAEFFFBAAQUUUEABBRRQQAEFNl/AK1RAAQUUuMcCLj5zj38Bvr0CCiiggAIKKHAwBLxKBRRQQAEFFFBAAQUUUGD3BaYTgPrkoMR7eXwWmag0rqecWPr21GOJJ/X4OE98mjJZKin9kqd9XH7voa+XC8/ML0DzuXPHymsuQBN6074T8IQVUEABBRRQQAEFFFBAAQUOikAWnvnzr5+avdzf1oVnflAyFjJOGR9JSmycpzxOaR+Pp6Se9hvlOZn0mUu9Lfk4pe+0vtNY0rTveL+DVfZqFVBAAQUUUEABBRRQQAEFFFBg8wW8QgUUUEABBRRQQAEFFDhoAi4+c9B+416vAhEwKaCAAgoooIACCiiggAIKKKDA5gt4hQocQIFMAMrkoPGlJ5Z64r2cek+ZuNTLPe/9kiclPs5TTsq+SWlPnpT4OPXYeMJUL7//8NfLhY++md3X0mfPHSs/dQGaNRcDCiiggAIKKKCAAgooMBGwqoACCtwDgW9/9kTZceGZ+18pv39wWHimj4308ZLUpyltfbxkXE6/xJNSTkr79fIxR/r2+lx5HEu/1DOGlLJJAQUUUEABBRRQQIE9JeDJKKCAAgoooIACCiiggAIKKKDA5gt4hQrcYwEXn7nHvwDfXgEFFFBAAQUUUEABBQ6GgFepgAIKKKCAAgoocHcEMklo+k49lslDvTzukwlL43r69Vj6J6U9sZR7nnJSryefS5kglX7J0z4uv//Q13ZcgOZz546V11yAJvQmBRRQYN8IeKIKKKCAAgoooIACCmy6wHey8MzXTs9e5m8feKX8/qG28EzGQJIyDpLUx0US6ynxpN42LaeevjfKczLpk7z3n9bTltTjPU8sKfWMCSVPSsykgAIK7CRgXAEFFFBAAQUUUEABBRRQQAEFNl/AK1RAAQUUUEABBQ6agIvPHLTfuNergAIKKBABkwIKKKCAAgoooIACCiiggAIKbLjA1atXV66wTxrqk4hWGheVPjFpUSzpm36J9XpiKY9jKSfe85STUp9LactkqqReTr8sQHPx2Z/l8Gvps+eOlddf3l6LG1BAAQUUUEABBRRQQAEFFFBAgSrgy10U+O7nTpQ/22HhmX9/8I/L7x9sC89k3CMp4x7J+1hI6uOUeFKP9XL2SSz1Xr5RHobskzx9e0o9aVxPObGeUs9YUK+bK6CAAgoooIACCiiggAIK7DkBT0gBBRRQQAEFFFBAAQUUUEABBXZZYA8sPrPLV+jhFVBAAQUUUEABBRRQQAEFFFBgDwh4CgoooIACCtxdgUwamr5jj2UyUS+P+ySWlFjy9JtOWkpbYmkfp8R2SunXU2X7JQAAEABJREFU23q5T55KnvTeg18tFz46vwDNZ57NAjRn89YmBRRQQAEFFFBgjwt4egoooIACCiiwqQLf+ezJ8qdfPT17eb994I/L7x74Xl3Qt4+BJM84SMY9kqd+M6n3He/XY+M85WnKyfVYL4/zabnXMwY03i/xxJKbFFBAAQUUUGBOwJgCCiiggAIKKKCAAgoooIACCmy+gFeogAIKKHDQBFx85qD9xr1eBRRQQAEFFFAgAiYFFFBAAQUUUEABBRRQ4IAITCcKZSJRLj3xXk69p8SSUu95Jkal3FPaeix5Um8b54mPUyZNJaVP4uNy6u8/9NVy4dl/zuHX0meePVreeHl7LW5AgesK2KiAAgoooIACCiiggAIKKKDAHRD47udOlj/72qnZI/32wT8pv39wWHgm4x5J6ZzxjpST30wa9025p+yb8jjv5bxP2sapx5KPU/pM69cbIxr33dNlT04BBRRQQAEFFFBAAQUUUEABBTZfwCtUQAEFFFBAAQUUUEABBXZZwMVndhnYwytwMwL2UUABBRRQQAEFFFBAAQUUUECBzRfwChVQ4N4IZFJRJhGN3z2x1BPv5dR7Siyp15P3evKkuVjifeJT8mlKe1LiPe8L0CRPev/Br5QLz/48h19Ln372WHnjFRegWYMxoIACCiiggAIKKKDAHhLwVBRQQIFNE/je506WP/3qzgvP/O7+75SMc/SUcY+kjHMklvLNpN43+03797ZxnnJPMU85edJceRzrfTI2lPI4zcXG7ZYVUEABBRRQQAEFFIiASQEFFFBAAQUUUEABBRRQQAEFNl/AK1TgoAm4+MxB+417vQoooIACCiiggAIKKBABkwIKKKCAAgoooMABEphOLsql91gmFPVy4j0lltTryTPxKXniSSn3WPLEkqbl1Mcpk6iSet9p+f0H/2jnBWg+eqy86QI0oTcpoIACNyNgHwUUUEABBRRQQAEFFLgNge99/mT54Q4Lz/z7Qz8sv3/gu2U85pFy3i55H/dIeZrGbSkn9T4p95RYyuM8x0+s5yknpd77pZzU4z1PLCn1PiaUcmI9Tes9bq6AAntawJNTQAEFFFBAAQUUUEABBRRQQIHNF/AKFVBAAQUUUEABBXZZwMVndhnYwyuggAIK3IyAfRRQQAEFFFBAAQUUUEABBRRQYPMF7v0VZlLR+Cz6ZKLEe3naPo6nXyYxpU/iSSn3WPKkxHueclLqPY3rvTxdgObyQ18pF8+9lcOvpReyAM2r22txAwoooIACCiiggAIKKKCAAgrcewHPYFME6sIzXzk1ezm/ffCH5Xf3f6dkXKOnjHukPB7jSGyaep8eT/9enubpm9hOeU4ubcnTL3lSYkm9nLynxDPG0+vmCiiggAIKKKCAAgoooIACH0bAfRRQQAEFFFBAAQUUUEABBRRQYNME1hef2bQr9HoUUEABBRRQQAEFFFBAAQUUUGBdwIgCCiiggAIHUCCTi6aX3WOZdNTLPU/flJN6Of36ZKbEk9I2jSWeWM9THqe5eCZbjePvPfDlcmGnBWieOVZ+9urZvLVJAQUUUEABBRTYWcAWBRRQQAEFFFDgQwh8//Mnyg93WHjm3x78Yfn9A8PCM328o49p9DzxcbnXM/7Ry2lP6rEen+bpM025rMSSp3/ypB6blns9Yzvpk5RYUmLJTQoooIACCuxbAU9cAQUUUEABBRRQQAEFFFBAAQU2X8ArVEABBRRQYJcFXHxml4E9vAIKKKCAAgoocDMC9lFAAQUUUEABBRRQQAEFFLh7AtMJRX2yUeIpJx+fTWJJifU8k5pS7iltPZY8KW09Tzkp9WlKPCnxTLYal9/PAjTPvpXDr6VPPXO0/OyPzxZYazKwRwU8LQUUUEABBRRQQAEFFFBAAQX2usD3P3+y/MlXTs+e5m8f+rPy+/u/vRiLoKaMZSSlc3KgjPOUewJKxj1Sh6Hc6+O8l4F6vF4viw1YvJb6/mWxpW2R1R9obbUyeQFKxnxgvQ+sxya731LVzgoooIACCiiggAIKKKCAAgoosPkCXqECCiiggAIKKKCAAgoosGkCLj6zab9Rr+dOCHgMBRRQQAEFFFBAAQUUUEABBRTYfAGvUAEFDrAArE8ogha73iQkaH1CN+4HLCc8AWmu9Ux+AmoZWE6WSnyappOvoPVP/PJDf1QunHu7XL1a1rZPPX20vPlKFqBhrc2AAgoooIACCiiggAIKFAkUUEABBW5B4PtfyMIzp2b3aAvPvFjHOcbjGkBdVAZYjn1kPAOo8fSF9TKsxoC6P7DyHtDqZbH1YwGLWqn9yrUNWixVYK1tPJaTPkmJJTcpoIACCiiggAIK7HsBL0ABBRRQQAEFFFBAAQUUUEABBTZfwCtUQIFdFnDxmV0G9vAKKKCAAgoooIACCihwMwL2UUABBRRQQAEFFFDg3gsA9SQy8QhauQauvQDLiUtAjY4nPcF6LO09AXV/oE6m6vFxPp6cBa1/2t9/4Evl4vl3SmF9WP9TzxwtP3v1TNmC4qaAAgrsbQHPTgEFFFBAAQUUUEABBfaqwA+y8MwfzS88828P/Vn53X3fqqfexy4yXpFAcqBM8/TrsV5OfVyGtl/iScDK2ElZbNBi03Zo8UWXuk/yJCDZMgHlemM9y44WFFDgDgp4KAUUUEABBRRQQAEFFFBAAQUU2HwBr1ABBRRQQAEFFFBg0wTW/5X6pl2h16OAAgoocOsC7qGAAgoooIACCiiggAIKKKCAApsv4BVWgUw+qoVrL9AmKCUOrXytqWbAyoSmcT8Y2oBl/z45ai5PbJoyCQsoyXtbypcf/FK5cO6tUko7dhltn3z6WHnz1e1yyFH/kYpFBRRQQAEFFFBAAQUUUECBIoECNyHwgy+eLH+848Izf14u3P9iXVwm4xNAgZZS39raqm3JUwdK8tRhtdxj0OLQjtPjyXsC6nGh9QFK32Ao91hyWI1DW3gmbSYFFFBAAQUUUEABBRRQYKMFvDgFFFBAAQUUUEABBRRQQAEFFNh8gV2+Qv8Z+i4De3gFFFBAAQUUUEABBRRQQAEFbkbAPgoooIACCihwbwRgdVJSzgJabLywTOI9AXWSVerQJjFlYlSvAynWCVIpALUM83n2BeoxU07KJC2gTtaCoe3yA1mA5u1ytVCm2yefPlrefPVsOeTI/5TGugIKKKCAAntGwBNRQAEFFFBAAQX2msBLWXjmy6dmT+u3D/9F+f193yzAMm2NFpuBFh/HMqbR6zuV0w7U8ZJxGdrxYDUv1zbgWqnU8ymLDVoMWr4I1R9oYzbAsm8aMt6T3KSAAgoooMBuCnhsBRRQQAEFFFBAAQUUUEABBRTYfAGvUAEFFFBAgU0T8J+gb9pv1OtRQAEFFFBAgTsh4DEUUEABBRRQQAEFFFBAAQUOmMB04hFQBRKHVq6Bay/AcuISUKN9shSwbBvHpuVeTz6XMkELKMmTgDop6/KDXyoXz79Trpb1If5PPHW0/OzVs+XwoeJ2YwF7KKCAAgoooIACCiiggAIKKHCgBbLwzKvXWXjmd2e/UccigGUOQ3luPON6MaCOc8z1Aep7pA0o2YA6xgKket1y7XDtBYaFZ0op16Itg3asVvNVAQUUUEABBRRQQAEFFFBAAQU2RMDLUEABBRRQQAEFFFBAAQUUuE2B9X+ZfpsHdHcF7ryAR1RAAQUUUEABBRRQQAEFFFBAgc0X8AoVUECBeysA6xOPoMXGC9BAi+VsgTrpKeWkaT8g4WUfYGUSFbQ6tLxPrkqeBEM89ZUFaB74Yl2AprC+yszHnzpa3nzlbDm81d6/uCmggAIKKKCAAgoosGcEPBEFFFBAgb0i8PIXT5WdFp75t4f+ovz+vm/WcQygjm0AtZ4xChjKqd9MAkof24DhmNDKOQa0cllsvb4o1h+g5nmB+XJvG4/RJJaUWHKTAgoooIACCiigwN0Q8D0UUEABBRRQQAEFFFBAAQUUUGDzBbxCBRTYNAEXn9m036jXo4ACCiiggAIKKKDAnRDwGAoooIACCiiggAIKKFAFoE1mygQloCSvDaMXaH2g5X1yFFAnZ6XrONbLyXsCViZwwXy9T9LKfpcf+EK5cP6dUjhcpltdgOaPt8vhQ0ybrCuggAKDgCUFFFBAAQUUUEABBRQ4kAJZeOaVL5+cvfZ/e/gvy+/v+0Zty/hDT0Adu4CW9/jN5MBy4Zmd+gNr4yhlsQHL9y2LDVi8zv9AG7uB9T6wHps/ilEFNlDAS1JAAQUUUEABBRRQQAEFFFBAgc0X8AoVUEABBRRQQAEFFLhNARefuU1Ad1dAAQXuhoDvoYACCiiggAIKKKCAAgoooIACmy/gFe4dgekCM9AmJyUOrdzPFqgTo4AeqgvUQKsDtT2NQLJaz0QroJaB5SSqxG+UVhaguf/z5cK5t8pVDpXp9vGPHC0/e/VsOXKYaZN1BRRQQAEFFFBAAQUUUECBeyTg2ypwrwVe+dKpstPCM//60F+WC/d9o45XZHwCWJbH4xG9LfmNElDG+wLLcRBox4eWl8UG6+WMySyaVn5g6JcGaAvPpGxSQAEFFFBAAQUUUEABBe61gO+vgAIKKKCAAgoooIACCiiggAKbL7BpV+jiM5v2G/V6FFBAAQUUUEABBRRQQAEF7oSAx1BAAQUUUECBAywArF09tFgmO0ErTztBi0PLM/kqfYA6USvlxKDVe3kuT2yaYNhvPGnr8gNfKBfOvV2ulPUFaD72kSPXFqDJu5sUUEABBRRQYCJgVQEFFFBAAQUUOFACr3zpZHl5keYu+l8f/qty8f628EwfdwDqQjEZo4DVcvokPk4w9EkcuO7CM70PULL1esrQYuMytBi0PG1J0BaeAZZjMIlnHCe5SQEFFFDgwAsIoIACCiiggAIKKKCAAgoooIACmy/gFSqggAIKKKDAbQq4+MxtArq7AgoooIACCtwNAd9DAQUUUEABBRRQQAEFFFBAgbsvMJ2gBNSTSBxaGYYcWJnglM590hQMbdDKQJ3ABS1P3yRYrSfWUyZ2QWsflz944Avl0nO/KGXrSJluzz95pLz5ytly9DDTpj1W93QUUEABBRRQQAEFFFBAAQUUUGC3BF75chaeOTV7+H/LwjP3fb22AXV8o49FJAfqGEYvZ0wi5Wkax4EdFp4Zjg+tXBZbjgVDHXYuL7ovf6AtPLMMjArAqGZRAQUUUEABBRRQQAEFFFBAAQXunoDvpIACCiiggAIKKKCAAgoosN8EXHxmv/3G9sL5eg4KKKCAAgoooIACCiiggAIKKLD5Al6hAgoooECdaDVlgDZpqS9A0/NxP2h9Ehu3A8tjAmmu9fHkKqBO5oKWp62nPoGr54mnDK3v5fs/Vy6ce7tcZX0Bmo995Gh589XtcswFaIqbAgoooIACCiigwEjAogIKKKDAgRB49Usny8tf3Gnhmb8uvz/7tbUxiow7JAF1rCLlpIxFJJ8moB4DWv/0g1aGIYfVciOOWfwAABAASURBVFlswOK1/QD1OK1WdiyXxQZt4RlY3SfjMYtmfxRQQAEFFFBAAQW6gLkCCiiggAIKKKCAAgoooIACCmy+gFeogAIK3KaAi8/cJqC7K6CAAgoooIACCihwNwR8DwUUUEABBRRQQAEFFNg7AkA9mUxkgjbJqQYWL9DaYDXPhCygTpgCFj3LsgysTOJK3ySg9km5J1jvm8lcvT0L0Fw8/065unW0TLfnn7y2AM0Rpk3WFVBgjwh4GgoooIACCiiggAIKKKDAnRb44y+fKi99aYeFZx75m/L7s1+t4xJAzfsYQ3JoMWBtjCLt49THJ5LD0B+GY/T+0NrLYhvHFtX6A6zktTJ5gTYmA63vuBnWY+N2ywrcawHfXwEFFFBAAQUUUEABBRRQQAEFNl/AK1RAAQUUUEABBRRQYL8JuPjMfvuNeb4KKLAXBDwHBRRQQAEFFFBAAQUUUEABBRTYfAGvUIEVgSw0Mw5Am8SUOLQyDDlQJ2X1fab9YGiHVobVvE++6jlQMoGr13fKL9//2dIWoDlWpttzTx4tP3v1bDl2lGmTdQUUUEABBRRQQAEFFFDgIAp4zQpstMCrXz5VfvDFk7PX+JuH/rr8fvsrdcEZYCXPmAO0WMoZj0hK+XopfWDYD1oZqOMkMORlsUGrL4r1B1brNbh4gdU4zC88k/GXRXd/FFBAAQUUUEABBRRQQIGpgHUFFFBAAQUUUEABBRRQQAEFFNh8Aa/wNgVcfOY2Ad1dAQUUUEABBRRQQAEFFFDgbgj4HgoooIACCiigwL0VANZOAFosE5ugTXqadoLWB1qeCVrA2oQraLG0TxMMbUCdDJY+MF9O2+X7PlMunHurXN06Wqbb+SeOlJ+9crYcdwGaKY11BRRQQIF7LuAJKKCAAgoooIACCtwpgT/+o1PlpZ0Wnnn4b8ql+79WxxigjTsAtZ5xBRjKqd9Mgvl9YIjD6nsBpW9AHS9JHVbLifUEbQwG6KGa9/GZWvFFAQUUUGCPC3h6CiiggAIKKKCAAgoooIACCiiw+QJeoQIKKKCAAgrsNwEXn9lvvzHPVwEFFFBAgb0g4DkooIACCiiggAIKKKCAAgoocEAFMpFpfOnQJjolDq0MQw4sJ071/aDFoOU7xYHlpK/8P4f3iV4wxHtsLv/g/s+Wi+ffKVe3jpXplgVo3nw1C9Bc52uC6U7WFVBAAQUUUEABBRRQQAEFFFBgXwj8yR+dKj/4wsnZc/3XR/62XLrvq7UNKCzSeFwBWI5HjOM3KmfsAtq+0MY8YD0viw2G+KJax06AFFcSrMagLTyz0ulaBVb7XgubKaCAAgoooIACCiiggAIKKKBABEwKKKCAAgoooIACCiiggAIK3EDAf1V+A6D90Ow5KqCAAgoooIACCiiggAIKKKDA5gt4hQoooIACe0MA1icyQYv1BWiST88WWp8eB5YTq6CV0watnAld0Mow5In3lEld0zKwnCAGlMv3faZcOPd2uTK3AM3jR8qbr26XE8cobgoooIACCiiggAJ7Q8CzUEABBRRQ4HYF/uQrp8r3d1h45jeP/G25ePYrdUwiYwrAchxhrp7Y9RKwdixox4TVNhjqZbRBi/cQUIvQ8lpZvEBbeAao77kI1Z+5cZja4IsCCiiggAIKKLCHBTw1BRRQQAEFFFBAAQUUUEABBRTYfAGvUAEFFNhvAi4+s99+Y56vAgoooIACCiigwF4Q8BwUUEABBRRQQAEFFFBAgRUBoNYz4QlauQYWL9Dq0PJFqP4AdbIUDHkaoNV3mtwFrR1YmSCW/lmQBlq8lz+4/zPl4vl3Sjl0oky381mA5pXtctIFaKY01hWIgEkBBRRQQAEFFFBAAQUU2FcCf/KV0+X7nz85e87/+sjflUvXFp4B6phExhJ6AtbGGXrbXA6UjD2kDVjZF4Y6tPeC1bwsNmDx2n6Aek6ttvoKw8Izqy1lx32KmwI3L2BPBRRQQAEFFFBAAQUUUEABBRTYfAGvUAEFFFBAAQUUUEABBW4g4OIzNwCyWQEF9oOA56iAAgoooIACCiiggAIKKKCAApsv4BUqsDcFsthMPzOgFhODVob5PB17P6BOlIKWpw1aGYZ8p8lcwMoEr3G/TAIDygf3fbpcOPd2uTqzAM25x4+WN189W04ep7gpoIACCiiggAIKKKCAAvdWwHdXQIEPK/DDr5wq3//8+sKzOd6/PvL35eLZP1oZf8j4QU/A2thCb5vLgbrwDLDcD1g5Pgz1stig1RfF+gOtDtR6fwHqccb1PobSY8kTS25SQAEFFFBAAQUUUECB/SjgOSuggAIKKKCAAgoooIACCiigwOYLeIX7TcDFZ/bbb8zzVUABBRRQQAEFFFBAAQX2goDnoIACCiiggAIKKFAFgJr3F2j1TIACSvJpG7Q+MORAnVgFLc8+0Mp9khewnNDVY3N5FpxJgta/ly/f90K5cO6tcmXreJluzz52pLz5ytly6phfG0xtrCuggAIHWsCLV0ABBRRQQAEFFNgXAn/ylVPle58/OXuuv3nk78qF7S+tjDuMxxOAmxpv6PvAzv1haIM2rgEtBpS+AfV8UofVcmI9QRtbAXpomcN6bNloQQEFFFDg1gTsrYACCiiggAIKKKCAAgoooIACmy/gFSqggAIKKKCAAjcQ8F+R3wDIZgUUUEABBfaDgOeogAIKKKCAAgoooIACCiiggAL3TmC8wEzOAtrkp8ShlWE+T/8koE66giEfx1OG1pbJXsDKxDBYradPX3RmXP7gvk+Xi+ffKVcOnSjTLQvQvPHqdjl93K8OpjbWFVBAAQUUUEABBRRQQAEFFLhbArf6Pj/8yqny/R0WnvnXR39ULm5/uY4hADXPOEFPsB7rbTfKoe0LbbwC1vOy2KDFF8X6A6v1Gly8AIvX4Qd2Xnhm6GVJAQUUUEABBRRQQAEFFFBAgf0p4FkroIACCiiggAIKKKCAAgoosNcE/Bfkd/434hEVUEABBRRQQAEFFFBAAQUUUGDzBbxCBRRQQAEFlgKwOjkqDdBifQGa5IknQWuDlieWBOy4AM14whdQJ4vB0D/t0OLj8nQBmrR9cN8LdQGaq4dOlulWF6B5ZbucOuHXB1Mb6woooIACCihwIAW8aAUUUEABBfa0wJ9+9VT53g4Lz/ymLjzzpeUYQsYEgFqfllO/mQSUjDVM+wIrx4U2ZpF+ZbRBi/cQUIvQ8lpZvMD8wjPj8ZVFN38UUEABBRRQQIE7JeBxFFBAAQUUUEABBRRQQAEFFFBg8wW8QgUUUECBGwj4r8dvAGSzAgoooIACCiigwH4Q8BwVUEABBRRQQAEFFFBAgXsvMJ0ABW3iVOLQyv0sodWh5eM4sLIITdpgiGXiFrCc1DU36SsxaH3G5b7vB2c/VS6ce7tcPXyqTLePPnak/OyV7XL6BNMm6wrcYwHfXgEFFFBAAQUUUEABBRRQoAtk4Znvfm59Ydm0/+bRfyiXtr+0Mr4ALMcSYChnrOBmElAXngFWjgOtDqy9H7RYWWzA4rX9ALVvq62+wvzCM+kFJDNtvIAXqIACCiiggAIKKKCAAgoooIACmy/gFSqggAIKKKCAAgoooMBeE3Dxmb32G/F8FNgEAa9BAQUUUEABBRRQQAEFFFBAAQU2X8ArVECBNQFoE6Cy2ExvBOpkqsSAGob5PI29H1D3g5anDVoZhjyTw4A66QtafBpLPQvQJE9KGSiXz36yXDz/Trl6+HSZbs88eqS8+cp95fRJv0aY2lhXQAEFFFBAAQUUUOBACXixCiiwJwX+7Guny04Lz/zro/9YLp75wnJcIWMB4wTUcYRx7EZlYMeFZ6CNR8B6Xq5tMLRdC9UMWrxWFi8wv/BMxksWzf4ooIACCiiggAIKKKDAbgl4XAUUUEABBRRQQAEFFFBAAQUU2HwBr1CBGwj4r8ZvAGSzAgoooIACCiiggAIKKLAfBDxHBRRQQAEFFFBAgb0jAKydDAyTp8YTpqD1hdU8BwDqRLE+AazHep44sJwwlkVleqyXe574OCWedHn7E+XCubfKB4dOlun2zKOHy89eOVvOnPCrhKmNdQUUUOBeCfi+CiiggAIKKKCAAgr82VdPl+989sQsxG8e/YdycfsLdawAWMuhxcZjBDcqAysLz0AbrwDq8bM/DDFo5XJtA66VSh3ngKFeRhsMYyejcC3C/D610RcFFFBgAwW8JAUUUEABBRRQQAEFFFBAAQUU2HwBr1ABBRRQQAEFFNhrAv6L8b32G/F8FFBAAQU2QcBrUEABBRRQQAEFFFBAAQUUUECBzRe47hWOF5gZd0wc2oQpmM/TH1iZkAWtnrZM6krqZWhtQJ30Ba2exWWglaG1Zb9pygI0F8+/U64cOlWm29OPHC5vvrpdtk/6dcLUxroCCiiggAIKKKCAAgoooMCBENhTF/lnXztdvvO5E7Pn9JtH/7FcPPOF5XhCnv+B5VhBxgkSu5UErCw80/cFlseFNvZQFhsM5UV1eS5AqssE1LYegPmFZzKO0vuYK6CAAgoooIACCiiggAIKKLCLAh5aAQUUUEABBRRQQAEFFFBAgQMvcAD+tfiB/x0LoIACCiiggAIKKKCAAgoooMABEPASFVBAAQUU2FsCwNoJAXViVSZOQZtU1TsBtQgtr5XFC1D3WRRrnklevQytLTGgTvpKuU8mA+oEscSul9L/g+1PlLoAzeHTZbo9/ciR8sYr2+XsKb9SmNpYV0ABBRRQQIG7LeD7KaCAAgoocHAF/vxrp8p3PntiFuA3j/24XNr+Qh0bAK6b7zRGAG2/3g7UcQVgeTxYHYuAVoehT7m2QWtLFVbLifUEbYwE6KGa9/GTWvFFAQUUUEABBQ6YgJergAIKKKCAAgoooIACCiiggAKbL+AVKqCAAgrsNQH/pfhe+414PgoooIACCiigwCYIeA0KKKCAAgoooIACCiiggAJVIBOlamHykjisTqqCVoeW912AuvAMtDyTwNKWHEhxdhJYb8/iMilfL6XP5e2P1wVorh7Zrsccv7gAzVjD8lLAggIKKKCAAgoooIACCiigwF0R+Iuvnyrf/uzJ2ff6l0d/XC6d+fxy7CDP/8ByrCDP/IntlMbtwPI4iUM7Tt8XWr0sNhj6QisvwvUHqHleYCinPk4wv/BM+sDO+6XddBcFfCsFFFBAAQUUUEABBRRQQAEFFNh8Aa9QAQUUUEABBRRQQAEFDryAi88c+FtAgIMg4DUqoIACCiiggAIKKKCAAgoooMDmC3iFCiiwNwWgTZTKYjP9DIE6kSsxoIdrDq0OLa/Bay/QYkDdP2FgOZksE8Gg1VPuCSh9whiw0j99oMXS54Ptj5cL594ucwvQPPXwkfLmK2fLfacPFTcFFFBAAQUUUEABBRS4NwK+qwIKHDyBP//6qfLiZ6638Mzn6jgBsPLMDyzHA/L8v1MC6n4ZF+h9UoYWTwzaWEQv9xxaHCh9A5bn02PJocVTToIKfNn8AAAQAElEQVT5hWcyXpJ2kwIKKKCAAgoooIACB1nAa1dAAQUUUEABBRRQQAEFFFBAgc0X8AoV2GsCLj6z134jno8CCiiggAIKKKCAAgpsgoDXoIACCiiggAIKKKDAigCwUk8F5idZQesLLe99x3kmeSWNY70M1Eleae8JqBPOej2TyMZloE40S+zymefLhXNvlSuHz5Tp9pGHD5c3X9ku951yAZqpjXUFFDiQAl60AgoooIACCiiggAK7KvAXXz9dvr3TwjOP/aT8Yfvz9XkeuG6e5/0bJWjHyJgBtDK0MQZoebm2wVAHrkVLHY8o1zZgpX4tXDOYHxNJI5DMpIACCuwlAc9FAQUUUEABBRRQQAEFFFBAAQU2X8ArVEABBRRQQAEFDryAi88c+FtAAAUUUOAgCHiNCiiggAIKKKCAAgoooIACCiiw+QL79wqvXr26NhkL2kQraHmuDqj9gFRXyn0CGbCcbAbUPuO28QSyHk8+jqf8wfbHy4Vzb5cPZhagefKhw+WNV7fLfaf9iqG4KaCAAgoooIACCiiggAIK3GWBg/N2f/n10+XFz5yYveB/efQn5dLpz9bnfmA5FpBnfGBlAdrEbpSAeoyMCUAr932g1aHlicMw5lAWG1D3L4sNWLwOP0A9zx6B+YVnMj7S+5groIACCiiggAIKKKCAAgocdAGvXwEFFFBAAQUUUEABBRRQQAEF7rbA3f+X4Xf7Cn0/BRRQQAEFFFBAAQUUUEABBRS4+wK+owIKKKCAAgrclAC0CViZYAWs7AOtDi0fN0KLZcJXUtqA5WSuxIA68SvlnoA6AQ1Ya5tOMLty9uPl0nO/KFeOnC3T7SMPHS5vvnK23H/GrxmmNtYVUEABBRQ4UAJerAIKKKCAAgrsisBffuN0+dZOC8889k/lD9ufq8/1wHXzPh5wM/l4XADaGAMMx4chBq1cFhuweG0/QB2bAFpg8go7LzwD8/tMDmFVAQUUUEABBe6FgO+pgAIKKKCAAgoooIACCiiggAKbL+AVKqCAAgoceAH/VfiBvwUEUEABBRRQQIGDIOA1KqCAAgoooIACCiiggAIK7B2BLDQzdzaJw+pEK2h1oE7eyn7QykCqNZ5JZKkkT+plYNmeeBJw3QVo0qenD848Xy6ce3t2AZonHzpc3nh5uzxw5lBx2xsCnoUCCiiggAIKKKCAAgoooMD+F6gLz3z6xOyF/Obx18ql05+pz/pAXXimP8MD9Xm/128mhzZuMF54JvtBi6dcFhtQ3wtaHCh9A5bnA/RwzWGow/zCM+kIQ7/UTdcXsFUBBRRQQAEFFFBAAQUUUEABBTZfwCtUQAEFFFBAAQUUUEABBe62gIvP3G1x30+BUjRQQAEFFFBAAQUUUEABBRRQQIHNF/AKFVBAgR0FoE2oymIzvRNQJ2olBvRwzWGow1BOI7Q6UCeBlcUG1GMtijUGrZ4JY9ME1D7T+Lh+Zfv5cvH8O+XKkfvKdHvyoSPljVdcgGbqYl0BBRRQQAEFFFDgwAh4oQoooMAdFfirb54u39ph4Zl/efyn5eKpF+pzPLDMoT33TxeQSX38fH+9Mqwer/ctiw3a8WHIF+H6A21BmVoZvUDr20PQ+gE9VPOMg9SCLwoooIACCiiggAIK7G0Bz04BBRRQQAEFFFBAAQUUUEABBTZfwCtU4MALuPjMgb8FBFBAAQUUUEABBRRQ4CAIeI0KKKCAAgoooIACCuw9AVidcNXPMBOvYLUNhjq0MqznmRyW4ySHoR2oC9IkngSUPgkNqBPWEt8pfXDmuXLh3Nvlg5kFaJ548HBdgObBM4eKmwIKKHBvBXx3BRRQQAEFFFBAAQX2r8BfffNM+eYLJ2Yv4F8ef6384fRn6vM7UPP+DA/UZ3xgLZ4+/fk/5XGCoT+0cQMY8rLYgHpMoGSDlo/LQB1zSGwuwfzCM+kLJDMpoIACtyhgdwUUUEABBRRQQAEFFFBAAQUU2HwBr1ABBRRQQAEFFFDgbgu4+MzdFvf9FFBAAQVK0UABBRRQQAEFFFBAAQUUUEABBTZfwCu8aYEsNtM7Q5t0lRi08rQtdWhtsJ5nIln6JE8ClhPFoJV7vE9AgyGetrl0Zfu5cvH82+XKDgvQvP7Kdnlo2wVoipsCCiiggAIKKKCAAgoocJAEvNY7IvDXdeGZ47PH+vVjr5VLp16oC7wA9Rk/z+1AjeXZHoZ46mnvCYa268V6W3IY9oH2PomXaxu0GLT8WrieD9CrtT43xpHYspMFBRRQQAEFFFBAAQUUUECBvS/gGSqggAIKKKCAAgoooIACCiigwMYLbG38FXqBCiiggAIKKKCAAgoooIACCihQJFBAAQUUUECBvSsAw6SsnCWw4+QsIF1qglaGIQfqvn1CGLR6doBWhpanD1Cmk9IS3yldOfNcuXD+nXLl6P1luj3x4OFSF6A56wI0UxvrCiiggAIK3C0B30cBBRRQQAEF9p/AX3/zdPnGC/MLz/zL46+X/zrz6brgDFDzPLNDK+eZHlo58SRYrSc2TjC0QxsjgCEviw2GOrTyIlx/cqxaWLwAi9f5H6BkkRlY7TMXmz+CUQUUUEABBRTYScC4AgoooIACCiiggAIKKKCAAgpsvoBXqIACCiigwN0W2Lrbb+j7KaCAAgoooIACChQJFFBAAQUUUEABBRRQQAEFFFgRyMSrlcC1SuKwOkkLhjq0MlAXnbm2Wy33yWDJobX3cvKegLoADbCcxNbb5vIrZ86Xi+ffKR8cub9Mt8cfOFzeePlsecgFaEJjUkABBRRQQAEFFFBAAQUUUOC6Am3hmROzfX792Gvl0qlP1Wd8YPaZHYZ4FqLpz/Hjco8lh6E/tDK0vLdDq0MbSwBK32BYUAaGeNphqMPQL23jBEO/cXwflz11BRRQQAEFFFBAAQUUUEABBRTYfAGvUAEFFFBAAQUUUEABBRTYeAEXn9n4X7EXeGMBeyiggAIKKKCAAgoooIACCiigwOYLeIUKKKDA3haANvEqi830MwXqBLPEgB6uOQx1GMpphFYH6sS0stj6BLJFscaAemxgWd9pYlr2naYsQHPpuV+UK8ceLNPtsQcOlTdfcQGaqYt1BRRQQAEFFFBAgbsh4HsooIAC+0fgr791unzjhfmFZ/7liTfKH06/sHxmHz+XAzU+jqUMQxyGctqSYD2WeE9lsQH12DCMG5RrW/qlCK0t5SRYr8+NZSSW/iYFFFBAAQUUUEABBW5fwCMooIACCiiggAIKKKCAAgoooMDmC3iFCihwtwVcfOZui/t+CiiggAIKKKCAAgooUIoGCiiggAIbKQBs5HV5UQoooMDdFID5z9JM0ILVNhjq0MqwnmdyGLCcPFYWG7BcfAZYtkErZ5/rJaBcOXOuXDj3drlydH0BmkfvP1TeeOVsefi+Q8VNAQUOsICXroACCiiggAIKKKCAArMCf5OFZz6108Izb5ZLJz+5fFbvz+fQnuVTh6Gc+q0kaPvCkOckgeV7lsUGLF7bD1D62AQM8dY6vMLQb4i2Euy8X+vhqwIK7FsBT1wBBRRQQAEFFFBAAQUUUEABBTZfwCtUQAEFFFBAAQUU2HgBF5/Z+F+xF6iAAgrcWMAeCiiggAIKKKCAAgoooMCHFYA2YQDapIIPexz3U0CB3RfwHfaXQCZ09TMG6kIxiQE9XHMY6tDKsJ4D9RiZjAZDOfVpguu3j/tfOf1suXDurfLB0Qfq+YxfHrs/C9Bsl0dcgGbMYlkBBRRQQAEFFFBAAQUU2FUBD773Bf7mxTPl6zssPPPrx98sfzjVFp4ZP38Dy4VhevzQoUM11uvXy2F9/94fhnEAGMrl2gbUElDHFmpl8QLr9bmxi8QW3f1RQAEFFFBAAQUUUEABBRS4gwIeSgEFFFBAAQUUUEABBRRQQAEFNl/gbl/h1t1+Q99PAQUUUEABBRRQQAEFFFBAAQWKBAoooIACCiigwHUFgLV2aAt9wWobDHVoZRhyoE4Og5b3yWV5A2ixXu5tmcAGXHcSW1ls6X/lzLly8fw75YOjDy4iqz+P3ne4vPHydnnk/sOrDdYUUEABBRQ4GAJepQIKKKCAAgoosCLwt986U77+yeMrsV759RM/K/91+pOzz/B5/u4JqM/r0PIe3ykHyvg5H9pYAFCy9f2g1aHlvS05UM8r5bkE82MW6QskMymggAIKKLDJAl6bAgoooIACCiiggAIKKKCAAgpsvoBXqIACCiigwMYLuPjMxv+KvUAFFFBAAQUUuLGAPRRQQAEFFFBAAQXulACwNgkB2sSDO/UeHkcBBRQ46AL5fwwHVhhgqEMrQ8t7R6B+RsOQ9wlm0xxYmZg2bU99PHHtyulnS12A5thDZbpl4ZksQJOFaKZtd7fuuymggAIKKKCAAgoooIACCihw7wT+9sUz5Wufml945pePvVH+69Qn6nN7nrl7gvVn+DyP9/Yb5UBdqKYstvQFar2XYTg+tLay2KDF+xgEsIgOPzDUoY3/whBLz+yb/O4n31EBBRRQQAEFFFBAAQUUUEABBTZfwCtUQAEFFFBAAQUUUEABBRS40wJ7ZvEZoH55fqcv0OPtQwFPWQEFFFBAAQUUUEABBRRQQAEF9rVAn1QAw3gPsHpN1hRQQAEFblqgf65mB6COpScGJLRMMNShlWHIgbovtLxPNMsBoMWg5b0tE9qA5cS0xMcp7b1+5fRHy4Vzb5crxx4u0+2R+w6VN17ZLo/df2jaZF0BBRRQQAEFFFBgkwW8NgUUUECBKlAXnvnk/MIzv37iZ+W/T3+yPrPnGRuoz+HQ8sTy/A2sLBSbWNp2SrDaH1getyw2YFmHNh5Qrm1ALQH1vGrl2gtwrVRq29wYxVysuCmggAIKKKCAAgpsroBXpoACCiiggAIKKKCAAgoooIACmy/gFSqgwMYLbO2lK8yXznvpfDwXBRRQQAEFFFBAAQUOioDXqYACCiigwO0IQJtsAC2fHgtW430MCFq816f7WVdAAQUUaALQPi9bbXjN5yestsFQh1aGlvc9gTo5DKghYFmH9XImswF1QtpOE9p6/Oq1BWguH32oTLeH7ztUXn/lbHnsgUPTJusKKHCXBHwbBRRQQAEFFFBAAQUUuPsCf/ft0+VrOyw886vHf1b+cPLjy2duoJZhNc9z9/j5fFxO2zQBKwvV9HYYnvsTA0o2GPLE+5gDtHj6JMFQB0rvl7ZxgqHfOG5ZAQXujoDvooACCiiggAIKKKCAAgoooIACmy/gFSqggAIKKKCAAgoocKcF7uniM9C+gL7TF+XxFFBAgX0u4OkroIACCiiggAIKKKCAAvtGIJMLkvoJpwzDxILUk3o7DG2JwWo9MZMCB0TAy1TglgWmn6fQxthh9bMUhjq0MqznQJ3QlkllwHIBmtTHCYZ+4/hcOZPfrpx+plx67p3ywbGHy3R7+Oyh8vpLZ8tjDxyeNllXQAEFFFBAAQUUUEABBTZRwGs64AJ//+3T2JzPnwAAEABJREFU5aufODGr8KvH/7n89+lPrDyb51kbqDGgLiCTWBJQ43n2hlZOfJqgtZXFBqvP+9Dq2QeG8qJr/YFhrAGosf4CQx2Gfr09+XjsInWTAgoooIACCiiggAIKKHBABLxMBRRQQAEFFFBAAQUUUEABBRTYfIGNv8J7svgMrH4RPVaGoW0ct6yAAgoooIACCiiggAIKKKDA7gl4ZAUU+LACsDqWA9ev531g6JPJCDDU025SQAEFFJgXgPXPS5if7DU+ArT9YMiB5WIz0MqZeJYEQx1aeTyxDViZ/JZ9egLqRLgrp54pF869Pb8AzX2Hyhsvb5fHH3QBmuKmgAIKKHCXBXw7BRRQQAEFFFDg7gn83XfOlK/ssPDMr5/8efnv0x+vz+Z5pgbq83TKPU2fxRMfx1KfJtj5OGWxpT+0Z31o+SK8PI9eBlJcJhjqsPNYBAz9ljtbUEABBRRQ4K4L+IYKKKCAAgoooIACCiiggAIKKLD5Al6hAgoooIACCtxpga07fcAbHS8TinqfaRn88rnbmCuggAIKKHCgBbx4BRRQQAEFFFBAgX0lANTJCeOThiEGLJvG40HLoAUFFFBAgVsSmPssTQyGz1tg5bMZqO8BLa+VxQtQ+/XJZ4tQnewGLQ7Uellsvc+NJrqlX9LV08+Ui+ffKR8ce2Sx9+rPQ2cPlTdePlsef8AFaFZlrCmggAIKKKCAAgoooIACCmyCwN9/50z56sePz17Kr574efmvkx9beR7PczSsPosnlgTUZ/MbPY8Dy8VigboPULL144zL0NqAei4ZW0g7kGyZYKjD/MIzfd/lTuOCZQUUUEABBRRQQAEFFFBAAQUU2HwBr1ABBRRQQAEFFFBAAQUUUGDfC9z1xWdg+DI6ekD98hpI1bQHBTwlBRRQQAEFFFBAAQUUUEABBRTYfIHduMLphANw/Gc3nD2mAgocPAFY/TwF6jh7PneBFRAY6tDKMORA3Rda3iejwWq9x6cT3VJPSvtcunLq6bYAzfFHV84rlQe3t8obr2yXJx50AZp4mBRQQAEFFFBAgbsh4HsooIACCuy+wI++c6Z8ZYeFZ35ZF555vi4Mk+dooJZhyPtzNrRY+iUGQz2xcQLqwjMwPM+nHVodqO8zjpXFBq29jykAi+jwA0Mddl54BoZ+w96WFFBAAQUUUEABBe6VgO+rgAIKKKCAAgoooIACCiiggAKbL+AVKqCAAnda4K4tPgPDF8z5sjoXAu0L6V5PzKSAAgoooIACCiiggAJFAgUUUEABBfaNAAxjPjc66YwBQRsPgpvf70bHtV0BBRRQYBDon7VDpNTFZcq1DdrnL7T8Wrj2AWqeGFAnpcFqXhZbn6jWc6D2TX0uXTn1VLlw7u1y+djcAjSHyuuvbJcnH3IBmuJ2EAW8ZgUUUEABBRRQQAEFFNgwgSw880c7LDzzqyfeKu+e+lh9hob2DJ7naGAZyyIz41jKSdD6pDxNwNrCM0DJ1vumDNTnfiDVZbmPJUCL18bFCwx12HlcF4Z+i938UUCBdQEjCiiggAIKKKCAAgoooIACCiiw+QJeoQIKKKCAAgoooIAC+17griw+A+tfMMMQg6G870W9AAUU2EABL0kBBRRQQAEFFFBAAQUUUOB6AtDGdqDlvS+0eiYvJAatDm2iwjg2LaduUuDuCvhuCuxPgf4Zm7MH6sSxxICElgmGOrQyDDlQ9wXqhLdMToPVGLQ2WM3T90bp6qmnysXz75QPjj9WptuDZw6V1192AZqpi3UFFFBAAQUUUEABBRTYDQGPqcDuCfzou2fKTgvP/PKJt8p/n3q+PnvnGRqoz9+wmo/bUr5RAlYWngGWx4X2XF8WW44DQ30RqufSxxCAhJYJhjq08VwYYumYfZObFFBAAQUUUEABBRRQQIG9J+AZKaCAAgoooIACCiiggAIKKKDA5gt4hXdaYFcXn4HVL5z7yUP7Qjp1aGWY75s+JgUUUEABBRRQQAEFFFBAgQMm4OUqoMC+E4A2tgPUSQvjCwDG1VoG1vrVhskLMIlYVUABBRQYC8D65yTceNwd2n7Q8hwTqJ/NMOSZnJYE1MlsKfd06NCh2r/XkyeWPGlcTv3qqY+UC+feKpePPVqm2wPXFqD5yEOHp03WFVBAAQU2WcBrU0ABBRRQQAEFNkTgH7LwzMeOz15NXXjm5HPLZ2hguUBMnpeB+syd52igtiV+swnac3z6T49RFlviwKLUfoD6HmWxAfW8FsXlD7BSziIzMMR6I6zHepu5AgoooIACKwJWFFBAAQUUUEABBRRQQAEFFFBg8wW8QgUUUEABBRTY9wK7uvjMnA60L52h5f3L6Z7P7ZPYNx47VkwaeA94D3gPeA94D9ybe0B33b0HvAe8B7wHvAe8B7wHvAdyD2SMZi4BdYICtDx9gGQ1ngK0espJGQtKSjkJ2kIJKU/TuN+0zboCCiigQBOYflZC+1yF4fMXWH4uZy8g2TJWK4sXoMZgyDNRbdFUJ6dBi4/raU8Cap9ezqS3lHu6euqpcum5X5QPTjxepltbgOZscQGaqYx1BRRQQAEFFFBAAQUUUECBvSzwD9/dLl/eceGZt8u7p55feVbOMzJQY9DycSzlGyWY368sNqA+1y+Ky/dIGVoc2phBjyXvCejFeoyMN8AQS2NiyU0KKKCAAgoooIACCiiggAIKKLB3BTwzBRRQQAEFFFBAAQUUUEABBW5VYNcWn4HVL51zYjB8cZ16ErR+sJqnraevP36svPz0CVMz0EEH7wHvAe8B7wHvAe8B7wHvAe8B7wHvAe8B74HNvwf25O/4+08d78M1yxyokxCWgUUBWgyGfBGu/WCIAQnPJmhtTmSY5TGogAIKrAlA+9wcN0Abk4fVNhjq0MqwngMrn92Z+JbjjxeUAUrqQJ3Qlj5JiSUHanvKPV05+WS5cO7tcvn442W63X9mq7zxytnykYcPT5usK6CAAgoooIACmyjgNSmggAIK7HOBf/zumfLljx1bv4rF8/Avn3yn/PfJ8/XZOs/EQH12htU8z9DQYimn780kaPv0vmWxpQwsSqW+VwpAPQdo+TiWck9AL9b+GZuFIZbGuVjiJgUUUEABBRRQQIHrCtiogAIKKKCAAgoooIACCiiggAKbL+AVKqCAAvteYFcWn8mXzElTnXEsZVj9cnra37oCCiiggAIKKKCAAntDwLNQQAEFFFBAgesJAHUyArS894W26EGv9zzjQr2cHFo/INW1BPPxtY4GFFBAAQVmBfK5C6ufpTDUoZVhPQfqZ3wODCwnrmUyW0/A2gIzMMRgKPd9rp58slw893b54MQTZbrdd3qrvPHy2fLUI0emTdYV2GUBD6+AAgoooIACCiiggAIK3LxAFp750sfWF+y+Wii/fOKd8u7J8/U5Os/CQIGWer0vNAPUfqlDK6fPXILVY0DrXxZb+sNqe2KLpuV7Z4yg15P3BPRi7Zt+MMR6I6zHepu5AvtHwDNVQAEFFFBAAQUUUEABBRRQQIHNF/AKFVBAAQUUUEABBRRQ4FYFdmXxGWhfMs99CQ2tDdqkoukJZ59pzLoCCiiwImBFAQUUUEABBRRQQAEFFFBgzwjAMNYD1IkJ0PKM80ArAzuec++XDtD6JZa66QALeOkKKPChBcafoUD9bE4MWDkmDHVoZRhyoO4L1Elw0Op94lryJBjiqfcEbb/UYShnMl3S1VNPlovn3ymXjz9RplsWoHn95TPlqYddgGZqY10BBRRQQAEFFFBAgY0S8GIU2KcC//i9M2XHhWeefLu8e/Jcfabuz8RAfbbu9XGecp6TYeiT2PUSDH3LYktfYFEq9X2BmpfFBq3cxwaARXT4gaEO7d/0wRBLz+yb3KSAAgoooIACCiiggAIKfCgBd1JAAQUUUEABBRRQQAEFFFBAgc0X8Ar3vcAdXXwGVr90hqEO1C+080U0UOFgPc8X4bXRFwUUUEABBRRQQAEFFFBAgT0j4IkooIAC1xOAYYwHWjn9gToelPI4wWocqM0ZN0qCVk8Q5stpMymggAIKzAvA8NnZe8D85LHenhzaftDyHgPq5zkMeR/LT54Eq22J7ZSg9U37lROPl4vn3y6XT8wsQHPqUHnjlTPl6UcO51RMCiiggAJ3QcC3UEABBRRQQAEFFLixwI+z8Mzzx9c7cqj88om3y7snzq0sNAOs1LPQTJ6Je0odWp+Ue3yaQ+szjkOLwfCsDZS+AfWZPnUYyqknAclqgp3HDmDoVzv7ooACCiiwrwU8eQUUUEABBRRQQAEFFFBAAQUU2HwBr1ABBRRQQAEFFLhVga1b3eFW+2fCUPZJngTtS+rEkqB9MQ0tT2zr078ovPBOufrJt8qVT/y8fPDxfy7vP/9mTe+ef73817M/renSMz8pF5/+cbnw1D/W9Lsnf1T+84m/r+k/Hv+78u+P/W357aN/U1Mv/9sjf112Sv/68F8VkwbeA94D3gPeA/vgHvDvlX+zvQe8B7wHvAe8B7wHvAe8Bz70PdDHRTJm0ss9T6ynjKVkfCUp4y0Zd0n6/Uf+oY7HZEwmYzOZ6ADUyRPl2gbUCQ0w5GkCktW2Wli8wDBWBK19EV7pk7pJAQUUOIACt33JGZMfHwTaZy6sft7Caj37wGoMqJ/NMOT5G5C+yaHFU55L15s8d/XkE+XCubfLByeezOFW0tksQPPy2fKMC9AUNwUUUEABBRRQQAEFFFBAgXsv8OPvb5cvzi08s3W4/N/H3yrvnTpfx0qBlXz8rAytLbFDhw7V5+2UbybB8PxdFhu0+qJYjwOkuCxDGwtIEFpbykkw1KH1gyGWPtOxhcRMCiiggAIKKKCAAgoooIACCihwywLuoIACCiiggAIKKKCAAgoooMCeF9i1xWegfRENLY8EtDJQv+BObJyAcujJF8vhj/5J2Xr61Zp46pVSPvJyufrkS+WDx79frjzxg5q//+h3S9J7j3ynJP33Qy+Wdx/+dkn+hwe+Wf7rwW/VlHrKl+7/Rkm8p9SnKW2JJb/59M2V47qfHt4D3gPeA94D3gPeA94D3gPeA94D3gPeA94Dm3gP7O9rynhHUu7N5EkX7/t6HdNIOam3JR+njKv0lHGWPv6S8ZjLj32vvPfod1YmUUAb94GWl2sbtDpwLTJksBrrExpgNT7sYUkBBRRQ4GYEYP1zFOYnk8HQF1oZWt7fC6hj+0ANAcu/AX1xGWDZZzxpDlrf3m/clnI5+US5eP6dcnlmAZrtU1vltVfOlo8+eqS4KaCAAgoooIACuyvg0RVQQAEFFNhZ4Mff2y5ffO7YWoerHKoLz7x78tn6TJznXKD2SzkJWLalnpRnZKA+W6eclPg0weq+MNRhKJdrW/aHFk8IhnLqSUCymmB+rCDjtDD0q519UUABBRRQQAEFNkLAi1BAAQUUUEABBRRQQAEFFFBAgc0X8AoVUEABBW5V4I4sPgPtC+jpm0P78hmoX55P21OH1gakWgOc9bAAABAASURBVPsBa3m+FE9Kp+RA/eK9l6Htk3r/Ih5aDFpfWM3Td5yA0vcdxy1vLa210MJ7wHvAe8B7wHvAe2BP3ANb/h78PXgPeA94D3gPeA/cyj2Q8Y4kYOUZH6hjIWnL8aZ5YuPU23sM2thLubZBqwM1AizHeGpg9AKMakMRhngmNwwtQwmGPkPUkgIKKKDArQjkMxZWP09hqEMrw5ADy8/1/C3I+0GLpZxYErD29ybxJKD+7Uk5afy35cqJx+oCNB+cfKpMt7Mnt8prL2+Xjz7mAjRTm42ue3EKKKCAAgoooIACCiigwB4R+Mn3t8sXn59beOZw+b+Pv13eO/lsfRYGVvI8+86lPA9D65vyXJ/EoPWB9vzdY9DqsJ6XxQYsXtsPDOVEYKhD+3d/MMTSZ27cIHGTArsi4EEVUEABBRRQQAEFFFBAAQUUUGDzBbxCBRRQQAEFFFBAAQUU2PMCd2TxmVwlrH4BndiNEgz7APUfrWcfaGVYz/sX6OM85fGX8ED9Ej/xcUqfpB4blxPrdVh/XzAGGoAGsG4AxkAD0AA0AA1AA9AANAANQAPQADQADWBvGIzHPsZlGMZRYCinzzRBu5YeB1YWEADqmAy0vFzbgGUcKH2DVgaW40KZ1NDbp3nagGnY+l0S8G0UUGB/C+QztF8BUD93EwN6uOYw1KGVoeW1w+IFqPvn78GiulJOrCdo/TL2DtS/BWkDln8/YCin7eqJx8rvn32rXJ5ZgGb75FZ5/aXt8qwL0BQ3BRRQQAEFFFBAAQV2S8DjKqDAusA/fX+7fOG5uYVnjpRfPvl2ef/Us8tn4zzb5gjJewKWz8SJ9efk5EmJ9QRDXxjKaQdKtl4G6vvCep5n/vQFki0TDHVw4ZkljAUFFFBAAQUUUEABBQ6YgJergAIKKKCAAgoooIACCiiggAKbL+AVKnCrAnds8Zm8cf/SOuVx6nGgfuGdNiBZTbBaBuoX7kDtD+t1GGL9C/XkSf1L+eRJiY1TYkmJ9XxcTsx0qP7jfx108B7wHvAe8B7wHvAe8B7wHvAe2JP3gP+9fsjfi//b9B641XtgPPaRck85zly5x8Z57wttzCZtZbElB+p4Tlls4zqwiKz+AHXMZxzN+BG0OLRJD2lPPLlJAQUUUOD2BIC1A0D7vIX1tt4ZWhsMOVA/x4H62Q+tns//stiSwxAD6n+/Jt4TDDEYymkvJx8rF869VS6f+EiZbmdObpXXXIBmymJdAQU2V8ArU0ABBRRQQAEFFLjHAj/5wZny+ZmFZ67QFp5578RH6zNynmeTgPqsnHISrNYzxgqrsfRLgiEO8+XeD9pzN1D6BtRzSR2GcupJQLKaYOcxARj61c6+KKCAAgrstoDHV0ABBRRQQAEFFFBAAQUUUECBzRfwChVQQAEFFFBAgT0vsLVbZ5iJQUk5PrQvpFNPglaHlvc+wPIL8GkMWPliPl+k9wTrbfmivrennHSz9d7PfGtHc2208R7wHvAeGN8Dlr0fvAe8B7wHvAe8B7wHvAe8B/bPPTA3RpJYUn6P0zyxnqCNwfQ+iacMLQ5DDpRs6QPUMR8Y8rRBq/dyxo1STgKSmRRQQIE9JLAZpzL+rM0VwfpkM6B+bqc9CUi2FgNqDIY8n/vpDNTxZZjP0w9YLkoDrZy/K2krJx4rF8+/Uz449XSZblmA5vWXz5ZnHz8ybbKugAIKKKCAAgoooIACCiigwG0KDLv/0w/OlC+cPz4EeunQsfKrJ94u7514ZuW5OM15pu0JqM/GvZ5nXmixlHs8ObT4XBko2YCV9wMSXon1535obbXD4gWGOqyPBSy6lL5vyiYFFFBAAQUUUEABBRRQQAEFNlvAq1NAAQUUUEABBRRQQAEFFFBAganAri0+A9QvtqdvCKyEYKgDdR+gfvEOLe9fqkNrT32c8mV8Uo1ttcleQP1H64knjdvG5Wlb6qZDK3Z66OE94D3gPeA94D3gPeA94D3gPeA94D3gPbDn7oFD/k4+zO+kj4kcPny4Pvv3+lw+PX769FjKcwna2A0MeVlssFpfhOoPrMaBGs8LsBwnSt2kgAIKKHBnBIC1A8H8pLNxR2j7QcunbcDyc7v/jQDqWP+4nr8lvZ4cWP5NAlb6Xz3xaLlw7u1y+eT6AjSnT1Bef2m7nHv8aHFTQAEFFFBAgQ0W8NIUUEABBRS4RwI/XTxzfn5m4ZmrW8fK/338rfLuiafrc3CebfOsCyyfaaE9I6ctKe3JgfoMPK5D6wvU/aHlvT+s16HtUxbbuN+iWs8JSHGZYKjD/BhAFp6Bod9yZwsKKKCAAgoooMDdEPA9FFBAAQUUUEABBRRQQAEFFFBg8wW8QgUUUECBPS+wdafPEFa/hIahDkO5vy+w/NIbqGEYcqC254vyG6X+xXzypGn/TKwax9LHdGj5jxq00MJ7wHvAe8B7wHvAe+DD3gPu573jPeA94D3gPeA9sL/ugT4+Mvd7S1viyXsC1iY+jNugtU9j0MZ1gNK39EkZ2iSHlMcJWt9MdkjqbdDivW6ugAIKKHB7AuPP2BwJ2ucyDJ+3QB2fT3sSkGwZA+rfh7LYgJU4tHo+92G13GPJk4A6Tt3LyfO3KKmceLRcPP/ODgvQbJXXXj5Tzj9xpLjdHQHfRQEFFFBAAQUUUEABBRQ4CAJZeOZz546tXeqVrePl/z7+8/Leiafr8zC05910zLPsXMqzLVD7j9thNTbtB60d2nvAkJdrG1BL0PJUYChP67D+7J8+GSOA1f0SNx1cAa9cAQUUUEABBRRQQAEFFFBAAQU2X8ArVEABBRRQQAEFFFBAAQWmAlvTwJ2s54vppBwT2hfUwMo/QO9tQIorbUCt54t3WC33WL54T7mncX1c7gvPJE+8p/F+01hvM99a+wcQmuxpE39fW/5+/N+o94D3gPeA94D3gPeA94D3gPeA94D3wPge6GMePU/buJx6T+N4L4/zcb9xGdrYDVCfS6HV0wdauVzbEksRSLaS+lhSgkAdG0o5cSBFUxPwVQEFFLgtAWgTzsYHgRaD1c9bGOrQytDy7A+tDNS/AWWxAbUM1M/yfPb3BCwXm9kpBsN+5cQjdQGa9088Xabb6eNb5bWXtsv5x12AZmpjXQEFFFBAAQUUUGAjBLwIBRS4ywI7LTzzwdax8ssnfl7eP/nMynMuUJ9/x8+3vZxxVWjtKSelDVos5Z5giEF7JoYWg6FeFhtQ3xNavFzbgGullsFQh/lnfsddm5WvCiiggAIKKKCAAgrcYwHfXgEFFFBAAQUUUEABBRRQQAEFNl/AK1Rgzwvc1uIz+fJ5fIXQvqTuMaB+2d7r4zxfnAM1BKt52pKAuj+0PLFxyhfyQP0yfRxPOW09H5d7rOdpS0o9KeXpAjWJmQ7VyQA66OA94D3gPeA94D3gPeA94D3gPTB3DxjzvvAe8B7Y+/dAxj16Gv++EhvXUx7HdirDMF4Dq+MzMNSh9YOWl2sbcK3UMmh1YDkelJaMPwEprqW0rQUNKKCAAgrctACsf75CG+eH9bZ+YGhtMOT5ewHUz/BxGViO4cNqe/qNE7A2Dg3U/bMAzR+e/3/K5VPPlOl26vhWef3ls+W5J1yAZmpjXQEF7rSAx1NAAQUUUEABBRTYZIEsbvq5c8fWLvGDrePlV0+8XbIoKrRnW2j59Lm21zPOCtRn2pQTh9V9oLVDy3uf5EnQ+sNqnray2IDFa/uBoZwIDHXY+Vkfhn7Zz6SAAgooEAGTAgoooIACCiiggAIKKKCAAgpsvoBXqIACCiiggAIKKDAV2JoGbqUO7YvpG+0D7UtqaPm4P7QYsPxH6WkH6pfv+bIcWhmGPtBiaU/qX9InH6dx27icBWZ6PeWeEksaH8PyobV/8K+JJt4D3gN7+h445O/H34/3gPeA94D3gPeA94D3gPeA98D4HuhjHX38I3naE+/l1McpbdOU9h5LOanXoY3VQBu/gfk8/ctig9a+KK793OyiMsDavgYUUOAACXipd0xg+rkLbewfhs9ZoI7h9zcFahFangq0MrDsC6vl/B3oCVh+DzCOQdsHqGPT0OpXjz9ULp5/p7x/cn0BmpPHKa9lAZonjxY3BRRQQAEFFFBAAQUUUECBDRK4C5eyeOwsWXjms7MLz5wov3oyC888VZ91gfosCy0fP8+mnDHTJGjtKScOrZ5yT2mDIQ7t+bcsNmhlGPJFuJ7DOJ+Wp3VYf8ZPn+lYQGImBRRQQAEFFFBAAQUUUEABBe6ZgG+sgAIKKKCAAgoooIACCiiggAL3XGDrds8A2hfUOx0n8emX1UDCNcFqGahf0JfFBtQvzPsX7j0Hah+g/sPz/kV88vTpeS+n3lNifVJV8tTHKbHe1/zQ0lcLLbwHvAe8B7wHvAe8B7wHvAe8B7wHvAe8B653D9i29++PjHmMx0BSTmz6u0s8KfG5PLEkoI7PpJyU/rAaA0o2oI7xAKnWch8vAmodWl473OCl73uDbjYroIACCtykALDWE9rYP6y39c7Q2qDlicNQzt8HoH7Op5wE6/XEd0pAHadOO1DK8YfLped+US6f+miZbiePUScLPu8CNFMa6woooIACCtwxAQ+kgAIKKKDApgnkUXOnhWeuHDpVF55579iT9dkWqGOi0PI8qybBfL2PmcJ8e/btCajvMa1Di5fFljYY6otQ3Sd5T0Av1raMpcIQ642wHutt5goooIACCiiggAIKKKCAAgoooIACCiiggAIKKLD5Al6hAgoooIACU4GtaeB260D94rofp3+BDdQQtDwVaP94PV+MJ/VYz4F6LGh5+iTli/meQ2sbx3pbYknjeiZVpd5T2sepx8236j+W0EEH7wHvAe8B7wHvgX15D/h3fMvfm//b9R7wHvAe8B7wHpi7B8ZjICn3Pr2cPCnjJ8mT0ic5UCf/pzyOpQxtfGZcLosNqP9dApTpBi0GLc8YUvoAdTwo5Z7SBvSquQIKKKDALgnk83Z8aGhj+DB8BgMrn9NA3QWGfPz3AKj9YT7vfZPfTAJKOf5QuXj+nXL51LP1vccvdQGal8+U5z9ydBze1LLXpYACCiiggAIKKKCAAgoocBsCkEVMz5bPPHts7Sh14Zknfl7eP/7kcoxz7rkVqO0ZN02Cob5T/94PWl9gx2fncm0DaglangoM5Wkd1p/p02f67J+Yac8LeIIKKKCAAgoooIACCiiggAIKKLD5Al6hAgoooIACCiiggAIKKHDPBe744jO5ovGX1NC+5B7H0gdaHFo+juWLd6B+Md/L0OrQ8sST8mV8Ui8nn6a0JyWe/EYpE6xMh4sGd8rA43gveQ94D3gPeA94D3gPeA94D3gPeA94D3gP3Pt74HrjIRkzye8o+ThN94E2LpN4+o1zoE6QSHycymKDoQ1YRErtC61cFhu08k5jSIsue/zH01NAAQX2vwC0iWnjK4EWg/Y5PW7rZWht0PLEoZWB5Wc+sDLuP/57AUPbON7L+ZuTlDr/NWASAAAQAElEQVSwXIDm/ZkFaE4c3Sqvv3SmPP/kkeKmgAIKKKCAAgoooMCdFfBoCiiwKQJbi2fL117eLp959ujaJX1w6FT51ZNvlfeOP7l8pu3Po8ANn23Hz6/ZryegLvANrBwD1uuwePYtpb5/9gdquVzbgGullsFQh/ln+Yy9wtCv7emrAgoooIACCiiggAIKrAsYUUABBRRQQAEFFFBAAQUUUECBzRfwChVQYCqwK4vP5E1g9YtqGOqwWobVevbPl+bJgZUv2xOHIZZ6/8K+l3s9eVLiSePyXD0x09bSWwstvAe8B7wHvAe8B7wHvAe8B/btPbDl787fnfeA94D3wM3cA32spOfZp5fHObSxmB6DVgfqhAdo9ewPlGxAbUus13sOpDiboLVBy9MJhnLqJgUUUECB3ROA9c9cWJ+0BtTP+X4m0OpADQF1rLksNqD2hSHP3wdo9ZSTgLpPyuMEQ3z8t6gcf7BcPP9Oef/UuTLdjmcBmpfPlo99xAVopjbWFdgoAS9GAQUUUEABBRRQQIEPIXBoq5TXXjpTPvPRuYVnTpdfP/l2ee/YE2vPqP2ZdGvxPRRQ2xNLAurCMr0M1Pb07am39ToMz8XQyrCap29ZbMDitf3AUE4EhjqsP8OnTxIM/VI3KaCAAvtGwBNVQAEFFFBAAQUUUEABBRRQQIHNF/AKFVBAAQUUUEABBe65wOKr9Dt/DrD+JXb+n1Pm3gnal9pA/cK9LDYYYsDsP0rPF+tA3QeoX94n1lO+rO/l5ON6ykk9nrLpUDXUQQfvAe+B3bgHPKb3lfeA94D3gPeA94D3gPeA94D3wN67BzIuktR/N+NyYqn3dPjw4ToG0+s9n/br8eTQxnTKYoOdy4vmOvYzzlPOWBK0MabUTQoosPcFPMPNEsjn8PiKoH0mA+Pw8jN8HIShD7QyUPvCkI//XqScBMz+zYEh3v/+wOJYxx8sf3junfL+qWfLdDt+lPL6S2fLx59an0w47WtdAQUUUEABBRRQQAEFFFDg5gT2e6+trVJee2m7fPrZY2uX8sGh0+VXT75V3jv2eH02hcVz5yLleTUJVuvj59O5cvZJApbHSz0JhmNBK0PLy7Ut/VIEktUEQzkBGOow/+w+fcbPfiYFFFBAAQUUUEABBRRQQAEFridgmwIKKKCAAgoooIACCiiggAIKbL7A9AoXX6dPQ3euni+uoX3BDSz/YXl/B6AXl3m+NAdq37lyjyW/XgLql/bpky/3geXiKj2W3LS1dNJCC+8B7wHvAe8B7wHvAe8B7wHvAe8B74GNuQd81tvyd3mj/z1nvCR9ksMwbgKs3T/AclwFWLbDahko2YA6tpNy3gNIse6XArT6tJx6T9AmSvS6uQIKKKDA3RWA4bO6vzO0z2ZYbxv3AZZ/B2Aopw+0OrS8/50A6t+JXk8+TTD0yd+vJFic07EHyqXnflEunz5fptuxo9RJhS5AM5WxroACCiiwIQJehgIKKKCAAgrcgsChQ23hmRc+OrfwzJnyyyd+Xt6fWXgGhmfYPIuOn1eBOnaaGAzlcb9xufcD6nMwtGPDap5+ZbEBi9f2A0M5ERjqQBn/W7209wRDvx4zV0ABBRRQQIF9JeDJKqCAAgoooIACCiiggAIKKKDA5gt4hQoooIACCtxzgTuy+Ay0L6/HVwPtS+u5L7WB5T88zz6wWh/HYGjLl+pJ0GLQ8h4b5/nSPimxpJSB+qV9yoklpWw6VP8RhA46eA94D3gPeA94D+zWPeBxvbe8B7wHvAe8B7wHvAf23j2QcZGe8vtJGahjBCkn9XjKMIzD9HrPobUBdewFhjq0cvqWxQZtHAlY1NoPsDZWlDGltALJVhKsx1Y6WFFAAQUUuGMC/fO4HxBu/DmevsDysx3Y8e8DrLbl70UStHjK4wTtuNDa87cKFud09P5y4dzb5f25BWiOtAVoPvHU0bK7m0dXQAEFFFBAAQUUUEABBRTYqwKHD+XZ8Gz59NzCM4e368Izl48/sfL8On4enZb782jytAErY6tAPVZvg1aH9lw7jkOLlWtb2lIEktUEQzkBGOqweC6+enX5HJ72pOkzfWKmOyHgMRRQQAEFFFBAAQUUUEABBRRQYPMFvEIFFFBAAQUUUEABBRRQ4OAJbN2pS4b2Jfb4eNC+5B5/kd3LwMoX3tDqMOQ5FrR6vlRPSqx/aZ86DO3A8kv73pa8p+l+43rvY761YriRHlteo79X7wHvAe8B7wHvAe8B7wHvAe8B7wHvAe8B74G5cZFxLGWYH2uBFof1HFqsLDZg8Tr8QBs/Auq4EDA0LkrQ6uPxo0X4w/24lwIKKKDAHRGA9tk8PhgMn+fj+FwZhv1htQws/x7kv02g1VNOAmbHq/M3Kglae8q1//EHysXz75T3T50v0+1YFqB5ebt80gVopjTWFVBAAQUUUECB/S3g2SuggAI3IdAWntkuLzyzvijp5cNny6+e+Hm5fPzx+gyawwG1XJ81R+XUk6A9vy6fRxf1Xu7t47yXoe03rUOLQ3vfstiAxWv7gaGcCAx1mH9GzxgrDP2yn0kBBRRQQAEFFFBAgX0r4IkroIACCiiggAIKKKCAAgoooMDmC3iFCihwzwXu2OIzuRK48RfW0L7w7v1h2AdY/kNzGMr9C/fsk3JyYPklf2I9QYtDy3s8OQzHzBf+MNTBMmgAGoAGoAFoABqABqABaAAawO0bgMcADUAD0AA0gL1jMDc+kjGUJGhjK9DyxMYJ1q8j7eXaBkP7XPxatzoW1MvjCRFAD5sroIACCuxBAWhj/TB8XgMrn+vQ6kC9AqCO6wO1H6zm+XsBLZZyErR9Uk7K367kSSlDa+/lcvS+cum5X5TLZ54v0+3oYcprL58tn3j62LTJugIK3CEBD6OAAgoooIACCiigwF4TyMIzP315u3xqh4Vnfv3Ez8v7xx5bPq/mebMnoMZ7fZz351CgpNzbgJV9YKhDK0N79oWWl2tbjpEikKwmGMoJwFCH9Wfz9BmPs6ZuUkABBe60gMdTQAEFFFBAAQUUUEABBRRQQIHNF/AKFVBAAQUUUEABBQ6ewB1dfOZ6fNC++AbqPyrPl9zpD62e8o0SULsA9RipQCsDyy/uYSjnS3lYre8US9y0tXTUQgvvgY29B/zf+Za/W//37T3gPeA94D3gPeA94D3gPeA9kHsA1sdM5uLQxl96G8zXy2Kb9lmESsaBgBRXEqzHVjpYUUCB2xFwXwXuuEA+z8cHhflJbrD++Q5DDFoZqGP9MOTjvyMpJwHL8SwYymlLghbrk/2uHj1bLp5/u7x/+rky3Y4cLuX1l86UTz59dNpkXQEFFFBAAQUUUEABBRTYjwKe83UEjhyivPbSdnlh5hnw8uH7yq+ffKu8f+zR+swJ7dk0z5lJQI2n3BO0Pnn+hNae8rg9ZWj9Uk6CoQ6tDC0viw2o71UWG7B4bT8wlBOBoQ7zz+R5doehX/YzKaCAAgoooIACCiiggAIK7HsBL0ABBRRQQAEFFFBAAQUUUEABBTZf4J5f4a4vPgOrX2bnC+5cNbQvwHsZhn5A/Qfn+fI9adwn9Z6g9YOWp1/agPqFPLT4OJZyT9D69bq5E++8B7wHvAe8B7wHvAe8B7wHvAe8B7wHvAd25x7QVde9eQ/A+tgItBi0cRVoeX6H0Mqw2mfcVhYbtH6LYh3jAVJcK9fgTb70MaWb7G43BRRQQIFdEID2eT4+NLSxflhv6/2Atb8BQG9etgG1PP67knISrLYllpRJfklA/V4g5cSvHjlbLj33i/L+mefLdDtymPLay9vlU8+4AM3UxroCCiigwO0KuL8CCiiggAIK7BWB6z37vX/4vvKrJ/65vH/0kfosCcMzZ54pgWU89SRosTx3AiV5UtqSgOU+0zgMbdDeC4Y8+5fFBixe2w8M5URgqMPOz+Iw9Mt+JgUUUEABBRTYDQGPqYACCiiggAIKKKCAAgoooIACmy/gFSqggAIKKHDwBHZl8ZnpZCCY/8IbWjzsQP1H5TDkiSflC3YY4kDC9Qv7uTagHut6bUDdH1pfMAcNQAPQADQADUAD2GADr63+txL4OwYNQAPQADQADUADOHgGtzN2UhYbNLNFccf/vhi3pZwEJFtL0MaKYLU9Y02wGlvb2YACCiigwF0TyOfy+M1g/fMbqH8bpv2AGgJqO8zn479RKfcELMf2eyx5JvZBO1bKiV09sl0unX+nXD7zsTLdjhyivPbSdnnBBWimNNYVUEABBRRQQAEFFFBAgX0vcORwKa+/dKZ88un1RUez8Myvn/h5uXzs0eXzJTBb7s+X0NpTB+rCM3nu7AlY7p8YDHVYLUN7di3XtvRPEUhWEwzlBGCow/ozePpMn9UTOzDJC1VAAQUUUEABBRRQQAEFFFBAgc0X8AoVUEABBRRQQAEFFFBAAQV2XWBXFp+B4QvvfgUw/8U3rPfNPvlCHIY2GMppB+o/TB+X82U8tDi0PLEkaHUwh71lAJ4PaAAagAagAWgAGoAGoAFoABqABqABaAAawN01yFhKEqy/b4/3HIY+fZwmeRK0tpR7AnpxJYf5saPpGNHKTlYUUEABBe6JAKx/lsP85/j0BIG1sf3eB1obtHz8tyblpD7RL+VpSlsSsJwIePXIdrl4/p3y/swCNIcPUX768rYL0BQ3BRRQQAEFFFDgzgl4JAUUUOBeCxw9THnt5bPlE08fWzuVy0ceKL9+8q1y+dgjy8VigFoeP2MCy+dKoLZPnzehxWHI0ycJ2nMtDG0wxGAol8kG1Ais5gnC/LO3Y6jRMSmggAIKKKCAAgrcTQHfSwEFFFBAAQUUUEABBRRQQAEFNl/AK1RAgYMnsCuLz3TGfLHdy8lh/gvwtCVB+9J8pzJQ/1E6kC41AcsYtHL+MUBtHL0kBq0dzEED0AA0AA1AA9AANAANQAM4MAZr/w0NXjtoABqABqABHGyDjKGMhlTq34weA2oT3DiH1ic7QCtDyxMbJ5gfM8rYEszvM97fsgIKKKDAvRHI5/T4nWH98xyof0um/YAaAmo7zOf5GwStrZd7DkM8sXEClhMFrx45Uy6ce7u8f+bjZbod3qK89tLZ8sJH1yclTvtaV2AfCnjKCiiggAIKKKCAAgocKIFjdeGZ7fLJp46uXff7hx8ov3z8n8vlow/XxWRgeKaEodyfLWGI9QVlkvf2lIF6rB5LDi0GQw7tWNDysth6XxhiwKKl/eSZG4Y6rD9zp+e0X2ImBRQ4cAJesAIKKKCAAgoooIACCiiggAIKbL6AV6iAAgoooIACCiigwK4L7OriM9C+9B5fBbQYDF+Opx2GOrQyUP/ReW8HUqwxoOYJQCsDqdY09wX9NAbUY4A5aAAagAZwLwx8T9AANAANQAPQADQADUAD0AA0AA3g7htkYAWG9814yjQGrb3Hew5DvMeSJwHJ1hLMjxU5aWKNysC+F/ACFNg8AWif4eMrgxaD+c/9ad/UgTpW8Tq8NwAAEABJREFUn3IStDq0PH+LYCinvtMkv97W25MncXS7XDz/TnnvzMfyFivp0KFSXntp2wVoVlSsKKCAAgoooIACCiigwIcTcK97JXDsCOW1l7fLJ2YWnrl89KHyqyf+uXxwbH7hmTxLjlOeI1NPngQsFzhNPAlYWXgm/cpig+H5FVoZhnzRpe6XfJyAcXXtOXluvHQutnIQKwoooIACCiiggAIKKKCAArsk4GEVUEABBRRQQAEFFFBAAQUUUGDzBQ7eFe7q4jPhhNUvxnusf/kNrT313pa8J2jtsJ4Da1/GwxAD6hfx0PK8B7QymIMGoAFoABqABqABaAAagAagAWgAGsCGG3h9K8/L4O8bNABKNmDl/kisT6ZIuSdo/VIHkq0kWI+NO0Br7+M147a52LjdsgIKKKDA3hGA9nk+PiNYX4AGVvsBy7832Rd2rgP1uwBoffrfpZ5Da099nDLxD1pbyuXI6XLp/Dvl8vYnynQ7tPi2JAvQfPrZY9Mm6woooIAC+1nAc1dAAQUUUECBAyFw7NrCMx+fWXjm/SMPll89/rPZhWe2trbq8+ZcnufIxIHlwjMwPJf2tuRJ0PoB9ZjQ+sKQl8WWvots7Zk4sZ6AXqz95sZL52LLnSwooIACCihw0AS8XgUUUEABBRRQQAEFFFBAAQUU2HwBr1ABBRRQQAEFdl1ga9ff4dob5Avva8WaQfvH5z0O1C/La+PiBVi8rv5Ai0HLeytQ9wVqqB+zVq69AMsv9oubAgoooIACCuwpAU9GAQUUUEABBRRQ4N4LADuOnWSsBViOvwClb7BahqGePjBfHx8z/Xrq8V43V0ABBRTYHwL5/B6fKbTvAGD4OwDUvyXTfkANAbUdWKsDy79T0MqZsNcTrMfSlsmC0NpSLkfOlN8/+1Z5f8cFaM6Uz3z0aHFTQAEFFFBAAQUUUEABBRTYHwLHj1Jef/ls+fhH1p/l3j/yUPn1Ez8vl48+tPZMCdRn0Dw77pSAlYVnej+gHi/PmYlBO1ZZbOM6DPFFU90nOZCsJhjKCcBQh/Vn6/TJMzgM/RLbS8lzUUABBRRQQAEFFFBAAQUUUECBzRfwChVQQAEFFFBAAQUUUEABBTZP4K4tPgPrX3gD9Ut8aF+U7/TFOLAmD/MxYHlMGMrTA8DQBpZhaTDrB7aDBqABaAAagAagAWgAGoAGoAFoABqABqAB7CuDtef/8dgJrF9L2oFkKwmoxxoHgXG1lqHF+vgPtHptvPbS265VzRRQQAEF9pEArH+uQxv7h/W28aUBy78l0MpA7QLUNmj5eBJfyuME1Il841jKmQwIra2Wj54pF869Xd4784ky3bYW/V57ebt85tn1SYvTvtYVUEABBRRQQIF9IOApKqCAAhst0Bee+dhHjqxd53uHHyq/fjILzzxYnxVheK7Ms+KNEjC78Mx4P6BkSwxYeR9g5XkWKNMNWgxY9u19YP6Z2jHULmSugAIKKKCAAgooMBKwqIACCiiggAIKKKCAAgoooIACmy/gFSqggAK7LnDXFp/pV5IvwHt5nAO12tuB+qV6DY5egFFtKMJ8fOgxlIB6bDAHDUAD0AA0AA1AA9AANAAN4G4b+H6gAWgAGoAGoAHcfYNh1OTDl4C1nYE6BpOG8ZhP6tOUdmAatq6AAgoosM8E8nk+PmVYnywH65/3wPJvBrQyUA8F1DZoeZ/UBywn9iWWBC2W8jjVRWeutaW8dfRMuXT+ndkFaIDy2ktny2eePVbcFLizAh5NAQUUUEABBRRQQAEF7pTAiWNb5fWXtsvzT84sPHPkofKrJ/65XD7ywPK5EVgrj58bx2VgduGZ+jy5tbU8Tt+nLLaUoT23wpAvmpb9ocUTA5LVdDPP0umYfjDsl5hJAQX2ooDnpIACCiiggAIKKKCAAgoooIACmy/gFSqggAIKKKCAAgoosHkCd33xGWj/0HyOElj+A/J8WZ4EQ2y6D6y3wRCD+XKOk2ObrhYNNPAemLkHrhrzvvAe8B7wHvAe8B7wHvAe8B7wHvAeOFj3QMZKYH4cBYb4XL/ExgmG/rmP0gZDLPVpSj9gGrauwO4KeHQFFNgVAVj/DgBaDIbPehjK/USA5XcEMJTTDkMdWJu4By02nuyX8jhlkiAM/cqRU+Xi+XfK+9ufKtNt0a289vJ2+ew5F6CZ2lhXQAEFFFBAAQUUUGBfCXiyGylw4mgWnjlTnv/I0bXre+/oI3XhmSvHHlx5dszzIbBcVCb1aYL27NmfH4F6jPTrsZSh9YOWz8WAkg1annJP0GKwmqcd1p+hE3cMNQomBRRQQAEFFFBAAQUUUGAHAcMKKKCAAgoooIACCiiggAIKKLD5Al7hrgvc9cVnckXQvjhPeacE1H9kni/Oe0pfINmOCaj7wc55vvA3tf8XHh108B7wHvAe8B7wHvAe8B7wHvAe8B7YC/eA5+B96D1w7+8B2HksBdhxLCYNQB2PSbmP4yQHErpuutl+1z2IjQoooIACe0oA1j//YX3yHMz36xeT/z4Aln9joJWh5b09EwB7Ofn1UvoCdfJgLdcFaN4u721/skw3FoHXXtounzvvAjQLCn8UUECBOyLgQRRQQAEFFFBAgdsVOHGM8vorZ8pzT84tPPNo+dVjb5YrRx+sz5JAzfOcCNSFZ4D6TJjYXMqz4lwc2n7Qjpl+sBqD1gaUbDkOUM8BSKiWa+HaC7R4qrD+7Jy4Y6hRMCmggAIK7CcBz1UBBRRQQAEFFFBAAQUUUEABBTZfwCtUQAEFFFBAgc0TuCeLz9wKI1C/dIeW58v0vj+0GLQ88bSbrhYNNPAe8B7wHvAeuI17wL8jV71/vH+8B7wHvAe8B7wHvAe8B6b3QMZdoI3BwJAn3vvCEAfStJbSdxyE+X7jPpYVUEABBXZFYNcPOveZnxgMn/0wlPsJAfV7gdShlYFUaxxY5pnIlwagTh6ElicOrQwtTyxpPEGwlusCNO+U98++UOa2n/5gu3zunAvQzNkYU0ABBRRQQAEFFFBAAQXupsDJLDzz8tny3BPrC8+8e+TR8qvH3yxXjj1Ynw/z/AfUMnDdhWegPWfWZ8Rr5eyflFjyJGj9ernn0OLQ8rLY0rbIVn6Alfq4Aru28Mz4bSwroIACCiiggAIKKKCAAgoooMBmCnhVCiiggAIKKKCAAgoooIACCty2wJ5ZfCb/4PxmrgZY/qPy7DNON7P//uvjGSuggAIKKKCAAgoooIACCiigwOYL7I8rHI/D9DIMYzU3cxXAzXSzjwIKKKDABgjA+mc+rE+mg/l+IQCW3wnAfDkT+oDlhMLUpwnavj0+njyYGIdPlgvPvlXe2/5Umdt++tJ2+dx5F6CZszGmgAIKKKCAArciYF8FFFBAgQ8rcOo45fVXsvDMkbVDvHv00fLrJ35Wrhx9YOUZsj7vLZ4H8wwI1OfGxMYJqAvT9D7Jk3ofoO4H7bmyt0Grw2peFhuweG0/0Mow5EA9z9aj1HLGW4Ey3uZi43bLCiiggAIKKKCAAntVwPNSQAEFFFBAAQUUUEABBRRQQIHNF/AKFVBAgc0T2DOLz8Dql+edOl+i9/I0B+qX72AOGoAGoAFoABqABqABaAAawIc0cD//O9t7wHvAe8B7wHvgpu+B6XiNdQUUUEABBaYC03F+uLkFaPpxYHi2m4sBdSJgWWyZHAjU+rg8nhyY+DTV9qOnyqXnflHe236hzG0//cF2+fz543NNxvargOetgAIKKKCAAgoooIAC+0Lg5HHKay+dLecfX1945r+PPFr+5YmflytH718+C/ZnPqAuLAOstaUPUNt7OXkSsNIf2nNpnh3LYoNWh9V80VT3A1KsY6wpQKunfDPPyL0fDPslZlJAgQ8p4G4KKKCAAgoooIACCiiggAIKKLD5Al6hAgoooIACCiiggAIK3LbAnll8ZqcrgfaP0HdqN66AApsv4BUqoIACCiiggAIKKKCAAgoooMDmC3iFCiiwuQKwPs4PLQbDRDpYLcN6HaiT92DIxxMDgTrRryy2xOcSUPuM26DFOHyiXDz/Tnnv7KfL3PZPPzhTPv/csbkmYwoooIACCiiggAIKKHATAnZR4FYFTh3bKm+8vF3OP7G+8MwfDj1S/t+jf15+e+lqeffdd9eeF7NYDLD2DJjnQWBl4Zn0TUrbOAF1/7RBK8PwTAqtXBYbsHhtP8DyfBIBktVYLSxeYP3ZeBEuWaAGWv/UTQoooIACCiiggAIKKKDAfhPwfBVQQAEFFFBAAQUUUEABBRRQYPMFvMLNE9jzi8+EHNoX7fli3XS1/gMDHXTwHvAe8B7wHvAe8B7wHvAe8B7wHtjFe8DnjqveX95f3gO3cw9kPMekgAIKKKDAWADWJ81BG/uHoQ1Wy8DaxDxgeWhoZaD2ywTBNI4nBSYGLCcLjuspJ630P3KiXHrunfL+TgvQfH+7fMEFaIqbAgpshIAXoYACCiiggAIK7GmB08e3yhuvbpdzjx9dO88/HHq0/M9jf1HeLafKxYsXy29+85vy61//uly6dKk+H648521t1WfCPP8lASsLzySWBMOz5bgOLQ7zeVlsvf+iWN8/+TQByxCsPxOnMeOyMPRLzKSAAgoooMBtCri7AgoooIACCiiggAIKKKCAAgpsvoBXqIACCiiggAIK3LbAvlh8JlcJ1C/mwRw0AA1AA9AANICDYOA1ggagAWgAGoAGoAFoABqABrB3DTKWY1JAAQUUuFWBg9E/k+jGVwrrk+2gxab9YP1vX/rAarxP+APSvDbBMO1JQP3eIeWk8cREDh0vF8+/U97bYQGan3x/u3zRBWiqry8KKKCAAgoooIACCiigwG4IZOGZ11/ZLs8+dmTt8JcOPVL+5/G/KO9xqly5cqUuqJ88i9D8n//zf8r/+l//q/zbv/1bjed5b5ry/JcYUBehSR1Ye34Eanv6lsUG7TkShnwRrs+WyZNg57a0l1Jq/zwfA2W8zcXG7ZYVUEABBRRQQAEFFFBAAQUUUGC/CHieCiiggAIKKKCAAgoooIACCuw/gX2z+MyeofVEFFBAAQUUUEABBRRQQAEFFFBg8wW8QgUUUEABBRTYFQFYnViXN4G22AwMbdBiae8JVtuBOmEPVvP0hxYbTxBMeS7B0Hc84ZDDx8ul535R3t3+dA65ln5cF6A5vhY3oIACCiiggAL7SMBTVUABBRTYkwKnT2yVN3ZYeOa/jjxe/r/jf1XeKydXFp7J4jMffPBBXXDmwoUL5X//7/9d/sf/+B8li9G8++67KwvL5NkQWC4sAyzbYXhG7P3KYutlaO2wmi+61GfU5NME1BBQ+8wtMjMXqzv5ooACCiiggAIKKHD7Ah5BAQUUUEABBRRQQAEFFFBAAQU2X8ArVEABBRS4bQEXn7ltQg+ggAIKKKCAAgoosNsCHl8BBRRQQAEFFFBAAQUUUGCzBDKpbnxF/P/s3Ae0XUd5uP33UbEkq9pqlpvcwLiDMbhX3PgbSCsAABAASURBVBvG4ILB2BiMCQkhcUIgBD6QstZfMoQeAiRA6CVAqAEChJKEEggQeocQQnC3sa1mA/7OO6N9yr3nHslG5d5zn73unJl5Z3aZn5KsvVf8DnWzGaAdhk67CQIlUS/7UNtAdkscKAmD0ToyMbApQBlv+oPqng1ops6oG9DMP6R1xdF/jz1lbhz+gJmjB4wooIACCiiggAIKKKCAAgrcL4G5s4grTpsXe+0yfdT563fYLW7c7apYsHSvmDNnTvnOyw1nsuTmM/mtmXXTX7NmTfz4xz+O//iP/4jvfve7cfvtt5dzgL4bzzTfikD5tsw+1DZ0aqjfmNE6gNZvtK8LtR9jHPmM0DunX2yM0yd+2BUooIACCiiggAIKKKCAAgoooMDwC7hCBRRQQAEFFFBAAQUUUECBCSng5jMT8p9t+z20d1ZAAQUUUEABBRRQQAEFFFBAgeEXcIUKKKCAAgpsbQHoTbTL+8F924AGKMl9eW6TEAg11vSbsexnAdoJhNnvLtA5t3sDminTZsTa/a6Ju+cfGv2Ox548Nx7qBjT9aIwpoIACCiigwDgX8PEUUECB8SYwZ8cp8YTTF0S/jWfunrlH3Lj7VfHb6fNi2rRpsdNOO8Wee+4ZixcvjhkzZkSz4UxTd29Cs379+vjRj34Un/70p8tGNNdff/2ob0PofBPmtyLUPlDmApEH0P4Whdpu5ud4FqhxILulwOhv3hxw45lUsCiggAIKKKCAAgpsTQGvrYACCiiggAIKKKCAAgoooIACwy/gChVQQIEtIeDmM1tC0WsooIACCiiggAIKKLD1BLyyAgoooIACCiiggAIKKDC0Aplk1704GJ2MB51kvWYudGLQ2wZKIiDQThBsEgGbGupY9rtLbjrT9LMNdR5Td4i79n1K3L2g/wY0l+YGNA+cGR4K/A4CnqqAAgoooIACCiigwKQWmLvjlLjy9Pmx19Jpoxw2zNwjfrnsyvjN1Dnle6/7u23hwoWx3377xfLly2POnDnRbDrTbxOaHPvJT34Sn/jEJ+JjH/tY/PCHPyzXA9rfj1Db0TqAMt5qlhp6+xnfVIF6Tn7/Aj3T+8V6JthRQIFhFHBNCiiggAIKKKCAAgoooIACCigw/AKuUAEFFFBAAQUUUECBCSng5jMT8p/Nh1ZAge0n4J0VUEABBRRQQAEFFFBAAQUUUGD4BVyhAgpsKwGom8103w9qDDpJedBpN3OBnuQ/oAwB7XgmJELtN+2smzJ16tSSYJj97nb2s2QMqHOmNRvQHBb9jktPmhtHPHBGvyFjCiiggAIKKKCAAgooMC4FfKjxIjCvbDwzL5YvGb3xzPqZe8b1uz4xfjutd+MZoHyrAZHfbosWLYoDDzwwDj744FiyZEnZhCY3mxlrE5qf/exnZROad73rXfG1r30t1q9fX66X34LROrIGSgxof2dG6wBav9ETi9YBNd5q9vz122SmX6znJDsKKKCAAgoooIACCiiggAJbSMDLKKCAAgoooIACCiiggAIKKKDA8Au4wi0hMGVLXMRrKKCAAgoooIACCiiggAIKKLDVBLywAgoooIACCiigwFALwOjkPNj8DWgaHKAk/mUfRreBdtJgk0QINZb9kQXqWCYxtsem1g1oNizovwHNJSfNiyMeODM8FFBAAQXuh4CnKKCAAgoooMCkFMiNZ644fV7suWT6qPWvn7k8rl92Zfx26uzyvdd8mwGlD5SNZ4DyvZfjCxcujEMPPTSOO+642GuvvUq83yY0uflLbkzzy1/+Mv7lX/4l3vSmN8VnP/vZuOWWW8o5UO8RrQN6261Q+/7Z7i5A6QJlTt4HKLHmp1+sGbNWQAEFFFBg6AVcoAIKKKCAAgoooIACCiiggAIKDL+AK1RAAQUUUECBCSng5jMT8p/Nh1ZAAQUUUGD7CXhnBRRQQAEFFFBAAQUUUEABBRQYfoHtscJMvuu+L2z+BjRASeqDTdeZjAj0JBN2x7LdFKjzmn6pp06PNfs+Je5e8ODod1xy0tw4Yn83oOlnY0wBBRRQQAEFFFBAAQUU6BaYN3tKXDnGxjPrZuwZNyy7ImL6nPb3Xn6T5flZZ8nNQoHyfZf97rJgwYJ48IMfHGeffXbZjGb27NkxchOa/A7NWJZbb721bD7zmte8Jj74wQ/Gz372s/Z9gcgDGBXL+Fglrw/0DPeL9UzYxh1vp4ACCiiggAIKKKCAAgoooIACwy/gChVQQAEFFFBAAQUUUEABBRTYHIEpmzPJOeNWwAdTQAEFFFBAAQUUUEABBRRQQIHhF3CFCiiggAIKTAoB6E3Iy0XD5m9A08yHeh2gJykQOv1MSARGJShC75yc17fkBjT7XRMbFjw4+h2XnDg3HuYGNP1ojCmggAIKKKDA2AKOKKCAApNKYP7sKfHE0+fHHkumj1r3upnL48bdnhi/nTa7jOV3WfdGM0B093N8rDJ79uw47LDD4uKLL44TTjghlixZErkBTG4405Smn/WGDRvii1/8Yrz61a+Ot73tbfGd73wn8gDKN2bTzjoL1DiQ3TIHRn/L5mBeH+q87FsUUEABBRRQQAEFJqWAi1ZAAQUUUEABBRRQQAEFFFBAgeEXcIUKKKDAhBRw85kJ+c/mQyuggAIKKKCAAgpsPwHvrIACCiiggAIKKKCAAgoosDUFMhmv+/owOmkPRifrQScGtQ20E/+gt52JiUB7AxrotHOsKVDPa/pNzZSpsWa/a+LunQ6PfsfFJ86Nhz9oZr8hYxNCwIdUQAEFFFBAAQUUUECBrSUwf87UuPKM+bH74mmjbrF+1t5xw7Ir495ps8v3XH6DAe129qdOnVr6WWd/c0rOPeigg+LSSy+N888/P/bZZ5/IzWfyG7S7btoZ/9rXvhave93r4lWvelXZkOaee+4p9+1+6JzX9IHSzBjUdgm0fvrFWmH/FFBguwv4AAoooIACCiiggAIKKKCAAgooMPwCrlABBRRQQAEFFFBAAQU2R8DNZzZHyTkKKDB+BXwyBRRQQAEFFFBAAQUUUEABBRQYfgFXqIACk0oA6mYz3YuGGoNO8h502s1coCQCAmVTmWgd0IlBp90aKnOgxgYlK2aSIlDm986bGnft8+S4e6eHRL/johPmxpH7uwFNPxtjCiiggAIKKKCAAgqMEjAwKQQWzJ4aV54+L3ZfNMbGM7vmxjM7Rh75/QW0v8WAyO+zjGcB2mPZH1SgM/eBD3xgXHTRRXHFFVfEYYcdFrkxTPemM9nPEq0j6x/+8Ifxjne8I1784hfHJz/5ybj99tvb355Aa1bnL+fDpmOdM2wpoIACCiiggAIKKKCAApNMwOUqoIACCiiggAIKKKCAAgoooMDwC7jCCSng5jMT8p/Nh1ZAAQUUUEABBRRQQAEFtp+Ad1ZAAQUUUEABBRRQYGsLQG+iXt4PNn8DmpzfnfAHtBMDMxkRKAmK0Tq6+9keq3QnODZzgJgydVqs2e+a2LCg/wY0jzlxbjz8QbPCQwEFFJhoAj6vAgoooIACCiiwpQUWzJkSV54xr+/GM+tm7h3XL7si7p06K3q+uaZMafc3FW/GR9ZA+xpQvw9zzvLly+NRj3pUPOMZz4gTTjghdtxxx7IRTX5PRuvIDWlaVTv2i1/8It73vvfFi170olL/7//+bw6X781s5HlANtulX6w9aEMBBRRQQIFxIOAjKKCAAgoooIACCiiggAIKKKDA8Au4QgUUUEABBRRQYHME3Hxmc5Sco4ACCiigwPgV8MkUUEABBRRQQAEFFFBAAQUUUGD4BSbtCjNJr3vxQEn6g04yH3TazVygJP8BJcEwWgfUWKtZYsCoGuocqGNjbTgDnXHIc6Zs3IDm8Oh3XHTCnDjSDWj60RhTQAEFFFBAAQUUUECBSSJQNp45fX7stmjaqBWv33HfuH7XuvEM5DcW5XstN4jJAp0Y9I7l+KACnfnQex2o/SVLlsTZZ58df/ZnfxbnnntuLF26NJqNZ6LraL5Rb7vttvj4xz9eNqF5y1veEt/73vfKLKDUzU/Oh95YMzZGbVgBBRRQQAEFFFBAAQUUUEABBYZfwBUqoIACCiiggAIKKKCAAgooMC4FpozLp5qwD+WDK6CAAgoooIACCiiggAIKKKDA8Au4QgUUUEABBRTYVgIwOkkPNn8DmuY5gfZmNEAJZ3Ii0I43/ayzQB1r2llnyQ1psgAlGbK7vWa/p8SGnR4a/Y7HnDAnjjpgZr8hYwoooIACCigwLgV8KAUUUECBLSWw05wp8cQz5vfdeGbdrH3jl7s8IWLqrPKNBZQ6v7+6S357ZemObaoNnWsB5ftv5DlQ40DMnj07TjnllHj2s58dj3vc42KfffYpG6BG68iNZFpVu5/tu+++Oz73uc/FS1/60njNa14TX/nKVzJcSs4HStsfBRRQQAEFFFBAgfEs4LMpoIACCiiggAIKKKCAAgoooMDwC7hCBRRQQIHNEZiyOZOco4ACCiiggAIKKKDAuBXwwRRQQAEFFFBAAQUUUEABBYZeIJP2uhcJlIQ/6CTyQafdzIUag1pnHCgJh91tqLFMQoROO/tNAXoSILuTHrMNdXzNvlfH3TsdEf2ORx8/N446cGa/IWObEnBcAQUUUEABBRRQQAEFJqTAznOnxBPPnB+7Lpw26vlz45kbll0RTJtVvtOA9ncX1DZ0aqjt5jst6/wey7q7QOe7Dka3gWgOoH3v7thRRx0Vf/zHfxxPfepT47DDDos8Rn6bNn0gvv71r8ff/d3fxV/91V/FZz/72diwYUOeYlFAgfsq4HwFFFBAAQUUUEABBRRQQAEFFBh+AVeogAIKKKCAAgoooIAC41Jgyrh8Kh9KAQUmrIAProACCiiggAIKKKCAAgoooIACwy/gChVQQIFtLQB1s5nu+0KNAe0wdNpNEGoMaCcUwtjtsRIWu+P92t0Jj3ft++TYsNNDm0foqR993Nw4+gA3oOlBsaOAAgoooIACCigwLgV8KAV+V4Gd506NK0+fH8t27rfxzH5x/bIrIqbV76P8zoLOt1rTz3qskt9hQHvDmpwHRMaz3V2A9jzo3AdqO1oH1DbQ6tW/gw8+OJ7ylKfEs571rDj++OPLtXOke+OZ7Dflhz/8Ybz97W+PVatWxUc+8pG4+eabmyFrBRRQQAEFFFBAAQUUUGBcCvhQCiiggAIKKKCAAgoooIACCigw/AKuUIHNEZiyOZOco4ACCiiggAIKKKCAAgooMG4FfDAFFFBAAQUUUEABBSaFANTNZroXCzUGncRA6LSbuUB745l+sUxIhDonx5t+1lmAkqQIdU7GxipQ567Z9+pYv+Ch0e+48Pi5cfSBs/oNGVNAAQXGEjCugAIKKKCAAgpMKIHceOaJZ8yLZQtHbzyzdscHxPXLnhAxdUb5VsvvK6B8d2U7C/T2MzaoQGc+1DZQrg+1zvNj4wE1BpQI0J5bAht/gNJavnx5XHbZZbFixYo466yzYsFvfz9YAAAQAElEQVSCBWV+Gdz402xIk93rr78+PvCBD8Tq1avj3e9+d/zsZz/LsEUBBRRQQIFNCTiugAIKKKCAAgoooIACCiiggALDL+AKFVBAAQUUUECBcSkwZVw+lQ+lgAIKKKDAhBXwwRVQQAEFFFBAAQUUUEABBRRQYPgFXOH2EoC62Uz3/aHGoCYE5hh02tnPBMAsQEkOBDLc084kRKAkO0br6O5ne3PL1KlTyzVy/tr9ro4NOz+sdbXRfxceNyeOcQOa0TBGFFBAAQUUUEABBRRQYMILLJw7NZ54xvzYZef+G8/csHHjmfxuAtrfUNkfq3R/azVzgPZ3XY5D51owuh2tAzrnQG+7NdzzB/V7szu4cOHCOP/882PlypVx8cUXx2677VaG85uzNEb83HnnnfHJT36ybELz93//9/Htb397xAy7CiiggAIKKKCAAgoooIACCiiwfQW8uwIKKKCAAgoooIACCiiggAIKpMCU/Bna4sIUUEABBRRQQAEFFFBAAQUUUGD4BVyhAgoooIACCkwqAWDUeqEmBEJnDGobaCcjNsmA0IlBbedFM4ERKImP0FvnWFOgjmUfOu3sjyxr9nlSbNip/wY0j8oNaA6aFR4KKKCAAgoosBkCTlFAAQUUmBACC+dNjSvPzI1npo563rU7PjBuWHZFMHVGz3fXyO8ooIw38alTp5bvuqbfXedYFuicA/U7D/rHoDMerQNo/Ua5R2w8oDcGtZ/DQMyYMSNOOeWUeN7znhdXXXVVHHDAATk0Zvntb38bX/ziF+MVr3hFvPKVr4wvfelLY851QAEFFFBAAQUUmNQCLl4BBRRQQAEFFFBAAQUUUEABBYZfwBUqoIACCoxLgSnj8ql8KAUUUEABBRRQQIEJK+CDK6CAAgoooIACCiiggAIKKLAtBJqNZJp7Qf8NaHIeMCqJEGhOLWNQ+0BPP5MaocayPbJkkuPI2Mj+mn2fFOvH2oDm2Dlx7ATcgKaNZ0MBBRRQQAEFFFBAAQUU2CiwaN7UeOKZ82KXnaZujHSqtTvuXzaeiSnT299czbcTMGqzmWYsa+gdHxmDzjh0vt+gtmPjAbUPtc4w1DaQ3VKg084A1O/Npp11U/Kb8+EPf3j80R/9USnZbsbGqr/1rW/F61//+li9enV86lOfijVr1ow11bgC213AB1BAAQUUUEABBRRQQAEFFFBAgeEXcIUKKKCAAgoooIACCiigQApMyR+LAgoMrYALU0ABBRRQQAEFFFBAAQUUUECB4RdwhQoooMCkFIBO8l8DADUGnURBqLGc0yQoZnJg9oF20iOMbjfzmxpoJ0RC/3bO7VfW7vuk2LDzw6PfccGxc+KYg2b2GzKmgAIKKKCAAgoooEAjYK3AuBZYNH9qPPGMebF0wbRRz7lmVm48c3kwdXr5pgJKnd9OUNtQv8kylmVzNvrMeVDPb9pQ+1CvB526e06McQA9I9D5poTesfy2hE7sgAMOiCc96Unx3Oc+N0455ZSYMWNGz7VGdn7605/Gu971rrIJzYc+9KG44YYbRk6xr4ACCiiggAIKKKCAApNPwBUroIACCiiggAIKKKCAAgoooMDwC7hCBcalgJvPjMt/Fh9KAQUUUEABBRRQQAEFJq6AT66AAgoooIACCiiggALbSgA6SYDNPaHGoJMACDXWPSfbQNl8JttZoPZhdN2dpJjtLEBJmMykSKjtjPcrQKzZ56oxN6B51LFz49iDZoWHAgpMFAGfUwEFFFBAAQUUUKARqBvPzI8lO01rQu167ewHxU27XRExZXr5/mq+l4B2HyjfVv3Gmlh3DUTzHdbUQLkG1OtCraN1QG+7FSr3hk68iWXdFOh8SwJNuNQjN54pwY0/e+yxR1xyySWxcuXKOP/882PRokUbR/pXN954Y3z4wx+OVatWxTve8Y748Y9/3H+iUQUUUECB7SDgLRVQQAEFFFBAAQUUUEABBRRQYPgFXKECCiiggAIKKKBACrj5TCpYFFBAAQWGV8CVKaCAAgoooIACCiiggAIKKKDA8Au4wkktAJ1kwAYCagw6yYHQiQEl0bBJFoTaz/OhtmF0ncmOUOPZzgKUBMdMeMz+WCXHoW5As36nh0e/44Jj58RxB7sBTT8bYwoooIACCiiggAIKKDA+BXLjmavOnB9LFkwd9YBrZx8QNyx7QtzL1PLdBP2/p8b6jhoVnzKlfMvl91WOZZ03zXYWoNynaUO9HxB5QKcGyrUyngXIqqfkN2MGoHcs49Aby3kjy4IFC+Kcc86JFStWxGWXXRZ77bXXyCk9/XXr1sVnPvOZeOELXxive93r4hvf+EbPuB0FFFBAAQUUUEABBRRQQAEFJoWAi1RAAQUUUEABBRRQQAEFFFBAge0iMGVb3tV7KaCAAgoooIACCiiggAIKKKDA8Au4QgUUUEABBRRQYFsLwOikP+hsNtM8D9RYvz7QTjyE2gZK4iL072dCYxao87I9qGRiZI6v3feq2LDwqOh3PPIYN6Dp52JMAQUUUGD8CfhECiiggAIKLJ4/NZ505vzIeqTG2tkHxo27XhHRtfFMfg9B5/uq+UbKeFOA8h3WbyznZBzqNaJ1ZAxqHyjnwuh+zovWAbR+I3IDmdJo/UCNtZrlDzp96LRzMM+D3ljGB5Vp06bFiSeeGH/+538e11xzTRx88MGDppexL3/5y/GqV70qXvayl8XnP//5+M1vflPi/iiggAIKKKCAAttawPspoIACCiiggAIKKKCAAgoooMDwC7hCBRRQQAEFUsDNZ1LBooACCiiggAIKDK+AK1NAAQUUUEABBRRQQAEFFFBg0ghkEmD3YqFuNgOdxEDoxIC+G87kNWDssUxaBNpJjd39ke3s9ytr9r4y1u889gY0xx8yK+7D4VQFFFBAAQUUUEABBRRQYJsKLF4wNa46c34smj911H3X7HhA3LDsCXFvUL6bmm8iqH2odRPPDWWadtbZh945Gc8CvXHo9GH0d1x+JwKRBxBANksNlLoENv5A/WbMLpBVu3Rfqx28j43DDz88nv70p8ef/umfxtFHH73Js7/73e/Gm970pli1alV84hOfiF/96lebPMcJQy3g4hRQQAEFFFBAAQUUUEABBRRQYPgFXKECCiiggAIKKKCAAgoosF0E3Hxmu7B708kr4MoVUEABBRRQQAEFFFBAAQUUUGD4BVyhAgoooMD2EoBOkmDzDFBj0EkahBobOSf7QEk+hN66O8kRKAmU0L/ORMmcP6gAsXafK2PDwv4b0Jx/9Jw4/lA3oAkPBRRQQAEFFFBg3Ar4YApMXoElufHMGQv6bzwz+8C4YdcnBFOmtL+bgNLObyQg8pspS9MH2uMZh04/5/QrUL/ZcgyIPLLd1E0b6ljGszQbyEBvPMeg860IvePNeTlvS5QHPOABceWVV8YLXvCCOP3002P27NkDL/vzn/883vOe98Tq1avjfe97X/zf//3fwPkOKqCAAgoooIACCiigwJYS8DoKKKCAAgoooIACCiiggAIKKDD8Aq5QAQVSwM1nUsGigAIKKKCAAgoooIACwyvgyhRQQAEFFFBAAQUUUGBSCUAnWbBZONQYdJIHoTcGlE1n8hwgq1KAnjjUPlDGM6ExC1CSJaHWGRtUMqEyx9fsnRvQHB39jvOPmhMnHLJjvyFjCigwUsC+AgoooIACCiigwDYRWLLTtHjimfNj0fzR/9nZmtkHxY27XtH6hprSKpRvpPzuAXr6GcsCnTnZz+8k6I1lHOr5UMeg9nOsu0TrgDrWapb7Q+0DGSrPURojfqB+I2YY6txsZ9nSG8/kNZuybNmyePSjHx0rV66MCy+8MJYuXdoM9a1vvfXW+NjHPlY2oXnrW98aP/jBD/rOM6iAAgoMrYALU0ABBRRQQAEFFFBAAQUUUECB4RdwhQoooIACCiiggALbRWDKdrmrN1VAAQUUmLQCLlwBBRRQQAEFFFBAAQUUUEABBYZfwBUqsL0FoJM02DwL1Bh0kgihfyzPAUpSInTqTGqE3n7OzXgWoJ3cmP0sUGPZHqus2fuKWL+w/wY05x09O0441A1owkMBBRRQQAEFFFBAAQW2u0BuPHPVmfNi0byp5Vm6f9bOOSRuWHZ5CTXfPlC/n7r72YbeeMYGbTyTYzknC/SemzcEsirfYzmn32YxQM83Xjlh4w/Ub8PsAlm1S79rtQe3YGPOnDlxxhlnlE1orrjiithvv/0GXn3Dhg3xb//2b/HiF784XvOa18RXv/rVgfMdVEABBRRQQAEFFFBAAQUUUOD+CnieAgoooIACCiiggAIKKKCAAgoMv0Cu0M1nUsGigAIKKKCAAgoooIACCiigwPAKuDIFFFBAAQUUUGBSCkBvwmAiQE0ohM4Y1FiONwXqOHRqoJ2omMmMUPvZzvOAkugIvXV3kmTOHausLRvQHBP9jvOOmh0nHjqr35AxBRRQQAEFGgFrBRRQQAEFtqrA0gXT4klnzouFc0dvPHPX7IPj+l0eV76Zmm8e6HwzZQyIsb6PMg6Ub6ps5/wsQDkHKGPQuSZ02tE6oPZbzTI3a+jEst+vQOebEOiZsq02num5aatzzDHHxDOf+cz4gz/4g3jIQx4Smzq+9rWvxWtf+9qyEU1uSHP33Xdv6hTHFVBAAQUUUGDiCvjkCiiggAIKKKCAAgoooIACCigw/AKuUAEFFFBAge0i4OYz24XdmyqggAIKKKDA5BVw5QoooIACCiiggAIKKKCAAgoosC0FMlmw+35QEwuhk1QInXbObc4BSvJkxoCsevpA6WdSZHcBSrIj1DrHoNPOfr+ybp8rYsOiY6Pfce5Rc+Kkw9yApp+NMQUUUEABBRRQQAEFFNi6ArvsNDWuOmte7Nxv45k5h8RNu17e820Evd9KwKhvpOabKDebgTrexLIGxtx4phkHIo/sZ8k21BhQnqmJQaefsSxQvw+bdtbdBejubvP2IYccEk996lPjWc96Vhx//PHFcNBD/OAHP4i3vvWtsWrVqvjoRz8at9xyy6Dpjm0RAS+igAIKKKCAAgoooIACCiiggALDL+AKFVBAAQUUUEABBRRQQIHJIeDmM5Pj39lVjiVgXAEFFFBAAQUUUEABBRRQQAEFhl/AFSqggAIKTGoB6CQTNhBQY9BJJITaBkqCItQ5eQ6QVTsOlHYmN0JtQ6du4t11JlRmf1ABYu3eT4gNi44r9xv5c86Rc+LEQ92AZqSLfQUUUEABBRRQoAj4o4ACW0VgaW48c+aCMTaeOTRu3OVx5b7Ntw7Ub6PuftMeWed3ElA2Vcl2Fqj9nAu1DZ1rApEH1DrnZb/ZRDTbUMcyBpTvt4x3Fxj9zdeM53lNezzU++yzTzz+8Y+PlStXxllnnRXz588f+Fj/93//F+9///tj9erV8Z73vCf+53/+Z+B8BxVQQAEFFFBAAQUUmFACPqwCCiiggAIKKKCAAgoooIACCgy/gCtUQIHtIuDmM9uF3ZsqAa3Y1QAAEABJREFUoIACCiiggAIKKDB5BVy5AgoooIACCiiggAIKKLCtBaCTVNjcG2oMaEIlITGTDIHShlrnBCCrUoAynh2obah1Jj42BShJlFDrJj6oBmLNXo+P9YuOjX7HuUfNiZMO27HfkDEFxpWAD6OAAgoooIACCigw8QV22XlqPPmsBbHT3NH/idmdsw+JG3e5rHwbNd840PtdBJRvoma8u+7eaCbbOQaj50P/a0KNA5FHcz7UfsaA8nzZ7i5QvwczBmTVLs03YTswjhqLFy+OCy64oGxCc/HFF8duu+028OnuuOOO+MQnPlE2oXnjG98Y3/3udwfOd1ABBRS4PwKeo4ACCiiggAIKKKCAAgoooIACwy/gChVQQAEFFFBAAQUmh8Do/zJgcqzbVSqggAIKVAF/FVBAAQUUUEABBRRQQAEFFFBg+AVcoQIKtASgk1zY6pY/qDHoJBtCjZUJG3+gjgMlcRE6dXeCI9R4ngb0JFlCbz/PG1TW7nV5rF/YfwOac46cHSe7AU14KKCAAgoooIACCiigQI/AFu0s23laPOms+bFgzuj/vOyuOYfFTcse1/4+ym8bqN9D2c4C9HwTZay7AJGbzmSBzrkwdjtaR16jVbWv3bSz7i5Qr9MdyzZ0vvmADLXLeN54pv2QrcbMmTPjEY94RPx//9//F1dddVXsv//+rejYf7/5zW/iC1/4QrzsZS+LV73qVfHlL3957MmOKKCAAgoooIACCiiggAIKjHcBn08BBRRQQAEFFFBAAQUUUEABBYZfYLuscPR/HbBdHsObKqCAAgoooIACCiiggAIKKDBZBFynAgoooIACCiigwPYSgE6SYfMMUGPQSTqEGmvmZA11HDo10E62hE47kyGzQG8MaCdI5niWTLTMku2RZe3el8eGxcdHv+PsI2fHKQ/esd+QMQUUUECBcSHgQyiggAIKKDBxBZYtnBZXnTkvFsyeOmoRd819cNy4y2Pb30L5PZOTgPb3DnTaI79zNrcPnWtA/bbKc6N1NHWrWZ6jqYFstmOl0/UDnW89qHOb4Ymy8UzzvE195JFHxrXXXhvPeMYz4ogjjmjCY9bf+MY34nWve11cd9118elPfzrWrl075lwHFFBAAQUUUGBzBJyjgAIKKKCAAgoooIACCiiggALDL+AKFVBAAQUUmBwCbj4zOf6dXaUCCiiggAIKjCVgXAEFFFBAAQUUUEABBRRQQAEFhl+ga4XQSTZswlBj0Ek+hP7tPAfqGHTqTH4ESpIj9NY51hSgnZCZMahzM2Ez+1m622uWPy7WL+q/Ac1ZD58dpzzEDWjCQwEFFFBAAQUUUEABBbaYwLKdp8WTzpwfC+aM3njmzjkPjhuXXtr+pslvl7xxfsc0BWiPN7Gsc27WWbKdJdtQ50P9Nmpi0NvPeLSOrKGOAa1ItL/DonUAPf1WqPxB/e7LDpBVT4HRsZ4J47xz4IEHxtVXXx3Pfe5z4+STT44ddthh4BP/5Cc/iXe+852xevXq+PCHPxw33XTTwPkTZtAHVUABBRRQQAEFFFBAAQUUUECB4RdwhQoooIACCiiggAIKKKCAAltFwM1ntgqrF72/Ap6ngAIKKKCAAgoooIACCiiggALDL+AKFVBAAQUU2N4C0Ek6bJ4Fagw6CYfQaec86PShtoGS2JjjI5MgR/aBkoQJvXUzrzv5smnn2Nq9HhfrF58Q/Y6zHjY7TnmwG9D0szGmgAIKKKCAAttXwLsroMDEE9h14bR40lnzY/7s0f9JWW48c9MudeMZ6P0Oyu+WLED55sl2d8nvG6hjTRtqP+fB2O1oHUDrN8q1s3HvvfdmVQpQ6owB7e+zEtz4A/V7L7tAVu2S57U7Q9DYY4894tJLL42VK1fGeeedFwsXLhy4qhtuuCE+9KEPxapVq8pmNLkpzcATHFRAAQUUUEABBRRQYISAXQUUUEABBRRQQAEFFFBAAQUUGH4BV6iAApNDYPR/KTA51u0qFVBAAQUUUEABBRRQoAr4q4ACCiiggAIKKKCAAgpMSgHoJB82AFBj0ElGhNoGShIj1DrPAbIq8dJo/QClD7VuEimBkigJnbpJusw5WaCONe0cz3aWtcsviw1jbUDz8NlxykPcgCY8Bgk4poACCiiggAIKKKDAQIHBG888JEZuPJPfKVm6v1uyP7LkOFC+h7LdPQ6d76aMQ50HNQ6dfjMeraNpA61e/QPKt1jtdX6hfudlBMiqXXLjGeiNtQcneGOnnXaKc889N1asWBGXXXZZLF++fOCK1qxZE5/+9Kfjuuuui9e//vXxzW9+c+B8BxVQYNwK+GAKKKCAAgoooIACCiiggAIKKDD8Aq5QAQUUUEABBRRQQIGtIuDmM1uF1YsqoIAC91fA8xRQQAEFFFBAAQUUUEABBRRQYPgFXKECCowXAegkITbPBDUGgxMQgZLYCJRTu5Mfu9tASbKEWudYU4DI5EugXKuJNzXU8aa/ZvllsX6sDWgeNjse4QY04aGAAgoooIACCiigwPgRmDhPstuiafHks+bHvB1H/6dkd849PG7a5ZLyzZIryu8T6HzDQG0D5dsnx5vSfO9kv2lDZx502jmnKdC5ZrSOjLeq8geUuvsHaD/fyHhuMJMxIKt2yTj0xtqDQ9SYPn16nHjiifGc5zwnrrnmmjj44IM3ubovfelL8dd//dfx8pe/PL74xS/Gb3/7202e4wQFFFBAAQUUUEABBRRQYPIKuHIFFFBAAQUUUEABBRRQQAEFFBh+gcmxwimTY5muUgEFFFBAAQUUUEABBRRQQIExBAwroIACCiiggAIKTGoBqJvNdCNAjUFvImImJ3bPa/pQ5wEl4RFG102yZNZAOykTKBvQNHGgPdbEsm7K2uWXxbpFJ0S/48yHzY5TD9+x35AxBRRQQAEFFFBAAQUUUKCvwG658cyZ82Nun41n7pr30Lhp6cXt75z8LsmLZJ2byWTdr+RYFqB834xs5zlQx5o21O+oaB1AOQ9qHRsPqHOg1hmGTjv7TYH6XZd9IKt2yW856I21B4e4cfjhh8fTn/70uPbaa+Poo4/e5Eq/853vxN///d/H6tWr45Of/GTccccdmzzHCQoooIACCmx3AR9AAQUUUEABBRRQQAEFFFBAAQWGX8AVKqCAAgoooMBWEXDzma3C6kUVUEABBRRQ4P4KeJ4CCiiggAIKKKCAAgoooIACCgy/wHhbIXSSEptngxqDTkIi9Laht5/nQo1lAmUWoCdRE3r7OSdLJmNmnQVob0iT/ZFl3V6XxYYlJ0W/44wj3ICmn4sxBRRQQAEFFFBAAQUUGC2w2+Jp8eSzFsScPhvP3Dm3bjwz8nsk+/n9ApQNYrLfXXIs+1DHsw+13cSht5/xLFC/l7IdraOpgXKvaB1A67f+AeV7q/ai3Yb6PRetA2j99v7B6FjvjOHu7b///nHllVfG85///Dj11FNjxx0Hb2L6s5/9LN797neXTWje//73xy9/+cvNBnKiAgoooIACCiiggAIKKKCAAgoMv4ArVEABBRRQQAEFFFBAAQUUGA4BN58Zjn/HrbUKr6uAAgoooIACCiiggAIKKKCAAsMv4AoVUEABBRRQoCUAneTEVrf8QY1BJzERaCc05iQgq1KgtqGel0GgzIfeOpMos0AnnkmZWZp41k0/291lzZ6XxvrFgzagmZ23tyiggAIKKKCAAo2AtQIKKNAjsPuiaXH1mfNjzix64tm5c94RcdPSi7LZ/p7J7xGgbAIDnRpqO8ebAjWW3zNQ2yPHsg91DOozAOV+0TpyvFW1+/3aQIbb5d577y3zs84gjB7PuKUK7LrrrnHRRRfFypUr41GPelQsWbKkDozxe8stt8RHP/rRsgnN2972tvjRj340xkzDCiiggAIKKKCAAttRwFsroIACCiiggAIKKKCAAgoooMDwC7hCBRRQYKsIuPnMVmH1ogoooIACCiiggAIK3F8Bz1NAAQUUUEABBRRQQAEFFNheAtDZNKZ5Bqgx6E1azHGgJDYC2S0Fars7URJoJ2hCbUfrANrxnA+1nwma2c8CNZbtkWXt8ktj3eITo99xxhE7xmmHuwFNP5vxEfMpFFBAAQUUUEABBRTYfgK7L54WTzp7fsyeNfo/Hbtj7hFx05LHtL9VgHa7+1tl5PdJjmWBOn9kO+dDHetuA+3vqu54tA7ojAGtSP0Dyjm11/mF+v2WESCrngKjYz0TJmln7ty5ceaZZ5ZNaJ7whCfEvvvuO1Bi/fr18a//+q/xohe9KF772tfG1772tYHzHVRgcgu4egUUUEABBRRQQAEFFFBAAQUUGH4BV6iAAgoooIACCiigwHAIjP4vCIZjXa5CAQUU2DICXkUBBRRQQAEFFFBAAQUUUEABBYZfwBUqoIACXQLQSVZswlBjMHaiItBOfgTKqU3iJNQ+UOYA7eTNnNNdoI51x7KdiZtZst1d1i1/bKxd1H8DmtOP2DFOf6gb0ISHAgoooIACCiiggAIpYCkCufHMk8+eH3Nmjv7Pxu6c//C4ZZeLer5b8vsDGPUNAzWW400BovluAco5OQb1Wyjb3QVqHDp1jkfrAFq/9Q9629Dbz1lQv9uadtZNuffee5um9QABII499tj4sz/7s3ja054Whx12WGzq+OpXvxqvec1r4iUveUn8+7//e9xzzz2bOsVxBRRQQAEFFFBAAQUUUGDrCnh1BRRQQAEFFFBAAQUUUEABBRQYfgFXuFUERv9XBFvlNl5UAQUUUEABBRRQQAEFFFBAgc0TcJYCCiiggAIKKKCAAttbADpJi82zQI1BJ8mxe6xpNzV05gHt5E3obef8TK4ERiVmQm8s5/Ur6/d6bKxfcnL0O057aG5As2O/IWMKKKDAdhXw5goooIACCiiw7QX2WDw9rj5rQcyeMfo/Gbtj3sPipsUXlm+X/O4A2t8ozYYyGc8CdSzjTQHaG8/knO4CtK8Fvd9E0DsWrQN657RC5Q9qvHQ2/uTGMlC/1zIEZNUuzXg7YGOzBHLjmdyA5lnPelYcd9xx5X8uBp34/e9/P97ylrfEqlWr4p//+Z/j1ltvHTTdMQUUUECBSSTgUhVQQAEFFFBAAQUUUEABBRRQYPgFXKECCiiggAIKDIfA6P+SYDjW5SoUUEABBRRQYMsIeBUFFFBAAQUUUEABBRRQQAEFFBh+AVfYRwA6yYvNMNQY9CYz5jhQkvGA7JYCtGPQaWcSJtR+0846C1CSMjOBM/vdBSjJnN1jTXvtnpfEusVjbUAzO04/wg1owkMBBRRQQAEFFFBAgUkssOeS6fHks+fHjjMZpXDnvIfHLUsfU75FgPIdk98iQDuW/X4F6vz8NoHa7p4H9RojY1DnApEH9NYZ6y5Aea4mBpQm1O+07ECNZbspMDrWjE3C+j4veZ999onLL788/vIv/zLOOuusmDdv3sBr/OIXv4h//Md/jOuuuy7e+973xs9//vOB8x1UQAEFFEYTK8UAABAASURBVFBAAQUUUEABBRRQQIEtLuAFFVBAAQUUUEABBRRQQAEFFLhfAm4+c7/YttdJ3lcBBRRQQAEFFFBAAQUUUEABBYZfwBUqoIACCiigwHgRgE4SY/NMUGMwdgIjdMagtoGSKAmUSwHtPtCOZUImUMb6JW9CHct5WYCSDJrtdcsviXVLTol+x2mHz44zjpjdb8iYAgoooIACCmwXAW+qgAIKbDuBPRZPjyefNT92nMGom94x7+Fx05ILSxwo3yL5fZGl+SbJdnfJeJYm1t1uYlkD7e+Vpg/1HlDrjGeJ1gG0fqM8A1DqaB3Qabe65e/ee+8t41lnAMiqXZp4O2DjdxJYvHhxXHDBBbFixYq46KKLYtdddx14vdtvvz0+/vGPx+rVq+NNb3pTfO973xs430EFFFBAAQUUUGB4BVyZAgoooIACCiiggAIKKKCAAgoMv4ArVEABBYZDwM1nhuPf0VUooIACCiiggAIKbC0Br6uAAgoooIACCiiggAIKKDCpBaBuNtONADUGvcmNOQcoCZBQ6ybW1FDjQEnChNrPZEuosaYNRJPECZT5OZYl41mynaVpr9vz4li35BHR7zj18B3dgKYfTMYsCiiggAIKKKCAAgoMqcCeS6bFU86ZF7P6bjxzZNy85ML2twbQ04ZOP787skD9hoFa57cI1HaONwV6z4Xah85cqO1oHVDbUOtWqPxBb78EWz9Qv8tazfINlnV3Abq7treQwI477hinnnpqPP/5z4+rrroq9t9//4FX/vWvfx2f//zn46UvfWn8zd/8TXzlK18ZON9BBba6gDdQQAEFFFBAAQUUUEABBRRQQIHhF3CFCiiggAIKKKCAAgoocL8E3HzmfrF5kgIKbC8B76uAAgoooIACCiiggAIKKKCAAsMv4AoVUECB8SYAnaTG5tmgxoC+iY7NvKYGShMo84FRfaCMdSdrAu0NaJp41lDnZqJn02/a6/a8KNYtOSX6HbkBzZkPm91vyJgCCiiggAIKKKCAAttUwJttfYHlS6bF1WcviJk7jP5PxH417+Fx85JHlW8QqN8X+W0xqAA93yf5DQK0N6zpPjfHmj7U60frgNoGynnROoDW7+g/oDxfMwKUJtTvsexAjWU7y7333puVZRsIHHnkkXHttdfGH/7hH8YRRxyxyTt+/etfj7/927+NF77whfGZz3wm1q1bt8lznKCAAgoooIACCiiggAITX8AVKKCAAgoooIACCiiggAIKKKDA8Au4wuEQGP1fFgzHulyFAgoooIACCiiggAIKKKDAlhHwKgoooIACCiiggAIKKNASgE5yY6tb/qATg96ER+j0obahUwMliRJG13nxkUma3f2mnTXQTv6ETnvdnhfHuiWPiH7HIx6yY5zlBjT9aIwpMJkFXLsCCiiggAIKDJnA8qXNxjOMWtmv5h0Ztyy5sGz+0nxXZJ0FKN8q2R6r5MYyWYD2NZq5UM+HOgadGmo75wKRB1DuB50641mArNolN5aBsb/DmvH2CTa2icBBBx0UV199dTznOc+JE088MXbYYYeB9/3xj38c73jHO2L16tXxT//0T3HTTTcNnO+gAgoooMAWFfBiCiiggAIKKKCAAgoooIACCigw/AKuUAEFFFBAAQUUuF8Cbj5zv9g8SQEFFFBAge0l4H0VUEABBRRQQAEFFFBAAQUUUGD4BVzheBWATpJj84wwOtY9BjVZEmgnVOY4dPrQ224SMbPuLkB7o5mx4tCZs27Pi2LtGBvQnPKQHePMh88ODwUUUEABBRRQQAEFFBg+geVLp8fVZy+IGTswanG/mndU3LLkUWXTGKB8p+T3BXTa2e9Xmg1nYNNz83yo8/IhoLaB7JYCnXYJdP3k+U0X6jzofH9BjTVzsobRsYyP3zJcT7Z8+fK47LLLYsWKFXHuuefGzjvvPHCB119/fXzwgx8sm9D8wz/8Q/z3f//3wPkOKqCAAgoooIACCiiggAIKKDAxBXxqBRRQQAEFFFBAAQUUUEABBSaGgJvP/C7/Tp6rgAIKKKCAAgoooIACCiiggALDL+AKFVBAAQUUUECBLgHoJDs2YagxoCRuNvGR9b333ltCQLsGyjnQv86ES6AkhjZtqHOz3xSgvTENdNrr97wo1i89Lfodj3jwjnHWw+f0GzKmgAIKKKDA5BNwxQoooMCQCOy1y/S4+pz5MWM6o1b0q/lHxy1LLijfF0D5Fmm+KTZVA+W83IBmU3NzHOp8qPeB0f1oHdAZb3XLX55fGht/8lsK6ndXhoCs2iXH2x0b210gN50577zzYuXKlfHYxz429txzz4HPdNddd8W//Mu/lE1o3vCGN8S3vvWtgfMdVEABBRRQQAEFficBT1ZAAQUUUEABBRRQQAEFFFBAgeEXcIUKKKCAAvdLwM1n7hebJymggAIKKKCAAgpsLwHvq4ACCiiggAIKKKCAAgoooMD2FoBO0mPzLDA61oxlDZTETiC7pZ0NoLRh7DoTL7MAJdkz2/0SPoGeDWiaeWv3eHSsG2MDmlMePCvOfvjsGG+Hz6OAAgoooIACCiiggAL3XaBsPHP2/JgxjVEn3zH/mLhl8SPLNwVQvkPymyELUOLZ7leAUd8aI+dB55pQ29E6oLZzPtCKRLk3UOoYceS8JgSUJnS+t6DGysDGHxgd2zhktR0Fpk+fHieddFL8xV/8RVx99dVx0EEHDXya3EToP/7jP+KVr3xlvOIVr4hsZ2zgSQ5OeAEXoIACCiiggAIKKKCAAgoooIACwy/gChVQQAEFFFBAAQUUUGBiCLj5zMT4d/IpFRivAj6XAgoooIACCiiggAIKKKCAAgoMv4ArVEABBRToIwCd5MdmGGoMaCdRQqfdzGtqoDSBMh8G15mE2RSoc5t+UwPtpNCMASWJdN0ej461S06NfsfJD97RDWj6wRhTQAEFFFBAAQUml4CrneACe+8yPZ5y9oLYod/GMwuOiZsXn9/z3ZHfC1mA8s2Q7X4FOuPQafebmzGo3yrQqTMeGw9gY6tW0Ol3z8vR3HgE6ndW9qEzN/s5nrVl/AscccQR8Yd/+Idx7bXXxpFHHrnJB/72t78db3jDG2L16tXxqU99Ku68885NnuMEBRRQQAEFFFBAAQUU2CwBJymggAIKKKCAAgoooIACCiigwPALuEIF7peAm8/cLzZPUkABBRRQQAEFFFBAAQW2l4D3VUABBRRQQAEFFFBAgfEiAJ0kyOaZoBOD3sRIqH2gJH3mOUBWpQ+MqjP5Emp8ZDv7WYCeZFGgbEAzderUdjzb6/d8TKzb5fTod+QGNOccObvfkDEFFNguAt5UAQUUUEABBRTYfIHceObqs+fH9Gmjz/nV/GPi5kXnt78NgL7t/LZoCtRvEKD9bQG0z2vmNTXUMeicB7Wdc6C2odbdsdh4ZGxjs13B2N9XufEM0J5rY2II7L///nHVVVfF85///Dj11FNj1qxZAx/8v//7v+Nd73pX2YTmAx/4QFx//fUD5zuogAIKTDwBn1gBBRRQQAEFFFBAAQUUUEABBYZfwBUqoIACCiiggAITQ2DKxHhMn1IBBRRQQIFxKuBjKaCAAgoooIACCiiggAIKKKDA8Au4QgUGCEAnGbKZBqNj3WPdbaBsOJMxqG3orTMJE2os21mAkvgJtc5Yd4E6PzedyThQkkbX7X5hrFvafwOakw7bMc45yg1owkMBBRRQQAEFFFBAgQkksPey6fGUc3LjGUY99a/mHxu3LK4bzwDl2yO/D7IA5Zsi2yNLfkc0Jcdg7LnROqBeG3rrPLc1XP6Anrp0Nv50z9sYKs+aG8xkH+q52W4KjI41Y/e79sRtJrDrrrvGRRddFCtXrowLLrgglixZMvDeN998c3zkIx8pm9C8/e1vjx/96EcD5zuogAIKKKCAAgoooIACCiigwJgCDiiggAIKKKCAAgoooIACCiigQF+Bodp8pu8KDSqggAIKKKCAAgoooIACCiigwFAJuBgFFFBAAQUUUGC8CcDozWagxoCSNDnomaEzB2obat2cB7UPlATRTASF2s5ETei0s98UoGw6k32o7fV7PjrW7XJG9DtOOnTHOOfIOf2GjCmggAIKKLBNBbyZAgoooMCmBfZZtkPZeGbaVEZNvr1sPHNe+X4AyndJfhdkAUo8290FRsdhdKw5B+j53oB6H6BcHzr9aB1A67f3L6/VG4nyrGNtPNPEw2MoBObNmxdnnXVWrFixIi6//PLYZ599Bq5r3bp18dnPfjZe9KIXxd/93d/F17/+9YHzHVRAAQUUUECB8S/gEyqggAIKKKCAAgoooIACCiigwPALuEIFFFBAgYkh4OYzE+PfyadUQAEFFFBAAQXGq4DPpYACCiiggAIKKKCAAgoooIACLQGom820mu0/GB1rBmF00iXUGFCSLaG3zqRM6MSaftaDCtCTEJpz1+3+qFi3y5nR7zjpsFlx7lE9G9D0m2ZMAQUUUEABBRRQQAEFtqPAvrtOj6ecPT+mTWHUU+TGM7cuPq9nA5j8DsgClHi2BxWgfJeMNSdaR45BnQedOuOt4fIH9NSls/Gne97GULlns8EM1HObsaxhdCzjloktkP+zcNxxx8WznvWs+L3f+7047LDDNrmg//zP/4y/+Zu/iZe+9KXxuc99Ln79619v8hwnbFLACQoooIACCiiggAIKKKCAAgooMPwCrlABBRRQQAEFFFBAAQUU6Cvg5jN9WQwqMFEFfG4FFFBAAQUUUEABBRRQQAEFFBh+AVeogAIKKDBeBYBokiSbZ4QaA0oSZcaBrNr97EBvDCjj0KmbeVBjmZyXBSjJo9Abz7GmAD0b0EydOjXW7X5BrN3ljOh3nHjorDjvqNn9howpoIACCiiggAIKbBMBb6LA2AL7LJseV5+9oPWOP3rOHTsdH4M2nslvgeY7YVP1WHOBnm8QqN8iUOPROqDGWs3ybdNdZzvvnXV3gfr9lDEgq3YZ+a3VHrAxdAIPfvCD42lPe1o885nPjNyQBnr/Z2Hkgr/3ve/Fm9/85li1alV8/OMfj9tvv33kFPsKKKCAAgoooIACCoxjAR9NAQUUUEABBRRQQAEFFFBAAQWGX8AVKjAxBNx8ZmL8O/mUCiiggAIKKKCAAgooMF4FfC4FFFBAAQUUUEABBRRQoEsAOsmSTRhqbGSy5Mg+1IQ66NRASdSETp1JmlD72c4ClOTPke3sNwWIJnkUanvDHhfG2qX9N6A54dAd4/yj3YAmPBRIAYsCCiiggAIKKDBOBPZdNj2ecs6CmNrnv/r61YLj4+aF55RvA6DUU6ZMKTUQ+T0AlH4Tzxrq90UzDqPn5Lws0BmDel53PFoH1HirWe4FnX4Ty7q7QP1uyhiQVU+B0bGeCXaGTmC//faLyy+/PFasWBFnnHFGzJ07d+Aa//d//zfe+973xurVq+N973tfZH/gCQ4qoIAC/QSMKaCAAgoooIACCiiggAIKKKDA8AvI0HoTAAAQAElEQVS4QgUUUEABBRRQQIG+An3+M4S+8wwqoIACCigwIQR8SAUUUEABBRRQQAEFFFBAAQUUGH4BV6jAeBeATtJk86zQSZSE2gbaG8uMnAeUENCeA512JndmgRpr2lk3CaPZHlmAknCacaAkgq7f41GxbtlZ0e84/pAd4zw3oOlHY0wBBRRQQAEFFFBAgW0usN+u0+Mp586PqX3+i6/bFxwftyzqbDwDvd8KY30nAOW7oBnPuilTNm5c09RQrwmdOsegXiNaB/SOtUI9fzm/J9DqQOcbCmhF6l/+jty0M2OWySWwdOnSuPDCC2PlypXxmMc8JpYtWzYQ4LbbbouPfexjZROaN7/5zfH9739/4HwHFVBAAQUUUEABBRRQQAEFtq+Ad1dAAQUUUEABBRRQQAEFFFBAgfEh0Oc/RdhiD+aFFFBAAQUUUEABBRRQQAEFFFBg+AVcoQIKKKCAAgoooEAfAegkTzbDUJMoM3kSarsZ61dDnQP0bEDTzIUaz+TNpkAnBpQk0masqYHIZNLsQ22v3/2CWLtL/w1oTjhkxzj/6DnhoYACCigwqQVcvAIKKKDAdhbYb9cd4innzI8prXf4kY9y+4IT4taujWfyXb8pQHn/B0Z9H0CN5fcB1HaeB/W7AnpjOZYFOuPROoDWb7S/W6J1QI21mu2/PLfd2diAzrcT9J6zud9OGy9lNeQCO+64Y5x22mnxghe8IJ74xCfGAx/4wIErvueee+Jzn/tcvOQlL4lXv/rV8ZWvfGXgfAcVUEABBRRQoAj4o4ACCiiggAIKKKCAAgoooIACwy/gChVQQAEFFOgr4OYzfVkMKqCAAgoooIACE1XA51ZAAQUUUEABBRRQQAEFFFBAgfEiAJ0kyuaZoCZTZhJlE8saaCdqQm038aaGGodOncmbUPvZzgKUpNKRCaQ51hSgJKBmHyjz1+/+yFi/6znR7zj+kFnxSDeg6UdjTAEFFFBAAQUUUECBrS6w32514xlg1L1um3983Lro7PJOD7S/K5p3/bG+C4ByTjOedZY8b2SBznWhtnMO1GtE64AabzXLdUd+8+T8HOsu0PlmArqHShtGx8qAP5Ne4Kijjoo/+ZM/iac//elx+OGHb9Ljv/7rv+Jv//Zv46/+6q/iX//1X2P9+vWbPGd8TPApFFBAAQUUUEABBRRQQAEFFFBg+AVcoQIKKKCAAgoooIACCigwPgTcfGZ8/Dv4FMMq4LoUUEABBRRQQAEFFFBAAQUUUGD4BVyhAgoooIACAwSgk0zZTAOaZkkMbXfGaECdD5T5UOucDpTEzkzkhBrvbmfyKHTm5FhTgJ4NaHLuut3Oj3XLzo5+x3G5Ac0xc/oNGVNAAQUUUEABBYZfwBUqsJ0EHrDbDnHNOfNb3wKjH+C2BSfEbYvPKd8EQKm73/ezDaPjUGP5DQC1nXOzQKcP9RsDagw6dbSOnN+qWs9W52U7Y7nxDJDdMpax0un6gc63EtS5zXCe37StFRgkcPDBB8c111wTz3nOc+LEE0+MadOmDZoeP/zhD+Ntb3tbrF69Oj7ykY/EzTffPHC+gwoooIACCiiggAKTUMAlK6CAAgoooIACCiiggAIKKKDA8Au4QgUU6Cvg5jN9WQwqoIACCiiggAIKKKDARBXwuRVQQAEFFFBAAQUUUECB8SYAnaTK5tmgJlf2S6oESoIm1DrPAbLqiUON5QBQxjKpsylAST7tl1DaPSfHsw/1Gut3f2SsHWsDmoNnxQXHugFNeGx3AR9AAQUUUEABBRSYDAIP3H2HeMo58/su9bYFJ8Zti84u7/xA3zrf87sL1Hn5DZAFKBtSZjvnAeU62W4K1BjU7wWodY5H64DabzXLufmNA2S3fKNAbWcAahs630hQYzneFBgda8asFegnsHz58rjsssviL//yL+Pcc8+NnXbaqd+0duyXv/xlfOADHyib0Lz73e+On/3sZ+0xGwooML4EfBoFFFBAAQUUUEABBRRQQAEFFBh+AVeogAIKKKCAAgooMD4E3HxmfPw7+BQKKKDAsAq4LgUUUEABBRRQQAEFFFBAAQUUGH4BV6iAApshAJ3kymY6dBIqodNuxpsa6hh0aqCdyAm1ncmfWaDTz2sAJaE0x/oVGD2+oWxAc070O449KDegmdtvyJgCCiiggAIKKKCAAgpsIYEH7DY9rj570MYzZ5XNXqC+/wPt/ljv/Rnv3mimaWe8u0Dfa/ZcP1oH9M5rhcp3StZZgKzapdmYJusMwujxjFsUuL8CO++8c5x33nmxYsWKuPTSS2OPPfYYeKk777wzPvnJT5ZNaN74xjfGt7/97YHzHVRAAQUUUEABBRRQQAEFJoGAS1RAAQUUUEABBRRQQAEFFFBAgeEX6LtCN5/py2JQAQUUUEABBRRQQAEFFFBAgYkq4HMroIACCiiggAIKjFcBGHsDmky+hN7ES+j0gZLECZTlAe0+UGL5A5R4Jo4C7eRQ6LRzbGSBOp5xqO0Nu58f63Y9N/odxx40My44dk6/IWMKKKCAAttEwJsooIACCgyzwAN3nx5POWdB3yXevtPJcfvis8t7P1De+Zv3eOj0M5YFOt8IzWYzQM8GldCZA5RrQqeGOh6tA2j9Rvv+0TqgxlrN8geUa8SIAzrfRNB7Tr9vohGn21VgswVmzJgRJ598cjz3uc+Nq6++Og488MCB5/72t7+NL3zhC/GKV7wiXvnKV8aXvvSlgfMdVEABBRRQYNsJeCcFFFBAAQUUUEABBRRQQAEFFBh+AVeogAIKKKDA+BBw85nx8e/gUyiggAIKKKDAsAq4LgUUUEABBRRQQAEFFFBAAQUUGH6B+7BC6CRbNqdBTbrMZMsm1tRQx7r7UGNAO+ETOu1MMG0KUJI+oY5nsinUWDNnUL1+t/Ni3a7nRb/j2INmxaPcgKYfjTEFFFBAAQUUUEABBe63wP677xBXnz32xjO3LjyjfAc07/FAeedv+t01dMbyWyDHgJ6NZzLWFKBcC3rrHI/W0dRQvy9aoTI/66ZAZ6yJZQ2dbyEgQz0FRsd6JthR4H4KHHHEEfGMZzwj/viP/ziOPPLITV7lW9/6Vrz+9a+P1atXx6c+9am46667OufYUkABBRRQQAEFFFBAAQUUUECB4RdwhQoooIACCiiggAIKKKDAJBVw85lJ+g8/WZftuhVQQAEFFFBAAQUUUEABBRRQYPgFXKECCiiggALjXQA6SZfNs0In0RI67RyH3n53DCiJp1DrZgwoSaCZHAq1DXVOk3SaY2MVqHOBWL/bubF2jA1ojjloVlx43JzwUEABBRRQQAEFtrWA91NgGAX232OHePLZ8/su7badTo7bFp1Z3vOBdg313X3kuz3UORlvvgGAno1noHMu0L5mngOdfrSOjLWq9vdHtjPWvYkm1OvlWHeBzjcQ0D0U3ef3DNhRYAsLPOhBD4qrrroqnve858Upp5wSs2bNGniHn/70p/Gud70rrrvuuvjQhz4UN9xww8D5DiqggAIKKKCAAgpsHQGvqoACCiiggAIKKKCAAgoooIACwy/gChVQYHwIuPnM+Ph38CkUUEABBRRQQAEFFBhWAdelgAIKKKCAAgoooIACCijQRwA6yZfNMNQkzH7Jl1DHci7Qk/AJnT6QU9rjQEkgzaTQpkCNQa2b+Fg1EBtyA5pl50a/4+gDZ8Wj3ICmH81kirlWBRRQQAEFFFBAgd9RoGw8c9ZYG8+cErctPKPcASjv+FDr7vd4qDGodY4N2ngmx7NAnQ+dGijfFdE6ck6rKn0gm+UZ8tsFah8o42Ww9QO0fqPEcl60DqixVrP9B6Nj7UEbCmwFgd133z0uueSSWLFiRTzykY+MRYsWDbzLjTfeGB/+8Idj9erV8Y53vCN+/OMfD5zvoAJDLuDyFFBAAQUUUEABBRRQQAEFFFBg+AVcoQIKKKCAAgoooMAkFXDzmUn6D++yFVBgsgq4bgUUUEABBRRQQAEFFFBAAQUUGH4BV6iAAhNFAMbegCbXAL1JmNDb754DlKTOTAoFcqinD5Q+UJJEgWiSUPOckSXHmpJjQGzY/bxYt9v50e845sBZceHxc/sNGVNAAQUUUEABBRRQQIFNCDxojx3iyWNsPHPrTrnxzOnlPT7fzbMAMWXKlPKOn/3uAnUsY/lOD/VbINsZG1mgzofeOudBjUXrgHodoDxLtA6g9RvlOaC2Y+ORG85A55sHRo9vnGqlwHYRmD9/fpx99tmxcuXKePzjHx977733wOdYu3ZtfOYzn4kXvvCF8brXvS6+8Y1vDJzvoAIKKKCAAgoooIACCiiwZQS8igIKKKCAAgoooIACCiiggAIKDL/A+FjhlPHxGD6FAgoooIACCiiggAIKKKCAAkMq4LIUUEABBRRQQAEFFBggAJ1kzGYa1KTMJlmziWcNlMTObGeBTh/IUBmHTrs7aRQo492xbI8s0JnXJKkCsW7Z2bF21/4b0Bx9wMx49HFuQFP+EfxRQIHJJ+CKFVBAAQUUuJ8CufHMk8bYeOa2nU6JXy06o7zDA2XTF+itR77LZz/f4bMAZdPJbGe8KUDfa0EnHq0DaP1G+/7ROqD3GwYo462hnj/ozAN6xrIDo2MZtyiwrQXyfz+OP/74ePaznx1PfepT49BDD93kI3z5y1+OV73qVfHyl788Pv/5z8dvfvObTZ7jBAUUUECBIRFwGQoooIACCiiggAIKKKCAAgooMPwCrlABBRRQQIFJKuDmM5P0H95lK6CAAgooMFkFXLcCCiiggAIKKKCAAgoooIACCgy/wERbIXSSMptnB0qz3wY0OQCMmeCZ401SabaBUYml0Btr5o9VZzJeM7Zht3Ni3e4XRL/jqANnxqOPdwOafjbGFFBAAQUUUEABBRQYKXDAnjvE2BvPPCJuW3h6ee9v3sWBnnf7kfGmnzVQNp7JdncBeq4Bo/tQY9E6oH57AOW8aB1A6zfKs0FtR9cBnW8cGD3eNdWmAr+TwJY++SEPeUj8/u//fjzzmc+MY445ZpOX/853vhNvetObYtWqVfGJT3wifvWrX23yHCcooIACCiiggAIKKKCAAgoooMB9E3C2AgoooIACCiiggAIKKKDAthFw85lt4+xd+gsYVUABBRRQQAEFFFBAAQUUUECB4RdwhQoooIACCiiwGQLQSc5spkNN0hxrA5pmXtZASfzMdiaWZg2dGFASRXMsC9Sxpp11vwKdec04EOuXnRXrdhtjA5oDZsZjjp8THgoooIACCigwqQRcrAIK3EeBA/acEVedOb/vWbftfGrctvC08g4PtGsY/X6e7+ndm0VmG7jfG89E6wBav1G+MaDTzm+T2HgAZXxjt11B59sGaMez0X1+9i0KjFeB/fbbL6644opYuXJlnHHGGTFnzuBv3J///Ofxnve8J1avXh3ve9/74v/+7//G69J8LgUUUEABBRRQ4HcV8HwFFFBAAQUUUEABBRRQQAEFFBh+ieFMLgAAEABJREFUAVeogAKTVMDNZybpP7zLVkABBRRQQAEFFJisAq5bAQUUUEABBRRQQAEFFFBgvApAb2JmPifUWCZpQm1nPAtQkj2ht27G8pxMRM3SxLLOfhao5zXtrJuSCatNO2ugJLxmOwsQ65adGWt2PT/6HUceMCsec8Lg5Lx+5xnbUgJeRwEFFFBAAQUUUGA8Cxyw5w5x1Znz+j7ibTufFrftfGp5/4b6zg61Hvmenu/mWYAyP8eBno1ngDIGm66jdeT1WlX7WyPbGcvvCyC7PWMlsPEHxt54JqdAPT/bFgUmgsDSpUvjwgsvLJvQPOYxj4lly5YNfOxbb701Pvaxj5VNaN761rfGD37wg4HzHVTgdxfwCgoooIACCiiggAIKKKCAAgooMPwCrlABBRRQQAEFFFBAgW0j4OYz28bZuyiggAL9BYwqoIACCiiggAIKKKCAAgoooMDwC7hCBRRQ4D4KZFJn9ylQEzQzDrXdPd60czzbUOdkgmjTh04MKMmiOQ697YxlAUqCaiavZj9Ldzv7WTbsenas2fWR0e848kGz4qIT5/YbMqaAAgoooIACCiigwPAJbOaKDlyeG8/M7zv7toWnx+0LezeeyffupgDlPb3pZw20N5uBTjvHsuR7PFDOg7FrqGPROqB+JwDlvGgdQOs3yrcE1Ha0DqhtGHvjmeZbpTXdPwUmpMDs2bPjtNNOixe84AVx5ZVXxgMe8ICB69iwYUP827/9W7z4xS+O17zmNfHVr3514HwHFVBAAQUUUEABBRRQYAIJ+KgKKKCAAgoooIACCiiggAIKKDD8ApN0hW4+M0n/4V22AgoooIACCiiggAIKKDBZBVy3AgoooIACCiiggALjXQA6SZvNs0JN6MykTajt7jGgJIFmDHrbzTlADpd5QEkizWRUoMSadtb9CtBOau0e37DrWbFmtwui3/Hw/We6AU0/GGMKKLDVBbyBAgoooIAC41HgoD13iCee0X/jmVt3Pi1u3/kR5bGB9vt6vntDbz9jWYD2Ozp02jmWBUa/6wPl2tCpo3UArd8o3wbQaef3RGw8gDK+sVvaOQ6dbxigGW7XMDrWHrShwAQTOProo+NP//RP4w/+4A/i8MMP3+TTf+1rX4vXvva1ZSOa3JDm7rvv3uQ5TlBAAQUU2HwBZyqggAIKKKCAAgoooIACCiigwPALuEIFFFBAAQUU2DYCbj6zbZy9iwIKKKCAAgr0FzCqgAIKKKCAAgoooIACCiiggALDL+AK74cAdJI3m9OhJmw2yZ1NvKmBdvJnE8saahwoSabROoDWb5T5YyWlZjzL1KlTBya05pwNy86Mtbs9KvoduQHNxSfO7TdkTAEFFFBAAQUUUECBSSNw4PId4soz+288c8vGjWeA8s6e79hQ21DrjHUXYOB7OjDqWs35UMeA9jdBtA6ofaCcG60DaP1GmRcjjubbJOscgjo325ZJKTCpFn3IIYfENddcE3/+538eJ5xwQkybNm3g+n/wgx/EW9/61li9enV89KMfjVtvvXXgfAcVUEABBRRQQAEFFFBAAQUUGKcCPpYCCiiggAIKKKCAAgoooMCQCkwZ0nW5rPsl4EkKKKCAAgoooIACCiiggAIKKDD8Aq5QAQUUUEABBSaKANz3DWhybVATPoGSIAr960w8BUpSadOG2odODbWdm9A085p29puyftkZsWaMDWgetv/MuMQNaMJDAQUUUECBbSfgnRRQYDwJHLR8h3jiGf03nrl159PjjoWnlnf35t06a6jv8f3evYH7vPEM1OsB5RsAiDygU0On3Wwo08wByjNmvynQ+WYBmnCpu88vAX8UGFKBvfbaKx73uMfFihUr4uyzz4758/v/73qz/F/84hfx/ve/P1atWhXvec974n/+53+aIWsFFFBAAQUUUOB+CHiKAgoooIACCiiggAIKKKCAAgoMv4ArVEABBbaNgJvPbBtn76KAAgoooIACCiigQH8BowoooIACCiiggAIKKKCAAgoMEIDeBM6cCjWWyZxQ2xnPApSEUCC7pUBtQ60zkTVLDnbX2QbK+f3aGcvE1yxASXbNdsabsmHZGXHXrhdEv+OI/WfGxSfN7Tc0/DFXqIACCiiggAIKKDBpBQ7ea0ZcOcbGM7fsdHrcvvMpxSbfrYGyMUy0juYdGyix7n7OzT5Q3suz3RSgPR9qG+p7PvT285xoHdA73gqV74LuOtvdBcbeeCbnAVlZFJg0AosWLYpHPvKRsXLlyrjkkkti9913H7j2O+64Iz7xiU/E6tWr441vfGN897vfHTjfwQki4GMqoIACCiiggAIKKKCAAgoooMDwC7hCBRRQQAEFFFBAAQWGVMDNZ4b0H9ZlKaDA/RPwLAUUUEABBRRQQAEFFFBAAQUUGH4BV6iAAgpMRIHcaKb7uaEmcmYcart7PNvQiUNtQ61zvEk0bWqgJKkCJdE041mgE89+U6B3XhO/e9czY+3uF0a/42EPnBmXnDSv35AxBRRQQAEFFFBAAQW2qMB4uNhBe82IK07v//57y86nxx2LHlHewfNdGihtYNSGMjmeBTpj0GnnWBagXGNkO/tNgfoeD0QeQHn/h1pnrClQY0AJQafOb5EMQo1lO0sTz7ZFgckoMHPmzDjllFPiec97Xjz5yU+OAw44YCDDb37zm/jCF74QL3vZy+JVr3pVfPnLXx4430EFFFBAAQUUUEABBRToFbCngAIKKKCAAgoooIACCiiggALDL+AKt42Am89sG2fvooACCiiggAIKKKCAAgoo0F/AqAIKKKCAAgoooIACCmyGAPQmdOYpUGOZ3Am1nfEsQDuBtLvf3QZKYmq0jkxEBUq/aUNvvzs+derU9tyMjyzrdzk91uzWfwOaIx44Iy49aW54KKDApBJwsQoooIACCkw6gYP3nhFXjrHxzK0Lz4w7Fj6i/c7evE8D5T0bGLUBDXRi0GmPPDf7QPs6UL8Nmni0DqD1G+37R+sAIr8tWs3yB3VO6bR+oI5DrVuhcn7W3QV6z+ses63AZBN42MMeFn/0R39USrY3tf5vfOMb8brXvS6uu+66+PSnPx3r1q3b1CmOK6CAAuNNwOdRQAEFFFBAAQUUUEABBRRQQIHhF3CFCiiggAIKKDCkAlOGdF0uSwEFFFBAAQXul4AnKaCAAgoooIACCiiggAIKKKDA8Au4woks0J0MmuuAmtiZcajtjDcFKAmhOd7ERtaZhJoxIKsyP2MjC1ASWDMOtd29CU13O+dsWHZ6rNn90dHveOgDZ7oBTT8YYwoooIACCiiggAJDIXDIXjvEFafN67uWWxaeGbfvdFJ57wbadU7O92igvHdDrZtY9/t204Y6B2rdzM16ZIHee0Gnn3OjdQCt3yjPFK0Dar/VLBvTwOCNZ3KeZTwJ+CzjReCAAw6IJz/5yfG85z0vTjnllJgxY8bAR/vJT34S73znO2PVqlXx4Q9/OG666aaB8x1UQAEFFFBAAQUUUEABBRSYzAKuXQEFFFBAAQUUUEABBRRQQIEtI+DmM1vGcetcxasqoIACCiiggAIKKKCAAgoooMDwC7hCBRRQQAEFFFDgPghAJ9mzOQ1qQmhuMAO13YxlDfQkj0LtAzlcSiabAu0kV6CcA7XO8SxQ52S7Kd2Jr027Gduwy2lx125jb0Dz2JPnhocCCiiggAKTQsBFKqDApBE4ZO8d4gmnz++73lsWnhV37Hxyee9u3pmzBkoMap2xLFDfx0e+Z+dYloxD5xyobajnQW8drQM6sVa3vPfnt0S2s8Do8SbezAMy1C5NvB2woYACfQV23333uOSSS2LlypXxyEc+MhYtWtR3XhO84YYb4kMf+lDZhCY3o8lNaZoxawUUUEABBRQYpwI+lgIKKKCAAgoooIACCiiggAIKDL+AK1RAAQWGVMDNZ4b0H9ZlKaCAAgoooIACCtw/Ac9SQAEFFFBAAQUUUEABBRRQYLwLwO+2AU33+jJhFWriaLZzLGugJKFmOwtQkmHHamfSazPWtLOf5e5lp8Wa3R8T/Y7DHzAzHnvKtt+Apt+zGFNAAQUUUEABBRRQ4HcVOGTvGfGE0/pvPHPrwrPjVzudWG6R78lAeceGWo98jwYiY1lyfr8CtK8BtT1yHtR3exhd59xoHUDrN8o3QIw4cmMZ6HyDQJ3bPQ1Gx7rHbSugQK/AggUL4uyzz44VK1bE4x73uNh77717J4zorVmzJj796U/HddddF69//evjm9/85ogZdscSMK6AAgoooIACCiiggAIKKKCAAsMv4AoVUEABBRRQQAEFFFBgywi4+cyWcfQqCiiwdQS8qgIKKKCAAgoooIACCiiggAIKDL+AK1RAAQUUuB8C0En+bE6HmvDZJIc28aYG2smk0Ntu5jTJp1kDJQy0E1ozngVqLBNhodNuxjKe7aZs2OXUsTeg2S83oJkXHgoooIACCiiggAJDLTD0izt0n9x4pv977S0Lz4pf7XxieR/Pd2WgtIHyrp3vzdBpZz/nZT2yQJ0Hte43Dp3rQ21H64Dahlq3Qu0/qDGgxKBT5zdGBqHGsp2liWfbooAC911g2rRpccIJJ8Szn/3suOaaa+KQQw7Z5EW+9KUvxV//9V/Hy1/+8vjiF78Y/u/hJsmcoIACCiiggAIKKLBtBbybAgoooIACCiiggAIKKKCAAgoMv4ArHFKBKUO6LpelgAIKKKCAAgoooIACCihwvwQ8SQEFFFBAAQUUUEABBSaKAPQmfuZzQ41l8hnUdsabApQk1+xDp50Jq0CGS/JrNpoYUM5p+llngRrPpFignJftZqxpZz9L2YBmj4ui33H4fjPislP6J+r2m29MAQV+VwHPV0ABBRRQQIEtKZAbz1x+av/32VsWnh137HxSeafOd2So79H5jtyvAOXdOsegtw2dfo5ngU4MOteG2o6NB9Q+1HpjuFRAqbt/mm+KrDMOo+fA6FjOtSigwH0XOPzww+MP/uAP4k//9E/j6KOP3uQFvvOd78Tf//3fx6pVq+KTn/xk3HnnnZs8xwkKKDAZBVyzAgoooIACCiiggAIKKKCAAgoMv4ArVEABBRRQQAEFtoyAm89sGUevooACCiigwNYR8KoKKKCAAgoooIACCiiggAIKKDD8Aq5Qgd9RoEkGbS4DNQE041DbzVjWQEl8zfHsdxegdDOJNRtAmQu1znh3gU4cajsTanMOEE07+1k2LH1ErN3j4uh3PGS/GfE4N6DpR2NMAQUUUEABBRRQYBwLHLbvjBhr45mby8YzJ5anz/dhqO/M2c4CtDeaafrNOzQw6n0654xVgPa1oN4nWgfUNnTqVrj9B5Q21Lp0Wj9ANN8M0DvWxFvT/LsvAs5VYDMEHvCAB8SVV14ZL3jBC+K0006L2bNnDzzrZz/7Wbz73e8um9C8//3vj1/+8pcD5zuogAIKKKCAAgoooIACCiiwlQW8vAIKKKCAAgoooIACCiiggAITVMDNZ24bx/QAABAASURBVO7DP5xTFVBAAQUUUEABBRRQQAEFFFBg+AVcoQIKKKCAAgooMNEEoJMU2jw71OTQTAqF2m7GsgbKpjLdbagxIMMlcRVo10A5B2rdJL1CnZP9JlG2qYGSMNv0c86GXR4Ra8bYgObBuQHNI+aGhwIKKKCAAltbwOsroIACW0LgsH1mxOMfMa/vpW5ZdG7cufOW23gm36mz5Ds11HdyGLvOh4LR4/mNkGNZgKzKe342oNNv5kGN5Xi/WMYtCiiw5QWWLVsWj3nMY2LFihVx4YUXxtKlSwfe5JZbbomPfvSjsXr16njb294WP/rRjwbOd1ABBRRQQIHJIuA6FVBAAQUUUEABBRRQQAEFFFBg+AVcoQIKKKDAlhFw85kt4+hVFFBAAQUUUEABBbaOgFdVQAEFFFBAAQUUUEABBRRQQIHNEIDN24AGOomjQDvJdOQtgBLKxNZsAGUu1Drj3QXo2aQmx7oTY7PfXTYsPSXW7HFJbDx6qgfvOzMe5wY0PSZ2FFBAAQUUUEABBcafQNl45tSxN5751YLjyjt0vgdDfY8G2u/NGW8KUDZtzD70toFyTjOW9VgF6n2ideQcqH2odStcnqlfnbHcXAY63xZAhtsFevvtARsKKLDVBObOnRtnnHFG2YTmiiuuiP3222/gvdavXx//+q//Gi960Yvita99bXzta18bOH8bD3o7BRRQQAEFFFBAAQUUUEABBRQYfgFXqIACCiiggAIKKKCAAhNUwM1nJug/nI+twPYR8K4KKKCAAgoooIACCiiggAIKKDD8Aq5QAQUUUGCiCkAnSbRZA9Tk0JFJpN3jUOcAJREVat3MyaTVpkAdg07djHXXUMdzA5oswKhk2g1LT4679rg4+h25Ac3jx0jk7TffmAIKKKCAAgoooMB9FXD+7yIw6H315kXnxh07Hd9+t27ek4HyTgz0bCYDlHjOg047+1nyfTproOe8Jgb13RtqHa0DaP1G+xmg9mPjAbTHMgRkVWL57ZAdqLFsZ2ni2bYooMC2FwDimGOOiWc+85nx+7//+/GQhzwkNnV89atfjde85jXxkpe8JP793/897rnnnk2d4rgCCiiggAIKKKDA0Am4IAUUUEABBRRQQAEFFFBAAQUUGH4BV6jAlhFw85kt4+hVFFBAAQUUUEABBRRQQIGtI+BVFVBAAQUUUEABBRRQQIH7IAC9CaJ5KtRYJotCbUOtm3Ho7We8SWbNNtTxJgaUxNTsNwXGjmXCLNCTVJvn3bPLI2LNHpdEv+OwfWbE4x8xr9+QMQWGT8AVKaCAAgoooMCEEXjIvjPjcY+Y2/d5b1l0Xty50/FlLN93mwKUd2GgZwOZfE/OkvOAMqdpQ2+/O960s84C9V08WgfUNnTqVrj9B7TbTaP5Vsg6YzB6DoyO5VyLAgpse4FDDz00nvrUp8azn/3sOP7448v/XRn0FN///vfjLW95S6xatSr++Z//OW677bZB0x1TQIGtKeC1FVBAAQUUUEABBRRQQAEFFFBg+AVcoQIKKKCAAgooMEEF3Hxmgv7D+dgKKKCAAttHwLsqoIACCiiggAIKKKCAAgoooMDwC7hCBYZBoEkabdYCNVE040Bk3YxlDZTNZLI9sgAl1J3UCpT5TSzrpgAl8a3pN3Um1QLthNomfvcup8SaPS+Nfsdh+86Iy091A5p+NsYUUEABBRRQQAEFtr3Ag/ebEZeNtfHM4vPjjp2OKw+V77pQ35kz0LwLZ7xfAdrvyVDbeU7OhXqdbDcFKO/cUMeAyAMo7+nQqTPeFKA0odal0/qBzjcC9I6N/HZoTR+aPxeiwEQX2HvvvePxj398rFy5Ms4+++yYP3/+wCX94he/iH/8x3+M1atXx3vf+974+c9/PnC+gwoooIACCiiggAIKKKDAMAi4BgUUUEABBRRQQAEFFFBAAQUU2DyBibz5zOat0FkKKKCAAgoooIACCiiggAIKKDCRBXx2BRRQQAEFFFBAgfshAL0Jo3kJqLFMHoXaznhTgJKomn2obejUTbw74TVj2Yc6L9tZgJIMm+0sUPuZQAu9bSDuXnpy3LVH/w1oDt3HDWjCQwEFFBh+AVeogAIKjHuBh+w3Ix53Sv+NEW9edH7cseDYsoZ8/20KUDaVAUa9H+e7cc4DypyR7aafdRagXAPquzd06mgd0OlDbee7f2uo/AFj1s08qHNyYr9Yxi0KKDD+BBYvXhyPfOQjY8WKFXHJJZfE7rvvPvAhb7/99vj4xz9eNqF505veFN/73vcGzndQAQUUUECBLSjgpRRQQAEFFFBAAQUUUEABBRRQYPgFXKECCiigwAQVcPOZCfoP52MroIACCiiggALbR8C7KqCAAgoooIACCiiggAIKKKDARBJoEkabZ4aaTJpxqG2odc4BAshmKTB2G+jZrKY7ITbbIwvU+WMl2d6zy8lx156PLfcd+ZMb0DzhtPkjw/YVUEABBRRQQAEFFNgmAofvNyMuG2vjmcXnx507HVueI9+Bob73ZjvffYGyaUz2swDtzWayn3OyzpJtoMyHWjfxrKHGgMgDap1jWYD2O3r3OJDdnrHmm6Cpoc4pE1s/0NtvhfxTQIFxLjBr1qw45ZRT4nnPe15cddVV8aAHPWjgE//617+Oz3/+8/HSl740/uZv/ia+8pWvDJzvoAIKKKCAAgoooIACCiiggAIKTEQBn1kBBRRQQAEFFFBAAQUU2DwBN5/ZPCdnKTA+BXwqBRRQQAEFFFBAAQUUUEABBRQYfgFXqIACCiigwO8gAEQmk3ZfAmoSacah/zjUOXkeUJJUobfO5NYs0IlnvylQ402/qYF2si30tu9ZelKsGWMDmkP23iGecLob0ISHAgoooIACCgyngKsatwK58cxjx9x45pFx54K68UxuHNO88zY1UDaSyT7U9+N+80aOQ53bHYd6Lah1jkXrgDq31ex5b89+FiCrMpYN6PTzmyBjI8tY8ZHz7CugwPgVOPLII+OP//iP4xnPeEYcccQRm3zQr3/96/G3f/u38cIXvjA+85nPxPr16zd5jhMUUEABBRRQQAEF7oeApyiggAIKKKCAAgoooIACCiigwPALuEIFJqiAm89M0H84H1sBBRRQQAEFFFBAAQW2j4B3VUABBRRQQAEFFFBAAQUmmgDU5NLu54Yay6RSqG2odc4D2smp2e8uQOkCZQ6MrjMRdlABxtyA5u6lJ8VdY21As9cOccVp88JDga0t4PUVUEABBRRQQIEUOPwBM2OsjWduWpQbzxyT08oGM0Cpm/dg6PSB8v471sYzeU6OZQHKdbKd8SxQY0DkAbVuxpoY1Hj2s0DtQ60z1nwDNDV0xnI8C4yOZdyigAITT+DAAw+Mq6++Op773OfGySefHDvssMPARfz4xz+Od7zjHbFq1ar4p3/6p7j55psHzndQgYku4PMroIACCiiggAIKKKCAAgoooMDwC7hCBRRQQAEFFFBAgc0TcPOZzXNylgIKKKDA+BTwqRRQQAEFFFBAAQUUUEABBRRQYPgFXKECCmwhgUwu7b4U1ITSjAORdb/xjAHtjWaaflM3Ca/QmQOUhNkcG6sAJQE3x6G3ffeSE+OuPS+LfsfBe8+IK093A5p+NsYUUEABBRRQQAEFtpzAQ3PjmZPn9r3gzYsviLt2Oqa8IzebxEB9H+73ftvMybFBBWi/R0O9HtRYtA6gjEfryOtAZw7Qinb+oPah1s0IjH73b8ZGfhM08W1UexsFFNiKAnvssUdceumlsWLFijjvvPNi5513Hni366+/Pj74wQ+WTWj+4R/+IX76058OnO+gAgoooIACCiiggAIKKLCZAk5TQAEFFFBAAQUUUEABBRRQQIFxKrAFN58Zpyv0sRRQQAEFFFBAAQUUUEABBRRQYAsKeCkFFFBAAQUUUECBiSoAvUmnuQ6osUwyhdrOeFMyobVpZw2UBFuodRPLeVmgxqHW3bFsZ+lOvAX6bkCT8+5ecsKYG9ActNeMuMINaMJDAQUU2HoCXlkBBRSY3AKHP3BmXDpg45k7Fxzd814Mve+/+T4LNda8/wJl45hmLOvuAp3xJg41Bp06WgfUa7ea5Tmy7i5A6UKtS6f1A3XjGaDnvPweaA33xLJvUUCB4RPITWfOPffcsgnNZZddFsuXLx+4yLvuuiv+5V/+Ja677rp4wxveEN/61rcGzndQAQUUUGCiCfi8CiiggAIKKKCAAgoooIACCigw/AKuUAEFFFBAgc0TcPOZzXNylgIKKKCAAgooMD4FfCoFFFBAAQUUUEABBRRQQAEFFBh+gS28wiaxtLksUJoZh9qGWudAJr5m3RSgnZQKNOESA/rWeY0sUMez3RRgzA1o7ll6Yty15+Oi33HwXjPiyjPm9xsypoACCiiggAIKKKDA/RZ46ANnxmNPmtv3/JuXPCpGbjzTvNdmDfRsMNO98cxY7ZHnNX2o786x8QBKK8ezZAdqDGo9VqyJ5zt/tkcW6Jw/csy+AgpsQ4FteKsddtghTjzxxHjOc54T11xzTRx88MED757/9+M//uM/4pWvfGW84hWviGwPPMFBBRRQQAEFFFBAAQUUUEABBRToL2BUAQUUUEABBRRQQAEFFBinAlPG6XP5WApMSAEfWgEFFFBAAQUUUEABBRRQQAEFhl/AFSqggAIKKDDRBYDIpLHudUBNNs04jB5vkltHngP0bDaT86ATy35TgJKIC7Vu4lkDfTegAeLuJcfHmr0uj37HQct3iCe6AU0/GmMKKKCAAgoo8DsKePrkFDjigTPi0jE3nrkw7ph35Jjvv/le210GbTaT84DyDgyU9+QmBvV9uulnnSVaB9SxVrPnObKfBciqjJXGxh/ovONDnZND+f6ftUUBBSa3wOGHHx5Pf/rT40/+5E/iqKOO2iTGt7/97XjDG94Qq1atik996lNx1113bfIcJyiggAIKKKCAAuNVwOdSQAEFFFBAAQUUUEABBRRQQIHhF3CFCiiweQJuPrN5Ts5SQAEFFFBAAQUUUECB8SngUymggAIKKKCAAgoooIACCtwPAegknDanQ41lAirUdjOWdZPwmu2RBTrzcx7QTniF2s54liYJN9vdBSjJtzkOtd2M3734uLhr+eOj33FgbkBz5vx+Q8aGR8CVKKCAAgoooIACW13giAfOjEtOmtf3PjcuelTcOf/IskkMUOrmXbW7ht4xoLzjNnPyXTcL1Dgw6lpQY9E6oL5Lt5rtedkGsuopUGNQ62YQ6sYzQPsdvXusaVsroIACD3zgA+OJT3xivOAFL4jTTjstdtxxx4Eo//3f/x3vete7yiY0H/jAB+L6668fON9BBTZDwCkKKKCAAgoooIACCiiggAIKKDD8Aq5QAQUUUEABBRRQYJwKuPnMOP2H8bEUUECBiSngUyuggAIKKKCAAgoooIACCiigwPALuEIFFBgmgdxopns9QOlmHGq7BDb+ZNLsxmZJXAVKnTGobaB0fRMhAAAQAElEQVQkxkKnD7Wd50NnPPuZfJt1FqhjGQNKom7Tzg1o1ux1efQ7Dtxzh7jqDDeg6WdjTAEFFFBAAQUUUGDTAg/bPzeemdt34o2LL4w1Ox1VxvKdNQtQ3nlHtvPdNWNNGdnPOFDec4H2NZo41Fi0joxlaTXLPCCb5f0bKHUJtH6A1m/0xKJ1QN14ptUc9Zfv/KOCPQE7CigwWQWWLVsWj3nMY2LlypVx4YUXxtKlSwdS3HzzzfGRj3wkVq9eHW9/+9vjxz/+8cD5DiqggAIKKKCAAgoooMB4EvBZFFBAAQUUUEABBRRQQAEFFFBg+AU2b4VuPrN5Ts5SQAEFFFBAAQUUUEABBRRQYHwK+FQKKKCAAgoooIACCvwOAlCTVLsvATWWyahQ21DrnNckwGa7KVDHodYZz3lAO1EWKMmwGY/WkTXUWHdSLlDOyRh02jl/w6Jj467l/TegOWD5DnHVmfPCQwEFFBhKARelgAIKKLDVBHLjmYtP7L/xzE1LHh1rFhzZfo+F+v4KlHdWqHW+q25OAcrGMyPnQr1uxqN1QO23mu37ZBvIql2A8mwZALJqF6gbzwDtOTmY7/lZA1lZFFBAgTEF5s6dG2eccUasWLEiLr/88thvv/3GnJsD69ati89+9rPxwhe+MP7u7/4u/uu//ivDFgUUUECB+yLgXAUUUEABBRRQQAEFFFBAAQUUGH4BV6iAAgoooMA4FXDzmXH6D+NjKaCAAgoooMDEFPCpFVBAAQUUUEABBRRQQAEFFFBg+AWGcYVNAmqzNqiJqBmHTtJqM94kxWYf6tyMASWxFcihkiibDaAdB0o85+cGM1kDPUm4QJmT49Bp59y7Fx8bd+31hOh3HLDnjLjqrPn9howpoIACCiiggAIKKDBKYFMbz9w1/+HlnHwPzQKU99SR7exvqgDlnRfqu3EzH2ofiDyAco9oHTkHOvFWqLxXd9cj200/3+WzPbJAvd7IuH0FFBgtYKQKAHHcccfFM5/5zHja054Whx12WB0Y8Puf//mf8epXvzpe+tKXxuc+97n49a9/PWC2QwoooIACCiiggAIKKKCAAgpsPwHvrIACCiiggAIKKKCAAgooUAXcfKY6+DucAq5KAQUUUEABBRRQQAEFFFBAAQWGX8AVKqCAAgoooMAWEIC6wUz3paAmpWbSKowez0TYZj7UudCpgZIYm/OgtqHWGcuS52cNNZ6bzWQ/C3RiQEnAbcbvXnRM3LV8jA1o9tghnuQGNOGhgAIKKKDAkAm4HAW2uMDD958ZF584t+91b156Udw572Ht99mcBJR30nxX3VIF6jtvXg867WgdTazVLM/Rr+6OZTsL1Hd3qNfLWJZ8r8/aooACCvwuArnxTG5A86xnPatsSJP/t2rQ9b73ve/Fm9/85li1alV8/OMfj9tvv33QdMcUUEABBRRQQAEFFFBAAQUUUEABBRRQQAEFFFBg+AVcoQIKjFMBN58Zp/8wPpYCCiiggAIKKKCAAhNTwKdWQAEFFFBAAQUUUEABBRSYqALAqEeHGstEVajt7kn9ksyaGHTmZwwoybpASZ6FTr/ZVAZqLOc3BYgcB8r52c6xuxcfE3cuvzz6HQ/aY4d4shvQ9KPZQjEvo4ACCiiggAIKTGyBI/efGReNufHMxXHnvCPKuydQ6nz/bAqMjjVj/Wqo77/5Hgv1XKgxqHW0DqDcK1pHXgfqGNCKRHmHjtYBtd9qtmPZzgKdjWey312gc1533LYCCihwfwT22WefuPzyy2PlypVx1llnxbx58wZe5n//93/jve99b6xevTre9773RfYHnuDgOBHwMRRQQAEFFFBAAQUUUEABBRRQYPgFXKECCiiggAIKKKCAAlXAzWeqg78KKKDAcAq4KgUUUEABBRRQQAEFFFBAAQUUGH4BV6iAAgpsYYHcaKb7klCTVDMOtd09nomx3f1sQ50HtBNim3lQY0BJrs041DbUOmNZMkE3a6DvBjT3LD427trriuh37O8GNP1YjCmggAIKKKCAApNe4OEPmhWPGWPjmZuWXhR3zD28vMPme+jIArTfYUeODerney30ngu1D7XO86N1ZA20WvUPKM8TrS7Q+q1/0GlnBOrGM9keWfJdfmTMvgIKKLAlBBYvXhwXXHBB2YTmoosuil133XXgZW+77bb42Mc+VjahefOb3xzf//73B853UAEFFFBAAQUUUECBSSfgghVQQAEFFFBAAQUUUEABBRRQYPgFxukK3XxmnP7D+FgKKKCAAgoooIACCiiggAITU8CnVkABBRRQQAEFFFBgogtAbxJrrgdqLJNWobah1jmeCbJZd5cmBrSTZTMGlIRdqHHo9DMpN+d0lyYGtDeggdrOeXcvOjruHLQBzdnzw0MBBRTY0gJeTwEFFFBgYgoc+aBZcdEJc/o+/E1LL4475z501LtqTs73TqCMZXtzC9B+h81zoPcdOFoH1FirWa4PZLP9Dl06rR+o8Vaz71jzrg6deRnrNz9jFgUUUGBLCsyaNStOPfXUeP7znx9XXXVV7L///gMvf88998TnPve5eMlLXhKvfvWr46tf/erA+Q4qoIAC20vA+yqggAIKKKCAAgoooIACCiigwPALuEIFFFBAAQUUqAJuPlMd/FVAAQUUUECB4RRwVQoooIACCiiggAIKKKCAAgooMPwCrnArCTSJqs3loSaxZhyIpm7Gm2Ta7EMdb2JAO0E2Y82cbEMdg06d8SxAScBtNqDJWNMGSiJvxu7JDWiWXxH9jv133yGuPntBvyFjCiiggAIKKKCAApNI4KgDZsZjxth45oYlF8Vd8+rGM/l+mQXq+2m+fwLlvTTjm1uA8r4KtM+Fek0g8gDKGHTqaB3QGW912+/SI9tNP9/Nsz2yQL3OyLh9BSaogI89QQSOPPLIuPbaa+MZz3hGHHHEEZt86v/6r/+K1772tfFXf/VX8dnPfjY2bNiwyXOcoIACCiiggAIKKKCAAgooMLQCLkwBBRRQQAEFFFBAAQUUUGA7Cbj5zHaCn5y3ddUKKKCAAgoooIACCiiggAIKKDD8Aq5QAQUUUEABBYZFAEYnqkKNZXIr1A1mutcLtBNjgTIEnRpqOxN2gTIXap2xfgVGj2cCcM4FSkJv9u9ZfHTcudeV0e944O7T4ynnuAFNPxtjCiiggAIK3D8Bz1JgYgnkxjOPPn5u34e+ccnFsXb+EeXdtHnHhPoOmu+ZQNkgJsc2twDlPRVonwu9bah9qPcCIg/oX3ePZTsL1HdyoDx/xrLk+3rWFgUUUGB7Chx44IFx9dVXx1/8xV/ESSedFNOnTx/4OD/84Q/j7W9/e6xatSo+8pGPxC233DJwvoMKKKCAAgoosC0EvIcCCiiggAIKKKCAAgoooIACCgy/gCtUQAEFqoCbz1QHfxVQQAEFFFBAAQUUGE4BV6WAAgoooIACCiiggAIKKKDAFhYAyhUzoRVquwQ2/gA9ia8ZziRdqHEgQyUJFyj1yHGgXCPjY5VMBM4x6FzjnkVHjbkBzQN2mx5POXt+DOXhohRQQAEFFFBAAQXGFDjqwJkx5sYzSy+JNfMf2n73hM57aL5vAu331Xz3HKtAPQ9q3X0uEHkA5T7Zbq4DNQadOseBrNrzswM1lu0s0Nl4JvvdBXrndo/ZVkABBba1wJ577hmPfexjY+XKlXHeeefFzjvvPPARfvnLX8YHPvCBsgnNu9/97vjZz342cP6kGnSxCiiggAIKKKCAAgoooIACCigw/AKuUAEFFFBAAQUUUECB7STg5jPbCd7bKqDA5BRw1QoooIACCiiggAIKKKCAAgooMPwCrlABBRQYRoHcaKZ7XVCTWTMOtT1yHDrx7nlAO4kWaJ8GlHgm4gKjknwzgbcZgzq3O9a0cwOau/Z+YvQ7HrD7DnHNOW5A08/GmAIKKKCAAgooMIwCRx8wMx593Ny+S7sxN56Zd3h5B4X6fpnvm00BRr2TNmNZj1XyvRT6nwv1PtBbR9cBlB7UOjvQaTf9fMfOtkUBBRSYKAK56cy5554bK1asKJvRLF++fOCj33nnnfHJT34yVq9eHW984xvj29/+9sD5DiqggAIKKKCAAgoosDUEvKYCCiiggAIKKKCAAgoooIACCgy/gCusAm4+Ux38VUABBRRQQAEFFFBAAQUUGE4BV6WAAgoooIACCiiggAJbQAB6k13zklBjmfQKtZ3xpgAlkTf7QOS8TNBt+kA2S0Iv0K5hdDvPA8r1sp2lSerNOgsQWWe5e+GRcede/Teg2W83N6AJDwWGT8AVKaCAAgooMErg6ANnxYXHj7XxzKWxZuPGM/lu2ZS8SLaB8n6a7abA6Fgzlu+g2c4a6jyo769Q62gdOScL1Bh06tZwed/trke2m36+W0M9N2MWBRRQYCIJ7LDDDnHSSSfFc57znLj66qvjoIMOGvj4v/3tb+MLX/hCvOIVr4hXvvKV8aUvfWngfAcVUGCoBVycAgoooIACCiiggAIKKKCAAgoMv4ArVEABBRRQQIHtJODmM9sJ3tsqoIACCigwOQVctQIKKKCAAgoooIACCiiggAIKDL+AKxxmgUxy7V4fULoZh9qGWucA0JNAm/NGJtvmvIw1dbaBkuwL9Xyo/RwbWaCOdSf6ZvueRUfGnXtfFf2OsgHNuQv6DRlTQAEFFFBAAQUUGAKBY3LjmePm9F3JDUsvjbvmPri8p0J938x3zJyc75FAeRfNWHfJse5+dxsoGyEC5Vyo14XBdXQdQOlBrbMDnXbTz3fqbFsU2P4CPoECv7vAEUccEX/4h38Y1157bRx55JGbvOC3vvWteP3rXx+rV6+OT3/607FmzZpNnuMEBRRQQAEFFFBAAQUUUECB30XAcxVQQAEFFFBAAQUUUEABBSaLgJvPTJZ/6X7rNKaAAgoooIACCiiggAIKKKCAAsMv4AoVUEABBRRQQIEtKAC9ya95aaixTIIFoqlzLAtQEnubdvc4dMYyebeZAzWeMaAk8Ga7u8DoeCYEQ41n+56FD487935S9Dv223V6PPU8N6DpZ2NMAQUUUGACCvjICijQFjjmoFnxqDE3nnlsrJn74PJ+CZQ63zGBns1jMra5BXrPBdrXzWtA77st1H60DqD1Gz3vy7HxgDq2sVvmNO/S0BnLWDPHWgEFFJioAvvvv39cddVV8fznPz9OPfXUmDVr1sCl/PSnP413vvOdZROaD37wg3HDDTcMnO+gAgoooIACQyPgQhRQQAEFFFBAAQUUUEABBRRQYPgFXKECCiiwnQTcfGY7wXtbBRRQQAEFFFBAgckp4KoVUEABBRRQQAEFFFBAAQUUGAaBkQmuUJNfMw51A5rudQIlWTZjQFYlIRcocaAnlkm6WYBR8zI+sgDlOhnPTWegnpftexY+bMwNaPZdNj1+77wFrXNjix5eTAEFFFBAAQUUUGD7CJSNZ46d0/fm1y+9NNbOe3B5v8z3xqbk5GwDo8Yy71rCYwAAEABJREFUPlaB+g6a75xQ21CvAWP3oTMWrQNo/UbrnbTW0Tqg0251y1jzrp397gK9c7vHbCuggAITTWDXXXeNiy66KFauXBkXXHBBLFmyZOASbrzxxvinf/qnsgnNO97xjvjJT34ycP6WHvR6CiiggAIKKKCAAgoooIACCigw/AKuUAEFFFBAAQUUUECBySLg5jOT5V/adSqgQD8BYwoooIACCiiggAIKKKCAAgooMPwCrlABBRRQYCsIQP8NZvJWg5JioZMY2z0PKAm1eT6QVelnoi9QkoCh1hkbq0Cd0yQA57xs/3rRw+OufZ4c/Y59lk2Pa851A5p+NsYUUEABBRRQQIEJJBDHHDQzHjXGxjM37nJZrJ374PKOCfV9M98Vgcj3RaC8c2asX8k53XHozAfKdZtx6PSjdQDl2lDj0XUApQe1zg502k0/352z3V36xbrHbSuggAITWWDevHlx1llnxYoVK+Lyyy+PffbZZ+By1q5dG5/5zGfiuuuui9e97nXxjW98Y+B8BxVQQAEFFFBAAQUmrIAProACCiiggAIKKKCAAgoooIACwy/gCreTgJvPbCd4b6uAAgoooIACCiiggAIKTE4BV62AAgoooIACCiiggALDIgC9SbG5LqixTISF2s54U4CSmJt9IKuSiJsNoD2WibtNLNtAmQd1DtR+jo1VMkEYOvPu3vmIuHOMDWj2XTY9nnru/JjSmh8eCiiwBQS8hAIKKKCAAttW4NiDZsWjjp3b96Y3LL0s1sw9rP0+me+P+a6Yk7MNlLFsj1Vg8+ZA530V6jnQGwMiD+itu2PZzgJ100eg/a6c8SxAVhYFFFBgqAXy/y4fd9xx8axnPSue9rSnxWGHHbbJ9X75y1+OV73qVfHyl788Pv/5z8dvfvObTZ7jBAUUuL8CnqeAAgoooIACCiiggAIKKKCAAsMv4AoVUEABBRRQYLIIuPnMZPmXdp0KKKCAAgr0EzCmgAIKKKCAAgoooIACCiiggALDL+AKFdjKArnRTPctoCbBZhxqe+Q4dOI5L5PJgJJQC5TpGcsGUJKBoX+d87oLUK6TsUwqhnpetn+98GFx5z5XR79jn2U7xFPPyw1o+o0aU0ABBRRQQAEFFBivArnxzAXHzun7eDfs8rhYM/fQ8n4ItN8rgcj3Q6DE8t1xcwrUd808N+dD7UO9DnTqaB3QGW91239AaUOtswOddtPPd+VsWxTYLAEnKTDkArnxTG5A82d/9mdx7LHHlv/bPmjJ3/nOd+JNb3pTrFq1Kj7xiU/Er371q0HTHVNAAQUUUEABBRRQQAEFJoaAT6mAAgoooIACCiiggAIKKKDAVhJw85mtBHt/Lus5CiiggAIKKKCAAgoooIACCigw/AKuUAEFFFBAAQUUGDYB6E2SzfVBjWWyLNQ21LoZh9oHYuQ8qGOZ0Ns9HyjJwVDrHB+rQJ2TicFQ2zn31wuPKBvQ3HtvjDr23mV6PPW8Ba17jBoyoIACCiigwH0ScLICCmwbgeMOnhVjbTxz47LLY82cQ1rvdlPKBgVAaec7YRbo7Wesu+R7ZHe/uw2jzwVG3Qc6MSDygN66O5btLNB5R4Y6P+P53py1RQEFFJjMAvvuu2884QlPiBUrVsSZZ54Zc+fOHcjx85//PN7znvfE6tWr4/3vf3/84he/GDjfQQUUUEABBe6LgHMVUEABBRRQQAEFFFBAAQUUUGD4BVyhAgooMFkEpkyWhbpOBRRQQAEFFFBAAQX6CBhSQAEFFFBAAQUUUEABBRRQQIEtJDAyERZqkmzGoSbPdt8KKMm5GQOyKsnAQIkDPbEm2Rco49mHTjv7IwuU8WgSh4Fyj9yA5q59nxLB6P9XWW5A83vnLmidEx4KKKCAAgoooIAC41ggN5555DFz+j7hDcseH3fNPijy/RAodXcbOrGM9yvQOwdqf+S7ZZ4LdSzb0TqgvodCrVuh8gf01KUz4gfquzPUud3DMDrWPW5bAQUUmEwCS5cujUc96lFlE5qLLroodt1114HLv/XWW+OjH/1oXHfddfGWt7wlfvCDHwyc76ACCiiggAIKKKCAAgoooIACCoxLAR9KAQUUUEABBRRQQAEFtpLA6P+idivdyMsqoIACmxZwhgIKKKCAAgoooIACCiiggAIKDL+AK1RAAQUUGFYBqEmy3euDmhzbbEDTPZZtoGwkk+0s3fOgMwbkcJmbCb1ZgHYfaCcU59hYJROFoc799cKHxp37PDnuDWLksdcu0+Op5yyIaVNGj42ca18BBRRQQAEFFFCgn8DWjR13yKwYa+OZ63d5fKydc0h5PwQCahnrHXFz4kC5Xs6N1gGda7a6ZQw6MajtHGsKUJpQ6+wA5fmynQXqOzWQ3XbJ9+R2x4YCCiigQI/A7Nmz49RTT43nP//5ceWVV8b+++/fMz6ys2HDhvj3f//3ePGLXxyvec1r4mtf+9rIKfYVUEABBRRQQAEFNlvAiQoooIACCiiggAIKKKCAAgooMPwCrnCyCLj5zGT5l3adCiiggAIKKKCAAgoooEA/AWMKKKCAAgoooIACCiigwBYUgN4k2bw01FgmzEJtZ7y7QI1DrTOpFyiJuECZ2h1r2v3qjI0sQLlWxns2oNn5oXHXPldHMPr/ZZYb0Fxz3vyYNpXwUGDCC7gABRRQQAEFhkjg+Nx45ug5fVd0wy6Xx9o5B5d3PyDy/a+7AGWsieW7Yb92E8sa6nVyLtR2xrMfrSPbQKsV5dpAqaN1AK3fGNWP1gF1rNUsf9B/45kchN65GbMooIACCowWOProo+Paa6+Npz/96XH44YfHpo7ceCY3oMmNaP7t3/4t7r777k2d4rgC41vAp1NAAQUUUEABBRRQQAEFFFBAgeEXcIUKKKCAAgoooMBWEhj9X9JupRt5WQUUUEABBRTYtIAzFFBAAQUUUEABBRRQQAEFFFBg+AVcoQKTQSA3muleJ9Rk2YxDbUOnBtoJuXleMw9qHMhwmQOUuknyhd5+xscqQElAzkRhqO1fL3xo3LnP1XFvjP5/m+21dHo89bwFMd0NaMJDAQUUUEABBRQYDwInHLJjnD/WxjPLnhBr5hxU3vegviMCpd/v/bD7nbC73T0XOudDp51zonVkDbRaUe4DlHdVqHUOAFmVeGm0fqDGWs3yB3XjmdLxZ2gEXIgCCmw/gYMPPjiuueaaeM5znhMnnnhiTJs2beDD/OAHP4i3vvWtsXr16vjoRz8at91228D5DiqggAIKKKCAAgoooIACjYC1AgoooIACCiiggAIKKKCAAsMiMPq/oh2Wlf3u6/AKCiiggAIKKKCAAgoooIACCigw/AKuUAEFFFBAAQUUUGArCEBvMm3eAmqs2Vgm64x3F6hzoCbfQqcPnXaeA5QE3ybhF2ofap3xfgXqeHeC8a93Pjzu2vcpcS9TY+SxfMm0ugHN4Dy1kafZV0ABBRQYXwI+jQIKDIHA8YfsGOcdPbvvSq7f5fJYM/vA8n4IlI1emndBoB1vYllDjY9sZz8L9I5D57rROpo5QPv6UOfExgMoLah1dqDTbvr5bgyU585YloxlbVFAAQUUuP8Cy5cvj8suuyxWrlwZ5557buy0004DL/aLX/wi3v/+98f/+3//L97znvfEz3/+84HzHVRAAQUUGHcCPpACCiiggAIKKKCAAgoooIACCgy/gCtUQAEFFNhKAm4+s5VgvawCCiiggAIKKKDA/RHwHAUUUEABBRRQQAEFFFBAAQUUGCaBkQmzQEREZBxqu1kvUJJtgRKCWncn9cLoWI6PLEBJAB4Zb/pQx3s3oHlI2YAmGL3LzJ5LpsXvnbcgdhg9FB4KKKCAAgoooIACW1/ghEN3jPPH2nhm2RNi7ZyDyvsfUOrmvS/r7ne+7HeXHOvuj2yPHM9+tI6cB7TfX6HTbg2XP6CnLp0RP9C76WL3MNTzu2O2FVBAgYklMH6eduHChXHeeefFihUr4tJLL4099thj4MPdcccd8YlPfCJWrVoVb3rTm+K73/3uwPkOKqCAAgoooIACCiiggAIKKDB5BVy5AgoooIACCiiggAIKDIuAm88My7+k61Bgawh4TQUUUEABBRRQQAEFFFBAAQUUGH4BV6iAAgoooMBWFIDRCbNQY90b0ECN5aMAJYk321lGzgMy3J4DlARjoMSg08+k4LEK1HmZQAy1/eudHhx37vPkuJepMfLYY/H0uObc3ICGkUP2FVBAAQUUUECB8S8wgZ/wxENnxXlHze67guuXXRFrZx848H0QKOMj3wu73wO7x4DyXpmxaB3Q28841Bj01q3p5Q/oqbMDlOtmOwv033gm339z3KKAAgoosOUFZsyYESeffHI897nPjauvvjoOPPDAgTf5zW9+E5///OfjZS97Wfz1X/91fPnLXx4430EFFFBAAQUUUGC7C/gACiiggAIKKKCAAgoooIACCigw/AKuUIGtJODmM1sJ1ssqoIACCiiggAIKKKCAAvdHwHMUUEABBRRQQAEFFFBAgckgAJRlZmIt1KTbEuj6gToHaj0yyTendseyPbIAfRONm3lQx7sTj3+980Pizn2ujpgyPUYeey6ZHk89b0HMmM7IIfsK3CcBJyuggAIKKKDA5gmceNisOPeoOX0n/7JsPHNAed8DysYu3e953e94Tby7Bsq53bGx2t3Xgnov6NTRdQClB7UunRE/UN+BYfQcGB0bcbpdBRRQQIEtIHDEEUfEM57xjLj22mvjyCOP3OQVv/nNb8brXve6uO666+Izn/lMrFu3bpPnOEEBBRRQQAEFFFBAAQUUUEABBRRQYPgFXKECCiiggAIKKDAsAm4+Myz/kq5DAQUUUGBrCHhNBRRQQAEFFFBAAQUUUEABBRQYfgFXqIAC20ggN5rpvhXUpNqMQ21DpwZKAnFzTjMPahwoQ0CZB6PrTB4Gxkwq7k4i7m7/ZuMGNPf22YBmj8XT4qnnugFNeCiggAIKKKCAAltZ4MRDZ8W5R4618cyVsX7OgeU9D+p7YL77ZQGi+90u2xnfnAKUa+Zc6LSjdUC9T6vZ9/2ziXfXTRvIZilQN54pHX+2pYD3UkABBfoK7L///nHVVVfF8573vHjEIx4RM2fO7DuvCf7kJz+Jd7zjHbFq1ar48Ic/HDfddFMzZK2AAgoooIACCiiggALbX8AnUEABBRRQQAEFFFBAAQUUUECB+ykwgTafuZ8r9DQFFFBAAQUUUEABBRRQQAEFFJhAAj6qAgoooIACCiigwLAKQCfhtlkj1FizsUzWzVhTQ50DnRpoJ/zmPOj0uxOFgZI8DLXOse4CNQ61zsRkqO1f73RY3LXP1XEv02PksXtuQHPegpi5AyOH7CuggAIKbJaAkxRQQIHBAicdtmOce9QYG8/sckWsm/2g9vsgUN758j0PKBvPZDtL9/td9gcV6JwLtK8ZrSPPg/ru17Sh9lvD5Q9qH2qdQei0m36+8wLl+TOWJWNZW4HwJFgAABAASURBVBRQQAEFtp/A7rvvHhdffHGsWLEiLrjggli8ePHAh7nhhhviQx/6UKxevTre+c53xk9/+tOB8x1UQAEFJqeAq1ZAAQUUUEABBRRQQAEFFFBAgeEXcIUKKKCAAsMi4OYzw/Iv6ToUUEABBRRQQIGtIeA1FVBAAQUUUEABBRRQQAEFFFBg+AW28QpHJtYC5QkyDrVdAq0foCTlAq1e5w9ox4H2AFDiTUJw1k0B2gnETaypu5OSu9tlA5p9nxL3TtkhRh67L5oWTz1nQcya4f+7baSNfQUUUEABBRRQ4HcRyI1nzjlydt9LXL/rE2PdnAPKex103v3yvQ4oG88AZbyJZb2pArTPBdrnR+vIc6FzL6htqHVrSnkH7a6zPbIA0e+dN+cBWVkUUECBrSvg1TdLYMGCBXHWWWfFC17wgnj84x8f++yzz8Dz7rrrrvj0pz9dNqF5/etfH9/85jcHzndQAQUUUEABBRRQQAEFFFBAga0q4MUVUEABBRRQQAEFFFBAgfsp4H8Nez/hPE2B7SHgPRVQQAEFFFBAAQUUUEABBRRQYPgFXKECCiiggALDLgA1sTYTb5u1QicGtQ21Hjkn+3ku1HGgJPsCOdRudycJAyWBGGr9/7N3H2B2VfX+/7+fmUmbmcxMIAkhlRSaFOnSpbdQVYqiFCEJCKgI1ouS3Ocxg/7tDf3ZRdFru4qi13YVxe5PsbefqIQiXMQLKRDS/ue7VtbZ++yz50wSZjIzZ977mXXWWt+19j57veZ5Zu8rWd/rY6l4shlvey0pnO9tj0my9ZP2tVV9JKCZMaXNFi/ssglj+U9uxoEAAggggAACCAyAwLH7tVtfiWce2PlSW9O+e+l7naSQPMbf4fxdTlKYl/pe91UkhXOl+C7o8ySZH/m2pPCuKMXax71I8iqMhUblQ1JdP/8OW5kSfjwWGnwggAACCAyKwFO5aFtbmx111FH2yle+0q644grbZ599+r3cT37yE3vXu95l73jHO+xHP/pRv/OZgAACCCCAAAIIIIAAAggggAACT12AKyCAAAIIIIAAAggggMDACPAvYQfGkasggMDgCHBVBBBAAAEEEEAAAQQQQAABBBBofgFWiAACCCAwSgUk1axcin3fgCvJvE4TpDgm1dZpM7CksLlXUjhFUuj7eH9FUs3G5PxmZW/7+et79rGV8xbZptZxVjxmTh5jS07vtvZxKg7RRwABBBBAAAEEEMgE+m154pnTDukonffA9Bfa4x1Z4hlJ1fc9SSF5jL+3eZFU834nZX0fzxcpjkmx9jGpti3FviQrHlKMSbEujntfiu+2Uv0cqT7m51AQQAABBIaXwP77729XX321vfzlL7fDDz+835v77W9/ax/+8Ift9a9/vX3zm9+0VatW9XsOExBAAAEEEEAAgSYRYBkIIIAAAggggAACCCCAAAIIIND8AqywSQVIPtOkv1iWhQACCCCAAAIIIIAAAghsmwBnIYAAAggggAACCCCAAALbTyCfYMa/VYqbbz0uxbaU1ZLCJmOf6yXNk2JcirWPSbEtlde+sTgVSdUNymUxSbZh0r62yhPQtIyz4jFjcpstOb3HOkhAU6ShP2wFuDEEEEAAAQSGl8Bx+7dbX4ln/jHjMnu8fbfwviYp1Pl3tpQw0GNSNu5xKev7eL5IqiatkeI7o49LsS3J/JBUfQdN4ymer1NbkjdDkcoTz/h7bJjABwIIIIDAiBJYsGCBXXzxxbZs2TI7+eSTrbOzs+H933PPPfaZz3zGli9fbl/84hftH//4R8P5DCIw8AJcEQEEEEAAAQQQQAABBBBAAAEEml+AFSKAAAIIIIAAAgMjQPKZgXHkKggggAACCAyOAFdFAAEEEEAAAQQQQAABBBBAAIHmF2CFCIxiASnbmJsYpBjzDblS3KybxlItxTlSVksKm4KlWPtcKbZ9k3CxSKrZuJwf943KXqQ4J7XX9+xjK+ctso0lCWim79hmS87osfbx/Oc340AAAQQQQAABBLZC4Lj92u3UgztKz3hg+mW2ZsKu4b1NUl3t72n597jU9rgU56dYvpbimBTrNCbFviTzw+NSbEux9rgU21Ks8zFve5Hiu6yUzfF4es/1NmWUCbBcBBBoGoFp06bZs571rJCE5tnPfrbtvPPODdf2z3/+077yla9Yb2+vfeITn7A///nPDecziAACCCCAAAIIIIAAAiNYgFtHAAEEEEAAAQQQQAABBBBAYIQK8K9ft+IXx1QEEEAAAQQQQAABBBBAAAEEEGh+AVaIAAIIIIAAAgggsP0FfANu/luluEHX41Jsp3FJ1SQzKea1lMWl2O4r7puIi0VS2Mycj+c3Laf2hkn72Kr5i21T6wQrHjvv0GZXLOy2DhLQFGnoI4AAAsNOgBtCAIHhIXDc/u126iF9J555omO38I4mxfc7SdW+v5+ldzcpjnvf41Kc5/1ikbIxKTvPKocU+5Kq32OVw68hqdKy8C5qlUOK/UqzGvO2F6k88Uwa85qCAAIIIDDyBTo7O+2kk06ypUuX2iWXXGK77rprw0U98cQT9t3vftfe9KY32fve9z676667Gs5nEAEEEEDgqQtwBQQQQAABBBBAAAEEEEAAAQQQaH4BVogAAgggMDACJJ8ZGEeuggACCCCAAAIIIDA4AlwVAQQQQAABBBBAAAEEEEAAAQSaX6C6WdeTzaTlSnEzr8ek2E5jqZZq45LCtaSs9rlS7KdNw5Kqm4ml2jGfky/5zcupvaFnb1s1b1F5Apod22zJ6d3WSQIa40AAAQQQQAABBBoJHO+JZw7uK/HM5eaJZ6TsXa34jpb6ksK7nffT+5q3+yo+Jz8myfzwmBTbksJ7ZYp77UWSV9Ux70gx5m0vUnniGX+v9XEKAgggMIoFmnrphx12mF1//fV2zTXX2AEHHNDvWn/+85/bzTffbG95y1vszjvvtPXr1/d7DhMQQAABBBBAAAEEEEAAAQQQGAEC3CICCCCAAAIIIIAAAgiMUAGSz4zQXxy3jcDQCPCtCCCAAAIIIIAAAggggAACCCDQ/AKsEAEEEEAAgaETkOo37vrd+EZdqXxMqo9LChuCJYWNyFY5pBjzTcVeJIUxbxc3IHssX3xcivNTe33PXrZy3uXlCWh28AQ0PdY5gf8UZxwIIIAAAgggMEwFhva2Tjig3U7pI/HM/dMvt8fbF1Tf56TsPU5S9R0u/77m7fSe5u2+ilR7LSm7nlQ7ZpVDUuUz/kixLcU6Rms/pfLEMz5L6vs8H6cggAACCDSHwN57721LliyxV73qVfbMZz7T2traGi7sj3/8o91yyy3W29trX/va1+x///d/G85nEAEEEEAAAQQQ2DoBZiOAAAIIIIAAAggggAACCCCAQPMLsEIEBkaAf/E6MI5cBQEEEEAAAQQQQAABBBAYHAGuigACCCCAAAIIIIAAAgiMQgFPNpOWLcVNuh6TYlsqr/2cNE9S2LDsMUlehb6kmto3JkuqbmKW4rjH8yW/mTm1N/TsbSvnLbKNrROseEzbodWWnN5jE9tVHKKPQL0AEQQQQAABBEaRwAkHttvJB3WUrtgTz6zt2DW8m0kKdXonk+r7Uoyl97M0t1EtqeZ9UIp9qxxS1vZrSKpELcy3yiHFfqUZYlJtP72L+ngqHkttagQQQACB0SMwd+5ce97znmdLly61hQsXWk9PT8PF33vvvfb5z3/eli9fbp/73OfM+w1PYHBkCnDXCCCAAAIIIIAAAggggAACCCDQ/AKsEAEEEEAAAQQQGKECJJ8Zob84bhsBBBBAYGgE+FYEEEAAAQQQQAABBBBAAAEEEGh+AVaIAAJDLyBlm3j9biSFzb2+cVeSee1xL5K8CuPekLK+pBCXFDYuW+WQVPm00E8bivO1t/sqvqk5jaX2hp69bNX8xbaxtT1cN/8xbVKrLVnoCWj4T3J5F9oIIIAAAgggMHoFTjygw04+sK/EM4vsifYFNe9vkqrvbf4elt7BpNq4VNv3ufkiKVw3xaRsvpSNSTI/pFjn21IW83i+SPEdVaqfI9XH8ufSHjoBvhkBBBDYHgJTpkyxM888MyShOf/8823WrFkNv/bRRx+1r3/969bb22sf+9jH7A9/+EPD+QwigAACCCCAAAIIIIBAYwFGEUAAAQQQQAABBBBAAAEEEEBgywRG8r903bIVMgsBBBBAAAEEEEAAAQQQQAABBEayAPeOAAIIIIAAAgggMEoF8glm8gQel2o38EqxL8U6zZcUNhlLWe1jvulYkjfDZmZJdbUUYz63WKRsTJKt79rTVs1bZJva6jdS7zSpzZac3m1d7fxnOeNAAAEE+hZgBAEERoHASQd22EkH1Sfs86XfN32Rre1YEN7J0ruXpGpfknniGUnh/S7N2ZJaUriOFM+V6vtSHLPK4deUVGlZ+C5JobbNh1TfL3tH3TydCgEEEEAAgSAwYcIEO+644+yGG26wyy67zPbcc88Q7+tj/fr19v3vf9/e+ta32nve8x772c9+1tdU4ggggMBIEuBeEUAAAQQQQAABBBBAAAEEEECg+QVYIQIIIIDACBXgX7mO0F8ct40AAggggAACCAyNAN+KAAIIIIAAAggggAACCCCAAALNLzA8Viip7kYkhY2/ZZt7JYX5UqxDp/IhKZxTaYZakjerbUnVzci+0diLb2z2WlKY5+18SeMe87aX9d172qr5i21ja0kCmp42W7Kw27pJQGMcCCCAAAIIIDA6BU46sN1OrJSy1d83fbE92bEgvHdJ8f1LUnhH8/ctKWt7f2uKVHuuFPtS9j1SbFvlkFT5jD9S1o4RC/douUOSlb2beiw3jSYCCCAwTAW4raESOOSQQ+ylL31pKAcffHC/t/HLX/7S3v/+99sb3/hGu+OOO+yJJ57o9xwmIIAAAggggAACCCCAAAIIIBAF+EQAAQQQQAABBBBAAAEEtkyA5DNb5sQsBIanAHeFAAIIIIAAAggggAACCCCAAALNL8AKEUAAAQQQQKBUwDf0SrUbgqXYl2KdTpQUNgpLsfYNyz7mtSRvhs3NkqrzfGxrSkhA07WHrZq/yDaN6QzXzH9MndRmi0/vsa4O/vNc3oU2AggggAACCGwWaOLqpIM88Ux9gj5f8v0zltiTHfNr3sEkhXczfxeTZP6eldpep35q5/seS0VSzXWk2Jeydz5Jlg5J4T68L8W2JO+WFqk88YxPlvo+z8cpCCCAAAIIuMCee+5pl19+ud1www123HHH2bhx4zzcZ/nLX/5it956q/X29trtt99uDz/8cJ9zGUAAAQQQQACBYSrAbSGAAAIIIIAAAggggAACCCCAQPMLsEIERqgA/7p1hP7iuG0EEEAAAQQQQAABBBAYGgG+FQEEEEAAAQQQQAABBBBAYGgEPNlM+mZJYWOwxySlcKil2JdiHYKbPySF86RYe1hS2JQslde+eVmKY97ur2zo3tNWzr3cNrbWb7Ce2tNAobF7AAAQAElEQVRqV5zeY92drcYxvAW4OwQQQAABBBAYGIGTD+qwEw+ofy/yq983fbGtbZ8X3s/SO5akumQzksL7ms/xRDNS1vdYWZGyOVJ89/N5UmxLtXUas8ohxbFKs/oj1cak8sQz/n5aPYkGAggggAACWygwa9YsO//8823ZsmV21lln2eTJkxue+Y9//MNuu+02u+mmm+zTn/60/e1vf2s4n8G+BRhBAAEEEEAAAQQQQAABBBBAAIHmF2CFCCCAAAIIIIAAAlsmQPKZLXNiFgIIIIDA8BTgrhBAAAEEEEAAAQQQQAABBBBAoPkFWCECCCAQBCSFOv8hlW/6leJcKdZ+jhTbUqx9g7GX/FhqS6pucPY5XqT6mMdTkbJxT0Czav5i29jWacVjSnerXbGw23o6SEBTtKGPAAIIIIAAAs0l4IlnTjigvXRR981YYk92zA+JZyRVa3+3kmLf2/mSTzzjbS/58dSWVH2Xk7JrSbEtxdo2H5I2tyzch/VzSOXvoH6alF3L+5StEmAyAgggMOoFJk2aZKeddpotXbrULrzwQttll10amqxcudK+9a1vWW9vr33oQx+y3/zmNw3nM4gAAggggAACCCCAwDAQ4BYQQAABBBBAAAEEEEAAAQQQQGCYCgxg8plhukJuCwEEEEAAAQQQQAABBBBAAAEEBlCASyGAAAIIIIAAAgggMHQCmzZtKv1yj0u1G32l2Jdi7SdKChuKJXm3pl3crCypOl4cS/187ZufJVU3Om/o3sNWzltkG9smWvGY3N1qi0/vtp5O/lNd0YY+AggMFwHuAwEEEHhqAqcc3GF9J565wp5snxfetdL7lCTz9ynvS6q+U3m/vyJl86XathT7UvZuJ2Vtv7Yk80NSuCdJ3g1FUoiFTuVDKk884++jlWF+EEAAAQQQGBCBMWPG2NFHH22vfvWr7YorrrB99tmn3+v++Mc/tne+852heLvfE5iAAAIIBAE+EEAAAQQQQAABBBBAAAEEEECg+QVYIQIIIIAAAlsm0LJl05iFAAIIIIAAAgggMCwFuCkEEEAAAQQQQAABBBBAAAEEEGh+AVZYFZBUbaeGpLAh2Df8SkrhUEuxL8U6BDd/SDHmG469eFhSuJaksOFZirWPpyJlMSm2pVj7hmkptn3+hq7dYwKaMV1WPKZ0t9qShT02iQQ0RRr6CCCAAAIIIDDCBU49uMOO37+9dBX3TvfEM3Or71pSfP/ydycpa3s/FX/H8iIpnJfiXlvl8NqLpOq4lF1Lim0pq61ySKp8xh8pa8eIhfdCyx2SrOydsyyWO40mAgggsOUCzESgRGD//fe3q6++2q6//no7/PDDS2bUhn7zm9/Yhz70Ievt7bX//u//ttWrV9dOoIcAAggggAACCCCAAAIIIDC0Anw7AggggAACCCCAAAIIIDBMBUg+M0x/MdzWyBTgrhFAAAEEEEAAAQQQQAABBBBAoPkFWCECCCCAAAIIDL2Ab/AtuwuPS7Ubh6XYl2Lt50kKm4kleTe0fcOyd7yWYjy1JVU3MqeY16n4Zuh8W4rzPb6xe3dbOfdy29g20YrH5O5WW3x6j+0wkf9kV7ShjwACCCCAwFAL8P3bJnDqIZ12XB+JZ+6beaWt68gSz6T3p1RLqnnn8ri/T0mqvq95LBVJ5uPel1Q9V8rmS7Etxdo2H1LWl2Jb0ubR+koqTzzjM6W+z/NxCgIIIIAAAgMhsOuuu9rFF19sS5cutZNOOsk6OzsbXvZvf/ub/cd//IctX77cbrvtNnvwwQcbzmcQAQQQQACB0SrAuhFAAAEEEEAAAQQQQAABBBBAoPkFWCECCGyZAP+SdcucmIUAAggggAACCCCAAALDU4C7QgABBBBAAAEEEEAAAQQQGIUCUtzg68lm0vIlhU3JHpOUwqGWYl+KdQhu/pBiTFLYsGyVQ1K4VqUZYlLs+8bmfPHNzpLCnGI83w8JaOYtsg1lCWi6Wm3xQk9A02ocfQowgAACCCCAAAIjQOC0QzrsuP0mlN7p/TNfZE9O2CW8Y0nx3UqKtb83SSp9p5L6j0txjhSvJ9X3pWxMim2rHJIqn7U/ksJ9pqhUnnjG3zvTHGoEEEAAAQS2l8DOO+9sz372s23ZsmX2rGc9y6ZNm9bwqx9++GG7/fbbrbe312699Vb7y1/+0nD+EA/y9QgggAACCCCAAAIIIIAAAggg0PwCrBABBBBAAAEEEEBgmAqQfGaY/mK4LQQQQGBkCnDXCCCAAAIIIIAAAggggAACCCDQ/AKsEAEEEBg+ApLqbkYq3xwsxbmSqpuJJYXzJYWYpLDp2SpH2gRdaVbHJIXxNOZ1XwlofCxfNnTtZqsXLLGNY7qteOzY1WpLTu+2HSaSgKZoQx8BBBBAAAEERoaAJ545dr/20pu9b+aLbO2EOeE9Sqp97/L3JUlhzNuppHcsr/PFx6V4DW+nIsVrSFktxXmSLB2Swrud96XYluTd0iKVv1v6ZKnv83x85BdWgAACCCAwnAU6Ozvt5JNPDkloLr74YluwYEHD23388cftjjvusDe+8Y32/ve/3+66666G8xlEAAEEEEAAAQQQGC0CrBMBBBBAAAEEEEAAAQQQQAABBJpfYMtWSPKZLXNiFgIIIIAAAggggAACCCCAAALDU4C7QgABBBBAAAEEEEBglAts2rSpVMDjUu2GYCnrS7EtqboB2S8kKWx+tspRtplZUhj3MSme6xuipSzuY8XiczZM3NVWzltkG0oS0HjiGU9A44lojAMBBBAoCtBHAAEEhrHAac/osL4Tz1xlT+YSzxTfkSRV363SmL83SfVxKb57+bw0R8piUmxL5bWfJ8n8kFTzDlgWk8oTz/h7ps+nIIAAAgggMFwEDj/8cHv5y19uV111le23337W3/Gzn/3Mbr75ZnvrW99q3//+923Dhg39ncI4AghsLwG+BwEEEEAAAQQQQAABBBBAAAEEml+AFSKAAAIIIDBMBUg+M0x/MdwWAggggAACCIxMAe4aAQQQQAABBBBAAAEEEEAAAQSaX4AVDi8BSXU3JClsJvaNwZJqxqWsL2VtnyQpnCcpbIK2yiHFWKVZHZNizDcw54ukcF4+Vmxv7NrVVs9fbBvH9Fjx8AQ0ixd2245d/Ce8og19BBBAAAEEEBieAgs98czT20tv7t4ZnnhmdniH8gmSat6VpNq+J5TxdydJ5m0vqS+p9FwpvpdJsc7Pl2TpkMrbabxYS30nnpGyaxXPo48AAs0lwGoQGGkC++67r1155ZX2qle9yo466qjw7Gy0hj/84Q/2sY99zHp7e+3rX/+6Pfroo42mM4YAAggggAACCCCAAAIINKUAi0IAAQQQQAABBBBAAAEEEIgC/MvV6MBncwqwKgQQQAABBBBAAAEEEEAAAQQQaH4BVogAAggggAACCAQBTzQTGoUPj0u1G4SlrC/FtqTqxmi/hKTqJq38JubU9joVSWGDdOr3V2+YuMBWzltkG8eWJ6BZcvokm9zdahwIIIAAAgggUBWgMQwFFj6j047pK/HMzKtsXXtMPJN/N5LiO1c+5m1PNCMpvH9522NS/Vwfk+I8KdZpbqqleJ5VDim2JVV6Ft73JIXacoekak8qTzzjE6RsnvcpCCCAAAIIDEeBuXPn2vOf/3z793//dzvttNOsu7u74W2uWLHCPve5z4UkNP/5n/9p9913X8P5DCKAAAIIIDCIAlwaAQQQQAABBBBAAAEEEEAAAQSaX4AVIoDAMBUg+cww/cVwWwgggAACCCCAAAIIjEwB7hoBBBBAAAEEEEAAAQQQQACBoRGQ4kZgTzaT7kBS2FjsMUkpHGop60tZ2wel2JcUNkBb5UibmSvNEJMUru1xL5JCAhpJYdxjjcrGrpSAZpIVj0mdLbZkYc8wTkBTvGP6CCCAAAIIIDDaBE4/1BPPTChd9r0zr7Z1E7LEM5LC+5EUa39HkrJ2PqGMt328rEi1718+R8piUmxLMj8khfc1Sd4N7dDIfUiqiUvliWf8fTJ3Gk0EEEAAAQRGhMCUKVPsrLPOsmXLltl5551nM2fObHjf//rXv+y//uu/QhKaW265xf74xz82nM8gAggggAACCCCAAAIIIIAAAgg0gwBrQAABBBBAAAEEEEAgCpB8JjrwiQACCDSnAKtCAAEEEEAAAQQQQAABBBBAAIHmF2CFCCCAAAI1ApJq+t6RyjcRS9lcKbalrJYUNiOnjc2pTteU5M2aOb5hWlLYYO3zG5WNExfYqnmLbOPYSVY8ejwBzendNqW7tThEHwEEEEAAAQQQGFKBMw7tsGfu20fimVnX2LoJs2rej/x9SFL1/UjK2vl3p9SWVD3fz03Fx1Nbqp0jxb5UX1vlkLJ4pVv6I5W/M/pkSV4NbeHbEUAAAQQQ2EaBCRMm2PHHH2+vfe1r7bLLLrM99tij4ZXWrVtnd955p73lLW+xm2++2X7+8583nM8gAggggAACCCCAwAAKcCkEEEAAAQQQQAABBBBAAAEEEGh+gWG6QpLPDNNfDLeFAAIIIIAAAggggAACCCAwMgW4awQQQAABBBBAAAEEEBgeAps2baq5Eal8M7GUbSSWYluKdbqApLABWlLYNC3Fftr8nK8lmW+MlhTm5sfK2hsmzrdV8xfbhjElCWg6Wm3xwm6b2kMCGuNAYJgJcDsIIIDAaBU447AOO3rf9tLl3zfrxbZu/Mzw3uTvPZLC+5AU63zM2/l3Jm97rFik7FyrHFJ8D5NUvbaUxWzzIcWYd6Ws7f1UJKVmuGd/f5SymA96zGsKAggggAACzSJwyCGH2LXXXmsvfelL7eCDD+53WXfddZe9733vsze96U12xx132Nq1a/s9hwkINJMAa0EAAQQQQAABBBBAAAEEEEAAgeYXYIUIIIAAAgggEAVIPhMd+EQAAQQQQACB5hRgVQgggAACCCCAAAIIIIAAAggg0PwCrBCBUgGpduOwT5K2PgGNpLAZWcrqtCk6XVOqHZO0xQlofKP1xonzbfWCJbZx3I5WPHo6PQFNj03taSsO0UcAAQQQQAABBLarwJmHdtrR+5Qnnrl35jX25PgZ4b3J35UkVZPDeN+LFGPe9ncgKfa97TEp9r2dio9J8V0rxaQ4T4pxKdZWOaTYlmrrylDNj6RqXyp/R/TEM1I2r3oCDQQQGCoBvhcBBAZQYM8997TLL7/cbrjhBjvuuONs3LhxDa/+5z//2W699Vbr7e21r3zlK/bPf/6z4XwGEUAAAQQQQAABBBBAAIFtFOA0BBBAAAEEEEAAAQQQQACBIRIg+cwQwY/Or2XVCCCAAAIIIIAAAggggAACCCDQ/AKsEAEEEEAAAQQQGD4CvmG47G48LtVuJJayvhTbUqzTNSSFDdVSbe0boSWFDdbe9iJpixLQSPFaGyfOs5XzFtmGsTta8ejuaLElC7tJQFOEoY8AAgggMIQCfPVoEzjrsE47at8JpcteMfMaWzdhZnhPwNXbYwAAEABJREFUSu9B+brYTgllPJ7akmrepXzMixTjUnxn8pgXKfalWFvlkGLbxyvd8CMp1PkPKYtJ5YlnfL6UzfM+BQEEEEAAgWYUmDVrlp1//vm2bNkyO+OMM2zHHev/d4n8uh944AH74he/aDfddJN95jOfsb///e/5YdoIIIAAAk0nwIIQQAABBBBAAAEEEEAAAQQQQKD5BVghAgggEAVIPhMd+EQAAQQQQAABBBBAoDkFWBUCCCCAAAIIIIAAAggggAACo1hAihuGPdlMYpAUNkZ7TFIKh1rK+lJsS1ktKZwrxdo3Nnvxk6UYk2LtcUmlm6h9rFgk2cbOubZ6/iLbNH6yFY8uT0BzerftNKm1OGRGBAEEEEAAAQQQGESBMw/vtCP36SvxzIttfT+JZ9J7jyea8SIpvCPl22lOvpbiPCl7v7LKIcW+FOtKqOYdLd/3dr5IqnYlWdk7oceqk2gggAACCCAwnAQG8V4mTZpkp59+ekhC87znPc/mzJnT8Nsee+wx++Y3vxmS0HzkIx+x3/72tw3nM4gAAggggAACCCCAAAIIIIAAAlsowDQEEEAAAQQQQAABBIZIgOQzQwTP1yKAwOgUYNUIIIAAAggggAACCCCAAAIIIND8AqwQAQQQQGD4CUjZJuP83fnGYql2TMr6UmxLsfZzJZVubvaN0lLtmMe8SAobrL3dX9k4cZ49Nvdy2zB2RyseXe0ttmRhDwloijD0EUAAAQQQQGDQBM46vNOO2ruPxDOzXmLrJ8wI70b+jiMpvPNIsU4xqbbv8f4Sz/gcL1L9uVLtO5cU+z7fNh+SNreySspiUnniGZ8tZfO831chjgACCCCAQDMKjBkzxp75zGfaa17zGluyZIntvffeDZe5ceNG++EPf2jveMc77J3vfKf95Cc/aTifQQQQQAABBBBAYKQJcL8IIIAAAggggAACCCCAAAIIIND8AqwwCrTEik8EEEAAAQQQQAABBBBAAAEEmlKARSGAAAIIIIAAAggggAACVQFPNpM6ksJGaY9JSuFQS1lfim0p1mFC5UNSON83OXuphGr6HpMUNmAX297vq0iyjZ1zbdX8xbZh3GQrHhM3J6CZtkNrcYg+AqNZgLUjgAACCAyCwNlHdNqRfSSeuWfmS2z9+OnV9x9J4b1HinV61/EkM6lItWNpTrGW4nuWVFv7PCmL2eZDirH0Xidp80hWSVlMkqW52QwLsXyfNgIIIIAAAqNd4IADDrBrrrnGrrvuOjv00EP75fjNb35jH/zgB+2mm26yb3/727ZmzZp+z2ECAlspwHQEEEAAAQQQQAABBBBAAAEEEGh+AVaIAAIIIIAAAkMkQPKZIYLnaxFAAAEEEBidAqwaAQQQQAABBBBAAAEEEEAAAQSaX4AVIjB8BaRs03G6S6l887GUzZViW8pqSWGztRRr3wztxa8rxZgUa497kRQ2ZXu7v7KxcxdbNW+RbRg3xYqHJ6BZfNok23nHtuIQfQQQQAABBBBAYEAEzjlyoh2x14TSa62Y9RLbMKH/xDOSqu8+Utbu6z1IyuZIse2Ja6TYluK7ldS4tsIhqRqRyt/9ypLRVE+igQACfQgQRgCB0SKw22672aWXXmo33nijnXjiidbe3t5w6X/961/tU5/6lPX29tptt91mDz30UMP5DCKAAAIIIIAAAggggMBwFuDeEEAAAQQQQAABBBBAAAEERosAyWdGy2+6bJ3EEEAAAQQQQAABBBBAAAEEEECg+QVYIQIIIIAAAggggMAWCZRtOJZqNyr7haQslvqS6hLRSAqbraVszDdaSzHubd9M7XVfJSWg2Th+qhWPie2yxad123QS0BRp6COAAAKjU4BVIzCAAucc0WmHP2186RXvnX2trR8fE89I8T3H32UkhXcfb3uRsr6Utf39x4uUxXx+KlJt3CqHj0nxuyRVIvFHUngHiz2radvmQ9LmloXxsne+sphxIIAAAggggECdwPTp0+05z3mOLVu2zJ71rGfZTjvtVDcnH/CkM7fffntIQvPJT37S7r777vwwbQQQQACBbRHgHAQQQAABBBBAAAEEEEAAAQQQaH4BVogAAggMkUDLEH0vX4sAAggggAACCCCAwKgUYNEIIIAAAggggAACCCCAAAIIIDA8BHyTcboTSX1uRpaUpoU53pFiTFKISVntm6Ol2r7HvEgKm7Kl2trH+iobO+fYynmLrCwBTeeEFlu0sJsENMaBAAIIIIAAAgMl8KwjO+3wvSaUXu7e2S+zdeOmhfef/LuLpPCOk4+VtVPSGal2vhTfndI5UuxLcZ6U9a1ySFlfytqVoZofSdW+JPP3PymL+WBZzOMUBBBAAAEEtkRgtM7p6uqyk08+2ZYuXWoXXXSRzZ8/vyHFmjVr7Dvf+Y694Q1vsA984AP2q1/9quF8BhFAAAEEEEAAAQQQQAABBBAYTgLcCwIIIIAAAggggAACo0WgZbQslHUigAACJQKEEEAAAQQQQAABBBBAAAEEEECg+QVYIQIIIIAAAqUCUu3G4zSpbAOylM2VYluKtZ8nKWzClmLtseLm6Xzf25Kqm7R9I7bH+iobO2abJ6BZP26KFY/O8TEBzYwd24pD9BFAAAEEEEAAga0S8MQzhz2tj8Qzc66zdeN2Cu88/s4iKbzLSLH2WCpSjPX3jpPm5+dJ8X3Kx6TYlspr23xI8lZNkbKYVJ54xk+QsnnepyCAAAIIIIDAlgv48/qII46wV7ziFXbVVVfZfvvtZ/0dP/3pT+3d7363vf3tb7cf/OAHtnHjxv5OYRwBBBBAAAEEEMgL0EYAAQQQQAABBBBAAAEEEEAAgeYXYIVDJEDymSGC52sRQAABBBBAAAEEEEAAgdEpwKoRQAABBBBAAAEEEEAAgeEl4Mlm0h1JChuqPSYphUMtZX0ptqVYhwmVD0nhfN98JcW2lNUe9yKpZrO2FPs+VlZ8Q7YnoFk9f7FtGDfVikdIQHN6t82YPKY4RB+BIRLgaxFAAAEERprAs4+aaH0lnrln1rW2buzU8J4jxXcbf2eRFN5pvF0s/v4iZXNTPz9PiuNSvI4U+z5Him0p1rb5kLK+lLU3D4dKUqj9QypPPOPvez5OQQABBBBAAIGBEdh3333tyiuvtFe+8pV21FFHhXeERlf+3e9+Zx/96Edt+fLl9o1vfMMee+yxRtMZG7YC3BgCCCCAAAIIIIAAAggggAACCDS/ACtEAAEEEEAAgdEi0DJaFso6EUAAAQQQQKBEgBACCCCAAAIIIIAAAggggAACCDS/ACtEAIGGAlK2OTlNlMo3Kadxr6V4npTVkmo2Zfs83zztRVLYeOVtL5LMN2GnttdeUizflhTO9QQ0qzwBzfidrHh0jGuxxad124wpbcUh+ggggAACCCCAQEMBTzxz6J7jS+esmHOdbRg/Lbzj+PtJKpLC+0nqF2spjqd3Gyn20zxJ1Xchj0m171FSbb+vOVY4JFUjUt/vdFI2r3oCDQRGugD3jwACCAwDgXnz5tnzn/98W7ZsmZ1yyinW3d3d8K5WrFhhn/3sZ623t9e+8IUv2P33399wPoMIIIAAAggggAACCIx6AQAQQAABBBBAAAEEEEAAAQQQGCSBlkG6LpfdBgFOQQABBBBAAAEEEEAAAQQQQACB5hdghQgggAACCCCAAALDU2DTpk11N+YxKduYLClsvE4TJYWmFOvQqXxICvPSJulKKGzO9lrKxrzvc9KmbG9LCnNTOz/msU2ds23lvEVhE7gVjvbxssWn9djMySSgKdDQRQABBLa7AF+IwEgRaJx45npbP3ZqeK+R4juMFGt/L+mv+HuMpOq7TXG+FMek2mtKsS/F2jYfkja3LNyTFQ6pdrz4LufTPeY1BQEEEEAAAQQGV2Dq1Kl2zjnn2NKlS+3cc8+1GTNmNPzCRx55xL761a/aTTfdZLfccov96U9/ajifQQQQQGC4CHAfCCCAAAIIIIAAAggggAACCCDQ/AKsEAEEEBgtAiSfGS2/adaJAAIIIIAAAgggUCZADAEEEEAAAQQQQAABBBBAAAEEml9gi1YoyfKbkSWFTc0ek1RzDSnrS7EtZbWkcK4Ua99oLSlsvJZk+Y3YVjny49724nO8lhTme9uLVLnPjlm2at4iWz9+Jyse7eNkixf22MwpJKAp2tBHAAEEEEAAgVqB5xzdaYfuOb42uLm3YrYnnpkS3mn8HWRLi6TwzuPvMlJsF8+VsrhU+74kxb4Ua6scUmxLWV0J1/xIqvalyvvSpk3h3qvBSqPsva4S5gcBBBBAoHkEWMkwFGhvb7cTTjjBXve619kLX/hC23333Rve5dq1a+3OO++0N7/5zfbe977XfvGLXzSczyACCCCAAAIIIIAAAggggMCoE2DBCCCAAAIIIIAAAgggMEgCJJ8ZJFguiwAC2yLAOQgggAACCCCAAAIIIIAAAggg0PwCrBABBBBAAIHhKyBlm5bzd1m2UVnK5kqxLcXaz5UUNjxLsU4x33ztba9T8b5v0E59KZ6TYpJqEtD4vI0dM2MCmnH1CWgmhAQ03TZryhjjQAABBBBAAAEEygTOPXqiPWOPCWVDtmLOy239uJh4RlLNO42/h/RVJOUSz8R2ca4U41J2XZ8jZX0ptq1ySFm70g334nW+SKp2pfLEMz5ByuZ5n4IAAggggAAC21fgGc94hr3sZS+zF7/4xXbQQQf1++WeeMYT0Hgimu9973v25JNP9nsOExBAAAEEEEBgewvwfQgggAACCCCAAAIIIIAAAggg0PwCrHC0CJB8ZrT8plknAggggAACCCCAAAIIIFAmQAwBBBBAAAEEEEAAAQQQQKBOwJPNpKCksMnZY5JSONRS1pdiW4q1T5AUzpUUNmJLsZ82WOdrqxze91KWdEZSuIaPp7KpY5atXrDENkzY2YrHhLEttui0Lps9lQQ0RZtR2WfRCCCAAAII5ATOfeZEO2SP8blI1gyJZ8ZOrr7DpPeS9P7RVy0pvKv4fCm2i3OlGJfqa0nV75T6blvhkFSNSOWJZ/w9rjqJBgIIIIAAAggMucBee+1lixYtste85jV2zDHH2Jgxjf+3iz/96U/28Y9/3G666Sb76le/ao888siQr2HY3gA3hgACCCCAAAIIIIAAAggggAACzS/AChFAAAEEEEAAgUESIPnMIMFyWQQQQAABBLZFgHMQQAABBBBAAAEEEEAAAQQQQKD5BVghAggMfwEp28Sc7lYq38ycxr2W4nlSrFNMUt1mat+MLcl8g7a3vUhxnrdTkRQ2cqd+sd7YPsNWzltk68fvbMVjwjhPQNNNAhrjQAABBBBAAIEkcJ4nntm9LPGMbMUur7D1mxPPpHcOqf79JI2lWlJ4X/H3Gim201iqpdq4FPtSvL5UW1vlkGKs0gzvUl7ni6RqV+r7XU3K5lVPoIHAdhDgKxBAAAEEGgvMmTPHnvvc59qyZcvsjDPOsB122KHhCffdd5994fI+1zYAABAASURBVAtfsN7eXvvsZz9r99xzT8P5DCKAAAIIIIAAAgggsD0E+A4EEEAAAQQQQAABBBBAAAEEmkWA5DN9/yYZQQABBBBAAAEEEEAAAQQQQACB5hdghQgggAACCCCAAAII9CmwadOmmjGpflOzpJrN0JLCOVKsQ6fyISnMk2rrylDYrC3FeNqgXax9M3cxlvqb2mfYqnmLbMOE6X65mjJ+rGzxwm6bM7XNOBBAAIFRLMDSEUCgInD+MyfawSWJZzaZ7J45L7f1Y3Y0KXsnkbJ2eu/I11I27u8qksJ7TX6Ot6UYl7L5KS7FmJTVVjkkVT7jj5S1Y8TCfdrmQ6p/R/Oh4rucxygIIIAAAgggMPwEdtxxRzv99NNt6dKlIRmNJ6VpdJePPfaYfeMb37CbbrrJPvrRj9rvfve7RtMZQwCB0SXAahFAAAEEEEAAAQQQQAABBBBAoPkFWCECCCCAwCAJkHxmkGC5LAIIIIAAAggggMC2CHAOAggggAACCCCAAAIIIIAAAgg0v8DIWaFUvtHZNzJLtWNS1pdiW6qvJVU3S0sKG7StcviG7eIm7NTP194uK5s6Ztiq+Yttw4QZlavV/owb4wloemzOTiSgqZWhhwACCCCAwOgROO+YiXZQSeIZU6utmPMK2zA2Jp7x9wx/L3EZb29J8fmSwntNcb5UH5fi+5BUX1vlkGrjlVDNj6RqX+o78YyUzaueQAMBBBBAYDsK8FUIbJ3AuHHj7JhjjrHXvOY1tnjxYttrr70aXmDDhg32gx/8wN7+9rfbu971LvvpT3/acD6DCCCAAAIIIIAAAggggAACgyHANRFAAAEEEEAAAQQQQKBZBEg+0yy/SdaBwGAIcE0EEEAAAQQQQAABBBBAAAEEEGh+AVaIAAIIIIAAAtsksC0JaCSFxDOSwuZsKfZ9k7ZVDq+9SArj3m60mdvH82XjhJ1t5bzLbf2E6VY8xo6RLVroCWjGFIfoI4AAAggggECTC5x/TJcdvNv4ulVuUqvdM/s62zB2h+o7iqQwL/+OUWxLCvM93uhdRVJ4p5Gy+VJsS/W1VQ5Jlc/4I2XtGLHwvbb5kMoTz/iwVH+uxykIIIAAAgggMDIEDjzwQHvxi19sL3vZy+zQQw/t96Z//etf2wc+8AF7wxveYN/5znfsiSee6PccJiCAAAIIINCUAiwKAQQQQAABBBBAAAEEEEAAAQSaX4AVIjBIAiSfGSRYLosAAggggAACCCCAAAIIbIsA5yCAAAIIIIAAAggggAACCAxPAU82k+5MUtj47DFJKRxqKetLsS3F2idICudKtbVv3vZxr71I2bhv6vZYvuRj+fam9um2ct4iWz9hhl+upoxrky1e2G27TCMBTQ3MEHT4SgQQQAABBLaXwAXHTLSDdhtX93WeeGbF7Ottw9gdq+8m/q4hKSSM8XZZkbJxfweRsn5+vlQbl7J3G6m+bZVDqo1XQjU/kqp9qTzxjL+fVSfRQAABBBBAAIERL7D77rvbpZdeaq973evsxBNPtPb29oZruvvuu+2Tn/ykLV++3L785S/bww8/3HD+YA9yfQQQQAABBBBAAAEEEEAAAQQQaH4BVogAAggggAACCDSLAMlnmuU3yToQQAABBAZDgGsigAACCCCAAAIIIIAAAggggEDzC7BCBBBAYIsEpGyzczpBKt/0nMa9luJ5UqxTTFJ1o7cU275hW1J1w7cU21KsfTwVKYtJWdvHrX26rZx7eWkCmrGegOa0HptLAhrjQAABBBBAoNkFLjh2oh242/i6ZW5Sm62Y83LbMHaH6vuIv0NIqr6HeL9YpGx8SxPPSNk5UmxL8d1HirVVDqm2XQnV/Eiq9qW+38GkbF71BBoIRAE+EUAAAQRGsMCMGTPsOc95ji1dutTOPvtsmzp1asPVPPjgg/alL33Jent77VOf+pT97W9/azifQQQQQAABBBBAAIGmEWAhCCCAAAIIIIAAAggggAACCCCwjQIjKPnMNq6Q0xBAAAEEEEAAAQQQQAABBBBAYAQJcKsIIIAAAggggAACCAxvgU2bNtXcoFS/+VlS2MidJkoKTSnW3pEU5kj1tY+nzd6SGm4C943faW6+bR3TbdX8xbahfZYVjzFtZotO6yYBTRGGPgIIbEcBvgoBBAZb4LmeeGbXssQzY0LimfVtPdV3EX+XkGT5dwmPeZGydxXv+xwvksI7irc9nooU41J2npS1rXJI5f3KULgnr/NFUrUr1b97+WDxHc1jFAQQQAABBBBoPoHu7m479dRTQxKaF7zgBTZv3ryGi1y1apV9+9vfDkloPvjBD9pvfvObhvMZRACBgRbgeggggAACCCCAAAIIIIAAAggg0PwCrBABBBBAoFkESD7TLL9J1oEAAggggAACCAyGANdEAAEEEEAAAQQQQAABBBBAAIHmF2CFWyUgZZuf04lS+SboNO61FM+TYu2xVCSFjdZSrH3ztpS1y/oe8yKpulFcyto+tmnCNFs5b5GtL01AI1u8sNvm7TzWOBBAAAEEEECguQSee1yXHVCSeGajxtiKXV5uG8b0hMQxkkprf4/wIsVxTzCTihTfUVLf56UixfnFvhTPkfqurXJIqnzW/khZTCp/5/LEM1I2r/YK9BBAAAEEqgI0EGgiAX8XOfLII+2Vr3ylvehFL7KnP/3p/a7uJz/5ib3zne+0d7zjHfajH/2o3/lMQAABBBBAAAEEEEAAAQRGpAA3jQACCCCAAAIIIIAAAghsowDJZ7YRjtMQGAoBvhMBBBBAAAEEEEAAAQQQQAABBJpfgBUigAACCCCAwMgVKG58lhSSyqQVSQpNKat9c7akME+qr/PjqZ2vU9s3XeXbqb9pwk62at4iWzdhZvju/Edbq+zy07ps/s5j8mHaCCCAAAIIILAdBAbrK553bJcdsGBc3eU3tYy1FXOut/WtXdX3jvTu4LUXSSEZjbdT8XcKKXtHSXGvpRhPba+9SLVxKfYlWfGQYkyKdX5cymISiWfyNrQRQAABBBBAIBPwxDOegOYVr3iFHXHEEdlAH63f/va39uEPf9he//rX2ze/+U1btWpVHzMJI4AAAggg8NQFuAICCCCAAAIIIIAAAggggAACCDS/ACtEoFkESD7TLL9J1oEAAggggAACCCCAAAKDIcA1EUAAAQQQQAABBBBAAAEEEOhTwJPNpEFJYSO3xySlcKilrC/FthTrMKHyISmcL6nSs9D2zdtWObzOF0mWNoKnuBRj3pdUs3HcE9CsWbDENnTMtuIxJiSg6R7tCWiKLPQRQAABBBAYkQIXHtdl++9alnhmnN0z+3rbOKYnvCNIqqn9/cGLv1947UWKc7zt8WLxeCpSNldS9T1GinEpxqxySKp+tyTzQ4q1t1ORsphE4pnkQo0AAggggAACfQvMnz/fLrroIvv3f/93O+WUU2zixInFyTX9e+65xz7zmc/Y8uXL7Ytf/KL94x//qBmngwACCCCAAAIIIIAAAggggAACI1KAm0YAAQQQQAABBBDYRgGSz2wjHKchgAACCAyFAN+JAAIIIIAAAggggAACCCCAAALNL8AKEUAAgZEjIGWbotNdS+Wbo9O411I8T8pqKWv7Rm5JfW7cTuO+CdzbqUgKSWm8L8W2z/HiCWhWzltk69tnW/Foa5UtOq3H5k8fUxyijwACCCCAAAIjROB5x0+0/RaUJZ4ZbyvmXG8b2rrCu4WkkPzF3xdSkWJMUs0cf4eQ4liam2qpdq7HpRhLba+tckgxLil8t20+pBjf3K1WkmraZcn9fIKUzfM+ZaQJcL8IIIAAAggMjsBOO+1k55xzji1btszOPfdcmz59esMv+uc//2lf+cpXrLe31z7xiU/Y//t//6/hfAYRQAABBBBAAAEEtkaAuQgggAACCCCAAAIIIIAAAgggMFIEtj35zEhZIfeJAAIIIIAAAggggAACCCCAAALbLsCZCCCAAAIIIIAAAggg0K+Ab4jOT5LqE9BICpu50zxJoSnF2jvFDdoek1Q9T1LYsC2V136+pJoENJLCOT5mE3ayVfMX27oJ9QloWlvNFpOAxjgQGLUCLBwBBEa0wIXHT7T954+vW8PGlvF2z+zrQuIZfxdIRVL1/aAY84QzqaSxYi3F831eGpPiO4v3pdi2yiHFthTrSij8SAp18UPK4lL9O5XPL757eYyCAAIIIIAAAggUBTo6OuyEE06wG2+80S699FLbbbfdilNq+k888YR997vftf/v//v/7H3ve5/dddddNeN0EGgKARaBAAIIIIAAAggggAACCCCAAALNL8AKEUAAAQQQ2EYBks9sIxynIYAAAggggAACQyHAdyKAAAIIIIAAAggggAACCCCAQPMLsMKRJyBlm6TT3Uvlm6XTuNdSPE+KdTGW37ztbS+SajaLS6omm/FxL1J5zMdswlRbvWCxbejYxYpHS+W/HC5e2GMLZowtDtFHAAEEEEAAgWEq8PwTumy/PhLPrJhznW0c0xUS2Umq1v5OIKn6TpGSyKTax71I2Rzve5FiTIrXSzGpNi7Fcanv2gqHpGpEKn+X8sQzUjavegINBBBAYAQKcMsIILD9BA499FC77rrr7JprrrEDDzyw3y/++c9/bjfffLO95S1vsTvvvNM2bNjQ7zlMQAABBBBAAAEEEEAAAQTKBIghgAACCCCAAAIIIIAAAiNFoGWk3Cj3icAwFOCWEEAAAQQQQAABBBBAAAEEEECg+QVYIQIIIIAAAgggsMUCvhk6P1mq3zQtKWz8TvMkhaaU1b6J24OSwlyp79rnSqpuHve+F0nVpDSSwrgUa09As2r+YlvfPseKR4vMFp3WZbvOJAFN0YY+AggggEBTC4zIxT3/+C57+rxxdfe+oWWCrZhzvW1si4ln/N0glXyCGUnVd40Ul7KYn1OMeyxfpDjfY1JsS7V1ukFJoSnFOnQ2f0hZTKp/h/Jp/q4lZfM8RkEAAQQQQAABBLZGYO+997bFixfbq1/9ajvmmGNszJgxDU//4x//aLfccostX77cvva1r9mjjz7acD6DCCCAAALDXoAbRAABBBBAAAEEEEAAAQQQQACB5hdghQggsI0CJJ/ZRjhOQwABBBBAAAEEEEAAgaEQ4DsRQAABBBBAAAEEEEAAAQQQGL4CUtwonb9DKcak2o3SUtaXYluKtZ8vxbak6qZwSSGJTNrc7XUqUjZWjKVN4x6X4vU2jZ9sqxYstnWlCWhki07ttl1nNN6AZYN2cGEEEEAAAQQQ6E/gBSd02dPn1yeeWa8Jdm9IPDOx4TuEpOp7RXpXkBSS13k/FX9/SEVSOEeKtcel2JbiO4ZUW1vlkGKs0gz35HW+SKp2pfJ3JxLPVIloIIAAAggg0EQCQ7eUXXbZxZ773Ofa0qVLbeHChbbDDjs0vJl7773XPv/5z9vrX/96+9znPmf33Xdfw/kMIoAAAggggAACCCCAAAIIIIBAEqBGAAEEEEAAAQTlaYiTAAAQAElEQVQQGCkCJJ8ZKb8p7hMBBBAYjgLcEwIIIIAAAggggAACCCCAAAIINL8AK0QAAQQQ2CoBKds8nU6UyjdRp3GvJYXN2JK8G9q+ods7kkJfymofk2Lf214khQ3h3s4XSTUbyX1Mktn4KbZ6vieg2cWKhw8vOq3HdptJApqiDX0EEEAAAQSGWuCiE7ts33n1iWc2tnXYfXNfbhvbOsO7gz/z80VSeFeQYu1jnmTGa0nhfcHbfRWfKylcW4q1z5UUrpvaUhyzyiHVtiuhmh9J1b7U9zuTlM2rnkBjYAW4GgIIIIAAAqNQYPLkyXbmmWfajTfeaBdccIHNmjWrocKjjz5qX//612358uX2sY99zP74xz82nM8gAggggAACCCAw7AS4IQQQQAABBBBAAAEEEEAAAQQQaH6BbVwhyWe2EY7TEEAAAQQQQAABBBBAAAEEEBgKAb4TAQQQQAABBBBAAAEERobApk2bam5Uqt9MLSls3q6ZWOlIqnzGH9/E7S1JYa5UXvs8L5Kqm7+9n4qUnecbxz0uyWzCFFu9YLGt75hrxcOHPQHN7jPHFofoI4DAIAtweQQQQKAvgYtO7LZ95tYnntnQ2mErZl1nGyu1pPA+IMU6Pffztb8PeEmx1PZ+vkgK7yAek+L10lwpjkmydEgK870v1bY9li+Sql2p/l3JB4vvVB6jIIAAAggggAACAy0wfvx4O/bYY+2GG26wRYsW2dOe9rSGX7F+/Xr7/ve/b295y1vsPe95j/3sZz9rOJ9BBPoSII4AAggggAACCCCAAAIIIIAAAs0vwAoRQAABBBAYKQIknxkpvynuEwEEEEAAAQSGowD3hAACCCCAAAIIIIAAAggggAACzS/AChHYJgEp20ydLiCVb6pO415LChu2JXk3FKm2LSnM8U3gXqT6vsfLim8Wl2Re+7gks/GTbdV8T0Azz8qOy0/rtt1nkYCmzIYYAggggAAC21Pg4hO7bJ+59c/kDa2dtmL2y2xjW0d4R5AU6vSsl1SXjMbHvEiqvhd4v68i1V9T6jsmxTEp1lY4JFUjUvk7kieekbJ51RNoIIAAAoMjwFURQACBIHDQQQfZS17yErv22mvtGc94Rog1+vjlL39p73//++2Nb3yj3XHHHbZ27dpG0xlDAAEEEEAAAQQQQACBoRXg2xFAAAEEEEAAAQQQQAABBPoQIPlMHzCER6IA94wAAggggAACCCCAAAIIIIAAAs0vwAoRQAABBBBAAIGRJeCbpvN3LNVvrpYUNogX50kKIUnVDeOSwlwpq32TuBT73vYixXO8XVYkhY3mnoRGktn4HW3l/EW2rmOulR2Xn0oCmjIXYggggAACgyXAdYsCF5/UZXvPHVcM2/qWmHhmU1tneEcoe+6nmD/3U8nHUttrSTXvHfmYnytV3hvMwndJCrVVDkmVz+xHqu1nI1Y9xyqHVP9uVAmbv0NJfV/D51AQQAABBBBAAIHBFNhjjz3shS98ob32ta+1448/3saPH9/w6/7yl7/YrbfeasuXL7fbb7/d/vnPfzaczyACCCCAgAtQEEAAAQQQQAABBBBAAAEEEECg+QVYIQIIjBQBks+MlN8U94kAAggggAACCCCAwHAU4J4QQAABBBBAAAEEEEAAAQQQQKChgBQ3VOcnSTEm9b+hWsrmSLEtKWzalrI6bQyXFDaMp77XxeIbxz0mxbnelyrXGr+jrVmwxJ5sLySgsXh4Apo9Zo2NHT4RQAABBBBAYLsJhMQzu5QknmlNiWc6wvNfqjzPK8Wf814khXix7f2yIsX5Uqx9jhTbUry2VN+XZH5Iqr6jpL7X+SKp2pXK34lIPFMlooEAAggggMD2FeDbSgVmzpxp5513ni1btszOPvtsmzJlSum8FPzHP/5ht912m/X29tqnP/1p+/vf/56GqBFAAAEEEEAAAQQQQAABBBAYegHuAAEEEEAAAQQQQACBPgRIPtMHDGEEEEBgJApwzwgggAACCCCAAAIIIIAAAggg0PwCrBABBBBAYOQJSNkm63T3Uv1ma6l2nqS6DdySwiUkVcek2E4bxCX1udFcimOecCbN99r7kmzj2Em2Ztcltr5zvpUdl53abXvMrt/8XjaXGAIIIIAAAgg8dYFLTu62vUsSz2xo67IVs68zG5MlnvFneiqSwvuAFGt/1qexsloqnyfVv2dIca4Ux6xySFm70g3vKV7ni6RqV5KVJZkpi1VPGmUNlosAAggggAACw0ugp6fHTj31VFu6dKm94AUvsHnz5jW8wZUrV9q3vvUtW758uX3oQx+y3/72tw3nM4gAAggggAACo1OAVSOAAAIIIIAAAggggAACCCCAQPMLjJQVtoyUG+U+EUAAAQQQQAABBBBAAAEEEBiGAtwSAggggAACCCCAAAIIILDFAr6ZOj9Zqt90LanhZm0pG5diW8pq30wuxb63vUgKm8+9nS9pE7oUx1N/09hJtnLeIlvX0UcCmlO6bM/ZY40DgVEkwFIRQACBIRG49ORu22tO/TN3Q1u33TPrWrO29vCMlxRqf85Lte8BHktFyualmNdSjPu7gBTbKZ5iUryuFGurHFJsS7GuhMJ7jCRv1hQpi0ki8UyNDh0EEEAAAQQQGEkCbW1tduSRR9orX/lKu+KKK2zfffft9/Z//OMf2zve8Q575zvfad7u9wQmDJUA34sAAggggAACCCCAAAIIIIAAAs0vwAoRQAABBBBAoA+Blj7ihBFAAAEEEEAAgREowC0jgAACCCCAAAIIIIAAAggggEDzC7BCBEaugJRtuk6rkMo3X6dxryXVbOSWYt/HvEixL8U6bRaXVLoRXcrivqHcixRj3g7nj9/BVi9YbOsn7mplxwtP6banlWyGL5tLDAEEEEAAAQS2XuDSPp6161u77J7ZtYlnpOwdID3L/XnuJfUlWWp7XIrnSKp5X0hjVjlSO9WSwlwpO1fK2mmeFQ5J1YhU/u7jSfqkbF71BBoIIDCKBVg6AgggMPwF9t9/f7vqqqvs+uuvtyOOOKLfG/7Nb35jH/rQh6y3t9e+9a1v2erVq/s9hwkIIIAAAggggAACCDS3AKtDAAEEEEAAAQQQQAABBBAYLgIknxkuv4lmvA/WhAACCCCAAAIIIIAAAggggAACzS/AChFAAAEEEEAAAQS2WsA3V+dPkuo3YUsKCWeK8ySFkKQt2vwtxXm+GdyLFPtSrD3mxTejSwrfmdqbxvbYqnmLbH1neQKaS0/utr1IQGMcCCCAwKgQYJHbVSAkeZs9tu4717d1271zrjNrnVDzHuDPcknVmPfzRVJd4pn8uD/7vS8pvAt424tVDinGpFhXQmGOJG+GImXtEMh9SNmYVP/O41P93UjK5nmMggACCCCAAAIIjCSBXXfd1S666CJbunSpnXzyyTZx4sSGt/+3v/3NPv3pT9vy5cvttttuswcffLDhfAYRQACB7SbAFyGAAAIIIIAAAggggAACCCCAQPMLsEIEEECgDwGSz/QBQxgBBBBAAAEEEEAAgZEowD0jgAACCCCAAAIIIIAAAggggMDwF5DqN1dL5Zuxy1YjZedLtW1J1Q3hvmlcin1vpyIpbE5P/VT7xnMvkqob1G1cj61asNjWdS6wsuMSEtCUsRBDAAEEEEBgmwUuO6XL9ixJPLOurcfunX2dbWodH57j0pY94yVVn+v+zJcUzvd2KlJtTMr6UvY9UmxLtbVVDkmVz9ofKYtJ5e86JJ6pNaOHAAIIIIBAXoD2yBPYeeed7VnPepbdeOON9uxnP9umTZvWcBEPP/yw3X777dbb22u33nqr/eUvf2k4n0EEEEAAAQQQQAABBBBAAIHmE2BFCCCAAAIIIIAAAggMFwGSzwyX3wT3gQACzSjAmhBAAAEEEEAAAQQQQAABBBBAoPkFWCECCCCAAAIDJiDVb8qWsk3b/kWSqsllin0pG5Ni2zeVS1nb+16kGJNUtwE9jadENJvGdNmq+Z6AZlcrOzwBzd67jCsbIoYAAggggAACWyFw2andtsfs+mfqurZJdu/sl9mm1nHhuS3F53h6ZksKce/ni6R+E8/4fKn2eilmlcPbXirNmneQ1M/X3k5FUmqG88qSzJTFqicNvwZ3hAACCCCAAAIIbLHAxIkT7aSTTrKlS5faJZdcYrvuWv6/qaQLPv7443bHHXfYG9/4Rnv/+99vv/zlL9MQNQIIIIAAAghsXwG+DQEEEEAAAQQQQAABBBBAAAEEml+AFfYhQPKZPmAII4AAAggggAACCCCAAAIIjEQB7hkBBBBAAAEEEEAAAQQQGFkCvuk6f8dSeQIaKdvAneZLMSYpbOrOx6UYkxQ2o0ux75vHU5HiWOqn2pPOeJEUNqx728Z22+oFi23dxN2s7Lj4pC7biwQ0ZTTEBkWAiyKAAALNJxASz8waW7ew9WN2sHtnX2uWSzyTntmSwrM69Yu1P8NTTFJ4J0j9slpSeKeQYu1zbPMhxZh3pdq2x/JFUrUr1b/b+KC/A0nZPI9REEAAAQQQQACBZhOQZIcddphdf/31ds0119gBBxzQ7xJ/9rOf2Xve8x5761vfat///vdt48aN/Z7TvBNYGQIIIIAAAggggAACCCCAAAIINL8AK0QAAQQQQACB4SJA8pnh8pvgPhBAAAEEEGhGAdaEAAIIIIAAAggggAACCCCAAALNL8AKEUDgKQlI9ZuupfJN2vkvklTdHO5xqe++pLDZXIpzfCN5KlJ9LI35hnUpnuvtTWO6bPX8xbZ+4u5WdlxyUpftPXdc2RAxBBBAAAEEEGggcPmp3bZHSeKZdWN2sBWFxDOSwpX8ee3PZ0nhOe/9siIpvDOUjeVjUjZPqm9LMSbV1lY4JFUjUvk7DYlnqkQ0EBhZAtwtAggggMBTEth7771tyZIl9upXv9qOPvpoa2tra3i9P/zhD/axj33Mli9fbl//+tftscceazifQQQQQAABBBBAAAEEBkSAiyCAAAIIIIAAAggggAACCIxaAZLPjKJfPUtFAAEEEEAAAQQQQAABBBBAAIHmF2CFCCCAAAIIIIAAAiNTwDdh5+9cqt+sLSlsHi/OkxRCksK4VF77BnMpjnk7FSnGJNVtXs9vavf2pjET7bF5l9uTnbtZ2XHxiV22z9yxZUPEEEAAAQQGUIBLNY/A5ad12+6liWd2tHtnv8ysZWx4Pkuq1v5MbmlpCc99r/sqUjynbFyKY5LCdaTavp9jlUOK45Vm+JEU6rIPKRuT6t9l/Bx/55GyeR6jIIAAAggggAACo0lgl112sQsvvNCWLVtmCxcutJ6enobLX7FihX3uc58LSWg+//nP2/33399wPoMIINBcAqwGAQQQQAABBBBAAAEEEEAAAQSaX4AVIoAAAsNFoGW43Aj3gQACCCCAAAIIIIBAEwqwJAQQQAABBBBAAAEEEEAAAQQQaH6BAVmhVL8JWyrftF38Qklh07jHpayd70sx7hvJpazthvTThwAAEABJREFUfd/ALilsaPd+seTHQ3tsl61ZsKTPBDQXndht+8wdZxwIIIAAAggg0Fhg0Wk9tvvM+qRt68bsaPfN8cQzY8LzWYrPbknmz2J/VksKY94uK1Ljcb+OlF3XryHFvretckixL9XXleHwI6mm9o5U/g5D4hnXoSCAAAIIjGABbh2BARWYPHmynXnmmSEJzQUXXGCzZs1qeP1//etf9rWvfS0kobnlllvsT3/6U8P5DCKAAAIIIIAAAggggAACCGyTACchgAACCCCAAAIIIDBqBUg+M2p/9SwcgdEowJoRQAABBBBAAAEEEEAAAQQQQKD5BVghAggggAACI1vAN2XnVyDVb96W4ibv4jwpxiWFZDSSwhRJ1b6ksFFdijHfXC6p343saYO6z/f2pjGdtnrBYls3cXcrOy46scv2nUcCmjIbYggggAACCFQevbZ4YY/tNnNMHca6MZPt3tnX2ia1VZ/Z/vxNRcqe4SlWVvvz2kvZmMck1Vxfyq5rlUOK/Uoz/EgKdfHD312kbEyqf3fxc4rzPPbUCmcjgAACCCCAAALNITB+/Hg79thj7YYbbrDLL7/cnva0pzVc2Lp16+zOO++0N7/5zXbzzTfbz3/+84bzGUQAAQQQQGBkC3D3CCCAAAIIIIAAAggggAACCCDQ/AKscLgIkHxmuPwmuA8EEEAAAQQQQAABBBBAoBkFWBMCCCCAAAIIIIAAAggggMBWCUhxw3b+JCnGpNqN3fk5qS2pJtGMpDAkqSaeNp1L5XEfLxbfwC4pbFT3to2ZaCvnLbJ1E/ewsuMFJ3TZ00lAU0bTfDFWhAACCCCw5QIyW3Rqt+06Y0zdOevGTgmJZ6xlTHjeSqqpi8/mYl+K84tx7/uz22svksJ7gVWOfN/blVAYk+IcKdYp7nW+SKp2pfp3Fh8k8YwrUBBAAAEEEEAAgf4FDj74YHvJS15iL33pS+2QQw7p94S77rrL3ve+99mb3vQm++53v2tPPvlkv+c8pQmcjAACCCCAAAIIIIAAAggggAACzS/AChFAAAEEEEBg1Aq0jNqVs3AEEEAAAQRGoQBLRgABBBBAAAEEEEAAAQQQQACB5hdghQggMPIFpGwTd1qNVL+ZW6qdJylsFs+fI2UxKbalWPsGc0nmm9El1Wxul2Lf5+RLfm5oj51oK+cvsif7SEDzfBLQGAcCCCCAAAJJQJItOa3bdp05NoWq9bqxUzcnnmkLz3MpPq8lVZ/RUmznn82pLSk801O/WEuqXsfHpKwvxe+yyiHFtqRKz2ruxXKHpDCWQlL9u4qPkXjGFSgIDI4AV0UAAQQQaF6BPffc0y677DK74YYb7LjjjrPx48c3XOyf//xn+8QnPmHLly+3r3zlK/bII480nM8gAggggAACCCCAwMgR4E4RQAABBBBAAAEEEEAAAQQQ2F4CJJ/ZXtL130MEAQQQQAABBBBAAAEEEEAAAQSaX4AVIoAAAggggAACCCCwzQK+WTt/slS/qVuq3fjt86UsJsW2JB8Km8QlVWvffO4DXksKm9K97UWq7XusWDwBTcvYibZ6/mJb27mHlR2egGa/+Y03SZWdRwwBBBAYQQLcKgL9CrRUnqtLFnbZghnliWdWzHqpqSUmnmlpaQnPaq+9SKp5RhdjkkoTz0i1cSm+A1jlSNeQFK4txTFJlg4pa6dYWS3Vv6P4PH+XkbbsGj6fggACCCCAAAIIIFArMGvWLDv//PNt6dKlduaZZ9rkyZNrJxR6DzzwgH3xi1+03t5e+8xnPmP33HNPYQZdBBB4igKcjgACCCCAAAIIIIAAAggggAACzS/AChFAAIFRK9AyalfOwhFAAAEEEEAAAQRGoQBLRgABBBBAAAEEEEAAAQQQQACB5hdonhVK9Zu1pfLN3cVVSwqb1qUtrz2RjKSwAd03pKcixWukvtdSbczGdNjqBYttXdeeVnZcePxEIwFNmQwxBBBAAIHRINAis0ULu23+9LLEMzvZitnXmlpaA0V6znrtRVLps7m1tTXEJfWZeKav81NcUnhfsMohxbZUX1eGw4+UjYVA5UMqfzch8UwFhx8EEEAAgUEW4PIIjB6BSZMm2cKFC0MSmgsvvNB22WWXhot/7LHH7Jvf/GZIQvPhD3/Yfve73zWczyACCCCAAAIIIIAAAgggMHwFuDMEEEAAAQQQQAABBBDYXgIt2+uL+B4EEECgToAAAggggAACCCCAAAIIIIAAAgg0vwArRAABBBBAAIGnLOCbt/MXkeo3eUvKTwltKYtJqm4u90Ep9iWFjeu+Cd0qh9eSqjEpttMGdx/3dipSbnxspz0293J7cmKDBDQLxhkHAggggAACo0mgpcVs8ek9tmD6mLplPznWE8+8tPLcbQ3PaX/OSqr0W0KRVJdYRspiUtb2c1ORauNSfO5b5ZBiW6qvK8PhR1Koix8N30lyk32eVH6N3DSaCCCAAAIIIIAAAlspMGbMGDv66KPt1a9+tV1xxRW2zz77NLzCxo0b7Uc/+pG9/e1vt3e96132k5/8pOF8BhFAAAEEEOhXgAkIIIAAAggggAACCCCAAAIIIND8Aqxw1Aq0jNqVs3AEEEAAAQQQQAABBBBAYBQKsGQEEEAAAQQQQAABBBBAAIGRJyDJfBN3/s6lGJOyjd1S1k5zJYXN7FJt7eNSjPlGdUnVTe6SzA+PpyIpXCf1U+1JaFLb69ZxE23VgsW2rnsvv0RdufC4LtufBDR1LgMd4HoIIIAAAsNDoLXFbPFpPTZ/5/rEM2vH7mT3znpp5fnaUimqPodbWrLEM96W4lhq55+9qS1lc3yeFynGpPpaymKSwvdLWW2VQ1LlM/5IsS3F2qNS/buIx/2dRcrmeYyCAAIIIIAAAgggMPAC+++/v1199dV2/fXX2+GHH97vF/z617+2D37wg3bTTTfZt7/9bVuzZk2/5zABAQQQQAABBBBAAAEEEEAAAQSGXoA7QAABBBBAAAEEtpdAy/b6Ir4HAQQQQAABBOoECCCAAAIIIIAAAggggAACCCCAQPMLsEIEEEBgQASk+k3cUv2mb6l8XroJSdUN5h6T5FU1ljar+2Z2SWEjvMfyRVKYn4/VtMd02Kp5i+zJrvIENM87rssOIAGNcSCAAAIINLdAW6vZ4oXdNn96WeKZaXbf7GtNLS3hmSrVPlslmT+L889XqT6WxvNzJVWf31JsW+WQ4ndIsa6Ear67rO+xVCSlZjivLMlMWax6Eg0Eml+AFSKAAAIIIDAkArvuuqtdfPHFtnTpUjvppJOso6Oj4X389a9/tU996lPW29trX/rSl+yhhx5qOJ9BBBBAAAEEEEAAgRoBOggggAACCCCAAAIIIIAAAgg0rUBL065sqxfGCQgggAACCCCAAAIIIIAAAggg0PwCrBABBBBAAAEEEEAAgZEt4Ju68yuQtjwBjaSwWVzKar+WlPUlhQ3rUoxZ5Ugb272WFMaLbe97keK4xrTb6gWL+0xA81xPQLPreONAAAEEBkeAqyIwtAJtLbLFC3ts3s5j625k7did7b7ZL60+T2uen5ufox4rlnyCmeJY6kuqXleKbSmrpdq2pPBuYJVDUuWz/x+p/t3Dz/J3FGnLruHzKQgggAACCCCAAAIDK7Dzzjvbs5/9bFu2bFmop02b1vALPOnMl7/85ZCE5pOf/KTdfffdDecziMDwFOCuEEAAAQQQQAABBBBAAAEEEECg+QVYIQIIIIDA9hIg+cz2kuZ7EEAAAQQQQAABBOoFiCCAAAIIIIAAAggggAACCCCAQPMLsMIBFZDqN3VL9ZvApfJ5fjOSwkZzqb72zeuSfFrYvO4b3b3j8VQ8ltqSwrVS38ckhXPVNsFWL1hiT3btbWXHc4+daAeSgKaMhhgCCCCAwAgWaGuVLT692+ZOG1O3iifHz7D7Zr8kPDt9UGrwHK2Mpedrf7VUex1J8VlcqaU4JsXaKocU25IqPau5H9t8SApxSSEiKfTLksyUxcJJfCCAAAIIjC4BVosAAsNCYOLEiXbSSSfZ0qVL7ZJLLrFdd9214X2tWbPGvvOd79gb3vAG+8AHPmC/+tWvGs5nEAEEEEAAAQQQQAABBEa5AMtHAAEEEEAAAQQQQACBphUg+UzT/mpZGAJbL8AZCCCAAAIIIIAAAggggAACCCDQ/AKsEAEEEEAAAQSaQ8A3eedXIm1dAho/V4qbyPtqS/Kh6ub1tPFdUoh5oplizPsel+IctY231QsW25Pd5QloLvAENLuNNw4EEEAAAQSaQWBMq2zJwvLEM2vHTbd7Z14TnqGSGtb+PN3SIsVrpflS7FvlkBQSxkjldWVKGM/X3vaSf9eQ5CHzmBTbIVD5KItVwvwggAACCCCAAAIIDLGAJDvssMPs+uuvt6uuusr233//fu/opz/9qb373e+2t73tbfaDH/wgvP/1exITEEAAAQSGVIAvRwABBBBAAAEEEEAAAQQQQACB5hdghQhsLwGSz2wvab4HAQQQQAABBBBAAAEEEKgXIIIAAggggAACCCCAAAIIIIDANglIMdlM/mQpxqRsU7iUtdNcSWGjuaTqxncpi0kxbpUjbWT3utIN53m7rEgK1/OxugQ08xfbk119JKA5ZqIdtNs4a+KDpSGAAAIIjAKBMW0x8cwu08bUrXbtuBl236wXh+eopOrz0p+ZXvLPTe9va5HitaWslmqf8VLsW+WQYltSpRd/pNiWYh2jFjYeS/3H0nxqBBBAAAEEEEBgFAoM2yXvu+++dsUVV9grX/lKO+qoo8zfPxvd7O9//3v76Ec/asuXL7dvfOMbtnLlykbTGUMAAQQQQAABBBBAAAEEEEBgNAmwVgQQQAABBBBAoGkFSD7TtL9aFoYAAgggsPUCnIEAAggggAACCCCAAAIIIIAAAs0vwAoRQACB5hGQajeA+8qkLU9A4/O9SPE6kqqb4iWFjfFWOSRVPi1sTPLN8JLCmBRrj6UiZTHfyCTFvtrG2+pdl9iT3ftY2XH+MV120G7jy4aIIYAAAgggMOwFxrSZLV7YY3NKEs88MXaG3TfrmvDs9OelpLrnrce3pkgK15Ni7edKsS3VXl+q71vlkGK80qz7kRRiksK9btq0KdQhuPmjLLZ5iAqBYSLAbSCAAAIIIIBAUWDevHn2/Oc/35YuXWqnnXaadXd3F6fU9O+55x777Gc/G5LQfOELX7AHHnigZpwOAggggAACCCAw9ALcAQIIIIAAAggggAACCCCAAAIIDJTA8E0+M1Ar5DoIIIAAAggggAACCCCAAAIIIDB8BbgzBBBAAAEEEEAAAQQQeMoCvvk7fxGp/wQ0+XMkhQ3sVjmkuMlcinV/m9l9vFgkhet5vCYBTes4WzV/sT3Zva+VHecfM9EO2p0ENGU2xBAY8QIsAIEmFhjbZrbk9Em2y06VRmGdT4ybYffPjolnJIUELv58TCU9JyVVn51pLF/7vGJfqj9Hit8h9V1b5ZBU+dthE9oAABAASURBVKz9kepjPsPfGaTasbKYz6UggAACCCCAAAIIjAyBqVOn2llnnRWS0Jx33nk2Y8aMhjf+yCOP2Fe/+lXr7e21j3/84/bnP/+54XwGR7EAS0cAAQQQQAABBBBAAAEEEEAAgeYXYIUIIIAAAk0rQPKZpv3VsjAEEEAAAQQQQGDrBTgDAQQQQAABBBBAAAEEEEAAAQSaX4AVNp+AVLsh3Fco9Z2ARlLY4C7F86Ta2iqHpLBBXlLN3PzG90ZtKZ7vc3zDvBSv09I2zlYvWGxr+0pA88yJdjAJaIwDAQQQQGBkCIxtky05vcfmTK1PPLN2/Cy7f9Y11eeppOoz1Z+PXqQY83ajImXzpOwZ6+dIsS/1X1vlkFT5tHBftvmQamOSwnhZkpmy2ObLUCGAAAIIDDMBbgcBBBDoT6C9vd2OP/54e93rXmeXXXaZ7bHHHg1PWbt2rX3ve9+zN73pTfbe977XfvGLXzSczyACCCCAAAIIIIAAAggMvgDfgAACCCCAAAIIIIAAAggMlADJZwZKkusgMPACXBEBBBBAAAEEEEAAAQQQQAABBJpfgBUigAACCCCAAAIDJuCbwfMXk8oT0KR5Urax3M+TYl+qrdNY2uBeVnvMk8x4XVbyY2oda6vnL7Yn+0hAc94zJ9ohJKBxdgoCCCCAwDAWGDfGE8902+ypY6x4rB0/2+6beVVI4OLPRUl1iWc83l9pbW0N55XNk+Lz2sek+rYUY1Ks/R4leRXuKzQ2f6R3g83dUHlMivNDoPJRFquE+UEAAQQQQAABBBBoAoFDDjnErr32WnvJS15iBx98cL8r8sQznoDmzW9+s9155522bt26fs9hAgIIIDAKBFgiAggggAACCCCAAAIIIIAAAgg0vwArRKBpBVqadmUsDAEEEEAAAQQQQAABBBDYagFOQAABBBBAAAEEEEAAAQQQQGDkCkgx2Ux+BVKMSdnmcSnGfJ6k6gZ0KbYl+VCISyqt00b3stpjqUjx/NSv1m1jbdWCxfZkz9PDdxU/zvUENHuML4YHqM9lEEAAAQQQeGoCjRPPzLH7Zr4oPD/9uScpJJCRsmeilLV9Tl9Fiuf6uJSdI/Udl+I8KautckiqfFq4L9t8SAp9SZsjFvplSWbKYsaBAAIIIIAAAggMawFublsEnva0p9nll19u//Zv/2bHHnusjRs3ruFl/vSnP9ktt9xiy5cvt69+9av2r3/9q+F8BhFAAAEEEEAAAQQQQAABBBAYWAGuhgACCCCAAAIIIDBQAiSfGShJroMAAgggMPACXBEBBBBAAAEEEEAAAQQQQAABBJpfgBUigAACCAyogJQllkkXlmJMqt9Y7nOkGPdN5akvxVi+LylsSJdind8ILylsrPdYWZFKxlvH2ur5noBmPys7zj16oj1jjwllQ8QQQAABBBAYMgFPPHPF6T02a8qYunt4Ytxsu2/mleF56c9DSTXPx9bW1pq+z9mSImXXkWTpOlJ8JkuydEgK3y/F2uNSbEvybmmRFM7z9wFJNXPKYjUT6CCwJQLMQQABBBBAAIERJTB79my74IILbOnSpXbmmWfajjvu2PD+77//fvvCF75gvb299tnPftZWrFjRcD6DCCCAAAIIINCkAiwLAQQQQAABBBBAAAEEEEAAAQRGrEDLlt458xBAAAEEEEAAAQQQQAABBBBAoPkFWCECCCCAAAIIIIAAAgiMfAEpJpvJr0SKMSnbTC7FmM/zje9S7ZiksAld6rv28/Ib4L3fV5FUt+FerWNs1fxFtranPAHNc47utEP3HG8cCCAwsAJcDQEEtk1g/FjZFWf02MwpbXUXeHz8HLt/1ouqzzpJoS3F52h6PkoxnvpbU0vxXCleU2pcW+WQVPms/ZHqYz6jLMlMWcznUhBAAAEEEEAAAQRGh8AOO+xgCxcuDEloLrzwQttll10aLvzRRx+1b3zjGyEJzUc/+lH7/e9/33A+g4MrwNURQAABBBBAAAEEEEAAAQQQQKD5BVghAggggAACAyVA8pmBkuQ6CCCAAAIIIIDAwAtwRQQQQAABBBBAAAEEEEAAAQQQaH4BVojAoAhI9ZvKpZhsRsrGpBjzm5BUTTaT7+fbUpzjG+Ul+VD1nBTzOiWk8bYX73vxdl1pHWNrFiyxtd37hesVP5591EQS0BRR6COAAAIIbHeBCWNb7IqFPTZzcn3imScmzLUHZl5Zmmwm/9yTFObkY43aksJz1udI2blSbEtxXKqvrXJIqnxauIZtPqTamKQwXpZkpiy2+TJUCCCAAAJbL8AZCCCAwIgWGDt2rB199NH26le/2pYsWWL77LNPw/Vs2LDBfvCDH9jb3vY2e/e7320//elPG85nEAEEEEAAAQQQQACBJhFgGQgggAACCCCAAAIIIIDAiBVoGbF3zo0jsN0F+EIEEEAAAQQQQAABBBBAAAEEEGh+AVaIAAIIIIAAAgg0l4BvGs+vSJJ5TFI1LMVYNVBpSHFcUtiQXgmFWqrt5zfDSwob6qU4x8fKihTn5cfU0mqrd11iT07a38oOEtCUqRBDAAEEENh2ga07c/zYFlt8epfNmFKeeOb+GUtqnpPpGScpPBtTP1+3trb2OebzpOxcqbYtxWetVF5b5ZBU+bRwX5Y7/D0g1w1Nj0lxfghUPspilTA/CCCAAAIIIIAAAgjYAQccYFdffbVdd911duihh/Yr8qtf/co+8IEP2Bve8Ab7zne+Y48//ni/5zABAQQQGBgBroIAAggggAACCCCAAAIIIIAAAs0vwAoRQGCgBFoG6kJcBwEEEEAAAQQQQAABBBAYcAEuiAACCCCAAAIIIIAAAggggAACT0lAqt1I7heTYrIZKRuTYszHU5HiuKTqxnUptqX6urhR3vupSKpusE+b7aXNsZaWcP2WllZbNW+Rre3Z38oOT0Bz2NMmlA0RQwABBBBAYNAEJoyVXXFGt82cPKbuOx4fP9dS4pmW6vMsPtd8ssdSkVR9FnpMqu17LBVJ1ro5OY2kcJ6kzc/Llpq+FONSrK1ySKp8Wphvmw9JoS8pRKRYlyWZKYuFk/hAAAEEEEAAAQSeigDnNp3AbrvtZpdeeqndeOONduKJJ1pHR0fDNd599932yU9+0np7e+3222+3//mf/2k4n0EEEEAAAQQQQAABBBBAAIERKMAtI4AAAggggAACCIxYgZYRe+fcOAIIIIDAdhfgCxFAAAEEEEAAAQQQQAABBBBAoPkFWCECCCCAQHMK+Cby/MqkmGxGihvPfUzK2t73ImUxKbYlVTev+yZ5qbzvY16Km+c95iXFU1uStbS22Zpdl9iTkw6wsuNZR3YaCWjKZIghgAACCAyGQPs4TzzTYzN2bKu7/OMT5tkDM5eEZ6I/yySZ16nkn3NSNpaPp7n5Wopzpfh8LY5JsnRICt8vxdrjUmxL8m5pkeJ7gA9KtfP8nUGqjfk8SvMJsCIEEEAAAQQQQGCgBKZPn27Pec5zbOnSpfasZz3Ldtppp4aXfvDBB+22224LSWg+9alP2V//+teG8xlEAAEEEEAAgW0X4EwEEEAAAQQQQAABBBBAAAEEEGh+gYFaIclnBkqS6yCAAAIIIIAAAggggAACCCAw8AJcEQEEEEAAAQQQQAABBBAYEAEp22SeLijFmJRtMJeydn6epOrmdo9Lse9t3xQvlfelGPc5/RXfjC/5/BZbNX+xPTnpQL98XfEENIfvNaEuTgCBESzArSOAwDAUSIlnppcmnplvD8xYHJ6N/nyTVE08I2VtH/Piz7hUS3E8xTyeiiTzuBdJNdeUYl/yZ2V9scohxXilWf2R6mOeYMYnSPKqWjwu1caqgzQQQAABBBBAAAEEEOhHoKury04++eSQhOaiiy6y+fPnNzxj9erV9u1vf9tuuukm++AHP2i//vWvG85vgkGWgAACCCCAAAIIIIAAAggggAACzS/AChFAAAEEEBixAiSfGbG/Om4cAQQQQAABBLa/AN+IAAIIIIAAAggggAACCCCAAALNL8AKEWheAal+M7m05QloXEZS2Ghf1k4b533M25Kqm+a9nzbSS7VxH0slzfH+qvmLbO2k8gQ05xzRaUeQgMY4EEAAAQQGR6B9vOyK03ts5x3a6r7g8QmeeGZR9RknqbTtz7J8yT/j8u00R4rXkWR+eFxSeO5624vHvUgxLsU6xbzOF0n5brhWCki1YySeSTLUCCAwegRYKQIIIIDAYAn4u+sRRxxhr3jFK+xFL3qR7bffftbf8ZOf/MTe9a532Tve8Q774Q9/2N90xhFAAAEEEEAAAQQQ2EIBpiGAAAIIIIAAAggggAACCGypAMlntlSKecNPgDtCAAEEEEAAAQQQQAABBBBAAIHmF2CFCCCAAAIIIIAAAgMu4JvL8xeVnnoCGiluYPfNRV78+l5LChvdpVh7rL/iG/LTnNUNEtCcTQIaZ6YggAACzSEwjFbRMb7FrvTEMzuWJZ5ZYA/MWFT6bJNUTUKTnmNeS/EZKMVxf85Jse3jXiSZx1Pb61SkeL5VDim2payuhGvux/tepPh893Yq6R1AUgqF2uNSbSwM8IEAAggggAACCCCAwFMUePrTn25XXnllSERz1FFHhXfmRpf87W9/ax/5yEds+fLldvfddzeayhgCCIxEAe4ZAQQQQAABBBBAAAEEEEAAAQSaX4AVIoDAiBUg+cyI/dVx4wgggAACCCCAAAIIbH8BvhEBBBBAAAEEEEAAAQQQQAABBEa+gFS/uVyKG9QlWVphvp2PeTwVj6e216nvG+a9n6+9nUoaS/2yOs3pLwHNkXtP8K+lIIAAAggg8JQFQuKZM3ps2g4liWfad7UHZlweNsv6cys9p4pt7+dLSirjMW/nz/OY91Pc2ymW2vm+x/LFF+x9r/MlxYq1z0kxb3sh8YwrUBBAAAEEEBidAqwage0pMH/+fHv+859vS5cutVNPPdW6uroafv3f//53+93vftdwDoMIIIAAAggggAACCCCAAAL9CzADAQQQQAABBBBAAIEtFSD5zJZKMQ8BBBAYfgLcEQIIIIAAAggggAACCCCAAAIINL8AK0QAAQQQQGDQBHyzef7ivhndY16neL6dYqn2MS/e9zqV/CZ5H8v3vZ2Kz0/tsto34qe4J6B5coeD/XJ15azDO+0oEtDUuRBAAAEEENg6gc7xLXbFGT2206TWuhMf98Qz0y8zf3al4s+o1Pba+8XicS8e9+daanvfi/dT3NsplmqPpZvxdr54vNj3WLH4HH++e9zbXqfi8WIsjVFvdwG+EAEEEEAAAQQQGBUCO+20k5199tkhCc15551nM2bM2OJ1+7vr/fffv8XzmYgAAggggMAwFOCWEEAAAQQQQAABBBBAAAEEEECg+QVG7ApJPjNif3XcOAIIIIAAAggggAACCCCAwPYX4BsRQAABBBBAAAEEEEAAgeYR8A07vuk8v6IU8zrF8+1izMeKxeekTfPF2ud6LJVf4gTqAAAQAElEQVRiP8XL6lXzLrO1fSSgOfPwTjtynwn+1RQEBkCASyCAwGgT6JzQYlec2W3TShLPrJmwqz2wOfGMP5+Kzy7vewIZH8sXjzfq+5if5/O8eD/V3vbi/bLiv58U93YqxZj307Pe22me1x4vxjxOQQABBBBAAAEEEEBgewh0dHTY8ccfb6973evshS98oe2xxx79fq2/w37qU5+y973vffbLX/6y3/n9T2AGAggggAACCCCAAAIIIIAAAgg0vwArRAABBBBAAIEtFSD5zJZKMQ8BBBBAAAEEhp8Ad4QAAggggAACCCCAAAIIIIAAAs0vwAoRQGBQBco2nXvMN/N4nb48387HPO6lGPO+x/Mlv4ne26n4nNTur17tCWgmHeyXrytnHdZpR5GAps6FAAIIIIBAYwFPPHPl6d22U09b3cQ17bvbgzMvt/Ssytfe9uIJZNLzy/uppFijOj/X22mut734DXmdLynmdb74nGLfn+ceK455vBjzeRQEEEBgSAX4cgQQQACBUSvwjGc8w6699lp78YtfbAcddFC/Dj//+c/tPe95j73lLW+x73//+7Zhw4Z+z2ECAggggAACCCCAwDAR4DYQQAABBBBAAAEEEEAAAQSGrQDJZ4btr2bk3Rh3jAACCCCAAAIIIIAAAggggAACzS/AChFAAAEEEEAAAQSaU8A3oedX5hvSPeZ1iufbHvNxLx7vq/gm+jTm5+T73k7F56R2f/Xq+ZfZE30koDnzsE47ep92/yoKAggggMBTEBgtp05sl115Ro9NnVSfeGZ1++72j+mXBgp/NhWfVd4vJp7xef0VP8/neO3F26l4PxX/4tROdTHmfS8+7nW++DPa+8UxjxdjPo+CAAIIIIAAAggggMBQC+y11162aNEie81rXmPHHHOM+ft2o3v64x//aB/72Mds+fLl9l//9V/26KOPNprOGAIIlAgQQgABBBBAAAEEEEAAAQQQQACB5hdghQgggMCWCpB8ZkulmIcAAggggAACCCCAwPAT4I4QQAABBBBAAAEEEEAAAQQQQKD5BbbLCss2oXusuEHdY35DXqeS5ni/OJbv+8Z6n5Pq1PZ+vvQVz89ZM/8yW7vDIX75unLGYR129L4koKmDIYAAAgggUCMwsb3Frjxjkk3taa2Je2dNxx724PRLLT170rPJ61R8I2xx3GOppLFi7ePpGj6W2l6nvt9Dvu/tFPM6X9JYiuX7+baPp2e2tykIIIAAAgggMOwEuCEEENgsMGfOHHvuc58bEtBsDjWs7r33XvvP//zPkITmc5/7nN13330N5zOIAAIIIIAAAggggAACCAyhAF+NAAIIIIAAAggggMCwFSD5zLD91XBjCCAw8gS4YwQQQAABBBBAAAEEEEAAAQQQaH4BVogAAggggEBzC/im9PwKfdO6x7xOcW+nmLe95MfybR8rFh9Pm+t9zNteUjttyvdYo7J63gvtib4S0BzaYc/cd4J/FQUBBBBAAIE6AU8886IzemxKd33imdXtMfGMP5e8pGdRaqc6xYu1j3spi3ssP5baqU436n0v3s/X3vaS4qntfS/e92d0anudisd9PPWp+xNgHAEEEEAAAQQQQGCoBSZM2Lr/bed///d/7etf/3pIQvOxj33M/vjHPw71Evh+BBBAAIFhL8ANIoAAAggggAACCCCAAAIIIIBA8wuwwi0VIPnMlkoxDwEEEEAAAQQQQAABBBBAYPgJcEcIIIAAAggggAACCCCAAAIDKuCb0n1zev6iKeZ1invb53nJx7ztY8WSNtt7PLVTnWKp73U+AY23PVZW1sx7oT2546H+tXXl9EM77Zinb90mpbqLEBgeAtwFAgggMIACXe0t5olnJpcmntnTHpx+Sfg2f+74M8qLt714259LXrzvxWNe91f8nDTXay/pHG+nkmJ+Ex7zuljK4h5Lz2Vv58/xeDGWH6eNAAIIIIAAAggggMCwENiCm1i4cKHttddeDWeuX7/evv/979tb3vIWu/nmm+3//t//23A+gwgggAACCCCAAAIIIIAAAgggsB0F+CoEEEAAAQQQGLYCJJ8Ztr8abgwBBBBAAIGRJ8AdI4AAAggggAACCCCAAAIIIIBA8wuwQgQQaH4B35zum9TzK00xr1M8304xrz3upa+2j6XiG+zz7dT32jfpe+3jXvdVVs29xNb2kYBm4TM8AU273woFAQQQQAAB6w6JZyZZaeKZjj3toRmXWPG54/1Uis8ij+djxX5xzMdTSWPe97b/erztxdtlMY+XFT8nPbu9nZ/j8WIsP04bAQQQ6EuAOAIIIIAAAsNRYPfdd7cXv/jFdu2119qhh5YnJM7f91133WX/5//8H3vjG99od9xxhz355JP5YdoIIIAAAggggMCoFwAAAQQQQAABBBBAAAEEEEAAgSRA8pkk0Xw1K0IAAQQQQAABBBBAAAEEEEAAgeYXYIUIIIAAAggggAACCAyKgG9S983q+YunmNcpXmx738/z2ovP8zoV30if2qnOx7ztxce83tKyeu4l9sQO5RuOFj6jw459Oglo/HdBQQCBESvAjQ+AQFdHi11xZo/t2F3/T2VWdzzNHtz54vAt6dnT17PI46mkuSlhWl99n5/G8m3/Qu977ePeTs9Rj3m/rPhYKj7u53jf216n4vFiLI1RI4AAAggggAACCCAwkgX22GMPu/TSS+21r32tnXDCCdbe3vh/+/nLX/5it956q73+9a+322+/3R555JGRvHzuvXkFWBkCCCCAAAIIIIAAAggggAACCDS/ACtEAAEEhq1A/b+oGba3yo0hgAACCCCAAAIIIDDcBbg/BBBAAAEEEEAAAQQQQAABBBBofoHRs8KyzeoeK25k91hexfs+x2PeTnW+nTbYe8xLvu9t38Sf4t7fkvL4/EvtiR3LE9Cc5glo9mu8Ccnvk4IAAggg0JwC3R2t9qIze2xyV2vdAld37GUPTb/Y8s8db6fizyBv+7PJ28XicR/3uLe9Tv1822NeUiy1/Ya8nYqPp5jX6Znq7WLxc9K4t/PjHi/G8uO0EUAAAQQQQKA/AcYRQGAkCMycOdPOPfdcu/HGG+2cc86xqVOnNrztf/zjH3bbbbfZ8uXL7T/+4z/snnvuaTifQQQQQAABBBBAAAEEEGh2AdaHAAIIIIAAAggggAACSYDkM0mCGgEEmk+AFSGAAAIIIIAAAggggAACCCCAQPMLsEIEEEAAAQQQGHQB37ye/xLfyO4xr1Pc2ynmbS8+5rWXfLus7zHfbJ9qn5/ve7u/4uc+Pu9SW7vjYX56XTntkA47lgQ0dS4EEEAAgWYX6OlstRed2W07TixLPLO3PTT9okCQnjP+PPGS73s7H/O+F082Uxb3MS9pzGsvHvPibS/+xV57Sc/RFEu1j6XisVQ85ud439tep+LxYiyNjdiaG0cAAQQQQAABBBBAoIFAT0+PnXLKKSEJzQte8AKbP39+g9lmK1eutP/+7/8OSWg+9KEP2e9+97uG8xlEAAEEENhOAnwNAggggAACCCCAAAIIIIAAAgg0vwArHLYCJJ8Ztr8abgwBBBBAAAEEEEAAAQQQGHkC3DECCCCAAAIIIIAAAggggEDzCfjmdd/Enl9Zinmd4t7Oz8v3ve3zvM6X/AZ8j3vf53mdSoqnOsXLap+zeu7Ftnby4X6ZuuIJaI7bb0JdnMDWCTAbAQQQGCkCPR2tduUZ3bZDWeKZzr3twZ2fH5aSnin+HPGS+o3qfOIZb3tJ8/0aXvJ9b3vMvzDVKeZ9Lz6WSrGf4l77WHrmettjqXi8GEtj1AgggAACCCCAAAIIbI3ASJzb1tZmRx55pL3iFa+wK6+80vbbb7+Gy/D35x//+Mf29re/3d75zneatxuewCACCCCAAAIIIIAAAggggAACTSbAchBAAAEEEEAAgSRA8pkkQY0AAggggEDzCbAiBBBAAAEEEEAAAQQQQAABBBBofgFWiAACCGwXAd/E7ptx8l+WYl6nuLd9ntcey9epneKp73Wx5Dfjp7Zv6vd53u+vrN7lIntix/IENKce0mnH7d/ut0FBAAEEEGhigZ7OFnvRmT19JJ7Zxx6c9nzLP1e87SU9Y7ztJfXzdf6Z5G0f87levJ2K95043/e2xxsVPycVn5faXnvfn7Wp7XUqHvfx1KdGAIGmEmAxCCCAAAIIILCVAp54xhPQvPzlL7cjjjgivP83usRvfvMb+9CHPmQ33XSTfetb37I1a9Y0ms4YAggggAACCCAwGAJcEwEEEEAAAQQQQAABBBBAAIEhEyD5zHaj54sQQAABBBBAAAEEEEAAAQQQQKD5BVghAggggAACCCCAAALNK+Cb2X1Te36FKeZ1invb53mdivd9PPXzdXETvvfTXG+n4uf4Bn+vU6xRvWbuRbZ28hF+qbpy6sEddjwJaOpcCCCAwJYKMG+4C0zqbLGrzpxkkybW/7OY1Z372oPTLgwbT9MzxWsv6bmSb6dYqvPPIm+nuNd+npeytpt5PNWp7fM9li8eS6UYzz9T82Me93PyMdoIIIAAAggggAACCCBgtmDBArvooots6dKldsopp9jEiRMbsvz1r3+1T3/60/b617/ebrvtNnvooYcazmewmQVYGwIIIIAAAggggAACCCCAAAIINL8AK0QAAQQQSAL1/8omjVAjgAACCCCAAAIIIDDSBbh/BBBAAAEEEEAAAQQQQAABBBBofgFWuF0FfFO7b27Pf2mKeZ3i3s7P835+zNse85Lavgnf+1687cXbqaR+caO/x/sqq3d5QZ8JaE45uMNOOKDdv56CAAIIINBEAp5w5kVn9VhPZ/0/iVnZ4YlnnhcSz/izw58p+eeMx7zvdVlJ833M2177fC/eTsX7XrzvtRdvO3Oqve3xVOfbHisWH0/PVm/nxz1ejOXHaSOAAAIIINAUAiwCAQQQeIoC06ZNs3POOSckoTn33HNt+vTpDa/48MMP2+23327Lly+3W2+91e6+++6G8xlEAAEEEEAAAQQQQACBARDgEggggAACCCCAAAIIIDBkAvX/0mbIboUvRgCBZhdgfQgggAACCCCAAAIIIIAAAggg0PwCrBABBBBAAAEEml/AN7f7Jvf8SlPM6xT3ts/zOhUfK2t7LD/m/XzxjfqpeDy1t6T2BDRPTD7CL19XTj6IBDR1KAQQQACBESyww8RWu+qMHuvpaK1bxcrOfe3h6ReaPzvSs8QnpXY+7u18ySea8bYXP8+Lz/PaS7Gd+l77d3nt81LxWFnbYz6Wivf9mep9b3udL2Wx/PhgtLkmAggggAACCCCAAAIjVaCzs9NOOOEEu/HGG+2SSy6x3XbbreFSHn/8cbvjjjvsDW94g73//e+3X/3qVw3nM4gAAgg0kwBrQQABBBBAAAEEEEAAAQQQQACB5hdghQgkAZLPJAlqBBBAAAEEEEAAAQQQQKD5BFgRAggggAACCCCAAAIIIIAAAoMi4JvcDi9tCgAAEABJREFU0yb49AUp5nUxVtZP87zOl/zG/Hw7zUkxrxsVTwyQxtfs8gJ7fMe+E9CceEBHusWRWHPPCCCAAAIVAU8886Ize6y7sz7xzKqJ+9nDO19YmRV//BnhrfSc8NqfM14Xi89NY6md+j433/Z+Kh7370i1x71fVvyZ6vO8FMc95uMe97bXqaR46lMjgAACCCCAAAIINLUAixsEgcMOO8yuu+46u/rqq+3AAw+0/o6f/exn9u53v9ve+ta32g9+8APbuHFjf6cwjgACCCCAAAIIIIAAAggggMDWCDAXAQQQQAABBBAYMgGSzwwZPV+MAAIIIDD6BFgxAggggAACCCCAAAIIIIAAAgg0vwArRAABBEaPgG+AL256TzGvk0Rq5+t8Oz8vH/e2F9+sn2pve0mb/73dV/FzfF4af3zuC+yJyUemr6upTzqo3U48kAQ0NSh0EEAAgREkEBLPnNVj3R31/wxm1cT97aGdLgir8WeDPxe843V/xZ8j6ZyyufkxbxeLn+OxVPv3ej9f8jFv54vPS89ab+fHPF6M5cdpI4DAYAtwfQQQQAABBBBoJoF99tnHFi9ebK961avsmGOOsTFjxjRc3h/+8Af76Ec/asuXL7evf/3r9thjjzWczyACCCCAAAIIjFQB7hsBBBBAAAEEEEAAAQQQQACB0SNQ/69uRsvaWScCCCCAAAIIIIAAAggggAACCDS/ACtEAAEEEEAAAQQQQACBQRXwTe+++T3/JSnmdT7u7Xwstb0ulrRJP8VTP9UeT+187e188XmeOCDF1uzyfHti8lF+K3XlpAM9AU17XZwAAgiMAAFucVQL7NjVald54pn2+n8Cs7JzP3top/PNnwde/JngdXoueO19L97Ol/xcb3vJz8u3/Tzv54vH/BeT6mLb+17SOd7OF4+nZ6y382MeL8by47QRQAABBBBAAAEEEEBg2wTmzp1rz33uc23p0qV2+umn26RJkxpeaMWKFfa5z33Oent77fOf/7zdf//9Decz+BQFOB0BBBBAAAEEEEAAAQQQQAABBJpfgBUigAACCAyZQP2/vBmyW+GLEUAAAQQQQAABBJpdgPUhgAACCCCAAAIIIIAAAggggEDzC7DC0Sfgm999E3x+5SnmdT5enJfG0jyvvXjc6/6Kb+j3OZ4QwNtlpTi+ZpcL7YkpR/tX1JWTDuywkw4iAU0dDAEEEEBgmApM9sQzZ/ZYV1nimYn72/9Mu6CaeMafEb4Mr/sr/lzx54fPS+3U91ixnfpee/E56bu89uLxVJe1fSwVH0/PTG+nuNceL8Y8TkEAAQQQQGB7C/B9CCCAQDMLTJ482c4444yQhMaT0cyePbvhch955BH72te+ZsuXL7dbbrnF/vSnPzWczyACCCCAAAIIIIAAAiNFgPtEAAEEEEAAAQQQQACB0SNA8pnR87tmpQgUBegjgAACCCCAAAIIIIAAAggggEDzC7BCBBBAAAEEEEBguwj4JnjfDJ//shTzOsWL7WLf53ksX3wDf7HvsZQMwNuppHmpn2qPp7bXa+Y8z9ZOKU9Ac+IBHXbygR1+KxQEEEAAgWEssGN3i73ozEk2sSTxzKquA+3haReY/80vFn9+pFjx+eBxH09xb3vMS2qnMY+lttepeNzZUu3xfNvHvHjci7fzxWPpmert/Ji3y2Jm5kMUBBBAAAEEEEAAAQQQGGCB8ePH2zHHHGP/9m//ZosWLbK99tqr4TesW7fO7rzzTnvzm99sN998s/385z9vOJ9BBBBAYCsFmI4AAggggAACCCCAAAIIIIAAAs0vwAoRGDIBks8MGT1fjAACCCCAAAIIIIAAAqNPgBUjgAACCCCAAAIIIIAAAggg0LwCvhk+bZZPq0wxr/OxYj8/5m0fT6XY93iK+WZ+76eSEgOkuNf5mPdTWT3nefZEHwloTjiw3U4+aFsT0PjdURBAAAEEBlNgcnerXR0Sz6jua1Z1HWQPTT23Gk/PCK/9GeB1Kt7PF39m+JjHUjv1vfbiY/nisXzxL/Zxrz3utZdiO9/3cS8eS89Sb3sslRRPfWoEEEAAAQQQQACBoRbg+0ebwEEHHWQvfvGL7dprr7VDDjmk3+Xfdddd9r73vc/e9KY32Xe/+13zxDT9nsQEBBBAAAEEEEAAAQQQQACBYSbA7SCAAAIIIIAAAqNHgOQzo+d3zUoRQAABBIoC9BFAAAEEEEAAAQQQQAABBBBAoPkFWCECCCCAwHYV8I3yxc3xKeZ18WY8li8+7n2vvXi7rKRN/V578Tmp9mQB3vbicS/eLitr5jzPHp98tH9VXTnhgHY75WAS0NTBEEAAAQSGWGBKd6tddVaPdU6o/ycvKyceaA9NfY753/zi3//888HHi8XH0zneTuOpncY87u1iSXGvnag47jEvKe7tfPF4eoZ6Oz/m8WIsP04bAQTMDAQEEEAAAQQQQGA7Ceyxxx522WWX2Wtf+1o7/vjjbfz48Q2/+c9//rN94hOfsNe//vX2la98xf71r381nM8gAggggAACCDQQYAgBBBBAAAEEEEAAAQQQQAABBAZNoP5f4gzaVzW+MKMIIIAAAggggAACCCCAAAIIIND8AqwQAQQQQAABBBBAAAEEml/AN8f7Jvn8SlPM63y82Pbxvopv5s+Ppb7XXnzM63xJCQO89pIfS+3Hd3mePTH1mOKthP7x+7fbqSSgCRZ8ILA1AsxFYLAEJqfEM+Pr/7nLyq6D7OFp55k/D7ykv/OpneoUz9f+jEjjqZ36XnvJz/e2x/LF1+xxrz3udbF43EuKp7bX6dnp7TTutceLMY9TEEAAAQQQQAABBBBAYGgFZs6caeedd54tW7bMzj77bJsyZUrDG3rggQfsi1/8oi1fvtw+85nP2IoVKxrOHwmD3CMCCCCAAAIIIIAAAggggAACCDS/ACtEAAEEEBg9AvX/Gmf0rJ2VIoAAAggggAACo12A9SOAAAIIIIAAAggggAACCCCAQPMLsEIEhkTAN8n7Zvn8l6eY1/l4cV7qp3mp9nO8XSwe983+XvJjxb6PeUIBjxfLmtkX2BNTyhPQHOcJaA7p8K+hIIAAAggMocCU7la7+qwe6yhNPHOw/c/U54TEM/433v/me+2l7G+/x/IlzfdYvu3np35qez9fPJ5K4smPe9vjXnvxdir+zPOY1x7zttepeLwYS2PUCCCAAAIIFAToIoAAAggMkUBPT4+deuqptnTpUnvBC15g8+bNa3gnjz32mH3zm9+03t5e+/CHP2y///3vG85nEAEEEEAAAQQQQACBnABNBBBAAAEEEEAAAQQQQGDQBEg+M2i0XBiBrRVgPgIIIIAAAggggAACCCCAAAIINL8AK0QAAQQQQAABBEaPgG+W903z+RWnmNcpXmwX+z7PN/V73Gsv3k4l9b324nFPHpCKx1JJY6mfr9fMucAen/JM/7q6ctx+7XbqwSSgqYMhgAACCGwngak9nnhmUmnimce6DraHd3qO+d90/zvvJbXztbfzxeel4nF/bnjf21687cXbXlLb61Q87gTeT3WMWUiEY5sPH/eyuVsd81h6Vno7jae6LJbGqBFAAAEEEEAAAQQQQGB4CbS1tdmRRx5pr3zlK+3KK6+0fffdt+ENbtiwwX70ox/Z2972NnvXu95lP/3pTxvOZxABBIajAPeEAAIIIIAAAggggAACCCCAAALNL8AKERg9AiSfGT2/a1aKAAIIIIAAAggggAACRQH6CCCAAAIIIIAAAggggAACCCAwqAK+aT5tqk9flGJe52PFfn7M2z6eruUb+72fLz7H4168ncZaW1vDJn/v+5jXnmDA28Xy+Jzn2prJfSSg2b/dTj2EBDRuS0EAAQS2p4AnnrnqrEnWPl51X/tY1yH28NRnh7j/fffif9uLdT5WbPszwUs6x8e9FPsp5vF88bjfgMe89lJs5/s+7s8zj3ntfW97nUqKpz41AggggAACCCCAwBYIMAWBYSSw33772VVXXWUvf/nL7Ygjjuj3zn7961/bBz7wAbvpppvs29/+tj3++OP9nsMEBBBAAAEEEEAAAQQQQGBUCrBoBBBAAAEEEEAAgUETIPnMoNFyYQQQQACBrRVgPgIIIIAAAggggAACCCCAAAIINL8AK0QAAQQQGH0CvqG+uIk+xbwuingsX3zc+177Bv/U9jr1822P5ZMI+Jj3PZ5KWSzNeWKX59oTU4/1r6srx+3Xbqc9gwQ0dTAEEEAAgUESmDqpza4+e5K1jytJPNP9DHt46rMs/7c9tcvq9Hc+jXnfi/f9ueB1Kvm+t4vF56WYLz21U+0xL8W+x7x4PD0bve2xfCmL5cdpIzASBLhHBBBAAAEEEEAAAbMFCxbYRRddZMuWLbNTTjnFJk6c2JDlr3/9q33qU5+y5cuX25e+9CX7n//5n4bzGUQAAQQQQGCoBfh+BBBAAAEEEEAAAQQQQAABBBBoHoG+ks80zwpZCQIIIIAAAggggAACCCCAAAII9CVAHAEEEEAAAQQQQAABBBDYLgK+iT5tsk9fmGJep1hZncbztbe9+Hyv80kAvO/FY6l4PyUYyMe8neL5OWtmn2+PTznWL19Xjn16uy0kAU2dC4FhLcDNITAiBXbqabNrzuq2CWPrE8882vUMe3jKOeZ/u1Pxv+ne9rqspLFU+xxve/F2vuSfDR73OcXicYf1uNdeiu1iP81Jz8T8uI+luLcpCCCAAAIIIIAAAggg0DwC06ZNs3POOceWLl1qz3nOc2znnXduuLiHHnrIvvzlL4ckNJ/85CfNk9I0PCEO8okAAggggAACCCCAAAIIIIAAAs0vwAoRQAABBBAYNAGSzwwaLRdGAAEEEEAAAQS2VoD5CCCAAAIIIIAAAggggAACCCDQ/AKsEIHRK+Ab7Iub6lPMay9JpzgvxdMcr/PFx4t9TwrgMa+9pHaqPeYl3/d2Sjjw+Jzz7fGpx/ml68oxIQFNZ12cAAIIIIDAwAjsNKnVrj67x8aPrf9nLZ545p9TzzH/G+7F/3Z7nUqxn+L+9z2NeTvF87WP54uPFfsp5ivNj3nbY1687cXbqfizzWNee8zbXqfi8WIsjVEjgAACCIxEAe4ZAQQQQACBeoHOzk478cQTQxKaSy65xHbbbbf6SbnImjVr7Dvf+Y7ddNNN9oEPfMB+/etf50ZpIoAAAggggAACCAy9AHeAAAIIIIAAAggggAACCDSPQP2/0mmetbESBJ6aAGcjgAACCCCAAAIIIIAAAggggEDzC7BCBBBAAAEEEEAAge0q4JvqfXN9/kv7ivkcH8uXFEt1fiwlA/BYanudLz7WV8KBFM/PeXz2eQ0S0Eyw0w8lAY3/LigIIIDAQApMm9Rq15w1ycaPVd1lH+061FLiGf977cX/znvtxdvF4nFJJikkrPG/91LWL87P96U4T4q1VQ5JlU8L17OSQ1LNmKQwS5KlZ6AUY2Fg84dUH9s8RIUAAggggAACCO2qduMAABAASURBVCCAAAJNKHDYYYfZddddZ1dffbUdcMAB1t/x05/+1N71rnfZ2972NvvhD39Y/b8v+juPcQRGlQCLRQABBBBAAAEEEEAAAQQQQACB5hdghQggMGgCJJ8ZNFoujAACCCCAAAIIIIAAAlsrwHwEEEAAAQQQQAABBBBAAAEEEGh+ASnbfJ9WK8WYpOqGfUlpuK6W4pikMF9SmCOp2pdq2ymZgKSQfECKdT7uCQm8L8lSu1ECmmfuO8HOIAGNcSCAAAIDJTBth1a75uxJNq4k8cxjPYfbP6eeXfN33v9me0l/s72dL5LC33MfT0VSeA4U55X1pexZksatckiqfFq4F6scUuxXmtWYt714whkpPue8L2Vzve/jXlMQQAABBBBAAIFmE2A9CCCwZQL77LOPLVmyxF71qlfZ0UcfHf5vmEZn/v73v7ePfOQjtnz5cvvGN75hK1eubDSdMQQQQAABBBBAAAEEEEBgUAW4OAIIIIAAAggggEDzCJB8pnl+l6wEAQQQGGgBrocAAggggAACCCCAAAIIIIAAAs0vwAoRQAABBBAYEgEp24SfbkCqj+XHJIUN/ZJCWMpqSdUxTw4gZX1JIcmAFOs07kkIpCyWjxfbMQHN8VZ2HL3vBDvzsI6yIWIIIIAAAlshMG2HNrv67Ek2dozqzvLEMw9PPjP8PU9/o732Iik8A7zdqEiN50kK15fiPKsckkLMryvJ/JAUvk+Sd6ttSWGuFQ4pe75J8Zz8FKk+lh+njcAACXAZBBBAAAEEEEAAgWEuMHfuXLvwwgtt2bJltnDhQuvp6Wl4x/fcc4999rOfDUlovvCFL9gDDzzQcD6DCCCAAAKjQoBFIoAAAggggAACCCCAAAIIIIBA8wsM2gpJPjNotFwYAQQQQAABBBBAAAEEEEAAga0VYD4CCCCAAAIIIIAAAgggMHoEpGwzflq1FGOSwmb+FC/WkkJIympJ1XMkhQQAUoxJWd8TCHiRYszb+SIp/H+Y9piUtR+ffa6tmXq8lR1H7dNuZxzWWTZEDIESAUIIIFAU2HnHNrvm7B4b16bikD3afbh54hlJ4e+8pPA33v9O91dSojGp/3Ok7PpSbds2H5I2t2IlKdxT7GWfkkJHis8170gx5m0vmzZt8oqCAAIIIIAAAggggAACTSuwbQubMmWKnXnmmbZ06VK74IILbNasWQ0v9Mgjj9hXv/pV6+3ttY9//OP25z//ueF8BhFAAAEEEEAAAQQQQAABBBBAYCAFuBYCCCCAAALNI0Dymeb5XbISBBBAAAEEEBhoAa6HAAIIIIAAAggggAACCCCAAALNL8AKEUBgSAWkbFN+uhEpi0m1G/Wl2PcN+1JsS1ktKSQBkBQuJ6nalxSSFUixzicskGpjkkoT0Dwx+1x7YqcTrew4ep8JdiYJaMpoiCGAAAINBaZ74pmzJtnY0sQzR9g/p5wZ/n77321JNW0p6/t4vkh9j6V5UnxOpL7XUm1Min2pvrbcIanaS88prz0oZWPe97hUG/M4BQEEEEBgEAW4NAIIIIAAAiNMYMKECXbsscfaDTfcYJdffrntueeeDVewdu1a+973vmdvetOb7L3vfa/94he/aDifQQQQQAABBBBAoCkFWBQCCCCAAAIIIIAAAggggMA2C5B8ZpvpOHF7C/B9CCCAAAIIIIAAAggggAACCCDQ/AKsEAEEEEAAAQQQQGD0CUhZspm0eqk+lh+T4oZ9SdXkMj4uyatqTFJIUiCpGismFpBUTTTjY6lICue2traGc/9/9u4Dzq6q3P//8530PkNCSCeN3nsPvbckCIL0EkCQAGIDNcO9lwkqKl6xYeMv4kXFAhawoHBV/GHDhldUUJoI0kkCAVL+51kr6+x9ztlzEsJMZs6Zz37NmvWsZ629z17vc87O66rzXM97/OLkY+ylTgrQ7LXVEDt69+HGgQACCCCwZgLjR/e3txzdagP6165/bqQXnjkyPIul+Bz3Z7E3SSHvcVGTVPhsL1rrOSle30qHFGNJpVH8kYpjn5UU/p3wODUp+3dMUkqXe6k2V54kQAABBBBAAAEEEOhRAV4cgd4osNNOO9lFF10U2s4777zaW/TCM16A5kMf+lAoSLNs2bLVnsMCBBBAAAEEEEAAAQQQQKAvCbBXBBBAAAEEEEAAgVoBis/UmpBBAAEEEGhsAe4eAQQQQAABBBBAAAEEEEAAAQSaX4AdIoAAAgg0mYCU/ZF+2poUc5Jq/qg/rcn3ksIwX0TAY09KCteQYu95LyTjvTcpy/u4syYpFDN4afIx9uLYA6zo2HNLCtAUuZBDAAEEqgUmjO5v82d74RlVT9kLbXvZM2Nff+EZSZ0WqZHinKSKfyOk2ryVDimuK4XlH//3ojxYFUjx3y8fSvKu3FauXFmOCRBAYI0EWIQAAggggAACCCCQE9hss83szDPPtPe85z22//772+DBg3OzteFf//pXu+GGG6yjo8Nuu+02e+6552oXkUEAAQQQQKDnBbgDBBBAAAEEEEAAAQQQQAABBBDoBQLdXHymF+yQW0AAAQQQQAABBBBAAAEEEEAAgW4W4PIIIIAAAggggAACCCCAwOsXkLI/1k9Xk2pz+bnqWIp/5C/F3ucllYsKeJEAKRtLMfZ8Z01SKFyQitVICgVolk55g7007iArOrwAzew9hhdNkUOggQW4dQS6TmDi6P52wZxW699PNRd9rnUve2r04eHZKyk8w9MzWlLIp3G+l+La/PM6P5+PpXgdKZ4jZb2vs1WHpBBJsQ+DVb86W5cKzEi150i1uVWXo0MAAQQQQAABBBBAAAEE1lhg8uTJdtxxx9nll19uRx99tK2//vp1z33sscfs5ptvtoULF9rXvvY1e/TRR+usZwoBBBBAAAEEEEAAAQQQQAABBJpfgB0igAACCCBQK0DxmVoTMggggAACCCCAQGMLcPcIIIAAAggggAACCCCAAAIIIND8AuwQgSYVkGqLzUgxJykUIPCtS/KuPPaBVJnzogCSwhqpuPc13iSFYgZSXOe56iYpFJ3xvKSw/qVJc+2lDYoL0OyxxRCbs8cI40AAAQQQqBSYOGaAXTC7zfq3qHKiNHqudZY9M+a1F57xZ7O3fOGZFHs+3yR1+m+DryvdRs18ynnvLa3zWMr+neqs8EzK+3oaAggggAACr0mAxQgggAACCNQRaGtrs8MOO8za29vtxBNPtGnTptVZbfb888/bD3/4w1CE5gtf+ILdd999ddcziQACCCCAAAIIILCOBHgZBBBAAAEEEEAAAQQQQKAXCFB8phe8CdxCcwuwOwQQQAABBBBAAAEEEEAAAQQQaH4BdogAAggggAACCCDQdQJS/CP+/BWlLCepPFX9x/xSnJOyXlK5iICfKCkUjpFi3gsIeIECKeZ93FmTVC5A42v8vKVTjrGl4w+xomP3LQbbnD2GF02RQwABBPqkwMQx/W3+7NbSs7R2+8+O2sueGXNYzTPan7eSSuf0C3M+zjcpPs/9mSzFOD+fj610pLEU10qx97wUY0mllVb+90OKYysdvq7UlX/83yKp+N8pX5TmPaYhgAACCCCAAAIIIIAAAt0hMGDAAJs1a5a9613vsnPOOce22mqrui+zfPly+/nPf25XX321ffzjH7df//rXddcziUBfE2C/CCCAAAIIIIAAAggggAACCCDQ/ALsEAEEagVaalNkEEAAAQQQQAABBBBAAIGGFuDmEUAAAQQQQAABBBBAAAEEEECgwQWk7I/401akilxISyoXBgiJ0i+pMidlYymLvXiAVDvO5z2ubpLKBRAkhUIIL06cbS+N66wAzRCbuycFaIwDAQT6vMCkMf3tgtltpedmLcWzrbPs2fUPL821lJ/r6fkrqZxPudRLcS4VnvG8x96kOOc5b1IcS8XPflt1SAqRnxOC3K+inJT9+yTFc3OnhP3kx8QIIIAAAggggAACr0mAxQgg8BoFtt9+e3vLW95il1xyie22226rPfsPf/iDfeYzn7H3v//9duedd9rSpUtXew4LEEAAAQQQQAABBBBAAIEuFuByCCCAAAIIIIAAAr1AoKUX3AO3gAACCCDQ1AJsDgEEEEAAAQQQQAABBBBAAAEEml+AHSKAAAIIIND1AlL2x/zp6lKWk2r/wD+tW7lyZQiluEZS+ON/KfZhsvTLiwhIMSeppriBFHO+Lt8kVRSg8SIHSyfPsRfHHWxFx26bD7E5FKApoiGHAAJ9RCAUnpnTav0K/lcqz7bubc+OOaz8DJYU4paWlvDs9mesx9VNiut8XqqMpThO50jZWMqe+1Y6fE2pC68lycMQhyD3K63LpcK66n9z0nzKpzE9As0hwC4QQAABBBBAAAEEGkVg4403ttNOO83a29vtoIMOsmHDhtW99b///e9244032sKFC+273/2uPfXUU3XXM4kAAggg0MwC7A0BBBBAAAEEEEAAAQQQQAABBJpfoHaHLbUpMggggAACCCCAAAIIIIAAAggg0NAC3DwCCCCAAAIIIIAAAggg0CQCUlZsJm1JioUBiv6oX1IoBCDF3s+R5F1FXlIY+4QXE5BULnSQH+cLGng+3ySZz3tOUjj/5clz7cUNigvQ7L75EJu71wjjQKDLBLgQAg0iMGn9/jZ/Tpu1lJ6V1bf8XNu+9uyYQ8MzVFLo/bnqTVJ4zkqqyKc57/05LCms89hz1U1SOF+Kz34pG/taKx1SnCuFYa33+ZbW5XNS9m+UpPxUiKXaXJjgFwIIIIAAAggggAACCCDwWgRe59oJEybYMcccY5dffnnox40bV/eKTzzxhH3rW98KRWi+/OUv24MPPlh3PZMIIIAAAggggAACCCCAAAIIINAFAlwCAQQQQACBXiBA8Zle8CZwCwgggAACCCDQ3ALsDgEEEEAAAQQQQAABBBBAAAEEml+AHSKAQPcJSNkf96dXkbI/6JdiLMU+rcn3UpyTFIrOSJW9FxXwJsV8PvZiBpJCMQLP55ukUPDAc5LCmpenzLWXxh9qRcdumw22Y/akAE2RDTkEEGhOgcleeGZ2W+nZW7s/LzzzzOiDw7NTis9fSeVx/tnqsTcprvO46PksxfN93puVDimeI6l8bSsdnc17cTNJpRXxJ62Lo/hbyv5tkrK1Puvne09DAAEEEGhOAXaFAAIIIIBAowqMHDnSDjroIGtvb7dTTz3VNtpoo7pbWbJkid1xxx125ZVX2uc+9zm79957665nEgEEEEAAAQQQaCYB9oIAAggggAACCCCAAAII9EUBis/0xXe9b++Z3SOAAAIIIIAAAggggAACCCCAQPMLsEMEEEAAAQQQQACBJhOQsj/yT1uT4h/7+x/5SzGunvOxFOekrJdkUmy+xpsUx15kIDUp5ooKHKQ1+V6K65dOmm0vjisuQLPr5oPtmL0oQOPmNAQQaG6ByWMH2Pw5xYVnnm3b1/KFZ6qfpf7czec8lhSKx3js85LC2GPPSdkoeRNKAAAQAElEQVR8GufnpPiMluI6Kx1SzJXC8O9CvvfYr+N9vknZv0mS8lMhlmpzYYJfCCCAAAIIIIAAAggggEAvEPD/O2f33Xe3t73tbXb++efbdtttZ6s7fvnLX9o111xjH/3oR+3uu+9e3XLmEehqAa6HAAIIIIAAAggggAACCCCAAALNL8AOEUCgFwhQfKYXvAncAgIIIIAAAggggAACzS3A7hBAAAEEEEAAAQQQQAABBBBAoPkFun+HUvbH/unVpPgH/p0VoJHivFTbSwqFBqSs9z++8SbFXD72AgaSQqEDz6+uvTx5ti2dcLgVHbtuNtjeMGt40RQ5BBBAoCkEpnjhmdmthXt5tm0/e3b0weF5KsXnraTyuN7z1ue8STLvvVU/j6XsmlKM0xpJ4XWsdEhxTlI5Z6sOSTU5Kx1S9m+RpFIm+/F/i7IREQIIIIAAAggg0KwC7AsBBJpJYOutt7Zzzz3X3vnOd9qsWbPC/51Vb39/+tOf7LrrrrOFCxfa7bffbosXL663nDkEEEAAAQQQQAABBBBoWAFuHAEEEEAAAQQQQKAvClB8pi++6+wZAQT6tgC7RwABBBBAAAEEEEAAAQQQQACB5hdghwgggAACCDSpgJT90X/aohT/+N//6F+KcZrL95LKxWY8L2VjSZ4KTVJY54UKJIXiA1LMeZEDKeZ83psUxz7nLeUk2UsTj7KXxh9mRccumw6xYylAU0RDDgEEGlzAC89cULfwzEHlZ6s/M71J8Tmb4upeUvgjyHzeY29Sdq6PvUkqv4YkS4cUY0nhWe95Sd6Vm6TyXDlZCqTs3yBJpUz2s7p/g7KVRAh0sQCXQwABBBBAAAEEEECgCwSmT59uJ554ol1++eV2+OGHW2tra92rPvTQQ3bTTTeFIjS33HKLPf7443XXM4kAAggg8DoFOB0BBBBAAAEEEEAAAQQQQAABBJpfoBfskOIzveBN4BYQQAABBBBAAAEEEEAAAQSaW4DdIYAAAggggAACCCCAAAIIdJ2AlP3xf7qqFIsA+B//p5z3kmoKCEhZToqxVNnnCxd47E2Ka7zAjKRQ1MDzqUnFuaWTjrYXOylAs7MXoNl7hHE0hwC7QAABsylj+1vnhWf2t2dHVxaekVTzPE3PVX/eeuy9N48lhSI0aey5fJPis9pzUmXsOSsdUsyXwvDa3qcmZXMp572U/dsjyVMVTarNVSxggAACCCCAAAIIIIAAAk0j0MwbGTt2rB111FHW3t5uxx13nE2aNKnudp9++mm79dZb7corr7T/+Z//sfvvv7/ueiYRQAABBBBAAAEEEEAAAQQQaBQB7hMBBBBAAIG+KEDxmb74rrNnBBBAAAEE+rYAu0cAAQQQQAABBBBAAAEEEEAAgeYXYIcIINDkAlJWBCBtVcr+8F/KYp+XKsf5nKRQoMaLEkjyqfI45SSFAgWSwly9ogc+583P9SbJXg4FaA63omPnTQbbcbMoQFNkQw4BBBpLYMMNvPBMW+FNP7veAfbs6APLz9L0fMz3HqcmKazNjyWFwjPVOR9L8fksKZwnxd7nrHSkXorrSqmwLl+0TMrmfD41Kfs3R1JKhz5/fkjwCwEEEEBgXQvweggggAACCCDQDQJDhw61/fff39773vfaGWecYZtuumndV1m6dKn97//+r1111VV27bXX2u9+97u665lEAAEEEEAAAQReowDLEUAAAQQQQAABBBBAAAEE1oEAxWfWATIvUU+AOQQQQAABBBBAAAEEEEAAAQQQaH4BdogAAggggAACCCCAQNcLSFkxgHR1KRYF8GIAUox9rnosKRSRkeTTIU5rpJjzCUlhzosWpCZlOUmheEGa814qzr086Sh7acIRVnTstOlgO25vCtAU2ZBDAIHGEJi6wQB7y9HFhWeeWe9A8+IzUu3zU1LNc9SfpfkmxTXVhb3SGinOS1kvxdey0uHrSl14nkvyMLxmeu57QlKY99ibJO9Cztf5QIo5j1OTanNpjh4BBBBAAAEEEEAAAQQQaAaBXXbZxS6++GKbP3++7bTTTqvd0j333GOf/OQn7cMf/rDdddddtmLFitWew4JGE+B+EUAAAQQQQAABBBBAAAEEEECg+QXYIQII9EUBis/0xXedPSOAAAIIIIAAAgj0bQF2jwACCCCAAAIIIIAAAggggAACzS/QR3YorVkBGikWB5Bi7zzVxQQkhSIDXqRAirGkUKBAqhynNflCCJ5LTZL5XGqel2RLJx5pL0040oqOnTYZbMftQwGaIhtyCCDQuwU2HDfAzj+6tfAmvfDMc+vtH56l/iz0JimMpdh7zptU+6z1vDd/nnpf3aR4Damy93VSzFnpkCqvXUqFZ37qJXlYbv5vhJT9GyPVzpcXEyCAAAIIIIAAAj0pwGsjgAAC60hgiy22sLPOOssuu+wy23fffW3gwIF1X/kvf/mLXX/99dbR0WHf//737YUXXqi7nkkEEEAAAQQQQAABBBCoI8AUAggggAACCCCAAALrQIDiM+sAmZdAAAEE6gkwhwACCCCAAAIIIIAAAggggAACzS/ADhFAAAEEEECg+wSkrDhAehUpFglIxQNS3nspznmcmqRQhEBSSEkK4zAo/coXMZDinBR7nytqUvH80olH2IudFaDZeLC9cZ+RpVfkBwEEEGgMganjBthbjuqs8MxB9vzoA8LzVFK54IxU/Hz0AjP55s9WSaGYl8fepOxcSeVr5uckmR9S1ktZ7P82+Lw3SeH+PM43Kfu3RVJ+yvx8qTJXsYBBnxZg8wgggAACCCCAAAIINLvAhhtuaMcff7xdfvnldtRRR9no0aPrbvnRRx+1b3zjG6EIzde//nV77LHH6q5nEgEEEGgEAe4RAQQQQAABBBBAAAEEEEAAAQSaX6Av7pDiM33xXWfPCCCAAAIIIIAAAggggEDfFmD3CCCAAAIIIIAAAggggAACTSYgZUUC0takWBjAiwSkXOolhWIDUuxT3ntJ3oX5fDEDj1OTFAoe+FjKYh/Xa1Jc+7IXoBl/hBUdO248yI7fZ0TRFLnXJsBqBBDoZoFpGwyw8zspPPP0egfZc+vtV36W+rNRUvnZ6WNvkirWeC41SRWFZ1Lee0nhWlJln5+z0iHF65fCsN57Sd6F15ViHBKrfknZvylS8fyqpXQIIIAAAggggAACCCDQ8wLcQQ8JeNGZww8/3Nrb2+1Nb3qTTZ06te6dPPfcc/aDH/wgFKG5/vrr7a9//Wvd9UwigAACCCCAAAIIIIAAAgggkBMgRAABBBBAAIF1IEDxmXWAzEsggAACCCCAQD0B5hBAAAEEEEAAAQQQQAABBBBAoPkF2CECCCDQ/QJSViwgvZqUFQ2QstjnpdqxFHOpeIGkUJwgrZcUihdUz0tZ3ufyTaqck+L45UlH2ksTj7KiY4eNB9vx+1KApsiGHAII9A6BaeMG2HlHtxbejBeeeWH0/uF5KancS/GZmp6RUpxL49RLcV2/fv3Cufm8x1I8T6rtrXRIKv228PyWYuznWe6QFOZzqRBK2b8lkkIu/SoqZpbm6BFAAAEEkgA9AggggAACCPQ1gUGDBtnee+9tl156qZ199tm25ZZb1iVYtmyZ3XXXXfahD33IPvnJT9o999xTdz2TCCCAAAIIINAbBbgnBBBAAAEEEEAAAQQQQACBZhRoacZNsafXIcCpCCCAAAIIIIAAAggggAACCCDQ/ALsEAEEEEAAAQQQQACBJhWQKgsF+DalmPOiAVKMPe9NimNJ5SIEknwqjNM5UpbzSS9i4E1SuTCClMU+V93yRRQkhesvnXC4vTihkwI0Gw22EyhAYxwIIPA6BLrp1GnjB9h5RxUXnnlm9CH2/Hr7hVeWFJ6RUnzm5Z+D1c/I/NjXecvnpOxanpdqx1Y6fK7UhWesJA/DPYSg9EtSmCuF5R9JIZY6LzzjC6S4zmMaAggggAACCCCAAAIIIIBArcAOO+xgF1xwgb31rW+13XbbrXZBVeZ3v/udXXvttfaBD3zAfvKTn9grr7xStYLhGgmwCAEEEEAAAQQQQAABBBBAAAEEml+AHSKAAALrQIDiM+sAmZdAAAEEEEAAAQQQQKCeAHMIIIAAAggggAACCCCAAAIIIND8Auxw3Qp40Zj8K0qxYIDnpRineSkbSzGWsl5SKFwgxZwXNpAUihcUxZ7Lt1RAQZKlOM1LsqUTDrOXJs22omN7L0Cz38iiKXIIIIBAjwhMHz/QzjuyuPDM0+sdYs+17ROemfnnnKSQk2Lvc1IWVz8bfT7fpLhW6ryX4pyVDik+oyWF17VVh6RVkYVnuK060r8N3ntKytb5OOU9piGAAAIIIIAAAqsTYB4BBBBAwGyTTTax0047zRYsWGAHHXSQDRs2rC7LAw88YF/60peso6PDbr31VnvmmWfqrmcSAQQQQAABBBBAAIGeFuD1EUAAAQQQQAABBBBoRgGKzzTju8qeEEDg9QhwLgIIIIAAAggggAACCCCAAAIINL8AO0QAAQQQQACBJheQZNXFAqRYTMDzUowTg1Q7lhSKE0gKyySFsQ8khYIGqTiCFOd8LFXOeS41STUFaHzupXGH2EsTZ1vRsf3MQfamfSlAU2RDDgEE1q3AjAkD7M1Hjip80WfGHGYvjN43PCclhWekFJ+N1cVlpDjveW/+HJRizuN8k2Je6ry30iGp9NvKr2+lQ6r9t6CUDmu8T03K1knxOmnOe6k253laQwhwkwgggAACCCCAAAIIINCDAhMnTrRjjjnG2tvbbc6cOTZu3Li6d/P444/bLbfcYgsXLrSvfOUr9vDDD9ddzyQCCCCwSoAOAQQQQAABBBBAAAEEEEAAAQSaX4AdrgMBis+sA2ReAgEEEEAAAQQQQAABBBBAoJ4AcwgggAACCCCAAAIIIIAAAgh0vYCUFRNIV5diAYHOCtBIqilK4OdK8i4UU/CiCD6QYk5SyEsK5/q8FHMee/PiCt48lhQK0Pg4Nc+/NP4Qe3Hi0VZ0bLfRIHvTfo1egKZoZ+QQQKBRBGaMH2DnHtFaeLtPjz7UnmudFeb8eeZNUng2Vsc+rm6SwnMx5SWFc6XaXqp81kpxjZUOKc5JCudb6ZBU+m3h+WylQ4rjUhh+pOzfCqlyLizgFwIIIIAAAggggAACCLxGAZYjUCswatQoO+SQQ2zBggV28skn28yZM2sX5TKLFi2yH//4x6EIzec//3n7v//7v9wsIQIIIIAAAggggAACCCCAQM8LcAcIIIAAAggg0IwCFJ9pxneVPSGAAAIIIPB6BDgXAQQQQAABBBBAAAEEEEAAAQSaX4AdIoAAAn1EQMqKCqQtS7G4QFEBmrQm9ZLKBQu8KILnpcqc5yWFQgdSnOss58Vm0pyUrfWct6XjD7UlE462omO7mYPsTfuPKJoihwACCHSrwMwJA+zcIzsrPHOYvbDePuFZ6c+xNWn+LPTmayVVFJ7xnM9JKj9XPSdVPjOlOJZkfkgKro49FgAAEABJREFU9yDF3p/xnvcmxZwkH5ablP0bIVXO5c8vn0CAAAIINKIA94wAAggggAACCPQiAf+/9/bcc097+9vfbm9+85tt2223rXt3/n+b/eIXv7D//u//tmuuucZ++ctf1l3PJAIIIIAAAn1WgI0jgAACCCCAAAIIIIAAAggg0AUCFJ/pAsTuvATXRgABBBBAAAEEEEAAAQQQQACB5hdghwgggAACCCCAAAIIINB9AlJlQQF/JSnm/A9YpBh73pukcgGD/DjF3nshBG8eS3G9j71J2ViqjH3e/8jG+87ayxMOtRcnzvZL17TtZgy2EylAU+NCAoFGEWjE+5w5caCdc0Rx4Zmn1jvMnm+bFbaVf6Z5wseSQgEZj4uapIrCM5LCeqm4T9eQZH5IWS9lcfWcj6ub1HnhGV8rxet5TEMAAQQQQAABBBBAAAEEEOh6AS884wVovBDNXnvtFf7vwXqvcu+999rnPvc5e9/73mc//vGP7aWXXqq3vEfneHEEEEAAAQQQQAABBBBAAAEEEGh+AXaIAAIINKMAxWea8V1lTwgggAACCCCAAAKvR4BzEUAAAQQQQAABBBBAAAEEEECg+QXYYR8U8EIz+W1LsbCA56UY5+c9lmqLE0jZWi+E4OtSLyn8oYykUMDG8/kmxfnVFaBZOv4Qe3HiHCs6tp0x2E46YGTRFDkEEECgSwU28sIzh48qvOZTYw63RaP3Ds+8/HPOF/szTlLNXH6dx77Oeymu9bEUYyn2aV6KYyl7vlrpkOJYUng9yx1SNpdLh+ezP/s9J8m7ckv5coIAAQQQQAABBBpdgPtHAAEEEOjlAjNnzrSTTjrJ2tvb7dBDD7WRI+v/517/+Mc/7Ctf+YpdccUV9q1vfcuefPLJXr5Dbg8BBBBAAAEEEEBgHQjwEggggAACCCCAAAIIINAFAhSf6QJELoEAAt0pwLURQAABBBBAAAEEEEAAAQQQQKD5BdghAggggAACCCDQ/QJSVkgmvZoUiw54sQEpxvk5SaFIgeekyjjlvDCCx95LCsUPUizFsRT7lPfeiyx4L8lS7OPUlo4/2JZ0UoBmm+mD7KT96/8hjnEggAACr0Ng40kD7exOC88cYYvaZoXno6SK554/z6Qsl55p3kvFeZ/zJsV5KeulGKd5Kx2SSr+t/PpWOqTKZ7ykMF+aCj+Syr0/830gxZzHqUm1uTRH3xUCXAMBBBBAAAEEEEAAAQQQKBYYN26czZ49OxShOfbYY23ixInFC1dln3rqKfvud79rHR0dduONN5oXpVk1RYcAAj0uwA0ggAACCCCAAAIIIIAAAggggEDzC7DDZhSg+EwzvqvsCQEEEEAAAQQQQAABBBB4PQKciwACCCCAAAIIIIAAAggggECTCkiVxQl8m1IsNODFCKQYez41SaGAgc+nnPeSvAvNiyJ4IMWcpHIxBp/zJilcJx97kQZvUu16X/fy+INt8YTZVnRsM2OQnXzA6yhAU3RRcggggEBJYKOJA2zeYaNKUe3PU2OOtBda9wwT/pxKzRMeS6p5/nnemz/vvHksxWeiFNdLlb2vyTcpW2+lQ8rGvq6UCs/YfO9xav4Ml7J/AySlKXoEEEAAAQQQQAABBJpbgN0h0GACw4cPtwMOOMAWLFhgp59+um266aZ1d/DSSy/ZnXfeae973/vs05/+tP3hD3+ou55JBBBAAAEEEEAAAQQQQKApBdgUAggggAACCCDQBQIUn+kCRC6BAAIIIIBAdwpwbQQQQAABBBBAAAEEEEAAAQQQaH4BdogAAgggsO4EpKz4QHpVKRYhSMUJUj71kiqKGkhxLMXe13nxA0mh6IIU81LW+7w3Ka7xuKilwgxp7pUJh9iLk+Za0bH19EF2yoEUoCmyIYcAAmsnsPGkgXb24a2FJz85+khb1LZneB76s0pS+ZmXH6fnV1EvxedimvPzUixl15PiOmn1vT+7bdUhZes9Jcm7cM9pnRRzYaL0K+VLIT8IIIBAtwvwAggggAACCCCAAAJrLrDrrrvaxRdfbBdccIHtuOOOtrrjN7/5jX384x+3q6++2n7+858b//fe6sSYRwABBBDoLgGuiwACCCCAAAIIIIAAAggggEAjClB85rW9a6xGAAEEEEAAAQQQQAABBBBAAIHmF2CHCCCAAAIIIIAAAggg0OQCUmXhAd+uFHP+RylSjD2fmqRQvCA/9liKeUmhCIOVDi+kIMV8dZzG3nuTZF58wVt+7HFqS8cdZEsmFheg2WraIDv1wFHGgQACr1mAE6oENpk80OYdVvw8eXLMkbaobY9whj+vJNU889Izq14vxfN8Tf46UsxLtb0Un6dWOqQYS7EvpcrPZkk+rGjpme69T0i1a6TanK+lIYAAAggggAACCCCAAAII9A6BLbfc0ubNm2eXXnqp7bvvvjZw4MC6N3bffffZF77wBevo6LAf/OAHtmjRorrrmUQAAQQQQAABBBBAAAEEEEAAgYYXYAMIIIAAAl0gQPGZLkDkEggggAACCCCAAALdKcC1EUAAAQQQQAABBBBAAAEEEECg+QXYIQI9I5CKEaRXl2IBAs9LMU5z3ksqFzlI49T7OR57QYXUS/IwFGjwvKSKWFIoPONz+SbV5l8ef5AtmXSMFR1bThtopxxUXDCiaD05BBBAoFrAC8+cdWjxc+Sp9Y+2xW17hudfKhgjqWKcf4ataSzFa0gqPxv9XCmOpWzeSoeUjSWVMtmPpHA/kkJSyvr0fJZiLiwo/Ur5UsgPAggggAACCKwzAV4IAQQQQACBtReYOnWqHX/88dbe3m5HHnmkjR49uu7FHnnkEfv6179uCxcutG984xv2r3/9q+56JhFAAAEEEEAAAQS6SoDrIIAAAggggAACCCCAQCMKUHymEd817hmBnhTgtRFAAAEEEEAAAQQQQAABBBBAoPkF2CECCCCAAAIIINBHBKTKQgS+bSnmvCiBFGPPpyYpFDjwsZTFqWCC5z1OvRTXSArFFaTY+xopm5MUCtF4YYc0l2Ife3t53IG2ZGJxAZqtpg60Uw8caRwIIIDAaxXYdPJA67zwzGxb1Lp7eO75M0mKzy1/JnmTFJ5tHlc3qXJOimO/TtFaKbu2FGNbdUjZWJL5M3rVVLi3FKfe56VsnaQ0VT5XynLlyb4WsF8EEEAAAQQQQAABBBBAoAEFxowZY0cccYQtWLDATjjhBNtwww3r7uKZZ56x73//+9bR0WFf/OIX7W9/+1vd9Uwi0HQCbAgBBBBAAAEEEEAAAQQQQAABBJpfgB0i0AUCFJ/pAkQugQACCCCAAAIIIIAAAgh0pwDXRgABBBBAAAEEEEAAAQQQQACB7hXwIgX5V5BiQQLPSzGunpeyogbVcz72wgreSwqFESQVFmiQYt7XS3FtKswgKRSk8bnUXh5/oC2Z9AYrOracNshOO4gCNEU25BBAoFhgs8kD7cxDRxVOPrX+bHth1K5hzp9BksJzTKrsfa66SSo/vySF89IaqXKc8qmX4rPQSocUYyn2vqaUDs/Vot5z3qTsGS3JU+UmVY7LEwQIIIAAAggggAACCKwDAV4CAQS6TmDw4MG2zz772GWXXWZnn322bbHFFnUv/uqrr9rPfvYz++AHP2if+tSn7Le//W3d9UwigAACCCCAAAIIIIAAAmsrwHkIIIAAAggggEAjClB8phHfNe4ZAQQQQKAnBXhtBBBAAAEEEEAAAQQQQAABBBBofgF2iAACCCDQxwSkrEhB2roUixOsrgCNr5cUCiFIsfecNy+SkJokT1Wsy8+lOPV1C9CMO6DTAjRbTB1kpx1MAZqAzS8EEKgrsNmUQXZGJ4Vnnlx/ti1q3a1cNEZS+fnlzydJ5bn03Eq9pHLhmepcOlfKrifVxlY6pNq8P5NLU+FHyuY9Icm7cJ9pnRRzYaL0K+VLIT8IIICAC9AQQAABBBBAAAEEmkRghx12sPnz59tb3/pW23XXXVe7Ky884wVorrrqKvvpT39qXphmtSexAAEEEECgUQW4bwQQQAABBBBAAAEEEEAAAQQQWAOBBi8+swY7ZAkCCCCAAAIIIIAAAggggAACCDS4ALePAAIIIIAAAggggAACCHS/gFRZoMBfUYo5L1YgxViKfZqXsrHnvEkKxQ9SnHop5iXVFG2QspwU13mRBi/cIKmmkMPLXoBm8rFWdGyx4SA7/eBRRVPkEOjFAtzauhTYfMOBdsYhxYWqnlx/ji0atWt4jkkKzysp9umZ5H1nLf/sklTx/JIqx/lrSPHZZ6VDirGU9aV0uKd873Fq6VntveckeVfRpNpcxQIGCCCAAAIIIIAAAggggAAC3SzQvZffZJNN7PTTT7cFCxbYAQccYEOGDKn7gvfff7/dcMMN1tHRYbfddps9++yzddcziQACCCCAAAIIIIAAAggggAACayLAGgQQQACBRhSg+EwjvmvcMwIIIIAAAggg0JMCvDYCCCCAAAIIIIAAAggggAACCDS/ADtEoA8LpKIFiUCKhQo8L8m8T3PeS6oohiDFsSSfDs2LK0gqF3CQFM6RYu/z3qS4xmNvkspFG6QYp6IOPv/yBvvbi5OPs6LDC0ucfggFaIpsyCHQ1wU2nzKw0wJVT409xhaN2qX8jPJnjaTw/KqOfdxZk1Tz/JIUriNlvRSfg1LsrXRIMZayvpQu/0id59MzWlJ5vQcp7zENAQQQQAABBHIChAgggAACCDSpwMSJE+3YY4+1//iP/7A5c+bY2LFj6+70X//6l9188822cOFCu+mmm+yRRx6pu55JBBBAAAEEEECgoQS4WQQQQAABBBBAAAEEEEBgDQQoPrMGSCxBoDcLcG8IIIAAAggggAACCCCAAAIIIND8AuwQAQQQQAABBBBAYN0JSJUFC/yVpZjz4gVSjD2fmqRQqCE/9tiLMkjyMBRc8CDlJIVz0th7b5LCWo+9Saoo4OC5igI04/a3JZM7KUAzZaCdcTAFaIwDAQTKAvUKUz25/lx7YeRO5WeQlD2n/NkjqTzn486apPJzK62RFM6Vsl6qjK10SPE1pawvpcs/kspxPpCy4mBS7RqpNpc/v7fE3AcCCCCAAAIIIIAAAggggEDXCowaNcoOOeQQu/zyy+3kk0+2GTNm1H2BF154wW6//Xa78sor7brrrrM///nPddczicDaCHAOAggggAACCCCAAAIIIIAAAgg0vwA7RKARBSg+04jvGveMAAIIIIAAAggggAACPSnAayOAAAIIIIAAAggggAACCCCAQPMLmBeayW9TioULPC/FuHpeqs37GinmvQiDpFB0Rsp6z+ebpFCkIeUklQs5SKqY8zWvjNvfFk8qLkCz2YYD7cxDRhoHAgggsMXUQXZ6JwWp/j32GFs0aufwfJEUen++pCbV5ormJFU8r/LFsiSF60qx9/Ol+Cy00iHFWMr6Urr8IynEUuzDoPRLql94prSEHwQQQAABBBBAAAEEOhMgjwACfUTA/9hwVSkAABAASURBVO/TPffc097xjnfYm9/8Zttmm23q7nz58uV2991320c+8hH72Mc+Zr/61a/qrmcSAQQQQAABBBBAAAEEerUAN4cAAggggAACCCCwBgIUn1kDJJYggAACCPRmAe4NAQQQQAABBBBAAAEEEEAAAQSaX4AdIoAAAgggsO4FJL2uAjSSaorM+C4kheIL+aILUrbW896kbF0a+x/JeJNUUdxBkr0ybj9bPLm4AM2mUwbZGYeOMg4EEOi7Al545rSDigtR/XvsG2zxyJ3Cs0lSYe/PoaImqeJ55M8oXyfFvKSa60nZM0+S+SGp5pnpxb58zpsk78IaD6RsnNZJMefzKecxDQEEGkmAe0UAAQQQQAABBBBAoPsFtt12WzvvvPPs7W9/u3lBGin7vyeLXv2Pf/yjffazn7X3v//9dscdd9jSpUuLlpFDAAEEEFhjARYigAACCCCAAAIIIIAAAggggEBvFOja4jO9cYfcEwIIIIAAAggggAACCCCAAAIIdK0AV0MAAQQQQAABBBBAAAEE+oiAtGYFaKTsD1QklYsjOJMk70KTYiwprJEqey/YkG+SQtGGlJPiei/uICkUfPA4zb86bn9bMvmNVnRsNnmgnUkBmiIacp0JkG8agS2nDbLOCs88ucFxtmRUVnhGis+Z9FzxZ4ykimdRmvPe5733lmJJ4fkkKZwnVfa+VoqvY6UjP5ayvKTSrIXnpZUOKY5LYSgOJsVntKTyGp/zJsk7GgIIIIAAAggggAACCCCAwOoE+vD8zJkz7eSTT7bLL7/cDj30UBs5srhoayL6+9//bl/+8pftiiuusG9/+9v21FNPpSl6BBBAAAEEEEAAAQQQQAABBHq3AHeHAAIIIIDAGghQfGYNkFiCAAIIIIAAAgj0ZgHuDQEEEEAAAQQQQAABBBBAAAEEml+AHSKAQM8JSLG4Qf4OpFjUYOXKlaHggffV81Jc43lJYZ0U+5TzggvepJiXYu+51CSF4g1pnHov8iDF9R57k2Qvb7CvLZlyvBUdm04eaGdRgKaIhhwCTSuw1dSBduqBxX8854VnFo3YvuL5lJ4xqZdU+AxK895L2RpJdQvPWOmQ4rOrFIbXTr1UmZcqx74uNan22Zzmqp/JKU+PAAIIIIBAIwhwjwgggAACCCCw7gXGjRtns2fPtvb2djv22GNt4sSJdW/iySeftO985zvW0dERitE8+OCDddcziQACCCCAAAIIVAswRgABBBBAAAEEEEAAAQR6owDFZ3rju8I9NbIA944AAggggAACCCCAAAIIIIAAAs0vwA4RQAABBBBAAAEE+piApJodSzHnRQ6kGEux98WSykUV0jj1kjwsz6fiDZJCTlKnxR68yExan489l9orG+xriycfb0XHJl6A5rBRRVPkEECgyQS2mjbQTjmo+Pv+7w2Os8UjdwjPGik+e9IzRFI5n3L1+vyzyGMpnp/OkeJYiq8jyfyQVH7mSTFOee9Tk5TC0Eux8IykcH5I5n5Jyo1eV8jJCCCAAAIIIIAAAggggAACfUhg+PDhdsABB9iCBQvs9NNPt4033rju7l988UW744477Morr7TPfvazdu+999Zdz2SvFeDGEEAAAQQQQAABBBBAAAEEEECg+QXYIQIIrIEAxWfWAIklCCCAAAIIIIAAAggg0JsFuDcEEEAAAQQQQAABBBBAAAEEEGh+gd6xQy80k78TKRY48LwUiyEUzedzKZbiuV6cQVIooCBV9j6XmqRyMQgpi73Qg6+RZPn41XH72pIpJ1jRscmkgTbvsNaiKXIIINAkAltPH2SnHNhZ4Zk32pKRO1Q8d/w5kpo/SySFZ07KrUmfP0/Knmd+rpUOSeGaVjo8503K1pXSNT+SKnJS7bM2LfBncYrpEUAAAQQQQAABBBpVgPtGAAEEeofArrvuapdccoldcMEFtsMOO6z2pn71q1/ZNddcYx/5yEfs7rvvXu16FiCAAAIIIIAAAggg0LcF2D0CCCCAAAIIIIBAbxSg+ExvfFe4JwQQQKCRBbh3BBBAAAEEEEAAAQQQQAABBBBofgF2iAACCCCAQB8VkFSzcynmvOiBFOP8Ii+ukMaSKoo9SApTkkJBBl8rKaxJcVHvudQkVRSd8eIPPifJXtlgn04L0Gw8aYCdfTgFaIwDgSYU8MIzJx8wsnBn/97gjbZ4xHbhOSNlz5v03PC+qEkqP6eq56U4J62+t9IhqfQ7/khZ7BkpG0tZnObSs1bK5jyX5r2nIYBAFwpwKQQQQAABBBBAAAEE+rjAlltuaWeffbZdeumlts8++9iAAQPqivz5z3+26667zjo6Ouz222+3xYsX113PJAIIINArBLgJBBBAAAEEEEAAAQQQQAABBBBofoE12CHFZ9YAiSUIIIAAAggggAACCCCAAAII9GYB7g0BBBBAAAEEEEAAAQQQQGDdCqRCB+lVpVgEwfNSjKXY+xov1OB9alI2J1XGkkJRCF8rxVhSKPqQCsv49fJNUt0CNIunnGBFx0YTB9jZh40qmiLXCwW4JQTWRKB+4ZnjbcnI7cPzRIrPl/QskRSeI1JlPs139vzxeZ+TFK7rY29SvI6tOiSFyOe8Sap41oXJ3C9JuZGFtflnrOUOqXJtbooQAQQQQAABBBBAAAEEEGg4AW64dwpMnTrVTjjhBLv88svtiCOOsLa2tro3+vDDD9tNN91kCxcutJtvvtkef/zxuuuZRAABBBBAAAEEEEAAAQQQ6FsC7BYBBBBAAIHeKEDxmd74rnBPCCCAAAIIINDIAtw7AggggAACCCCAAAIIIIAAAgg0vwA7RACBPi4gybwIQp5BisUPPC/Vznuxher1kkJBBSnrfZ1UOfacN0kVxR08l5qkUDjCx1Jl/MrYvW3xlDdZ0bHRpIF2zuEUoCmyIYdAowlsM32QnXzAyMLb/vcGJ9jiEdtWPHP8eeFNUvn54eN8k1R+7khZ7GukOJayXorPr/y8x1Y6pDhXCivuw8feJHkX5kKw6pdU+0xdNVXzLE55egQQQAABBLpIgMsggAACCCCAAAIVAmPGjLEjjzwyFKE5/vjjbcqUKRXz1YOnn37abrvtNuvo6LAbbrjB7r///uoljBFAAAEEEECg5wW4AwQQQAABBBBAAAEEEEAAgZIAxWdKCPw0swB7QwABBBBAAAEEEEAAAQQQQACB5hdghwgggAACCCCAAAIIrHsBKRZJyL+yFHOpAE1+zuNUgMHj6ibFcz3v6ySVCzBIMU5574uapFBAol+/fuFc79O6V8bO6rQAzcyJA+2cIyhAYxwINLDAtjMG20mdFZ4Z9yZbMnLbUERGUujTs0FSeG74WFLFnOfyz5F8nOakynOkOJbic0uS+eHrvXksxZzHqUkxJ8U+n0/PVKlyztdItTnP0xBAAAEEEEAAAQQQQAABBBDoToHBgwfbvvvua+9+97vtrLPOsi222KLuy73yyiv205/+1K666iq79tpr7Xe/+13d9X17kt0jgAACCCCAAAIIIIAAAggggEDzC7BDBBDojQIUn+mN7wr3hAACCCCAAAIIIIBAIwtw7wgggAACCCCAAAIIIIAAAggg0PwC7LAs4EURyoNSIMVCCJ6XYlxKl39S8QVPSHFeynpJoXCMr5NiLGV9yntf1CSF4hFeJEJSuaiEr40FaE60omPmBC9A01o0RQ4BBHq5wLYzB9mJ+48ovMsnNjjBFg/fOjxXpNpniT8r/Pkgqfzs8HG+SXGuOifFvFR5XSsdksL1rHT4eZJKkVXch606pGxuVSp0ksyfpWFQ9auzfNUyhggggAACCCCAAAKvV4DzEUAAAQRWK7DTTjvZ/Pnz7aKLLrJddtlltevvuece++QnP2kf+tCH7Gc/+5ktW7ZsteewAAEEEEAAAQQQQACBbhXg4ggggAACCCCAAAIIlARaSo0fBBBAAIEmFmBrCCCAAAIIIIAAAggggAACCCDQ/ALsEAEEEEAAAQR6TkCKRRPydyDFnBdHkGKcn/dCDGksqaIYg6QwJSkUbpBUM5/O976oSfFcLyohqaoAzV62ZOrJVnTMnDDAzj2SAjRFNuQQ6K0C23nhmf1GFt7eExu8yV4cuW35WZJ/XkgqPxskhTU+L2Wxj735s8R7b1LtfD4vxXlJ5kea81iKOY9Tk2JOin0+n56hUjbnOV8jZTkf0xDoKwLsEwEEEEAAAQQQQAABBHqvwGabbWZnnHGGvec977EDDjjAhgwZUvdm//rXv9oXv/hF6+josO9973v23HPP1V3PJAII9B0BdooAAggggAACCCCAAAIIIIAAAs0v0Bt3SPGZ3viucE8IIIAAAggggAACCCCAAAKNLMC9I4AAAggggAACCCCAAAII9EGBVBAhbV2KhRE8L8U4zXnvBRm8T01SRZGZlPd1UuWcpFAoQoq9r8k3LxQhxbkUe5/WvLL+nrZkw5Os6JgxfoCdewQFaIpsqnIMEehxge1nDrI3dVJ45l9jvfDMNhXPFUnlZ4c/E6T4bEnPhjXtpXgdXy/Fa0iydEgxTvOel2JOin1nuZTv7NkpZef7WhoCCCCAAAIIIIAAAggg0M0CXB6B1ywwefJkO/bYY629vd1mz55tY8eOrXuNxx57zL75zW/awoUL7Wtf+5o9+uijddcziQACCCCAAAIIIIAAAggg0OUCXBABBBBAAAEESgIUnykh8IMAAggggAACzSzA3hBAAAEEEEAAAQQQQAABBBBAoPkF2CECCCDQ8wKSzIsl5O9EikUSPC/FOD/vhRnyY4+luE5SuWiEr5OysaRQQCLlvc83Kc5LsU9FJrz3Jsle9gI0U0+2omPGhAH25iNHFU2RQwCBXiKw/czBdkInhWeeGH+SLR0VC8/knw0eSzJ/Dniceo/XpEkqP3t8vRSfSyn23puVDu8llSIrP8ukyrGVDinmSmH4kWqfpT7hz1HvaQgggAACfV2A/SOAAAIIIIAAAo0j0NbWZoceeqgtWLDATjrpJJs2bVrdm3/++efthz/8oV155ZX2hS98we67776665lEAAEEEECgeQXYGQIIIIAAAggggAACCCCAQE8IUHymJ9T78muydwQQQAABBBBAAAEEEEAAAQQQaH4BdogAAggggAACCCCAQB8VkCqLKDiDFHNeOEGKsedT8wINKfY+v07K1vs6SaHwg6SaYg4+n1q+oIQU13pOiud77GtfHrOHLZpykhUd08cPtPOOai2aIocAAj0ssP1GXnhmROFdPDH+ZHtx+FYVzwhJ5WdH+v77M0CKeY9X16TKtZJMq5qVDik+a0ph+bWkLOd5b5K8C03KYk9IsfCMpHD/nktNUgrpEUAAAQQQQAABBBBAAAEEEGgogQEDBthee+1l73rXu+zcc8+1rbfeuu79L1u2zH7+85/b1VdfbR//+Mft17/+dd313T7JCyCAAAIIIIAAAggggAACCCCAQPMLsEMEEECgJEDxmRICPwgggADLYwXfAAAQAElEQVQCCCCAAAIINLMAe0MAAQQQQAABBBBAAAEEEEAAgeYXYIe9S8ALyOTvSFIYel6KcUis+uVFH1aF5YILUlwnqZxL66SYkxSKPHgxCSnGUpzztd58zntvHktxnceee3XsnrZow5Ot6Jg2bgAFaIpgyCHQgwI7bDzYTti3uPDM4+NOtiXDtgjPDEnh+SBlffre+3f/tTQpXiOdI2XPGSmbs9LhaySVovgjKdyPjyR5F5qUxZ6QYuEZj6ubPzurc4wRQAABBBBAAIG+KsC+EUAAAQQaW2C77baz888/3972trfZHnvssdrN/OEPf7DPfOYz9oEPfMDuvPNOe/nll1d7DgsQQAABBBBAAAEEGl+AHSCAAAIIIIAAAggg0BMCFJ/pCXVeEwEE+rIAe0cAAQQQQAABBBBAAAEEEEAAgeYXYIcIIIAAAggg0McFpMqiCs4hxZwXUZBi7PnUvGBDiqU4n3KSysUbPCepXFRCinOet9LRWXEJKa7zeUnhfI/9vFfX38MWb3iKFR1egOb8o1qLpsghgMA6FvDCM8fv01nhmVPsxeFbhO+2pIrev+fp++7xa2lSvFY6R4rPEh9b6ZDiuBSWX9NjSd6Vm5SNpSz2BVIsPCOp/KzzvD8vvZfkHQ2B3ijAPSGAAAIIIIAAAggggAACayWw0UYb2SmnnGKXX365HXzwwTZiRPH/vZ8u/sADD9iNN95oHR0d9p3vfMeefvrpNEWPAALdL8ArIIAAAggggAACCCCAAAIIIIBA8wuww5IAxWdKCPwggAACCCCAAAIIIIAAAgg0swB7QwABBBBAAAEEEEAAAQQQQKBnBFLhhPTqUiyg4HkpxlLsfU0q5uCxFPOekxQKMkjyqXKBB5/zJinMp9j71CSZF53wlnIeS/Ecjz3/yvq726INT7aiY+q4Adb7C9AU3Tk5BJpHYMeNB1mnhWfGe+GZzSueDZLKYynG/l33JsXvv8f1mpSdJ8n8kBSeNyn28yWVX8tKh6TSb6tYZ6sOKc6tGoY1/kxM43wvVa7NzxEjgAACCCCAAAIIIIBAXxVg3wg0l8D48eNt7ty51t7ebsccc4z5uN4On3jiCfv2t78ditB85StfsYceeqjecuYQQAABBBBAAAEEEEAAgQYV4LYRQAABBBBAoCcEKD7TE+q8JgIIIIAAAn1ZgL0jgAACCCCAAAIIIIAAAggggEDzC7BDBBBAAIEgIMmqiypIsZiC56XaeS/kEE7O/ZLiOZJCoQafkuRdaJJC3s/1JikUgvDYm1Q577lUdEZSKE7juVfX38NemFKnAM3RbcaBAALrXmCnjQfbG/cZWfjCT0w4zV4cVlt4Jn3H/budj328Jk1SxXMkf46UPVOkGEsyP6TiPj/nsTcpPgMlhWeY57z589F7GgIIIIBAAwhwiwgggAACCCCAAAJdIjBixAg76KCDQhGaU0891TbeeOO6112yZIn9+Mc/toULF9rnPvc5+9Of/lR3PZMIIIAAAgi8LgFORgABBBBAAAEEEEAAAQQQ6BMCFJ/pE29z55tkBgEEEEAAAQQQQAABBBBAAAEEml+AHSKAAAIIIIAAAggggEDPCUiqeXEp5rzAghTj/CIv8pAfe5xykspFGjwnKRSIkGJeynqfr9dSQQpJ5QI0y8buYYunnmpFx9QN+ttbZlOApsiGHALdJbDTJoPtuH1GFF7+iQmn24vDNis/A/z7Lqk8llT+bvucN0lh3uPOmpStkbJniiTzI50nKTyPpKz3eUnehbkQlH5JMVcKw4+UFZ4JidwvqXJtbooQAQQQQAABBBBAAAEEEEAAgaYWkGS77767XXLJJXb++efbDjvsULPf6sQvf/lL++hHPxraL37xi+ppxggggAACCCCAAAIIIIAAAggg0IAC3DICCCDQEwIUn+kJdV4TAQQQQAABBBBAoC8LsHcEEEAAAQQQQAABBBBAAAEEEGh+AXaIQI2AF5rJJ6VYXMHzUozz817cIT/2dSknqVzUoTonKRSWkGR++Hx1kxTOl1QuTCFl8StjdrNFGxYXoNlwbH+7YHarcSCAQPcL7LzpYDtu7+LCM/8ad6q9OGzT8nfZv+eSwvc/xanAVBpL2bznippUu0aKOSl7dkhZbLlDUhhJsfeBlMVp7M80j6tbZ/nqdYwRQAABBBBAAIFeIsBtIIAAAggg0G0CW2+9tZ199tn2zne+0/bee2/r379/3df605/+ZJ///Odt4cKF9qMf/ciWLFlSdz2TCCCAAAIIIIAAAmsswEIEEEAAAQQQQAABBPqEAMVn+sTbzCYRQKBzAWYQQAABBBBAAAEEEEAAAQQQQKD5BdghAggggAACCCDQ8wJSZfEFvyMp5rzYghRjKfY+74UhpDiWZL7Ocz4nKRSd8NhzkkLRCSnmPedNinmPq5sXppAUCtBUx6+uv5stmnqaFR1Txg6gAE0RDDkEulBgl00G27GzOik8M/40Wzpi8/AMkFT+7qfvuJTlpMpnQlpT1EvxPJ+T4nlS7K10eN6bFHNS1pemw/3k++o4jf1ZJsVzPefNc95L8o6GwFoKcBoCCCCAAAIIIIAAAggg0HwC06dPtze96U3W3t5uhx9+uLW1tdXd5EMPPWRf/epXQxGaW265xZ544om665lEoPEEuGMEEEAAAQQQQAABBBBAAAEEEGh+AXbYEwIUn+kJdV4TAQQQQAABBBBAAAEEEOjLAuwdAQQQQAABBBBAAAEEEEAAgT4skAosJAIpFlrwvBQLzEgx52sk1RR0qC7+4OtSzntvksoFKaR4jXze49SkuDYVoEn5V8fsWrcAzfzZrdbpwQQCCKy1wM6bDrE37N1Z4ZnTbenwzcJzIX1X872kUFAqn1uTWFJ4ZvhaKT4zpMreSoeU5UrD8o+kEEux94GUxWnszzqPq5tUubZ6njECCCCAAAIIIIAAAgj0UgFuCwEE1pnA2LFj7aijjrIFCxbYG9/4Rps8eXLd137qqafs1ltvDUVovvSlL9kDDzxQdz2TCCCAAAIIIIAAAggggECnAkwggAACCCCAQJ8QoPhMn3ib2SQCCCCAAAKdCzCDAAIIIIAAAggggAACCCCAAALNL8AOEUAAAQR6j4BUW2BBijkvyiDFAjT5O5YUCk2kXFrnYymbk+SpsFZS6FMhCe+rm6SKYhM+nwrQeO+tXgGayWMH2IVz2owDAQS6TmCXTYfYsbOGF17w8Yln2dLhm1Z8t6Xa77qk8nfbv9era1K2XspiP0/Krp8fW+mQVPpt4X6sdEhxXArLOY+9SfHZJqlizp9nPk9DAAEEEOgaAa6CAAIIIIAAAggg0PwCQ4cOtf3228/e85732JlnnmmbbbZZ3U0vXbrUfvKTn9gHPvAB+/SnP22///3v665nEgEEEECg9wtwhwgggAACCCCAAAIIIIAAAgh0hwDFZ7pDde2vyZkIIIAAAggggAACCCCAAAIIIND8AuwQAQQQQAABBBBAAAEEEKgRkBRyXohBinFIrPolqVywQVLI5gtBSJU5n/MmKRShkBTOl+LY51LzIjPepDhXHccCNKdb0TFp/f520VwK0BTZkOvzAq8ZYNfNBtsbZhUXnvnXhDPtpaEblb/HUvxOp++xJPPvbhqn3nPe0ri6l1TzjJDita10pPVSzElZX5oO95Pvq+M0rvds8zU0BBBAAAEEEEAAAQQQQAABBBpUoEdve+edd7aLLrrILrzwQvN4dTfzm9/8xj7xiU/Yhz/8Ybvrrrts+fLlqzuFeQQQQAABBBBAAAEEEEAAAQQQMMMAAQQQ6BMCFJ/pE28zm0QAAQQQQAABBBDoXIAZBBBAAAEEEEAAAQQQQAABBBBofgF2iEDvFPBiDPk7kxSGnpdiHBKrfkkqF3rwVH6dlM1J8umw1gtHSCoXl8iPPfYmxfl87MUqpJj3eNn6u9qiaWdY0TFxTH+7cG5b6fWKZskhgMCaCOy6+WA7Zq8RhUsfm3CmLR22cek7ptD8u5pvkiq+42nOv7tS8Tm+Rio+T8ryUjxfir3lDklhJMXeB1IWp7E/qzymIYAAAggggAAC3S/AKyCAAAIIINA3BTbffHM788wz7d3vfrftv//+Nnjw4LoQf/nLX+z666+3hQsX2ve//317/vnn665nEgEEEEAAAQQQ6F0C3A0CCCCAAAIIIIAAAgh0hwDFZ7pDlWsigMDaC3AmAggggAACCCCAAAIIIIAAAgg0vwA7RAABBBBAAAEEEAgCUmWRBk9KMefFGqQYez41SaH4hI8lma/zIhJpLMnDUIjCA0lhvaSQk2Lv5+SbJPNCFd4khbX52Ne+OnpnWzz9LCs6JnkBmjlegEZF0+QQQKCOwG6bDbZj9uys8MxZtnToRhXfY/8+piYpfF/TeE17qfY8SeXXkeK8VJmTZH5IlX0+57E3KT6jJIXres6bP7e8p/UBAbaIAAIIIIAAAggggAACCCCwTgWmTJlixx13nLW3t9vRRx9tY8aMqfv6jz76qH3jG98IRWi+/vWv2z//+c+665lEoFCAJAIIIIAAAggggAACCCCAAAIINL8AO+wTAhSf6RNvM5tEAAEEEEAAAQQQQAABBDoXYAYBBBBAAAEEEEAAAQQQQAABBHpWoLoQg6RwQ56XYizF3icklQs5SLG4gxeckGJeki8LBSkkhT7Np15SuIaPU5Pi2nzRmer4lfV2tEXTzrSiY+KY/nbhnFZrKV2naJ4cAgjUCuy++RCbu1dx4Zl/jj/Tlg6dGb7DkkKf/75Klbk0l3opm/fvcnVeyp4DUmVspUOKOUmlUfYjxbEUe5+RsjiN/RnmcXWTKtdWzzNGAAEEEEAAAQQQQACBtRfgTAQQQMAF1ltvPTvssMNCEZoTTzzRpk2b5ulO23PPPWc/+MEP7Morr7Trr7/e/vKXv3S6lgkEEEAAAQQQQAABBBDoeQHuAAEEEEAAAQQQ6A4Bis90hyrXRAABBBBAYO0FOBMBBBBAAAEEEEAAAQQQQAABBJpfgB0igAACCCBQISDVFmKQYs6LN0ixwIwUc36ypFA8JsVpXRpL8rBijaQw9gIUkioKWXjOmxTzqVCFJPNYUljv8bIxO9cvQDO31frx30QbBwKrE9h9iyE2Z8/hhcsemzDPXhm+cfjetbS0lHspfo8llXP5+aLYv7dSXC9V9mm9VHtdKeasdEgq/bbwDLHSIcVxKSznPPYmZc8sKVvnzymfpyGAAAJ9SICtIoAAAggggAACCCDQowIDBw60WbNm2bve9S4755xzbOutt657P6+++qrddddd9uEPf9g+8YlP2D333FN3PZMIIIAAAkGAXwgggAACCCCAAAIIIIAAAgg0hUBLU+yi2zbBhRFAAAEEEEAAAQQQQAABBBBAoPkF2CECCCCAAAIIIIAAAggg0DsFpFi0wQs2SLGYQ/5OJZWLPkgKU15IQlLIS6rI+Zw3SWG+OvZxdUtFK1Kf5l8dvZMtmn5W5pcLeQAAEABJREFUuH71rwmj+9uFc9soQFMNw7iHBXrXy+/hhWf26KTwzMSzbenQGeF7KlV+X/07KGmNCs/49zatl+J1PCdVnm+lw9d5K4UVryvF81I+33tc3aT4rJJUPRWuW5MkgQACCCCAAAIIIIAAAggggECXCnCxzgS23357O//88+2SSy6x3XffvbNl5fzvf/97u/baa+2qq66yn/zkJ+aFacqTBAgggAACCCCAAAIIIIAAAgj0qAAvjgACCCDQHQIUn+kOVa6JAAIIIIAAAgggsPYCnIkAAggggAACCCCAAAIIIIAAAs0vwA4RQKBTAS80k5+UYgEHz0sxrp6Xsnx+naRysQdJ4TRJ5aIVVjokhbEUey8+IRXH+aIVHi8bvZMtnj7PVlrtMX69/nbhnDbr3692jgwCfV1g9y0G2+xOC8+cYy8PnRG+l/59TE1STS7NrUnv31lfZ6XDe0nl54OPS+kw9ljK5jzvTZJ3YU0ISr8k1Yz9GVSaqvgpylUsYIAAAggggAACzSvAzhBAAAEEEECg1wlsvPHGduqpp1p7e7sddNBBNnx4cXHcdOP333+/felLX7IrrrjCbr31Vnv22WfTFD0CCCCAAAIIIBAF+I0AAggggAACCCCAAAJNIUDxmaZ4G9kEAt0nwJURQAABBBBAAAEEEEAAAQQQQKD5BdghAggggAACCCCAQO8RkFRzM1LMeQEHKcb5RZLKBSAkhSkvIOGBpPJcPudxapJCUQsp9p6X4nkee5PinBewkLK5V0fvGAvQFFSgGT86FqAZ0E/GgQACUWCPLYbYnD1GxEHV78cmeuGZ6eE7m//eSSp/R6UY+7w3/056n28pJ8W1Um3va6TavKTw+lLsrXRIKv22kLdVhxRzq4ZhLj2jpNq5tI6+ZwV4dQQQQAABBBBAAAEEEEAAAQSSwIQJE+yYY44JRWjmzp1r48aNS1OF/eOPP2633HKLdXR02Fe/+lV75JFHCteR7HkB7gABBBBAAAEEEEAAAQQQQAABBJpfgB0i0B0CFJ/pDlWuiQACCCCAAAIIIIAAAgisvQBnIoAAAggggAACCCCAAAIIIIBA8wusdodexCG/SIrFHDwvxViKva+TFIo/eOzN13kxCinmJXm6poCFpHCepPKcn1fUpLjGi1Z4k+J42egdbfGMs610Ias+xq3X3y6c22b9KUBTTcO4DwrsueUQm73H8MKdPzbxXHt5aOeFZ4q+k/nvYZpfk5yv8ZvwcyR5WPr6qqKFZOmXpNJvC3O26pBibtUwzPkzJ43pEUAAAQQQQAABBBBAoCxAgAACCPR6gZEjR9rBBx9sCxYssFNOOcVmzpxZ954XLVpkP/rRj0IRms9//vP25z//ue56JhFAAAEEEEAAAQQQ6AMCbBEBBBBAAAEEEGgKAYrPNMXbyCYQQAABBLpPgCsjgAACCCCAAAIIIIAAAggggEDzC7BDBBBAAAEEep+AVFncwe9Qijkv8iDJUu9zqUlxjVQ5LykUiPB1krwLYy8+4U1SeSwpFKLxfHWTsjkvYCHF8bLRO9gL086ylSarPjZo6xcK0AzoXztXvZYxAs0qsOdWQ+zo3TspPDPpzfby0GkmKXz3pMrev4dSzHns3z1vUpZLeaky53krHZLK1y8Ny68jqSKWZOmQYizF3vNSFqdxehZJ2ZznfJ6GAAII9C4B7gYBBBBAAAEEEEAAAQQ6E/D/rGGPPfawt7/97XbeeefZdttt19nSkPf/2/8Xv/iFfeQjH7FrrrnGfvWrX4U8vxBAAIGeF+AOEEAAAQQQQAABBBBAAAEEEEBgbQQaq/jM2uyQcxBAAAEEEEAAAQQQQAABBBBAoLEEuFsEEEAAAQQQQAABBBBAAIGygP8RR3lQCiSVflu58Ex+XlIoLiEprJFi78UnJFXM5XMeVzdJoSBFdd7HUryWx/5HKVJcu3z0jrZ4+jxbqdr/GnpcKEDTagP6GwcCUaAP/d7LC8/sVqfwzJCp4fvp3ylJ5n2+SV2T8++rlQ6/thS/x1JlX5oOP5Iq+jCo+iVVFrnKT0vx/HyOGAEEEEAAAQQQQAABBBBAoA8KsOWGFNhmm23s3HPPtXe84x02a9YsS/+ZQmebuffee+2zn/2sXXnllXbHHXfYSy+91NlS8ggggAACCCCAAAIIIIAAAs0owJ4QQAABBJpCoPZ/9dcU22ITCCCAAAIIIIAAAl0lwHUQQAABBBBAAAEEEEAAAQQQQKD5BdghAgj0XgEpFnfI36EUizp44RkpxtXzUpbPr5MUilz4eknehXF1MYo09r66+R+beJMUimTk42WjdwgFaEz9rPrYoLW/XTSnzQb2j69bPc8YgWYUmLXVUDuqk8Iz/5x0nr1cUHhGUsX3svo7KCl891Lev4MpzvdSvI4U11vp8Hkpy0sxLk2VfySFWIq9DySFe/LYmxSfTZJ8WG7+vCkPCBBAAAEEEECg1wlwQwgggAACCCCAwGsRmDFjhp144onW3t5uhx12mLW2ttY9/cEHH7Qvf/nL1tHRYd/+9rftySefrLueSQQQQAABBBDoHgGuigACCCCAAAIIIIAAAgisjQDFZ9ZGjXMQ6DkBXhkBBBBAAAEEEEAAAQQQQAABBJpfgB0igAACCCCAAAIIIFAhIFUWd/BJKea80IMUY8/nmxTzUuyri0742nzO4+omqdMiF17wQorz+XjZetvbounzbGVBAZqxbf3twrltNmhAvCfjQKCJBbzwzJG7DSvc4aMTz7OXB08JBV38eycpfNek2OdzHtdrUjxHynpJ5Wvnv5+SzA9JYV6SD0PsgVQ5zuc89iYVF55Jc97T1kiARQgggAACCCCAAAIIIIAAAgg0hMAGG2xgRx99tC1YsMCOO+44mzRpUt379qIz3/nOd0IRmhtvvNH+8Y9/1F3f5JNsDwEEEEAAAQQQQAABBBBAAAEEml+AHSLQFAIUn2mKt5FNIIAAAggggAACCCCAQPcJcGUEEEAAAQQQQAABBBBAAAEEEGh+gcbYoReayd+pFItEeF6KsZT1ksoFJfy8tE6KeUmeDmskFfZe8EJSKIpRHfvYmxTn8wUulq23nS2ZcbatVH+rPsa29qMATTUK46YTmLX1EOu08Myk8+3VoRvWfK8k1eT8O+bfLe+rWz4vyarHab2VDil+x0theA0pjqXYe16Sd+FZEILSLynmSmH4kWLhmTDgFwIIIIAAAggggAACDSfADSOAAAIIvB6BYcOG2f7772/vfe977YwzzrDNNtus7uVeeuklu/POO+1973ufffrTn7Y//vGPddcziQACCCCAAAIIIIBA1whwFQQQQAABBBBAAIG1EaD4zNqocQ4CCCCAQM8J8MoIIIAAAggggAACCCCAAAIIIND8AuwQAQQQQAABBAoFpMoiEL5IirlUWMZ7z+ebFNdIsWiElI2lylhSuTCFF66QKsf5nMepSXGdF7+QYvxq27a2ePpZtlL9rPpYf1Q/u2humw0eGF+/ep4xAo0ssPc2Q+zIXYcXbuFRLzwzZEoo8OLfH0kV3znP5Vv+O5XynvNYiud6nM9JWd5Kh89LqnhNKY5L0+FHUkXvAynmPPYmZc8QKZsreu74ehoCCCCwWgEWIIAAAggggAACCCCAQMMK7LLLLnbRRRfZ/Pnzbeedd17tPn7zm9/Yxz72Mbv66qvt//2//7fa9SxAAIEmEmArCCCAAAIIIIAAAggggAACCCDQEAKvq/hMQ+yQm0QAAQQQQAABBBBAAAEEEEAAgdclwMkIIIAAAggggAACCCCAAAK9S6C60IMUi0B4XopxumNJoeCEpJCSYp8vRiHFnKTy2jTvfWqSQpEMH0txrcfevPCFFOfz8bL1trNF0+eZtQyw6mPMqH524Zw2GzKQ/9q62qYnxrxm1wjsvfUQO2KXzgrPvMVeXU3hGUnhe1j9vfJxapLK38V8TsrO9byVDu+lmJcq+9J0+JFU0YdB1S8pKzxTNRXutzrHGAEEEEAAAQQQQAABBBBAoHcKcFcIdLXAFltsYWeeeaZddtlltu+++9qgQYPqvsR9991n/9//9//ZFVdcYT/84Q9t8eLFddcziQACCCCAAAIIIIAAAggg8NoFOAMBBBBAAIG1EeB/xbc2apyDAAIIIIAAAgj0nACvjAACCCCAAAIIIIAAAggggAACzS/ADhFAAIG6AlIsFOHFZtJCKctJMZZiX73Gx36uFOclVRSPkOK4umhFGntf1PJFZzz2NZJs+aoCNCs7KUAzf06bDaYAjb8ttAYX2GeboXbErp0VnrnAXh0yOXzX0ncj33u8upa+V9XrJIViNFLsfd5Kh/dS/D5LlX1pOvxIquh9ICncp8fepOLCM/4c8XkaAggggAACCKy1ACcigAACCCCAAAJNI7Dhhhva8ccfb+3t7XbkkUfa6NGj6+7tkUcesa997WvW0dFh3/zmN+3xxx+vu55JBBBAAAEEGliAW0cAAQQQQAABBBBAAAEEGkKA4jMN8TZxk71XgDtDAAEEEEAAAQQQQAABBBBAAIHmF2CHCCCAAAIIIIAAAgj0TgFJFTcmxbEXhJBisYi0QIpzUmVfVJzCz5EUik/4fHWTOp9LxTEkhWIYabysbRtbPH2erWwZaNXHmFEtduHcVhsySNVTjBFoGIF9txlqh+8yrPB+/zllvr06ZFL5OyUpfD+k2KfvmFQ5Tnnv/bsk1c5LneckhdeUst5yh6QwkmIfBlW/pPgskWrXSLW5qtMbbMjtIoAAAggggAACCCCAAAIIIIDA6xXwojNHHHFEKEJzwgkn2NSpU+te8plnnrHvfe97oQjNF7/4Rfvb3/5Wd/3rn+QKCCCAAAIIIIAAAggggAACCCDQ/ALsEAEE1kaA4jNro8Y5CCCAAAIIIIAAAggg0HMCvDICCCCAAAIIIIAAAggggAACCDS/ADtcYwEvNJNfLMViEJ6XYixlvaRQjCKdk9ZJMS/F3uelGEuVvRfCqG6SQjGNlC8qlFG3AM3IfnbhnDYbSgEa42g8gX23HWqHdVp45kJ7eeCE8L2TOv8uSSp/h/z7402KuXzs3zEp5qWsl2JspUOKr1MKC1835fN9iiV5GJoUC8+EAb8QQAABBBBAAAEEEOgOAa6JAAIIINC0AoMGDbJ99tnHLr30Ups3b55tueWWdff6yiuv2M9+9jP74Ac/aJ/61Kfst7/9bd31TCKAAAIIIIAAAgg0kAC3igACCCCAAAIIINAQAhSfaYi3iZtEAAEEeq8Ad4YAAggggAACCCCAAAIIIIAAAs0vwA4RQAABBBBAoPcKSFmhiHSXUsylwjLep7nUS3GNlPWSCgtVSApFMaTYe/ELb1Ll2HP5VlQwY1nb1rZo+jxb2TLQqo/RXoBmbpsNHazqKcYI9FqB/bYdYoftPKzw/v455SJ7ZdCE8P3x74Z/J7xfkyYpnOfnSDH28yRZdc7z3qx0eC/F71CKpTguTYcfKY6l2Edx+nIAABAASURBVHtSyuI09meHpPBc8Jw3z3lPQwCB5hRgVwgggAACCCCAAAIIIIBAdwjsuOOOdsEFF9jFF19su+2222pfwgvPeAGaq666yn7605/asmXLVnsOCxBAYM0FWIkAAggggAACCCCAAAIIIIAAAs0vsDY7bFmbkzgHAQQQQAABBBBAAAEEEEAAAQR6TIAXRgABBBBAAAEEEEAAAQQQQKBGoLoghKSwxvNSjEOi9EtSKCYhqTTKfiSV85LKE5JCPl/IwuPOmqRQNMPn80UyUry8bWtb7AVo+g2y6mO9Ef3sorltNmxQn/+vsqtpGPdCgf22HWqH7jy88M4eneyFZ8aH744Uv0O+UFL5++HfkdT8+5GaFNf4WIpxfp0Uc1K8rs9JxTkprpFkfkiVveeqmyQrenb4Oime7zENAQQQQAABBBBAAAEEEEDgdQtwAQT6lMCmm25qp512mi1YsMAOOuggGzasuKBvQrn//vvthhtusCuuuMJuu+02e+6559IUPQIIIIAAAggggAACCCDQSALcKwIIIIAAAg0hwP9iryHeJm4SAQQQQAABBHqvAHeGAAIIIIAAAggggAACCCCAAALNL8AOEUAAgd4vIMWCEF4wIt2tlOWkGEuxr17jYz9XUkWxDEk+Vc6lIheSQgENSWEu5b33ghne55sU1/ucJFuWCtC01BagaRvez+bPbbPhg/mvs42j1wrst50Xnin+A6lHJl9orw7OCs/kvwtFsRS/R1LsfU36rnjsTVL5O1c9ttIhxXNLYfhOSvIwxCEo/ZKKc1LMl5aE9elZ4OPUPJdiegQQQAABBJpXgJ0hgAACCCCAAAIIrAuBiRMn2jHHHGPt7e02d+5c22CDDeq+7L/+9S+7+eabraOjw2666SZ79NFH665nEgEEEEAAgfoCzCKAAAIIIIAAAggggAACCBQJ8L/WK1Ih17gC3DkCCCCAAAIIIIAAAggggAACCDS/ADtEAAEEEEAAAQQQQACBTgWkrIiEL5Li2AtHSDLvPe9NinNSZZ/mJIVCFF7oIp/zsTdJoRiGx6lJtTkvouFNinMpXta6lS2aPs+s/xCrPtYb0RIL0AxpqZ5ijECPC+zvhWd26qTwzJSL7dVB4yu+G1L2XUrflXp9+o7k1xTlJJVfR8peQ5L5IcU+H0tZzvP5JsVnhFS7RqrN5c/tlpiLIoAAAggggAACCCCAAAIIIIBAUwuMGjXKDj744FCE5pRTTrGZM2fW3e8LL7xgt99+uy1cuNCuu+46u+++++quZxIBBBBAAAEEEEAAAQQQQAABBHqJALeBAAINIcD/Uq8h3iZuEgEEEEAAAQQQQACB3ivAnSGAAAIIIIAAAggggAACCCCAQPMLsMPGEsgXmPE7l2LRCM9LMZaKe1/vTVIoPCPJhyH2QFKIpaz3AhlSHFfHPk4tXzwjxcvbtrIXpp1lK/vVFqBpG95iF85psxFD5C9NQ6BXCByw/VA7pNPCM2+1ZYPGhYIwksrflfQdKOolhfU+598Lb1KW87w3Keak7LpScWylI51TCsN95PsUS/IwNKm48Iw/N8ICfiGAAAIIIIAAAgj0CQE2iQACCCCAQE8I+H8esscee9jb3/52O++882y77barexvLly+3u+++266++mr72Mc+Zr/+9a/rrmcSAQQQQAABBBBAoFKAEQIIIIAAAggggAACRQIUnylSIYcAAgg0rgB3jgACCCCAAAIIIIAAAggggAACzS/ADhFAAAEEEEAAgboCkmrmpZjzQhJSLDKRFklxTqrtJYXCFVLs/Rwpxl7cwpukcvEMH6cmxbwUe8/7H5JIcZzi5a1b2qJpZ9mKfoOt+mgd3mLz57bZ8KH8V9vVNozXvcABOwyzg3ccVvjCD0++2JYN2iB8X/yz7k1S4XfD56pb+j5ItedIlTkpG0vx+yjF3kqHpNLv+CPFWIq9Z6UsTuP0bPBxakW5NEePAALrRIAXQQABBBBAAAEEEEAAAQT6nMA222xj5557rr3jHe+wvfbay/w/M6mH8Mc//tE+85nP2Pvf/3678847benSpfWWM4dAbxTgnhBAAAEEEEAAAQQQQAABBBBAoPkFGmKH/C/0GuJt4iYRQAABBBBAAAEEEEAAAQR6rwB3hgACCCCAAAIIIIAAAggggEDvFPDCEfk7k2LBCc9LMU7zUhxLsc/nJYWCGlLsfU6KsaRQXEMq7r3Ahv+BiPdSXJPGnvNYki1v29IWT59nK/sNseqjdVg/u2h2q40Y0pP/9Xb1XTHuawIHbj/MDt5haOG2H9nwEls+eFz5e+KfbV/ofb0mKXx/0vegaK0U10i13zkpy0kyP/waUoylyt7nq5sUi1FJcW1+XqrN5eeJEUAAAQQQQAABBBBAAIHmE2BHCCDQWwRmzJhhJ510krW3t9uhhx5qo0aNqntrf//73+3GG2+0K664wr7zne/YU089VXc9kwgggAACCCCAAAIIINCXBdg7AggggAACCBQJ8L/OK1IhhwACCCCAAAKNK8CdI4AAAggggAACCCCAAAIIIIBA8wuwQwQQQACBNRKQYuEILzaTTpAUCmR4TlJKh16KYyn2Ibnql6RwnhR7T0sxlhQKaEhZn4ppSFkuFcXwPt98rY+XjdrCFoUCNLUFPkYN72cXzm2zkUP5r7iNY50LHLTDMDtox9rPpd/Iw1MusWUDx4bvh3+OvXne+3pNUvje+OdfinH1eqkyL2XfOUnmh6Tw2h77+d57k+Rdec4HkmrGRc8Cz/l6GgIIIIAAAj0uwA0ggAACCCCAAAII9HmBDTbYwGbPnh2K0Bx77LE2ceLEuiZPPvmkffvb37aOjg778pe/bA8++GDd9UwigAACCPQCAW4BAQQQQAABBBBAAAEEEECgVwjwv8zrFW9D894EO0MAAQQQQAABBBBAAAEEEEAAgeYXYIcIIIAAAggggAACCCDQuwUkFd6gF5iQKuekOJZi7ydKCgUrpKxPRS6kmPN1npMUCmpIMi+qkXIpTr3ni9ry1i1s0Yx5trL/MKs+Rg1rsflz2mxkqa+eY4xAdwkctMNQO7DUiq7/0ORLbPmgseH74Z9nKX4fPK7XJIXviX8fpBhXr5eyvFR5XSkb26pD0qrIwv1ICr11ckiyomeAL5fkXU0jgQACCCCAAAIIIIAAAggggAACzS/QW3c4bNgwO+CAA2zBggV2+umn26abblr3Vl988UW744477Morr7TPfvazdu+999ZdzyQCCCCAAAIIIIAAAggggAACfUmAvSKAAAJFAhSfKVIhhwACCCCAAAIIIIBA4wpw5wgggAACCCCAAAIIIIAAAggg0PwC7BCBtRLwQhPpRCkWl/CcFGOpuM+fIykUtJBi73OSQiENqfNeUihGI8Xzqgtt+NgLcXi/bORmtmjaWbaiX3EBmgvntNkoCtAYR/cLHLzjUDtwh9rPob/yIxu+3VYMHlvxfZAUPuf+Oc43KX7updj7nH/eJYXvjo/zTcryUnaOFGOpsvdzJZkfksI9eZyaVJmTigvP+PMgnUOPAAIIIIAAAggg0CsEuAkEEEAAAQQQKBDYdddd7eKLL7YLLrjAdtxxR1vd8atf/cquueYa+8hHPmJ333336pYzjwACCCCAAAIIrGsBXg8BBBBAAAEEEEAAgV4hQPGZXvE2cBMIINC8AuwMAQQQQAABBBBAAAEEEEAAAQSaX4AdIoAAAggggAACjSEgqeJGJYUiFV5wQorFKNICSSGUYh8GpV+SwjmlsFw0w2NJ3oW5VAjDe29eZMN7SaEwRxp7rqj5/PLWzW3R9LNsZf/awh8jh7bYhXPbrHVYP+NAoLsEDt5xmB2wfe3nz1/v4Slvt2UDx4TPu6TwXZAq++rPtn+uvXneeymu93G+SVleUngNn5diLGW9lQ5Jpd/xR8rimKn9LcXvulS5Nj0Has8ggwACmQARAggggAACCCCAAAIIIIBAbxLYcsstbd68eXbppZfavvvuawMHDqx7e3/+85/tuuuus46ODrv99tttyZIlddcz2VcF2DcCCCCAAAIIIIAAAggggAACCDS/ADssEqD4TJEKOQQQQAABBBBAAAEEEEAAgcYV4M4RQAABBBBAAAEEEEAAAQQQQKBTAS8wUTTpeamyGIUUx1Ls03mSQkEMH0tZnApkeD7FUpz3sTdJoVCHx6try0dtZoumz7MV/YZZ9TFiSItdOKfVWofzX3lX2zB+/QKx8MzQwgs9MvWdtnxQceGZos+0pFB0Kc11ZeEZv6Yk80NS+F5K8mG5SdlYKi4844ulbJ2PaQgggAACCCCAAAIIIIBArxDgJhBAAIE1EJg6daodf/zx1t7ebkceeaSNHj267lkPP/yw3XTTTaEIzc0332xPPPFE3fVMIoAAAggggAACCCCAQDcLcHkEEEAAAQQQ6BUC/C/xesXbwE0ggAACCCDQvALsDAEEEEAAAQQQQAABBBBAAAEEml+AHSKAAAIINI6AFAtMeLGZdNeSQtEKz0lK6dBLcSzFPiRX/ZJiTlIoKGOlQ1K4lqSQk2LvRTJSk7KclMXV816kIxagOctW9B9u1cfwoS02f8561kYBmmoaxq9D4JCdhtkB2xcXnnl4w3fYsgHrrfYz7p9lKX4X/HOcH0sK3w3P5ZuU5aV4rs9LMZay3kqHpNLv+CNlccxY+R5t1SEVF57x7/2qJXQIIIAAAgisVoAFCCCAAAIIIIAAAgj0ZoExY8bYEUccYQsWLLATTjjBNtxww7q3+/TTT9ttt91mV1xxhd1www32wAMP1F3PJAIIINBXBNgnAggggAACCCCAAAIIIIBA3xSg+Ezfet/ZLQIIIIAAAggggAACCCCAAAIINL8AO0QAAQQQQAABBBBAAAEEVisg1Rar8JO8EIVUOSfFsRR7XyepXNxCirEXyvC51KdYyuZ9zpukmgIcUsx5sQ4pxr7WC9Asnj7PbMBIqz5GDJHNn9NmbSNaqqcYI/CaBQ7deZjtv11nhWfeacsHji5/7v2zKanmc+z51Pyz7LEk8zjfPO9Nqvx+SNlYirEUe1t1SGEcRlKMJYVx0S+puPCMr5U6P8/naQgggAACCCCAAAIIIIAAAggg0KMCvPhaCAwePNj22Wcfu+yyy2zevHm25ZZb1r3KK6+8Yj/96U/tAx/4gF177bX2+9//vu56JhFAAAEEEEAAAQQQQAABBBDoYgEuhwACCPQKAf4XeL3ibeAmEEAAAQQQQAABBJpXgJ0hgAACCCCAAAIIIIAAAggggEDzC7BDBBpXwIvNpLuXFApreE5SSodeimMp9iG56pcUc5LC+Z72ohreUizFOc+lJikU5JAUCnh4YY4057GU5ZeP2tSen3amreg/wqqP4UNaQgGa9Ub0q55ijMAaCxy683Dbb9tOCs9MfZctH7he+HxLCp9XSeHzmz6zr6WXVL5G/jwp+55IMZYqe18vyfyQFO7J49SkypxUXHjGv+cq6vM4AAAQAElEQVTpHHoEEEAAAQQQQACBNRVgHQIIIIAAAgg0msCOO+5oF1xwgV188cW22267rfb277nnHvvEJz5hH/rQh+yuu+6y5cuXr/YcFiCAAAIIIIBAswmwHwQQQAABBBBAAAEE+qZAS9/cNrtGAIE+K8DGEUAAAQQQQAABBBBAAAEEEECg+QXYIQIIIIAAAggggMAaC0iqWSsVF6uQ4lop9n6iFGMp9l4Yw1uak2JeUiiSISkU3fA13iSFAh6SKvI+ly9A4+PlIzexF6adZSv6j7TqY/hgL0DTahSgqZZhvCYCh+08zPbbdkjh0oenXmrLB7RVfH4lhc+rFHv/fOabVJyvt0aK3xFfI8VYir2tOiStiizcj63mkIq/y36alF3LxzQEGlKAm0YAAQQQQAABBBBAAAEEEEBgDQU23XRTO+200+y9732vHXDAATZ0aHER4nS5v/71r3b99dfbFVdcYd///vft+eefT1P061qA10MAAQQQQAABBBBAAAEEEEAAgeYXYIe9QoDiM73ibeAmEEAAAQQQQAABBBBAAIHmFWBnCCCAAAIIIIAAAggggAACCCDQuwVWrlxZeIOelyoLVEhxLKlc/EKSpeYX8tgLaHjsvbeU896b51JL49SnvPdegMZ7bx6vbN3UFs+YZ8v7j/DLV7Rhg1vswjmtNnpkv4o8AwTqCXjhmX23Lf5jo4enXWbLB7SGz3r+8+mfRf9M5nNpnHJFa3wuNV+fWj6X4s5630t+zsepeT4fF32HPZfW0COAAAIIIIAAAggggAACr1WA9QgggECjC0yaNMmOPfZYa29vt9mzZ9vYsWPrbumxxx6zb3zjG9bR0WFf//rX7Z///Gfd9UwigAACCCCAAAIIINAMAuwBAQQQQAABBPqmAMVn+ub7zq4RQAABBPquADtHAAEEEEAAAQQQQAABBBBAAIHmF2CHCCCAAAIIvCaBfMGKdKLnvHmhCu9T3vv8OB/n5zzvhTVSzscee85jbx6nVlSoI81V98tHbmyLp8+zlQNG+SUr2tDBLTZ/dpuNoQBNhQuDYoHDdxlmnRWeeWjqpba8/6iawjP+eUyf3/S5zec8Tnlf57E3z3vznPep+dibj73Pt3TXKedjj73PN895SzmPi767Rbl0Dj0CCCCAQEMKcNMIIIAAAggggAACCCCwlgKtra126KGHhiI0J510ks2YMaPulZ5//nn7wQ9+YAsXLrQvfOEL9pe//KXueiYRQACBLhTgUggggAACCCCAAAIIIIAAAgisEwGKz6wT5s5ehDwCCCCAAAIIIIAAAggggAACCDS/ADtEAAEEEEAAAQQQQAABBBpboKhghRe3SLtKsfep+ZzHXlDDY+99nI997HlvncU+V9RWjNrEFs2YZysKC9DILpjTZmNG9fOXoyFQKHD4rsNsn22GFs49PPWy0mertdPCM/nPq38+47jFPPZCMz725rHnPE7Nx6nlcylOvd9Yir0vGnuuuvnaou+sr/M572kIIIAAAggggAACCCCAAAIIILC2ApzXbAL9+/e3vfbay97xjnfYueeea9tss03dLS5btsx+/vOf24c//GH7+Mc/br/5zW/qrmcSAQQQQAABBBBAAAEEEECgEQW4ZwQQQKBvClB8pm++7+waAQQQQAABBBDouwLsHAEEEEAAAQQQQAABBBBAAAEEml+AHSKAwOsS8MIV6QJerMKb57xPee/z43ycn/O8F9rI9z6fcinvY2/5Yh0+rteWj9jIFk+fZ8v7j/JLVrShg2TzZ7fZ+hSgqXBhEAUO32W47bN1J4Vnpr3blg8Y1WnhGf9Mps+px/nPsOfz4/x8UT7lvK/X/K7TvMepVed8XPRd9Vw6hx4BBBBAAAEEEGgqATaDAAIIIIAAAgh0ocB2221n5513nr3tbW+zPffcM/znQ/Uu/4c//ME+/elP2wc+8AH73//9X3v55ZfrLWcOAQQQQAABBNZWgPMQQAABBBBAAAEEEEBgnQhQfGadMPMiCCDQmQB5BBBAAAEEEEAAAQQQQAABBBBofgF2iAACCCCAAAIIINBYAl7AovqOPecFLLzPz+XHKc73HudbKsbh10j5FKc5L+Dh8Zq05SM3ssUz5tnyAa1+mYo2xAvQzGmlAE2FCoMjdh1u+2wzpBDioanvtuX9R4Y/LPLPZ/oMepxadS6N/XPra3zssTePU8uPfZ03n/M+39KN5XMpTnNFva8p+o76Wp/znoZAdwtwfQQQQAABBBBAAAEEEEAAAQSaQWCjjTayk08+2drb2+2QQw6xkSNH1t3WAw88YP/zP/9jHR0d9t3vfteefvrpuusbfZL7RwABBBBAAAEEEEAAAQQQQACB5hdgh31TgOIzffN9Z9cIIIAAAggggAACCCDQdwXYOQIIIIAAAggggAACCCCAAAIINL9At+2wqLhFvrBFilOfbsTH3nycL7jhcXXzdV6ow/vquaLxCi9AM32erRhQW4Bm8MAWu8AL0LT285em9XGBI3cdZntv3UnhmWnvseX9R9QUnqn+zPnn0ls+n/+8euxzvqa65fP5OK3ztyfF3vvYWz72sbd8zuOi76bnfC0NAQQQQAABBBBAAAEEmlaAjSGAAAIIdKPA+PHjbc6cObZgwQJ7wxveYBMmTKj7ak888YR961vfCkVovvKVr9hDDz1Udz2TCCCAAAIIIIAAAgisoQDLEEAAAQQQQACBdSLQsk5ehRdBAAEEEEAAgU4ESCOAAAIIIIAAAggggAACCCCAQPMLsEMEEEAAAQSaQ8ALXHjzghbe53eVH6c433vszQtu+Hnee/PY8/nmeR97EQ/vfby6tmLkTFs0Y56tGNjml6xoQwa22PzZbTaWAjQVLn1tcORuw2zW1kMLt/3QtPfYiv4jzD9n1Z85H6fm89Ut/zn1OD/v5+VzPvbma7zPN7+xorHnq5uvSzmPi76TRbl0Dj0CCCCAQHcJcF0EEEAAAQQQQAABBBBoRoERI0bYgQceGIrQnHbaabbJJpvU3eaSJUvsxz/+sS1cuNA+97nP2Z/+9Ke665lEAIFGE+B+EUAAAQQQQAABBBBAAAEEEGhOAYrP5N9XYgQQQAABBBBAAAEEEEAAAQQQaH4BdogAAggggAACCCCAAAIIILDGAl7Aomix573oRX4uP05x6tM6HxcV3kg571PztV64w/uUq9evGDHTFk+fZ8sH1BagGTxQNn9Om41t659uhb7ZBXL7O2q34TZrq+LCMw+uKjzjnzNv+c9YGvvnMJ9PseeL1njOW37ex978XO/zzW91dWNf483Xee/N46LvYprznoYAAggggAACCCCAAAIIIIBAUwuwOQTWoYD/ZzG77babvfWtb7W3vOUttuOOO9rqjl/+8pf20Y9+NLRf/OIXq1vOPAIIIIAAAggggAACCCCAQJEAOQQQQACBdSJA8Zl1wsyLIIAAAggggAACCHQmQB4BBBBAAAEEEEAAAQQQQAABBJpfgB0igEDjCvgfVPjde4EL7715zpvnvPdcavlxiot6z3lLhTj8/BR73lsa5wt4eK5eWz5ihi2ZeXZhAZpBA2TzZ7faBq0UoHHvvtKO3m247bXVkMLtPjTtvbay/whLn7f8Zyuf89g/h9Utn0/nes5jX5ti77153vt88xvrbOxzqaU1+XHRd9BzaQ09AggggAACCCCwrgV4PQQQQAABBBBAoK8IbLXVVjZv3jx717veZfvss48NHDiw7tb/9Kc/2ec//3lbuHCh/ehHP7IXX3yx7nomEUAAAQQQ6M0C3BsCCCCAAAIIIIAAAgg0p0BLc26LXSGAwFoKcBoCCCCAAAIIIIAAAggggAACCDS/ADtEAAEEEEAAAQQQQOA1C3jhi+qTPOeFLrzPz+XHKc73HuebF+Tw5tfI5z32vPf5Qh6eK2q+zvPLh0+3xTPOthUDR/slK1ooQDO31ca19avIM2hOgaN3H257dlp4ZoGt6D88FJ7xz443//x4S7H33jyXmo9T889lylf3aY3nPU69x0Wter7eO+LnF333/Byf856GgJmBgAACCCCAAAIIIIAAAggggAAC3Swwbdo0O+GEE2zBggV2xBFHWFtbW91XfOihh+yrX/2qdXR02C233GL//ve/665fg0mWIIAAAggggAACCCCAAAIIIIBA8wuwQwTWiQDFZ9YJMy+CAAIIIIAAAggggAACCHQmQB4BBBBAAAEEEEAAAQQQQAABBJpfoHl26AUvqnfjueqCF/lxilOfzvdxUfMiHNXN13mhD++r59I4P79ixHRbNP0sWz5wvfRy5X5gf9kFc9azcetRgKaM0oRBKDyz5ZDCnT047b22ov+wUHgmfX5Snz5jqU/56t4/b/mcr/eWz3nsN+C9z+Wb572lnH+P0tj7fPM1aeyxr/U+5bz3nPc0BBBAAAEEEEAAAQQQ6EkBXhsBBBBAoK8KrL/++nbkkUdae3u7HX/88TZlypS6FE899ZTdeuutoQjNl770Jfv73/9edz2TCCCAAAIIIIAAAr1JgHtBAAEEEEAAAQSaU6ClObfFrhBAAAEEEFhLAU5DAAEEEEAAAQQQQAABBBBAAIHmF2CHCCCAAAIIILDWAtUFL3zszQtfeJ+/cH6c4nzvcb55gQ5vfo183mPPe+8FP7z3cVHz+ZT3AjSLp8+z5QNH+yUr2sD+ZvNnr2fj1ysFFTMMmkFg9h4jbM9OC88ssJX9h4fCM/5Z8pY+MylOfcpX9/nPma/1ll/jhp7z5vl873F+3sf55nP55nNp7HHRd60ol86hRwABBPq0AJtHAAEEEEAAAQQQQAABBNaxwJAhQ2zfffe1d7/73XbWWWfZFltsUfcOli5daj/5yU/s/e9/v33605+2P/zhD3XXM4kAAgUCpBBAAAEEEEAAAQQQQAABBBBAoEsEenXxmS7ZIRdBAAEEEEAAAQQQQAABBBBAAIFeLcDNIYAAAggggAACCCCAAAIINIdAUQEML5aRdpfi1Ofznsu3VLAjn0uxF/7w2NesroUCNDPm2YpBY9LLlfsB/c0umN1qE0aXgnKWoLsE1tV1Z+8x3PbYYnDhyz04vd1W9BsaCs9Uf3Y6+0z5582br/c1+dhz1S2t8d7nvPdmpSPfe+ytlA4/+TgkSr/yOY+LvmOlZWE/3tMQQAABBBBAAAEEEEAAAQQQ6GkBXh8BBDKBnXbayebPn28XXXSR7bLLLtlEJ9FvfvMb+/jHP24f/vCH7ec//7mtWLGik5WkEUAAAQQQQAABBBBAAIGeFeDVEUAAAQSaU6ClObfFrhBAAAEEEEAAAQTWUoDTEEAAAQQQQAABBBBAAAEEEECg+QXYIQIIINAlAl4II13IC2N485z3Ke99fpzifO9xvuULdnjex/nmOS8A4n0+31m8Yvg0WzR9ni0fWFSARqEAzfj1KEDj71Wjtzmh8MyQwm08OP1yW9lvqKXPSfr8eO+tOp/Gqfc1/rlLY+89531qfDjjogAAEABJREFU/sKe8+Y57/MtP5/Pe+xz+ZbPeVz03fJc/hxiBBBAAAEEEECgSoAhAggggAACCCCAQC8Q2GyzzeyMM86w97znPbb//vvbkCHF//lVutW//OUv9oUvfME6OjrsBz/4gb3wwgtpih4BBBBAAIEiAXIIIIAAAggggAACCCCAQJcIUHymSxi5CALdJcB1EUAAAQQQQAABBBBAAAEEEECg+QXYIQIIIIAAAggggAACjSngBTGq79xzXhDD+/xcfpzi1Ps6j/PNc168w1vK52PPeSEQ7z2/urZi+FRbPGOeLSsoQNO/n2z+3FabMJoCNO7eqG3OnsNt9y2K/3Dnwen/YSv7DbH0eUl99eemOu+fMV/j+XycH/u8N3fzNT63Js3Xe/O13udbPudx0XfK1/uc97RGEeA+EUAAAQQQQAABBBBAAAEEEECg+QU63+HkyZPtuOOOs/b2djv66KNt7NixnS8uzTz66KP29a9/PRSh+cY3vmGPPfZYKcsPAggggAACCCCAAAIIIIAAAgj0vAB3gEBzClB8pjnfV3aFAAIIIIAAAggggAACayvAeQgggAACCCCAAAIIIIAAAggg0PwC7LBLBbwwRv6CXhDDc95X59M4zaU+n/ecF/Pw3vPep7H3qXWWT/PV/coR02zx9Hm2YlDtH3X0b5FdMLvNJo4Z4C9JazCBuV54ZvMhhXf94PTLbWW/wTWFZ/zz4y19TvKxF5Hx5nOe7yz2eW++xnu/gdR7LjXPe8uP87HPpeb5fFz0XfJcWkOPAAIIIIAAAggggAACdQSYQgABBBBAoBcKtLW12WGHHWYLFiywE0880aZPn173Lp977jn7/ve/bwsXLrTrr7/e/vrXv9ZdzyQCCCCAAAIIINDnBNgwAggggAACCCCAQJcIUHymSxi5CAIIIIBAdwlwXQQQQAABBBBAAAEEEEAAAQQQaH4BdogAAggggAACjS2QL5aRduI5L5Dhfcp5nx+nON97nG9eyMNbynnsLY3zRUE87y3lPM43P2fliKm2aMY8Wz5ofb+dita/n9kFs1tt4pj+FXkGvVvgmD1H2G6dFp75D1vZb0hN4Zn85yLF/rnxlsb+efHmOe+9pbnUe8510tj7NPa56ubz+ZyvzTefS2OPi75DRbl0Dj0CCCDQ2wW4PwQQQAABBBBAAAEEEEAAgUxgwIABNmvWLHvnO99p55xzjm2zzTbZZEH06quv2l133WUf+tCH7BOf+ITdc889BatIIdDzAtwBAggggAACCCCAAAIIIIAAAgg0psBrKT7TmDvkrhFAAAEEEEAAAQQQQAABBBBA4LUIsBYBBBBAAAEEEEAAAQQQQACBLhMoKpThRTXSC6Q49fm851LzvBfu8D7l0tj7fPP5/Lg6XjFsii2e7gVoxvrlKlq/0n+DfsHsNpvU/AVoKvbdqIM37DXCdt18cOHtPzjjP21lv8E1hWf88+GtpaXFiloqNuNzHnufmo/Tuan3nN+Aj733tR5787E3j7359yGNvc83n09jj32t9ynnfVHO8zQEEEAAAQQQQAABBBBAAAEEOhEgjQACDSKw/fbb23nnnWeXXHKJ7bHHHuE/06p367///e/t2muvtauuusp+8pOf2CuvvFJvOXMIIIAAAggggAACCCDQ3ALsDgEEEEAAgS4RaOmSq3ARBBBAAAEEEEAAgW4S4LIIIIAAAggggAACCCCAAAIIIND8AuwQAQQQaB4BL46RduOFM7x5zvuU9z4/TnG+9zjf8gU9PJ/G3qeW8j72giDePC5qK4ZvaItnzLNlgzopQDOnzSat399vldZLBY7Za4Ttstngwrv7x/T/tJUtg8rFZdJnI/VFn4mUS2v88+Oxt+o5H6d8Ue85vzHvi5rP5ZuvSWOPi74zRbl0Dj0CCCCAAAIINIoA94kAAggggAACCCCAQH2BjTfe2E455RRbsGCBHXzwwTZ8+PC6J9x///32pS99yTo6OuzWW2+1Z555pu56JhFAAAEE1oUAr4EAAggggAACCCCAAAIINKYAxWca833jrntKgNdFAAEEEEAAAQQQQAABBBBAAIHmF2CHCCCAAAIIIIAAAgggsNYCXjij6OSiwhn5tSlOvV/D43zznBf98OZ577157M2LhfjYm4+95XOez7cVw6bYkhln2/JBG/ilK1qLzObPbrXJFKCpcOktgzfMGm671ik8Y/0Ghf/v0P4Z8JZ/3+vFvtY/M948LlrreXfwOY+9+dj7zprPe/N57/Mtn/O46Lvi633Oe1oXCnApBBBAAAEEEEAAAQQQQAABBBBofoEG3eGECRNs7ty51t7ebsccc4yNHz++7k4ef/xxu+WWW2zhwoX21a9+1R5++OG665lEAAEEEEAAAQQQQAABBBBAoKkE2AwCCHSJAMVnuoSRiyCAAAIIIIAAAggggEB3CXBdBBBAAAEEEEAAAQQQQAABBBBofgF22HwCXkAj7cqLZnjznPcp731+nOLUp3kfe8sX+0hxvvf1Ps43P88LiaRcPvbcyuFTbNGMebZ88Dg/vaL5uRfMbrPJYwdU5Bn0rMCxs0bYLpsOKbyJf8z4L/PCM/7eevP3MPUp9nFR8/n0+fA4rUk5H3veW8p57C0/5+N88xtNY4/zzfNp7HHRd8RzaQ09AggggAACCCCAAAKNLsD9I4AAAggggMBrExg5cqQddNBBtmDBAjv11FNt4403rnuBRYsW2Y9+9KNQhObzn/+8/d///V/d9UwigAACCCCAAALdIcA1EUAAAQQQQAABBBpTgOIzjfm+cdcIIIBATwnwuggggAACCCCAAAIIIIAAAggg0PwC7BABBBBAAAEEEHjdAl5Io/oinvNCGt5Xz6Vxmkt9Pu85b57zPhX8SIVA0th7b0VrPJdf7+tWDptsS2acbcsGbeCXrmiS2QVHt9rk9SlAUwHTQ4Nj9x5hO286uPDVH5xxhVnLQJNUbi0tLbYmTZKlz4WkinOkOJZi79eTsteQamMrHVJlvpSq+JFUHkuyzr4bUraufAIBAggg0DUCXAUBBBBAAAEEEEAAAQQQQKBBBPw/k9p9993tkksusfPPP9+23377unfu/1nTL37xC/vv//5vu+aaa+xXv/pV3fVMNrUAm0MAAQQQQAABBBBAAAEEEEAAgeYX6JIdUnymSxi5CAIIIIAAAggggAACCCCAAALdJcB1EUAAAQQQQAABBBBAAAEEEGhcAf8jh+q795yUFdSQFIqFpHWSQijV9pJCYRBJ4RxJ5of/8YWkcs7HqZiIx5LCeSlOc5JC0ZHlQyfa4hnzbMWQ8VZ9lJbY/DmtNmVs/+qpLhxzqdUJHOeFZzbppPDMzA5b2TIgvP/pPU69pPJ777nqJil8Bjwvqbw2fUZSXsrmpOyzJmWxrTokrYos3JNVHVLlfPV3wpd7znsaAggggAACCCCAAAIIIIBAMwmwFwQQQOD1C2y99dZ2zjnn2Dvf+U6bNWuW9e9f/z+3vPfee+2zn/2sXXnllXbHHXfY0qVLX/9NcAUEEEAAAQQQQAABBBCoI8AUAggggAACjSlA8ZnGfN+4awQQQAABBBDoKQFeFwEEEEAAAQQQQAABBBBAAAEEml+AHSKAAAIIdJmAJMsX0ZAUinF4TlLF60jZWIqxlPWSwrlSZe/FQfxCqViIJB+Wi4j4fGr5NfnY51cOm2yLps+z5YNrC9D4BS+Y3WYbblD/Dzl8Ha3rBd649wjbqbDwjOwfMzpspfqX329JIZZULirj729Rk7I1ksJ5vs4/G1IcS7FPOUmFn0OpOG9Vh6RyRorfDynL+WTR98PzNAQQQAABBBDoYgEuhwACCCCAAAIIIIBAAwtMnz7dTjzxRGtvb7fDDjvM2tra6u7mwQcftC9/+ct2xRVX2Le//W176qmn6q5nEgEEEGgaATaCAAIIIIAAAggggAACCCCwRgIUn1kjJhb1VgHuCwEEEEAAAQQQQAABBBBAAAEEml+AHSKAAAIIIIAAAggggEBjC0iVhTXSbooKbEjZWinGUuz9PEmFhT+8YIjPe5+apHIxESnGksoFSSSV59M5K4ZOtEUz5tmyTgrQvOVoL0AzwDjWncAb9xlhOxYUnlm50uyB6f9p1tI/vI+SwmfD30tJ4X2WFOY8V90khTWel1SxTopjKV5Tir2VDklhrRRzkiwdksI9+FiSdxVNynJSceEZP0HK1vm4rzT2iQACCCCAAAIIIIAAAggggAACzS/ADrteYOzYsXb00UfbggUL7LjjjrMpU6bUfZEnn3zSvvOd74QiNDfeeKN5UZq6JzCJAAIIIIAAAggggAACCCCAwGsUYDkCCDSmAMVnGvN9464RQAABBBBAAAEEEOgpAV4XAQQQQAABBBBAAAEEEEAAAQSaX4AdItAtAl5sJl1YUijS4TlJKR16KRtLMZZi7wskhXOlyt6LiPi891I25+N+/fqFgiEeSyoXHfGxt/z8yqETbfF0L0AzwYqOtxzdalPHDTCO7hc4ft+RtuPGg2teSC397B8zO6yl30Dz909S6FPcr/R+S1nO8/kmyXyN5ySVz025lJdUuM5Kh5R9xqQsLk2Fz6f3+SapPJSKC8/496G8iAABBBBAAAEEEEAAge4X4BUQQAABBBBAoIkEhg4davvvv7+9+93vtjPOOMM233zzurt76aWX7M4777Qrr7zSPvOZz9i9995bdz2TCCCAAAIIINCwAtw4AggggAACCCCAAAJrJNCyRqtYhAACCCDQSwW4LQQQQAABBBBAAAEEEEAAAQQQaH4BdogAAggggAACCDSHgJQV30g7kmRecEOqncuv8ViqXCMpFPmQsj4VDUlFRKTKOZ/3JqlccKRovHLYRFsy82xbPqS4AM35R7XatA0oQGPdeBy/zwjbYaNBta+gfvbAtP8ytfQP76GUvceSzN97SWGupaWlppcU1vicpIp5KbuWz3uTspwk80NS+bOXH6fY+3yTVB5KnX/mpWxd+QQCBBDoQwJsFQEEEEAAAQQQQAABBBBAAIGuEdhll13swgsvtPnz59vOO+9sqzt+/etf2zXXXGNXX3213X333atbzvzrEuBkBBBAAAEEEEAAAQQQQAABBBBofoHG3CHFZxrzfeOuEUAAAQQQQAABBBBAAAEEekqA10UAAQQQQAABBBBAAAEEEEAAgdcl4MVm8heQaotxSArFPdI6SSGUsl6qH3vhEG+SKgqMeC7fvFhJGpfjlhZbMWS8LZo+z5YPmWhFx3lHt9q0cQOMo+sFjt93hO2w8eCaC69Uf3tguhee6RfeU0mh9/dPUigqI6mc83xqUsyn91hSWJ/m872k8PnznBRjqba30iGp9Dv+SFkcMxauY6sOqfaz7lPV3wnP0RBAAAEEEEAAAQQQQAABBNaBAC+BAAIINLnAFltsYWeeeaZddtlltt9++9ngwbX/mVue4L777rPrrrvOrrjiCrv99ttt8eLF+WliBBBAAFvQO0oAABAASURBVAEEEEAAAQQaU4C7RgABBBBAAIE1EmhZo1UsQgABBBBAAAEEeqkAt4UAAggggAACCCCAAAIIIIAAAs0vwA4RQAABBJpLQCou0OEFOKTKOSkbSzGWYu8qkkJxD0mh4IiVDkkhlmJfXUAkjb33JqlchETKYp9bOXSCLZp+li3rrADNUa02bTwFaKwLjxO88MxGtX8Es8L62YMz/qv03vYrtZbwvvt7JMXPgBeVkRTmPJ9vkireYykbp3VSvE4ae2+lQ4p5qbIvTYV7kLK85/JNUnkodV54RsrWlU8gQAABBBBAoA8KsGUEEEAAAQQQQAABBBDoHoENN9zQ3vjGN9qCBQvsqKOOsjFjxtR9oUceecRuuummUITm5ptvtscff7zueiYRQACB1yLAWgQQQAABBBBAAAEEEEAAgd4p0NI7b4u7alABbhsBBBBAAAEEEEAAAQQQQAABBJpfgB0igAACCCCAAAIIIIAAAt0m8FoL0EiqKADiBUOkLOc36jlvkkJhEkmhEImkME5zXrwkH/vYmw2baIunz7NlQyZZ0XHeka02ffzAoilyr1HghP1G2vYFhWdWtgywf8z4LzO1WHqPUi+p5v30uXzz99HHksL5PpYUPjv5fD620uFjb1JcK8W+NBXOleRhiEOQ+yXFOU9JxYVn0pz3vbBxSwgggAACCCCAAAIIIIAAAggg0PwC7LCPCYwePdoOP/zwUITmTW96k02bNq2uwLPPPmu33XabdXR02A033GD3339/3fVMIoAAAggggAACCCCAAAII9EoBbgoBBBBYIwGKz6wRE4sQQAABBBBAAAEEEOitAtwXAggggAACCCCAAAIIIIAAAgg0vwA7RKB5BbzYTNqdpFDEw3OSUjr0UjaWYizF3hdICudKlb0XDvF5771JCsVHJNUULJFiLq2T4rV8bMMm2OIZ82z50MlWdLz5yFE2Y8KAoilyayjwJi88M3NQzeoVGmD/mP5fpfetX6m1hPfZ3xNJYZwKyXiuuklxjeelNY+luFaS+SEpvK4kH4bXlWIsxT5MrPolZTmpuPCMf85XLadDAAEEEEAAAQQQQGCVAB0CCCCAAAIIILBuBAYNGmR77723vetd77Kzzz7btt5667ov/Morr9hPf/pTu+qqq+xTn/qU/e53v6u7nkkEEEAAAQQQqCfAHAIIIIAAAggggAACvVOgpXfeFneFAAIINKgAt40AAggggAACCCCAAAIIIIAAAs0vwA4RQAABBBBAAAEEukxAyop0pItKxcU60rz3UjxPir3nUpNULhQiqVwoxAuQeJOynBcu8VxqkkJRmjT2XlK4xsoh42zR9Hm2bEhxAZpzj2i1GeMpQGNrcZy430jbrqDwzMqWgfaP6f8Z3s/8eyGpJufz+Sap/F5KMS56v9M5ksL7LMVrS7W9lQ5Jpd8WXl+KseUOKctJnX+WpWxd7nRCBBDoTQLcCwIIIIAAAggggAACCCCAAAJ9QGCHHXaw888/39761rfabrvtttod//a3v7VPfvKT9sEPftB+9rOf2fLly1d7Tq9ewM0hgAACCCCAAAIIIIAAAggggEDzC7DDNRKg+MwaMbEIAQQQQAABBBBAAAEEEECgtwpwXwgggAACCCCAAAIIIIAAAggg0PgCK1eurNiEVFm0wyclhYIfHnuT5F05JykUD7HSIakiL6mUtZDzYiOSwlqpsk9zXqTEm4/zzYaOsyUzz7blw6ZY0XHuka02cwIFaIpsOsuduP8I27ag8MwKDbS/T/uP8D75eyApxFLsi94fX+dNUkXhGc95kxSu0VlspUNSWCMpfF6k2FvpkLK4NKz5kVTOSbWfYZ+s/qx7joYAAggggAACCCCAAAIIIBAF+I0AAggg0HMCm2yyiZ122mm2YMECO/DAA2348OF1b+Zvf/ubffGLX7T/+q//su9973v2/PPP113PJAIIIIAAAggggAACSYAeAQQQQAABBHqnQEvvvC3uCgEEEEAAAQQaVIDbRgABBBBAAAEEEEAAAQQQQACB5hdghwgggAACCHS5gJQV7UgXl4qLd6R576V4nhT76lwqMiIpFBRJY+9Tk1QuVJLPpbi6XzlkA1s8fZ4tH1pcgOacI1pt5sSBxrF6gRP3H2nbzhhcs3BFyyB7cMZ/1rxnkkJBGH9PpCz2cWqSyu+nFOPqQjWSCq/t15BkfkgKryVV9mnO+3yTVB5KxZ9dLzwjZevKJxAggAACCCDQOwW4KwQQQAABBBBAAAEEEOiDAhMnTrQ3vOENoQjNnDlzbPz48XUV/vWvf9k3v/lNu+KKK+xrX/uaPfroo3XXM4kAAr1OgBtCAAEEEEAAAQQQQAABBBBAIAi0hN/8alIBtoUAAggggAACCCCAAAIIIIAAAs0vwA4RQAABBBBAAAEEEEAAgeYWqC7YISkUBUm7lhRCKeu9iIgnJYW1UmXv81LMpdj7fJNUU8QkzXsBmkUz5tmyzgrQHD7KNqIAjdU7TjrAC88MqlmyomWwPTj9P8L75t6SQqEYKfZeSEaKsc/nm6TC90wqfq8lhWtb6ZDiGqmyL02FH0kVfRis+iXFOR9K3VV4xq9OQwABBBBAAAEEEEAAAQQQQACB5hZgdwj0HoFRo0bZIYccEorQnHLKKbbRRhvVvbkXXnjBfvjDH9r/z96dgNlVVQnDXiuQhDmAAoLM8ySIqCC0osggoICooIAgU0BoQEVBgQrP/6WCitLQDiiKA7SIgtIiNDY2iI0Ngig2TqCIyqCoaDMlICSEv/a9nLq3qm5upkpSdeq9T3btvdfe55y93lPf97SpymLatGnx5S9/Oe6+++6u+y0SIECAAAECBAgQIECAAAECo1fAyespoPhMPd+rrAgQIECAAAECBAgQILCgAq4jQIAAAQIECBAgQIAAAQIE6i8wojMsxWaqA2ZmowhJiWVmFW70ma15ZnOc2ezLhszmODMb96hipVhJZjNWxlXLzEYhkmpe+sxWLHPgNbHsGjFjo8kxc9l1o9Nn8j6TYtO1J3RaGvOxUnhm2w07F575/QZnNd5XZss7MxvvJrMVK+9ncCuFaUosM/uL0JR51TKzcZ8yz2yOM1t9ZvP+mc0++j6ZA8d9oQF/MrN/nqnwTD+GAQECBAgQIECAAAECI0HAGQgQIECAwEILlL9L23nnneP9739/HH/88bHddtt1vefs2bPjhz/8YZx33nnxqU99Kn784x933W+RAAECBAgQIEBgoQXcgAABAgQIECAwLAKKzwwLo5sQIECAAIFFJeC+BAgQIECAAAECBAgQIECAQP0FZEiAAAECBAi0C2Rm+7Qxzuxc1KOx+PyXzOZ1ma0+szUu/0giM/sLm7TPy7i0zOwvTlLmnVpma89zy64eMzaeHLOWXz86fY7Ze1Js8uLxnZbGbOydu60UnQvPLBul8Mxg88zWO6uKy3TaU8Uyc0DhmcxsvNPMZl/2ZTbHma17Zw4cR98nc2isL9z/JzMHjDsVSSobMlv7ylwjQIAAgbEqIG8CBAgQIECAAAECBAiMboFtt902jjvuuDj11FPjNa95TSy99NJdE/r5z38en//85+OjH/1ofP/734+nn366636LBOohIAsCBAgQIECAAAECBAgQIDA6BRSfmZ/3Zi8BAgQIECBAgAABAgQIECBQfwEZEiBAgAABAgQIECBAgMCIECiFPNoPkjm0AE1mNorJVPsyszHMbPWl2EgJZmb/3szmOHNgX/ZmZqNYSRkPblXxk8zWdVEK0Gw0OWYtt150+kzeZ+XYdO0JnZbGXOyw3VeKbTacOCTvZ8eVwjNTGu6ZTdtin5mNWBkX+8zWvMQym3vLWpmX1j7ObO7PbPZlPbM5jojG90Nm8x6ZrT76PpnNed+w45/M7I9nDv3eLIuDv4dLTCNAgAABAgQIECBAgAABAgQWo4BHESCwSAQ22mijOOSQQ2LKlCmx9957x6RJk7o+53e/+11cdtll0dvbG9dcc038/e9/77rfIgECBAgQIECAAAECBOZLwGYCBAgQGBYBxWeGhdFNCBAgQIAAAQIEFpWA+xIgQIAAAQIECBAgQIAAAQL1F5AhAQIEOglktop7VOuZnYt8VOulz2xel9ns22NlXBUgycz+wiaZrXG1XvrBLTOjvbhJWc/sO9MyL4zpG0+OmXMoQHPM3pNis3XGdgGaw3afFC/ZYGjhmdlLLRd/2KBZeKZ4Vi36PpnZKBBTYpnZ/77KvGqD30cVzxy6P7MZy2z1mc1nZA7to++TmX1fB/7JbMUy+97/c881ztm+qxSeyWzta18zJkCAAAECBAiMVQF5EyBAgAABAgQI1EtgjTXWiP322y/OOuusOPDAA2PttdfumuBf//rXuPrqqxtFaL72ta/Ffffd13W/RQIECBAYnQJOTYAAAQIECBAgQIDA6BRQfGZ0vjenJrCkBDyXAAECBAgQIECAAAECBAgQqL+ADAkQIECAAAECBAiMKIFSxKP9QJlDi31k5oDiH5nNeWY2Ls3MRuGSzGzsyxzYl4Ilmc1YGZeW2bymjNtbZjYK0JSiJ6WVtcyMWGa1mLFRKUCzfnT6HL3XpDFbgObw3VeKl2wwtPjOs0stP6DwTGb2v6fKtuqLc9Uym/s6rZU9mc31zGy8706xzOZaZquP5z+Z2RhlNvvG5Pkvma1Y5tDvxbKtfM9mtvaVmEZgBAo4EgECBAgQIECAAAECBAgQIFB/gcWS4fLLLx+vf/3ro6enJ4488sjYYostuj73ySefjBtvvDHOPvvsuOiii+KXv/xl1/0WCRAgQIAAAQIECBAgQIAAga4CFgkMi4DiM8PC6CYECBAgQIAAAQIECBBYVALuS4AAAQIECBAgQIAAAQIECNRfQIbdBDKbBT7a92Q2Y5kDC3xkDpyXazJbsczmODMbRUkyW31VoCQzGwVQqnnpB7fM1p6qAEpmRiy7WszYeHLMWn6D6PQpBWg2X2doEZZOe+sSe9ceK8XWG0wcks6zS60Qf1j/zAHvoThnZsM/MxtFfjKzMS9rpWVmI16NS9/eMnPA/rKW2Yxl5oDnZbbm0ffJbM77ho19pW9vmdk/zez8PajwTD+RAQECBAgQIECAAAECQwQECBAgQIBA/QV22GGHeM973hMnnXRSvPKVr5xrwrfffnt84hOfiPPPPz9uu+22ue63gQABAgQIECAw8gWckAABAgQIECAwOgUUnxmd782pCRAgQGBJCXguAQIECBAgQIAAAQIECBAgUH8BGRIgQIAAAQIjTiCzVfSjOlxm5+If1XrpM7NRRCQzy7TjODP741WhkszsL2CS2RqX9apltuJVAZqyFsu8MKZvNDlmLb9hdPoctdek2GLdsVGA5vA9Voqt1h9aeGbWUivEfRuc2TDOzEZf7DKb48xsFJjJzAFrmdmIV3vb3atY6UvLzMa1ma0+s/muq/XM5jz6PpnNcWaz7wsN+JOZ/fPMOX/vZbZVLqhWAAAQAElEQVT29V9gQIAAAQIjU8CpCBAgQIAAAQIECBAgQGCRCWy11VZx1FFHxemnnx677rprTJw49O8J2x9+1113xRe/+MWYNm1a3HDDDTFjxoz2ZWMCCy7gSgIECBAgQIAAAQIECBAgQGCeBEZ18Zl5ytAmAgQIECBAgAABAgQIECBAYFQLODwBAgQIECBAgAABAgQIEKgEnnvuuWrY6DOHFgHJzEYxmcaGti+Z2ZhlZqMoSfR9MrOxN7PVtxcmKePSMrNxTRm3t8yB8czmPJZ5QUzf6JiYufwG0elz5BsmxRbrdv/HFp2uG02xd+05KbaeU+GZ9c/ody+emRmlVePBRWVKvLQqXvZW4xIvrYqVvrQqVvUlVrXiOKdxWRvcyt4qVsbl+7D0Vaz0JVZ6jQABAgQIECBAgAABAgQIEJizgBUCBMaewHrrrRcHHXRQnHXWWbHvvvvGC1/4wq4I999/f1x++eWNIjRXXXVV/OUvf+m63yIBAgQIECBAgAABAiNPwIkIECBAYHQKKD4zOt+bUxMgQIAAAQIElpSA5xIgQIAAAQIECBAgQIAAAQL1F5AhAQIERqzA4IIf5aAlVgp/lL7MO7WyVrVqvczbx2VetfaCJWVcWvtamVetxKtxe98oQLPhMfHMcnMqQLNSbLnehOoItepL4ZmtOuQ2a6kV4771z2gU8unkVmJVUZkyLp6lL609Xo3Lensr+6p5GQ9uZW1wbPB88Iso61WsjDt9r3WKVdfoCRAgQIAAAQIjWMDRCBAgQIAAAQIECCw2gRe84AWxzz77xJQpU+Lggw+ODTbo/Pem1YH+/ve/x7XXXtsoQnPppZfGvffeWy3pCRAgQGD+BOwmQIAAAQIECBAgQIDAPAkoPjNPTDYRGKkCzkWAAAECBAgQIECAAAECBAjUX0CGBAgQIECAAAECBAgMFijFPtpjnYqClFhpg/dVsdJ3K0bSvlbGVauuq+alL7GqIEoZV60UoHlyk2Nj1gobtR+jf3zEnpNiy3XrVYCm5NSp8MyzS0+K+zcYWHimcqoMS19aFS99cS2tilfjMi+t7Cl9adW46qtYNS/wZVxaGZfWPi7z9ta+Vsbl+6707Xs6xdrXjQnMu4CdBAgQIECAAAECBAgQIECAQP0FZDhx4sTYZZdd4oMf/GBMnjw5tt56664oTz/9dNx0001xzjnnxIUXXhh33nln1/0WCRAgQIAAAQIECBAgQIDAkhdwAgKjU0DxmdH53pyaAAECBAgQIECAAIElJeC5BAgQIECAAAECBAgQIECAQP0FZDjiBUoBkFL0o/2gVaz07fFO4/Y9g8dlXrXBxUvKfE6tXFMKo7S3sve5CavEExseEzOXn0MBmjdMii3Xq0cBmiPfsFLHXGYtvVL8Yb0PRjEqrbhUfTWu3Kp56dtb2V/2dIqVtdLKWuk7tfJ90C1e1ttb2VvNy7h8v5W+ipW+U6zENQIECBAgQIAAAQIERomAYxIgQIAAAQJLVGD77bePE088Md73vvfFq171qrme5Y477ogLLrgg/uVf/iVuvvnmmD179lyvsYEAAQIECBAgEAgIECBAgAABAgTmSUDxmXlisokAAQIERqqAcxEgQIAAAQIECBAgQIAAAQL1F5AhAQIECBAgQKCTwOBCIGVPiQ0uCFJiZa1qZV61EqvGpR88L7H2giZlXFoVL+PSqqIoJV5aiZVWxWPiKjFj48kxa8VNyiOGtCP2nBRbrT9xSHw0BUrhmS3WHZrDrKUnxf3rnx7Fo9hUrcxLK/PSl1bGJefiVrUqXuZl3N5KrFxTWolXfTWu5qWvWrl/aWXe3pdx1aq1Mi/jwd9TJd4pVuIaAQIECCy4gCsJECBAgAABAgQIECBAYGwKbLbZZvGud70renp6Yvfdd4/ll1++K8Svf/3ruOSSS2Lq1Klx3XXXxeOPP951v8WRJeA0BAgQIECAAAECBAgQIECAwMgUGM7iMyMzQ6ciQIAAAQIECBAgQIAAAQIEhlPAvQgQIECAAAECBAgQIECAwIgSKEVA2g/UqVhIiZXWvq+Mq1jpu7XBxUw6zUshlBIvrdyr9KWVeGnPTVg5pm94TMxaoXMBmnftsdJIKkBTeOa5HbXXpOhceGbluG+9D0bxKK14tLf2WPu4fU8ZF7/SV63sbW8l3j5vH5ckqnmncYm1t7K3mpdx+f4qfRUrfadYiWsECBAgQIAAAQIECBAgQGCUCTguAQIERpTA2muvHW9961tjypQp8eY3vznWWGONruf705/+FFdeeWX09vbGN7/5zSjzrhdYJECAAAECBAgQIDA2BWRNgAABAgTmSUDxmXlisokAAQIECBAgMFIFnIsAAQIECBAgQIAAAQIECBCov4AMCRAgQKCbwODCIGVvic2tQEjZU7XqmjIv49LKuL21Fzgp46pVe8q8FEkprYw7tecmTIonNjomZq6wcXnEkFYK0Gy9wcQh8ZEcOHqvSbH5OhOGHHHmUivH/et/MIpDZVT6Mi+tGg/2Gjwve+fWyr1KK/tKX1r7uMw7tcGHLnuqWBl3+h7qFKuu0RMgQIAAAQIEFk7A1QQIECBAgAABAgQIFIGVV1453vCGNzSK0Lzzne+MjTfu/PepZW9pjz32WHz3u9+NadOmxcUXXxy/+c1vSlgjQIDACBVwLAIECBAgQIAAAQIECIxMAcVnRuZ7carRKuDcBAgQIECAAAECBAgQIECAQP0FZEiAAAECBAgQIECAwIgUKEVB2g/WqXhIiZU2eF8VK3231l7QpIyr1n7N4Fg1r4qqxIRJMX2jyTFzhU3aj9E/Pnz3leIl6w8t5tK/YQQNSuGZzToUnnl2wqrxwAatwjOVQdUXr07jKjanvlxXWrVexqV1mhemslZaGZfWPi7z9ta+Vsbl+6n07Xs6xdrXjWsmIB0CBAgQIECAAAECBAgQIECg/gIyHNECSy+9dPzTP/1TfOADH4h3v/vdsd1223U976xZs+KWW26Jc889Nz796U/HHXfc0XW/RQIECBAgQIAAAQIECBAYIwLSJEBgngQUn5knJpsIECBAgAABAgQIEBipAs5FgAABAgQIECBAgAABAgQI1F9AhgTmRaAUCinFQdr3VrHSt8c7jas9pS+t2lPG7a0UOqnmZVxaKSxTYmVcWpmXVsad4qUAzYyNJ8fMFTetHjOgP2yPSfGSDSYMiI20ydF7T4pOhWdmjV817lv31Ch5t7diUVqJlX5hW7lPp1buW6w6rVXx0pdW9rT31bh8H1VrJVZap1iJawQIECBAgAABAgQIDJ+AOxEgQIAAAQIE5iTw0pe+NI477rhGIZpXv/rVUf094Jz2/+xnP4sLL7wwzjnnnLjpppvimWeemdNWcQIECBAgQGAxC3gcAQIECBAgQIDAyBRQfGZkvhenIkCAwGgVcG4CBAgQIECAAAECBAgQIECg/gIyJECAAAECBAiMWIHBBUPKQUtscOGQEitrVSvzqpVYNS794HmJlX/YUPrSqnHVl1hpZd5egKbESqviz41fKaZveEzMXGEOBWh2nxTbbDixPH7EtWP2Xjk2W3tocZyZ418Q96/XLDxT8qzyLePSBs9LbF5b+7XVuL2vxgWrjEsr49KqcdWXWGmdvi8GxzrtKzGNAAECY0BAigQIECBAgAABAgQIECBAYMQJbLzxxnHooYfGWWedFXvttVdMmjSp6xnvvffeuPTSS2PatGlx7bXXxv/93/913T8GF6VMgAABAgQIECBAgAABAgQI1F9gnjJUfGaemGwiQIAAAQIECBAgQIAAAQIjVcC5CBAgQIAAAQIECBAgQIAAgcECpYBIe6wUHSmx0lfxMi6tmld9iQ1uZW1wrBRNqWJlXLUSq8alLwVo2lu1XmIxYaV4YqNj4pk5FKB5524rPV+AppxgZLTJ+6wcm649fshhnll61XhgvQ9Eybm0kmdpZVxa+7jM57WV60qr9pdxaeUAJVbGpZVxiZVxaZ3GJdbeqn0lVsaDv0dKvFOsxDUCBAgQIECAAAECBAgQIDD8Au5IgAABAvMq8KIXvSj233//mDJlSrztbW+Ltddeu+ulf/7zn+Oqq66K3t7euPzyy+P+++/vut8iAQIECBAgQIAAgUUn4M4ECBAgQGBkCig+MzLfi1MRIECAAAECo1XAuQkQIECAAAECBAgQIECAAIH6C8iQAAECBEa8QCkkMviQJTa3QiJlT2nVtWVctRKrxlVfCp60j8u8FJUZHCvxqlXrZd4YT1gppm84OgrQTN5nUmzy4g6FZ8a/IB5c/9Qoebc7lRxLK/HSL2yr7tPeV+P255bY4FbW21tZr+Zl3Ol7o1OsukZPgAABAgQIjAEBKRIgQIAAAQIECBAgMOIFVlhhhdhtt92ip6cnjjjiiNh88827nnnGjBlxww03xLRp0+KLX/xi/OpXv+q63yIBAmNAQIoECBAgQIAAAQIECBAg0BBQfKbB4EtdBeRFgAABAgQIECBAgAABAgQI1F9AhgQIECBAgAABAgQIEJiTQCke0r7WqchIiZU2eF8VK33Vyp5qXPWloMrgcSkqU8VLP7iV9XJNiZfxuGUmxYyNJ8fMFTcrjxjS3rnbSrHthhOHxBdn4NhG4ZkJQx45c8Jq8eB6H4iSS5VT1bfHyrhTa99b1tvng8dlXg5Q7SvzMi6xMi6tjEtrH5d5e2tfK+PyfVL69j2dYu3rxotfwBMJECBAgAABAgQIECBAgACB+gvIkMDCCOy4447x3ve+N0488cR4+ctfHnP73HbbbfGv//qvjfajH/1obtutEyBAgAABAgQIECBAgMAwCbgNAQIjU0DxmZH5XpyKAAECBAgQIECAwGgVcG4CBAgQIECAAAECBAgQIECg/gIyJDBqBAYXFCkHL7F5KSxS9s1rKwVQ2veWedWqeDWv+lJ0pqxV8xi/Yjyx4TExc8XNyzGHtEN3WyleutEyQ+KLI3DcG1eOjV/cqfDM6vHAuqdEyaOco+RSxqUvrX1c5oNbWS8OJV7GpZVxae3jMm9vZa1q5bnVuFNf1ksra+19Ne70vdApVvZrBAgQIECAAAECBMaYgHQJECBAgAABAqNSYOutt45jjjkmPvShD8VrX/vamDBh6N9ttif2q1/9Kr7whS/E2WefHd/73vfiySefbF82JkCAAAECdReQHwECBAgQIECAAIGGwLjGV18IECBAoKYC0iJAgAABAgQIECBAgAABAgTqLyBDAgQIECBAgACBuQmUYiLte0ohkhIrfRVvH3eKlfXS2tfKvGqlOEoZt/dl3K2VwivVNWU8buJK8cRGx8QzcyhAc8jrV4yXbjyxOsJi6UvhmY3WGj/kWTMnlMIz74uSX5VD1ZfY3FrZ28h53LjGPcr+Mi+trJV5aWVcWjlA6efUynppZb30g1un9z04Vq7pFCtxjQABAktewAkIECBAgAABAgQIECBAgACB+RFYf/314x3veEecddZZ8cY3hIBMAgAAEABJREFUvjFWXXXVrpffd9998fWvfz2mTZsW3/72t+Ovf/1r1/2LZtFdCRAgQIAAAQIECBAgQIAAgfoLjMwMFZ8Zme/FqQgQIECAAAECBAgQIEBgtAo4NwECBAgQIECAAAECBAgQIDDiBEpBklJUpP1gVaz0Vbx9XMVKX+IDWmYJR2YOaJ2KpZRYaZmtvWVetcHFVsZNWDFmbDQ5nllxi8YzBn85ZNeVYrvFVIDmuDetHJ0Kzzwzvll4JjMb+ZdcMrO/iEyneYlVLTOj5N0+n9M4c+AzMrPxnMxmPHNgH32fzOz7OvBPZiuWmVG+HzJbsbK7U6zENQIECBAgQIAAAQIECBAYowLSJkCAAIFaCLzwhS+MN73pTY0iNG9/+9tjvfXW65rX3/72t/iP//iPOPvss+OrX/1q/O53v+u63yIBAgQIECBAgMAoF3B8AgQIECBAoCGg+EyDwRcCBAgQIECgrgLyIkCAAAECBAgQIECAAAECBOovIEMCBAgQIDAvApkDC42UazKHFiHJHLgvMxsFVsr+0kqRlMxWLLM5zmz21Xp7cZUSK63ESsts7a3ipa9aTlghZmw8OWau1LkAzcG7rhQvW8QFaBqFZ9YcX1Ie0J6ZsEY8uN77GiblvJkDc6lipZ9TKwZlLbN1bYllZqOwTLVW9ZnNfZnNPvo+mc1xZvbNonGe6PtkNud9w8afzOxfK4HMoe+8xBWeKQoaAQIECBAY2QJOR4AAAQIECBAgQIAAgYURWGaZZeJ1r3tdnH766XH00UfH1ltv3fV2Tz31VPz3f/93fPSjH43Pfe5z8bOf/azrfosECAyPgLsQIECAAAECBAgQIECAwJIRUHxmybiP1afKmwABAgQIECBAgAABAgQIEKi/gAwJECBAgAABAgQIECAwogVKkZH2A2YOLUaSme1bGuPMbBQxKddnNseZOWAtMxt7BhdNKfPSMpvrpdBKNS99e8vMRgGWHL98PL7B0fHMip0L0LyjUYBmmVgUn3e/aVJsNKfCM+u+d0CO1dkzs3nu5/sq3q2vHEqf2by+7M9sjqPvU80zs//+mU3HeP6TmY1RZrNvTDp8yRz6rsu26p2WsTbPAjYSIECAAAECBAgQIECAAAEC9ReQIYHaCrziFa+IE088Md7znvfEjjvuONc8f/KTn8SnP/3pOO+88+KWW26J8neKc73IBgIECBAgQIAAAQIECIwOAackQIBAQ0DxmQaDLwQIECBAgAABAgTqKiAvAgQIECBAgAABAgQIECBAoP4CMiRAYH4EMocWKMkcWpQks/O+zGwUX8ns3JdiKdV5yri0Mi99p5aZjaIq1dqAQiwTVogZG0+OmZO2ik6fd+y6Yrxsk+EtQHP8vivHhmtOGPK4mRPXjAcHFZ7JzIZFOfuAc48bNyCnsj6nNvi6zGxcm9nqM5vPib5PZnOc2er7wo1zlL60zIFrVaz8g5DMLNP+1inWv2hAgAABAgQIECBAYEQJOAwBAgQIECBAgMBwC2yxxRZxxBFHxJlnnhm77bZbLLfccl0fcffdd8fFF18cU6dOje9+97vxxBNPdN1vkQABAgQIzL+AKwgQIECAAAECBAgsGQHFZ5aMu6cSIDBWBeRNgAABAgQIECBAgAABAgQI1F9AhgQIECBAgAABAqNCoBQdaT9o5rwXoKmuy8whRU/KWlVoJTPLdEAxlbKWmY1YKbzSPi/j0ko8M6PRj18+pm94TDyz0hwK0LxuxXjZpsNTgKYUntngReNj8OeZCWvGA+uc3DhzOV9mNvKuxu19Gc9Ly8zG/TKbfbkmszmOvk9m8xmZQ/u+5cafzBzQNyZ9X+bl3fZta/zXiTOb9yhzjQABAvMlYDMBAgQIECBAgAABAgQIECBQG4F11lkn3va2t8WUKVNi//33jzXWWKOZ2xy+/vGPf4xvfvOb0dvbG1deeWU89NBDc9gpTIAAAQIECBAgQIAAAQIECIx4AQdsCCg+02DwhQABAgQIECBAgAABAgTqKiAvAgQIECBAgAABAgQIECBAoP4CC5JhZrPYTPu1mc1YZqsgSWZrXO3NzEbxlcw59+3FVMq4tHJ9ZjaKrpR55sBxZmveKDzz/DzHLxczNp485wI0r10xtl/IAjQn7LtydCo88/TEteKP672ncebo+2RmY1zOX1r7Oct8Xtvg6zKb981s9Zlz9s3MKJ/MZt8+zhwYK8VoMluxsrdTrMQ1AgQIECBAgAABAgQIEBi5Ak5GgAABAgQWtcAqq6wSe+21V/T09MShhx4aG2+8cddHPvroo3HdddfFtGnT4pJLLol77rmn636LBAgQIECAAAECcxewgwABAgQIEFgyAorPLBl3TyVAgAABAmNVQN4ECBAgQIAAAQIECBAgQIBA/QVkSIAAAQIERo1A5sCCJOXgmfNegKbsLy0zG8Vo5jTOzLLUKNqSmY29VZGWUoSlGpc+Mxv7yrisZTbnufSyMX2jUoBm6+j0eftrV4yXbzqx09JcY/+838qx/ovGx+DPPyasGX9c56TGeTMzynnKudpbZvaftz0+p3Fmc39msy/7Mpvj6PtkNn0yO/d9Wxrnae/LuGqZ2RhmZmNfpyIznWKNi3whQIAAAQIE5kfAXgIECBAgQIAAAQIECNRWYPz48fHqV786PvCBD8Rxxx0X2267bddcZ86cGTfffHN8/OMfjwsuuCB++tOfdt1vkcAoEnBUAgQIECBAgAABAgQIEBgjAorPjJEX3TlNUQIECBAgQIAAAQIECBAgQKD+AjIkQIAAAQIECBAgQIAAgbkJlGIk7Xsy570ATWazyElms6/uk9mcZzb7UmSlapnZX7AlszXutF4KvmQ+v2f8sjFj48nxzKTOBWgOeu1K8YrNlon5+fzzfqvEemsMLTzz9MQXx5/WPblxzszs7zNb+WQ249W5y1mrcac+MxsFbDKzcb+yJ7M5zmz1mQPHmc1nRt8nM/u+RqOwTMzlU95rZnN/tbVTrFob3b3TEyBAgAABAgQIECBAgAABAvUXkCEBAktCYLvttovjjz8+3v/+98fOO+8817+bvPPOO+Ozn/1sfOxjH4sf/OAHUQrTLIlzeyYBAgQIECBAgAABAqNVwLkJECCwZAQUn1ky7p5KgAABAgQIECAwVgXkTYAAAQIECBAgQIAAAQIECNRfQIYECIw6gcyBBUpKApnzXoCm2p+ZjX94kDmwr4qslH1lXFoZZ2Z/EZYSa2+ZzXuUWCnqktncm0svEzM2mhzPrNS5AM2Bu6w4zwVo/nn/Unhm6Rj8eXri2vGndU9qnC0zB/TlPJmts5V5ae1nLPNObfCezNa9M5v3zGz20ffJbI4zs28WDdvo+2Q2533DRiwzG337vFORmU6xco1GgAABAgQIECBAYIEEXESAAAECBAgQIDCmBDbZZJM47LDD4qyzzoo999wzVlpppa75//a3v42vfOUrMW3atPjOd74TjzzySNf9FgkQIEBghAo4FgECBAgQIECAAIExIqD4zBh50dIkQKCzgCgBAgQIECBAgAABAgQIECBQfwEZEiBAgAABAgQIEJhXgVKcpH1v5vwVoCnXZjYLoWRmmQ4oilIKsmRmo5hLVYglszkvayVW+k6trGU29zYK0GxybMxceZvo9CkFaF65+TKdlvpjJ+6/cqy3eofCM8usEw+td1Lj3NU5MrNx5sxmX+LlPO0ts7VWrZe+tMzmWmarzxw4zszGMzOH9tH3ycy+r9HYE22f9neW2dxTYpnNcbW1U6xa0xMgUA8BWRAgQIAAAQIECBAgQIAAAQL1FxgJGa655ppxwAEHxJQpU+Itb3lLrLXWWl2P9dBDD8W3vvWt6O3tjSuuuCIeeOCBrvstEiBAgAABAgQIECBAgACBsS4g/yUjoPjMknH3VAIECBAgQIAAAQIECIxVAXkTIECAAAECBAgQIECAAAEC9RcYtRlmNovNtCeQ2YxltoqZZLbG1d7MbBRGycxGoZbo+1SFVzJba5nZtxKNvaV4S7Wn6qtYmZeWmY29ZVzWMrNx/1xqYkzf8Jh4ZlLnAjRve82KscNmnQvQlMIz664+PgZ/ni6FZ9Y9sf95mdl4Vnl2aUsttdSAtczm2TIH7it7M1uxwdeV9dIyB16f2ZpnNsfR98lsjjOzb9b8k5mNs2RmM/D8105FZjrFnt+uI0CAAAECBAgQIECAAIEFF3AlAQIECBAY0wIrrrhi7LHHHo0iNIcffnhsttlmXT2mT58e119/fUybNi2+9KUvxV133dV1v0UCBAgQIECAwAgRcAwCBAgQIEBgjAgoPjNGXrQ0CRAgQIBAZwFRAgQIECBAgAABAgQIECBAoP4CMiRAgAABAgTmRyBzYDGTcm3mvBegKfsHFzvJzP5CKZnZKOiSOTCW2YqXYi2lOEt7y2yut6/l0hNj+kbHxNNzKEDz1l1WjFduvmy0f05688rRqfDMPyauE39e76T+s1XPzsz+WGZGeX5p1Xq3PrOV4+B9ma21zIzyycwBTu2xMp5Ty2xeN9i97O8UK3GNAAECBAjUT0BGBAgQIECAAAECBAgQILAkBDIzdtppp3jf+94XJ5xwQmy//fZdj1H+zvLWW2+N888/Pz75yU/G7bff3nW/RQIDBcwIECBAgAABAgQIECBAgMCiEVB8ZtG4LthdXUWAAAECBAgQIECAAAECBAjUX0CGBAgQIECAAAECBAgQIDAqBMo/AGg/aOa8F6DJbBZDyezcl0Ismc21Mi7FXDJb88xsFHkpa+0tMxuFYNpjS41fJp7c+Nh4Zg4FaN72mhVihy2aBWhOfvMqsc5q42Pw55ll14+/bnBy496ZOeTZmdlYG/DcpZZq7Ctnb4+3j9vXMgfml9mcZ3buo++TmX1fB/7JHBorO8r7yhy41ilW9i6W5iEECBAgQIAAAQIECBAgQIBA/QVkSIAAgUEC22yzTUyePDlOO+202GWXXWL8+KF/H9t+yS9+8Yu46KKL4sMf/nDceOON8dRTT7UvGxMgQIAAAQIECBAgMBIEnIEAAQJjRGDcGMlTmgQIECBAgAABAgQ6CggSIECAAAECBAgQIECAAAEC9ReQIQECBBZEIHNgIZNyj8x5L0BT7c9s3iczI7PZylop0pLZnGdmo7hLZnNerZW+vbUXc6nimX3XLDU+ZmxybDyz8rbR6fPWV68QJx+wSqy92tJDlp9Zbv34y/on9p+tPCOz7559rXpGe5/ZXMts9e3r1TizuV7mmdnIr9M4s7kvs9VH3ycz+75G41zx/CdzYCwzG+udisx0ij1/Gx0BAgQIECBAgEBNBaRFgAABAgQIECBAYKQIbLjhhnHwwQfHlClTYp999olVV12169H+8Ic/xNe+9rWYNm1aXH311fHwww933W+RAAECY1lA7gQIECBAgAABAgQILBoBxWcWjau7EiCwYAKuIkCAAAECBAgQIECAAAECBOovIEMCBAgQIECAAAECoxIxBwIAABAASURBVEqgFDFpP3Dm8BWgyWwWT8nMRnGW9sIvmRllXgq2lNY+LvOqlXhpOW58PLlxKUDz0uj0WfuFnQrPbBAPb3By49njxo1r9JnZ6Ms9S6z0pZVxaWXcqZW1Ti0z+/PIbOUbfZ/M1jyzOe4LNwrKtPdlXFr7u8jMEooSy2yOG4G+L51ifWF/CBBYvAKeRoAAAQIECBAgQIAAAQIECNRfQIZzEVh99dVj3333jZ6enjjooINivfXW63pFKTpzzTXXNIrQXHbZZfH73/++636LBAgQIECAAAECBAgQIEBgMQh4xBgRUHxmjLxoaRIgQIAAAQIECBAgQKCzgCgBAgQIECBAgAABAgQIECBQfwEZLoxAZjYKnLTfI7MZy2wVPclsjau9mc1YZg4oqJLZnGcO7dsLuGRmoxBMe6yM24u/ZDb3lNi4pSfEk5vMuQBNtH2eWW7D+NuGAwvPlHu3t8zm+Uqscf/nC9SUeWmZzfXM7D9nZjNWrVd95sB4ZnOe2eqj75OZfV+j3yv6PpnZmGdm36z1p1ORmU6x1hVGBAgQIECAAAECBAgQqLOA3AgQIECAAIGRKrDccsvFrrvuGqeffnocddRRseWWW3Y96lNPPRXf//734yMf+UhcdNFF8Ytf/KLrfosECBAgQIDAWBKQKwECBAgQIEBg0QgoPrNoXN2VAAECBAgsmICrCBAgQIAAAQIECBAgQIAAgfoLyJAAAQIECBAYdQKZzWIz7QfPbMYyWwVRMlvjam9mK5bZHGdmfzGVzIHjqlhL6dtbZjYKvGQO3F+KwmS2rY1bOmZsXArQbBdz+sxcfuN4ZJP3Rvu1Zdz+vDIeHBs8L3sGt2pPZjbOW9YzW2eO5z+ZrVhmNqKZ2e/SCHT4ktnc06nITKdYh1sIESBAgACBxSPgKQQIECBAgAABAgQIECBAoIPAK1/5yjj55JMbrYw7bBkQuv322+OTn/xknH/++XHrrbcOWDMZAQKOQIAAAQIECBAgQIAAAQIEaiKg+EyXF2mJAAECBAgQIECAAAECBAgQqL+ADAkQIECAAAECBAgQIECAwLwIZGaU4ibtezObsczsD2e2xlUwM/uLqpRiLCWe2YpltsZlrezJbMXKvFOrCr1UfdlTxvfd/0Dc+H8vjYdmr1tuN6DNXHGTeHTT9/YXhinXVK1cW8alz8zGnjIusczmvH1crZVYaZlDz5zZjA1ez2zGMzPKJzMbRmVctcyshv19eQelZQ5c6xTrvygijAkQIECAAAECBAgQIECAAIH6C8iQAAECo0lgyy23jKOOOirOOOOM2HXXXWPZZZftevy77rorvvSlL0Vvb29cf/31MWPGjK77LRIgQIAAAQIECBCoq4C8CBAgQGDRCCg+s2hc3ZUAAQIECBAgQGDBBFxFgAABAgQIECBAgAABAgQI1F9AhgQIEBi1ApkDC56URDLnvQBN2V9aZvM+mdkouJLZ6qsiLe19GZeWmY2CMGVcWmZr3l4I5uGHH47pM56MW598Vfxx1jpRfWatsHE8sdkpA+7Rfl255+B5iZVW4pkZpS8tMwfcp9pT+tIymzmVcWmZzXnmwD76PpnZ93Xgn8xmLHNgX3ZlNmNlXJrCM0VBI0CAAAECBAiMOAEHIkCAAAECBAgQIEBgHgTWXXfdOOigg2LKlCmx7777xuqrr971qgceeCCuuOKKmDp1anzrW9+Kv/zlL133WyRAgMAiFnB7AgQIECBAgAABAgRqIqD4TE1epDQILBoBdyVAgAABAgQIECBAgAABAgTqLyBDAgQIECBAgAABAgTmV6AUO2m/JnP+CtBkZqNwS/R9MnNAAZpuhVrKWin8UvrSyjgzG/fKzEZhmNmzZ8fMmTOj9M/Ofi5u+8dO8adn142nlt80pm95auNZ5bpyfdUGz0t86aWXbty3jKtW9mVmfzxz4DizlUu5JrM5j+c/mc15ZrMv4cwsXeNcjcHzX9qNM5u+ZSmzub+MSyv7MgfGSlwjQGCwgDkBAgQIECBAgAABAgQIECBQfwEZjmaBVVddNfbZZ5/o6emJgw8+ODbccMOu6TzyyCPxne98J3p7e+MrX/lK3HvvvV33WyRAgAABAgQIECBAgACBugjIg8CiEVB8ZtG4uisBAgQIECBAgAABAgQWTMBVBAgQIECAAAECBAgQIECAQP0FZDjqBTKHFjvJbBZIyWytZbbGVdKZrVhmNoquZLb6si+zOS/FXkoRl/aWmf3FX0q82lP1mRnPPvtsW5sdt8zYMf681lGN4jRlX2brHmVe3aeMSyvz9tYp1r5ejTNb922PZTbzyWz10ffJzL6v0TCI5z+Z2ZhnZiOS2XQtk8xmrIxLU3imKGgECBAgQIAAAQIECIxYAQcjQIAAAQIECCyAwIQJE2KXXXaJ0047LSZPnhzbbLNN17s888wz8YMf/CDOOeec+OxnPxt33nln1/0WCRAgQIAAgWEWcDsCBAgQIECAQE0EFJ+pyYuUBgECBAgsGgF3JUCAAAECBAgQIECAAAECBOovIEMCBAgQIECAwIIKlOIn7ddmNgulZLaKpGS2xtXezGYss9mXeGb2F13JnPO4KupS+swcUIimxEqbPXt2o/hM1ZdiNJnNvaWQTHsr+8u89JnN55Z5ZvYXqylrc2qZzWsys3GWzFYfz38yW3sysxHNzP58G4EOXzKbnmUpM0vX34p95sBY/6IBAQIECBDoICBEgAABAgQIECBAgAABAgRGm8D2228fJ5xwQrzvfe+LnXbaqfF3qt1y+OlPfxoXXHBBfPzjH4+bb7658ffE3fbXcU1OBAgQIECAAAECBAgQIECAwIIJjKbiMwuWoasIECBAgAABAgQIECBAgACB0STgrAQIECBAgAABAgQIECBAYNQIZLaKo1SHzmzGMluFUTJb4/Z9ZZyZ/f9gILM5zmz17UVfMrNR4CX6PpnZGJf1Uiym9FUrhVlKwZlZs2ZFaaUITeac91fXlfuUlpmNwjNVvOozs/HMzOxfL/vb1zMzyiczG3llDuyfX2uslXHVMpv7qnnpSx6lz8zS9bcSzxwY6180IECAAAECBAgQIECAAAECBEaKgHMQIECAwDAJbLbZZnH44YdHT09P7LHHHrHiiit2vfM999wTl1xySUydOjWuu+66eOyxx7rut0iAAAECBAgQIEBgIQRcSoAAAQI1EVB8piYvUhoECBAgQIAAgUUj4K4ECBAgQIAAAQIECBAgQIBA/QVkSIAAAQILI5A5tAhK5vAUoCnnysxGoZb2Ai/VuPSZ2V8QppqXwjOl4EzVyjz6PmW9tMxsXFPGVfGY0re3sjanVvZlNs+V2erL/szmvaPvk9lay8y+SDRyiUGfzOZaFc5szTNb47Ku8ExR0AgQIECAAAECCyLgGgIECBAgQIAAAQIERrvAi1/84njLW97SKEJzwAEHxFprrdU1pYceeiiuvPLK6O3tjW9+85vxxz/+set+iwQI1EFADgQIECBAgAABAgQIEFgwAcVnFszNVQSWjICnEiBAgAABAgQIECBAgAABAvUXkCEBAgQIECBAgAABAqNSoBRFaT945sIXoCnFXMo9M5sFWDKzUbwlMxvFYzJbfSkIU/aXVs5SCs6U4jNVX+Jlz5xaWS8ts3nPMm5v5bpqntk8R5lntvZnNuOZzb5az8won8zsP3+Zl5bZdCrjqpXzl3Fmlq6/lXjmwFj/ogGB0SbgvAQIECBAgAABAgQIECBAgED9BWRIYBEJTJo0Kfbcc88488wz47DDDotNN92065Mef/zx+O53v9soQnPxxRfHr3/96677LRIgQIAAAQIECBAgQIDAfAjYSqAmAorP1ORFSoMAAQIECBAgQIAAgUUj4K4ECBAgQIAAAQIECBAgQIBA/QVkSGA4BDKHFkXJbBZWyWytZbbG1XMzs78oS2ZrXNZLAZfSZzbjZd5eCKbMB7dScGZwK/cYvK/TvNy7vXXaMziWmeX2/TmUSWYzVsalZQ6ct8cym2uZzb59rYxLU3imKGgECBAgQIAAAQIECCyMgGsJECBAgAABAnUTKH+Xu/POO8cpp5wSxx9/fGy//fZdUywFy2+55Zb4l3/5l/j0pz8dP/nJT7rut0iAAAECBEajgDMTIECAAAECBAgsmMC4BbvMVQQIECBAYIkIeCgBAgQIECBAgAABAgQIECBQfwEZEiBAgAABAgRGtUApktKeQOa8FaCprskcWoClFHvJzCHFXQbHy7y0cobyjwhKAZoyLn2JV638g4RqXPWdYtVa6TMzSl9aZussmc1xiUffJ7M5z+zc921p/MnMRl99yWw6lXnmwLWSQ+bAWNmnESBAgMCoFnB4AgQIECBAgAABAgQIECBAYBgFtt1225g8eXKcdtppscsuu8TSSy/d9e4/+9nP4nOf+1x89KMfjf/+7/+OZ555puv+BVx0GQECBAgQIECAAAECBAgQIDBKBBai+MwoydAxCRAgQIAAAQIECBAgQIAAgYUQcCkBAgQIECBAgAABAgQIECAwPwKZrSIq1XWZzVhmq4BKZmvcvq+MM7O/0Exma1wKvGRmowhMZjNeYlXLbMZKsZZScKYqQFPG0fdpLzBT/uFBaeXapZZaqnHPweMyz8z+tcHzzObzMpt9tZ7ZnMccPpk5YCWz6VOCmQPXSi6ZA2Nln0aAAAECBAgQIECAAAECBAjMr4D9BAgQIDAWBDbccMM4+OCD46yzzop99tknVlllla5p/+53v4uvfvWrMXXq1PiP//iP+L//+7+u+y0SIECAAAECBAiMdAHnI0CAAAECCyYwbsEucxUBAgQIECBAgMASEfBQAgQIECBAgAABAgQIECBAoP4CMiRAgACBUS+Q2SqmUiWT2YxltgqpZLbG7fsys1F8psQyB16X2VwbXOglM/uLxJSiM6VoS+lLK+PM1np7EZpyn6qVeGZG6dtjZZzZfG5mNp6T2ZpnDh1H3yezGe8b9v/JzP5xGWQ286vGpa9ade5qridAgAABAgQI1EpAMgQIECBAgAABAgQIEFiEAquvvnrsu+++MWXKlDjooINinXXW6fq0v/71r/Htb3+7UYTm61//etx3331d91skQGAeBWwjQIAAAQIECBAgQIDAKBFQfGaUvCjHHJkCTkWAAAECBAgQIECAAAECBAjUX0CGBAgQIECAAAECBAgQWBCBzFZRler6zGYss1WAJbM1rvZVRVcym2tV8ZfSlz2Z2ShOk9nqy1ppmc1nPPvss1G1WbNmNfaX9aqwTGbz2mpe+szsLyxT9paW2dxXxlXLbMYym330fTKb48zsm0XjedH3yczGOLPZ94X6/2Q2z1oCmVm6AS1zaGzABhMCwyjgVgQIECBAgAABAgQIECBAgED9BWRIYCwKLLfccrHrrrvGmWeeGUcddVRsueWWXRmefPLJ+N73vhdnn312fOELX4hf/vKXXfdbJECAAAECBAgQIECAwEgTcB55Rf2XAAAQAElEQVQCBBZMQPGZBXNzFQECBAgQIECAAAECS0bAUwkQIECAAAECBAgQIECAAIH6C8iQQG0EMocWT8lsFlzJbK1lNseZrb4UoCkQmdlfvKXMSwGYzCzDRqGYMi8tM/v3zZ49O8r1pS+tjDNzwP5SbKa0zOZ15R7tLbMVz2yOM5t99H0ys3G/zFYs+j6Z2fe1+SezNW5GWl8zmw4lkjlwXzlviWsECBAgQIAAAQIECNRaQHIECBAgQIAAAQKLWeCVr3xlnHzyyY1WxnN7/I9+9KP4xCc+Ef/6r/8at91229y2WydAgAABAp0ExAgQIECAAAECBEaJgOIzo+RFOSYBAgRGpoBTESBAgAABAgQIECBAgAABAvUXkCEBAgQIECBAgMDCCgwuppLZLLySmf23zmzFMrNRSKZ/8flBZjZGmdm/ntkcZ2Z/MZjo+zz77LNRCs9UrS/UWK8KzGQ2rysFaErLzP71zOY4s7mnumZwH32fzOaezOybNf9kZv/5SiQzS9ffMpu5lkDmwLVilTkwVvZpBAgQILCoBdyfAAECBAgQIECAAAECBAgQqL9AM8Mtt9wyjjrqqDjjjDNi1113jWWWWaa5MIevv/rVr+KLX/xiTJs2LW644YZ48skn57BTmAABAgQIECBAgAABAgQIEFjyAgt2AsVnFszNVQQIECBAgAABAgQIECBAYMkIeCoBAgQIECBAgAABAgQIECAw6gQyW8VWqsNnNmOZrUIrmc1Y9G3KzEYBl8zsm0VjHH2fzGyMM5t9X6gxL4VhMpuxUnCmFHEprYxLy8xGcZnM5p6yv7TMofMqXvWZzT3R98lsjjO7931bG38ys9FXXzIH5ljFS1/Omzlwf4lrBAgQIECAAAECBAgQIECglgKSIkCAAAECS1hg3XXXjYMOOijOOuus2HfffWO11VbreqL7778/Lr/88ujt7Y2rrroq/vrXv3bdb5EAAQIECBAgQCAiIBAgQIAAgVEioPjMKHlRjkmAAAECBAiMTAGnIkCAAAECBAgQIECAAAECBOovIEMCBAgQIDAcApmtoivV/TKbscxWwZXMZqzaU/rMbBSYyWz2c4uVIi6l4Myzzz4b1TizeW0pKNOpZWajOE1Zyxw4zmxdG32fzOa8b9j4k5kD+sak70tmM943bPzJbOWWOXCtnDNzYKxxkS8ECBAgQIAAgcUk4DEECBAgQIAAAQIECBAYqwKrrrpq7LPPPjFlypQ4+OCDY4MNNuhK8fe//z2uvfbaRhGaSy+9NH73u9913W+RwEgScBYCBAgQIECAAAECBAgQ6Cyg+ExnF9HRKeDUBAgQIECAAAECBAgQIECAQP0FZEiAAAECBAgQIECAAIFRK5DZKr5SJZHZjGW2Cq9ktmKZA+PlusxmLDMHFKXJzEYBmVLIpWqlCE1p0fcZXFimzEvLzMZ1mc37VbHMgfHM5no8/6n2lWlmlq6/ZQ6dlzOVDZkD1+YUK3FtzApInAABAgQIECBAgAABAgQIEKi/gAwJEBhhAhMmTIhddtklPvjBD8bkyZNjm2226XrCp59+Om666ab46Ec/GhdeeGH87Gc/67rfIgECBAgQIECAAAECY1JA0gQIjBIBxWdGyYtyTAIECBAgQIAAAQIjU8CpCBAgQIAAAQIECBAgQIAAgfoLyJAAgeEUyOxceKUUZslsrWU2C9AMfnZmc09mq8/M/iI0ZX+5Vyk4U/qqZTb3VAVjMpvzzJxj4ZnM5p72a6Lvk5l9X1t/Muc+L+coV2QO3FvFy5pGgAABAgQIECBAgMCSFPBsAgQIECBAgAABAi2B7bffPk444YR43/veFzvttFNrYQ6jO+64Iz796U/HueeeG7fcckuUv6Oew1ZhAgQIEFiiAh5OgAABAgQIECBAoLOA4jOdXUQJECAwOgWcmgABAgQIECBAgAABAgQIEKi/gAwJECBAgAABAgRqITC46Epms9hMZqs4S2ZznDnnPrO1lpmNIjQFqNy/tPIL/qUvsczmembnvr3ITGaWSxotM/vvW+2p+swcsqcReP5LZjOvMs1s7i3j0sq5MgfGSlwjQIAAgYiAQIAAAQIECBAgQIAAAQIECNRfYBRkuNlmm8Xhhx8eU6ZMiT322CNWWGGFrqf+zW9+ExdffHFMnTo1vvvd78bjjz/edb9FAgQIECBAgAABAgQIECBQe4FRkqDiM6PkRTkmAQIECBAgQIAAAQIECIxMAaciQIAAAQIECBAgQIAAAQIE6i+wKDLMbBVlqe6f2YxlDi3IkjkwltmaZ2Z/cZjM5j3KPUtxl9JKAZoyz2zuy5y3vhSYKa392jLu1jKzfzmzdZbMVrxsKOfKHBgrcY0AAQIECBAgQIAAAQIECCwpAc8lQIAAAQIE5izw4he/ON7ylrc0itAccMABseaaa855c9/Kn/70p/jmN78Zvb29ceWVV0aZ94X9IUCAAAECBAgscQEHIECAAAECBDoLKD7T2UWUAAECBAgQGJ0CTk2AAAECBAgQIECAAAECBAjUX0CGBAgQIECgNgKZreIsVVKZzVjm0MIs7QVbMrNRcCaz2VfXl77sKwVnSl/NM5v7Mufcl71Vy8xq2HhONcnM/nlmNsKZzb4xef5LZjOPMs0cuF7OlTkwVvZpBAgQIECAAIE2AUMCBAgQIECAAAECBAgQGIECkyZNij333DN6enrisMMOi0022aTrKR977LG47rrrYtq0aXHJJZfEb37zm677LY45AQkTIECAAAECBAgQIECAwAgRUHxmhLyIeh5DVgQIECBAgAABAgQIECBAgED9BWRIgAABAgQIECBAgAABAgsjkNkq0lLdJ7MZyxxYoCWzOc9s9tX+qs8cGC9FXqoiNGWcmY3CMZnz15f7ZzavKeO5tczm+cu+zCzdgJY5NDZgg8kIFHAkAgQIECBAgAABAgQIECBAoP4CMiRAgMC8Cyy11FKx8847x/vf//44/vjjY7vttut68axZs+Lmm2+Oc889Ny644IK44447uu63SIAAAQIECBAgQIDAohJwXwIECHQWUHyms4soAQIECBAgQIAAgdEp4NQECBAgQIAAAQIECBAgQIBA/QVkSIBA7QQyW8VaquQyW7HMrMID+sxmPDMHFJUphWaq1n5BZnNfe6yMM5vxzGY/blzzVwkysyw37t0YPP8lsxkv08zWuJqXZ1fj0letildzPQECBAgQIECAAAECXQQsESBAgAABAgQIEBglAttuu20cd9xxceqpp8arX/3qWHrppbue/M4774wLL7wwzjnnnLjpppti5syZXfdbJECAQK0FJEeAAAECBAgQIEBghAg0f2NshBzGMQgQIFA3AfkQIECAAAECBAgQIECAAAEC9ReQIQECBAgQIECAAIHhEMhsFZup7peZjcIvVdGWzKyWOvaZrfXqmtmzZ0cZZzbXMrNxz8xWX90ssxkbvL9aL31mlq5xj8bg+S+ZzXh1bWZz/vxyo8scGmss+EKAAIFRIOCIBAgQIECAAAECBAgQIECAQP0FZLhwAhtttFEceuihMWXKlNhrr71i5ZVX7nrDe++9Ny699NLo7e2Na6+9Nh555JGu+y0SIECAAAECBAgQIECAAIHhEHCPzgKKz3R2ESVAgAABAgQIECBAgACB0Sng1AQIECBAgAABAgQIECBAgED9BWqbYebQAjQl2cxsFHsphV2qeelLy8zS9a9nDr1Hua60zObexgVtXzKzcX0VymzNMweOy57MLF2jZQ4cZ7bmjQ19X8qz+zp/CBAgQIAAAQIECBAgQIDA/AjYS4AAAQIECIxSgTXWWCP233//RhGat73tbbH22mt3zeTPf/5zXHXVVTF16tS4/PLL44EHHui63yIBAgQIECBQKwHJECBAgAABAiNEQPGZEfIiHIMAAQIECNRTQFYECBAgQIAAAQIECBAgQIBA/QVkSIAAAQIECAynQGazeEwp2FJa+70zm4VdSjyzOe60XsXKvmo8blzr1wMys1FsJrPZV3sysxo2+szmWcoks7VW3TezuZ7ZWit7y3p7yxy4XvZoBAgQIECAwGgTcF4CBAgQIECAAAECBAgQIDB/Assvv3zstttu0dPTE0cccURsscUWXW8wY8aMuOGGG6K3tze++MUvxl133dV1v8VFIeCeBAgQIECAAAECBAgQIDBWBVq/XTZWBcZS3nIlQIAAAQIECBAgQIAAAQIE6i8gQwIECBAgQIAAAQIECBAY9QKZ2V8cZnAymdkIleIumTnHfWW9vZWLMpv7y7hqmc1YZlahxj2rSWYrXmKZ2VjP7Fx4ZvCezCwhbbgF3I8AAQIECBAgQIAAAQIECBCov4AMCRAgUCOBHXfcMd7znvfEiSeeGK94xStibp/bbrstzj///PjEJz4Rt99++9y2WydAgAABAgQIECAwegWcnAABAiNEQPGZEfIiHIMAAQIECBAgQKCeArIiQIAAAQIECBAgQIAAAQIE6i8gQwIECCxqgVJEpv0Zmc2CLiVetcxmrH3fnMaZ2V9AZvCezBwcaswzm/HqeaVvLPhCgAABAgQIECBAYIwISJMAAQIECBAgQIAAgYUX2HrrrePoo4+OD33oQ/G6170uJk6c2PWmv/zlL+Oiiy6Ks88+O2688cZ46qmnuu63SIAAgYUVcD0BAgQIECBAgACBsSqg+MxYffPyJjA2BWRNgAABAgQIECBAgAABAgQI1F9AhgQIECBAgAABAgRqJ5DZLPzSnlhm9heQycwoxWAym7H2fQs7zmzes9y/3CuzOc9s9iVWWrVexhoBAgQWg4BHECBAgAABAgQIECBAgAABAvUXkGGNBdZff/14+9vfHlOmTIk3velN8cIXvrBrtvfdd1987Wtfi97e3rj66qvj4Ycf7rrfIgECBAgQIECAAAECBAiMGgEHHSECis+MkBfhGAQIECBAgAABAgQIEKingKwIECBAgAABAgQIECBAgACB+gvIcHEJdCvwktksQFP2DG7zer7MgQVlynXVvco4M0vXsWXOea3jBYIECBAgQIAAAQIECBAgMMoEHJcAAQIECBAgMPwCpejMG9/4xujp6Yl3vOMdUYrSdHvK3/72t7jmmmti2rRpcdlll8Xvf//7btutESBAgAABAvMt4AICBAgQIEBgrAooPjNW37y8CRAgQGBsCsiaAAECBAgQIECAAAECBAgQqL+ADAkQIECAAIHaCmQOLPBSCsO0J5uZkTm0lX2lte/tNC57Sssceo/MHHBJ2TcgYEKAAAECBAgsXgFPI0CAAAECBAgQIECAAAECNRJYZpll4rWvfW186EMfimOOOSa23nrrrtk99dRT8f3vfz8+8pGPxOc///n4+c9/3nX/qF10cAIECBAgQIAAAQIECBAgsJgEFJ9ZTNCdHiNGgAABAgQIECBAgAABAgQI1F9AhgQIECBAgAABAgQIECBAYFEJZGbMSxGYzOxYlCazc3xu5y3PzMy5+Ll8IQAAEABJREFUbRtT65IlQIAAAQIECBAgQIAAAQIE6i8gQwIECBBYPAIvf/nL48QTT4z3vve9seOOO871oT/+8Y/jU5/6VJx33nnxwx/+cJ7+3nyuN7WBAAECBAgQIEBgzApInAABAmNVYNxYTVzeBAgQIECAAAECY1JA0gQIECBAgAABAgQIECBAgED9BWRIgACBMSWQ2SxAUwrCDG4LCzH4ftU8U+GZhbV1PQECBAgQIECAwEILuAEBAgQIECBAgAABAjUX2HzzzeOII46Inp6e2G233WKFFVbomvHdd98dX/7yl2Pq1KnxX//1X/HEE0903W+RAIFRIeCQBAgQIECAAAECBAgsJgHFZxYTtMcQINBJQIwAAQIECBAgQIAAAQIECBCov4AMCRAgQIAAAQIECBBY1AKZGZmtVj2vFIupxvPbl2szW/fMbI3n9172EyAwFgTkSIAAAQIECBAgQIAAAQIECNRfQIYElozA2muvHW9729saRWj233//eNGLXtT1IH/84x/jG9/4RvT29sa///u/x0MPPdR1v0UCBAgQIECAAAECBAgQaBcwHqsCis+M1TcvbwIECBAgQIAAAQIExqaArAkQIECAAAECBAgQIECAAIH6C8iQwEIKVIVnFvI2LidAgAABAgQIECBAgACBRSng3gQIECBAgACBMSaw8sorx1577dUoQnPooYfGxhtv3FXg0Ucfjf/8z/+MadOmxb/927/FPffc03W/RQIECBAgMCIFHIoAAQIECBAgsJgEFJ9ZTNAeQ4AAAQIEOgmIESBAgAABAgQIECBAgAABAvUXkCEBAgQIECBAYEkKlEIypc3PGTJzfrbbS4AAAQIECEQEBAIECBAgQIAAAQIECBAgQGDxCCy99NLx6le/Oj7wgQ/EcccdFy996Uu7PnjmzJnxP//zP/Hxj388PvOZz8RPf/rTrvu7LVojQIAAAQIECBAgQIAAAQJ1FVB8pvVmjQgQIECAAAECBAgQIECAAIH6C8iQAAECBAgQIECAAAECBAgQqL+ADAkQIECAAAECBAgQIECAAIH6C8iQAAECBAjEdtttF+9+97vj/e9/f/zTP/1TjBvX/Z/K/e///m989rOfjY997GPxgx/8IGbNmkWRAAECBAgQIEBgZAs4HQECBAgsJoHu/4t6MR3CYwgQIECAAAECBMaqgLwJECBAgAABAgQIECBAgACB+gvIkAABAgQIECBAgAABAgQIEKi/gAwJECBAgAABAgQIECCw5AQ22WSTeOc73xlTpkyJN7zhDTFp0qSuh/ntb38bX/nKV6K3tze+853vxKOPPtp1v0UCBCoBPQECBAgQIECAAAECdRVQfKaub1ZeBBZEwDUECBAgQIAAAQIECBAgQIBA/QVkSIAAAQIECBAgQIAAAQIECNRfQIYECBAgQIAAAQIECBAgQIBA/QVkSIDAEIE111wz3vzmN0dPT0+89a1vjbXXXnvInvbAQw89FN/61rdi6tSpccUVV8SDDz7YvmxMgAABAgQIECBAgACBJS/gBAQWk4DiM4sJ2mMIECBAgAABAgQIECDQSUCMAAECBAgQIECAAAECBAgQqL+ADAkQIECAAAECBAgQIECAAIH6C8iQAAECBAgQIEBg5AisuOKKsfvuu8eZZ54Z73rXu2LzzTfverjp06fH9ddfH729vfGlL30p7r777q77LRIgQIDA2BWQOQECBAgQIECgrgKKz9T1zcqLAAECBBZEwDUECBAgQIAAAQIECBAgQIBA/QVkSIAAAQIECBAgQIAAAQIECNRfQIYECBAgQIAAAQIECBAgQIBA/QXmmmFmxqte9ap473vfG//8z/8cL3/5y7te89xzz8Wtt94a5513Xnzyk5+MH//4x133WyRAgAABAgQIECBAgAABAnURGMHFZ+pCLA8CBAgQIECAAAECBAgQIEBgzgJWCBAgQIAAAQIECBAgQIAAgfoLyJAAAQIECBAgQIAAAQIECBCov4AMCRAgQIDAyBZ4yUteEsccc0x88IMfjNe+9rUxceLErgf+xS9+EZ///Ofjwx/+cHz/+9+Pf/zjH133WyRAgAABAgQIjA0BWRIgQIBAXQUUn6nrm5UXAQIECBAgQGBBBFxDgAABAgQIECBAgAABAgQI1F9AhgQIECBAgAABAgQIECBAgED9BWRIgAABAgQIECBAgAABAh0FNthgg3jHO94RPT098cY3vjFe8IIXdNxXBf/whz/EZZddFr29vXHNNdfE3/72t2pJT2DJCzgBAQIECBAgQIAAAQIEhklA8ZlhgnQbAotCwD0JECBAgAABAgQIECBAgACB+gvIkAABAgQIECBAgAABAgQIEKi/gAwJECBAgAABAgQIECBAgACB+gvIkACB0SWw2mqrxZve9KZGEZq3v/3tsd5663VN4OGHH46rr746pk2bFl/72teiFKXpeoFFAgQIECBAgAABAgRqKSApAnUVUHymrm9WXgQIECBAgAABAgQILIiAawgQIECAAAECBAgQIECAAIH6C8iQAAECBAgQIECAAAECBAgQqL+ADAkQIECAAAECBAjMk8Cyyy4br3vd6+L000+Po48+Orbaaquu1z355JNx4403xoc//OG46KKL4he/+EXX/RYJECBAYJEKuDkBAgQIECBAgMAwCSg+M0yQbkOAAAECi0LAPQkQIECAAAECBAgQIECAAIH6C8iQAAECBAgQIECAAAECBAgQqL+ADAkQIECAAAECBAgQIECAAIH6C4z+DF/xilfESSedFCeffHLssMMOc03o9ttvj09+8pNx/vnnx6233jrX/TYQIECAAAECBAgQIECAAIGRKjBung9mIwECBAgQIECAAAECBAgQIFB/ARkSIECAAAECBAgQIECAAAEC9ReQIQECBAgQIECAAAECBAgQIFB/ARkSIECAAAECCyyw5ZZbxpFHHhlnnHFGvP71r4/llluu673uuuuu+NKXvhS9vb1x/fXXx/Tp07vut0iAAAECBAgQGDYBNyJAgAABAsMkoPjMMEG6DQECBAgQIEBgUQi4JwECBAgQIECAAAECBAgQIFB/ARkSIECAAAECBAgQIECAAAEC9ReQIQECBAgQIECAAAECBAiMPoF11103DjzwwOjp6Yn99tsv1lhjja5JPPDAA3HFFVc0itB861vfij//+c9d91usn4CMCBAgQIAAAQIECBAgMFoFFJ8ZrW/OuZeEgGcSIECAAAECBAgQIECAAAEC9ReQIQECBAgQIECAAAECBAgQIFB/ARkSIECAAAECBAgQIECAAAEC9ReQIQECBIZNYNVVV4299947zjzzzDjkkENio4026nrvRx55JL7zne/EtGnT4tJLL4177723636LBAgQIECAAAECBAgssIALCRAYJgHFZ4YJ0m0IECBAgAABAgQIEFgUAu5JgAABAgQIECBAgAABAgQI1F9AhgQIECBAgAABAgQIECBAgED9BWRIgAABAgQIECBAYPQLTJgwIV7zmtfEqaeeGscee2xsu+22XZN65pln4qabbopzzjknLrzwwrjzzju77rdIgACB0S8gAwIECBAgQIAAgdEqoPjMaH1zzk2AAIElIeCZBAgQIECAAAECBAgQIECAQP0FZEiAAAECBAgQIECAAAECBAjUX0CGBAgQIECAAAECBAgQIECAQP0FZLhIBV72spfF8ccfH6ecckrsvPPOMW5c93+md8cdd8QFF1wQ5557btx8880xe/bsRXo+NydAgAABAgQIECBAgACBMSIwTGl2/1+1w/QQtyFAgAABAgQIECBAgAABAgQWTMBVBAgQIECAAAECBAgQIECAQP0FZEiAAAECBAgQIECAAAECBAjUX0CGBAgQIECAQD0FNt100zjssMOip6cn9txzz5g0aVLXRH/zm9/EJZdcElOnTo3rrrsuHn/88a77LRIgQIAAAQKjS8BpCRAgQIDAaBVQfGa0vjnnJkCAAAECBJaEgGcSIECAAAECBAgQIECAAAEC9ReQIQECBAgQIECAAAECBAgQIFB/ARkSIECAAAECBAgQIECAAIFhFVhrrbXigAMOiDPPPDPe8pa3RJl3e8Cf/vSnuPLKKxtFaL75zW9GmXfbb22BBFxEgAABAgQIECBAgAABAvMooPjMPELZNhIFnIkAAQIECBAgQIAAAQIECBCov4AMCRAgQIAAAQIECBAgQIAAgfoLyJAAAQIECBAgQIAAAQIECBCov4AMCRAgMDYEVlpppdhjjz2ip6cnDj/88Nh00027Jv7444/Hd7/73UYRmosvvjh+85vfdN1vkQABAgQIECBAgMDIFnA6AgRGq4DiM6P1zTk3AQIECBAgQIAAgSUh4JkECBAgQIAAAQIECBAgQIBA/QVkSIAAAQIECBAgQIAAAQIECNRfQIYECBAgQIAAAQIECCxSgXHjxsVOO+0Up5xySpxwwgnxspe9rOvzZs+eHbfcckuce+658elPfzruuOOOrvstEiBAYJ4EbCJAgAABAgQIECAwjwKKz8wjlG0ECBAYiQLORIAAAQIECBAgQIAAAQIECNRfQIYECBAgQIAAAQIECBAgQIBA/QVkSIAAAQIECBAgQIAAAQIECNRfQIZjV2CbbbaJY489Nk477bR4zWteE+PHj++K8bOf/SwuvPDC+OhHPxo33XRTPPPMM133WyRAgAABAgQIECBAgACBkSMwWk+i+MxofXPOTYAAAQIECBAgQIAAAQJLQsAzCRAgQIAAAQIECBAgQIAAgfoLyJAAAQIECBAgQIAAAQIECBCov4AMCRAgQIAAAQKLXWDDDTeMQw45JKZMmRJ77713rLrqql3P8Lvf/S4uvfTSmDp1alx77bXxf//3f133WyRAgAABAgSGCAgQIECAAAEC8yig+Mw8QtlGgAABAgQIjEQBZyJAgAABAgQIECBAgAABAgTqLyBDAgQIECBAgAABAgQIECBAoP4CMiRAgAABAgQIECBAgAABAmNHYPXVV4/99tuvUYTmoIMOivXWW69r8n/961/jqquuit7e3rj88svj/vvv77p/5C46GQECBAgQIECAAAECBAiMVAHFZ0bqmxmN53JmAgQIECBAgAABAgQIECBAoP4CMiRAgAABAgQIECBAgAABAgTqLyBDAgQIECBAgAABAgQIECBAoP4CMiRAgACBJS6w7LLLxq677hqnn356HHXUUbHVVlt1PdOMGTPihhtuiGnTpsUXv/jF+NWvftV1v0UCBAgQIECAAAECgYAAAQLzKKD4zDxC2UaAAAECBAgQIEBgJAo4EwECBAgQIECAAAECBAgQIFB/ARkSIECAAAECBAgQIECAAAEC9ReQIQECBAgQIECAAAECY1vgla98ZZx00klx8sknxw477DBXjNtuuy3+9V//NT7xiU/Ej370o7nut4EAgZEh4BQECBAgQIAAAQIERqqA4jMj9c04FwECo1HAmQkQIECAANy3DeQAABAASURBVAECBAgQIECAAIH6C8iQAAECBAgQIECAAAECBAgQqL+ADAkQIECAAAECBAgQIECAAIH6C8iQwIgU2HLLLePII4+MM844I17/+tfHcsst1/Wcv/zlL+MLX/hCnH322fG9730vnnrqqa77LRIgQIAAAQIECBAgQGCMCUh3HgUUn5lHKNsIECBAgAABAgQIECBAYCQKOBMBAgQIECBAgAABAgQIECBQfwEZEiBAgAABAgQIECBAgAABAvUXkCEBAgQIECBAgEC7wLrrrhsHHnhg9PT0xH777RerrbZa+/KQ8X333Rdf//rXY+rUqfHtb387/vrXvw7ZI0CAAAECBJa8gBMQIECAAAECI1VA8ZmR+maciwABAgQIjEYBZyZAgAABAgQIECBAgAABAgTqLyBDAgQIECBAgAABAgQIECBAoP4CMiRAgAABAgQIECBAgAABAgRGhMCqq64ae++9d0yZMiUOOeSQ2HDDDbue6+9//3v8x3/8R/T29sZXv/rV+N3vfjfn/VYIECBAgAABAgQIECBAgMDzAorPPA9Rx05OBAgQIECAAAECBAgQIECAQP0FZEiAAAECBAgQIECAAAECBAjUX0CGBAgQIECAAAECBAgQIECAQP0FZEiAAAECBLoJTJgwIV7zmtfEaaedFscee2xss8023bbH008/Hf/93/8dH/3oR+Nzn/tc/OxnP+u63yIBAgQIECBAgMDiEfAUAgQIjFQBxWdG6ptxLgIECBAgQIAAgdEo4MwECBAgQIAAAQIECBAgQIBA/QVkSIAAAQIECBAgQIAAAQIECNRfQIYECBAgQIAAAQIECBAYsQIve9nL4oQTTohTTjkldtppp8jMrmf9yU9+Ep/+9KfjX/7lX+KWW26J5557rut+iwTGkIBUCRAgQIAAAQIECBB4XkDxmechdAQI1FFATgQIECBAgAABAgQIECBAgED9BWRIgAABAgQIECBAgAABAgQI1F9AhgQIECBAgAABAgQIECBAgED9BWRIgMD8Cmy66aZx+OGHx5QpU2KPPfaIFVdcsestfv3rX8fFF18cU6dOje9+97vxxBNPdN1vkQABAgQIECBAgAABAsMv4I4jVUDxmZH6ZpyLAAECBAgQIECAAAECo1HAmQkQIECAAAECBAgQIECAAIH6C8iQAAECBAgQIECAAAECBAgQqL+ADAkQIECAAAECBEaNwFprrRVvectbGkVoDjjggCjzbof/4x//GN/85jcbRWiuvPLKeOihh7ptt0aAAAECdRaQGwECBAgQIEDgeQHFZ56H0BEgQIAAgToKyIkAAQIECBAgQIAAAQIECBCov4AMCRAgQIAAAQIECBAgQIAAgfoLyJAAAQIECBAgQIAAAQIECBCov8DCZrjSSivFnnvuGT09PXHYYYfFpptu2vWWjz32WFx33XXR29sbl1xySdxzzz1d91skQIAAAQIECBAgQIAAgfoKKD6z+N6tJxEgQIAAAQIECBAgQIAAAQL1F5AhAQIECBAgQIAAAQIECBAgUH8BGRIgQIAAAQIECBAgQIAAAQL1F5AhAQIECBAYtQLjxo2LnXfeOU455ZQ4/vjj42Uve1nXXGbNmhU333xzfPzjH48LLrggfvrTn3bdb5EAAQIECBAgUCMBqRAgQIDA8wLjnu91BAgQIECAAAECBGooICUCBAgQIECAAAECBAgQIECg/gIyJECAAAECBAgQIECAAAECBOovIEMCBAgQIECAAAECBAgQWBCBbbfdNo499tg49dRT4zWveU2MHz++623uvPPO+OxnPxvnnHNO/OAHP4iZM2d23W+RwPAKuBsBAgQIECBAgAABAktKQPGZJSXvuQTGooCcCRAgQIAAAQIECBAgQIAAgfoLyJAAAQIECBAgQIAAAQIECBCov4AMCRAgQIAAAQIECBAgQIAAgfoLyJAAgVoJbLTRRnHIIYdET09P7L333rHKKqt0ze/ee++Nr3zlKzF16tT4zne+E4888kjX/RYJECBAgAABAgQIEBilAo5N4HkBxWeeh9ARIECAAAECBAgQIECgjgJyIkCAAAECBAgQIECAAAECBOovIEMCBAgQIECAAAECBAgQIECg/gIyJECAAAECBAgQIDAcAmussUbst99+jSI0Bx54YKyzzjpdb/uXv/wlvvWtb0Vvb29cccUV8cADD3Tdb5EAAQIEFk7A1QQIECBAgACBJSWg+MySkvdcAgQIEBiLAnImQIAAAQIECBAgQIAAAQIE6i8gQwIECBAgQIAAAQIECBAgQKD+AjIkQIAAAQIECBAgQIAAAQIE6i9Q6wyXX375eP3rXx9nnnlmHHnkkbHFFlt0zXf69Olx/fXXN4rQfOlLX4q77rqr636LBAgQIECAAAECBAgQIDC6BMZw8ZnR9aKclgABAgQIECBAgAABAgQIEFgQAdcQIECAAAECBAgQIECAAAEC9ReQIQECBAgQIECAAAECBAgQIFB/ARkSIECAAAECi0pghx12iPe85z1x0kknxSte8Yq5PubWW2+N888/Pz75yU/G7bffPtf9NhAgQIAAAQIE5l3ATgIECBBYUgKKzywpec8lQIAAAQIECIxFATkTIECAAAECBAgQIECAAAEC9ReQIQECBAgQIECAAAECBAgQIFB/ARkSIECAAAECBAgQIECAQO0Ettpqqzj66KPj9NNPj9e97nWxzDLLdM3xF7/4RVx00UXx4Q9/OG688cb4xz/+0XW/xVEo4MgECBAgQIAAAQIECIwZAcVnxsyrliiBoQIiBAgQIECAAAECBAgQIECAQP0FZEiAAAECBAgQIECAAAECBAjUX0CGBAgQIECAAAECBAgQIECAQP0FZEiAAIHFJbDeeuvF29/+9pgyZUq86U1vitVWW63ro//whz/E1772tZg6dWpcffXV8be//a3rfosECBAgQIAAAQIECMxZwAqBJSWg+MySkvdcAgQIECBAgAABAgTGooCcCRAgQIAAAQIECBAgQIAAgfoLyJAAAQIECBAgQIAAAQIECBCov4AMCRAgQIAAAQIECNRe4AUveEG88Y1vjJ6ennjHO94RG2ywQdecS9GZa665plGE5rLLLotSlKbrBRYJECAw8gWckAABAgQIECAwZgQUnxkzr1qiBAgQIDBUQIQAAQIECBAgQIAAAQIECBCov4AMCRAgQIAAAQIECBAgQIAAgfoLyJAAAQIECBAgQIAAAQIECBCov4AMl5TAxIkT47WvfW188IMfjGOOOSZe8pKXdD3KP/7xj/j+978fH/7wh+Pzn/98/OIXv+i63yIBAgQIECBAgAABAgQILHmBkVN8ZslbOAEBAgQIECBAgAABAgQIECCwqAXcnwABAgQIECBAgAABAgQIEKi/gAwJECBAgAABAgQIECBAgACB+gvIkAABAgQIEBiTAi9/+cvjn//5n+O9731vvOpVr5qrwY9//OP45Cc/Geedd17ceuutc91vAwECBAgQIDDCBByHAAECBMaMwLgxk6lECRAgQIAAAQIEhggIECBAgAABAgQIECBAgAABAvUXkCEBAgQIECBAgAABAgQIECBQfwEZEiBAgAABAgQIECBAgACBxSmw+eabx7ve9a7o6emJ3XffPVZYYYWuj7/77rvjS1/6UkydOjWuv/76mD59etf9FjsLiBIgQIAAAQIECBAgQGBRCSg+s6hk3ZfA/Au4ggABAgQIECBAgAABAgQIEKi/gAwJECBAgAABAgQIECBAgACB+gvIkAABAgQIECBAgAABAgQIEKi/gAwJECBAoE9g7bXXjre+9a2NIjRvfvObY8011+yLzvnPgw8+GFdccUWjCM23vvWt+POf/zznzVYIECBAgAABAgQILHkBJyAwZgQUnxkzr1qiBAgQIECAAAECBAgMFRAhQIAAAQIECBAgQIAAAQIE6i8gQwIECBAgQIAAAQIECBAgQKD+AjIkQIAAAQIECBAgQGBJCqy88srxhje8Ic4888x45zvfGZtssknX4zz66KPxne98J3p7e+MrX/lK/Pa3v+263yIBAgSaAr4SIECAAAECBAgsKgHFZxaVrPsSIECAwPwLuIIAAQIECBAgQIAAAQIECBCov4AMCRAgQIAAAQIECBAgQIAAgfoLyJAAAQIECBAgQIAAAQIECBCov4AMCXQQWHrppeOf/umf4v3vf3+8+93vju22267DrlZo5syZ8YMf/CA+9rGPxWc/+9n43//939aiEQECBAgQIECAAAECBAgsNoE5Fp9ZbCfwIAIECBAgQIAAAQIECBAgQGCJCXgwAQIECBAgQIAAAQIECBAgUH8BGRIgQIAAAQIECBAgQIAAAQL1F5AhAQIECBAgQGCkCbz0pS+N4447Lj7wgQ/Eq1/96iiFabqd8ac//Wl85jOfiY9//OPxP//zPzFr1qxu260RIECAAIExKSBpAgQIECCwqAQUn1lUsu5LgAABAgQIEJh/AVcQIECAAAECBAgQIECAAAEC9ReQIQECBAgQIECAAAECBAgQIFB/ARkSIECAAAECBAgQIECAAAECzwtsvPHGceihh0ZPT0/stddesfLKKz+/0rm755574t/+7d+it7c3/vM//zMeffTRzhuXfNQJCBAgQIAAAQIECBAgUBsBxWdq8yolMvwC7kiAAAECBAgQIECAAAECBAjUX0CGBAgQIECAAAECBAgQIECAQP0FZEiAAAECBAgQIECAAAECBAjUX0CGBAgQIDDSBV70ohfF/vvv3yhC87a3vS3WXnvtrkd+6KGH4t///d9j6tSp8Y1vfCMefPDBrvstEiBAgAABAgQIjAUBORIgsKgEFJ9ZVLLuS4AAAQIECBAgQIDA/Au4ggABAgQIECBAgAABAgQIEKi/gAwJECBAgAABAgQIECBAgACB+gvIkAABAgQIECBAgAABAnMQWGGFFWK33XZrFKE54ogjYvPNN5/DzmZ4+vTp8V//9V/R29sbX/7yl+Puu+9uLvhKgMCSF3ACAgQIECBAgACB2ggoPlObVykRAgQIDL+AOxIgQIAAAQIECBAgQIAAAQL1F5AhAQIECBAgQIAAAQIECBAgUH8BGRIgQIAAAQIECBAgQIAAAQL1F5AhgdEosOOOO8Z73/veOPHEE+PlL395dPs899xz8cMf/jDOO++8+NSnPhU//vGPu223RoAAAQIECBAgQIAAgVoKLKqkFJ9ZVLLuS4AAAQIECBAgQIAAAQIE5l/AFQQIECBAgAABAgQIECBAgED9BWRIgAABAgQIECBAgAABAgQI1F9AhgQIECBAgAABAvMhsPXWW8cxxxwTH/rQh+K1r31tLLPMMl2v/vnPfx6f//zn4yMf+Uh8//vfj6effrrrfosECBAgQGARCbgtAQIECBCojYDiM7V5lRIhQIAAAQIEhl/AHQkQIECAAAECBAgQIECAAIH6C8iQAAECBAgQIECAAAECBAgQqL+ADAlWm+gTAAAQAElEQVQQIECAAAECBAgQIECAAIHRILD++uvHO97xjujp6Yk3vvGN8cIXvrDrsX//+9/HZZddFlOnTo1rrrkm/v73v3fdb5EAAQIECBAgQIAAAQIEOgsoPtPZRXQkCjgTAQIECBAgQIAAAQIECBAgUH8BGRIgQIAAAQIECBAgQIAAAQL1F5AhAQIECBAgQIAAAQIECBAgUH8BGRIgQIAAgYUQKEVn3vSmNzWK0Lz97W+PUpSm2+0efvjhuPrqq6O3tze+9rWvxX333ddtuzUCBAgQIECAAIHhEnAfAgRqI6D4TG1epUQIECBAgAABAgQIDL+AOxIgQIAAAQIECBAgQIAAAQL1F5AhAQIECBAgQIAAAQIECBAgUH8BGRIgQIAAAQIECBAgQGA0CiyzzDLxute9Lj70oQ/F0UcfHVtvvXXXNJ588sm48cYb4+yzz46LLroofvnLX3bdb5FA3QTkQ4AAAQIECBAgQGBBBRSfWVA51xEgQGDxC3giAQIECBAgQIAAAQIECBAgUH8BGRIgQIAAAQIECBAgQIAAAQL1F5AhAQIECBAgQIAAAQIECBAgUH8BGRIgMMwCr3jFK+LEE0+M97znPbHjjjvO9e633357fOITn4jzzz8/brvttrnut4EAAQIECBAgQIAAAQILIFCbSxSfqc2rlAgBAgQIECBAgAABAgQIDL+AOxIgQIAAAQIECBAgQIAAAQL1F5AhAQIECBAgQIAAAQIECBAgUH8BGRIgQIAAAQIECNRFYIsttogjjjgizjzzzNhtt91i+eWX75raXXfdFV/84hejt7c3brjhhpgxY0bX/RYJECBAYDQLODsBAgQIECCwoAKKzyyonOsIECBAgACBxS/giQQIECBAgAABAgQIECBAgED9BWRIgAABAgQIECBAgAABAgQI1F9AhgQIECBAgAABAgQIECBAgED9BRZxhuuss0687W1vi56enth///1jjTXW6PrEBx54IC6//PKYOnVqXHXVVfGXv/yl636LBAgQIECAAAECBAgQGEsCis+Mpbc9zLm6HQECBAgQIECAAAECBAgQIFB/ARkSIECAAAECBAgQIECAAAEC9ReQIQECBAgQIECAAAECBAgQIFB/ARkSIECAAIG6Cqyyyiqx1157NYrQHHroobHRRht1TfWRRx6Ja6+9Nnp7e+PSSy+Ne++9t+t+iwQIECBAgACB0STgrAQIEFhQAcVnFlTOdQQIECBAgAABAgQWv4AnEiBAgAABAgQIECBAgAABAvUXkCEBAgQIECBAgAABAgQIECBQfwEZEiBAgAABAgQIECBAgMAwC4wfPz5e/epXx6mnnhrHHXdcbLvttl2f8Mwzz8RNN90U55xzTlx44YVx5513dt1vkcACCLiEAAECBAgQIECAwKgRUHxm1LwqByVAYOQJOBEBAgQIECBAgAABAgQIECBQfwEZEiBAgAABAgQIECBAgAABAvUXkCEBAgQIECBAgAABAgQIECBQfwEZEiAwlgS22267OP744+P9739/7LzzzrHUUkt1Tf+OO+6ICy64IM4999y4+eab49lnn+263yIBAgQIECBAgAABAiNVwLkWVEDxmQWVcx0BAgQIECBAgAABAgQILH4BTyRAgAABAgQIECBAgAABAgTqLyBDAgQIECBAgAABAgQIECBAoP4CMiRAgAABAgQIECCwGAQ22WSTOOyww6Knpyf23HPPmDRpUten/uY3v4lLLrkkent747rrrovHHnus636LBAgQIDAXAcsECBAgQIDAqBFQfGbUvCoHJUCAAAECI0/AiQgQIECAAAECBAgQIECAAIH6C8iQAAECBAgQIECAAAECBAgQqL+ADAkQIECAAAECBAgQIECAAIH6C4zlDNdcc8044IADGkVo3vKWt8SLX/zirhx/+tOf4sorr2wUoSl9mXe9wCIBAgQIECBAgAABAgRGuYDiM6P8BbYd35AAAQIECBAgQIAAAQIECBCov4AMCRAgQIAAAQIECBAgQIAAgfoLyJAAAQIECBAgQIAAAQIECBCov4AMCRAgQIAAgSUgsOKKK8Yee+zRKEJz+OGHx2abbdb1FI8//nhcd911MXXq1LjkkkviN7/5Tdf9FgkQIECAAAECgwRMCRAgMGoEFJ8ZNa/KQQkQIECAAAECBEaegBMRIECAAAECBAgQIECAAAEC9ReQIQECBAgQIECAAAECBAgQIFB/ARkSIECAAAECBAgQIECAwFgSyMzYaaed4n3ve1+ccMIJsf3223dNf/bs2XHzzTfHueeeGxdccEHccccdXfdbHKkCzkWAAAECBAgQIECAwJwEFJ+Zk4w4AQKjT8CJCRAgQIAAAQIECBAgQIAAgfoLyJAAAQIECBAgQIAAAQIECBCov4AMCRAgQIAAAQIECBAgQIAAgfoLyJAAAQIjRGCbbbaJyZMnx2mnnRa77LJLTJw4sevJ7rzzzrjwwgvjnHPOiZtuuilmzpzZdb9FAgQIECBAgAABAmNaQPKjRkDxmVHzqhyUAAECBAgQIECAAAECI0/AiQgQIECAAAECBAgQIECAAIH6C8iQAAECBAgQIECAAAECBAgQqL+ADAkQIECAAAECBAiMdYENN9wwDj744DjzzDNjn332iVVXXbUryb333huXXnppTJ06Na699tp45JFHuu63SIAAgZEg4AwECBAgQIAAgTkJKD4zJxlxAgQIECAw+gScmAABAgQIECBAgAABAgQIEKi/gAwJECBAgAABAgQIECBAgACB+gvIkAABAgQIECBAgAABAgQIEKi/gAxHqMDqq68e++67b/T09MRBBx0U6667bteT/uUvf4mrrrqqUYTm8ssvjwceeKDrfosECBAgQIAAAQIECBAYiQKKzyyyt+LGBAgQIECAAAECBAgQIECAQP0FZEiAAAECBAgQIECAAAECBAjUX0CGBAgQIECAAAECBAgQIECAQP0FZEiAAAECBAgQGCiw3HLLxa677hpnnHFGHHXUUbHVVlsN3DBoNmPGjLjhhhuit7c3vvjFL8Zdd901aIcpAQIECBAgsOQFnIAAAQIE5iSg+MycZMQJECBAgAABAgRGn4ATEyBAgAABAgQIECBAgAABAvUXkCEBAgQIECBAgAABAgQIECBQfwEZEiBAgAABAgQIECBAgACBESTwyle+Mk466aR4z3veEzvssMNcT3bbbbfF+eefH5/4xCfi9ttvn+v+MbtB4gQIECBAgAABAgQIjBgBxWdGzKtwEAL1E5ARAQIECBAgQIAAAQIECBAgUH8BGRIgQIAAAQIECBAgQIAAAQL1F5AhAQIECBAgQIAAAQIECBAgUH8BGRIgQIDA3AW22GKLOPLII+PMM8+M17/+9bHccst1veiXv/xlXHTRRXH22WfHjTfeGE899VTX/RYJECBAgAABAgQILGoB9ycwJwHFZ+YkI06AAAECBAgQIECAAIHRJ+DEBAgQIECAAAECBAgQIECAQP0FZEiAAAECBAgQIECAAAECBAjUX0CGBAgQIECAAAECBAiMYIF11lknDjzwwJgyZUrst99+scYaa3Q97X333Rdf+9rXYurUqXH11VfHww8/3HW/RQIExoyARAkQIECAAAECI0ZA8ZkR8yochAABAgTqJyAjAgQIECBAgAABAgQIECBAoP4CMiRAgAABAgQIECBAgAABAgTqLyBDAgQIECBAgAABAgQIECBAoP4CMiQw/wKrrLJK7L333tHT0xOHHHJIbLTRRl1v8ve//z2uueaaRhGayy67LH7/+9933W+RAAECBAgQIECAAAECi0tg7BSfWVyinkOAAAECBAgQIECAAAECBAgsOQFPJkCAAAECBAgQIECAAAECBOovIEMCBAgQIECAAAECBAgQIECg/gIyJECAAAECBAiMIoHx48fHa17zmjj11FPj2GOPjW233bbr6Z9++un4/ve/Hx/5yEfi85//fPz85z/vut8iAQIECBCorYDECBAgQGDECCg+M2JehYMQIECAAAECBOonICMCBAgQIECAAAECBAgQIECg/gIyJECAAAECBAgQIECAAAECBOovIEMCBAgQIECAAAECBAgQIEBg3gRe9rKXxfHHHx+nnHJK7LzzzjFuXPd/wvnjH/84PvWpT8V5550XP/zhD+ftIYtol9sSIECAAAECBAgQIDB2Bbr/L5ex6yJzAnUUkBMBAgQIECBAgAABAgQIECBQfwEZEiBAgAABAgQIECBAgAABAvUXkCEBAgQIECBAgAABAgQIECBQfwEZEiBAgMAoF9h0003jsMMOi56enthzzz1j0qRJXTO6++6748tf/nJMnTo1/uu//iueeOKJrvstEiBAgAABAgQI1EJAEgRGjIDiMyPmVTgIAQIECBAgQIAAAQL1E5ARAQIECBAgQIAAAQIECBAgUH8BGRIgQIAAAQIECBAgQIAAAQL1F5AhAQIECBAgQIAAAQIEFkxgrbXWigMOOCDOPPPMeMtb3hIvfvGLu97owQcfjG984xvR29sb//7v/x4PPfRQ1/0WCRAYTgH3IkCAAAECBAiMXQHFZ8buu5c5AQIExp6AjAkQIECAAAECBAgQIECAAIH6C8iQAAECBAgQIDDGBcaNGxdLL710tH+ee+65ePbZZ9tDxgQIECBAYHQLOD0BAgQIECBAgAABAgQIECBQfwEZEqiZwEorrRR77LFHowjN4YcfHptttlnXDB999NH4z//8z0YRmn/7t3+Le+65p+t+iwQIECBAgAABAgQIEFgYgSVWfGZhDu1aAgQIECBAgAABAgQIECBAYHQIOCUBAgQIECBAgAABAgQIECCweAUyc0jxmXKCUoCm9IuiuScBAgQIECBAgAABAgQIECBQfwEZEiBAgAABAgQIDI9A+Q8J7LTTTvG+970vTjjhhNh+++273njWrFnxP//zP/Hxj388PvOZz8RPf/rTrvstEiBAgACBhRFwLQECBAiMXQHFZ8buu5c5AQIECBAgMPYEZEyAAAECBAgQIECAAAECBAjUX0CGBAgQIDDGBcovLC+99NJDFBSfGUIiQIAAAQIECBAYzQLOToAAAQIECBAgQIAAAQIECNRAYJtttonJkyfHaaedFrvsskuMHz++Pash4//93/+Nz372s/Gxj30sfvCDH0QpTDNkkwABAgQIECBAgAABAgQWQEDxmQVAcwmB4RFwFwIECBAgQIAAAQIECBAgQKD+AjIkQIAAAQIECBAgQIDA4hUoxWcmTJgw5KGzZ88eEhMgQGC4BNyHAAECBAgQIECAAAECBAgQqL+ADAkQIECAwKIT2HDDDePggw+OKVOmxD777BOrrrpq14f99re/ja985SsxderU+M53vhOPPvpo1/0WCRAgQIAAAQIE5lXAPgJjV0DxmbH77mVOgAABAgQIECBAYOwJyJgAAQIECBAgQIAAAQIECBCov4AMCRCIZZdddojCU089NSQme9LZDAAAEABJREFUQIAAAQIECBAgQIAAgVEr4OAECBAgQIAAAQIECBCoocDqq68e++67b/T09MSBBx4Y6667btcs//znP8e3vvWtRhGaK664Ih588MGu+y0SGHUCDkyAAAECBAgQILDYBBSfWWzUHkSAAAECgwXMCRAgQIAAAQIECBAgQIAAgfoLyJAAAQIECBAgQGDxCowbNy4mTpw45KEzZ84cEhMgQIAAAQLDJeA+BAgQIECAAAECBAgQIECAQP0FZEiAwOITWG655eL1r399nHHGGXHkkUfGlltu2fXh06dPj+uvv75RhOZLX/pS3H333V33WyRAgAABAgQIECBAgMBggar4zOC4OQECBAgQIECAAAECBAgQIFA/ARkRIECAAAECBAgQIECAAAECNRfIzNh9993jxBNPHNBe8pKX1Dxz6REgQIAAAQIECBAgQIAAgTElIFkCBAgQIECAAIExIrDDDjvEySefHOeee2709PQM+PnP4J8HlfkrXvGKmDVrVtx3333x2GOPhQ8BAgQIjGoBhydAgAABAotNQPGZxUbtQQQIECBAgACBwQLmBAgQIECAAAECBAgQIECAQP0FZEiAAAECBBa/wFprrRVbb731gPbCF75w8R/EEwkQIECAAAECY0ZAogQIECBAgAABAgQIECBAgED9BZZshiussEKsvfbaA37+M/jnQe3z9dZbLyZNmrRkD+3pBAgQIECAAAECBAiMGoFxo+akDkpgUQu4PwECBAgQIECAAAECBAgQIFB/ARkSIECAAAECBAgQIECAAAEC9ReQIQECBAgQIECAAAECo17gH//4x5Acxo8fPyQmQIDAGBaQOgECBAgQIECAAAECBAgQIFB/ARkSILDYBBSfWWzUHkSAAAECBAgQIECAwGABcwIECBAgQIAAAQIECBAgQKD+AjIkQIAAAQIECBAgQIAAAQIE6i8gQwLDLTB9+vQht5wwYcKQmAABAgQIECBAgAABAgQILD4BTyJAgAABAgQIEKivgOIz9X23MiNAgMD8CthPgAABAgQIECBAgAABAgQI1F9AhgQIECBAgAABAgQIECBAgED9BWRIgAABAgQIEBj1AjNmzBiSg+IzQ0gECBAgQGBsC8ieAAECBAgQIECAAAECBAgQqL/AYstQ8ZnFRu1BBAgQIECAAAECBAgQIEBgsIA5AQIECBAgQIAAAQIECBAgUH8BGRIgQIAAAQIECBAgQIAAAQLzKzB9+vQhl0ycOHFIbOQEnIQAAQIECBAgQIAAAQIECBCov4AMCRAgQIBAfQUUn6nvu5UZAQIECBAgML8C9hMgQIAAAQIECBAgQIAAAQL1F5AhAQIECBAgQIAAAQIECBAgUH8BGRIgQIDAqBeYMWPGkBwmTJgwJCZAgAABAgQIECAwhgWkToAAAQIECBAgQIAAAQLDJqD4zLBRutFwC7gfAQIECBAgQIAAAQIECBAgUH8BGRIgQIAAAQIECBAgQIAAAQL1F5AhAQIECBAgQIAAAQIE5ldg+vTpQy5RfGYIiQCBESXgMAQIECBAgAABAgQIECBAgED9BWRIgEB9BRSfqe+7lRkBAgQIECBAgACB+RWwnwABAgQIECBAgAABAgQIEKi/gAwJECBAgAABAgQIECBAgACB+gvIkMCoFnjuuefiySefHJDDUkstFaUNCJoQIECAAAECBAgQIEBgbAvIngABAgQIECBAgMCwCYwbtju5EQECBAgMs4DbESBAgAABAgQIECBAgAABAvUXkCEBAgQIECBAgAABAgQIECBQfwEZEiBAgAABAgQIzI/A9OnTh2yfMGHCkJgAAQIECBAYWQJOQ4AAAQIECBAgQIAAAQIECNRfoL4ZKj5T33crMwIECBAgQIAAAQIECBCYXwH7CRAgQIAAAQIECBAgQIAAgfoLyJAAAQIECBAgQIAAAQIECBAY0QKdis9MnDhx/s5sNwECBAgQIECAAAECBAgQIFB/ARkSIECAAAECwyag+MywUboRAQIECBAgMNwC7keAAAECBAgQIECAAAECBAjUX0CGBAgQIECAAAECBAgQIECAQP0FZEiAAAECBOZHYMaMGUO2T5gwYUhMgAABAgQIECBAYGQJOA0BAgQIECBAgAABAgQIjF4BxWdG77tb3Cf3PAIECBAgQIAAAQIECBAgQKD+AjIkQIAAAQIECBAgQIAAAQIE6i8gQwIECBAgQIAAAQIECIxoAcVnRvTrcbjRI+CkBAgQIECAAAECBAgQIECAQP0FZEiAAIFhE1B8Ztgo3YgAAQIECBAgQIDAcAu4HwECBAgQIECAAAECBAgQIFB/ARkSIECAAAECBAgQIECAAAEC9ReQIQEC8yPwxBNPDNk+YcKEITEBAgQIECBAgAABAgQIjCwBpyFAgAABAgQIECAwegUUnxm9787JCRBY3AKeR4AAAQIECBAgQIAAAQIECNRfQIYECBAgQIAAAQIECBAgQIBA/QVkSIAAAQIECBAgMKIFZsyYMeR8K6ywwpCYAAECBAgQ6CpgkQABAgQIECBAgAABAgQIEKi/gAyHTUDxmWGjdCMCBAgQIECAAAECBAgQGG4B9yNAgAABAgQIECBAgAABAgTqLyBDAgQIECBAgAABAgQIECBAoP4C85Ph3/72tyHb11133SExAQIECBAgQIAAAQIECBAgQGBkCTgNAQIECBAgMHoFFJ8Zve/OyQkQIECAwOIW8DwCBAgQIECAAAECBAgQIECg/gIyJECAAAECBAgQIECAAAECBOovIEMCBAgQIDCiBe6///4h51N8ZgiJAAECBAgQIEBgbgLWCRAgQIAAAQIECBAgQIDAPAsoPjPPVCNto/MQIECAAAECBAgQIECAAAEC9ReQIQECBAgQIECAAAECBAgQIFB/ARkSIECAAAECBAgQIECAQCXw3HPPheIzlYa+XgKyIUCAAAECBAgQIECAAAECBOovIEMCBAiMXgHFZ0bvu3NyAgQIECBAgACBxS3geQQIECBAgAABAgQIECBAgED9BWRIgAABAgQIECBAgAABAgQI1F9AhgQIjFiBBx54IGbPnj3gfCuuuGKsssoqA2ImBAgQIECAAAECBAgQmKuADQQIECBAgAABAgQIzLOA4jPzTGUjAQIjTcB5CBAgQIAAAQIECBAgQIAAgfoLyJAAAQIECBAgQIAAAQIECBCov4AMCRAgQIAAAQIECFQCDz74YDXs79ddd93+sQEBAgQIjF4BJydAgAABAgQIECBAgAABAgTqLyDD0Sug+MzofXdOToAAAQIECBAgQIAAgcUt4HkECBAgQIAAAQIECBAgQIBA/QVkSIAAAQIECBAgQIAAAQIECNRfYMRmeP/99w85m+IzQ0gECBAgQIAAAQIECBAgQIDAvAjYQ4AAAQIECBCYZwHFZ+aZykYCBAgQIDDSBJyHAAECBAgQIECAAAECBAgQqL+ADAkQIECAAAECBAgQIECAAIH6C8iQAAECBAgQqAQ6FZ9ZZ511qmU9AQIECBAgQGAUCzg6AQIECBAgQIAAAQIECBAYuQKKzwzXu3EfAgQIECBAgAABAgQIECBAoP4CMiRAgAABAgQIECBAgAABAgTqLyBDAgQIECBAgAABAgQIEFgiArNmzYpOxWfWXXfdJXIeD625gPQIECBAgAABAgQIECBAgACB+gvIkAABAgTmWUDxmXmmspEAAQIECBAgQGCkCTgPAQIECBAgQIAAAQIECBAgUH8BGRIgQIAAgcUpMH369Lj++uvj1FNPjR133DHWWmutyMwBbcKECVH+4eP+++8f55xzTvzyl7+MmTNnLs5jehYBAgQIECBAoHYCEiJAgEARePDBB4f876tll102VltttbKsESBAgAABAgQIEFgggeeeey7+9Kc/xVe+8pU45JBDYqONNooVVlhhwN/9Z2asuuqqjbWDDjooLrzwwrj33nvj2WefXaBnuqizgCiB0Szg54ij+e05OwECBAgQIDAvAorPzIuSPQQIzIuAPQQIECBAgAABAgQIECBAgED9BWRIgAABAgQIECCwCAQeeuihWG+99Yb8gmvmwIIXmfM/L784W4pkvPSlL41jjz02Lr744vjDH/4Q5ZdsF0EqblkDgauvvnqRfC9mtr5/q+/LUtzlpJNOiiuuuKLxS99L6vtyxowZ8eUvfzk233zzWHHFFWP33XePj33sY3HbbbdF+X+fMehTCs088MADcdVVV8Vpp50WW2+9dSyzzDKxzz77xC233DIsv4h+7rnnzvE9jBs3Lr7+9a8POtWind53332x6aabzvFMpQjPknp/izbzMXt3iRMgQIAAAQIECBBYIgLlf2sNfnD5e43BMXMCBAgQGBYBNyFAgEDtBf7+9783isivscYa8eIXvzje+c53xle/+tX43e9+F+VnA4MBHnnkkcba5ZdfHscdd1xsvPHGUYohHnHEEfGrX/3Kz9cGg5mPOQE/R1zyP0ecNWtWvPvd757jz+yWX375xs84F+c3549+9KNYZZVVOp7pzjvvXJxH8SwCBAgQ6CwgSmCeBRSfmWcqGwkQIECAAAECBAgQIDDSBJyHAAECBAgQIECAAAECBAgQqL/AwmVYfnG2/MOt8ktdn/vc5+Jd73pXbLDBBrHqqqs2imaUX7pduCe4msD8C1Tfl6W4yyc/+ck48MADG7/0Xb4ve3t74/HHH5//my7AFeU55XmrrbZalF8c//Wvf70Ad2leMnv27Lj22mtj5513bhSjKYVpnn322ebiAnwtxaJKEZxOl5YiL6effnqUQlKd1oc7VortTJs2Le65556Oty7nPP744xu/UNpxgyABAgQIECBAgAABAvMgYEsRKH+HUfr2pvhMu4YxAQIECBAgQIDAvAiUv/8/8cQT44UvfGHj52EPP/zwvFzWcU/5O/JSwH6rrbaKnXbaqVGEpuPGhQyW4jannHJKTJ8+fSHv5HICo1ug/j9H3LrxH7hY0J8jLr300nHGGWc0/qMand70k08+GR/4wAfiscce67Q87LHynPJzy0cffbTjvV/wghd0jAsSIECAAAECI1NA8ZmR+V6cigABAgRGo4AzEyBAgAABAgQIECBAgAABAvUXkCEBAgQIEKiJQPnlr3POOSfWXHPNxn/x8amnnqpJZtIYzQLl+7KnpyfWWWed+PrXv77I/guipXjLNddc03hOed5wf//ffffdsf/++8erXvWqBf4l9BVWWCE++tGPxsorr9zxlZb/Kuv/9//9f1F+6b3jhmEMfvvb344vfOELHe9YfnH/vPPOi3LejhsECRAgMFoFnJsAAQIECBBYIgIPPvjgkOduueWWQ2ICBAgQIECAAIFhEXCTWgp873vfi4022ig+9alPDXt+t956a5QiNP/v//2/GK6fLVSFcsp9f/KTnwz7md2QQF0E/Byx9SbXXnvtxs8Rx43r/M/Df/CDH8QFF1ywyH7WWp2k/Mz1wgsvjBtuuIbhm/MAABAASURBVKEKDejL/7/2ohe9aEDMhAABAgQIEBjZAp3/r4uRfeZ5Op1NBAgQIECAAAECBAgQIECAQP0FZEiAAAECBAgQIECAAAECCydQClecdtpp8aY3vSn+/Oc/L9zNXE1gmATKL1q//e1vj6q4yjDdtnGbGTNmxJFHHtn4ni/PaQQX0Zfbb789XvrSl8YnPvGJWJD/euF2220XZ5555hxPd/HFF8eVV145x/XhWLjvvvviQx/6UMyePbvj7UrhmfKLox0XBQkQIECAAAECBAgQIDAfAtOnT4/BxWfKf9Fd8Zn5QBzlWx2fAAECBAgQILAwAqUIwpe//OXYfffd429/+9vC3Gqu15511llx2GGHxWOPPTbXvXPaUH5ucNlllzUK5S+KQjlzeq44gdEuUH6+5+eIEXvvvXdMnjx5jq+zt7c3fvSjH81xfTgWys9CP/zhD3e81YQJE+Izn/lMlP9d33GD4JgWkDwBAgQIjFwBxWdG7rtxMgIECBAgQIDAaBNwXgIECBAgQIAAAQIECBAgQKD+AjIkQKCmAuW/RnbooYcu1C/J1pRGWktQoBSfKcVNyi+MD8cxSoGlvfbaK8ovn8/L/VZfffU48MADY8qUKXHFFVf0tzLfb7/9Yvnll5/rbUqBp5NPPjlOOOGEBfqvoB577LGNX5Tv9KDi0tPTE6VATKf1hY2Vs0+bNi3uueeejrd617veFQcddFDHNUECBAgQIEBg1AtIgAABAotd4M4774ynn356wHO33XbbAXMTAgQIECBAgAABAnMSKMXajzrqqDkWU2+/brXVVosddtghjjnmmAGtxMpa+945jb/xjW/E0UcfvUA/W/vDH/4QO+20Uxx88MFRCmnM6RmLIe4RBEatwFj/OWIp6nLGGWfE5ptv3vEdPvnkk1HWF6ZIVscbPx8s9z399NPj0f+fvfsAk6o6GwD8DahBURFRAQU1Koi9xF4SsUWNBuw1iqJiNLYo2JOYqDEqomIBu4mx996IPXawlygKqNgVFTvCnzP+GNi5A9t35u6bJ7M79/TvvYMPyzn73QkT/r9k+m9/+tOfYp111pm+0BUBAgQIECBQ8QJtKn6FFkiAAAECBAi0iIBJCRAgQIAAAQIECBAgQIAAgfwLiJAAAQIEKl/gZz/72XSHXmsegp3ZdUqQ0b1795h11llnGmxKQDNw4MBICSdm2liDVieQDjCeeOKJPyZgmTYZS13e/+1vfys+DXSRRRaplWFKrvLQQw/Vqu2MGr311luxxRZbxIMPPjijZrHwwgvHsGHDik9Ffe+99+LKK6+MdHh1m222iamvdH3DDTfExIkTY9y4cfH73/8+Zp999hmOO3z48OLTB7/44osZtqtZOeecc0ZKwDPffPPVrCpep8QwKUFMU/y5vemmm+KCCy4ozlPzS48ePSIdGq3Nf1tq9nVNgAABAs0vYEYCBAgQIFANAk8//XTJMpdffvmSMgUECBAgQIAAAQLZAq259LXXXov9999/holnNtlkk3jggQeKieLff//9ePTRR+Pcc8+d7pXKUt1XX31VbJv6zMg1JaBJ//6fksXPqF3Nuo8++iief/75msWuCVStgH3EltlH7NatW5xxxhnRpk32r4mn/f/6/DdqZh/E9N+8NG4aP6vtBhtsEPvuu28UCoWsamUECBAgQIBABQtk/62ighfcSpcmbAIECBAgQIAAAQIECBAgQCD/AiIkQIAAAQIECBAgQIBAicC222473aHXmodgZ3adEmSk5BjpyeFvvPFG7LPPPiVzTFuQEk3cd9990xZ5T6AoMNtss8WGG274YwKWqYlY6vp90KBBcckll0R6qmdK3nL++efH3HPPXZwj68u3334bKQFNaptVX5uy9OS9fv36xZNPPlm2eVrDZZddFq+//noMGDAgOnXqVLbttBUpudPgwYMjHRRPiXVmlIzl0ksvjYMPPrjOCZ6WWWaZ+Mtf/jLttNO9T39uU6KY6QobeJHuT7pXkydPLhkpHWD961//GrVNIFQygAICBAgQIECAAAECBAjUEBg/fnw8++yzNUojllxyyZIyBQSqRMAyCRAgQIAAgWYSmDRpUqTk+e+8807mjCuuuGK88MILcfvtt8e6664b7dq1y2w3bWFqk9qmPqlvGmPa+mnfp4T1I0eOnLbIewKtTsA+YvYtb459xLR/m5JvZa8gIu3pPfHEE+Wq61X++OOPFx/ekdV5nnnmiRNOOCE6dOiQVa2MQB4FxESAAIFcCUg+k6vbKRgCBAgQIECAAIHGEzASAQIECBAgQIAAAQIECBAgkH8BERJoPQKFQiEWXXTROOecc+Luu++OdOgrK/qUaOL444+PhiT6yBpXGYEsgfbt20f//v0jJUbaaqutspoUy9KTSO+6667i+7p++e6772LgwIFR7sl7abxdd9013nzzzdhxxx2jbdu2qajOr9lnnz1Sspb0pNIZHUI/77zzYsiQIZGeCFiXSXbbbbfYfPPNM7ukP7dHHHFEjB07NrO+roXJLB2WT4l4svruvffe0adPn6wqZQQIECBAgACBChWwLAIEKl3g6aefLllijx49omPHjiXlCggQIECAAAECBAhMK/Dyyy/HtddeO23Rj+832GCDSA9dWHrppX8sq+ub1DeNkZLxZ/X98ssv45RTTomUBCerXllzCpgrTwL2EWt3NwuFQhx55JGRHmaR1WPChAnF+vSwjqz6upalcdLea/pvX1bfo48+OlZbbbWsKmUECBAgQIBAFQhIPlMFN8kSCRCICAgECBAgQIAAAQIECBAgQIBA/gVESIAAAQIECBAg0CwC6eln6RBuegJd1oQp0cejjz6aVaWMQJMIzDvvvHHhhRdGOgSeNUFK1HLZZZfV6+D2BRdcECnhS9a4bdq0idNOO60499xzz53VpM5lPXv2LB5kL3cIPQ1YnycMpuQ26cmt8803Xxqi5PXqq69GShyVEseUVNax4LrrrotLLrkks1c6uJoS08wyyyyZ9QoJ1EpAIwIECBAgQIAAAQI1BJ555pkaJRHpl3xLChUQIECAQPUIWCkBAgSaSeCaa66JlFyh5nSLLbZYnH/++dGhQ4eaVXW+TmOcddZZZZM73HHHHZGS4NR5YB0IEJipgH3EmRLFAgssUHz4Rdr7zGqdHtIxfPjwOj8co+ZYac/27LPPjgcffLBmVfE6PUhj3333Lb73hQABAgRakYBQcyUg+UyubqdgCBAgQIAAAQIECBAg0HgCRiJAgAABAgQIECBAgAABAgTyK9C7d+8YNGhQZEWYDo3ddNNNWVXKCDSZQDq4PWzYsOjatWvmHA8//HCMGzcus65c4WuvvRZ//vOfM6vT4cuUmOaAAw6Itm3bZrapb2GKJR1oL5dMJx2CT0/9mzhxYp2mSIlf/vKXv5Ttk+Jp6J/dMWPGFJ9+mP47UHOilLDqnHPOKR5grVnnmgABAgQIECBAgACByhao5NWlX9JNP4vUXOOSSy5Zs8g1AQIECBAgQIAAgekE0r+z33fffdOVTb04+OCDY9FFF5162eDvKbnDKaecEoVCoWSs9O/+t956a0m5AgIEGkcg7b3ZR5yxZXoAzf777x/lWtXn4Rg1x3r88cfjuOOOq1lcvE57vEOGDIn0QI1igS8ECBAgQIBAVQpIPlOVt82iCRAgQKAVCgiZAAECBAgQIECAAAECBAgQyL+ACAkQIECAQLMJFAqF2GOPPWKhhRbKnHPUqFHx+eefZ9YpJNBUAosvvnhstdVWmcO/++678corr2TWZRVOmjQpTjzxxHjnnXeyqosHI3fbbbfMQ+KZHepYmA7BpmQwPXr0yOx59913xw033JBZN6PCtOb01MCsNpMnT44jjjgixo4dm1U907Lvvvsujj322Hj99dcz2/7pT3+KddZZJ7NOIQECBAjUSUBjAgQIECBAYBqBp59+epqrH96mX+xNPyP+cOUrAQIECBAgQKAqBSy6GQTef//9zL2DueaaK9Zdd91GX8EvfvGL2HjjjTPHfeCBB+Lrr7/OrFNIgEDDBdLPiPYRyzsWCoXiAybSwyyyWk2YMKFY/+mnn2ZVz7Qs9Rs4cGB8+eWXJW0LhUKkxDNLLLFESZ0CAgQIECBAoLoEJJ+p1/3SiQABAgQIECBAgAABAgQIEMi/gAgJECBAgAABAgQIECCQb4Hu3bvHGmuskRnka6+9Fh988EFmnUICTSVQKBSib9++ZRPCvPTSS7WeOj05/9prr81snw6c77vvvv8/T2aTRilcZJFF4qyzzoo2bbKPZpxxxhnx0Ucf1Wmu9LTAlFRnvvnmy+z36quvxvHHHx8pkUxmgxkUXnfddXHJJZdktthggw2iOcwyJ1dIgAABAgQIECBAgEBuBb755pvISj7Tq1ev3MYssJYSMC8BAgQIECCQR4FPPvkkPvvss5LQOnbsGCmhYUlFAwvSv9H37t07c5S0L5GSM2RWKiRAoMEChYJ9xJkhpv/upSQw5fYmR4wYEcOHD48pU6bMbKjp6lP7s88+Ox588MHpyqde7LnnnmUfMDK1je8Emk/ATAQIECDQEIHsE04NGVFfAgQIECBAgAABAk0hYEwCBAgQIECAAAECBAgQIEAg/wIiJECgWQVmmWWWWHnllTPnTAd104HdzMpaFqYDtjfffHP069cv0pPoZptttmKyj0KhUPw+77zzFpPf/PGPf4yUVOT777+v5cgNa1ap60pRpUQkyWPRRRctGhUKhUhOO+ywQ9x11131SiiSxq2m10ILLRTpUHjWmmv7xNB0AHLYsGGRnuBXc5x02PKYY46JDh061Kxqkut0CH333XfPHPuJJ56Iu+++O7NuRoXpiYV/+ctfyja54IIL4qabbipbn1UxZsyY4tMOk13N+nnmmSdOOOGEZjOrOb9rAgQIECBAIIcCQiJAgMD/CzzzzDOR9e8PPXv2/P8WvhEgQIAAAQIECBCoLIG111470h5bzVWlPYmPP/64ZnFFXL/xxhux3377RefOnX/cf0r7Mfvss0889thjUZ89utQn7e+ddNJJxf2+lPSiUPhhD7BQKETbtm3jpz/9aey8885x9dVXR9qfi2b+X0rUn/bXBgwYED169CiuqVD4YY1T15f2Me+4446o7R5UfUNIe4CXXnppbLPNNrHgggv+eB8KhULMOeecRcPBgwfHm2++Wd8pWkW/9Lm1jzjjW73hhhvG/vvvX7bRX//610h7lGUbZFQ8/vjjcdxxx2XURPHP1lFHHRWzzjprZr1CAgQIECBAoLoEJJ+prvtltQQqRsBCCBAgQIAAAQIECBAgQIAAgfwLiJAAAQIECBAgQCD/Ap06dWr0IF988cXYdNNNIyWs+PWvfx2XXHJJvP766yWJU9Ivl6UDrX/+859j6aWXjq5du0Y6oJoS3zT6ov47YEuu65133olFFllkuoOkhUIhUnKe/y6t+P/bb789FltssUgeY8eOLZalL8mKuZa4AAAQAElEQVTpyiuvjF/+8peRDlRefvnl9ToEnMaqhlf63KRDtllrfeWVV7KKS8rGjx8ft9xyS0l5Kthoo41inXXWSW+b5ZUOoP/2t7+NOeaYI3O+f/zjH/U60LzbbrvF5ptvnjnm5MmT4+ijj4633nors75mYTp8feyxxxb/nNasS9dprNVWWy299cqpgLAIECBAgAABAgQItJTA008/XTJ1+tn3Zz/7WUm5AgIECBBomIDeBAgQaE0CEydOzExQ3xgG6QECKYlLSoDRvXv3WHLJJWPXXXeNXXbZJWafffbMKf72t79Nt0e0yiqrxJdfflnS9v7774+55ppruraFQiHWW2+9SDHV7PDUU09F+/btp2ufrlN5apsSzp999tnFNabv77//fiouvtJeyvDhw4tJT5Zddtn417/+Fal9sXIGX7766qsYOnRocV8v7e8ddthhxQQ2H3zwwXS90l5FSnx/2WWXxXbbbRdp/yftH6a9wdrMM91g01zUtCwUSn2mrnG++eYr7q+de+658dprr0Va09Sh0vu0vrSPmdY199xzx8CBA6Ox9ylT4p8Uf1rLb37zm7j22msj7RtOXUf6/sUXXxQNDz300Fh44YVj4403jrSvmerSK9379BkoFH5InFMo/PA97RWl+tb0Sp8j+4gzvuOFQqH4wIn0MIuslhMmTCjuI6bPVVZ9zbKUOCr92cj6b1Z66Mcpp5xS3Aev2c81AQIECLScgJkJNERA8pmG6OlLgAABAgQIECBAgACB5hMwEwECBAgQIECAAAECBAgQIJB/gWaPsNzhvPos5OOPPy4eHk0H2dITAus6RjqUmg6opoO6KdlKQw6eTjt3pa5r2jWmg6YpkcjMDrQmo9NPPz3zgPG041Xz+3Tgsdxhx3SAuzaxpUPVY6dJ4DNtn/QEy3KHv6dt15jvV1hhhUiJmLLG/Pe//1088JxVN6OyFMOJJ54Y6bByVruXX345jj/++Jg0aVJW9XRl1113XTFJ1HSF/3+RPpf77rvv/1/5RoAAAQIECBAgQIBAIwkY5r8CH374YTzzzDP/fTf9/9dee+1Iv8A2fakrAgQIECBAgAABAqUCKQF827ZtSyrS3tCIESNKyhujoFu3bsXk72mOcePGRfr3+JTAJO3fpMQ0jTFHY4yR9tlOPvnk2G+//UoeEFFz/BTDeeedN8OHH6TxUuL/Ll26xAEHHBBpz6rmODO7TvuHa6yxRmy99dbx7rvvzqx5vepfeumlWHnllYtrnNm+27QTpET9KYnG4osvXkzEM21dfd6n8dJDN5ZYYom4+uqr6zTE3XffHSuuuGKcccYZM7wndRo0J42rcB9xpvJNsY+4wAILxJAhQ8r+bJ0+Yyn51MwWl/7cp8RVDz74YGbT/fffP7bYYovMOoUECBAgQIBAdQpIPlOd982qCRAgQKDFBSyAAAECBAgQIECAAAECBAgQyL+ACAkQIECAQP4F3nrrrUYJ8oknnigegqzr4cmsydNB0B122CF++9vfRnoyYVab2pZV6rqmXX96quKgQYOme9ritPU132+55ZbRoUOHmsW5uX777bfjk08+yYynXbt2meXTFqZDkNdff/20RT++X2ihhWL11VeP5v5fOvzep0+fzGnTIdmHH344s25mhSnR01/+8peyzdKTPG+77bay9akiff6OPPLIzKeZdu3atXgwNSW6SW29CBAgkF8BkREgQIAAAQItIZB+FqqZMDP9glxKPtMS6zEnAQIECBAgkHcB8eVRIP27f3qoQVZsKfFC+jfwrLrWUPb444/HscceW+tQd9xxx0j7GVkd0n7dIYccUkwykfbxstrUpSzt4yy33HLxyCOP1KXbTNumhP9rrbVWMSHQTBuXaZCSZG600UaRHhxRpslMiz/99NPYaaedIj10Y/LkyTNtn9UgJa858MAD43e/+1188803WU1aZZl9xNrf9g033DBScphyPY477rgYNWpUuepiefrvSGpXvKjxZdVVV41jjjkmCoVCjRqXBAgQIECAQDUL5CP5TDXfAWsnQIAAAQIECBAgQIAAAQIEaiegFQECBAgQIECAAAECBAg0usCrr76aOebcc88dHTt2zKyrWXjrrbfGeuutF2+++WbNqgZdp6et7brrrpEOaNZnoEpd17SxfPvtt5ESz7z++uvTFpd9P88888SvfvWrsvV5qLj33nszE6EUCoVYfvnlZxriRx99FOkgZFbDNdZYI8odQs9q35hlKelNOgSfNWZ6umDNX7jMapdV1r9//9h2222zqooJjVJimffffz+zPh1cPuGEEyLr81coFIqJZ5ZYYonMvgoJECBAgAABAgQIECDQEIF33nkn/vWvf5UMkX5RtDaJR0s6Kqg+ASsmQIAAAQIECDSCQKdOnaJ3796ZI6V/+07/ft4aE9CkvZKUdOLLL7/MtKlZ2KtXr7LJ+9M+XdqvS8l8avZryHVK8pKSY6T9vIaMM7XvY489VtxDmzBhwtSien9PCWP22WefeOGFF+o8RvJKD9m45ppr6tw3q8OwYcOKCUS+/vrrrOpWV3avfcRa3/NCoVBMDpOSxGR1Sn9W/vCHP5R9GEz6LB911FGR9d+ROeaYI4YOHRrpv8HhfwRmJqCeAAECBKpKoE1VrdZiCRAgQIAAAQIEKkbAQggQIECAAAECBAgQIECAAIH8C4iQAIF8C6RDneWeKJgSTsw///wzBUhJPnbZZZfMQ2dTO6fENFdddVW89957xWQYU6ZMKR5i+89//hPHH398pEQ3U9vW/J4OZg4cODBSkoyadTO6rtR11Vxzii+9apaXu06/hJfuTbn6ai9PCYzSZyUrjgUXXDAWX3zxrKrpytITD9M40xX+/0U6XFnuqZ3/36TJvnXt2jVWWGGFzPFfeumlSAc8MytnUjjrrLNGSiCTxs9qmg5Gp8Of6c9dzfrbb789LrjggprFxes999wzttpqq+J7XwgQIECAAIH8C4iQAAECzS2QfmGw5i9PpoSra6+9dnMvxXwECBAgQIAAAQJVLFAoFKJPnz7Rpk32r0g++eST0bNnz0h7TSkhS0uFmpLr77XXXjH11bdv3ygUCiXLmW+++aJfv34/tpvaPj2YoC77G2effXY88cQTJeOXK9hoo42ic+fOJdVpfy7ZzWgvK+3zpQctPPfcc8X9v7QfkZK3pH3ItA+Rxi4Z+P8LUlKLtM+Y9vX+v6he3959991IyWKy9lpWWWWVOOussyKtb/z48cWHadx2221F47THUm7CtP7jjjsu6vLwgBT7H//4x7jjjjvKDRsLL7xwpIQyaT8rOaU+X331VTz88MORkvxkfZYvv/zySMl1yg7aSirS/p99xLrd7JQcZvDgwTHbbLNldrzlllvi2muvzaw7//zzY8SIEZl16XO+2mqrZdYpJECAAAECBKpbIPsnq+qOyeoJtEYBMRMgQIAAAQIECBAgQIAAAQL5FxAhAQIECBAgQIAAgUYVeOCBByIlvcgadKWVVoq55porq+rHsrfeeit22223yDrImRqlpyQ+88wzkX6hLD1ZcoEFFvjxIG27du2iR48eceSRR0Y6EHrsscemLpmv8847L9LTFNPhy8wGNQordV01llm8vOKKK2LauNKB0nSwNB0wTQdgU4KedAB1xRVXLNr95je/iWRX7JyzL+kA81/+8pd47bXXMiNbd911o3v37pl10xaOGzcuPv/882mLfnyfDnf/eNHMb9J9K/dLlOmwbDpkXN8lpYREJ510Utnup556aowcOXK6+vfff7/45y8dbJ6u4r8X6c9mepLhjA5d/7eZ/zedgJEJECBAgAABAgQI5Frg1Vdfjfvvv78kxvQzU/rF1ZIKBQQIEMingKgIECBAoJEE1ltvvdh6663Ljpb2H0455ZRIiV3WXHPNuPrqq+PTTz8t274pKjbddNM499xzf3wdffTRMfvss5dMtcwyy0RKKD9t2/Q+JYBJ+wwlHTIKUkKXG2+8cbqaNNeBBx74YwKWlIglPSAiJf1PSSl23HHH6dpPvTjjjDMi7dNNva75/dj/7u+lfb6//e1vseyyy/64h1UoFCIlvdhkk03irrvuirRfmPYNa/ZP12mfMSWgGTt2bLqs1+uVV14p2V/acsst4/XXXy8m4dl3332L60uJ/Lt16xZT70dKMJP25cpNmpLIvPzyy+WqS8rvueee4v0rqfhvQdpzOf3004trGjBgQKSHLhQKPyQgSvc2PYDikksuibH/ddhggw3+28P/pxVIf47tI04rUvv366yzTqQEUeV6pD/Haa9y2vr0cIsTTzxx2qIf36fPZ/oMFwo/fH5/rPCGAAECBMoJKCdQVQKSz1TV7bJYAgQIECBAgAABAgQqR8BKCBAgQIAAAQIECBAgQIAAgfwL5DfCdHDx8MMPny7xydRoC4VCbLbZZlMvM7+nhCnpoG65A5cbb7xx8Ql9tUn2kQ68/uEPf4j0ZLU55pgjc76//vWv8fTTT2fWTVtYqeuado3l3qdDt88//3ykg6XpgGk6AJuSgKTDe6NGjYoxY8ZEci3Xv5rL04HRdMi53AHmdPA5HQyeZZZZZhrmiy++mNkmJVNKB3kzK5upMN3jrKlSspyUNCerrrZl22+/faQkT1nt00HzP/3pT8Unjqb69OckHV5PB0fT9bSvlAAp/dleZJFFpi32ngABAgQIECBAgEDOBYTXnAIpSW3N+dK/DaSfhWuWuyZAgAABAgQIECAwM4GU1OOPf/xjMbnMzNo++uijsd1228U888wTiy66aBx22GHx+OOPx9dffx15/V9KFJGSsJx22mk/JmBJiWLSAyJSYsiUiGbFFVcsCT/tIZRLPpHMr7rqqjjmmGMyk+jUHCztFyb7bbbZpmZV8TqtI801adKk4nVDvqR9jhRrSjL005/+dIZDpeSX559/fuy1116Z7SZMmBC33nprZl3NwpTQKHlkJf1Pn7fbbrstDjjggGjbtm3NrtNdp+Q4N998c/Tv33+68tZ80bj7iK1vH7FQKMRBBx0Uq666aubHKD0YZPDgwZH2D1OD5J0S0qTkTOl62lf6LJ988snRoUOHaYu9J0CAAAECBHIkIPlMjm6mUAgQINCqBQRPgAABAgQIECBAgAABAgQI5F9AhAQIECBAgECjCHz88cex++67RzrImTXgaqutFunJj1l1U8vSgdOUJGXq9bTf0yHWdOB03nnnnbZ4pu9/9atfxd///vdIh0JrNk6HO88666yY2aHTSl1XzXhqXqckM+npiUsttVTNqh+vF1544air6Y+dK/hNShbzy1/+MtIhxnLL3GOPPWb6mZzat9znumPHjrHAAgtMbdYi37t37172EHa5ddd2oemg9wknnBApaVFWn5Tc6dprry1WpYP0p556avF9zS/7779/bLHFFjWLXRMgQKB5BcxGgAABAgQI5FYgJZZ96qmnSuJbe+21a/XLwiUdFRAgQIAAAQLVf9n8EgAAEABJREFUK2DlBBpRYJlllonhw4dH+rfy2g6bHtRw0kknxeqrr178t/vOnTtHv379Iu3XTJw4sbbDVHS7tGeX9ga6dOmSuc5CoRA9e/Ysxj9tg5SE4pxzzoms5BNpH+/yyy8vJsQvFArTdpvh+5SsIiV6SWvKapj2CJ955pmsqjqVpQda1CbJy9RB02cm9SmXmOOJJ56Y6f5kGuv222+Pxx57LL2d7pW8UtwbbrjhdOUzukjJOVMykHJWM+qbtzr7iD/c0YbuI3bq1CnSZyo98OOHEaf/mv68P/TQQ8XC6667Lq655pri+5pf0p+VlVZaqWaxawIECBAgQCBHAk2SfCZHPkIhQIAAAQIECBAgQIAAAQIEyggoJkCAAAECBAgQIECAAIHqEvj+++/jxhtvjJRcJusp4ymaQqEQgwYNmuHTytKB02HDhkVKCJP6TPuab7754vTTT59h/2nb13y/1VZbRXrSYs3ydJ0Ox7788svpbearUteVudgahX/4wx9ikUUWqVFaGZeNuYqvv/463nnnnbjvvvviqKOOil69ekU6EF7u85jmTm1S21lmmSVdzvCVPgNfffVVZpuUeKZdu3aZdc1VOOecc5Yc4J46d3qK4NT39f2+xBJLRDooX67/iSeeGGPHjo3jjjsuvvzyy5Jm6WD1McccE4VC7Q+LlwyigAABAgQIECBAgAABAjMQyPr5r23btpGSz8ygm6pmEDAFAQIECBAgQKDaBdIe0/XXXx9zzDFHvUJ5//33Iz14YdNNN4255porFlpooTjssMPipZdeirTHFlX2v5Rk4o9//GO99uzSwx7++c9/Zkacktgn68zKmRSmBDRpjzErkX7at7jooosi7fXMZJiy1Wmfo3///nXe50iJOXbdddfMcdP9z9oTnbZx2pu6+OKLpy368X19vWZk9ePgOXtjH7Fp9xHXWWed4jmArI/Nt99+W9xjTPuIf/nLXzL/HG677baR/nxl9VdWXQJWS4AAAQIEZiQg+cyMdNQRIECAAAECBKpHwEoJECBAgAABAgQIECBAgACB/AuIkAABAnUSSE9lfOuttyI9aW+fffaJlBimb9++MXr06LLjbLPNNrHFFluUrU8V6fDtiBEj0tuS13777VdMJlJSUcuCQqEQe++9d6QkGjW7pIOd5Z6yltpW6rrS2mb0SslVNtpooxk1qYi6dOh3lVVWKR7YLRQK9fqentS44IILRu/eveOEE06IV155ZYaxLbbYYpGertetW7cZtpta+cUXX8Tbb7899XK67+3bt6/TE0+n69xIF/PMM0+kBDRZw6UnN2aV17Vs++23Lz5tNKtfOiy+9dZbxy233FJSnQ7jDx06NNIB65JKBQQIECBAgEBzC5iPAAECuRR4+OGHIyupbEo8k35WzGXQgiJAgAABAgQIEGhWgV/96leR/i18zTXXbPC848ePLyZjWHrppYuJ5XffffdI/5bfkOQoNRbVpJe9/7sXk/Z16jPJfffdF2lfrmbflJDnwAMPLO4R1ayr7XXaA0xjZLW/4YYbYsyYMVlVtSpLiTHqu8+x+uqrF+9zzYnSfuvMHiCQPhcPPvhgza7Fvdm99tqr3l4zsiqZrIUL7CM2/AY09T5ioVCIgw46KFKSpqzV3nrrrfHrX/+6+N/QmvVpzzY9AGPWWWetWeWaAAECBAgQyJlAm5zFIxwCFSJgGQQIECBAgAABAgQIECBAgED+BURIgAABAgQIECBAoOkFDj/88OKBxEKh7sk+0lMZu3fvHptttlkMHz48sg6JThtBjx494uSTT55pgo7nnnsuM2lIOhCXktdMO2Z93qc177zzzpld77jjjvj0008z6yp1XZmLnaZw5ZVXjgUWWGCaEm+TQDoYnpIcLbXUUunSq5YC6dBnSuyT9dTQNMRTTz2VvpW8jj766FhttdVKyhUkAS8CBAgQIECAAAECBBoqkH5ZM/2MV3OclCh3k002qVnsmgABAi0gYEoCBAgQyIvAoosuGikRyJVXXhkLL7xwo4SV/j578cUXFx/AkJLR/Otf/4pKT0Lz85//PDOZysxAvv766+KDLbLa9e3bN5JvVl1dyrbbbrtIiWxq9kkPGHjsscdqFtfqet55540Uc60aZzRK+yppjJpV3377bXz11Vc1i6e7vueeeyIlX5mu8L8Xm2++eaTPy3/f1vv/2267bXTp0qXe/fPa0T5i/e5sSs40ePDgmG222UoGSP9Ne/bZZ0vKC4VC8aEijfFnv2RwBQQIEGgRAZMSIDAjAclnZqSjjgABAgQIECBAgACB6hGwUgIECBAgQIAAAQIECBAgQCD/AiJsMoH0y16XXXZZLLLIIjOd49577808ULvBBhtEr169Ztq/Ng222GKLmGOOOUqapicHlnviYaWuqySIGgXpIGyhUKhR2novZ5999khPzku/lOgQY/0+B+lJmMmwtr3Tn9199923mOiqtn20I0CAAAECBAgQINCkAgbPnUD65dz0i6Q1A0s//6dffqtZ7poAAQIECBAgQIBAQwTatm0bKcHJ66+/Hg8//HDxQQ1t2jTOr1G+/PLLkf5dfeutt4633nqrIctssr6FQqHeCefHjx8fI0eOLFnbLLPMEjvssEOj7CWk/Z+NNtqoZI5UkBK5pO91faUkL926datrtx/bt2vXLjp06PDj9dQ3n332WXzyySdTL0u+p2Q9DzzwQEl5Kthyyy0b7JUSKK299tppuHy+6hiVfcQ6gmU0X2eddWLQoEEZNdlFe+65Z2y11VbZlUoJECBAgACB3Ak0zk9NuWMREAECBAg0VEB/AgQIECBAgAABAgQIECBAIP8CIiRAgAABAgTyIbDqqqsWD96ussoqMw0oHaB8+umnM9uttdZakQ6eZlbWsXCxxRbLfBLg559/HqNHjy4ZrVLXVbLQGgWFQiEWX3zxGqWt8zI5XHTRRfHBBx/EwIED6/U0ztYplx319ttvH+lpmNm1/yudZ555ik8rzDpQ/b9W3hEg0NoFxE+AAAECBAgQaIjAe++9Fyn5TM0x0i+8rbHGGjWLXRMgQIAAAQItJGBaAnkUSElo0v7VrbfeGmkv6c4774zddtst0r+NNzTe66+/PlZaaaXMv+s2dOyG9u/YsWMstNBC9RomJexJf4ev2TklQenRo0fN4npdFwqF2HDDDTP7vvLKK5H2AzMrZ1CY1jfnnHPOoMWMq1Lymfnnn3/GjTJqP/3000gJiWpWzTvvvNEYXmnvNX2Go5X/zz5i430ACoVCHHTQQZHOCMxs1PQZPuqoo2LWWWedWVP1BAgQIECAQBUJzGipks/MSEcdAQIECBAgQIAAAQIECBCoHgErJUCAAAECBAgQIECAAAECdRJIBygvvfTSYuKZnj171qrvxIkTY8yYMSVtC4VCLL/88iXl9S1Ih37LrenVV18tGbZS11Wy0BoF9Tj8W2OE6rxs06ZNLLHEErH33nvHVVddFe+++2689tpr0a9fv2jfvn11BlVhq06HQE844YTo2rXrDFd29NFHx2qrrTbDNioJECBAgAABAgQIECDQEIHLLrssJkyYMN0QXbp0iS222GK6MhfTCbggQIAAAQIECBBoZIH07+Ybb7xxXHzxxfHxxx/H22+/Hf/4xz9i6623rndihQ8//DA22WSTuO666xp5tQ0bLv19O+0D1meU9BCIKVOmlHTt1atXNGYi+7QPOPvss5fMM27cuEj7fiUVMylYdNFFo1AozKRV41e/9dZbxX2umiM35B7UHCvtwRYKzR9bzXU017V9xKaX7tSpUwwePDhmm222spOl+3DKKafEIossUraNikYRMAgBAgQIEKgoAclnKup2WAwBAgQIECCQHwGRECBAgAABAgQIECBAgAABAvkXECEBAgSqT2CBBRaIAQMGxKOPPhrvvPNO7LzzznU6UJueCpme4Fcz8vQkwfoeYq05VrouFAqxzDLLpLclrxdffLGkrFLXVbLQGgXJLSXaqVFckZfpyYonnnhiXH311TN8XX755TFw4MBYZZVVysYxefLkSLGnz98222wTnTt3Lts2TxXply3LHZhecsklGz3UlOBnyJAhZQ9bb7755rHvvvs2+rwGJECAAAEC+RMQEQECBAjUV+Ciiy6Kl19+uaR7+nmkWn4eLlm8AgIECBAgQIAAgaoXKBQKseCCC8Yuu+wS11xzTXzzzTfx9ts/JKNJCWpS0oXaBvndd99F//794/HHH69tlyZvl/bs2rVrV695Pvroo8x+Kdl9fcfMGjCNN++885ZUpYQ+48ePLymfWcHcc889syZNUv/+++/Hl19+WTJ2Q+5BzcHSwyyyEvXUbNeS1/YRG67f3PuI66yzTvzpT38qu/D9999f0tiyOioIECBAgEB+BSSfye+9Fdm0At4TIECAAAECBAgQIECAAAEC+RcQIQECBAgQIECAAIEcCvzsZz+Lvfbaq16vdCDs0ksvjZtuuinGjBkTX331Vbz33nsxbNiwWH311aNt27Z1Fkv9P/nkk5J+6dBjSmxTUtGAgnIHWCdNmhQ1n7hYqeuaWfjpIGZdDjDPbLymrE9Pvttwww0jJYuZ0WuHHXaIk046KZ544olIB4QPOeSQyIrx6aefjl/84hfRr1+/+Oyzzxpl6SmhTbmn733wwQeRkhQ1ykT1HCQdPi63hnKf93pO9WO3n//859G9e/cfr6d9s/fee0elH1aedr0/vveGAAECBAgQIECAAIGqELjxxhuLyW9rLna99daLVVddtWaxawIECEwv4IoAAQIECDSjQKHwv2Q0d955Z3z77beRHoYwaNCgSElEZraUlDTi6KOPjnIJ6GfWv7Hr0/5ToVCo17CvvPJKZr8ePXpklte3cNZZZ42f/OQnJd3THmB6iEFJRYUWpP3XrKWl/aq0b5VVV9eylChpvvnmq2u3Zm1vH7Hh3M29j1goFCIl25pjjjlKFp/KfvOb35R9wEVJBwUECBBoiIC+BAhUlIDkMxV1OyyGAAECBAgQIECAQH4EREKAAAECBAgQIECAAAECBAjkX0CETS+w7bbbxrnnnluv1xlnnBE777xz8Ylk6YBjUyW3aCqFcodY33777fjiiy+aatqZjtuY60pJQdq3bz/TOau1QadOneKUU04p/rJhijUrjr///e+x1lprxdixY7Oq61zWrVu3zD6ffvppiyefSU/qTAdHsxZY7nOV1VYZAQIECBAgQIAAgeYWMB+Bugo8+OCDcdttt5V0S780ufnmm5eUKyBAgAABAgQIECBQSQLpAQ5LLbVU/O1vf4t33nknHn744ZkmULz77rvjlltuqYgwFlpooaj0/ae0vqy9o5TM5d13360Ix9os4tVXX61Ns6pp05wLtY84vbZ9xOk9XBEgQIAAAQItIyD5TMu4m5UAAQLNLWA+AgQIECBAgAABAgQIECBAIP8CIiRAgAABAgQItJjAwgsvHI319L7GDKJS19WYMSJuiP4AABAASURBVFbDWKuuumr861//inIJVl544YXYaKONGiUBzdJLL51J8t5778WYMWMy65qrMD0lNWuu9PTA9AuYWXXKCBAgkCGgiAABAgQIECBQ0QLpl3MvvfTSzDX++te/jrnmmiuzTiEBAgQIECAwnYALAgQqRCAloklJ9B955JG44IILYtZZZy27sosvvjhS8pSyDaq4otweTxWHZOkVImAf8YcbYR/xBwdfCRAgQIBAKxSoqJAln6mo22ExBAgQIECAAAECBAgQIJAfAZEQIECAAAECBAgQIECAAAEC+RcQYW0FllhiiUi/fDjPPPNkdnn11Vejf//+8emnn2bW17awZ8+eMfvss5c0nzRpUqQkNyUVzVSQ5n/iiScyZ+vSpUt069Yts04hAQIECBAgQIAAAQIEqk3g9NNPz1zyBhtsECuttFJmXeUXWiEBAgQIECBAgEBrF0hJaPbYY4+47bbbotxeR9oHaOlE+K39Pom/OgXsI06K9N+PrLtnHzFLpSnLjE2AAAECBFq3gOQzrfv+i54AAQIECLQeAZESIECAAAECBAgQIECAAAEC+RcQIQECBAi0mMC4ceNi4sSJzTJ/+/btY5ZZZqnVXJW6rlotPoeNVltttTj//POjTZvsowojRoyIgQMHxnfffVfv6H/6059GemUNcN9990VKApNV19Rl7733Xjz55JOZ06RfvuzUqVNmnUICBAgQIEAgQ0ARAQIECFSswN/+9rf45JNPStbXq1ev2HLLLcP/CBAgQIAAAQIECNRaoEIbpqSKgwYNylzdxx9/HC+99FJmXbUXpocINEcMhUIh8yEDzTF3feYol4go7UdNmTKlPkO22j72Ee0jttoPv8AJECBAgEAFCWSf6KqgBVpKPgVERYAAAQIECBAgQIAAAQIECORfQIQECBAgQIAAAQIECBBoiMCLL76Y2X2++eaLdu3aZdY1R2Glrqs5Ym+MOfr06RN777132aHOO++8GDJkSNT3QG5K4pIOp2ZN8Mgjj0RKApNV19Rlzz33XKRkSFnzbLTRRrVOqJTVv6XLzE+AAAECBAgQIECAAIEkcMUVV8Trr7+e3k73WmCBBWLHHXeMWWeddbpyFwQIVJeA1RIgQIAAgUoSSElejjvuuOJ+w4YbbhgLL7xwpL93LrLIIvHWW2816VILhULssMMOsdBCC2XO01xJWjInr6LCzz//PN54442SFc8+++zRsWPHkvJKLVhwwQUzl/b222/HF198kVlX18Lx48fHhx9+WNduVdnePmLpbbOPWGqihACBphUwOgECrVtA8pnWff9FT4AAAQIECBAg0HoEREqAAAECBAgQIECAAAECBAjkX0CEBJpcoHPnzpkHPj/55JN4//33G3X+zz77LHO8rF9Wq9R1ZQbQygtnmWWWSAfCV1111bISxxxzTDz00ENl62dUUSgUYvvtt49CoVDSbOzYsfHggw+WlDd1QUqkc8stt2Qm1ElPxFx77bWbegnGJ0CAAAECBAgQyJeAaAhUnMCTTz4Z9957b8m62rZtW0w806VLl5I6BQQIECBAgAABAgTqK/DNN99ESmafXiNGjIg333wzPvjgg+LrnXfeqe+wte7XvXv3WGONNTLbl3uIQWbjCixccsklM1fV2El1vvrqq/j2229L5ko/Q6S9pJKKCi1IP+ukhDk1l5c+k42QfKY4bNqHTV7Fi5x/SffePuL/bvI888wT9hH/5+EdAQIECBAg0PQCks80vbEZCBAgkCGgiAABAgQIECBAgAABAgQIEMi/gAgJECBAgAABAvkTaNeuXXTo0KEksIkTJxYP9JZU1LNg0qRJ8corr2T27tGjR0l5pa6rZKEKigKdOnWKoUOHxhxzzFG8rvklHTb+7W9/W++ERiuttFKUOxw9bNiwSJ/XmnM25XU6aH7llVdmTrH66qvH4osvnlmnkACBahGwTgIECBAgQIBA6xZ46aWXir/4m6Ww0047xdJLL51VpYwAAQIECFSZgOUSIFBJAm3atImUpCJq/C8l6Bg5cmSN0sa/THMvuOCCjT9wBYyY9nCylpGS+nz99ddZVfUqGz9+fHz44YclfTt27BgLLLBASXmlFnTt2jXmnXfekuWlZEjvvvtuSXl9CkaPHp35gIP6jFUNfdJn0D7iD3fKPuIPDr4SIECAAIHmFWjds0k+07rvv+gJECBAgAABAgQIECDQegRESoAAAQIECBAgQIAAAQIECDRYYM4554xFF120ZJwpU6bEs88+W1Je34IJEyZE+uW1rP5Zv7T247pqdGjpddVYjstpBFZbbbU4+uijpymZ/u0LL7xQTFCT7uH0NTO/6ty5c2y//faZDe+///644YYbMuuaojCt/7zzzss8QJ3m69evX8w+++zprRcBAgQIECBAgAABAgSqTuC5556L0047LXPdv/rVr2KdddbJrGtwoQEIECBAgAABAgRatUB6UEKvXr0yDe6+++5IDznIrGyGwm7dujXDLE03RUqYXygUSiZ4+eWX49NPPy0pr29B2gfKuk8//elPY6655qrvsM3eLyXLyfosfv7555GSxjR0QWmf6dFHH23oMFXX3z7iD7fMPmJE/EDhKwECBAgQINBMApLPNBO0aQgQIECAAIHpBVwRIECAAAECBAgQIECAAAEC+RcQIQECBAjkT6Bdu3ax4oorZgb273//u9EO86YDrP/5z39K5kmHTRdeeOGS8kpdV8lCFfwoUCgUYt9994111133x7Kab0466aR46KGHahbX6nqXXXaJ9LTJrMZ//vOfY+zYsVlVjV6W1n/OOedkjrvMMsvE+uuvn1mnkAABAgQIVJOAtRIgQIBA6xQYNWpUnHnmmZnBr7HGGvHrX/86s04hAQIECBAgQIBAdQpU0qpntC80YsSISPtMTbnelDRl/PjxmVNk7WNlNqzQwsUWWyxSkv+ayxs3bly8+uqrNYvrdZ38UpKgrM5LLLFEpIdOZNVVYln79u1j9dVXz1zazTffHCl5TGZlLQvff//9aI3JZwoF+4j2EWv5h0QzAgQIECBAoFEFJJ9pVM6qHczCCRAgQIAAAQIECBAgQIAAgfwLiJAAAQIECBAgQIAAAQKNItC7d+8oFEqfeNiYh3nvueeezEQ2Sy65ZJQ7tFup62oU9JwOkp5Mevzxx8dss82WGeG3334bRx11VL2epJmezNm/f//McdPh6DTvd999l1nfWIUpwU1aQ4oja8zf/e53scACC2RVNaRMXwIECBAgQIAAAQIECDS5QPrlx2HDhmXO06NHj9h9990z6xQSINBoAgYiQIAAAQKtXqB3mf2qCRMmxPnnn9/gpB8zAn7zzTczE4LMMssskRJGzKhvpdctuOCCsfLKK5csMyWMueKKKxrFtZxfmjTd1/S9ml6bb7555l5XSrAzZsyYBoVy7733NnkypQYtsAk720e0j9iEHy9DE6gmAWslQIBAswpIPtOs3CYjQIAAAQIECBAgMFXAdwIECBAgQIAAAQIECBAgQCD/AiIkkE+B5ZZbLlISmJrRpcO8V155ZYMPnaYDp//85z9rDl+8XnPNNaNjx47F9zW/VOq6aq7T9fQC66yzTgwaNGj6wmmuHnzwwRg+fHidP1eFQiEGDBgQvXr1mma0/70977zzoikT0Hz66aeREs+kRDf/m/V/79Zdd93Ycccd/1fgHQECBAgQIECAQBULWDqB1iVw3333xUUXXZQZdKdOneLQQw/NrFNIgAABAgQIECBAoDEFVl111VhttdUyhxw6dGjcfPPNmXWNUXjVVVfF22+/XTJUz549y+5LTNt4jjnmiHbt2k1bVDHv07o23XTTzPVcd911MXr06My6uhSW85t33nkzE9/UZeymbZs9+oorrhhZSXPSZ+TCCy+s8x7X1Fk++uijOPXUU6detsrv9hFb5W0XNAECBAgQINCCApLPtCC+qQkQqCABSyFAgAABAgQIECBAgAABAgTyLyBCAgQIECBAgACBRhHo3LlzbLTRRpljDRs2LF588cXMutoUTpkyJc4999x47bXXSprPNttsM0zWUanrKglEwXQChUIh9t9//xk+CfSvf/1rPP3009P1q81Ft27d4rjjjos2bbKPRhx77LFNkoAmJZ7Zc889Y8SIEZnLTJ/llPgmPbExs4FCAgQaJqA3AQIECBAgQIBAkwncfvvtcfnll5cd/4QTTihbp4IAAQIECDSqgMEIEGj1Aunf2Pv165fpMHny5Nhtt93i8ccfz6xvSGEa88QTT8wcYtttt4355psvs27awnnmmSfmnHPOaYsq6v0GG2wQKRFMzUW98847ceaZZ9Y7mUoaL+0Bnn766eltyWvjjTeOHj16lJRXesHss88e5T6LJ510Ujz00EN1DuH777+PP/3pT/HEE0/UuW+eOhQK9hHzdD/FQoAAAQIE6iWgU7MKZJ+watYlmIwAAQIECBAgQIAAAQIEWqOAmAkQIECAAAECBAgQIECAAIHqFdh7770jHYytGcGHH34YBx54YKTkG6murq/rrrsuyv2iWjpwmp4cOKMxK3VdM1qzuogFFligeN/LJYmZMGFC/OEPf4ivvvqqzly//vWvo3///mX7pQQ0O+ywQ3z88cdl29SlYsyYMbHhhhvGNddcU7bbX/7yl0hPaizbQAUBAgQIECBAgAABAgQqUCD9zH7DDTdkrmyhhRaK4cOHZ9YpJECAAAECBAgQINBUAltttVXZ5PZpb6F3795x2WWXRUrk0RhrSIlAttlmm0hj1xyva9euscsuu9QsrtP1Bx98EF9//XWd+jRF4169epV9IMTQoUMj/WxQn3nT/uE+++wTKYlNzf5pj2iPPfaIWWaZpWZVVVxvuummsfrqq5es9dtvv420V5WSFpVUlilIn9eUtCYl+inTpFUV20esrNttNQQIECBAgEC+BSSfyff9FR0BAgQIEKitgHYECBAgQIAAAQIECBAgQIBA/gVESIAAAQIEGk1gmWWWKT4xMmvAESNGxHbbbVfnZB633npr7LrrrpGeRllz3Nlmmy0GDRoU6cmBNeumva7UdU27Ru+zBdKh3Bklibnlllvikksuye48g9JZZ501Tj755EhP6SzXLB2S/ulPfxqXX355vQ+gp8Q46SBwz54948knnyw3Vey1115x8MEHR6FQKNtGBQECBAgQaKCA7gQIECBAoNEF0i/s3nnnnZnjrrHGGsWEoZmVCgkQIECAAAECBJpKwLj/FZhZUoovv/wydt5552JC+GeffTamTJny3151//8XX3wRJ554Yqy99trx5ptvZg5wyCGHxBJLLJFZV9vClCj/s88+q23zJmtXKBTit7/9bcw333wlc6R9vB133DGuvvrqOnmmxDN77rlnpH3EkkH/W7D11lvHeuut99931fn/Dh06RHr4QEqiUzOClKyotomQ0v1PSXiOPPLImsO06mv7iK369gueAAECBAgQaEYByWflx0htAAAQAElEQVSaEbv2U2lJgAABAgQIECBAgAABAgQI5F9AhAQIECBAgAABAgQIEKhegUKhEIceemikJx9mRXHXXXcVD+Cmg7xZ9dOWpaQd6cBueupfOgQ8bd3U9ynxzDrrrDP1suz3QqEy11V2wSp+FEhJYtJB2sUWW+zHsppv/vznP8drr71Ws3im1+nA71VXXRXpYG+5xukw70477RRLLrlkXHzxxZEOQZdrO235e++9FynpTJcuXeKwww6L7777btrqiPjf5TbbbFNMhJNi/V+pdwQIECBAgAABAgQIEKhcgfQz+4UXXhj3339/5iLTL4juvvvumXUKCbQuAdESIECAAAECLSWwxRZbxF//+tcZTv/oo4/GCiusED169Ijhw4dH+rf9GXb4b2X69/4XXnghDjrooJh//vnjiCOOKLsHkBLgp8Qq/+1Wq//POeecsfDCC5e0fffdd+PKK68sSeryySefxKRJk0raN2VBeuDD4YcfnjlFskkPokjJVtLPDJmNpil88cUXi4llrrnmmmlK//e2a9euccIJJ0S1759suOGGkfa6/hfZ/96lPdCUCCntQ6XP4FtvvfXjAxG+/vrreP7554uftbTf9Pe///1/Hb0rCqTPRrK1j1jk8IUAgRYVMDkBAgTyLSD5TL7vr+gIECBAgAABAgRqK6AdAQIECBAgQIAAAQIECBAgkH8BERIg0KgC3bp1i0suuSTmmWeezHFffvnl4kHe1VZbrfj0w/fff//Hw7LpUOqrr75aPEi6yCKLFA/spiclZg2UDuymRDeFQiGruqSsUtdVslAFJQKLLrpoHHvssSXlUwveeeedOP7448se7p7aLuv7vPPOG9dff32kBDBZ9VPLRo8eHekXJ9PnOq1nt912KyaXSQeip77++Mc/Rt++fSONmQ4Bp6QzKXnN1DGyvvfr1y9SUpuUCCerXhkBAgQIECBAgEAjChiKAIFGEUgJZU899dR47LHHMsdLv1y78cYbZ9YpJECAAAECBAgQINBcAoVCIQ4++ODYa6+9Zjpl2gPYZ599Iv3b/myzzRaLL754bL/99rH33nv/+EoJRBZccMFI9csuu2ycfvrpMaMEKymhzQUXXBB1+ff/lEhj7rnnzlxvSrCx/vrrRxozvTbaaKNYZZVV4oMPPshs35SFBxxwwAxd035Jp06diklTUvKUlERl6nomTJgQd9xxR2y66aaREtk8/fTTU6um+96mTZsYOnRoLLHEEtOV1+qiwhoVCj88JCPtbZZb2tTPYPfu3WOWWWaJQqEQs88+eyy33HKZn7Xkk+rKjdeayhe1j9iabrdYCRAgQIAAgRYSkHymheBNS4DAjAXUEiBAgAABAgQIECBAgAABAvkXECEBAgQIECBAgED1C6TEMungazokWy6aJ554ItLTDzt37hzpgGShUCge2O3Zs2ccddRRMzws27t377jqqqvqdGA3raNS15XW5jVjga233jo233zzso1SwqPrrruubP2MKtLB78suuyzSkzhn1G5q3dixYyM9XTIll9l2221j6uvPf/5z3HjjjZGeNDq1bbnv6TN/2mmnxfnnnx/t27cv10w5gVwLCI4AAQIECBAgQKC6BL7//vtIP3edddZZMW7cuMzFH3jggbHqqqtm1ikkQIAAgdYpIGoCBAi0pEDap0p/fz3kkENqvYz0oITXX3+9uA913nnnxdTXiBEjIiXDr81AKSnMv/71r0gPWqhN+6lt2rVrFyuuuOLUy5Lv9913X6Rkj+l1zz33xLvvvhvjx48vadfUBcn15JNPjk022aTsVCkxT0rQkxKkpCQqhUKhmFClY8eOxcQzKQFNuc5pDyXt22y11VblmlRdedqLuvbaa2doVtugkk+y3WmnnWrbJfft7CPm/hYLkAABAgSqQMAS8y3QJt/hiY4AAQIECBAgQIAAAQIEaimgGQECBAgQIECAAAECBAgQIJB/gSaJMB0ITQdH55tvvkYdv1+/fnHzzTfHvPPOW69xK3Vd9QqmFXVKB5NPPPHEKPd5mjJlSvzpT3+Kt956q14q6aD00UcfHeng9uKLL16vMWrbKf0i5nPPPRfplzLbtm1b227aESBAgAABAgQIECBAoKEC9e7/8ssvx+DBg+POO+/MHGOhhRaK9DPV0ksvnVmvkAABAgQIECBAgEBLCaR//0+JUq644oqYe+65m3wZu+66a6RENd26dYv6/C/tY80xxxy16vrll1+2SPKZtLiUTOWaa66JtG+XrhvrlfaB7r777th+++2LyWoaa9xKGCeZpYSehx56aL2Xkz7D6UEI++23X1mf1vhzmX3Eko+UAgIECBAgQIBAowpIPtOonAYjQIAAAQKNJWAcAgQIECBAgAABAgQIECBAIP8CIiRAgAABAvkRWH/99SMl2dhyyy0bHNT8888f6WDwhRdeGO3bt2/QeJW6rgYF1Qo6L7PMMnH44YeXjTT9MuTxxx8fkyZNKttmZhW/+MUvip/ZCy64INJnbmbt61Lfq1evuOuuu+KRRx6J1njwty5W2hIgQKB1CIiSAAECBAhUh0BKADtkyJAYPXp05oLTzzf7779/dO/ePbNeIQECBAgQIECgdQuIvhIECoVCMZnJm2++GSnxR0pI09jrSnsAKenMxRdf3KAkNyuvvHL88Y9/rPXyXnzxxVq3beyGab8u7dul/buUFKWh42+77bbFPZq0j9fQsSq1f0qSkpIhvfDCC7HRRhvVaZkp0U/qt/nmm5dNPFOnAXPW2D5izm6ocAgQIECAAIGKEpB8pja3QxsCBAgQIECAAAECBAgQIEAg/wIiJECAAAECBAgQIECAAIEGCXTp0iWuvfbaePTRR2OTTTap81gpAUhKBDJ27NjiweBCoVDnMbI6VOq6staq7H8Ce+65Z6y77rr/K6jx7txzz4177723RmktLqdpkg7+7rHHHvH222/HTTfdFGusscY0tXV7mw6wTz0MnA6Ap4PEbdu2rdsgWhMgQIAAAQIECBAgQKAFBFKymZR05pZbbik7+5prrhm//e1vo2PHjmXbqCBQUQIWQ4AAAQIECLRqgZQgJSX++OSTT+Kiiy6KJZdcskEebdq0ic022ywefvjheP755yMlTSkUGraPVSgU4pBDDonTTz890h7DzBb46quvzqxJk9YXCv9L7PO3v/2tXon900Ms0gMGrrrqqkj7d0264AoZPCXxTA8sePfdd+P888+PDTbYoMQuJfdZffXVi/Uffvhh8TPbrVu3ComgMpdhH7Ey74tVEWgRAZMSIECAQKMKSD7TqJwGI0CAAAECBAgQaCwB4xAgQIAAAQIECBAgQIAAAQL5FxAhAQI/CHTt2jXGjh0bU6ZMKXkddthhPzSqkq+FQiHS4cjbb789JkyYEOnw6E477RSLLrpopIO504aRks2ktqecckq88cYb8d5770VKBJISgkzbrjHeFwotu65y9/i+++6LOeecszFCbLQxtthii5LPYfpsfvHFF/Gzn/2s0eaZ2UAdOnSIBx54IHMtaT3ff/99nZ8UWW7OdKg7xf3II4/EV199VUxq84c//KH4WU73rma/1L579+7Rp0+fOOussyIlm0n90gH2dIi4UGjYgfOa8zXkOq2/3H9fUswNGVtfAgQIECBAgEBtBbQjQKByBe68884YPHhwpF8AzVrlPPPME7/5zW8iJducbbbZspooI0CAAAECBAgQIFCxAimpR/q7bPr7bvp3/MceeyxS4pTtttsuFltssbLJFdO/rackIWmvIPVJeyS33nprrLXWWtGYiefTWAcccEBxnzCta4UVVpguEU1af1rHP/7xj+Lf22tCp32btLa0bzLt65JLLqnZtNGuU2KfQYMGxTvvvFPcH0lGab8vJaqcdpK0l5KMd9ttt0j7hsn/uuuua3AioLR3Om2sU9+n8mnnr+v7tF+X9u2mjjf1e/JNznUdr2b7zp07R//+/eOee+6J999/f7r9r4kTJxYf7pHqO3XqVLNrpD2xksL/FrREgpq0tzTVZtrvjeX037Bq9X/7iLVimmmj9NlO927ae5nep7JUN9MBNCBAgAABAgRyJyD5TO5uqYAINImAQQkQIECAAAECBAgQIECAAIH8C4iQAAECBAgQIECAQKMKpEN/2267bfzzn/8sJpdJByPTYbWpr3Sw8tFHHy0+1XHRRReNQqF5EnZU6roaFd9g9RZo165drLfeenHssccWD/qOHz9+ugPA6fP77bffxrhx4+KGG26IfffdN5ZaaqlGPWwe/kegaQWMToAAAQIECBAgQKD4M01Kppl++TP9vJ5Fssoqq8Tvf//7WGeddbKqlREgQIBAZQtYHQECBAjUEEj//r/aaqtFSpxy5ZVXxujRo+Pjjz8u2QNI+wBpbyAlCUl7BalP6ltjuEa9TMlu0rqefvrpSHsQaQ3plZKSpHXssssukfa3GnXSBg6WEuek/ZFklPb7alqmOJLxxRdfHJtsskk0tWEDw6no7q+88krm+lIioMwKhU0mkD7H9hGbjNfABAgQIFA/Ab0INKqA5DONymkwAgQIECBAgAABAgQINJaAcQgQIECAAAECBAgQIECAAIH8C4iQAAECBAgQIECAAAECBAgQyL9AZUV41113xamnnhrPPvts5sLmmGOO2GGHHWKvvfaKzp07Z7ZRSIAAAQIECBAgQIAAAQJNLzBp0qT44osvSiZKP7ctuOCCJeUKWlrA/AQIECBAgACB6haQfKa675/VEyBAgEBzCZiHAAECBAgQIECAAAECBAgQyL+ACAkQIECAAAECBAgQIECAAIH8C4iQAAECBAi0UoHnnnsuTj755Lj22mvjq6++ylRYfvnl4+CDD47evXtn1iskQIAAAQIECFSNgIUSIECgmQRuvvnmmHfeeWONNdaIQYMGxfXXXx9jx46Nr7/+usErmDBhQrz00ksl43Ts2FGy0BIVBQQIECBAgAABAg0VqMrkMw0NWn8CBAgQIECAAAECBAgQIECg8gWskAABAgQIECBAgAABAgQIEMi/gAgJECBAgAABAgQIECBAoGkFPvzww7jsssvizDPPjNdeey1zsllmmSW22mqr2G+//WLhhRfObKOQQEME9CVAgAABAgQIECCQV4GUCObzzz+Pxx57rJjwM/1steiii8bvfve7Bof89NNPZyaf+elPfxodOnRo8PgGIECAQGMLGI8AAQIEqltA8pnqvn9WT4AAAQIECBBoLgHzECBAgAABAgQIECBAgAABAvkXECEBAgQIECBAgAABAgQIECCQfwEREiDQigTuvffe4i8/3n///WWj7tWrV/z+97+PX/7yl2XbqCBAgAABAgQIECBAoOoELLiZBOaaa66YffbZS2ZLyT8nTpxYUl7bgkmTJsUFF1wQU6ZMKemy0korRZq3pEIBAQIECBAgQIAAgQYISD7TADxdCbScgJkJECBAgAABAgQIECBAgACB/AuIkAAB39fyeQAAEABJREFUAgQIECBAgAABAgQIEMi/gAgJECBAgAABAgQINL7Ayy+/HKeddlpcccUVMWHChMwJZptttthiiy3i4IMPjsUXXzyzjUICBAgQaCwB4xAgQIAAAQJ5FejSpUvMP//8JeE98sgjMWrUqJLy2hbcdtttcdVVV5U0LxQKsdlmm5WUKyBAgAABAgQqQcAaCFS3gOQz1X3/rJ4AAQIECBAgQIAAgeYSMA8BAgQIECBAgAABAgQIECCQfwEREiBAgAABAgQIECBAgAABAvkXyHGEn376aVx55ZUxZMiQeOmll8pG+rOf/SwOPfTQ2Hzzzcu2UUGAAAECBAgQIECAAAECMxfo1KlTrLbaaiUNv/322zj22GMj/ZxWUjmTgieffDL69+8fkydPLmmZ5lpzzTVLyhVkCCgiQIAAAQIECBCok4DkM3Xi0pgAAQIEKkXAOggQIECAAAECBAgQIECAAIH8C4iQAAECBAgQIECAAAECBAgQyL+ACAkQIECAAIHGEXjwwQfj5JNPjn/9619lB1xwwQVj9913j7333jsWWWSRsu1UECBAgAABAgQaW8B4BAgQyKvALLPMErvttlsUCoWSEEeMGBHrrbdevPjiiyV1WQXff/99XHbZZfGLX/wiPvzww5Imbdq0iSOPPDI6dOhQUqeAAAECBAgQIECAQEMFGiP5TEPXoD8BAgQIECBAgAABAgQIECBQ+QJWSIAAAQIECBAgQIAAAQIECORfQIQECBAgQIAAAQIECBAgUGUCo0ePjrPOOisuvfTS+OCDD8qu/pe//GUMHDgw1lhjjbJtVLQaAYESIECAAAECBAgQINCIAilZzK9+9avMEZ9++ulYZpllYtNNN42bb7453n///ZgyZcqPbSdOnBjPP/98nHDCCbHkkkvGzjvvHF9++eWP9dO+6d+/f3Gcacu8J0CAwAwEVBEgQIAAgToJSD5TJy6NCRAgQIAAAQKVImAdBAgQIECAAAECBAgQIECAQP4FREiAAAECBAgQIECAAAECBAjkX0CEBAgQqJ9A+mXE6667Lk466aR49tlnyw6y/PLLx6BBg2KrrbaKOeaYo2w7FQQIECBAgAABAgQINKWAsfMsMPvss8eZZ54ZPXr0KBvmHXfcEb/+9a+jc+fO0aZNmygUCsXXXHPNFcstt1wcddRRkZKLlhtgk002iZNPPjlmnXXWck2UEyBAgAABAgQIEGiQQJsG9daZAIEfBHwlQIAAAQIECBAgQIAAAQIE8i8gQgIECBAgQIAAAQIECBAgQCD/AiIkQIAAAQIECBAgUAUCjz76aDHpzJ133ll2tfPNN1/ssssusd9++8Xiiy9etp0KAgQItEoBQRMgQIAAAQIEGllgkUUWiauuuiq6d+/eyCNH9OvXL6655pro0KFDo49tQAIECBAgkGsBwREgUCcByWfqxKUxAQIECBAgQIAAAQKVImAdBAgQIECAAAECBAgQIECAQP4FREiAAAECBAgQIECAAAECBAjkX0CEtRcYO3ZsDB8+PC666KJ45513ynbcYIMNYtCgQbHuuuuWbaOCAAECBAgQIECAAAECBBpXYMUVV4zHH388ttxyy0YZeO65547LLrsszj///Gjfvn2jjNmSg5ibAAECBAgQIECgsgUkn6ns+2N1BAgQqBYB6yRAgAABAgQIECBAgAABAgTyLyBCAgQIECBAgAABAgQIECBAIP8CIiRAgAABAgQqUODbb7+Nm2++OU4++eQYOXJk2RUutdRScdBBB8V2220XHTp0KNtOBQECBAgQINDqBQAQIECAQBMJdOnSJa699tp49NFHY4011qjXLPPPP3/87W9/izfffDN23HHHaNu2bb3G0YkAAQIECBAgQKDVC9QJQPKZOnFpTIAAAQIECBAgQIAAAQIEKkXAOggQIECAAAECBAgQIECAAIH8C4iQAAECBAgQIECAAAECBFq7wJNPPllMOnPLLbfEd999l8kxzzzzxPbbbx8p8UxKQJPZSGEFC1gaAQIECBAgQIAAAQJ5EigUCrH66qvHI488EhMmTIibbrop9t5771hyySWjffv2JaF27do1Nthgg2LCmRdffDHeeeedGDRoUMw999wlbRUQIFDNAtZOgAABAgQqW0Dymcq+P1ZHgAABAgQIVIuAdRIgQIAAAQIECBAgQIAAAQL5FxAhAQIECBAgQIAAAQIECBAgkH8BERIgQKBCBMaPHx8XXnhhnHfeeTFu3Liyq/r5z38eAwcOjPXXX79sGxUECBAgQIAAAQIECNQQcEmgmQQ6dOgQW2yxRQwfPjxefvnlmDhxYkyZMmW6V/r575577ikmnEkJRdu2bdtMqzMNAQIECBAgQIAAgf8JSD7zPwvvciQgFAIECBAgQIAAAQIECBAgQCD/AiIkQIAAAQIECBAgQIAAAQIE8i8gQgIECBAgQIAAAQKtTeD777+P22+/PU4++eR47LHHyoa/xBJLxH777Rc777xzzDfffGXbqSBAgEA1CFgjAQIECBAgQIAAAQIECBAgkH8BERIgUNkCks9U9v2xOgIECBAgQIAAAQLVImCdBAgQIECAAAECBAgQIECAQP4FREiAAAECBAgQIECAAAECBAjkX0CELSjwzDPPxODBg+OGG26IL7/8MnMl7du3j6222ioGDhwYyy+/fGYbhQQIECBAgAABAgQIECBAYCYCqgkQIECAAAECBAhMJyD5zHQcLggQIJAXAXEQIECAAAECBAgQIECAAAEC+RcQIQECBAgQIECAAAECBAgQIJB/ARESIECAAAECrUHg/fffj3/84x9x9tlnx+jRo8uGvMYaaxSTzvzyl78s20YFAQIECBAgUI0C1kyAAAECBAgQIECAAAECBAjkX6CyI2xT2cuzOgIECBAgQIAAAQIECBAgUCUClkmAAAECBAgQIECAAAECBAjkX0CEBAgQIECAAAECBAgQIECgkQXuueeeOPnkk+Ohhx4qO/IiiywSAwYMiN133z26du1atp2KRhIwDAECBAgQIECAAAECBAgQIJB/ARESIECAAAEC0wlIPjMdhwsCBAgQIEAgLwLiIECAAAECBAgQIECAAAECBPIvIEICBAgQIECAAAECBAgQIEAg/wIiJECAQF4FXnjhhTj11FPj6quvjs8++ywzzFlnnTW22GKLOOyww2LllVfObKOQAAECBAgQIECAQB4ExECAAAECBAgQIECAAAECLSsg+UzL+reW2cVJgAABAgQIECBAgAABAgQI5F9AhAQIECBAgAABAgQIECBAgED+BURIgAABAgQIECBAgEADBT755JO44oor4owzzohXXnml7GirrLJKDBo0KDbffPNo27Zt2XYqCBAg0AQChiRAgAABAgQIECBAgAABAgTyLyBCAgQITCcg+cx0HC4IECBAgAABAgQI5EVAHAQIECBAgAABAgQIECBAgED+BURIgAABAgQIECBAgAABAgQI5F9AhHkSuP/+++Pkk0+Oe++9t2xYCy64YOy+++6x1157xcILL1y2nQoCBAgQIECAAAECBAgQyJOAWAgQIECAAAECBAi0rIDkMy3rb3YCBFqLgDgJECBAgAABAgQIECBAgACB/AuIkAABAgQIECBAgAABAgQIEMi/gAgJECBAgAABAvUQ+M9//hNDhw6Nyy67LD766KPMEQqFQmyyySYxaNCgWGONNTLbKCRAgAABAgSaScA0BAgQIECAAAECBAgQIECAQP4FRDidgOQz03G4IECAAAECBAgQIECAAIG8CIiDAAECBAgQIECAAAECBAgQyL+ACAkQIECAAAECBAgQIECAQCULfP7553HNNdfE4MGD4/nnny+71BVWWCEGDhwYW265Zcw+++xl27XWCnETIECAAAECBAgQIECAAAEC+RcQIQECBAgQINCyApLPtKy/2QkQIECAQGsRECcBAgQIECBAgAABAgQIECCQfwEREiBAgAABAgQIECBAgAABAvkXECEBAgQI1FLg3//+d5xyyilx9913l+0x//zzxy677BL77rtvLL744mXbqSBAgAABAgQIECDQzAKmI0CAAAECBAgQIECAAIFWJiD5TCu74T+E6ysBAgQIECBAgAABAgQIECCQfwEREiBAgAABAgQIECBAgAABAvkXECEBAgQIECBAgAABApUm8MYbb8SwYcPikksuiXfffbfs8jbYYIMYNGhQrLvuumXbqCBAgMAPAr4SIECAAAECBAgQIECAAAEC+RcQIQECBFpWQPKZlvU3OwECBAgQIECAQGsRECcBAgQIECBAgAABAgQIECCQfwEREiBAgAABAgQIECBAgAABAvkXECGBMgJfffVV3HjjjXHSSSfFqFGjyrSKWGqppeLggw+O7bbbLuaee+6y7VQQIECAAAECBAgQIECAQAsKmJoAAQIECBAgQIBAKxOQfKaV3XDhEiDwg4CvBAgQIECAAAECBAgQIECAQP4FREiAAAECBAgQIECAAAECBAjkX0CEBAgQIECAAIFKEHj88cfj5JNPjttuuy0mT56cuaR55pkndthhhzjooIOiV69emW0UEiBAgAABAtkCSgkQIECAAAECBAgQIECAAIH8C4iwZQUkn2lZf7MTIECAAAECBAgQIECgtQiIkwABAgQIECBAgAABAgQIEMi/gAgJtIjAO++8E6NGjcp8Pffcc/HZZ5+1yLpMSoAAAQIECBAgQIBA/gXefPPNuOCCC4qvt99+u2zAP//5z2PQoEHRu3fvsm2qqMJSCRAgQIAAAQIECBAgQKARBD7//POS/a2079UIQxuCQGMIGIMAAQIECBBoZQKSz7SyGy5cAgQIECDwg4CvBAgQIECAAAECBAgQIECAQP4FREiAAAECBAgQaB0CXbt2jffeey+GDx8ew4YNm+515plnxtFHHx2PPvpo68AQJQECBAi0QgEhEyBAgEBLCHz33Xdx2223xcknnxyPP/542SX06NEjfve738XOO+8cnTp1KttOBQECBAgQIECAAIEZC6glQCCPAuPHj59uXyvtcz355JN5DFVMBAgQIECAAAECVSAg+Uwl3CRrIECAAAECBAgQIECAAAECBPIvIEICBAgQIECAAAECBAgQIECgyQQ22WSTOPjgg6N9+/Ylc3zzzTdx0UUXxXXXXRfff/99SX2jFhiMAAECBAgQIECAAIHcC4waNSpOOeWUuPHGGyP9vJEVcPrZZKuttopDDz00lltuuawmyggQqGYBaydAgAABAgQIECBAgAABAgTyLyBCAgQItDIByWda2Q0XLgECBAgQIECAwA8CvhIgQIAAAQIECBAgQIAAAQL5FxAhAQIECLQugSWXXLL4i51du3bNDPzOO++M888/P7777rvMeoUECBAgQIAAAQLVKWDVBJpL4J133omLL744hg0bFmPGjCk77ZprrhkDBw6MX/7yl2XbqCBAgAABAgQIECBAgACBugloTYAAAQIECC9rxtAAABAASURBVBAgQIBA0wpIPtO0vkYnQKB2AloRIECAAAECBAgQIECAAAEC+RcQIQECBAgQIECAAAECBJpcYMEFF4xDDjkkVl111SgUCiXzjRw5MoYMGRLjxo0rqVNAgECjCBiEAAECBAgQIJA7gSlTpsRdd90Vp5xySjzyyCNl41t00UVjwIAB0a9fvyiXFLNsZxUECBAgQKC6BKyWAAECBAgQIECAAAECBAgQyL+ACFuZgOQzreyGC5cAAQIECBAgQIAAAQI/CPhKgAABAgQIECBAgAABAgQI5F9AhARap8Bcc80Ve+yxR2y44YaZCWhGjx4dw4YNi1dffbV1AomaAAECBAgQIECAAIFaCzz//PMxePDguPbaa2PixImZ/WabbbbYYost4rDDDouVV145s03TFhqdAAECBAgQIECAAAECBAgQyL+ACAkQIECAAAECTSsg+UzT+hqdAAECBAjUTkArAgQIECBAgAABAgQIECBAIP8CIiRAgAABAgQIEGg2gTZt2sQ222wT++67b3To0KFk3o8++iiGDh0at99+e0yZMqWkXgEBAgQIEKi3gI4ECBAgkAuBDz/8MP75z38Wf26YUeLKVVZZJQYNGhSbb755pJ9DchG8IAgQIECAAAECBGYuoAUBAgQIECBAgAABAgQIEMiZgOQzGTdUEQECBAgQIECAAAECBAgQIJB/ARESIECAAAECBAgQIECAAAEC+RdYfvnl4ze/+U106tQpav7vm2++iZtuuiluvPHGSO9r1rsmQIAAAQIECBAgQKB1Ctx7771x8sknxwMPPFAWYMEFF4w99tgj9tprr+jevXvZdioIEGgeAbMQIECAAAECBAgQIECAAAEC+RcQIQECBAg0rYDkM03ra3QCBAgQIECAAIHaCWhFgAABAgQIECBAgAABAgQI5F9AhAQIECBAoEUElltuuRg0aFAstdRSJfNPnjw5br/99jj99NPjk08+KalXQIAAAQIECBAgUGcBHQhUrcDLL78cp512WlxxxRUxYcKEzDgKhUJsuummcfjhh8fqq6+e2UYhAQIECBAgQIAAAQIEWoGAEAkQIECAAAECBAgQyJmA5DM5u6HCIdA4AkYhQIAAAQIECBAgQIAAAQIE8i8gQgIECBAgQIAAAQIECLQegXnmmSd23333WHvttTODHj16dJx99tnxxhtvZNYrJFC9AlZOgAABAgQIECAwM4GUaOaqq66KIUOGxEsvvVS2+QorrBADBw6Mvn37xk9+8pOy7VQQIECAAIHmFzAjAQIECBAgQIAAAQIECBAgkH8BERJoWgHJZ5rW1+gECBAgQIAAAQIECBConYBWBAgQIECAAAECBAgQIECAQP4FREiAQIsKdOjQIXbdddfiL4oWCoWStYwbNy4GDx4cTzzxREmdAgIECBAgQIAAAQIE8inw4IMPximnnBIjRowoG+ACCywQv/nNb2LfffeNxRdfvGy7Hyu8IUCAAAECBAgQIECAAAECBPIvIEICBAgQIECAQM4EJJ/J2Q0VDgECBAg0joBRCBAgQIAAAQIECBAgQIAAgfwLiJAAAQIECBAgQKB1Cmy66abRv3//mHXWWUsAvvvuu7jwwgvjnnvuKalTQIAAAQLVKWDVBAgQIEAgS+C1116Ls846Ky699NL44IMPspoUyzbYYIM47LDDYp111ile+0KAAAECBAgQIFCZAlZFgAABAgQIECBAgAABAgQINEygGpLPNCxCvQkQIECAAAECBAgQIECAAIFqELBGAgQIECBAgAABAgQIECBAIP8CFRPhqquuGocffnh06dKlZE2TJ0+Oq6++Os4777z4+uuvS+oVECBAgAABAgQIECBQvQKff/55XHfddXHKKafEs88+WzaQpZdeOg4++ODYbrvtYs455yzbTgUBApkCCgkQIECAAAECBAgQIECAAIH8C4iQAAECBHImIPlMzm6ocAgQIECAAAECjSNgFAIECBAgQIAAAQIECBAgQCD/AiIkQIAAAQKtW6Bbt26x//77R48ePTIhnnzyyTj33HPj008/zaxXSIAAAQIECBCoDgGrJEBgqsCjjz4ap556atx5550xZcqUqcXTfe/YsWPssMMOceCBB0avXr2mq3NBgAABAgQIECBAgACByhWwMgIECBAgQIAAAQIECDRMQPKZhvnpTaB5BMxCgAABAgQIECBAgAABAgQI5F9AhAQIECBAgAABAgQIECDQ7ALzzTdf/P73v48NN9wwc+4XXnghjjvuuBg9enRmvUICdRbQgQABAgQIECBAoNkFxowZU0wsedFFF8X48ePLzv/zn/88DjvssOjdu3fZNioIECBAgECtBDQiQIAAAQIECBAgQIAAAQIE8i8gQgI5E5B8Jmc3VDgECBAgQIAAAQIECDSOgFEIECBAgAABAgQIECBAgACB/AuIkAABAkmgTZs2sfXWW0efPn2iXbt2qWi612effVb8RdXHH388pkyZMl2dCwIECBAgQIAAAQIEKlfg66+/jptvvjlOOeWUeOqpp8outEePHrH//vvHzjvvHB07dizbTgUBAgQIECBAgAABAgQIECBQuQJWRoAAAQIECBAg0DAByWca5qc3AQIECDSPgFkIECBAgAABAgQIECBAgACB/AuIkAABAgQIECBAgECLCaQENJtttlnsueeeMdtss5WsY8KECXHBBRfETTfdJAFNiY4CAgQI1ElAYwIECBAg0CwCTz75ZAwePDhuueWW+O677zLnbN++fTER5aGHHhrLLrtsZhuFBAgQIECAAAEC9RLQiQABAgQIECBAgAABAgQIEKgygXokn6myCC2XAAECBAgQIECAAAECBAgQqIeALgQIECBAgAABAgQIECBAgED+BURYU2C55ZaLQw45JJZYYomaVcXr22+/PYYPHx6fffZZ8doXAgQIECBAgAABAgQqS+Ctt96Kiy66KM4777wYN25c2cWttdZacdhhh8XGG29cto0KAvkREAkBAgQIECBAgAABAgQIECCQfwEREiBAgACBhglIPtMwP70JECBAgAABAs0jYBYCBAgQIECAAAECBAgQIEAg/wIiJECAAAECBCpCYNFFF4199903ll122ZL1TJkyJUaNGhUXXHCBBDQlOgoIECBAgACBWgloRIBAkwhMmjQp7rjjjhg8eHA8+uijZedIf98fMGBA7LbbbtG5c+ey7VQQIECAAAECBAgQIECgQQI6EyBAgAABAgQIECBAoMoEJJ+pshtmuZUhYBUECBAgQIAAAQIECBAgQIBA/gVESIAAAQIECBAgQIAAAQKtV6B9+/bxu9/9Ln79619HoVAogXj55Zfj2GOPjRdeeKGkTkF1CVgtAQIECBAgQIBA9Qs888wzceqpp8b1118fX375ZWZAP/nJT4p/vz/iiCNi5ZVXzmyjkAABAgTyKyAyAgQIECBAgAABAgQIECBAIP8CIiRAoGECks80zE9vAgQIECBAgAABAgSaR8AsBAgQIECAAAECBAgQIECAQP4FREiAAIGKEigUCvGrX/0qdthhh8wENBMnTozhw4fHE088UVHrthgCBAgQIECAAAECFS7QaMt777334h//+EecffbZMXr06LLjrrrqqjFo0KDi3+/LNlJBgAABAgQIECBAgAABAgQINKaAsQgQIECAAAECBKpMQPKZKrthlkuAAIHKELAKAgQIECBAgAABAgQIECBAIP8CIiRAgAABAgQIECBAIAmst956cfDBB0eHDh3S5XSvb775Js4///y48cYbY9KkSdPVuSBAgEB1CFglAQIECBCoPoEpU6bEiBEjYvDgwfHQQw+VDWChhRaKPfbYI/bcc8/o1q1b2XYqCBAgQIAAAQL5FxAhAQIECBAgQIAAAQIECBAgkH+BhkUo+UzD/PQmQIAAAQIECBAgQIAAAQLNI2AWAgQIECBAgAABAgQIECBAIP8CIqxYgSWXXDIOOeSQ6Nq1a+Yab7vttrj44ovju+++y6xXSIAAAQIECBAgQIBA4wi8+OKLcdppp8VVV10Vn376aeagbdq0iU033TQOP/zwWH311TPbKCTQogImJ0CAAAECBAgQIECAAAECBPIvIEICBAgQIFBlApLPVNkNs1wCBAgQIECgMgSsggABAgQIECBAgAABAgQIEMi/gAgJECBAgAABAtMKdO7cuZiAZrXVVotCoTBtVfH9E088EaeeemqMGTOmeO0LAQIECBAgUB0CVkmAQHUIfPjhh3HFFVfE6aefHi+//HLZRa+wwgoxaNCg6Nu3b8w222xl26kgQIAAAQIECBAgQKB1CYiWAAECBAgQIECAAAECBGYsIPnMjH3UVoeAVRIgQIAAAQIECBAgQIAAAQL5FxAhAQIECBAgQIAAAQIECBBocYG55por+vXrF717985MQPP666/HeeedF//5z39afK1VugDLJkCAAAECBAgQIFAicP/998fgwYPj3nvvLambWrDAAgvErrvuGvvuu2/89Kc/nVrsOwECBAhUpoBVESBAgAABAgQIECBAgAABAvkXECEBAlUmIPlMld0wyyVAgAABAgQIECBQGQJWQYAAAQIECBAgQIAAAQIECORfQIQECBAgkCXQtm3b2H777WPPPfeMlIymZpsPP/wwzjjjjLj99ttrVrkmQIAAAQIECBAgUIEClbukV155Jc4888y47LLL4uOPPy670A033DCOOOKIWHvttcu2UUGAAAECBAgQIECAAAECBFq3gOgJECBAgAABAgQIzFhA8pkZ+6glQIBAdQhYJQECBAgQIECAAAECBAgQIJB/ARESIECAAAECBAgQIFBRAqusskr069cvunTpUrKu7777Lm6++ea49tpr4+uvvy6pV0CAAIGyAioIECBAgACBmDBhQvHv0qeeemo899xzZUWWWWaZOOSQQ2LbbbeNOeaYo2w7FQQIECBAgACBihOwIAIECBAgQIAAAQIECBAgQCD/AlUWoeQzVXbDLJcAAQIECBAgQIAAAQIEKkPAKggQIECAAAECBAgQIECAAIH8C4iQwMwEll122Rg0aFAsvfTSJU2///77uOuuu2Lo0KHx6aefltQrIECAAAECBAgQIECgVODf//53pKQz6e/SpbU/lHTs2DF22GGHOOCAA6Jnz54/FPpKoAECuhIgQIAAAQIECBAgQIAAAQL5FxAhAQIECBAgMGMByWdm7KOWAAECBAgQqA4BqyRAgAABAgQIECBAgAABAgTyLyBCAgQIECBAgEBFCrRv3z723HPPWHfddTPX99prr8Vpp50WY8eOzaxXSIAAAQIECEwn4IIAgVYqMHr06Bg2bFhccskl8d5775VV+MUvfhGHH3549O7du2wbFQQIECBAgAABAgQIVLyABRIgQIAAAQIECBAgQIBAhQlIPlNhNyQfyxEFAQIECBAgQIAAAQIECBAgkH8BERIgQIAAAQIECBAgQIAAAQJTBVICml122SXZ9K8xAAAQAElEQVS22267aNOm9CjG+PHj45RTTomnnnpqapcq+W6ZBAgQIECAAAECBJpW4Isvvogbb7wxBg8eHKNGjSo7Wc+ePeOAAw6InXbaKeaZZ56y7VQQIECAQH0E9CFAgAABAgQIECBAgAABAgTyLyBCAgQIzFig9MTTjNurJUCAAAECBAgQIECgEgWsiQABAgQIECBAgAABAgQIEMi/gAgJECBAoOIFNthgg+jfv3/MOuusJWv99ttv4/zzz4/777+/pE4BAQIECBAgQIAAgR8FWtGbxx9/PE499dS47bbb4vvvv8+MfM4554ytt946DjnkkFhmmWUy2ygkQIAAAQIECBAgQIAAAQJVJ2DBBAgQIECAAAECBCpMQPKZCrshlkOAQD4EREGAAAECBAgQIECAAAECBAjkX0CEBAgQIECAAAECBAgQyBJYZZVV4uijj46FFlqopHry5Mlx2WWXxbnnnhspGU1JAwUECFScgAURIECAAAECjS8wbty4YmLGCy64IN56662yE6y11lpx+OGHx8Ybb1y2jQoCBAgQIECAQGMIGIMAAQIECBAgQIAAAQIECBDIv4AIZywg+cyMfdQSIECAAAECBAgQIECAQHUIWCUBAgQIECBAgAABAgQIECCQfwEREqgagS5dusTvfve76NWrV+aan3rqqRg+fHh8+OGHmfUKCRAgQIAAAQIECORR4Ouvv47bbrstTjnllHjiiSfKhrjooovGPvvsE7vttlvMP//8ZdupyK2AwAgQIECAAAECBAgQIECAAIH8C4iQAAECBAgQqDAByWcq7IZYDgECBAgQyIeAKAgQIECAAAECBAgQIECAAIH8C4iQAAECBAgQIEBgRgLzzjtvHHjggdG7d+/MZs8//3yceOKJ8eqrr2bWKyRAgAABApUhYBUECBBoHIGRI0fGkCFD4sYbb4xvvvkmc9Cf/OQn0adPnzjiiCNipZVWymyjkAABAgQIECBAgACBphAwJgECBAgQIECAAAECBAi0dgHJZ1rDJ0CMBAgQIECAAAECBAgQIECAQP4FREiAAAECBAgQIECAAAECBAhUnECbNm1i2223ja233jrmmGOOkvV9/vnnce6558Z9991XUpdZoJAAAQIECBAgQIBAlQm8/fbbcckll8Tw4cNjzJgxZVe/6qqrxuGHHx6bbbZZ2TYqCBAg0GoEBEqAAAECBAgQIECAAAECBAjkX0CEBAgQqDAByWcq7IZYDgECBAgQIECAQD4EREGAAAECBAgQIECAAAECBAjkX0CEBAgQIECgNgJt27aNjTfeOPr375+ZgOazzz6Lyy+/PO68887aDKcNAQIECBAgQIBAMwuYrn4CkyZNirvuuitOPfXU+Pe//112kG7dusWee+5ZfC244IJl26kgQIAAAQIECBAgQIAAAQJNKWBsAgQIECBAgAABAq1dQPKZ1v4JED+B1iEgSgIECBAgQIAAAQIECBAgQCD/AiIkQIAAAQIECBAgQIBARQssu+yycdhhh8Xiiy+euc7rr78+hg8fHikZTWYDhQQIJAEvAgQIECBAoAoEnn322TjttNPi2muvjYkTJ2auuE2bNrHpppvGEUccEauuumpmG4UECBAgQIBAqxUQOAECBAgQIECAAAECBAgQIJB/ARFWmIDkMxV2QyyHAAECBAgQIECAAAEC+RAQBQECBAgQIECAAAECBAgQIJB/ARESIFBXgS5dusSAAQOiZ8+eJV2nTJkSI0eOjHPPPTfef//9knoFBAgQIECAAAECBCpd4L333ot//vOfcdZZZ8Wrr75adrkrrrhiHH744dG3b9+YZZZZyrZTUSkC1kGAAAECBAgQIECAAAECBAjkX0CEBAgQIECAQGsXkHymtX8CxE+AAAECrUNAlAQIECBAgAABAgQIECBAgED+BURIgAABAgQIECBQFQIdOnSI3//+97HppptGoVAoWXP6Jd3jjjsunn322ZI6BQQIECBAIBAQIECgQgXuvffeGDJkSDzwwANlV9i5c+fYdddd47e//W0sssgiZdupIECAAAECBAgQINDqBQAQIECAAAECBAgQIECAAIFmFpB8ppnB03ReBAgQIECAAAECBAgQIECAQP4FREiAAAECBAgQIECAAAECBAjkX6C+ERYKhejbt29sv/32mQlovvnmmxg2bFg89NBD9Z1CPwIECBAgQIAAAQLNIvDiiy/G6aefHldccUV88sknZefccMMN48gjj4y11167bBsVBAgQqFQB6yJAgAABAgQIECBAgAABAgTyLyBCAgQItHYByWda+ydA/AQIECBAgACB1iEgSgIECBAgQIAAAQIECBAgQCD/AiIkQIAAAQJVJ9C7d+/Yf//9o1OnTiVr//777+Mf//hHXHnllfH111+X1CsgQIAAAQIECLRSAWFXiMBHH30UV111VTHxTEpAU25ZyyyzTAwcODC23XbbaNeuXblmygkQIECAAAECBAgQIECAwLQC3hMgQIAAAQIECBAg0MwCks80M7jpCBBIAl4ECBAgQIAAAQIECBAgQIBA/gVESIAAAQIECBAgQIAAAQK1EUi/jHvAAQdEly5dMpv/61//iosuukgCmkwdhS0vYAUECBAgQIBAaxR48MEHY8iQITFixIiy4Xfs2DF22mmnSH/XXWKJJcq2U0GAAAECBAhUg4A1EiBAgAABAgQIECBAgAABAvkXEGFrF5B8prV/AsRPgAABAgQIECBAgEDrEBAlAQIECBAgQIAAAQIECBAgkH8BERIgULUCKfHMoYceGmuttVZmDE8//XQMHjw4Xn/99cx6hQQIECBAgAABAgSaQ+A///lPnH322XHppZfGBx98UHbK9dZbL4488sj4xS9+UbaNigYI6EqAAAECBAgQIECAAAECBAjkX0CEBAgQIECAAIFmFpB8ppnBTUeAAAECBJKAFwECBAgQIECAAAECBAgQIJB/ARESIECAAAECBAgQqIvAXHPNFTvttFOsv/760aZN6XGOcePGxYUXXhgvvvhiXYbVlgABAgSaWMDwBAgQaA0Cn332WVx//fVx6qmnxjPPPFM25J49e8ZBBx0UO+64Y8w999xl26kgQIAAAQIECBAgUG0C1kuAAAECBAgQIECAAAECBPIuUHpaKe8Rl8anhAABAgQIECBAgAABAgQIEMi/gAgJECBAgAABAgQIECBAgACB/AtUfYSzzjprbL/99rHXXntF+/btS+L54IMPYujQoXHLLbfElClTSuoVECBAgAABAgQIEGhsgUceeSSGDBkSd9xxR9m/g6ZEittss00ccsghsdRSSzX2EoxHgACBmgKuCRAgQIAAAQIECBAgQIAAgfwLiJAAAQIEmllA8plmBjcdAQIECBAgQIBAEvAiQIAAAQIECBAgQIAAAQIE8i8gQgIECBAgQKC+AiuvvHL0798/unbtWjLE5MmT49Zbb42rr746vvnmm5J6BQQIECBAgACB5hUwW14FXn/99Tj33HPj4osvjvHjx5cNc6211oojjzwyNtpoo7JtVBAgQIAAAQIECBAgQIBAtQtYPwECBAgQIECAAAECeReQfCbvd1h8BGojoA0BAgQIECBAgAABAgQIECCQfwEREiBAgAABAgQIECBAgEBVCSyzzDJx6KGHRq9evUrWnRLQjBgxIoYOHRoTJ04sqVfQigWEToAAAQIECBBooMAXX3wRt9xySwwZMiSeeuqpsqP99Kc/jX333Td22223mHfeecu2U0GAAAECBAg0gYAhCRAgQIAAAQIECBAgQIAAgfwLiJBAMwtIPtPM4KYjQIAAAQIECBAgQIBAEvAiQIAAAQIECBAgQIAAAQIE8i8gQgIECDRUYM455yz+Qm/v3r0zh3r11Vfjr3/9a4wdOzazXiEBAgQIECBAgACBugg8/vjjcfrpp8fNN98c3377bWbXdu3aRZ8+feLwww+PFVZYIbNNaysULwECBAgQIECAAAECBAgQIJB/ARESIECAAAECBPIuIPlM3u+w+AgQIECgNgLaECBAgAABAgQIECBAgAABAvkXECEBAgQIECBAgACBqhT4yU9+EjvssENsv/320aZN6TGPDz/8ME466aR46qmnqjI+iyZAgEAjCxiOAAECBOohMG7cuLjoooviggsumGFiw1VXXTWOOOKI2Gyzzeoxiy4ECBAgQIAAAQIEGk3AQAQIECBAgAABAgQIECBAgEAjC5SeSmrkCeo+nB4ECBAgQIAAAQIECBAgQIBA/gVESIAAAQIECBAgQIAAAQIECORfQISNKbD++utH//79o127diXDTpo0Kc4///y47777SuoUECBAgAABAgQIECgn8M0338Ttt98ep556ajz66KPlmkW3bt1ir732ij333DO6dOlStp0KAgRaq4C4CRAgQIAAAQIECBAgQIAAgfwLiJAAAQIE8i4g+Uze77D4CBAgQIAAAQK1EdCGAAECBAgQIECAAAECBAgQyL+ACAkQIECAAIGqF1hllVXiyCOPjK5du5bEMnny5Lj88stj+PDh8d1335XUKyBAgAABAgRaiYAwCdRSYNSoUXHGGWfEDTfcEF999VVmrzZt2sRmm20WRx11VKS/i2Y2UkiAAAECBAgQIECAAAECzS9gRgIECBAgQIAAAQIECDSygOQzjQxqOAKNIWAMAgQIECBAgAABAgQIECBAIP8CIiRAgAABAgQIECBAgAABAvUR6Ny5c+y3337Rq1evzO4jR46Mc889N959993MeoXNK2A2AgQIECBAgEClCYwfPz4uvfTSGDZsWLz22mtll7fSSivFEUccEX369ImUhKZsQxUECBAgQIBAICBAgAABAgSqX+CDDz6IRx55pFlfL774YgncW2+91axrSDE/88wzJetQQIAAAQIECJQKKCGQdwHJZ/J+h8VHgAABAgQIECBAgEBtBLQhQIAAAQIECBAgQIAAAQIE8i8gQgIECORGYP7554+DDjooNthgg8yYnn322Rg8eHCMHj06s14hAQIECBAgQIBA6xOYPHly3HPPPTFkyJB48MEHywKkZIf9+vWLffbZJxZeeOGy7Sq4wtIIECBAgAABAgQIECBAgECdBdLey5gxY+Liiy9uttcdd9xRss6nn3662ea/+L+xPvzww7HCCiuUrKMKCiyRAAECBAgQIECgkQUkn2lkUMMRIECAQGMIGIMAAQIECBAgQIAAAQIECBDIv4AICRAgQIAAAQIECBBoiEChUIhtttkmdtlll5hzzjlLhvrss8/inHPOiREjRsSUKVNK6iu54M0336zk5VkbAQJ1EtCYAAECBCpB4LnnnovTTz89rr766kh/Tyy3po022iiOOuqoWHPNNcs1UU6AAAECBAgQIEAgQ0ARAQIE8iHQp0+fmGuuufIRTC2jSDHXsqlmBAgQIECAAAECOReYefKZnAMIjwABAgQIECBAgAABAgQIEIgICAQIECBAgAABAgQIiEigGgAAEABJREFUECBAgED+BUSYO4E2bdrEuuuuG/369cs8DP35558Xf8H41ltvjcmTJ1dF/AMHDoyRI0dWxVotkgABAgQIECBQ6QIffPBBXHHFFXHmmWfGyy+/XHa5yyyzTBx22GHF5IY/+clPyrZTQYBAlQhYJgECBAgQIECAAAEC9RKYY445ojUlY+ndu3f06NGjXlY6ESBQAQKWQIAAAQIEGllA8plGBjUcAQIECBAgQKAxBIxBgAABAgQIECBAgAABAgQI5F9AhAQIECBAgACBxhJYbrnl4qijjopevXqVDDllypS4+eabY+jQofHZZ5+V1FdSwYknnlhco+QzlXRXrIUAAQIEGiqgP4GWErjvvvtiyJAhce+995Zdwrzzzhs777xzHHDAAbHYYouVbaeCAAECBAgQIECAAAECBGYsoDY/Ainp/9JLL52fgMpE0qFDh+jbt2+ZWsUECBAgQIAAAQKtUUDymdZ418VcVwHtCRAgQIAAAQIECBAgQIAAgfwLiJAAAQIECBAgQIAAAQIECFS1QMeOHWOvvfaKlVZaKTOOF198Mc4+++z48MMPM+tbuvD888+PN954o7iMd999N0aPHl1838hfDEeAAAECBAgQyL1A+ntfSjx4+eWXx0cffVQ23vXWW6+YwPDnP/952TYqCBAgQIBAlQpYNgECBAgQIECgQQKtISlLirFdu3YNctKZAAECBAi0sIDpCRBoZAHJZxoZ1HAECBAgQIAAAQIECDSGgDEIECBAgAABAgQIECBAgACB/AuIkAABAgQaW2DOOeeMffbZJ/r06RNt2pQeCUnJXY4//vh44YUXGnvqBo13/fXXxxNPPDHdGCNHjpzu2gUBAgQIECBAgMCMBT7++OO49tpr4/TTT4/nn3++bOOePXvGwQcfHDvuuGOkvz+WbdhoFQYiQIAAAQIECBAgQIAAAQLVJbDIIovEL3/5y+padB1Wu+yyy8Zaa61Vhx61aaoNAQIECBAgQIBAtQuUnjSq9oisnwABAgQaX8CIBAgQIECAAAECBAgQIECAQP4FREiAAAECBAgQIECAQG4ENttss9h5550zE9B8+eWXMWzYsHjkkUcqJt477rijZC2jRo0qKVNAgEAjCBiCAAECBHIp8OCDD8Zpp50Wd911V9n45pprrthuu+3ikEMOiV69epVtp4IAAQIECBAgQCAHAkIgQIAAgQYLpET/8803X4PHqcQBUmyVuC5rIkCAAAECBAgQqKNAIzeXfKaRQQ1HgAABAgQIECBAgAABAgQaQ8AYBAgQIECAAAECBAgQIECAQP4FREigKQXWWWedOPjgg2PBBRcsmebbb7+NSy65JK6//vr45ptvSuqbs2DAgAGZ03300UfxyiuvZNYpJECAAAECBAgQ+EHg1VdfLSYWvPTSS+O99977oTDj69prrx1HHXVUbLDBBhm1iggQaGoB4xMgQIAAAQIECBAgUH0Cbdu2jb59+1bfwmey4k033TQWXnjhmbRSTYBAfQT0IUCAAAEC1S4g+Uy130HrJ0CAAAECBJpDwBwECBAgQIAAAQIECBAgQIBA/gVESIAAAQIECBDInUDPnj3jt7/9bXTv3r0ktilTpsQdd9wR//jHP+Krr74qqW+OgoEDB85wmqeeemqG9SoJECBAgEA9BHQhkAuBzz77LG644YYYMmRIjBo1qmxMiy22WOy///6x6667RseOHcu2U0GAAAECBAgQIECAAIGcCQiHQKMIrLrqqrHSSis1yliVMMgCCyyQy4Q6lWBrDQQIECBAgACBPAhIPpOHu9jqYhAwAQIECBAgQIAAAQIECBAgkH8BERIgQIAAAQIECBAgQIAAAQKNIZAOEh900EGx7rrrZg73xBNPxAknnBD/+c9/MuubqvDEE0+Mzz77bIbDjxw5cob1KgkQIECAAAECrVHg0UcfjdNPPz1uv/32+P777zMJ2rVrF1tuuWUcdthhseyyy2a2UUiAAAECBJpPwEwECBAgQIAAgeoVSD9fV+/qp1953759py9wRYAAAQIEGlXAYAQIVLuA5DPVfgetnwABAgQIECBAgEBzCJiDAAECBAgQIECAAAECBAgQyL+ACAkQIEAgtwJzzjlnbLfddrHxxhvHLLPMUhLn+++/H5dcckm89NJLJXVNUXD++efHG2+8MdOhP//883juuedm2k4DAgQIECBAgEBrEEh/f0p/j7rooovirbfeKhvyaqutFkcddVRssskm2W2UEiBAgAABAgQIECBAgAABArUW6Ny5c/Tp06fW7SumYY2FrLLKKvGzn/2sRqlLAgQIECBAgAABAv8TkHzmfxbeESBAoGoELJQAAQIECBAgQIAAAQIECBDIv4AICRAgQIAAAQIECBAg0JgCs802W2y99daxzz77xBxzzFEy9IcffhhnnHFG3HnnnSV1jVlw/fXXxxNPPFHrIUeOHFnrthoSqEYBayZAgAABAjMT+PLLL+OWW26J0047bYZ/j+revXsMGDAg+vfvHwsssMDMhlVPgAABAgQIECDQjAKmIkCAAIHqFthss81ioYUWqtogCoVCLhLoVO0NsHACBAgQIECg1QhUe6CSz1T7HbR+AgQIECBAgAABAgQIEGgOAXMQIECAAAECBAgQIECAAAEC+RcQIYFWIbDccssVfyl5wQUXLIl38uTJceONN8Zll10WX3/9dUl9YxTccccddRomJZ+ZMmVKnfpoTIAAAQIECBDIi8CTTz5ZTBB48803l/37Wdu2bWPzzTePo48+OlZeeeW8hC4OAk0pYGwCBAgQIECAAAECBAjUWaBv37517lMpHdLaJaqtlLthHc0oYCoCBAgQIECgjgKSz9QRTHMCBAgQIECgEgSsgQABAgQIECBAgAABAgQIEMi/gAgJECBAgAABAgSaSqBXr17x+9//PpZYYomSKb7//vu4//774/TTT48JEyaU1DekYMCAAXXunpLgjBo1qs79dCBAgACBahGwTgIEsgTefPPNuOSSS+K8886LN954I6tJsWyllVaKI488MrbYYovitS8ECBAgQIAAAQIECBCoTAGrIlD9Assvv3ysueaaVRfIwgsvHJtssknVrduCCRAgQIAAAQIEml9A8pnmN8/fjCIiQIAAAQIECBAgQIAAAQIE8i8gQgIECBAgQIAAAQIECBAgQCBXAnPNNVcceOCBse666/4vrmnevf766/G3v/0txo0bN01p/d8eeuih9e48cuTIevfVkQABAgQIECBQTQLffvtt3HnnnXHaaafFv//977JL79y5c+yxxx6xzz77RLdu3cq2U0GAAAECBDIFFBIgQIAAAQIECNRLoG/fvjHbbLPVq29LdUprbqm5zUuAAAECLSxgegIECNRRQPKZOoJpToAAAQIECBAgQKASBKyBAAECBAgQIECAAAECBAgQyL+ACAkQIECAQFMLpAPSu+yyS2yzzTZRKBRKpvv444+LCWgefvjhkrq6FPz1r3+Nzz//vC5dpmubks98991305W5IECAAAECBAjkRWBqHE8//XQMHTo0rrvuupg4ceLU4pLvG2+8cRxzzDGx+uqrl9QpIECAAAECBAgQIECAAAECBJpOYJ555om+ffvWa4KW6LTOOuvEMsss0xJTm5MAAQIECBAgQKAKBSSfqcKbZskECFScgAURIECAAAECBAgQIECAAAEC+RcQIQECBAgQIECAAAECBHIrsNFGG8Uee+wR7dq1K4lx0qRJcemll8Zdd90VkydPLqmfWcF5550XY8aMmVmzGdZ///33kRLQzLCRSgKNI2AUAgQIECDQ7ALvvPNOXHbZZXHOOefEf/7zn7LzL7vssnHEEUfE1ltvHbPOOmvZdioIECBAgAABAgRmKqABAQIECBCot8AGG2wQiy++eL37N1fHtOfTp0+f5prOPAQIECBAgACBShSwpjoKSD5TRzDNCRAgQIAAAQIECBAgQKASBKyBAAECBAgQIECAAAECBAgQyL+ACAkQaE6B1VZbLY4++ujo3LlzybQp6cy1114b5557bnzzzTcl9eUKrrvuunjyySfLVdep/KmnnqpTe40JECBAgAABApUukP6Odc8998Tpp58e999/f9nldurUKX7zm9/E/vvvH4suumjZdioIVK+AlRMgQIAAAQIECBAgQKC6BPr27VvxC05rnHvuuSt+nRbYmgTESoAAAQIECFS6gOQzlX6HrI8AAQIECFSDgDUSIECAAAECBAgQIECAAAEC+RcQIQECBAgQIECAQO4F5p9//uIvNS+77LKZsY4aNSrOOeeceOuttzLraxbeeeedNYvqff3MM8/EF198Ue/+OhIgQIBALQU0I0CgWQSee+65GDp0aFx99dXxySeflJ1z/fXXLyYIXGeddcq2UUGAAAECBAgQIECAAIE6C+hAgECDBHr27Bnrrbdeg8Zoys5pfb17927KKYxNgAABAgQIECCQQwHJZ3J4U4VEgAABAgQIECBAgAABAgQI5F9AhAQIECBAgAABAgQIECBAgED+BVoiwpSAZr/99otyh5JfeumlOOuss2aagGbAgAGNvvyRI0c2+pgGJECAAAECBAg0p8AHH3wQV155ZZx55pnx4osvlp16ySWXjEMOOSS23377mGOOOcq2U0GAAAEC+RAQBQECBAgQIECAQPUJbLnlljH33HNX5ML79u1bkeuyKAIECLR2AfETIECg0gUkn6n0O2R9BAgQIECAAAEC1SBgjQQIECBAgAABAgQIECBAgED+BURIgAABAgRajUCbNm1i2223jV133TXat29fEvfHH38cp512Wtx3330xZcqUkvpDDz20pKwxCkaNGtUYwxiDAAECBAgQIDAjgSarS393OuOMM+Jf//pX2TnSL63tsMMO8fvf/z569uxZtp0KAgQIECBAgAABAgQIECBAoEECDe7crl27qMQkL+uvv34svvjiDY7PAAQIECBAgAABAq1PQPKZ1nfPRUygFQgIkQABAgQIECBAgAABAgQIEMi/gAgJECBAgAABAgQIECBAoCkF2rZtG2uvvXb069cv88mdn3/+eVxxxRVx6623xuTJk39cyl//+tdIdT8WNOKbF154ISZMmNCIIxqq8gWskAABAgQIVL/Ayy+/HGeffXZcfvnl8f7775cNaJ111omjjz46evfuXbaNCgIECBAgQIBAPgVERYAAAQIEqlMg7aMsvfTSFbP4eeaZpyIT4lQMkIUQIECAAAECLSxg+koXaFPpC7Q+AgQIECBAgAABAgQIEKgCAUskQIAAAQIECBAgQIAAAQIE8i8gQgIEWqXA8ssvH0cddVT07NmzJP4pU6bEzTffHOecc0588cUXcd5558WYMWNK2jVmwciRIxtzOGMRIECAAAECBJpM4JNPPolrr702hgwZEs8880zZeRZbbLE48MAD4ze/+U106NChbDsVBJpNwEQECBAgQIAAAQIECBAgUGuBLbfcsiS9/GcAABAASURBVNZtm7ph37594yc/+UlTT2P8vAiIgwABAgQIECBQQ0DymRogLgkQIECAQB4ExECAAAECBAgQIECAAAECBAjkX0CEBAgQIECAAAECBJpLID0pc8CAAbHCCitkTvnss8/Gn//853jyyScz6xuzUPKZxtQ0FgEC1SBgjQQIVKfAww8/HEOHDo277rqrbADt2rWLrbfeOg477LBYeumly7ZTQYAAAQIECBAgQIBA/gVESIBA9QosvPDCsckmm7R4AMstt1ysueaaLb4OCyBAgAABAgQIEKheAclnmv7emYEAAQIECBAgQIAAAQIECBDIv4AICRAgQIAAAQIECBAgQIAAgfwLtOoI55xzzth3331j8803jzZtSo+bTJgwoVl8Xn311fjggw+aZS6TECBAgAABAgTqKvDaa6/FueeeG3//+9/j7bffLtt99dVXj2OOOSY23njjsm1UECBAgECLCZiYAAECBAgQIECAQJ0E+vbtGwsssECd+jR247SGxh7TeAQIEMi5gPAIECBAoIZA6WmgGg1cEiBAgAABAgQIEKg+ASsmQIAAAQIECBAgQIAAAQIE8i8gQgIECBAgQKAlBLbYYovYaaedom3bti0xfXHOp556qvjdFwIECBAgQKA1CFRHjBMnTowbb7wxTjvttJjR31W6d+8ev/3tb2OPPfaI+eabrzqCs0oCBAgQIECAAAECBAgQINDkAtU9QaFQiJZM/rLZZptFt27dqhvR6gkQIECAAAECBFpcQPKZFr8FFkCgFQgIkQABAgQIECBAgAABAgQIEMi/gAgJECBAgAABAgQIECBAoNUIrLvuunHggQdGly5dWiTmUaNGtci8Jo0ICAQIECBAgECJwGOPPRZnnHFG3HbbbfHdd9+V1KeCWWaZJVISv6OPPjpWXHHFVORFgAABAgQIEKhcASsjQIAAAQIE6izws5/9LFZeeeU692toh86dO0efPn0aOoz+BAgQIECAQGsUEDOBGgKSz9QAcUmAAAECBAgQIECAAIE8CIiBAAECBAgQIECAAAECBAgQyL+ACAkQINCSAksuuWQUCoUWWcKYMWNi/PjxLTK3SQkQIECAAAECUwXeeOONuPDCC4uvsWPHTi0u+Z5+8Swlndl8881L6hQQqI2ANgQIECBAgAABAgQIECBQHQJ9+/Zt9oW2xJzNHmQrmVCYBAgQIECAAIGWFpB8pqXvgPkJECBAoDUIiJEAAQIECBAgQIAAAQIECBDIv4AICRAgQIAAAQIECLQqgXPPPTfeeeedFot55MiRLTa3iQkQaNUCgidAgEB89dVXceutt8YZZ5wRjz32WFmRLl26RP/+/WPAgAHRtWvXsu1UECBAgAABAgQIECBQcQIWRIAAgXoJdO7cOZozGcyqq64aKeltvRarEwECBAgQIECAAIEaAq0w+UwNAZcECBAgQIAAAQIECBAgQIBADgWERIAAAQIECBAgQIAAAQIECORfQIQtJXDttdfGU0891VLTF+eVfKbI4AsBAgQIECDQzAJPPvlkDB06NG666ab48ssvy86+ySabxB/+8IdYbbXVyrZRQYAAAQK1FdCOAAECBAgQIECAQPUIbLrpptG9e/cmX3Dbtm2bNdFNkwdkAgIECAQCAgQIEGhpAclnWvoOmJ8AAQIECBAg0BoExEiAAAECBAgQIECAAAECBAjkX0CEBAgQIECAQKsRuOuuu1o81rfffjvGjBnT4uuwAAIECBAg0OoEWmnAb731Vvz973+P8847L0aPHl1WYdlll40jjzwyttxyy0i/BFa2oQoCBAgQIECAAAECBAgQIFDJAtbWIIG+ffs2qH9tOvfp0yfmm2++2jTVhgABAgQIECBAgECtBCSfqRWTRgTyJSAaAgQIECBAgAABAgQIECBAIP8CIiRAgAABAgQIECBAgAABAk0hMGDAgKYYtl5jjhw5sl798tRJLAQIECBAgEDTCnz33Xdx5513xumnnx4PP/xw2ck6deoUu+22W+y///6xyCKLlG2nggABAgQIECBQHwF9CBAgQIAAgeoSSMlp11prrSZbdPq3h1/+8pdNNr6BCRAgQIAAgZYRMCuBlhaQfKal74D5CRAgQIAAAQIECBBoDQJiJECAAAECBAgQIECAAAECBPIvIEICBAjkXuCQQw6pqBhHjRpVUeuxGAIECBAgQCBfAs8880wMHTo0rrvuuvjss8/KBrfBBhvEMcccE035S2VlJ1fREgLmJECAAAECBAgQIECAAAECMxXo27dv/OQnP5lpu/o0SGPXp58+dRLQmAABAgQIECDQ6gQkn2l1t1zABAgQIBDBgAABAgQIECBAgAABAgQIEMi/gAgJECBAgAABAgQIEGhMgRNOOCEmTpzYmEM2eKz3338/XnvttQaPYwACBKpZwNoJECDQ+ALvvvtuXHbZZXH22WfHK6+8UnaCXr16xcCBA2O77baL2WefvWw7FQQIECBAgAABAgQINFRAfwIECFSfQIcOHaIpksSsu+66sfTSS1cfiBUTIECAAAECBAhUvEDLJ5+peCILJECAAAECBAgQIECAAAECBBosYAACBAgQIECAAAECBAgQIEAg/wIizK3AueeeG2PHjq3I+J566qmKXJdFESBAgAABAtUpMGLEiDjjjDPi/vvvLxvA3HPPHTvuuGMcfPDBscQSS5Rtp4IAAQK5FRAYAQIECBAgQIAAAQK1Elh//fWjR48etWpbm0ZzzDFH9OnTpzZNtSFAgEDDBYxAgAABAq1OQPKZVnfLBUyAAAECBAgQiGBAgAABAgQIECBAgAABAgQI5F9AhAQIECBAgACBxhC49tpro5ITvIwcObIxwjQGAQIECBCoWgELbxyBF154IYYOHRpXXXVVfPTRR2UH/fnPfx5/+MMfYr311ivbRgUBAgQIECBAgAABAgQIEGhsAeNVr0Dfvn0bbfEp8cxcc83VaOMZiAABAgQIECBAgMC0ApLPTKvhPYGWETArAQIECBAgQIAAAQIECBAgkH8BERIgQIAAAQIECBAgQIAAgaoUuOuuuyp63RMmTIgXX3yxUtZoHQQIECBAgECVCXz44YfFhDNnnHFGPP/882VXv9hii8VBBx0UO++8c/glr7JMKggQIECAQGsRECcBAgQIECBAoNYCSyyxRPTu3bvW7cs1XHLJJSXDLYejnAABAgQINI2AUQm0OgHJZ1rdLRcwAQIECBAgQIAAAQIRDAgQIECAAAECBAgQIECAAIH8C4iQAAECBBoqMGDAgIYO0Sz9R44c2SzzmIQAAQIECBDIl8ADDzwQQ4cOjREjRpQNbPbZZ49tt902DjvssFhqqaXKtlPRkgLmJkCAAAECBAgQIECAAAEClS3Qt2/f6NChQ4MWmcZo0ABV31kABAgQIECAAAECTS0g+UxTCxufAAECBGYuoAUBAgQIECBAgAABAgQIECCQfwEREiBAgAABAgQIECBQVQK///3vq2a9ks9Uza2y0NYgIEYCBAhUgcDLL78c55xzTvzzn/+Md999t+yK11xzzTjmmGNiww03LNtGBQECBAgQIECAAIFWKSBoAgQIEKiTQLt27aIhyWPSv00stthidZpTYwIECBAgQIAAAQJ1FShJPlPXAbQnQIAAAQIECBAgQIAAAQIEqk/AigkQIECAAAECBAgQIECAAIH8C4iQQH0Fjj/++Pjiiy/q273Z+6W1PvPMM80+rwkJECBAgACB6hKYMGFCXH/99XHGGWfE008/XXbx3bt3j/322y/69esXnTp1KttOBQECBCpFwDoIECBAgAABAgQIEKh8gbXWWiuWXXbZOi+0Y8eO0ZDENXWeUAcCBCpWwMIIECBAgEBTC0g+09TCxidAgAABAgQIzFxACwIECBAgQIAAAQIECBAgQCD/AiIkQIAAAQIECFSFwPDhw2PcuHFVsdZpFzly5MhpL70nQIAAAQItJWDeChV4+OGH48wzz4w77rgjvv/++8xVzjLLLNGnT584+uijY/nll89so5AAAQIECBAgQIAAAQIECEQEBAL1EqhPEpnUZ9ZZZ63XfDoRIECAAAECBAgQqIuA5DN10dK2lQgIkwABAgQIECBAgAABAgQIEMi/gAgJECBAgAABAgQIECBAgACBmgLXXHNNVGsSl7TuyZMn1wjJJQECBAgQINDaBUaPHh3nnntu/P3vf48333yzLMcqq6wSf/jDH2KzzTYr20YFAQIECBAgUKkC1kWAAAECBAgQqA6B7t27x6abblrrxabkuGussUat22tIgAABAgTyLSA6AgSaWkDymaYWNj4BAgQIECBAgAABAjMX0IIAAQIECBAgQIAAAQIECBDIv4AICRAgQKDiBe6+++6KX2O5BX777bdVmzinXEzKCRAgQIAAgfoLTJw4MW666aY444wz4qmnnio7UNeuXWPvvfeOvfbaKzp37ly2nYo6CGhKgAABAgQIECBAgAABAgQIlBXo27dvLLDAAmXrp63Ycsstp72srPdWQ4AAAQIECBAgkDsByWdyd0sFRIAAgYYLGIEAAQIECBAgQIAAAQIECBDIv4AICRAgQIAAAQIECBAgMK3AgAEDpr2syvcz+sXyqgzIogk0goAhCBAg0BoFHnvssRg6dGjceuut8fXXX5cl2GyzzeKPf/xj/OxnPyvbRgUBAgQIECBAgACBahCwRgIECBCoLoGUgGZmK958881jwQUXnFkz9QQIECBAgAABAq1IoKlDlXymqYWNT4AAAQIECBAgQIAAAQIEZi6gBQECBAgQIECAAAECBAgQIJB/ARESqFiBgw8+uGLXVpeFjRo1aoa/YF6XsbQlQIAAAQIEqk9g7NixcdFFF8WFF14YY8aMKRvA8ssvH0cffXT06dMnCoVC2XYqCBAgUE8B3QgQIECAAAECBAgQIDBDgZQId5VVVinbpkuXLrHFFluUrVdBgEBFCFgEAQIECBDInYDkM7m7pQIiQIAAAQIEGi5gBAIECBAgQIAAAQIECBAgQCD/AiIkQIAAAQIECBBIAscdd1x8+eWX6W3Vv6ZMmRIjR46s+jgEQIAAAQKNKWCs1iDw9ddfx2233RZDhw6NRx99tGzInTp1it133z3222+/6N69e9l2KggQIECAAAECBAgQIECg2gSsl0D1CcwoKe6WW25ZfQFZMQECBAgQIECAQNULSD5T9bewFQQgRAIECBAgQIAAAQIECBAgQCD/AiIkQIAAAQIECBAgQIAAAQIEml1g2LBh8eabbzbfvM0w06hRo5phFlMQIECAAAEClSKQEs+deeaZceONN8bnn39edlkbbbRR/OlPf4o11lijbBsVBAgQIECAQCMJGIYAAQIECBAgQGCmAgsssECkBDQ1G6622mqx4oor1ix2TYAAAQIEKk/AiggQyJ2A5DO5u6UCIkCAAAECBAgQINBwASMQIECAAAECBAgQIECAAAEC+RcQIQECBAi0boGrr74qvI5zAAAQAElEQVQ68pio5dlnn53hL5637rsuegIECBAgkB+Bt99+O/7xj3/E8OHD49VXXy0b2FJLLRWHHXZYbLPNNjHbbLOVbZfnCrERIECAAAECBAgQIECAAAEClSmw6aabxsILL/zj4maZZZbo27fvj9d1eaMtAQIECBAgQIAAgYYKSD7TUEH9CRAg0PQCZiBAgAABAgQIECBAgAABAgTyLyBCAgQIECBAgAABAgQINKvAPffc06zzNedkI0eObM7pzEWgLgLaEiBAgEADBSZNmhR33313nHnmmfHQQw+VHW3uueeOnXfeOQ466KBYbLHFyrZTQYAAAQIECBAgQKAJBAxJgAABAgRqLTBtspn0vlOnTrXuqyEBAgQIECBAgECLCuRucslncndLBUSAAAECBAgQIECAAAECDRcwAgECBAgQIECAAAECBAgQIJB/ARESaL0CEydOjMMOOyz69esXm222Wayyyiqx8MILR7t27XKBIvlMLm6jIAgQIECAQInAs88+W0w6c80118THH39cUj+14Be/+EX86U9/ip///OdTi3wnQKBVCwieAIH/Y+8+4KQo0j6OP7ULLLBLDpIliYCgJBERE545Ieb0nlnMp5iznmc6c/aMp96Zw5n1FM6cUDAhEgSVnHMO7/xnbeiZ6dmdmZ3dne39+bHs6urq6qrvVPe0PfQDAggggAACCCCAAAK5K7DVVlvZDjvsYO3bt7fdd989dztKzxBAAAEEcl6ADiKAAAJlFcgrawPsjwACCCCAAAIIIIAAAuUuwAEQQAABBBBAAAEEEEAAAQQQQCD8AowQAQQQQACBChMoKiqyjh072vbbb28HHnignXzyyXbZZZfZnXfeaTfffLMNHz7cjj32WNtzzz2td+/e1qpVK6tRo0aF9a+sBxo3blyJL6SXtX32RwABBBBAAIGKFZg5c6Y9/fTTdu+999pPP/2U9OCdO3e28847z4466igrLCxMWq+SN3B4BBBAAAEEEEAAAQQQQAABBBAIv0BaI9RvNUOGDElrHyojgAACCCCAAAIIIJBtAYLPZFuU9hBAoBoIMEQEEEAAAQQQQAABBBBAAAEEEAi/ACNEAAEEEEAAAQSyI7Bhw4bsNEQrCCCAQAUJNGjQwLp06WKDBg2yoUOH2rBhw+yqq66Kvuz9t7/9zc455xw78sgjbfDgwdajRw9r0aKF5eXlmXMup9LXX39dQWIcpmoL0HsEEEAAgVwXGDFihN133332wQcfJL3XUKCZww47zC644ALbcsstc31I9A8BBHJUgGc4OfrB0C0EUhTgHE4RqtpWY+AIIIAAAgjktoB+m+nWrVtud5LeIYAAAggggAACWRAo32c4WehgNW8ir5qPn+EjgAACCCCAAAIIIIAAAghUBQH6iAACCCCAAAIIIIAAAggggEAVFNCP5c65KtjzSuoyh0UAgZwXaNq0qXXv3t122WUXO/zww+2ss86ya665JvpCuJann366HXLIIbbTTjtZ165drUmTJpU2ptGjR1fasTkwAggggAACCJRd4Mcff7S7777bnnvuOZs9e3bSBgcOHGhXXHGF7bbbbknrsAEBBHJMIEe745zL0Z7RLQQQKE2A57ClCbEdAQQQQAABBBBAAIFKEOCQCCCAAAIIBAg4x3PYAJacKSL4TM58FHQEAQQQQACBqiNATxFAAAEEEEAAAQQQQAABBBBAIPwCjBABBBBAIHUBvdwQlJyL/bE8qA5lGwwDDJgDVX8O6IrZvHlz69mzZ/TF7yOPPNLOOeccu+666+zOO++0yy67zE4++WQ76KCDbIcddrDOnTtb/fr1y/X8nzRpks2cObNcj8Hcrfpzl8+Qz5A5sMEw4DzItTkwd+5ce/7556OBZ3744Yek3+Xt2rWzM844w4499lhr2LBh0nq5Nj76wznHHMi9OWBx/wR9RnFVWEUAgUoSCDo/VeYcz2HlQMq97xg+Ez6TXJoD9IX5yBxgDjAHmAPMAeYAc4A5wBxgDlTmHIh/nBTUl/g6rFe8AMFnKt4820ekPQQQQAABBBBAAAEEEEAAAQQQCL8AI0QAAQQQQAABBBBAAIEcFdAP4c45cy4x+busev518ggggECAQCiLatWqZW3atLE+ffrYHnvsYcccc4wNHz7cbrrpJrv99tvtkksusRNPPNH2339/22677axDhw5WWFiYFYvRo0dnpR0aQQABBBBAAIGKEfjwww/tnnvusffeey8aTCboqDVr1owGtNM9RI8ePYKqUIYAAgikJRD/zMa54Gc88fXSOgiVEYgVYC0DAZ2DziWen865mNZUL6aAFQQQQAABBBBAAAEEEEAAAQQqR4CjIoCATyD+mY1zLuHP26l6fD2VkSpOgOAzFWfNkRBAAAEEEEAAAQRCI8BAEEAAAQQQQAABBBBAAAEEEEAg/AKMEIHUBJxzSSvqx3AvOecCfzBPujMbEEAAgWogUKdOHdt8881t2223tX333deOP/54u+iii+zWW2+1W265xS644AI77rjjbJ999rF+/fpZu3btrHbt2gnXU+cSr7HOOfvmm2+qgSJDRAABBBBAoOoLjB8/3h588EF7+umnbebMmUm/63XPcOWVV9qee+6ZxUHTFAIIVDcB5xL//8F7flOShXOupM1sQwCBchZwLvk56J3DWjrnEu4lyrlrNI8AAggggAACVUKATiKAAAIIIIAAAghUpIBzic9o9OxGqaR+OOdK2sy2chYg+Ew5A9M8AghUgACHQAABBBBAAAEEEEAAAQQQQACB8AswQgQQQAABBBBAoAoI6Mdxf3LORV90UNf95V5e5SQEEEAAgWCBoqIi69Spkw0YMMAOOOAAO+mkk+zSSy+1O+64w66//no799xz7eijj7bdd9/dttlmG2vZsqXl5+fHNPb777+bUkwhK7ktQO8QQAABBKqVwKJFi+yVV16xe+65x8aMGZN07K1atbJTTz3VTjzxRGvWrFnSemxAAAEEUhHwnsv4l9rPOWf+Mi+vbUFJ24PKKUMAgfIX0PnnT87xHLb81bN8BJpDAAEEEEAAAQQQQAABBBBAAIFQC0Sf3WzYEPPMVQN2juewcsjVRPCZXP1k6BcCCCCAAAIIIIAAAgggkMMCdA0BBBBAAAEEEEAAAQQQQACB6iigH8WTjdvb5lzxiw7ObfqhPH4f51x8UXRdbcSn6IZK+g+HRQABBHJVoFGjRtalSxcbNGiQDR061IYNG2ZXXnll9MX1v/71r3b22Wfb4YcfboMHDy7xRfZcHR/9QgABBBBAoDoIfPbZZ3bvvffau+++a2vXro0G7nTOJSz3228/u+KKK6xXr17VgYUxIlApAmE6aPxzFa0Hjc85l1Ds1XXObbwWqZJXrrw/OVf87MdfRh4BBLIjkOy8U+veNuc2nasqU9J2f3LO+Vc35lU3Pm3cSAYBBBBAAAEEEEAAgZAKMCwEEEAAAQSyJRD/XEXrQW07l/hsxqvrnOM5bBBaJZflVfLxOTwCCCCAAAIIlF2AFhBAAAEEEEAAAQQQQAABBBBAIPwCjBABBBBAoJIF9MO3cy6mFyrzkjY4V/zSkb9M5fFp/fr1G4u8ulp6hc65hB/XtZ0U+7fh4IEHc4A5EDQHmjRpYl27drWdd97ZDjnkENML60H1KGP+MAeYAzk6B2L+9j/6yDwN4xz45Zdf7NFHH7Unn3zSpk6d6v1vUMJym222scsuu8z22Wcfzou4vxk0jPOCMXG9y8Yc0IXEudhnKirzt611Jf+zGa37k7++cy66yV8WLfjjP84VPwv6Y5UFAghkQUDnm3PF557XnMq8pDLnis89f5nK45P/XPfqaunVc87xHJb7DO41mQOVNQc4LnOPOcAcYA4wB5gDzAHmAHOAOcAcqJJzQM9VnIt9pqIyPXPxktaV/M9mtO5PXl0tnXPRTcp7KVrwx3+cK34W9Mcqi3IUIPhM1nFpEAEEEEAAAQQQQAABBBBAAAEEwi/ACBFAAAEEEEAAAQQQQKC6CThX/CO3N2790O3ltXQu/R+549tQO0oq9yeVkRBAoDIEOCYCCCCAAAIIIIBAtgSWLVtmb7zxht1333329ddfb3zR2zkXk2/atKkdd9xxdsopp1irVq2ydXjaQQCBaiDgf5aifNCQk5WrbtA2lTnntHljUtnGlUjGufSfCUV249+cEqAzuSTgXPbPufjz1huvyv3JK2eJAAIIIIAAAggggAACCCAQRgHGhAAC2RDwP0tRPqjNZOWqG7RNZc5l/5mQjkdKT4DgM+l5URsBBBBAAAEEEEAgFwXoEwIIIIAAAggggAACCCCAAAIIhF+AESJQSQL6cTv+0CpzzkVfkPS2qSw+rzIlf7m3rqWSt01LrfuTykgIIIAAAggggAACCCCAQFUXULCZBx980N5++21buXJl9P+lnCv+fyrnNi133313u+KKK2zbbbet6kOm/wggUIkCJT1b8bape/681r2kci+vpX/dueJrlr9MdZwjAI0cSAiURSD+vFJbKnOu+LzTupLKtIxP/nLllVRHSyXl/UllXvKXk0cAAQQQQACBChLgMAgggAACCCCAAAJVWsB7ruIt/YPxl/nzXh2VKe8t4/POFT8P8m9XHed4DiuH8kwEnylPXdpGoJoKMGwEEEAAAQQQQAABBBBAAAEEEAi/ACNEAAEEEEAAAQSqi4BzLmao+lHbueIfspWP2ehb8W9TXsnbHJ9fv369+ctUT+sqJ603DDBgDjAHmAOVNwewx545wBxgDjAHyjIHfv31V3vyySft8ccft8mTJ+t/dQJTt27dbPjw4bb//vtbXl4e/w8Q+X/EsrizL+dtdZ8D/guNnq/4k7Z568orxa+rTEnlWvqTypScK3425N/mXOwzJP828gggULqAc7HnkP9cUz5ZC9qmpO1aKimvFJ/Xupe0XUnr1f26qfGTuH9gDjAHmAPMAeYAc4A5wBxgDjAHmAPMAeZA+OdANj9jPVfxJz1j8ZLK/fmgdZUlS96+zvEcNplReZUTfKa8ZGkXAQQQQAABBBBAAAEEEKg4AY6EAAIIIIAAAggggAACCCCAAAJZFtCP2PFNqsy5TT9qOxf7QkR8ff+69vWSyvVjvpYq85bKe8lfpryZsUAAAQQQQAABBBBAAAEEqoTAqlWr7L333rOHH37YRo0aFQ0oo6Ay8alRo0Z25JFH2rBhw6xdu3ZVYmx0EoEKEOAQGQp4z1RKWqppbU+29LZpe0lJ9Zzb9IzIX1fb/OvkEUCgZIGgc0Zlzm06x5xLfA6rOv6WvXUtvaTt/uewXrl/qTreuvIkBBBAAAEEEEAAAQQqSIDDIIAAAgggUCUFvOcoJS01MG1PZ6m68UltOLfpGZF/u7b518lnR4DgM9lxpBUEEEAAAQR8AmQRQAABBBBAAAEEEEAAAQQQQCD8AowQAQQQQCDMAvpx2rnYFxq8Mi29sSuvpHUtk6WgFxzi94lfV1sqU9L+nZI4TQAAEABJREFUJP52IeYAc4A5wBxgDjAHmAOVMQc4JvOOOZDuHBgzZow99NBD9sYbb9jixYv1vzSBadCgQXbBBRdY//79Ld1jUJ95yRxgDgTNAe9io216rqKkMi2VvLyWSipTXeW9pcq8pPL4vMq8pG3OJb744FximbcPSwQQiBXwziN/qVempVeuvJLWtVTy57310s5l1VMK2ldl2p/EdwxzoLrOAcbN3GcOMAeYA8wB5gBzgDnAHGAOMAeYA6nMAT1DUVJdPWfxksqU9y+9vOoq7y29eipT0rqSl9fSSyp3LvGZq3OJZd4+LDMXCH/wmcxt2BMBBBBAAAEEEEAAAQQQQAABBKqKAP1EAAEEEEAAAQQQQAABBLIo4FzpgWd0OO/HbeVLS6qr5NVT3ksq8/L+pX5w17q2KylP2mAYVGODDYyd+c8cYA4wB5gDzAHmAHMgV+fAjBkz7Pnnn7cnnnjCfvnlF3POBabOnTvb6aefbkOGDLHatWtzf889LnOAOVCmOaDnJV7yro9a9/J6tuJfjy/3tvmXyiuprpZKyjvnlI1JXrmW/g3O8eKD3yPtPDtUGwHnYs8rnUvObTp/nCve7pX7YVSm5JV5eS2V/OVaV/LKdG3Qupe8dW+7V86Se2/mAHOAOcAcYA4wB5gDzAHmAHOAOVCOc4DnYmV6LsbcZG5W5Bzwnplo6R3Xn/fKtPSes3h51VPSevxSZUoqV1LeueLnQVr3kleupVempXObniNpnVR2AYLPlN2QFhBAAAEEEEAAAQTiBFhFAAEEEEAAAQQQQAABBBBAAIHwCzBCBMIoEP8DtcaoMueS/1Ct7fHJ2y+oXD+wK8VvCypTOyr3ktZJCCCAAAIIIIAAAggggEBFCpR2rHXr1tlHH31kjz/+uI0aNcry8/MDU1FRkR100EE2bNgw69ixY2nNsh0BBBBIScB7ZuIt9bxFeS29FL8eVO4dzL/NK/Mvve3xZc4lPjtyLrHMvx95BKqzgM6l+PGrzLnY80ZlXj3llbx1b6kyJa1rqaS8zn0lrftTUJm/vrZrnYQAAggggEB1E2C8CCCAAAIIIIAAAggkE9DzEn/Ssxata+klrWt/rSuvpZI/r3Uvqa6XVObltYxf98qci312pHLnEstUTspMIC+z3dgLAQSqkABdRQABBBBAAAEEEEAAAQQQQACB8AswQgQQQAABBBBAAIEsCDgX+zen6Ids52J/oFZZ/KHiy7SeLGnf+G3xP7Jr3Uuqr6R9vDKW6w0DDJgDzIFqOge4/q1n7jP3mQPMAeZALs2BsWPH2mOPPWZvvvmmLVq0yJxzgal///72l7/8xQYMGMB3Gd9lzAHmQFbngJ6XKOnZiZKukVr3lsoHJdVVit+mMn/ytqtMeS2V/Hlv3bnYZ0gqd85pQUIAgTgB52LPDZ1TziWeQ9pN27RUUt5L3rq3VHmyvLYpxV8btO4l7avk1fPKK2mZ1WslY+D/IZgDzAHmAHOAOcAcYA4wB5gDzAHmAHOAOZCTc6DK/P+/npco6dmJkuaT1r2l8krx66qrpG1eil9XuVdW0tLb5lziMyTnYp81qS4pMwGCz2Tmxl4IIIAAAggggAACCCCAQAkCbEIAAQQQQAABBBBAAAEEEEAAgaouoB+2nYv9sVpl3rg2bNjgZaPL1TNG2arpX0WT8qmmNTO/NtXVvloqqUxJeZUrKa+kctLXhgEGzAHmAHOAOcAcYA4wB5gDzIHKmwPzxo+0j/9zXzStnzPGOtRfEpj6d6ptJw/dzvYd0NZqLxvPfXzk//+Yt5U3bzO3p8+5aKdnJP6kZydKKvP6q7y/zL8eLZ812rxnPVr6kx72eOteXkt/0vb4dedinyX5t5NHAIFgAZ1LziWeOypXit9r4bjPbNHPn5t/6c9rW1BaPP6LmP1UR2VKyqsNJeWVVE76wjDAgDnAHGAOMAeYA8yB6jMH+Kz5rJkDzAHmAHOAOZBsDuhZiZKenSgp79VVXimo3CuLf8ajdaX45z5BZc4VB5ZxrnipOs4lPkuKb4v1zAQIPpOZG3shgAACCFQlAfqKAAIIIIAAAggggAACCCCAAALhF2CECCCAAAIIZFEg/kdq54p/vHbOmXPFP16rjj+tnvOjLRpxwca0eOSF5qUl/7vI/GnpBxebPy378BJb/tGlpqU/qSw++beTvyTBDBNMmAPMAeYAc4A5EPI5ELlv4jPmM2YOVP4cyB9zg/VY9Yod0mFciWnnoo+s4aR7uG/n2sUcYA5kfQ7EPy/xr/u/J1Sude85jD/v/S283tIi/3h575lPpCj6b/x6tJD/IIBA1gR0jqkx55wWCUnblbwNP907zMbdd1o0/Xz/6Tb+gTPMWyrvpQkPnmn+NPEfZ9mkh842Lf1JZfHJv538WQlmmGBS7nMgcr5yDOYZc4A5wBxgDjAHmAPMAeYAc4A5wBzIjTkQ/9xE6/GfjVfmfxaj/JJff4gGAfeevXpLPeuJTxb5R2WRRfRf5ZW04i29vHPFf4ZP66TsCeRlr6nUWqIWAggggAACCCCAAAIIIIAAAgiEX4ARIoAAAggggAACCCCAAAJVSaCkH6edK/6hWnW85B+byvzr5BGoTgKMFQEEEEAAAQQQQAABBBBAAIGqKqBnOv6klx40Fn+Zt+6cUzb6kkQ088d/VPePbHQRvx4tDMF/GAIC2RIIOkecKz6/nIt9Dusd07+P8kreNpYIIIAAAggggAACCCCAAALZE6AlBBBAoLwE9DzHn3Qc/7ry8WVa95K33Vv3L0va5q9HPjUBgs+k5kQtBBBAAAEEEECgKgvQdwQQQAABBBBAAAEEEEAAAQQQCL8AI0QAgQwF9AO0c8UvOAQ1oe1K/m3eun/p5f31yCOAAAIIIIAAAggggAACWRagOQQQQACBLAnoWU5QUvNB5Srztmmp5FzxMyVvm1fmX1eZUlCZykkIVBcBnQPOFZ8z3phVpqR1LZWUD0raphS0jTIEEEAAAQRCKMCQEEAAAQQQQAABBBAIhYCe5yjwt7fUoJT3J69MSyVvm/JKzhU/U1K51pX8ea17KVm5t51lyQIEnynZh60IlIMATSKAAAIIIIAAAggggAACCCCAQPgFGCECCCCAAAIIIIBAVRDQj83OFf84nay/Xh3nNv3Nu6qrcv9SeRICCCCAQHUTYLwIIIAAAggggAACCCBQVQX0bMf/0oPW/Unj0rqW/qSy+OTcpudL2qb63lJ5JeeKny0pT0KgugnofHBu03mi8ceXeevOFZ8rWlc9JeWVlK+cxFERQAABBBBAAAEEEEAAAQQQQCD8AoywPAT0TMefvGey/mP5tycrVx3nYp8v+et6eeeKny156yzTEyD4THpe1EYAAQQQQAABBBBAAIGqKECfEUAAAQQQQAABBBBAAAEEEEAg/AJZGKF+pFYz3lJ554p/kPaXqVzJK/OWKvOnr2evNhIGzAHmAHOAOcAcYA4wB5gDzAHmAHOAOcAcyOIc4P+1edaQwRz4bt5q/yObjXm96KCkZztKXl4VtK6kMiWvzLnEFxxUT9u95FxxnfhybztLBKq7gHdueEt5OJf4HFbbvaQ6SlrX0p/+Ny/f/kvCgDnAHGAOMAeYA8wB5kC45gCfJ58nc4A5wBxgDjAHquQc8D+zUV7PcvR8VSkorzIlr25QXtuUvG3KKznHc1g5ZDMRfCabmrSFAAIIIJCSAJUQQAABBBBAAAEEEEAAAQQQQCD8AowQAQQQQACBqibg/TjtXPGP0uq/ypSU9yd/mfJe8tdRfvqydfb6lOUkDJgDzAHmAHOAOcAcCO0c4F6Hez3mAHOAOcAcYA4wB6rCHNBzmvi0bt060zMdvfTgJdXxyrTUupe07k9eedBS9ZwrfsakfFAdyhCorgLeOeFc8TkiB5UpKR+f/OX+fHy9R36vaSQMmAPlNwewxZY5wBxgDjAHmAPMAeYAc4A5wBxgDjAHSpsDv63Y9LzH/+xGz3S8Z7DK+5PqeevKK2ldy9KS6jlXfEzlS6vP9tIFCD5TuhE1EEAAAQQQQAABBBBAAAEEEKjqAvQfAQQQQAABBBBAAAEEEEAgBQHniv92Xa+qc86ciy3zfqj2ll5dlgjkgABdQAABBBBAAAEEEEAAAQQQQACBNAS8ADR6zqOU7AUIbVMKator95ZeHa0757zVbC5pC4EqL+Bc7DNX51zCc1gN0n8e6fzUupK2kRBAAAEEEEAAAQQQQACBkAswPAQQQCAUAnqWo+ew/mc7KvPWtdRAVaakdS2VVO4lb91b+sudc94qyzIKEHymjIDsjgACCCCAAAIIpC/AHggggAACCCCAAAIIIIAAAgggEH4BRogAAlVdwPuhWkvnYl+GUJmS/8durVf1MdN/BBBAAAEEEEAAAQQQSFeA+ggggAACVVXAe66jpZKe7XhL5ZW07h+fyrykcuWd48UGWZAQKKuAdz5pqbb8Sy+vchICCCCAAAKVI8BREUAAAQQQQAABBBBAIBMBPWPVsx0lL+8tVabkrSdrX3Wc4zlsMp9slhN8JpuatFU1Beg1AggggAACCCCAAAIIIIAAAgiEX4ARIoAAAggggAACCCCQgoB+qPaqORcbcMYrj19qH6X4ctYRQAABBCpBgEMigAACCCCAAAIIIIAAAikK6IUGL+nZjpdU5uXVlJdXubfuX/rzqqt1EgIIpC6g80bJv4e3rmVQMn9l8ggggAACCCCAAAIIIIAAAgggEE4BRhUaAT1bVdJznvilyryBKu9PKte6lkpe3luqjJRdAYLPZNeT1hBAAAEEEEAAAQQQQCAFAaoggAACCCCAAAIIIIAAAggggED4BXJ9hPoR2rmS/0YU54q3q643Hn9eZVpXUp6EAAIIIIAAAggggAACCCCAQHUTYLwIVGUB/4sOXl7Peby8t1SZxulf+vPObQpirHLnip8paR9/ci643F+HPAJhEyjpnNBYnXPmnFPWVFcpuhLwH++cDNhEEQIIIIAAAggggEA5C9A8AggggAACCCCQiYCe5yjpmY+WSsoreXlvqTLvGMoraV1LJec2PYdVebLkXPGzpmTbKU8uQPCZ5DZsQQABBKqLAONEAAEEEEAAAQQQQAABBBBAAIHwCzBCBBBAAAEEEPAJeD9G+4oCs6qn5FzxD9f6oVsVVeYlrZMQQAABBBBAAIEcEaAbCCCAAAIIIIAAAikKeM929LxHeW/p7a4y5b2l8kpad6745QXl/WXOuWgQDa9c24JSaduD9qEMgaoooLnunEvousr9hVpXci62rspUT0sl5UkIIBAV4D8IIIAAAggggAACCCCAAAIIVAkBPdPRs9d169aZll5SuZLWNRDl/clfpryStjvnos9gtV5aUv3S6uT49grvHsFnKpycAyKAAAIIIIAAAggggAACCCCAAAIIIIAAAggggAACCCCAQGUKOOdiDq8fmp3bVKZ1JVVyrjjwjPJKXrnySlr3ktZJCGwSIIcAAo1on/gAABAASURBVAgggAACCCCAAAIIIIAAArkq4L3soOc6esHBW3p5b92/VD5+PBs2bIgWaZuXVOBc7DMllXnJuU3PobwylgiEUcC52Lmuc8S5TWVaV9LYnSs+Z5wr3q5zUeXedi/vX1cZCQEEEEAAAQQQQAABBBCoGAGOggACCCCQqYCe8+iZTlBSm/HbVRaftK/KtPSS1p0rfqakfHxyrvg5U3w568kFCD6T3IYtCCCAAAIIIFBdBBgnAggggAACCCCAAAIIIIAAAgiEX4ARIoAAAmkIOLfph2f9WB2/q8q8pG3+vNZJCCCAAAIIIIAAAgggUEkCHBYBBBBAAIEUBbznOd6LDd5S5f681tWklv7klfmXyjtX/LKD6vrXlSchgECsgHOJz2F17iipppZKXl5LEgIIIIAAAlEB/oMAAggggAACCCCAAAJVQsB71uot9axHKX5dZUoalJZe8tb9S+Wd4zmsHLKdCD6TbVHaK7MADSCAAAIIIIAAAggggAACCCCAQPgFGCECCCCAAAIIIIAAArkmoB+svT55+filt91baruXvDKWCCCAAAKbBMghgAACCCCAAAIIIIAAArkqoGc669atMy3TedHBuU3BMryxOefMORddVXvOFedVoHUtSQiEWSCdsfnPCS8fv4xvz3+Oxm9jHQEEEEAAAQQQQAABBBBAAAEEKkaAoyCQqYD3bCd+qWdCSmo3fqkyJa9ceeccz2EFUY6J4DPliEvTCCCAAAIIIIAAAghUEQG6iQACCCCAAAIIIIAAAggggAAC4RdghEkE9AO1c27jVq1rRUvnNpV7Zd5S25X3Uvy6V84SAQQQQAABBBBAAAEEEEAAgQoU4FAIIJCigJ7lKPlfePDyXhPa7uW9pcr8Kb7cW2eJAAKxAjpvnIt93urVcC64XNu1n5Ze0nnq5VkigAACCCCAAALVWIChI4AAAggggAACVUJAz3L0fEdLL2k9WdKg/Nu0rqQybxmU1zZS2QUIPlN2Q1pAAAEEsixAcwgggAACCCCAAAIIIIAAAgggEH4BRogAAggggAACuSDg/RDt74tzLvo3pDjnzL/dn/fqq0w/imvplbFEAAEEEEAAAQQ2CZBDAAEEEEAAAQQQyFUBPc/xnut4S5UpaV1J+fgUNB7VUblzTouE5Fzsc6aEChQgEHIB7xxJNkz/dn/eX1/l3nnpLyePQG4I0AsEEEAAAQQQQAABBBBAAAEEEEgm4D3T0fMdpfh1lSlpf2+pvJK37tymZ6zOVdZzWPUo3IngM+H+fBkdAggggAACCCCAAAIIIIBAKgLUQQABBBBAAAEEEEAAAQQQqLYCziX+GO39aB2E4m3zlqrjz2udlKMCdAsBBBBAAAEEEEAAAQQQQAABBMIvkOII9TxHLzkoKe8lrasJb93Le0uvXEvnNr3w4G3X0kvOxT530j7eNpYIVDcB51I/H7xzJX4pM+di21EZCQEEEEAAAQQQQAABBKqhAENGAAEEEKgSAnq+o2euSsonSxqMtvmXyit55c4VPxfyrztXXKZ6XvK2e+ssUxcg+EzqVtREAAEEEEAAgQoS4DAIIIAAAggggAACCCCAAAIIIBB+AUaIAAII5KqA9+Ozls4Vv0CkvL+//nV/3l+HPAIIIIAAAggggAACCJhhgAACCCCAQK4K6GUH9U1LPd/xksqU11JJeSXlleLzzgW/3KB6StqHhAACiQLOOXPORTc4V/wcNrryx3+88yfZ8o9qLBBAAAEEckSAbiCAAAIIIIAAAggggAACyQT0fMefVM9b9+f9ZSr3p6BtKvPXIV92AYLPlN0w7C0wPgQQQAABBBBAAAEEEEAAAQQQCL8AI0QAAQQQQAABBBBAoFoLxP8QrXXnNr3w4FxxXuVKHpbyzm3a5pWzRAABBHJUgG4hgAACCCCAAAIIIIAAAgj4BOIDz+hZT1Byrvj5j2/XjVnV14q3VF7JueKgGsqTEKhggZw9XPx5onUvOVfyeebVy9nB0TEEEEAAAQQQQAABBBBAAAEEKlaAoyFQJQSSPYP1Oq9nPl5eS2/dW8aXqdy5Tc+RtK46pOwIEHwmO460ggACCCCAAAIIIIBAFgVoCgEEEEAAAQQQQAABBBBAAAEEwi/ACHNRINmP0Sp3LvaFIZVpDPFLlZEQQAABBBBAAAEEEEAAAQQQKBbgvwggkKsCQS89qK961qOkvJLySl7ev1Q+leTtn0pd6iBQnQWci30GKwv/+aO8kspJCCCAAAIIIIBAbgnQGwQQQAABBBBAAIFkAnqeo6RnskrKK/nzWldyrjiwjPJKatO54mdGzhUvVRaUvPpB2yhLTYDgM6k5UQsBBKqzAGNHAAEEEEAAAQQQQAABBBBAAIHwCzBCBBBAAAEEEEAgIuBc8h+o/T9O+/OR3fgXAQQQQAABBKqKAP1EAAEEEEAAAQQQQOAPAT3fUdKqlv7kL3Nu08sOKveS6gflvTKWCCCQXMB//sTX0jZ/CtoeX8Y6AgkCFCCAAAIIIIAAAggggAACCCCAQE4I6DmPP8iMOqUyJeXjU3y51r2kus75/nyfCiJJ2yML/s2CAMFnsoBIEwgggAACCCCAAAIIIIAAAtkVoDUEEEAAAQQQQAABBBBAAAEEcknAucQfrdU//XDtJeeC66geKViAUgQQQAABBBBAAAEEEEAAAQQQCL9ALo/Qe67jLfUShPqrdS2V/Hlv3TlnzjmtRpNzLmY9Wsh/EEAgLQGda0rOBZ9P2qaUVqNURgABBBBAAAEEEEAAgQoT4EAIIIAAAgiUJKDnOvFJ9f1l/nUv71zxsyLnioOEe+VakrIvQPCZ7JvSIgIIIIAAAmETYDwIIIAAAggggAACCCCAAAIIIBB+AUaIAAIIIOATcG7Tj9Uq1o/cWip5+WRL1SEhgAACCCCAAAIIIJCjAnQLAQQQQAABBP4Q0LMdf/qj2FSmvLdU3ktemZb+pO1a9y+VJyGAQOkCzrmESv7zSXklr5I/75WxRAABBBBIEKAAAQQQQAABBBBAAAEEEMgJAT3LUdBvLdUhb+nl49dV7iXniv8Mn+ooqdxbOpf4TEnbSWUTIPhM2fwqYW8OiQACCCCAAAIIIIAAAggggAAC4RdghAgggAACCCCAAAIIIFBZAs4l/2FaP147l3x7ZfWZ4yKAQFUVoN8IIIAAAggggAACCCCAAAKVKaBnPTq+lkrKK3l5b+kvc674hQeVeclfT2XO8fxIDiRPgGWQgP+88fLOxZ5fzjlzzgXtThkCCCCAAAIIIIAAAggggAACOSZAdxBAIJmA9+zHv1ReSft4S+X9Kb7cOZ4T+X3KI0/wmfJQpU0EEEAAAQQQQACBcAkwGgQQQAABBBBAAAEEEEAAAQQQCL8AI0TgD4H4H61V7JU5F/sDtsqdi30hQvVJCCCAAAIIIIAAAggggAACOSpAtxBAAIE/BPRcR1lvqbw/qdyftM254udAzhU/I3LOJQTGcK64jrev9iMhgEBqAjpv/DW9dS2V/NvII4AAAggggAACJQqwEQEEEEAAAQQQQCAnBLxnOvFLr3Neefy6yp0rftaqbc5tymtd27V0zmlBypIAwWeyBEkzCCBQcQIcCQEEEEAAAQQQQAABBBBAAAEEwi/ACBFAAAEEEEAAgVwScG7Tj9TeD9de/7x1b+mVs0QAAQQQQACB0gWogQACCCCAAAIIIIBAZQroeY6S1wfl169f760mLLVdhf6l8s5tenak7SQEEChZwLlN50xp55C2e60p79ymfb1ylrkvQA8RQAABBBBAAAEEEEAAAQQQQCD8AslGqGc6XlIdf17rXlK5l3euONiMc8XPgvzbvDre0rniOt46y8wFCD6TuR17IoAAAggggAACCCCAAALVRYBxIoAAAggggAACCCCAAAIIIFCtBPRjtXOJP0qr3IPw51XmXGJ9lVehRFcRQAABBBBAAAEEEEAAAQQQQCD8AozwDwHv2Y5/mSz/xy6lLrz9S61IBQQQyEjAOZ7BZgTHTggggAACCCCAAALVUYAxI4AAAgggkJMCyZ6hqty54mc/yiulMoBU66XSFnXMCD7DLEAAAQQQQKDKCdBhBBBAAAEEEEAAAQQQQAABBBAIvwAjRAABBBCobAH9MO2l+L6o3Dm3sVjrG1fIIIAAAggggAACCCCQsgAVEUAAAQQQQCAXBPRsRymVvqiec5ueC2kflWnpXPHfxqs8CQEEyibgnVdeK84Vn1/x5d52lggggEBuC9A7BBBAAAEEEEAAAQQQQACB+Oc63rp/6Vzws1f0KkaA4DNldWZ/BBBAAAEEEEAAAQQQQAABBBAIvwAjRAABBBBAAAEEEEAAgWor4FzsD9pBEM6VXidoP8oQQCDHBOgOAggggAACCCCAAAIIIIBAtRTwXm7wD9652Oc9/jr+vH8f8lVEgG7mnIDOKS+pc8o7VxxsRutKKtOShAACCCCAAAIIIIAAAggggEBKAlRCAIGcFdBzHiWvg85teg6kcuecOee8zaYyrXhL5UnlI0DwmfJxpVUEEEAAAQQQQACBchSgaQQQQAABBBBAAAEEEEAAAQQQCL8AI0QglwT0w7VSUJ+8cm8ZVIcyBBBAAAEEEEAAAQQQQACBYAFKEUAAgcoU8J7nOFf8IoO3rqWS+uZc8YsPzhXXUZmSt115EgIIZEfAueLzzLni8y6+VeeCy+PrsY4AAggggAACuSdAjxBAAAEEEEAAAQQQ0DNVJUk4V/wcSOtKzhWva1uy5FzpdZLtS3lqAgSfSc2JWgggkFyALQgggAACCCCAAAIIIIAAAgggEH4BRogAAggggAACCCAQEXAu+Ads/QAe2cy/CCCAAAIIVHUB+o8AAggggAACCCCAQLURCHqe41xsYAvVUfKjOBf8fMhfhzwCCGRHwLnY803no3OxZdk5UrVrhQEjgAACCCCAAAIIIIAAAggggED4BXJihHqe4yXnnDnnov1SmTLOxa6rTMm/3bniOionla8AwWfK15fWEUAAAQQQQAABBBBAAIFyEKBJBBBAAAEEEEAAAQQQQAABBBCoDAH/j9r+fPn0hVYRQAABBBBAAAEEEEAAAQQQQCD8AoywsgX0jEfJ64dziS8yOFcclMZfz6vPEgEEEEAAAQQQQAABBBBAAIHSBaiBAAIIIIAAAnq+quRc4jNYv47q+NfJV5wAwWcqzpojIYAAAgiEVYBxIYAAAggggAACCCCAAAIIIIBA+AUYIQIIIIAAAn8I6MdtJa16S+VJCCCAAAIIIIAAAiEQYAgIIIAAAgggUK0E4p/taF3JueKXH5wrXqpMMM4VB6FRnoQAAhUv4J2LFX9kjogAAqETYEAIIIAAAggggAACCCCAAAIVJuA903Fu0/NWr6ykTqiOUkl12JZdgdAFn8kuD60hgAACCCCAAAIIIIAAAggggEAuCtAnBBBAAAEEEEAAAQQQQKCyBJwr/hG8so7PcRGoTgKMFQEEEEAAAQSkip+lAAAQAElEQVQQQAABBBBAAIGKENALDErOFT/3UV5Jx/aWzhVvUxkpuwK0hkCqAs5xHqZqRT0EEEAAAQQQQAABBBBAINcE6A8CCFRfAeeKg3p7z1ol4Vximcr9yTmeBfk9KiJP8JmKUOYYCCCAAAIIIIBAuAUYHQIIIIAAAggggAACCCCAAAIIhF+AESKAQICAc8U/gmuTc/zYLQcSAggggAACCCCAAAIIVGkBOo8AAghUOwHnnDnnouPWyw/OFeed2/TcJ7qR/yCAAAIIIIAAAgggEB4BRoIAAggggAACCCCAQKUJ6DmsDu5c8bNYrTvH81iZVHYi+ExlfwIcH4GsC9AgAggggAACCCCAAAIIIIAAAgiEX4ARIoAAAggggAACCCCAAAIIIIBA+AUYIQIIIIAAAggggAACCJSngHObXmhwbtOLDnrZwTuuc8Xl3jpLBBBAIPsCtIgAAggggAACCCCAAAIIIIAAAuEXqN4jdG7Tc1bnip/Les9hnSted25TneqtVXmjJ/hM5dlzZAQQQAABBBBAAAEEEAiLAONAAAEEEEAAAQQQQAABBBBAAIHwCzBCBBBAAAEEEEAAAQQQQAABBBAIvwAjRAABBBBAAAEEEEAAAQQQQACB8AswQgQQQAABBBCocAHnCC5T4ehpHpDgM2mCUR0BBBBAIPcF6CECCCCAAAIIIIAAAggggAACCIRfgBEigAACCCCAAAIIIIAAAggggED4BRghAggggAACCCBQngLe36xbnsegbQQQQAABBBAoXYAaCCCAAAIIIIAAAggggAAC4RXQc1gvhXeU4RhZeQefCYcSo0AAAQQQQAABBBBAAAEEEEAAgZIE2IYAAggggAACCCCAAAIIIIAAAuEXYIQIIIAAAggggAACCCCAAAIIIBB+AUaIAAIIIIAAAggggAACCCCAAALhF2CECCCAAAIIJAgQfCaBhAIEEEAAAQQQQKCqC9B/BBBAAAEEEEAAAQQQQAABBBAIvwAjRAABBBBAAAEEEEAAAQQQQACB8AswQgQQQAABBBBAAAEEEEAAAQQQCL8AI0QAAQQQQAABBBBAAAEEKl+A4DOV/xnQg7ALMD4EEEAAAQQQQAABBBBAAAEEEAi/ACNEAAEEEEAAAQQQQAABBBBAAIHwCzBCBBBAAAEEEEAAAQQQQAABBBAIvwAjRAABBBBAAAEEEEAAAQQQQACB8AswQgQQSBAg+EwCCQUIIIAAAggggAACCCBQ1QXoPwIIIIAAAggggAACCCCAAAIIhF+AESKAAAIIIIAAAggggAACCCCAQPgFGCECCCCAAAIIIIAAAggggAACCIRfgBEigAACCCCAAAIIVL4AwWcq/zOgBwgggEDYBRgfAggggAACCCCAAAIIIIAAAgiEX4ARIoAAAggggAACCCCAAAIIIIBA+AUYIQIIIIAAAggggAACCCCAAAIIhF+AESKAAAIIIIAAAggggAACCCCAQPgFEkZI8JkEEgoQQAABBBBAAAEEEEAAAQQQqOoC9B8BBBBAAAEEEEAAAQQQQAABBMIvwAgRQAABBBBAAAEEEEAAAQQQQCD8AowQAQQQQAABBBBAAAEEEEAAAQTCL8AIEUAAAQQQqHwBgs9U/mdADxBAAAEEEEAg7AKMDwEEEEAAAQQQQAABBBBAAAEEwi/ACBFAAAEEEEAAAQQQQAABBBBAIPwCjBABBBBAAAEEEEAAAQQQQAABBMIvwAgRQAABBBBAAAEEEEAAgWooQPCZavihV/chM34EEEAAAQQQQAABBBBAAAEEEAi/ACNEAAEEEEAAAQQQQAABBBBAAIHwCzBCBBBAAAEEEEAAAQQQQAABBBAIvwAjRAABBBBAAAEEEEAAAQQQQACB8AswQgQQqHwBgs9U/mdADxBAAAEEEEAAAQQQCLsA40MAAQQQQAABBBBAAAEEEEAAgfALMEIEEEAAAQQQQAABBBBAAAEEEAi/ACNEAAEEEEAAAQQQQAABBBBAAIHwCzBCBBBAAAEEEEAAgWooQPCZavihM2QEEKjuAowfAQQQQAABBBBAAAEEEEAAAQTCL8AIEUAAAQQQQAABBBBAAAEEEEAg/AKMEAEEEEAAAQQQQAABBBBAAAEEwi/ACBFAAAEEEEAAAQQQQAABBBBAIPwClT9Cgs9U/mdADxBAAAEEEEAAAQQQQAABBMIuwPgQQAABBBBAAAEEEEAAAQQQQCD8AowQAQQQQAABBBBAAAEEEEAAAQTCL8AIEUAAAQQQQAABBBBAAAEEEEAg/AKMEAEEEEAAgWooQPCZavihM2QEEEAAAQSquwDjRwABBBBAAAEEEEAAAQQQQACB8AswQgQQQAABBBBAAAEEEEAAAQQQCL8AI0QAAQQQQAABBBBAAAEEEEAAgfALMEIEEEAAAQQQQAABBBBAAIHyFyD4TPkbc4SSBdiKAAIIIIAAAggggAACCCCAAALhF2CECCCAAAIIIIAAAggggAACCCAQfgFGiAACCCCAAAIIIIAAAggggAAC4RdghAgggAACCCCAAAIIIIAAAgggEH4BRogAAtVQgOAz1fBDZ8gIIIAAAggggAAC1V2A8SOAAAIIIIAAAggggAACCCCAQPgFGCECCCCAAAIIIIAAAggggAACCIRfgBEigAACCCCAAAIIIIAAAggggED4BRghAggggAACCCCAAALlL0DwmfI35ggIIIBAyQJsRQABBBBAAAEEEEAAAQQQQACB8AswQgQQQAABBBBAAAEEEEAAAQQQCL8AI0QAAQQQQAABBBBAAAEEEEAAgfALMEIEEEAAAQQQQAABBBBAAAEEEAi/QDUcIcFnquGHzpARQAABBBBAAAEEEEAAgeouwPgRQAABBBBAAAEEEEAAAQQQQCD8AowQAQQQQAABBBBAAAEEEEAAAQTCL8AIEUAAAQQQQAABBBBAAAEEEEAg/AKMEAEEEEAAAQTKX4DgM+VvzBEQQAABBBBAoGQBtiKAAAIIIIAAAggggAACCCCAQPgFGCECCCCAAAIIIIAAAggggAACCIRfgBEigAACCCCAAAIIIIAAAggggED4BRghAggggAACCCCAAAIIIIBACAUIPhPCD7VsQ2JvBBBAAAEEEEAAAQQQQAABBBAIvwAjRAABBBBAAAEEEEAAAQQQQACB8AswQgQQQAABBBBAAAEEEEAAAQQQCL8AI0QAAQQQQAABBBBAAAEEEEAAgfALMEIEEECg/AUIPlP+xhwBAQQQQAABBBBAAIGSBdiKAAIIIIAAAggggAACCCCAAALhF2CECCCAAAIIIIAAAggggAACCCAQfgFGiAACCCCAAAIIIIAAAggggAAC4RdghAgggAACCCCAAAIIhFCA4DMh/FAZEgIIlE2AvRFAAAEEEEAAAQQQQAABBBBAIPwCjBABBBBAAAEEEEAAAQQQQAABBMIvwAgRQAABBBBAAAEEEEAAAQQQQCD8AowQAQQQQAABBBBAAAEEEEAAAQTCL8AIy1+A4DPlb8wREEAAAQQQQAABBBBAAAEEShZgKwIIIIAAAggggAACCCCAAAIIhF+AESKAAAIIIIAAAggggAACCCCAQPgFGCECCCCAAAIIIIAAAggggAACCIRfgBEigAACCCCAQAgFCD4Twg+VISGAAAIIIFA2AfZGAAEEEEAAAQQQQAABBBBAAIHwCzBCBBBAAAEEEEAAAQQQQAABBBAIvwAjRAABBBBAAAEEEEAAAQQQQACB8AswQgQQQAABBBBAAAEEEEAAAQTKLkDwmbIblm8LtI4AAggggAACCCCAAAIIIIAAAuEXYIQIIIAAAggggAACCCCAAAIIIBB+AUaIAAIIIIAAAggggAACCCCAAALhF2CECCCAAAIIIIAAAggggAACCCAQfgFGiAACCIRQgOAzIfxQGRICCCCAAAIIIIBA2QTYGwEEEEAAAQQQQAABBBBAAAEEwi/ACBFAAAEEEEAAAQQQQAABBBBAIPwCjBABBBBAAAEEEEAAAQQQQAABBMIvwAgRQAABBBBAAAEEEECg7AIEnym7IS0ggED5CtA6AggggAACCCCAAAIIIIAAAgiEX4ARIoAAAggggAACCCCAAAIIIIBA+AUYIQIIIIAAAggggAACCCCAAAIIhF+AESKAAAIIIIAAAggggAACCCCAQPgFGGEIBQg+E8IPlSEhgAACCCCAAAIIIIAAAmUTYG8EEEAAAQQQQAABBBBAAAEEEAi/ACNEAAEEEEAAAQQQQAABBBBAAIHwCzBCBBBAAAEEEEAAAQQQQAABBBAIvwAjRAABBBBAAAEEyi5A8JmyG9ICAggggAAC5StA6wgggAACCCCAAAIIIIAAAgggEH4BRogAAggggAACCCCAAAIIIIAAAuEXYIQIIIAAAggggAACCCCAAAIIIBB+AUaIAAIIIIAAAggggAACCCCAQBUUIPhMmh8a1RFAAAEEEEAAAQQQQAABBBBAIPwCjBABBBBAAAEEEEAAAQQQQAABBMIvwAgRQAABBBBAAAEEEEAAAQQQQCD8AowQAQQQQAABBBBAAAEEEEAAAQTCL8AIEUAAAQTKLkDwmbIb0gICCCCAAAIIIIBA+QrQOgIIIIAAAggggAACCCCAAAIIhF+AESKAAAIIIIAAAggggAACCCCAQPgFGCECCCCAAAIIIIAAAggggAACCIRfgBEigAACCCCAAAIIIIBAFRQg+EwV/NDoMgKVK8DREUAAAQQQQAABBBBAAAEEEEAg/AKMEAEEEEAAAQQQQAABBBBAAAEEwi/ACBFAAAEEEEAAAQQQQAABBBBAIPwCjBABBBBAAAEEEEAAAQQQQAABBMIvwAgRKLsAwWfKbkgLCCCAAAIIIIAAAggggED5CtA6AggggAACCCCAAAIIIIAAAgiEX4ARIoAAAggggAACCCCAAAIIIIBA+AUYIQIIIIAAAggggAACCCCAAAIIhF+AESKAAAIIIIAAAlVQgOAzVfBDo8sIIIAAApUrwNERQAABBBBAAAEEEEAAAQQQQCD8AowQAQQQQAABBBBAAAEEEEAAAQTCL8AIEUAAAQQQQAABBBBAAAEEEEAg/AKMEAEEEEAAAQQQQAABBBBAAAEESheo6sFnSh8hNRBAAAEEEEAAAQQQQAABBBBAoKoL0H8EEEAAAQQQQAABBBBAAAEEEAi/ACNEAAEEEEAAAQQQQAABBBBAAIHwCzBCBBBAAAEEEEAAAQQQQAABBBAIvwAjRAABBBCoggIEn6mCHxpdRgABBBBAAAEEKleAoyOAAAIIIIAAAggggAACCCCAQPgFGCECCCCAAAIIIIAAAggggAACCIRfgBEigAACCCCAAAIIIIAAAggggED4BRghAggggAACCCCAAAIIIFC6AMFnSjeiBgK5LUDvEEAAAQQQQAABBBBAAAEEEEAg/AKMEAEEEEAAAQQQQAABBBBAAAEEwi/ACBFAAAEEEEAAAQQQQAABBBBAIPwCsrXd/AAAEABJREFUjBABBBBAAAEEEEAAAQQQQAABBMIvwAgRqIICBJ+pgh8aXUYAAQQQQAABBBBAAIHKFeDoCCCAAAIIIIAAAggggAACCCAQfgFGiAACCCCAAAIIIIAAAggggAAC4RdghAgggAACCCCAAAIIIIAAAgggEH4BRogAAggggAACCCBQugDBZ0o3ogYCCCCAQG4L0DsEEEAAAQQQQAABBBBAAAEEEAi/ACNEAAEEEEAAAQQQQAABBBBAAIHwCzBCBBBAAAEEEEAAAQQQQAABBBAIvwAjRAABBBBAAAEEEEAAAQQQQACBHBTIcvCZHBwhXUIAAQQQQAABBBBAAAEEEEAAgSwL0BwCCCCAAAIIIIAAAggggAACCIRfgBEigAACCCCAAAIIIIAAAggggED4BRghAggggAACCCCAAAIIIIAAAgiEX4ARIoAAAgggULoAwWdKN6IGAggggAACCCCQ2wL0DgEEEEAAAQQQQAABBBBAAAEEwi/ACBFAAAEEEEAAAQQQQAABBBBAIPwCjBABBBBAAAEEEEAAAQQQQAABBMIvwAgRQAABBBBAAAEEEEAAgRwUIPhMDn4odKlqC9B7BBBAAAEEEEAAAQQQQAABBBAIvwAjRAABBBBAAAEEEEAAAQQQQACB8AswQgQQQAABBBBAAAEEEEAAAQQQCL8AI0QAAQQQQAABBBBAAAEEEEAAgfALMEIEEChdgOAzpRtRAwEEEEAAAQQQQAABBHJbgN4hgAACCCCAAAIIIIAAAggggED4BRghAggggAACCCCAAAIIIIAAAgiEX4ARIoAAAggggAACCCCAAAIIIIBA+AUYIQIIIIAAAggggEAOChB8Jgc/FLqEAAIIVG0Beo8AAggggAACCCCAAAIIIIAAAuEXYIQIIIAAAggggAACCCCAAAIIIBB+AUaIAAIIIIAAAggggAACCCCAAALhF2CECCCAAAIIIIAAAggggAACCCAQfoHSR0jwmdKNqIEAAggggAACCCCAAAIIIIBAbgvQOwQQQAABBBBAAAEEEEAAAQQQCL8AI0QAAQQQQAABBBBAAAEEEEAAgfALMEIEEEAAAQQQQAABBBBAAAEEEAi/ACNEAAEEEEAgBwUIPpODHwpdQgABBBBAAIGqLUDvEUAAAQQQQAABBBBAAAEEEEAg/AKMEAEEEEAAAQQQQAABBBBAAAEEwi/ACBFAAAEEEEAAAQQQQAABBBBAIPwCjBABBBBAAAEEEEAAAQQQQMCM4DPMgrALMD4EEEAAAQQQQAABBBBAAAEEEAi/ACNEAAEEEEAAAQQQQAABBBBAAIHwCzBCBBBAAAEEEEAAAQQQQAABBBAIvwAjRAABBBBAAAEEEEAAAQQQQACB8AswQgQQyEEBgs/k4IdClxBAAAEEEEAAAQQQqNoC9B4BBBBAAAEEEEAAAQQQQAABBMIvwAgRQACB1ATq12tmg3c9yU4+6UG78MLX7PLL3rcrrxi5MV16yTt24QWv2mnDHrP997sgtUaphQACCCCAAAJVRuD44+7Z+L2ve4ArLn/f9t7r7CrTfzqKAAIIIIAAAggggAAC1VugsE4dG7rnfnbD+ZfZs3f9w0Y88YJ9/Oyr9sWLb21Mn7/wpn3w71fsnceftcduutMuOOl06965S/WGY/QIIBAoMORPe9ldV15nbz3ydMK15JPnXrcRT71kL933mN179Q3Wo0u3wDYorF4Ch+59gP3v3y9v/M7R988r9/+zHL5nqqarvqf33WV3+9vwS5N+T8vsw6f/E/0Of/6eh+2Wi6+yw/Y5wJo3aVo1B02vEUAglALcI4TyY2VQCFRJAYLPVMmPjU4jgAACaQhQFQEEEEAAAQQQQAABBBBAAAEEwi/ACBFAAAEEEEAAAQRSFlCQE734XF7pistH2CUXv20XXfiGnXXmv+244+6yPfc409p36JNyH8NScYcdjrSTT/6HDRp0tLVs2cVqFxRZXl7sH1OoUaOW1a5dz5o1a28tWm4RlqEzjmoqsHXPPaLnfvz15aLI9UDbqikLw86mAG0hUAUFZs4cbxs2rN/Yc+fyrEULXsLcCJJmJuhe9rJL37Vddjmh1Jb0XaTvJL6nSqWiAgIIIIAAAggggAACdvi+B9rjN99lbz/2rF10yhk2ePtB1r51WyssLLSaNWrGCDnnIs8+C6xhvfrRYACH7L2/PXrjHfbmw/+2S087J/2X22NaZwWB8hE49Yhj7ZO4QEoK0PD6Q09Zv569SjxoWfYtseEQbxzQq6/98+9328XDzrbttulrjRs2TLiW1MjPNwXSaL1ZC+vSoZNt1rTyAmOor5oPQem5ux+ydi1bl/unlWyeqU+Xnf6Xcj9+rhzgxwnjbOGixTHdadigvm21RdeYsuq2sst2A+3uK6+3Nx952q486zz708Adk35Py6agVq3od7jm7o7bDrDhJ55mL9//uD19xwP2fwcdFj33VI+EQK4K7LPzbtEAZboG+pOClmlbrva7LP3SuDQ+/3iVV5m2laXtXNq3qt0j5JIdfUEgFAI5OIi8HOwTXUIAAQQQQAABBBBAAAEEEECgSgvQeQQQQAABBBBAAAEEEEAAAQQQCL9AshE656xmzQIrKKhrjRq1tHZte9p22x1sxx59i11w/n/sgP0vsvr1miXbPTTl++13vu2y8/FWWNgw5TEtWTQ75bpURAABBBBAAIGqITB9xs+2evWKmM42bLiZVcfAfDEIrCCAAAIIVBkBOooAAgggUH0EFPThtKOPMwWNOff4U61bpy2sVs2aGQE456xJo0Z24J/2smdufyD6krvaz6gxdkIAgSotsP9ue9hVZ59vXTt2NudcSmNZtnyFzZg9K6W62a605067WuvNNkvabMtmm0UDciWtwIasCoydON6mzpwe02btWgW2ZYdOMWXVZcUL0nDjBZdb/216R4O/ZTp2BXzq2HZzOz3y3f/83Y9Eg9Bk2hb7hUOAUSBQ0QJV7R6hon04HgIIVI5AXuUclqMigAACCCCAAAIVJsCBEEAAAQQQQAABBBBAAAEEEEAg/AKMEAEEEEAAgZwXcM5ZnTr1rVevvezkk/9hAwYcmvN9zrSDg3Y4yrbuubvl59dMuYn169fZvAXTUq5PRQQQQAABBBCoGgJTf//Rli9bGNNZ3RO1arllTFmKK1RDAAEEEEAAAQQQQAABBMpF4IDd9rQnb7nX/nzQYdGgMc6lFiAilc4UFhbaoXvvb4/ceIcN6NU3lV2og0B1FwjN+Ht06WYnHHKUNW7QMK0xzZk/zxR0JK2dslR5UJ/+VlS3KGlrCsq1fZ9+SbezIfsCE6ZMsrXr1m1s2DlnW3TouHG9umSGn3ia3XzRlWkFckrFxrnigHEKQvPAX/9uOm9T2Y86CCCAQFkEdK2pavcIZRkv+yKAQNURIPhM1fmsQtJThoEAAggggAACCCCAAAIIIIAAAuEXYIQIIIAAAggggAACCCCAAAIlCRQWNrTBu55ke+91dknVquS2Jo3b2Dbb7GU1atRKq/9r162xhQtnprUPlStbgOMjgAACCCBQusC8+VNtzpwpMRV1n9CyxRYxZawggAACCCCAAAII5KoA/UIg3AKFderYpaedYxecfIa1btHSnMte0Bm/nHPOOrRpZ3899yI7fN8D/ZvII4BAiAUO3+cAa9msedojnD1vTtr7ZGOHdi1bW/fOXUq9FnZqt7ntudOu2TgkbaQg8MOEn235iuUxNZs3aWo79tsupiysK/quvuGCy+3gvfazglrp/f6Yjolzznp372FXn3W+DezdL51dqYsAAgikLZCb9whpD4MdEEAghAIEnwnhh8qQEEAAAQQQQAABBBCIEWAFAQQQQAABBBBAAAEEEEAAAQTCL8AIEUCgygnopevevfe1XXc9qcr1vaQOd+y0rdWr3yxplTVrVtmMGePt++/ft+++fze6nDZtrM2eNckWLpiWdD82IIAAAggggEDVFZg5+xdbt25NzACaNW9vBQV1Y8pYQQCBFASoggACCCCAAAIIIJA1Ab24f+MFV9gBu+1ptWrWLLXdVatX27RZM+3bcT/amx+8vzF9POoL+23GNFu+coVt2LChxHbqF9WzUw8/1o4dcmiJ9diIAAJVX6C0QC7r1q+3qTOm2/+++HTj9eTLb0fbxCmT7Zfff60UgMHbD7LmTZP/xuN1qqhukQ3q099bZVkeAr42Px89yuYumO8rMatfWBgNFBRTGNKV80863Xbuv73l55X8KrS+g1euWmXzFy6Mnkc6l7ykMm1TndKY2rZqZeedcBoBaEqDYjsCCGQsUBXvETIeLDsigECVEyj5jqvKDYcOI4AAArkvQA8RQAABBBBAAAEEEEAAAQQQQCD8AowQAQQQQAABBBBAoOoJrFy5xMaO/V80IIqComSSFFBFgVQWLJiR8IJ1kIgC0PTpva913XLHoM1Vsqx5845Ws0ZBQt/1hzl/++17e/iRYfbQw6fay69cZ6+8ckN0+cijZ9ijj51pEyZ+mbAfBQgggEAuC9A3BBBITWD69HG2cuWymMr1ippYp07bxpSxggACCCCAAAIIIIAAAghUlIACz1x11nDbdute5pxLethlK1bYR199bhfd/Ffb6cgDbejpx9spl51v19x1y8Y0/Iar7dAzT7Jdjx5qV931d/vmx+9t7drYAJz+AxQWFtpxBx9mQ/fY119MHgEEQibQbYsu1qh+g8BRzZ0/z/5696128JknRq8v3jXlrGsvtaOHn26PPP/vwP3Ku7Bfz14JwbiWLV9uCtrhP7Zzznp27WY9unTzF5MvJwF9F/3yW2xAoho1atoW7TuW0xFzp9nD9z3Qdt1+UNLAM/r9ccacWfb0ay/ZCRf/xXY+aojtfeKR0fNI55KXVKZtqqO62kf7Jhtpm5Yt7cj9h1phnTrJqlCOAAIIZCxQFe8RMh4sOyJQxQTorlkeCAgggAACCCCAAAIIIIAAAgiEXIDhIYAAAggggAACCCCAAAIIIIBA+AXKPMI1a1bZqG9es1deuSHjpIAqCqRy9z1H2d+u38Nef/1WmzVrkpX0hxcLCxvattsOKXP/c6WBhg03C3xZY9nyhfbJJ0/ZnDlTcqWr9AMBBBBAAAEEKkhg/PhPbfGSOTFHKygotNatu8eUsYIAAggggEAKAlRBAAEEEECgzAJ6kfyKM86zvj22CXyWqQOsXrPG/vvxB3bEOafY+TdeY//74lMVl5re+XCknXblhTb8hmts8tTfkj4bLqpbZMcedCiBG0oVpQICVVegzWYtrVZBrYQBrFu71t784H1768MRCdsqs2Bg737WqV37hC7MnDvbps+emVDevFET27n/gIRyCspHYNwvE23V6tUxjXdo087atWwdUxamFY3twN32sjoFtQOHtXDJYrvvX4/bkGHH2R2PP2RjJ44PrOcvVB3V1T7aV234t3t555z12aqHHXPgIV4Ry4oX4IgIhFagqt0jhPaDYM81GtEAABAASURBVGAIIBAokBdYSiECCCCAAAIIIFBuAjSMAAIIIIAAAggggAACCCCAAALhF2CECCCAAAIIICCBb0a/bg/+4yT75JN/2apVy1UUmFq26mJ9eu8XuK2qFea5/MAuL5g/3SZM/DJwG4UIhEXgu+/ftZtu3teu/euuMUll2mb8gwACCIROIPUBzZo5Mealy7y8fGuxWefUG6BmmQX0XaTvJL6nykxJAwgggAACCCCAAAJVXODkw4+xvlv1TBp4Zva8ufb3h+61y2+/0ZTPZLifj/nazr72Mvv6h29j/l/I31bLZs3tuIMP9xeRR6DCBB585knb4fADbLuD945J+518jI36fkxcP1jNRKBGfr65gB0XLVtq340bG7Clcot27D/AGtavn9CJyb//ZhOnTE64luXXqGG9uvVMqE9B+Qj8NGmCLV66JKbxRg0aWs+u3WLKwrQyePtB1rZVcHAdfT9fc+ff7YmXn8t4yNpXbfw+fXpgGzVq1LTddtgp1AF+AgdOIQI5IqBAbYOPGRpzn6L7FpVpW450M6NuVLV7hIwGyU4IIFBlBQg+U2U/uix1nGYQQAABBBBAAAEEEEAAAQQQQCD8AowQAQQQQAABBBBAAAEEEECgUgVGjHzEvvzqZVu7dnVgP2oXFFmHDn0Ct1W1wtp16gV2ecXyhYHlFGZRgKYQQAABBBDIYYEZMyfYmrWrYnrYqFFra92qa0wZKwgggAACCCCAAAKlCLAZAQTKJLD7oJ1t3113NwVNCGpIL6DfcP+d9ur77wRtTqtML8ZfeNO19tV3YxKCNqgh55z167mNHb7vgVolIYBAyATqF9UzBd+NH9aqVatt3sIF8cWVul5Yp45ttUXXSH9jXzVdu3aN/TZ9qo0Z96OtWLUyoY8d2raxPXfaNaGcguwLKCjUjNmzYxquU7u2de/UJaYsTCvb9+lntWrWTBjSsmXL7LEXn7VPR49K2JZugdp48NknEgL7eO20bLaZKQiOt84SAQQQyIZAyvcI2TgYbSCAAAJpCsT+H0GaO1MdAQQQQAABBBBAAAEE0hdgDwQQQAABBBBAAAEEEEAAAQQQCL8AI0QAAQTiBUaOfNjGj/808CUD1W3Vsos1adxG2SqdauQn/iFQDWjZ8kVakBBAAAEEEECgmgpMn/aTLV8Wez9Qt7CBtWrdrZqKMOywCDAOBBBAAAEEEEAAgaojoOAKh+59gOllz6BeK1jMbY/en5WX2b32l61YYf98+TmbPX+uVxSzrFNQ23YbuJOpbzEbWEEAgSovUKtWrYRgLhrUytUrbezE8crmTNpr592sbctWCf1ZvGxZtK9ffTva5syfl7C9qG6RDerTP6E8jAW5MKbxkyfa+vXrN3YlLy/PunTovHE9TJl+PXtZ681aBg5JwZBeeuf1wG2ZFP734w/svU8/jLH12lHwG/XFW2eJAAIIZEOgKt0jZGO8tIEAAlVLIK9qdZfeIoAAAlkXoEEEEEAAAQQQQAABBBBAAAEEEAi/ACNEAAEEEEAAAQQQQCAnBH4e/7GtWrU0sC916za0Vq23DNxGIQIIIIBASgJUQgCBHBaYNn2cLVgwLaaHNWsUWMsWW8SUsYIAAggggAACCCCAAAIIlCKQ8eZD9j7AunYMfkl/2bJl9tiLz2Y18IzX0VHfj7E3RvzX1q5d4xXFLLdo38EU+CGmkBUEEECgAgX6dO9pdWvXSTiignJ9NOoL+23GNPt50sSEv2DBOWc9u3azHl26JexLQfYFxk4abytWroxpuGXz5hbG4Cgd2rSzosLCmLFqZU3ku/THCT8rm9X0xsj3bda8OYFttmnRyrp37hK4jUIEEEAAAQQQKFcBGq8EAYLPVAI6h0QAAQQQQAABBBBAAAEEqrcAo0cAAQQQQAABBBBAAAEEEEAAgfALMMIgge+/f98WLJwZtMlq1KxljRq1DtxGIQIIIIAAAgggEAaBmbMm2vr16zYOxTlnm7UIfvFzYyUyCCCAAAI5LkD3EEAAAQQQqBoChXXq2K4DdrCCWrUSOrxhwwb77Ntv7KV3Xk/Ylq2Cp/7zgk36/bfA5hTwYftefQO3UYgAAgiUt4ACx2zVJfEvR1i/fr2NnbgpyMeYcT/ailWxgU/Ut+aNmtjO/QcoSypnge/H/WQLFi2MOUr9onrWrVP4gjs3btDAaubnx4xVK6vXrLUZs2cpm9X0w/ifbOqMGYFt1i8stLat+A3XLJCHQgQQQAABBBAImQDBZ0L2gTIcBBBAAAEE0hZgBwQQQAABBBBAAAEEEEAAAQQQCL8AI0QAAQQQQACBnBFYsmh20r7UyK+ZdFs6G5o1a2+DB59sJ5/0oF14wat22aXv2pVXjNyYLr3kHTvvvJfsuOPusoEDj7T69Zql03zO1O265Y7RMVx04et2xeUjouPT2M44/QnbZ+9zTA7pdlb7DNrhKDvm6FvsrDP/bRdd+IZdftl70bbjDWU77JRHbP/9LrAtOvdP91AZ1y8oqGsDBhxqxx93j50//JWY/l1+2fuRPr9up57ysA3e9aSUP1uvzROPv9cuvPC1SJvvbxzz5ZHxa6yaTzvscKSpbsadL2VH+VeHuVsKQ0qbN9+8lw0Zcqmdfvo/I5/5GxvPAc1T/2cmT7mm1GgOVdJ1SXNY8y5xTr4fnafaVpHjk+OQIZdEr5+XR841z1rX08MOu9Z0TcqEUNcPXUdOG/aYXXTB65HzL/aao+uajlER12yNUaYnnnh/9PoS//2hcV980ZvR6+PRR99s/foeWK7XBHnqmqPj6HhyuOTitwPnu67H++5zrrVu1VW7Vd+U4yOfNm2srVq1LKaXOt+7dBkYU1YeK5pL+v7UuaS5dJnv/kj3EZpbf/nLc6bzuWfP3cqjCxvb1PVCx9HxdFwdX9cULXWOpfs9vrHhSszoc+zf/yA74rDr7Iwznoxez/zGGp+SynSt0/fXIQdfZeVtrX7tsssJG++bdHz1Q0neutfT9TfTe8eykuu6m+3vFo05Fz8Lv5V3PobxftY/TvIIIIAAAgggkFsCe+28m23euk1gpxYsWmRvjHg3cFu2CpetWGEjPv3IVq9ZE9hk5807WvfOXQK3pVrYoU07G3bk/9lDf7vN3nn8Wfvw6f/YFy++tTF98tzr9t4Tz9m/br3PLjr1zDIfL9V+VYV6srvw5DOiNu8/+bx9+vwbG92UH/Hki/bMnQ9WiJsCJQ3dcz+768rr7LV/PGkf/PsV+/yFN2P7E+nPs3f9w64+5wIb2LtfVSCutD7K57LT/xL9/EY88YLpPPCfFzpP3nrkafvH326xY4ccas2bNK20vlbWgXfo08+aNWqccPgVK1faD+PHbSx/+4P3beac2RvXvUx+jRq2Xa++prnrleX6Uuf86UcfZ4/ddGf0evnxs69uPMc0P3Tej/zXS/bSfY9Fz0Wdk7kwvt9mTLPJU2MDmSmoWteOnSuEvM9WW0evO89Grj8jnnop5tqkc0vfMf/8+10mWxlXSKeyeJAJUybZ2nWbAmd7TdeoWdOaNy77tUHXl8P2OcBuufgqe/6eh03XpPi5p/mnMm2T89+GX2p77rSr15VyX2qeH7n/0I33Evpc1SclnRf6Pnwqch9xWuT80XhS6ZDX5iM33Gbvx33Hqn1v3vzfQYeV63VEc1JzU3NUx5SzxuWlMH0faKxn/99Jxd99ceeqxqn7C91nDPnTXql8hFmpoz5ddfb5pu9czSW56/PX+k0XXmG7bFf+vxHED0RzU9d3Wagf8fdc6p/mCvfO8XKsI4BA2AUIPpNjnzDdQQABBBBAAAEEEEAAAQQQQACB8AswQgQQQAABBBBAAAEEEEAAgeorsGz5osDB5+fXtMLCxD/ca2n8s3XPPUwBA045+R82aIejrGXLLla7dj3Lj7Ttb6ZGjVpWVNjI2rXtaX/a7ZToC8KHHnqNtW7T3VL9p32HPnbuX57fGKBEL/AqNWvWPrCJ3r33Sair+noBWC8E+3fSOC668I2E+grO4NXbd9/hNnTo5dExFBQUmnMuuklja9KkrfXrN8ROOvEBO3joFSkFYNl+wGGmF49PPeURU+CFjh37WqNGLaNBFfLyEv9mRR1Hts0362ga2xFH3GjnnP10NOBLQUHdaF/S+U8qY1a7e+5xejTowx67n25t225ldes2MH//8vLyIn0utM0262SDBh0dHdNee54dKQvuU3ybmgO1C4oibW764yR5kfFrrJpPuw0+JXr8nXc+zrL5j8Z/4on3W0XM3Wz2O74tjSNo7qpM2+Lrx69rDuq88CeV+et16ritnXjCvXbsMbfY1j13t6ZN2kU/X+fcxmr+z0zXAgVpOerIG9M6xzc2luWMxuMfn/K6luiaokNpTmrOqp7msOZd4pzMM5VpW7bGp+OpL/6kMvVJqVevvSPmt0bM94heP/Mi55rK8yLnh66nCiRxyCFX28mR668+I20rLSmYk64bun7oOqLrZ0Htwsj5F3vN0fVGx2jnu2YrQFaqxymtH9qu/iv4lHcOKoCLri/x3x95kXHXqlUnen3U8ffZ5y923rkvRQN2aV1tZSvpenTIwVfbX85+znQctS+HmjULNl7zday8yGega5Sux337HmDHH39v9FqSyjmn/UkVKzBp0le2ZOm8mIPWjsz7VhkGDdI9hO4l/Oeu1lXuHUTXFf/3p84lzSX//HbOmeaWgnbofBhy4GX2l3OeNZ2nXjvZWOpcP/P0J033XTqOjqfjOueizTvnTOeY9z2ua0o2+6DzQt9Jfi/lVaZt0U6k+R/tp+/ws876l+n63WXLHaxJ4zam65nf2GtWZdqm76/u3XcxWQ8/72Xbb7/zU7pn89opbalr6sFDr4ze5+6047Eb75t0fG9f51z0O1R1de8Y9H2p+08Z+VP8HPPai1/qe8S/n/Iq8+pl+7ulsj8LHV9zSeP0Jxl6Y44/H9u2Dc/9rDdGlgggUD0FGDUCCFQNgT7de1rd2nUCO/vTpPH26ehRgduyWfjld6Nt3oIFCU2uXLXKli1fZm1btU7YlkrBgF59TS90P3XrPXb8IUfa1l27WcN69a2gVq2Y3Wvk51u9wnrWuX0HG7rHvvbwDbdHX0o+6oCDY+qlu6KgLHqBOD4p4Ee6bfnr77PzbqbgBvHtqkzb/HWD8vdcdUNMMAm18/pDT1m/nr02Vu/RpZvdftm19sQt99jBe+0XtSmqW2T5eXkb6+Tn5Vlh3bqml6bl9tD1t9mjN95uAyLuGytlIaP2rz3nQnvtwSftolPOsO226Wt6sb92QUHMs5D8vLxof9q3bmt77zTYbov0/6V7H7V0P8dTjzjWPokLuBFklIWhVUoTCmLwygOPR30O2G3P6OdXWFhoOg/8HdJ50rhhQ9um61Z25rEn2PN3P2x3X3l92p9v0HzTcf3H8vId2rRLmJuyV1I7Xr2KWvbpsbXVqFEz4XCz5s2x/33+ycZyBdEa89MPtn79+o1lXqacuokNAAAQAElEQVRty1amIF/eeq4uFdzAu17+eejh0SBcul7WjBt/fl5e9Duj9WYtTOeizsk3H3k6o7mRbYsJU36xtWvXxDTbsd3mpiAKMYUprgRdw1Xm313XO1337r7q+uh1R9cfHc+54mdaqqtzq17kO6Zrxy1Mtrqu6vqq66y2ZyvpOE0CgiVlo/1fpv5mq9estlWrV5vm+5JlS0zBfiZP/TW6nukx9J2lQEcv3/eoDT/xNNtx2wHWrmVr0zUpfu7pGCrTNjn/aeCOds3ZF9hbjz5tl552TvR7QXXSSTq+vjt1jfEn//e0Ps+/HH+KvXT/4/aX407eeC8hb+9Y+Xl5pu/DLSL3EcdFzp9nbn8gOh7t69XxL1Xub1NzoSjuO1bte/PmjGOOjx7/5MOP8TdT5rzGL3/dJ2luao7qmHL2Nx70fXDjhZeb+u2vl8t53Tdcd+7F9vjNd9nRBx5c/N1Xp07MfYTGqXq6tl087Gx78+F/m4IJ6fPKdGzP3Plgwveayrz29t9tD7v36htNn0XjyHdufl7xfZY+f63r2nz9+ZfZP/9+d8z3r+oHzV2VaZvXfrpLfabXD7805p5L/Yi/51L/NFf89866tqV7bH23+8895avKPUK6ttRHAIFwCBRfpcMxFkaBAAIIIIAAAggggEAmAuyDAAIIIIAAAggggAACCCCAAALhF2CECCCAQM4IFNZtENiXdevW2LJl8wO3lVaoF2aPOfoWO+CAC00BA/Ljgs2Utr9eeu7WdSc75sibbfCuJ5ZWvdK3DznwYuvdax+rUSP25Yn4jmlcm7fvbZtt1iF+08Z1Be8468x/2Z/+NMzkmPfHH3bbWCHFjHPOGjRoYTvscJSdfOKDtuWWO6S4Z2rVFIThmKP/bv37HxINOJPaXhZ98XvbbYfYkUfcGB2ff79om8fcmnabCkix46BjI23eYHqB2N9munmZV6e5m65PfP299jzbDj/8OmvduntCgJL4uv51nSudO29nRx95ow0ceKR/U07lvTmpOavABKl2zhtfeV3DFNBkjz1Ot6KikgOE6fqxWbMO1j5y3Smp77o+KPjE4F1Pjl43nNv0B/RL2s/bpmubAmRpLhx00GVlOg91Dh9y8NV2yCFXmfzT/f5Qn7LZH7WntMeeZ0S/k7p33zl6HVNZqkmfQ4sWW0S/E4888qasBrNItQ/USy6watVymzN7SkwFzbsWzTvGlGVrZfPNe9nxx9+T9nedc87q128euS862f7v/+5I+A61NP/xvu/23ec8a9ykTcwf9i+pqcLChrbrLidZLs5l2So4zoGR+7JM7j+9cTvnTOPs03tfO+mkB6xf3wO9TZkubcCAQ+3Pkc9tq612jQYVSrUh7/vk8EP/mpV+lHTcvn0PsGx9t+TyZ+E30PdMGO9n/WMkjwACCCCAAAK5K6AXvLt27BzYwRWrVtpno78O3JbtwrETx9sP43+yZcuX27hfJtgLb71mZ1x9ie181BA7evjp9s6HI9M6ZPMmTe32y/9qt156jekl2qDgESU1mJ+XF30p+ez/OzH6sm+frbYuqXroth075FC74/JrbGCfba1WzZopj08vIm+1RVe7+aIroy/dp7xjkop62VvBCB65/jbbc6ddI/+PVJikZnCxc85at2hp+hwVHEJzIbhm9Sjdqf/29sLdj9jpRx9nLZttlvL/g3s6tQsKrP82ve3vF19l1/zlwowDenjt5fpSc65Tu80TuqkAMwo0owAc/o1jfvrRlq1Y5i+K5hXca4fIuRRdqZj/pHUUnWcKNPC34ZdmdL3UwbIxNxSwQEETFHggPsUHx9Ixg5K+SxYvi/0MmjZqbAN69wuqXuYyXZ90vdN1T9e/VBvUdVXXV11ndb1NdT+v3tp162yDt+JbFtSqZb279/CVZC/72vvv2q5HD7WdjjzQBh8z1P70f4fZEeecan++4Gx76Z3X0z6QvlcVTOPKs4ZHAx2l+z3tHdA5Z40bNLQD/7SXPX7TXTZ0z/28TVlZ6ntDgYWO2HeIKRhTqo0WFhbaoXvvHw3ypaBa/v3U5j1X32jptqnjK5DebZF7G523/jbTzatPCiZ22RnnZuSvc37X7XawuyL3Wqcd9ed0D1/h9fX9d9/VN9mfdtjJ1PdUOuCcsyaNGtmfDzrM/nnzPaY2UtkvnToK3KeARjpOSfvl5+XZFu3aW98eW5dUrczb/nL8qdHPdLeBO6Z9z5Wfl2dbduhkmlO6B9e9eJk7RAMIIIBADgrk5WCf6BICCFRrAQaPAAIIIIAAAggggAACCCCAAALhF2CECCCAAAIIIIAAAghUX4F6DZonHfzadbF/U2HSir4NCmJwxGHXmQIR5OXl+7akn1Wwh4EDj7Ijjyh7UJH0j57aHnohecsugywvL7U/7jBn9mSbMPHLwMZ3G3yK7bff+daoUau0/wB6YIORQudc9KXyfff+iymwTaSozP9u0bm/HTL0imjAEefSC1KhgzvnrG3bHrbnHmduDFKhNg864BLTy+LOpd+m/Dt16m9773W2DpFRqm5zNyOkP3ZSgBAFGenX78BSgy79sUvgonbterbLzsfZrrueFLg9+4Wpt1i/qIkduP+FGc9JHan4GnakDRly6ca5rvKypGbN2puC4dQuKEqpmWXLF9qkyaOS1h2864k25MBLo9cJ59I/9/wNK0hCj612s+P+fJfphX7/tlTyGpsCU3XrtlPkmlq27w8dz+uP2lTbKks31a/XzBRko3+/oWkHnYk/Vl7kO1HXuv879jbTMn4765UnMGPmBFu7dnVMBzRnmjRuE1NW1hV9zxx00KXWvFmHjL/nnXPWfvNt7OCDrsg4AI3mn4KZZHqvlhe55+ncadvItePinAmmtF3/oXbYoddYyxZbZGwb9PkqyNdug08uU6A03dupDQXLCzpGKmXqhwLD7LrrCalUT7uO5nu2vlty+bPww+g8COP9rH+M5BFAAAEEEKjeArk/+u169bUmjRsHdnThosX244RxgdvKo/Dy22+0wcceHH2R/e8P32ejvh+T0WH0cvD919xkA3v3s3SCAQQdzDlnCs5z04WX2+H7lj0gZNAxcq3szGNPsFOOONbqFdbLuGsKgHDwXvvZVWcNz7gNvRh/yyXXRF/eLyxML+hM/EGdc6bgEH8bfnG5vDwef7xcXFdwgKvPvsDatir7M38Fzthz0C724HW3RoOV5OJ4s9GnXt22ssI6iXNPAWYUaCb+GAqSNfn3qfHF0fUuHTpZv569ovlc+o/Os9suu9YGbz+ozNdLjcubG2pTbausItNHo76w2fPmxhyybp261mOLLWPKyrpSWKdONACTrnO63mXaXr3IdVbX22FHHZdWE1Om/W4rVq4M3KdX162yHoAl8EBlKNT3qb5X9f3qXNl+C/B3QwE8zjz6ODt2yKH+4ozzuo+47ryLot8fzqXfT+ecbRP5PM47YVjkWlIn2g+1efVZ50cDvjiXfpv5eXnRYErnn3R6tL1M/qP7pFsuvioaTKys90n6fj72oMMsGwFxMhlLKvu0adnKLjr5jIy//5xz0X2vOONc09xN5Zip1NE18tB99reiukWpVLf5ixfZF9+OTqluupUUKEYBYw7b54C0g87EH0tzSvNcwX60jN/OOgLhFmB01UEgrzoMkjEigAACCCCAAAIIIIAAAgiUIMAmBBBAAAEEEEAAAQQQQAABBBAIvwAjzAmBLl0GJn1pePXqFTZ37q9p9VPBTRTkpFHj1mntV1Ll6AvOnbezQw+5NmvBG0o6Xjrb8vPzbcB2h6QckEAvtk+e8k3gIXbd9STbbruDyxTII7DhPwqL6jW1gdsfkfGL6n80YxrzboNPtQYNWnhFGS2dc7b55lvbDgOPivZJbTZu0iajtrydNFe6dtvZ9NKzV5bqsrrN3VRdktVTkJ+tug82mSerk2q5AoT067u/bbXV4FR3Kfd6Li/fdtzp/6xp080Dj7VmzSqbN3+qzZ71iy1YMCMhaIV/p7xIWwrIIjN/eab5nXf6szVr2j7l3WfOnGhTJgdfd/bb73zbfvvDs3ptdc7ZZpt1MgWT0ov9KXc0UlHBGdq27ZHVwBHOuWiwK7UdOURa/yoYw9ChV5iCbOTlZe+PtOlat2/EPl2ftDpP5bQEps/42VasWByzT93Chtam7VYxZWVZqVO7yPbe+5yk913ptt2seQfLZF5r3u25x1nRgFNWhn+ci3yPt+9t++zzlzK0kp1d+/Y9wHbe5XirU6d+dhqMa0WBxPr3PyijoFEHHnCR9dpmr8j9U824VtNf1ffl9gMOT/rdlH6Lm/bI1ndLLn8Wm0Zrkc8jP3L+hO9+1j/GnMvTIQQQQAABBBBIEGjfuo0V1KyVUK6CqTOn29iJ45WtMmn/3fawS4adbXrROJudrl9Uz0498s920mFHZ7PZnGtrl+22t8P3HWK1apb9/x3y8/Jst4E72Z+HHp72OPVC9l/Pvdh6d8/u85kWTZvbBSedHg1MlHanqvAOl552jh1z4MEbgx9kYyjOOduifQdTEIWBvftlo8mcaqNdy9bWt8c2gc+dFWBGgWaCOjzmp+9t3dq1CZsa129g223TO6G8sgvOOPYEU3AM51zWuuJcccANtZ21RtNoaMLkX2zDhg0b91AghC3ad9q4no3M+ZHryO477Gz5eXllbk7X24P33Md2H7Rzym19PnqUzZgzO7C+goGcfPjRORuAZuge+9opRxxj+l4NHEAZCzV+BdAYWMbrkubNGcecYC2bbVamHjnnrM9WPez/It+F+m5TmwoCVpZG8/PybNftB0W+r9MPirf3ToOjgViyeZ+Un5dnA/tsazdecEVWv2fKYuTtW1Czhh2xz4HWtHETryjjpeas5q7mcMaN+HY86fBjTHPCV1RidvzkSRkHZiypYfXhr+deZNv36puVa5p3LM3zSyL3H2G8R/DGyBIBBKqnQNnv/qqnG6NGAAEEEECg3ARoGAEEEEAAAQQQQAABBBBAAAEEwi/ACBFAAAEEEECgegp067qj1a0b/KLu8uWLbNbMSSnD6GXmwbudbApykmynVSuX2fifP7HXXv+73XHHYXbtX3eNLrWu8lWrlgfu6pyz9u17W0nBG9ZE9p0z59doMAgFhPDSqlXLAttcvHh2Qt3oPrMn29Il8wL3iS9s3bq7NWrcKr446frSpQts8i9fJ2zv1Wtv27bfAUkDz6xbt8ZmzZpkn376tD3//FV20837Ru3k98gjp9kbb95u437+yPSZ+f9wb/yBmjZtZ7177RNfnNZ6p84DrFnzDgn76LOdMPFLGzHyYXvllRuiffru+//aokUzY/7AsX/H/Pya1q37zrbP3ucktKlx6DP66acP7J1374u2qeWECZ+ZjuVvx5+vVbO29dx6j7SCaVT23PX3vyrk6xY2sq7ddk54AWD9+vWRz3uW+T8zzU3Ng/nzpiadBxqzAgZs22+IsjmRiiJjbNI4NhiS5uSCj8an4QAAEABJREFUBdPtzbfutBtu3MvuvfdYe+AfJ9rd9xxlt952kI0c+agtW7YwsP8KXNK9+66mIFOBFVIslFPHTv1SDs6igFe//vZdYOvqy9Y9d7f8yHkYVEHjXbJkrunze/Glv2687uiao3NxypTRJQbdUYAVBZVq1qx9UPMJZYN2OMo6dgwem/qiOfT116+a+nLHH98f3jVwROS6M23q2KT9cc5Z+w590gpMVVBQ1/bc48xo4Brngl8C0bVZQUt0fLmoP0pPP3OJqa+6hqnvCYONFNSv1ywa+CBVn8guWfuXhhIFFKBp4cJZMRtq1apjrVpuGVNWlpWukXsufe7xbSjYn+bvF1+8GP2u03foRx//y3SOJbsvUhvOReZ1+97Wr1/q107N60E7Hlti4Bl9x/407sPouebdbzzx1PDonI7/TnfORc/b+vWbqUuVknRu7zjoaKtdUBR4fH03KViYzsn468f9Dxxv/3n1xuh1rqTzVQ3XK2pq22yzt7IpJ13XFFgtLy8/cB9dHxToUfd33jVE5v959abo/bI+i/gdFYCmbRaDIqn9bH235PJnoXH6UxjvZ/3jI48AAggggAACVUNg89ZtE56tqOdr162zCVMmKVtl0sDe/eyUwyP/r9GgYdI+L1uxwr78drTd8diDdsQ5p9p2B+9t+59yrF1z1y321ocjbOGSxUn3LaxTx47cf4hl66XjpAeqpA21C2rZ3jsPNgVC8HdB/88wf9FC+3jUF3b/vx6PWl133+328n/fsolTJpvmir++P19Qq5btu+ufTIE8/OUl5eV83gnDrPPm7ZM+e1q7do39NGlCtD9nXH1J9HPUZ3ne9VfZ6yP+a+qv+h10nOZNmtpxhxxpOk7Q9rCVDTvquMjnulvkmX/NwKHJac78edH5f/ntN9rgY4ZGPY+/6JzIefIP+/qHb231mjWB+6pQL5crmIJeXtd6UJo6a0Z0rmi+eGnWvDlBVW3Z8uUJdb191E7gTuVQuF2vvqa5Et+0AssowEx8ubf+wZef2+wFib/r5NeoYWozl+adAkP137p34HmmefH79On20rtvmOaFrpM6x5Q0N3Qt+GH8T0nnhnPO+vXcJqPgGJ5lpsufJ0+ylatXxezepkUr6965S0xZpisN6zeIBv7Iz8uLaWJd5HeJmXNn24jPPo6eO/peuenBe6LnlixlGrODb0VBLQ7Zaz9fSclZfZd9P26s6ZhBNRs3aGjDTxxmj954u+2y3cCgKpVS1q9nr8j193Arqhv8/Ezj+W3GtMB5p+/sa++5Neqp60dJns0aN7F9B+9hZfln+z7bWqfN2yc0sWzZMvt09Kjo94//M54xZ1bS355q1Khpg7cfZBeeckZCmxqHxuOfN3c89o/od66OldCBPwrqFNSOXtvTuaboPun0Y44vMRCLjvnRV5/b3+67I3p/pHNe57/WVa6590cXYhbOOesbOefPP+n0mPLKXpF9YWFhQjc0zhGffxK9vnnfe949REn3gpq7xx1yeOT61iuhzXQK6hfWswG9gq+/Qe2sWr3aRo/9IWhTmco0f3TPtU3XrQK/C9S4/55L13/NCSV56TtC81fzWHXjk75HzzjmhBKD7Oi73fue95ZqM74trefKPYL6QkIAgeorEHsHWH0dko2ccgQQQAABBBBAAAEEEEAAAQQQCL8AI0QAAQQQQAABBBBAAAEEEECg3AX69j3Atuw6yJxL/Jlef1hpxozxppd1U+mI9zJz0EvV2l8v6P/44wjTS77PPHe5jR79pi1eUvyHnLXUusrvv/840wvP69ev024xKS8vz7p339V23vm4mHJvZdr0cfbUv86PBoNQQAgvLV5cfByvnrecNGlUQl3t89DDp9qor//jVStx2aRJW3M+P73gPGfOFNNLxHp5XAEaFFRn+fJFtmHDeps69QdTP/9oNLqQXe/e+1jt2vWi6/7/bNiwwdTeM89cZg/+4yR77/1/RH38L6Orva+/ftWee+7KaBCMTz59Omlwlrz8Gta+fa+0ArP4+6N8Yd0G5pxTNpr0YvSXX75sd9x1mD399EX28cf/su++f9fUp1deud7uvOtIGzXqFVu7dnW0fvx/FOBj8817xbSpOfH6G7fYHXcebs+/cLV98cXz0Ta1fPqZS6PzSIFu5B3fntYbN2plXbpsr2ypSf56Eb8y526pncyxCpoDCvLjdUvzdMbMCfZC5LO6864jYj4zbx7cc9+xps9Un623X/yyefP21rPnbvHFObGuuaYAT/946OTofI7vlM7Jjz5+0h566BT75ZevI+f7hvgqpoAB22y9u+nl/ISNKRYUFTWOCbAgewW8+e77/9qrr90cTbqe6tqtPi9aNMt+HvdRQuu9Sgl4tXLlEvvf/x6z2+841HQe6/qtMaohXXN0Lj7x5Hn2zyfPNQW3UT+0LT4pUJUCuOg8i9/mX9f27t13iRr5y5VXX94f8ZBpDimYkfrin0fqj647jzx2hj377OXRa2ZQfzRnu3XbRU2mlHbe6Thrv/k2Mdcmb0e1P3PWRNO1+eGHh0Wve+qHt33ChM+jAbh0DZOjxuBt8y/ls8ceufWHwv39q275mTPHR87d9RuH7SLf7y1aZOflGAV5qlev6ca2ldH351dfvWz33fdn0/x95917ot9130W+Q0eOfNh0jt1fwn2R2qhVq45t0Xk7ZVNKg3c9yVq36h5YV/deugfTvZoC3elc8857BefR+Xdn5Dv9k0/+FXOfoWtbQUFhYJsVUdivz/5Wr16zwEPpWvHGm7dGg4Wp/xqTyrzKusf69tt3otc5na//ffc+W7p0vrc5Zumcs9atu1rrNsF+MZUjK6rXO9I3+URWE/7Vcd566067L/IZ6/7Ou4bI/Ntv37boffEDx0fv+/TZJDSQxYJsfbfk6mcRRKV7Gefcxk06H6vy/ezGgZBBAIFcFqBvCCCAQIJA08aNE8pUsHrNavtl6m/KVomk4CanH3NCYLAIDUABUkZ+8Ykdcc4pdta1l9rTr79ik/8Y3+x5c+3ND963q+/8uw097Th74a3XTC/5ar/4VFS3yI4/5AjTC9zx26r6er3CeqbxeePQc4dpM2fY3x++z/Y+4UgbfsPV9vhLz0atXnv/Xbvxgbvs6OGn2/Drr4paqr63r3/Zstlm0Zfu/WUl5U8+/Bjru1VPc27TvbJXX8cYP+UXG37DNXbchWdH+zPq+zHeZvvk6y/tr/feZoeccUI0CM3atWs2bvNntuq8hR1z4CH+olDm999tDztkr32sVs2ageNbsmyJPfjMk7bfycdE5/9/P/7AvMACYyeOj5wnL9vpV11sp115kemld/kHNaQADXp5XS+xB2335srRkfnipS/GfBNU1WbPnxudV149/1LtBO5UDoXb9+5rCu4Q3/T8xYvsi29HxxdvXFdAll9++3Xjuj/TtmUr22vn3HjurM9qt4E7mgJE+fuovObFvU89ZoecdaIpeIrmha6T2qakuaFrwYmXnGcX3HhN0vNffgq4oX0qMv04YZwtXLQ45pANG9S3rbboGlOW6Uqj+g1i5obOi3G/TLRLb/mbHXjqn+2SyPLp11+OXisVmEHfLbK8/v47ze8Yf/xO7Ta3PXfaNb446foLb79u02fOTLq9Rn5+dMw3XnC5vfnwv+3qcy6o9O+ug/bYx5o3jn026Q1ANjrHDz3zpMB5p+/sN0a+Z/I84JT/szsf/4fNW7DA2z1m6ZyLjL2L9ejSLaY8nRV9zs5t+h5SsJLn3nzV9j/1WDv3uiui3z+6d/A+4yHDjrMXI5/J6iTBunSf0merrWO+2zRmzQuNxz9vNH+GR75zjzh3WDTQjYLyBPW9TYsWNmjbAUGbEsp0zivwmoKBJGyMFOj7Uue6jnl+5Lx+9f13Ns5X9VPrKj8ich+l+yndV0V2i/k3Py/P/rTDzqbv8ZgNObSifqv/Guclf7/ONGbve8+7hxgauRd858ORkd+Tg+8hNIeP2G9ImUbVpFGjhHsuBc5TIEQF+FOSuYIx6fNXYKsPvvg03WOWWl+fVd807rl0/fcalZe+IzR/dS+h7w5vm3/ZafP2du4Jp/iLYvI67/3f9crn+j1CzABYQQCBaieQV+1GzIARQAABBBBAAAEEclyA7iGAAAIIIIAAAggggAACCCCAQPgFGCECCCBQvQS27rm77bzjsTFBDPwCCpYyduwH/qIS8zvvdJy1bhn8B0j1Eq0CA7z40l/N/8JvUIParheeP//8OVsbEKxEL/BuvfWeKb/4G3SM8ipTcIERIx+OBkbRS8R6eVwBGvTy8C23DrE337zdfhw7MuHwPXvuYZs175RQroI5syfbCy9eY5N++UqrpSZZjxjxkL034h+2ctXSwPoNGmxmnTptG7gt3UJ9Xq+8eoO9/c5dtmrV8qS7v/X2XdGXpzdsWJ+0jjZs2LDBZs2aZP/614WmABoqC0o67ksvXWNTpow27RNfRy/Bt2m9VXxx4DpzN5Al5UIFltJL8k888RdTcJaSdtRn+sbrtyS9DhQUFFmH9n1LaqJStimIyw8//Nd0bSppnqtzmpvPv3ClTZ78TeDcVICEfn32V9UyJwUj+OmnD+2ee4+OBk4YM+YtU3rt9b9HAy08/fTF9uVXL5sC0fgPVlBQ1/r1OzAw4JXqKWDNf169yRRMR+slpWlTx9o//3mOjR7zpmkuxNd1zlm7dj1twIDD4jfFrHftuqM1atQqpkwrq9estA8+eDwa0EvrpSVdK3XN1LUzqK4ChnXpMjBoU0xZ1y13tJ6R70kF7IrZEFnRfJg48YvouHW8SFGJ/8pRnpob8RWdc7Z5u21s0A5HxW9ivRIEps/42VavXhFz5Hr1mlrrVsH3NzEV01xZMH+a6ftT349Bc8NrTtt07fnhh/dMc88r9y9btOhsqQS1Uh2dawrm599fed1zKViYjqVjqixZGjHyEXvr7Ttt6ZK5yapUWPkWnftbuyRBojQOfefouyexQ8Eln3/5gr322k1Jv6cKCxtHz9ngvWNLt9t2qDWM3HPFlhavzZ37q+m+eFQpwQ41Bn0mye6Li1vL7n8z/W7J5c+iNCE563ysyvezpY2R7QgggAACCCCQewL9evayorqFgR1bsWKFzZpb+ffbgZ0LKDx83wOtY7vNA7ZYNJDMv1990S6++bqNL1IHVowU6gVkBVv5+8P32vxFCyMlif82a9zEjti/bC8dJ7aaWyV60fmzMV/bsCsvjL5MX1LvPo/Uu+Tvf7NJv04JrKbAJ5prgRvjClVPL67n16gRt8VMffr0m69s2OXnm46ZUMFXoM9RL24/+Z+XLCgQQI0aNW23HXYyBQPw7RaqbGGdOnbwnvuZggoFDUwvsl97z+322AtPB22OKVNAlWFXXGB6EX5tQEAf55z16t7Djjrg4Jj9qurKwN79rFun4EDA4ydPMn/Ao6Axfjb6a1uxaqVvU3G2bu06tkOfbYtXKvm/uwzYwdps1iefZ7QAABAASURBVDKhF+r3Q8/+y5585fmEbUEFOhdLOv/btWpjO/bbLmjXcitTcISpM6fHtF9Qs5a1b90mpiwbKzofXh/xXzs9cq38XymBIXT+3FBCABoF/9q2R6+Uu6VgLK+NfDf6HVfSTs45U6CLvXcabLdddq2NePJFe+SG22zYUcdZ987B87yk9jLdpvOqT/eeMcFXvLYU3EQ2MvLKSlsqiNx1996W9Hu9cYNG1jtyXSqtnVS2q39X33Or3frI/RsDdAXtp/uHEZ9/nPT5qbePfk+cMGWynX3tZdHrqlcev9RxL7/1evv6+28Df+cprFNoW6cYYEdBRnok+bz1nfnYi8/a5bffmNTT65v6pPupp18L/n6tVbOm7bPLn8oU+Mc7VraXuh945d03S70flMeVd95sye4hnHPWt8fWdvBe+2WliwqIM+Kzj6OB8xRc6bX33zWlv913hykY03l/u9Kef/M1UyCarBzwj0Z22W6g7Rm5LpT1nkvN6V5C9xSaH1r3J+ec9erW0/489HB/MXkEEECgygrkVdme03EEEKgYAY6CAAIIIIAAAggggAACCCCAAALhF2CECCCAAAIIIIAAAgggUC4C9es1syFDLrV99j3Piuo1DTyGXm6eMOGzUgNJeDu3btPdtuy6owW9pL927epo8IMPPvynVz2lpYK3jB07MvAPCjZs0Nx6bb1nSu1UVKWVq5ba+yMeLjFAwtffvG4///xJQpc6d+xntWrVSShXmwocMWfOlIRtpRV8/fWr9vO4j21DQLAXHat58+BgN6W169+u/n300VMWNCZ/PS//w/f/tWXLF3mrgUu9jP/Sy9dZKmNetWq5ffHFc5E2E19GcS7PGjdpE3gMfyFz16+Rfl7Xih9/HGGvvnZzicGH/C1PmPilffbpM6agItFy33+cc9akSTtfSeVnN2zYEA1ypAARqfZGc/Odd++xoAAozrlooAS9pJ9qe0H1ZP/DD+/ZCy9endRegVG++urlhN233fYga96sQ0K5CvQC/ptv3pbyea19lF5//RbTXFC/tO5PChrWretO1qRx8nOyefOOVrNmbf9u0fysmZPsiy9fiuZT/Y+uH6PHvBE4x2rXLrQ2rbuV2lSvXntZ3boNEup58+Gll/+a1D1hp0iBrpO6Xq6MfFdEVmP+lU/37ruYggLFbGClwgWm/v6jLV8W+51St7CBtUphzqTTWZ1nCnKheZHqfroGTZs+NrB6Qe0ia9Y0+EVP/w5bddvZiooa+4ui+Q2Re4Wfxn1oOka0IIX/fBf5Tv/goyeTBrpLoYmsVOnceYAVBpyrCoY1Zszbpu+cdA+kfbSv2ojfV+drSdcyr76u8Qr245zzijYu9fn/97/32a+/jtlYVlqmpPvi0vZNZ7uu4Zl+t+TqZ1Ha+HVd1vU51fMxF+9nSxsj2xFAAAEEEMgZAToSI6CX0esWJP5/sCqtWLnSZs6epWzOpx5dutkO/fpbfl5eQl/1ovG/X3vZ7n3qsYRtJRXopd+HnnnKli5fmlDNOWdbbbGlDfnTXgnbwlCwIfIcSi+664X3oJeIg8aoIAgPPfdU0oA9LZs1TynQy24DB1mTho0SDuH16YrbbzS9FJ5QIUnBA/9+3D786vPI8+kNCTVaNG1uO29XenDghB2rSMGhex9gndq1D+ytPtebHrjbPvzys8DtyQqvv/9Oe/fjD6KBgOLrKODArtvtkNLnHL9vrq333qqnNSgqSujWqtWrbfTYHxLK4wu+GPN10gAOCmqjIBzx+1T0eufI3CgoKEg47ITJk+3ZN/6TUF5Sgc7/V0e8Exhwp35hofXo0rWk3ctl24Qpk0wBHbzGFQS5S4fO3mpWlgqIpfNBga5SvS59OnqUPfWfFwKtnHO2eeu2afXtny89a+99+kHMWEtqwDkXeYZVN/KZdLPjDz7cHrvpTvvg36/YM3c+aBedeqYpAFhJ+5dl2w59+1vD+vUTmli7do29PuJdk03CxlIKtI/2VRvxVQtq1bJ2rVrHF6e9rvuAx154JuXr5TsfjLCFixeXeJypM2aYvs907pRYMbJRc0uBXhYsWhRZi/1X87ptq8Rg+rG1LPp57xy5PgcFGdF90nNvvmoPP/ev+N1KXL/nyUftvU8+CPw+aNG0me27624l7l/RG3W+qr8KEJTqsXUP8eLbr9m6tWsTdlEwsT0G7ZxQnm6B+vXuRyPt0luvT3p/83nkO+X5t15Nt+lS6+83eA9rVL9BQr1M77l0T6FzRedMfKM6H3cbuKMpMF78NtYRKFcBGkegHAQSnzqUw0FoEgEEEEAAAQQQQAABBBBAIHUBaiKAAAIIIIAAAggggAACCCCAQPgFGGE4BbbYYoD17XuAKeDMacMeszPPfMq27rm71Qp4yd8TmDNnsn3yyb+91VKXXbsMsgYBgWz0h6R++WWUjRz5cKltBFXQS9DTAl60VmCRzp37mwKHBO1X0WXRcU4aZQr4ku6xW7fqas03C/6Dt7//9oN9M/r1dJvcWH/Kr2Ns9eoVG9e9jPxq1izwVjNaZjJmvcw9Z/bkpMdbu3a1jfnubVPgiKSV4jaozQXzp8eVFq/WK2panCnhv9V97pZAk9KmhQum2yefPpNSXX+lMd++bfPn/e4v2pivF7mW6LzYWFDJmWVL50WDHK1atTytnmgeK3jUyoBgIwqU0KXLDmm1F185U3sFOOnebWdTAIX4NnUOjvrqlYyCNaitZNdsbWvcuLV16578DwTXLiiyvLx8VY1Jc+f+GrOe6kqyOZafXzNp4B2vbQWNaNW6mzmXGDRi4aJZNvKDR9MKPOO1q++IMaPfsvXr1npFG5dNm25uCgq0sYBMpQjMmz814TuoZo0Ca9lii6z1R5//2B//l/Z5tipyDZow4XPTeRrfmZo1alnTJiW/IKOAKe3b947M68Q/mqnv0Y8/Tu8lB/VBczpZoDttr4jUpm2PwDHpGvzZZ+l/P3l91j3U8iQB82oFBAz09vOWusbrWu+te0t9fpleZ0u6xnrtl3WZ6XeLjpurn4X6liyF5X422fhKK2c7AggggAACCFSuQL6L3JsHBGxRr9ZE/r/xtxnTlM35pBecN2vSLKGfutf64ttvTC8PJ2xMoeCld98wBaEJeum4qG6R7dR/+xRaqXpVFixeZC++83rSl6CTjeh/X3xqP00cH7i5fr16tkWHjoHbvMJ2LVtb3x7bWF7AnJw9f6798+Xn0u6T2n5jxLsW9NJ+Qa1atk3X7qoSuqSXuwcP3NEUECZ+cKtWr7YX3n49o0APauuWh++zH8aPUzYhtW3V2gZvPyihvCoVyG67Xn0tKEjDzLmz7YPIPC9tPLp2fvfT2MCgRwq+sWP/AaU1Ue7biwqLrEZ+4nPQKdN+y+jYCgDy2/TE74waNWomDYIUf6A3P3jfBh8z1LY7eO+EtN/Jx9io78fE75J0/YcJP9vyFbHP0ls2b57V4CrTZ860J15+Pmkfkm1IZqX6zRo3se6duyibcrr27tvsjZH/jTyvW5PyPv6KtQsKrEObdjZ0j33t3qtvsJH/eskeueE2O3bIoda8SVN/1TLle2zZLfD6Pun336IBeTJt/Osfv7cFSYK9KEBIpu1qP91HfD5mtOl+QOupJAXEmfTblKRVFezl9ZHvWiqBZ7xG1ObUmTO81Zhl04ZNYtaDVnaOXHM2i8yt+G0aX1nuk5J9H+h7fPve/aJBb+KPWVnr+t5Sf9M9/kPPPmU/JLm36dh2c1NAlXTb9NfP9DribyOT/MDI57NV5y0jz7Rdwu4z5sy2B595MqN7Lp0rye6ddZ1RYLyEA1KAAAIIVDGBvCrWX7qLAAIIIIBARQtwPAQQQAABBBBAAAEEEEAAAQQQCL8AI0QAAQQQQAABBExBGP7vmFvtyitGZpyOPOIG23efc6MBZ5o1ax8YcMBPrRf9337nHtML2P7yZHkFMujUqZ/l5ddIqLJs+UL7+uv0/qZGfyN60fr7798PDKBSWNjYOrTv7a9eaflVq5baz+M/zuj4zZp3sLp16yfsq5eTf/3tu4TydArmzvnVVqxI/BuC8/LyTYEe0mkrvm6mY56/YHrgH/xW+4sWzbKfxn6gbFpp/vzgICbOJf7BPX/DzF2/Rvr5DRvW26RfvkoI1JBKSzq3Z82aFFg1Pz/fahbUDdxW0YXFYxyVdpAIr58KHjV7VmLAJefyrG27nqY56NVNZ6l+TZ7yTUb2Xbpsbw0btgg83PTpP9vHaQQei29En+u3Y96xlZFrYvw2Bbvp3Gm7+OJS14OCN5S6U6TCqlXLbd68qbZu3RpTAInZsyfbhAmf2ahRr9jX37waqZH832RBI9avW2tjfxxp06aOTb5zKVsUrGPBwoQ/rB79bm7bpkcpe7O5IgRmzv4lOm+8YznnbLMWnb3VMi8XL5lnP/44IqN2dI6uXLEkYV9dU2rUKEgo9xd07LSt1avfzF8UzWte/zTuo4yuJ2pg1Dev2eLFs5Wt8NSxYz+rF7kfjD+wrpG///5DRkGivLamTP7Gli5b4K3GLOvWbRCzHr+ia7uu8fpc4rfNnjPZvopch+LLU1nXdS3ZNTaV/UurI7dMv1ty9bMobcxhuJ8tbYxsRwABBBBAAIHcFSisW2h5eS6wg/MXBt+LBlauxEIFithqi66RceQl9EIBR156+/WE8nQKXnrnTZsybWrgLt06dbGBvfsFbsvhwlK79uP4caZAMqVWDKgwYcovgQEQ8iPP7Qtq1grYY1PRdr36BgY6WL9+vX3y9ZdpBZ7Y1KpFg6z8NCk4KI6CpWgO+euHIT9o2wHWqnnzwKHI4p8vPRu4LZXCZStW2Jsj/2tLlyc+869Vs6Zt36dqnxPJ7DZs2GA/T5poCiyTitNXP4wJNMrLy4sGWVKwpVTaqeg6jeqX/LwhWX80L36fPs3WrF1jC5csNgXf+HjUF/Zi5Br80jtvJNut3Mo/Hz3K5i6YH9N+/aJ61q1TdoI767r0xbdfpxVAxOuMrCb++ou3GrOsUSPf6tapG1OWysr1999ptz76D5u3oOzf3QrY0qNLNzvz2BPs5fsft6fveMD+76DDrLBOnVS6Elin/zZ9rFmjxgnb5Pj9uLEZBbnwGlNQonlJ7lka1Ev83dPbL5WlrnMffvVZKlVj6kydNSPpb5Az5syyEZ+l/1vu7zOD70Xy8hPvf/yd0eem79f8Gom/ny9YtMjKcp+kufzORyNt+crEv4CkScPG1q/H1v6uVFpe/VM/1d90O6F9tK/aiN+3KHIf3a/nNvHFKa9r/n/1w+iMriMpHyRJRQVBUzC0+M0KuPjeJx/YD+N/it+U8rrunafOnplQX/cIW4c06F/CYClAAIFQC5T8zZtzQ6dDCCCAAAIIIIAAAggggAACCCAQfgFGiAACCCCAAAIIIIAAAggggEC4BfQHeKdNG2v/ee1m+/XX1P8Ww65dd7RGjVoF4syY/nPGQRu8Br///l1buChK9x8XAAAQAElEQVTxD0rVqFHLsv+ivnfU9JZ6OXn8+PT/EKSOMm3aT/bFly/Yjz+OtBkzJ9jiJXNs9ZqVtmTJPPt1ymhVyThNmz7O1qxJ/IOHGTfo23HBwpmmwEC+opSyy5YtsPXr1wbWnTlzos2bH/yHOAN3+KNQf0jwj2zMoqB2obVr1zOmzL/C3PVrpJ9fuXKp/frbt+nv+MceS5bMjQnw8Eex5eXVsFo1a3urlbpcvnyxKShDWToxJXI9XbduTUIT9YqaWKdO2yaUp1KwZs0q0/mdSt34Om1ab2UFBYXxxaaAVxMnfZFQnm5BsoA7aqdxkza2Ref+yqacWrXaMu19vMZffOla+9v1e9gttw6xBx48wZ5+5lJ78607S/xeKiioGw0MFBQ0YsnSuTYuw0Bj9sc/usb9/vsPgX8Avnnz9ta6Tfc/arKoLIHpke/OlSuXxRy+fr1m1qXLwJiyTFdmz5qY8fk7LXKftnJ1bN+8ftSqVfJLKO3a9rSga6sCBU6aPMprJu2lgjH9/vuPgXM67cbS3EFB9j7/8sXo/YhsFiyYYatXr7DlK5aU6fvJ60ZQoB9vW0lL3V80qN88oYq+CyZO/LJMQXF0jZ0z+9eEtrNRUJbvllz9LEpzCcP9bGljZDsCCJQkwDYEEECgcgUaN2hgNfPzAzuxfv2GwPJcKxzQu5+1bJZ476t+KsjGp6Mz/38NtaFAE59886XpZVyt+1ODoiLrvVVPf1GVz69avdq+HZd5wFu9cL967doEh7w8Zwp2lLDBV9Cr21ZWpyDxedzCxYvtoy8/99VMPzt67A/R4AZLli2JBsVQcJ3HXnzWHvz3P9NvrArssXWXblZYJ/HZ2+o1a+yzb8p2Tmj4r7z3tk38dYqyCaldyzZVOijToD79rahuUcK4FITi48i1IGFDkoJ3Phxp02bNCtzaomlz23m77DzjCTxAGQoVnCXToFqX3XaDDTr8ANvzuMPtqHNPs+E3XG03P3RvNABUGbqU0a7LVqywX377NWbfglq1rGvH7AR3Xrp8mX0z9vuY9tNZmTNvXuRZeOLzegXFr1NQkE5TG+u+9M7rdtxFZ9tbH46IXu82bihDpkbkHqFj283tjGOOt/88+E8bfuJpkWtLnbRbnDL1N3v69VdM58WPE8ZFzo2Z0YAli5YuKZOj15ElSxODYXnbyrLUOaw+p9vGgoULbN26xO9CtTNh8i8pB7FSfS+tW7fey8YsC+vUtV7desSU+Vd2GbCDtdmspb9oYz4b90lvf/C+zZyTGBQ8lwKNTJwyJRoIa+PA08xojL/PmJ6wV15ennXvvGVCefKC2C0rV6+ysRODg+PF1szumgISac6o//Etz14wzz4o4z3XbzOm2Xc/jQ18Vt+x3eam4Fbxx2UdAQQQqEoCeVWps/QVAQQQQAABBBBAoBIEOCQCCCCAAAIIIIAAAggggAACCIRfgBEigAACCFSYwMqVS+yrr16xp/51gekl4nQO3KrlllYr4IVnBTL49bfv0mkqsO6qVcttzuwpgduaNmlrTRq3CdxWkYXz5/6e8YvEc+ZMsZEjHzUFSXjooVPsjjsOsxtv3NvuvueojF9Otwr4Z/689IPEqFsKPrNu/TplY5JeyF6wYFpMWaorS5bOM+0fX9+Zs7z8mpbsH+ZuMpnUyqMBCyZ9lVrlgForI+e2gl7Fb1JgqdoFiS8ZxNeriPX586fZ+PGflulQQYEs1GBBQaG1bt1d2bSTguLMmT057f20Q4sWXcy5xD+atWTxHPtp7AeqUuaULOBOndpF1rJVVwv6J9l5XFSvqe222zCrqKAsCgikwEBBfZw1c1La35FB7SjQ2Jq1qxI21anb0HRdSthAQYUK6JxXIDj/QWvXLrRWSeauv15peX1XzZ6T2bmrtnVPtGZN4tzRtrp1S/7bsRX8SfXi07x5v9uUyd/EF6e1/vvUHy1oTqfVSAaV9Tl9+unT9vIr19kjj54RvXe68aZ97NZbh9jYLF3PMuhW9DwOujdevnyR6fqYSZv+faZO+9HWB9xL+etkki/Ld0uufhalOcwPwf1saWNkOwIIIIAAAgggUJ4CPbbY0urWqZtwiBWrVtpno79OKM+k4ItvR9v8xYsSds2vUcO27NgpobwqFyxdttR+njwp4yEsX7HC1gYEn1GQIwU7KqnhDm3aBW6eOnNGmYNXPPnK8zb4mKH2p/87LBoU46Kb/2oP/PtxG/H5J1kL0hDY+Uoq7NKhswW+VD53jo347OOs9OqbH76LfNaJwTPqFRVat85dsnKMcmskScPdI/3uuWV3c84l1Jg+e7Z9/NXnCeUlFXz57TcWFLhKQVB6d08eLKKkNrO1be78eYGfX9PGTezMY08MRXCAcb9MtFWrV8eQKfBBYZ06MWWZrMxftNA+L0Nws6XLl9u6gCBvBbUKrF5hUSZdiu4ze95cu/rOv9sR55xiT/3nBZsRmbfr1gcHLYnukMZ/6hXWs0P33t+evOVeO2C3PdPY00z90nX4yjtvthMuPteGnn687Xr0UNvr+CPs/U8/Squtiqw8NSDgSCrHn79oka1Zl/gb5Nq1a2zqzMQgJqm0meycdc5Zjcj9SLI2unfqYnVqJwZ207mhwGzJ9ku1PCjQk7fv5q3aWLuWrb3VSlmujXwOP4wfW6Zja4zjf5kUGEylWaPG1n+bPhm1v2jxEpv0a/CfPciowRR3UuDGppF+B1WfOGWy/TD+p6BNaZXpXnLl6sTfEBrWb2AKcpZWY1RGAAEEckwg8U845FgH6Q4CCMQKsIYAAggggAACCCCAAAIIIIAAAuEXYIQIIIAAAggggAACCCAQLgEFfVi0aKZ9+tkz9sADJ9rb79yVUQAVvczsXOLP/CtXLLGZMydkBW3O3CmmF7bjG6tbt6G1ar1lfHGFrm/YsN4WLZ5doces7IPphWe9ZJxJP1atXGYbAv7Arf4mwvkLMvuDn5n0Q/tU97krg6CUatnSJfMyumZ47Wt/fe7eeq4tN2zYYGUJEuGNR4EsFHTJW/eWeXn51qRRa281reWKlYszCk7VulVXq1evaeCx5i+cbvPmTw3clm5hsoA7+fk1rVHDloHNTZv6g61YuTRwW/PmHeyYo/5uhx56jW3RuX9gnWwVNm26eWBANX0HZWM+qJ+zZk00BX1T3p9q1iiw5s07+ovIV5LArJkTTdcA7/Cauy2y8NnomlfW7zrdX3n9SnXZvkMfKypslFBdY5w3P7PAb/7Gks1pf53qlE92f7F02YIyB/qR48yZ423N6pXKZjVl+t2S1U5UYGPr16+zMNzPViAZh0IAAQQQCKEAQ6pcgeUrVwa+/F65vUrv6G1btrYa+fkJOy1ZutQmTPkloTyTglHfj4m+wB+072ZNm1s2AhkEtV0ZZUuWL7Mfy/DS8aIlSxKCPaQyDr243bB+/YSq+n/GSb9X/IvZCR2pQgUKoNKscZPAHk+bPcN+m1H2/wdX42MnjrfFy5YpG5Nq1qhprVu0iCmrKiv9t+4deVaa+OxCwQu+jlwHFIAgnbGM/vF7WxS5FgXt061TFxvYu1/Qpgop+/7nn2zx0sTPTwfvtHl7u+vKv9kNF1xeqX1UX8qSfpo0ITLGJTFNKOCCAi/EFGawMm/B/DIFrtL+mlcZHDqlXRTs5e4nHrEhp/3Zjj73NHvx7ddt8tTfbPWaxIBRKTX4RyXnXOT8bmnnn3S6DT/xtD9Kw7nQ5zN73pyMBrcs8l26PiC40Oq1a23qrBkZtZnpTm1btbK8vMTfz8sabM7fn19+/9XWrE2cW40UaGSLyg1GtipyrzuuDEH1vHH+On1q4PlTt25dU5Adr146y0VLF5u+S9PZJxt127duGxiQSMGRJv2WnXsu3YPrXjy+v7VrFZi+Y+LLWa8+AowUgTAIJH6rhmFUjAEBBBBAAAEEEEAAAQQQyJ4ALSGAAAIIIIAAAggggAACCCCAQPgFGCECWRXQi/N66fW337+3L7540R599HS7864j7b33Hsz4xUt1sH69ZlokpBUrl9gvv4xKKM+kYOGCmYF/E2SNmrWsUYbBGzLpR9A+epF80eLM/hBkUHtlLdPn0b//QXbEYdfZ8PNeNgVSKGub8ftv2LDeVq0K/sPR8XVTXd+wYYOtX5f4txGmun8m9WQVtF91mbtBY0+nbNmyhelUr3J1161bYwuyFBBpydK5geNv2KhVYHlphUsWZRbwqkHDzaygoE5C8xsi5/T8edkJPKPGf/11jK1YuVjZhFS/fvOEMhVMmPilzZj+s7KBqaCgrnXrupMdccSNduEFr9oxR99iutYlO48DG0mhsEH9zSw/v2ZCTf3h37lzf08oz6Tgt9++NwXiit/XOWcNI59RfDnrFS8wY+YEW7M29m8HbdasvTVp3KZMnVmzZpUtX76oTG1ksnP9oqZWq1bdhF3Xr19rS5aU/R5GczoM3wm6zmyzzV52yMFX2TlnP2Obb94rwSyVgmTXpUyv3fHHnD9vWuQaGxysK75uOuvZ6l86x0xWN1ufRbL2Va7vvhy7n1W3SAgggAACCCBQjQRKevm9cYOGVUKiWZOmgf2cv2ihjfnph8BtmRT+PjP4mUVhncizgs6VG5g8k/Ek22fxkqVlCqiQrN3Syps2bGS1a9dJqLZ23VqbMy/4mVZCZQqiAi2bb2aFdRMt169fb79Pz17g9W9+/C4hsEe0A5H/NG/cLPLfqvfv9n36Wa2aic/kFi9ZYl99NybtAX06epT9NGl84H4KtrRj/wGB2yqisKS+6fgKqjV4wA5222XX2ntPPGd3X3m9HbbPAdY8yTVX++RaCgocVjdyze6xRdmv2QsWLcq14Sbtj4LO3PzQvXbEOafaXscfbtfefZu99+lHNnXGdFub4e9hBbVq2dA997Urzzov6XHLc0NhnTq27y6729+GX2r/efCf1qfH1lk/nJ7ZLF2+PKvtRn6CtHVrK/Y3yOZNgq/Hi5cttS+//SYr45sxe5atXrM2oa1aBbWszWYtE8orsmDxsmWR776yB12bMvW3yP1R4nxQwLVWzZtnNKTKur9p0ay5qd/xnV4V+Qx/nRZ8vxtft7R13YMvW5Ho5ZyzTL1KOybbEUAAgYoSIPhMRUlzHAQQQACBLAnQDAIIIIAAAggggAACCCCAAAIIhF+AESKAAAIIIIAAAhUvsHLlEhs79n/23ffvlpjG/fyRzZ492VavXpG0k3l5NWz58oX27bdv2zvv3mPTpo9LWjfVDe079LHatYsCqy9dOj+wPJPCxUvnRsa2PGFXjalekuA3CZXLqUDBZ5YumVdOrSdvtnWrrtar1962z97nRIMwnHHGk3bRhW/YOec8a3vtebZ12XIHKyxsaM655I1kuEVBGBQQKMPdA3dbE5m7S5dlb84EHsRXyNz1YWSYLel6k2GTObXburVrbMmSzIK8xA9k8aLg4A4KBqFzOb5+aevLMgxeoeMFBVZZv36dLVuevWBCN4sYhAAAEABJREFUq1Ytt2TXxaKixkmHN3r0m1ZaAAvnXOR7p5517Ng3eq07++yn7YzTn7D997vAtujcP2nbqW5o2LCFmSXWXr16uem7KHFLZiXJviPrFTXNrEH2yqrA9Gk/2fJlsS+y1I18p7Zpu1WZjrN+/VpbvWZlmdrIZOfGTdpYjRo1E3bN5ve57jETDpCjBc2atbeePXezPfc404484no7bdhjduGFr9kF579mBx5wkXXvvos1aLCZ5eWl/8dY27XraQW1CwNHvizDa3d8Y7qHX7Mm+T1/fP1U17PVv1SPp3rl+Vmo/ZJSNue/d5yKvp/1jssSAQQQQAABBMInkJef/r1oRSvo5fPaBQWBh120JPb/pwIrpVE4Z9480/1b/C5169S15o2bxBensZ5bVVetjg2CWlG9a9uylRXUrJFwOL3MrpfaEzZQkFSgbp06kf//TrRcF3n2pqBMSXdMc8OyFStMAayCdmvaOPmzt6D6uVA2sHc/a9eyTWBXJv02xRSsJXBjKYXfjRsbeQ6zJqFWXuT/9/v22CZyzNYJ2yqq4NX337HS5oRzzuoV1rP+2/S24SeeZi/f/7g9d/dDdtnpfzGZVVRfMz3O+MkTTYGXvP1r5OfbFu07easZL5evzP4zkYw7k8aOOm/f+N9/7bJbr7eDzzzR9vjzoRuD0cycO9vWrV+fcmuy3H2HXWzYUcelvE+6FTu0aWd77rSrnXv8MLv1kqvtmTsftPeffN7++8QL0cA3fxq4o7Vo2tzy87J/z1Ie3z8rI/Nm7sIF6TJkXL9fz15WVLcwcP+587P3W+js+fNseUCgkRr5NSxZkMDATpVDofo1dmJwELB0Djcv8rmtWrU6YRedB0WFwX9GIaFyXMGCxdm9V41rPulqy2abBW6TlT7LwI0ZFCabY00bhue+OQMWdkEAgRAIlO2uIwQADAEBBBBAAAEEEEAAAQQQQAABBEoRYDMCCCCAAAIIIIAAAggggAAC1UBgzZpVNuqb1+yVV24oMT333JX2wIMn2O13HGIjRz5qi5fMSdBxzlnzZh1s333Os0MPvcbqZyFoS62atU0BYBIOFino0KGPXXnFyLKlP/b/v2NutXr1mkZajf3XOWd5rpL/iMGGDbbByu9vy1OQFL0cfczRt9hZZ/7bLr74Lbvi8hF24on32wH7X2j9+g2JBmFo0riNFRTULZdgM1YB/0hx/YbU/3BtWbvE3C2rYPj3X71mhS1Zmp0/jLx27SrT39YZr5afn281I+dtfHlJ6xsi15xMz5WGDVtafn6NhOb1Ale2A0qtW5/4t23qwC4vL3qtUj4+KZDaN6Nfs7VrE/8gcXxdbz0vL9+aNGlrvXvvY0cccaNdeMGrdvTRN0cDS3h10lnWqFEQWF3fQfouytb3mr4jgw7knAsqpqyCBRTcY8GC2L+VtVatOtaq5ZYV3JPsHK5mzYLI/UHi/VI2A2UkC7KVnRFk1oqCe+2660nRADPFQfpet8svez8abOagIZfbdtsdbFtssb01a9beahcUWV7k+pTZkTbtpWtIniVar1u3JvKdkr1ghckCWG3qSXq5sny3pHKkyvgsUulXtutU9P1stvtPewhUugAdQAABBKqZgF4w1YumQcOuXau2de/cJWhTzpR167ylFdapG9ifWXPnBpZnWrh6zZrI89fEvfW/0Pk18hM3UJKWQDSIkEv8/5iKflE/rU7naOVWzTazWjVqJPSuPAIprF2X5Nlb5MQorFMnoQ+5XLBj/wHWsH79hC7q3B/1/ZiE8lQLRnz2sc2em/hbmfZvGfmsBm8/SNlKSf/74lP7z3/fslWrU38OqkALm7dqYwfstqfddtm19t4Tz9ldV14XDRBiOfjP2EnjbcXK2CDMbVq0yvnvt4qi9AejOfDUP9uQYX+2e5581H4Y/5OtXFV6MLJaNWvaPrsMNgU5KUufdb+hIDYKMPP8PQ/biCdftE+ffyMabObacy60I/Y70Ab1284UjKaobpHl5yV+X5Tl+BW173r9rpJGgJ+y9qtOQYHlR37/CWpn26172RcvvpWVdO/VN1izgEB8zjnLz6vcz6rEAFuW+j8KYLNydey1xNtb13Ivn+pSz0HTCfaUarup1CuoVRBYTZ+hPstszQvNsaAD5eVX7pwI6hNlCCCAQDoCXMXS0aIuAggggAACCCCQAwJ0AQEEEEAAAQQQQAABBBBAAAEEwi/ACBFAAAEEcl9g1arl9tHHT9qjj5xhEyZ+GfO3Cnq9z8vLt65b7mhHHnlD9GVbrzyTpV7UrVGjVia7Zm2fhg1bZK2tTBrKZoAK7/jNmrW3/fe7wIaf97Ide/Qt0ZejO3bsa40atTQFTXGO4ASeVaZL5m6mctVnv+gL5OsS/2bcTARWrFwauR5nJ0jV+vVrbdmy7ATFyWQsqe6TLBBFQa261rJV16TNKIDa/z543FauXJK0TrINzjmrXbuedeq4rSmwxEUXvB4Ntrb55r2S7ZJQXrt2YUJZRRbUrl1kCjqW7WNu3XMPu+jCN7ISEC5bAXgqsx1ZyKQk55mz9LczbzpvncuzFi1y++XPZOPRd57u/+K3R69zSQK/xdctbX19pB39wf3S6pX3dgVX/NOfTrVzzn7aTjjhPttx0NGmADPFQfoKLa+cX7ooKmxsNWtVrZf89JmUx3dLZX8WGhcJAQQQQAABBBDIZYGfJv5sy1YsD+xiQUEta9KwUeC26lg4Y/YsU/CO+LHXqlHDFOwjvpz19ASKCotMQS3i91pfwS/qxx+f9ZIFZiUJ8qSgUAoOVfLem7ZWdk6Bcrbaomvg/68ruMZpRx+XcYAGBdJo07JV4BDV9vZ9+gVuq6jCB55+wh569ilbsiyz56D1CuvZdtv0NQUIGfHEC3bDBZdbn622rqjul3qc78f9ZAsWLYyp17BBfdPnHVPISlRg9ry5/8/efQBGUXQBHH976QmBUBI6hN6lgwKKgA0rgg17b9h7bx/23rGjiFgRu1hAFFCQJl16CyWhp5DOd+/04t3tXnIt7fJHN7c7OzM789vZ2eNy+5AJUz6RS+68SU6/9lJ5/4tPpazgHSn1Gsgpw451lPfnR0r9BnLt+ZfIlHHj5e3HnpOLRp3pCDDTonFTSYiPr/SgJf70parmTbTfW2O8BBqpqDY3Tm5YUYeqVscpKiqUPXv3VEqbE2slVMpxnQetFZ8QdMAqZ128IoAAApUhQPCZylDnmAgggAAC5SBAlQgggAACCCCAAAIIIIAAAgggEP4C9BABBBBAAAEEEKh6AvszM2Ty5Adl2fJpUmzxL7kZhiENG7aRUafeG3QAmqrX++rbopiYeDnu2Ovk4gtfkp49j5eEhCQxjMADzRQU5El+gfW/Bld9lWg5AhUjkJebLZs2LSnXg0VHx0vtWg3K9Ri+VF6Qf0Cysnf7krVC8syePUkmTrpD1q2bL0VBBACKiU2QTh2PkPPOfUrOPecpadqsc5Dtp3hNEkhLWy55edluXU5KaijlERzI7SDVdEODYmkAk8ps/sCBo+Wyy16XAYedJXXqNArqPZTOPXofqMz+VOdjcy6q89mj7QgggAACCCBQUQLZBw7I/swsy8PFxcZKo2r6wHBhYYHsrqQHei0xA0qkEAKhFcjNPSA7uS4sUY8bPEyaewkQY1kghIltWrSUY48YEsIa/a9Kg43cMPZ+mfvXQtH50/8a/imRkJAgQw8dKC/e/4i8eN8j0rV9p392VOLPTdvSZP2WTW4tiI2OkQ6t2rilsWEW0EA0L773llxw67Uyfc4sKSz6L0C2a27DMKRbx05+ne/zTz1D3n3yRTn3lNNEg5MYRuC/g9Qxm53t/vmpa/tYRyBUAplZjLNQWVIPAgggUJ0Fyif4THUWoe0IIIAAAggggAACCCCAAAIIIOCbALkQQAABBBBAAAEEEEAAAQQQQMAhkJeXI99++6xs2LBQDh486Ejz/JGc0kqOPeYa0aAnnvuq9HYYNi45OVXOO+cp6dt3hGjAhEC6qOf5wIH9snnzMvnp59fl5ZfPk317twdSFWUQQKACBDRQQ2FRXgUcqfodIm3Lcnl/4i3y+huXy8KF38r+/ele72Vl9c5mi5DWrXvLWWc8LD16DC8rO/sRcAisXfunZGbtcqw7f8TF1ZYmjTs4N3mtIgL6Pnb0WY/KkCMvdQTuC6RZ+h5Kgw1t27ZKZs76wDH3bN32dyBV1egynIsaffrpPALlJ0DNCCCAQBgLbN6+xbJ3MVHRktq0meU+EhFAAIFwEjisR2+Jj42rlC7Viq8lg3r1q5Rjux506aoVcu1Dd8m5N18jX/48VXbsygj4c9DIiAjp172nPHnHfXLSsGNcD1Mp66s3rBMNUOI8uGEY0q5Va+cmr2UIpO/aKXc8MVam/PCt5BcUWOauV6eu9Ozc1XKfa2JCXJw8c9eDcuXZF0i9Okmuu3xe18/PsnNyZOW61fLu5I8cY3b52tU+lycjAmUKkAEBBBBAAIFSBGyl7GMXAggggAACCCCAQDUSoKkIIIAAAggggAACCCCAAAIIIBD+AvQQAQQQQKDqCmgAmqk/vCQZ6estG2kYhqSm9pThx11nuZ/EihHQwDMjT71HGjfpKIZh+HTQ4uIiycnZJ+k71smKFTPkh6kvy7jXLpYnnzpF3hl/jcyePUn2Z2YIfxBAIDCBqKg4aWq/JgMr7V7K5uW6LizMl5wDme6ZK2ErKjpOaiXUq5AjFxUVSUFejs/HysjYIF99/aQ89/yZ8vbbV8v8+V/Krl2bRedAnyv5N2NCQpIMHXKpdOxw+L8pvCDgXUDfQ2Wkb3DLEBkZLY0btXNLq2kbVa2/GuzktNMekLZt+4vN5tvXTouLiyU3L0t0flm9+neZNv1Nx/zy+BMnyhtvXiHTpr3h2BdIXzWgWHFxoWVRb/cCy8zVMLGqnYtqSEiTEUAAAQQQQKAGCqzfvFny8vNNPdf3ti2bNjell3fChKdflu/emiQv3veInDfidEmp38DvQ0ZGRkm9pLp+lwukQFHxQcnJzQ2kKGUQqFCB2Ng4aVBB10Vhof33Bgd8/+zNG0RFpHdt30napraqiENZHsMwDOnQpq20aNzUcn9FJ67fskkefuU5Ofny8+XiO26QyT98Ixu3bpFC++ep/rZFg4tcNfpCObL/AH+LhjT/8jWrZH92tludem85vE9/tzQ2Shd4ZeI7snjlMstMMdHR0qp56e8ZNPDMo7feLQN69ZUIm2+fnxXZPz/LyskSHZcz582RVyeOd4zLoeeNkgtuvU5esW/rPstGkYhAiAUSayWEuEaqQwABBBCojgK+vYupjj2jzQhUrgBHRwABBBBAAAEEEEAAAQQQQACB8BeghwgggAACCCCAAAIIIICAm4A+WPvH3E8lN9c6wIE+zNC58xAZMuRSt3LBbBQVFcivv02Qh/43pNyXCe/fLNX9z+AjLpCUlNZeA8/ovyao52/DhoWiD0i/Z+/z2EvcAsMAABAASURBVIePkqeeHiHjXr9EPvn0AdFzrOe6ultUdvur0ditbKqwP35ERIRExcSHpJ8JCfUkIiIqJHVVl0qSkhpZNrWg4ICkbV1pua+sRC33zbfPysuvnC9PPnWyfPvtc7Lq71mSlb1HNJhEWeV1f61a9WTw4Aukfr1muunzsn79gnK/n+k989nnTpcN9mP53DAfMxYVF0pB/gHJy8thsRuohZqUxbdt+2rRIFGu+ZJTUkWDbLimVfX17Ozdovc3z3babJESHRXrmRzQdmKt+hJRCfPc4CMulFYte3p9D6WdybeP/bQty+W3mRNl0od3ytiHh8kTT5wkr467yL59l8y0p+v8onmDXTSgmOeY0TrVRu8Fuh6KReeyUNQTyjqq2rkIZd+oCwEEEEAAgUoW4PBhLLBhyybJ9hIkolmjJtK5bfsK670GAmhQt57US0qSft17yjXnXSxTxr3rCEbz2G33VGpwhuaNm0hMVKTJQgMy7Nqz25ROgn8CGmBAP3/2LKUBNPV3B57pbFcNgcbJDS0bkpufKxrww3JnFUsc3O9QSalbv1JbpY5DDxtUqW2wOriew8dfe0nOuPYyOeaC0+Xx11+W3/78Q3bv3St6zVqV8UyrX7euXHrGuZU6f/82b46k79rp1rTaCQkVen9zO3gQG0f0O0xefegJmfj0K/LV6xNk2vuTZcYHUxyvJw07Joiayy6afeCATPtjluTkHrDMnFIv2TLdmXjZmedKny7dS/38TOteumqFvPPZR3LTI/fLgNNPkGHnnS5nXX+F3PzoAzJ+8kfVZm5x9rsqvhYWFsjbn3wg/UcNL/flmgfvrIoEIW3Tvsz9Ia2vsir7c/Gich8POuZOvOxcmbdkUWV1k+P6JkAuBBAoRcBWyj52IYAAAggggAACCCCAAALVSICmIoAAAggggAACCCCAAAIIIIBA+AvQQwSqvsCiRd/JokXfS3FRoWVjIyOjpVfPE6Rjh8Mt93tL3J+1U/Lzc0y79QFbfQjZtIMEk0CvnidK6zZ9LL/0qV/637Nnq3z3/QvyxJMny3sTbnI8IF0egQlMDQvzBMZumJ/gEHQvlEEZoqPjLFuUm5tVLoFGLA9mT9y7d5sUWdwHIiOjJKluI3uO0P0fGRljWZnOa5Y7/EzUICrz5n8hH358jzzzzEh57fVLZOasDyQ9Y70UFxeVWlv9+s2lU+fBlnmysqwfWquKgR4sO+AlcdmyafLMc6fJ40+cwGI3UAs18cJVkrx1299y4ID7F9j1/U2bNn1L8lSHlcKiAstmRtrf/8XG1LLcVx0SU1v1ki5dhogtwvwQqrY/O3uvTJ/+tjxrH/tvvTPGvv6mrF79h+4qt2Xb1pWSZ/HeWA9Yu07pDwJpHl+Wpk06SlRUnC9ZKyxPVTwX5dd5akYAAQQQQAABBEInoA/lb9m2zbJCDQLTu2t3y33lkXhIx85SJ8H97wcRNpsjGE3LJs1k1173vy+vWPO318A5DRs0CGkTY2PsnzEYFo+ZFRdL0cHikB7Ll8rq160nkRERvmStFnn27N1j+XlRbGycNEiqWy36UFUauTVjh+QXmn8HEx0VKY1TrIPFBNr2mGj7dWFRuLio4q8Ji2b4lKTzTkSk+e/0uXl58suc2fLtjJ9DtqzfssmyTdFRUXJYrz6W+6pKYvaBAzJ56tdyy2MPyvBLRss5N14l707+SNZt3igahKu0drZs2kwqO7jO6vXrxPUzYf0sul1q69KaXUX2uTejVly8dGjdVtqmtpKU+g0kIS5O9P4UY7++mzVs7J65HLb+/Guh7N6zx7LmBvXqWaZrYp9uPeSogYPF6lrT/bv37ZVxk96TEy89Ry658yYZ98F4mTV/ru5iCUIgffcuybEIMKjjv0G9yg26FUS3/CqaWMv9faVfhV0y9+jU1X69mf+hCJ1XMnOyXXJW/dWdu93fTztb3KCUa9iZh1cEEEAAARGLTwVgQQABBBBAIAQCVIEAAggggAACCCCAAAIIIIAAAuEvQA8RQAABBBBAAAEELAVm/DpeNm1abLlPExMSkmTQ4edITIz5C1y632rJ3JcuhQV5VrskVA/YWlYeRokdOgwUbw9+Z6Svlw8/ulvmzZsSUI9btOgmMbEJAZUN90KM3XA/w8H3LyoqRuLj6wRfkb2G2rVT7D/N/2dnW39Z3JwzNCkaLKzIIgiFzRYhCfFJoTmIvZb69ZpJrQTr+kLaZ/uxnP9nZGyQadPekHHjLpZ33r1OVv79m1j1VfNrwI1Wqb101bTk5OwzpWmCzqU6p+o6S80R0GBve/fucOtwTEyCNG3a2S2tqm/s3bNdCgvNAWj0YYd69ZuFpPlJSaENYOVLo7p0Giy1atWzzLo/M0O+/PJR+W3mBNFgVZaZykhMSKhbRg7zbj1WVuYu8w57SmKt0DyAWyepof39etUKPlMVz4WdnP8RQAABBBBAAIFqIbB01XKxCh4QEx0tPTt3rbA+eAsCoQ1Yt2mjaPADXXcuuq0BIpzbrq91EkPzeYqzzpT6yWIV7CUnL1d2eXkQ31m2PF7jY2MlwmaUR9WVUufuffukoMgcyFfNNdBOpTSqmh4058ABKbQIPhNh/+ytXh3rz8oC6WqLxk2lXp06lkV379trmV7VEo89Yoi0adHSslk7dmXIyxPelgdfeCpky/czpkl+gfmzEW2AtkPbo+vVYdFAOq9MHC+jb7hSrrjnVkegHqvPfbQvGlxHg4/oemUtf69fK7n57r9HbNWsheg4rqw2BXJcR7CzYnNwJ/18rU2L1ECq9KvMpm1pkmURzKSsSoYNGCT1vQQSS9+1U/734tPyzqeTTPf5sup17g/l3OasMxxe03dm2D+TdB/3zn41DHGQPme9Ve1VgzNpkKZg21W/bl3779HNAdf0H1rQAHrB1l+R5fdluge6dx47IS5eNMiOc5tXBBBAoEYLlNJ5Wyn72IUAAggggAACCCCAAAIIIIAAAtVIgKYigAACCCCAAAIIIIAAAggggEDVENCHYX//4yPJytzptUGNUtrI4CMu9Lrfc8eu3VskK3uveKbrdmJiA4nxI5CNlqlpS9MmHSU5uZVlt7Oz98ovM8aLBlSwzOBDYmRkjNjs//mQtcZlYezWuFPud4cjI6Pt12fwXxrX61znQ6sG7NvnHtTCKk8o0/bt3SF5eQdMVRqGTUIVgEIrb9iojcTGJeqqadm7d7spLdQJaVuWy8cf3yezf/9YCgvzLatPrG19j9KAFcXF5geuYqLjpW7dJpZ1kRjeAtu3r5KDB/97sMRmi5BGDdtWq07v3bdN8vKzTW2OiIiSOrWTTen+Juj7Pb2m/C0XbP4mTTuJYZ+/POvJL8iV32d/KKvXBP6vNGufbBERnlX7tL1rd5p9zBw05Y2Pqy2tW/cxpfubkGJ/vx4dHedvsXLNX1XPRbl2msoRqMECdB0BBBBAILQCfy5eJPszMy0r7dS2vRzZf4DlvlAmatAFDb5gVWdO7gFZsHyJ1S7J2GX9ObM+iB7KB2ibNbb++3hWTrbMW7LIsm3lmVi7VqLo3w3L8xgVWff2jB1yIDfXdMioyEhp1CD4vzNqxW88/Iz8OukLmTr+I/ng2Vfl6TsfkNsuGyO9uhyiu8Nm2Za+Q7JzzJ+92Ww2ad7EehwH0vl2rVpL7UTrz9622c9nIHVWdJm+XXtIrfhapsMePHhQFq9YLhpow7QziIRpv88UDQZhVYW2Y1Cvfla7qnza0lUr5PYn/icTvpjsNbhOcv36EooAEIFiLFu9Uvbucw+4ULdOknTr2CnQKiul3OatabI/2/z5mjamsoPpZGZZt0vb1rltB/s9y6arbsuBvFx5/4tPZfbCeW7p/mzouIqIDOzzM3+OUx3z6hy2e98+y6Yn12tQqdekZaO8JAaTnBifIF3aB3+dpzZtLnGxsaam5OXly4atW0zpVTkhfVeGWAWdTIiLl6aNKj64e1W2om0IIICAlYD5HY1VLtIQQAABBBBAAAEE/BUgPwIIIIAAAggggAACCCCAAAIIhL8APUQAAQQQQMCrgD6Eu+ivqVJUZP0vPNoiIqVbt6OlY4fDvdbhuWP37s2eSY7txFr1pU2bvo51flgLJKe0kvj42pY7t25dKSv//s1yn6+J9es3l+jYBF+z17h8jN0ad8r96rDNFiEN6rfwq4xVZn0gPz6hjmmXBkXJ2LnJlF6eCWn2eSXTSwCyeklNpH69ZiE5fNOmnSUmxjz36L1n335zwB0N0NO798ly0om3yoUXviA33PCx3HnH93LRRS8G1Z7p09+UbdtWW9YREx0vjZt0NO3TgF96bjx3REfHSZPGHTyT2a4BAlu3/S35+e4PjtWt21R03FaB7vvUhE2blsi+vemWeVMatrFM9yexZcseEhdr/X7Gn3r8yatBXBIT6lkW2b1rsyz663vLfb4mBtOn9PR1UlCYZzpUnP09X4sWwT9Y2bhRO4mIiDLVX1kJVflcVJYJx0UAAQQQQAABBPwR0Ie+V6xdZVmkbu06cuLQYyz3hTLx2EFHSmKCdSCLzdu2yvczfrY83OZtaZYP0CbWqiXtUltblvE38fA+/SWlfgPLYum7MizTy0ps2MC6vrLKOfc3bJBs+SC/c391e12wbLHszzIHQLLZbNKqeYugu9O5bXtJrldfYqKjJSmxtrRpkSqD7Of1lKOHy+F9qmfAD28oy9eskozduyx3N01pLC0aN7Xc50OiW5au7TpIfFy8W5puFBQWyPYM67//6/6qsqjDIZ06i2EYpiZl5WTJn0tDH1Rqk32+0vOjwW08D2oYhiMQStcQBEnwrNtzW6+HkcecIHdffYO8/vBT8tXrE2TGB1Ps6097ZvVre9wH42Xl2jWWZTSoQae2lfe5prpv2b7VrW0aSKJzm/ZuaVV9Q/vh7fpOsd8Xhh42qFy7oNdNLYvrXg+6L9M6yEm/7r0kuW49zWJaNm1Nk6+n/WBK9ydBA4hpQDZ/ytSkvJu3WwdGaWA/J4f27BP2FLUSakmHVsF/9ty6eUuJijR/FqrBoDQoVHWCXLdlk+QX5JuaXB3nRFMnSEAAAQQqQMBWAcfgEAhUAQGagAACCCCAAAIIIIAAAggggAAC4S9ADxFAAAEEEEAAAQQQQACBqiUwa/YHog9Se2tVQkKS9Os7QmJizF9etiqjwROsHtSPja0lrVJ7WRXxO61PnxFy+21fyx13fCc33TRZLr/8DTnjjIfk+OHXiz4c7HeFVaRAUlJjiYiINLWmuLhIdu4KPiiFPpwcFRljqp+EfwRCO3b/qdPzZ7iOXc9+hut2SkqqNG3WOajuNW/WRayuwwMH9pc6Fwd10FIKb9++Sg4eLDblSKydLJ06DzalB5LQtEknsdkiTEVzc7Nl+3bzQxA9ep5gn89vkJ49j5cWzbtJ7cRkiYqKkcRayUEH+Ni5c6OpHaUlZKSvl5yc/aYshmGT5s27+nxvNFXgkqBBfsZc/Z4LNSF1AAAQAElEQVTcdedUue3WL+WqK9+Rc895Sk45+Q7p1fNEl5ysVgWBLZuXSU72XremxCfUkSZNO7mlVfWN9PS1ltd+3aRG0q3bsKCa37xZV4mLrRVUHf4WrpVQT6Ki4yyL7dq1RfLyciz3+ZrYpElHiQ0wgN+6tX9K5n7zQ7AREVGS2rKHr02wzNeubT9p3KTyHhizalRVPhdW7SUNAQQQQACB4AWoAYHQC8xa8Kfk5LoHvdSjGIYhvTp1lZHHlt/fFc884RTp1dU6SGJRYaHMWTRfsg+Y26btW7r6b8k5YH7vHRcTK4f17K1Zgl4O6dhZ6iSY/75RWFQkazduKLX+zKxsy/02w/yZhWVGi8SEuDhp2qixxZ7qm6Tn19vD2y2aNJM+3YL7e0yntu2lTm1zcCN9+Fofwq6+ctYtX7V+jRQXmz97SwlhcIrO7TpIZIR5HGdmZ8uq9WutG1aFUgf3HyCNGqRYtihtxw6Z+ut0y33BJs5cMFc0uI1VPSl168vgfoda7Qpp2slHHSe3XT5GTh52rHTv2MURXCs2JkZS6jUQDUwTzME2pAX/O6Vgjl9a2dUb1roFK7PZbNK+VdvSilTJfau8XN/RUVFy5KEDRe8R5dXwvt17Sr26dU3V6/1Qg8GZdtgTGiTVtX++Zf35mc77Ov/bswX8v47Z2gkJAZcP94LrN2+WvHxzoJFa8Qn2e2v3kHR/1HEnyrQJn8kvH3wu3701SSY8/bI8ftu9cttlY0SDA4XkIAFWokHnOrYO7jrXMdalXUfLFmhQKw0KZbmziibqe9d9+60D/nWzv+cNxRyigao+fvEN+XXSF/LTex/Lh8+/Ji/e94jcd83NMsJ+D6qiNFW4WTQNAQSqkoCtKjWGtiCAAAIIIIAAAggggEAYCdAVBBBAAAEEEEAAAQQQQAABBBAIfwF6iAACpQrow7i/z/5YsrPdH6R2LdSseVcZMOBs1ySv6xs3LJSsrD2m/fqgfus2/STYwA1acdcuQyUmJkGio2KlVkJdadSwrXTscLgc0v04SUlppVnCatHAEAUFeUH1SYMbaKAEwzAs60mIr2OZXpMSGbs16WwH1tfEWg2kY/vA/8VSnf+aN+8ihmG+Dnfu3CQb1i+Qiv6zJW2Z5OVlmw4bGRkt7dodap9rfQs8Zqrg3wQNnpLS0Hpe3p+ZIatWzf43538v6enrpKDQPOfFV0KAj7StKyV9hzlAjra2QYOW0rfPCF0NaunR43ipm9RY1Dw2NlGSk1Oldeve0r37sdKqVWiCtgXVQAq7CezavUUyMtwfaNSAUo0btXPLV9U3Nm1ebHntx8TUknZtDwu4+TEx8dKmTR+xWQTTC7jSIAvm51s/GOtPtRokJiIiyrJIbJz5oUnXjDpmNtjfH+v7Odd0XW/UuJ307zdSVwNauncfLgnxSQGVrYxCFXIuKqNjHBMBBBBAAAEEEAixwGfffy3LVv1tWWtCQoJcNOpMGdCzj+X+YBK1znNPOU00WIxVPVvT0+XbX3622uVI+2PhPNmWke5Y9/yhAUeO7D/AM9mvbX14dmCvfhIRGWkqp0FvNPiNaYdLQl6++bMG3Z1cv74E+nDvcYOHSaPkFK0mrJalq1ZKfkGBqU/1ateR/t17mtL9SejRsYvlGNOHr/UhbH/qqg55F69aIdkHzJ+9aXCKAb37BTz2nH3XB8fbtkx1brq9pu/aKb/Nm+OWVhU3enbuKjHR0aamacCruX+V3+elGtRm/eYtpuNqgs4z/Xv0Dvr8aF2lLWs3bpBci7kpqU5t8RZgobT6qss+na913nZtb+OUFPEruJVr4UpanzV/ruzdbw5crs1p36qN3HjRlbpaLsuQ/gMlPtYcSEZd1dffg1oFvfO3Dg1eFxlp/flZYq1a/lYXdvnnL/1Ldu/da+qXBl86tEcf6do++ODmxwwabP+sMN5xn62XlCTtU1uLvv86fshR0qaF9b3C1KByTOjSvkNQ/Rxy6EBJqVfP1MLCwgJZ8vdyU3pVT9BgOWs2rrNsZmrT5nLa8JMt9/mTeNKwY6RZSiPHfTYxIVFaNWsh/ezv5U6wj4m+h/T0pyryIoAAAlVOwFblWkSDEEAAAQTKRYBKEUAAAQQQQAABBBBAAAEEEEAg/AXoIQIIIIAAAggggEDVE1j592+yfPl0y3+BU1urD8R3P+RoSfXhIfi0rStly5alcvDgQS3qttSpnSJ9ewf3RSl9QFcf1HWr+N+NzP0Zsm7tn/9uhc+LzRYhcbG1gupQb7t73STv/wpvVLT5S6pBHbAaFmbsVsOTVsFN1mAKnToe7ggOEsih+/U9VWrb50HPsoWF+bJ+Q/k9SOF5PNftJUt+lj17t7smlaw3btQ+qOAqGoSie49jJTamVkmdzpXiokL7fD3Puen2mrFzo+TlZrml6YYGHGvbpp+uBrzUqmX+YrJWlpefI9vs9y9d91zWrJsnVgET9N7YtcuwgMeDHkcDzeiY0rGl266LHnPjpsWuSaxXEYHt6eukqOi/h/AMw5CGjdpWkdb51gy99tPT3YPoaEnDMKRNm77SpctQ3fR70YBMGpjJ74LlWCDYAHulvffUZkd6CUqj+5zLqlWzJDtnn3Oz5FXntb59Tg1oHjniiPOlffsBlgHNSg5QxVaqwrmoYiQ0BwEEEEAAAQQQ8Crwxc/fy/6sTMv9KfUbyPUXXia9uhxiuT+QRH0Qdcy5F4vWbVW+sLBAfpz1i6zfssm025mQfeCALFm53PIz5rq168iJQ49xZg3odeSxx0tq02aWZddt3ig/z/7Ncp8zcV+mdYCA+klJMqjvoc5sfr16e/jfr0qqYOZ5SxfLrr27TS3TgBxD+g9yPLhs2ulDggaW6Nmlm+XfY/Tha30I24dqqlUWDXCStmOHZZs7tm4b1IPlGjTp+CFHS61482dv5R24xbJDASRq0KtObdpbltyXlSULly2x3BeqxEUrlohaWdXXJCUl4LnBqj6rNJ1Ts7LNwYk0CNhhPXtbFfE5rX5SXcu82QdyZMUa6wBnlgXKIVGDle3c4z7H1K6VKJ3aVK/gzrMXzpNldkur34dG2Gxy7BFD5MqzLwy5oNbZvVMXy3p9uR9aFdT7tFW6r2lnnnCKdLDPad7yWwWY8pY3XNOXr1klGiDFarw0bJAso+zvc4Lpe2nnQIORzVk0P5jqQ1K2Yf1kOf34kwKqS9+r6nsQfS/iWUGGfT6ZtcD6902eeava9u/282IV/EmvmWMGDg74PZf2szQzPeaC5eV7j9U2sCCAQPgJVKUeEXymKp0N2oIAAggggAACCCCAAAIIIBBOAvQFAQQQQAABBBBAAAEEEEAAAQTCX8CnHs6dO1kyMtZ7zZuYmCyH9hvldb/rjr9XzZbcXPPDETabTTp0OFwGDTzbNbvP6/qQfs9eJ4o+qOtZ6ODBYtmwYaHs2r3Fc1e12d67d5sUFRWa2msYNmnYMPCH2jXwTI+ew8UquIHpYDU8gbFbwweAD92vW6+JDBp0jg853bPoddiu3aFiGOavQe3enSYrls9wL1CBWytWzJDCwnzTETW4Sp++I6Rd28ACvgw/7jpp2qSzqV5N2Je5U1aumqmrpmXD+gWyffsaU7omtEztIRoIQtf9XTra7z9NmnS0LLZ752bJy8ux3LdkyQ+yc5f1w3XJKakyZMjFooF2JIA/OpZ0TFkV3W2/n+mxrfaRVrkCW7eutL/PcX8wqLb9fZIGAqnclvl39DVr51he+3FxteXwgef4HRBF5wqdM3Tu8K8lwefOyt4tBfkHLCuq36CF1K9n/YCqZQGXRO3TYQPOsnzv6ZKtzNXVa+aKzm0HLYIz1qvfTEadeq9f3joPHnro6VIZ1mV1tqqfi7Laz34EwkCALiCAAAIIhInAjzNnyIw5v0tRcbFlj1KbtZAHr79VTh52rOV+fxI1iM0jt9wlbVqmei22bM1qef+LT73ud+747tfpsmNXhnOz5NUwDOnfvVfAD+GPPOYEOWnYMWL1wHFefr7M9uGB4y3bt9r/DvRfIFFn4zRwxxF9D3Nu+vxa2sP/PldSRTMuXbVCFixbbBlIqGmjRnLhaWcF1PJTjzleGtQ1BwbWB6B/X1T5D8UH1CkfCk3/fabkF5jHnj5YftpxJ8qAnn18qMWc5ZZLr5au7Tuad9hTduzeJTPm/mFfq9r/azCiOrXMwXO01SvWrhIN7qHr5bWoUfqeXZbV69wwqFdgn4taVmiROG/JIlm1fq3FHpFeXQ8RDSZhubOMxCP7D5BOba2D+mzemibZB6w/Qymj2pDt1uOv27TRrT69HjQgk1tiNdiY+tt0ycw2B1LXpkdHRcl5p4yUsTfe4TW4m+bzZ7nq7AvkjONPtn9WFWUqdiAvV6bZ5xvTjn8Tdu7dY/9M0/rct2jaTFo0bvpvTv9edA4795TTRIMm+Vey5uX+dd4fluMlwmaTwf0HygUjz/QHpSSvBhkZcfRwy3NQbH8vOX/pX7JpW1pJ/spa0e8JDOrdV/R9nT9t0GBrN118pTRr3NhUTPv3+8J5ou9dTDurQcL3M36WjWnW321o3aKl/b3zBaL9D6Qr+n5N37dZld28bavosa32kYYAAghUFwHzty6qS8tpJwIIIIAAAggg4JcAmRFAAAEEEEAAAQQQQAABBBBAIPwF6CECCCCAAAJVU2DX7i0yb/6Xkptn/SVJwzCkdes+PgWOWbZsmqxfv0CsHrDVB/QHDjhbBgwY7RdEcnKqnHLSbZLcwPohiKys3bJsReUFb/CrM14y7923Q/Ly3B9md2ZtmNJa+vQ+xbnp8+sh3Y6WwYefJ7Ex1l/g9rmiGpKRsVtDTnQQ3dTgMV06D5FTTr7d51p69BguRw6+yPI61KAvS5f+VKmBs/7883NJ9xJ8TANqHH/8TdKhw0Cf+6sZTzzxFunSZajol4l123UpLiqUv1f+Jmlblrsmu62vXjNH8i0CSWjwMQ0EoQEh3AqUsaH96Nd3hMTH1zHl1OOsWTfPlO5MyMvLkSWLf5D8glxnUsmrjof27QbKyfbxoPe3kh0+rKhR506DxTDMX40rKiqQVav/sN8TrAPi+FA9WcpRYNWq2bI/0/1hytjYBDEHNyrHRoSg6tKu/eSUVnKC/drX91++HKpps84ybNiVoteaL/lDnSctbbnk5O63rDYpqZF0736c5b7SElu27CFHH311yPo058/Jou/1rI6Z0rC1nHXmI9Kz5/FWu0vSdJ7RwF7Dhl1heU8pyViJK9XhXFQiD4dGAAEEEEAAAQT8Enj2nXFegxJoRSn1G8itl42Rh2+6U/ShY03zd7notNHyxO33SOvmLcUwDMvi6bt2yvhPJ/kUrEAf/J01b65l0Bx9CP/sk06VMedeZHkcb4kadOays84VDQRhlWflujXy6XdfWu1yS1u1YZ397w1Wf7c35Ii+h4oGk3ErUMpGaQ//l1KsWu369pdpsmvvHlOb9bOeowYcIfdde5NpToZasgAAEABJREFUX2kJ15x3scPZMAxTttUb1lfzB6BNXXJL+MQ+Ptdu2uCW5tzQ6/j2K6+VI/r5FwDprquul2MGDZYIm8XnSoWFMmPOrCr/IL4+TN+/R2/LoFIarGfxyuVOpnJ71Tlr2aq/Les3DEO6dewkXdt3stwfqsRZC/60z03mgCAayEMDemhgD3+OpWPq9OEnSd3adUzFfA30dPzgYTLt/cky57PvTMvXb7wvfbr1MNXtb4LO3Ro8zLWcBlrQceGaVtXXywoWFxkZJUcNPELGP/6C6D030P716nKIvPzAo3LuiNMtA1Ho72MXr1wmH33zhVeyZatWyL4s8z8cogWapjSUE4Yerat+Ldqu6y+8LGTBdfw6eDXMrONl7uJFlr8/17Fxgf38nmdf/Omavge875qbvL4X1Hv5z7Ot/yEAf44Tqrz6fu6i087y+b6nLrddca307tbd8r3q9p0Z8s30n0PVvAqvR4NxfTfjZ9HgUZ4H1/dch9vfo95zzc2W171nftdtfZ9w1GGDROtwTdf1wsICmTVvjk/v7TV/qJYrzjpPZn30pem+oveaD59/LVSHoR4EEKhBAua/CdWgztPVShTg0AgggAACCCCAAAIIIIAAAgggEP4C9BABBBBAAAEEEEAAAQQQQKBEYP78L2X16j/k4EHrf1E3MjJaenQfLr48iPz7nE+8PmAbE5sgQ468SEaNvNenB3r1QVx9ILdJ006WXywrLiqUZcumy4b1C0r6Uh1XtP07d26ybLqaDTr8HPE14II+nHzcsdfJ8OOul1qJDSzrdE1MSKjruhl+6370iLHrB1YNzWqzRUi3bsfI6NGPlzmHHXPsGDn2mGskISHJpHXw4EHZtGmJ/DlvimlfRSZocJV5876Q3FzrL57XqdPQEWzn8EHnldksDUBx/rlPO+4VERFRlvnTtq2UGb+Ot9znTFyy5AfZkb7Wuen2qsEtTjnlLhk4cLRburcNbdPpZzwkLVN7Wt5Ddu7aJHo8b+U1fc7cyY57jJ4z3XZdbDabdOxwuFxwwfPSpnVf112W69qesoy2bvtbfv/9Q8vyJFYNgR3b19jfLx0saYyO90YprUu2q8NKade+YRjSvHlXOW3U/WWOa32fdvppD0hKSqtK67b2ZWvaSrdz4myMnps+fU+R3r1PdiaV+arzi/a9QYOWZebV92gtWnQrM58G3Jprf39sFchKC9et21hOOP5muerKd+SoYZdLaqtemiz6nk6DeY0YcZdcM2ai9OkzQvQ9uWNnFfxRHc5FFWSjSQgggAACoRSgLgTCSEAfRn190nuyLWOH115FR/37UPsTL8iL9z0iR/Yf4DWvc4cGJrj2/Evky9ffE30INDEh0bnL9JqVkyXvfPqhzF44z7TPW4I++L5u00bL3THR0XL2yaPksdvuEW2HZaZ/E/Vh45svuUpuvOhKqVcn6d9U95fd+/bKB19+5tPDs3/Y+7AtI929gn+31FED49x66dWlPtx7aI/e8trYJ+W8U88oNd+/1Vbrl3lLFsk3v/wk+oCyZ0ciIyLkuCOGOQIhlBWYQ8+znu/RJ40UdfasKzM7U76aNtWnc+hZtrps67X82dSvRftq1eZGDVLkvmtudASmsNrvmqbeLz/wqJw49Bj73w2tP3tbumaVvPHR+67FquT6kYcOlGYNG1u2bdeePTJ38ULLfaFOXLB8iWXwFz1OSt36Mrjfobpabsv3M34WDcBkdQC9fu6//lY53z7nWO33TNPx8fht90rvrtZBGjambakygZ5WrF0t+z0CoTSoW08O7dnHs1tVfluDxc1f8pfl51LaeMMwpH7dunLl6PPlq9cmyFN33C/HHjFEd5W6aFCRC0aeKeMd9/ixjqA/Ov9aFcrYvUs+/Kr03zPoXKTBlqw+49YgOacdd4KMPOYEq+ot03RcPnzznZLarIXlftfEhLh46dGpq2tSjV2f9NXn9vd21u9HEhIS7OPkPBl74x1lvk9SwJOHHStP3/WgdG7XwfJ3H0WFhfLTrBmi93TNX1UWndt8ue/pnPb0XQ/JsYOOlAibOcSABir71v5eRQOJVZW+BdIOfe88z8scEmGzyRD7+/txY58SfR9aVv1qVtb7hGVrVsv7X3xaVlXVYz+tRACBGi1gvjPUaA46jwACCCCAAAIIIIBA+ArQMwQQQAABBBBAAAEEEEAAAQQQCH8BeogAAlVbYObMibJn91avjaxbr4kMGnSO1/3OHfqA7ezZkyQ3L8uZ5PYaEREl+iDtmDET5PzznpH+/U+Xpk06luRp1+5Qx4O3+gCuPohbt671l5D1S5IbNv5VZiCDkoqr+MqKlb9Jfr75X7nUZmvAhZGn3ifDj7vOa8CL5ORUOfqoKx0PLvftO0L0gWgt61yKigrkoEVwoajIaKlfr5kzW41+ZezW6NPvc+c14IgGg7rqqvFy1hljpXv34xwBArQCDRhwwvE3yg3XfyT9+44qSdd9rktm1k6ZM+djycvLcU2ulPVFi76TP+d9KYWF+ZbHj41NlCOPvEhuvulz0QAIOn9rQATNrPPOof1Oc8zl55/7jGj/1Uf3eS77MzNk5m8Tyuyzmixc+K14C4gTH19Hhg65TK6/bpKcdOKtcki3Y9zmRW2D3qsuuehl0Tbp/cUwDM/mOOrXwDt6PNNOj4Sfp70hGenrPVL/2TQMQxo1bCujRz/mmH81cITex/7ZK477m97n9H6n7dH2BWvkrJvXyhHYtn21FBTmuR1cr4Xqdi/Va3/Rou+luKjQrS+6YRiGI+DgWWc9LJdc8qroda591H16Tek1duXlbzkCpuh7FE13LlbvNZz7yut1xYpfJDtnr2X1sTG15Nhjxsiokfc5+mSVSftwuP097tX2eV3nF8+gYUX291DFxeYAjRG2KNE50qpOzzQNZLVyxQyxqkfz6rygxgMGjLbPXU/LffdOl9tv+8be7nvt89zRjkBmhmFo1pIlLzdbtG0lCVVgxfVceDanqpwLz3axjQACCCCAAAIIVFUBDfryxGsvSWkBaLTtsTEx0q97T9GgAzM+mCKfvPSmIxjN/dfdIro8fNOd8u6TL8p3b02SKePelXNPOU0a1k+2fFBZ69NFH1Kf9NUUmfzDN7rp87JpW5q88v7bkr5rp2UZfXB+SP+B8smLb8orDz4mo08cIfqAvWbWgDNHDxosD1x/q3z68tty+vCTvAZ50QeOv/hpqvwyZ7YWLXPR/syaN8f+2UeBZd6Y6GgZddyJMvnV8Y7AAKNPPFWOHzzM8SC+tkdNn7n7IcfD8xE2W0kd2o7q/tBzSWc8Vt6b/JEsWLbU/nnyQY89IhE2myMQwssPPGo6j/pQuT4QrwEWPnx2nOj51vPuWUmR/e9Yv/zxu3z18w+eu8JuW/v46fffio4Xq84lJiQ6gkF99/Ykx/jX60CvB82r18do+3Wi14t69+nWw+Gv+zwXve7GfzpJdLx77qtq24d27y3xcXGmZh08eFCW/L1clq9ZZdpXHgka/GXztq2WVUdERkr/Hr29zkOWhfxM1HOlAZi8BSdKSqwtV59zoUwZN17uvvoGx7yk15jzMDoeLhx5prz16DOOgFCd27a3nNu1fg2CpMdzlg3lq791zVuySLaluwfgiI+Ll67tOvhbVaXnV9Nn3h4nazduKLMtGlzk8L6HykPX3yazPv5apr33qeOePfHpV8S5fPX6BPnlg89l0nPjHOe+U5t2XoNN6QH9CRQ37fffZM++fVrMtNSKryU3XnyF6HsGnXdMGewJOvYuGnWmfPT8a462eQaHKywsEJ3b7Vnd/o+0X0uJCQluaTV1Q98zTPj8E9HzZmUQGRkleg/4733SqaLXtTPvwN795JrzLpYP7efgjiuvk6YNG4nVH51L5y9bUmWCkXl+Hpr4731Px5L2R+cy7YeOMX0P8cxdDzrmtJ6du1rOaTrONLBOdQi2pv0qa3l5wtte5xDDMKR9amvR96F63tVLx4GzTh0fo+3vW8PtfYKzf7wigAAC3gT++1u5txykI4AAAgiUhwB1IoAAAggggAACCCCAAAIIIIBA+AvQQwQQQAABBBBAAAEE3AQyMjbIor++k0IvAQgMwybt2x4mfXqf4lbOamP+/C9l5swPRB+KtdqvaVFRMZKa2lOOPeZqx4PN+pCtLqPPelT0wVt9AFcfxNW8not+cS49fZ1M/eEl8SVwgGf5qrg9b94U2bBhoeUX+rW9Gkymb99T5brrJslNN00WfehbFw3Sc9ttX8kVl78lhx12ptSunSKGYWiRkmX3ri0yY8Z4KSjIK0lzrkTHJEj9BmX/64TO/OH+ytgN9zMcWP+s5kUNwNK+w0A55eTbRQME6Px1/rlPS+/eJ1teh84jZ2fvlV9+eUdWr5nrTCrv1zLrnz79TVm2bJoUFxdZ5jUMwxH44JBuRzsCITj7q/PPMceOcczlOqdbFrYnauCZ77573uc+LyojII5hGFKnTiPp2fN4GTHiTrnhho8dgRqc52DokEulabPO4q1Nej414I4eR3z4o/fH76a+KDt3bvSaW+9Xet/S+5fex7QtumjgDr3Ppdrvd97ao5UeOLBffvvtfZ+NtAxL5QhsTVshOdnuD2rEJyRJs+ZdKqdBQRx1xq/jZdmKX+zXvjmwilYbERHlCKCk17le784xrddYSsPWouNe8zmX3LwsWbN2nnOzwl51Pl2x3Hs/IiOjpUuXIY73SrfeMkWuvOJt0fdQ+nrLzVMc762G2OeNBg1amt5DZeucPeMd+znfY+pPVHSsfS5qaEr3ljDli8dkyZIf7N7Wc623clbp2q4/531uf99u/fCsVZmKSKsu56IiLDgGAggggAACCCAQCgENQPPQi8/Ius0bvX5m6HIc0UA0LRo3dQSj0eApuhw18Ajp2Lqt1EtKkgibTcr6sz8rU16b9K68+fHEsrJa7tc2v/Pph6L1WGawJ2o7e3ftLjdcdIXjAeo5n30n096fLGNvvEOGHzFU9IF2w3D/fNNezPF/fkGBfPTNFBn3wXjHtq8/3v/iU1m2ZrXX7IZhiAZ60MAAN1x0uSNwz+1XXONoj5pG2NztnA8+r9u8yWud1XlH9oEDogEVVqxZ5XXsWZ1HDZygQTLUMSEhwZJAP9uft2ShPPvOOMv94Zio4/XHWb9IYZH13wcNw3CMex3/eh3o9aDXhT5ofoP9OtHrRb292aTv2ilPvvmK6PXnLU9VSdcH5bt16Gz6+7e270BerixauUxXK2TRcT5n0XwpKiy0PF7zxk3kuMHDLPeFKvGrn3+Q0oITGYYhjZMbigZk0IBieo3p2NDl5QcelavOuVC6tu/kmP+t2qRzptavx7HaX1lpq9avsX8+8t/nURqkql1qm8pqTlDHXb9lk9zz7GOyfPXfXudLzwNof3WO1PtL29RW4lw0+EZcTKzl9eFZx+59e+W58W/4HChO5wcNQKP3L8+6dDs6Kkr0PcPEZ1+VH8Z/JG1fjoEAABAASURBVB/YXyc+/Yrjdap9+/NXx8uVZ18oqc1amNqnbXntw/dlr71NWpfrEhcbK43sY9g1rSava2C/8Z99LNnZ2V4ZdL7Xef8G+/uRdx5/XvR61+WZux6U80ac7gjcF2Fzf1/irEzvsWs2bnDcw3WOc6ZX5uvf69ea3hcahuEYS9ofncu0fzq/6XuIgb37eZ3TtH/zl/wlT9nveZXZp1AeW+eQp98eJxvsc4m3eiNsNsd5Vy8dB+qli44PHSc6XnTceCuv78v1/bnOA97ykI4AAtVOoEY32PouWKNJ6DwCCCCAAAIIIIAAAggggEB4CtArBBBAAAEEEEAAAQQQQAABBBAIf4Gq38OZsz6Qdevmef2CpAZA6d37JKlfr1mZnZk9e5L8PO0N0Ydjy8zsRwb9Ytm2rStl8udjRQMC+FG0ymdVLw2qo3301libLUJqJdQVfehbl+TkVImNqWV6AFzLayAJfQj4vQk3yRa7WV5etnj+iYutJc2bdfVMrtHbjN0affotO79q1e+yb992y33+JGoQlh9/fEV8DXriT93B5v3iy8dl3rwvRQOzBFuXs7zOZekZ6+Xzzx+Rv/+e5Uz26bWsgDg+VWKRSfu3cOE3ovVb7PaatHHjIvniqyckzT6Xar+8Zgxgh94nf/xpnGjwqwCKU6SCBXQM7NmT5nbU6Og4adK4g1taddjIy8uRb799VpYu+1n0PUMwbdZr688/v5CszJ3BVBNw2WnT35T1G+Z7fQ+rFdtsNomLqyMpKa1E30Ppa3x8Hft7qAjd7bbodZ6Wtlw+/Phu+9z4heTk7nfbrxtRkTH291D+BR3SuVbfZ5QWoFHr9rZou3bv2iJff/OU7Ny52TJbYWGBaB7LnRWQWF3ORQVQcIgaLwAAAggggAACoRFYsGyxXP+/e+SXubPFW+CKUBxJ32vqw8G3PzFWPvrmi6Cq1Aern3lrnKTvCu3fDzKzM+X1DyfISxPe9rt9+gD2+E8nyeatW/0u61lAH9z/Y+G8sHrw2bOPuq0PQz/00jOycPnSUv+upXl9XdRu+pzZcueTD4ueE1/LhUM+DSQ1eeo3kpefH7Lu6HWrwanuf/5J+XXu7yGrtzwr6ndIT6lft67lITZv2yrfz/jZcl95JS5ctkT2ZWVZVh8fGycDe/W13BfKxLKCEwV6LA088+VP3/sdrCvQ4/lTbvnaVXIgN9etSLNGTUSDE7klVpMNnS+vefBOmTrzF1H38my2Xvd6vAdfeEq++vkHvw71ysR3RIN/aR3eCkbYbFInsba0aZHqCIqjrxqcTQPmeJbRepatXim3PvaQfPb9V/ZrKdMzi8RGx8ghHTqZ0sMrwb/eTJjyibw0cbxo0B7/SpaeW8+HBo2799nHRMdI6bkrbm9Wdra89/knUlrAHV9ao+8hZi/4U+548n9h9x5C3+//7+XnZHkpQf98MbLKo+Pshffe9DlQlVUdpCGAAAJVTcBW1RpEexBAAAEEEECghgjQTQQQQAABBBBAAAEEEEAAAQQQCH8BeogAAggggAAClgJ/zP1MMjMzLPdpYnJyKxk48GxdLXOZN/8L+fSzB2Xb9tUh+YJ6YWG+zJs3RSZMvCXsAs8opgbTmfz5WNm4aXHQXhrMYPovb8mkSbeLBrzYsH6B7N27Qw/jttgiIqV5c4LPuKHYNxi7dgT+LxHQwE1TvnhcNJCKfoG3ZIePKxrUYd26+fLJpw/I4iU/+liq4rN9P/UF+frrp2TPnq1Bz0EFBXmOgBbvvHONaOCWQHoTbJAGz2NmZe2WH354Rb77/gXPXT5tp21ZLu+/f7OjX3o/8qlQKZl0LOl8r8EtqmJAolKaXv12hbjF23escQvWYhg2adSofYiPUjHVaQCaKVMekRkz3pXc3MyADqrXw4IF3/gd1Cmgg3kppP341D7Hrljxq9u58ZK91GQNDPPnn1Pk/Ym3il73WndG+gZTGcMwpHHj9j4FZXQtPG36W/L+pNtkzZo5onau+0pb13YsWfqTaFBBfwN6lVZvqPdpO6vLuQh136kPAQQQQAABBBAoLwEN4nLHE2Pl8ddeFA00oX+fDOWx9mbulw+/mSJX3Xur6MOvoaj7u1+nyXUP3S1z/1oowQbN0YeNV6xdLbc9Plb0ge1A2zd74Tx54MWnRB+UD9Qwv6BAvp72g+iD3TUheIo+vH7Lo/fLJ999FfSD3vrQ+cfffil3Pjk26Lq8joEqvuPpt16VR199XtK2bwv6s7fcvDxHoItL77wxZNdtRfAd1quPREdFmQ5VXFzsuDYr+rrSeWHF2lWm9jgTOrVpLwN69nFulturBid6f0rwwRmcDdy1Z488+87r8uSbrziTqtTrkpUrZM++vW5tSqpTW7q06+iWVp02dOze/9wTcutjDzrGcrD3Pqu+axA2nY8vueMG+WPRfKsspaZpG+988mGZ9vvMoO/NOqdrW6598C5ZumqFY15ft2mj6fiGYUiHNm2lReOmpn01OWHy1K/l7qcflZXr1gR9P1BHDWz22fdfyzUP3lmlAs9o23TR92/vTP5IdAzrtr+Ljl19D3HTI/c7xpq/5atDfr2OrnngDse9Xd9vBttmfa+rAQQ1OJS/gaqCPTblEUAAgfIWIPhMeQtXk/ppJgIIIIAAAggggAACCCCAAAIIhL8APUQAAQQQQAABBBBAAAEEEKgaAhvWL5DFi3+UoqICywbZbDbp0GGgdOky1HK/Z6IGHXjjjcsdD/unp68X/RKxZ56ytgsK8hwP6L474UZHPfpQa1llqut+DUDz3ns3yMxZ74sGStAvh/naF82rZWbOnCgvvXyOzJo1ya3opk2Lpbio0C1NN1IatpJePU/U1XJfqtMBGLvV6WyVf1t1PGggFQ1IoIEJfDmiXpMasOabb5+R9yfe4ghi4Eu5ysyjwXFef+My+/zxgezbt93vLz7rfL1i5a/y3vs3yeefPyzBztfOIA1ap9btr42eAw3GNXfu5/Lmm1eKBpbytw7X/Nof7dfED26X1WvmSiBt0vug3g+//uYpeffd66vFuHA1YF1k+/ZVUpCf60aRlNRQUlv1ckurThu/zZwgEyfdIf5ca3p97d61xRG0SoNXVXZ/9fr89LMH5IcfXw4oiJYG31m06Ht5ddxFov3R+px90kBR+fkHnJslr0lJjaTbIceUbPu6okFtPph0h7zx5hX293wfyLZtqxzBfzRYmbMO9dU27NixVvS93auvXihTpjziCCrozFNVX7Xd1eVcVFVD2oUAAgiEgwB9QACB0At8+fNUGX3DlfLQi0/L/KV/SU6u+T2qr0fV95vbMnbI+198KufdPEaee+f1kD/Mq4FLrn3oLnn45Wdl+ZpVUlho/XmztzZr0Jm/16+VsS89Ixfedl1IAmzog70X33GjvDJxvGhwBnXwdnzXdG3LynVrHEEFHnn1+ZBbuR6rqq3rA98aNEWDCc1e8Kdo0BN/2phfUCBa7rqx99rH2Wv+FA3LvBqY6bxbxsi7n38seg36OgadGOo/fc4sGfPAnXL/c09Uq7F4eJ/+0qJJM2dX3F6zcrJl3pK/3NIqamOWfVx7m09rJyZK30N6VEhTXv3gXdHrRM+vnmd/D6pjafe+vaIBGi68/TrR4Bb+1lFR+TdtS5O09G1uh4uNjpEOrdq4pVXHDQ0Ko/eZax+8S6b9McsRbEPPTaB90fvPtvR0x/367BuvFp2PdV4OtD4te9fTj8jz418PKBCWBg/5etqPctaNV5rasmD5Esv3Jk1TGsrwwb79TjnQflXHchrw74JbrxUNErV20wbRc+1vP3Su0Hvs1fff4ahHz6+/dVRUfg1Ao4EE9b2Yr8GZ9L3jgmVL5K6nHq4R7yH0/Om9/fr/3SMaHE3Pr7/nR8eRjid9v3rlvbc6gkP5W0cg+SmDAAIIVKQAwWcqUptjIYAAAggggAACCCDwnwBrCCCAAAIIIIAAAggggAACCCAQ/gL0EAEEqqDAq+Mukof+N8S0PPvc6aJBYaSC/kyb/qY8/MgxpnY42/bkU6fIsmXT/GrNvHlTZNxrF8trr18iGgQgbetKycnZJ4WF+W716Jcw8wtyHQ/Wrls3X3748RV55tmRog/o6oO6bpn93PDm+9XXT/pc0+IlP8jjT5xgsgn1OZo+/W15+ZXz5Lvvnpe16/6UrOw9UlCQ5xYIQgMY5OVly85dm2Txkh/lww/vsFuNkmn286cP/Xp26udpr8vYR442tf2JJ06SBQu/9sxesr3YS58ftzvovpKMfqxoOS3vHFPO12Acf/nlbctxG0yd2qWqMHa1HcEu3sz1POi+suoPxfVjdQw9trbBOQacr5qm+6zKVFaaXlcakEAtZv/+oWiwKE3TeUvbpK96ne7ZnVZyTY4bd7EsXPit7g540eM5XZyvD9vnaB3zAVdaSkHtk84jz78w2jGvLLbPLzrP6Hyj846zqLO/Oj/pPPXtt8/Z56CR8skn94c0oIrO/Vqn3gv0GKv+niV79mxzBLZxDdSg7dL2aTu1vcuX/+Joy9PPnOoIJLE/M0OzhGTRYESTJt3u6K/ep9bZ71dav96/1MX1IHqf0/ud3vf0/qf3Qb0fBjsuXI/BesUKbE372/4eZq/bQePiakuTxh3c0vQa1WvVed06X4O9L+lBJrx/s+l+rvVruu4PZHFeay+/fJ4j2IkjIEpellvgwKKiAsd7krX29ybffPOMvGR/r6JzhPN4+p5K2+G6qIFaOPN4e10covcbep29+NI5MuWLh2Xl37853lN6Xpt6nWqaziWa5/MpY+WJJ0+WL7963JHfs436XuCxx483mfvaN8/6nNt6H5k27Q3RIDR6/LEPH1VyjP+NHep4z/na65c63tvpHOMsp6+2iAgxDENX3Radc3Lt580tUcS0WRH3lqp0LkI1vlwhvdUZzDWu14qOK9drSNeDqdO1zawjgAACCCCAQHgIfDvjZ9GHjIecM1LufHKsaFAaDYyye+9ex0Pf+tCpa0/1/e+BvFzR/X+tXCYffv2FXHzHDTLiygvlxffekvRdO12zh3xd23vR7dfLuTdfI+9O/sgRiGZv5n4p8AhGo9uZ2Zmyct1qR75zbrxKzr/lGtHyoW7Ue59/LMdferbc/8KT8suc2Q6DvPz/PqdWM33gd8u2raLBQm555H7RB8Q1qIBrWx5+5TnpP2q42zL03JE+tfmaB+90K+esR9Ndj+Hv+rwli+TEy8411T3wzJPltQ8n+FtdSX59WPzGh++T06+9VF6a8LboWNptH3OubppZHyjX86sBh8bbz/eoMReLltPyut/XRduqbXa6OF+1b9rH0uoJpmxp9YZqnz5c/urE8Y5r8Ca7qY6xDWmbJTsnxy34gHMcqvOcv+bL46+/LMdfMlrueGKs+Otp1Xar8avOZ11/hVX2oNN+mzdHhl882jQ29ZhHX3CG/Dz7t6CPEUgFn33/teh8qu3wXAaecaI8/+6bltV6G2cnW0MIAAAQAElEQVRah9paFiojUc+rnl89z3q+f/vzD0nbsV10zOi15Vpc53odMzp2frLb3WG/Hwy/eLQjIEig87rOtzqHaR88F1+uPdf2lbW+duMGce2TYRjSrlVrUzEdj55t0e1AjZ0H8NZX7b/uc+YL9HXBssWOe/RR55/huOe+89lHMvevhaKBd7Kzs8Vz7tTj6DWv92s9fzrHaplL77xRRlx1Qcjv1xqkaKR9fna9D+qxtQ3aFl10XdN0DOq98r7nnxDtz/9efsZx39Q8rou3a0nncr1eXPO6rqu3uut5dV00Tfe55vV1Xctpedf6dD2Ycax90L5oPa5LMHVqf9TtbPt7Hn3fo+dF7596H/UcI87zoeNDx9Jz499w3BMCucfqcUO9eDO/xv5+x3ksvS4uufMmufbBu0TnLe2Laz+1jzrfaQBDddH3jlfdd5t4vv9y1ufrq9U8oudSz6mvdVjl89ZnHXu6z6qML2nqdOPYex3nV8+znm+10utRjVzrUD8dLzpudPzoONLxpH8/cM3n77rOsa7j3Lmulv7Wpc7qrXXo3wk0oJa/dZAfAQQQcBWwuW6wjgACCNRcAXqOAAIIIIAAAggggAACCCCAAALhL0APEUAAAQQQQAABBBCoGQL6kK0Gb3jrravkqadHyCOPHlvykK0+WKkP2j722HB57rkz5P2Jt8gff3ziCDBQM3Tce5mXlyPz5n8hEyfeJs88M1Iefew4UR910mXsw8Pk8SdOlFdeuUCmTHlEVq+Z614BWyEVYOyGlLNaV6YBAH766TXRB/c1SI7zutRXvU5ffPncUq7J6tV1nVd0ftF5RucbnXd0/tHF2V+dn3Se0vlK563y6qHWrcf48ON75MWXzrbPfyeIa6AGbZO2T9up7f30swcdgSfKqz1ar7ZJ71Pv2+9Xet/S+5e6aFuci97n9H6n9z29/+lcomVZqq/Art1bRK9z5znWVz3Ps2dPqr6dcmm5znEagMoREOWJk+zX2bCS92oaFMN5zS8oJXCdS3WVtrpkyc/y8cf3Od5Tel6bep1qms4lmkfzVlpDAzxwUlJjiYiINJUuLi4UDaxj2lGJCeqrzlbzZDici0qk5dAIIIAAAgggUKUFKqZx0/6YJfpwqAZGGX7JaEcAhQGnn+AW3OHQ046XI88+VXT/5XffIs++M84RAKZiWvjfUfRB4lcmjhd96PTYC8+UQWee7NZO3daH2i+49TrRfJr/v9Llszb11+ly+xP/k5MuP0+OGH1KSXvUbPDZI2TUNZfIA88/KbMXziufBlTDWvXh5wlTPhEdSzqmXN30oWIN1qHnV8+zBljR/NWwmxXWZB1bOsbOvO5yGXreKHG9fp3jUJ2ve+gemTz1a0cQkgprHAeqNAENvqDn+5bHHpSRV18kGshAry29xpyLjhUdMzp27n76EUcgrUprcAAH1qA+nn3Se1kAVVX5IhoUYtwH4+Xah+6S06+5VIaef5rbPcd5TvWa1/u13pN0jtUyWrY8O+h6H9Rjaxs826NjUO+Vmrc821LT69b3PU+/9WrJ+yTP+6ueGz1HOj50LE36anK1vSdocBWdt7Qvrv3UPup8pwFOnnjjZVGTmjwu9F6g51nPt1rp+Vcj5zWqr+rnfN+l46eqm8XHxUtkZERNPq30PWwF6FhFCtgq8mAcCwEEEEAAAQQQQAABBBBAAIESAVYQQAABBBBAAAEEEEAAAQQQQCD8BeghAggggAACCCCAAAIIIFANBaKiYsQwzF+xzc3Nkg3rF1TDHtFkBMpZgOoRQAABBBBAAAEEEEAAAQQQQCD8BeghAghUWYHGKSmSEB9f0r6du3eXrLOCAAII+Cpg/s2YryXJhwACCCCAAAJhJUBnEEAAAQQQQAABBBBAAAEEEEAg/AXoIQIIIIAAAggggAACCCCAAAIIhL8APUSgJgiktuol11/3odx+29cyZswEGX3WIzJkyKXSqeMREhPz3xfsA7WoX7ep2GwRpuLZ2XtMaSQggAACCCCAAAIIIIAAApUhwDERQAABBBBAAAEEEHAKdGzVVmKjY5ybkr47o2SdFQQQQMBXAYLP+CpVsfk4GgIIIIAAAggggAACCCCAAAIIhL8APUQAAQQQQAABBBBAAAEEEEAAgfAXoIcIIIAAAggggAAC5SCQuS9diosKJSYmQerXaybt2h0mhw86R0aOvEf69z8tqCM2bdJRUhq2taxj374dlukkIoAAAgjUeAEAEEAAAQQQQAABBBBAAAEEEEAg/AWqZA9bNWsh/bv3FpvN5mhfXn6+rN+82bHODwQQQMAfgX9mEX9KkBcBBBBAAAEEEEAAgbAUoFMIIIAAAggggAACCCCAAAIIIBD+AvQQAQQQQAABBBBAAAEEEEAAAQTCQWDX7i1SUJhv6orNFilJdRqZ0v1J6NjxCKmdWN9UpNB+vIydm0zpJCCAAAIIIIAAAggggAACCCCAQGUIcEwEEEAAAQQQSIiLk8tHny9NGv33ufj2nekyY85scBBAAAG/BQg+4zcZBRBAoEIEOAgCCCCAAAIIIIAAAggggAACCIS/AD1EAAEEEEAAAQQQQAABBBBAAIHwF6CHCCCAAAIIlJNAZtZOU82GYUiL5t0kOTnVtM+XhNRWvaRbt2Fii4g0Zc/O3i0bN/1lSicBAQQQQAABBBBAQERAQAABBBBAAAEEEEAAAQQQqFCBQ3v0llceekKG9B8gEbZ/QkYUFRbK7PlzZdO2tAptCwerQQJ0NawF/plJwrqLdA4BBBBAAAEEEEAAAQQQQMAXAfIggAACCCCAAAIIIIAAAggggED4C9BDBBBAAAEEEEAAAQQQQCBcBLZvWyPFRYWm7iTVbSIDB5xlSi8rQQPWHHv01ZKYmGzKevDgQdm8eZmkbVlu2kcCAlVRgDYhgAACCCCAAAIIIIAAAggggED4C9BDBBCo2QKH9ugl7VqkimEYDgj9HHv+siXyxkfvO7b5gQACCPgrQPAZf8XIjwACCCCAQMUIcBQEEEAAAQQQQAABBBBAAAEEEAh/AXqIAAIIIIAAAggggAACCCCAAALhL0APEUCgnARWrpopmVk7TbXbbDbp2vVoOf/cp6Vps86m/VYJPXseL2ed+Yg0bNim5Iv6rvkyMzNkwaJvXZNYRwABBBBAAAEEEEAAAQRcBVhHAAEEEEAAAQQQQKBCBSZP/VY2pG1xHFMDzyxcvlSeeXucZB844EjjBwIIIOCvAMFnfBIjEwIIIIAAAggggAACCCCAAAIIhL8APUQAAQQQQAABBBBAAAEEEEAAgfAXoIcIIIAAAggggAAC4SKQtmW5rFr1uxQXF5u6pAFoUlv1kvPPfUbOP/85GTToHGnapGNJvtqJyXJIt2PkpBNvlTFjJsgJx98sdes2LtnvulJYmC9/Lf5RNqxf4JrMOgIIIIBAlRagcQgggAACCCCAAAIIIIAAAgggEP4CNbuHm7alydSZv0jG7l3yyXdfyS2P3i/rt2yq2Sj0HgEEghKwBVWawggggAACCCCAAAIIlJcA9SKAAAIIIIAAAggggAACCCCAQPgL0EMEEEAAAQQQQAABBBBAAAEEEAh/gXLs4bTpb8qGDQvl4MGDlkeJioqR1JbdZeiQS+WSS16V++6d7lhuuOFjGTHiTunZ83ipX6+ZaLAaqwqKi4tk2bJpMt1+HKv9pCGAAAIIIIAAAggggAACCCCAwL8CvCCAAAIIIIBAhQu8O/kjOfGyc+Xpt16V7AMHKvz4HBABBMJLgOAz4XU+6Q0C5SZAxQgggAACCCCAAAIIIIAAAgggEP4C9BABBBBAAAEEEEAAAQQQQAABBMJfgB4igAACCCAQTgJ5eTky9YeXZNvWlV4D0ATa38LCfJk370v54svHA62CcggggAACCCCAQKUJcGAEEEAAAQQQQAABBBBAAAEEEAh/AXqIQCgFCD4TSk3qQgABBBBAAAEEEEAAAQRCJ0BNCCCAAAIIIIAAAggggAACCCAQ/gL0EAEEEEAAAQQQQAABBBBAIEiBjIwNMmHiLbJ02c+iAWOCrM4RxGbPnq3y3ffPy/dTXwi2OsojoAIsCCCAAAIIIIAAAggggAACCCAQ/gL0EAEEEEAAAQQQqNYCBJ+p1qePxiOAAAIIVJwAR0IAAQQQQAABBBBAAAEEEEAAgfAXoIcIIIAAAggggAACCCCAAAIIIBD+AvQQAQTCUSAvL0c+//xh+eije2TDxr+kqKjA724ePHhQ9u3bLrNmfSCvv3GZLFz4rd91UAABBBBAAAEEEEAAAQSqigDtQAABBBBAAAEEEEAAAQQQQAABfwRs/mSuMnlpCAIIIIAAAggggAACCCCAAAIIhL8APUQAAQQQQAABBBBAAAEEEEAAgfAXoIcIIFCjBF4dd5E89L8hpuWrr58U/iCAAAIIIBAKgbXr/pT33rtBXnzxHPnp59dl3br5sj8zQ/ILckWDy7geQwPU5OZmSvqOdY5AMx9+eIc8/8JomTb9TdFgNq55WUcAAQQQCFKA4ggggAACCCCAAAIIIIAAAgggEP4C9BABBBBAoFoLEHymWp8+Go8AAggggAACCFScAEdCAAEEEEAAAQQQQAABBBBAAIHwF6CHCCCAAAIIIIAAAggggAACCCAQ/gI1oYcacGb27Eny/sRb5LnnzpDHHhsu/xs71C0A2sOPHCNPPHmyjHv9EtFAaKvXzK0JNPQRAQQQQAABBBBAAAEEEECghgjQTQQQQAABBBBAAAEEEEDAHwGbP5nJiwACVUaAhiCAAAIIIIAAAggggAACCCCAQPgL0EMEEEAAAQQQQAABBBBAAAEEEAh/AXqIAAIIIIAAAggggAACCCCAAALhL0APEUAAAQQQQAABBBBAAAEEEEAg/AXoIQLVWoDgM9X69NF4BBBAAAEEEEAAAQQQqDgBjoQAAggggAACCCCAAAIIIIAAAuEvQA8RQAABBBBAAAEEEEAAAQQQQCD8BeghAggggAACCCCAAAIIIIAAAgiEvwA9RAABBBBAAAEEEPBHgOAz/miRFwEEEECg6gjQEgQQQAABBBBAAAEEEEAAAQQQCH8BeogAAggggAACCCCAAAIIIIAAAuEvQA8RQAABBBBAAAEEEEAAAQQQQCD8BeghAggggAACCCCAAAIIIIAAAghUaYGQBJ+p0j2kcQgggAACCCCAAAIIIIAAAgggEBIBKkEAAQQQQAABBBBAAAEEEEAAgfAXoIcIIIAAAggggAACCCCAAAIIIBD+AvQQAQQQQAABBBBAAAEEEEAAAQTCX4AeIoAAAggg4I8AwWf80SIvAggggAACCCBQdQRoCQIIIIAAAggggAACCCCAAAIIhL8APUQAAQQQQAABBBBAAAEEEEAAgfAXoIcIIIAAAggggAACCCCAAAIIIBD+AvQQAQQQQAABBBBAAAEEEKjSAgSfqdKnh8ZVHwFaigACCCCAAAIIIIAAAggggAAC4S9ADxFAR9pjZAAAEABJREFUAAEEEEAAAQQQQAABBBBAIPwF6CECCCCAAAIIIIAAAggggAACCIS/AD1EAAEEEEAAAQQQQAABBBBAAIHwF6CHCCDgjwDBZ/zRIi8CCCCAAAIIIIAAAghUHQFaggACCCCAAAIIIIAAAggggAAC4S9ADxFAAAEEEEAAAQQQQAABBBBAIPwF6CECCCCAAAIIIIAAAggggAACCIS/AD1EAAEEEEAAAQQQqNICBJ+p0qeHxiGAAALVR4CWIoAAAggggAACCCCAAAIIIIBA+AvQQwQQQAABBBBAAAEEEEAAAQQQCH8BeogAAggggAACCCCAAAIIIIAAAuEvQA8RQAABBBBAAAEEEEAAAQQQQCD8BfzpIcFn/NEiLwIIIIAAAggggAACCCCAAAJVR4CWIIAAAggggAACCCCAAAIIIIBA+AvQQwQQQAABBBBAAAEEEEAAAQQQCH8BeogAAggggAACCCCAAAIIIIAAAuEvQA8RQAABBBCo0gIEn6nSp4fGIYAAAggggED1EaClCCCAAAIIIIAAAggggAACCCAQ/gL0EAEEEEAAAQQQQAABBBBAAAEEwl+AHiKAAAIIIIAAAggggAACCCCAQPgL0EMEEEAAAQQQQAABBBBAAAFXAYLPuGqwHj4C9AQBBBBAAAEEEEAAAQQQQAABBMJfgB4igAACCCCAAAIIIIAAAggggED4C9BDBBBAAAEEEEAAAQQQQAABBBAIfwF6iAACCCCAAAIIIIAAAggggAAC4S9ADxFAoEoLEHymSp8eGocAAggggAACCCCAQPURoKUIIIAAAggggAACCCCAAAIIIBD+AvQQAQQQQAABBBBAAAEEEEAAAQTCX4AeIoAAAggggAACCCCAAAIIIIBA+AvQQwQQQAABBBBAAAEEXAUIPuOqwToCCCAQPgL0BAEEEEAAAQQQQAABBBBAAAEEwl+AHiKAAAIIIIAAAggggAACCCCAQPgL0EMEEEAAAQQQQAABBBBAAAEEEAh/AXqIAAIIIIAAAggggAACCCCAAALhL1Cle0jwmSp9emgcAggggAACCCCAAAIIIIBA9RGgpQgggAACCCCAAAIIIIAAAgggEP4C9BABBBBAAAEEEEAAAQQQQAABBMJfgB4igAACCCCAAAIIIIAAAggggED4C9BDBBBAAAEEEHAVIPiMqwbrCCCAAAIIIBA+AvQEAQQQQAABBBBAAAEEEEAAAQTCX4AeIoAAAggggAACCCCAAAIIIIBA+AvQQwQQQAABBBBAAAEEEEAAAQQQCH8BeogAAggggAACCCCAAAIIIFCpAgSfqVT+mnNweooAAggggAACCCCAAAIIIIAAAuEvQA8RQAABBBBAAAEEEEAAAQQQQCD8BeghAggggAACCCCAAAIIIIAAAgiEvwA9RAABBBBAAAEEEEAAAQQQQACB8BeghwgggICrAMFnXDVYRwABBBBAAAEEEEAgfAToCQIIIIAAAggggAACCCCAAAIIhL8APUQAAQQQQAABBBBAAAEEEEAAgfAXoIcIIIAAAggggAACCCCAAAIIIBD+AvQQAQQQQAABBBBAAIFKFSD4TKXyc3AEEKg5AvQUAQQQQAABBBBAAAEEEEAAAQTCX4AeIoAAAggggAACCCCAAAIIIIBA+AvQQwQQQAABBBBAAAEEEEAAAQQQCH8BeogAAggggAACCCCAAAIIIIAAAuEvQA9dBQg+46rBOgIIIIAAAggggAACCCCAQPgI0BMEEEAAAQQQQAABBBBAAAEEEAh/AXqIAAIIIIAAAggggAACCCCAAALhL0APEUAAAQQQQAABBBBAAAEEEEAg/AXoIQIIIIAAAghUqgDBZyqVn4MjgAACCCBQcwToKQIIIIAAAggggAACCCCAAAIIhL8APUQAAQQQQAABBBBAAAEEEEAAgfAXoIcIIIAAAggggAACCCCAAAIIIBD+AvQQAQQQQAABBBBAAAEEEECgZgkQfKZmnW9nb3lFAAEEEEAAAQQQQAABBBBAAIHwF6CHCCCAAAIIIIAAAggggAACCCAQ/gL0EAEEEEAAAQQQQAABBBBAAAEEwl+AHiKAAAIIIIAAAggggAACCCCAQPgL0EMEEECgUgUIPlOp/BwcAQQQQAABBBBAoOYI0FMEEEAAAQQQQAABBBBAAAEEEAh/AXqIAAIIIIAAAggggAACCCCAAALhL0APEUAAAQQQQAABBBBAAAEEEEAg/AXoIQIIIIAAAggggAACNUuA4DM163zTWwQQcArwigACCCCAAAIIIIAAAggggAAC4S9ADxFAAAEEEEAAAQQQQAABBBBAIPwF6CECCCCAAAIIIIAAAggggAACCIS/AD1EAAEEEEAAAQQQQAABBBBAAIHwF6CHlSpA8JlK5efgCCCAAAIIIIAAAggggEDNEaCnCCCAAAIIIIAAAggggAACCCAQ/gL0EAEEEEAAAQQQQAABBBBAAAEEwl+AHiKAAAIIIIAAAggggAACCCCAQPgL0EMEEEAAAQQQqFkCBJ+pWeeb3iKAAAIIIOAU4BUBBBBAAAEEEEAAAQQQQAABBMJfgB4igAACCCCAAAIIIIAAAggggED4C9BDBBBAAAEEEEAAAQQQQAABBBAIfwF6iAACCCCAAAIIIIAAAggggEC5ChB8plx5fa2cfAgggAACCCCAAAIIIIAAAgggEP4C9BABBBBAAAEEEEAAAQQQQAABBMJfgB4igAACCCCAAAIIIIAAAggggED4C9BDBBBAAAEEEEAAAQQQQAABBBAIfwF6iAACCNQsAYLP1KzzTW8RQAABBBBAAAEEnAK8IoAAAggggAACCCCAAAIIIIBA+AvQQwQQQAABBBBAAAEEEEAAAQQQCH8BeogAAggggAACCCCAAAIIIIAAAuEvQA8RQAABBBBAAAEEEECgXAUIPlOuvFSOAAK+CpAPAQQQQAABBBBAAAEEEEAAAQTCX4AeIoAAAggggAACCCCAAAIIIIBA+AvQQwQQQAABBBBAAAEEEEAAAQQQCH8BeogAAggggAACCCCAAAIIIIAAAuEvQA9rlgDBZ2rW+aa3CCCAAAIIIIAAAggggIBTgFcEEEAAAQQQQAABBBBAAAEEEAh/AXqIAAIIIIAAAggggAACCCCAAALhL0APEUAAAQQQQAABBBBAAAEEEEAg/AXoIQIIIIAAAgggUK4CBJ8pV14qRwABBBBAwFcB8iGAAAIIIIAAAggggAACCCCAQPgL0EMEEEAAAQQQQAABBBBAAAEEEAh/AXqIAAIIIIAAAggggAACCCCAAALhL0APEUAAAQQQQAABBBBAAAEEEAgvAYLPWJ1P0hBAAAEEEEAAAQQQQAABBBBAIPwF6CECCCCAAAIIIIAAAggggAACCIS/AD1EAAEEEEAAAQQQQAABBBBAAIHwF6CHCCCAAAIIIIAAAggggAACCCAQ/gL0EAEEEECgXAUIPlOuvFSOAAIIIIAAAggg4KsA+RBAAAEEEEAAAQQQQAABBBBAIPwF6CECCCCAAAIIIIAAAggggAACCIS/AD1EAAEEEEAAAQQQQAABBBBAAIHwF6CHCCCAAAIIIIAAAgggEF4CBJ8Jr/NJbxAIlQD1IIAAAggggAACCCCAAAIIIIBA+AvQQwQQQAABBBBAAAEEEEAAAQQQCH8BeogAAggggAACCCCAAAIIIIAAAuEvQA8RQAABBBBAAAEEEEAAAQQQQCD8BeghAuUqQPCZcuWlcgQQQAABBBBAAAEEEEDAVwHyIYAAAggggAACCCCAAAIIIIBA+AvQQwQQQAABBBBAAAEEEEAAAQQQCH8BeogAAggggAACCCCAAAIIIIAAAuEvQA8RQAABBBBAAIHwEiD4THidT3qDAAIIIBAqAepBAAEEEEAAAQQQQAABBBBAAIHwF6CHCCCAAAIIIIAAAggggAACCCAQ/gL0EAEEEEAAAQQQQAABBBBAAAEEwl+AHiKAAAIIIIAAAggggAACCCCAQFAC1SL4TFA9pDACCCCAAAIIIIAAAggggAACCFQLARqJAAIIIIAAAggggAACCCCAAALhL0APEUAAAQQQQAABBBBAAAEEEEAg/AXoIQIIIIAAAggggAACCCCAAAIIhL8APUQAAQQQCC8Bgs+E1/mkNwgggAACCCCAQKgEqAcBBBBAAAEEEEAAAQQQQAABBMJfgB4igAACCCCAAAIIIIAAAggggED4C9BDBBBAAAEEEEAAAQQQQAABBBAIfwF6iAACCCCAAAIIIIAAAggEJUDwmaD4KIxARQlwHAQQQAABBBBAAAEEEEAAAQQQCH8BeogAAggggAACCCCAAAIIIIAAAuEvQA8RQAABBBBAAAEEEEAAAQQQQCD8BeghAggggAACCCCAAAIIIIAAAgiEvwA9RCC8BAg+E17nk94ggAACCCCAAAIIIIBAqASoBwEEEEAAAQQQQAABBBBAAAEEwl+AHiKAQNgLXHXlO3LfvdNNy0kn3hr2fS/PDnpzvfuuH+TIIy8uz0NTNwLVTkCvCb02POeiG2/4RFJb9ap2/alJDfY213EPqUmjoPr19ZBux8jtt31jeu+jabqv+vXonxZzPf7jwM8gBCiKAAIIIIAAAgggUGMEXrr/UZnz2XemRdNrDIIfHf3w+ddMVrM++lKuOOs8P2ohKwLVS0DnA6t54u6rb6heHaG1ZgFSarSA3rv0HuZ5feu9rrrC9OnWQ75+433u1dX1BNJuBBBAoBoKEHymGp40mowAAgjURAH6jAACCCCAAAIIIIAAAggggAAC4S9ADxFAAAEEEEAAAQQQQKBmCgwcOFouueRVAnHUzNNPr2ugQE3tcu3EZBk18l4584yxNZWAfiNQIwS41mvEaaaTCCCAAAIIIIAAAj4IkAUBBBBAAAFvAicPO1bGP/GCHHvEEG9ZSEcAAQQQQAABBBCoBIFAgs9UQjM5JAIIIIAAAggggAACCCCAAAIIVLAAh0MAAQQQQAABBBBAAAEEEEAAgfAXoIcIVKpAm9Z95bLLXpehQy6T2okNKrUtHBwBBBAoTwENsqXzXZcuQyU6Oq48D0XdCCBQiQJc65WIz6ERQKAsAfYjgAACCCCAAAIIIIAAApUu0LV9J3nxvkfk9iuulRZNmkmEwePNlX5SaEC4CdAfBBBAAAEEghLg3VlQfBRGAAEEEEAAAQQqSoDjIIAAAggggAACCCCAAAIIIIBA+AvQQwQQQAABBBBAoGYI1E5MllEj75UzzxwrjRu1E8MwakbH6SUCCNQ4AdcgWwkJSTWu/3TYmwDp4SbAtR5uZ5T+IIAAAggggAACCCCAAAKhEKAOBBBwCiTExcnNl1wlL9zzP+nXvadERkQ4d/GKAAIIIIAAAgggUIUECD5ThU4GTalGAjQVAQQQQAABBBBAAAEEEEAAAQTCX4AeIoAAAggggAACCCCAAAIIIIBAyAX69D5FLr3sNenSZahERkaHvH6/K6QAAlyDJgYAABAASURBVAggUE4Cp5x8B0G2ysmWahGoSgJc61XpbNAWBBBAAAEEShFgFwIIIIAAAggggEClCAzs3U8mPPWynD78JElISKiUNnBQBBBAAIEaJEBXEUAgKAGCzwTFR2EEEEAAAQQQQAABBBCoKAGOgwACCCCAAAIIIIAAAggggAAC4S9ADxFAAAEEwl+gVmJ9iYutFf4dpYcIIFDjBWrXTibIVo0fBQDUBAGu9cDOMqUQQAABBBBAAAEEEEAAAQQQQCD8BbSHdWolSlKdJDEMQzdZEEAAAQQQQAABBKqwAMFnqvDJoWkIIIBAFRagaQgggAACCCCAAAIIIIAAAgggEP4C9BABBBBAAAEEEEAAAQQQQAABBMJfgB4igAACCCCAAAIIIIAAAggggED4C9BDBBBAAAEEEEAAAQQQQAABBBAIf4GgekjwmaD4KIwAAggggAACCCCAAAIIIIBARQlwHAQQQAABBBBAAAEEEEAAAQQQCH8BehhqgVfHXSQP/W+Iafnq6yeFPwgggEBFCPzyy9vy8CPHmOahZ587XTasX1ARTeAYAQpwDwkQjmKVKrB4yQ/y+BMnmOYcTdN9ldo4Do4AAggg4CLAKgIIIIAAAgiUl8A1D94p/UcNNy2aXl7HpF4EEEAAAQQQQMBagFQEEEAAAQSqlwDBZ6rX+aK1CCCAAAIIIFBVBGgHAggggAACCCCAAAIIIIAAAgiEvwA9RAABBBBAAAEEELAUKCwqsEwvKiqUvXu3We4jEQEEEEAAgSorQMMQQAABBBBAAAEEEEAAAQQQQCD8BeghAggggAACCCCAAAIIIIBAqQIEnymVh53VRYB2IoAAAggggAACCCCAAAIIIIBA+AvQQwQQQAABBBBAAAEEEEAAAQQQqBoCmfvSLRuSn5cj+/dnWO7zNZF8CCCAAAIIIIAAAggggAACCCAQ/gL0EAEEEEAAAQQQQAABBBBAAAEEwl+AHiKAQPUSIPhM9TpftBYBBBBAAAEEEEAAgaoiQDsQQAABBBBAAAEEEEAAAQQQQCD8BeghAggggAAClgL79qfLwYPFpn25+dmSlrbclE4CAggggAACCCCAQJUWoHEIIIAAAggggAACCCCAAAIIIBD+AvQQAQQQQAABBBBAAIFSBQg+UyoPOxFAAIHqIkA7EUAAAQQQQAABBBBAAAEEEEAg/AXoIQIIIIAAAggggAACCCBQNQT27c+QoqJCU2OyMndJXl6OKZ0EBBDwR4C8CCCAAAIIIIAAAggggAACCCAQ/gL0EAEEEEAAAQQQQAABBBBAAAEEwl+gevWQ4DPV63zRWgQQQAABBBBAAAEEEEAAgaoiQDsQQAABBBBAAAEEEEAAAQQQQCD8BeghAhYC3boNkzPOeEiuveYDueOO7+Tee6bJffdOL1nuunOq3HLzFLn8stflhONvlKZNOlrUUj5JMTHxcuihp8uFF74gN900We6+64eSdmk777zje7nhho8d7dd+BNqKvXu3SkFBrqn4nj3bTGnhktCubT8ZMeIuufrqd+X2276We+7+2dL2nHOekD69TxE9F6Hue+3EZOnX71Q564yxMmbMBLn91q/dzrFzHOp5133a1tNG3S/BnGt/+tCxw+GOsac+Ot60PXo9jLn6PTl++PWSnJzqT3Vuefv0GeG4pnQMa71a/x23fytXXP6mDB1yqaiNW4EautGr54miY1Cvc7VXK+ei2zov6P7yGqNO9pYte8hJJ94qV135jul6uefunxxz5EUXvuSYr8rjWnG2I9xf9dquqvejcLf3tX867w0deplcdulrctutX5rmbOd1qfftAQNGV/m5TOfaI4+8WPT61fc6er9xzjE6L99+2zeO6z7YOd9XX2/51F3b8M8c9I3bezWdg/RcXHn5W0Hfm7wdn3QEEKimAjQbAQQQQAABBBDwU6BVsxZy22VjZOLTr8jPEz6R2Z98I3M++86x6Pq0CZ/Jh8+/JrdfcY10btvez9r9y35k/wHy+G33ylevT5AZH0yRPz791tEOfZ0+cbK8b2/jVedcKCn1G/hXcQhya9/VQC2mvfepzPr4a0fb1Erbp+3Vdr9w31gZeeyJkhAXF4Kj+l6Fq92vk74oaZu2T7e1bWp77BFDfK80iJxV3UvPz+iTRsrrDz8l3701SWZ+9GWJmev5rAizXl0OkQeuv1U+e+kt+eWDz0vGvfPcffziG45rVK/VIE5JQEX1mFfbr7l3n3xBfnrvYzcnZ/vUTx3PG3F6pVybI446TvS60zGuY13b5Vx0W9un+yvjugwIvRwLOcf9Gw8/I1PHf+Q2jznne3/nWWedbz36jOkeovOkjhsdP+efeka5zosDevaRu6++wXG/8pyjdTw4x8Lr9mu+osaq3qv0nqX9Vwf10Lboous6NnWO0fk7oNMeRCE9b3pN6LWh7dB7mM592jZdtH3aZn1voPc+ndODOFy5FtX7mjpOfuUd8ZxDtS967nW8v/fUSxXyXqZcO0vlCCCAAAJ+CRB8xi8uMiOAAAIIIIBAVRWgXQgggAACCCCAAAIIIIAAAgggEP4C9BABBBBAAAEEEPBXQB86dj4U7fqqQRH8qUsftj7u2Ovk5ps+lxGn3C0aZKNu3cYSHRUrhmG4VRUZGS3x8XWkUaN20rv3yXLxxa/I9ddNcgTICCTIgj7k7fpwt/ZDtzXdeWCt99hjrnYExDnm6KulRfNuUiuhrkRERDmzONoZFRXjeLBd26/9uOH6j2TgwNHi758d29dK7oFMt2JFRQWSmbXLLU03zjv36ZIgLdr2Iw4/TyJc2qV5dElMbCDne+TV/Dfe8ImktuqlWSp8UdfDB53nOH9nnfWYHNLtaGlQv4XExCSIzfbfV24MwxCnbZvWfeX442+wl/lQTj7pdod3sA0/pNsxcsklr8q1104UHYftOwyU+vWaSUxsgkRYWGqa7tO2du58pGPM6tg98cRbAmqPHv/2275xO496blyvoxNOuFlGjrzHMfbUxzD+uS70eqhfv7lo8JhLLxkno0be69YGHcc6nrU+56Lbmq5uMTHxMvqsR+z9vsZxTamzphuGIdHRcdKwYRsZNOgcufLKt+x5rpPTRj3gFmTAWacGqtE2aNlQLBoAyFm36+uFF7xgql77on1yzafrvoxtX+z1gHod6/V8wgk3iY5BnbPUXvc5F93WeUH36xjVAFo6b6ixM0+wrzq3XHbZ66LXfc+exzsCDsV4XC82W4RjjmzevIvofGXVjquufMc03nzxCrb9nuWt2qHnznXsO8voPKVt1P3OpZWXuUvTnXlcX9XNWZ+3Vz23Og/oNa3zuJpX1P3IW5vKSo+xX8dXXvm26Zxq33W8WJUvK620Oq+79sOAA7+dfNJtlnPI6LMeLatJbvv12r3EPm9rILpBA8+Wxo3bS2xsokR4zNnO67KF/b591LDLRQOLnX76g9K0WWe3+vzZ0GNbzdmapvv8qcuZV4O5jBp5n6N9eh9vbr9+9b2Oa38Mw7DfH+Md173Ot5dd+pqcPfoxt77otaPn3XXR+VHnSQnBH3U795ynRN21DdpuHSuG8c89SQ+hc5Cei5SGrR33Js2rZbSs7i9rqahrvax2sB8BBBBAAAEEEEAAAQS8C7x0/6MlwTD04WnnouneS/2zR/M48ztfv37jfenTrcc/Gew/u7bvJM/e/ZDow9ijjjtR2qa2klrxtSTCZrPv/ef/CJtNEuLjRQNQjDzmBHnjkWfk7ceelUN79P4nQ4h+njzsWPn0xbfksVvvEX0IXx/Yj42JcXwWrIcwDEPiY+Oknb2NF448U9598kXRQAa6r7yXs08e5Qhm8Oajz4oaqEVCQoJERkSUHNowDNH2arv7d+8tt18+Rr547V25d8xNQQXjuOKs82SWS1AU57nUAAvOg+u5UA9Xu5joaOdux6tua9vU9sHrbpUvX3+v3Pyqmpf6qaMDwv5DAy7ccNHlMvnV8XLDhZdJ945dpF5SkkRFRtn3/vO/YRgl57M8zZzn7qUHHpXhRwyVZo2bSFxMbMm419bouWvZpJnoNfqW/fq7+ZKrRPug+8pzOX7wMHnn8efl/adfkgvs11zH1u0kMSHRzUmPr+1TP3W85ryL5ZMX35THbrtHdH7R/YEseuxp7082zX+u417r1TlAx/IdV14net3pGNf26D7notvaPt2v16XjvNvPv6+Gekzndaev9193i6W/1qf7NI/rov3Q/jjbUx6vWr8ex/W4uq5tdx5P2+c67g/p2EmSEmu7zWMRNptjvm/37zz74bPjpLTx5lmnnvNaHvcQnSd13Oj4GXPuRY7r7rIzz3U2KySvOg6mjBsvz9jvZ3ovsZqj9UDOsdDdfs07x+qL9z0S8vuZHkvH4tgb73BcD3rP0v6rg3rofl10XcemzjEP33yXaFvUUPeV56LHeMR+vK9em+C4V+m1oe3Qe5hh/PfZo7ZP26zvDfTep/dAfb+g46082+dr3Wqs4/O7tyeJ3tfUsWnDRqY5VOvTc6/jvUOrNo77+NuPPSc6ZjQwkI5jzcOCAAIIIBCeAv/9zTY8+0evKkeAoyKAAAIIIIAAAggggAACCCCAQPgL0EMEEEAAAQQQQAABBBBAAAEEaoSABhy5+JKXpV+/UyUhIcntC8y+ABiGIXXqNJKBA8+Wyy97wxHAxJdyvuZp2bKHXHTRS/b2neYI6CA+/jEMQ2rXTpGhQy6T889/zvGwuEVRy6Rdu7dIVvZet32FBfmya9dGt7TqvKGBM/R8HXnkRaLnzzD++/KoL/2KjU2UHj2Ok0svHSd9ep/iSxFTnpb2c6uBGU455Q5HIIUIj6AFpgJeEgzDcIzdXj1PCKo9XqqXEfb29exxvERGRnvL4kjXwDEtU3tKw4atHNtl/dCAAaef9pC0bXuoaLCA0vKrd5s2fSQjY4MUFOSasmqgmpYtDjGlB5KgAQoaNmpjKlpcVCibNy81pZdnggZW0OtXr2O9ng3D93GqgSP69TvNMX/oWAumnXquTh1xj4wada80btTOfr58/0qasx3nnvOkqG0w7Qj3slX9fuTNPy8vRzLSN1jurpVQVzSYh+XOUhLbtOkribXqW+aIj68tySm+zTOuFeg4btK0o+k+X1RUINu2r3bN6nVdr0kNZHLyybcFNG/rPNmp4xFy7ugn7PfnS7wepyJ3HHro6XKB/X1Cly5DRNvn67H1ntC2bX858/T/BXwf9PVYmm/okEscbq1b95YIP+6XmlfLnDP6MRkwwP+AfHpsFgQQQAABBMJEgG4ggAACCPggcN6I0+W5ex6UAb36SnRUlA8l/smiD6N3addRnrj9PkdQgn9SA/+pQQL0gfvbr7hWmjdpYvq7rLea69VJkivPvkCeved/QQV38Va/pvfqcogjyM1151/iCL4TYfP9cyItn5iQKCcOPVrGP/6CjDz2RE0K+XKV3eCRW+6Wjq3b+mxnGIY0rJ8sV59zoSOQkAYiCEVMvtCQAAAQAElEQVTDqoOXtlEDKJx1wgjRQAS+9tsw/jN79aEnHOPB17JW+TTYwYM33CZP3nG/49xF2HwbWwkJCXL68JPkpQceCyq4i1WbnGnOa/LuMTdK57bt7Z+V+z4/aB2xMTEypP9AecF+ber41LRQL9pGPQ86hnUsG4bh8yH0vOv513Gg48HngtU4o17jL97/iGi/tf++dsU53jSoi5q7ltM6dRz6W6ce/6LTRsszdz0oeh241unv+hH9DnMELdNx0Di5oc9zoPM4Olb7de/puA71egy2Pc56R5800nHvOHrQYEcQK2d6aa96b/2nLfeV2/1Cj3/DRVc4rs1hAw63/64tQZN8XiJsNunQqo3o3FCe915fGjT8iKHy1qPPyhnHnyz6fsAwfJ8DtH7DMETHzAWnniETnnpZtD5NZ6mWAjQaAQQQKFXAVupediKAAAIIIIAAAggggEA1EaCZCCCAAAIIIIAAAggggAACCCAQ/gL0EAEEEECgogX0IeThx10vtROTgz60YRhSt24T0fq03qArtFfQocNAOfXUuyQluZXfXxC1F3f8bxiGpLbsLqNOvdevADT796c7yjt/5BXkyL597mnOfdXt9bhjr3OcJz1fhuHfly89+1qrVj055pirZdjQyz13lbrdv99IOeP0Bx2BPAwjuDa4HkjbM2zoZSF7wF4D63RoP8jnYCMZ6etl9Zq5rk3yuj5wwNnSsuUhPo3tgwcPOgK//DHnY9m9e4tlnU0at5f69ZpZ7vMnsVVqT0lIqGcqkp2zV9aun2dKL68EDdQyauR9juvXMAIbI4ZhOOYPnUfate0XUFOTk1PlvHOekq5dh0qEHwEfXA9mGIY0bdpZTht5rwTaDgnzPwMGjHbMS1X1flQW/6bNSyTfIjBUXFxtadK4Q1nFTfsbNWwr0dFxpnRNiIqKccyduu7P4i2gzYHcLEnbUnZgKb0nn3XGWNFAJmUFzCqrXTGxCfZ5+mwZfdajokFxyspfXvtPPPEW+/3rMr+C23m2Re87eh8cMuRiz10h2TYMQ0aMuMvuNVrULdBKNYjZkYMvlCFDLg20ihCXozoEEEAAAQQQQAABBBCoagLXnHexXH7WeZKYkBhw02Kio2XUcSfK/dfeHHAdA3r2kSdvv1/0gXt98N7fiiJsNjmsR29HG1LqN/C3eKn5NVjMwzff6QgMYhiBfV7lPED9unXl5osvl7uuut6ZFJLXWy+9Ws4+eVTAARwMwxANJPTwzXeIBnEIplHVwUv7+OD1t0rr5i19+pzWysMwDOnVpZuMvfGOgAPQaBCPl+5/VI4ddKT4E/jJ2R7DMBxBYe668rqQB6BRo6fuuD/Aa9LZwn9eExIS5LxTzwhJkJF/avznpwY9efimOx3nwTACuzYNw3CMAx0POg/9U3N4/tT+jb3pdse1bhj+exmGId07dpGbLr6yZK7ROh+49hbHODQM/+uMsNnkUPv8f4t9DgtU/aqzL5AHrrvVr6Bl3o6l16Fej6+NfTroa0rn+WvOvdAREMXb8UpL10AqY869QM48IbB/CMJb3XqP1IAxGqxFr01v+XxJ1/u1joFXHnhc9NWXMqHMc96I00Xvf9qnYOs1DEOaNmrsqE/rDbY+yiOAAAIIVD0Bgs9UvXNCixBAIBwE6AMCCCCAAAIIIIAAAggggAACCIS/AD1EAAEEEEAAAQQQQACBsBbo0mWoDBxwVlAPMlsB6YPRWq/Wb7Xf17S42FoyfPj1IQmMo8dMTmnleMBcfPyzPzNDiouLSnLnHsiSTZuWlGxX15VTTr5d+vQ5WSIjo0PWBa2rf/9R4usD7b17nyyDj7xINChDyBrhUpGOwX79Tg06yEdERIQc2v80n6+RwsJ8Wb9hgUtLvK/GxyVKz54nSISPwUzy8rLsdc+XvLwcSUtbIQcPFpsqT6ydLB06Hm5KLzPBI0Or1F6W42P79jWyYb1v/fOo0u9NtT/p+JslxX7d+l3YooAGNBl85MV+B7nQwDMjT71HGjfpGPDDJ67NqVOnkRx//I0SGRXrmlzj1/V+ofcNvXZDiaH1ab1afyjrtaprq/26zMneZ9ql82PjRu1M6WUlpCS3kggv84Nh2PwKpuY8VtOmne3XQIJzs+R1z+6tZQbNOqTb0XLC8Bukbr2mJeWCXbHZbNK2bX85/bSH7O2KD7Y6v8vr/bBH9+MkwouzPxXqeT7s0DOlQYOW/hTzKW/z5l2la5dhYrNF+JS/tEzazr729wA9egwvLRv7EEAAAQQQQAABBMJVgH4hUIrAkf0PkzNPGBFQ0AvPaiNsNhk24Ai5YOSZnrvK3B7Qs4/cdPFVjsABZWYuJYNhGNK7a3e57fJrSsnl3y59AP2acwIPHmB1tMjIKDlx6DGOQDlW+/1Na928hZx81HGW57GouFh2790razasl7WbNsi+zP2iad6O0ahBiuPBez0n3vKUll4dvBJr1XL0MRTBCtSiTctUGXPexbrq16KBZ+675ibp1La9GIb/QTtcD6ZtuOXSq+z1uKYGvj78iKFy+2VjpFnjJoFX4lEywmaTAb36ymO33lsSuMQji1+bGvTiziuuFe27XwW9ZNbxcPno80PSNi+HqNRk9Rpz7sXSOLlhUO0wDEN6dekq59vneh3DWmfzJsGNkwibTYYcNsh+P/I/yIoGeDn3lMADb1lhGIYh7VJbiQbVGWC/P1nlKStN23XCkcNE5/uy8pa2v1Z8Lbn0jHOkblLd0rL5vE/P2f9uvF0O69FbImyhewRfx8CdV11foQFojh40WM4/9XRJSDB/9u0ziEVGrU/r1fotdpOEAAIIVG0BWleqQOjufKUehp0IIIAAAggggAACCCCAAAIIlK8AtSOAAAIIIIAAAggggAACCCCAQPgL0EMEKkogJiZeDjvsDK/BPzTAxbp182XqD6/Ie+/fLA/9b4hjefyJE+Szyf+TxUt+lMzMnXLw4EGx+qNBRTT4hx7Har8vaR07Hm4ZeCY//4CkbVkuc+Z8JlOmPOpYfps5UTZsWOgIzOGtbsMwJDW1p/TpM8JbFrf0H398VcY+fJSj39r/ca9Zf2l8956tkr5jXcmyx7590CIwiAYmSc9YX5LPWSYjY6MU5OW4Hbu8NjQ4jAZh8PYA+0H7+dy3b7vMn/+lfPLJ/aLnW/v+1ltXyS8z3pGMjA1SXGwOeqLt1Qfae/U8QTp2OFw3vS6prXrJ4YPOkdiYWpZ5tP5du7c42qBj7bnnzig5B6+Ou0i++PIxx/jbvz/d6/jTihNrNZDu3YN7uL5p085St57vX5bOytoj6+3XjR6/rKVNm/6SkJBUVraS/Xv2bpclS352bK9eM0dycvY71l1/6Dlo2eIQ1yS/19u17ScaqMmzoI7fjZsWeyaX23bzFt29tmPHjrUyf8HX8uVXTziu/2nT35TVq3+XAwfMJq4NbJTSRgYNPNc1qcz1YUMvk5SU1mIY1g99qIvOPd9PfUGe+3es6jidNu0N2brtbykqKjAdQwPQ1E1qZEqv6gk6T2XY5yvn3KWv2Tn7LJut6brfc9H50rOA3ieq+v3Is81W22lbV8qePWlWu+xjOdWv4Cr16zUrM7hMUlITadqko+XxvCU2atjWFMBEg6xtSVvmrYgjXeeFocMuk1qJDRzbVj/ycrNl1d+z5Kuvnyy5FvSa0G1N1/cVVuUM45978/DjrrPaXW5pgwaeLWXdD3fu3CizZ08SvQfqvVDviV98+bijn9pfz8bpHNy8eRfP5KC369dvbj9v7l+D1fu13gdXrJjheK+m74d0TtS5MaOUe7U2JjY2UXr2PN7rmCyva12PzYIAAu4CbCGAAAIIIIAAAlVFIDYmWoYPHmoKWKJ/99i9b6/MnDdHXp04Xh584SkZ+8qz8vmP3zkCmBQW/Re427MvMdHRcsKQo6RFY9+DmCbExcmFp40uNfBMdna2TPtjltzz7GMy9NyR0n/UcBnzwJ0y+YdvZFvGDrfPCw3DkP7de0lKPe9/n/Vst7ftkcecIBeOOsP+eV6CZRan1Xe/TnNr21nXXyHPvfOazF/6l+QXFFiWjbDZ5KiBg+XKsy+03O9PYtf2nUznUY/706xf5Zwbr5Lhl4yWc26+Ws62rx9z4Zlyjd1u3pJF4u1cahCOMedeLBqkwJ92VBevI/sPFO2jZ99ycg/I0lUr5MOvv3CMex3773z2keM8Zh844Jm9ZNswDOnd9RAZddyJJWm+rFx65rlSWuCZ3Lw8mfvXQnn4lefkpMvPc4z7i26/XiZM+UTWb9lkCiLUvlUbaZfa2pdDl5pnQM8+cvW5F0mDevW95tNr8rc//3Brm7ZR26rp3rwMw27VrbvccunVXuv2dUePzt0sA8/o2F+9Yb1jztK5S8+jzmU6p+3Pyiy1+vYtW9mv+bO85tmxM8MxD66x16/LhrTNUlRYaMqvabpP87gu6zdvkH1ltMFUWYgSDuvV19JLz+XshfNK5vvHX3tJdE7znFtdm6EBVYYeNkhuu3yMqU6dF3fsypBpv8+0z4OvO66l59553XFP0WO51uO6HhcTa78nDfMr+I/On8MHD/Ma4EXbkrF7l6M/rvcPvY60TaXN0dq25k2ayJgA5sIzTzhFjjn8SFEnrcdz0QBgeg2//uEE0bboPU2vn6ffetUx3+i171qmdq1EOWrAIBHD/bNC8fOP3m9vuvhK6d6xSym/+yiQFWtXO8aDs23avpseud9xz9Vzq65Wh9Z5NRAvq7rKStO+nHPyKFEbq7w6B+n8qedZ3y9oH3TR9xA6FnSM69jw1het9/ThJ/s1Hq3aQRoCCCCAQNUSCO5OWrX6QmsQQAABBBBAoOoI0BIEEEAAAQQQQAABBBBAAAEEEAh/AXqIAAIIIIAAAgiErUDfvqdKSnIrU//0y3UbNv4lb78zRt6feIvMmfOJbFi/oCSfPjy+bNk0mTLlEXnl1Qtk3rwposEXSjK4rDRMaSPduh3jkuL7akRElCR6POSuD3r/+efn8sorF8hb9vZN/eElWbzkB8cyffqb8t6Em+TVVy+UFSt/FX2Y3upo0dFx0q5tf6tdAad9883TMu71S0qWJUt/tjz+gQP75fupL5Xkc5ZRZw1aEHADfCyoQWE0OIw+HG9VJCdnn0yb/oY8/8Jo+ebbZx2Oer41r7bv11/fEw2q8f33L0h29l5NNi0aTKVv3xGmdNeEPr1Osp/bZNekkvX9mRn2Yz8tL798nv31WdGxpmnODPpA/V9/TXWMv+eeP1N+/OEVycra7dzt9moYhjRt2lGaNuvslu7Phj7wb7h8iVcD42gbNBjBlCmPOh7416AKanfwYLFs2bJU1KqsY+j4rlu3sVs2DVKiwUo0kIrWra8bNiwUHffFRYWybu28kvyrVs2WXbs2l2y7rqSkpAbV5xYtekh8bKJrlY71zP0Z8vfK3xzrFfGjblIjMQyj5FA6zyxbNl3eePMKee31S0Wvu0WLvnNc/zNn4nOqYwAAEABJREFUTpRJH94lL7w4WnSO0LwlBV1WbBGR0qZNH68BF1yyOlY1OEXr1n3c2uHYYf9x8OBBSUtbLu9OuNEx98yd+7k4x6qOkZmzPpA337xSPvzwbkfQJs1vL1at/9exrfOVc+7S1/Qday37pOm633PR8+ZZoG/VuB95Niug7e071ljO/wnxdaVlyx4+19mseReJT0gqNX98Qh1p0rRTqXlcd2rgrwYNWrgmOdbz8rIdY9mxYfFDgwMNOvw8qZ2YbLFXpKiowDFX6/3hw4/vkYULvy25FvSa0G1NL+3+bLPZpHPnITJ4cPAP2Vk20iNR7ws97fcib/dDva98993z8or9PcVPP79eMq/rPfGvv74XR3/GXeS4T3p7v+FxyJBt6lyiQe6+s9+L9T74yacPON6r6fshnRP1GtNz8cmn98me3Wlej6vvATXIn1WG8rrWrY5FGgIIIIAAAggggAACCFQNgcSERKkVX6ukMfp3j7Tt2+TJN1+R4RePlpsffUDGT/5Ivp3xs3z18w/y2LgXHAFMbn7kfkfgC81fUthlpXFyQ9GgBC5Jpa5efc5F0rV9R8s8Ghxl+pxZctaNV8qdT46VH2fOkOx/g4Bo8BQNkjDiygvlXXs7XYMaREdFSUJ8vPz7J6AXDbxy9kkj3YxcK9J2fPLdV3LamIvlgeefdGubBhWY9PUUufr+O+Sq+26XhcuXugXIcdaj7TztuOPlpGGBfZ7urMfzdefuXfLIK8/J3c886jhXnvsXLFvsCN7zwrtvyH4vgTBatWgp+mC/Z1lv29XFS4NBJHsEVdGx86n9XJ553eVyyZ03ybPvjHOMex374z4Y7ziPZ11/uehY1DFpZRAfGycDe/W12mWZdsHIM+XwPv29fgapY2bMA3fKtQ/dJV/+PFXSd+101LN8zSp5acLbctb1V8hTb74qu/bscaTrjwibTeok1tbVgBcN6KDBoDSIhFUlhYUFjrGu1+Qtjz3o1jZto7ZV088qxSvCZhMNvHTZmf4FDPdsT5OUhm5+GnRGAy6df8s1cu7NVzvmrK/sc5eeR53LdE4bceUFouc6Lz/fszrHdkRkpPTv0dtrwIk3P57omAfPsdevy7uffSS5FgGmNE33aR7XRcfXrPlzHceq6B91a9dx89Jx//G3X8pJV5wnN469V9RIrTSol85pOrd+9v3XXgNoaZCxXl0OcatTx8Ajrz4vJ19+vtz51MMy6evPHdeSvqq/jhsNdKPBV6z636xRIxnU91CrXaa0k+zzps6fOo+adtoTMrMz5bUPJ8iJl51rmqP1OtI2lTVH26txBNfRgC16beh2WUvX9p3krBNPFQ2mY5VXjfR+epb9Gn7rkw9E26L5NF3Ph7ZpjP3aX7Z6pdt9Q+/ZkRERmjXgRa+53l26uZ0zZ2V6T1+1YZ393v+gXHjbdaLjwdk2zaPjVu+5em7VVX013XNp0zJVbrz4cs/kkG9rYJg2LVJN9Wo/FixbIpfccYNj/tTzrO8XnBmz7e8h9L2EjvEzr7tMdIx7mw/apbaS4wYPcxblFQEEEEAgDARsYdAHulCmABkQQAABBBBAAAEEEEAAAQQQQCD8BeghAggggAACCCCAAAIIIIAAAgiESqBVai+xeuh6S9oy+eijuxzBEso6lj6ErQ8///7HJ5YBaDTQS8sWh5RVjcd+6019gHrKl4+KHk8fZrfOJaL7Pvnkflm69CfRQCFW+Ro1aiv6EL7VvnBO69t3hGhwGKs+7t61Rb744hGZNWuS1W63tHnzv5Av7edCrd12/LvRtGkn6dPHOgBNu7b9pEXL7pZfaNX6vvn6KUfggn+rKvPlj7mfyldfPe4471aZExLqScsW3a12+Z2Wm5spGhBGH+rXYAT6oL8GZ9IgBE89PUK+/fZZWbZ8ut/1agHt+1dfPSkarEQDqWjd+qoBlZ574Qz5adrrsnLVTM1asqxZO8fyutM+t0rtWZLP35UW9mtWg7S4ltMv6Wowgl27t7gmV9i6Bjv64YdX5LPJD5U6N5U1J2mD69ZtIt4CLuh+51K/XjPp3v04y3lS55aVf/8m70+8VdK2LHcWsXxdu+5PmTjxNtm4YaHbF8QtM9fQxOp2PyrtNG3c+JccOJBpyhIbmyBNmlg/PGfKbE9ISWktUVGx9jXv/0dFRkuD+s29Z/DY06RxB4mLq+2RKrJ33w5ZvnyGKd2ZMPiIC6VpY+u26zWnc9Vnk//ndR521qPznN6f//jjY8u5S9+THHLIsaKBYZxlyuu1f9+RklSnoWX1O3dutM81/xO911lm+DexrP78my2kL8655/U3LpN586aUWvfff89yBMlJ37HOMl90dHzI7o+WByARAQQQQAABnwTIhAACCCBQFQU0EMDvi+bLlffd5ngQu7Q2/mHPd+eTD8vajRsss2kggD7delju80zUfIP7D5AIm/kxQA0kMeWHb+WOJ8aWBN7wLO/cfvWDdx1BczToijMt2NdLzzxXmjV2DyTtrHP3vr2OACVPv/VqSTAc5z7P16WrVsjNj9wnU2f+IursuV8DCow69kSvwS4885e1nb5rpzz8ynPy3a/TysoqH33zhbw68V3Jysky5Y2w2WRgn35ypP38mHZaJFRXry3btsoDLz3tGD9qZ9E1R5Lu07H4w2/TLc+jZmrfqo3omNb10hYN2nHsoCMlJjralE3HyPQ5sx1jRseOKYNLwuSpX8s9zz4mG7ZsckkNblWDU3Rt296ykuwDB+Sdzz5yHFM9LDP9m6j71WvSV5Mtg5foPHH8kUeJBur4t0hQL/9ck697DbjkrFz7oAG2Pvjqc8t2ab5mDRvLkYcO1NWwXfT86Lgvaw5Tq2l/zPT6ezcnkP4uYfWG9XLdQ3c7AhI50z1f9bj3PP2IzF/yl+Xn5glxCXJI+7IDbyfExYnOmzp/eh5Dt7fvTJeHXnpW3vl0km6Wuuh1duW9tzrarcGVPDMbhiE9OneVs08e5bnLcnvkscOlUYNky316rd7//JOOY1lm+DdR23Ttg3eJzgU6J/ybHNSLzuXHHjFUNMCSZ0V6jNkL/pQr77lF/rDf4z33e26rq/rq+fTcZxh2r07dRANsee4L5bbOtTqPeNa5+O8Vcsuj91sGXvPMW9Z8oEHFenXu5lmMbb8EyIwAAghULQFb1WoOrUEAAQQQQAABBBBAIEwE6AYCCCCAAAIIIIAAAggggAACCIS/AD1EAAEEEAhLAQ2qYPXQdX5BrixdOk30YXJ/Oj579geybfsqyyING7WRmJh4y32+JuoD3t9PfUH0QWpfy2iQmrSt1kEhYmJrSXKDlr5WFRb5unUbJo0bt7Psi/pO/eFFWb3G939lU/P+PvtD0THjWakGHWrbuo9nsmO7bdtDJSG+jmPd9UdRUYEsWvS9X21wlte2aFmtw5nmfNVgBjrenduBvubmZcnP096U2bO9f0F5/oKv/RqjzraovwbdWbzkR2eS22teXo788ccnpiAn6zcslOzs3W55dUP7rME8dN3fpXPnwdKggTmYRYF9bti0eam/1YUkf67d/pcZ78i8+V/4XN/06W/KqlWzLb+0rgE9NLBHWZX16HG81E1qbMqmX57fYLf/8svHfZ4r9Rx/N/VFyUhfb6qvpifo9Vmd7kdlnS8dd3q+PfNFRERJo5TWnsletxs1bCs2W4TX/brDMGzSqJH1A0C633Np3KidKZiSjucd29d4Zi3Z1kAwHToeLp4BqTRDYWG+zP3zc5nx67u66fOiwbuWL59u+aBKUp0U6XHIsT7XFUhGDYKmAegMwzAV13P344+vyMaNi0z7vCWU1h9vZQJJ13Pl79yTkbFBFi76xvJebRiG1K/fwr0pbCGAAAIIIIAAAggggECNF9C/e2ggAA0IYPUguRXQ+i2b5I2P3xcN+GC1v3FyimiADat9rmnDBgyS+kl1XZMc6xqIUwMeaOADR4IPPzTYylufTLIMpOJDcbcsRw8aLP0O6SGGYf57ZFZOlrzx4fvy1c8/uJUpbUMfcH/itRe9Blxo0yJVTh9+cmlV+LRP2/bOpx/K7IXzfMqvmSb/8I188p3+PbJAN92WurXryLDDDndLs9qorl463jX4xq9zf7fqlmXaU2++IktXrbTcVyshQVo1a2G5zzVx6GGDpHmTpq5JJesLly2WsS89XWZQI2eBBfb8z49/o8wATeIsUMqrBoIZ3H+gWAWnyC8okI+//VLe/HhiKTWYd7004W35adYMy4A9GqDjhCHDzIX8TNFxr9ekBuPxtei4D8bLr3/+YflZckxMjLRtkeprVdUun3rpPOHruJ86Y5rs3b+/1H5u2bZN7n32MZ8DfmhQoj379pnqtNls9mujiSndM0HnS503PdN1W6/rx8e9KL72T8vo8sirz8sPM63HqgY5GWK/Nsq6r+k11KvLIaL90DpdFw2OpteqXrOu6d7W9b6hc4Hen/U+7S2fr+knDj1GdE73zK916zH0/OkxPfd721ZfHUc6njzzaGCtYQMOD1lQNc/69Tzo+wzP9AN5ufKj/Rz60w+tY8LnH8mKtat11bS0TW1Vbv0wHYwEBBBAAIFyFyD4TLkTcwAEEKgKArQBAQQQQAABBBBAAAEEEEAAAQTCX4AeIoAAAggggAACCCCAAAKhEEiskyKRUTGmqvJysyRj50ZTelkJeXk5snr1H6IPonvmTYhPkjZt+nom+7xdXFQoy5f94ndQktLaFBUZLQ3qN/e5DeGQsV3bwyQmppapK3rOFi781m9frWjO3MmyfdtqXTUtKQ3bStMmHU3pzZp3FcMwf5VHH5D//fcPTfl9TdiwcZHk5Ji/oKzlNRiOvga66Bdu162dJ/PnfxloFV7LeRvfXgu47Ejbsly2bFnhkvLfanJKK9EAC/+l+LbWKrWXxMaax8nu3VtkyRLfH6Lx7Whl5wrG/u9VMyUvL8t0EJstQurXtX6gw5lZA2a1adNHrAJu7N23Q6bPeNted44zu0+vOsZ/mTFesrP3+pS/pmSqTvcjX8+JBnPRseuZPzk5VTTYjme657bOnXU9xujBg8WSn3/AM6skJjawnGs9M+pxGzVq65lsrzNHNm76y5TuTOjYfpDUsR/Due18PXjwoKxbN0800JMzzZ9XbwHi9P7Qtm0/0aA3/tTnT9727QdaBkHT++G8P6cEdD/01h9/2lVW3kDnHr1X79q12bL6WglJPo1Jy8IkIoAAAggggAACCIREgEoQqGoCe/bvk8+mfu1zsAtn+3+ZM1tWrFnl3HR7rZ2YKO1alR6QVR8e7921u9hs5s8N07Zvl/Gf+v+5oQZSmTH3d8vgp24NLGPjiD6HSmKC+fOyouJi+X7GdNHjlFGFabc+DP/M2+NEgzR47tTABkODfFBfA/bMnP9nQG3TQBx/rVjm2SwxDEO6dewkGlDBtNMloTp6FRUWys+zf/UrUI92Wc/j7PlzRYOx6LbrEhMVLalNm7kmWa4f1quPRFibJ5cAABAASURBVEdFmfZpMKdPvvvK72tRgw19Pe0H++9qzAGETAcpJWFwv0OlYb36phz6mdCcvxaIjhPTTh8SvAXs0Wv/sJ59yhxfpR1C2/bHooUBjftf//zdMlhVZESENG9c+mfJpbWpKu8LxEvH19pNG7x2S6+Fr6f/4FPgGWclWueW7ducm26vDZLMY9A1Q0JcnOh8aXUN5eXny6fff+33de2s39tY1f0aMEoDR+m6t0WvoZS65vbrfPPjrBl+t0vnm3c//1h27tnt7ZA+pQ+wX2dd2nZwzOmeBbZlpMtrH07we97RevReqIHYtH+67bpoIC4NEuSaFqr1lAbJ9t99mn/fnZWd7dc4dLZHnb3N6/XqJMmhdj9nXl4RQAABfwXIX7UEzH/zrFrtozUIIIAAAggggAACCCCAAALVU4BWI4AAAggggAACCCCAAAIIIIBA+AvQQwRqlEBkZLTExyUG1Of09PWSm5ct+QW5smfPNklLWy5Llvwss2Z/KFs2Lw+oTi20P3OXLFs2TVf9XrZu/VtyD2SayhmGTSIjzV9GlDD9U79eM0dwAsMwTD3cuXOj/PHHx6Z0XxPWrJ0j+sC+Z/74+NqSnNLKLbl16z6SmFDPLU03Dh4sls2bl/odzEPLOpcN6xdIVvYe56bba3x8Hbdtfzc0gIkGMvG3nC/5M7N2yrIVv/iS1TLPxk2LxSogRXxsorRo0cOyjLdEDbjStGknMezXh2sePT9paSuCOj+u9fmznpubKcsD9Fm16nevYyIqOq7UZnTseLjUrWv+V1X1wZ01q38XDfxTagVedq78+zdZs+YPUVMvWUj+VyCyCt6P/m1amS9bt62SAvu90DNjfHySNGnawTPZtN3Efh3GJ7jPWwWF+bJ9xxpTXs2n+U07PBKaNe8itWqZ59+srN32e/Qyj9z/bOqc4C0IU3bOXpk//4t/MgbwMy8vx/EewWr+SrDfJ1ql9gyg1rKLaJ+at+gmhsc8pyXTM9bLn/Om6Krfi/bnr0VT7e+DzAGv/K7MooDOGevWzg147tliv8dqHZ5VayDCxDopnslsI1CTBeg7AggggAACCCBQ4wWWrVopGkgmEIjVG9bZPyc0B7yIiIiUmKjoUqvs36O3pNRvYMqjD7FPnzMzoAfItbLJU7+THbsydDWgRQOtaMAVwzB/rrpl+1b56JvA/268fssm0b5pHz0b1yQlRQb1PdQz2eftXXv3iAYB8LmAR8bpc2ZJTq45CG5y3XoysFcfj9z/bVZXr/Tdu+WHmTP+64gfa8vXrpbMLPPvIDSYSnR06eP+8D79pUUTc4CagwcPyrzFiwK+Ft//4lNZu3mTH71wz6oBPfSajIiMdN9h39qzb59M/v5r+1pg/2tgh6m/TbccX/WT6kmfrocEVrG9VGZ2lkz7/Tf7mv//z/zzD9m1d69lwdiYWMv06p6YlZMlGnTH335s2bHN/vn2Qcti2zJ22M/BTMt9pSVu3r7FcrctwmaZ7kzUeVLnS+e26+uKtavk3ckfuSa5rpe5rmP12+k/WgYlio6KEg0cVVolPTp1E6traEv6dpk89dvSinrdN2/JIvlt3h9BBVU7vN+hklS7tukYei/6adYMWbpqhWmfrwnaL+2fZ371OqRjZ8/kct2Osc+/dRID+323BljKys6WA3m5krZjuyxbvVKm/jpd3vv8E1nyd+A+5dphKkcAAQQQ8Fug9HcZfldHAQQQQAABBBComgK0CgEEEEAAAQQQQAABBBBAAAEEwl+AHiKAAAIIIIAAAgiUp0BsbC3p0GFQQIdYtWq2PPPMSHnsseHy4ktny1tvj5HPp4yV2bMnyf7MwL/gn75jjaRtXSmB/ElLWy65+dmWRaPLCD5hWaiaJrZu01cSEs3/wmJxUaGsXTsvqKAi69fNl8zMXeIMOrTOvj1v3hT57vvnJS3N/UuYOzM2yh9zP3MEHEiznxsNUqSBB3IOZMrGTX8FrWsVaCjoSu0VaFCbVat+t6+F/n81CDSQibZmyZIfZO++7brqttgiIqV5865uaWVtdPQScCU3N0vWb1hQVvFy2b933w5ZvnxGQHVrMIgs+9i0KhxZRvCpli26S3R0vKlodvZuWfH3TFO6PwkrVv4mOTn7/SlSI/PGxla9+5GvJ2L9unmSnbXblD0qOlYaNWpvSvdMaFC/uURFuj+clJO9TzZtWiJFRe4P8Wk+ze9Zh+d2k8YdxOq+t337Gtm12/rhDm9zgta9bevfsnrNXF0NePE2f0Xa+968WdeA6y2toPapTu0UUxZ1XWPvj84bpp0+JixY+LVkpG/0Mbd/2YKdh/ftz7CPnULTQaPt81ztWg1M6SQggAACCCCAAAIIIIBAzRTIy8+Xv1YGHkRcAxLkF5r/7mGzGZIQn+AF9Z/kHp26SJxFgIfd+/fJnL8W/pMpgJ/6EP2SlSu8Bkooq0oNtKIBVzzzaYDi+Uv/kk3b0jx3+bWtfdM+ehZKiEsQNfFM93X7rxXLRIMU+JrfM9/3M36W7RnpnskSGRkl7VJbm9KdCdXVa83GdbJ8zSpnN/x6XbZqhWTmWP8OIj629ADYvbp0k9q1zMERcg4ckD/+mu9XO1wza9CMOYvmiwaTcE33df3IQwdKs4aNLbNrQI/ZC+dZ7vM10dv4io6KkmACVGxN3yE/zw4s+Iya7dpj/jxP+xQTHaMvYbek7djhCKjhb8f27N0jRfbfLVmVW71+XUDzYlFRsVV1khAXb58LvX9OeEj7TvY85vtLfkGB/L4guHGqDZry0/eyZuMGXTUtLRo3kwE9+5jSNUEDSzVrbL6GNLDU4hXLAzLSenX5be4fsnd/YL9f0MBSPTp1FZvN/Lh9+p5dMsNetx4j0EXvido/7adnHa1btBQNUOaZXl7btezvO47od1hA1f82b44Mv2S0HHn2qTLy6ovk4jtulPuef0ImTPlE0nftDKhOCiGAAAIIVD0B892w6rUx/FpEjxBAAAEEEEAAAQQQQAABBBBAIPwF6CECCCCAAAIIIIAAAggggAACCFRLgW1bV8qBXPO/xmkYNunU8Qg5atjl//WrEtf0YfD0jPUBt0AfIi8oyLMsHx9fxzI9HBNTUlpLlEWwjQO5WbJ5y9KgupxmH0sabMgZdOj9ibfIt989L3/9NVUyMty/lKtBiDQY0edTxjqCEznKPX68PP30iIADjATVeB8L7965OagAPd4Oc/BgscnIW15v6TrGN29aIlqXZ5769ZtL+/YDPJO9brdp3Veio80BVzIyNlba+UnfsdZre33ZkZ+XY5ktNtb8hXTXjA0btRXDMFyTHOs7d26SDeuDC8SzatVs2b07uAeTHI0Jkx/V5X7kD7cGc8nwmP+0vM0WIY0attXVUpdGjdrbx5/7Vx737t0qW7Ysk9xc94eZDPt9W/OXWqF9p+bRvPbVkv8LC/Nl2/bVJdueK94C1mi5jZsWe2b3e1vnr4x09/uEsxINqFO/XjPnZshevfUpJ2efbNi4KOjjbElbJsXFRUHX41lBds5eWbv2T89kn7c1EJe3h4J8roSMCCCAAAI1Q4BeIoAAAgjUaIGs7Cz5e33gn8VowIxCi+AzURERUq9OnVJtmzVuYrl/09YtQQVR0UoX/71CcvPzdNXvpV1qa0fAFc+CWTnZ9nYFH0xbA8RsS0/3rF5sNpu0beE9yIupgEvCgbxcWbRimUuK/6saiGPdpo2WBVs1ayEtGje13FcdvQoLC2TtJuvPJyw76ZGoVrl51uOrTmJtj9zum83tjpH268M9VSRjzy755Y9Znsl+bS9euVz22a9pvwr9m7lzm/YSFxv779Z/L3n5+bJweXC/T9Da1Mzb+GrZpJnX8aVlS1vWbgr8d0lar85h+uq5JNYq/bNkz/zVZXvLtq0BNXX3vn1SUGT+/EuvpS3bA6tz5+5douU9G2QYhn0OjvRMLtlu36qtY74sSfh3JX1nhkz7Pbgg8v9WJQuWLrZsm46LTm3bO7O5vaba50kNnOOWaN/Q+fmvv4ObnzX405bt2+y1+f//oT37SIO69SwLrtmwXjRgm+VOPxL1fUSuxT03qXYd6dSmnR81+ZZ1xZq/JdNirtP76NBDB8k1513sW0U1MRd9RgABBGq4gPtvYms4Bt1HAAEEEEAAAQQQCF8BeoYAAggggAACCCCAAAIIIIAAAuEvQA8RQAABBBAIhYA+8J2+Y50cPHjQVF1kZLQcdthZcvVV4+XwQedI7cRkU56KStAHpXfvCezLqs425h4wB9lx7qspr/XrNRXDMAfSyM7eIxoIo6Y4BNLPgweLZd9+8wMggdTlWUbH9779GZ7Jfm+v37BAcnOzTOXi42tLm9Z9TOlWCRrkoXHj9qZxUlxUKJs3B/9AgdUxy0orKiqQzMzg/hXJ7Jx9ZR3GtL9Fi26SkJBkStexsHOn9UM3psxlJGhQrYMW828ZxcJyd3W5H/mLvz19negY9ixXt25Tadqko2dyyXZqq16SlNSwZFtXDtrnIQ1ms3HjIsnO2aNJbkudpBTRceuW6LKhQajq2e8DLkmO1aysPbJxg/d/Pb5e/Wb2OcH81Uu9r24vJWiNo3Iff2Ts3GDpFB+fJE2advCxFt+zeetTlv1+GGxgKW3F9u2rpCA/V1dDsjgrydy/s1yCoDnr5xUBBBBAAAEEEEAAAQQQUIHMnGxZtmqFrga07MvMlLz8fL/L9unWQ+on1TWVO2j/7GRTgMERXCtbvWGdZGaZPztzzeNtvUlKI8tdu/ftlT8WzrPc52/i2s0bLD+nb5ScLD06dfW3Okdftc9+F/QosG7zRikoLPBIFfvvCxKlXavWpnRNqI5e+YWFsmVHYIEctM+6BDq+mv0bdEnrcF127EwXDdDimubv+m/z5sievXv9LebI37xJE8uAHsEGqHJU/u8Pb+OrrgaoaNf+31y+v2jgkoxdu3wvYJFzz/59FqnhmVRYVCTpuwL73US2/V5RXGz+3WIoriV/tDu3bS/J9epbFklL3yabtoUmAPzyNatkf7Z7QHA9aFRklDRtZH2PaNGkqcRER2s2tyXLXs/mrcH9zlMr9Hbf0H2lLalNm1sGltLrJ5ggXK7H1PuP1ZwYGx0jbVqmumYNybrOlRo4R98zeFYYHRUl555ymnz0/Gty0agzJaV+A+EPAggggAACTgHzb0Cde3hFAAEEyk+AmhFAAAEEEEAAAQQQQAABBBBAIPwF6CECCCCAAAIIIIAAAgggUG0FVq/5XfLyrL90bxiGNGjQUoYMuVSuu26SjLn6PTnh+BtFH4qvyA4XFORJTgDBIyqyjdXhWAkJ5oc3tN2ZWTv1pdouMTHx0r37cXLaqPvl+us+lJYte4S8L/8GiAl5vVphQUGu7N0b/BeNly+fIRkZG7VKt8UwbNKseVe3NG8brdv0lcTa5kBT2Tl7Ze360DxI4+3Y3tKLioskM2u3t93llp5Up7HERCeY6g/lWNizZ6tlwA2F9QZ9AAAQAElEQVTTQWtIQnW4H/l7KtK2LJUDVkGhEupIk6advFbXpHEHiYur7bY/P/+AbN32t/2enSN7d5vnjNjYRGnYsK1bGdeNJk06SmyseUxnZKyXtK0rXbO6rXsLPncgN1PWrQvNvLB3z3bRhxvcDmzfiIyKFg3UY18N6f/e+pS5LzRBxnbvSrM878F2gvdCwQpSHgEEEEAAAQQQ8FmAjAjUaIH9mVlBB7wIBDClXn2Jj4s3FS0sKpSMXcF/frloxVLRYDGmA5SRoEFxaicmWubK2LUrZFZ79u6xf05UaDpOQmycNEw2f15nyuiRoH3VPnsk+72pAVny88zBhOJiY0UDGHhWWF29cvPyZO++ig86ol614s2f12gAha3pofmcYmv6ds/T5NN2Sn3rcbc/O0vm/rXApzrKyrQtfYfkF5jHfXRMtDRr2Lis4qb9BUVFsnOPOWizKSMJDoGDB4slKyfHsR6qHwcPihQVFoWqujLraZzSUBLi40z5iouLJRQBXpwVL1i2WPZnWf8jFyn1rK+VxsnuwcWddWlQllDMz2nbt9mvH3NwMOdxvL02Sk4RDZrjuT/Pfi1uTNvimRzQtvYv+4B5bBmGIU1SUgKqs6xCMxfMtY9n77/vTm3WQq48+0L5/NXx8vGLb8jtV1wjOgeXVS/7EUAg7AXoYA0XsNXw/tN9BBBAAAEEEEAAAQQQQKCGCNBNBBBAAAEEEEAAAQQQQAABBBAIfwF6iAACoRJYsuRnWbduvhzUb4SWUqnNFiH16zeX3r1PlvPOeUpuu/VLOf+8Z2TAgNHi7SHuUqrza1dxcaHkF+T6VYbM7gIaMCg2tpZ74r9b+/cF9i9b/lu8wl6Sk1OlW7dhcuwx18josx6Rq658R2677Su59Zav5JSTb5fOnY+UOnUais0W+q8IacCRrMzg/sVUb1CFhfmSc8D6S8veynhL37x5qRQXmb+sXzepkcPOWzlneptWvSU6Kta5WfK6ffsa2bA+NA8UlFTq48rB4mLJy832MXfosiXVbSSRkVGmCkM5FnRMaX2mg9TQhOpwP/L31KxeM1f2WASKiYqMlgb2e6q3+nRfRIT7+MvJ3itbNi9zFNm1J02Ki90f4oiKjJGUlNaO/VY/Gtn3edZZVFQg27avtsruSCvt3pEVwqBQ+7N2Sn6++WEEmy1SEhOTHW0J1Y8WLbpJjEUQHq0/O0SB7jSYT0HBAa0ypEt+fujrDGkDqQyBchOgYgQQQAABBBBAAIGKFMjLz6vIw5Ucq3njJhITFVmy7VzRwBQaoMK5Hczrvkz/g4t4C4qj7diWsUNfQrJs3rZV9MF/z8oCDcIRSF89j63bu/bskZw882fzEfbfF9Srk6RZ3Jbq6lVUVCQH8ip+7HvzKrJ/xqsBidxwA9zYuXdPmb//8axaAzJYBcXRfDt3hy5QePruXfbPxs2fCUVGREpy/QZ6OL+W4uKDkp2T7VeZmpw5lPOr0zE394DomHNu+/fqf+74uDiJjDTfO4rsn51qEC7/a7QukX3ggOzaYz32G9SrZ1nIW3qo2pW+e6cUFvgffMZbUJycAzmSbr8mLTsTQKK3uaJBUv0Aaiu7yNRfp8ucvxaVOd9FRkRIyybNZOQxJ8hL9z8iP733sbzy4GNy3ojTJSWAeafslpEDAQQQQKAqC9iqcuNoGwIIIIAAAmErQMcQQAABBBBAAAEEEEAAAQQQQCD8BeghAggggAACCCCAQLUWmPHru5Kevq7ML+Q5O2kYhsTGJkpqak85atjlct11k2TM1e/J0UddKcnJqc5svFYhAQ0oog/xezZJAw9kZ1t/YdYzb0VtN23SUYYMudQRYGbMmAly+21fyz13/+wINnPqiHukf/9R0q7dYY6xFhtTq1yCzZj6evCgHBT3QA+mPAEmaM3FRf5/QdjqcCtXzZTMLPO/BB0TkyAtmh9iVaQkrWmzztKwUZuSbeeKBsfZuGmxc7PGvEZ6BP5wdjw/P0c0UIZzO5hXrUfrC6aOCi9bzgcMx/vR9u2r7PfXYjc5w7BJo0bt3dJcNxo2aiuGYbgmyd59O2TX7i2OtLS05ZKX5/4gjWEYkpLcyrHf80f9es0cc6Zn+oHcLEnbstQzuWTb271DM7Rq1Uvuu3d6SJbzz31aEhPNDxQZhiE2u5WE8E9kZIzY7P95Vqn3w8ys0AUZC2VwHs+2so0AAggggAACCCCAAAIIlLtAJRwgNiZGxOLvgKEMZLBjp/lzMynjT0J8gths7n9HdxY5edixMuez70Ky3H/dLZIQF+esuuRVj6wPypck+LgSSF+tqtZgBIWF5s9FNQB4dHS0qUh19TJ1pIISvHnlFxbK1hAFN9qzd48UFZkDlpfWxTj79RgREWGZpe8hPUIy5vXaefmBRyW5Xn3TcQzDkAgbjwJLNfxTbP9dSnGx+2eh5dmNJskNJToy0nSI8gisU+jlOjIMwzR/t2jcVKIiIk3t0oT03aH5ByF2eQkOpscobYmJtt9vLTLotajXpF6boVh0rrA4jNgiyu/afvOj92XNxg32z+MPWh3alGYYhiQmJErvrt3lmvMuls9fHS8fv/iGXHf+pdKqWQtTfhIQQAABBMJPoPzuStXIiqYigAACCCCAAAIIIIAAAggggED4C9BDBBBAAAEEEEAAAQQQQAABBBAIf4FQ9jAjY4NM/nysaICJgwd9+0Ke6/FttgipX7+5HHbYmXLF5W85goQMHDhaYmLiXbOxXokCGqQlMtL8MIA2Sb8MrK+VudROTJajjrpCrr9uklx88Sty+KBzHAFmNGBCTEyC2Cr5i+b5BQckM2tPuRDl5WbLpk1LQlJ32pblkp6+wVSXYdikeYtupV6TrVJ7SkKC+V/ozNyfIX+v/M1UZ7gnqEWElwA04d73yuxfON6Ptm77W/LzD5hYk5IaSmqrXqb09u0HiM6JrjuKi4tk+441JUk7tq+V3AOZJdvOFW91tm7TVxISzQ/y7Nm9VVavmessbnot7d5hylxOCUlJjUJacy37PBcVbX6YL6QHoTIEEEAAAQRCLEB1CCCAAAII1ASBWgm1xCrIin52GapABkXFxT4/kO40r1enjkRFWAfhcOYpz9fIyChpYBGco7Rj6mf82tfS8vi6b/maVZKbn+trdqmOXj53rhwyevPSX9MUWQT9CaQJhUVF4u9vfRLt12OMlwAVgbQhkDKNkxsGUowyCJSbgLegXglx8dKpbQe346Y0SLb/PibGLc25UVQUmuA8hYWFft/TtA2JtRL0pdKWWvEJ0qdbj3I5/votm+TeZx+ThcuXBmSj70NaNmkm55wySiY++6p8+Pxrcv6pZ5iCC5VL4/+tlBcEEEAAgYoVIPhMxXpzNAQQQAABBBBAAIF/BPiJAAIIIIAAAggggAACCCCAAALhL0APEUAAAQQQqPYC+sD/e+/dINOmvyFZWbsD+lKeImiQkOTkVBk29HK5ZsxE0SA0ms6CgDcBHSOXXfa6DDjsLKlTp5EYhuEta5npRUUFosFcyswYxhlWr5ljGeiiTu0U6djxcK89b5XaSzwDFOmDKmlbV8qu3Vu8lmMHAqEWCLf70ZbNyxz3VU+nuLja0qSx+0MJmqdRo7YSG+v+AEBBfq5s375KdzsWvSbVybHh8iMmtpYkN2jpkvLPauNG7SQq0v1hBw1osyVt2T8Z+OmPAHkRQAABBBBAAAEEEEAAAQSqqcCevXukqKiwmrbe92ZrH7WvvpcILGeYBwcJDKUKltqWvkPyC8J/3FdBeppUiQK5uQdkp33Or8QmlPuhF61YKtkHcsr9ONXtABqA5qr7bpNXJo6XXXv2BPz77gibTVo1ayFjzr1IPn35bUcQmupmQXsRQAABBMoWsJWdhRwIIBD+AvQQAQQQQAABBBBAAAEEEEAAAQTCX4AeIoAAAggggAACCCCAAAIIBCowa9YkeebZUfLNN8/I5s3LpKAgL9CqJCEhSYYceamMPutRiYmJD7geCoangI4JHRs6RnSs+N9LcXxpNC8vW7ZtWyUzZ30gr79xuWzd9ncgVYVNmfXr5klm5k5Tf6Kj46VN676mdE1o17afJKe00lW3JT8/R9au+9MtjQ0EKkogXO5HGihm+/Y1JjYN9pTcoIUpPblBqkRERLml5+Tsla1p7nPb9vR1ogG3XDNqgBkNNOOapusNG7U1BfbSuTMtbbnuZkEAAQQQQAABBBBAoIoL0DwEEEAAgaookJuXWxWbRZsQQAABBBCQ9z7/WI6/9Gx5bNwLsnjlCsnNC/z33fXqJMmVZ18gz9z1oCTExaGLAALlKkDlCFSsAMFnKtaboyGAAAIIIIAAAggggAAC/wjwEwEEEEAAAQQQQAABBBBAAAEEwl+AHiKAQNgJLFj4tbwz/hp55tmR8u23z8m6dfMlNzfTEezDn87abDZp06afnHTibf4UI2+YC2jgmdNOe0Datu0vOkZ86W5xcbHk5mVJRsYGWb36d5k2/U15++2r5fEnTpQ33rxCpk17w7HPl7rCOY8GutiwYaH9Wi1266ZhGNK4cXupX6+ZW7putGjRQ+JjE3XVbdmzZ6usXPmbW1pN2SgszDMZat8NMcRm8DU0qcA/4XA/2rZ9tRQW5pvUUhq2cUvTuTE5JdUtTTd03tNrW9edS3r6WsnPP+DcdLwahiH167dwrDt/dO48WJLqNHRulrzu3bdDli+fUbJdU1YKi/KkuNj6X/u22f1qigP9RCAoAQojgAACCCCAAAIIIIBAlRaw2SKkdi3zZ32BNFofsjcMw7Lonv37LNNJRACBMBGoxt2IjY2TBkl1K6QHhYVFknMgp0KOxUH8F5jy0/dy2d03yfGXjJbHX39Z5v61UDKz/f99d4TNJof27CN3X32j/42gBAIIIIBAlRXgt/5V9tTQMAQQQACBihTgWAgggAACCCCAAAIIIIAAAgggEP4C9BABBBBAAAEEEEAAgVAJ5OXlyLz5X8j7E2+RJ5482RHs488/P5cdO9ZKQYFv/0qczWaT9u0Pk8GDLwxVs6jHT4GDUiRy8KBlqcp42H7wERdKq5Y9xTAMyzZpogZVSNuyXH6bOVEmfXinjH142P/Zuw84uaqyj+PPfze9kkYgCRA6hK4gSBVUUF9eRCyIXVFUwC6KvQuI8ooFUcqLUkVQRHwBEVDpECAQSCgB0kN63dTdzTvPvbkzd+be2czuzpa585tPzp5zzz23nO997kxy7s6J/eQn/22/ufSjueWv2/25+nnzn/OmpBKB2XOetg0bmkpqzYYOG2O77HpIon7HHfe3hsY+RfWbN7favHnTc/tZW1RfLwvr1q+x1tbcfVPS4b79BtqQwSNLaju2OGzIaOvXb1DHNq7DrWr582j+gudt3bpVias2bOiY3Ofj4fn6XXP359Aho/LLXvA4XLp8nheL0ksvPWar1ywtqvOFbbYZaxN3fo0XgzR+/CTr339wUI5+bM59Hix8dUa02O68pWWTK8qW2AAAEABJREFU/ee+q+37Pzi2y9PV13zJqvlau2516kRAjY19bXCV7m3LvYYMqc77RG5X/EEAAQQQQAABBOpRgD4jgEAdCixbsTz377VNiZ43NjbawP79E/UdqRg9cpT16dO3I5smtmlat86+94uf2qHvfGuXpx9d8vPE8duq8PH4fv36tdWk4nV777anDR7Y+fGr3uxVMUYXNJy/eKFtbE5OktvQIBs8qHg8p6OH32H7cda/b5+Obl60XXPzJrvyT9d1ecz7fXX2975WdGwWEOhpge3HjE09hfUb19u0GS8UrZs+43lrKjMhzaABA4vadnTh4P0OtCFVep/wc3js6Sndcm+f+IkP2OSpU/yQ3Zqacp/bf77zNvvM979ub/rQe+xj537ebrr9b/bizFds/YbKnnc3NjTYUYccZp849QPdeu4cDIGMC9A9BHpUgMlnepSfgyOAAAIIIIAAAggggED9CNBTBBBAAAEEEEAAAQQQQAABBBDIvgA9RACBehXwyT5uv+MX9tvffdzOO/8t9pdbfmgvPP+ArV+/2vzL7OVc+vTpZ3vucbj17z+oXBPqu1Bg9ZrltnHTusQRqv1l+8QBUip8UoR99jk2MdlJ1LSpaYXde++V9j8/f5dd8b9n5cqX24svPhytJq9AYOrUu23x4tmJlv36DrBdd35tUf2kScfY6NE7FNX5wvr1a+yVmU94sS7TihULrKUl+cUP/4LSNiO2q4rJkKGjrLFk0p+q7LhOdlJLn0czX3nClixJ3pMDBgy2ceP2yl+x7cbuZv36FX/5wCeSmjdvWr5NVPDJeBYvmhkt5vP+A4bYmNE75Zd9nw0NjfllL2zcuNZmzX7Ki22mVWuWmLctbdTY2NdKJ8kpbdNblxfMf8425Pqfdn7Dho9Jq2533fjcNe3bt/g6tnsnbIBArxLgZBBAAAEEEEAAAQQQ6HqBjZs2WdrU2f379behg4d0/QmUOcKcBfNtw6bkGJFP5uGTepTZrMerqzW5wcD+/a2xsTHRH5+EZMmypYn6WvVKdKSbKjZ63Le0Jo7WN2c+cvjwRH13VSzKXdu1KRNn+NioT+LUXefBcbpboPaOV24Cp359+9j226ZPFtPRXvrnUdq2rSn3sE900tKcnNzetx8+dJhnPZaWLFuWeuzRI0em1me1ctqMF+zCyy+xD3zpTDvmfSfbty/+id332MO2uqnt5939+vYNJqAZPJDx36zGBv1CAIH6EmDymfq63vQWAQQQQCASIEcAAQQQQAABBBBAAAEEEEAAgewL0EMEEEAAAQQQQAABBHpIwCe5uOHGb9pPLjzJ/vnPS23FioVlz2TEiHG2115HlV3Piq4TWL1ykTVvSv+f+wYP6t5fYt9n72NsyJD0X2JdtXqx3XrreXbf/VebT6zQEZHBg0d0ZLPMbTN79tPWmjJ5yrZjdzOfGCHq8E47HmADBiS/wLN48SybNu3fUbO6y1etWmwbN6xN9LuhoY8NHVqdCSqGDxtjje2dfCZxRlREAr398+jVhTOstbX4CweNjX1tu213ibpg247Z2RpzdfmKXGH1mqX20kuP5UrJP0uXzbWWlk1FK/r26W/bb7d7UDd+wiQbOXJcUI7/WLNmmc2d82y8KrXc1mdHtSZqST1wF1b6Z8ua1ckvx/khhw4Z7Vmn0/Btxlr//gM7vR92gAACCCCAAAIIIIAAAnUsUIddX7BooW3s4kleth/T/okIVjetsQ0bk+OqjbkxnRHb9N5xyBFVmrhku5zZwAEDEhG5sbnZfNKH0hW16lXaj+5aXrp8ua3dsD5xuD59+trokaMS9R2p8P34/tqz7aIli3Pj88m4932MHT3aMxICvUJg7bp11px7Pyo9mcaGRhs5fJvS6g4v77j9+Nz+hqduv2zlinbVj67SJC/b5t4jBg0clHrstipXrl6Vunpwbl8H7r1v6rp6qLzzP/fal8//nr3pQ++xX/zhCluwaFHZbk8Yu7294bAjyq5nBQIIIIBA7Qg09IZT5RwQQAABBBBAAAEEEEAAAQQQQCD7AvQQAQQQQAABBBBAAAEEEEAAAQSyL0APkwIPPXyjXX/DubZo4cvJlbmaPn362aiRE3Il/nS3gE9QsKYp/Rdghw7ftiqn8+Y3f9q+/rU77avn3GZnnXW1feQjv7C3n3SuveagE4v2P2783iYlf41n46b19tCDN9iLMx4tat+ehf79B1lDY2N7Nsls25demWxNa5PXfMiQEbbTxIPy/Z6ww74mFV+P1pZmmzPnmXybeiy8/PJkW7su+UvYknLvY+OrQjJ69E6mEvuq7JidWG/8PJo3b5pt2NCUuDojR+9g/t7ln49jxkxMrF+xbH5uu7WJeq+YP/85W7++eJ+SbOx2u/lq88mlBg8eGZTjP159dYb550K8Lq3sbcp+dgwdHZx32na9vW7psnm2efPmxGkOGjjMdtnl4ER9eyu23XZX69ePyWfa60Z7BBBAoDcLcG4IIIAAAggg0PUC8xctzI1lFf8b14/qk2aMHTPGi51KgwcOtDGj2j+Zx6x5c23t2uS/yyWZf/m8UyfVhRuPHTXGfLKEzh5i4vgJ1r9vv8Ru1q1bZwuXLEnU16pXoiPdVDF56hRbtXp16tHGj90utb69lR3Zz+wF82zZypWphxozcrT5/ZS6kkoEulnAJy5rWrsucdSGhgbbYdy4RH1HK3bfeRcbNnRo6uYLFqf/pxxzFy5IHYMcNniIve6A16Tuqz2VOwXvz33as0nQdtHSxdbcUjxJuq/wyWfGb1ed9x3fX60mP+/rbr3ZvvCjb9mMma/4YiL179e3Kp+xiR1TgQACCCDQ7QLFvyXR7YfngAgggAACCCCAAAI9JMBhEUAAAQQQQAABBBBAAAEEEEAg+wL0EAEEEEAAAQTaKdC//yDbe6+j7dhjP27vec/37VOfvNK+cs6twcQhhxzyjnburdB88eKZ9viTt5lPJFKoDUuNjX0t7UvwxqtbBJYtm5N6nKGDR1bly/ajRow3n2Co/4DB5pMo7LjDfnbAASfk0lvyx/Uv9fvx8hWxwrKlc2zKU3fEatpf3GmnA23ggGHt3zCDW8x85QnzCSZKu+bXaPvtdg+qJ006xrYZPjYox380rV1hPnlNvK4ey/5+ltbvUaN2sIk7d+6Xw8dPmGQjR1bvl9/TzrNW6url8+illx6z1WuWJi7L4EHb2K67HmJjt9vVBgwcWrS+pWWTvboofUI3b/jCCw9aU9NyLxalIYNHBDHq97rf8/GVzc0bbcGrL8ar2iyX/ewYMio47zY37pqVnd7ropzppuYNif0MHDTMdtxx/0R9eyvc3f/O097taI8AAggggAACCCCAAAII1LPAlOnP2KuLF6cS7Lrjzqn17al8zT7727Ahxf/urmR7n4Rj4dL085qw3TibtNseleym29sMHzbU9t698+e2x867mU/iUNqBxcuX2aNPPVFabVX0Suw7qxWvzJ2d2rVx227f6fjyCYjGjurY5E1zXp2bel6jR4y0ww46OHUdlQh0t8C0GS/Y4mXJMVc/j/G5e8jvAS93Nu27+542aOCgxG42NefGbxcvStR7xUuzZtr6jckxyCGDh9ieO+/qTTqV/DPIJ2hr705ezr3nbNy0MbHZwAEDbNKunf/cSOy4iysGDxxoxx12hH3qfR+xC77yLbvuf35j//zDjXbPH26yd7/1pA4f3d+bb/nnHbZuw/rEPtx95DYjEvVUIIAAAgjUnkBD7Z0yZ4xAFgXoEwIIIIAAAggggAACCCCAAAIIZF+AHiKAAAIIIIAAAggggAACCPR2gbFjd7UT3nK2HXXk+22vPY+ybbfd2QYMGGr9+g+00aN2sM68Fi+ZZRvWr+nMLti2CwQWL5ltPulA6a47/mX7wp58splRo3csVMRK8YkLhgweaX37DYytLRSXLp1rGzasLVR0oDRu3F65OB7cgS2zucms2U+nXvNx2+8RTBA0fvwk698/6eWT1vjkNdlUqbxX7rdx47rEBsFkITt37gsWe+1xpA0dMjqx73qsqJfPI39/mz/vOdu8eXPRZfZ70O9FT16Or1y/vsnmz38uXpUop02SNHDgMJuQez8cs+1EK32tWbPcZs18srS67HK5z44BA4bYzhM7NwlTdNCDDz7ZvvqV2+zcc2+3L37xz3bGGZfZe97zfXvbWz9nPqlY1K5a+cs+EdCq5BcHfcKYiTsd2KnD7L7b62z7cXt2ah9sjAACCCCAAAII9D4BzggBBBDoHoEZs1+21tbWxMHGjx1rJxx9bKK+PRX77zXJhg8e0p5N8m1fmTM79bxGjRhhr9v/oHy7zhTO+sBH7b4bbrV7r/2z/e13V9vvL/yl/eiLX7PPf/QM23lC+rirtfEaPHCwHbj3Pm202Pqqww862CZst32ioY9tvPhK+clya9Er0clurHhx5su2cdOmxBGrEV+HHHCQjczFaWLnFVS8MmeObdiYnKBiyKDBdvB+B1Swh603eedbTrR7rr7Z/nXdX+z2K663q3/262DyiK984izzCaO2vgdaIGD2wiszUt+jtx09xo57/ZFVIZq0+57Wp7Exsa/VTU2547+UqPeK6S+9aCtWrfRiUerfr58dNGnforr2LvikOrvvvEt7Nwva+6Q4K1etDsrxHz7R2H65z0qfzCVe35Gyn9+Nv7zM/nP9X4OJYG64+Lf2y2//2L599pfs5DcV/sOKjuy7dJvdJ+5qX/jYp+yj7zzV3nDo4bbrjhNt6OChNnDgQJs4fkJp83Yt+wQ0a3LXuF0b0RiBmhegAwjUlwCTz9TX9aa3CCCAAAIIIIAAAgggEAmQI4AAAggggAACCCCAAAIIIIBA9gXoIQIIINBOgdmzp9rKFcn/jU9qsO2226Ode6N5moBPWuG/iJ+2rifqZs1+ypqaliUOXY0v2++8y8E2dOjoxL59shufuCCxIqXCvVKq21XlkwZ4f9I2GjBwaFp1puuef+4+W7lyYaKPgwZvYxN22Me2G7ubNTQU/8K0X7NZs59ObFOPFVOn/sOWLUv+D78NjX1s772OsjFjkhN7VOLk2/n2vp9K2tdCm00pk/RUet719Hm04NUXbVNz8f926/eg34ujRoxP3I9Na5fbrFlT2qT0ffp9G2/k74MTJuxjw1LelxcvfsXmbWVCm/i+fKIan7AmXudl//vCLru+zsZPmOSLnUr77nNcMBFWv74DbMjgEcF7k0+Mt/8Bbwkmx+vUzlM2Xpq7r2fOfNI2b05+oXG77Xe3Q193SspWlVUdcMBbzSeoqqx17bXqzL1ee73txWfMqSGAAAIIIIAAAgggkFGBKdOftaZ1TYneDRk0xI58zesS9ZVW+BfpDz3wtdbYp0+lmxS1e2LaVFuzNnle/fr2tTccdoT5/os2aOeCf0n/mEMPN9/foAEDbdtRo22vXXazNx1xtJ1w1LGpE8DYVl4NDQ322n0PMN/3VpqWXX3U6w6zbTT/4BIAABAASURBVIYNS6xfu26dPTl9aqI+qqhFr+jceyKf/MzTtnRFctze4+H1rzm4U6d0xGsOMY+pjuzk8WeesmUrViQ29dg67MCDbd899k6sa2/F8UcekxtHGWQD+w+wkdtsY3tM3MV88oi3HfumYAKJ9u6vN7TfsGmjtbQ0V+dU2EtFAk+/MD31s8PvocNf+7pOv0f7ZCm77TQx9VwWLV1i901+JHXdM7nzenn2rNR1e++6h/kEX6krK6j0SXW2HzO2gpbJJtNmvGAzZqVPIDZx/A72rreelNyonTX//cbjbcK225lPtOMTwfgkaq874CD7r9y9fUiVJm2LTmnK9Gfs1cXJicb9vWqPnXeLmpEjgAACCCCQKtCQWkslAggggAAC3SzA4RBAAAEEEEAAAQQQQAABBBBAIPsC9BABBBBAAAEEEEAAgVoQWLp0tm3evDlxqmPG7Gj77ffGRH2lFUOHjLC+ffsnmre0bEqd/CTRMCMVa1Yv7VW/ZDxv7jRbtGhmqm5nv2zvE2n06zcwsW+fsMAnLkisSKkYPGh4Sm3lVT5ZgPej3BZ9GvuWW5XZep9gYcGCFxL3uV+rHXbYz0aMGJ/o++pVi80nrUmsqMOKDRvW2ksvTbbWlC8LjBg53o45+sPWXpb+/QfZm974SfPt27ttb27ftHZlp06vXj6P5s+bbmubklajRk2wbccmfxF+ce492+OwLdwlS2ZZaRtJNnHiQda//+CiTVtyn8M+WU1R5VYWfKKauXOfSbyP+GbDh21rh7y2c19GaOu929+PXn7pMT9U1dMLLzxgaXHbr+8AO+Tgd3Rocqmjj/6Q7bHH4Sap6ufbW3aYZtZbzo3zQAABBBBAAAEEEECgKwXYd/cI3Pmfe+2llC/qS7LDDnqtvfnIYzp0Iv5Fev9CfYc2zm1094P32ctz0icQ2HXHifbBd5yaa9XxP6ec8LbgS/ppe5g9f27ZiQ3S2sfr/Iv/vu94XaXlww862I4++DDzL++XbjN34QL718MPlFbnl2vVK9+Bbi74BBVTn5ueOvbiE1R8+JSOxZffL/vt2fEJYnyCiqnPT0s9r7Gjx9g7c3HbGapT/+vttucuyfEw3+eipUvskSmPe7Hm0srVq23Dxo01d961fML+2TFvYXISfu+TT+TlnwFe7kjyycXeduybzSdBK92+pbnZHn3qidLqouUHnnjM1q5fV1TnCyOGD7dT3nKiF9ud/Jx84jOfXKfdG2/Z4KHc/ZV2Xj5ZzPFHHGM+WcyWpu3OfNtjDz0ydcI3P6ZPUNbunW5lg1nz5qS+V+28wwQ74ehjt7J1+dWjRoywAf37JRo0N2+yZSuWJ+qpQAABBBCoPYG0yWdqrxecMQIIIIAAAggggAACCCCAAAIItFeA9ggggAACCCCAAAIIIIAAAgggkH0BetgBgVdmPm4bNqxJbDlgwFA7+OCTrX//QYl1lVTsuceRuW2HJJpu3LjOXl04I1FfbxV9+vSzQQOH9ki3n3/+AVufcs39y/YHvebEDn3Z3icOGD9hUqI/PrGRT1jgExdEK9c0LbNNuTiIluP5qNE72qiRE+JVFZd33+119vrD32vej4o3qpOGL854KHGfSw22804H2qDBxRP++DXz6+WT1tQJz1a7OWXK/9nyFQsS7STZXnsdbSe//dzEunIV/p76trd9wXbd9XUmZXdyinj/B1T4XvdKnXwe+f21fPm8OFFQHjp0jA0fPiYoRz98opjFS9InDIvaeP7CCw/aqtXJ/9m1X7+BuTgr/pXJtWtX2sxZU3yzdqXnc8dYv351Yhv/Atqeex5lRx7xvsS6SirGjJlo/tmT9t69eXOrzZz5pHXV+9GLMx61ma88kfqlhJGjJtg73/Gtdn0m+mfhYYe92/wzvpK+Z61Npfd61vpNfxBAoMcEODACCCCAAAIIZFjgoScm28ZNmxI9HDZkqH3kHae2+wvxPonKu95yovXvl/zyeOIgbVQ8mDuvtAkl/Mv/b3/jCfbWo49rY+vyq/z83nzEMalf0ncH9yi/ddtrGvv0Md+3H6PtlsVrfWKD0/77FBs1YmTxitySf+H+gcmPWNO65GQKudX5P7XolT/5Hijc/8SjtmZt8lmNx63Hb3uvoU/+4PeL3zed6c5/Jj9sq5uS59XY0GDHHHqEdXRiHD+/k9/8VhvYf0Di9FpbW+3xZ56y2QuSY2iJxjVU0aexMfWeqqEu9OpTvfeh+1M/Ozp6D0Wd/fLHz7R999grWizKFy5bav9+9OGiutKFO/59t81ZML+0OjduKzv0gNfYp973kcS6rVX4Oe2x865ba9bmej+vWfPmprbZZcedcuf1YfPPgtQGW6n8yLvea+O32y61lVv4sVNXpldWVPvYM1NS30OHDh5q7zzhxA735ehDXp868dDa9evthZkvV3RuNEIAAQQQ6N0CxU9Se/e5cnYIIIAAAggggECGBegaAggggAACCCCAAAIIIIAAAghkX4AeIoAAAggggEAtCEyderctWpT+xfbx4ybZW9/y2XZ3w798vcuuBwe/OFm68eLFs2zatH+XVtfdcmOffjZ4cPIX97sD4oknb7MF819IPdSY0RPtlHd8s11ftt9zzyPKTvqydu3KxPWeN2+arV2/KvX422yznR1wwFtS17VVudNOB9qb33ymDRs6pq1mdbvO7/PlK15N9H+bEdtb3z79i+o3blxrL738WFFdvS8sXTbXnnrqDmtuTv5vtT7xxr77vtk+9IGf2fiUCZjidr7+ve89z/bd543m28XXZbk8oN+giiaV8jitl8+jOXOfNZ9YJn7dJeU+N4t/vXH9+iZ79dXKJmxbtPCl+O7KllesWBhMuFK2QZkVzz57j71SZqKW/v0H2RGHv88OP/y0MlunV/vEM2//76+Yf/aktVizZpk9O71r/87wyGN/thUrF6Yd3rYdu4u999Qf20EHvS11fVTpk0r535fe+MZP2oD+yYn3onZZzyu917PuQP8QQAABBBBAAAEEEECg8wJ/uv1We2l2+pj1rjtNtHM/9ZmKJ6DZd4+97ewPnm7bjhrd6RO7KXdez708I3U/I7fZJnecj7V7AhqfUOSLH/u0jR45KnW/c+bPs3seuj91XaWVvu+vfPJs82NVso1PNvCDL5xrr93vgNxYhWKbhMUXZ820a/56U7jQxs9a9WqjS1266s7/3GtTpk9LnSTX4/dzH/mEvWaf/Ss6B2//5Y9/2vx+qWiDNhrddf+/7dGnp6Sel8fKh09+t30wl9rYRWLVzhN2tG+f/cWy9/HSFcvt7gc7F/eJg/aCisbGRhs5fHgvOJNsnkJbnx1+T3w199lx9Ote367Of/3Tn7PjjzzGGhuKx219Jy3NzfbvRx6wZ16Y7otlk0/UdfeD91m5ycve85YT23UPnf3Bj9mbfMKylHMqexIpK/y8bv/33bZuw/rEWn9+cdQhh9k3z/5SuydtcbM3vf7I1Gcgzc2brJLJyxInVEGFv4e+NHtWast999jLfMKe1JVtVJ76X2+3ww48KPWz8OU5s3LvU/e1sTWrEEAAAQRqRSD5KV8rZ855ItCVAuwbAQQQQAABBBBAAAEEEEAAAQSyL0APEUAAAQQQQAABBBBAAAEEECgjMH36v2zjpvRfLty3wkkVol0fd+zp9oY3nJ765evm5o02Y8bDUdO6yNc0LbNNG5P/A2y/vgNs7z2PNP/Cehxijz0Or2iShvg2ReUKFx5++I+2ZvWSRGtJNnbsrhV92d43PurID9rbT/pq6qQvra2t9uKLD9lzzxf/8uWGDWtt/rznUn9ZvbGxrx18yNvtta89yXdfUTriiNPsXe/8jo0evdNW2/cfMNh23HG/rbbLYoOXX5psrS3NRV2TGkwq/gLJ8uXz7bnniq9Z0UZ1unD/A9fZCy88mBq3/ovYE3d+jX3oAxfZhz54kR32uneZT6rhVJ77stf7+p123D9h7u2ykJpy73ctLZsSXRk2fNvEpFI+UdReex6VaFsvn0fz5z9nPrFMAqCkYtXqxUHclVSnLi5eMjt1gqR449bWFps779l4VbvKDz3yJys3UYu/vx77ho/aO0/5VupnQumBfEIXn9hl3Pi9U++J1tz71bPP3tuhiXJKj9XW8ry50+zRXL/S/h7k240Ysb3919u+ZJ/+1P/am954hvm97vX++b3PPsfZySd/3c4+61o7+OCTrU+ffr4q86ka93rmkeggAggggAAC3SHAMRBAAIEMC/gX4m++8zZb3bQ60UtJdsBe+9h553zDDjvwtYn18YqT3niCnfflr1dlAg7fr5+XT26wak3yvHy9T/Jyzhln25dO/3RFX9b/0DveY9/53Dm2w7hxvnki+YQAf737Dpu9YF5iXXsrth8z1r71mS/ZKSec2Oamr9lnf/vNDy60w19ziDU2NCTarlm7xm79553mFomVJRXepla9SrrSbYs33HaLLVqWHLf3E5g4YUf7Xi5eTsrFtS+XS35f/OLbP7LX7ps+eVC57dqqv/5vf7EFixelNhk8eLB96rQP2g+/cG5Fkzz5+f/s69+zSbvvmTom5BN6/POBf9vkqVNSj1cLldNnPJ+7R9YmTrVPY6MddtDBiUl3jnjt6xJ1iY2p2KqAv+eU++zwjbcbva19++wv2EfftfUJtPfdY2/79XfPsxOPOz435tfXN0+kZ2a8YJf98ZpEfVrF7//8R5syfWrq8wW/hz5x6gfsnI+f2eZnh0+gc/5Xvmmn/fcp1q9v+jmlHbutuj/+/a+5e+2p1PNqbGiwYw893C794U/N31fa2o+vq8Ts2RkvVjR5me+vI8kna/PPztJtGxsa7ISjjwuuqZ9n6fq05U+/78P2ydM+bEMGJScb94mEHnxictpm1CHQNQLsFQEEulQg+a+eLj0cO0cAAQQQQAABBBBAAAEE0gWoRQABBBBAAAEEEEAAAQQQQACB7AvQQwQQQKBWBB559M82Z076Lz0WTarwoZ/bkUe+P//Fa++fTyCw/37HB1++/vzn/mhHHPH+xIQq3m7z5s02a/ZT5hM4+HK9pA3r11hzS/GEH1Hfd5p4kJ356d/be97z/SC53zve/nUbP35S1KTL8hdnPGpPPnWn+YRAaQcp92V7b7v77ofZf73tC/a5z15vb3jDR23AgKFenUiLF79iDzxwXaLeK3yCiaa1K7yYSAP6D7ETjj/L3nnKt/MTeJQ28rg7KheLZ376Kjvu2E/Y4MHbFDVpadlkPvlNUWVuobGhb9nzza3O9J/Zs6fY2vXpX4yJOr55c6vNmzfdfIKgqI68IPDv//zeFi96pVBRUurbt79NzN3Xx59wVjBRxbe/dW+Q+7LX+/r4Jptz74tNa1fGq2q6vH7D2vRfUm/sa4cf/l771BlX2DtO/mYwQY9P5HHssR9L9LdePo98IiOfWCYBUFKxaOFLJTXlF+cveN7WrVtVvkFuzYYNTbl7fFqu1LE/PlHLgw9eb+vRugi6AAAQAElEQVQ3rEndQWPuWvuELGeddXVwnQ899N02ftxe+bb++eETuPj19wld/LMmvzJW8Htj5qyn7N//uSpW23VFj7vnpv879XPDj+p/FxozZmIujk+zD33gZ+b39le/8vfc59S3bP/93hx8Bknypvm0YX2T+WdRviJDhfVVuNczxJHvCgUEEEAAAQQQQAABBBCorsDf7v6H3XbPXeYTUZTuWVIwUcPPvvYd+98LLrbTTjw5WPZ2k3bbwz5yyql27c8usXM/9dnEZBhpY4a+XaXprvv/bTff+X+2cVNyAl7fx+CBA+09bzvJ/vbbq+2n537H3vHmt+bPzdcdd9gR9tVPnm23XHqVnfn+j9g2Q4dZ2qultdXufeh+84kB0tZ3pG7k8G3sK5840/548W/t7A9+zNzK9+MTGvg5X/K98+3ib/3Q9tx51/RJQXLn9J9HH7Y//+PvvllFqZa9KupglRv5hCvX/vVmS5s8wQ/l18rj+obcNTz93e/LX8OdJ+wY3Ae//eGF5veFL0uFsQqPex9v8X10JD3zwnS7+i9/Mp98KG37Pn362puPPMb+9MvLzePotBPfkT83b++Tq3jM+Xn7+Y8fu51XJ5Kf4+PPTq14Qo/EDrqhopJDNK1blxs/25DadJcddrLf/einuev0XfvRF79mf/rV5Xbel79hx+f8Ujegsl0Cf8t9dtx0R/n36KGDh9on3/tBu/3K6+27nzsniFt/b/aD+H1z2oknBzH86++eZwfvd6A1NqR/HX3R0iV21U3Xm19r37aS9D9X/s7mLliQ2rR/v372zrecaDf9+kr71llfNL9nvKGfm99bP/j8V+26/7nEjj30CPNJjHydJ79n/P72ckfTr6++0l6aNTN1c0m2x8Rd7KJvfN/8/vX7ODo338A/R07L3e9+3/+6C8z8GO1J/pn59HPPpj+nyF1Lv6Z+nr/5/k+Cvyv4crR/f3992zFvNI+LW3/3B/tw7u8S7h+tj3I394mEfEKhqI4cAQQQQKC2BdI/7Wu7T5w9AggggEDnBdgDAggggAACCCCAAAIIIIAAAghkX4AeIoAAAggggAACCCCAQBsC//jHJVufVGGnA+y4Yz+e/+K1f/n685+/0U4++WvBl6+HDds29ZfS/bA+YYMfw8v1lObNf85Wr07/n0ol2dCho22vPY8Kkvv16dvPRo6aYN3xuvfey+3pqXdZuS/Hp33Z3q/5ae89z1772pNs+PDtyl7vlStftXvu+Z0tXTY3tSs++c30af8q+0X/Pn362T77HGufPOMKO+fLt9inPnml+cQVnn/5S7fYZz97vR2bi8XRo3dKnENT0wr717//19Y2LU8cu2+/AbnzHpuor4cKN18w//k2u7p27Sp7ccYjbbapgZVddoqLF8+0m//yA1u48KXUX15uz4H9F5QX5N4fXprxcHs269VtlyyZVXbiooaGRtt27C62335vDCbo6T9gsA0YMMQm7vyaRJ/8s8I/MxIrtlT4JD4TM/B5NH/e9FwctW7pVTLzycEWL5mdXFGmZuYrT9ialPe9ePMVKxfatGn/jle1u/z447fa/fdfZz65SrmNg2s08SA74fgz7fTTfxNM1hJ9fhx++GnBxGINDem/yun3xqJFL9ud//iVbdiwttwhql5/y1/Pt6lT/5H7XGrp9L6bcp9Dj03+izU3p38RsdMH6OEdLKnSvd7D3eDwCCCAAAIIIIAAArUvQA/qQOCyP15jdz10n/lELGnd9Qkv/Ivvn//oJ4MvxT9y8+3BZDSffv9HbLeJOycmDfCJMx5+6om0XbWr7tLrrrJb/3lH2QlofGeDBw+2ow45LJgAx7+w7+d2zzV/tvPO+aadcvx/2fZjxibGNX07T/5v48lTn7SfXn6JL3Y4+cQ9zS3F/86VZBMn7GgfPPndgZWf199+d7V96fRP22v3PcD69e2bejy/Bg8/OblD51QrXqkd74FKnzzhptv/Vja+GhsaggmNznjvB/PX0GPM74MD997X/L6In7ZPlPRQ7tq1lJkkP962rbJPOnTVzTdaU1NT2WYD+vcP4ujzHz0jf24eYxd9/XtBzPnkHo0N5ceEZsyaaRddeWm7JvQoezI9vGLugvllz2DYkKF25MGH2puOONp23H689e/Xz0aPHFW2PSvaJ+DvOXc98C8rff+L9iLJfDKutx59nP3wC+eavzd7nEb3kb8XeixbmZdPPHNh7v35wdx9VaZJavUrc2fbL66+3Hz7tAZSeF4nHvdm83vGz8nPzc/x+KPeYEMHF/9HEP5ZMfX552zZiuSzsLT9l6vz8/pZ7r6bmTu/cm0aGxqC9x3/7IjOzc/PJ4Dz+31rZqvWrLb/vekGa69ZufNpq/5/rvxd2cl0fDu/tq/ZZz/zvyv8+rvnmffDk38WfuezXzaPi7GjxpT9jPaJevwYvi8SAggggEC3CXTpgRq6dO/sHAEEEEAAAQQQQAABBBBAAAEEKhSgGQIIIIAAAggggAACCCCAAAIIZF+AHtaSgE+qcPc9vzWfNKTa5+1fUr79zl+aH6Pa+66F/b0y84myE7yUnn9jY18bOqT7fsn4ttt+ao8/fps1N28sPZUOL/v1vuWvF5hPdtLWTu6593J7Zebj5r8gW66dT04wcOBw23bbnW3bsbuY54MGDbeGhsbEJr6fefOm2Q03fsMmT/6rrV2/KtGmb5/+tsOEfRL19VIxZ+4zbV7rpUvn2AsvPFgvHB3qp7+PXX/912zGS491eJKK1taWYPsb//Sd3HtD8ReAopNav36N+WQi0XIt5B47PmlIpefar98gGzZkdKK5G9fD59Hc3PvVxo3rEv2PKtatW2XzF7Q9YVTUNsoXvjqj7Huqv0f6+qhtZ/IHH7ze7r7nMvNJVjqzn9Jt/Rx9UqY//+WHPfJ3hr/eeoF539qaWKf0nOPLfv7Lls612/7+U1uyZE58Vb7c3LzJvE2+ogYL1brXa7DrnDICCLQpwEoEEEAAAQQQQKD6Ak3r1tlPfvtL+8f9/7JykwhUelSfgONPt//dlixbWukmbbbziQeuu/Xmqk+S4ZO8PPjEY/a1C3/U6X0vW7XS/vPoQ522c/t/PfyAfet/zu/wOdWCV5sXvJtX/urqK+2G2/5iGzZu7NSRPZ7++cC/7fmXZ3RqP9HGV9/yJ/vVtVfZspUroqqq5D6mMn3GC0GM+UQYVdlpD+/ksaefNJ/wqtLT8AmpKm1Lu60LfP+XF9mf7/x7p++h+JE8Tl+eM8u+c/GFwXtrfF2lZX9P9vfDV5csqnSTsu18EpRrb73JNpdtUfmKJ5592n7w65/btNx96P1se8v2rfX3i1/84XLzCazat2XHWvt7yK+vudIWLF7YsR20sZVP0OMT9fgx2mjGKgQQQACBGhNg8pkau2CcLgIIIIAAAgh0kwCHQQABBBBAAAEEEEAAAQQQQACB7AvQQwQQQAABBBBAYCsCPlnITX/+gfkEHtX45UKfYMH3ec0159isWVO2cvTsrn7ooRty/X+67IQApT3fZpvtSqu6dPmOO39ht99xsS1fvqBTx/Hr/fLLj9ufbvpurr9bv94bNqy1m3Jtp0//T4cn8YhO2CcKeOyxW+yaa8+xeXOnme978aKZ0ep8Lsm2334PGzVyQr6ungrTp/3bVq9anNrl1pZmmzPnmdR1VBYLrFq92K6//qv29/+7yBYtfqXie9vfV1etWmT3/uuKYHvfT/Gea3/p4Yf/aJX2q0+fvjZyVPq96J8dWf88mjvnWVvbtKLsRV/TtLzdExAtePVF29S8wSxlrxs3rrVZs59KWdOxqsmP/9Vuuvl75sf02O7YXgpbNTdvtMmTb7Grr/1yj0w8E53JPfdeYddc/xWbMeMR83OK6reW++fO1Gf+aX+4+ov2/PMPbK15za+v1r1e8xB0AAEEEEAAAQQQQAABBLpcwCeg+e7FF9rlN15rq5tWd+h4PoHHLXfdbpded1WHti+30W+u+71d+Ltf2bxXF1Q8PlRuX17v/bvsj9fYF3/8ncomefGNtpJuvvPvnZqAwScN+O31f7Cv/+zHnT6nWvDaCme3rv71Nf9rP738Elu0dEmHjhtNGuT76NAOymz05ztvs2/87Dx77uXykyCX2TS12u/Pm++4zc7+3tcsSxM63PLPO+w/jz5sPgFQasdLKkePHFlSw2JnBX52xW/svN9cXJX36PUbNtid9//LPv61L5hP1NKZc/MJaL7xs/PtyWnPdOizw8diX54zy3wSlDVr13bmVIq2feaF6Xb2d88N+ukTthWt7MCCn6f38Zzzv29/u/sfHdhDxzd58MnJ9s2LLrBnX3yuQ8alR/b3U9/nZ77/jU5f/9J9s4wAAggg0PMCTD7T89eAM6hAgCYIIIAAAggggAACCCCAAAIIIJB9AXqIAAIIIIAAAggggAACCCCAQG8U8Ik7rrjyLPvnPy+15cvnd+iX8lpaNgUTgNx00/cyO8FCpdfO2/kX0m+99QKb8dJjFU2yMnjwCN+sW9OTT/6f/e6yj9sjj/zJmppWtOu6+y+Q+gQcPhHHNe2cNMBtbrr5u/aPu37doXhbv361TZlyh/3m0o+aT6Lj+7Mtr1mzn7aNG9dtWSpk22yzne23//GFijoqLV021+bNT/9l26a1K+ylVybXkUbnu+r3zaWXfsxuuOFce3rqXbZ82TzbuGl90f3jkzKtXbvSfGKmv//9Ivv5xafaAw9c3/mD99I9+KQxt99+sS1bOrfIIe10Gxr6WFvvd1n/PPL7cfHi5CRZbuXvqwtfneHFdqXFS2bZhvVrUrdZs2aZ+YQ3qSs7WOkTy1122Rl2+x2/sEWLXsl9xrW2e0+bNm0wn+jl91d/IdhP/H283Tur0gYee9ddf65ddvkn7f4HrrMFC14w/7zx+zk6hF8jP9eFC1+y+++/1n7zm4/YLbf8uOLJl6L91GpezXu9Vg04bwQQQAABBEoFWEYAAQQQ6FqB/73pevv8D79j9z7ygPkkAJUczf/tNmf+fPPJB3wSgkq2aW+b2/9zj33wy2fZb2+42hYsXrjV8ZC0/Tc1NZnv531fONO8n2ltOlPnff/KBd9v12QhPumPn9OHz/mM/eEvN3bm8EXb+j57u1fRCffwwq1332mnf+0Ldts9d1U8+ZLH/dLly+1XV19ZlUmD0gh88g2PjQsvv8Remj2z4glW4vvy+/jBJx6zM79zrvl+PObi67NQ9ol/brvnH7kx401b7c7ggYPswL333Wo7GrRPIHrP+X3ufawj79Eep/65c9Z3v2bf+flPOj0JV3T2PtHLp751jv3iD1e0a3IcP59qTYITnUs89/vQ+/m5H3zTfLIVP158fSVln3DJ3xd+/JuLzfvofa1ku2q38eN+7NwvtNs4fh7NzZvM9/ONn/3YvvDDb3V4MrD4PilnQ4BeIIBAtgSYfCZb15PeIIAAAggggAACCCBQLQH2gwACCCCAAAIIIIAAAgggB6TLGAAAEABJREFUgAAC2ReghwgggEDmBX5z6Uft+z84NpH+dtuF1t7XQw/faL/81fvtyivPtMce+0swYYVPoOBfEvdfXo7vr7l5o61pWm6z50y1/9x3tf3yl++3K/73LHvu+fvizSoq/+tfV9qPfnx8og//8/N328xXnqhoH+UaXX3NlxL7dS+vL7dNtepXrV4cTMRz660/CSahcMv4l9h9wh5vM23av+zuuy+t1mHbtR//Ev2d/7jEfnbRO+yWv/4ouH7Lly+w0sk0/Pp72yVLZwcTbvzh6i+aT8DhE3G064Cxxo8++pcg3qLjukXacb3Oz8lj6y+3/NB+cuFJduvfLkj9sv/kybfY+Re8LXHNPb48zmKHLyo+PfUfdsFP/iuxXTVi0I/rx/e4iye/d4tOogcWXn11RqfvMT/tcn2sxK+cvV8PX+f772jy98G4eVSuhr1PwuCTTvzy1x+w889/q/3gh8fl4+eHP3qT/fRnJ5tPzPTEk7clTr+hoSFR5xXr1zd51q3JLSKXeO527TmR559/wC674pN23/3XmE/M4e8X/r7h+/DcJ4XySVcezn3OPProzV7dZuqpz6M2T6pKK2+48Zv5WImbewzd+reftPso/jnp91p8X1H515d8yHzCm3bvtIIN/P320t9+zH77u9PN3899kiv/nPO/H8Q3D67/pvXBe7ZPyPSPuy6xi/7nFPOJXnzCl3jbSsv+3uDvEVE/o9zrfF2l+0lr53F6zz2XmU9C4583fj9H+/dr5Mf47e8+bvfce3nQp/g+GhobTVK8Kii7yfoNa4JyWz+qdT+WHsNN/LyjfkS51/m60vZtLVf7Xm/rWB1YxyYIIIAAAggggAACCNSNwNnf+5od+s63JpLXbw3B23R027b2PXnqFDvxEx9InNMRp54UTNLS1rZtrfMvgJ/7kx/auz/zcbvqz3+0515+0dasXVM08cWm5k22bMUKe+Spx+38S39h7/rM6cHELtF+f3TJz6t+Xv5lfZ805uRPfSSYSMMnDJkx85VgshA/n+jYnvuX8teuX2fzFr5q9z32cDAxznEfepd99+ILu/RL7Q9Pedx8spBzL/xhMKHAspxR/NyaW1psxepV9vRz04NJS977uTO67Jx62ssnCvJYLI19j1mPXb9OHU1dcU8tWrrEfvDri+ztn/yw/fyqy4Jr5NfKr1l0nl72Or9+F//+8tw9crpd/7c/R6uD+y6tz34/5Bt1oHDzHbfZ+77waXt/Lt34f7fatBkvBHG0YePGor35mNC6DeuDGH/0qSeDfrzt9NPsCz/6tvl9XdS4woX/+/fddtwHTkncz8d94BTzdRXuJrWZu5TGhy+/93OfTG1frtJj3SfgOOf879m/HnkweG8qve/8XvRJPn51zZU2Zfoz5XbV6Xo3cRvvRzx5na/ryAF8O98+vj8vd+Ze6or706/Db669yvw9+ou5mPMJaWbOm2NNa9cWfX54nPpkK35N/DPkgt/92jxO/XOno3G6Ndfrbr3ZTjnrY+bvzR4jfr/H7x8/Jz//V+bONr/fPvKVzxZNguPvWe7t7vHU3lgtPU+fYMonW/H++/uO37d+bn4f+znF2/v5+vuP3//+PuDvB/6+4J+F8XaVlsv1yd/DPD4q3U/ULjL+2Lmft5tu/1v+fcqvdVpf/Po/9dyzduWfrrN3nPkxO/1rXwzu32h/5AgggAAC2RNoyF6X6BECCCCQRQH6hAACCCCAAAIIIIAAAggggAAC2ReghwgggAACCCCAAAIIIFALAv4F8tvv+IVdccWngwkUzjv/LUUTK/iXln983gl20UWn2FVXfdZ84gmfOMR4pQr4F7t9EgqfjCL+JXafkOTnP3+P3XTz98wnsrAefk2derfdeOO37Ze/el9iMo3oC/eXXPJh8wk3Zs2aUrWzjY7rFqWTePhxvc7Pyc/N21btwHWyo/79B9m2Y3dJTIjgkyHMmv10Fymw27YEhg3bNnV1c/OG1PpaqdywYW3weeATc/ikFn7/+ueF5z4plE+scdc/LzWf3KPSPvF5VKlUz7Xz63nHnYW/M/jfD/y6Rym4/ue/1fw93j8LH374T+ax0nNn3HVH3mab7a2xsU/iAK2tzcGkbokVNVrh18//7lfNe71GKThtBBBAAAEEEEAAAYMAge4T8C/A+0QCHz7ns/bGD77bDn/3f+UnoDjy1JPsraefZp/9/jftln/e0X0nteVI/oV9n7ji/V860970ofeYn098QgA/12Pff4qdcuZH7cvnf6/bz9EnN/AJBdwofm5HvOdEO+Ejp9onvvFFu/qWPwWThGzpUpdmvd2rSzvfzp37BBQ+oYxfI79Wfs2i2PKy1/k6b+Nt27n7TjX3iTF+dsVv7KNf/VwQR0ef9vb8PenneNi73mZveN877L/P+KB95vtfDybG6e5z7FQHO7nxw1Met6/+5AfBe1Ppfef3ot+Td/7n3k4ehc0rEfCJfnyyr1M/e4Yd98F3Fn1+eJwe876Tg+v02dxnyJ/vvM26K079vdljxO+R+P3j5+QT/PhkMj+57Nfm91ol/axWG++/v6d8Jnff+rn5fezn5Pd1lPx8/f3H739/H+juc6y0rz45zoWXX5J/n/JrndYXvyfP+MaXg0m7/O8ble6fdggggEB9CWSrtw3Z6g69QQABBBBAAAEEEEAAAQQQQKBKAuwGAQQQQAABBBBAAAEEEEAAAQSyL0APEUAAAQTqWmCvvY6y4SmTnaxcudCef+6+urbpqc736dM/9dArVryaWk8lAgjUhkDfvv1NSv666vr1a2zmK0/URic4SwQQqG0Bzh4BBBBAAAEEEEAAAQQQQAABBLIvQA8RQAABBBBAoFMCyad5ndodGyOAAAIIIIAAAl0jwF4RQAABBBBAAAEEEEAAAQQQQCD7AvQQAQQQQAABBBBAAAEEEOhOgZ12PMD69RtUdMjNmzfbggUv2NJlc4vqWQgF3vCGj9lXv/J3+/KXbrEzPvE7e8fJ37RDD323Tdz5NWGDTvwcP24vGzp0dGIPLS2brKlpWaKeitoV4Mx7n4Dfw5/77A25+/s2O+usq+209/7Yjj3247b3Xkdb//7F75MdOftRI8ZbQ0NjYtOmpuWJOioQQAABBBBAAAEEEEAAAQSyIUAvEEAAAQQQQAABBBBAAAEEakuAyWdq63r1lrPlPBBAAAEEEEAAAQQQQAABBBBAIPsC9BABBBBAAAEEEEAAAQQQQAABBLIvQA8RqFsBn0xh3Pi9TFKRwYYNa+zFGQ8V1bFQEPCJItTQYIMGDbftttvd9tvvjXbC8WfayW8/13bccb9Cww6Udpp4kA0ZMiKxZUtLsy1bPj9RTwUCCFRPYPXKRdaau9f69x9so0ZOsN13f70ddeT77ZRTfIKpd3XqQD6x1LZjd0vdx8qVC1PrqUQAAQQQQACBqguwQwQQQAABBBBAAAEEEEAAAQQQyL4APUQAAQQ6JdDQqa3ZGAEEEEAAAQQQQAABBLpJgMMggAACCCCAAAIIIIAAAggggED2BeghAggggAACCCCAQHcJ7Lff8bbN8O0Sh1u8eLZNnXp3op6KUGD9+lW2uaUlXIj97N9vkI0YMS5W0/7iHru/3vr06ZfYcO3aVbZ40SuJeioQQKB6AkuXzbVNzRsTO2xo6JP6Xplo2EbFXnsdbcOGjkq0aM4db/GS2Yn6+qiglwgggAACCCCAAAIIIIAAAgggkH0BeogAAggggAACCCCAQG0JNNTW6XK2CCCAQC8R4DQQQAABBBBAAAEEEEAAAQQQQCD7AvQQAQQQQAABBBBAAAEEEEAAAQQyK7D3XkdZv34DzWI9bG1pttmzn47VUCwVWLlykW3YtLa0Omc5yHbf7bBEfaUVxxzzERs3bs/U5osXv2Lz5j+Xuo5KBBConsDqNUsSO5NkO+6wn40ZMzGxrpKKiTu/xvbb743W0Ngn0bypaZnNmv1Uop4KBBBAAAEEEEAAAQS6RICdIoAAAggggAACCCCAAAIIIIBA9gXoYacEmHymU3xsjAACCCCAAAIIIIAAAggg0F0CHAcBBBBAAAEEEEAAAQQQQAABBLIvQA8RQAABBBDoDoFjj/247bDDvolDrVjxqj099R+JeioKArNnT7UVy18tVGwpSbJddj3YXvvak7bUVJ75Nq875B3Wp0+/xEYbN66zF2c8kqinAgEEqi/w6oIZ5pNwle55mxHj7IjD31tavdVln7DmhDefaUOHjkm03bx5s82Z86zNmzstsY4KBBCoDwF6iQACCCCAAAIIIIAAAggggAAC2ReghwgggAACCCBQWwJMPlNb14uzRQABBBBAoLcIcB4IIIAAAggggAACCCCAAAIIIJB9AXqIAAIIIIAAAggggAACCNSkwLChY6x//0GJc/f6t590rr3+sHcnJjrZvLnVXpn5hC1ePDOxHRXFAjNeesSamzcWV+aWBvQfYm964yftLSd8NtU/16Toj18jb+vbDBw4rGidL2z2ySnmPmOTJ9/ii6SuE2DPCAQCz71wv61esyQox380NDTYvvu+2T70gZ/Z+AmT4qvKlg866G323lN/bGPH7mqSEu1Wr15sT0z5v0Q9FQgggAACCCCAAAIIIIAAAl0mwI4RQAABBBBAAAEEEEAAAQQQaFOAyWfa5KmVlZwnAggggAACCCCAAAIIIIAAAghkX4AeIoAAAggggAACCCCAAAIIIIBA9gXoIQIIVENgl10Pts9/9kY758u32Kc+eaV96owr7DNnX2ef+cy1dsABJyQmnvFjrli5yKY8facXSVsReOyxv9iixa+ktvIJZQ455GQ7+6xr7V3v/I75BBQ+6U/UePy4vezQQ99t733PD82vibf1baL18dwnwXj0kZviVZQRQKALBebNnWYvvPCQtba2Jo7iE9BM3Pk19qEPXGQf+tDP7cgj329+P0cN/T7ff7/j7b9PPMfOOutq+6+3fclGjNg+Wl2U++RVTz19l8185YmiehYQQAABBBCoLwF6iwACCCCAAAIIIIAAAggggAAC2ReghwgggEBtCTD5TG1dL84WAQQQQAABBBBAoLcIcB4IIIAAAggggAACCCCAAAIIIJB9AXqIAAIIIIAAAgggUJMCGzeutdbNLTZw4HDbdtudbduxuwSTIDQ29k3tj0+E8Mwzd5tPvJDagMoigQ0b1tq//3WlrVq9uKg+WpBkgwdvY5MmvSGYiOLzn7/Rvv2te4N0+um/sROOP9P22PMIGzRouEmKNivK161bZffdd429OOPRonoWEECgawXuufdymznzSdu8eXPqgfr27W8TdzrAjjv24+b3c3Rv+31+8slfCyacGjVygvlkNWk7aG1tsWefvcfuzR0nbX2P1XFgBBBAAAEEEEAAAQQQQAABBBDIvgA9RAABBBBAAAEEEEAAgTYFmHymTR5WIoBArQhwnggggAACCCCAAAIIIIAAAgggkH0BeogAAggggAACCCCAABcJrFgAABAASURBVAIIIIAAAtkXqEYP16xZZpuaN1S0K59gYfbsqfbgg9dV1J5GoYBPCvOvf/2vNTWtCCuq+NMntbnzzl/Z44/fWsW9sisEEKhEwCeXuvMfv7IF858rOwFNJftJa+MTfU2efKv99dYL0lZThwACCCCAAAIIIFBnAnQXAQQQQAABBBBAAAEEEEAAAQSyL0APa0uAyWdq63pxtggggAACCCCAAAIIIIBAbxHgPBBAAAEEEEAAAQQQQAABBBBAIPsC9BABBBBAAIGaFPDJZDasb9rqufvEMz7Bgk+04BMubHUDGhQJTJlyu9108/dswasvVmWSitbWFnv55cftTzd9156eelfRsVhAAIHuE1i8eKZdfe2X7Zln7zafMKazR/b32uXL59vtd1xsd9z5i87uju0RQKBrBNgrAggggAACCCCAAAIIIIAAAghkX4AeIoAAAggggAACbQow+UybPKxEAAEEEECgVgQ4TwQQQAABBBBAAAEEEEAAAQQQyL4APUQAAQQQQAABBBBAAAEEEKhUoKlpeZtNfaKTGS89Zjf+6TvmEy202ZiVZQVmzZpil112hv3zn5eaTy7hk0yUbVxmRUvLJps3/zm79daf2DXXftnmzZ1WpmW9VNNPBHpewCfk+stffmR//OM3beasp8zv0/aelb8frFz5qj3wwHX2u8s+YU8++X/t3QXtEUAAAQQQQAABBBBAAIEMC9A1BBBAAAEEEEAAAQQQQAABBHqXQEPvOp2MnA3dQAABBBBAAAEEEEAAAQQQQACB7AvQQwQQQAABBBBAAAEEEEAAAQQQyL4APUQAgZoVeOWVx23Bghdsw/om8wkQvCOtra22bt1Ke+nlx+ymm75n11//VVu1erGvInVS4KGHb7Rf/ur9duWVZ9pjj/0lmExm7dqV1ty8sWjPfi02bdpga5qW2+w5U+2++6+23112hl1xxaft6an/MF4IINC7BPz98g9/+Lz98pfvt3/e/Tt7+eXHg/fNjZvW599bozP2CWrWr19tixa+HEw0c8MN59rFvzjN7rn3cvPJbKJ25AgggAACCPRKAU4KAQQQQAABBDIj8NsbrrYjTj3JDn3nW4vSiZ/4gE2eOiUz/aQjCCCAAAIIINABATZBAAEEEGhTgMln2uRhJQIIIIAAAggggECtCHCeCCCAAAIIIIAAAggggAACCCCQfQF6iAACCCCAAAIIIIBApQL33X+tXXb5J+2CC0+0H/zwOPv+D461H/7ojXbhT0+2a6/9ij33/H2V7op27RCYN/85u/2OXwSTyfz0Zyfbj887IbB3f09+Lc47/y120UWn2FVXfdbuvfdKW7x4ZjuOQFMEEOgJAZ+o68EHr7drrv2y/fzn77Hzz39r/r3V721PP/rx8faTC0+yS393uv3ttgvtxRmPdvhU2RABBBBAAAEEEEAAAQQQQAABBLIvQA8RQAABBBBAAAEEEECgdwk09K7T4WwQQCAjAnQDAQQQQAABBBBAAAEEEEAAAQSyL0APEUAAAQQQQAABBBBAAAEEEEAg+wL0EAEEEEAAAQQQQAABBBBAAAEEsi9ADxFAAAEEEEAAAQQQQAABBBBAIPsC9BCBNgWYfKZNHlYigAACCCCAAAIIIIAAArUiwHkigAACCCCAAAIIIIAAAggggED2BeghAggggAACCCCAAAIIIIAAAghkX4AeIoAAAggggAACCCCAAAIIIIBA9gXoIQIIIIAAAggg0LsEmHymd10PzgYBBBBAICsC9AMBBBBAAAEEEEAAAQQQQAABBLIvQA8RQAABBBBAAAEEEEAAAQQQQCD7AvQQAQQQQAABBBBAAAEEEEAAAQSyL0APEUAAAQQQQAABBBBAAAEEEKhzgbqYfKbOrzHdRwABBBBAAAEEEEAAAQQQQKAuBOgkAggggAACCCCAAAIIIIAAAghkX4AeIoAAAggggAACCCCAAAIIIIBA9gXoIQIIIIAAAggggAACCCCAAAIIZF+AHiKAAAII9C4BJp/pXdeDs0EAAQQQQAABBLIiQD8QQAABBBBAAAEEEEAAAQQQQCD7AvQQAQQQQAABBBBAAAEEEEAAAQSyL0APEUAAAQQQQAABBBBAAAEEEEAg+wL0EAEEEEAAAQQQQAABBOpcgMln6jwA6H69CNBPBBBAAAEEEEAAAQQQQAABBBDIvgA9RAABBBBAAAEEEEAAAQQQQACB7AvQQwQQQAABBBBAAAEEEEAAAQQQyL4APUQAAQQQQAABBBBAAAEEEEAAgewL0EMEepcAk8/0ruvB2SCAAAIIIIAAAggggEBWBOgHAggggAACCCCAAAIIIIAAAghkX4AeIoAAAggggAACCCCAAAIIIIBA9gXoIQIIIIAAAggggAACCCCAAAIIZF+AHiKAAAIIIIAAAnUuwOQzdR4AdB8BBBCoFwH6iQACCCCAAAIIIIAAAggggAAC2ReghwgggAACCCCAAAIIIIAAAgggkH0BeogAAggggAACCCCAAAIIIIAAAtkXoIcIIIAAAggggAACCCCAAAIIINC9Aj0x+Uz39pCjIYAAAggggAACCCCAAAIIIIBATwhwTAQQQAABBBBAAAEEEEAAAQQQyL4APUQAAQQQQAABBBBAAAEEEEAAgewL0EMEEEAAAQQQQAABBBBAAAEEEMi+AD1EAAEEEKhzASafqfMAoPsIIIAAAgggUC8C9BMBBBBAAAEEEEAAAQQQQAABBLIvQA8RQAABBBBAAAEEEEAAAQQQQCD7AvQQAQQQQAABBBBAAAEEEEAAAQSyL0APEUAAAQQQQAABBBBAAIHuFWDyme715mgIhAL8RAABBBBAAAEEEEAAAQQQQACB7AvQQwQQQAABBBBAAAEEEEAAAQQQyL4APUQAAQQQQAABBBBAAAEEEEAAgewL0EMEEEAAAQQQQAABBBBAAAEEEMi+AD1EoM4FmHymzgOA7iOAAAIIIIAAAgggUC8C9BMBBBBAAAEEEEAAAQQQQAABBLIvQA8RQAABBBBAAAEEEEAAAQQQQCD7AvQQAQQQQAABBBBAAAEEEEAAAQSyL0APEUAAAQQQQAABBLpXgMlnuteboyGAAAIIhAL8RAABBBBAAAEEEEAAAQQQQACB7AvQQwQQQAABBBBAAAEEEEAAAQQQyL4APUQAAQQQQAABBBBAAAEEEEAAgewL0EMEEEAAAQQQQAABBBBAAAEEEMi4QINZxntI9xBAAAEEEEAAAQQQQAABBBBAwMxAQAABBBBAAAEEEEAAAQQQQACB7AvQQwQQQAABBBBAAAEEEEAAAQQQyL4APUQAAQQQQAABBBBAAAEEEEAAgewL0EMEEEAAAQS6V6Chew/H0RBAAAEEEEAAAQQCAX4ggAACCCCAAAIIIIAAAggggED2BeghAggggAACCCCAAAIIIIAAAghkX4AeIoAAAggggAACCCCAAAIIIIBA9gXoIQIIIIAAAggggAACCCCQcQEmn8n4BaZ7lQnQCgEEEEAAAQQQQAABBBBAAAEEsi9ADxFAAAEEEEAAAQQQQAABBBBAIPsC9BABBBBAAAEEEEAAAQQQQAABBLIvQA8RQAABBBBAAAEEEEAAAQQQQCD7AvQQAQS6V4DJZ7rXm6MhgAACCCCAAAIIIIBAKMBPBBBAAAEEEEAAAQQQQAABBBDIvgA9RAABBBBAAAEEEEAAAQQQQACB7AvQQwQQQAABBBBAAAEEEEAAAQQQyL4APUQAAQQQQAABBBDIuACTz2T8AtM9BBBAoDIBWiGAAAIIIIAAAggggAACCCCAQPYF6CECCCCAAAIIIIAAAggggAACCGRfgB4igAACCCCAAAIIIIAAAggggED2BeghAggggAACCCCAAAIIIIAAAghkX6B7e8jkM93rzdEQQAABBBBAAAEEEEAAAQQQCAX4iQACCCCAAAIIIIAAAggggAAC2ReghwgggAACCCCAAAIIIIAAAgggkH0BeogAAggggAACCCCAAAIIIIAAAtkXoIcIIIAAAghkXIDJZzJ+gekeAggggAACCFQmQCsEEEAAAQQQQAABBBBAAAEEEMi+AD1EAAEEEEAAAQQQQAABBBBAAIHsC9BDBBBAAAEEEEAAAQQQQAABBBDIvgA9RAABBBBAAAEEEEAAAQQQqK4Ak89U15O9VUeAvSCAAAIIIIAAAggggAACCCCAQPYF6CECCCCAAAIIIIAAAggggAACCGRfgB4igAACCCCAAAIIIIAAAggggED2BeghAggggAACCCCAAAIIIIAAAghkX4AeIoBAxgWYfCbjF5juIYAAAggggAACCCBQmQCtEEAAAQQQQAABBBBAAAEEEEAg+wL0EAEEEEAAAQQQQAABBBBAAAEEsi9ADxFAAAEEEEAAAQQQQAABBBBAIPsC9BABBBBAAAEEEEAAgeoKMPlMdT3ZGwIIIFAdAfaCAAIIIIAAAggggAACCCCAAALZF6CHCCCAAAIIIIAAAggggAACCCCQfQF6iAACCCCAAAIIIIAAAggggAAC2ReghwgggAACCCCAAAIIIIAAAgggkH2BjPeQyWcyfoHpHgIIIIAAAggggAACCCCAQGUCtEIAAQQQQAABBBBAAAEEEEAAgewL0EMEEEAAAQQQQAABBBBAAAEEEMi+AD1EAAEEEEAAAQQQQAABBBBAAIHsC9BDBBBAAAEEEKiuAJPPVNeTvSGAAAIIIIBAdQTYCwIIIIAAAggggAACCCCAAAIIZF+AHiKAAAIIIIAAAggggAACCCCAQPYF6CECCCCAAAIIIIAAAggggAACCGRfgB4igAACCCCAAAIIIIAAAgjUuACTz9T4Beye0+coCCCAAAIIIIAAAggggAACCCCQfQF6iAACCCCAAAIIIIAAAggggAAC2ReghwgggAACCCCAAAIIIIAAAgggkH0BeogAAggggAACCCCAAAIIIIAAAtkXoIcIIIBAdQWYfKa6nuwNAQQQQAABBBBAAIHqCLAXBBBAAAEEEEAAAQQQQAABBBDIvgA9RAABBBBAAAEEEEAAAQQQQACB7AvQQwQQQAABBBBAAAEEEEAAAQQQyL4APUQAAQQQQAABBBBAoMYFmHymxi8gp48AAt0jwFEQQAABBBBAAAEEEEAAAQQQQCD7AvQQAQQQQAABBBBAAAEEEEAAAQSyL0APEUAAAQQQQAABBBBAAAEEEEAg+wL0EAEEEEAAAQQQQAABBBBAAAEEsi9AD6srwOQz1fVkbwgggAACCCCAAAIIIIAAAtURYC8IIIAAAggggAACCCCAAAIIIJB9AXqIAAIIIIAAAggggAACCCCAAALZF6CHCCCAAAIIIIAAAggggAACCCCQfQF6iAACCCCAAAI1LsDkMzV+ATl9BBBAAAEEukeAoyCAAAIIIIAAAggggAACCCCAQPYF6CECCCCAAAIIIIAAAggggAACCGRfgB4igAACCCCAAAIIIIAAAggggED2BeghAggggABhgxKwAAAQAElEQVQCCCCAAAIIIIAAAu0TYPKZ9nn1jtacBQIIIIAAAggggAACCCCAAAIIZF+AHiKAAAIIIIAAAggggAACCCCAQPYF6CECCCCAAAIIIIAAAggggAACCGRfgB4igAACCCCAAAIIIIAAAggggED2BeghAgggUOMCTD5T4xeQ00cAAQQQQAABBBDoHgGOggACCCCAAAIIIIAAAggggAAC2ReghwgggAACCCCAAAIIIIAAAgggkH0BeogAAggggAACCCCAAAIIIIAAAtkXoIcIIIAAAggggAACCCDQPgEmn2mfF60RQKB3CHAWCCCAAAIIIIAAAggggAACCCCQfQF6iAACCCCAAAIIIIAAAggggAAC2ReghwgggAACCCCAAAIIIIAAAgggkH0BeogAAggggAACCCCAAAIIIIAAAtkXoIc1LsDkMzV+ATl9BBBAAAEEEEAAAQQQQKB7BDgKAggggAACCCCAAAIIIIAAAghkX4AeIoAAAggggAACCCCAAAIIIIBA9gXoIQIIIIAAAggggAACCCCAAAIIZF+AHiKAAAIIIIAAAu0TYPKZ9nnRGgEEEEAAgd4hwFkggAACCCCAAAIIIIAAAggggED2BeghAggggAACCCCAAAIIIIAAAghkX4AeIoAAAggggAACCCCAAAIIIIBA9gXoIQIIIIAAAggggAACCCCAAAK9XIDJZ6pwgdgFAggggAACCCCAAAIIIIAAAghkX4AeIoAAAggggAACCCCAAAIIIIBA9gXoIQIIIIAAAggggAACCCCAAAIIZF+AHiKAAAIIIIAAAggggAACCCCAQPYF6CECCCCAQPsEmHymfV60RgABBBBAAAEEEOgdApwFAggggAACCCCAAAIIIIAAAghkX4AeIoAAAggggAACCCCAAAIIIIBA9gXoIQIIIIAAAggggAACCCCAAAIIZF+AHiKAAAIIIIAAAggggEAvF2DymV5+gTg9BGpDgLNEAAEEEEAAAQQQQAABBBBAAIHsC9BDBBBAAAEEEEAAAQQQQAABBBDIvgA9RAABBBBAAAEEEEAAAQQQQACB7AvQQwQQQAABBBBAAAEEEEAAAQQQyL4APUSgfQJMPtM+L1ojgAACCCCAAAIIIIAAAr1DgLNAAAEEEEAAAQQQQAABBBBAAIHsC9BDBBBAAAEEEEAAAQQQQAABBBDIvgA9RAABBBBAAAEEEEAAAQQQQACB7AvQQwQQQAABBBBAoJcLMPlML79AnB4CCCCAQG0IcJYIIIAAAggggAACCCCAAAIIIJB9AXqIAAIIIIAAAggggAACCCCAAALZF6CHCCCAAAIIIIAAAggggAACCCCQfQF6iAACCCCAAAIIIIAAAggggAACxQJZnHymuIcsIYAAAggggAACCCCAAAIIIIBAFgXoEwIIIIAAAggggAACCCCAAAIIZF+AHiKAAAIIIIAAAggggAACCCCAQPYF6CECCCCAAAIIIIAAAggggAACCGRfgB4igAACCPRyASaf6eUXiNNDAAEEEEAAAQRqQ4CzRAABBBBAAAEEEEAAAQQQQACB7AvQQwQQQAABBBBAAAEEEEAAAQQQyL4APUQAAQQQQAABBBBAAAEEEEAAgewL0EMEEEAAAQQQQAABBBBAoFiAyWeKPVhCIBsC9AIBBBBAAAEEEEAAAQQQQAABBLIvQA8RQAABBBBAAAEEEEAAAQQQQCD7AvQQAQQQQAABBBBAAAEEEEAAAQSyL0APEUAAAQQQQAABBBBAAAEEEEAg+wL0EIFeLsDkM738AnF6CCCAAAIIIIAAAgggUBsCnCUCCCCAAAIIIIAAAggggAACCGRfgB4igAACCCCAAAIIIIAAAggggED2BeghAggggAACCCCAAAIIIIAAAghkX4AeIoAAAggggAACCBQLMPlMsQdLCCCAAALZEKAXCCCAAAIIIIAAAggggAACCCCQfQF6iAACCCCAAAIIIIAAAggggAAC2ReghwgggAACCCCAAAIIIIAAAgggkH0BeogAAggggAACCCCAAAIIIIAAAj0s0A2Tz/RwDzk8AggggAACCCCAAAIIIIAAAgh0gwCHQAABBBBAAAEEEEAAAQQQQACB7AvQQwQQQAABBBBAAAEEEEAAAQQQyL4APUQAAQQQQAABBBBAAAEEEEAAgewL0EMEEEAAAQSKBZh8ptiDJQQQQAABBBBAIBsC9AIBBBBAAAEEEEAAAQQQQAABBLIvQA8RQAABBBBAAAEEEEAAAQQQQCD7AvQQAQQQQAABBBBAAAEEEEAAAQSyL0APEUAAAQQQQAABBBBAAIEeFmDymR6+ABy+PgToJQIIIIAAAggggAACCCCAAAIIZF+AHiKAAAIIIIAAAggggAACCCCAQPYF6CECCCCAAAIIIIAAAggggAACCGRfgB4igAACCCCAAAIIIIAAAggggED2BeghAggUCzD5TLEHSwgggAACCCCAAAIIIJANAXqBAAIIIIAAAggggAACCCCAAALZF6CHCCCAAAIIIIAAAggggAACCCCQfQF6iAACCCCAAAIIIIAAAggggAAC2ReghwgggAACCCCAAAI9LMDkMz18ATg8AgggUB8C9BIBBBBAAAEEEEAAAQQQQAABBLIvQA8RQAABBBBAAAEEEEAAAQQQQCD7AvQQAQQQQAABBBBAAAEEEEAAAQSyL0APEUAAAQQQQAABBBBAAAEEEEAg+wLFPWTymWIPlhBAAAEEEEAAAQQQQAABBBDIhgC9QAABBBBAAAEEEEAAAQQQQACB7AvQQwQQQAABBBBAAAEEEEAAAQQQyL4APUQAAQQQQAABBBBAAAEEEEAAgewL0EMEEEAAAQR6WIDJZ3r4AnB4BBBAAAEEEKgPAXqJAAIIIIAAAggggAACCCCAAALZF6CHCCCAAAIIIIAAAggggAACCCCQfQF6iAACCCCAAAIIIIAAAggggAAC2ReghwgggAACCCCAAAIIIIBAvQkw+Uy9XXH66wIkBBBAAAEEEEAAAQQQQAABBBDIvgA9RAABBBBAAAEEEEAAAQQQQACB7AvQQwQQQAABBBBAAAEEEEAAAQQQyL4APUQAAQQQQAABBBBAAAEEEEAAgewL0EMEEOhhASaf6eELwOERQAABBBBAAAEEEKgPAXqJAAIIIIAAAggggAACCCCAAALZF6CHCCCAAAIIIIAAAggggAACCCCQfQF6iAACCCCAAAIIIIAAAggggAAC2ReghwgggAACCCCAAAL1JsDkM/V2xekvAggg4AIkBBBAAAEEEEAAAQQQQAABBBDIvgA9RAABBBBAAAEEEEAAAQQQQACB7AvQQwQQQAABBBBAAAEEEEAAAQQQyL4APUQAAQQQQAABBBBAAAEEEEAAgewL9HAPmXymhy8Ah0cAAQQQQAABBBBAAAEEEKgPAXqJAAIIIIAAAggggAACCCCAAALZF6CHCCCAAAIIIIAAAggggAACCCCQfQF6iAACCCCAAAIIIIAAAggggAAC2ReghwgggAACCNSbAJPP1NsVp78IIIAAAggg4AIkBBBAAAEEEEAAAQQQQAABBBDIvgA9RAABBBBAAAEEEEAAAQQQQACB7AvQQwQQQAABBBBAAAEEEEAAAQQQyL4APUQAAQQQQAABBBBAAIEaFpBUw2dfP6fO5DP1c617cU85NQQQQAABBBBAAAEEEEAAAQQQyL4APUQAAQQQQAABBBBAAAEEEEAAgewL0EMEEEAAAQQQQAABBBBAoDYENm/ebJKC5GVPtXHmnCUCvUGAc0AAAQQQQAABBBBAAAEEEEAAgewL0EMEqiMgyRh/rY5lV++FyWe6Wpj9I4AAAggggAACCCDQGwU4JwQQQAABBBBAAAEEEEAAAQQQyL4APUQAAQQQQAABBBBAAAEEEEAAgewL0EMEEOiQgBR+4cG/9CCFk9BEO5IUFfNfivB2+UoKCCDQIwLchz3CzkERQAABBBBAoLcIcB4IIIAAAggggECNCsTHdKRwXNa7IoXjsNH6KPd1pJ4RYPKZnnHnqAgggECRAAsIIIAAAggggAACCCCAAAIIIJB9AXqIAAIIIIAAAtkTiB54S4WH4tnrJT1CAAEEEEAAgfYI0BYBBBBAAAEEEECgdgWk8MsOUQ8kmRSmqI4cAQR6TkBSzx2cIyNQIsAiAggggAACCCCAAAIIIIAAAghsXUBSfoxVUrCBpKAu/rt3UlgXNOhFP+rtVJh8pt6uOP1FAAEEEEAAAQQQQAABBBBwARICCCCAAAIIIIAAAggggAACVRGQmHimKpBdsxP2igACCCCAAAIIIIAAAggggAAC2Rfosh5GX36I8i47EDtGAAEEEEAAAQQQQAABBBBAAIGtCbAeAQQQQKAGBUrHVkuXJQW9Kq0PKvnR7QJMPtPt5BwQAQQQQAABBJIC1CCAAAIIIIAAAggggAACCCCAQPYF6CECCCCQDQEedGfjOtILBBBAAAEEEEAAga4SYL8IIIAAAgjUjoAkkxScsI/5eJLC5aAy5YfU9vqUTahCAIFOCPh96ZtHuZdJCCCAAAK9QYBzQAABBBBAAAEEEEAAAQQqE5DC/9ytdHxHCuvje4m3iZfjbSh3nQCTz3Sdbe3umTNHAAEEEEAAAQQQQAABBBBAAIHsC9BDBBBAAAEEEEAAAQQQ6JCAFH7BSFL+y0kd2hEbIYAAAt0hwDEQQAABBBBAAAEEEEAAAQTaFIi+wCAlx3ok5beVwi9CxNvnV1JAoKcFMnh8KbznpPA+lMI8ugcz2GW6hAACCCCAAAIIIIAAAggggEDbAqxFoEYFfDxHUkW/aycp30tJFW2T34BCpwWYfKbThOwAAQQQQAABBBBAAIHOC7AHBBBAAAEEEEAAAQQQQAABBBDIvgA9rH0BSYlO+MPxRCUVCCCAAAIIIIAAAggggAACdStAxxFAoHYEJAVfXpBUdNJS8XK0Ukqvj9aTI4BA5wV8vDVKEvdc50XZAwIIIIAAAgh0lQD7RQABBBBAAAEEENi6gKSiMVgpuex7keRZIkXjRJ4nVlJRdQEmn6k6KTtEAIEMCNAFBBBAAAEEEEAAAQQQQAABBBDIvgA9RAABBBBAAAEEKhaQFDwEjz/E9rInKVwnqeL90RABBBBAAAEEuk2AAyGAAAIIIIAAAgggkCogyXxsJ1opKRj/8eV4vS9LhbZSoZ2vIyGAQHUFJBXtUFL+3vQVkjwjIVAqwDICCCCAAAIIIIAAAggggAACCPRSgWi8VSqM60R1fspSod6X05IUtElbRV0VBZh8poqY7AoBBBBAAAEEEEAAAQQQQKCjAmyHAAIIIIAAAggggAACCCCAQO8UiD/ojp+hpPyXHsq1iben7AIkBBBAAAEEEEAAAQQQQAABBBDIvkDt9jAa45EK4z6Sgg5JYR4s8AMBBKouIBXuMalQ9vvSk1Soq/rB2SECCCCAAAIIIIAAAgh0QIBNEEAAAQQQqExAKp7c28d6WM5WMgAAEABJREFUym0pKf87eVEbSVGRvIsFmHymi4HZPQIIIIAAAjUpwEkjgAACCCCAAAIIIIAAAggggED2BeghAggggECbApISD7J9AylZLxUekHsbEgIIIIAAAggggAACvUaAE0EAAQQQQACBsgKSyq6LVpR+EcKXoxS1iefS1vcZb08ZAQSs7DisbXlJhfFXiXtsCwsZAgggUCzAEgIIIIAAAggggAACCCDQiwWkwpiOpGA8SArz6LQlxoAii57KmXymp+TbcVyaIoAAAggggAACCCCAAAIIIIBA9gXoIQIIIIAAAggggAACCPQuAf8SkZ+RJM+CJIUPuH2dVKj3lVLxsteREEAAgVIBlhFAAAEEEEAAAQQQQAABBHqHQENDQ/4LDtEZScrXReM/kqLV+XWSgnK0QlJUJEcgEOBH9QSkcExWUnDf+b1Zvb2zJwQQQAABBBBAAAEEEEAAAQQ6LsCWCCBQmYCksg1Lx3qksG1UL4XL8R1E6+J1lKsj0FCd3bAXBBBAAAEEEEAAAQQyJUBnEEAAAQQQQAABBBBAAAEEEEAg+wL0EIGyAlLbD62l8AsP0Q6kZPto3Y5D+hgJA2KAGCAGiAFigBggBogBYoAYIAZ6LAb4Nxn/LiUGiIFomKYoj76gICmY0EIK86iRT04TlT2XiseDvC5K0b6iZXIEEGifQPweklS0sa+TCnVSoRxvuOfgViNhQAwQA8QAMUAM1HUM8HcB/j5EDBADxAAxQAwQA8RAD8dAfKwmXpZUNAYrKb9aUrDOK3wcyPMoSYqKRblUqJfKj9sWbcRCRQJMPlMRE40QQKBnBTg6AggggAACCCCAAAIIIIAAAghkX4AeIoAAAggggAACvUNAKjycjp+RFD6olgrrJeUffsfbRuX/3nmgfXTSEBIGxAAxQAwQA8RAPgb4XOTvBsQAMUAMEAPEADFADBAD3R8D+4/qFw3X5HOpeFxHUrBOCvNgIfYj+uKDVBgjkpQYG4q3i21OEQEEYgLRfeJVkjzLp9J1UmG9VCjnN8gV3jCqxb63+0ZSrzLgehCTxAAxQAwQA8QAMUAMEAPEADFADBADxED2Y6D4Gp8+oTk3UlP8RwrHc6Qw97WSEuOqUnGdFI7Devu0JCmojo8lBRX86JQAk890io+NEUAAAQQQQAABBBBAAIGMCtAtBBBAAAEEEEAAAQQQQAABBOpUIP5AOl52DqnwUFsKH2B7fWk7r6uJxEkigAACCCCAAAIIIIAAAggggED2BehhWQFJwZccGhrCX6mXlNpWUtBOCseGpDD3MSFPpRtJCqqkMA8W+IEAAkUCUvL+kIrrSu+v0uWiHbKAAAIIIIAAAggggEC9C9B/BBBAAAEEeqGApGBsNTo1SUFRUlF9UBn74eNAkmI11mZ741UVgXCkvCq7YicIIIAAAggg0FUC7BcBBBBAAAEEEEAAAQQQQAABBLIvQA8RQAABBHpewB9a+1l4Lin1gbWUrJfkm5EQQAABBBBAAAEEENiqAA0QQAABBBBAoHcISCoa+5GUPzEpLEsqauMNJHkWJEnBeinMvVIKJ6bxMgkBBNIFJOVXRGOxXhGVJeXvLa+PkqSoSI4AAgj0egFOEAEEEEAAAQQQQAABBBBAwCw+3hNNAh53kZQ6DhRvK4VtfF/xbaOypKhI3kkBJp9pPyBbIIAAAggggAACCCCAAAIIIIBA9gXoIQIIIIAAAggggAACCNShgNSxB9GSgofgdUhGlxGodQHOHwEEEEAAAQQQQAABBBBAoI4FpHBMRyrk0ZcaJOVlpEI5+oKDVFzn9VKhLr9xriCl1+dW8ad7BDhKjQhI4eRNfj95ip+2FN5HUpjH11FGAAEEEEAAAQQQQAABBBBAwMxAQACBXigghWM5koLfr5NkPgYrFZZty0tKr/NxIk9SuN6b+7Ln8SQpvki5AwJMPtMBNDZBAAEEEEAAAQQQ6G4BjocAAggggAACCCCAAAIIIIAAAtkXoIcI9JyAVPzgWQq/5CAV6iXlH4DHz1RSfrFhwrGm8W8wG3dMkDZvf7S1bneUtYw90pq3PcI2jTncNo5+fZA2jDrMPK0feah5WrvNIeZp3YjXBXnT8IPNk9d5HqU1w15rUfK6qExecMECC2KAGCAGiAFigBggBogBYqA3xwDnRnwSA8RAx2MgPhbi5XiKj6F42ZOPs0TJx2Gi5OMzUjimE33RwQd4pEJdtCyFdfFlqVAX1Xue9oUHrychgEAoIBXfO2GtFY27SsovSzJ/+X3qeZSGHXiCeRp6wPE2ZP832+D93hSkgfscZwMmHRuk/nu/wfrtdUyQ+u55tPXZ46ggNe5+pDXsdkQ+adfDzZPXeR4l2+X1FiWvi8rkBRcssCAGiAFigBhoOwba77Nu+wOtNLVOPDT/mVzt47G/9l8jzDAjBogBYoAYIAbqIwZKx0KiZc/jYyhejpKPuUTjL55H4zKS8mM9PrYjybMgSYVyUJHyw8dcJQX78NW+7Lkkz/L1wQI/Oi3A5DOdJmQHCNShAF1GAAEEEEAAAQQQQAABBBBAAIHsC9BDBBBAAAEEEECgTgWkwoNpf1gtKXhI7WVPziKFdZJ8MVjfZ49TrfGAz1rD/p8x7Xe2tU76tLXs/akgbdrzDNu4xyds/W6n27pdP2ZNO3/E1kz8sK3e6UO2ascP2sodPhCkFRPeb8vHv8+WjTstn5Zsd6ot3f69QYrKUb547HvMy6RTccjFCXFAHBADxECHYoD3Dz5DiAFigBggBogBYoAYIAZqKAaisRAfK4n//Tda9jEVH1uJko+1+LhLNAbj+dpdPhqMz7QO3zvxP+xKCsZ5JAXrLPeSCnW5xWC956VJUmkVywggUIGAFE4E7mOvnnyTKPeyFN5bkoL7b8huh9i4U75mY9/+Fdv2pHNszH9/2Uaf+CUb+bYv2Ii3ft62ecvnbNjxn7EhbzorSIOO+7QNPPZTNuANn7T+x5xh/Y7+RD71OfJ063vUx83zhsM/ao1HfCxIUTnK9fqPmJdrOuX6x/l/lOtIHBADxAAx0ItjYP2Bp9ryPU8qSmv3f3f+c5rPMT7HiAFigBggBogBYoAYqCAGqvT3PR8L8XESN49yHz+Jl31MJUrReIuPvfgYjI/HePLxmcGHvDMYa5XCsZ1ovEcKl6Vk7m2iJCkqmo8ZSYVlqVDON6LQKQEmn+kUHxsjgAACCCCAAAIIIIAAAt0jwFEQQAABBBBAAAEEEEAAAQQQQKBrBPyhdOmepcKD6Wi9pODLDdFytI2koCgpWC8pWPb/jdeTL0jKr5MUPFD3dVGSwjpfltLLvq5ckgrblGtDfUPCHRNMiAFigBggBogBYoAYIAaIAWKAGCAGeiIGOGbXx50ka2xszI8FSOHYjNtLMn9FZUn5cRuvjydJwaKPB0kK2gUVsR9SWB+1iVb5clQmRwABC74cVOogKV8lKX+PSSqqzy/kCpKCdlJxnltVVB+/x73sSVLwvuDvD5KC9wkp3I+v31qSFGy/tXas7/r3eYwxJgaIAWIgezHQ1NRkra2tRWngwIF89jZk71rX0/1LX4lfYoAYIAaIgazFgJQ+NuJjLd5XqbBeCstSOPYiJXPb8pK0pWT58R3LvaRCfW4xWBfPGYN1jeqmhurujr0hgAACCCBQFwJ0EgEEEEAAAQQQQAABBBBAAAEEsi9ADxFAAAEE6kBAKn5AXdplSfmH1tE6SVExv05SUdkfpnsjScEvRErheq/3JBXqfblcih7M+3op3MbL8eRtPMXrKPPLK8QAMUAMEAPEADFADFQcA8Hf1/DCixggBogBYoAYqJ0YiI+DeNmTX78o93KUpMJ4SrReCuukcLxGKuTRdpZ7ScX1uarE5BmSgjr/koMUlr1dWpLC/aWtow6BrAtISnTR7xtPvkIqrJfCshTm0XpJ+THY0jopXBfdw1Jy2ddF7wNejpLXRcnrJKX+GyHextuRaudzg2vFtdoSA6n3NuuID2Kgd8RAS0uLrVmzxjyPkuVegwYN4t5l8hligBggBogBYoAYIAZ6UQyUjo9ISr0+UlgvFefR37+lcOxGSq4vHS+SZKUvb+OptN6XJRWNIXkdqXKBDEw+U3lnaYkAAggggAACCCCAAAIIIIAAArUqwHkjgAACCCCAAAIIIIAAAl0jIJX/YpA/pPaUdmQpfFAtKb9aKpT9YbkULkdlSfkH7lJYlsLc20Qp/qDey1F9lHudpPz/zBvVk/eOX5DlOnTmOrAt8UMMEAPEADFADBADxAAxQAwQA8QAMZAeAz4e4sl9JAVjLFKYe125JCn4soHUdltJ5i9J+faSvCqfJAXrvEKSZ0GSwrJUyKWw7A3KjS/5uvpM9LoeBaTicVipY/eIpOA+lIpzfw+QCnXx5ajseTxJYXuvkxS8r3g5Sv6eI4lx2F70Jbfo2pCnf1biggsxQAzUagysWrWqaOIZn4Bm4MCBNmDAgMTnc632kfPm/iQGiIH6jAGuO9edGKjFGPDxEE9+7lHu5ShJCv6OJoW510th2dtLYdnrPUnhslTIpXBMRgpzi72k9LpYk6AoKcjjPxiHjWt0rMzkMx1zYysEEEAAAQQQQKC+Beg9AggggAACCCCAAAIIIIAAAghkX4AeIlDHAtGDaEnBFxkiCklRsSiXFLSTFDxcjx6cS+GyFOZeX5r8oXtpnS9Lxdt4O0++zlNUjvKozpdJjcEXQnDAgRggBogBYoAYIAaIAWKAGKggBhppQ5wQA8RA746BaMzD8yj16dMnGIPxa+d1UR6V48vl6qRw7EUKx3W8nScprLfcSwrXSYXcx40k5daGf6RCOazhJwIIVCoghfePFOa+Xfwekwr1koL73nIvSfnxWClZLn0P8Hvb6yQF+/DlKHl9lLwuXo6W43lUjtqR9+7PEK4P14cYIAaIgVgM9OJ//69YscJaW1uL0rBhw3je14uvGfdWbdxbXCeuEzFADBADxEB7YiAa8/A8Sr69l+N5admXPXk7ScHf4aKypKKxGKmwLIVjOpZ7SYVybjEY94nn8bJU3NbHknw9qToCDdXZDXtBAIGeFODYCCCAAAIIIIAAAggggAACCCCQfQF6iAACCCCAAAIIINA9AqUPpCUlDiyp6CG3FC5LCtpKCtZLxXnag3VJRQ/Z/WG8pOBBvJd9G889xcu+7Mnr/AtXnrxM4n9NIgaIAWKgtmOA68f1IwaIAWKAGCAGiAFigBggBopjID7m4WMhntyoNI/qpHBcRQrzqJ2k/BiMFJYt9/LtPEnF4ziScmstGOOxLS9JRctbqosySUXLLCCAQOUCkhL3mKSiHUjhsqSgraTEvS0V6uLvAV725Pe851GSlB+P9brS9VGdvx958vWdTWxf/F6PBx7EADFADNRvDKxZs8aampqsubk5n/r162fDhw/Pf8YTH/UbH1x7rj0xQAwQA8RArcdALZ1/fMzDx0I8+fmX5l7nKar3sidf9uTleJKUH6BIZLQAABAASURBVMORZNFLUvD3PUlF6yWZv6Qw93KUJFn8d/sk5beN2pB3ToDJZzrnx9YIIIAAAggggAACCCBQnwL0GgEEEEAAAQQQQAABBBBAAAEEMiog5R9KBz30B9ZSWOcVkjzLP7iWVFT2h+dSWOfleJIUPDSP16WV4w/iS8vRcmnu+/E6UmPRF0XwwIMYIAaIAWKAGCAGiAFigBggBogBYmArMcC/Ixt7d4zExzyicpT7tfWyJy9HSVJwXb0+Sr5OUtHYTFQnhWM5UjK33EtSsF18nEgqtLXcS1LupxV9+cErpLDeyyQEEEgKSOn3iKSicVepsOz3te9JUnBvSuE6ry+X/H73dVK4jS978roo97InX/YUleN5VPb1pN79+cH14foQA8QAMVAbMbB06VJraWkpSj7xjE9AwzWsjWtYQ9cp+Hci50tcEQPEADFADBAD6TEQH/OIyvHcy57cL5qoxsteV5qieikch4nWSwo+j31ZCsdzpDC33EtKL+dWBX+i8dlgIfajXH2sCcUKBRoqbEczBBBAAAEEerEAp4YAAggggAACCCCAAAIIIIAAAtkXoIcIIIAAAgh0rYCk/AH8gbQnr5CK/8eUqC7KpXA7SW1+GcIfmpdL/sDdU/zBvJe9zrfx3JOXPXm5NJWrL23HcmPwSww44EAMEAPEADFADPTWGOC8iE1igBggBogBYoAYaDsGojGQKI97eZ2naFzF1/lyuVxSMHGFt/EkFcZ34su25eV1W4pFmVQ8fhSNKxU1YgEBBAIBSUHuP/xe8eRlqVDvy/EkKRh79TopLPv9KMmr2ryPvV30HlBajpaj9Z578npPXi5N5epL27Hc9ns5Pvg0NmLAfUAMEAONwef4q6++WjTxjE9EM2rUKJ7n9fJJQolf3sOIAWKAGCAGiIHsx0A0BhLl8WvudVHy+qgcz73eU1QnKRjDkRSM83i9FJYt95KU+2nBOiks25aXpHx9NJbkq+JlXyZ1XqCh87so2QOLCCCAAAIIIIAAAggggAACCCCQfQF6iAACCCCAAAIIIIAAAghkSEAq/oKQpHzv/CG1FC5LCh5k+0opWZbCOklFD8ulcNkfmnvyB+ulyes9eb3nUfLltCQV79O/VBVtQ94Q+ONQBYcG9kEcEQPEADFADBADxAAxQAwQA8QAMUAM9FwMRGMi8WvgdT4O4rknXxfPo7LXe/JlqXgcRSosS+F4jrf1JIXLUiH3eou9pHBdVNXW+FF8XdS+1+WcEALdJCCVH4eNTkEqvr8kRauCsVkpXJYULPv9KRXKvuz3veeeJAVjhV7nyeui3MtR8rq0JIXbR+38/Scqk/fc5wP22BMDxAAxkI0YWLhwoW3cuNGam5vzacSIEeaJa5yNa8x15DoSA70sBnj+H/z7kLgkLomBZAxEYyJxm6guyn2dl6Pcy5582VNUjnKvS0tSONYiFY/nSOGy5V6Scj8tP/ZjsZdUWCcVyozDxpA6UWTymU7gsSkCCCCAAAIIINBbBDgPBBBAAAEEEEAAAQQQQAABBBDIvgA9RACB6gr4A+e29igpeIAtKWgmhXmwEPshKWjnVVJY9gfnkoJfWmnrgbqk4H/t8/ZRO8/TUtQmWudfcognXx9fptzHMMCAGCAGiAFigBggBogBYqAWY4BzJm6JAWKAGCjEgI+DlI55RHXlcm8fJW8TpagunksKxm+8Tioe17HcSwrrpDDPVeXHgbwcJal4Qo2oPi3f2phU2jbUIVDLAmkxLynfJUn5+0pSUC+VzyUF7SUV3b/Rfey5J7/347mXPcXrvVyaojZRfel7sq8vrWO58L6NBRbEADFADFQeA1j1sQULFlhra2tRGjNmDM/4+hBH3B/EADFADBADxAAx0L0x4OMgpWMeXleavI3XeR5Pfr18OW2d10dJCsdzpML4juVeknI/LRjzsS0vKazbsmhpY0zRurS8ve3T9lGPdUw+U49XnT53tQD7RwABBBBAAAEEEEAAAQQQQACB7AvQQwQQQAABBBBAAIEaF5CKH1CndSd6CC2FbSUFD7klJZpLKlonFZb9AbqkxJch2nrg7us8+baevBwlX/YULUe515GS/zsPJpgQA8RAJ2Ig/97NPogjYoAYIAaIAWKAGCAGiAFioGdiIBr3iHK/DlHZc/9ig+dp9V4nFcZkfDlqGy9L4TiO10nFZdvyksL6LYtBJinI/YdUKPtyWvKxJmnr7dK2pQ6BWhWQ2o55vy88ef+i3MuSisZb/f70ek+Sgn+vSzJ/+TpJ+TopLMfvd2/jy568HCVfbmxsDLb1umjZc1/25OV48jpSz3wm4I47MUAMEAPZiYE1a9bYq6++as3Nzfnkf7ffbrvt8p/LXO/sXG+uJdeSGCAGiAFioJfEAH/PaCgfi/GxDy9H18zLnvzvap57vedR8nqvK5e8na+TlB/rkcKxG8u9JOV+WrDOci9vm8sSfyTl2yRWllT4GJOkkloWKxFg8plKlGiDAAIIIIAAAggggAACvVyA00MAAQQQQAABBBBAAAEEEEAAgewLVL+H/qA5vlep8NA5vi5eLm0vKXiwLRVyfwjuSVLwSwtScR49VPc2Xo4nr4seysfrvezrPI+SL0cpqiNvNAwwIAaIAWKAGCAGiAFigBggBogBYqCWY4BzJ36TMRCNf3he6iMpMRbg7TzF20bLUtheKozlSMmybXlJ4boti/lxoGg5yqVku3JjStE25AjUi0DpveDLkoLuS2HuC5KCeywqe+5t/f71shSul+SLQVtfJykoSwrGY73Ok1RY9vcDr/MUlRmHTb7fug0JF2KAGCAGiIHuiIE5c+ZYS0tLUfKJZ4YNG5b4+313nA/H6Im455jEHTFADBADxAAx0NtiwMdNouTn5mMnnnuSlPh7Wrytt4mWS3NJRWM2vl5SsL+oLIXjO5Z7SWFZUm7JgnEfi70kmY8ZxaooVkmgoUr7YTcIIIAAAggUBCghgAACCCCAAAIIIIAAAggggED2BeghAggggAACGROQih9KS8o/uJYKZe+2FC5LbeelD8fbesjubX29Jy9HKVr23JPXe16aytWXtmO5MfjFBRxwIAaIAWKAGCAGKowBJrbi7w7EADFADBADxAAx0MMxkDbm4XVRir4AES3H/54X1Xnu9ZKCLzlIYe51vi6epMJ4j9dLMn9JCsaKJPliPknhcvzLDlJhnEkK1+c3oIBAnQtI4T1Res+UY5HC9pLy92B0b0rFdVF9PPdydK9LCt4DfNmTr4tStOy5J6/3vDSVqy9txzL/5qy5GOjhz3u8uGeIgfqLgZdffrlo4hmfiGbcuHH8+4v3Y2KAGCAGiAFigBggBnooBtLGPLwuSpWMw0Z/r4+28VwKx2O87EkqjOdIMn9JCsZsJAXjPxZ7SWGdpKBWKs690seZpLDel0ltCGxlVcNW1rMaAQQQQAABBBBAAAEEEEAAAQRqQIBTRAABBBBAAAEEEEAAAQQQqI6AVHgQ7Q+mo71GZamw3tdJCh56S+m5PzSPklRoE6+LyvHcH8b7sueeonKUe12U0uqideSNmfqlFK4n15MYIAaIAWKAGCAGiAFigBggBogBYoAYKI4BHxfxVPrlB0nBFxbcy9d78rInL0vhOI2XPUmFZSnc1nIvKayXlFsK/0gK9m2xl1RYH1VLybpoXVs56xDIuoAU3htSmMfHXr0shfXuIIVlSflx2KheCuv8Hq4kRfd/vG1U57knXxfPvRylaF20TF78fowHHsQAMUAMEAOVxsCCBQts5cqVRZPPjBgxwnbaaSee6/XQl80rvXa04z4nBqobA3jiSQwQA7UQA9F4iOeeKhmH9XalSVIwpioVcsu9pHB8J1cMxn48920leTGRfOzIU7RCUn67qI684wINHd+ULRFAAAEEEEAAAQTKCFCNAAIIIIAAAggggAACCCCAAALZF6CHCCCQQQFJRb2SFDyclgq5N5AKy2kPs6XC+qi9PxSPkv/iQGnZ66JUus6XfV0893KUfJ2naJm8IfhlBRxwIAaIAWKAGCAGiAFigBioQgzwd8sG4og4IgaIgZ6NgXJjHl7vya+P55KK3rO9ztd5ipelsJ3XSWFZKuRSWLbcSwrHeHLF/BiRl6MkheslWXyMKFpPjgAClQlIChr6fSSFZa+QVHTvSYVlqVCOt/V7XgrXedmTVLzs978nX+cprRyv8zaevM6Tl0k9+9mAP/7EADHQBTFQ9HdJ9t+1MfbCCy9Yc3NzUdphhx2sb9++XAfGYYgBYoAYIAaIAWKAGOihGCg35uH1nvzvyJ5LKrpGXufr4ileJxXGZaRwWymsk9JzHyOy2Cu+LIXbRKvj66I68o4LMPlMx+3YsmYEOFEEEEAAAQQQQAABBBBAAAEEEMi+AD1EAAEEEEAAAQQQQKA6Av5AWlLRzrwuqpCK10nKfwFCKi7HH6qXliUFD+IlBf+DX+l6fwjvyevjuZfTUtQubR11jYExDjgQA1mIAfpAHBMDxAAxQAwQA8QAMUAMEAP1FAM+3uGptM9eFyVf52XP4ymq81xSMA7jZU9SYVkqHs+Ripct9/JtclnwR1KQx3/42JFUqPfl+HrKCCCwdQGpcA+ZWTDmarlX6f0kKVgnlc/9no2SpPz9H71HROs8j9d5OV7ny6Vpa+tL27PM5zYxQAwQA8QAMVAcA5s2bbLnnnvOWltb88lyr4kTJ/I8r7HYqp5jZ/r06cEEn/VsQN+5H4gBYqA+YoDr3Fuus493eCp3PpKCv6ultYnqPC+XpOJxHMu9pEJdbjEY74lyKblOCuu8TZQkRUXyKgk0VGk/7AYBBBBAAAEEEEAAAQQQKAhQQgABBBBAAAEEEEAAAQQQQACB7AtkoIdS8gG0pOAX2aTkuniXpXC9FOa+TlLwIFwq5P5QXSosSwq+7OAP632d51JY58uevM5zSfkH975cmqTCfkvXsdy1/yMjvvgSA8QAMUAMEAPEADFADBADxEDdxEAD15pr3XMxEB8jkcJxEL8eXi8pGGPx5XiSCvVScVlKLkthnRTu33IvqVD2feeqgjEfz9OSpHy1FJalMI9W+AQaUnFdtI4cgawLSMnYl5LjsJKCe01SnsTvQUlBfVQphcuSgvcBKVz2tp6ksN7L/n4R5VKhPqrzXBLjsHzeB7Hk8UDquc997LEnBuojBl588UVrbm62lpaWfNpxxx1t/PjxvBf39OdxLzr+4sWL7dprr7VFixYRF73ouvA+XR/v01xnrjMxUJ8xEI2fSOEYi6Siz+BovceHl6Xi9VJhWQr34W2lQr0ve5KK10thG8u9JOV+Wn4cSFK+7OOrnmzLS0qOLfkqbyPJi6QOCDD5TAfQ2AQBBBCoNQHOFwEEEEAAAQQQQAABBBBAAAEEsi9ADxFAAAEEEECg4wL+0Dm+tVT8cFpS/kG2t5PkWb5OUvDA3XIvSUG9VMijB+eee8o1C9p4WVKwrRTmXhdPksp+8cEf5sfDtif2AAAQAElEQVRTfDvK9fnLIFx3rjsxQAwQA9mPAa4x15gYIAaIAWKAGCAG6i0G4mMfXvb+S+XHS3x9lKL20bLnkoKxmHhZCuukMLfcSwrHdnLFYBynNJcK632dJ6l4TMnrPPnYkyQvkhCoawG/F+IAUvKe8TaevJ1UuG8kBfeiVJx7u+h+lsJ10bKvkxTc81Jx7m08SQrGXyUF7byuNPl7STyVrmeZz+auiAH2SVwRA8RAVmPgmWeeyU86E01As+uuu5b9HM6qA/1q+x5fuHChebrqqqts6tSpxAcT0BADxAAxQAwQA90QA/GxDy+X+/uKFI6hSGHu7dLaS+F6qZBLhbEby70k5X6Gf6SwLBXn4drwp1RY5+NHUrgcrrWK/sO5qG1vyXvbeTD5TG+7IpwPAggggAACCCCAAAIIIIBAFgToAwIIIIAAAggggAACCCCAQA0JSMUPoqNT94fUUdlzqdBOUv7LDr4uSlKyXirUSQq+zOAP3iXlfznCH8JL4bIU5t7Gk6T8NtGy56S2fymxG3zy149jcS2IAWKAGCAGiAFigBggBogBYoAYIAaIgd4XA1I4JhO/NlJYJyn4d71UWJaSZTOz6CWF633Zx408edmTlJxEw+s9SfKMhEDdC0jp90LpvSQVt5MUjMU6oCTP8snvb0nBeklF97WPuUbrPffkdVLYzpdLk6+P6qTy7aI25L3vvZ9rwjUhBogBYqD3xsCiRYts1qxZ1tramk9Dhw613XffPfgM59r13mvX3ddmwYIF+Rj529/+ZnfddRcx0g2TDnT3de6FxyPOiDNigBggBkpiQCo/NlI6hiIVt5UK4zVSuE4q1PnngOVeUliXKwbjO/Hcy1GSFBQlxmEDiC76weQzXQTLbhFAAAEEEECgNwlwLggggAACCCCAAAIIIIAAAgggkH0BeogAAgh0j4AUPsiOH01S8PC79KG4L0uFdVJY9m2lsCwV576NJ0lFv9BguZekoM4f3kvF20ksSxhIGEgYSBhIGEgYSBhIGEgYSFkzoD8SBhIGEgYSBlL9GvjYSDR+IoXjJdFylEthvVTsFF8vFa+TZPGXpGDMJ14XL0uKL1JGAIEqCkjF95dPUCMV6iQFY6WWe0kKylK4XgqXLfeSFNzHUnEevRfEcy/nNgnae9nfa6Ti7SSWJQwkDCQMJAykrjRg31L2DJ555hlraWkpSrvuuqsNHz48+PyVstdniT5J7TNYunSprV27tihOHnzwQfvDH/5gq1atIlba6Sm1z1+ivYSBhIGEgYSBhIGPjfgYiRRaeDlKUlgnKT8uIyXrvL0k85ek/Gd5fDkqx3MvR0lSVCTvYgEmn+liYHafIkAVAggggAACCCCAAAIIIIAAAghkX4AeIoAAAggggAACCCCQEQEp+fBaKtRJCh6KR92VwmWpOPf1UlgXPVT33JNUqPd2XudJUv7hvC97kgptfZnE/wBIDBADPRoDJf/rFedCPBIDxAAxQAwQA8QAMUAMEAPEQHfEgJQ+PiKFYynROUgy/4KEFLaXFIy1+HqpUCfJopekYKxHUlAlKb8sKajzH1Kh7MskBDIt0A2dk5L3lFSokxTci34qUliWCnlafXSve+5JCtt72dt77klS8N4ghXlUJxWWvY7EZxwxQAwQA8QAMdC5GHjqqafMJ5SLpz322CP4HMa2c7ZZ8lu0aFEiTjxmZsyYYZdeeqm9+OKLxAzP54gBYoAY6KoYYL/EVkkMSIWxlPjfN6TiMRNJWx2H9e2lcH9SMrfcS1LuZ/EfKVlX3IKlagow+Uw1NdkXAggggAACCCCAAAK9VIDTQgABBBBAAAEEEEAAAQQQQACB7AvQw84J+C+sxfcghQ+uvV4Ky2nry9VJ4TaSgi9FRA/Qo1wK66Uwj+qjXFLwCw2We3ldaZLC7SRyCQMJAwkDCQMJAwkDCQMJAwkDCQMJAwkDKXsGEn2SMJDq2yBtnCQ3hBKMpUjpNr6NJG8WJEnBmI0vSGE5aiPJq8smqXi9pODLkWkb+NhSWj11CNSrQOk9IYX3k9dLYTluI4V1UiGXwrK3k8KyVMglBfe3lMyj+zzKJQXvHZZ7eV1pkpL7kKiTMJAwkDCQMJAwkDCQtm4wffp0W758ubW2tubThAkTbNKkSWU/t6Wt71fKbhupPvs2f/78fIzE48XLq1atsquuusr+85//EDd1Gh9Sfd4XEv2WMJAwkDCQutcgbZwkN4QSjKVI6efi20jyZkGSFHxu+4JUvuzrS5OkoiqJcdgikC5YYPKZLkBllwgggMBWBFiNAAIIIIAAAggggAACCCCAAALZF6CHCCCAAAIIIFBjAlLxw2o/fSms29oXH+Jto7Kk4MG5FObx+qgc5VLYRkrm/kDe25UmScGDfF8vJbeTqJMwkDCQMJAwkDCQMJC6xKDo817iGBIGEgYSBhIGEgYSBhIGEgZSdQx8DMSTJCt9SQrGSSQFfz+L2knhslTIo3WWe0lhfa4YbOe5Jymsl8I8qksbI5LCLzxIhbbePkqSoiI5AgjkBKTkPSGFdWn3WG6Tsn8kBfeulMyjjSQFRUll20oK3kMs5SUpWBe9d0ht70divZRJgzbjR6LPEgYSBhIGEgZSusGUKVMSE4rssccevL+W8ZLSHaXs18+bNy8RKz7xTDz9/e9/t+uvv95aWlqIoTqICSn7cS/RRwkDCQMJA6nnDXwMxJMkK31JCsZJJAWfwVE7KVyWCnm0znIvqVAvheVcdbAPSV4MykFhyw8prN+yGKyPxo6k4nXeRkrWeX07U903Z/KZug8BABBAAAEEEEAAAQQQQACBehCgjwgggAACCCCAAAIIIIAAAghUJuAPqeMtpfDBtNdLYdnXS8mypOBBt68vbe91kjwL2kjKP4z3h+2We0nKr5OUqwn/SCqq9/aepOJ6qd6X6b+EgYSBhIGEgYSBhIGEgYSBhIGEgYSBhIGEgYSBVPsGDQ0NReMkksIBlNxPScG6XDE/7hKVPZfkWdBGUlHuK6SwzstpSVJRtRROPFNUuWXBx4a2FMkQQCBFoPQekcL7y+ulsOybSQruVS97kuRZvi7eXiqskxS0kZR/P/AxVcu9pMI6Sbma8I+k/DaSgu18G6m4XmJZwkDCQMJAwkDCQMJAattg1apV9uSTT5p/bkepT58+NmnSpKLPXqnt/Uisl7JvMH/+/KJYiWKmNH/iiSfsF7/4hc2dO5c4ymxcZD/eJfooYSBhIGEg9T6DtDER2/KSwvP1xahdVPZckmeJz+igMvdDUrAuVwz+SErNg8rcD4lx2BxDt/xp6JajcBAEEEAAAQQQQCAuQBkBBBBAAAEEEEAAAQQQQAABBLIvQA8RQACBGhWQwofZ8dOXwjr/hTapUPY2UrgsFT/klgr1kvIPzKWwLMk3D5KkYL1UnPvD+bQUbJT7IYXt09pQ15D/cggWWBADxAAxQAwQA8QAMdCFMdDAvokvYoAYIAaIge6JASkcB8kNiZT9N78UtpHkzVLHWyTl64NGW35I2lKyYL3lXlJYJ4V5rir/RwrHgiTl2/tKHz/yXJJnJAQQKCMgJe8RKazz+0gqlKNdSGGdFOZeL4VlScG9KMmr82UpXPZKSUX1Urhc7n3ct/Ektd2u3PbUd8/nA844EwPdFAP8+7/s30GJwa3H4NSpU/0jtSjtvffetuOOO+LKvVUUA2vWrLGVK1cWxUpbCz5RzcUXX2yTJ08u2g/35dbvS4wwIgaIAWKAGCgXA1I4DuKfwVtrI8mbpY63SMrXB422/JC0pWTBeit5SYX1vkpiHNYduisx+Ux3Sffi43BqCCCAAAIIIIAAAggggAACCCCQfQF6iAACCCCAAAIIIIAAAu0T8C84xLeQwgfb8XoprEtr53VSYb2kogfmUrgsyZsG6yRVlPuDfUnBdvxAAAEE4gKUEUAAAQQQQAABBBBAAIGsC0iqaPzEHaTitlFdlEuF9VGd554keVaUpEKdjxFJheWooZSsi9aRI1AtgSztx++leH+k8B6K10thXbydl6WwXgrzqE5KLkthnaSK3kMkBV9glmS8EEAAAQQQQKBzAj4xSGtrq8XTXnvt1bmdsnUmBebOnVsUJ/GYKVduaWmxa6+91m655ZZMmtApBBCobwF6j0BPCkiqaAzFz1EqbhvVRblUWB/Vee5JkmfBsYJC7ocU1uWK5mNEUmHZ6zxJyTqvJ3VOgMlnOufH1ggggAACCCCAAAIIdESAbRBAAAEEEEAAAQQQQAABBBBAIPsC9LDGBaTwf02Jd0Mqfmhd+nBbKqyXCmXfhxQuS8o/LJcK5XgbL28tRRPQSOE+JHIJAwkDCQMJAwkDCQMJAwkDCQMJAwkDCQOpywyCf+NJ7F/CQMJA6noDHxPZ2riJr5fCc/FyNIYjyReD+zYo5H5IYV2u2OYfKTlWVLqBH6e0jmUEEGhbQEreW1Lxfen3llRcJ4XLUphHR5HCZUn5e10qlL2dJM8qSv6eIynYl0QuYSBhIGEgYSBhIGEgbd1g1qxZ5in+wTtq1Cg74IADau3zlfOt4HpLW48JqXybefPmxUOlXeV7773XLr30Ulu5ciXXqg1jqby/xDoJAwkDCQMJAwkDHxOp5MNYCq28bTSGI8kXg8/koJD7IYV1uWKbf6TkWFHpBn6c0jqWqyPA5DPVcWQvCCBQ0wKcPAIIIIAAAggggAACCCCAAAIIZF+AHiKAAAIIIIAAAu0XkJIPvSUFD8alMPeH2ZKKdh5/+C4paF/UYMuCpKAkKd9GCstS27lvKLXdRmK9hIGEgYSBhIGEgVQPBvRRwkDCQMJAwkDCQMJAwkDCQMqWQaVjIt7OkxT2Pyp7npYkBdVSmAcLW35I4RceJAVjOFKYb1mdzyTlyxQQQKByASl570gqut/SxmHjR5DC9vG6qCwpKEoK9ukLUliW2s7b01Zqe18S66VqGbAfCQMJAwkDCQOpdxs8+eST5p/j8bTPPvvYkCFDgs9lqXefv8T5Sd1n4JPPxGOlveVp06bZhRdeaNOnTye+uvG6Sd0XIxLHkjCQMJAwkDCQutag0jERb+dJCs8nKnueliQF1VKYBwtbfkil47AKPtO3rM5nkvJlCtUVYPKZ6nqyNwQQQAABBBBAAAEEEEAAgUoEaIMAAggggAACCCCAAAIIIIBADQn4L7WVO12p+KG3t4u3l9p+2C0peEguyTcNkqR8nVTDZc6d60gMEAPEADFADBADxAAxQAwQA8QAMUAMZD8GevE19oEWqTC24stpSVJadXDtfIWP9UjpbaL1npMQQKBzAn6vlduDlByHjbeVyt+j3k5ScE9L8sUgScrXSZQlDCQMJAwkDCQMJAykzhu0trbaY489Fnzuxn/su+++fAZXwVfq/DWSetc+5s6dGw+VDpVXrVpll1xyid1zzz3EWbWvL/sjpogBYoAYIAbKxIB/aEuFv1f4clqSlFYduPoKHxuS0ttE6z0ndZ0Ak890g3Xa5wAAEABJREFUnS17RgABBBBAoGYEOFEEEEAAAQQQQAABBBBAAAEEEMi+AD1EAAEEEOi4gFT+obbvVQq/+OAPwKNlKdwmqovXS8o/NPf6KEnp9dF6cgQQQAABBBBAAAEEtibAegQQQAABBBAoCEgqLGwpSQrGZaQw31IdZFJYJylY9nEdSUH7oGLLD6/fUgwySUHODwQQ6JyAVHwvpd1rXufJjyQpf39GdfF6qbDe66MkpddH68kRQACBWhDgHBGoBYGnnnrKfCIQ/5yO0i677GKTJk2qhdPnHLtZYP369bZw4UKLYqWz+c0332y///3vzSdB6uaucDgEEEAAAQTqTkBSos+SgnEbKczjDaSwTlJQ7Z/7koL2QUXJD1/vVZI8I3WhAJPPdCFuB3fNZggggAACCCCAAAIIIIAAAgggkH0BeogAAggggAACCCCAAAI1KBA9yE47dUnBA3CpeCIabyvJMxICCNSfAD1GAAEEEEAAAQQQQAABBBDoIQGp8vEYKWzrYz9RkhSM9ZSevq+XVFrNcn0L0PsuEpCS95qk4N6UGIftInZ2iwACCCCAQNUEHnvsscREIvvuu2/V9s+OsiUwd+7cRLz4v786kx5++GG74IILbM6cOdnCojcIINBTAhwXAQRSBCSl1KZXSWHb+Oe7pGCsJ32LsFZSWOBnlwsw+UyXE3MABBBAAAEEEEAAgd4vwBkigAACCCCAAAIIIIAAAggggED2BeghAp0XkApfaIgegqftVSp+4O1tS9tJ2uqD89JtWEYAAQQQQAABBBBAAAEEENiaAOsRQACB8gJS+nhM6diNpNSdeDspfV3qBlQigEBVBPzeS9uRVHw/prWTxDhsGh51CCCAAAIIdLHAkiVLbMqUKUVHGTBggO2///5FdR1fYMusCfjkM13Rp9mzZwcT0DzyyCNdsXv2iQACCCCAAAIpAlL6eEzp2I2klK2taEK61AZUdpkAk890GS07RgCBDguwIQIIIIAAAggggAACCCCAAAIIZF+AHiKAAAIIIIAAAjUqICn4soIU5qUPxaNuSeF6KT337TxJ6esl6iUMJAwkDCQMJAykGjXgvIv+3iBxHSUMJAwkDCQMJAwkDCQMJAyk7jPwsRgfu5HaPqa3KU2+raTSapYRQKAbBKRwUvC0Q0lq899dfu96ktpuJ7Fe6oQB27YZhxK2EgYSBhIGUv0YPPXUU4mP7n333dfGjRvHe2YdxYFUecx31eQzHogtLS121VVX2S233EL8teOaSJVfP4m2EgYSBhIGEgZShg0q7JuPxfhnsNS2hbcpTb6tVNiudD3LXSvA5DNd68veEUAAAQQQQAABBBBAAIGaEOAkEUAAAQQQQAABBBBAAAEEEECgYwKSOrShFG7nD8y7K3GczUX/Mw4eeBADxAAxQAwQA8QAMUAMEAPEADFADGQxBuhT+biWwvGY9g7muKnUsW3beyzaI4BAuoDUsXtQCrfz+5hU/v0RG2yIAWKAGCAGqh0DDz/8cOK53D777JOoq/Zx2V/txvLs2bO7PD7uuOMO++Uvf2krVqzo8mN1RyxyjNqNd64d144YIAayHgNSOB6TPspTvtZdpI5tW36vrGmPAJPPtEeLtggggAACCHSPAEdBAAEEEEAAAQQQQAABBBBAAIHsC9BDBBBAAIE6EvAH42ndlcT/rIYBMUAMEAPEADFADBAD2Y4Bri/XlxggBogBYoAY6EUxkDY+U0mdpEqa0QYBBHpYgHFY8ZmTe7+WcJAwkLrdgPsPc2IgFgMvvviizZ07t8hk++23t4MOOqioThLLGAQx4H+NnDdvXlCWujYunn32Wbvgggvsueee65bjSV3bH4n9SxhIGEgYSBhIGEi9w8A/2zuSJHVkM7apogCTz2wVkwYIIIAAAggggAACCCCAAAIIIJB9AXqIAAIIIIAAAggggAACCHSdgKTgf07ruiOwZwQQqEyAVggggAACCCCAAAIIIIAAAggUC5SbrKK4FUu1JcDZ1quAxDhsvV57+o0AAggg0LsEnnjiicQJTZo0yQYMGJCopwIBF5gzZ461trZ6sVvS8uXL7eKLL7a77rqrW47HQRBAoKsE2C8CCNSSAOOwtXG1mHymNq4TZ4kAAggggAACCNSXAL1FAAEEEEAAAQQQQAABBBBAAIHsC9BDBOpMQOJ/ZqmzS053EUAAAQQQQAABBBBAwAVICCCAQC8XkBiz6eWXiNNDoF0CEvd0u8BojAACCCCAQLUEtuxnw4YN9sgjjwT/MYd/wThKBxxwwJYWZAgkBebOnZuImSh2ujK/6aab7Pe//33yhKhBAAEEEEAAgaoLSIzZVB21C3bI5DNdgMouEciaAP1BAAEEEEAAAQQQQAABBBBAAIHsC9BDBBBAAAEEEEAAAQQQQAABBBDIvgA9RAABBBBAAAEEEEAAAQQQQACB7AvQQwQQQAABBHpKYMqUKbZ27dqiw++5557mqaiSBQRiAnPmzIktdW/xwQcftPPOO898ApzuPTJHQwABBBBAoPMC7AGBagsw+Uy1RdkfAggggAACCCCAAAIIINB5AfaAAAIIIIAAAggggAACCCCAAALZF6CHCCCAAAIIIIAAAggggAACCCCQfQF6iAACCCCAAAIIIIAAAgjUjcDkyZMTfd1vv/0SdVQgEBfo6YlfZs6caeeff749+uij8dNqb5n2CCCAAAIIIIBAzQsw+UzNX0I6gAACCCDQ9QIcAQEEEEAAAQQQQAABBBBAAAEEsi9ADxFAAAEEEEAAAQQQQAABBBBAIPsC9BABBBBAAAEEEEAAAQQQQAABBLIvQA8RQKAnBBYsWGBPP/100aEHDRpkBx54YFEdCwiUCsyZM6e0qtuXN23aZFdccYXdcsst3X5sDogAAggggAACCPQWgdqbfKa3yHEeCCCAAAIIIIAAAggggAACCCDQdQLsGQEEEEAAAQQQQAABBBBAAAEEsi9ADxFAAAEEEEAAAQQQQAABBBBAIPsC9BABBBBAAAEEEECgLgSmTJmS6Od+++1nY8aMSdRTgUAksGjRIlu3bl202OP57bffbr/61a9s9erVPX4unAACNSfACSOAAAII1LwAk8/U/CWkAwgggAACCCCAQNcLcAQEEEAAAQQQQAABBBBAAAEEEMi+AD1EAAEEEEAAAQQQQAABBBBAAIHsC9BDBBBAAAEEEEAAAQQQQAABBBDIvkBP9PDRRx9NHHb//fdP1FGBQFxgzpw58cVeUZ46daqdd9559vzzz/eK8+EkEEAAAQQQQACB7hJg8pnukuY4CFRPgD0hgAACCCCAAAIIIIAAAggggED2BeghAggggAACCCCAAAIIIIAAAghkX4AeIoAAAggggAACCCCAAAIIIIBA9gXoIQIIIIAAApkXmDZtms2fP7+on+PGjbMDDzywqI4FBEoFeuPkM36OS5cutYsuusjuvvtuXyQhgAACCCBQiQBtEKh5gYaa7wEdQAABBBBAAAEEEEAAAQS6XIADIIAAAggggAACCCCAAAIIIIBA9gXoIQIIIIAAAggggAACCCCAAAIIZF+AHiKAAAIIIIAAAggggAACCFRb4Iknnkjsct9997U+ffok6qlAIC4wd+7c+GIVy9XZ1Y033mhXX311dXbGXhBA4P/ZufNwuaoyX8CrMp4QIDlJgCQkQMIQIANJLoJT2yLihVZQuQwqCjwgYjfNpW+L0Nrd0raKIKh9W6WJAg+gqCBKi3KlBRxoByBAQhICAZIA52SCTBBCTjgZLqswMVV7n3mqWvX6pM6p/e211/5+764K+AcfAQIECBCocAHDZyr8AWmPAAECBAgQIFAdArokQIAAAQIECBAgQIAAAQIE0heQkAABAgQIECBAgAABAgQIEEhfQEICBAgQIECAAAECBAgQIEAgfYHuS7hx48bw0EMPZTacMWNGpqZAoFygoaGhvFRxx7/73e/ClVdeGZYvX15xvWmIAAECBAgQINCdAobPdKemvQhUioA+CBAgQIAAAQIECBAgQIAAgfQFJCRAgAABAgQIECBAgAABAgTSF5CQAAECBAgQIECAAAECBAgQSF9AQgIECBAgUMUCc+bMCZs3by5JcNhhh4WJEyeW1BwQKBd46aWXwvr168vLFXm8ZMmScMUVV4SHH364IvvTFAECBAhUiYA2CVS4gOEzFf6AtEeAAAECBAgQIECAQHUI6JIAAQIECBAgQIAAAQIECBBIX0BCAgQIECBAgAABAgQIECBAIH0BCQkQIECAAAECBAgQIECg/QKPPPJIZvERRxyRqSkQKBdoaGgoL/XqcUdvFocsfec73wl33nlnRy+1ngABAgQIECBQFQKGz1TFY9IkAQIECHRQwHICBAgQIECAAAECBAgQIEAgfQEJCRAgQIAAAQIECBAgQIAAgfQFJCRAgAABAgQIECBAgAABAgTSF5CQAIEqFYjDQxYuXFjS/R577BGmT59eUnNAIE+gsbExr1zxtbvuuitcc801YePGjRXfqwYJECBAgAABAh0R6IXhMx1px1oCBAgQIECAAAECBAgQIECgOgV0TYAAAQIECBAgQIAAAQIECKQvICEBAgQIECBAgAABAgQIECCQvoCEBAgQIECAAAECBNonMHfu3MzCKVOmhPr6+kxdgUC5QBxeVF6rluPHHnssfPnLXw6LFi2qlpb1SSBHQIkAAQIECJQKGD5T6uGIAAECBAgQIJCGgBQECBAgQIAAAQIECBAgQIBA+gISEiBAgAABAgQIECBAgAABAukLSEiAAAECBAgQIECAAAECBAikL1ClCWfPnp3pfMaMGZmaAoE8gWoePhPzvPjii+FrX/ta+PWvfx0PvQgQIECAAAECVS9g+EzVP0IBqkFAjwQIECBAgAABAgQIECBAgED6AhISIECAAAECBAgQIECAAAEC6QtISIAAAQIECBAgQIAAAQIECKQvICEBAgQIECDQtsBjjz0WVq1aVbJw/Pjx4YgjjiipOSCQJ9DU1JT5/OStq4baD3/4w3DLLbdUQ6t6JECAAIEyAYcECJQKGD5T6uGIAAECBAgQIECAAIE0BKQgQIAAAQIECBAgQIAAAQIE0heQkAABAgQIECBAgAABAgQIEEhfQEICBAgQIECAAAECBAgQqECBuXPnZrqaOnVqpqZAIE+gsbGxvFzVx/fff3/4yle+ElauXFnVOTRPgAABAgQI1LaA4TO1/fylJ0CAQC8JuA0BAgQIECBAgAABAgQIECCQvoCEBAgQIECAAAECBAgQIECAQPoCEhIgQIAAAQIECBAgQIAAAQLpC0hIgACB1gXWr18fHnzwwcyiGTNmZGoKBPIEGhoa8spVXdu6dWsYPXp0VWfQPAECBAgQIFBrAqV5DZ8p9XBEgAABAgQIECBAgAABAgTSEJCCAAECBAgQIECAAAECBAgQSF9AQgIECBAgQIAAAQIECBAgQCB9AQkJECBAgAABAgQIVJjA3LlzQ0hBr5EAABAASURBVBy0sWtbU6ZMCfvtt9+uJe8JtCiQyvCZPffcMxx33HFh1qxZ4TOf+UyLeZ0g0C4BiwgQIECAQB8LGD7Txw/A7QkQIECAAIHaEJCSAAECBAgQIECAAAECBAgQSF9AQgIECBAgQIAAAQIECBAgQCB9AQkJECBAgAABAgQIECBAgACB9AUkbF3g0UcfzSyYPn16pqZAoCWBxsbGlk5VRX3mzJnFgTNXXXVVOOWUU6qiZ00SIECAAAECBNoSMHymLSHnUxSQiQABAgQIECBAgAABAgQIEEhfQEICBAgQIECAAAECBAgQIEAgfQEJCRAgQIAAAQIECBAgQIAAgfQFJCRAgAABAgQqSGDp0qVh0aJFJR0NGzYszJgxo6TmgEBLAtu3bw8NDQ0tna7Y+oQJE4oDZ2bNmhXOP//8iu1TYwQIEKhiAa0TINDHAobP9PEDcHsCBAgQIECAAAECtSEgJQECBAgQIECAAAECBAgQIJC+gIQECBAgQIAAAQIECBAgQIBA+gISEiBAgAABAgQIECBAgEAtC8yZMycTf9q0aWH33XfP1BWqWaDnem9sbAzbtm3ruRt0487Dhw8Pxx13XHHozD/8wz904862IkCAAAECBAhUnoDhM5X3THREgACBnhdwBwIECBAgQIAAAQIECBAgQCB9AQkJECBAgAABAgQIECBAgACB9AUkJECAAAECBAgQIECAAAECBNIXkJAAAQIVIrB169bwyCOPZLqZMWNGpqZAoCWBhoaGlk5VTP3II48sDpy58sorwymnnFIxfWmEAAECBAgQSFygj+MZPtPHD8DtCRAgQIAAAQIECBAgQKA2BKQkQIAAAQIECBAgQIAAAQIE0heQkAABAgQIECBAgAABAgQIEEhfQEICBAgQIECAAAECtSowd+7csHr16pL4+++/f5g8eXJJzQGB1gQqdfjMxIkTiwNnZs2aFc4777zWIjhXIwJiEiBAgACBWhMwfKbWnri8BAgQIECAQBTwIkCAAAECBAgQIECAAAECBNIXkJAAAQIECBAgQIAAAQIECBBIX0BCAgQIECBAgAABAgQIECBAIH0BCStEIA6fKW9l+vTp5SXHBFoVaGxsbPV8b54cPnx4OO6444pDZy699NLevLV7ESBAgAABAgQqTsDwmYp7JLXYkMwECBAgQIAAAQIECBAgQIBA+gISEiBAgAABAgQIECBAgAABAukLSEiAAAECBAgQIECAAAECBAikLyAhAQIECBAgUIsCq1evDrNnzy6J3r9//zBjxoySmgMCbQlUwvCZI488sjhw5sorrwynnHJKWy07T4AAgRoVEJsAgVoTMHym1p64vAQIECBAgAABAgSigBcBAgQIECBAgAABAgQIECCQvoCEBAgQIECAAAECBAgQIECAQPoCEhIgQIAAAQIECBAgQIAAgV4QmDNnTti+fXvJnaZMmRLGjBlTUnPQQwKJbPvCCy+EV199tU/SHHjggcWBM7NmzQrnnXden/TgpgQIECBAgACBShYwfKaSn47eCBCoGQFBCRAgQIAAAQIECBAgQIAAgfQFJCRAgAABAgQIECBAgAABAgTSF5CQAAECBAgQIECAAAECBAgQSF9AQgIECNSiQBw+U5575syZ5SXHBFoVaGhoaPV8T528/PLLwyWXXNJT29uXAAECBAgQSFSg1mIZPlNrT1xeAgQIECBAgAABAgQIEIgCXgQIECBAgAABAgQIECBAgED6AhISIECAAAECBAgQIECAAAEC6QtISIAAAQIECBAgQIBADws89dRTYfHixSV3GTlyZJg+fXpJzQGBtgSWLVvW1pIeOf/www/3yL427VUBNyNAgAABAgR6WMDwmR4Gtj0BAgQIECDQHgFrCBAgQIAAAQIECBAgQIAAgfQFJCRAgAABAgQIECBAgAABAgTSF5CQAAECBAgQIECAAAECBAgQSF9AwloTmDt3bibytGnTQl1dXaauQKA1gYaGhtZOd+ncgQceGGbNmhXe+973ZvZ58MEHMzUFAgQIECBAgACBUgHDZ0o9HEUBLwIECBAgQIAAAQIECBAgQCB9AQkJECBAgAABAgQIECBAgACB9AUkJECAAAECBAgQIECAAAECBNIXkJAAAQIECBAg0IMCmzdvDo888kjmDjNmzMjUFAi0JdDdw2dGjBgR/uf//J/FoTOXXHJJ8fZTpkwJ/fqV/qfTy5YtC4sXLy6e94MAAQJVK6BxAgQI9LBA6b9B9fDNbE+AAAECBAgQIECAQL6AKgECBAgQIECAAAECBAgQIJC+gIQECBAgQIAAAQIECBAgQIBA+gISEiBAgAABAgQIECBAgACBlATmzp0b1q9fXxJp4sSJYdKkSSW1WjuQt+MCL730Uli3bl3HL8y54qijjioOnPnyl78cTj755JIV8fM5derUklo8mD17dvzlRYAAAQIECBAg0IKA4TMtwCgTIFDTAsITIECAAAECBAgQIECAAAEC6QtISIAAAQIECBAgQIAAAQIECKQvICEBAgQIECBAgAABAgQIECCQvoCEBAgQINCDAo8++mhm95kzZ2ZqCgTaEli2bFlbS1o9f9BBBxUHzsyaNSuce+65ra6dMmVK5vxDDz0Utm3blqkrECBAgAABAlUjoNEeFjB8poeBbU+AAAECBAgQIECAAAEC7RGwhgABAgQIECBAgAABAgQIEEhfQEICBAgQIECAAAECBAgQIEAgfQEJCRAgQIAAAQIECBBIRWDFihVh7ty5JXEGDhwYpk+fXlJzQKA9Ag0NDe1ZVrJm5MiR4fjjjy8Onfn0pz9dcq61gyOOOCKMGDGiZMnGjRvDnDlzSmoOuiLgWgIECBAgQCA1AcNnUnui8hAgQIAAge4QsAcBAgQIECBAgAABAgQIECCQvoCEBAgQIECAAAECBAgQIECAQPoCEhIgQIAAAQIECBAgQIAAAQLpC0hIoIcEygfPxNvEoR577bVXfOtFoEMC7R0+UygUwtFHH10cOHP55ZeHD37wgx26T1w8bNiwMGXKlPi25DV79uySYwcECBAgQIAAAQJ/FjB85s8WFftOYwQIECBAgAABAgQIECBAgED6AhISIECAAAECBAgQIECAAAEC6QtISIAAAQIECBAgQIAAAQIECKQvICEBAgQIECBAIBWBOXPmZKLMmDEjU1Mg0B6BxsbGVpcdfPDBxYEz1157bTjnnHNaXduek9OmTcssi5/pNWvWZOoKBAgQ6IyAawgQIJCagOEzqT1ReQgQIECAAAECBLpDwB4ECBAgQIAAAQIECBAgQIBA+gISEiBAgAABAgQIECBAgAABAukLSEiAAAECBAgQIECAAAECBAh0QmDhwoXhueeeK7lyr732CtOnTy+pVciBNipc4LXXXgsrVqzIdDly5MhwwgknFIfOXHzxxZnzXSlMnTo1TJw4MbPF3LlzMzUFAgQIECBAgACBEAyf8SkgQKAKBLRIgAABAgQIECBAgAABAgQIpC8gIQECBAgQIECAAAECBAgQIJC+gIQECBAgQIAAAQIECBAgQIBA+gISEiBAgEAKAnPmzMnEiINnBgwYkKkrEGhLoKGhYeeSfv36haOPPro4cObyyy8PH/jAB3ae6+43kydPzmw5e/bsTE2BAAECBAgQ6IyAa1ITMHwmtScqDwECBAgQIECAAAECBLpDwB4ECBAgQIAAAQIECBAgQIBA+gISEiBAgAABAgQIECBAgAABAukLSEiAAAECBAgQIECAAIEOCmzcuDHkDZ+ZOXNmB3eynMAbAnH4zCGHHFIcOPMf//Ef4ZxzznnjRA//nD59ehg4cGDJXZYuXRqWLFlSUkviQAgCBAgQIECAQBcFDJ/pIqDLCRAgQIBAbwi4BwECBAgQIECAAAECBAgQIJC+gIQECBAgQIAAAQIECBAgQIBA+gISEiBAgAABAgQIECBAgAABAukLSEig2gXi4JkNGzaUxJg0aVKYOHFiSc0BgfYKvPOd7wyf+tSn2ru829aNGzcuTJkyJbNf/IxnigoECBAgQIAAgRoXMHym4x8AVxAgQIAAAQIECBAgQIAAAQLpC0hIgAABAgQIECBAgAABAgQIpC8gIQECBAgQIECAAAECBAgQIJC+gIQECBAgQIAAAQIdFMgbzDFjxowO7mI5gcoQmDZtWqaR2bNnh23btmXqCgQIVLWA5gkQIECgiwKGz3QR0OUECBAgQIAAAQK9IeAeBAgQIECAAAECBAgQIECAQPoCEhIgQIAAAQIECBAgQIAAAQLpC0hIgAABAgQIECBAgAABAgQIVLJAQ0NDWLBgQUmLdXV1Yfr06SW11g+cJVA5AnFw0qhRo0oaWrduXZg7d25JzQEBAgQIECBAoNYFDJ+p9U+A/AQ6I+AaAgQIECBAgAABAgQIECBAIH0BCQkQIECAAAECBAgQIECAAIH0BSQkQIAAAQIECBAgQIAAAQIE0heQkAABAgQIdEAgbyBHHDxTX1/fgV0sJVA5AkOGDAlTpkzJNDRnzpxMTYEAAQIECFS1gOYJdFHA8JkuArqcAAECBAgQIECAAAECvSHgHgQIECBAgAABAgQIECBAgED6AhISIECAAAECBAgQIECAAAEC6QtISIAAAQIECBAgQIAAgUoWePTRRzPtzZw5M1NTIFBNAnmf4dmzZ4d169b1WAwbEyBAgAABAgSqTcDwmWp7YvolQIAAgUoQ0AMBAgQIECBAgAABAgQIECCQvoCEBAgQIECAAAECBAgQIECAQPoCEhIgQIAAAQIECBAgQIAAAQLpC0hIgEA7BR577LGwfPnyktVjx44NRxxxREnNAYFqE5g0aVI46KCDStrevn17mDNnTknNAQECBAgQIECglgUSGD5Ty49PdgIECBAgQIAAAQIECBAgUCsCchIgQIAAAQIECBAgQIAAAQLpC0hIgAABAgQIECBAgAABAgQIpC8gIQECBAgQIECAQKUKzJ07N9Pa9OnTMzUFAtUokDdEyfCZanySeq4eAZ0SIECAQLUJGD5TbU9MvwQIECBAgACBShDQAwECBAgQIECAAAECBAgQIJC+gIQECBAgQIAAAQIECBAgQIBA+gISEiBAgAABAgQIECBAgAABAukLtCPh+vXrQ94gjhkzZrTjaksIVL5AHKQ0ePDgkkafeuqpsGTJkpKaAwIECBAgQIBArQoYPlOrT17upASEIUCAAAECBAgQIECAAAECBNIXkJAAAQIECBAgQIAAAQIECBBIX0BCAgQIECBAgAABAgQIECBAIH0BCQkQIECAQCUKzJ07N2zatKmktcmTJ4f99tuvpOaAQLUK7L333mHq1Kmh/H/xs19ec0yAAAECBLpDwB4Eqk3A8Jlqe2L6JUCAAAECBAgQIECgEgT0QIAAAQIECBAgQIAAAQIECKQvICEBAgQIECBAgAABAgQIECCQvoCEBAgQIECAAAECBAgQIPC6wGOPPfb6z9I/M2bMKC2Znj/zAAAQAElEQVQ4IlC9AsXO8z7Tjz76aPGcHwQIECBAgACBWhcwfKbWPwHyEyBAIAkBIQgQIECAAAECBAgQIECAAIH0BSQkQIAAAQIECBAgQIAAAQIE0heQkAABAgQIECBAgAABAgQIEEhfQEICBCpNYMWKFWHhwoUlbQ0dOjTkDeooWeSAQJUJxM/0PvvsU9L1iy++GObMmVNSc0CAAAECBAgQqEWB7h8+U4uKMhMgQIAAAQIECBAgQIAAgVoTkJcAAQIECBAgQIAAAQIECBBIX0BCAgQIECBAgAABAgQIECBAIH0BCQkQIECAAAECBGpeYMGCBRmDKVOmhN133z1TVyBQzQL9+/cPRxxxRCbC3LlzMzUFAskJCESAAAECBNoQMHymDSCnCRAgQIAAAQLVIKBHAgQIECBAgAABAgQIECBAIH0BCQkQIECAAAECBAgQIECAAIH0BSQkQIAAAQIECBAgQIAAAQIE0heotITz58/PtBSHz2SKCgQSEJgxY0YmxSOPPBLWrVuXqSsQIECAAAECBGpJwPCZWnrasvaWgPsQIECAAAECBAgQIECAAAEC6QtISIAAAQIECBAgQIAAAQIECKQvICEBAgQIECBAgAABAgQIECCQvoCEBAgQIECgpgUaGxvDokWLSgz22GOPYPhMCYmDhAQmTpwYJk2aVJKoubk5zJ07t6TmgAABAgSSExCIAIE2BAyfaQPIaQIECBAgQIAAAQIEqkFAjwQIECBAgAABAgQIECBAgED6AhISIECAAAECBAgQIECAAAEC6QtISIAAAQIECBAgQIAAAQK9KTB//vzM7SZPnhx22223TF2BQPcJ9O1OM2fOzDQwZ86cTE2BAAECBAgQIFBLAobP1NLTlpUAAQK9JeA+BAgQIECAAAECBAgQIECAQPoCEhIgQIAAAQIECBAgQIAAAQLpC0hIgAABAgQIECBAgAABAgQIpC8gIQECNS2QN3xm6tSpNW0ifPoCM2bMCEOGDCkJumjRovDss8+W1BwQIECAAAECBJISaCOM4TNtADlNgAABAgQIECBAgAABAgSqQUCPBAgQIECAAAECBAgQIECAQPoCEhIgQIAAAQIECBAgQIAAAQLpC0hIgAABAgQIECBAoLcE4qCNxYsXl9xuzz33DFOmTCmpOSCQmsCwYcNCHEBTnmvu3LnlJccEekzAxgQIECBAoNIEDJ+ptCeiHwIECBAgQCAFARkIECBAgAABAgQIECBAgACB9AUkJECAAAECBAgQIECAAAECBNIXkJAAAQIECBAgQIAAAQIECBBIX6BmE86bNy+TffLkyaGuri5TVyCQmsDMmTMzkebMmZOpKRAgQIAAAQIEakXA8JlaedI1nVN4AgQIECBAgAABAgQIECBAIH0BCQkQIECAAAECBAgQIECAAIH0BSQkQIAAAQIECBAgQIAAAQIE0heQkAABAgQIEOgtgQULFmRuNXXq1ExNgUCKAvGzPm7cuJJoK1euDHlDmUoWOSBAgACBbhKwDQEClSZg+EylPRH9ECBAgAABAgQIEEhBQAYCBAgQIECAAAECBAgQIEAgfQEJCRAgQIAAAQIECBAgQIAAgfQFJCRAgAABAgQIECBAgACBJAWeeeaZ8Nxzz5VkGzZsWJgyZUpJzUGNCNRozOnTp2eS5w1lyixSIECAAAECBAgkKGD4TIIPVSQCBAiUCzgmQIAAAQIECBAgQIAAAQIE0heQkAABAgQIECBAgAABAgQIEEhfQEICBAgQIECAAAECBAgQIEAgfQEJCRAg0BsC8+fPz9xm6tSpYfDgwZm6AoFUBeJnvjzbvHnzwmuvvVZedkyAAAECBAgQ6HaBStvQ8JlKeyL6IUCAAAECBAgQIECAAIEUBGQgQIAAAQIECBAgQIAAAQIE0heQkAABAgQIECBAgAABAgQIEEhfQEICBAgQIECAAAECSQrkDZ+ZPHlyklmFItCSwAEHHBAOPPDAktPr1q0Led+PkkUOUhSQiQABAgQI1LyA4TM1/xEAQIAAAQIEakFARgIECBAgQIAAAQIECBAgQCB9AQkJECBAgAABAgQIECBAgACB9AUkJECAAAECBAgQIECAAAECBNIXkLCnBZ588smwbNmyktsMHz48TJ06taTmgEAtCEyZMiUTc968eZmaAgECBAgQIEAgdQHDZ1J/wpWYT08ECBAgQIAAAQIECBAgQIBA+gISEiBAgAABAgQIECBAgAABAukLSEiAAAECBAgQIECAAAECBAikLyAhAQIECBAgkJzA/PnzM5ni4JmBAwdm6goEUheIn/3yjPE78sorr5SXHRMgQCBtAekIEKh5AcNnav4jAIAAAQIECBAgQKAWBGQkQIAAAQIECBAgQIAAAQIE0heQkAABAgQIECBAgAABAgQIEEhfQEICBAgQIECAAAECBAgQINBVgThYo3yPyZMnl5cc96GAW/eewPjx48MhhxxScsONGzeGvO9JySIHBAgQIECAAIHEBAyfSeyBikOAQFUIaJIAAQIECBAgQIAAAQIECBBIX0BCAgQIECBAgAABAgQIECBAIH0BCQkQIECAAAECBAgQIECAAIH0BSQkQIBAUgJxoMaqVatKMo0YMSJMnTq1pOaAQC0JTJkyJRN33rx5mZoCAQIECBAgkLRAzYczfKbmPwIACBAgQIAAAQIECBAgUAsCMhIgQIAAAQIECBAgQIAAAQLpC0hIgAABAgQIECBAgAABAgQIpC8gIQECBAgQIECAAAECXRFYsGBB5vI4eGPAgAGZugKBWhHIG74Uvyvr1q2rFYIKzKklAgQIECBAoLcFDJ/pbXH3I0CAAAECBEJgQIAAAQIECBAgQIAAAQIECKQvICEBAgQIECBAgAABAgQIECCQvoCEBAgQIECAAAECBAgQIECAQPoCEiYjsHXr1jB//vxMnsmTJ2dqCgRqSWDs2LHhsMMOK4n82muvhXnz5pXUHBAgQIAAAQIEUhYwfCblp9vObJYRIECAAAECBAgQIECAAAEC6QtISIAAAQIECBAgQIAAAQIECKQvICEBAgQIECBAgAABAgQIECCQvoCEBAgQIECAAIHOCsTBM2vWrCm5fOTIkWHq1KklNQcEalFgypQpmdiGz2RIFAgQ6EUBtyJAgEBvCxg+09vi7keAAAECBAgQIEAgBAYECBAgQIAAAQIECBAgQIBA+gISEiBAgAABAgQIECBAgAABAukLSEiAAAECBAgQIECAAAECBKpGIA6fKW82Dtzo379/edlxqYCjGhDIG8K0YMGCsGrVqhpILyIBAgQIECBAIATDZ3wKCBAgEBAQIECAAAECBAgQIECAAAEC6QtISIAAAQIECBAgQIAAAQIECKQvICEBAgQIECBAgAABAgQIECCQvoCEBAgQINAZgc2bN4e84TN5Azc6s79rCFS7wD777BPiMKbyHPPmzSsvOSZAgAABAgR6RcBNelvA8JneFnc/AgQIECBAgAABAgQIEAiBAQECBAgQIECAAAECBAgQIJC+gIQECBAgQIAAAQIECBAgQIBA+gISEiBAgAABAgQIECBQFQJx8MxLL71U0uuoUaPC5MmTS2oOCNSyQN7wmfjdqWWTndm9IUCAAAECBJIXMHwm+UcsIAECBAgQaFvACgIECBAgQIAAAQIECBAgQCB9AQkJECBAgAABAgQIECBAgACB9AUkJECAAAECBAgQIECAAAECBNIXkJBAZwTyBmjEQRv9+vlPTDvj6Zo0BaZOnRr69+9fEm7RokWhoaGhpOaAAAECBAgQIJCigP9nUHlPVUcECBAgQIAAAQIECBAgQIBA+gISEiBAgAABAgQIECBAgAABAukLSEiAAAECBAgQIECAAAECBAikLyAhAQIECBAgQKDiBZqamsKCBQsyfcZBG5miAoEaFhg1alSIQ5nKCfKGN5WvcUyAQPICAhIgQCB5gX7JJxSQAAECBAgQIECAQJsCFhAgQIAAAQIECBAgQIAAAQLpC0hIgAABAgQIECBAgAABAgQIpC8gIQECBAgQIECAAAECBAgQIFAusHjx4vDKK6+UlPfee+8wefLkklr1HOiUQM8J5A2fmTdvXs/d0M4ECBAgQIAAgQoRMHymQh6ENggQ2EXAWwIECBAgQIAAAQIECBAgQCB9AQkJECBAgAABAgQIECBAgACB9AUkJECAAAECBAgQIECAAAECBNIXkJAAAQIEKl5gyZIlmR4PPvjgUCgUMnUFArUuMHXq1DBo0KAShqVLl4ZnnnmmpOaAAAECBAjUnIDAyQsYPpP8IxaQAAECBAgQIECAAAECbQtYQYAAAQIECBAgQIAAAQIECKQvICEBAgQIECBAgAABAgQIECCQvoCEBAgQIECAAAECBAgQKBeIgzPKawceeGB5yTEBAq8L1NfXhylTprz+rvTPggULSgt9fOT2BAgQIECAAIHuFjB8prtF7UeAAAECBLouYAcCBAgQIECAAAECBAgQIEAgfQEJCRAgQIAAAQIECBAgQIAAgfQFJCRAgAABAgQIECBAgAABAgTSF5CQQEULbN68OSxevDjT48SJEzM1BQIE3hDIGz4zb968N076SYAAAQIECBBIVMDwmTYfrAUECBAgQIAAAQIECBAgQIBA+gISEiBAgAABAgQIECBAgAABAukLSEiAAAECBAgQIECAAAECBAikLyAhAQIECBAgQIDArgLPPPNMaGpq2rUUxo4dG8aMGVNSc0CAwJ8F4vCZIUOG/Lnw+rtly5aFJ5544vV3/hAgUBkCuiBAgACB7hYwfKa7Re1HgAABAgQIECDQdQE7ECBAgAABAgQIECBAgAABAukLSEiAAAECBAgQIECAAAECBAikLyAhAQIECBAgQIAAAQIECBAg0KcCS5Ysydx/woQJmVqXCi4mkJjAsGHDQhxAUx5r/vz55SXHBAgQIECAAIFkBAyfSeZRCkKg5wTsTIAAAQIECBAgQIAAAQIECKQvICEBAgQIECBAgAABAgQIECCQvoCEBAgQIECAAAECBAgQIECAQPoCEhIgQIAAgV0Fli5duuth8f2BBx5Y/O0HAQItC+QNn1m4cGHLFzhDgAABAgR6WcDtCHS3gOEz3S1qPwIECBAgQIAAAQIECHRdwA4ECBAgQIAAAQIECBAgQIBA+gISEiBAgAABAgQIECBAgAABAukLSEiAAAECBAgQIECAAIE+E9iyZUtYvHhx5v6Gz2RIFAhkBOLwmbq6upL6ihUrQmNjY0ntTwd+ESBAgAABAgSqXsDwmap/hAIQIECAQM8LuAMBAgQIECBAgAABAgQIECCQvoCEBAgQIECAAAECBAgQIECAQPoCEhIgQIAAAQIECBAgQIAAAQLpC0hIgMAOgaeffjo0NTXtOCz+Hjt2bBg9enTxvR8ECLQssPvuu4e8QU1Llixp+SJnCBAgQIAAAQJVLFB9w2eqGFvrBAgQIECAAAECBAgQIECAQDsFLCNA5crhqAAAEABJREFUgAABAgQIECBAgAABAgTSF5CQAAECBAgQIECAAAECBAgQSF9AQgIECBAgQIAAgT4TeOaZZzL3njBhQqamQIBAvkDe8JnFixfnL1YlUOsC8hMgQIBA1QsYPlP1j1AAAgQIECBAgEDPC7gDAQIECBAgQIAAAQIECBAgkL6AhAQIECBAgAABAgQIECBAgED6AhISIECAAAECBAgQIECAAAEC6QvsSLh06dIdb3f+zhumsfOkNwQIlAhMmzYtHH744SWvQqFQssYBAQIECBAgQCAVAcNnUnmSctSSgKwECBAgQIAAAQIECBAgQIBA+gISEiBAgAABAgQIECBAgAABAukLSEiAAAECBAgQIECAAAECBAikLyAhAQIECBDoE4Ht27eHxYsXZ+49adKkTE2BAIF8gfHjx4eLLrqo5HX22WfnL1YlQIAAgVoXkJ9A1QsYPlP1j1AAAgQIECBAgAABAgR6XsAdCBAgQIAAAQIECBAgQIAAgfQFJCRAgAABAgQIECBAgAABAgTSF5CQAAECBAgQIECAAAECtSHw9NNPh6amppKwY8eODaNGjSqpOSCQpoBUBAgQIECAAAECHRUwfKajYtYTIECAQN8L6IAAAQIECBAgQIAAAQIECBBIX0BCAgQIECBAgAABAgQIECBAIH0BCQkQIECAAAECBAgQIECAAIH0BSQkQKBPBJ566qnMfSdMmJCpKRAgQIAAAQIECBAgQCAKdHn4TNzEiwABAgQIECBAgAABAgQIEEhbQDoCBAgQIECAAAECBAgQIEAgfQEJCRAgQIAAAQIECBAgQIAAgfQFJCRAgAABAgQIEKgNgSVLlmSCHnLIIZmaAgECBAikKSAVAQIECBDoqIDhMx0Vs54AAQIECBAg0PcCOiBAgAABAgQIECBAgAABAgTSF5CQAAECBAgQIECAAAECBAgQSF9AQgIECBAgQIAAAQIECBAgQCB9gT5JuHjx4sx9J02alKkpECBAgAABAgQIECBAIAoYPhMVvAh0ScDFBAgQIECAAAECBAgQIECAQPoCEhIgQIAAAQIECBAgQIAAAQLpC0hIgAABAgQIECBAgAABAgQIpC8gIQECBAgQSF8gDp5pamoqCTp27NhQX19fUnNAgAABAgQIEEhXQDICBDoqYPhMR8WsJ0CAAAECBAgQIECg7wV0QIAAAQIECBAgQIAAAQIECKQvICEBAgQIECBAgAABAgQIECCQvoCEBAgQIECAAAECBAgQINDtAk899VRmzwMPPDBTUyDQawJuRIAAAQIECBAgUPEChs9U/CPSIAECBCpfQIcECBAgQIAAAQIECBAgQIBA+gISEiBAgAABAgQIECBAgAABAukLSEiAAAECBAgQIECAAAECBAikLyAhAQLpCzz99NOZkJMmTcrUFAgQIECAAAECBAgQSFego8kMn+momPUECBAgQIAAAQIECBAgQKDvBXRAgAABAgQIECBAgAABAgQIpC8gIQECBAgQIECAAAECBAgQIJC+gIQECBAgQIAAAQIEul1g8eLFmT0Nn8mQKBAgQKA3BdyLAAECBAhUvIDhMxX/iDRIgAABAgQIVL6ADgkQIECAAAECBAgQIECAAIH0BSQkQIAAAQIECBAgQIAAAQIE0heQkAABAgQIECBAgAABAgQIEEhfIO2Ezz77bGhqaioJOXbs2LDnnnuW1BwQIECAAAECBAgQIEBgVwHDZ3bV8D4NASkIECBAgAABAgQIECBAgACB9AUkJECAAAECBAgQIECAAAECBNIXkJAAAQIECBAgQIAAAQIECBBIX0BCAgQIECBAoFsFnnrqqcx+hxxySKamQIAAAQIECBDoVQE3I0Cg4gUMn6n4R6RBAgQIECBAgAABApUvoEMCBAgQIECAAAECBAgQIEAgfQEJCRAgQIAAAQIECBAgQIAAgfQFJCRAgAABAgQIECBAgACB6hZ4+umnMwEmTZqUqSnUtoD0BAgQIECAAAECBMoFDJ8pF3FMgACB6heQgAABAgQIECBAgAABAgQIEEhfQEICBAgQIECAAAECBAgQIEAgfQEJCRAgQIAAAQIECBAgQIAAgfQFJCRAgEC3Cjz11FOZ/QyfyZAoECBAgAABAgQIEOhtgYq/n+EzFf+INEiAAAECBAgQIECAAAEClS+gQwIECBAgQIAAAQIECBAgQCB9AQkJECBAgAABAgQIECBAgACB9AUkJECAAAECBAgQIFC9Ag0NDaGpqakkwLhx48LQoUNLag4IECBAgAABAgQIECBQLmD4TLmIYwIECBAgQKD6BSQgQIAAAQIECBAgQIAAAQIE0heQkAABAgQIECBAgAABAgQIEEhfQEICBAgQIECAAAECBAgQIEAgfQEJu03gueeey+w1adKkTE2BAAECBAgQIECAAAEC5QKGz5SLOO52ARsSIECAAAECBAgQIECAAAEC6QtISIAAAQIECBAgQIAAAQIECKQvICEBAgQIECBAgAABAgQIECCQvoCEBAgQIECAQPUKNDQ0ZJrfb7/9MjUFAgQIECBAgAABAgQIlAsYPlMu4pgAAQIECBAgQIBA9QtIQIAAAQIECBAgQIAAAQIECKQvICEBAgQIECBAgAABAgQIECCQvoCEBAgQIECAAAECBAgQIECg3QJ5w2fGjRvX7ust7DMBNyZAgAABAgQIECDQ5wKGz/T5I9AAAQLpC0hIgAABAgQIECBAgAABAgQIpC8gIQECBAgQIECAAAECBAgQIJC+gIQECBAgQIAAAQIECBAgQIBA+gISEiBAoHoFDJ+p3mencwIECBAgQIAAgd4WcL9yAcNnykUcEyBAgAABAgQIECBAgED1C0hAgAABAgQIECBAgAABAgQIpC8gIQECBAgQIECAAAECBAgQIJC+gIQECBAgQIAAAQIECLRL4IUXXgivvfZaydp999235NgBAQIEKlZAYwQIECBAgECfCxg+0+ePQAMECBAgQCB9AQkJECBAgAABAgQIECBAgACB9AUkJECAAAECBAgQIECAAAECBNIXkJAAAQIECBAgQIAAAQIECBBIX0DC6hRoaGjIND5u3LhMTYEAAQIECBAgQIAAAQJ5AobP5KmkXZOOAAECBAgQIECAAAECBAgQSF9AQgIECBAgQIAAAQIECBAgQCB9AQkJECBAgAABAgQIECBAgACB9AUkJECAAAECBAi0SyBv+MzYsWPbda1FBAgQIECAQJ8LaIAAAQJ9LmD4TJ8/Ag0QIECAAAECBAikLyAhAQIECBAgQIAAAQIECBAgkL6AhAQIECBAgAABAgQIECBAgED6AhISIECAAAECBAgQIECAAIHKFMgbPjNu3LjKbLbiu9IgAQIECBAgQIAAgdoTMHym9p65xAQIECBAgAABAgQIECBAgAABAgTSF5CQAAECBAgQIECAAAECBAgQSF9AQgIECBAgQIAAAQIECBAgQCB9AQkJECBAoF0CjY2NmXWGz2RIFAgQIECAAAECBCpVQF99LmD4TJ8/Ag0QIECAAAECBAgQIEAgfQEJCRAgQIAAAQIECBAgQIAAgfQFJCRAgAABAgQIECBAgAABAgTSF5CQAAECBAgQIECAAIHKE3jllVfC+vXrSxobOnRoGD58eEnNAQECBNorYB0BAgQIECBQewKGz9TeM5eYAAECBAgQIECAAAECBAgQIECAAAECBNIXkJAAAQIECBAgQIAAAQIECBBIX0BCAgQIECBAgAABAgQIECBAIH0BCQm0KdDQ0JBZM27cuExNoe8FzjrrrFAoFDKvWO/77nRAoDIEVqxYEfbff//M9yTW4rnK6FIXBAgQIEAgPQHDZ/r8mWqAAAECBAgQIECAAAECBAgQSF9AQgIECBAgQIAAAQIECBAgQCB9AQkJECBAgAABAgQIECBAgACB9AUkJECAAAECBAhUnoDhM5X3THRUWQKNjY3h7/7u78KqVasqqzHdECBQwQJaI0CAQO0JGD5Te89cYgIECBAgQIAAAQIECBAgQIAAAQIECBAgQIBA+gISEiBAgAABAgQIECBAgAABAukLSEiAAAECBAgQIECAAAECBAiEvOEz++67bzoykhDopMCmTZvCV77ylTBx4sRwxx13hG3btnVyJ5cRIECAAAECBNIXMHwm/WcsIYGKF9AgAQIECBAgQIAAAQIECBAgkL6AhAQIECBAgAABAgQIECBAgED6AhISIECAAAECBAgQIECAAAEC6QtISIAAAQKVJ5A3fGbcuHGV16iOCPSSwPbt28OvfvWrMHXq1HDppZeG5ubmXrqz2xAgQIAAgXQEJKk9AcNnau+ZS0yAAAECBAgQIECAAAECBAgQIECAAAECBAgQIECAQPoCEhIgQIAAAQIECBAgQIAAAQLpC0hIgAABAgQIECBAgECNC2zdujWsWLEio2D4TIZEoUYE1q9fH04++eRw7LHHhsWLF6eSWg4CBAgQIECAQI8LGD7T48RuQIAAAQIE2hJwngABAgQIECBAgAABAgQIEEhfQEICBAgQIECAAAECBAgQIEAgfQEJCRAgQIAAAQIECBAgQIAAgfQFJCRQWQINDQ2ZhkaPHh369++fqSsQqAWBTZs2hUcffbQWospIgAABAgQIEOhWAcNnyjkdEyBAgAABAgQIECBAgAABAukLSEiAAAECBAgQIECAAAECBAikLyAhAQIECBAgQIAAAQIECBAgkL6AhAQIECBAgACBGhfIGz6z77771riK+AQIECCQnIBABAgQINDjAobP9DixGxAgQIAAAQIECLQl4DwBAgQIECBAgAABAgQIECCQvoCEBAgQIECAAAECBAgQIECAQPoCEhIgQIAAAQIECBAgQIAAAQK9K9AXw2d6N6G7ESBQawJjxowJzz33XNi+fXvJK9biuVrzkJcAAQIECPSWgOEzvSXtPgSqR0CnBAgQIECAAAECBAgQIECAQPoCEhIgQIAAAQIECBAgQIAAAQLpC0hIgAABAgQIECBAgAABAgQIpC8gIQECBAjUuEDe8Jlx48bVuIr4BAgQIECAAIHkBAQi0OMChs/0OLEbECBAgAABAgQIECBAoC0B5wkQIECAAAECBAgQIECAAIH0BSQkQIAAAQIECBAgQIAAAQIE0heQkAABAgQIECBAgAABAr0rYPhM73q7G4E3BPwkQIAAAQIECKQnYPhMes9UIgIECBDoqoDrCRAgQIAAAQIECBAgQIAAgfQFJCRAgAABAgQIECBAgAABAgTSF5CQAAECBAgQIECAAAECBAgQSF9AQgI1LLBq1arQ3NxcIlBXVxdGjhxZUnNAgAABAgQIECBAgACBtgQqfvhMWwGcJ0CAAAECBAgQIECAAAECBKpfQAICBAgQIECAAAECBAgQIEAgfQEJCRAgQIAAAQIECBAgQIAAgfQFJCRAgAABAgQIEOg9gYaGhszNxo0bl6kpECBAgACB7hawHwECBAikJ2D4THrPVCICBC29uVUAABAASURBVAgQIECAQFcFXE+AAAECBAgQIECAAAECBAikLyAhAQIECBAgQIAAAQIECBAgkL6AhAQIECBAgAABAgQIECBAgEDCAn8aPlOS0PCZEg4HfSzQ1NQU7r777nD++eeHQw89NAwaNCgUCoWdr3h84IEHhtNPPz1cf/31YdWqVX3ccWXcPn63v/rVr4Z3v/vdYcSIETu9CoVC8fjNb35ziOefffbZsH379h5t+qWXXgo/+9nPwtlnnx3is4rPrFD48zOM/cV+LrvssvDEE0+ErVu39mg/nd08OkWv6BZd99577xLXQqEQYi1mueSSS8IDDzwQmpubO3u7dl8XP/Pxsx97Gjt2bElP/fv3DxMmTAhnnHFG+NGPfhTis2j3xhYSIECAAIFOCBg+0wk0lxDoXQF3I0CAAAECBAgQIECAAAECBNIXkJAAAQIECBAgQIAAAQIECBBIX0BCAgQIECBAgAABAgQIECBAIH0BCQkQIECAQO8JxAEV5Xfbd999y0uOExKIQ0AKhT8P/igU3nh/1llndTll3KNQeGO/QuHPv+M9O7r50qVLw7nnnhuGDh0aTjjhhPDtb387LFq0KDPMIw73WLJkSbjtttvCxz/+8TB69Ohw0EEHhZtvvjls2rSpXbeN/RUKf+43DvB4/vnnM9fGWjxXKPx5baFQCPvvv39YsWJFZn13FuL+8T6FQum9Y++73mfhwoXhPe95T9hvv/3CxRdfHO67776wbt26XZcUjx988MHi+TiYZObMmeH+++8PcbhKycIuHsRe4rMbPnx4OOmkk8JNN90U4rOKz2zXrWN/sZ9//dd/DYcffngYM2ZM+MpXvhJefvnlXZd16H1LXtEwnuvIZrHfH/7wh+Hggw8uDnLZ4friiy9mtom1mOWqq64Kb3nLW0JdXV2I34v42c0s7kIhDui56667wlFHHRXiZz5+9uOzLs+2bdu2EAfmfP/73w+nnXZaiM/i5JNPLn6XunB7lxIg0G0CNiKQnoDhM+k9U4kIECBAgAABAgQIEOiqgOsJECBAgAABAgQIECBAgACB9AUkJECAAAECBAgQIECAAAECBNIXkJAAAQIECBAgQIAAAQIJC+QNnxk3blzCiUWrdIE46OOLX/ximDhxYrjhhhtCHJ7R0Z4XL15cHPgxderU8Nvf/rZ9l1f5qh1ukydPDvfcc0+H0sydOzf85V/+ZTjnnHPCxo0bO3Rt3uK1a9cWB53EXu6+++68Ja3W4gCXSy+9NIwfPz7ceuut3T4Up9Wbl5184oknwrRp08KHP/zhED9XZafbPIyf3zgI6dBDDw3/+3//727xfeqpp4qDbd73vveF2bNnt9lD+YI77rgjxH4+/elPt3tAU/kejgkQIECAQEsC/Vo6oU6AAAECBCpFQB8ECBAgQIAAAQIECBAgQIBA+gISEiBAgAABAgQIECBAgAABAukLSEiAAAECBAgQIECAAAECBAikLyAhAQK9I7B58+bw8ssvZ25m+EyGRKGXBOLgkzgA5Z//+Z+75Y5xWMi73vWucOONN/bpAJNuCdPKJps2bQp//dd/HbrqFp3e//73h5deeqmVu7V+Kg5DmT59evjRj37U+sJ2nI1/P33oQx8qZosZ23FJty659957w1vf+tbw5JNPdsu+3/jGN8IJJ5wQVq5c2an9tm/fHu68884wY8aMTg2dKb/p1VdfHd7xjneExsbG8lOOCRAgQIBApwU6Onym0zdyIQECBAgQIECAAAECBAgQIFA1AholQIAAAQIECBAgQIAAAQIE0heQkAABAgQIECBAgAABAgQIEEhfQEICBAgQIECAAIFEBfIGTOyxxx5h0KBBiSYWq5IF4mCNf/zHfwzf+973urXNbdu2hXPPPTfEQSLdunGFbPbaa6+Fiy66KFx//fXd0tF9990XLrvsshCfR+jg/+66667wzne+MzQ0NHTwytaXz5o1K5x55pldGorT+h2yZx9//PHw4Q9/OKxfvz57sguV//7v/w7nnXde6Ogwnfg8brrppvDBD34wvPrqq13ooPTShx9+OMQBTc8991w84UWAAAECBLosYPhMlwltQIAAAQIECBDoaQH7EyBAgAABAgQIECBAgAABAukLSEiAAAECBAgQIECAAAECBAikLyAhAQIECBAgQIAAAQIECBAgkL5A7yTMGz5TX1/fOzd3FwJlAnE4zDe+8Y2y6huHAwcOLA7s+P3vfx9Wr14d4kCZOIwjvjZs2BBiPQ70iOveuKL0Z1wfB9usWbOm9MSfjsaPH1/cP+4RXx/5yEdyhzDFwUzxXFyz6ysOKRkyZMifduvdXzfeeGP4zne+k7np8OHDw/nnnx/+3//7f8VhMMuXLw/z588P3/rWt8LkyZMz63ct/Md//Ed44IEHdi21+f6hhx4KH/3oR1sdjBIH09x2221h1apVO59hHMLy1FNPhS996Uthzz33bPE+t99+e/j0pz8dmpubW1zTXSdiT//wD/9Q/Kzl7Rn9rrvuuvDss88Wh8jEz2F8bdmypWgdz8U1edfG2s9//vPw4x//OL5t9+snP/lJcYhS/CznXdSvX7/igJ74XYjfidhPfMX3sfaxj30s77Ji7emnny7unffPhOICPwgQIECAQAcEDJ/pAJalBIoCfhAgQIAAAQIECBAgQIAAAQLpC0hIgAABAgQIECBAgAABAgQIpC8gIQECBAgQIECAAAECBAgQIJC+gIQECBAgQCBRgbxBA8OGDUs0rViVLBCHfXz1q18tDiQp7/PYY48Nzz//fPj2t78d3vrWt4aRI0eGQqGwc9nuu+9erMfzS5YsCXH9zpO7vJk9e3a45557dqn8+e306dOL+8c94uvqq68Oo0eP/vOCP72LtXgurtn1dcUVV4Thw4f/aVXv/oqDTHa9Yxzg8r3vfS+88MIL4dprrw0nnHBCGDduXBgzZkyYMmVK+Ju/+ZviEJpf/vKXYdSoUbteuvP9a6+9Fm655ZYQh5fsLLbyprGxMZx11llh/fr1uasOPfTQ8Nhjj4Vf//rX4dRTTw177733zmdYV1cXDj744PDZz342rFy5Mnz+85/P3SMW45Cdr3/96+3uK17Tmddvf/vbcNddd2UujcONbrrppqLfueeeG/bff/8Q+9+xsH///kXreC7mvf7660O8Zsf5XX9/85vfDHl/B++6Zsf7Z555Jlx44YW534+45qSTTgrPPfdciL3F70j8TsR6fMX3sXbzzTcXB+O09P247777Qhy4EwfoxOu8CNSsgOAECHRZwPCZLhPagAABAgQIECBAgACBnhawPwECBAgQIECAAAECBAgQIJC+gIQECBAgQIAAAQIECBAgQIBA+gISEiBAgAABAgQIECBAgED3COQNPqivr++eze1CoAMCCxcuDP/93/9dckU8eNOb3hRuvfXWEIe+xOO2XnHIyo9//OMWB9DcfvvtIeXhGkceeWRxyMsZZ5zR4tCTaFgoFMJxxx1XHLAyfPjwWMq84lCb5cuXZ+rlhTigJg7kefLJJ8tPFY/f8573hN///vdh2rRpxePWfgwZMiR87nOfC/Heu+22W+7SL3/5y2Hu3Lm557qjGPPEz1z8Xb7fDTfcEM4888ydg3PKz+96HAfRnHPOOeEHP/hB6Ncv+5/hP/LII8UhNrtek/e+ubm5OJhnxYoVeafDpz71qRA/1/Gzn7tgl2Jc87Of/SzE4Ti7lHe+jQOV4oCgnQVvCBAgQIBAJwSy/9TrxCYuIUCAAIGaEhCWAAECBAgQIECAAAECBAgQSF9AQgIECBAgQIAAAQIECBAgQCB9AQkJECBAgAABAgQIECBAgACB9AUkJEAgUQHDZxJ9sFUYKw4uefXVVzOdX3TRRWHkyJGZemuFYcOGhcsuuywMGjQos+yBBx4IK1euzNRTKBx88MHFISQHHHBAu+McddRR4Rvf+Ebu+mXLloWlS5fmntu1+Pjjj4ebbrpp19LO98cee2y47bbbwogRI3bW2vPmve99b7j55ptzh7asX78+fOtb3+qxIUJx/wULFmTajIN9Yl+ZE20UTjrppPC//tf/yqyKQ5Duv//+TL288Jvf/CbEgUrl9Xh83nnnhTiMZ+DAgfGwXa844OerX/1q7oCmbdu2hXhu06ZN7drLIgIECBBIUqDLoQyf6TKhDQgQIECAAAECBAgQIECAQE8L2J8AAQIECBAgQIAAAQIECBBIX0BCAgQIECBAgAABAgQIECBAIH0BCQkQIECAAAECBAh0j4DhM93jaJeuCzQ2NmY22W233cKhhx6aqbenEAeFHHPMMZmly5cvD3HQTeZEAoXPfe5zYf/99+9wkuOOOy7XOQ5HiYNlWttw+/bt4dprrw1xYEv5ulGjRoX/+3//b4jDgMrPtef45JNPDp/97Gdzl8ZhLD31HJuamsILL7yQue/hhx8e6uvrM/W2CnEwzDnnnBMKhUJm6e9///sQ75c58afCli1bwg033BDiUJg/lXb+mjx5cvjiF78Y4v47i+18E59JfG5jxozJXPHLX/4y/Pa3v83UFQgQIECAQHsFDJ9pr5R1BAgQIECAAIEdAn4TIECAAAECBAgQIECAAAEC6QtISIAAAQIECBAgQIAAAQIECKQvICEBAgQIECBAgAABAgQIECCQvkCiCfOGzwwfPjzRtGJVm8CmTZvCunXrOtX2kCFDwv/4H/+jOCzk6KOPDn/9138drrvuuvCrX/0qvP3tb+/UnpV8URyMcvzxx3eqxb333jvMnDkz99q8oTK7LoxDWu67775dSzvfX3DBBSEOSNlZ6OCbQqEQPvGJT4SDDjooc2Xs6/bbb8/Ue7KwevXqVgfFtHbvQw45JOy3337hgAMOCKeddlqIg4LuuOOO8K1vfSsMHjy4xUvjgJ2777479/w//dM/hfjsck+2oxhdo2/50jhQ6Oc//3mIv8vPOSZAgAABAu0RMHymPUrWVLSA5ggQIECAAAECBAgQIECAAIH0BSQkQIAAAQIECBAgQIAAAQIE0heQkAABAgQIECBAgAABAgQIEEhfQEICBAgQIECgewTyhs/U19d3z+Z2IdBFgTj84pZbbgnNzc2d2ulLX/pSWLt2bXjggQfCNddcE84999zwzne+M9TV1XVqv0q+6Nhjjw2jRo3qVIuFQqHFITEvv/xyq3vOnz8/LFq0KLMmDrE65ZRTMvWOFsaPHx/OOOOM3MviUJa8v8NyF3dD8Te/+U147LHHOrXTxIkTw7PPPhuWLl0abr311vD5z38+fOADHygOoykUCi3uedddd4U4aKd8waGHHhqOOeaY8nKHj0888cSw2267Za6LA4XiYKHMCQUCfSDglgQIVJ+A4TPV98x0TIAAAQIECBAgQKCvBdyfAAECBAgQIECAAAECBAgQSF9AQgIECBAgQIAAAQIECBAgQCB9AQkJECBAgAABAgQIECBAoEoF8gY3GD5TpQ+z59vu0Tscdthli52WAAAQAElEQVRhufvfeOON4eqrrw5bt27NPa/4hkAcqvPGu879HDlyZO6FjY2NufUdxV//+tchDgnacbzjdxyGEwek7Djuyu+WBqQsXLiwONClK3vnXbvHHnuECRMmZE69+uqr4WMf+1h45plnMud6otDU1BTuv//+3K2PO+64sM8+++Se60gxDsU5/PDDM5fEjE8//XSmrkCAAAECBNojYPhMe5SsIUCAQEULaI4AAQIECBAgQIAAAQIECBBIX0BCAgQIECBAgAABAgQIECBAIH0BCQkQIECAAAECBAgQIECAAIH0BSQkQIBA1wW2bNkSNm7cWLLRbrvtFgYPHlxSc0CgNwSmTp0a9t1339xbffaznw1HHnlk+OlPfxriQI7cRTVcHDJkSBg/fnyXBMaOHdvh6+OzmDt3bu51b33rW8OAAQNyz3W02NKAlA0bNoTFixd3dLs21+++++7hne98Z+66OJAlDmv5+7//++Lgm7zBO7kXdqIYh4M9+eSTuVe21F/u4laKcdjYEUcckVkR//nw0EMPZeoKBAgQINAXAtV3z37V17KOCRAgQIAAAQIECBAgQIBAHwu4PQECBAgQIECAAAECBAgQIJC+gIQECBAgQIAAAQIECBAgQIBA+gISEiBAgAABAgQIEKhCgTjYoLztOIigvOaYQG8IHHDAAeEDH/hAi7eKQ07i+Tho5U1velO4/vrrw/Lly0NPDv9osZkKOzFs2LAwcuTIXu/qlVdeKQ5gKb9xoVAI06ZNKy93+nj48OHhkEMOyb0+DoPJPdHF4imnnBLifTPbvF5obm4OX//618OECRPCiBEjwic/+cnwhz/8odsHIzU2NoaVK1e+fsfSP3FI2P77719a7MLRwQcfnHv1woULc+uKBAgQIECgLQHDZ9oScp4AAQIECBCoeAENEiBAgAABAgQIECBAgAABAukLSEiAAAECBAgQIECAAAECBAikLyAhAQIECBAgQIAAAQIECBAgkL6AhF0XyBs+E4dYdH1nOxDouEChUAh/93d/F8aMGdPmxQ8//HD4+Mc/Hvbdd9+dwz/uvffebh/+0WYjFbJg0KBBIQ7l6e12mpqaQt7fI7vvvnvYa6+9uq2dQqEQJk+enLtfTw1Iiff727/929x77lpcv359mDVrVnjb295WfAZxMFI8fvbZZ7s8GCkOV3r11Vd3vV3x/ahRo8LYsWOL77vjx+GHH567TcywcePG3HOKBAgQIECgNYF+rZ10jkAnBFxCgAABAgQIECBAgAABAgQIpC8gIQECBAgQIECAAAECBAgQIJC+gIQECBAgQIAAAQIECBAgQIBA+gISEiBAgAABAlUokDc0or6+vgqTaDkVgYMOOih885vfDAMHDmx3pB3DP4477ridwz++973v5Q5FafemFrZLYNWqVWHdunWZtfHvkb333jtT70qhrq4u9/ItW7Z0echL3saFQiFcfPHF4fjjj8873WItDkb65Cc/GSZMmLBzMNL8+fPD1q1bW7ympRMvv/xy7qnnn3++OHymUCiEQqHrr5NOOin3Pj1lm3szxWoS0CsBAgTaFDB8pk0iCwgQIECAAAECBAhUuoD+CBAgQIAAAQIECBAgQIAAgfQFJCRAgAABAgQIECBAgAABAgTSF5CQAAECBAgQIECAAAECBAi0LWD4TNtGlb0ize5OPvnkcPfdd4dRo0Z1KmAc/vGxj30sDB8+PBx11FHhZz/7WWhubu7UXi6qHIGDDz44t5lly5aFjRs35p7ranHYsGHh9ttvD2effXanttoxGGnatGlhjz32CJ/61KdCQ0NDu/dqbGxs99qeWLh06dKwYcOGntjangQIECCQuEC/xPOJR4AAgd4XcEcCBAgQIECAAAECBAgQIEAgfQEJCRAgQIAAAQIECBAgQIAAgfQFJCRAgAABAgQIECBAgAABAgTSF5CQAAECVShg+EwVPrQaafld73pXWLx4cbjwwgtDv36d/8+XZ8+eHU466aTiIJsf/OAHYevWrTUi2Lcx99tvv7D77rv3bRPddPehQ4eGG264Idx3333h0EMP7fSumzZtCl/72tdCtIkDlvp6sEyng7iQAAECBEJg0KZA5//trc2tLSBAgAABAgQIECBAgAABAr0j4C4ECBAgQIAAAQIECBAgQIBA+gISEiBAgAABAgQIECBAgAABAukLSEiAAAECBAgQIECAQNsCecNnhg8f3vaFVhDoBYE999wz/Pu//3t4+eWXw3e/+90wffr0Tt817vGRj3wkfOhDHwp5n/tOb+zCPhfojQYKhUKIA5EWLlwYHn/88XD++eeHIUOGdPrWd9xxR5g0aVK46667Or2HCwkQIECAQCULGD5TyU9HbwQIECBAoDoFdE2AAAECBAgQIECAAAECBAikLyAhAQIECBAgQIAAAQIECBAgkL6AhAQIECBAgAABAgQIECBAgED6AhJWoUDeEI76+voqTKLllAWGDh0aPvrRj4Y5c+aE9evXh9tuuy285z3vCf36dfw/a7799tvDhRdeGDZt2pQyWZ9ne/7558Mrr7zSK33Ez8eAAQN65V6FQiEcfvjh4dprrw0bNmwIcRjNJZdcEsaOHdvh+7/66qvhtNNOC7/73e86fK0LCBAgQIBApQt0/N/SKj2R/soEHBIgQIAAAQIECBAgQIAAAQLpC0hIgAABAgQIECBAgAABAgQIpC8gIQECBAgQIECAAAECBAgQIJC+gIQECBAgQIAAgbYFDJ9p28iKyhIYNmxYOPXUU8N//dd/hddee604/ONLX/pSmDx5crsb/e53vxuuueaadq+3sDIE4qCXvE5GjRoV6urq8k71aK1///7hsMMOC1deeWVYtmxZcTDSnXfeGU4//fQQB+K05+ZxAM15550XGhsb27N855ozzzwzbN++vcdfzz33XBgzZszO+3pTqQL6IkCAQOUJGD5Tec9ERwQIECBAgAABAtUuoH8CBAgQIECAAAECBAgQIEAgfQEJCRAgQIAAAQIECBAgQIAAgfQFJCRAgAABAgQIECBAgAABAhUoUD58ZvDgwWG33XarwE6rpCVthqamprB69epekdgx/OOzn/1sWLBgQdi0aVP4xS9+Ef7qr/4q9OvXr9UerrvuurBq1apW1zjZtsA+++wT6uvrMwvXrVsXXnjhhUy9K4WXX3459/KBAwfm1nu7GAcjnXjiieGHP/xh2LBhQ1i6dGmIg5HGjh3baitPPvlk+M///M/cNYcffnhuPQ6FeeWVV3LPKRIgQIAAgUoQaP3fxCqhQz0QIECgiwIuJ0CAAAECBAgQIECAAAECBNIXkJAAAQIECBAgQIAAAQIECBBIX0BCAgQIECBAgAABAgQIECBAIH0BCQkQIECgdYHt27eH8mEOeUMkWt/F2fYIbN26NTzxxBPFoRSXXHJJePe73x3iQIr4uzMDJOKz27JlS3tu3etrYl8bN27s9fvGG9bV1YXjjz8+3HXXXSEOP/mXf/mXFofQxIEfDz74YLzMqwsC0TwOXSnfIn6uX3zxxfJyp4/j52rRokW51x988MG59b4sFgqFcMABB4Q4GKmxsTE88MADYfr06S22dPvtt4doVr4g/p08YMCA8nJoaGgIffU9yzSjQIAAgQoQ0ELlCRg+U3nPREcECBAgQIAAAQIECBCodgH9EyBAgAABAgQIECBAgAABAukLSEiAAAECBAgQIECAAAECBAikLyAhAQIECBAgQIAAAQIVJvDSSy9lOsobIpFZpNBhgRdeeKE4FOXDH/5wuOqqq8J9990XVqxYEeJAjQ5v9voFcejEsmXLXn9XeX+amppCdw4d6WzCPffcM1x22WXhtttua3EAzYIFCzq7vev+JLD77rsXh6z86TD+Kr7igKR58+YV33fHj/Xr1xcHOOXtdfjhh+eVK6ZWKBTC0UcfHX7zm9+EY489NrevZ555JsSM5SfjkKpRo0aVl8PKlStDHGqTOaFAgAABAgQqRMDwmQp5ENogQIAAAQI9J2BnAgQIECBAgAABAgQIECBAIH0BCQkQIECAAAECBAgQIECAAIH0BSQkQIAAAQIECBAgQIAAAQIE0heQkEDrAnnDZ+rr61u/yNluFVi6dGnYsGFDt+7Z1UEccahNHG7T2abi4Jk4GKOj17/yyivh6aefDrfffnu45JJLwpvf/OYwYsSIcMstt3R0q5L173//+8MHP/jBktqOg0WLFu1463cnBerq6sL06dNzr/7DH/7Q6QFL5Rs++eST4amnniovhz322CPst99+mXpXClu3bg1xYFQcFnPNNdeE008/PUyYMCG8/e1vD+vWrev01nG417/8y7+EAQMGZPaI+65atSpT32uvvcJBBx2Uqb/66qvh4YcfztQVCBAgQIBApQj0q5RGaqYPQQkQIECAAAECBAgQIECAAIH0BSQkQIAAAQIECBAgQIAAAQIE0heQkAABAgQIECBAgAABAgQIEEhfQEICBAgQIECAQIUJGD7Tew+kX79+LQ6ciEMuQgf/FwfWxME1eZcNHz48r5ypxUFDeUMwtmzZErZv355Z395CHCCzdu3a9i7fue7b3/52OOSQQ8Kpp54arrrqqvDggw8WB33E3zsXdeJNzPimN72pE1e6pL0CxxxzTCgUCpnl9913X4hDYzInOlG49957cwfZTJo0qduHz6xevTq85S1vCTHXBRdcEG677bbw7LPPhieeeCJ0ZrDSrnEPPPDAMHbs2F1Lrb6Pw3VmzJiRu+aOO+4ImzZtyj3X0WIcirP77ruH2F8ctnPZZZcVB0HFgT9d+fugo30ks14QAgQIEAiGz/gQECBAgAABAgQIJC8gIAECBAgQIECAAAECBAgQIJC+gIQECBAgQIAAAQIECBAgQIBA+gISEiBAgAABAgQIECBAgACBWheoheEzlfKMhw4dGsaPH59pJw6RWbBgQabeVqGxsTG8+OKLmWWFQqE4PCJzIqcwZMiQMGjQoMyZZ555Jqxfvz5Tb08hDq75wQ9+0J6lmTVHHXVU7oCeP/7xj8UhNJkLeqEwcODAEAdy9MKtqvoWU6dODXEITHmI+Dm69dZbQ1eHlzQ0NIRbbrmlfPvicRwSEwcpFQ+66cfIkSND3sCXOFTp0Ucf7aa7tH+bk046KXe4zz333BN+97vftX+jFlbGQVbXXXdd2LhxY1iyZElx2M6//uu/FgdB3XTTTbn3bmErZQIECBAgsFPA8JmdFN4QINBLAm5DgAABAgQIECBAgAABAgQIpC8gIQECBAgQIECAAAECBAgQIJC+gIQECBAgQIAAAQIECBAgQIBA+gISEiBAgECFCcTBEOUtDR8+vLzkuBsE4gCTgw46KHenn//85yEObck92ULxwQcfDJs2bcqc3WeffcLEiRMz9bxCHNix5557Zk4tX748dGYgTtzoscceC3feeWd82+HXhAkTwr777pu57pFHHgkxb+ZEOwtx8EkcXpK3PG9gHhhtYgAAEABJREFUyq7r6urqwl577bVryfscgfi5O+6443LOhHDttdeGhQsX5p5rTzE+v29/+9shDkUqXx+HJ334wx8uL3f5eMCAAeFNb3pT7j7f/e53c797uYtzimvWrAkvv/xy5kz8PkbHzInXC7GXOJzp9bclf7Zt2xauvPLKkDdIrGRhKwfR94YbbgjLli3LrIq+73vf+zJ1BQIECLRDwBICoR8DAgQIECBAgAABAgQIEEhdQD4CBAgQIECAAAECBAgQIEAgfQEJCRAgQIAAAQIECBAgQIAAgfQFJCRAgAABAgQIECBAoNYF8gaeDB06tNZZeix/HCCRt3kc1hIHrOSdy6s9++yz4etf/3reqTBz5swwduzY3HPlxThUJW8gzo5hFM3NzeWXtHocB2Bceuml4dVXX211XUsnY995gy5iP5/73OdCHNrR0rWt1RcvXhx+8pOfZJYUCoWQN9AjszCn8Morr4T169fnnKnEUu/09IlPfCLkDa9avXp1uOiiizo9ICU+u8svvzw3xHve854wffr03HNdLb73ve/NzfNf//Vf4cc//nGnto+f5VtvvTX3s3PEEUeEUaNG5e47bNiwcPbZZ+eeu++++8LVV18dOvp93bHZQw89FL72ta/tOCz5fcwxx/SYb8mNHBAgQIBAkgKGzyT5WIUiQIAAgYoW0BwBAgQIECBAgAABAgQIECCQvoCEBAgQIECAAAECBAgQIECAQPoCEhIgQIAAAQIECBAgQIAAAQLpC0hIoMIE8obPDBw4sMK6TKedt73tbbnDLOKwlo997GPhueeeazPs2rVrwznnnBOWLFmSu/aEE04IdXV1uefKi3vssUeYMWNGebl4/KMf/ag44CYOyygW2vixo684CKONpS2eLhQK4YwzzgiDBg3KrJk9e3b4zGc+0+EBG5s2bQpXXHFFWLFiRWbPOHimpYFAmcVlhZdffrnTw3DKtkrmcPLkyeGss87KzRM/F6eddlqIn5PcBS0U77rrrnDmmWeGbdu2ZVbEz8kll1wShgwZkjnXHYVDDz00HH/88blbXXjhhSEObck92Urxj3/8Y/jmN7+ZuyL+HdDad/fUU08NLX1ev/jFL4YvfelLHf5+zJ07N8R9499B5U0VCoUQBwr1lG/5/RwTIECAQHoCNT98Jr1HKhEBAgQIECBAgAABAgQIECBQLuCYAAECBAgQIECAAAECBAgQSF9AQgIECBAgQIAAAQIECBAgQCB9AQkJECBAgAABArUu0NzcnCEYMGBApqbQPQKtDbN4+umnw1/8xV+En/70p2Hr1q2ZG8baPffcE+LAlF//+teZ87Gw7777hve+973xbbtff/VXfxUKhULu+ksvvTR84QtfCHGAS+6C14uxr9jz9OnTw09+8pPXK137c+SRR4b3v//9uZt85zvfCaecckpobGzMPV9ejINOPvrRj4brr7++/FTx+Oyzzw7Dhg0rvm/px9ChQ0N0LT8fBzfFfcu/Q+vXr+/wAJDyvav1uFAohIsvvjjEz3lehl/+8pchDmCaN29e3umSWvzMxaFBJ510UsgbjBIXx8Ezb3/72+PbHnnFvwv/5m/+JncYUnzOxxxzTPj+97+f+30tbygOcbrzzjvDcccdF+K15efj4J53vetd5eWS45EjRxYHzPTrl/+f8n/+859v9/cjfm9j7/F5NDQ0lNxnx0H8rp144ok7Dqv+twAECBAg0PsC+f/E6v0+3JEAAQIECBAgQKB2BCQlQIAAAQIECBAgQIAAAQIE0heQkAABAgQIECBAgAABAgQIEEhfQEICBAgQIECAAAECBAgQIECglwXiAI3yWw4cOLC81J3HNb1Xa8MsIkwcAvGBD3wgDBkyJLz73e8On/jEJ4qv+D7W3vOe94TFixfHpbmv//N//k+YMGFC7rmWinF4xzve8Y6WTofLLrss7L///iEOonnooYfCihUriq/f/OY3xdqYMWNC7Dn2vusmf/u3f5s7tGXXNXnv4+fvM5/5TBg+fHje6RAHeMR+zjrrrHDvvfeGNWvWhDjYY8fiONjjD3/4Q/jkJz8Zxo0b1+JAnDgEJA6m2XFdS78LhUKIQz/yzt94441hxowZ4Zprrgm33HJLOP3008PBBx8c2jNcJW+/FGrR/KabbgotPb8nn3wyHHHEEcUhSj/60Y/CCy+8sPP5xUE+cQjT5ZdfXvzMxc/Btm3bclmOPfbY4qCbQqGQe767im95y1vCOeeck7tdHIpzxhlnhEmTJhU/A7H3pqamnWtjnueff744/GjmzJnFoUrxmp0L/vQmDpOJmffee+8/VVr+Ff8u+PKXv9zigvj9GD9+fDjhhBPC3XffXfL92NHPrFmzij3H3vP6iZvHz/FVV10V4vcxHnsRIECAAIHOCBg+0xk11xBISkAYAgQIECBAgAABAgQIECBAIH0BCQkQIECAAAECBAgQIECAAIH0BSQkQIAAAQIECBAgQIAAAQIE0heQkAABAgRqXSAOIyg3iANSymuOu08gDnv5whe+0OqG8bncd9994Tvf+U7xFd/HWmsXxWEcH//4x1tbkntu9913D7GfQYMG5Z6PxRdffDF85StfCUcffXQYO3Zs8XXMMccUa/FcXLPr67zzzisOBunfv/+u5Xa/jwNdrrvuuhCHcuRdFAeS3HzzzSEOkBk1alRxXaFQCIVCIdTX14e3ve1tIQ7Y2LRpU97lxQEx0TZmz11QVoy5y0o7Dx9//PFwwQUXhDjI5rbbbgurV68Oy5cv33m+Ft8cddRRxYErrQ0umT17djjttNPCPvvss/P5xc/gIYccEv7xH/8x5H2udljGz160HjZs2I5Sj/2Ofx9eccUVIX6/WrpJHAgVPwOx9zgkqlB447MY88RBSfF7OXfu3JYuD3GYzIknntji+V1PFAqFEIdMxaFQu9bL38fBM3EAza7fjx39fPKTn2x1iFW85vvf/36IvZfv65gAgWoW0DuB3hcwfKb3zd2RAAECBAgQIECAAIFaF5CfAAECBAgQIECAAAECBAgQSF9AQgIECBAgQIAAAQIECBAgQCB9AQkJECBAgAABAgQIECDQywJbtmzJ3LG1gRGZxQodFigU3hgeEQe0dPjiFi74i7/4i/C9730vdHYYRxyI89WvfrU4BKSFW7S7fMopp4SrrroqxEEX7b4oZ+HJJ59cHG6Tc6pLpYkTJ4af/vSnHRqs8Y53vCMcdNBB7b7vwoULW19bA2fj84sDUOIgk+6Me/bZZ4ef/exnYcSIEd25bat7xe/V9ddfHyZPntzqus6cjENk4jCZQqHQ7svj39H//M//HP7t3/6tW76zu954/Pjx4Z577glHHnnkrmXvCRAgQIBApwQMn+kUm4sIECBAICUBWQgQIECAAAECBAgQIECAAIH0BSQkQIAAAQIECBAgQIAAAQIE0heQkAABAgQIECBAgAABAgQIEEhfQEICtS6QN3xmwIABtc7S4/nj8Ihvfetb4Qtf+EKX7xWHcfziF78Io0eP7vRehUIhXHDBBcWhLHvuuWen97n44ovDzTff3OkhOLveuFAohL//+78vDhrpSk+77nnqqaeG2bNnh8MOO2zXcpvv40COK664ot2DPgyfeYP0Xe96V5g/f3744Ac/+EahCz/32muv8MMf/jDccMMNYejQoV3YqXOX7r///uH+++8P8TPUuR1Kr4qf6ThEJw6fiX8flJ5t+6h///7hoosuCr/61a/CgQce2PYF7Vhx5plnhgULFoTp06e3Y7UlBAgQIECgbYFKGz7TdsdWECBAgAABAgQIECBAgAABAtUuoH8CBAgQIECAAAECBAgQIEAgfQEJCRAgQIAAAQIECBAgQIAAgfQFJCRAgAABAgQIEOhlgebm5swdOzMIIbOJQpsC0fmf/umfwuOPPx7e/OY3t7m+fEG85oEHHui2YRyFQiG8733vCw0NDeHCCy9s96CV2FfsJea46qqrwpAhQ2KpW16Fwp97ioN6Orv38ccfHx577LFw6623hhEjRnSqt5NPPrndw3mWLVsWNm7c2Kn7pHZRHIr04x//OMTPanwOHc0Xh85cf/314bnnngunn356KBQKHd2i29bHz078DMUs8TPfmY1jnn/7t38Ly5cvL37fCoWu5fnLv/zL8MQTT4Qf/OAHnR5CE59L/P7edNNNIQ7F6UyuTlzjEgIECBCoAQHDZ2rgIYtIgAABAgQIEGhdwFkCBAgQIECAAAECBAgQIEAgfQEJCRAgQIAAAQIECBAgQIAAgfQFJCRAgAABAgQIECBAgAABAgRSF9iyZUtJxEKhEAYMGFBSc9CzAocffnj44x//GFauXBmuu+668P73vz+MGTMmc9NYi+fimrg2XnP00Ud3+zCOOHzi3//934vDU37xi1+Es846K+y3334l/QwdOjTEe1999dVh6dKl4Q9/+EOIOXZdFPuNA0O2b98edn2deOKJuy5r1/vYUxzUs2HDhrBw4cJw5ZVXhmOPPTbsu+++mSE5cajPpEmTwic+8Ylw5513hldeeSXEHNOmTeuSVaHw50E48RnE/NFhR4B431iLg0VuueWWsOu5HWu663dLttE7nuvKfeLz2fV57XgfB5N0dt9CoVD8vMTnsH79+nDbbbeFj3zkI+GAAw7IPL84nCU67vhsrVq1KpxzzjldGmoUTaLNjiw7fsdaPNeRXIXCG1ni9y9miZ+x+FmLn7n6+vrMVjFP/KzGz+yiRYtCzHPRRRd16+cjfvY+9KEPhWeeeSY8//zz4dprry3+PZL3/Yify9hr7Dn2vuP7Uf79zQRRIECAAAECnRAwfKYTaC4h0KMCNidAgAABAgQIECBAgAABAgTSF5CQAAECBAgQIECAAAECBAgQSF9AQgIECBAgQIAAAQIECBAgQCB9AQkJECBAgEAvCzQ3N5fc0eCZEo5ePdhnn33CueeeG/7zP/8zLF++vGRgSxyWEWvxXFwT1/Z0c3V1deH4448PN954Y4hDOmIPO15xYMUDDzwQPvWpTxUHiBQKhZ5up7h///79w2GHHRYuueSScO+994bGxsawdevWEqvXXnstPPnkk2HWrFkhDlKJwzaKF3fTjzgIJz6DmD867DCJ9421OFikN55PN8Xp9W2GDRsWTj311BAH9MTBReXP74UXXgjRsbc/W52BiFniZyx+1uJnbu3atSWfxfjZiHniZzV+Zg855JAuDUBqT4/jx48P559/fvHvkbzvR/zMxl5jz7H37v5+tKdHawgQ+JOAXwRqQMDwmRp4yCISIECAAAECBAgQINC6gLMECBAgQIAAAQIECBAgQIBA+gISEiBAgAABAgQIECBAgAABAukLSEiAAAECBAgQIECAAIHUBbZs2VISceDAgSXHDgjUgoCMBAgQIECAAAEC3S9g+Ez3m9qRAAECBLom4GoCBAgQIECAAAECBAgQIEAgfQEJCRAgQIAAAQIECBAgQIAAgfQFJCRAgCqBvXAAABAASURBVAABAgQIECBAgAABAgTSF5CQAIFeFmhubi6544ABA0qOHRAgQIAAAQIECBAgQKAzAm0Mn+nMlq4hQIAAAQIECBAgQIAAAQIEqktAtwQIECBAgAABAgQIECBAgED6AhISIECAAAECBAgQIECAAAEC6QtISIAAAQIECBAgkLrAli1bSiIOHDiw5NgBAQIECNSCgIwECBAgQKD7BQyf6X5TOxIgQIAAAQIEuibgagIECBAgQIAAAQIECBAgQCB9AQkJECBAgAABAgQIECBAgACB9AUkJECAAAECBAgQIECAAAECBNIX6OWEhs/0MrjbESBAgAABAgQIEKgRAcNnauRBi9l5AVcSIECAAAECBAgQIECAAAEC6QtISIAAAQIECBAgQIAAAQIECKQvICEBAgQIECBAgAABAgQIECCQvoCEBAgQIEAgdYHm5uaSiAMGDCg5dkCAAAECBAgQqAUBGQkQ6H4Bw2e639SOBAgQIECAAAECBAh0TcDVBAgQIECAAAECBAgQIECAQPoCEhIgQIAAAQIECBAgQIAAAQLpC0hIgAABAgQIECBAgAABAt0ssGXLlpIdBw4cWHLsgEAfCLglAQIECBAgQIBAAgKGzyTwEEUgQIBAzwrYnQABAgQIECBAgAABAgQIEEhfQEICBAgQIECAAAECBAgQIEAgfQEJCRAgQIAAAQIECBAgQIAAgfQFJCRAIHWB5ubmkogDBgwoOXZAgAABAgQIECBAgEAtCHR/RsNnut/UjgQIECBAgAABAgQIECBAoGsCriZAgAABAgQIECBAgAABAgTSF5CQAAECBAgQIECAAAECBAgQSF9AQgIECBAgQIAAAQLdKLBly5awffv2kh0NnynhcECAAIG+EXBXAgQIECCQgIDhMwk8RBEIECBAgACBnhWwOwECBAgQIECAAAECBAgQIJC+gIQECBAgQIAAAQIECBAgQIBA+gISEiBAgAABAgQIECBAgAABAukLpJywubk5E8/wmQyJAgECBAgQIECAAAECnRAwfKYTaC7pUwE3J0CAAAECBAgQIECAAAECBNIXkJAAAQIECBAgQIAAAQIECBBIX0BCAgQIECBAgAABAgQIECBAIH0BCQkQIECAAIFuFNiyZUtmt4EDB2ZqCgQIECBAgACBXhZwOwIEEhAwfCaBhygCAQIECBAgQIAAgZ4VsDsBAgQIECBAgAABAgQIECCQvoCEBAgQIECAAAECBAgQIECAQPoCEhIgQIAAAQIECBAgQIBANQsYPlPNT683e3cvAgQIECBAgAABAh0XMHym42auIECAQN8KuDsBAgQIECBAgAABAgQIECCQvoCEBAgQIECAAAECBAgQIECAQPoCEhIgQIAAAQIECBAgQIAAAQLpC0hIgACBbhRobm7O7DZgwIBMTYEAAQIECBAgQIAAgV4WSOB2hs8k8BBFIECAAAECBAgQIECAAIGeFbA7AQIECBAgQIAAAQIECBAgkL6AhAQIECBAgAABAgQIECBAgED6AhISIECAAAECBAgQqGaBLVu2ZNofOHBgpqZAgACBWheQnwABAgQIEOi4gOEzHTdzBQECBAgQINC3Au5OgAABAgQIECBAgAABAgQIpC8gIQECBAgQIECAAAECBAgQIJC+gIQECBAgQIAAAQIECBAgQIBA+gISdqNAc3NzZrcBAwZkagoECBAgQIAAAQIECBDoqIDhMx0Vs75MwCEBAgQIECBAgAABAgQIECCQvoCEBAgQIECAAAECBAgQIECAQPoCEhIgQIAAAQIECBAgQIAAAQLpC0hIgAABAgQIVLPAli1bMu0PHDgwU1MgQIAAAQIEal1AfgIECHRcwPCZjpu5ggABAgQIECBAgEDfCrg7AQIECBAgQIAAAQIECBAgkL6AhAQIECBAgAABAgQIECBAgED6AhISIECAAAECBAgQIECAAIEOCGzbti2zulAoZGoKFSagHQIECBAgQIAAAQJVIGD4TBU8JC0SIFDZArojQIAAAQIECBAgQIAAAQIE0heQkAABAgQIECBAgAABAgQIEEhfQEICBAgQIECAAAECBAgQIEAgfQEJCRAgUM0CdXV1mfY3b96cqSkQIECAAAECBAgQqHUB+TsuYPhMx81cQYAAAQIECBAgQIAAAQJ9K+DuBAgQIECAAAECBAgQIECAQPoCEhIgQIAAAQIECBAgQIAAAQLpC0hIgAABAgQIECBAgEAHBAYPHpxZbfhMhkSBAIHKE9ARAQIECBAgUAUChs9UwUPSIgECBAgQqGwB3REgQIAAAQIECBAgQIAAAQLpC0hIgAABAgQIECBAgAABAgQIpC8gIQECBAgQIECAAAECBAgQIJC+gITVLFBXV5dpv6mpKVNTIECAAAECBAgQIECAQEcFDJ/pqFilr9cfAQIECBAgQIAAAQIECBAgkL6AhAQIECBAgAABAgQIECBAgED6AhISIECAAAECBAgQIECAAAEC6QtISIAAAQIECBDogMDgwYMzqzdv3pypKRAgQIAAAQIVJqAdAgQIVIGA4TNV8JC0SIAAAQIECBAgUNkCuiNAgAABAgQIECBAgAABAgTSF5CQAAECBAgQIECAAAECBAgQSF9AQgIECBAgQIAAAQIECBAgUMkCcfhMoVAoadHwmRKOdh1YRIAAAQIECBAgQIBAVsDwmayJCgEC1S2gewIECBAgQIAAAQIECBAgQCB9AQkJECBAgAABAgQIECBAgACB9AUkJECAAAECBAgQIECAAAECBNIXkJAAAQIEOigQB9DseklTU9Ouh94TIECAAAECBAgQqEQBPVWBgOEzVfCQtEiAAAECBAgQIECAAIHKFtAdAQIECBAgQIAAAQIECBAgkL6AhAQIECBAgAABAgQIECBAgED6AhISIECAAAECBAgQIFDpAuXDZzZv3lzpLeuPAIGKE9AQAQIECBAgQCArYPhM1kSFAAECBAhUt4DuCRAgQIAAAQIECBAgQIAAgfQFJCRAgAABAgQIECBAgAABAgTSF5CQAAECBAgQIECAAAECBAgQSF9AQgIdFCgfPtPU1NTBHSwnQIAAAQIECBAgQIBAVsDwmaxJt1ZsRoAAAQIECBAgQIAAAQIECKQvICEBAgQIECBAgAABAgQIECCQvoCEBAgQIECAAAECBAgQIECAQPoCEhIgQIAAAQIEKl2grq6upMXNmzeXHDsgQIAAAQIE2hawggABAgSyAobPZE1UCBAgQIAAAQIEqltA9wQIECBAgAABAgQIECBAgED6AhISIECAAAECBAgQIECAAAEC6QtISIAAAQIECBAgQIAAAQIECJQJDB48uKSSwPCZkjwOCBAgQIAAAQIECBDoGwHDZ/rG3V0J1JCAqAQIECBAgAABAgQIECBAgED6AhISIECAAAECBAgQIECAAAEC6QtISIAAAQIECBAgQIAAAQIECKQvICEBAgQIVLpA+fCZ7du3BwNoKv2p6a9WBLZs2RJ2fW3durVWostJgAABAlUnoGECWQHDZ7ImKgQIECBAgAABAgQIEKhuAd0TIECAAAECBAgQIECAAAEC6QtISIAAAQIECBAgQIAAAQIECKQvICEBAgQIECBAgAABAgTKBMqHz8TThs9EBS8CfSvw4osvhgsuuKDkdeWVV7avKasIECBAgAABAhUgYPhMBTwELRAgQIBA2gLSESBAgAABAgQIECBAgAABAukLSEiAAAECBAgQIECAAAECBAikLyAhAQIECBAgQIAAAQIECBAgkL6AhAQqXWDIkCGZFpuamjI1BQIEeldg06ZNmRsOGjQoU1MgQIAAAQIECFSqQK0Nn6nU56AvAgQIECBAgAABAgQIECBAoPsE7ESAAAECBAgQIECAAAECBAikLyAhAQIECBAgQIAAAQIECBAgkL6AhAQIECBAgAABAmUCgwcPLquEsHnz5kxNgQCB3hXIGwKV933t3a7cjUDVCGiUAAECBCpAwPCZCngIWiBAgAABAgQIpC0gHQECBAgQIECAAAECBAgQIJC+gIQECBAgQIAAAQIECBAgQIBA+gISEiBAgAABAgQIECBAgAABAn0tkDfMonuHz/R1QvcnUJ0CmzZtyjSe933NLFIgQIAAAQIECFSIgOEzFfIgtEGg1wTciAABAgQIECBAgAABAgQIEEhfQEICBAgQIECAAAECBAgQIEAgfQEJCRAgQIAAAQIECBAgQIAAgfQFJCRAgAABAmUCecMs8oZelF3mkACBHhZoamrK3GHQoEGZmgIBAgQIEMgVUCRQAQKGz1TAQ9ACAQIECBAgQIAAAQJpC0hHgAABAgQIECBAgAABAgQIpC8gIQECBAgQIECAAAECBAgQIJC+gIQECBAgQIAAAQIECBDoa4G6urpMC5s3b87UFAgQ6LxAZ67MGz6TNyyqM3u7hgABAgQIECDQGwKGz/SGsnsQIECAQCUJ6IUAAQIECBAgQIAAAQIECBBIX0BCAgQIECBAgAABAgQIECBAIH0BCQkQIECAAAECBAgQIECAAIH0BSQkQKBMIG+YheEzZUgOCfSBwKZNmzJ3HTRoUKamQIAAAQIECBCoVIE+Hj5TqSz6IkCAAAECBAgQIECAAAECBLpPwE4ECBAgQIAAAQIECBAgQIBA+gISEiBAgAABAgQIECBAgAABAukLSEiAAAECBAgQINDXAnnDZ5qamvq6LfcnUPMCL7/8csbA8JkMiULVCGiUAAECBGpRwPCZWnzqMhMgQIAAAQK1LSA9AQIECBAgQIAAAQIECBAgkL6AhAQIECBAgAABAgQIECBAgED6AhISIECAAAECBAgQIECAAAEC6QuUJayrqyurhLB58+ZMTYEAgd4VWLt2beaGI0eOzNQUCBAgQIAAAQKVKmD4TKU+GX3VjICgBAgQIECAAAECBAgQIECAQPoCEhIgQIAAAQIECBAgQIAAAQLpC0hIgAABAgQIECBAgAABAgQIpC8gIQECBAgQ6GuBwYMHZ1poamrK1BQIEOhdgTVr1mRuOGLEiExNgQABAgSqQ0CXBGpRwPCZWnzqMhMgQIAAAQIECBCobQHpCRAgQIAAAQIECBAgQIAAgfQFJCRAgAABAgQIECBAgAABAgTSF5CQAAECBAgQIECAAAECNSeQN3xm8+bNNecgcE0JVEXYdevWZfo0fCZDokCAAAECBAhUsIDhMxX8cLRGgACB2hCQkgABAgQIECBAgAABAgQIEEhfQEICBAgQIECAAAECBAgQIEAgfQEJCRAgQIAAAQIECBAgQIAAgfQFJCRAoK8FDJ/p6yfg/gSyAq+99lrYsGFD5oThMxkSBQIECBAgQKCCBUqHz1Rwo1ojQIAAAQIECBAgQIAAAQIEuknANgQIECBAgAABAgQIECBAgED6AhISIECAAAECBAgQIECAAAEC6QtISIAAAQIECBAgUHMCQ4YMyWRuamrK1BQIEOg9gbVr12Zutueee4YBAwZjijnHAAAQAElEQVRk6goEOiXgIgIECBAg0AsChs/0ArJbECBAgAABAgRaE3COAAECBAgQIECAAAECBAgQSF9AQgIECBAgQIAAAQIECBAgQCB9AQkJECBAgAABAgQIECBAgACB9AX6OuHgwYMzLWzevDlTUyBAoPcE1qxZk7nZiBEjMjUFAgQIECBAgEAlCxg+U8lPR299IeCeBAgQIECAAAECBAgQIECAQPoCEhIgQIAAAQIECBAgQIAAAQLpC0hIgAABAgQIECBAgAABAgQIpC8gIQECBAgQqDmBgQMHhgEDBpTk3rBhQ8mxAwIEeldg7dq1mRuOHDkyU1MgQIAAgU4LuJAAgV4QMHymF5DdggABAgQIECBAgACB1gScI0CAAAECBAgQIECAAAECBNIXkJAAAQIECBAgQIAAAQIECBBIX0BCAgQIECBAgAABAgQIEOgNgfr6+pLbrF69uuTYAYGeFbB7uUDe8Jny72n5NY4JECBAgAABApUmYPhMpT0R/RAgQKCvBdyfAAECBAgQIECAAAECBAgQSF9AQgIECBAgQIAAAQIECBAgQCB9AQkJECBAgAABAgQIECBAgACB9AUkJECgJgVGjhxZknvTpk3h1VdfLak5IECg9wTyhs+MGDGi9xpwJwIECBAgQCB9gV5IaPhMLyC7BQECBAgQIECAAAECBAgQaE3AOQIECBAgQIAAAQIECBAgQCB9AQkJECBAgAABAgQIECBAgACB9AUkJECAAAECBAgQINAbAvX19ZnbrFmzJlNTIECgdwTyvn+Gz/SOfV/dxX0JECBAgECKAobPpPhUZSJAgAABAgS6IuBaAgQIECBAgAABAgQIECBAIH0BCQkQIECAAAECBAgQIECAAIH0BSQkQIAAAQIECBAgQIAAAQIE0heoyYR5w2dWr15dkxZCE6gEgbVr12baMHwmQ6JAgAABAgQIVLiA4TMV/oC0R4AAAQIECBAgQIAAAQIECBBIX0BCAgQIECBAgAABAgQIECBAIH0BCQkQIECAAAECBAgQIECAAIH0BSQkQIAAAQIEekMgb6jFmjVreuPW7kGAQI5A3vcv73uac6kSAQIEqlRA2wQIpChg+EyKT1UmAgQIECBAgAABAl0RcC0BAgQIECBAgAABAgQIECCQvoCEBAgQIECAAAECBAgQIECAQPoCEhIgQIAAAQIECBAgQIBAkgL19fWZXHnDLzKLFNIUkKpPBdatW5e5/6BBg8Iee+wR/I8AAQIECBAgUE0Chs9U09PSKwECNSkgNAECBAgQIECAAAECBAgQIJC+gIQECBAgQIAAAQIECBAgQIBA+gISEiBAgAABAgQIECBAgAABAukLSEiAAIHeEMgbPrN69ereuLV7ECBQJpA3+GnEiBFlqxwSIECAAAECqQmkmMfwmRSfqkwECBAgQIAAAQIECBAg0BUB1xIgQIAAAQIECBAgQIAAAQLpC0hIgAABAgQIECBAgAABAgQIpC8gIQECBAgQIECAAIEkBfIGW+QNwEgyvFAEKkxg7dq1mY7yvqOZRQrdKWAvAgQIECBAoBsEDJ/pBkRbECBAgAABAj0pYG8CBAgQIECAAAECBAgQIEAgfQEJCRAgQIAAAQIECBAgQIAAgfQFJCRAgAABAgQIECBAgAABAgTSF5CwNwSGDBkS4mvXexk+s6uG9wR6TyDvu2f4TO/5uxMBAgQIECDQfQKGz3SfZW3sJCUBAgQIECBAgAABAgQIECCQvoCEBAgQIECAAAECBAgQIECAQPoCEhIgQIAAAQIECBAgQIAAAQLpC0hIgAABAgQIJCtQPtyiqakpbNy4Mdm8ghGoVIG1a9dmWiv/fmYWKBAgQKC7BexHgACBbhAwfKYbEG1BgAABAgQIECBAoCcF7E2AAAECBAgQIECAAAECBAikLyAhAQIECBAgQIAAAQIECBAgkL6AhAQIECBAgAABAgQIECBAoLsE6uvrM1utWbMmU1PofQF3rC0Bw2dq63lLS4AAAQIEUhYwfCblpysbAQI9IWBPAgQIECBAgAABAgQIECBAIH0BCQkQIECAAAECBAgQIECAAIH0BSQkQIAAAQIECBAgQIAAAQIE0heQkAABAskK5A2fefHFF5PNKxiBShXIGz4zcuTISm1XXwQIECBAIFUBubpBwPCZbkC0BQECBAgQIECAAAECBAj0pIC9CRAgQIAAAQIECBAgQIAAgfQFJCRAgAABAgQIECBAgAABAgTSF5CQAAECBAgQIECAAIHuEhgxYkRmqzVr1mRqCgQI9KxA3vcu7/vZs11U2u76IUCAAAECBKpRwPCZanxqeiZAgAABAn0p4N4ECBAgQIAAAQIECBAgQIBA+gISEiBAgAABAgQIECBAgAABAukLSEiAAAECBAgQIECAAAECBAikLyBhsgL19fWZbHlDMDKLFAgQ6DaBjRs3hs2bN2f2M3wmQ6JAgAABAgQIVIGA4TNV8JBaa9E5AgQIECBAgAABAgQIECBAIH0BCQkQIECAAAECBAgQIECAAIH0BSQkQIAAAQIECBAgQIAAAQIE0heQkAABAgQIECDQXQKGz3SXpH0IdF4gb+DT8OHDQ79+/tPtzqu6kkAaAlIQIECgGgX8G0w1PjU9EyBAgAABAgQI9KWAexMgQIAAAQIECBAgQIAAAQLpC0hIgAABAgQIECBAgAABAgQIpC8gIQECBAgQIECAAAECBAgQqFqBkSNHZnrPG4SRWVR7BYkJ9JjAiy++mNl7xIgRmZoCAQIECBAgQKAaBAyfqYanpEcCBFoRcIoAAQIECBAgQIAAAQIECBBIX0BCAgQIECBAgAABAgQIECBAIH0BCQkQIECAAAECBAgQIECAAIH0BSQkQIAAge4SqK+vz2xl+EyGRIFAjwqsXLkys//ee++dqSkQIECAAIHaE5C4GgUMn6nGp6ZnAgQIECBAgAABAgQI9KWAexMgQIAAAQIECBAgQIAAAQLpC0hIgAABAgQIECBAgAABAgQIpC8gIQECBAgQIECAAAECVSswYMCAsMcee5T0v3nz5rBhw4aSmgMCBHpOYNWqVZnNR48enan1eUEDBAgQIECAAIF2CPRrxxpLCBAgQIAAgQoW0BoBAgQIECBAgAABAgQIECCQvoCEBAgQIECAAAECBAgQIECAQPoCEhIgQIAAAQIECBAgQIAAAQLpC0hIoDsFRowYkdluzZo1mZoCAQI9I7By5crMxobPZEgUCBAgQIAAgSoRMHymex+U3QgQIECAAAECBAgQIECAAIH0BSQkQIAAAQIECBAgQIAAAQIE0heQkAABAgQIECBAgAABAgQIEEhfQEICBAgQIECAQFUL1NfXZ/pfvXp1pqZAgEDPCOQNnxkzZkzP3MyuBAh0RcC1BAgQINAOAcNn2oFkCQECBAgQIECAQCUL6I0AAQIECBAgQIAAAQIECBBIX0BCAgQIECBAgAABAgQIECBAIH0BCQkQIECAAAECBAgQIECAAIGOCOQNn1mzZk1HtuiDtW5JIA2BdevWhc2bN2fC7LPPPpmaAgECBAgQIECgGgQMn6mGp6RHAtUkoFcCBAgQIECAAAECBAgQIEAgfQEJCRAgQIAAAQIECBAgQIAAgfQFJCRAgAABAgQIECBAgAABAgTSF5CQAAECBKpaYMSIEZn+DZ/JkCgQ6BGBlStXZvYdPXp0KBQKmboCAQIECBDocwENEGiHgOEz7UCyhAABAgQIECBAgAABApUsoDcCBAgQIECAAAECBAgQIEAgfQEJCRAgQIAAAQIECBAgQIAAgfQFJCRAgAABAgQIECBAgEBHBPKGz6xevbojW1hLgEAnBfKGz4wZM6Zdu1lEgAABAgQIEKhEAcNnKvGp6IkAAQIEqllA7wQIECBAgAABAgQIECBAgED6AhISIECAAAECBAgQIECAAAEC6QtISIAAAQIECBAgQIAAAQIECKQvICGBqhaor6/P9L9mzZpMTYEAge4XyBs+M3r06O6/kR0JECBAgAABAr0kkPjwmV5SdBsCBAgQIECAAAECBAgQIECgDwXcmgABAgQIECBAgAABAgQIEEhfQEICBAgQIECAAAECBAgQIEAgfQEJCRAgQIAAAQIEOiIwYsSIzHLDZzIkCgR6RMDwmR5htWnNCAhKgAABApUoYPhMJT4VPREgQIAAAQIEqllA7wQIECBAgAABAgQIECBAgED6AhISIECAAAECBAgQIECAAAEC6QtISIAAAQIECBAgQIAAAQIECFS0QH19faa/5ubmsHbt2ky9xYITBAh0SiBv+Mw+++zTqb1cRIAAAQIECBCoBAHDZyrhKeiBQA8K2JoAAQIECBAgQIAAAQIECBBIX0BCAgQIECBAgAABAgQIECBAIH0BCQkQIECAAAECBAgQIECAAIH0BSQkQIAAAQIdFRg9enTmkryhGJlFCgQIdFpg8+bNYf369Znr876PmUUKBAgQIEAghACBQCUKGD5TiU9FTwQIECBAgAABAgQIVLOA3gkQIECAAAECBAgQIECAAIH0BSQkQIAAAQIECBAgQIAAAQIE0heQkAABAgQIECBAgAABAhUvkDfswvCZin9sGqwsgQ53s2LFisw1w4cPD0OGDMnUFQgQIECAAAEC1SJg+Ey1PCl9EiBAgEAnBVxGgAABAgQIECBAgAABAgQIpC8gIQECBAgQIECAAAECBAgQIJC+gIQECBAgQIAAAQIECBAgQIBA+gISEiDQUQHDZzoqZj2BrgusWrUqs0nedzGzSIEAAQIECBAgUMECvTt8poIhtEaAAAECBAgQIECAAAECBAh0k4BtCBAgQIAAAQIECBAgQIAAgfQFJCRAgAABAgQIECBAgAABAgTSF5CQAAECBAgQIECg4gXyBl6sXLmy4vvWIIFqFsj7juV9F6s5o95rTEBcAgQIECDwuoDhM68j+EOAAAECBAgQSFlANgIECBAgQIAAAQIECBAgQCB9AQkJECBAgAABAgQIECBAgACB9AUkJECAAAECBAgQIECAAAECBNIX6GjCvIEXeYMxOrqv9QQItCyQ9x0bM2ZMyxc4Q4AAAQIECBCoAgHDZ6rgIWkxKQFhCBAgQIAAAQIECBAgQIAAgfQFJCRAgAABAgQIECBAgAABAgTSF5CQAAECBAgQIECAAAECBAgQSF9AQgIECBAgUPECecNnXnrppdDU1FTxvWuQQLUK5A2fyfsuVms+fRMgQKAGBUQmQOB1AcNnXkfwhwABAgQIECBAgACBlAVkI0CAAAECBAgQIECAAAECBNIXkJAAAQIECBAgQIAAAQIECBBIX0BCAgQIECBAgAABAgQIECgXGDJkSBg2bFh5OaxYsSJTUyBQHQKV36XhM5X/jHRIgAABAgQIdFzA8JmOm7mCAAECBLoi4FoCBAgQIECAAAECBAgQIEAgfQEJCRAgQIAAAQIECBAgQIAAgfQFJCRAgAABAgQIECBAgAABAgTSFEJKHAAAEABJREFUF5CQAIGqEBg9enSmz1WrVmVqCgQIdF3ghf/Pzt/Ganrd9aH/Wg6JTWiSsb33eKYR0KI/gkCRkKBN66lQUVXUVq3UiqpCQm1V/CKqVPVF1RdVpfZ/DtinBw4YOOVwDgfOodimAUJKgVIgdkIgju0kTuKnOA92nMQzY8/4MR57nmfvfeZ7314z131f9x7PjPee2Xvtj+XfXmv91rqu+/p9rvu24EV+zz1XVldXZ2503XXXlV27dhX/ECBAgAABAgS2s4DmM9v57Xl2AgQIENhwATckQIAAAQIECBAgQIAAAQIE+hdQIQECBAgQIECAAAECBAgQINC/gAoJECBAgAABAgQIECBAgACB/gVUSIDAVOCmm26aTgZ/Dx06NFiZEiCwUQKLflt79+7dqNu7DwECBAgQIEDgqgls5eYzVw3FBxMgQIAAAQIECBAgQIAAAQJXTMAHESBAgAABAgQIECBAgAABAv0LqJAAAQIECBAgQIAAAQIECBDoX0CFBAgQIECAAAECV0lgz549o09e1CBjdEiCAIFLFlj021rUAOqSb+wCAttHwJMSIECAQKcCms90+mKVRYAAAQIECBC4PAFXESBAgAABAgQIECBAgAABAv0LqJAAAQIECBAgQIAAAQIECBDoX0CFBAgQIECAAAECBAgQIECAQP8C0wo1n5k6+EvgSggsaj6z6Dd4JZ7FZxAgQIAAAQIENlJA85mN1HQvAhst4H4ECBAgQIAAAQIECBAgQIBA/wIqJECAAAECBAgQIECAAAECBPoXUCEBAgQIECBAgAABAgQIECDQv4AKCRAgQIDAVRJY1PhiUYOMq/R4PpZAVwKLfluLfoNdFa0YAgQIEJgVsCLQqYDmM52+WGURIECAAAECBAgQIHB5Aq4iQIAAAQIECBAgQIAAAQIE+hdQIQECBAgQIECAAAECBAgQINC/gAoJECBAgAABAgQIECCwUwRuvPHG8ta3vnWm3LW1tXL48OGZnAWBHgWudE2Lfld79+690o/h8wgQIECAAAECGy6g+cyGk7ohAQIECGyggFsRIECAAAECBAgQIECAAAEC/QuokAABAgQIECBAgAABAgQIEOhfQIUECBAgQIAAAQIECBAgQIBA/wIqJEDgKgrs2bNn9OmHDh0a5SQIELh8gddee60k5u+wvLw8n7ImQIAAAQIECGw7gUtoPrPtavPABAgQIECAAAECBAgQIECAwCULuIAAAQIECBAgQIAAAQIECBDoX0CFBAgQIECAAAECBAgQIECAQP8CKiRAgAABAgQIENhJAprP7KS3rdarJfDss8+OPjq/vbe85S2jvASBKyfgkwgQIECAwMYIaD6zMY7uQoAAAQIECBDYHAF3JUCAAAECBAgQIECAAAECBPoXUCEBAgQIECBAgAABAgQIECDQv4AKCRAgQIAAAQIECBAgQIAAgf4FrmKFaYAx//GHDh2aT1kTIPAmBBb9pvbu3fsm7uhSAgQIECBAgMDWEdB8Zuu8C0+yDQQ8IgECBAgQIECAAAECBAgQINC/gAoJECBAgAABAgQIECBAgACB/gVUSIAAAQIECBAgQIAAAQIECPQvoEICBAgQILCTBDSf2UlvW61XS2BR85lFv72r9Xw+lwABAjtVQN0ECGyMgOYzG+PoLgQIECBAgAABAgQIbI6AuxIgQIAAAQIECBAgQIAAAQL9C6iQAAECBAgQIECAAAECBAgQ6F9AhQQIECBAgAABAgQIECCwiQKLGmAsapSxiY/g1gQi0HUs+k0t+u11jaA4AgQIECBAoFsBzWe6fbUKI0CAwGYIuCcBAgQIECBAgAABAgQIECDQv4AKCRAgQIAAAQIECBAgQIAAgf4FVEiAAAECBAgQIECAAAECBAj0L6BCAgR2ksDy8vKo3GPHjpWjR4+O8hIECFyewKLmMzfddNPl3cxVBAgQIECAAIENE9iYG2k+szGO7kKAAAECBAgQIECAAAECBDZHwF0JECBAgAABAgQIECBAgACB/gVUSIAAAQIECBAgQIAAAQIECPQvoEICBAgQIECAAAECmyhw7bXXlqWlpdEnHDhwYJSTIEDg8gReeOGF0YWaz4xIJAgQIECAAIFtKqD5zDZ9cR6bAAECBAgQuDoCPpUAAQIECBAgQIAAAQIECBDoX0CFBAgQIECAAAECBAgQIECAQP8CKiRAgAABAgQIECBAgAABAgT6F9hpFe7du3dU8qFDh0Y5CQIELl1gUSOnXbt2lbe//e2XfjNXECBAgAABAgS2oIDmM1vwpXikixZwkAABAgQIECBAgAABAgQIEOhfQIUECBAgQIAAAQIECBAgQIBA/wIqJECAAAECBAgQIECAAAECBPoXUCEBAgQIECCwyQJ79uwZfYLmMyMSCQKXJbDot7ToN3dZN3cRAQIE+hJQDQEC21RA85lt+uI8NgECBAgQIECAAIGrI+BTCRAgQIAAAQIECBAgQIAAgf4FVEiAAAECBAgQIECAAAECBAj0L6BCAgQIECBAgAABAgQIEOhNYFEjjEUNM3qrWz0XErC3UQKHDx8e3WrRb250SIIAAQIECBAgsE0ENJ/ZJi/KYxIgQGChgCQBAgQIECBAgAABAgQIECDQv4AKCRAgQIAAAQIECBAgQIAAgf4FVEiAAAECBAgQIECAAAECBAj0L6BCAgQIbLLAokYYms9sMrrb7xiBRb+lvXv37pj6FUqAAAECBAhcgsA2Par5zDZ9cR6bAAECBAgQIECAAAECBK6OgE8lQIAAAQIECBAgQIAAAQIE+hdQIQECBAgQIECAAAECBAgQINC/gAoJECBAgAABAgQI9CawtLQ0Kumll14a5SQIELh0gUXNZxY1fLr0O7tiswXcnwABAgQIELg4Ac1nLs7JKQIECBAgQGBrCngqAgQIECBAgAABAgQIECBAoH8BFRIgQIAAAQIECBAgQIAAAQL9C6iQAAECBAgQIECAAAECBAgQ6F9AhZsssGvXrvJN3/RNo085ePDgKCdBgMClCSxqPrN79+5Lu4nTBAgQIECAAIEtLKD5zBZ+Odvv0TwxAQIECBAgQIAAAQIECBAg0L+ACgkQIECAAAECBAgQIECAAIH+BVRIgAABAgQIECBAgAABAgQI9C+gQgIECBAgQKBHgT179ozKeuaZZ0Y5CQIELl7g61//ejl16tTMBdddd1254YYbZnIWBAgQ2JoCnooAAQIXJ6D5zMU5OUWAAAECBAgQIEBgawp4KgIECBAgQIAAAQIECBAgQKB/ARUSIECAAAECBAgQIECAAAEC/QuokAABAgQIECBAgAABAgQIbIDAouYzhw4d2oA7u8WGCLjJthRY1MBp796927IWD02AAAECBAgQWE9A85n1ZOQJECBwGQIuIUCAAAECBAgQIECAAAECBPoXUCEBAgQIECBAgAABAgQIECDQv4AKCRAgQIAAAQIECBAgQIAAgf4FVEiAAIEeBTSf6fGtqulqCyxq4HTTTTdd7cfy+QQIECBAgMBFCjh2cQKaz1yck1MECBAgQIAAAQIECBAgsDUFPBUBAgQIECBAgAABAgQIECDQv4AKCRAgQIAAAQIECBAgQIAAgf4FVEiAAAECBAgQIECAwAYIaD6zAYhuQWBOYFHzmUW/tbnLLBcLyBIgQIAAAQJbVEDzmS36YjwWAQIECBDYngKemgABAgQIECBAgAABAgQIEOhfQIUECBAgQIAAAQIECBAgQIBA/wIqJECAAAECBAgQIECAAAECBPoXUGGPAsvLy6OyFjXOGB2SIEBgXYFFvyHNZ9blskGAAAECBAhsUwHNZ7bpi7uox3aIAAECBAgQIECAAAECBAgQ6F9AhQQIECBAgAABAgQIECBAgED/AiokQIAAAQIECBAgQIAAAQIE+hdQIQECBAgQIEBgAwSWlpbKNdfM/s9Gz5w5U44cObIBd3cLAjtTYFHzmZtuumlnYqiaAIE3L+AOBAgQ2KICs/9fxBZ9SI9FgAABAgQIECBAYLsIeE4CBAgQIECAAAECBAgQIECgfwEVEiBAgAABAgQIECBAgAABAv0LqJAAAQIECBAgQIAAAQIECGxHgbe+9a1lz549o0ffv3//KCdRCgMCbySwsrJSXnnlldGx5eXlUU6CAAECBAgQILCdBTSf2c5vz7MTIPBGAvYJECBAgAABAgQIECBAgACB/gVUSIAAAQIECBAgQIAAAQIECPQvoEICBAgQIECAAAECBAgQIECgfwEVEiBAgMAGCSxqPvPss89u0N3dhsDOEjhw4MCo4PzG0uhptCFBgAABAgQIXIyAM1tUQPOZLfpiPBYBAgQIECBAgAABAgS2p4CnJkCAAAECBAgQIECAAAECBPoXUCEBAgQIECBAgAABAgQIECDQv4AKCRAgQIAAAQIECBDYrgJpjDH/7IcOHZpPWRMgcBECixo37d279yKu3C5HPCcBAgQIECBAYCqg+czUwV8CBAgQINCngKoIECBAgAABAgQIECBAgACB/gVUSIAAAQIECBAgQIAAAQIECPQvoEICBAgQIECAAAECBAgQIECgfwEVEtggAc1nNgjSbQicFVjUuGnRb+zsUf8SIECAAAECBLa1gOYzV/D1+SgCBAgQIECAAAECBAgQIECgfwEVEiBAgAABAgQIECBAgAABAv0LqJAAAQIECBAgQIAAAQIECBDoX0CFBAgQIECAAIHtKrC8vDx69EUNNEaHJAgQGAks+u1oPjNikiCwrQU8PAECBAhMBTSfmTr4S4AAAQIECBAg0KeAqggQIECAAAECBAgQIECAAIH+BVRIgAABAgQIECBAgAABAgQI9C+gQgIECBAgQIAAAQIECBAgQOAiBZaWlkYnX3311bK6ujrKb7GExyGw5QQWNZ/ZvXv3lntOD0SAAAECBAgQeLMCms+8WUHXEyBwCQKOEiBAgAABAgQIECBAgAABAv0LqJAAAQIECBAgQIAAAQIECBDoX0CFBAgQIECAAAECBAgQIECAQP8CKiRAgACB7Srwzne+s1x//fWjxz9w4MAoJ0GAwIUFFjWfWV5evvBFdgkQIECAwLYS8LAEpgKaz0wd/CVAgAABAgQIECBAgECfAqoiQIAAAQIECBAgQIAAAQIE+hdQIQECBAgQIECAAAECBAgQINC/gAoJECBAgAABAgQIECBwCQJ79uwZndZ8ZkQiQeCCAi+++GJZW1ubObNr167yjne8Yya3oQs3I0CAAAECBAhcJQHNZ64SvI8lQIAAgZ0poGoCBAgQIECAAAECBAgQIECgfwEVEiBAgAABAgQIECBAgAABAv0LqJAAAQIECBAgQIAAAQIECBDoX0CFBLazwKLmM4cOHdrOJXl2AldcYP/+/aPPXPTbGh2SIECAAAECBAhsQ4Gd3HxmG74uj0yAAAECBAgQIECAAAECBAhcooDjBAgQIECAAAECBAgQIECAQP8CKiRAgAABAgQIENuLB14AABAASURBVCBAgAABAgT6F1AhAQIECBAgQIDAJQjcdNNNo9Oaz4xIJAhcUGDRb0bzmQuS2SSwEQLuQYAAAQJXSUDzmasE72MJECBAgAABAjtTQNUECBAgQIAAAQIECBAgQIBA/wIqJECAAAECBAgQIECAAAECBPoXUCEBAgQIECBAgAABAgQIECCwlQWWl5dHj7eokcbo0EzCgsDOFjh8+PAIYO/evaOcBAECBAgQIECgBwHNZ3p4i2ogcLkCriNAgAABAgQIECBAgAABAgT6F1AhAQIECBAgQIAAAQIECBAg0L+ACgkQIECAAAECBAgQIECAAIH+BVRIgAABAgQuQWBR85lFjTQu4ZaOEthxAosaNu3evXvHOSiYAAECBK6wgI8jcJUENJ+5SvA+lgABAgQIECBAgACBnSmgagIECBAgQIAAAQIECBAgQKB/ARUSIECAAAECBAgQIECAAAEC/QuokAABAgQIECBAgAABAltZIM1nrr322tEjvvzyy6OcBAECiwXSfGZ+R/OZeRFrAgQIECBAoBcBzWd6eZPqIECAAIHLEXANAQIECBAgQIAAAQIECBAg0L+ACgkQIECAAAECBAgQIECAAIH+BVRIgAABAgQIECBAgAABAgQI9C+gQgIELkHgmmuuKXv27BldsX///lFOggCBscDJkyfLsWPHZjauu+66srS0NJOzIECAAAECBAj0InDN1inEkxAgQIAAAQIECBAgQIAAAQL9C6iQAAECBAgQIECAAAECBAgQ6F9AhQQIECBAgAABAgQIECBAgED/AiokQIAAAQIECBDY6gKLms8cPHhwqz+25yOwJQQOHDgweo69e/eOchIE+hdQIQECBAjsFAHNZ3bKm1YnAQIECBAgQGCRgBwBAgQIECBAgAABAgQIECDQv4AKCRAgQIAAAQIECBAgQIAAgf4FVEiAAAECBAgQIECAAAECBAj0L3CJFS5qPnPo0KFLvIvjBHamwKJGTTfddNPOxFA1AQIECBAgsCMENJ/ZEa9ZkdtFwHMSIECAAAECBAgQIECAAAEC/QuokAABAgQIECBAgAABAgQIEOhfQIUECBAgQIAAAQIECBAgQIBA/wIqJECAAAECW11geXl59Iiaz4xIJAgsFFj0W1nU0GnhxZIECBAg0JWAYgjsFAHNZ3bKm1YnAQIECBAgQIAAAQKLBOQIECBAgAABAgQIECBAgACB/gVUSIAAAQIECBAgQIAAAQIECPQvoEICBAgQIECAAAECBAgQmBNYWlqay5SyqKHG6JAEga0rcMWebNFvZe/evVfs830QAQIECBAgQOBKC2g+c6XFfR4BAgQIXEDAFgECBAgQIECAAAECBAgQINC/gAoJECBAgAABAgQIECBAgACB/gVUSIAAAQIECBAgQIAAAQIECPQvoEICBLa6wO7du0ePeOLEiXL69OlRXoIAgVmBRc1nFjV0mr3KigABAgQIECCwfQXWbz6zfWvy5AQIECBAgAABAgQIECBAgMDFCjhHgAABAgQIECBAgAABAgQI9C+gQgIECBAgQIAAAQIECBAgQKB/ARUSIECAAAECBAgQmBP4pm/6prKoAc2BAweKfwgQuLDAiy++ODqwvLw8ykkQuOICPpAAAQIECGySgOYzmwTrtgQIECBAgACByxFwDQECBAgQIECAAAECBAgQINC/gAoJECBAgAABAgQIECBAgACB/gVUSIAAAQIECBAgQIAAAQIECPQvsB0q3LNnz+gxNZ8ZkUgQmBE4fPjwzDqL/JauvfbaTAUBAgQIECBAoEsBzWe6fK2K2iABtyFAgAABAgQIECBAgAABAgT6F1AhAQIECBAgQIAAAQIECBAg0L+ACgkQIECAAAECBAgQIECAAIH+BVRIgAABAgQILBBIw4z59MGDB+dT1gQIDAT2798/WE2ne/funU78JUCAAIGrLeDzCRDYJAHNZzYJ1m0JECBAgAABAgQIELgcAdcQIECAAAECBAgQIECAAAEC/QuokAABAgQIECBAgAABAgQIEOhfQIUECBAgQIAAAQIECBAgsBUElpeXR49x6NChUU6CwOUJ9HnVot/IokZOfVavKgIECBAgQGCnCmg+s1PfvLoJECBwMQLOECBAgAABAgQIECBAgAABAv0LqJAAAQIECBAgQIAAAQIECBDoX0CFBAgQIECAAAECBAgQIECAQP8CKiRAgMACAc1nFqBIEXgDAc1n3gDINgECBAgQIHB1BTbp0zWf2SRYtyVAgAABAgQIECBAgAABApcj4BoCBAgQIECAAAECBAgQIECgfwEVEiBAgAABAgQIECBAgAABAv0LqJAAAQIECBAgQIDAVhBYWloaPcbLL788ykkQIHBeYFHzmUW/pfNXmO1kAbUTIECAAIFeBDSf6eVNqoMAAQIECBDYDAH3JECAAAECBAgQIECAAAECBPoXUCEBAgQIECBAgAABAgQIECDQv4AKCRAgQIAAAQIECBAgQIAAgf4FVLhAIA0z3vGOd4x2XnjhhVFOggCBqcCi5jPLy8vTTX8JECBAgAABAp0KaD7T6YvtsyxVESBAgAABAgQIECBAgAABAv0LqJAAAQIECBAgQIAAAQIECBDoX0CFBAgQIECAAAECBAgQIECAQP8CKiRAgAABAgS2gkCttdx0002jR9m/f/8oJ0GAQClHjx4tp0+fnqHYtWtXede73jWTsyBAgACBJmAkQKAXAc1nenmT6iBAgAABAgQIECCwGQLuSYAAAQIECBAgQIAAAQIECPQvoEICBAgQIECAAAECBAgQIECgfwEVEiBAgAABAgQIECBAgMCOFdizZ8+o9gMHDoxyEh0IKOFNCyxqzLToN/SmP8gNCBAgQIAAAQJbTEDzmS32QjwOAQIELiRgjwABAgQIECBAgAABAgQIEOhfQIUECBAgQIAAAQIECBAgQIBA/wIqJECAAAECBAgQIECAAAECBPoXUCEBAgS2isDy8vLoUZ599tlRToIAgVIOHjw4YtB8ZkQiQYAAAQIECAwEeplqPtPLm1QHAQIECBAgQIAAAQIECGyGgHsSIECAAAECBAgQIECAAAEC/QuokAABAgQIECBAgAABAgQIEOhfQIUECBAgQIAAAQIEdqzA7t27R7VrPjMikSAwETh06NBkHP7Zu3fvcGm+tQU8HQECBAgQIHCZAprPXCacywgQIECAAIGrIeAzCRAgQIAAAQIECBAgQIAAgf4FVEiAAAECBAgQIECAAAECBAj0L6BCAgQIECBAgAABAgQIECBAoH8BFW4VgaWlpdGjLGqwMTokQWAHChw+fHhU9fLy8ignQYAAAQIECBDoTUDzmd7e6JWsx2cRIECAAAECBAgQIECAAAEC/QuokAABAgQIECBAgAABAgQIEOhfQIUECBAgQIAAAQIECBAgQIBA/wIqJECAAAECBHasQJrPfMM3fMNM/aurq+X48eMzOYutI7C2tlbWi63zlH0+yaLGTPkN9VmtqggQ6FJAUQQIELhMAc1nLhPOZQQIECBAgAABAgSuhoDPJECAAAECBAgQIECAAAECBPoXUCEBAgQIECBAgAABAgQIECDQv4AKCRAgQIAAAQIECBAgQIDAlRJ4+9vfXvbs2TP6uIMHD45yEhsrcLl3q7WWWhfH5d7TdRcn8Morr8wcvO6668ry8vJMzoIAAQIECBAg0KPANT0WpSYCBAhcIQEfQ4AAAQIECBAgQIAAAQIECPQvoEICBAgQIECAAAECBAgQIECgfwEVEiBAgAABAgQIECBAgAABAv0LqJAAAQI7WmBR85kDBw7saJOtWPza2tpFPdbFnruomzl0TmDRb2Lv3r3lmmv8T7HPIZkQIECAAIGtL+AJL1PA/8VzmXAuI0CAAAECBAgQIECAAIGrIeAzCRAgQIAAAQIECBAgQIAAgf4FVEiAAAECBAgQIECAAAECBAj0L6BCAgQIECBAgAABAgSupMDy8vLo4xY12hgdktgwgYtpGFNrvajPq/WNz13M513Uh+2gQ4t+EzfddNMOEtiMUt2TAAECBAgQ2C4Cms9slzflOQkQIECAwFYU8EwECBAgQIAAAQIECBAgQIBA/wIqJECAAAECBAgQIECAAAECBPoXUCEBAgQIECBAgAABAgQIECDQv4AKd7TA0tLSqP5nnnlmlJPYPIFa37hhzEZ+eq1X9vM28tmv1r0W/Sb27NlztR7H5xIgQIAAAQIErqiA5jNXlHtzP8zdCRAgQIAAAQIECBAgQIAAgf4FVEiAAAECBAgQIECAAAECBAj0L6BCAgQIECBAgAABAgQIECBAoH8BFRIgQIAAAQIErqTA8vLy6OMOHTo0yklsnMDa2lppcaG7tjNvZrzY+1/onL1SFv0mdu/ejYYAAQJvSsDFBAgQ2C4Cms9slzflOQkQIECAAAECBLaigGciQIAAAQIECBAgQIAAAQIE+hdQIQECBAgQIECAAAECBAgQINC/gAoJECBAgAABAgQIECBAgEDXAktLS6P6jh49Osp1nrii5dVaS63TWO+D03Bmvb1LyV/oPrVOn6HWeim33JFnFzWfWdS4aUfiKJoAAQIECBDoXkDzme5fsQIJ7CQBtRIgQIAAAQIECBAgQIAAAQL9C6iQAAECBAgQIECAAAECBAgQ6F9AhQQIECBAgAABAgQIECBAgED/AiokQIAAgSspcOONN5bE/GcePnx4PmX9JgUu1Agmt85+IvNaN6YhTK3T++S+idx7vXij/fWu2wn5Rb+HRY2bdoKFGgkQIECAwMYJuNN2EdB8Zru8Kc9JgAABAgQIECBAgACBrSjgmQgQIECAAAECBAgQIECAAIH+BVRIgAABAgQIECBAgAABAgQI9C+gQgIECBAgQIAAAQIEuhfYs2fPqMYDBw6MchJvTqDWaSOYdpc0exlGrdP9lmvnFo3tTMZF+y2X/UTWtdaS+TCSb1Hr9PPb2jgV+PrXvz6dDP7mN/P2t799kOlgqgQCBAgQIECAwDoCms+sAyNNgAABAgS2o4BnJkCAAAECBAgQIECAAAECBPoXUCEBAgQIECBAgAABAgQIECDQv4AKCRAgQIAAAQIECBAgQIAAgf4FVEjgSgssLy+PPnL//v2jnMTlCaTZy/yVydVaS63TyH7LZd4iuUTWGVtk3aLlMiaXMZF5i1qnjWeyrnX6mbWezyXfYv7alt+p46JGTHv37t2pHOomQIAAAQIEdqCA5jOb99LdmQABAgQIECBAgAABAgQIEOhfQIUECBAgQIAAAQIECBAgQIBA/wIqJECAAAECBAgQIECAAAECBPoXUCEBAgQIECBAoHuBpaWlUY2LGm6MDkksFEjzlmHUWmfOZa/WaeOXzBO1Ts9knpi54OxiUe5sevTvonPJJXK41vHntr3sJ2qdPTO/nzM7KRb9Fvbs2bOTCNRKYKcIqJMAAQIE1hHQfGYdGGkCBAgQIECAAIHtKOCZCRAgQIBZPErvAAAQAElEQVQAAQIECBAgQIAAgf4FVEiAAAECBAgQIECAAAECBAj0L6BCAgQIECBAgAABAgQIECBAYKMFFjWfOXTo0EZ/zCXcb3sfrbWWWs/HsJo0cql12twl+VprhpJ8YrI4+yfzYZxNnTuTfNYtsm6RXOZtbPP5da3nP7fW88+Tc4la67o1ZH8nxaLfwvLy8k4iUCsBAgQIECCwwwU0n9nhXwDlE9hUATcnQIAAAQIECBAgQIAAAQIE+hdQIQECBAgQIECAAAECBAgQINC/gAoJECBAgAABAgQIECBAgACB/gVUSIAAAQLdC+zevXtU4/PPPz/KSbw5gTSCqXW20UtyiXbni5nnbM61yLpFcplnTGSemJ/Pr2udfa5cI6YCms9MHfwlQIAAgR0goEQC6whoPrMOjDQBAgQIECBAgAABAgS2o4BnJkCAAAECBAgQIECAAAECBPoXUCEBAgQIECBAgAABAgQIECDQv4AKCRAgQIAAAQIECBAgsNECS0tL5Ru/8RtHt33ttddGOYnFAsNmLu1EcsOodbbBS/bmz2adfCLzFitHvjaZzucnyXX+1FonO8NrLjSvdfp8OdNicoPBn+QHyx0xXdR8Jr+ZzS7e/QkQIECAAAECW0VA85mt8iY8BwECBAj0KKAmAgQIECBAgAABAgQIECBAoH8BFRIgQIAAAQIECBAgQIAAAQL9C6iQAAECBAgQIECAAAECBAgQ6F9AhQS6F7j22mvLnj17RnUePHhwlJNYLFDrtNFL221NWmqtpdY6SbfcZPH6n2Gu1mnzl9e3Sts78/WvlFf+9P9fMmYv+WGsrq5OzibX9tuYXK2z9217GYeRs1nXWtd95lprjuyYOHPmTDl+/PhMvbt27So33HDDTM6CAAECBAgQINCzwA5qPtPza1QbAQIECBAgQIAAAQIECBAgMBXwlwABAgQIECBAgAABAgQIEOhfQIUECBAgQIAAAQIECBAgQIBA/wIqJECAAAECBAgQ2AyB3bt3j2574MCBUU5iVqA1bBlmW67WadOXts6ZzFtknWjrNrZcxjNff6q88rH/qZx55avT8ey6nbvQOGxIk3nu1SLXtXnGrBOZJzJP1DptNJN58sNYlBvu9zJf9BtY1Kipl3rVQWBrCXgaAgQIENgqAprPbJU34TkIECBAgAABAj0KqIkAAQIECBAgQIAAAQIECBDoX0CFBAgQIECAAAECBAgQIECAQP8CKiRAgAABAgQIECBAgAABAgS6EFhaWhrVca7xxmhHognUOm3Q0tatKUut08YzLb9ozNnE/F5yidMvP1Ve+bP/qay88rXJkYyv3vvjJfnst5hsnv2T9bDRTNaJs1slY/YStU6fOblE9hdF9mo9f3Z4ptZpfpjrcb7oN6D5TI9vWk0ECBAgQIDAhQQ0n7mQjj0CnQkohwABAgQIECBAgAABAgQIEOhfQIUECBAgQIAAAQIECBAgQIBA/wIqJECAAAECBAgQIECAAAECBPoXUCEBAgQIENgMAc1nLk01jVnmr2i5Whc3nmn77brhOvNE21t55SvltY//eFk58nRLTcYzr3xtmj+7n/Mt0lQm8xxq86yHkb1E2898GDk7XGeeXK3TRjOZJzeMRbnh/nafHzx4cFTC7t27RzkJAgQIECCwGQLuSWCrCGg+s1XehOcgQIAAAQIECBAgQKBHATURIECAAAECBAgQIECAAAEC/QuokAABAgQIECBAgAABAgQIEOhfQIUECBAgQIAAAQIECBDoQmB5eXlUx6FDh0Y5iVLScKXWaUOW5pFc5rVeuPFMzrXI+eG8rc+8/OVy5GP/c0mjmeTmIw1pJvtnz7VGMu0+w7FdN8xlnnwbMx/GonxytU7rzXx4vtbF9Q7PbOf54DdwroxFv5VzmyYECBAgQIAAgQ4FNJ/p8KUqiQABAgTWE5AnQIAAAQIECBAgQIAAAQIE+hdQIQECBAgQIECAAAECBAgQINC/gAoJECBAgAABAgQIECBAgACB/gVUSIDAZggsaqhx6tSpzfiobX/PWqeNWFohrSFLrbONWJKfj1yTXMZEm2dMI5nTLz1Zjtz7P5c0mMn+erH66v7y2n0/UdKopl07HOfnuU/un/wwhrmcadHODNe1TuvOXstnrHWaz7y3OHz48Kik3bt3j3ISBAgQIECAAIGeBa5e85meVdVGgAABAgQIECBAgAABAgQITAX8JUCAAAECBAgQIECAAAECBPoXUCEBAgQIECBAgAABAgQIECDQv4AKCRAgQIAAAQIEuhDYtWtX2bNnz6iWZ555ZpTbqYn5pitxaLlaZxvPZG8Ytc42aEnTl7afeyTOvPxkee3jP15WjuxvW+fGwy+vnJu3yeqrB8qx+28tp196ouT63DPjetGuG+4nl/WiMblh5Fyt0zoyH+5lviiX/HaOF198cebxr7vuurK0tDSTsyCwYwQUSoAAAQI7VuCaHVu5wgkQIECAAAECO1BAyQQIECBAgAABAgQIECBAgED/AiokQIAAAQIECBAgQIAAAQIE+hdQIQECBAgQIECAAAECBAgQINC/wGZVuLy8PLr1gQMHRrmdmqh12nil1d+ardQ6bjzT9nI282Eklxjmzrz0RHk1jWdeHXsfenml3HnPkZIx1w1j9bWD5dgDt5WVl58saT4zjNw/64zDaNcPc5m3/HCcz2dd69Qh8+HZWqf5YW47z1944YXR4+/du7d8wzd8wygvQYAAAQIECBDoWUDzmZ7frtq2uoDnI0CAAAECBAgQIECAAAECBPoXUCEBAgQIECBAgAABAgQIECDQv4AKCRAgQIAAAQIECBAgQIAAgf4FVEiAAAECBLoRWNR8Zv/+/d3Ud7mFzDdZyX1artYLN57J2UQ7nzHRcpmffumJ8tp9P1FWXz2Y9Ewcemml3HX3kXL45TOTMeuZA2cXa689U45/4n8pK1//csn9zqYmY+Ythk1oMk8sOtfOZ69Fcm2eMetap41mMk9uGItyw/3tMl/UeOmmm27aLo/vOQkQIEBg4wXckcCOFdB8Zse+eoUTIECAAAECBAgQ2IkCaiZAgAABAgQIECBAgAABAgT6F1AhAQIECBAgQIAAAQIECBAg0L+ACgkQIECAAAECBAgQIEDgcgWWlpZGly5qwDE61HEijVRqnTZaaWUml3mt6zeeyZlh5HyLYf5MGs/c++NlZUHjmWdfOlPu/PCRcvjrZyaXZsw6+Uli8Gf1tWfKyU/8x3L6xS+VlZWVczH8rOE8l6YBTXKZJzJPZD4f8/msa526ZD48X+vYZbi/MfPNv8ui777mM5vv7hMIECBAgACBrSeg+czWeyeeiAABAjtHQKUECBAgQIAAAQIECBAgQIBA/wIqJECAAAECBAgQIECAAAECBPoXUCEBAgQIECBAgAABAgQIECDQv4AKCRDoRmB5eXlUy8GDB0e5nZSoddpgpdXcGq3UOm6w0vbmx+G1bS+NX8689KXy6sd/vKwefaYdOTc+++KZctc9R8pzL08bz7SNrJPPfsu1Mfc5+an/teS++Zx8RhrRZGzrjC3adcN15jmfyDwxPNfmGbNX69Qn8+Ra1DrNt/V2HJ999tnRYy/6jYwOSRAgQIAAAQIEOhM413yms7qUQ4AAAQIECBAgQIAAAQIECCwQkCJAgAABAgQIECBAgAABAgT6F1AhAQIECBAgQIAAAQIECBAg0L+ACgkQIECAAAECBAhcrsDS0tLo0ldeeWWU2wmJ+WYqqbnlan3jxjM5nxg2ccn1LdIg5tV7f7ysHR03OHn2pTPlzg8fKc99fSW3GEXy2c+50eaxQ+X0gz9VVl5+orTPzphonz0/5h7r5dpexkTOZWyRda3TRjOZt3wbF+Xa3lYfDx06NHpEzWdGJBJXUcBHEyBAgACBKyWg+cyVkvY5BAgQIECAAIGxgAwBAgQIECBAgAABAgQIECDQv4AKCRAgQIAAAQIECBAgQIAAgf4FVEiAAAECBAgQIECAAAECBAj0L9BNhWms8a53vWtUz05sQFPrtKFKw2hNVGqdNp6p9fx+2xuOmSdyfcZhnHnpi+XofT9R1o6Nm5s88+KZcufdR8rz6zSeyf0S2c+5nM96GLnv6Qd/sqx+/YmSz03jmRYrKyuTXPItstfmGXOvNmaeGK6H81pnPYZ7ua7W805Zb6d49tlxY6BFDZq2U02elQABAgQIECBwOQKaz1yOmms6FVAWAQIECBAgQIAAAQIECBAg0L+ACgkQIECAAAECBAgQIECAAIH+BVRIgAABAgQIECBAgAABAgQI9C+gQgIECBAgQOByBd761reWNKCZv/7gwYPzqW7X881TUmjL1TpttDLMtb02Zi8xv24NXs68+IXy6r0/XlaPrtN45p4j5flXVnKLN4ycu/Ps+cUNaA6X0w/+VFl56YvrNpvJM7VmNPmw4TNnPoxF+8NcztY6bTSTefaGsSg33N9q8xMnTpTYDJ9rz5495c/9uT83TJkTIECAwFUV8OEECFwpAc1nrpS0zyFAgAABAgQIECBAYCwgQ4AAAQIECBAgQIAAAQIECPQvoEICBAgQIECAAAECBAgQIECgfwEVEiBAgAABAgQIECBAgMC2ElhaWho974EDB0a5zUz8+q//evnYxz62mR+x8N5pkFLrtIFKO5Bc5rVOG8/Uen6/7Q3HNs81iazT5CXzMy99sbx230+UtWOHs5yJgy+cLmkk88JFNp5pF+d8rsv1LXduPP5cOf3pnyorL3+p5BlatGfKmLMZs5dxUbQzw3F+Xs+65Npapz6Z50yLWqd+bb3Vx0Xf+b179271x/Z8BAgQIECAAIFNEdB8ZlNY3ZQAAQLbU8BTEyBAgAABAgQIECBAgAABAv0LqJAAAQIECBAgQIAAAQIECBDoX0CFBAgQIECAAAECBAgQIECAQP8CKiRAgMCbEdi9e/fo8kWNOEaHLjHxe7/3e+WXf/mXy0/8xE+Uf/kv/2V53/vedy4+9alPlX379l3iHd/c8TRLqXXaOKXdKbnMaz3fOKXl1htzvkUauiSyPv3C58vRj6fxzHNZzsTBF86Uuz58pKSRzMzGRS5yXa7PfUaXHH++rHz6fysrL33xXAOalZWVc/M8X2rJmMg8MbxPW8+POTOfy7rWqWPmOdOi1vOOLbdVx0Xf+UW/ja36/J6LAAECBAgQ2BkCV6pKzWeulLTPIUCAAAECBAgQIECAAAECYwEZAgQIECBAgAABAgQIECBAoH8BFRIgQIAAAQIECBAgQIAAAQL9C6iQAAECBAgQIECAwLYSWFpaGj3v/v37R7mLTbz//e8vP/dzP1f+7b/9t+eay6TRzB/8wR+UBx98sKTJx+nTp2dul8Yz11xz5f4nrmmSUuu0YUp7kOQyr3XcMKXttTHnWiTXouXOpPHM/beW1WOHW+rceCCNZ+5J45nVc7nLmbzwymq56+x9cr/569eOP1dWH/qZsvLiF0p7tmGj4GetEgAAEABJREFUmZbLdW0+HFt+0TjMZZ7ItbVOPTNPrkWtY8+2t5XGfC/nn2d5eXk+ZU1gKGBOgAABAgS6Fbhy/5d5t4QKI0CAAAECBPoRUAkBAgQIECBAgAABAgQIECDQv4AKCRAgQIAAAQIECBAgQIAAgf4FVEiAAAECBAgQIECAAAECBAj0L6DCNyOwqPnMs88++4a3/JVf+ZVy2223lX/1r/7VTJOZj370o+Xzn/98efnll9/wHu1Ams+0+ZUYa502Smmf1Rqm1DpulNL2hmObD69PLg1eTr/weHntvp8oa8eea9vnxjSKScOYF46snMu9mUnuk/vlvvP3yeevPXx7WXnpCyXP1Z4v80TWicxbZJ3IOvfLPJF5Yr1526t16jo8l71ap/nMt2ocOnRo9Giaz4xIJAgQIECAAIEdIqD5zA550duyTA9NgAABAgQIECBAgAABAgQI9C+gQgIECBAgQIAAAQIECBAgQKB/ARUSIECAAAECBAgQIECAAAEC/QuokAABAgQIENhWAmk+89a3vnXmmdM8JA1IfvM3f7P8/M//fPl3/+7fzTSYed/73lc+9alPlaeffrqcPHly5tpLXXzP93xP+fN//s9f6mWXdT51zV/YcrW+ceOZ4bW5LhGnROYrL36+HLv/1rJ2/Pnh0cn8wPNnyp13HykvblDjmclNz/7J/XLf3P/scubfPMfqZ3+6rL7egKY953DMBXn2YSTXzmTe9to8YyL5jC2yrnXaaCbzlm/jolzbu9qj5jNX+w34fAIEtqWAhyZAoFuBa7qtTGEECBAgQIAAAQIECFyygAsIECBAgAABAgQIECBAgACB/gVUSIAAAQIECBAgQIAAAQIECPQvoEICBAgQIECAAAECBAgQIHAhgXe9610lzWdqnTYNaWf/xb/4F+UjH/lIefzxx8uLL77Y0hs+/rW/9tc2/J6LbpjGJ7XO1phcztY6bTxT6/n9tjcc2zzXJIYNWk4//1g5ev+tZfXYuPHM/jSeuedIeenVlVy24ZH73nn2/vmc0c1PvFjWHr69rL70+ZLnT+S5W2SdyHXJZZ7Ieji2+TA/P6911nF4Tc7WOt3PfKvFq6++OvNIu3btKjfeeONMzoIAAQIECBAgsFMENJ/ZKW9anQQIbEcBz0yAAAECBAgQIECAAAECBAj0L6BCAgQIECBAgAABAgQIECBAoH8BFRIgQIAAAQIECBAgQIAAAQL9C6iQAAECW1LgAx/4QPmFX/iF8u///b8v73vf+2bi2LFjk8YkV/rBl5aWyvd93/dt+semCUqt5xvL5AOTy1jr+YYoLbfemPPZS7RGLcmdeu6xcuyB2xY2nnn6udPlrns2r/FMPj+RBjT5nHxe1sNYO/5CWX3oZ8rqS18oKysrk3edGhKtjjYO93OPls885xNtnjExn8u61ql35jnTotbz3i13tcdDhw6NHmHPnj2jnAQBAgQIECBAYE6g26XmM92+WoURIECAAAECBAgQIECAwKULuIIAAQIECBAgQIAAAQIECBDoX0CFBAgQIECAAAECBAgQIECAQP8CKiRAgAABAgQIECCwswR+7dd+rfzkT/5k+df/+l/PNJi55557yqOPPlqee+65LQOyb9++TX+WND+pddoIpX1YcpnXOm6E0vbamHPzMWzIcuq5R8vxSeOZF+aPlf3Pny53fXjzG8+0D540oDn7efncljs3nniprH72p8vKi4+XPP98pN5Ezmcv84xZZ36hcbiXeSLX1Dp1zzy5FrWO3dve1RgPHDgw+ljNZ0Yk2yDhEQkQIECAAIGNEtB8ZqMk3YcAAQIECBDYeAF3JECAAAECBAgQIECAAAECBPoXUCEBAgQIECBAgAABAgQIECDQv4AKCRAgQIAAAQIECBAgQIAAgf4FVLjpAh/84AfLL/7iL5b/8B/+w0yDmfe9733lvvvuK0899VQ5evTopj/Hm/2AK9F8ptZpA5T2rK0RSq3jBihtbzi2ea7PPA1ZMibSeObY/beV1ePjxjNPP3e63HH3kfLyq6u59IpFPi+fm88ffejJl8raQ7eX1dcb0KSGVk/GRHKJlZWVyeXJZdLG7CWSS6w3b3u1Tv2H57JX6zSf+dWO/fv3jx5heXl5lJMgQIAAAQIECOwUAc1ndsqb3oA63YIAAQIECBAgQIAAAQIECBDoX0CFBAgQIECAAAECBAgQIECAQP8CKiRAgAABAgQIECBAgAABAgT6F1AhAQIECBAgsH0F7rzzzvLTP/3T5d/8m38z02TmQx/6UHn44YfL4cOHt21x733ve8u73vWuTXv++WYn+aCWq/XCjWfauVyTyDqRBiwZE6eff7Qcf+C2snbixRyZia89d6bcec+R8vXXrmzjmfYQ+dx8fp6j5dpYT71c1h6+vay+9Hhp9bQxdbXI+eTnx+wnlzHR5hkTLZd5Iutap41mMk9uGItyw/0rMX/mmWdGH7O0tDTKSRAgQGCrC3g+AgQIbJSA5jMbJek+BAgQIECAAAECBDZewB0JECBAgAABAgQIECBAgACB/gVUSIAAAQIECBAgQIAAAQIECPQvoEICBAgQIECAAAECBAgQIPCGAnfcccek2cy9995bnnjiifLqq6++4TXb7cC+ffs29ZFrnTY8aR/SmpzUOm08U+v5/bbXxlwznGedRizJJU4/90g5dv9tZfX4gsYzh8+Uu+4+ctUaz+RZE2lAc9fdR8rXzj5P1jNx8uVSHrq9rL74uVEDmtSZSJ25ps0zZt3yGecj+4nkMyZqnfUe7rX9jFczDh06NPr45eXlUU6CAAECBAgQILBTBDSf2SlvWp0ECGyAgFsQIECAAAECBAgQIECAAAEC/QuokAABAgQIECBAgAABAgQIEOhfQIUECBAgQIAAAQIECBAgQIBA/wIqJECAwPYT+Kf/9J+W97znPdvvwS/yif/CX/gL5Tu+4zsu8vSlHZtvbpKrW67WaSOUYa7tZVwv0nil7Z1+/pFy7IHbytqJl3Kbmfja4dPlzg8fKV8/ujKTv1qLPEeeJ881/wxrJ18uqw/9TFl54dFJA5rUmGh1Zp7IOmOuH47Jt8heIuuMiTYfjrVOG/60XM61WJRre5s9PvfcczMfcd1115WlpaWZnAUBAgQIECCwHQQ840YJXLNRN3IfAgQIECBAgAABAgQIECCw4QJuSIAAAQIECBAgQIAAAQIECPQvoEICBAgQIECAAAECBAgQIECgfwEVEiBAgAABAgQIECBwUQK33HJL2bNnz0Wd3W6Hbr755k155DQwqXXa4KR9QHKZ13q+8UzWibbXxuSGkXwarmRMnHn+0XLsvlvL2omXh8cm868eOl3uuOdIeeW1rdF4ZvJQZ//kee48+1x5vrPLmX/rqVfK2kO3l9UXP1dSX2pNZN6iXdDyGZPLfhszH0byieQytsi61un7ybzlM9Y6fj/Jb3a89tpro4/Yu3dvufbaa0d5iUsUcJwAAQIECBDYtgKaz2zbV+fBCRAgQIDAlRfwiQQIECBAgAABAgQIECBAgED/AiokQIAAAQIECBAgQIAAAQIE+hdQIQECBAgQIECAAAECBAgQINC/gAq3p8A73vGOkgY0b3vb27ZnAes89XXXXVf27du3zu7lp9PMpNZpY5N2l+Qyr3Xc2KTtDcfME7km4zDOPP9IOXr/rWXt5NezPRNfOXS63PXhI+XI0dWZ/FZZvHL2ufJ8ec75Z6qnj5S1h36mrL742KQBTWpOg5k2tnlb5/rkMiY3HDNPtPz8vK1rnb6n4bns1Tp+T8lvZhw4cGB0+5tuummUkyBAgAABAgQI7CQBzWe279v25AQIECBAgAABAgQIECBAgED/AiokQIAAAQIECBAgQIAAAQIE+hdQIQECBAgQIECAAAECBAgQINC/gAoJECBAgAABAhct8C3f8i2TBjQXfcE2OJjGM9/wDd+woU+aJia1ThuatBsnl3mt44YmbS/jMHI+Mcxlfvq5h8vR+24taydezvZMpKHLXfccKWnwMrOxxRZ5vjxnnnf0aKdeKWsP3V5WXni0pLFMi9Q+jFyXveQyZp15xqwzT2Tdxvl5W9c6fV/Dc9mrdfy+kt+s2L9//+jWy8vLo5wEAQIELkPAJQQIENi2AprPbNtX58EJECBAgAABAgSuvIBPJECAAAECBAgQIECAAAECBPoXUCEBAgQIECBAgAABAgQIECDQv4AKCRAgQIAAAQIECBAgQIDA1hb43u/93vIjP/IjW/shL+Hp0nzmEo5f1NFap41M2uHW0KTW1sik7ZTS9jImap09k9wwTh9+qBy7/9aydvLr52/y+iyNXO6850g5cmz19czWHvKced489+hJT71SysO3l9UXHp0YxSANZRKZL4rs5T7Za2PmibbOmGi5zBNZ1zp9b5kn16LWab6tN3M8ePDg6PZLS0ujnAQBAgQIECBAYCcJaD6zk962Wgn0JqAeAgQIECBAgAABAgQIECBAoH8BFRIgQIAAAQIECBAgQIAAAQL9C6iQAAECBAgQIECAAAECBAgQ6F9AhQQIECBwyQI/+IM/WH7oh37okq/bahd893d/d3n3u9+9YY8137QkN265Wmebygz3ciZR6/RMrdNmJ8kN48xzD5VjD9xW1k6+kstn4qlnT5U0cnl1mzSeaQ+f581z5/lb7tx46khZmzSgeaSsrKxMmtCkwUyiubR5xlzXxuxnnbiYeTtX63n75IYxvM8wv5HzZ599dnS75eXlUU6CAAECBAgQuAwBl2xbAc1ntu2r8+AECBAgQIAAAQIECBC48gI+kQABAgQIECBAgAABAgQIEOhfQIUECBAgQIAAAQIECBAgQIBA/wIqJECAAAECBAgQIEBgewj88A//cPn+7//+7fGw6zzlzTffvM7OpafTmKTWaeOSdnVymdc6bSqTeYu218bk23w4Zp44ffihcvT+Wxc2nvnys6fLXfccKWnkkvtst8hz3/XhIyV1jJ791JGy+tDPlNUXHi1pLBOLjInMW+S6Ns/ecJ15cm0/Y3KJ4byta52+x/m9WsfvMddsZBw6dGh0u16bz4wKlSBAgAABAgQIrCOg+cw6MNIECBAgQGAbCHhEAgQIECBAgAABAgQIECBAoH8BFRIgQIAAAQIECBAgQIAAAQL9C6iQAAECBAgQIECAAAECBAgQ6F9AhQQuW+CWW24p3/Zt33bZ11/NC2+44YYNa56TJiW1ThuWtJqSy7zWccOStjccMx/GsFnKqUOfKccmjWeO5JYz8VRrPHN8bSa/3RavHlubNND58jOnR49eT79WysO3l5XnHy4rKyslTvFJ5HDWiawzJjIf7iWXSC6x3rzt1Tp9n8Nz2at1/D6T36g4ceLEzK327NlT3vnOd87kLAgQIECAAAECO01A85kNe+NuRIAAAQIECBAgQIAAAQIECPQvoEICBAgQIECAAAECBAgQIECgfwEVEiBAgAABAgQIECBAgAABAuX2FKUAABAASURBVP0LqJAAAQIECBAgsH0ErrnmmpIGNNdff/32eejXn3Tfvn2vz97ckOYktU4blbQ7JZd5reNGJW0vY4ucbdFybTw9aTxzW1k7NW488+VnT5c77z5SXju+2i7f1mPquPPDR0rqGhVy+tWy9vDtZe2FR0YNaJpVxjSdyZjIfHif5Fokn3nGxHDe1rVO3+v8Xq3j95pr3mwcPHhwdIs0nxklJQgQ6ERAGQQIECBwsQKaz1yslHMECBAgQIAAAQJbT8ATESBAgAABAgQIECBAgAABAv0LqJAAAQIECBAgQIAAAQIECBDoX0CFBAgQIECAAAECBAgQIECAwAUFlpaWJg1oLnhoC27ONJ95E89X67RBSbvFsFHJcJ79ts6YqHXaxCTztj+cnz78mXLsgdtKOf1qtmfiyWdOl7vSeOZEH41nWnFHj69O6kp9LdfGevq1aQOaFx9ZtwFNzqbpTBznI3vJtTHzRNaJ4Xx+Pb9X6+x7z/k3G/v37x/dYnl5eZSTIECAAAECBAjsNAHNZ3baG1cvgU0UcGsCBAgQIECAAAECBAgQIECgfwEVEiBAgAABAgQIECBAgAABAv0LqJAAAQIECBAgQIAAAQIECBDoX0CFBAgQILD9BL7927+9/NiP/di2efC/8lf+Srn++uvf1PPONyPJzVqu1nFjkraXMVHrtPFMrdOzybVI85TThz5djt13a1k7NW488+VnTk0atLzWWeOZGCZS1133HCmpM+uZOP1aKQ/dXlaff2jUgCZuMcz5Ns+YSK7tZUzUOn0HmWc/MZxnnaj1/DvKehiLzg/3L2V+4MCB0XHNZ0YkEgQIECDQkYBSCFysgOYzFyvlHAECBAgQIECAAAECBLaegCciQIAAAQIECBAgQIAAAQIE+hdQIQECBAgQIECAAAECBAgQINC/gAoJECBAgAABAgQIECBwUQLvfe97yz/8h//wos5e7UP79u17U4+QhiO1ThuStBsll3mt04Ymmbdoe21Mvs2HY+aJ04ceLEfvv7WspdFKDg/iyYOnyh33HClHT64Osv1Nj55YndSZeueri8vaw2lA89mZBjSxa5Fr0nSmrYfz5Np+xqwTmSeG87audfq+5/dqHb/vXHM5cfDgwdFlS0tLo9wmJdyWAAECBAgQILBlBTSf2bKvxoMRIECAwPYT8MQECBAgQIAAAQIECBAgQIBA/wIqJECAAAECBAgQIECAAAECBPoXUCEBAgQIECBAgAABAgQIECDQv4AKCWxfgb/9t/92+YEf+IEtXcC3fMu3lO/8zu+87GdM85Fap41I2k2Sy7zWcSOStjccMx/GsDHKmcOfKcfuv62U00dzy5l44uCpcuc9R8qxE2sz+V4XqfOus/Wm7vka65ljZe2hNKB5aKYBTSwT8c01bZ51IrmMw0gukVzGxHDe1rVO3/v8Xq3j955rLjUOHTo0umR5eXmUkyBAgAABAgQI7DSBfpvP7LQ3qV4CBAgQIECAAAECBAgQILATBdRMgAABAgQIECBAgAABAgQI9C+gQgIECBAgQIAAAQIECBAgQKB/ARUSIECAAAECBAhcksCP/uiPlu/5nu+5pGuu5OF9+/Zd9sel6Uit0wYk7SbJZV7ruAFJ28vYImdbtFwbzxz+dDl2/61lbUHjmS8dOFXSiOXYyZ3ReKYZHT1bb+pO/S3XxrpyvJSHby9rL8w2oIlnazqTs20+n89eci3aOmMi+Ywtsq51+v4zb/mMtY7ff/KXEi+99NLM8V27dhXNZ2ZILAhsroC7EyBAgMCWFdB8Zsu+Gg9GgAABAgQIENh+Ap6YAAECBAgQIECAAAECBAgQ6F9AhQQIECBAgAABAgQIECBAgED/AiokQIAAAQIECBAgQIAAAQIEtr7ALbfcUt797ndf9oNu1oVve9vbyuU2n0mzkVqnjUfa8yW3aJ5c9oZR67Q5SXLD/TY//eynytH7bi2rp15LaiaeOHh6RzaeaQhpuJMGNHFouXPjmWNl7aHby9rzny0rKyslvsNmM1nn7DCXdfKJNm9jcomsE8P5/Hp+r9bpO865S41XXnlldMmePXtKrbPfudEhCQIECBAgQIDADhDQfGYHvGQl7lgBhRMgQIAAAQIECBAgQIAAAQL9C6iQAAECBAgQIECAAAECBAgQ6F9AhQQIECBAgAABAgQIECBAgED/AiokQIAAAQKXLPCN3/iNJQ1o3v72t1/ytZt5QRrPvPWtb73kj0iTkVpnm4AklxvVOptPru1l3iK5WqdnM09kL01RJo1n7r+1rJ0+mtRMfOnA6XLH3UfK8VNrM/mdtkj9cYjHqPY0oHn49rLy3KdnGtDENjG0zjy5xPA+ySdqnTaQyTyRM23MvEWt599ly2WsdXp95pcS+/fvHx1fXl4e5SQIECBAgMAmCrg1gS0roPnMln01HowAAQIECBAgQIAAge0n4IkJECBAgAABAgQIECBAgACB/gVUSIAAAQIECBAgQIAAAQIECPQvoEICBAgQIECAAAECBAhsD4F3v/vdkwY0W+lp03zmUp8njUdqnTYaadcmt2ieXPZatHXGRMtnzDoNUE4/+8ly7P5bSzlzPKmZ+OKBU+Wue46UE6dWZ/I7dRGHeMRlZBC/h24vq683oIltItZtzDVtnvx8tP2M85Gzw9xwPZznTK21zOeSv1AcOHBgbrsUzWdGJBIECBAgQIDADhXQfGaHvnhlEyBAYEcIKJIAAQIECBAgQIAAAQIECBDoX0CFBAgQIECAAAECBAgQIECAQP8CKiRAgAABAgQIECBAgAABAgT6F1AhAQKXLfCX/tJfKj/6oz962ddv5IXf9V3fVb75m7/5km6ZBiK11plrkkui1tl8cm0v80TW60WaoJw6+EA5ev+tZS2NU3LBIL64f9p45rjGMwOVUuIxaUBz1mdm4+yirp4saw/fXlYPPzhp/hLjRN5BG88eK23e8sll3qKt25h8m2ccRq3T70E70/ZqvbQGNIuazywtLbXbGQkQIECAAAECO1rgijWf2dHKiidAgAABAgQIECBAgAABAjtEQJkECBAgQIAAAQIECBAgQIBA/wIqJECAAAECBAgQIECAAAECBPoXUCEBAgQIECBAgMD2EviBH/iB8nf+zt+56g998803X9IzpJlIrdPGIu3C5DKvddxYpO3NjzmfSH4Yp575RDn2wG2lnDmR7ZlI45k77zlSTpxam8lbTAXiEp84TTPn/9aVk6U88rPlzKFPnWsy05rNtDGnh+8i+eRaZN32W66Nybd5xqxrnX5PMk+uRa110gSnrS80Hjx4cLS9e/fuUU6CwE4SUCsBAgQIEGgCms80CSMBAgQIECBAoD8BFREgQIAAAQIECBAgQIAAAQL9C6iQAAECBAgQIECAAAECBAgQ6F9AhQQIECBAgAABAgQIECBAgED/Am+6wn/wD/5Bee973/um73O5N7j++uvLX/7Lf/miL08TkVqnDUXaRcllXuu4oUj2WuRM5vPjMHc6jWfuv7WUNErJwUF8Yf+pcsc9R8rJ0xrPDFhG0/ikAU28RptnXesjP1tWDz84aUCTZjKJvIM2zs+zTrR7tfn8mP2WyzyRda3T70vmybWotV5UA5pDhw61SybjddddV5aXlydzfwgQIECAAAECO13gmp0OoH4CV07AJxEgQIAAAQIECBAgQIAAAQL9C6iQAAECBAgQIECAAAECBAgQ6F9AhQQIECBAgAABAgQIECBAgED/AiokQIAAAQLbU+DHfuzHyrd/+7dflYfft2/fRX9umofUOm0k0i5KLvNax41E2l72E209HNs8jU9OP/NAObpO45nP7z9V7rr7SDml8Uwo3zAmDWjOesVtdHjlZCmTBjSfmjR/iX0i76KNmbcY5tq9kss8Z9o4nCfXIvlap9+bzFs+Y63j703yLVZWViZNcto64969e0sa0GQuCBAgQGCnCqibAIEmoPlMkzASIECAAAECBAgQINCfgIoIECBAgAABAgQIECBAgACB/gVUSIAAAQIECBAgQIAAAQIECPQvoEICBAgQIECAAAECBAgQuGiBW265pSwtLV30+Y06eLHNZ9I0pNZpA5H22cktmieXvRZtPT9mP7k0Mjl18P5y7P7bSkljlCQH8YWnT04az5w8szbImr6RwKmzXnfe/UqJ3+hsnB/+2XLm2U/MNKDJu0jk3QxjmGv3Si7ztbXxe8m12WsxXA/n2a+1Tp4h8/nYv3//fOqq/E5GDyFBgAABAgQIENgiAprPbJEX4TEIECCwEwTUSIAAAQIECBAgQIAAAQIECPQvoEICBAgQIECAAAECBAgQIECgfwEVEiBAgAABAgQIECBAgAABAv0LqJAAge0rcP3115c0oLnmmiv3Px/9/u///nLDDTe8IVqahdS6uPFMrbP53CznM7Zo6+HY5mlgcurgfeX4A7eVtTREaRe9Pn7+6VPljnuOlDRSeT1luASB02fKWb9XSxznL4t3feRny+rhT06av+RdDCPvaBjZa+t2r+QyT76Nw3lyw6h1+n1pZ9perYsb0Bw4cKAdOTcuLy+fm5sQIECAAAECBHaqQKv7yv1/D+0TjQQIECBAgAABAgQIECBAgMCVEvA5BAgQIECAAAECBAgQIECAQP8CKiRAgAABAgQIECBAgAABAgT6F1AhAQIECBAgQIAAgUsS+LZv+7ZJA5pLuuhNHN63b98bXp0mIbVOG4a0w8llXuu4YUjbu9DY9tK45PTB+8qx+9N45lRuOROPf+1UufOeIyUNVGY2LC5J4PSZtXLH3UdKPEcXrp4uq5/9mbJ66BMl7yPvpsX8OvmWy9ju1ebZb7k2zueyrnX6fcq8nctY6/j7tKj5zO7du3NcENhKAp6FAAECBAhcNQHNZ64avQ8mQIAAAQIEdp6AigkQIECAAAECBAgQIECAAIH+BVRIgAABAgQIECBAgAABAgQI9C+gQgIECBAgQIAAAQIECBAgQKB/ge1f4fd///eXH/7hH970Qr75m7+5fNd3fdcFPyfNQWqdNgppB1uu1nGjkOy1yPnM58fkEmlYciqNZx64rZTV0zk2E597+lS5a9J4Zm0mb3F5AmdW1sqddx8pcZ2/Q107U9Yevr2sPfep0t7NysrKpBlN3lNyw0gu92jjcJ5zWbdxft7WtdZS6/g7VOtsblHzmaWlpdxGECBAgAABAgQInBXQfOYsgn93qICyCRAgQIAAAQIECBAgQIAAgf4FVEiAAAECBAgQIECAAAECBAj0L6BCAgQIECBAgAABAgQIECBAoH8BFRIgQIAAAQKXJfBDP/RD5Qd/8Acv69qLvWjfvn0XPJrmIbXWmTPDXObDzeE680T2h+NwfurAx8vx+28rayvjxjOPf+1UuevuI+X0isYzMdyoOLOaBjSvlPiO7rl6ppSHbi8rzz4waUCTd5VIg5lE5sNILvdILmNiPpe9RPbamHmirWudbTaTvVrP5571vI1tAAAQAElEQVR99tmkZmJ5eXlmbUGAAAECW0DAIxAgcNUENJ+5avQ+mAABAgQIECBAgMDOE1AxAQIECBAgQIAAAQIECBAg0L+ACgkQIECAAAECBAgQIECAAIH+BVRIgAABAgQIECBAgAABAttH4Ed+5EfK937v927KA7/1rW8tN99887r3TmOQWhc3nsleYnhx1sPIXlvPz9Og5NSBe8uxB24ra6vjxjOf+9rJcufdR8oZjWdCd1lxoYtWVkr5tbtfKXGeP5f3sfbw7WX10LQBTd7VG8XwPed+OZ9xPt9yGVu0M7WebzbT9mqd5l577bWWmox79uwpu3btmsz9IUCAAAECBAgQKEXzGd8CAgQI7FwBlRMgQIAAAQIECBAgQIAAAQL9C6iQAAECBAgQIECAAAECBAgQ6F9AhQQIECBAgAABAgQIECBAgED/AiokQIDAmxK45ZZbyrd8y7e8qXssunjfvn3l2muvXbRV0hCk1jqztyjXDmSvzReN2U9kL41J0njm6H23lrJ6JqmZ+NxXT5a77jlSzqyuzeQtNlZgdbWUOz50pMR7/s51baWsfvZnzjWgybtL5N1lTOSajIn5fPZartZpA5mcS2SvjZkPo9bp2WHuxRdfHC4n8927d09GfwgQIECAAAECW0zgqj2O5jNXjd4HEyBAgAABAgQIECBAgMDOE1AxAQIECBAgQIAAAQIECBAg0L+ACgkQIECAAAECBAgQIECAAIH+BVRIgAABAgQIECBAYHsJvO1tbytpQPOOd7xjQx/85ptvXni/NAapdXHjmewlhhdm3SL5zDO2yDqRdRqSnD5wbzl2/62lltWkZuKxr54sd6bxzMpM2mKTBNLf59fufrU8dtZ9/iPyftYe+pmy+uz9Je8v7244Zp5rMiaG+8m3SL7Nh2OumV8nV2udfF7bO3DgQKl19vu4tLTUto0ELiBgiwABAgQI7BwBzWd2zrtWKQECBAgQIDAvYE2AAAECBAgQIECAAAECBAj0L6BCAgQIECBAgAABAgQIECBAoH8BFRIgQIAAAQIECBAgQIAAAQL9C6jwTQvs2bNn0oDmTd/o9Rt853d+Z/nWb/3W11fnh9b843ymTBqB1Drb/KPt53xiuM48uflYWVkpp/b/WTl6/61nb7qg8cxXTk4az6yMt3JLsUkCeU933H2kPHbWf/QRa6tl7eHby+qz95U0kUnkfMYWw3XecVvnXpkn2ryN87nkh1Hr+QY0aT6TvVrPfwd3796dlCBAgAABAgQIEHhdQPOZ1yEMV1/AExAgQIAAAQIECBAgQIAAAQL9C6iQAAECBAgQIECAAAECBAgQ6F9AhQQIECBAgAABAgQIECBAgED/AiokQIAAAQIEtqfAe97znvJP/sk/2ZCHv/nmm0f3SUOQWs83+MiBYS7z5Fqst275jC3SqOT0gXvLsQduW9h45tGvnJo0nlnVeKbxXtFxba2UNKB59Kunxp97rgHN/ZNGRHmXea9tzLxdlHnLZ2z5Ns9+y7V5G+fztU4b0LTmM9mvdfr9XFpaylIQIECAwBsI2CZAYOcIaD6zc961SgkQIECAAAECBAjMC1gTIECAAAECBAgQIECAAAEC/QuokAABAgQIECBAgAABAgQIEOhfQIUECBAgQIAAAQIECBAgQOCiBf76X//r5e/9vb930ecXHdy1a1d573vfO7OVBiC1Tht7tI2Wy5ho+TYml8h60ZhcIo1HTu3/s3Ls/ltLSZeTXDCIR79ystx1z5GyujZI9jfd8hWF/44PvVLSCGj0sHlvD99eVp+97+wrXCt5p+3dZt4iuUTWbWz3arnkW269MWcStdZy8ODBmWO11qL5zAyJBQECBAgQIECgaD7jS0CAAIEtI+BBCBAgQIAAAQIECBAgQIAAgf4FVEiAAAECBAgQIECAAAECBAj0L6BCAgQIECBAgAABAgQIECBAoH8BFRIgQGB7C/z9v//3y80333zZRcxf25p8DG+4KNf2s5cYrjNPbj7ScOTU039ajn/ifzl7JO1Nzg6Dfx956mS5c9J4Zrw3OGZ6BQXuuDsNaE4u+MS1svbw7WXl4L2jBjTtvbeLss67b2PymQ9jvVzyw3j++ecnn9dyaZ60e/fumVzbMxIgQIAAAQIEZgV2zkrzmZ3zrlVKgAABAgQIECBAgAABAvMC1gQIECBAgAABAgQIECBAgED/AiokQIAAAQIECBAgQIAAAQIE+hdQIQECBAgQIECAAAEClyzwz/7ZPyvvec97Lvm6XLBv374Mk0gzkFrrZN7+tFzGRMtnzLpFW7cx+eE8zUdOPv3RaeOZtXFzmTSeuevDR8qCrdxGXEWBO+4+UvJ+Ro+Ql/XIz5aVZ+49+97WSt5x3nsb2zzXtXkba62Ta7JukXPDSH64Pn78+GRZ6/TaLJaXl8tb3vKWUuv5XPJiGwh4RAIECBAgQGDTBDSf2TRaNyZAgAABAgQuVcB5AgQIECBAgAABAgQIECBAoH8BFRIgQIAAAQIECBAgQIAAAQL9C6iQAAECBAgQIECAAAECBAgQ6F9AhX0I3HLLLeWmm266pGK+7/u+rywtLU2uSaOPWhc3npkcmPuT84mWbvOMieQzJtKM5NTTHy0nPvEfkx7Fw18+We68R+OZEcwWSuT9PPzUycVP9PDPltVn7p00n8m7bu98OM+FLd/GWqcNY7Ju0c5l3eYZEwcPHswwiVqn1+7evXuyzp9ap7nMBQECBAgQIEBgJwtoPrOT3/6Fa7dLgAABAgQIECBAgAABAgQI9C+gQgIECBAgQIAAAQIECBAgQKB/ARUSIECAAAECBAgQIECAAAEC/QuokAABAgQIECBwWQLveMc7ShrQvO1tb7vo6/ft2zc5m0YftS5uPJO9xOTg63/WWyefyLGMiTQgOb3/o+X4eo1nnjpZ7vrwkVwitrjAXfccKes1oFl7+GfL2rMfHzWgyXcgZeV7kDHrzNtY67RhTNYtci6R9XA8cOBAluei1nqueVJL1jq9X1sbCRAgsIUFPBoBAgQ2TUDzmU2jdWMCBAgQIECAAAEClyrgPAECBAgQIECAAAECBAgQINC/gAoJECBAgAABAgQIECBAgACB/gVUSIAAAQIECBAgQIAAAQIEto/At37rt04a0FzME7/73e8u3/3d313S4KPW9RvPLLpXrklkbzjOz9Nk5NTTHy3HHviPOTqKh798sqShyWjjiid84MUK5H1dqAHN6jP3jhrQ5HuQ70bGfE6bt7HWacOYrFvk3HwcPHhwPlWWl5cn3+HhRq3T+w1z5gQIECBAgACBnSSg+cxOettqJUDg0gScJkCAAAECBAgQIECAAAECBPoXUCEBAgQIECBAgAABAgQIECDQv4AKCRAgQIAAAQIECBAgQIAAgf4FVEiAAAECb0rge7/3e8s//sf/+A3vsW/fvknTjlovvvFMGoO0BiL5gKzbOD/PuVNP/0k5/onFjWce+vKJcteHj+Rysc0E0oAm72/hYz/yc2X1mY+NGtDk+5HI9yLXtXkba502jMm6RTvX1vv37y+1zn5fb7zxxkkuZ3K+Ra3T+7W1kQABAgQIENiCAh5p0wQ0n9k0WjcmQIAAAQIECBAgQIAAgUsVcJ4AAQIECBAgQIAAAQIECBDoX0CFBAgQIECAAAECBAgQIECAQP8CKiRAgAABAgQIECBAYPsJ/M2/+TfL3/pbf2vdB3/LW95Sbr755knTjuGhNPCodf2mHdlv59s8YyL5jIk0GDk9aTzzvyY9ioeePFl+/cOvjvIS20cg7++zXz6x+IEf+fmydpkNaHLDfIdaZJ3I+tlnn518Z2udNqC57rrryvLy8rkmSjmTsy1qXf+73M4YzwuYESBAgAABAv0IXNNPKSohQIAAAQIENljA7QgQIECAAAECBAgQIECAAIH+BVRIgAABAgQIECBAgAABAgQI9C+gQgIECBAgQIAAAQIECBAgQKB/ARUS2BCBf/SP/lH5vu/7voX3SuOZb/zGb5zZS+OOWhc368heGsq0C7LOPGMi80TmiVNf+0g59onFjWc+m8YzHzmS42KbC/yXD79a8j4XlbH2yM+X1Wf+rOR7k8j3oo1tnusyb5H9+Vz2kkucOnVq0mgm81pruemmm8o3fdM3ZTnJ1zr+/tY6zk0u8IcAAQIECBAg0LGA5jPb5uV6UAIECBAgQIAAAQIECBAgQKB/ARUSIECAAAECBAgQIECAAAEC/QuokAABAgQIECBAgAABAgQIEOhfQIUECBAgQIAAge0rcMstt5Rv+7ZvGxWwb9++mVwafNS6uElH9hLtgjbPmEg+YxqHJE5+9Z5y/JM/mfQoPvvEyfJfNJ4ZuWznRN5n3uvCGh7538vKgY8ubECT8/m+tDHz9j2qtSY9aSiTXOLw4cOl1ml+snn2z/Ly8tm/5//NuVrH3+Nax7nzV5kRIECgCRgJECDQj4DmM/28S5UQIECAAAECBAhstID7ESBAgAABAgQIECBAgAABAv0LqJAAAQIECBAgQIAAAQIECBDoX0CFBAgQIECAAAECBAgQIECAwEULvOUtbylpQLNr165z13zHd3xH+Yt/8S+eW6/XsKMdyP7FzHPu9Nc+Uo5/8qfa8ZnxM0+eLP/lT47M5NZd2NhWAnmveb+LHro+9gtl9cCfzjSgyXdl2Gwm1y3KtXz2Dh48OGk+U+v5BjRLS0s5MhM5W+u42Uyt49zMhRYECBAgQIAAgY4ENJ/p6GUqhUDvAuojQIAAAQIECBAgQIAAAQIE+hdQIQECBAgQIECAAAECBAgQINC/gAoJECBAgAABAgQIECBAgACB/gVUSIAAAQLbWyANOtKAJlXUWsvNN9+c6STWa9SRzeylQUjmiawzJob5zBMnv3pPOfbJn8z2KD7zxIny/o9oPDOC6SiR95v3vLCkx/5TWT14vgFNvi+JfKcSmee6Nm9jy2VM85mMtdZJE5rM893O2cyHkVyt42YztY5zw+vMCRAgQIDAThdQfz8Cms/08y5VQoAAAQIECBAgQIAAgY0WcD8CBAgQIECAAAECBAgQIECgfwEVEiBAgAABAgQIECBAgAABAv0LqJAAAQIECBAgQIAAAQKXLPDt3/7t5Z//839e3vnOd5a/+lf/6uT69Rp0TDbP/sn+2WHy73A+3ygk61Nfvacc/+RPTc7O//l0Gs/8yavzaesOBd5/9j2v24Dm0f9UVg98tOT7ksh3aj5Cklzbz1jrtGHMM888c67pTK3TBjQ33nhjLlkYuU+t02uHB2od54b7W2juUQgQIECAAAECly2g+cxl07mQAAECBAhcaQGfR4AAAQIECBAgQIAAAQIECPQvoEICBAgQIECAAAECBAgQIECgfwEVEiBAgAABAgQIECBAgAABAv0LqJDA9hZoTTjSdOZv/I2/MSmm5TJOEoM/yaXpR0tl3ebz+eyd/Ord5fin/rd2ZGb89JdOlN/4E41nZlA6X6QBb2uu3AAAEABJREFUTd77wjIf+4WydvB8A5p8n/IdSmSeyHVZt2i51nym1pojk0Y0S0tLpZ3LONkY/Emu1nGzmVrHucFlpgQIECBAgACBbS+g+czlvkLXESBAgAABAgQIECBAgAABAv0LqJAAAQIECBAgQIAAAQIECBDoX0CFBAgQIECAAAECBAgQIECAQP8CKiRAgAABAgQIELhogdZ8o13wd//u350066h1/eYbuaadXzRPLg1BEie/8qFy4lM/3Y7PjGlA8hsf1XhmBmWHLPLe8/4Xlbv26C+Ulf0fKfn+tMh3ahi5briX+auvvjppOFNrnYy7d+8uN9xwQ45OvtOTyYI/uW+t4+97rePcgsulCBC4mgI+mwABAgQuW0DzmcumcyEBAgQIECBAgMCVFvB5BAgQIECAAAECBAgQIECAQP8CKiRAgAABAgQIECBAgAABAgT6F1AhAQIECBAgQIAAAQIECBAgsDUFWtON4dO1XMZhvs3T5KPNh2fm51mf+uqHyvF1Gs88+KWTJQ1I2r2MO08g7z/fg0WV18/9Ylk98JGFDWjyHUzkunzPEkePHp00nKl12nim1lqWlpZmms7kXCLXzUfytY6bzdQ6zs1fa02AAAECBAgQ2I4Cms9sx7fmmQlsDQFPQYAAAQIECBAgQIAAAQIECPQvoEICBAgQIECAAAECBAgQIECgfwEVEiBAgAABAgQIECBAgAABAv0LqJAAAQIECLyhQGu2MTzYchlbvs0ztoYf2cs6YyLzFjmTOPHUH5fjn/qZbI/iwS+dKL/50SOjvMTOE8j3IN+HhZU/9otldf/iBjTt+5br8n175plnJs1nrrnmmslYay3Ly8uT5jM5m3OJzFu0dcZE8rWOm83UOs7lvCBAgAABAltAwCMQuGyBay77ShcSIECAAAECBAgQIECAwBUW8HEECBAgQIAAAQIECBAgQIBA/wIqJECAAAECBAgQIECAAAECBPoXUCEBAgQIECBAgAABAgS2lkBrsjF8qpbL2PKZ11ony8wnk7N/2jxj4mxq8m+agGR98it/XE48uE7jmS+m8cyrk/P+EIjAb3701fLg2e9F5qP43C+W1QPjBjTtu5bvW645fPhwSeOZzDPWWssNN9yQ5STauSyG81pnG8tkr9bZXK6pdZxLfjasCBAgQIAAAQLbR0Dzme3zrjwpAQIECGw1Ac9DgAABAgQIECBAgAABAgQI9C+gQgIECBAgQIAAAQIECBAgQKB/ARUSIECAAAECBAgQIECAAAEC/QuokACBdQVac43hgZbL2PKZ1zptuJFGH8N85tlvY+Y5k/HkU39UTjx4e7ZG8akvnii/+acaz4xgJCbfi3w/FlI89otlba4BTc7lO9fi0KFDpdZ6rgFNrbXceOONJd/JnClz/yTfotbp97wdSb7W2Vz2ah3nkhcECBAgQIAAge0o0E3zme2I75kJECBAgAABAgQIECBAgACBSxNwmgABAgQIECBAgAABAgQIEOhfQIUECBAgQIAAAQIECBAgQIBA/wIqJECAAAECBAgQ2BoCranG8GlaLmPLZ15rnSzn55Pk63+yl0hzj8SJp/6wHF+n8cwnv3Ci/JbGM6/LGRYJ5PuR78mivbVJA5oPl3zPWuS71+K5556bNJ+ptZ4br7/++knzmVqnTWNyXc63+w/ntU7PDPdqnc1lr9ZxLnlBgMBUwF8CBAgQ2D4Cms9sn3flSQkQIECAAAECW03A8xAgQIAAAQIECBAgQIAAAQL9C6iQAAECBAgQIECAAAECBAgQ6F9AhQQIECBAgAABAgQIECBAgED/AqMK02ij1jqTb7mMbSPzWqcNNtKsI/nkEpknMk8M5yef+sNy4sGfTWoUn/ziifKBP3t1lJcgMC+Q70m+L/P5rNce+z/LytN3jxrQ5Hv64osvnms6c80115R3vetd5cYbb5w0n5n/rrZ1rdPvedaJWqfrfFZiUS75WmfPJScIECBAgAABAttNQPOZ7fbGPC+BdQVsECBAgAABAgQIECBAgAABAv0LqJAAAQIECBAgQIAAAQIECBDoX0CFBAgQIECAAAECBAgQIECAQP8CKiRAgAABAldXoDXRGD5Fy2Vs+cxrnTbWaPPsZZ4xkXki8zT9SJz88v8oJz79c0mN4pNfOFE+8Kcaz4xgJNYVyPcl35tFB+rjv1RW9882oGnn0nQmUWstN9xwQ8k839VEvqftXNYtksu8jbVOv/9ZJ7JX62wu+VrHueQFAQIECOx0AfUT2D4Cms9sn3flSQkQIECAAAECBAgQ2GoCnocAAQIECBAgQIAAAQIECBDoX0CFBAgQIECAAAECBAgQIECAQP8CKiRAgAABAgQIECBAgMAOEmjNM4Ylt1zGls+81jpZZp5JxkTmieE8zTyyPvWVPyrH12k884kvHC8f+DONZ2InLk0g35t8fxZe9blfKmv77yn5Diaee+65SaOZt7zlLZMxTWduvPHGUs5enO9ozpydTv7NOpOMicxrnW0kU+vsOudqnc0tui45QYAAAQIECBDYLgLXbJcH9ZwECBAgQOCNBOwTIECAAAECBAgQIECAAAEC/QuokAABAgQIECBAgAABAgQIEOhfQIUECBAgQIAAAQIECBAgQIBA/wIqJEDg6gnUOm0o055gUSONYS6NOmqdXpP88LqsEzmT8eSX/0c5/uDPtiMz4wOfP15++89em8lZELgUgXx/PnH2e7TomrXP/V9l9em7Jw1onn/++XNNZ9J4JrFr167JXr6nifadzTyRe2ZsMb+udbbZTM7VOpvLNbVOfyuZCwIECBAgQIDAdhLYrOYz28nAsxIgQIAAAQIECBAgQIAAAQKXJ+AqAgQIECBAgAABAgQIECBAoH8BFRIgQIAAAQIECBAgQIAAAQL9C6iQAAECBAgQIEBgBwikWcZ8mcnVOttAo+Vyts0zJpJLtHnG1sTj5Jf/oBz/9M9lexQPfP5E+eDHNJ4ZwUhcssBvn/0e5fu08MLHf6msPv2h8sILL0yaz9RaJ2Oaz1x//fUl/7Tva/vuJpd5Yn5e6+xvo9bZda6pdTaXeySyl1EQ2GICHocAAQIECKwroPnMujQ2CBAgQIAAAQLbTcDzEiBAgAABAgQIECBAgAABAv0LqJAAAQIECBAgQIAAAQIECBDoX0CFBAgQIECAAAECBAgQIECAQP8CV7bCNMKotc58aMtlbBuZ1zptppEmHcknl8g80eYZW0wbz/x8tkfxwONpPPPqKC9B4HIFPvixV0u+Vwuvf/z/Ln/u5fsnTWfe8pa3lFrrZJ7mM+37mu/2/Lyc/Se5s0PJ2KLW6e9hfp1zieRrnZ7JukWt41zbMxIgQIAAAQIEtqKA5jNb8a14pj4EVEGAAAECBAgQIECAAAECBAj0L6BCAgQIECBAgAABAgQIECBAoH8BFRIgQIAAAQIECBAgQIAAAQL9C6iQAAECBAh0LNCaYwxLbLmMLZ95rdOGGW2evcwzJjJvkQYeiRNP/n45/unFjWfu//yJ8sF7NZ6JndhYgXyv8v1adNfvvua+8p53HJg0nkkDmmuvvba8853vLPm+5vtbzv6Tcb04uz1pQDN/vuVrnf5Osk7kPrXO5pKvdZxLXhAgQIDAVRTw0QQIrCug+cy6NDYIECBAgAABAgQIENhuAp6XAAECBAgQIECAAAECBAgQ6F9AhQQIECBAgAABAgQIECBAgED/AiokQIAAAQIECBAgQIAAgY0RaE0xhndruYwtn3mtdbLMPJOMieE860RrynHyyd8vJz7zn3JkFPc/frz8149pPDOCkTgn8GYn+X7le7boPvuuf7x89zsPlmuuuabs2rWrpAFN+97mO5wYrjPPfZJPZJ5o81pnG8nUOrvOuVpnc7m+1nEueUGAAAECBAgQ2GoCms9stTfieQgQINCPgEoIECBAgAABAgQIECBAgACB/gVUSIAAAQIECBAgQIAAAQIECPQvoEICBAgQIECAAAECBAgQIECgfwEVEiDQqUCt04YyrbxFDTKGuTTgqHV6TfLtuoxZD+NEGs989heyNYo0BPmv9742yksQ2GiBfM/ue/z4wtvefP3j5bvecWDSfCbf3Xy/W2Sdi7LOPJF5cpknhvNF61pnG8vkTK2zudyj1ulvKnNBgAABAgQIELjKAut+vOYz69LYIECAAAECBAgQIECAAAEC203A8xIgQIAAAQIECBAgQIAAAQL9C6iQAAECBAgQIECAAAECBAgQ6F9AhQQIECBAgAABAgTenECaYMzfIblaZxtjtFzOtnnGRHKJzOfjZBrPfOY/ZXsU933ueElDkNGGBIFNEvide18r+d4tun0a0Pz/rn2qpLFMvscZW2Sda7LOPJF5cpkn2rzla539DdU6u841tc7mco9E9jIKAucFzAgQIECAwNYR0Hxm67wLT0KAAAECBAj0JqAeAgQIECBAgAABAgQIECBAoH8BFRIgQIAAAQIECBAgQIAAAQL9C6iQAAECBAgQIECAAAECBAgQ6F+gowrT4KLWOlNRy2VsG5nXOm2SkcYatU7nyedMxkVx8snfK8fXaTzz8c8dL7/z8ddyuSBwRQXyvcv3b9GHfuuxu8va03+0sAFNvvu5JmP7vmeeXFtnnmjrWs//VpKrdbrOmcSiXPK1zp5LThAgQIAAAQIEtoqA5jNb5U14jk0X8AEECBAgQIAAAQIECBAgQIBA/wIqJECAAAECBAgQIECAAAECBPoXUCEBAgQIECBAgAABAgQIECDQv4AKCRAgQIAAgcsTaE0vhle3XMaWz7zWaSOM+Xk7kzF7wzjxxO+W45/5hWyN4r7PnSj/TeOZkYvElRPI9y/fw0WfuPb4r5TVr/3hqAFN+37nmjSdaevMk2vrNk8+uVqnv5/kE7XOrhedWXQuOUGAAIGdLKB2AgS2joDmM1vnXXgSAgQIECBAgAABAr0JqIcAAQIECBAgQIAAAQIECBDoX0CFBAgQIECAAAECBAgQIECAQP8CKiRAgAABAgQIECBAgACBbSDQml0MH7XlMrZ85rXWybLNMyaSzLgoTj7xu+XEZ/+PHBnFxz93vPzOx18d5SW2lUAXD5vvYb6PC4v5/P9T1p4eN6BJQ5lEvvdtbPPcJ/NE5onME7VOG87kmuRrna4zTwzPZN2i1tlzLW8kQIAAAQIECFxNAc1nrqa+zyZAgMAVFfBhBAgQIECAAAECBAgQIECAQP8CKiRAgAABAgQIECBAgAABAgT6F1AhAQIECBAgQIAAAQIECBAg0L+ACgkQIHDpArVOG8q0Kxc1vmi5nEnDjFqnTTCST65F1sM49eTvluPrNJ6597Hj5b99/LV2qZHAVRfI9zHfy0UPsvb4/1PK039U2vc7v4NE1u18WyeXefKZJ9o8+axrnf7uMs9erdPfVOaJ5GudzSVf6/S6zAUBAgQIECCwkwW2Tu2az2ydd+FJCBAgQIAAAQIECBAgQKA3AfUQIIcJ0PwAABAASURBVECAAAECBAgQIECAAAEC/QuokAABAgQIECBAgAABAgQIEOhfQIUECBAgQIAAAQIEtrBAmlvMP15ytc42vGi5nE3jjFqn+8knl3FRnPjSfyvHPvN/5MgoPvbY8fK792k8M4KRuOoC+V6u14Bm9fFfKStf/YOS30G+8xlbZJ3IOmMi8xSUeYusk8+61tnfUq3Tdc4khmeyHkb2hmvzqyzg4wkQIECAwA4W0HxmB798pRMgQIAAgZ0moF4CBAgQIECAAAECBAgQIECgfwEVEiBAgAABAgQIECBAgAABAv0LqJAAAQIECBAgQIAAAQIECBDoX0CFFy9Qa505nGYWtS5ufpGDaZhR63Q/Z5Mbjpm3OPGl3yknHvrFHBnFvY8eL7+n8czIRWLrCEwa0Jz9ni58os//v2X1Ag1ock1+K+23kHlyWWdskXWi1tnfVK3T9fBcrbO57NU6+/tNThAgQIAAAQIEroaA5jNXQ91nRkAQIECAAAECBAgQIECAAAEC/QuokAABAgQIECBAgAABAgQIEOhfQIUECBAgQIAAAQIECBAgQIBA/wIqJECAAAECBLagQBpezD9WcrXONrgY5oYNNJJfdH3yiZOTxjP/5/yRyfpjjx4vv3v/a5O5PwS2skC+p/m+LnzGL/xqWfvqH5R83xP5fSQyT+Sa4Xo4b/sZW77W6W8vuVxb63SdeSL5WmdzySeyl1EQIEDgKgv4eAIEdrCA5jM7+OUrnQABAgQIECBAYKcJqJcAAQIECBAgQIAAAQIECBDoX0CFBAgQIECAAAECBAgQIECAQP8CKiRAgAABAgQIECBAgACBnS6QRhW11hmGlsvYNjKvdXpufp4zybVoDTSyPvGl/1qOP7S48cyfPXqs/J7GM+Hb5HD7jRLI9zXf20X3W/vCr5bVr/730r7/GYeR30NbZ57IfTImMk9knmjzXJN5rbPNZnKm1tnconPJCQIECBAgQIDAlRTQfOZKavssAgQIDAXMCRAgQIAAAQIECBAgQIAAgf4FVEiAAAECBAgQIECAAAECBAj0L6BCAgQIECBAgAABAgQIECBAoH8BFRIgQGCLCdQ6bSjTHmtRQ4thrjXCSC7RrsuY9TBOfPGD5cRD/1e2RvGxR4+V37//6CgvQWCrC+R7u24Dms//allb0IAmv4tWV+YtFv2estfytU5/n8nl+lpnm80kX+tsrp3LKAgQIECAAIGrKLCDP1rzmR388pVOgAABAgQIECBAgACBnSagXgIECBAgQIAAAQIECBAgQKB/ARUSIECAAAECBAgQIECAAAEC/QuokAABAgQIECBAgMBOFUjTivnak6t1tpFFy+Xs/Lzlkp+PSeOZh38pR0bxZ48cK7+n8czIRWL7CEwa0Jz9Hi964rUv/Oey+pXfL2kgk99FxmEMc22ecRi5b65JLvOMWWde6+LfaM5kfxiLcsP9nTRXKwECBAgQIHDlBDSfuXLWPokAAQIECBCYFbAiQIAAAQIECBAgQIAAAQIE+hdQIQECBAgQIECAAAECBAgQINC/gAoJECBAgAABAgQIECBAgACB/gVUuEUEaq0zT5ImFbUubmqRg63xRc4lkhuOmbe4UOOZP33kePn9B47mckFgWwvke5zv88IivvhrZeWp3zvXgCa/jfyGMiZyTcZFubaXMfsZa53+XnNNW7d51pnXOvv7Tb7W6XWZCwIECBAgQIDAlRLQfOZKSW/5z/GABAgQIECAAAECBAgQIECAQP8CKiRAgAABAgQIECBAgAABAgT6F1AhAQIECBAgQIAAAQIECBAg0L+ACgkQIECAAIGdJpAmFfM1J1frbOOKYa41wMh1yc+PybU4+aUPlhMP/1KOjOKjDx8v//2B10Z5CQLbVSDf5z89+71e9Pz1S3eU1a9MG9DkN5TfSBszb9FybUw+92tjy7dcy9e6/m82Z4fRrhnmzAkQ2GkC6iVAgMCVE9B85spZ+yQCBAgQIECAAAECswJWBAgQIECAAAECBAgQIECAQP8CKiRAgAABAgQIECBAgAABAgT6F1AhAQIECBAgQIAAAQIECBDYRIE0oKi1znxCy2VsG5nXev5crdN58jkzHDNvcfKLv12OP7S48cyfPnK8/MEnNJ6JX/GnK4H/fvZ7ne/3wqK+eEdZfep3SxrIJPJbyZjIvMVwnfskn7HFcJ15zmev1otrQFPr7LlcKwgQIECAAAECmyWg+cxmybovAQLbTsADEyBAgAABAgQIECBAgAABAv0LqJAAAQIECBAgQIAAAQIECBDoX0CFBAgQIECAAAECBAgQIECAQP8CKiRAgMBOEqh12kSm1ZwmFrXONqUY5tLgIusW7bo2tnzGE1/8QDn+8P/dtmbGjz58rPz3BzSemUGx6Eog3+98zxcW9aU7y+pXzjegye8qkd9NO595i7bX1jmTefKZ1zr9HSfX1m2edea1zv6uk691el3mggABAgQI7EQBNV85Ac1nrpy1TyJAgAABAgQIECBAgACBWQErAgQIECBAgAABAgQIECBAoH8BFRIgQIAAAQIECBAgQIAAAQL9C6iQAAECBAgQIECAAIFNEEgzivnbJlfrbIOKlmtna502q0g+uYwt0ggjkfXJL36gnHj4l3NkFH/y8LHyB584OspLEOhNIN/zfN8X1vXFO8vKl3+ntN9MfjeZtxiuM18UuW/OZy/zjInMa138W277OdNiUa7tXcHRRxEgQIAAAQIdC2g+0/HLVRoBAgQIELg0AacJECBAgAABAgQIECBAgACB/gVUSIAAAQIECBAgQIAAAQIECPQvoEICBAgQIECAAAECBAgQIECgfwEV7gSBWqdNZFqtaT5R6+JmFTnTGlzkXNaJNs/YIvmTX/hAOb5O45mPPHSs/A+NZ8IkdohAvu9/cvZ7v6jc+sSvl9Wn/tukAU37jbUxv6lck3FRru1lzH7GWqe/4VwzXGeeSL7W6ZmsW9Q6+9+DljcSIECAAAECBDZKQPOZjZLc6Pu4HwECBAgQIECAAAECBAgQINC/gAoJECBAgAABAgQIECBAgACB/gVUSIAAAQIECBAgQIAAAQIECPQvoEICBAgQIECAwAYKpPnE/O2Sq3W2IcUw1xpb5LrkW8yvkz/xhd8qxx/55WyNIg04/vCTR0d5CQK9C/yPs9/7fP8X1vmlu9ZtQJPfXn5XiTZvY3K5XxtbvuVavtb1f9s5O4x2zTBnToDAFRTwUQQIEOhYQPOZjl+u0ggQIECAAAECBC5NwGkCBAgQIECAAAECBAgQIECgfwEVEiBAgAABAgQIECBAgAABAv0LqJAAAQIECBAgQIAAAQIECGxXgTSWqLXOPH7LZWwbmdd6/lyt03nyOTMcM29x/PHfKCce+ZUcGcVHHjpe0oBjtLFFEx6LwEYL5Puf38HC+6YBzZd/p6SBTCK/qTZm3iK5RNa5z/yYveQT2UtkXuvFNaCpdfZcrhUECBAgQIAAgY0Q0HxmIxTdgwCBzRBwTwIECBAgQIAAAQIECBAgQKB/ARUSIECAAAECBAgQIECAAAEC/QuokAABAgQIECBAgAABAgQIEOhfQIUECBAgsAECaUJR67SJTLtdy2VclEsji+wlhvuZJzeME5//jXLysf83W6P4yEPHyh9+8rVRXoLAThPI7+DDZ38PC+t+4tfL2lMXbkCT69rvbv73mXz2k89Y67SRTMvXOl1nL5F8rbO55Gsd55IXBAgQIEDgCgj4iI4FNJ/p+OUqjQABAgQIECBAgAABApcm4DQBAgQIECBAgAABAgQIECDQv4AKCRAgQIAAAQIECBAgQIAAgf4FVEiAAAECBAgQIECAwHYTaE0mhs/dchlbPvNazzeoqXU6T75FzrZ5mlwkjj/+/nLi0XUaz3w2jWeO5jJBgMBZgT/65NHykbO/i7PT0b9rX/r1svLkB0t+VysrKyW/tcwzJjLPRRnbOmMi+eG4aF7rbGOZnKl1Npf71JrcWqaCAAECBAgQILAhAprPbAijmxAgQIAAgU0QcEsCBAgQIECAAAECBAgQIECgfwEVEiBAgAABAgQIECBAgAABAv0LqJAAAQIECBAgQIAAAQIECBDoX0CFBN6kQK3TJjLtNosaTgxzrbFFcsNrMk8u0c6c+Pz7y8nHfjVbo/jwZ4+VP/yUxjMjGIkdL5DfRX4fiyDqk+8vq1/+4EzjmfzeEvntJXJdW7ex5TMmWr7WaSOZ5HJdrdN15onka53NJV/r7H83khMECBAgQIAAgcsV0HzmIuUcI0CAAAECBAgQIECAAAECBPoXUCEBAgQIECBAgAABAgQIECDQv4AKCRAgQIAAAQIECBAgQIAAgf4FVEiAAAECBAgQ2C4CaSox/6zJ1TrbaGK9XPKtgUXuk3Wi5U5+/jfKycf+c7ZGcc9njpU/0nhm5CJBoAnk95HfSVvPjE+8v6w++cGS39rKysqkEU377bV1zieXyLmMiZbPmBjm2rzWN/5vQK5NtGsyFwR2moB6CRAgQGDjBDSf2ThLdyJAgAABAgQIENhYAXcjQIAAAQIECBAgQIAAAQIE+hdQIQECBAgQIECAAAECBAgQINC/gAoJECBAgAABAgQIECBAgACBdQRqrTM7aSJR6+KmE+1gziTauo3JDePE599fTjz2q217ZkxDjT9+8OhM7k0uXE6gS4H8Tj78mWOLa3vy/WX1yx+cNJ5pDWfab3B+nXwa0ORGmbcx8+QzJpdo81oX/7eg7edsotbZ/44kJwgQIECAAAEClyqg+cylijlPYMcKKJwAAQIECBAgQIAAAQIECBDoX0CFBAgQIECAAAECBAgQIECAQP8CKiRAgAABAgQIECBAgAABAgT6F1AhAQIECGx1gfnmEXne5Gpdv9lEa1AxPJd5uzbzFice/y/l5GP/OVujuOczR0saaow2JAgQWCjwRw8eLfndLNx84v1l9cnfXtiAJr/Zdk37bSbX5tnLPGMi82EkV+v6/03I/jBy7XBtToAAAQI7QUCNBDZOQPOZjbN0JwIECBAgQIAAAQIECGysgLsRIECAAAECBAgQIECAAAEC/QuokAABAgQIECBAgAABAgQIEOhfQIUECBAgQIAAAQIECBAYCKRBRK11kCmTxhW1Lm4yMXPw9UUaWLw+nVybeyaXOP65u8rJz/1a254Z7540njk2k7MgQOCNBf74wWMlv5+FJ5/8jbL65AfK2tpaWVlZmflNZp3fZX6jicwTmSdyv4yJNm9jy9W6+L8NbT/nE7XOnktOECBAgAABAgQuVkDzmYuVco4AAQIEdrwAAAIECBAgQIAAAQIECBAgQKB/ARUSIECAAAECBAgQIECAAAEC/QuokAABAgQIECBAgAABAgQIEOhfQIUEtrJArRfXeCY1pLlEa1SR9XxkP9HOnHj818vJz90xf2yy/tCnj5YPPajxzATDHwKXIZDfT35HCy998jfLyhO/NWk8036P+W22yDVtnnGlIRELAAAQAElEQVR4ZrjX5m3M2cxrnW0sk3yts7l2LqMgQIAAAQIECFyqwHZtPnOpdTpPgAABAgQIECBAgAABAgQIbD8BT0yAAAECBAgQIECAAAECBAj0L6BCAgQIECBAgAABAgQIECBAoH8BFRIgQIAAAQIECJwVSLOIs8PMv8nVOttAouWGB5PLujWsyDy5RMudvGDjmWPl7k9rPBM3QeDNCOR3lFh0j/rl3yqrT56N1dWysrIyaUST32hifp1c++1mnvtlTGQ+jOQStS7+b0X2huczX5RLXhDYZAG3J0CAAIFtLKD5zDZ+eR6dAAECBAgQIHBlBXwaAQIECBAgQIAAAQIECBAg0L+ACgkQIECAAAECBAgQIECAAIH+BVRIgAABAgQIECBAgAABAgQIXA2BWuvMx6Y5RK2Lm0nkYPZbtHXGRMu35hVpPHPic3dk6/U4P3zowTSeOXo+YUaAwJsS+NCnj5b8rhbeJM1nnvitSeOZNJzJbzTRfrMZc13GxHBvmM9ei5bPWOvi/2bkbPZb1Dr735uWNxIgQIAAAQIE1hPQfGY9GXkCW13A8xEgQIAAAQIECBAgQIAAAQL9C6iQAAECBAgQIECAAAECBAgQ6F9AhQQIECBAgAABAgQIECBAgED/AiokQIAAgR0tMN8UIhjJ1TpuItH2st/mtU7PDXOZt6YVJz53V1mv8cwff/poufszGs/EUhDYSIH8rv7408cW3/LLv1VWn/ytSQOa/E4Tw99s5rkwY6LtZz7Mz8+zbtHOZp15rdP/TmQ9jOwN1+YECBAgsMkCbk9gGwtoPrONX55HJ0CAAAECBAgQIEDgygr4NAIECBAgQIAAAQIECBAgQKB/ARUSIECAAAECBAgQIECAAAEC/QuokAABAgQIECBAgAABAldKII0faq0zH9dyGdtG5rXWUmudpLJOZJHGFBkTySWSy3jy8bvKycfvzNYo/vjBo+We9ZpjjE5LEOhPYLMruufTR8sfnf2dLfycJ3+rrHzpN0r7rQ7HzBP5DbcYrnO/lm/zNiZfa538tyLz5BOZ1zpuQFPrOJfzggABAgQIECAwL6D5zLyINQECBAhsFwHPSYAAAQIECBAgQIAAAQIECPQvoEICBAgQIECAAAECBAgQIECgfwEVEiBAgAABAgQIECBAgAABAv0LqJDAjhWotc7UvqhBRHI5lHHYgKLW2aYR2U+0M8cfu6Oc+NwFGs985lhuKwgQ2ESBD5/9naXR06KPqE/9dll74jcnDWja7za/4fWinWn3aueybvM2Jlfr+L8Rtc7m2rmMggABAgQIECBwIYENaj5zoY+wR4AAAQIECBAgQIAAAQIECPQhoAoCBAgQIECAAAECBAgQIECgfwEVEiBAgAABAgQIECBAgAABAv0LqJAAAQIECBAgQGCzBdIgYv4zkqt1tjFEyw3PJpd1GlFkTCQ3jOOP/Vo59flfz9Yo/uhTR8s9n9F4ZgQjQWCTBPJ7y+9u4e2f+u2y+sRvlPx+85tu0dYZ5yNnksv9MibaPGMiuUSti/+bkr2cG8ai3HDfvEcBNREgQIAAgf+Pnf/skyO77kTdvc5XHzTn3LlscM7MnBldie1IShQljjQyZFt6sYGma6AN23sDtAWqgKoCqiozL/6VvYFIA7ANTFXUox9X77XXjoiM/ZQQmW9ifXkBzWe+vJUjCRAgQIAAAQIECBAgQIDA4RJwNwQIECBAgAABAgQIECBAgMD4BeyQAAECBAgQIECAAAECBAgQGL+AHRIgQIAAAQIECIxOoKoW9pSmD1WrTSJyUNb6OMxTS6SWSEOKxJWDxjN/l6WVePT3W+1nz2o8swKjQOAOC+TfXf79rf2YN37cpq/+fZtMJi3/hnvk33WPnJd8uJZaIvXEX8qznsixVYvPm9SrFp9LqYm7LODjCBAgQIDAIRbQfOYQ/3HcGgECBAgQIHC0BNwtAQIECBAgQIAAAQIECBAgMH4BOyRAgAABAgQIECBAgAABAgTGL2CHBAgQIECAAAECBAgQIECAwPgF7tQO0/Rh+dqpVS02gkhteFzmidT62PPMe+y88Ei7+tJNGs/8bqv9XOOZsAkC90Qg//4eu/bvcO2Hv/nj1l7/Uev/ltNkJvlwzHmp9ehrw/owr1psJpPzsp5IXrX43Ek9kbWMggABAgQIECAwFNB8ZqghH5OAvRAgQIAAAQIECBAgQIAAAQLjF7BDAgQIECBAgAABAgQIECBAYPwCdkiAAAECBAgQIECAAAECBAiMX8AOCRAgQIDAKATS0KFqtRlE1WIDiByXDVfNj808kVofe555GlAkrrzwSNu9WeOZ32+1n5/ZzmmCAIF7KPCza/8OH/3d5bV3MHvjx2366g/bZDI5aEKTf9f933gfc2LP+3rmvb4uz1rVjedJ5okcW7X4/Em9arWWuiBAgMBdEPARBAgcYgHNZw7xH8etESBAgAABAgQIEDhaAu6WAAECBAgQIECAAAECBAgQGL+AHRIgQIAAAQIECBAgQIAAAQLjF7BDAgQIECBAgAABAgQIEPg6AlXz5g/93HWNH1IbrmeeSK2PPc+8N5+48sLD7epNGs/89Hdb7efPajwTN/FVBBx7pwR+fman5d/l2uu/+b/b7LUftvzb7pHjkufffCLzRPJezzyRWmKY93lqieE8edVqs5mqxedVzhMECBAgQIDA8RbQfOZ4//3tngCBMQvYGwECBAgQIECAAAECBAgQIDB+ATskQIAAAQIECBAgQIAAAQIExi9ghwQIECBAgAABAgQIECBAgMD4BeyQAIEjLZDmDssbSK1qseFDasPjMk+k1seeZ95j3njmh1laiTS4+MUZjWdWYBQI3GOB/LvMv8+1t/HmP7XpK3970IAm/84nk0nLmEYzw8i5qSdSzzis9Xw4Jk/0Y3tetfg8Sj0xPC5zQYAAAQIECNxhgUN8ec1nDvEfx60RIECAAAECBAgQIECAwNEScLcECBAgQIAAAQIECBAgQIDA+AXskAABAgQIECBAgAABAgQIEBi/gB0SIECAAAECBAgQ+CoCVbVweJo5VC02ekhteFDmidT62PPM02giceWFh9rVl9Y3nvnJM1stDS5yniBA4PAJ5N/nT6/9O117Z2/9c5u99nctjWfybz2Rf/vDSC3nZkxkLfNE8sRynnmPvp558qrF51LqVYvPr9SOU9grAQIECBAgcENA85kbFjICBAgQIEBgXAJ2Q4AAAQIECBAgQIAAAQIECIxfwA4JECBAgAABAgQIECBAgACB8QvYIQECBAgQIECAAAECBAgQIDB+gSO5wzRzWL7x1KoWGzykNjwu80Rqfex55j2uPJ/GM3+fpZVI45lfnt1eqSsQIHC4BH5x7d9p/r2uvas3/7nNXv271hvLZEz0Z0DGzHNu8kTmGYe15TzzHv3YzJNXLT6fUk9kLaMgQIAAAQIEjq+A5jPH929/l3fu4wgQIECAAAECBAgQIECAAIHxC9ghAQIECBAgQIAAAQIECBAgMH4BOyRAgAABAgQIECBAgAABAgTGL2CHBAgQIECAwJcRqKqFw9K8oWqxsUNqOahqfmzmidT62PPM01gisfPcg+3qyzdrPHO5aTwTNUHgaAjk3+u/n768/mbf+ufWXvtyDWjybEjkWdEvljyRecZE8kTVjedO5omsVy0+p1Kvmh+bXBAgcJwE7JUAAQI3BDSfuWEhI0CAAAECBAgQIDAuAbshQIAAAQIECBAgQIAAAQIExi9ghwQIECBAgAABAgQIECBAgMD4BeyQAAECBAgQIECAAAECBA69wLqGDqn1G0/eI7XkGRPJh3Hl+Qfb7is/ytJK/PszaTyzs1JXGIGALYxa4FfP7bT8+123ydmb/9wmL3+/TSaTlmdBGswkkvfIPOcuz4e15TzzHjlvmFetNqDp60YCBAgQIEDgeApoPnM8/+52TYDAPRDwkQQIECBAgAABAgQIECBAgMD4BeyQAAECBAgQIECAAAECBAgQGL+AHRIgQIAAAQIECBAgQIAAAQLjF7BDAgQI3Exg2MChH5Na1WIjh9T6esbMEz3PmEitR5pLXHnugXb15fWNZ/7t9OX2q7Maz8RNEDiKAvn3++/X/h2vu/d6+1/a7NUftDwH8kzImEjeI/OcmzG1PqaWeWKY93lqieE8edXicyvHJLKWURAgQIAAgeMgYI83BDSfuWEhI0CAAAECBAgQIECAAIFxCdgNAQIECBAgQIAAAQIECBAgMH4BOyRAgAABAgQIECBAgAABAgTGL2CHBAgQIECAAAECBA6NQFUt3EuaNFQtNnBIbXhQ5onU+tjzzNNAIrF99m/a1Vf+IUsr8W+nttqvn9N4ZgVGgcARE/jVtX/H/3Z6a/1dv/Uvbfry99pkMmnDZ0PyHnlW5OSMidQzTyRPLOdVN55bfb0fU7X4/Eq96sbxmd/F8FEECBAgQIDAPRTQfOYe4vtoAgQIECBwvATslgABAgQIECBAgAABAgQIEBi/gB0SIECAAAECBAgQIECAAAEC4xewQwIECBAgQIAAAQIECBAgQGD8Ana4LDBs2NDXUqtabNyQWl/PmHmi5xkTqQ1j5+zftL1Xf5yllThoPPP89kpdgQCBoynw6+e2W/5dr737t//1Szeg6c+QNKHp1+q1zHueMfMew3nyqsXn2Lrjes1IgAABAgQIjFdA85nx/m1vvTOrBAgQIECAAAECBAgQIECAwPgF7JAAAQIECBAgQIAAAQIECBAYv4AdEiBAgAABAgQIECBAgAABAuMXsEMCBAgQIEDgngtU1cI9rGvYkFoOqpofm3kitT72PPNEmkZcee67bfcmjWf+9dTl9muNZ8ImCIxKIP+u/+3av+91m6p3/q3NXvl+y/OhPyd6nnki85ybcThPLfPEcp551Y3nU+aJHFu12oCman5sjhEECNwlAR9DgACBeyig+cw9xPfRBAgQIECAAAECx0vAbgkQIECAAAECBAgQIECAAIHxC9ghAQIECBAgQIAAAQIECBAgMH4BOyRAgAABAgQIECBAgACB4yOQpgzLu02tarFRQ2r9uOQ9UkueMZG8R5pG7Jz9m3b1lX/M0kqk8cxvnt9ZqSvcHQGfQuBOC/z62r/v/Dtf+zlv/2ubvfy9lQY0eW4MnyE5t9cyZp7ox6zLU0vkmIyJ5FWLz7XUE1nLKAgQIECAAIFxC2g+M+6/r90RIHBzASsECBAgQIAAAQIECBAgQIDA+AXskAABAgQIECBAgAABAgQIEBi/gB0SIECAAAECBAgQIECAAAEC4xewQwIECNwTgTRcqKqFz+61jH1hmKeWeaLnGROp9UiTiJ2zf912X/1xllbiX56+3DSeWWFRIDA6gfw7/5dTl9fua/b2v7bpy48cNKDJMyORZ0gfh3mvZewXy3oi84yJ5MMY1pJXrTagqVqtDa8hJ0CAAAECt1HApe6hgOYz9xDfRxMgQIAAAQIECBAgQOB4VnyKxgAAEABJREFUCdgtAQIECBAgQIAAAQIECBAgMH4BOyRAgAABAgQIECBAgAABAgTGL2CHBAgQIECAAAECBI6HQNWdazxz5aDxzP9eC5nGM//xws7aNUUCBMYn8B/P77T8u1+7s7f/rU3+/FBLY5g0lsm4LnJuX+9jav3Y5bzqxvMtx2Q9kbyqN5tJZR5VN46fV/yXAAECBAgQGJuA5jNj+4vaDwECBAgQ+LICjiNAgAABAgQIECBAgAABAgTGL2CHBAgQIECAAAECBAgQIECAwPgF7JAAAQIECBAgQIAAAQIECBAYv4Ad3lWBNF9Y/sDUqhYbMqQ2PC7zRGp97HnmiTSF2Dn7/2tXX13feOb//PZy03gmaoLA8RLIv/ubNaCpd3/Spi891PL8mEwmB2PyRJ4riZ73MbUumDyRecYemfdIbZhXLT7vhms9NxIgQIAAAQLjEtB85pD8Pd0GAQIECBAgQIAAAQIECBAgMH4BOyRAgAABAgQIECBAgAABAgTGL2CHBAgQIECAAAECBAgQIECAwPgF7JAAAQIECBAYt0BVLWwwTRmqFhsxpDY8KPNEan3seeaJNIXYOfNXbffVf8rSSvyf315qv31xZ6WuQIDA8RBIA5o0oFq723d+0mYvP9zyLEnkeZJxOXJuX+tjav245TzzHjlmmFctPveyVrX4fExNEBizgL0RIEDgOAloPnOc/tr2SoAAAQIECBAgMBSQEyBAgAABAgQIECBAgAABAuMXsEMCBAgQIECAAAECBAgQIEBg/AJ2SIAAAQIECBAgQIAAAQIEbovAsPFCv2BqVYsNGFLr6xkzT/Q8YyK13vwh40Hjmdf+OUsrkYYTv33xykpd4bqAhMCxEEgDqn/+7aX1e33nJ2360kMtz5PlyPMmkXpOzph5j9RulmetR44Z5lWLz7/hWs+NBAgQIECAwDgENJ8Zx9/RLgiMQMAWCBAgQIAAAQIECBAgQIAAgfEL2CEBAgQIECBAgAABAgQIECAwfgE7JECAAAECBAgQIECAAAECBMYvYIcECBAYn0AaLlTVwsZ6LWNf6HnV/NjME1nvY8/7PE0gbtV45p9/e7ml4UTOEwQIEHj6xSstz4W1Eu/8pM1eeqjl+ZJnyzBSS6Q2HJP3ayVPZJ4xkTxRdeO5lnki61WrDWiqVms5XhAgQIDA2ATs5zgJaD5znP7a9kqAAAECBAgQIECAAIGhgJwAAQIECBAgQIAAAQIECBAYv4AdEiBAgAABAgQIECBAgAABAuMXsEMCBAgQIECAAAECBL6xQNW86UK/0LqGC6kN1zNPpNbHnmeeSBOInWf/V9t97Z+ztBL/9B+X29Mv7qzUFQgQON4CeS6sNKD5gmSWBjQvP9TyfEnkWZMY5pnn8IyJvtZrmfc868mHMawlr1ptNlO1+Nwcni8nQIAAAQIEjp6A5jNH72/mjgkQIEBgpAK2RYAAAQIECBAgQIAAAQIECIxfwA4JECBAgAABAgQIECBAgACB8QvYIQECBAgQIECAAAECBAgQIDB+ATscj0CaKizvJrWqxUYLqQ2PyzyR2nBM3iPNHa6c+V9t9/X/k8NW4p//43I79WeNZ1ZgFAgQOBA4aEBz7TlxMFn6z+ztn7TZSw9eb0CT502ePX3seeaJzBO5zLoxtUTWewznyasWn4vrjus1IwECBAgQIHD0BDSfWf83UyVAgAABAgQIECBAgAABAgTGL2CHBAgQIECAAAECBAgQIECAwPgF7JAAAQIECBAgQIAAAQIECBAYv4AdEiBAgAABAgS+tkBVLZy7rsFCasODMk+k1sfkicwTafaw8+z/bFdfW9945p9+c7k9rfFMyAQBArcQyHPin27SgKa9+2ib/fmBlmdOIs+d4Zh8OXJM/7is9XnyRF/r47CWvGq1AU3V4nO0n2skcAcEXJIAAQIE7qCA5jN3ENelCRAgQIAAAQIEvoqAYwkQIECAAAECBAgQIECAAIHxC9ghAQIECBAgQIAAAQIECBAgMH4BOyRAgAABAgQIECBAgAABAodfIE0Ulu8ytarFxgqpDY/LPJHacEyeJg59vHLmf7bd1/8lh63E//6PS+3USzsr9aNVcLcECNwtgVN/3mn/9JtL6z/uvcfa9M/fbXn+9OjPoYw9stbz4ZiLZt7HnmfeY1hLXrX4nFx3XK8ZCRAgQIAAgaMjoPnM0flbuVMCd1fApxEgQIAAAQIECBAgQIAAAQLjF7BDAgQIECBAgAABAgQIECBAYPwCdkiAAAECBAgQIECAAAECBAiMX8AOCRAgQOArC1TV9XPSTCFRtdhQIbUcVDU/NvNEan1Mnkhjh4yp7/zp/21XX7tJ45nfXGqn/3wlhwoCBAh8aYFTL11paVy19oR3H2uzPz/Q8vzJsyhjYpivm/dr9bXMkyeSJ6puPP8yT2S9av68TJ5aomp+bHJBgAABAndIwGUJ3EEBzWfuIK5LEyBAgAABAgQIECBA4KsIOJYAAQIECBAgQIAAAQIECBAYv4AdEiBAgAABAgQIECBAgAABAuMXsEMCBAgQIECAAAECBI6eQNW8kUK/82FDheQ9sp68j8nT4CHzjFt//O9t941/zXQl/ncaz7yk8cwKjAKBIypwt287javyHFn3ubN3H23TP3/3oAHNZDJpeR7151PGRM7LuC6ylnMy9vWeZ0yknjGRvEqzmVgIAgQIECAwFgHNZ8byl7QPAgQIELjdAq5HgAABAgQIECBAgAABAgQIjF/ADgkQIECAAAECBAgQIECAAIHxC9ghAQIECBAgQIAAAQIECBAgMH4BOyTwpQTSLGH5wNSqbt54JsfnmETPbzbu/Ol/tL03/i3LK/HjX19upzWeWXFRIEDgqwnkOfLj31xef9K7j7XJC3990IAmjWSGkWfY8jy1RNWNZ2DmuXjGRPJhDGvJq26ce7PjhnU5AQIECBAgcHgFjkjzmcML6M4IECBAgAABAgQIECBAgACB2yXgOgQIECBAgAABAgQIECBAgMD4BeyQAAECBAgQIECAAAECBAgQGL+AHRIgQIAAAQIEDqdAVS3c2LrGCakND8o8kVofkycyT6Shw/Yf/1vbvUnjmX/89eX2zMs7OUUQIEDgGws889JOS0OrdReq959o0xfnDWjyfMoxGfOcyphIbThPnloi632ePJH6MIa15FWrDWiqFp+3w/PlYxKwFwIECBAYk4DmM2P6a9oLAQIECBAgQOB2CrgWAQIECBAgQIAAAQIECBAgMH4BOyRAgAABAgQIECBAgAABAgTGL2CHBAgQIECAAAECBAgQIEDgmAukOcIyQWpViw0TUhsel3kiteGYPM0Z+rjzp//edt/49xy2Ej/+1aX2u7vReGblkxUIEBizQBpa/eOvL63f4nvzBjR5Tk0mk9afVZn3PCf2eWrD6GsZez35MFLv8+RVi8/T4VrPjQQIECBAgMDhFtB85nD/fdwdgesCEgIECBAgQIAAAQIECBAgQGD8AnZIgAABAgQIECBAgAABAgQIjF/ADgkQIECAAAECBAgQIECAAIHxC9ghAQIECBwugaq6fkNpkpCoWmyUkNr1g64lmSeupQeNG4ZjGjb0+c6f/ttNG8/8468utWdeuZJDBQECBG67wO9evtLynFl74S8a0OQ5ttyAJs+wRM7LmGN6pJY8Y9YyZp5IPoxhLXnV/LmavB9XdeP522tGAgQIjEnAXgiMSUDzmTH9Ne2FAAECBAgQIECAAIHbKeBaBAgQIECAAAECBAgQIECAwPgF7JAAAQIECBAgQIAAAQIECBAYv4AdEiBAgAABAgQIECBAYEGgat4goReHjRJSyzyRvEef92YMGXf+mMYzP+mHLIz/8KtL7XcazyyYmBC4wwLH8vJ5zvzDry+t3/t7T7TJ83910EArz6w8x3pknsiJGYf11DLPmLWMmSeSD2NYS16l2czQR06AAAECBI6SgOYzR+mv5V4JECBwrAVsngABAgQIECBAgAABAgQIEBi/gB0SIECAAAECBAgQIECAAAEC4xewQwIECBAgQIAAAQIECBAgQGD8AnZI4N4LpAnC8l2kVvXlG8/k+B651rAJQxrPXH3j31NeiR/96lL7vcYzKy4KBAjcGYHfv3ylpeHVuqvXB0+1yQt/1fL8yvOsjz3v8z7mGlkbjlnr876WeY9hLXnV4nN23XG9ZiRAgAABAgQOj8DXaz5zeO7fnRAgQIAAAQIECBAgQIAAAQJ3SsB1CRAgQIAAAQIECBAgQIAAgfEL2CEBAgQIECBAgAABAgQIECAwfgE7JECAAAECBAgcQ4GqWtj1uoYIqQ0PyjyR2vLYmy9k3P7Df227b/4kh63EP/zyUvuDxjMrLgoECNxZgTS8umkDmvefatMX/qpNJpODJjR5jiXynOtj7q7nqSdS62PW+rzXMu8xrCWvWm1AU7X4XO7nGm+jgEsRIECAAIFvIKD5zDfAcyoBAgQIECBA4G4K+CwCBAgQIECAAAECBAgQIEBg/AJ2SIAAAQIECBAgQIAAAQIECIxfwA4JECBAgAABAgQIECBAgACBOyeQpgfLV0+tarERQmrD4zJPpLY8Dpsu7Bw0nvlpDluJH/1ys/3+1SsHdf8hQIDA3RZIA5of/fLS2o+tD37WZi/+1fXmM3nO9cgzLo1pcmLyRF9LLXnG1DNmnkg+jGEtedXic7cfm7WeGwkQIECAAIHDI6D5zOH5W7iToyXgbgkQIECAAAECBAgQIECAAIHxC9ghAQIECBAgQIAAAQIECBAgMH4BOyRAgAABAgQIECBAgAABAgTGL2CHBAgQIHCMBKrq+m7T4CBRtdgAIbXrB11LMk9cS9vyOGy2sP2H77Tdtx7NYSvx97/YbH949epKXYEAAQJ3U+APr15pP7r2PFr7me//rE1f+F/XG9Dk+ZZnXo/lea/nWskz5piMmSeSD2NYS141f/4m78dV3XhO95qRAAECt0nAZQgQ+AYCms98AzynEiBAgAABAgQIECBwNwV8FgECBAgQIECAAAECBAgQIDB+ATskQIAAAQIECBAgQIAAAQIExi9ghwQIECBAgAABAgQIELh7AlXzxgf9E4cNEFLLPJG8R5/3JgsZt39/su2+eZPGM7+81P74msYz3c9IYC7gv/dK4A/Xnkd/f+25tO7z64Oft9kLf3XQaCvPth557t0qz7VyTMYclzHzRPJhDGvJqzSbGfrICRAgQIDAYRXQfOaw/mXcFwECBA67gPsjQIAAAQIECBAgQIAAAQIExi9ghwQIECBAgAABAgQIECBAgMD4BeyQAAECBAgQIECAAAECBAgQGL+AHRI4ZgJpdpCoWmw8s8yQYxKpZxzGsLnCdhrPvPVYDluJv//FpfbHV6+s1BUIECBwLwXyXMrzae09fPCzNn3+f15vQDN89iXP8y9jj1wj+c3Gvpb1dZH1qvnzOPm6Y9QIECBAgACB2yTwDS6j+cw3wHMqAQIECBAgQIjEXf0AABAASURBVIAAAQIECBC4mwI+iwABAgQIECBAgAABAgQIEBi/gB0SIECAAAECBAgQIECAAAEC4xewQwIECBAgQIAAgTsvUDVvdDD8pGHTg+SJdeu9ngYMl5/5dtt7+/HhYdfzH6bxzGsaz1wHkRAgcKgE/njt+ZTn1Nqb+uDnbfLc/3u9AU2ed4k8/4YxrCXPtfr68jxrPXJMzzNmXlVJj1XYLAECBAgQOEoCms8cpb+WeyVAgAABAgQOk4B7IUCAAAECBAgQIECAAAECBMYvYIcECBAgQIAAAQIECBAgQIDA+AXskAABAgQIECBAgAABAgQIEDiiAmlmsHzrqVWtNJ45aLDQj80xieV5ammm0MedP5xs++880Q9bGH/48832p9c0nllAMSFA4NAJ5Dn1w59fWntf9eEv2uS5/3HwfOzPvjz/Epkn1uXDi2U984yJ5D3WzatWn885fvnY1AQBAgQIECBwdwU0n7m73j7tjgm4MAECBAgQIECAAAECBAgQIDB+ATskQIAAAQIECBAgQIAAAQIExi9ghwQIECBAgAABAgQIECBAgMD4BeyQAAECBAjcHoGqun6hNC5IVK02Nki9H5g8kXnGHpn3SG3n9/e33bce76WF8YdpPPP61YWaCQECBA6rwJ9ev9Ly3Fp3f/XhL9t00ICmN5zJczCxPE8t18k4jGEteY8c0/OMmVfNn9PJU0tU3XieZy4IEBiLgH0QIHCUBDSfOUp/LfdKgAABAgQIECBA4DAJuBcCBAgQIECAAAECBAgQIEBg/AJ2SIAAAQIECBAgQIAAAQIECIxfwA4JECBAgAABAgQIECBwxASGDQuGt141b2gwrA2PTZ5Ytz5ssLD9+2+33befGB52Pf87jWeuW0iOmIDbPdYCf3r9asvzay1CGtA8/z9ano95FiaS59iMy5H1RNYTWe/z5InUe6ybV61vNrN8bL+GkQABAgQIELjzAprP3Hljn0CAAIG7IuBDCBAgQIAAAQIECBAgQIAAgfEL2CEBAgQIECBAgAABAgQIECAwfgE7JECAAAECBAgQIECAAAECBMYvYIcECHw9gd6UoOpG04LUElVfvvFMjl+O3FGaJ2z/7ttt7+0nM12Jv/35Znv29asrdQUCBAgcBYE8v/IcW3uvH/yyTc7+94UGNHkm5lmZMZF8GLlOn/e8j6kn77FuXjV/bg/XqubP92GtX8NIgAABAgSOosBRumfNZ47SX8u9EiBAgAABAgQIECBAgMBhEnAvBAgQIECAAAECBAgQIECAwPgF7JAAAQIECBAgQIAAAQIECBAYv4AdEiBAgAABAgQIHBGBqnlTguXbrZo3MBjWh40LkifWrafeY+t3/9+2+/YTw8Ou53/7s0vtjMYz1z0kBAgcTYE8x/7u2vNs3d3XuV+16XPrG9D052TG3ogmY6Jfq69lnjyRvMe6edXNn+v9vNs4uhQBAgQIECBwCwHNZ26BY4kAAQIECBA4SgLulQABAgQIECBAgAABAgQIEBi/gB0SIECAAAECBAgQIECAAAEC4xewQwIECBAgQIAAAQIECBAgQGD8Al99h8tNC3KF1Kq+WuOZnLMcaZ6w9cx/afvvPJXLrsRB45k3rqzUFQgQIHAUBZ699jzLc23tvX/4qzY5+99anpN5NmZM5NjhPLXleY5JZK2PPc88sW5etfocX3dsaoIAAQIECBC4cwKaz9w52+N9ZbsnQIAAAQIECBAgQIAAAQIExi9ghwQIECBAgAABAgQIECBAgMD4BeyQAAECBAgQIECAAAECBAgQGL+AHRIgQIAAgSMgUFXX7zLNCxJVqw0LUu8HJk8sz3utN07Yfua/tL2bNJ75wVOb7cwbGs90QyMBAuMQyHMtz7d1u6lzv27T5240oMmzMpFnZ2KYL89zvdQSy3nmib6WPJF51fx5njy1RNWN537mggCB2yDgEgQIELiFgOYzt8CxRIAAAQIECBAgQOAoCbhXAgQIECBAgAABAgQIECBAYPwCdkiAAAECBAgQIECAAAECBAiMX8AOCRAgQIAAAQIECBAgQOCGwLARwY1qa1XzRgVt8H/DY5Mn+nLyHqn15gnbv/svbe/dn6W0Et9/arOdffPqSl2BwO0QcA0C91ogz7ebNaBpH/66Tc/+Py3PzTwvEz3PuBx9PfXsK2NiOc880deSJzKvWt9sJms5RhAgQIAAAQJ3VkDzmTvr6+oECBxfATsnQIAAAQIECBAgQIAAAQIExi9ghwQIECBAgAABAgQIECBAgMD4BeyQAAECBAgQIECAAAECBAgQGL+AHRIgcAgFerOBqhvNCFJLVN2mxjPP/H/a3js/W7v7NGR4TuOZtTaKBAiMR6A3oJmt29K537Tpczca0Ewmk4NmNHkOr4vb1YCmX7vfUtX8eyD1XjMSIECAAIGvKeC0WwhoPnMLHEsECBAgQIAAAQIECBAgcJQE3CsBAgQIECBAgAABAgQIECAwfgE7JECAAAECBAgQIECAAAECBMYvYIcECBAgQIAAAQIEWquaNxtoS/9XdRsbz7z786Wrz6fff2qzpSHDfOa/BAgQGLdAnndpuDVb14Hmw9+06dn/p/XGMn1MI5h1MVyPWj9mOc+8tXbQzKbnGXN81c2f/zlGECBAgAABAndGQPOZO+PqqgQIECBAgAABAgQIECBAgAABAgQIECBAYPwCdkiAAAECBAgQIECAAAECBAiMX8AOCRAgQIAAAQIECBAgQIAAgfELHLIdpvnA8JYyT1TdnsYzW6f/77Z3k8Yz33tysz335tXhx8sJECAweoE899J4K8/alc2e+02bfdGAJs1lEpPJ5KAhTfKcM4xhLdfqa8t55omsZ+yRedX8eZ+81zMuz1MTBAgQIECAwO0R0Hzm9jge+qu4QQIECBAgQIAAAQIECBAgQGD8AnZIgAABAgQIECBAgAABAgQIjF/ADgkQIECAAAECBAgQIECAAIHxC9ghAQIECBA47gJVtUJQNW9EMFwYNiFInujryXuk1pshbD/zf7f9936R0kp878mN9vxbGs+swCgQIHAsBPL8SwOa6Wy2ut/z/9GmZ//r9YYz/Znan7PL43A9F+vry3nmiaxn7JF51frvgn6MkcAYBOyBAAECh0lA85nD9NdwLwQIECBAgAABAmMSsBcCBAgQIECAAAECBAgQIEBg/AJ2SIAAAQIECBAgQIAAAQIECIxfwA4JECBAgAABAgQIECBA4C4JpNnA8kelVnWbGs+c/s9t792bNJ55Io1ndpc/3vz4CNgpAQLXBJ5/a7f94MnNNlnTf6bO/7bNvmhAk2fzZDJpGYeNZjLvMaxfu/TBsVlbzjNP9LXkicyrVp//fS2jIECAAAECBG6fgOYzt8/SlQgQONQCbo4AAQIECBAgQIAAAQIECBAYv4AdEiBAgAABAgQIECBAgAABAuMXsEMCBAgQIECAAAECBAgQIEBg/AJ2SIDAcRNIg4HsuaoyHERqiarVxgOpHxx07T/JE9fSg/8l75FCb36w/cx/bnvv/TKllXjkyc32/Nu7K3UFAgQIHEeBPA9/8NRmm07X7P78b1t77r9eW5seNJPpDWj6c3d57M/g1HO1jInlPPNEX0ueyLxq/j2QPLVE1fz7YlhLXRAgQIDAURNwv4dJQPOZw/TXcC8ECBAgQIAAAQIECBAYk4C9ECBAgAABAgQIECBAgAABAuMXsEMCBAgQIECAAAECBAgQIEBg/AJ2SIAAAQIECBAgQOAOC1TNmwgsf0zVvOHAsD5sNJA80deT90itNz3YPv2ttvfu+sYzDz+x2V5462oOFwQIEDjeAoPd57n4vac222RNA5rZud+22dnvLDSgyfM20Z/Bw3FYz0f0teU880TWM/bIvOrm3xP9OCMBAgQIECDwzQQ0n/lmfs4mQIAAAQJHRsCNEiBAgAABAgQIECBAgAABAuMXsEMCBAgQIECAAAECBAgQIEBg/AJ2SIAAAQIECBAgQIAAAQIECIxf4LjsMA0FlveaWqLq9jSe2XnmP7e99361/DEH8zSeefFtjWcOMPyHAAECSwJ5Pn7/qc22P1layPT802165uRdb0CT74dEbmEY62rDdTkBAgQIECDwlwU0n/nLRnfiCNckQIAAAQIECBAgQIAAAQIExi9ghwQIECBAgAABAgQIECBAgMD4BeyQAAECBAgQIECAAAECBAgQGL+AHRIgQIAAAQJ3SKCq1l656vY0ntk6dV/bffeXaz/j4cc3WhorrF1UJECAAIEDgTwnf5AGNNPZwXz4n/roVJsNGtBMp9OWJjA3i+F6v06OTZ4xkbzHunnVzb83+nlGAt9AwKkECBA41gKazxzrP7/NEyBAgAABAgSOk4C9EiBAgAABAgQIECBAgAABAuMXsEMCBAgQIECAAAECBAgQIEBg/AJ2SIAAAQIECBAgQIAAAQJjEFhuKpA9pVb1lxvP5NgeOSfR5725wdbTJ9r++7/u5YXxoTSeeWd3oWZy2ATcDwECh0XgxXeutu8/udn2J6sNaNpHp9r0zP2tP3snk0lL9Hmez8O4WT177ccl75FazzNmXrX6PdHXMgoCBAgQIEDg6wloPvP13JxFgMA3FXA+AQIECBAgQIAAAQIECBAgMH4BOyRAgAABAgQIECBAgAABAgTGL2CHBAgQIECAAAECBAgQIECAwPgF7JAAAQK3USCNA3K5qspwEKklqlYbCqR+cNC1/yTvcW168L8+zzhvajBt26dOtP0PfnOwvvyfhx7baH/WeGaZxZwAAQK3FMhz8wdPbra9NQ1o6qPTbXbQgGbS8ixOzJ/Hs+vz1HoM1/KhvZ48kXnGHuvmVfPvi+Fa1fx7ZVjr1zASIECAwJcUcNixFtB85lj/+W2eAAECBAgQIECAAIHjJGCvBAgQIECAAAECBAgQIECAwPgF7JAAAQIECBAgQIAAAQIECBAYv4AdEiBAgAABAgQIEDjKAlXz5gDLe6iaNxIY1ocNBIZ5Pya1ROYHzQymk7b19Im29/5NGs88vtH+/O5uDhcECBA49AKH7QZfvPb8/MFTm21vf82dfXS6tbMn23Sy3w6ex7PZwdjzPKuHMaz3q2V9XT3rWcvYI/Oqm3+f9OOMBAgQIECAwJcX0Hzmy1s5kgABAgQI3E4B1yJAgAABAgQIECBAgAABAgTGL2CHBAgQIECAAAECBAgQIECAwPgF7JAAAQIECBAgQIAAAQIECBAYv4Ad3gaBNApYvkxqiap545mqG40EUu/HJ++RWpoTJFK7MZ+0rVMn2v4H/5HSSjz42Gb78zu7K3UFAgQIEPjyAnmOfv8mDWhm50+36ZmTbfJFA5o8p3vked0jteR9TN5jeCep3WxedeN7I8clhscmX1dLXRAgQIAAAQLrBTSfOXDxHwIECBAgQIAAAQIECBAgQGD8AnZIgAABAgQIECBAgAABAgQIjF/ADgkQIECAAAECBAgQIECAAIHxC9iIx1NMAAAQAElEQVQhAQIECBAgcBQFqm40lsn996YAVfMGAsNaXxvWkg8jxyQOmhdMJ2376RNt/4PfDg+5nj/42EZ76d2r1+cSAgQIEPj6Anmefu+pzba7P1u5SH38TJudub9Nv2hAk+d04uBZPZu15DkpY2K53tfW1fva8li1+P2S9UTV+nrWxFERcJ8ECBAgcDcFNJ+5m9o+iwABAgQIECBA4IaAjAABAgQIECBAgAABAgQIEBi/gB0SIECAAAECBAgQIECAAAEC4xewQwIECBAgQIAAAQIECBAg8BcE0mBgeEifV80bz1TdaBDQ13J8z/vYmxFkLZF5m03a1qkTbf/D9Y1nHng0jWd2c7j4JgLOJUCAwEDg5Xevth88udmurm1A87svGtDstTynh5HneY/Uk/cxeY/BR11vWNNrOabnVTe+R1JP9LWMy/PUBAECBAgQILBeQPOZ9S6qBI6dgA0TIECAAAECBAgQIECAAAEC4xewQwIECBAgQIAAAQIECBAgQGD8AnZIgAABAgQIECBAgAABAgQIjF/ADgkQIHBUBPpL/1WrzWWq5g0Dspd+XB9vVku9Nyk4GKf7bevpE23/g9XGM7NZa2k88/J7uzlNECBAgMBtFnjp2vM1DWh29649cJev/XEa0Jxs08m8AU2e73luJ5In+inJb1bPWo7rY/JEnw/Hqvl3Ta/luKrVWuqCAAECR0XAfRK4mwKaz9xNbZ9FgAABAgQIECBAgACBGwIyAgQIECBAgAABAgQIECBAYPwCdkiAAAECBAgQIECAAAECBAiMX8AOCRAgQIAAAQIECBC4iUDV/KX/vtwbAlTdaDyzvJZ5P66Pw1ryNCmY7u+27VMn2t7axjOz9sBjG03jmWgJAgRuk4DLrBHIc/Z7T222q7s3a0Bzf5vsXW15bueZnjGRPHGzPGv5uIw5pucZe2St5xkzr5p/7yRPrUfVvN7nRgIECBAgQGBVQPOZVRMVAgQIEDiWAjZNgAABAgQIECBAgAABAgQIjF/ADgkQIECAAAECBAgQIECAAIHxC9ghAQIECBAgQIAAAQIECBAgMH4BOzzsAssv/ed+e61q3nim6kYjgL42PK7XMqbxQMbEQT7Zbdun72t7HzydUxZiOkvjmc32ynu7C3UTAgQIELgzAnnefv9nm+3K2gY0v2/t7Mk23b95A5o823scPOOvPceH89x15sMxeaLXk1ctfr8M17KeWFdLXRAgQIAAAQKtHc7mM/4yBAgQIECAAAECBAgQIECAwPgF7JAAAQIECBAgQIAAAQIECBAYv4AdEiBAgAABAgQIECBAgAABAuMXsEMCBAgQIECAwJJAVS1U+sv+VfPGAFnstT7erNbrOS5NCab788Yz+x+eytJCTKatPfCoxjMLKCYECBC4CwJpQPODpzbbztVrD+Llz/vkD2165mSb7N1oQNOf6Rl75LTkedZnTFTNv0+Sp96Pydgja8mHY9WN87LWo2pe73PjVxRwOAECBAiMWkDzmVH/eW2OAAECBAgQIPDlBRxJgAABAgQIECBAgAABAgQIjF/ADgkQIECAAAECBAgQIECAAIHxC9ghAQIECBAgQIAAAQIECBA4TAK9GUDVvPFM1Y0X//ta7rfnfUyTgeSJrGc+3b/adk7f1/Y+WG08M5229uBjF9ur7+/m8NGHDRIgQOCwCbxy7fn7g59ttiu71x7ISzdXn/yhtbMnW57jB8/zaw/tPuY5n8g8Y2KYZ57IJVPP2OfJE8N51eL3zXAtxwoCBAgQIEBgvYDmM+tdVAncawGfT4AAAQIECBAgQIAAAQIECIxfwA4JECBAgAABAgQIECBAgACB8QvYIQECBAgQIECAAAECBAgQIDB+ATskQIAAgZsI9Bf+q+aNAHJYrw3HYT48Jk0GsnYw7l9tW6dOtL0PVxvPTCatfffRNJ7Zy+mCAAECBO6RwKvv77XvP3Wp7Vydrd7BJ39oszP3t+nelTa59uDuz/eDZ/xs1jJP5MSMw3qvZUw9Y47J2KPPh2PVvOFZr/VjjQQIEPiaAk4jMGoBzWdG/ee1OQIECBAgQIAAAQIEvryAIwkQIECAAAECBAgQIECAAIHxC9ghAQIECBAgQIAAAQIECBAgMH4BOyRAgAABAgQIECBA4DAI9Bf9q240nun31df6mHrP+5haIk0GpvtXDhrPTM49k9JC7E9n7YHHN9prH2g8swBjQmD0AjZ4WAVefX+3ff+pzba9tgHNH9vs7Mk2m1y9aQOaPPfzXZAY5tlvahlTz5h5InlimPd5lQY0sRAECBAgQOAvCWg+85eErBMgQIDAvRHwqQQIECBAgAABAgQIECBAgMD4BeyQAAECBAgQIECAAAECBAgQGL+AHRIgQIAAAQIECBAgQIAAAQLjF7DDYy2w/KJ/MHqtat54pmr+4v9wrR+zXEu9R5oLTPd22vbTJ9r+usYzk1l74NHN9tr7u7mMIECAAIFDIvDaB/MGNFtXZqt39Mkf2/TZb7c83yeTScsz/+B5P522jJkPY1jLxTIfjslzfMbEMK9a/B4aruXYxLpa6oIAAQIECBw3gS/VfOa4odgvAQIECBAgQIAAAQIECBA4jgL2TIAAAQIECBAgQIAAAQIECIxfwA4JECBAgAABAgQIECBAgACB8QvYIQECBAgQIEDgbgpU3Wgsk8/tL/FXzV/4H9b6Wmo9em04Jk9zgdn+lbZ9+r62f/53/fDr414azzy22V7/QOOZ6ygSAgQIHCKBPJ9/8NRG274yXbmr+vTZ1s6ebHnODxvQXH/+z2YHTWly4nKt6sb3S74rckwix2VM9Hw4Vs2/r3otxyWq5vXkRy3cLwECBAgQuJ0Cms/cTk3XIkCAAAECBAjcPgFXIkCAAAECBAgQIECAAAECBMYvYIcECBAgQIAAAQIECBAgQIDA+AXskAABAgQIECBAgAABAgQIjFJg+eX9bLLXquaNAapuvNDf14bH9drymGYCaUiw9fSJtn9uTeOZ/Vl78NGNw9R4JtsSBAgQILAk8PqHe+17T262rTUNaNqnz7bpmfsPGtAcPPdns3azMd8TfS15PqaPqWe+HH099arF76XhWtYT62qpCwIECBAgcFwENJ85Ln9p+/yGAk4nQIAAAQIECBAgQIAAAQIExi9ghwQIECBAgAABAgQIECBAgMD4BeyQAAECBAgQIECAAAECBAgQGL+AHRIgQIDA3RCoutFYJp/XX9qvmr/gP6z1tYyJdWtpHpC1g3F/p22fOtH2z69rPNPaA49ttDQ0yHUEAQIECBxugTfO7bXvP7XZLq9pQFOfPttmZ+5v073tWzaeyQ6vf0d80aSm1zLmuyNjjsnYo8+HY9X8+6vX+rFV83qfGwkQOAoC7pEAgdspoPnM7dR0LQIECBAgQIAAAQIEbp+AKxEgQIAAAQIECBAgQIAAAQLjF7BDAgQIECBAgAABAgQIECBAYPwCdkiAAAECBAgQIECAwOgF+gv8VfPGM1U3XuDva30MRs+XxzQPmO1tt62nT7S9c6uNZ3b3Z+2BRy+2Nz7cy2UEAQKHScC9ELiFQJ7b33/yUtvama4e9emzrZ052aa7WwsNaPKdMIx8ZyRSy0WSD8dhva8N15NXLX5PDY/LuiBAgAABAsdZQPOZ4/zXt3cCBAh8BQGHEiBAgAABAgQIECBAgAABAuMXsEMCBAgQIECAAAECBAgQIEBg/AJ2SIAAAQIECBAgQIAAAQIECIxfwA4J3CmBdS/p91rV/IX+fHavLY83W8txaRow3dtqW6dOtP3zv8+hC3F1b9YefGyjvXFO45kFGBMCBAgcEYE3z+22R57cbJfXNKCZffpsm565v012Lx80oMl3Qv9uyLgcw/VsP+sZU8+Y6LVh3msZq+aN0pLnmGGsqw3X5QQIECBA4LAI3M770Hzmdmq6FgECBAgQIECAAAECBAgQuH0CrkSAAAECBAgQIECAAAECBAiMX8AOCRAgQIAAAQIECBAgQIAAgfEL2CEBAgQIECBAYDQCVfMX9fuG+sv5VTcazyyv9WNS7/lwTKOAxGxvq20/ncYzf8ihCzFvPLPZ3vhQ45kFGBMCBAgcMYG3zu+17z252S5tz1buvD4729qZk226e7nle+Lgu2E2u96Mps+zlsg8F+ljasN58l5bzvu8av69Njwua1XzevKvEA4lQIAAAQJHWkDzmSP953PzBAgQIECAwN0T8EkECBAgQIAAAQIECBAgQIDA+AXskAABAgQIECBAgAABAgQIEBi/gB0SIECAAAECBAgQIECAAAECX1Vg+aX8nN9rVV+/8UyucRC7W23r1Im2/9Efc+mFuLo7aw88ttHePLe7UL/1xCoBAgQIHFaBgwY0T220S9vT1Vv87Gybnbm/Ta/eaECTgw6+KwaNaIbzvj4ce0OaYW057/OqeaOZXDO1YayrDdflBAgQIEBgTAKaz4zpr3mc9mKvBAgQIECAAAECBAgQIECAwPgF7JAAAQIECBAgQIAAAQIECBAYv4AdEiBAgAABAgQIECBAgAABAuMXsEMCBAgQOPICVfMX8/tG+sv4VV+v8UyaAuQaGSdXL80bz5xfbTxz5YvGM2+d2+sfbSRAgACBEQi8fX6vPfLk5k0a0DzXZmdPtunu5da/K/J9kTzRt5880dcyZi21jH2evNeW8z6vmn/PDY/LWtW8nlwQIPAlBBxCgMCRFtB85kj/+dw8AQIECBAgQIAAgbsn4JMIECBAgAABAgQIECBAgACB8QvYIQECBAgQIECAAAECBAgQIDB+ATskQIAAAQIECBAgQIDANxHoL+ZXfb3GM/38jJMrm23n9H1t/6N1jWem7cHHNtpb5/e+ye06l8CxFbBxAodd4J2P0oBmo21uT1dv9bOzbXbm/ja9eqmliUy+M3pkPplMFuqp5SI5Zjj2+rC2nPd51bzRTL9G6oIAAQIECBwnAc1njtNf214JEBiTgL0QIECAAAECBAgQIECAAAEC4xewQwIECBAgQIAAAQIECBAgQGD8AnZIgAABAgQIECBAgAABAgQIjF/ADgkcSYF1L9/3WtXXbzyTa6QZwOTKRts+aDzzpxWfnd1pe+CxTY1nVmQUCBAgMC6Bdz7ab488sdE2ttY1oHnuoAHNbHfegGa54Uy+T4aR75bMM0YpecY+T95ry3mfV928Ac3w3BwvCBAgQIDAGoEjXdJ85kj/+dw8AQIECBAgQIAAAQIECNw9AZ9EgAABAgQIECBAgAABAgQIjF/ADgkQIECAAAECBAgQIECAAIHxC9ghAQIECBAgQIDAlxGomr+A34/tL91Xff3GM2kAkEjjma1TJ9rk42f75a+P21dnB41n3j6/d70mIUCAAIHxCrz7cRrQbK5vQPP5823y7LdbvjfyPZTvkETydZG1SM3H1nLMcJ6815bzPq+af/8Nj8ta1byeXBAgQIAAgTEKaD4zxr+qPREgQIAAgeMgYI8ECBAg+d8heAAAEABJREFUQIAAAQIECBAgQIDA+AXskAABAgQIECBAgAABAgQIEBi/gB0SIECAAAECBAgQIECAAAECh0pg+WX73FyvVX3NxjOzWUsjgFxnenWj7Zy+r00+PpNLL0Qazzz02EZ7R+OZBRcTAgQIjF3gvU/22iNPbraNy5OVrdbnL7R29mTL98fB98h0ev075WbzXCRrwzHfQ5kn+tpy3udV80Yzw+OyllhXS10QIECAAIGjLqD5zFH/Cx6S+3cbBAgQIECAAAECBAgQIECAwPgF7JAAAQIECBAgQIAAAQIECBAYv4AdEiBAgAABAgQIECBAgAABAuMXsEMCBAgQIHArgar5C/f9mP6SfdU3bzwzu7rZtp4+0fbXNZ65Mm0PPnqxvf3RXv9oIwECBAgcI4H3Pt5rDz+52S5urTagaZ+/0GZn7m/TKxst30tpJNMj82GELGu9lnnyjL2evNeW8z6vmn8fDo/LWtW8nlwQOOwC7o8AAQJfRUDzma+i5VgCBAgQIECAAAECh0fAnRAgQIAAAQIECBAgQIAAAQLjF7BDAgQIECBAgAABAgQIECBAYPwCdkiAAAECBAgQIECAAIFDIbD8cn1uqteqvnzjmZyT6Of3fHp1o22dOtEmn5zN0kJsXZm2Bx7baO98vL9QNyEwIgFbIUDgSwi8/8l+e+TxzXbx8nT16M9fbLOzJ1u+T9JEpkf/nsnYaxkz75GLJR+Ot8r7WtW80Uw/N/Ue62p9zUiAAAECBI6igOYzR/Gv5p4JEDiEAm6JAAECBAgQIECAAAECBAgQGL+AHRIgQIAAAQIECBAgQIAAAQLjF7BDAgQIECBAgAABAgQIECBAYPwCdkiAwLJAXqCvmr9g39dSS1715RvP5PgeOT+RBgCTnQtt++kTbf/jM335+nj5yrQ9+Ohme1fjmesmEgIECBxngfc/3W+PPLFxkwY0L7TZmfvb7OpG698x+Z5JZN4jfqklhrXkfa3nfUx9mPd51fz7cXmtavX7MecIAgQIEDhMAu7lqwhoPvNVtBxLgAABAgQIECBAgAABAodHwJ0QIECAAAECBAgQIECAAAEC4xewQwIECBAgQIAAAQIECBAgQGD8AnZIgAABAgQIECBwzwWq5i/W9xvpL9hXzV+sr7qx3tf6mHOS9+jz/sL/9MqFtnXqRNv/5GyWFuLyzrQ99Nhme/eTvYW6CQECBAiMUOArbGnegGazXbg0XT3r8xfb7OzJlu+X698102nref8+Wh6znoulPhxvlVctfg/2c3NOourG92PmggABAgQIHGUBzWeO8l/PvRMgQIAAgUMk4FYIECBAgAABAgQIECBAgACB8QvYIQECBAgQIECAAAECBAgQIDB+ATskQIAAAQIECBAgQIAAAQIExi/Qd7j8En3qvVY1f+F+WOtrfRyuJU9kLS/4Z5zsfN62nj7RJp88l6WFuLwzaw+m8czHGs8swJgQIECAwIHA+5/utUee2GifX5oczBf+8/mLbfrs/W129WKbTCYHjWf6d0++f4aReiLnpz4ce31YG+bD46vmjWZ6Lcf1WFfra0YCBAgQIHBUBDSfOSp/qa92n44mQIAAAQIECBAgQIAAAQIExi9ghwQIECBAgAABAgQIECBAgMD4BeyQAAECBAgQIECAAAECBAgQGL+AHRIgQIAAgXsmUDV/kb7fQH95vupG45nltRyTSH3d2F/kn+583rZPnWiTT5/PoQtxeXvaHnjsYnvvE41nFmBMCBAgQGBB4IPP9tsjT2yubUBTF19qszNpQHOh5fsoke+gRPJ10dfyIVnPuK6Wel9Pnsi8av69mTy1HlXzep8bCdxEQJkAAQKHWkDzmUP953FzBAgQIECAAAECR0fAnRIgQIAAAQIECBAgQIAAAQLjF7BDAgQIECBAgAABAgQIECBAYPwCdkiAAAECBAgQIECAAIHxCyy/NJ8d91rVrRvP5Niq+TE5J5FaxkTy/e3P2tapE23/k9XGM5cOGs9stPc/2c+hgsA9EvCxBAgcFYEPb9GApl1IA5rvtDQ8m0wmLY1keuQ7KZF5xqxnz8kTPV8e+9qwnjyRtap5o5nkqQ1jXW24LidAgAABAodZQPOZw/zXcW8ECHx9AWcSIECAAAECBAgQIECAAAEC4xewQwIECBAgQIAAAQIECBAgQGD8AnZIgAABAgQIECBAgAABAgQIjF/ADgkQuKsCeTG+av7ifP/g1JJXzZvKJO/R1zImUu9j8kTmibzgv7/1ads5fV+bfPpClhZic3vaHnxso73/qcYzCzAmBAgQIHBLgTSgefjxzfbZ5mT1uAt/brOzJ9vsyoXWv4vyfZTIvEdOTD6s91rG1DMmclzGxDDv86r59+jyWtXq92jOEQQIECDwhYDhUAtoPnOo/zxujgABAgQIECBAgAABAkdHwJ0SIECAAAECBAgQIECAAAEC4xewQwIECBAgQIAAAQIECBAgQGD8AnZIgAABAgQIECAwboGq+QvzfZf9xfmq1Rfm+1ofq+bHZJ7INTLmhf2Dceezg8Yz+588n6WF2NB4ZsHDhAABAvda4Kh9/rnP99vDT2y0T9c2oHmpTZ/9dptd+bxd/06aTg/y7DPfUYm+1vPM+/rymGNSSwzzPq+af58ur1XN6zlOECBAgACBoySg+cxR+mu5VwIECBAg8OUFHEmAAAECBAgQIECAAAECBAiMX8AOCRAgQIAAAQIECBAgQIAAgfEL2CEBAgQIECBAgAABAgQIECAwfoG7ssPll+Pzob1WNW8qk1qPvtbH1Id5n+fF/dT3tz5p26fva/ufvpClhdjYmraHHttsH3y6v1A3IUCAAAECX0Xg/OeT9sjjG+3TjcnKabXxSpukAc3OZ20ymbR8N+U7qkfmPXotF0ltOGYt80RfW877vGreaGZ4XNYS62qpCwIECBAgcFgFNJ+5K38ZH0KAAAECBAgQIECAAAECBAiMX8AOCRAgQIAAAQIECBAgQIAAgfEL2CEBAgQIECBAgAABAgQIECAwfgE7JECAAAEC4xSomr8g33fXX4qvunXjmX5cxh65RvL+gv5k+5O2fepE2/9kTeOZy5P20GMb7YNP93KaIECAAAEC30jg/IVJe/jxzfUNaC6+0mZnT7bpzqcLDWjynbUcuYnU8l2Wsc/7uFzr9Yw9ckzV/Ps1ea9nrJrXk4vDKuC+CBAgQGAooPnMUENOgAABAgQIECAwHgE7IUCAAAECBAgQIECAAAECBMYvYIcECBAgQIAAAQIECBAgQIDA+AXskAABAgQIECBAgAABAgS+kcDyy/C5WK9V3brxTI6tmh/Tz0kteV7WT75/+aODxjOTz/6c6UJc3Jq0Bx/fbB98tr9QNyGwIqBAgACBryDw0cX99tAT6xvQtIuvtHb2ZJstNaDJ91Yi32E9JpNJ63nWcguZL4+9NqwnT2Stat5oJnlqw1hXG67LCRAgQIDAYRHQfOaw/CXcB4GRC9geAQIECBAgQIAAAQIECBAgMH4BOyRAgAABAgQIECBAgAABAgTGL2CHBAgQIECAAAECBAgQIECAwPgF7JAAgXEJVM1fiO+76i/BV82byvR6xr6WMTGsJU+knhf0M+5vfdy2Tp1ok89eytJCXLw8bQ8+utk+1HhmwcWEAAECBG6PwMcX9ttDj2+0TzYmqxe8+Gqbnf1Oa1c+a73BTP/uyvdXj5yYfLjWaxlTz5jIcRkTw7zPq+bft8trVfN6jhMECBA4bALuh8BQQPOZoYacAAECBAgQIECAAAEC4xGwEwIECBAgQIAAAQIECBAgQGD8AnZIgAABAgQIECBAgAABAgQIjF/ADgkQIECAAAECBAjcNoH+QnzVrRvP5AOr5sfknERqGfMifsb9yx+17adPtOnnL2dpIS5cnh40BDj3+f5C3YQAAQIEbipg4WsIfHxx0h56bKN9cm1cOf3iK23y7LfbbOfThQY0+R5L5LtsOVJP5FpZWx57bVhPnsha1bzRTPLUBAECBAgQOEoCms8cpb+WeyVAgACBIyzg1gkQIECAAAECBAgQIECAAIHxC9ghAQIECBAgQIAAAQIECBAgMH4BOyRAgAABAgQIECBAgAABAgTGL3D0d7jupfdeq5o3lamavyCf3fa1jIlhLXki9byQn9i/fL7tnL6vTT5/KUsL8fml6UEjgA8/03hmAcaEAAECBO6IwCcbk/bg4xstjWiWP6A2XmuzM/e36fbHCw1o+ndaxmHkO67Pc63kGVPPmOi15bxq8ft1eFyOTayrpS4IECBAgMBhEDiezWcOg7x7IECAAAECBAgQIECAAAECBO6sgKsTIECAAAECBAgQIECAAAEC4xewQwIECBAgQIAAAQIECBAgQGD8AnZIgAABAgQIfGWBqhuNZXJyf9m96saL8b02HJfzzHvkxfvkk62P2vapNJ55OZdeiAuXJ+2hxy+2c59rPLMAY0KAAAECd1Tg0418/2y0jy+s+f5JA5qzJ9vsiwY0+T5L5Dutj8kTucmMN6tnrUeOTWTex6ob37O9lrFH1eL3c68bvxAwECBAgMA9FdB85p7y+3ACBAgQIECAwPERsFMCBAgQIECAAAECBAgQIEBg/AJ2SIAAAQIECBAgQIAAAQIECIxfwA4JECBAgAABAgQIECBA4PAK9Bfgh3fYa1XzF+Kz1mvLY1/r9cwT/SX8/cvn2s7p+9r0wispL8TnlybtgUc32vnPJwt1k6Mp4K4JECBw1ATSgObBxzfaRxdXG9DUxuttdvZkm25/1Pp32vKY775hZL0bpJ58OPZ8ud7nVfNGM8PjspZYV0tdECBAgACBeymg+cy91PfZBO6dgE8mQIAAAQIECBAgQIAAAQIExi9ghwQIECBAgAABAgQIECBAgMD4BeyQAAECBAgQIECAAAECBAgQGL+AHRIgQOBLC1TNX3TvJ/SX26tuNJ5ZXssxiV4fjqnn5fuMk8vn2pXT32qTz1cbz3y2OWkPPbbRPrqg8czQT06AAAECd1fgs83pte+jzfXfRxuvt3bmZJtufdQmk0nLd1v/jutjasPo9ewi9eF4q7yvVc2/l/u5qSeq5vXkggABAgMBKYF7KqD5zD3l9+EECBAgQIAAAQIECBwfATslQIAAAQIECBAgQIAAAQIExi9ghwQIECBAgAABAgQIECBAgMD4BeyQAAECBAgQIECAwOETWH6pPXfYa1W3bjyTY6vmx/RzMib6S/f7l8617dPfavtrGs98etB4ZrOd13gmlIIAgdEI2MhRFUhDtAcf21j/vbT5RmvPfafNtj9q+Y7rMfzOSz6Mfkw8Ul8ee21YT57IWtW80Uzy1IaxrjZclxMgQIAAgbspoPnM3dT2WQQIECBweATcCQECBAgQIECAAAECBAgQIDB+ATskQIAAAQIECBAgQIAAAQIExi9ghwQIECBAgAABAgQIECBAgMD4BezwlgJ5cb1q/mJ7PzC15FXzpjJVN9b7WpQ6wyIAABAASURBVMZEjutj8h79ZfvJ5XNt5/R9bbKu8czGtD30+Gb76OJ+P81IgAABAgTuucDnlybtwUc32vnPJ6v3svF6mz57f5tunT9oQJPvwHznDcfk6yIXSz1jzsmYeSJ5YphXLX4PD9dybNV8PbkgQIAAAQL3WuBQNJ+51wg+nwABAgQIECBAgAABAgQIELjzAj6BAAECBAgQIECAAAECBAgQGL+AHRIgQIAAAQIECBAgQIAAAQLjF7BDAgQIECBA4HAJVN1oLJM76y+2V914ob3XhmPP8/J88mH02rQ3nrnwai69EJ9uTNpDj2+0jy9oPLMAY0KAAAECh0LgwuVJe/Dxi+3c56vfU3XpzTY7c3/L91y+85Zj+J3Y8xzT84zZ5HDs+XK9z6vm39fD47JWNa8nP2zhfggQIEDgeAloPnO8/t52S4AAAQIECBDoAkYCBAgQIECAAAECBAgQIEBg/AJ2SIAAAQIECBAgQIAAAQIECIxfwA4JECBAgAABAgQIECBA4JgKLL+8HoZeq7rReCb1RF/LmBjWkvfoL9fvX/qgbZ++r+1/fovGMxdXX+jv1zHeVgEXI0CAAIGvIXDh0rQ9+NhGO/fZmu+rzTdbe+47bXLt+y7fi/n+S/Q843Jkvd/GcC21Pk+eyDxjj8yr5o1mkvd6H9fV+pqRAAECBAjcDQHNZ+6Gss8g8BcFHECAAAECBAgQIECAAAECBAiMX8AOCRAgQIAAAQIECBAgQIAAgfEL2CEBAgQIECBAgAABAgQIECAwfgE7JECAwOEQqJq/wN7vpr+0XvXVG8/k3EReqs+4t/Fe2zl9X5tceK1f/vr4ycbk4EX+jy9OrtckBAgQIEDgsApcvDxtDz222c59fusGNP07MGOPfCcuR9Z6LXu+Wd7XMvbIsVXz7+/kvZ6xal5PLggQOCwC7oPA8RLQfOZ4/b3tlgABAgQIECBAgACBLmAkQIAAAQIECBAgQIAAAQIExi9ghwQIECBAgAABAgQIECBAgMD4BeyQAAECBAgQIECAwDETWH5ZPdvvtaqv13gm1+gv008ufdCuPPOtNrnwesoLkYYzDz620dKAZmHBhAABAndawPUJfAOBC1tpnLbZPvxsXQOat9rszP1ttnWu5fs034fDSG05sp7bST1joucZE6klhnmfV80bzSyv9fWMggABAgQI3G0BzWfutrjPI0CAAIG1AooECBAgQIAAAQIECBAgQIDA+AXskAABAgQIECBAgAABAgQIEBi/gB0SIECAAAECBAgQIECAAAEC4xeww3snkJfUq+YvrPe7SC151bzxTNWN9b6WMVE1PybHDyMv0Wd9b+O9tn36vja5+MZw+SD/+OJ+e/jxjfbpxuRg7j8ECBAgQOAoCVy8nAY0G2sb0NTld9r0zP1teumD1r8T872YWJ6nlkg9+08+jGEteSLrGRNV8+/iqvn39XBtuJ5cECBAgACBuymwrvnM3fx8n0WAAAECBAgQIECAAAECBAjcGwGfSoAAAQIECBAgQIAAAQIECIxfwA4JECBAgAABAgQIECBAgACB8QvYIQECBAgQIHCMBKrmL6r3LfcX1qvmL7Kn3mvDsef9Rfl+XOaJrO9tvNt20njmwutZXoiPL+y3hx7fbJ9oPLPgYkKAAAECR0tgY2vaHnx0o33w6d7Kjdelt9vs7Mk2ufR+y/divh8nk8lBM5rkiV7PmEgtF0qeMdHzjInUEj0fjlXz7/Vey3GJqnk9+SCkBAgQIEDgjgpoPnNHeV2cAAECBAgQIPBlBRxHgAABAgQIECBAgAABAgQIjF/ADgkQIECAAAECBAgQIECAAIHxC9ghAQIECBAgQIAAAQIECBC4/QLLL6XnE3qt6kbjmdQTfS1jYlhLnki9x2TzvXbl9LfadOPNLC3ERxf224OPb7RPNZ4ZuEgJECBA4KgKbGxP24OPbbYPPt1f3cKlt1s99502/aIBTf+eTJOZnueknmfM2nIt9WEteaLXkycyr5o3mkme2jDW1YbrcgIECBAgcDsFNJ+5nZquNR4BOyFAgAABAgQIECBAgAABAgTGL2CHBAgQIECAAAECBAgQIECAwPgF7JAAAQIECBAgQIAAAQIECBAYv4AdEiBA4BgIVM1fTO9b7S+jV80bz1TdWO9rGRM5p489z4vyqSUml95rW6dOtMmaxjPnL0zaQ49vts82pzlVECBAgACBUQhsbk/bA49ttPfXNqB5p83Onmz5fsz3ZL4zh5HacmQ9MKn3cV3e1zImqha/x/s5WUtU3fh+z1wQOPYCAAgQuKMCms/cUV4XJ0CAAAECBAgQIEDgywo4jgABAgQIECBAgAABAgQIEBi/gB0SIECAAAECBAgQIECAAAEC4xewQwIECBAgQIAAAQIEbp/A8kvouXKvVc1fWB/W+lrGxHCt56n3mGy+27afPtGmG29leSHOfz5pDz+20T7bnCzUTQgQIBABQeCoC1zanrYHH7140wY07czJNr30XuvfmRnTZKZHn2dMpB6T5BkTPc+YSC3R8+FYNW8002s5rse6Wl8zEiBAgACB2yWg+cztknQdAgQIjEvAbggQIECAAAECBAgQIECAAIHxC9ghAQIECBAgQIAAAQIECBAgMH4BOyRAgAABAgQIECBAgAABAgTGL2CHIxXIi+ZV8xfR+xZTS141bzxTdWO9r2VM5Lg+Jk9k3uOg8cypE22ypvHMuc/320OPb7TPLmk8EzdBgAABAuMUuLQzaw88utHe/2R/dYOX323t7MmW78s0lhlG/y7NST3PmGOWa6kPa8kTvZ68avF7fbg2XE8uCBAgQOBYC9zRzWs+c0d5XZwAAQIECBAgQIAAAQIECHxZAccRIECAAAECBAgQIECAAAEC4xewQwIECBAgQIAAAQIECBAgQGD8AnZIgAABAgQIEPjmAnnpvOpGY5lcMbWMVfMX1JP32nAc5jkmkVpeiM+YyIv0W0+n8czbWV6Ic5/tt4cf32yfazyz4GJCgAABAuMUuLwzPWhA896aBjSzS++22ZmTbXrpvZbvzx75Tp1Opy1jan3seaSSZ0z0PGMitUTPh2PV/Pu/13JcourG93/mggABAgQI3G4BzWdut6jrESBAgAABAuMQsAsCBAgQIECAAAECBAgQIEBg/AJ2SIAAAQIECBAgQIAAAQIECIxfwA4JECBAgAABAgQIECBAgMARE8jL5lXzF8/7raeWvGr1xfO+ljGR4/qYPJF5j8nGO23r6f/UpptrGs98vt8eemKjHbnGM9mkIECAAAECX1Pg8pV5A5p3P95buUJtvdfa2TSgefegAU1vNNPHfL/mpOE8eWpZG8awljyR9Yw9Mq+a/w5I3usZq1Z/B6QuCBAgQIDA7RDQfOZ2KLrGHRfwAQQIECBAgAABAgQIECBAgMD4BeyQAAECBAgQIECAAAECBAgQGL+AHRIgQIAAAQIECBAgQIAAAQLjF7BDAgQIEPhmAlXzF877VfqL51WrL5z3tT7mnOU8L8CnlphsvN22Tp1o0813cuhCfPjZfnvosY124dJ0oW5CgAABAgSOg8BWGtBc+x5875O91e1efq+1MycPvj/zfdq/WzP2yEnJs55InlryPq7L+1rGHjmuav57IHmvZ6ya15MLAvdawOcTIDAuAc1nxvX3tBsCBAgQIECAAAECt0vAdQgQIECAAAECBAgQIECAAIHxC9ghAQIECBAgQIAAAQIECBAgMH4BOyRAgAABAgQIECBA4IgILL9cntvutapbN57JcT1yXqLP+7h/8a2bNp75II1nHt9oFy5rPBM7QeAICrhlAgRug8D2lVn77k832rsfrzagmV1+r83OzhvQpLFMIt+xwzG30Od9LbXkfex5n2dMDOt9XjVvNLO81tczCgIECBAgcLsENJ+5XZKuQ4AAgTsq4OIECBAgQIAAAQIECBAgQIDA+AXskAABAgQIECBAgAABAgQIEBi/gB0SIECAAAECBAgQIECAAAEC4xewQwJfXSAvlVfNXzDvZ6eWvGreeKbqxnpf62OOG0bqw5hsvNV2Tt/XppvvDg87yN//dK89/Nhmu6jxzIGH/xAgQIDA8RbYvjpr3310o73z8f4qxOX32/TZb7d2+d2W79neaKaPqeWkjD2y1mt97Gt9TD2RecZE1eL3/3BtuJ5cECBAgMC9EhjX52o+M66/p90QIECAAAECBAgQIECAwO0ScB0CBAgQIECAAAECBAgQIEBg/AJ2SIAAAQIECBAgQIAAAQIECIxfwA4JECBAgAABAodcIC+TV91oLJPbTS1j1fzF8+S9NhyTD6MfN6ztX3izbZ060SZrGs988Ml+e+SJS+3i1iSnCgIECBAgcHQFbuOd76QBzU832jsfrTagqe0P2/TZ+9t04+2WxjKJfO9mXI7UE6nn9pIPx+SJXh/mvZaxav47IXmO6VF143dCrxkJECBAgMDXFdB85uvKOY8AAQIECBC4qwI+jAABAgQIECBAgAABAgQIEBi/gB0SIECAAAECBAgQIECAAAEC4xewQwIECBAgQIAAAQIECBAgQOCGQF4ir5q/UN6rqSWvWn2hvK/1MccNI/Vh7F14o+0886023XxveNhB/v6n++2hJzbaxcu3v/HMwQf4DwECBAgQOMICV3an7buPXmzvfLS3uoutD9rs7Mlr369vt3zvprnMcEyekzL2yDG9ljHzvtbH1BOZZ+yRedX890LyXs9Ytfp7IXVBgAABAgS+qoDmM19VzPEREAQIECBAgAABAgQIECBAgMD4BeyQAAECBAgQIECAAAECBAgQGL+AHRIgQIAAAQIECBAgQIAAAQLjF7BDAgQIEDjEAlXzF8n7LfYXyqtWXyTva8MxeSLnZxzGfhrPnL6vTTbfzfJCvP/Jfnvo8Y22sTVdqJsQIECAAAECNwSu7M7a3zy60d4+v3ej2LOtD1pLA5qNt1oaySTyPTwckydSTyTP6cmHY/JEry/nfV41/90wPC5rVfN6cnGsBWyeAAEC30hA85lvxOdkAgQIECBAgAABAndLwOcQIECAAAECBAgQIECAAAEC4xewQwIECBAgQIAAAQIECBAgQGD8AnZIgAABAgQIECBAgACB1pZfGo9Jr1XduvFMjuuR8xJ93sfJxTfa1qkTbXrp/SwvxHtfNJ7Z1HhmwcWEwO0VcDUCBMYicPWLBjRvfbS3uqWtDw8a0LRLb69tQNO/l4fjcgOazPt6PiB5xsQw7/OqeaOZ5bW+nlEQIECAAIGvI6D5zNdRcw4BAgQIECBAgAABAgQIECBAgAABAuMXsEMCBAgQIECAAAECBAgQIEBg/AJ2SIAAAQIECBAgQIAAAQIECIxfwA4JHDKBvCxeNX9xvN9aasmrbt14JscsR84dxv6F19vW0yfa7PIHy4e2dz/eaw8/vtE2t6crawoECBAgQIDAeoHdvVn77k822lvn91YOmG192CbPfrvNNt86aC7Xm8nS/dQSAAAQAElEQVT0Md/Rw7zPc6HkfUw+jNQTqWXskXnV/HdE8l7PWLX6OyJ1QYAAgWMjYKPfSEDzmW/E52QCBAgQIECAAAECBAgQuFsCPocAAQIECBAgQIAAAQIECBAYv4AdEiBAgAABAgQIECBAgAABAuMXsEMCBAgQIECAwHEWyEviVfMXxrtDasmrVl8Y72sZlyPnLNf2L7zWtk+daNM1jWfe+2SvPfzEpsYzgRMECBAgcMcFxvYBu/uz9jePXlzbgKa2z7fZmfvb5OIbLY1mEvmO7mPPl+cxytpwTJ7o9eW8z6vmvyeGx2WtavX3ROqCAAECBAj8JQHNZ/6SkHUCBAgQIEBgnYAaAQIECBAgQIAAAQIECBAgMH4BOyRAgAABAgQIECBAgAABAgTGL2CHBAgQIECAAAECBAgQIECAwF0SyMvhVfMXxftHppa8avVF8b7Wxxw3jNSHMbnwett6+r42vfzh8LDk7d2P99tDj2+2S9vTg7n/ECBAgAABAl9dYG+vtb/56UZ789zu6snb51s7c7LNNt5s+X7ujWb6mNpyZC0XSj1j5smHkXoitYw9Mq+a/65I3usZq1Z/V6QuCBAgQIDArQQ0n7mVzpFZc6MECBAgQIAAAQIECBAgQIDA+AXskAABAgQIECBAgAABAgQIEBi/gB0SIECAAAECBAgQIECAAAEC4xewQwIECBA4jgJ5Kbxq/oJ4339qyatWXxDva7cas9Zj//PX2tapE222tdp45p2DxjMXNZ4JtiBAgAABAt9QYG9/1r770832xrm91SvtnG+zsyfbdOONlkYyif5d3cflWua5UNaHY/JEry/nfV41/30xPC5rVau/L1IXd1PAZxEgQOBoCWg+c7T+Xu6WAAECBAgQIEDgsAi4DwIECBAgQIAAAQIECBAgQGD8AnZIgAABAgQIECBAgAABAgQIjF/ADgkQIECAAAECBAgQIHCHBfIyeNX8xfD+Uaklr1p9Mbyv3WrMWo/9z19tO6fva9PLq41n3v5orz38+Ea7vDPLxwkCx1fAzgkQIHAbBfYms/bATzfam+sa0Gyfb9M/fbtNL75+vQFNGswk+nf3ME8t89xe8ozL817P2jDv86r574zltarV3xk5RxAgQIAAgXUCms+sU1EjQODICbhhAgQIECBAgAABAgQIECBAYPwCdkiAAAECBAgQIECAAAECBAiMX8AOCRAgQIAAAQIECBAgQIAAgfEL2CGB4ySQl8Cr5i+E932nlrxq9YXwvnarMWs99j97pW2fvq9N1jWeOb/XHnl8s13emebjBAECBAgQIHAbBdKA5m9+erG9saYBTV35uLWzJ9ts40YDmv7d3cc0mOl5xsxze8kzLs97PWvDvM+r5r83lteqVn9v5BxBgACBuyHgM46WgOYzR+vv5W4JECBAgAABAgQIECBwWATcBwECBAgQIECAAAECBAgQIDB+ATskQIAAAQIECBAgQIAAAQIExi9ghwQIECBAgAABAndIIC9/V81fBO8fkVryqtUXwftaxuXIOcu1/c/njWeml89leSHePr/XHn5is12+ovHMAowJAQIEjq+And8Bgf1Ja3/zk4vt9Q/3Vq++83GbPnt/m1x4taWRTI/h93lqy/NcKLWMWc/Y530c1pInslY1/92RPLUeVau/O/qakQABAgQIdAHNZ7qEkQABAgQIHGkBN0+AAAECBAgQIECAAAECBAiMX8AOCRAgQIAAAQIECBAgQIAAgfEL2CEBAgQIECBAgAABAgQIECAwBoG89F01fwG87ye15FWrL4D3tT7muGGkPoz9z15u26dOtOnW+eFhB/lbXzSe2dJ45sDDfwgQIECAwJ0UmExb++5PL7Y3Ptxd+Zi68kmr577Tphdeu2kDmuH3e/I0nMnYL9bnqfXoa5n3PGPmVfPfH8lT61G1+vujrxkJECBAgEAENJ+Jwu0O1yNAgAABAgQIECBAgAABAgTGL2CHBAgQIECAAAECBAgQIECAwPgF7JAAAQIECBAgQIAAAQIECBAYv4AdEiBAgACB2yyQl72r5i9+90unlrxq9cXvvnarcbh20Hjm9LfadOujXHIh5o1nNprGMwssJgQIECBA4I4KpAHNX/9ks73+wWoDmrbTG9C8urYBTZrLJPJd38fcbOaJnmfs0euZD/M+r5r/Dlleq1r9HZJzjk3YKAECBAjcUkDzmVvyWCRAgAABAgQIEDgqAu6TAAECBAgQIECAAAECBAgQGL+AHRIgQIAAAQIECBAgQIAAAQLjF7BDAgQIECBAgAABAgQIHGWBvORdNX/hu+8jteRVqy9897VbjVlL5IX0vU9fatun72vTrfO55EK8eW63Pfz4Rtu+MluomxA4jALuiQABAmMTmM5m7a9/utFeW9OAZrbzcWvPfadNL6w2oMn3e/+ej0nPU8+8R59nPbU+Lud9XjX/PTI8LmtVq79HUhcECBAgQEDzGf8/QIDAnRBwTQIECBAgQIAAAQIECBAgQGD8AnZIgAABAgQIECBAgAABAgQIjF/ADgkQIECAAAECBAgQIECAAIHxC9ghAQK3SSAvd1fNX/Tul0xtXZ5a1nr0+fKY9V7b/+yltn3qRJtufZTSQrxxbq89/MRm276q8cwCjAkBAgQIELiLArNrX8N/89ON9ur7u6ufuvNJm525v80uLjagyYFpLJPv/B7L89T7cRn7vI/DWvLErdaqNKCJkSBwDAVsmcAtBTSfuSWPRQIECBAgQIAAAQIECBwVAfdJgAABAgQIECBAgAABAgQIjF/ADgkQIECAAAECBAgQIECAAIHxC9ghAQIECBAgQIDAURTIC95V6xvPVC3Ws78cn7FHnw/H5Im8gL7/6Z/b5af/U5vtfNJPuT6+eW6vPfL4ZtvReOa6iYQAAQKHX8AdjlWgN6B57YO9lS3W1c/mDWguvNLy/d4jB/bv/NTWzVNLDNczz3mJnmccRtX8d0g/pq9VaUDTLYwECBAgMBfQfGbu4L8ECBAgQOD2CrgaAQIECBAgQIAAAQIECBAgMH4BOyRAgAABAgQIECBAgAABAgTGL2CHBAgQIECAAAECBAgQIECAwPgFvuEO8zJ31fzF7n6p1JJXrb7Y3dduNQ7X9j59sW2dOtHazqe55EK88eFee/iJzbazO12omxAgQIAAAQL3VuCvf3Kxvfr+agOaduWzNjt7sk0+f2mhAU2++9NYJuO6yFrfUc9zXK/1cbmWedX8d0ryflzGqtXfKakLAgQIEDieAsei+czx/NPaNQECBAgQIECAAAECBAgQOF4CdkuAAAECBAgQIECAAAECBAiMX8AOCRAgQIAAAQIECBAgQIAAgfEL2CEBAgQIEDhKAnmJu2r+Qne/79SSV62+0N3XbjX2tbxYvv/pn9v20yfabE3jmdcPGs9stJ2rGs/EWxAgQIAAgcMm8Dc/vdheeX939baufNbque+06ecvLzSgyYH5/s9vgeGYPGupJ5IPa5n3+nLe51Xz3yvD47JWtfp7JfW7ET6DAAECBA6XgOYzh+vv4W4IECBAgAABAmMRsA8CBAgQIECAAAECBAgQIEBg/AJ2SIAAAQIECBAgQIAAAQIECIxfwA4JECBAgAABAgQIECBA4CYCeXm7av4idz8kteRVqy9y97VbjVlL5IXyvU9fbFunTrTZlc9yyYV4/YPd9vATG+3K7myhbkLgawo4jQABAgTukMB3f7rRXnlvXQOazw8a0Mwu3LwBTX4T5LYy5rdBInlqicwz9lofh7XkiaxVzX+3JE+tR9Xq75a+ZiRAgACB4yOg+czx+Vvb6bEWsHkCBAgQIECAAAECBAgQIEBg/AJ2SIAAAQIECBAgQIAAAQIECIxfwA4JECBAgAABAgQIECBAgACB8QvYIQECR0EgL21XzV/g7veb2ro8taz16PPlsa9n3Pvkhbb99Ik22/k0hy3EaweNZzbbVY1nFlxMCBAgQIDAYRX47qPrG9Ckwdz02fvb9POXWhrJDCO/B4aRtcyzx+QZEz3va33M2jBfni+vVWlAEyNB4O4K+DQCh0tA85nD9fdwNwQIECBAgAABAgQIjEXAPggQIECAAAECBAgQIECAAIHxC9ghAQIECBAgQIAAAQIECBAgMH4BOyRAgAABAgQIECCwJJCXtavWN56pWqzn1ByfsUefD8dhvvfx823n9H0tL6T3c/r42vu77ZEnNtvVvVkvGQkQIEDgdgi4BoE7LJAGNC+/t7vyKbV7obWzJ9vksxcXGtDkt0Eay/QxJ2aeSJ56xsRyLWuJrPUxeY+q+e+V5bUqDWi6kZEAAQLHUUDzmeP4V7dnAgQIHEMBWyZAgAABAgQIECBAgAABAgTGL2CHBAgQIECAAAECBAgQIECAwPgF7JAAAQIECBAgQIAAAQIECBAYv8Bh3mFe0q6av7Dd7zO1dXlqWevR58tj1lPLi+N7nzzftk/f16Y7n6W0EK99sNce1nhmwcSEAAECBAgcJYEHHt1oL61pQNOuXmh19jtt+kUDmvw2yO+C4Zg8e009kXnG1BI9Tz3zYSzXhvNhnnOqNKCJgyBAgMBxFLgXzWeOo7M9EyBAgAABAgQIECBAgACB4yZgvwQIECBAgAABAgQIECBAgMD4BeyQAAECBAgQIECAAAECBAgQGL+AHRIgQIAAAQJfCOTl7Kr1jWeqFus5Jcdn7NHnw7HneWF8P41nTp1osyuf91Ouj6++v9ceevxi292fXa9JCBAgQIAAgaMn8OCjG+3ld6+u3vjuxdae+06bfv5iy++CxGQyOcjzeyGRWk7MmEieesbEci1riaz1MXmPqvnvly/WerlVaUBzHUNCgACBYySg+cwx+mPbKgECBAgQIHCcBeydAAECBAgQIECAAAECBAgQGL+AHRIgQIAAAQIECBAgQIAAAQLjF7BDAgQIECBAgAABAgQIELgXAnkpu2r+gnb//F6rWn1BO2s57lZjX8uL4jcaz1zIaQvxyvu77eEnLra9/YWyyagFbI4AAQIExizwwGOb7aV3d1e3ePVimz17f5t+9uJC05n8ZsjvhYyJnJix1zKmluh51jMfxnIt86r575vkw2OrVn/fDNflBAgQIDA+Ac1nxvc3taOjIOAeCRAgQIAAAQIECBAgQIAAgfEL2CEBAgQIECBAgAABAgQIECAwfgE7JECAAAECBAgQIECAAAECBMYvYIcECBx7gbyMXTV/Mbtj9FrGRK9nzLxHny+PfT0viO99/FzbOnWiTa+saTzz3m575IlNjWcCKAgQIECAwIgEHnxso/35ndUGNLW32drZk2366QsHDWjyW2EymRzk/fdDH7OWyDxj5+l56qn1cTkfzqtWm81UrdZyjiAwWgEbI3DMBTSfOeb/D2D7BAgQIECAAAECBI6LgH0SIECAAAECBAgQIECAAAEC4xewQwIECBAgQIAAAQIECBAgQGD8AnZIgAABAgQIECBA4G4K5GXtqvWNKkCfHwAAEABJREFUZ9bdR44f1vt8OCbvsffx2bZ96kSb3aTxzMMHjWdmw0vKCRAgcCwEbJLAcRB46PGN9uK7qw1o2u5Ga899p00+ff5605k0lOnRf0fEqNd6njGResYc28dhntpyVK02m6larS2fZ06AAAEC4xDQfGYcf0e7IECAwFETcL8ECBAgQIAAAQIECBAgQIDA+AXskAABAgQIECBAgAABAgQIEBi/gB0SIECAAAECBAgQIECAAAEC4xc4tjvMC9pV6xvPZC0xxMm8R+rJl8fUeux9dGbeeObqxRy2EC+/t9seeWKz7U80nlmAMSFAgAABAiMTePixjfbnd9Y3oKnnvtOmX6IBTX5bpNlMHztRaslTzziM5VrmiarVZjNVq7XhteQECBAgMA6B/6u1cWzELggQIECAAAECBAgQIECAAIFbCVgjQIAAAQIECBAgQIAAAQIExi9ghwQIECBAgAABAgQIECBAgMD4BeyQAAECBAgQuBsC/eXr4Wetq/X1rPU8Y58Px2F+9fyf2vbp+9rs6kYOX4iX3r160HhmT+OZBRcTAgQIECAwVoGHHt9oL75zdWl716a7m60dNKB5rqWRTH5LZBxGateOPFhPPXmvJV+uZS2RtT4mH0bVarOZqtXa8Bw5AQIECBx9gf/r6G/BDggQIECAAAECR1DALRMgQIAAAQIECBAgQIAAAQLjF7BDAgQIECBAgAABAgQIECBAYPwCdkiAAAECBAgQIECAAAECoxPIi9hVtbCvYS35cLHPbzX2tbwAvvfRs+3KM9+6eeOZJzfbvsYzQ+J7n7sDAgQIECBwhwUefnyzvfj21dVPuUUDmvy+6JETk+e3Rh9TS6SWMfWMw1iu9XnVarOZqtXa8FpyAgQIEDjaAprPHO2/n7u/TQIuQ4AAAQIECBAgQIAAAQIECIxfwA4JECBAgAABAgQIECBAgACB8QvYIQECBAgQIECAAAECBAgQIDB+ATskQIDAnRTIC9dV6xvPZC0x/PzMe6SefHlMLZEXv9N4ZvvUiTa7upnDFuLP7+y2h5/YbJPJQtmEAAECBAgQOCYC+R3wwtoGNJdaO/udNv30uZbfFIn8rhhGamHqtcyTp5boeeqZ93E57/OsV602m6lareUcQeBOCLgmAQJ3V0Dzmbvr7dMIECBAgAABAgQIEJgL+C8BAgQIECBAgAABAgQIECAwfgE7JECAAAECBAgQIECAAAECBMYvYIcECBAgQIAAAQIERiPQX7Iebmhdra9nrecZ+3w4Jk/khe/d839qW0+faLPdSzl8IV58d7d978mNNp0ulE0IECBwWATcBwECd0ngkSc22wtvXV39tL1LbXb2ZJt+cnalAU1+a/TIifndkUgtY2qJnqeeecZEzzMuR9Vqs5mq1dryeeYECBAgcPQENJ85en8zd0yAAIE7IOCSBAgQIECAAAECBAgQIECAwPgF7JAAAQIECBAgQIAAAQIECBAYv4AdEiBAgAABAgQIECBAgAABAuMXsMM7IZAXr6tq4dK9ljGxsHhtklriWnrwEvjymLVEXvTeO/+ntnP6vtb2VhvP/Pmd3fa9xzfbROOZEAoCBAgQIHDsBR55crM9//buikPtXT5oQDP55MzBb4/+OyO/NRKZJ/qJvZZxuTY8rq8tjzkmUbXabKZqtbZ8vjkBAgQIfFOBu3u+5jN319unESBAgAABAgQIECBAgACBuYD/EiBAgAABAgQIECBAgAABAuMXsEMCBAgQIECAAAECBAgQIEBg/AJ2SIAAAQIECBx5gf5S9XAj62p9PWuJ4Tx5asNILS977380bzwz211tPPPiO1fbw09utulslsMFAQIECBAgcFgF7vJ9fe+Jjfb8W6sNaNre5dbOnGzTT860/M7Ib4+Mw0itR+o9zxaW82FtuJb6MKpWm81UrdaG58gJECBA4GgJaD5ztP5e7pYAAQIECBC4QwIuS4AAAQIECBAgQIAAAQIECIxfwA4JECBAgAABAgQIECBAgACB8QvYIQECBAgQIECAAAECBAgQ+CoCecm6qhZO6bWMieFi5j1STz4ch3le9t47/8e2depEm+VF8SwO4sW3r7aHn9hss6nGMwOWL5U6iAABAgQIHAeB7z250Z5/8+rqVve32uzsyTb7dLUBTX6b9Ogn5jdJahmr5r97kmc99YzDWK5lnqhabTZTtVobXktOgAABAkdHQPOZo/O3Ok53aq8ECBAgQIAAAQIECBAgQIDA+AXskAABAgQIECBAgAABAgQIEBi/gB0SIECAAAECBAgQIECAAAEC4xewQwIECBxZgf4S9XAD62p9PWuJ4Tx5r2XsMZlM2u6537ed0/e1treVwxbihbeutkee3GxN35kFFxMCBAgQIEBgUeB7T22259Y1oLn2+2L67P1t+slqA5o0lkn03yUZ89skY+r9E5KnlkgtY6LnGZejarXZTNVqbfk881EI2AQBAiMX0Hxm5H9g2yNAgAABAgQIECDw5QQcRYAAAQIECBAgQIAAAQIECIxfwA4JECBAgAABAgQIECBAgACB8QvYIQECBAgQIECAAAECX0YgL1ZX1cKhw1ry4eLN5qkvR17k3jv3h3blmf/cZnurjWeef3v3oPHMTOOZIbGcAIGvJOBgAgSOk8D3n9psZ9+4urLlmuy0dvZkm378bMvvj/wmyZhI3iMnJu/1jL2Weo/UEpkPx+SJXq9abTZTtVrLOYIAAQIEjo6A5jNH52/lTgkQOE4C9kqAAAECBAgQIECAAAECBAiMX8AOCRAgQIAAAQIECBAgQIAAgfEL2CEBAgQIECBAgAABAgQIECAwfgE7PHICeXG6an3jmawlljeVWiL14bic52XuvfN/aDvPfKtNdy/n8IV4/q3d9r0nNhZqJgQIECBAgACBvyTwg59ttrNvXl09bH+7tee+02afrDagye+SRP+9kpP7PGPVvGFM1nvkmFtFP65qfu7w2KrV2nBdToAAgSMvMPINaD4z8j+w7REgQIAAAQIECBAgQIDAlxNwFAECBAgQIECAAAECBAgQIDB+ATskQIAAAQIECBAgQIAAAQIExi9ghwQIECBAgACBWwnkhemqmzeeWT43xyd6vecZE6lnTOQl7r1zv2/bp0602d5Wlhbi+beutu89qfHMAooJAQIECBD4mgLH8bQfPLXZzr6xvgHN7OzJtQ1o+m+Um41V84YxWe8R2573MbXlqJqfO6xXrdaG63ICBAgQOLwCms8c3r+NOyNAgAABAsdZwN4JECBAgAABAgQIECBAgACB8QvYIQECBAgQIECAAAECBAgQIDB+ATskQIAAAQIECBAgQIAAAQKHRiAvT1d9+cYzufGck+h5H4e15Gk8s3/+923n9H2t7e/ksIV47s00ntlcqI1oYisECBAgQIDAXRL4wc8225k3rqx+2rXfH9Nnv91mn/yp5XdJ/33S88yHJ/V6xqr576Mc02N47Lq8H1dVLfnwmKrV2nBdToAAAQKHU0DzmcP5dzlkd+V2CBAgQIAAAQIECBAgQIAAgfEL2CEBAgQIECBAgAABAgQIECAwfgE7JECAAAECBAgQIECAAAECBMYvYIcECBAgsE4gL0VXzV+s7uu9lrHX+phaXsYezpOnnkieSJ7jdj98pm2dOtFm+6uNZ86+ebV9/ymNZ+IlCBAgQIAAgW8u8Lc/u9TOvH515UI1vdqmZ+5vs4//eL0BTf+tkt8riT7PycvzrA0jxwznyVMbRmpVq81mqlZrw/Pkt0PANQgQIHB7BTSfub2erkaAAAECBAgQIEDg9gi4CgECBAgQIECAAAECBAgQIDB+ATskQIAAAQIECBAgQIAAAQIExi9ghwQIECBAgAABAgQI3HOB/lL08EZ6LeOwnjy1RPJEzzMmei0vbCf2zj3Tdk7f19r+lSwtRBrP/EDjmQUTEwKjFLApAgQI3GWBv/35Znt2XQOaydU2O3uyTT76w0EDmvxW6ZHfMYncah+zljxjVbXkw8ixidSGY/IeWauan9trGatWa6kLAgQIEDicAprPHM6/i7siQOCQCbgdAgQIECBAgAABAgQIECBAYPwCdkiAAAECBAgQIECAAAECBAiMX8AOCRAgQIAAAQIECBAgQIAAgfEL2CGBoUB/GXpdLWvDes+H9XV5aom8pL334TNt+9R9rU2u9tOvjxrPXKeQECBAgAABAndA4O/SgOa11d8g+V1Sz32nTb9oQJPfLYn8dlmO3FZqfb2qUlpoQnNQuPafHHNtWPu/rFXVwXnDA6pWa8N1OQECBL6JgHNvr4DmM7fX09UIECBAgAABAgQIECBA4PYIuAoBAgQIECBAgAABAgQIECAwfgE7JECAAAECBAgQIECAAAECBMYvYIcECBAgQIAAgXsm0F+CHt5Ar2Uc1pOnlpevkycyz5hYrme+++Hptn16feOZM29caT94ajOnCgIECBAgcBwE7PEeCfzdLzbbn15f34CmHTSg+X3L75ZEftv0MXluOfM+ptbnyVPPmEieSN4j82GkXrXabKZqtTY8T06AAAECh0NA85nD8XdwFwQIECBA4JALuD0CBAgQIECAAAECBAgQIEBg/AJ2SIAAAQIECBAgQIAAAQIECIxfwA4JECBAgAABAgQIECBAgMDxEOgvPw9322sZh/WeD+vDfPgSdvLE3oen25XT32ptsvqy95nXr7a//dmlftl7MPpIAgQIECBA4DgJ/PDnm+1Pr11Z3fK13yn13H9t049+v7YBTX7T5DdPxpycsc+rqiVPPWMieWKYZz6MrFXdOLevVa3W+pqRAAECBA6HgOYzh+Pv8NXuwtEECBAgQIAAAQIECBAgQIDA+AXskAABAgQIECBAgAABAgQIEBi/gB0SIECAAAECBAgQIECAAAEC4xewQwIECBC46wL9pefhB/daxmE9eWp52Tp5IvM+LteztvfBqbZz+r42m6w2nnk2jWd+vpnTBQECBAgQIEDgrgn88BeX1jagOfi9cvZkm370u+sNaPL7JpHfNT0yz80uz5frOSbRj8uY+TBSq1ptNlO1Whued+RzGyBAgMARF9B85oj/Ad0+AQIECBAgQIDA3RHwKQQIECBAgAABAgQIECBAgMD4BeyQAAECBAgQIECAAAECBAgQGL+AHRIgQIAAAQIECBAgMG6B/rLzcJe9lnFYT55aoqoybcmTZEz0PC9eJ66+/9u2fdB4ZjdLC/Gn1662v9N4ZsHEhMC9EvC5BAgQOI4CaUDzx1evrG59utdmZ0622Ue/a5PJ5OD3Tn7n5LdNxkRO6vPhWHWjYUyOS+TYRM/7mFqP1KpunNvrVau1vmYkQIAAgXsroPnMvfX36QQIfD0BZxEgQIAAAQIECBAgQIAAAQLjF7BDAgQIECBAgAABAgQIECBAYPwCdkiAAAECBAgQIECAAAECBAiMX8AOCdw1gf6S8/ADey3jsN7zXs+YGNarbjSkydru+0+3K898q4Yxm2oAABAASURBVLXpXj/s+vin16+2H/5i8/pcQoAAAQIECBC4FwJ//8tLbV0Dmprtt9nZk2328e9bmsv0JjTJ8ztnOOa+U0ukPpynlkit6taNZHJc1eoxVau1XE8QIHDkBWzgiAtoPnPE/4BunwABAgQIECBAgAABAndHwKcQIECAAAECBAgQIECAAAEC4xewQwIECBAgQIAAAQIECBAgQGD8AnZIgAABAgQIEBinQH+5ebi7XsvY6z3P2F+mzlrmGRM9z5hjErvv//ag8cxssqbxzGtX2g9/rvFM7AQBAgQIHBYB93GcBdKA5g+vXl0lmO63OvudNj3/TOu/c4Zj8kR++6wb+wWz1iO1nmfs84yJ1KpWm81UrdZyvCBAgACBeyeg+cy9s/fJBAgQIEDg6ws4kwABAgQIECBAgAABAgQIEBi/gB0SIECAAAECBAgQIECAAAEC4xewQwIECBAgQIAAAQIECBAgQOAbC/SXmocX6rWMvZ68qg6myQ+Sa/9ZzjNP5MXrxN4HT7ft0/e12XS18cwf03jmF5euXeUW/7NEgAABAgQIELjLAj/65Wb7w6tXVj41v2dmZ0+22flnWn7nTCaT1n/3ZOyRtZycsdf6mPow7/OMiar5763kiRxbtdpspmq1luMFAQIECNwbAc1nboO7SxAgQIAAAQIECBAgQIAAAQLjF7BDAgQIECBAgAABAgQIECBAYPwCdkiAAAECBAgQIECAAAECBAiMX8AOCRAgQGBcAv1l5uGuei1jryevmr/gnJeoh/XlPMfmmIx7H/y2bT39n1qb7vfDro9/fPVK+3uNZ657SAgQIECAAIHDJfCjX15qf3hltQFNzSZteub+Nj1/uuX3Tv/d08fUEplnR8mXY1hPnhge0+cZE1mrmv8Wy7xH1Wqtr33T0fkECBAg8NUENJ/5al6OJkCAAAECBAgQOBwC7oIAAQIECBAgQIAAAQIECBAYv4AdEiBAgAABAgQIECBAgAABAuMXsEMCBAgQIECAAAECBAh8bYH+EvPwAr2WsdeTV9XBdDk/KF77T+qJvGSduFZqu+/9pm2fOtGqTTNdiD+8erX9/S8vLdRMCBC4qYAFAgQIELhHAj/61aX2+3UNaPL75uzJNj13quW3z2QyWWhEk99FiaxlXBfZUq8nT2SeMVFVB9dMnsha1WIt9arVWuqCAAECBO6ugOYzd9fbpxEYqYBtESBAgAABAgQIECBAgAABAuMXsEMCBAgQIECAAAECBAgQIEBg/AJ2SIAAAQIECBAgQIAAAQIECIxfwA4JjEOgv7w83E2vZez15FXzxjN5eTr11BLJE+vy3fd/07ZP39fabF3jmSvtR7/czKmCAAECBAgQIHDoBf7hV5fa716+snqf+Z3z3Hfa9NzTLb+Hhg1o8rsptUTyRPIeuVjyPva8at5IZnme4xKpV82PybxH1WqtrxkJEPi6As4j8NUENJ/5al6OJkCAAAECBAgQIECAwOEQcBcECBAgQIAAAQIECBAgQIDA+AXskAABAgQIECBAgAABAgQIEBi/gB0SIECAAAECBAh8LYGqeUOZfvK6F5mHtbwwXTU/J/XheZknckxi973ftO1TJ9Y3nnkljWcu9dONBAgQIEDgywk4isA9FvjHX19qv7v2O2blNq43oDl10IAmv4XyuygxzDO/WeSaw7XledViY5kcW7VYyzlV899qyQUBAgQI3H0BzWfuvrlPJECAAIERCtgSAQIECBAgQIAAAQIECBAgMH4BOyRAgAABAgQIECBAgAABAgTGL2CHBAgQIECAAAECBAgQIECAwOEWyMvKy3eYWtXiC8y9lmOT9zF58sQw7y9X773/my8az8xyyEL8/pUr7Ue/0nhmAcWEAAECBAgQODIC/3jtd8zvXr6yer+za797zp5s03NPt/wmmkwmB41o8lsp84yJ5bxfKGvJMyaSVy3+NqtanOe4qsVazktkLaMgQIAAgbsrMMbmM3dX0KcRIECAAAECBAgQIECAAAEC90LAZxIgQIAAAQIECBAgQIAAAQLjF7BDAgQIECBAgAABAgQIECBAYPwCdkiAAAECBL60QF5ErqqF43stY19IXjV/mTkvSQ/rPU89xyV6fuWdX7bt0/ddO2R2LRb/lxe1/+FXGs8sqpgRIECAAAECR03gH399qT3z8s6a2772++e577TZuacPGs982QY0/XdUflPlohl7LM1b1fz3WeqJHFe1WEu9arWWuiBAgACBOyug+cyd9XV1AgQIECBAgMAxEbBNAgQIECBAgAABAgQIECBAYPwCdkiAAAECBAgQIECAAAECBAiMX8AOCRAgQIAAAQIECBAgcDgF+svJw7vrtYy9nrxq3qBmOR8ekzzreWE6cfWdX7Yrz3yrtdksSwvxzCtXWl7UXiiaEDjSAm6eAAECBI6zwI9/fbk989KaBjTXfgfNzp5skw//49pPoln7Mg1o8nsqlhkTy3mfZ0xULTaWyTlVi7V1x6UmCBAgQODOCmg+c2d9XZ3AvRHwqQQIECBAgAABAgQIECBAgMD4BeyQAAECBAgQIECAAAECBAgQGL+AHRIgQIAAAQIECBAgQIAAAQLjF7BDAgT+okB/KXl4YK9l7PXkVfPGM2kok3pqieSJ5IlhvvvuL9tOGs+kuBS/e3mn/fhXl5aqpgQIECBAgACBoy3w499cbqdfurJ2E/Xcf23Tr9CAJr+78vuqRy46zKvmzWVSy1rVfJ48kXrVYi31qtVa6oLAkRVw4wQOuYDmM4f8D+T2CBAgQIAAAQIECBA4GgLukgABAgT+/+zcZ5scx5U26Dj7z3cl7e67EmfeGdFIlJmRZjQjjRw95T0JGokEvffeohtAO6Crevl0McAs0wBJuO7s+7p4EBEnIrMy7uaHzA9xCBAgQIAAAQIECBAgQIAAAQLjF7BDAgQIECBAgAABAgQIECBAYPwCdkiAAIHDJ1A1KyjTn2zVAeVhLgegq2bXJD+8ro+zJrHz2h/b1oP/T18y1z747Fb76V/OzuUMCBAgQIAAAQJjEfj5X8+0B55eXYCm7Reg+WvLu9NkMtlv08/7U9pVEZeeH/aTWxxXzReWyZqq+VyuqZq906UvrrSA+xEgQGBeQPGZeQ8jAgQIECBAgAABAuMQsAsCBAgQIECAAAECBAgQIEBg/AJ2SIAAAQIECBAgQIAAAQIECIxfwA4JECBAgAABAgQIHGOBHEJe3H5yVfMHk3sua9Pvbe8Px8n1Q9O7b/7lwMIzDzyz3X6m8EzoBAEC10LAbxAgQOA6Cfz8b2faiU/ee1b+/OP/0qZv/22/8EzenxLDd6mME8kl0s990k8s9qvm3+Gq5se5pmo+l3skMpdWECBAgMDVE1B85urZujMBAgQuCOgQIECAAAECBAgQIECAAAEC4xewQwIECBAgQIAAAQIECBAgQGD8AnZIgAABAgQIECBAgAABAgQIjF/ADg+PQFXNPUwOHVfNH0ge5nLguWp2TfL94vQX4/zrf2obJ77Wl8y1Dzy93X7+1zNzOQMCBAgQIECAwFgFfvHJe8+Jp7dWb+/x/92mb/+15T0r71OLbXLDyHxu1HPDfnKL46qD3+2ytkfV7B2vj7UECBC4EgLuMS+g+My8hxEBAgQIECBAgAABAgQIjEPALggQIECAAAECBAgQIECAAIHxC9ghAQIECBAgQIAAAQIECBAgMH4BOyRAgAABAgSOoUA/mDzcenJVqw8nZ91wPv3kEr2ftse51//YNh74vzO9FCee2W4//5vCM0swEgQIECBA4OoKuPt1FvjF3862+w8sQPMvbfrWXw4sQJOCM4n+rpV+ttPHvd/zVfPvdFXz41xXNZ/LPRKZSysIECBA4MoLKD5z5U3dkQABAgQIEFgSkCBAgAABAgQIECBAgAABAgTGL2CHBAgQIECAAAECBAgQIECAwPgF7JAAAQIECBAgQIAAAQIECFxdgRworqq5H+m5tH0i/arZoeR+kDm5RNak7ZH53t959fdt84H/J0uW4sTTW+0Xf1V4prUlGgkCBAgQIEDgGAj8MgVontpavdMn/rVN3vxzm0wmLe9V/f2qtz3Xx2lzo+QT6SfST1TN3uPST1TNxlmTWJVLvmp+XXKCAAECBK6MgOIzV8bxaN3F0xIgQIAAAQIECBAgQIAAAQLjF7BDAgQIECBAgAABAgQIECBAYPwCdkiAAAECBAgQIECAAAECBAiMX8AOCRAgcIwE+iHj4ZZ7Lm3Pp19VLYeaez9z6aftkfEwdl77fdt66H/16bl2v/DM387O5QwIECBAgAABAsdN4Jf3nW33HVCApp78Ztt7+y/772B5D0vkXau36ccrbSL54bj3k898H/e2qvYL22ScyJqq+VzyVcu55I982AABAgSus4DiM9f5D+DnCRAgQIAAAQIEjoeAXRIgQIAAAQIECBAgQIAAAQLjF7BDAgQIECBAgAABAgQIECBAYPwCdkiAAAECBAgQIECAwNUR6IeLh3fvubQ9n35V9eF+m1wig7SrYufV37WtB1cXnrn/qa32C4VnwicIEPhUQEOAAIHjLHDbfWfb/U9tryZ44ptt761ZAZq8c/VCMsM2/USfz43ST6Sf6P2qWSGZxXHWJJKvmq3JuEfVcq7PaQkQIEDgywkoPvPl3FxFgMDRFvD0BAgQIECAAAECBAgQIECAwPgF7JAAAQIECBAgQIAAAQIECBAYv4AdEiBAgAABAgQIECBAgAABAuMXsMNjIlC1XFCmav5Q8fDwcQ40V82uSX7IlPEw9gvPPPT/DZdc6N/31Fb75X1nL4x1CBAgQIAAAQIE2ifvR2da3pNWWew98a9t7+2/tMlk0vJOlsi7V2/Tz3VpE8kPx8N+5jNOpJ+oOvgdMOt6VM3eBftYS4DAkRewgessoPjMdf4D+HkCBAgQIECAAAECBAgcDwG7JECAAAECBAgQIECAAAECBMYvYIcECBAgQIAAAQIECBAgQIDA+AXskAABAgQIECBwZQVywHjxjslVHXzoeDiffr8+/cXYfuW3bevAwjPb7TaFZzqflgABAgQIDAR0CbT996S/Pbm1muKJb7b29l9af/dKgZn0e5t+oo/T5kbJJXq/56vm3/2q5se5pmo+l3skMpdWECBAgMDlCSg+c3l+riZAgAABAkdTwFMTIECAAAECBAgQIECAAAEC4xewQwIECBAgQIAAAQIECBAgQGD8AnZIgAABAgQIECBAgAABAgSOsEAOClfV3A56Lm2fSL9qtq730yayJu2q2Hn1t2374a9nyVLc99RWu+2+M0v5Q5nwUAQIECBAgACB6yRw+/1n20EFaPae+GabvPnHNplM9ovQpJBM3snS9shjp9/zGaefSD+RfqJqVlwm65Ovmo3TTwzXZNyjan5dz2sJECBA4IsJKD7zxbyuymo3JUCAAAECBAgQIECAAAECBMYvYIcECBAgQIAAAQIECBAgQIDA+AWUgQOXAAAQAElEQVTskAABAgQIECBAgAABAgQIEBi/gB0SIECAwJUR6IeHh3frubQ9n37V7EBxP4icXKKv6W1yPc69+tu29dDqwjM5QH3bfWf7ZVoCBAgQIECAAIGLCOwXoHlia+WKevKmtvfWn1re0/IettgmlwvTJjI/HPd+8pmv+qzgYOaqZu+B6Sf6mrQZ96iaX9fzl9O6lgABAsdNQPGZ4/YXt18CBAgQIECAAIEICAIECBAgQIAAAQIECBAgQGD8AnZIgAABAgQIECBAgAABAgQIjF/ADgkQIECAAAECBAgQOIICOSxcNTtY3B+/59Iu5jJOvmp2Tfo9l36iH1hOf+eV37TNgwrPPLHVcoA61wsCBI6MgAclQIAAgesscPuJs+2vn7xHrXyMJ29q0zf/0CaTScu72PC9LP3EMJ9x7pNcIv1E+one7+uq5gvLZE3VfC7XVC3nkhcECBAg8PkEFJ/5fE5WESBwVQXcnAABAgQIECBAgAABAgQIEBi/gB0SIECAAAECBAgQIECAAAEC4xewQwIECBAgQIAAAQIECBAgQGD8AnZI4PIFqmZFZPqdVh0g7rms6QePk0sk1yPjYZx79Tdt6+Fv9Om5Ngemc3B6LmlAgAABAgQIECDwuQTuOHG2/eWJzdVrn7y57b31p7kCNHmH6+9p6efCg8Z9rq+rmr0vZn3mquYLyyRfNZ/r69IKAgSuhIB7HDcBxWeO21/cfgkQIECAAAECBAgQIBABQYAAAQIECBAgQIAAAQIECIxfwA4JECBAgAABAgQIECBAgACB8QvYIQECBAgQIEDgCAnkkPDi4yZXNX9wuOeyNgeQq+YPH2d+VZx75Tdt86HVhWdyUDoHpnNPQYAAAQIEjpyAByZwSATuPLHR/npgAZqb2vTNPxxYgKa/v+X9Lv3ept8j2+z59If5qtXvjFmTtcNYlRvO6xMgQIDAsoDiM8smMgQIECBA4JoL+EECBAgQIECAAAECBAgQIEBg/AJ2SIAAAQIECBAgQIAAAQIECIxfwA4JECBAgAABAgQIECBAgACBgwWqZkVk+oocCq5afYg4a3LwuGo2n7XJDdv0e+y88uu2+fDqwjM5IJ2D0rn+SoR7ECBAgAABAgSOs8AdJzbaXx7fXElQT93S9t78Q8t7XN7T0iaG/VzYc8lnfFBbNf8uWDUb55pErquazyVfNf/emZwgQIAAgYsLKD6z7CNDgAABAgQIECBAgAABAgQIjF/ADgkQIECAAAECBAgQIECAAIHxC9ghAQIECBAgQIAAAQIECBAgMH4BOyRAgACBIyCQQ8GLj5lc1fxB4WEuB5JzTXKJ9HtkPIydl3/Vth6+oU/PtTkYnQPSc0kDAgQIECBAgACByxK484GN9ufHt1bf46lb2uSN37XJZNLyzpb3ukT6PXJhz/U2c8kn0u/5qv13xv17Za5qNk4/kbVV87nkE5lLKwgQIEDg0gKKz1zayAoCBAgQIECAAIGrLuAHCBAgQIAAAQIECBAgQIAAgfEL2CEBAgQIECBAgAABAgQIECAwfgE7JECAAAECBAgQIECAwLxADvxW1Vyy59L2ifSrPltXNesnnzVpV8W5V37Vtv7+T1myFDkQnYPRSxMSBAhcpoDLCRAgQIBAa3c9cLb96bHVBWjqqW+16Ru/a72ATNpE3ufSJmKYNrlExmkT6Sf6fPrJJ9Kvmi82k3zVfG7VuuQEAQIECKwWUHxmtYssgeMtYPcECBAgQIAAAQIECBAgQIDA+AXskAABAgQIECBAgAABAgQIEBi/gB0SIECAAAECBAgQIECAAAEC4xewQwKHXKBqVkSmP+aqg8HDXD9gnFwi1/W29zNO7Lx8b9t8eHXhmRyEzoHoXCMIECBAgAABAgSujsDdD55tKfi36u719Lfb5LXftMlk0vLulve8RPo9cl3vL84ln/nk01bNisv0fNVsnLlE8lXzueSr5t9HkxMEjqSAhyZwlQUUn7nKwG5PgAABAgQIECBAgACBzyNgDQECBAgQIECAAAECBAgQIDB+ATskQIAAAQIECBAgQIAAAQIExi9ghwQIECBAgAABAjOBHP6d9T77N7mq+QPBPZdVi/2e620OHieybufle9rW3/85U0vxp8c2Ww5CL01IECBAgACBKyTgNgQIfCaQgn95//os81mvnrm1Td/4XevvcGkTeZ/r7WI/40Tu0tu+tucyTr9q9btlvy5reqzK9TktAQIECLSm+Iz/CwgQIECAwLKADAECBAgQIECAAAECBAgQIDB+ATskQIAAAQIECBAgQIAAAQIExi9ghwQIECBAgAABAgQIECBAgMB1EqiquV/OYd+q1YeDs7AfIM66RHLDNv1E8jsvpfDM/043MRc5+Hz3gxtzOQMCBAgQIECAAIGrK5D3rz8+trnyR+rpb7fp6789sABNfw9Mm/e9tLlR+sO256tm75l9vmr1O2afzz0SVbPr0hcECBAgsCxwBIrPLD+0DAECBAgQIECAAAECBAgQIDA2AfshQIAAAQIECBAgQIAAAQIExi9ghwQIECBAgAABAgQIECBAgMD4BeyQAAECBI67wOIh33gkV3XwoeB+kLivXWxzfY/tl+5uW/9YXXjmjyc3Ww4+53pBgAABAgQIECBwNQWW733Pgxst72PLM59k9gvQ/GZlAZr+nvfJqrn5YT794Xz6ySXSrzr4XTPzw+jXDHP6BAgQINCa4jP+LyBAgAABAgQIEFgWkCFAgAABAgQIECBAgAABAgTGL2CHBAgQIECAAAECBAgQIECAwPgF7JAAAQIECBAgQIAAAQLXUCAHeatq7hd7Lm2fSL/qs3VVs37yWTNs0++x89Ldbfsf/5IlS5GDzvc8tLGUlyBwLARskgABAgQIHBKBvI/lvWzl4zx9a5u+vlyAJoUIe+S6/u6Xto/T9sja3s+aRMZVn68ATdX8ulwrCBAgQKApPuN/AgJHQcAzEiBAgAABAgQIECBAgAABAuMXsEMCBAgQIECAAAECBAgQIEBg/AJ2SIAAAQIECBAgQIAAAQIECIxfwA4JHGeBqprbfg4CV80f7h3mcnA440S/sPfTDmPnxbva1gGFZ/5wcqvloHO/h5YAAQIECBAgQOD6CeS9LO9nK5/g6Vvb3hu/af09cLHN+1+uS5vo8+n3yHzyaatm75qZG47TTyRfNVuTcY+q+ffWntcS+CIC1hIYm8D/MbYN2Q8BAgQIECBAgAABAgSugIBbECBAgAABAgQIECBAgAABAuMXsEMCBAgQIECAAAECBAgQIEBg/AJ2SIAAAQIECBAgcA0Ecqh38WeSq5o/6NtzfW3V7NBv8jlAnDZzaRPJJbZeuKNtPfKvmVqKP5zcbPc+dHYpL0GAAAECx0rAZgkQOGQCeT/Le9qqx9p76tY2fe1XSwVohu9/w37eBzNO5H7DdlW/avU7aF+be/RYletzWgIECBw3AcVnjttf3H4JECBwJAU8NAECBAgQIECAAAECBAgQIDB+ATskQIAAAQIECBAgQIAAAQIExi9ghwQIECBAgAABAgQIECBAgMAYBapmRWRme2sth3irVh/6zZrFA8TJ9ci1ib5m58W72s6jN/bpufYPj6bwzMZczoAAAQIECBAgQOBwCNz70EbL+9rKp3nmu22yUICmv//lXXAxhnO5X5/v+arZu2fyma+ajdNPJF81n0u+av49NjlBgACB4yrwxYvPHFcp+yZAgAABAgQIECBAgAABAsdJwF4JECBAgAABAgQIECBAgACB8QvYIQECBAgQIECAAAECBAgQIDB+ATskQIAAAQJXUSCHeBdvn1zV/MHeYS4HhPs1yWecNrm0iZ4799JdbfvRb2ZqKX6fwjMPKzyzBCNBgAABAgQIHE+BQ7rrez95X8t726rHqxSgefXeNplM9osX5h0wMXwfzHUZJ/pc+j2fNjHM9X7Vwe+kuWYY/ZphTp8AAQLHTUDxmeP2F7dfAgQIECBA4EgKeGgCBAgQIECAAAECBAgQIEBg/AJ2SIAAAQIECBAgQIAAAQIECIxfwA4JECBAgAABAgQIECAwFoEc0K2que30XNo+kX7V/LrMJZ+2R8bD2Hnxzrb1yOrCM797ZLP96mGFZ7qd9vAJeCICBAgQIEDgM4G8t+X97bPMZ7169ntt7/VftV5YJm2ivxcO+8llnKvT7236PT/MpV/1+QrQVM2vy7WCAAECx01A8Znj9he33ysh4B4ECBAgQIAAAQIECBAgQIDA+AXskAABAgQIECBAgAABAgQIEBi/gB0SIECAAAECBAgQIECAAAEC4xewQwIErpJA1XxBmRz6rZo/tDvM5UBwxon+SL2fdhjnXrqzbT96Y1821/7uH5vt139XeGYOxYAAAQIECBAgcMgF8v52UAGa9sz32vS1e9tkMml5J8x7YyL9RN9a+onFueSypufTTy6RftXB76iZ71E1/37b89ojI+BBCRC4TAHFZy4T0OUECBAgQIAAAQIECFwLAb9BgAABAgQIECBAgAABAgQIjF/ADgkQIECAAAECBAgQIECAAIHxC9ghAQIECBAgQIDAURfoh3iH+0iuavWh3r6u6rPDvKsOBieX2Hnh9rb1yOrCM799ZKP9+h8Kz3RTLQECBA6vgCcjQIDAssCsAM0B73LPfK/tvX5vy/vgMPKemaI0yaWfSD+RfiK/1NuD+lWr31WH1+XaxKpc8oIAAQJjF1B8Zux/YfsjQIDA1RBwTwIECBAgQIAAAQIECBAgQGD8AnZIgAABAgQIECBAgAABAgQIjF/ADgkQIECAAAECBAgQIECAAIHxC1zhHVZ9VkQmt87h3KqDD/MuHgzONT1ybaKv2Xnx9rb16E19eq797T822m/+vjmXMyBAgAABAgQIEDhaAr/+5H0uBQVXPvUz3297r93T8n6YyDtiIv1Erknb46C5vi5tIuvTVh38zpr5HlXz77s9ryVAgMChF7jMB1R85jIBXU6AAAECBAgQIECAAAECBK6FgN8gQIAAAQIECBAgQIAAAQIExi9ghwQIECBAgAABAgQIECBAgMD4BeyQAAECBAgcVYF+aHf4/MlVXfoQb9Yl+gHh3CPjRM9tP39b23705kwtxW//sdl+80ksTUgQIECAAAECBA6pgMc6WCAFBX/zj42VC/ae+X6bvHJ36++Ivc1742QyuVCYJuPEcD43TC4x7GecSK7q0u+uWZfo16QvCBAgcBwEFJ85Dn9leyRAgAABAgSutID7ESBAgAABAgQIECBAgAABAuMXsEMCBAgQIECAAAECBAgQIEBg/AJ2SIAAAQIECBAgQIAAAQKfU6Cq5lbmMG7V6sO7fWHWJPq4t8kl+mHhnRduazuP3dKn59qLHU6eW2hA4GABMwQIECBAgMAhE/jtPw4uLljP/VubvjpfgKa/N+YdMltJ2+OguZ7P+kTWp61a/Q7b57MmUTX//pucIECAwJgFFJ8Z81/32OzNRgkQqm4MVQAAEABJREFUIECAAAECBAgQIECAAIHxC9ghAQIECBAgQIAAAQIECBAgMH4BOyRAgAABAgQIECBAgAABAgTGL2CHBAgcNYHFQ7h5/uSqlg/t9rl+0He4Lv0+n35fs/38L9v2ydWFZ379983220c2cpkgQIAAAQIECBAYmcBv/7HR8r63clvP/lubvHxn6++MabNu+B6Zfo/M935flzbR871NLpFx2kT6VfPvt8knMpdWfFEB6wkQOGoCis8ctb+Y5yVAgAABAgQIECBwGAQ8AwECBAgQIECAAAECBAgQIDB+ATskQIAAAQIECBAgQIAAAQIExi9ghwQIECBAgAABAgQuIpCDtlU1t6Ln0vaJ9KuqVVVPteQyyEHgtInkEsml3Xnhl23nsW9lail+/feN9juFZ5ZcJAgQIPClBFxEgACBQyqQ97289616vHr+B23yymcFaCaTyVwxmrxPDqO/YyaX+6VN9H5vk6uq/XfX9JNPpF+1XICmajmX9YIAAQJjE1B8Zmx/UfshQOBYCtg0AQIECBAgQIAAAQIECBAgMH4BOyRAgAABAgQIECBAgAABAgTGL2CHBAgQIECAAAECBAgQIECAwPgFjtIOq2rucVcdyE0ui9L2A78ZV80f0s18oq/Zef4XbfvkxQrPbOY2ggABAgQIECBAYOQCv3tksx1YgOa5H7TpoABN3iUTea9cFcO5sPU1vd/b5NOvWn5nrZrP9XVpBQECBL6IwFFbq/jMUfuLeV4CBAgQIECAAAECBAgQOAwCnoEAAQIECBAgQIAAAQIECBAYv4AdEiBAgAABAgQIECBAgAABAuMXsEMCBAgQIEBghUA/jDucSq5q/iBuzy2uyzgHf9Mmsi6RXNr9wjOPfTtTS/GrhzdaDiAvTUgQIECAAAECBL68gCsPuUDe//IeuPIxVxSgyTtlor9fpt9jmMv9er730yZ6vmr1O27ms24Yq3LDeX0CBAgcZQHFZ47yX8+zEyBAgAABAp8KaAgQIECAAAECBAgQIECAAIHxC9ghAQIECBAgQIAAAQIECBAgMH4BOyRAgAABAgQIECBAgACBwyBQVXOPkUO2VasP5faFWZPIOAd+0yaSSySX9mKFZ+59eKP9/tHNXCZGLWBzBAgQIECAAIFlgbwH3vvQxvJEMs/9oE1evqP1d8q0ibxf9siy3h/ODfOL/YwTVavfdXO/zPeomn9P7nktAQIExiCg+MwY/oqHbQ+ehwABAgQIECBAgAABAgQIEBi/gB0SIECAAAECBAgQIECAAAEC4xewQwIECBAgQIAAAQIECBAgQGD8AnZIgACBgcDi4dpMJVe1fBi3z2U+kXFisZ9xP/y789zP2/Zj386ypchB4z8oPLPkIkGAAAECBAgQOE4Cfzi52e596OzKLdfzP2x7r945V4Bm+K6Zd85cmFwi47SJYT79RPKJ9HsMx+lXzb8Hr1rXc4e+9YAECBC4hIDiM5cAMk2AAAECBAgQIEDgKAh4RgIECBAgQIAAAQIECBAgQGD8AnZIgAABAgQIECBAgAABAgQIjF/ADgkQIECAAAECBAhcL4F+uHb4+z2Xtud7v6r2U33c2/3kJ/9knOiHfnee/3nbfvzWT2aW/8sB4xw0Xp6RIUCAwDgF7IoAAQIEDhb4w8mtdu9DGysX7D37gzZ9+faLFqDJO2iP/i6acW6YtkfGiT6uqlY1X2wmc1XzuVxTtZxLXhAgQOAoCyg+c5T/ep6dAIHDKuC5CBAgQIAAAQIECBAgQIAAgfEL2CEBAgQIECBAgAABAgQIECAwfgE7JECAAAECBAgQIECAAAECBMYvYIefClTVp71Zs+qgbXKz2XbhwG/Gw3wfJ9cP++4897O2/djqwjP3PLTRcsA41wkCBAgQIECAAAECEfjDyc12z4OrC9C05/+jTV+ZFaDJ+2Zi+O6Zfu6RNtHnk+uRfCLjtMPoubSJzFUtF5upmn9/zlpBgMChFvBwlxBQfOYSQKYJECBAgAABAgQIECBA4CgIeEYCBAgQIECAAAECBAgQIEBg/AJ2SIAAAQIECBAgQIAAAQIECIxfwA4JECBAgACBay2Qw7SLv5lc1fwB2+QW12U8zKe/GDvP/bRtP/6dLF2KFJ7548nNpbwEAQIECBAgMHYB+yNwaYE/PrbZ7j6oAM1z/9H2Pi1Ak/fPXmBmsc1cjz6XcX49bSL9VTGcS79q/v24X5O53tcSIEDgKAsoPnOU/3qenQABAgQIHFYBz0WAAAECBAgQIECAAAECBAiMX8AOCRAgQIAAAQIECBAgQIAAgfEL2CEBAgQIECBAgAABAgQIjF6gqub2mMOzVfMHa5MbLurj3mYu/R452JvYfvZ/2vbj3830Utzz4EZTeGaJ5fok/CoBAgQIECBA4JAK/Gm/AM3ZlU+392kBmslk0vLumcj7aG/Tz4Vpk0uk33O9Xcwl36PPZZx+1fx7cvJV8+/TyQkCBAgcRQHFZ47iX+0LPrPlBAgQIECAAAECBAgQIECAwPgF7JAAAQIECBAgQIAAAQIECBAYv4AdEiBAgAABAgQIECBAgAABAuMXsEMCBAhcK4Ecnl38reSq5g/UJjdcl3FiVS75HjvP/bTtPPG94bIL/btTeOaxzQtjHQIECBAgQIAAAQIHCfzpsa121wOrC9C05/+zTV++rfV30F5gprfJ575pe2Su53qbXJ9PbhjJ93H6VfPvy8O53v88rTUECBA4bAKKzxy2v4jnIUCAAAECBAgQGIOAPRAgQIAAAQIECBAgQIAAAQLjF7BDAgQIECBAgAABAgQIECBAYPwCdkiAAAECBAgQIEBglAL90Oxwcz2Xtud7v6r2UxknMhge0E2uR/Lnnvtp2378u1m2FDk4/CeFZ5ZcJAgQuK4CfpwAAQIEDrnAnx/fanc+sLHyKeuFH7XpS79sk8lkvwhN3kfzbpo2ubS5sOeGbfqJzCfST6SfqPrsPTjjROarlgvQVC3nsl4QIEDgqAgoPnNU/lKekwCByxBwKQECBAgQIECAAAECBAgQIDB+ATskQIAAAQIECBAgQIAAAQIExi9ghwQIECBAgAABAgQIECBAgMD4BezwWghUzQ7R9t9adYA2ueF8H6dNLM7lUG9i+9mftK0DCs/c/eDZloPD/VotAQIECBAgQIAAgc8r8JfHN9udJ1YXoGkv/Ki1V25bKkCT99Ye+Z30886aSD+5RPqJxX7GPfp8xulXLRebqZp/z85aQYDAQQLyh01A8ZnD9hfxPAQIECBAgAABAgQIEBiDgD0QIECAAAECBAgQIECAAAEC4xewQwIECBAgQIAAAQIECBAgQGD8AnZIgAABAgQIjEogh2QXN5Rc1fzB2eSG6/o4bdVnB2oz7pH128/8uO088f10l+KuB862Pz22tZSXIECAAAECBA6BgEcgcEQE/vLEZrvjxNmVT7v3/I/a9KVftF5YZtimnxi+u+YmPZf+4tziuK9Jm8h81fx7dPKJzKUVBAgQOEoCis8cpb+WZyVAgAABAl9SwGUECBAgQIAAAQIECBAgQIDA+AXskAABAgQIECBAgAABAgQIEBi/gB0SIECAAAECBAgQIECAAIHLEaj6rHBM7pNDsVXzB2aTy1yPPu7tMJ9cP7C7/fR/t50n/61Pz7V3PrDR/vy4wjNzKBcZmCJAgAABAgQIEDhY4K9PbLXbDyhAUy/+d5u8+LM2mUza8F21v7MmlzunTS6RfnI9Mk5k3Nv0ewxz6VfNv09nXdX8e3dyggABAoddQPGZa/8X8osECBAgQIAAAQIECBAgQIDA+AXskAABAgQIECBAgAABAgQIEBi/gB0SIECAAAECBAgQIECAAAEC4xewQwIECIxCIIdiFzeSXNX8Qdnkhuv6uLeZS38xtp7+r7Z9UOGZExvtL49v5lJBgAABAgQIECBA4IoI/C0FaO4/u/Je9eKP2/TFny8VoFl8h+2FZ5KfTqf790o/nbSJ3k87jD6XXPpV8+/VyScyl1YQIEDgKAgoPnMU/kqekQABAgQIECBA4DIFXE6AAAECBAgQIECAAAECBAiMX8AOCRAgQIAAAQIECBAgQIAAgfEL2CEBAgQIECBAgAABAl9GoKrmLssh2Kr5A7LJZVHVbG0f9zZz6Q8jB3a3n/7vtvPkv2d6Ke5M4ZknFJ5ZgpEgQOASAqYJECBAgMClBf725Fa77b4DCtC89OM2fennLe+reX9Nuxj5hT7X257rbfK9nzZRNf++nFzWVc2/XydfNVubviBAgMBhF1B85rD/hTwfgTEK2BMBAgQIECBAgAABAgQIECAwfgE7JECAAAECBAgQIECAAAECBMYvYIcECBAgQIAAAQIECBAgQIDA+AXscHQCqw7GJtc3mn4i4972fsY9cnh3++n/ajtPrS48c8eJs+0vCs+EThAgQIAAAQIECFwlgfue2mq/vO/MyrvXiz9u0xd/1iaTScs7bN5f066KPtfbrMlN0ybX+2mHkfk+Tr9quQBNn9cSOPQCHvDYCyg+c+z/FwBAgAABAgQIECBAgMBxELBHAgQIECBAgAABAgQIECBAYPwCdkiAAAECBAgQIECAAAECBAiMX8AOCRAgQIAAAQKfVyCHXxfXJlc1fyA2ueG6Ph626Q8jB3BnhWd+MLz0Qv/2E2fbX5/YujDWIUCAAAECBL6YgNUECHx+gfuf2m6/vO/s6gte/HHbe+lnLe+veZ9Nm+j9tD2ST+RGPZe2j3vbcxknhuP0q+bft7Mmkbm0ggABAodVQPGZw/qX8VwECBAgMGYBeyNAgAABAgQIECBAgAABAgTGL2CHBAgQIECAAAECBAgQIECAwPgF7JAAAQIECBAgQIAAAQIECBxagaqae7Ycdq2aPwib3HBRH/e2z2U8jO2nf9R2njqg8Mz9Z9vfxlV4pjNoCRAgQIAAAQIEDqnA/U9ttV/87aACND9p0xd/urIATd/O8F13WIBmcT7jrE07jGEu/ar59+6srZp/P09OECBA4DAJKD7TDtOfw7MQIECAAAECBAgQIECAAAECV0fAXQkQIECAAAECBAgQIECAAIHxC9ghAQIECBAgQIAAAQIECBAgMH4BOyRAgACBSwnksOvimuSq5g/AJjdc18e9zVz6i7H91H+2nad+mOmluD2FZ57cWspLECBAgAABAgQIEPhiAl989YmnL16AZu+l5QI0KTSTWHzn7bk8ReZ6O+wnN4w+l1z6VfPv38knMpdWECBA4LAJKD5z2P4inocAAQIECBAgcBwE7JEAAQIECBAgQIAAAQIECBAYv4AdEiBAgAABAgQIECBAgAABAuMXsEMCBAgQIECAAAECBA6dQFVdeKYcbE1UzR98TS6LqmZr+7i3mUt/Mbaf/lHbPqDwzG33nW1/U3gmdILA+ATsiAABAgQIHBGBFKD5+V/PrHzavRd+0qYv/E/rhWXSJobvvLlwmEs/uazp7bCfXKJq/r06uayrmr2Hp779l78AABAASURBVJ9comq2Nn1BgACBwySg+Mxh+mt4FgLXScDPEiBAgAABAgQIECBAgAABAuMXsEMCBAgQIECAAAECBAgQIEBg/AJ2SIAAAQIECBAgQIAAAQIECIxfwA4JHCQwPNA6XFM1O/Dac8N16Scy19vez7hHDt1uP/WfbfvJH2R6KX5535l231NbS3kJAgQIECBAgAABAtda4IFntttBBWjaS//TJi/8pE0mk5Z33bznJtLvkedNv+d7m9xwrveH7ap+1epiM/1+uUYQWCUgR+BaCyg+c63F/R4BAgQIECBAgAABAgRaY0CAAAECBAgQIECAAAECBAiMX8AOCRAgQIAAAQIECBAgQIAAgfEL2CEBAgQIECBA4FAI5OBq1fyh1p5L2x9y2E+uj4dt+oux8/R/tu2nfphLluK2+862+5/aXspLECBAgACBEQnYCgECR0zgYgVo6qWftvZJrCpAMyw0M3wnzvZXjXs+7TCyto/Tr5ovCJm5quVc8oIAAQLXS0Dxmesl73cJECBA4BAJeBQCBAgQIECAAAECBAgQIEBg/AJ2SIAAAQIECBAgQIAAAQIECIxfwA4JECBAgAABAgQIECBAgMDxFKi6/MIzXS6HY4ex9eQP2/ZT/9Gn59pf3ne23ffU1lzu6g/8AgECBAgQIECAAIFLC6QAzc/+cnblwr0X/6ftvfCTtqoATX8XzoW9n6I0fZw20ed6P23VZ+/lmU8ukX7VcrGZqs/WZ50gQIDA9RQ4fMVnrqeG3yZAgAABAgQIECBAgAABAgSujYBfIUCAAAECBAgQIECAAAECBMYvYIcECBAgQIAAAQIECBAgQIDA+AXskAABAgSuq0AOsS4+QHJV8wdbkxuu6+Nhm/5ibD/1w7bz9H8OL73Q/+Xfzrb7FZ654KFDgAABAgQIEBi1wBHd3IPPbrWf/fnM6qd/+Wdt78WftBSWWRX93Thz6afNjdJPpJ/o/bSJ5HoMx+lXzb+nr1rXc1oCBAhcawHFZ661uN8jQIAAAQIECBxCAY9EgAABAgQIECBAgAABAgQIjF/ADgkQIECAAAECBAgQIECAAIHxC9ghAQIECBAgQIAAAQLHS6CqLmw4h1kTVfMHWpO7sOiTTh/39pPU/n8ZD2PryR+07adWF575RQrPPL21f51/CBC49gJ+kQABAgQIEPj8Ag8+t91++pcDCtC89LM2ee6/W38PToGZRMa9zS/1ftqMM5824/QTGfc2/R7DXPpVs/f19Puaqs/e63tOS4AAgWstoPjMtRb3ewQuLWAFAQIECBAgQIAAAQIECBAgMH4BOyRAgAABAgQIECBAgAABAgTGL2CHBAgQIECAAAECBAgQIECAwPgF7JDAdREYHlQdPkDV7CBrzy2u6+PeZl36i7H1xA/aztM/yvRS/OKvZ9oJhWeWXCQIECBAgAABAgQOr8BDz263//nz6gI09crP2/T5/24pJDOMvCNnnDY76/20fZw2kTU9n35ywxjm0q9aXWwmc8Pr9A+VgIchMHoBxWdG/ye2QQIECBAgQIAAAQIELi1gBQECBAgQIECAAAECBAgQIDB+ATskQIAAAQIECBAgQIAAAQIExi9ghwQIECBAgACB8QvkQGrVZ4dVM05UfbHCM7lmVWw98e9t55nVhWd+/rcz7cQz2+NHtkMCBAgQOOQCHo8AAQJfXODh57bb//xpdQGa9vKsAE3ej1NEpkcfp80vJp9+2ozT79HHwzb9Hlk37FfN3t+H+apZrq/TEiBA4FoKKD5zLbX9FgECBAh8PgGrCBAgQIAAAQIECBAgQIAAgfEL2CEBAgQIECBAgAABAgQIECAwfgE7JECAAAECBAgQIECAAAECBK64QNVnhWf6zavmD6kOD7BmTR/3NrlExsOYFZ75r0wtxc//eqY98PSKwjNLKyUIECBAgAABAgQIHE6Bh5/fbj/50+nVD7dfgOa/Wn8/ToGZRMZpE7kw48RwnHxiVb7qs/f3zGddIv2qz+aSS1Qt55IXBAgQuNoClyw+c7UfwP0JECBAgAABAgQIECBAgACB6y/gCQgQIECAAAECBAgQIECAAIHxC9ghAQIECBAgQIAAAQIECBAgMH4BOyRAgACB8QrkcOri7pKr+mKFZ3LNqth64t/azjOrC8/87K9n2wPPKDyz6G9MgAABAgQIELheAn73ywv8/fmd9uM/nVl9g5d/0fae/6+WwjLD6O/PyaU/bHOj5Hr0cW+TT7/HcJx+1fz7/Kp1PaclQIDA1RRQfOZq6ro3AQIECBAgQODLCbiKAAECBAgQIECAAAECBAgQGL+AHRIgQIAAAQIECBAgQIAAAQLjF7BDAgQIECBAgAABAgQIXDGBqpq716qDqsllUdVsbR/3NnOJjIex9fj3284z/52ppfjZX862B5/ZWspLECBwQUCHAAECBAgQOGIC/3h+u/34j6sL0Oy9/Is2ff5Hrb8vp9BMj+TSz3bTDsfpJ59IP9H7aRNV8+/pyWVd1XIBmqrZ2qwRBAgQuBYCis9cC2W/ccQFPD4BAgQIECBAgAABAgQIECAwfgE7JECAAAECBAgQIECAAAECBMYvYIcECBAgQIAAAQIECBAgQIDA+AXskMD4BHIYdXFXyVXNH1BNrq/rB2EzHubTX4zNx7/Xdp79cZYuxU//cqY9+KzCM0swEgQIECBAgAABAkde4B8vbLf/PqAATXv5l2363I9af6/u7fBdOgA939s+n7lV/azLXCLzaRPpV82/3yefyFxasShgTIDAlRZQfOZKi7ofAQIECBAgQIAAAQKXL+AOBAgQIECAAAECBAgQIECAwPgF7JAAAQIECBAgQIAAAQIECBAYv4AdEiBAgAABAgQIXLZAVV24Rw6eJqrmD6Yml0VVq/OZ7wdd0++x9fj327lnf5JLl+Knfz7THnp2eykvQYAAAQIElgQkCBAgcEQFHkkBmj+cXv30r/yy7T0/X4Am79SJyWSyX5gmF2bc368z7v1hm3yP5Ktm7/jpL+aTS/R81WxtH2sJECBwtQQUn7lasu5LgACBEQnYCgECBAgQIECAAAECBAgQIDB+ATskQIAAAQIECBAgQIAAAQIExi9ghwQIECBAgAABAgQIECBAgMDRF6haXWAmO8sh1bSJ3k+bSG54MHb7ie+3nWd/nPRS/M9fzrSHnlN4ZglGggABAgQIECBAYHQCj7y40/7rgAI0ey//sk2e/Y/9QjN5px6+T2ecCEjPp82453t/OO65tInhXPpVis3ERRAgcGmBK71C8ZkrLep+BAgQIECAAAECBAgQIEDg8gXcgQABAgQIECBAgAABAgQIEBi/gB0SIECAAAECBAgQIECAAAEC4xewQwIECBAg8KUEcuh08cLkqg4uPJP1WbPYJlc1uy79xNbj32vbzxxQeObPZ9rDzyo8E0dBgAABAgQIEPicApYdcYFHX9xpPzqgAE29envbe+4/LxSgyft0IoVmJpNJSz/bzzj9tBmnvxjJr4qs6/n0q2bv7z3X28z1vpYAAQJXWkDxmSst6n4ECBAgQIDACAVsiQABAgQIECBAgAABAgQIEBi/gB0SIECAAAECBAgQIECAAAEC4xewQwIECBAgQIAAAQIECBwNgaqae9AcMq2aP4Ca3HBRH/c2c72fA7DpJzYf+07befYnmV6K/0nhmecUnlmCkThiAh6XAAECBAgQIPDFBU6mAM3vz6y8cO+V29r02R/uF6BJwZnh+3Xv58LeT5tx3r/TJtJP9H7aYfS55NKvmn//T75q/jshOUGAAIErJaD4zJWSdJ9rJ+CXCBAgQIAAAQIECBAgQIAAgfEL2CEBAgQIECBAgAABAgQIECAwfgE7JECAAAECBAgQIECAAAECBMYvYIcECHwhgRwyXbwguar5g6fJDdf1cW8zl37V7Lr0E5snb23nnvtpppfiJ3860x5WeGbJRYIAAQIECBAgQOD4CJx8abv95+9Or97wq3fsF6DJe3UiBWbSJlKQJm0uTL5Hcj0yt9hPbhiZ7+P0q2bv8z3X28z1/qFpPQgBAkdeQPGZI/8ntAECBAgQIECAAAECV1/ALxAgQIAAAQIECBAgQIAAAQLjF7BDAgQIECBAgAABAgQIECBAYPwCdkiAAAECBAgQIHC4BarqwgPmQGmi6rMDp1Wz+apqVbW/Nmt67Cc++SeHXT9pWto+t/nYre3c8z9Leil+8qfT7e/Pby/lJQgQIEDgaAp4agIECBD48gKPvbzT/uMiBWj2nvuPlmIzedfukXfu9NMOI7k8yTDX+z2fNlFVF97xqyqplrVVs++B9PeTn/xTNZv/pOs/AgQIXDEBxWeuGKUbESBA4JoJ+CECBAgQIECAAAECBAgQIEBg/AJ2SIAAAQIECBAgQIAAAQIECIxfwA4JECBAgAABAgQIECBAgACB8Qtc1g6rZgdN+036gdO0Ociats/1tuf6fMabJ29t555bXXjmx3860/7+/E6/XEuAAAECBAgQIEDg2As8fpECNHuv3N72nv3hfmGYvHMnApb37sV+z6VNZF0i/WEMc72fNpF1VYrNxEIQOOQCR/7xFJ858n9CGyBAgAABAgQIECBAgACBqy/gFwgQIECAAAECBAgQIECAAIHxC9ghAQIECBAgQIAAAQIECBAgMH4BOyRAgAABAodPIIdJF58quaqDC89kvl/T+2lXxdZjt7Zzzx9ceOYfz2/3W2kJECBAgAABAiMRsA0Cly+QAjQ//O3p1Td67c42ffYHLcVm8g4+mUz2+xmnn9xi5EY91/tpE6vyyWUukX7V/PdB8onMpRUECBC4XAHFZy5X0PUECBAgQIDAtRfwiwQIECBAgAABAgQIECBAgMD4BeyQAAECBAgQIECAAAECBAgQGL+AHRIgQIAAAQIECBAgQIBAq6o5hRwerZo/WJpcFqVNpJ9Y7Gc8jM2T3247z60uPPPffzzTFJ6JorjqAn6AAAECBAgQIHBEBZ54Zaf94Lfrq5/+1Tvb3qcFaFJ0JjF8F89FGfd8b5NL9Pne7+NVbc9VzX8nJF81/z2RnCBAgMCXEVB85suouWZOwIAAAQIECBAgQIAAAQIECBAYv4AdEiBAgAABAgQIECBAgAABAuMXsEMCBAgQIECAAAECBAgQIEBg/AJ2SIDA4REYHjLtT5Vc1fKB0uH8xfq5PodaE5uPfqude/7nfflcm8Izj7ywPZczIECAAAECBAgQIEBgWeDJV861H/z29PJEMq/d1fae/feW9+/+Lp420XO9n3Ei4x65xbC/apxcj6ytWv29kLm+Lq0gQIDAFxVQfOaLillPgAABAgQIECBA4PoLeAICBAgQIECAAAECBAgQIEBg/AJ2SIAAAQIECBAgQIAAAQIECIxfwA4JECBAgAABAgSOsUBVXdh9DoomqpYPkq7KJ9cv7v20PbZOfqude+EXfclc+99/ON0UnpkjMSBAgMDVFnB/AgQIEDjiAk/35tXQAAAQAElEQVS+stN+8JvVBWj2Xl0uQLNYZKa/p6fNXDjSTyz2M05kruri3wdZk7WJqs++LzIWBAgQ+KICis98UTHrCRAgsCQgQYAAAQIECBAgQIAAAQIECIxfwA4JECBAgAABAgQIECBAgACB8QvYIQECBAgQIECAAAECBAgQIDB+gcO7w6rVB0vzxP2AavrDA6bpJzKfNrF18tvt3Au/zNKl+K8UnnlxZykvQYAAAQIECBAgQIDAxQWefPXgAjTttbvb5Onvt8lk0vJOnvfzRPo9cvfev9hc1vXIuvRzXdoeGVcpNtM9tARWC8h+UQHFZ76omPUECBAgQIAAAQIECBAgcP0FPAEBAgQIECBAgAABAgQIECAwfgE7JECAAAECBAgQIECAAAECBMYvYIcECBAgQOCYC+TQaKLq4MIzQ6Ks7eP0h5GDqZuP3tLOvfCLvmSu/dEfTrdHFZ6ZMzEgQIAAAQIErpGAnyEwEoEUoPn3X6+v3E29fk/be+bfWt7L856eNrHYH45zo4wTi/2Mh9HX9FzGVbPviPR7XkuAAIEvK6D4zJeVcx0BAgQIECBwQUCHAAECBAgQIECAAAECBAgQGL+AHRIgQIAAAQIECBAgQIAAAQLjF7BDAgQIECBAgAABAgQIELj2AlWzA6PDX+6HR3ubucV+xsPY2i8888ssXYr/+v2ZdlLhmSWX45qwbwIECBAgQIAAgS8v8NRr59q//2p1AZr2+j1t+sz322QyaXlXT/GZRPo98su9f7G5rEtkbdrEsN/HVZWuIECAwGULKD5z2YSH7gYeiAABAgQIECBAgAABAgQIEBi/gB0SIECAAAECBAgQIECAAAEC4xewQwIECBAgQIAAAQIECBAgQGD8AnZIgMAxEVg8JJptJ1c1X3gmuUTme2ScWBwnl8Oqic1Hb27nXrytL5lrf/T7M+3Rl7bncgYECBAgQIAAAQIECHx5gadeP9f+7dcHFKB57Z6298z3W97T+zv73t7ehXFyPbIm0cdp81RpE+lXXfybIeuq5tfkukTm0goCBAh8HgHFZz6PkjUECBAgQIAAAQIELipgkgABAgQIECBAgAABAgQIEBi/gB0SIECAAAECBAgQIECAAAEC4xewQwIECBAgQIAAAQJXR6CqLtw4B0ATVcsHRKuqVc3yWZOLejvsJ9dj++Qt7dwLqwvP/OfvTreTCs+EThAgQGAgoEuAAAECBC5f4OnXzrXv/+r06hu9fm+bPvXdCwVnhgVmhv3+Tp9cbtTHw35yw3HV7JshuR5ZUzX/HZG5qkojCBAg8LkEFJ/5XEwWESBwpAQ8LAECBAgQIECAAAECBAgQIDB+ATskQIAAAQIECBAgQIAAAQIExi9ghwQIECBAgAABAgQIECBAgMD4BUa+wxwCXbXFqtnB0FVzOXhaNTskOrw+/UTm0ya2T97cdi5SeOaxl3dW/YQcAQIECBAgQIAAAQJXQOCZ13fa9+9dX32nN37Vpk9/t00mk5Z397zHJ9JfFYtzuWlfl36P5Hp/2CZfNfuOGObTz1xaQeC6CvjxQy+g+Myh/xN5QAIECBAgQIAAAQIECBx+AU9IgAABAgQIECBAgAABAgQIjF/ADgkQIECAAAECBAgQIECAAIHxC9ghAQIECBAgcGUE+uHOqs8OfyaXqLp44Zk8QdYl0k+k3yOHUhMb/7ix7bxwe6aX4j9/d7opPLPEIkGAAAECBAh8KqAhQODKCTzzxrn2vYMK0Lz+q9ae+X7L+3ve59Mmej9tniRt8on0e/S5jNOvmn1L9HFyw0i+anlN1ey7JPPD9foECBAYCig+M9TQJ0CAAAEC4xCwCwIECBAgQIAAAQIECBAgQGD8AnZIgAABAgQIECBAgAABAgQIjF/ADgkQIECAAAECBAgQIEDgiApUzQ53Lj5+1ewg6GI+4xw0rZpdNzwUmn7mhu3mIze28y/dkcuW4j8UnlkyOeQJj0eAAAECBAgQIHDEBZ5941z77r3rbW/FPvZev7dNn/7uygI0/R0/l6Wf6O/+6SeGc4vjzC1G1lTNvisW56pW5xfXGRMgcDwFFJ+56n93P0CAAAECBAgQIECAAAECBAiMX8AOCRAgQIAAAQIECBAgQIAAgfEL2CEBAgQIECBAgAABAgQIECAwfgE7JECAwOUL5LDn4l2Sq7p44Zlck3WJ9BPpJ9Lvh1C39gvP3JnUUvzwt6fb4y/vLOUlCBAgQIAAAQIECBAYClz5/nNvnGvfu2e9raxA8/qv2uTJW+cK0OQ9v0d/1z9onKftc+lXzb4tkst4MZKvmq1ZNbeYMyZAgEAEFJ+JgiBAgAABAgQIEBiXgN0QIECAAAECBAgQIECAAAEC4xewQwIECBAgQIAAAQIECBAgQGD8AnZIgAABAgQIECBA4AgKVNWFp86hz0TVwQc/c9C0anZN1vaL0++RNelvPvLNdu6lgwrPrLcnXlF4pvtpCRA4QgIelQABAgQIjETguTfPte/cu9by7r64pXrzN2361HwBmrznJ7I+kWvSJob5jIdzi+PMLUbWVM2+Q9Lv81Wzb48+1hIgQKALKD7TJbQECFw1ATcmQIAAAQIECBAgQIAAAQIExi9ghwQIECBAgAABAgQIECBAgMD4BeyQAAECBAgQIECAAAECBAgQGL+AHX55geGBzuFdqmYHPoe59LM+sdgfjjPfD51u/uNf2/mX7sr0UvzwNyk8c24pL0GAAAECBAgQIECAwLUVeP7N8+0796y36d7e8g+/8VkBmrznJ/LOP4xc1MeL88O59Ktm3xpZn/FiJF+1uthM5hbXGx8vAbslsCig+MyiiDEBAgQIECBAgAABAgSOvoAdECBAgAABAgQIECBAgAABAuMXsEMCBAgQIECAAAECBAgQIEBg/AJ2SIAAAQIECBwBgX5os+qzQ53JJapmh0EXt5G5RM8v9jNO9MOmWyk88/Ldfflc+4Pfnm5PvKrwzByKAQECBAgQOFoCnpYAgZEJvPDW+fbde0+3yYr6M+3TAjR530/knT8x7Icj40SfSz8xnBuOsy5zi5E1VbPvkvT7fNXs+2WY63NaAgSOp4DiM8fz727XBAgQIHBNBfwYAQIECBAgQIAAAQIECBAgMH4BOyRAgAABAgQIECBAgAABAgTGL2CHBAgQIECAAAECBAgQIEBgWaBqdmhzcaZqdsBzMZ/DnYmq2XXp9zXp98jh0fS3HvlmO3dA4Zl//83p9uQrO/1y7RURcBMCBAgQIECAAAECly/wwpvn2nfvWW/T6Yp7vfGbNnniW5/MTVve+fPun0h/VSzO5Y59Xfo9sq73h23WVs2+P4b59KtW5zMnCBA4XgLHr/jM8fr72i0BAgQIECBAgAABAgQIEDieAnZNgAABAgQIECBAgAABAgQIjF/ADgkQIECAAAECBAgQIECAAIHxC9ghAQIEDrlADnEOHzHjRNXFC8/kmqxLpJ9Iv0cOjaa/9Y9/bedeuivTS5HCM0+9qvDMEowEAQIECBAgQIDA0RMY6RO/+Na5dus9a22yogBNvfW7NnnyW20ymSwVoMn3QEjyTdAjud5PO5xPv2pWRCbrMl6MXFM1+05Jfzi/OB7O6RMgcHwEFJ85Pn9rOyVAgAABAgQIXDcBP0yAAAECBAgQIECAAAECBAiMX8AOCRAgQIAAAQIECBAgQIAAgfEL2CEBAgQIECBAgAABAvMCVbMDnsn2A5tVswOdyQ0j84mq2TXp9/n0F2PrH//Szr18d18y1/77r083hWfmSAwIELiCAm5FgAABAgQIXDmBl94+375zz1rbnSzfs978Xdt76tstBWPyPZA2kX6PXNX7mRuOh/2syTjR16U/jKypWv4eqZrlhmv1CRA4fgKKzxy/v7kdEyBAgAABAgQIECBAgAABAgQIjF/ADgkQIECAAAECBAgQIECAAIHxC9ghAQIECBAgQIAAAQIECBAgMH4BOzykAjm0uerRqi5eeCbX5NpE+on0F2NWeOaeTC/Fv/16vT312s5SXoIAAQIECBAgQIAAgcMp8FkBmr3lB3zzd2365C1tMpm0fBekcEyPLE4/+R6L46zpc+lXzQrJZF3Gi5G1VbM1q+YWc8bXTMAPEbjuAorPXPc/gQcgQIAAAQIECBAgQGD8AnZIgAABAgQIECBAgAABAgQIjF/ADgkQIECAAAECBAgQIECAAIHxC9ghAQIECBAgcNwFclAzBlWfHdZMLlF16cIzuTZr0ybS75HDoelv/v2f27mXVxee+fdfrbenXzuXSwUBAgQIECBw1QTcmAABAlde4OV3zrfv3HO67U5WFaD5/X4Bmv5NkLZHvhESeaK0q2JxLuNE7pF2MXKPqtn3S/p9vmr2nTPM9TktAQLjF1B8Zvx/YzskQIAAgUUBYwIECBAgQIAAAQIECBAgQGD8AnZIgAABAgQIECBAgAABAgQIjF/ADgkQIECAAAECBAgQIECAwDUWqJodxlz82arZwc3FfA5tJqpm16Xf16Tfox8K3Xz4n9q5l+/tS+baf/v1envq9WNYeGZOwYAAAQIECBAgQIDA0RV4+Z1z7dZ71tv53eUCNPXWH9r0iVtavg3ynZA2kX4i/ew8/UTGaXv0ueTT77E47vlcVzX7Tum53latzvd5LQEC4xS47sVnxslqVwQIECBAgAABAgQIECBAgMBQQJ8AAQIECBAgQIAAAQIECBAYv4AdEiBAgAABAgQIECBAgAABAuMXsEMCBAgcV4EczFzce3KJqosXnsl1WZcY9jNO5DBo2rMP3dDOvfKrLFmK7//qdHv6NYVnlmAkCBAgQIAAAQIEroqAm149gVfeOd++s1+AZsVvvPX7Nn3i5v0CNPlOGEa+GTJe1SaX6Hfs/apZEZlc1+eGbdZVzb5n0h/Opb8ql7wgQGCcAorPjPPvalcECBAgQIAAgYsJmCNAgAABAgQIECBAgAABAgTGL2CHBAgQIECAAAECBAgQIECAwPgF7JAAAQIECBAgQIAAgWskUDU7tLn4c1Wzg5qL+RzSTFTNrkt/uCbjRA6Bpt18+J/a7qu/Hi650P/er063Z17fuTDWIUDg2AnYMAECBAgQIDAygVfePd9uvWetnT+/YmNv/WG/AE2+ExL9m2GxzVyi59NP5I5pe2ScyLq0i5F1VbPvlsW5qtX5xXXGBAiMQ0DxmXH8He3iSAt4eAIECBAgQIAAAQIECBAgQGD8AnZIgAABAgQIECBAgAABAgQIjF/ADgkQIECAAAECBAgQIECAAIHxC9jhcRTIYczFfSdXdfHCM7km6xLpJ9Lv0Q9/bj58Qzt/QOGZ79+73p5VeCZ0ggABAgQIECBAgMCoBF5NAZp719q53b3lfe0XoLmp5Zsh3w+LbXIXi9ywz6dfNSsik/tkvBhZW3Xw983i+uMxtksCx09A8Znj9ze3YwIECBAgQIAAAQIECBAgQIAAAQIECBAgQIAAAQLjF7BDAgQIECBA1tEAlwAAEABJREFUgAABAgQIECBAYPwCdkiAAAECBAgQuIoCOYCZ21fNDmqmn1yi6uIHM6tm12Rtrkuk36Mf+tx46Bvt/Ku/yfRSfO/e9fbMG+eW8hIECBAgQODYCdgwAQIERiqQAjTfuXut7ZxfVYDmj236+I0XLUATluE3Ru+nHc71cXL9WyT9YWRN1ew7J/0+V7X8bdPntAQIjEtA8Zlx/T3thgABAkdSwEMTIECAAAECBAgQIECAAAEC4xewQwIECBAgQIAAAQIECBAgQGD8AnZIgAABAgQIECBAgAABAgTGJFA1O2TZ99QPYFbNDmT2fG8zn8g4bSL9RPo9+mHPjYe+fmDhme/eu96ePaSFZ7IfQYAAAQIECBAgQIDAlRF49b3ddmABmrf/1KZPHFyApn9b9G+NxTZPmFxfV1WtqvYL2mRuMbK2qvbT6e93Pv2napb/dKghQGCEAovFZ0a4RVsiQIAAAQIECBAgQIAAAQIEFgQMCRAgQIAAAQIECBAgQIAAgfEL2CEBAgQIECBAgAABAgQIECAwfgE7JECAAIGrILB4yDI/0XNV1Xo/+R7JJTJOmxj2M070Q5+b+4VnfpslS5HCM88pPLPkIkGAAAECBAgQOMYCtj5ygdfe32233r3eds7tLe/0rT+1yWPf3C8Yk2+KHvm2SL+36a+KfsM+18e5rveHbdZVzQrNpD+cS39VLnlBgMDRF1B85uj/De2AAAECBAgQOPICNkCAAAECBAgQIECAAAECBAiMX8AOCRAgQIAAAQIECBAgQIAAgfEL2CEBAgQIECBAgAABAmMQqJodtOx76Ycrqw4uPNPXpu3r009knOiHOzce/Ho79+oBhWfuWW8Kz0RNEDjMAp6NAAECBAgQIHDlBV5//3y79ZPvge0VBWjqnT+3vSdu3C9AM5lM9gti9m+M3uaJ0k/k2yNtjz7X8xknMp92MZKvmn0XpT+cr5rlhzl9AgTGIaD4zDj+jnZxJQXciwABAgQIECBAgAABAgQIEBi/gB0SIECAAAECBAgQIECAAAEC4xewQwIECBAgQIAAAQIECBAgQGD8AnZI4AoLLB6s7OOqixee6euGbfo9csgzj7rx4P/Xzr+2uvDMd+5Za8+9eS7LBAECBAgQIECAAAECx1BgvwDN3Wtta2e6tPu9t/7Upo9/c78ATb4vEv17I20f9za5xchNM5820efTX4zMVc0KzaQ/nF8cD+euWt+NCRC46gKKz1x1Yj9AgAABAgQIECBAgMClBMwTIECAAAECBAgQIECAAAEC4xewQwIECBAgQIAAAQIECBAgQGD8AnZIgAABAgQIEDiqAv3wZNXscGX2Mcz1fvI9FnN9PGzT74c7N/cLz/yuXz7X3nr3Wnv+zfNzOQMCBAgQIHBYBTwXAQIECFw9gTc+2G233rPets8tF6Bpb/+5TR//17kCNPneSAy/PdJP9Hz6eeLFNrlEz6c/jOSrZt9I6fe5quVcn9MSIHB0BRSfObp/O09OgACBqyXgvgQIECBAgAABAgQIECBAgMD4BeyQAAECBAgQIECAAAECBAgQGL+AHRIgQIAAAQIECBAgQIAAAQKfU6BqdniyL+8HK6uq9X6fSzvMpZ9IvkfGiRz2TG7jwf/Vzr22uvDMd+5Zby+89aULz+T2ggABAgQIECBAgACBEQm8+cFu+/Zd621rZ29pV/XOX9v0sX/Z/04ZfnOk3yMX5Vukj3ubfCLjzKffI7neH7bJV82+l9IfzlXN8sOcPgECV03gqt9Y8ZmrTuwHCBAgQIAAAQIECBAgQIDApQTMEyBAgAABAgQIECBAgAABAuMXsEMCBAgQIECAAAECBAgQIEBg/AJ2SIAAAQJHTWDx8GSev+eqLl54Jut69Ov6OG0/zLn54P9q51/7fZYsxa13r7fn3zy3lJcgQIAAAQIECBA4zAKejcDVF3jzw9327bvX2uaKAjQtBWge/5eWb458e0wmk/1+xonk8oRpEz2Xfo/M93z6w3zGw8hc1azQTPrDufRX5ZIXBAgcLQHFZ47W38vTEiBAgAABAtdCwG8QIECAAAECBAgQIECAAAEC4xewQwIECBAgQIAAAQIECBAgQGD8AnZIgAABAgQIECBAgACBSwhUzQ5Q9mX90GTVpQvP5Jq+ftim3w9xpvDMuQMKz3z77vX2wlsKz8RRELgsARcTIECAAAECBEYq8NaHu+3Wu9faxvbe8g7f/mubPvYvbVh4Zvgtkn4uSpvo3yjp93zank8/c4n0FyP5qtn3U/rD+apZfpjTJ0Dg6AkoPnP0/mbH7oltmAABAgQIECBAgAABAgQIEBi/gB0SIECAAAECBAgQIECAAAEC4xewQwIECBAgQIAAAQIECBAgQGD8AnZI4KgILB6WzHP3XNWXLzwzvM/FCs9866619qLCM+ESBAgQIECAAAECBAhcRKAXoNncni6veuevbe+xf2m9gMywTVGafOMsRm6S3LDNdRknMpdIfzGSr5oVmkl/1fxizpgAgaMjoPjM0flbeVICBAgQIECAAAEC10rA7xAgQIAAAQIECBAgQIAAAQLjF7BDAgQIECBAgAABAgQIECBAYPwCdkiAAAECBAgQILBCIIckq2YHJvt0culXXV7hmRzazL02H/x/2/nX/5BbLsW371prL719fikvQYAAAQIEvqSAywgQIEBg5AJvf7TbvnXXettYVYDm3b+16WP/u6XYTL5HEvkmSfR+eDJOJNfHw7bnk0tkbdrFSL5q9j2V/nC+avX31HCNPgECh1dA8ZnD+7fxZAQIEPhUQEOAAAECBAgQIECAAAECBAiMX8AOCRAgQIAAAQIECBAgQIAAgfEL2CEBAgQIECBAgAABAgQIECBwGASqZgcl+7P0A5NVqw9K9vnF9T2fNpHDmnt7e23jxP/dzr22uvDMt+5cay8qPNMptQQIECBAgAABAgQIfE6Bdz7ebd++e72dXVGApt69r+099r9b/yZJIZp8oyR6Lj/T+2kzzvywPSifNcPIdVWz76r0h3NVs/wwp09gnALj25XiM+P7m9oRAQIECBAgQIAAAQIECFyugOsJECBAgAABAgQIECBAgACB8QvYIQECBAgQIECAAAECBAgQIDB+ATskQIAAAQIDgcVDkZnquapLF57J2sTwuoyHcfbE19r5N/6UJUvxrbvW2kvvnF/KSxAgQIAAAQIECFymgMsJHBOBdz7abd/+5Lvi7NZ0ecf7BWj++UIBmhSSGUa+W3JRcumnzTj9YdvzySX6fPrDSL5qVmgm/eFc+qtyyQsCBA6vgOIzh/dv48kIECBAgACBTwU0BAgQIECAAAECBAgQIECAwPgF7JAAAQIECBAgQIAAAQIECBAYv4AdEiBAgAABAgQIECBA4HoKVM0ORvZn6Ichqy5eeCbreuTa9Hubfo+NE19ru2/8OVNLccuda+2lt88v5SUIjFHAnggQIECAAAECBK6ewLsfTy5SgOb+Nnn0hjaZTFq+U1JIJm2i9/Nkvd/bzCff255PLtHz6Q8j+arZd1b6w7mqWX6Y0ydA4HALKD5zuP8+h/HpPBMBAgQIECBAgAABAgQIECAwfgE7JECAAAECBAgQIECAAAECBMYvYIcECBAgQIAAAQIECBAgQIDA+AXskACBTwQWD0F+kto/iJm26tKFZ7Ku32PYpt8PZabwzPkDC8+st5ffUXgmjoIAAQIECBAgQIAAgcsXePfUpH3rrvV2ZnOv3+xCW++daHuP/XPr3yppE/l+SVGa9LM4bXLDSD7jtAfNZ24YWV81KzST/nAu/VW55AUBAodPQPGZw/c38UQECBAgQIAAAQIEFgQMCRAgQIAAAQIECBAgQIAAgfEL2CEBAgQIECBAgAABAgQIECAwfgE7JECAAAECBAgQuB4CVbODkP23++HHqssvPJN7XqzwzM13rLWX3zmXZYIAAQIEjo2AjRIgQIAAgasv8N6p3fatu9famc3p8o+9e3/bO/lP+wVoUkSmR76FeuSi5DPubXKJ5NImn7ZHz/dxb5Ovmn13pd/zaatm+fQFAQKHW0DxmcP99/F0BAgcRgHPRIAAAQIECBAgQIAAAQIECIxfwA4JECBAgAABAgQIECBAgACB8QvYIQECBAgQIECAAAECBAgQIDB+gYUd9oOQVRcvPNMv6+uHbfo9zt73lXb+jT/35XNtCs+88u75uZwBAQIECBAgQIAAAQIErpTA+ylAc9fqAjR7797fpidvaP3bJYVkhv0+7m2eKf20iaxN23N93NvMDSP5qlmhmfSHc/oEromAH7lsAcVnLpvQDQgQIECAAAECBAgQIEDgagu4PwECBAgQIECAAAECBAgQIDB+ATskQIAAAQIECBAgQIAAAQIExi9ghwQIECBA4FoJrDrs2HNVly48k7WJPO+wTT8xnUza5omvtt23/polS6HwzBKJBAECBAgQIHCMBGyVAIFrJ/D+2qTdctdaO705Xf7Rd0+0ySNfb/l+2f+OmU5bismkn8gFaRM9nzb5RPJph7mMez79YSRfdXABmswP1+sTIHC4BBSfOVx/D09DgAABAgSOgoBnJECAAAECBAgQIECAAAECBMYvYIcECBAgQIAAAQIECBAgQIDA+AXskAABAgQIECBAgAABAqMVqJodeOwb7Iccqy5eeCbreuTa9HubfmI6nbSNE19t599cXXjmpjvW2ivvns9lgsBhEPAMBAgQIECAAAECIxf4IAVo7lxrpzeWC9DU+w+26clvtHzHzL5nPitAk6IyySXST/R+2rD1ts8ll+j59IeRfNXseyz94VzVLD/M6RMgcHgEFJ85PH+LL/kkLiNAgAABAgQIECBAgAABAgTGL2CHBAgQIECAAAECBAgQIECAwPgF7JAAAQIECBAgQIAAAQIECBAYv4AdEiBwtQUWDzfm93qu6tKFZ4br+3VpL8R02jZPfLXtvvW3LF2KG29fa68qPLPkIkGAAAECBAgQIEDgeAlc+91+uD5pt9y11tZXFKBp7z3Ypo/e0PY++Z7Jt00KySTSX4yezw4yN2z7XPI9Mr8YmauaFZpJf9X8Ys6YAIHrL6D4zPX/G3gCAgQIECBAgACBoybgeQkQIECAAAECBAgQIECAAIHxC9ghAQIECBAgQIAAAQIECBAgMH4BOyRAgAABAgQIEBidQNXsgGPfWD/oWPX5Cs8sXpfrL8R00jbu/0o7/+Zy4Zm9vdZuvP1Ue+298/0WWgIECBA4LAKegwABAgQIHBOBFKD51l2n2vrZyfKO33ugTR79eptOdlu+cVJIJpF+Ihek7ZG5nhu2yWdN1ezbK/3ML0byVavXVM3yi9cYEyBwfQUUn7m+/n6dAIErIOAWBAgQIECAAAECBAgQIECAwPgF7JAAAQIECBAgQIAAAQIECBAYv4AdEiBAgAABAgQIECBAgAABAuMXuJY7zGHH/F7VxQvPZE0i6/tByj5Obj9SeObEV9v5t1Qk9+wAABAASURBVFYVntlrN+0XntnNZYIAAQIECBAgQIAAAQLXTeDD9Wn71l3rbW1jVQGaB9vkka+33fPnlgrQ9G+hfP+k3yMbSW7Y9v6qfOZ6ZL5qVmgm/Z7XHg8Buzx6AorPHL2/mScmQIAAAQIECBAgQIDA9Rbw+wQIECBAgAABAgQIECBAgMD4BeyQAAECBAgQIECAAAECBAgQGL+AHRIgQIAAgVEIrDrE2HNVFy88k3WJRYjkerS9Sdu4/yvt/JvLhWeme3vtxtvX22vvKzyzaGhMgAABAgQIHBoBD0KAwDET+PD0pH3rjvW2dna6tPP64OHWHvunNtldLkDTv4GGbYrQ5CbJ9Tb95NMmlxj2M+6RfNXBBWgy39dqCRC4vgKKz1xff79OgAABAgSugIBbECBAgAABAgQIECBAgAABAuMXsEMCBAgQIECAAAECBAgQIEBg/AJ2SIAAAQIECBAgQIAAAQJfRqBqdpCxX9sPL1ZduvBMv2Z4cDLX92jT3Xbmb/9nO//WfX3phXYybe2m29fb6++fv5DTIXBpASsIECBAgAABAgQIXH2Bj85M2i13rrVTKwrQtPcfansnb/jkc+dcy7dPvocS6ffIE/Zcb5NLZE3aRPqJ3k+7GJmvmn23pT+cr5rlhzl9AgSuj4DiM1fa3f0IECBAgAABAgQIECBAgACB8QvYIQECBAgQIECAAAECBAgQIDB+ATskQIAAAQIECBAgQIAAAQIExi9ghwQIHGmBxUOL2UzPVV288EzWJrI+kX4i/R7Tybl25r7/q+2+fSJTczFN4Zk71hSemVMxIECAAAECBAgQIHBIBY7pY318ZtK+deepdurMJx8wiwbvP9ymj36j5bsn30ApMJNIP9H7ve25fpuMeySX/rBNfxiZr5oVmkl/OJf+qlzyggCBayeg+My1s/ZLBAgQIECAAAECV0nAbQkQIECAAAECBAgQIECAAIHxC9ghAQIECBAgQIAAAQIECBAgMH4BOyRAgAABAgQIECDwRQSqZgcX+zX9sGLVxQvPZF1i8brkekzO77SN+7+ysvDMZNLajbefam+8f77fQkuAAAECX0DAUgIECBAgQODaCXx8ZtpuufNU+/jMJx8yiz/7wd/b5JFvtN1z2y3fQik0k0i/Ry5JLpFcb5PPODHM9Xzaxcjaqtl3XPrD+apZfpjTJ0Dg2gooPnNtvf0ageMgYI8ECBAgQIAAAQIECBAgQIDA+AXskAABAgQIECBAgAABAgQIEBi/gB0SIECAAAECBAgQIECAAAEC4xc4kjtcPKSYTfRc1XzhmZ7vbdYmMh4ekMy4x3R3p22e+GrbffuBLJ2L3eleu/GOU+2ND3bn8gYECBAgQIAAAQIECBA4rAKnzk7bLXeurSxAUx/8vbXH/qlNzm8vFaDJfvp3U76Xhv3MJZJPm0g/0ftpEz3X+1WzQjPDfOYSq3LJi8sWcAMClxRQfOaSRBYQIECAAAECBAgQIEDgsAt4PgIECBAgQIAAAQIECBAgQGD8AnZIgAABAgQIECBAgAABAgQIjF/ADgkQIECAAIFLCeQgYtXsoGJfm1z6VfOFZxZzWZdIfhjJ9ciBy40UnnlnReGZyV676ba19uYHCs8M/fQJECBAgACBLypgPQECBK69wFoK0NyxvrIATfvg723v5A0thTjzbZQiMz0yTuSJ0ybf2+QSGSf6XHKJ5NJWLX/DVc1yfU3WJaqWv+uSFwQIXH0BxWeuvrFfIECAAIHjJmC/BAgQIECAAAECBAgQIECAwPgF7JAAAQIECBAgQIAAAQIECBAYv4AdEiBAgAABAgQIECBAgMChE6iaHVDsD9YPKlatPqDY53ub64YHIpPvMTm/1bYe+FrbfXu58Mz5yV678Y619uaHCs/EcFRhMwQIECBAgAABAgSOicDaxqTdfMd6++j0ZHnHH/yjTR75epvubrd8I+W7KZH+MHJhz/c2uaxJm0g/0ftpFyPzVbPvu/SH81Wz/DCnT4DA1RcYffGZq0/oFwgQIECAAAECBAgQIECAAIHrLeD3CRAgQIAAAQIECBAgQIAAgfEL2CEBAgQIECBAgAABAgQIECAwfgE7JECAwEECi4cRs67nqpYLz2QukXXDGObS7zE5t9m2TnytnV9VeGZ3r910+1p76wOFZ4aW+gQIECBAgAABAgS+rIDrrp/AegrQ3LnWPlxRgKY+fKRNH/1Gm57fWipA0wvNpM3Tp02kn++q3qY/jJ5PuxhZVzUrNJP+qvnFnDEBAldPQPGZq2frzgQIECBAgACB4ypg3wQIECBAgAABAgQIECBAgMD4BeyQAAECBAgQIECAAAECBAgQGL+AHRIgQIAAAQIECBA4NAJVswOJ/YH6wcSq1YVnhuv62hyM7P20PXKwcvOBr7Xz7zzYL7vQnt9t7aY71tpbH37SuZDVIUCAwKgEbIYAAQIECBA4ZgKnN6btlk++cz5cnyzv/INH2t7JG1YWoLnwDTWd7henybh/Z6Wfm6VN9H7aRM+lP4zkq2bfe+kP56pm+WFOnwCBqyeg+MzVs3VnAodEwGMQIECAAAECBAgQIECAAAEC4xewQwIECBAgQIAAAQIECBAgQGD8AnZIgAABAgQIECBAgAABAgQIjF/ADhcFFg8fZr7nquYLzySfyJphJJcDkT2XcY/Juc22cf9X2+47D/XpC+253b124+2nFJ65IKJDgAABAgQIECBAgMBYBE5vTtvNd661VQVo9j54pE0/LUCTb6lh9G+ptLHoc+n3XNpEzx3Uz3wi81WzQjPpJzeMVbnh/NHse2oCh09A8ZnD9zfxRAQIECBAgAABAgQIHHUBz0+AAAECBAgQIECAAAECBAiMX8AOCRAgQIAAAQIECBAgQIAAgfEL2CEBAgQIECBwXQVywLBqdgCxP0hy6VfNF55JbhhZlxjm0k/uQpzfalsPfK3tvrtceGbn/F676fa19vZHu7lMECBAgAABAmMWsDcCBAgcU4EzFylA0z54pE0e+Xrb++S7Kd9QKTKTdhjD3LAfzr6u55Prkbmq5W+9qlku831t2qqLf/9ljSBA4PIFFJ+5fEN3IECAAIFDLuDxCBAgQIAAAQIECBAgQIAAgfEL2CEBAgQIECBAgAABAgQIECAwfgE7JECAAAECBAgQIECAAIHjJVA1O3jYd90PIFbNHzxMPjFc18fDg47JJZKbnt9sZ+//Sjv/zurCMzffofBM97zWrd8jQIAAAQIECBAgQODaCaQAzU2ffP98sD5Z+tH66GSbPvqNNjm30fa/o6bTC22+rYbR53suN0s/bSL9RPqJ3u9tz1XNvgOH+cxVzfLpCwIEro7AtS4+c3V24a4ECBAgQIAAAQIECBAgQIDAYRLwLAQIECBAgAABAgQIECBAgMD4BeyQAAECBAgQIECAAAECBAgQGL+AHRIgQOC6CCweMsxD9FzVfOGZzA0j6xLJ9bb3M86ByL3zm23j/q+03XcfztRc7Jzbazl4+fZHu3N5AwIECBAgQIAAAQIjFrC1Yy5wdmvabr59rb2/NlmW+Ohk2zt5Q8t3VL6nEvm26tEv6OPhfOZ6ftgmn0iuar6ozDCXftYNY1VuOK9PgMCXF1B85svbuZIAAQIECBAgcEQEPCYBAgQIECBAgAABAgQIECAwfgE7JECAAAECBAgQIECAAAECBMYvYIcECBAgQIAAAQIEjodA1fLhw+y8arnwzPDgYfqJqtm69HNd2sT+IcjzG58Wnvl7puZi+9xeu/GOtfaOwjNzLgYECFxrAb9HgAABAgQIELj2Ame3p+3mT76HVhag+fBkmz76jdZ2N9v+d9Xe3lKbb648ddq+Jv2eW9Xvc2mHkbVVs+/C9IdzVbP8MKdPgMCVEVB85so4uguBzy9gJQECBAgQIECAAAECBAgQIDB+ATskQIAAAQIECBAgQIAAAQIExi9ghwQIECBAgAABAgQIECBAgMD4BezwmgosHirMj/dcVbXe7/nhuOfS5qBj2kTWZLzfnjvbNk58te2+949MzcX2uWm76Y5T7d2Pd+fyBgQIECBAgAABAgQIEDguAhvb+S5aa++fWvFd9NFjbfLI19tk50ybTCb7xWcufGtNp/vfaxnHKt9fwxjmFvt9PGx7v2pWaCb3Sm4Yq3LD+S/cdwEBAk3xGf8TECBAgAABAgQIECAwegEbJECAAAECBAgQIECAAAECBMYvYIcECBAgQIAAAQIECBAgQIDA+AXskAABAgQIEBivQA4OVs0OFvZdJpd+1XzhmeSGkXWJqvl1yfXDj9NzZ9vmia+13XeXC89spfDM7Wvt3Y8nw9vqEyBAgAABAtdJwM8SIECAwPUT2Py0AM17a6sK0Dze2mP/3PJ9lW+t/s3V+308bNNPZEdps7b30/bIXNXyN2HVLJf5vjZt1fz3X3KCAIHLE1B85vL8XE2AAAECX1zAFQQIECBAgAABAgQIECBAgMD4BeyQAAECBAgQIECAAAECBAgQGL+AHRIgQIAAAQIECBAgQIAAgSsmUDU7UNhv2A8WVs0fKEw+MVzXx8NDjMn18WT7dNu4/ytt973lwjObO3vtptvX27unJv2W2nkBIwIECBAgQIAAAQIEjpnA7Dtprb236jvpo8fa3skb2nTnTJtMJi3fXf37K+0w+twwF8qM0/b59BM939ueq5p9Lw7zmaua5dMXBAhctkBTfObyDd2BAAECBAgQIECAAAECBAgccgGPR4AAAQIECBAgQIAAAQIECIxfwA4JECBAgAABAgQIECBAgACB8QvYIQECBMYnsHh4MDvsuar5wjOZG0bWJZLLocW0Pfp4d3u9bZz4att975E+daH97EDl7oWcDgECBAgQIECAAIHrL+AJCFx/ga2dvXbj7WurC3V+9PisAM25MxeKz+TbLN9haYdP33PDfPrJZ136ifQT6VfNF5UZ5tLPumGsyg3n9QkQ+HwCis98PierCBAgQIAAAQJXTsCdCBAgQIAAAQIECBAgQIAAgfEL2CEBAgQIECBAgAABAgQIECAwfgE7JECAAAECBAgQIEDgsgWqlg8V5qZVy4VnhgcK009k7bBNvx9i3N1aa1sPfK1N3n80y+Zic3vabrpjrb2/pvDMHIwBAQLLAjIECBAgQIAAgWMqsH1u2m5OAZqPJ8sCHz+xX4Bm79yZNplMLhShyffYMHJhxvlWG0byGfe29/s47TAyXzX7fkx/OFc1yw9z+gQIfHEBxWe+uJkrRiZgOwQIECBAgAABAgQIECBAgMD4BeyQAAECBAgQIECAAAECBAgQGL+AHRIgQIAAAQIECBAgQIAAAQLjF7DD8QgsHhbMznquar7wTPKJrOnRx73t+RxqTH/yaeGZ3feWC89s9MIzpxSeiZUgQIAAAQIECBAgQIDAQQJb51K481R75+MV308fzQrQtPNn9ovP5Hss32jD6LneZq7/VvqJjNMm0k/0fm97rmpWaGaYz1wKilypAAAQAElEQVRiVS55QYDA5xNQfObzOVlFgAABAgQIECBAgMCVE3AnAgQIECBAgAABAgQIECBAYPwCdkiAAAECBAgQIECAAAECBAiMX8AOCRAgQIAAAQJfWqBqdmCw36AfEqyaLzzT53ubdYmq+XXJ5TBj1k2219rGia+23fdPZjgXZ3vhmbXJXN6AAAECBAgQOFDABAECBAgcc4Htc3vtptvX2jsfLReg2fvoiTZ99BtturN+oQBNvs0S+U7rEcJVucwnn/n0E+kn0q9a/nasmuUyn3U9qmb5PtYSIPDFBBSf+WJeVhMgQGCEArZEgAABAgQIECBAgAABAgQIjF/ADgkQIECAAAECBAgQIECAAIHxC9ghAQIECBAgQIAAAQIECBA4/AKLhwPzxD1XtVxQps/1dRknFg8n9vFka61tnvham3zwWC6Zi7Nb03bz7WvtgyNdeGZuSwYECBAgQIAAAQIECBC4JgI75/dmBWg+XlWA5sk2ffSGNt0+uABNvtn6t1zaYWQDGfe29/t42PZ+1azQzHBt5hKrcskLAkdL4No/reIz197cLxIgQIAAAQIECBAgQIDAcRewfwIECBAgQIAAAQIECBAgQGD8AnZIgAABAgQIECBAgAABAgQIjF/ADgkQIEDgCwnkAGDV7IBgvzC59KvmC88kN4ysSyTX2/QTOcSYdnfrVNs88dW2+/7JDOfi7NZeu+mOtfbB+mQub0CAAAECBAgQIEDgkgIWECCwL7Czu9duvG2tvf3RcgGaOvVUm578Rptur7V8o+W7LW0i/R650TCXcSLzyfd+xukn0q9a/pasmuUyn3U9qi7+fdnXaQkQmBdQfGbew4gAAQIECBA4hgK2TIAAAQIECBAgQIAAAQIECIxfwA4JECBAgAABAgQIECBAgACB8QvYIQECBAgQIECAAAECh1uganYwsD9lPyBYNX8wMPnEcF0fD9v0++HEydanhWc+eKxfdqE9uzltN91xqn2o8MwFEx0CR1nAsxMgQIAAAQIECFw/gXMpQHP7qfbWygI0T7fpyRva3s76gQVo+jdc2nzTDSO7yri3vT8cL+aqZt+Zw3zWV83y6QsCBD6fgOIzn8/Jqmsn4JcIECBAgAABAgQIECBAgACB8QvYIQECBAgQIECAAAECBAgQIDB+ATskQIAAAQIECBAgQIAAAQIExi9ghwQ+l8DiIcBc1HNV84VnMjeMrEsk19v0EzmsuN9uzwrPTD54PMO5OLM5bTfeqfDMHIoBAQIECBAgQIAAAQIEvpjA3Orzu63ddNtae+vD83P5DOrU02366Dfa3s7aRQvQ5PtuGLk2kVz/1ks/kfxBkfmqWaGZ9BfXrcotrjEmQGAmoPjMzMG/BAgQIECAAAECBI6xgK0TIECAAAECBAgQIECAAAEC4xewQwIECBAgQIAAAQIECBAgQGD8AnZIgAABAgQIEDicAlWzg4D96frhv6rlwjN9LmvTT/R+b5PrhxEnWx+3zRNfbbsrCs+c3py2m+9Yax+tT3OpIECAAAECIxGwDQIECBAgcP0Fzk/22o23r7e3PtxdfphPC9BMP/ley7db/4ZLP5FxLkq7KjKXdWn7fPoHRdZUzb470x+uq5rlhzl9AgRWCyg+s9pFlgABAtdPwC8TIECAAAECBAgQIECAAAEC4xewQwIECBAgQIAAAQIECBAgQGD8AnZIgAABAgQIECBAgAABAgSOucDiob9w9FzVfOGZ5BNZk0g/0fu9Ta4fQpxun9ovPHP+/cczPRfrnxae+fD0ZC5/xQduSIAAAQIECBAgQIAAgWMqsJsCNLettTdXFqB5pu099s8tBUPzHZfIt1zaRPo9Mu4RyvQX255bzGecyHzVrNBM+skNY1VuOK9P4JICx2CB4jPH4I9siwQIECBAgAABAgQIECBwcQGzBAgQIECAAAECBAgQIECAwPgF7JAAAQIECBAgQIAAAQIECBAYv4AdEiBAgMDhEcjBvqrZwb/+VMmlXzVfeCa5YWRdIrnepp/o48nmR+3sff9X2/3giaTnYn1j2m6+fa19pPDMnIsBAQIECBAgQGAsAvZBgMDhEdid7rUbbzvV3lpZgObp1h77p5bvtxSayfdc2kT6iewk7WJumO/9rEs/kX7V8jdn1SyX+azrUXXx79C+TkvgOAsoPnOc//r2ToAAAQIEDqeApyJAgAABAgQIECBAgAABAgTGL2CHBAgQIECAAAECBAgQIECAwPgF7JAAAQIECBAgQIAAgWMsUDU78NcJ+sG/qvkDf8knhuv6eNj2g4hZt7v5Ydu4/ytt8uGTGc7F+tlJu+n2tfbxmclc3oAAgasm4MYECBAgQIAAAQLHXGAybe2bt51qb36wuyxx6pm2d/KGtrf9ccs3XiLfd4neTzuM3CTjtIneT5tILpF+j4wTGVfNvkfTT65H1Szfx1oCBOYFFJ+Z9zBaEpAgQIAAAQIECBAgQIAAAQIExi9ghwQIECBAgAABAgQIECBAgMD4BeyQAAECBAgQIECAAAECBAgQGL+AHRK4/gKLh/vyRD1XNV94JnPDyLpEcr0d9pPb3figbZ74apt89FSm5mJtY9JuvnOtnTqr8MwcjAEBAgQIECBAgAABAiMTOHzbmRWgWWtvrCpAs/Zsmzz6jTbZ/PBCAZp836UATY/sKP2eT5tIPm3mej/j9A+KzFfNCs2kv7huVW5xjTGB4yig+Mxx/KvbMwECBAgQIECAwOEW8HQECBAgQIAAAQIECBAgQIDA+AXskAABAgQIECBAgAABAgQIEBi/gB0SIECAAAECBI6hQNXsgF/fej/UVzVfeCb5xHBdHw/bfsAw7WTz08IzH64oPHN22m6+fa19fGbab6klQIAAAQLXRsCvECBAgAABAvsC07299s3b1trr75/fHw//qbXn2t7JG9p0a1aAJt94iXz/pU1kfcaLkXxicU1yw8h1fZx+1ez7NP2eT1s1y6cvCBD4TEDxmc8s9AgQILBSQJIAAQIECBAgQIAAAQIECBAYv4AdEiBAgAABAgQIECBAgAABAuMXsEMCBAgQIECAAAECBAgQIEDg6gksHubLL/Vc1XLhmcz3yLpExsN22M8BxY37v9ImHz2dZXNx6uy03XTHqZZ2bsKAAAECBAgQIECAAAECBK6pQL7jbrx9rb3xwXIBmrb2XJs++o022Xi/Zd0wUlhmGH0uD59+2kTvp00kl+j93vZc1azQzDCfucSqXPLiaAh4yisvoPjMlTd1RwIECBAgQIAAAQIECBC4PAFXEyBAgAABAgQIECBAgAABAuMXsEMCBAgQIECAAAECBAgQIEBg/AJ2SIAAAQLHRCAH9qpmB/r6lpNLv2q+8Exyw8i6RHLDdtifbHzQZoVnnsmyufj4zLTdcvtaWzs7ncsbECBAgAABAgQIXDMBP0SAAIE5gb291v71l2vt9fd35/L7g7Xn2/TkP7XJ5gdtsdhMxsNvwfR7Lv1cnza53s84/R5Vy9+mVbPcqrWLuX4fLYHjKKD4zHH8q9szAQIECBD4QgIWEyBAgAABAgQIECBAgAABAuMXsEMCBAgQIECAAAECBAgQIEBg/AJ2SIAAAQIECBAgQIAAgSsvkIN6VbODfP3uyaVfNV94JvlE5hLpJ3q/tz2XA4WTjfcPLDxz6uyk3XLHWju1McmlggCBfQH/ECBAgAABAgQIEDgcAt+87VR7bUUBmlp/vk0f/UabflqAJt+APfa/AyeTlnH6ifR79J0ln/5ivo/TZj6RftXsuzX95HpUzX+39ryWwHEUUHzmqP3VPS8BAgQIECBAgAABAgQIECAwfgE7JECAAAECBAgQIECAAAECBMYvYIcECBAgQIAAAQIECBAgQIDA+AXskMDIBXJor2p2gK9vNbn0qy5+gC/rElk7bHs/BwlzEHHzxFfb5ONnsmwuPj4zaTfdvt7WFJ6ZczEgQIAAAQIECBAgQOA6CPjJAwVuvO1Ue/W93aX5Wn+h7Z28obWtDy8Umsn3YI98E+ai4bj3k08srknuoMi1VbPv1/SH66ou/v06XKtPYMwCis+M+a9rbwQIECBAgAABAldEwE0IECBAgAABAgQIECBAgACB8QvYIQECBAgQIECAAAECBAgQIDB+ATskQIAAAQIECBC4sgJVs4N7/a79AF/V/MG95BPDdX08bHs/Bwinm++3jfu/0nY/Wi4889HpSbvpjrW2rvBMJ9USIECAwEBAlwABAgQIEDhcAjfdfqq99t755Ydaf6FNTn6jTTbeu1CAJt+D+TZMm8hFaZMbRvKJzKXtc+kPI/k+Tr9q9h2bfs+nrZrl0xcEjquA4jPH9S9v3wSOroAnJ0CAAAECBAgQIECAAAECBMYvYIcECBAgQIAAAQIECBAgQIDA+AXskAABAgQIECBAgAABAgQIEDiiAouH9LKNnquaKzyzf4Aw8z2yLpHxsO39HBycbry3X3hm8vGzWTYXH56etFvuWGunN6ZzeQMCBAgQIECAAAECBAgQOLwCN96+1l59d0UBmrUX2t7JG1q+A/M9mG/DHhlPJpP9TfXcsN2f+OSfrPuk2f/+zHz6id7vbc9VzQrNDPOZS6zKJS8uKWDBCAQUnxnBH9EWCBAgQIAAAQIECBAgcHUF3J0AAQIECBAgQIAAAQIECBAYv4AdEiBAgAABAgQIECBAgAABAuMXsEMCBAgQIHD5AjmIVzU7qNfvllz6VfOFZ5IbRtYlkhu2vZ8Dg9PN99rmia+2ycfPZdlcfLg+3S88s76p8MwcjAEBAgQIECBAYE7AgAABAodT4KY71tor760oQLP+Yps88vW298n3YL4P822YtkfG2VHa5HqbfvKJ5NIml0i/R9XyN2zVLLdq7WKu30dLYOwCis+M/S9sfwQIECAwPgE7IkCAAAECBAgQIECAAAECBMYvYIcECBAgQIAAAQIECBAgQIDA+AXskAABAgQIECBAgAABAkdMIAfwqmYH9PqjJ5d+1XzhmeQTmUukn+j93vZcDgpON95rG/d/te2uLDwzaTffcaqdVngmdOIoCXhWAgQIECBAgAABAgQuCNx8+1p75d3lAjR15uU2efSGlu/C/e/D6bQNvxcnk8n+OHPJD6PfPHPp97n0E32cNuNE+lWz79v0k+tRNf992/NaAmMXUHzmMv/CLidAgAABAgQIECBAgAABAgTGL2CHBAgQIECAAAECBAgQIECAwPgF7JAAAQIECBAgQIAAAQIECBAYv4AdEiDw5QVyGK9qdjCv3yW59KsufjAv6xJZO2x7PwcEpxvvto37v9ImBxSeuenOtXZma5pbCAIECBAgQIAAAQIECFxUwOThFrj5jgMK0Jx+qU0f/Ubb23zvQqGZfC/m2zGRXaXtsTiX+eTS9jXpHxRZUzX7zk1/uK7q4t+5w7X6BMYioPjMWP6S9kGAAAECBAgQOD4CdkqAAAECBAgQIECAAAECBAiMX8AOCRAgQIAAlAwCRgAAEABJREFUAQIECBAgQIAAgfEL2CEBAgQIECBAgMAREqiaHcjrj9wP5lXNH8hLPjFcNxwnn3Ei/RwMTOGZzRNfbZNTzyc1Fx+sT9rNd5xqZzcVnpmDMSBAgMDREfCkBAgQIECAAIElgRSgefmdc0v59mkBmsnZd9r+9+J0ul+IJgsnk8l+P9+TmUs7jKxJZC5tn0u/x2Iu46rZ9276fV3aqlk+fUHgOAgoPnMc/sr2SOCqCrg5AQIECBAgQIAAAQIECBAgMH4BOyRAgAABAgQIECBAgAABAgTGL2CHBAgQIECAAAECBAgQIECAwPgFvvgOFw/f5Q49V7VceCbzPbIukXHaYSSXA4F7m++2jfu/0nY/Xi488/5aCs+stTNbe1kuCBAgQIAAAQIECBAgQGBEArfcud5eeuf88o5Ov9z2Tt7QphufFaDZ/37c29svSDP8tky/z6Xfb9b7aRM939thLv2qWaGZ9Pua3q7K9bnD23oyAl9cQPGZL27mCgIECBAgQIAAAQIECFxfAb9OgAABAgQIECBAgAABAgQIjF/ADgkQIECAAAECBAgQIECAAIHxC9ghAQIECBA45AI5YFc1O4DXHzW59Ks+f+GZrE/k2kT6ORw4Pft2O/O3/7NNTr2Q1Fy8v7bbbrljrZ3dms7lDQgQIECAAAECR07AAxMgQIDAgQLfunOtvXxAAZr22D+1vUEBmnxPLka+LZPrbfr5sbTJ9X7G6feoWv6mrZp9/15qbb+HlsDYBBSfGdtf1H4IECBA4JoL+EECBAgQIECAAAECBAgQIEBg/AJ2SIAAAQIECBAgQIAAAQIECIxfwA4JECBAgAABAgQIECBA4DOBHLarmh2869nk0q9aPqSXfI+sS2ScdhjJ5QDg5MxbbeP+r7Tp2ktJzcX7p1J4Zr2d3VZ4Zg7G4IoIuAkBAgQIECBAgAABAodL4JY719pLKwrQ7K2/3KaPfqNNN95u+Y5M5PsybSL9g6LvMOvS7+vST2Q8bHu/avYd3OeTT1TNfwcnJwiMTWBsxWfG9vexHwIECBAgQIAAAQIECBAgQGBZQIYAAQIECBAgQIAAAQIECBAYv4AdEiBAgAABAgQIECBAgAABAuMXsEMCBA6pQA7ZVc0O3PVHTC79qosfuMu6RNYO297Pwb8Untl84GttsqLwzHundtvNdyg8Ez9BgAABAgQIECBAYCQCtkHgkgLfunOtvfj2+eV1Z15t00dvaNOz8wVo8o25KvLN2fP9Zsmlv5hPbjGypmr2PZz+cL7q4t/Dw7X6BI6igOIzR/Gv5pkJECBAgAABAodKwMMQIECAAAECBAgQIECAAAEC4xewQwIECBAgQIAAAQIECBAgQGD8AnZIgAABAgQIECBAoLUcrquaHbTrHsmlXzV/0C75ROYS6SfS75FxIuMc+Jueeattnvhqm5x6Mam5ePfUpN1851rb2JnO5Q0IECBA4EoKuBcBAgQIECBA4HAKfPuutfbi2+eWHq7OvNr2Tt7Q2uY7bf+7cjrd/3ZNP9+bPRbHyfebZS795BLp98g4MRxXzb6Lh/nMV81/FycnCIxFQPGZsfwl7YNAF9ASIECAAAECBAgQIECAAAEC4xewQwIECBAgQIAAAQIECBAgQGD8AnZIgAABAgQIECBAgAABAgQIjF/gkO0wh+qqZgfs+qMll37V/AG7ns9cIuNE+on0e2Scg36TM2+2jfu/0iZrLyU1F+9+PGm33HGqbW7vzeUNCBAgQIAAAQIECBAgQOD4CHz7rvX24lvLBWjamVfb9NFvtHxX5vsy0b85V7XD+a6XdemnTaQ/jGEu/arZ93H6w3VV89/Hw7kD+yYIHAEBxWeOwB/JIxIgQIAAAQIECBAgcLgFPB0BAgQIECBAgAABAgQIECAwfgE7JECAAAECBAgQIECAAAECBMYvYIcECBAgQOA4C+QwXdXsYF13SC79qvmDdT2fuUTGifQT6ffIOIf+dtdfnxWeWX85qbl45+Pddsudp9rmjsIzczAGBAgQIECAwFURcFMCBAgQONwC3757vb2wogDN3ulX297JG9rk9Bst35nD6N+gaZMftun3Hfd+2kTPp61a/vatmn0nX2ptrhcEjrqA4jNH/S/o+QkQIEBgUcCYAAECBAgQIECAAAECBAgQGL+AHRIgQIAAAQIECBAgQIAAAQLjF7BDAgQIECBAgAABAgQIELhGAjlEVzU7UNd/Mrn0q5YP3yXfI+sSB41z6G93/bW29cDX2nT9lb7sQvvOR7vtljvWFJ65IHLsOjZMgAABAgQIECBAgACBJYFb715vz795bilfZ1/fL0AzPfPGhQI0+SbNt2fazxu5cV+bfiLjYdv7VbPv5T6ffKJq/ns5OUHgKAtc5eIzR5nGsxMgQIAAAQIECBAgQIAAAQKfT8AqAgQIECBAgAABAgQIECBAYPwCdkiAAAECBAgQIECAAAECBAiMX8AOCRA4jgI5PFc1O0jX959c+lXzB+l6PnOJjBPp98i4Rw7/9cIzk1WFZz7ebTffud62zu31y7UECBAgQIAAAQIECFx1AT9A4GgIfOee9fbCW+eXHrY23vi0AM2bcwVo+rfoYptv057rN8s4/bSJ9IcxzKVfNftuTn+4rmr+u3k4p0/gqAkoPnPU/mKelwABAgQIECBwKQHzBAgQIECAAAECBAgQIECAwPgF7JAAAQIECBAgQIAAAQIECBAYv4AdEiBAgAABAgQIELjKAjk0VzU7QNd/Krn0q+YP0PV85hIZJ9JPpJ9IP5HDfZPTr7fNE19rk/VXk5qLtz/abTffsd62z03n8gYECBA4dgI2TIAAAQIECBAgcKDArXevteffPL88f7YXoHljvwDNZDLZb/Mtmm/THovjns8N0+9t72fcY5hLv2r2/Zx+X5O2av77OTlB4CgKKD5zFP9qnvlICXhYAgQIECBAgAABAgQIECBAYPwCdkiAAAECBAgQIECAAAECBAiMX8AOCRAgQIAAAQIECBAgQIAAgfELHKcd5rBc1ezgXN93culXzR+c6/nMJTJOpJ9IP9EP9aWd7hee+Wqbnl4uPPPWR7vtljvXFJ4JniBAgAABAgQIECBAgACBiwp855619tyb55bXnH297Z28oU3WX2vDb9L0V0W+VXt+2ObGfZz+MJLv4/SrZt/R6fd82qr57+jkBIGjJqD4zFH7i3leAgQIECBAgAABAgQuJWCeAAECBAgQIECAAAECBAgQGL+AHRIgQIAAAQIECBAgQIAAAQLjF7BDAgQIECBA4CoJ5JBc1ezAXP+J5NKvmj8w1/OZS2ScSD+Rfo+Mc5hvcvq1dvb+r7TJ+nLhmTc/PN9uuSOFZ/ayXBAgQIAAAQIECBAgQIAAgUsKfPee9fbcG6sK0LzR6vF/bvkO3f8enUxa2kT/Vk3bx71Nrv9o76dN9Hxvh7n0q2bf0+n3NWmr5r+nkxMEjpKA4jNH6a/lWQkQIHAkBTw0AQIECBAgQIAAAQIECBAgMH4BOyRAgAABAgQIECBAgAABAgTGL2CHBAgQIECAAAECBAgQIDAGgRyOq5odlOv7SS79qvmDcj2fuUTGifQT6SfST+QQXwrObJ74apuefi2puXjrg932rTvX2855hWfmYA7VwMMQIECAAAECBAgQIEDgcAp899719uyKAjR7Z99oeydv2P8OzTfq5IACNJlL5Ns17WJk1z2X/jCS7+P0q2bf1en3fNqq+e/q/5+9+4CTqyr/P/7cFNIJKSQEEiAh9N5FEUQsYPsJ+hcVsQs2RESxoKJCFEFABOnSOwQCoYQaQjqpm957SK/by8z89zvJWe7ce2ezfWfufnj55Jzz3DL3vKfszH29zqNyBAL5IkDxmXx5prhOBBBAAAEEEEAAAQQQyDUBrgcBBBBAAAEEEEAAAQQQQAABBOIvwAwRQAABBBBAAAEEEEAAAQQQQCD+AswQAQQQQACBNiOgRXGet2uBnJu0cup7XuYCOZfXNoXGCvVdaOxCi/cSO5abCs8kdoQLz6zZXGV3jdxO4RmHR4sAAggggAACLS3A4yGAAAIIxEDgf6/tsPkRBWi84rW7C9CsMP1O1W9Uf6u+P9x25RyL66tVuLxr/Tn1PW/X72v13T5qPS/z97VyBAL5IEDxmXx4lrhGBBBAAIE6CLALAggggAACCCCAAAIIIIAAAgjEX4AZIoAAAggggAACCCCAAAIIIIBA/AWYIQIIIIAAAggggAACCCCAQHMIaDGc5+1aGOfOr5z6npe5MM7ltU2hsUJ9F/6xFu1VbV9uRROus8TOVW6XmnbNpiq766XtVl6VqsnRaesCzB8BBBBAAAEEEEAAAQQQaJjAAypAs6o8fHC6AM0tlty5Ml2AJpFImH6vKvQbNhjBvE6ofVzr+hq78OfU97xdv7PVd/uo9bzM39nKEQjkukDzFJ/J9VlzfQgggAACCCCAAAIIIIAAAggg0HgBzoAAAggggAACCCCAAAIIIIAAAvEXYIYIIIAAAggggAACCCCAAAIIIBB/AWaIAAKxF9AiOM/btSDOTVY59T0vc0Gcy2ub+i40duFfoKd+YvtyK5l4vaUK17hdatrVm6rszpHbrILCMzUmdBBAAAEEEEAAAQQQaBUBHhSBGAk8MGqnzVtZEZ5RugDNzZbYsTxdgEa/WV2437f+Vtv8Y51QY9e6vsYu/Dn1PW/X72313T5qPS/z97ZyBAK5LEDxmVx+drg2BBBAAAEEEECgHgLsigACCCCAAAIIIIAAAggggAAC8RdghggggAACCCCAAAIIIIAAAgggEH8BZogAAggggAACCCCAQFMKaPGb5+1aCOfOq5z6npe5EM7ltc1FMOfGarVIr2rbUiueeJ0lC1e7Q2raVRsr7a6R262yqiZFBwEEEEBgtwANAggggAACCCCAQOMEHnx9h81dFV2AxgpuseTuAjT6/arQb1i1wQjmdVXax7XqKzR24R+r73m7fner7/ZR63mZv7uVIxDIVQGKz+TqM8N15bsA148AAggggAACCCCAAAIIIIAAAvEXYIYIIIAAAggggAACCCCAAAIIIBB/AWaIAAIIIIAAAggggAACCCCAAALxF4jtDLXozfN2LYBzk1ROfc/LXADn8tqm0FihvkJ9/4I89Su3LrHiiddbsnCNdsmI1Zsq7e6RO6yyKpWRZ4AAAggggAACCCCAAAIIIIBAUwk8NGqHzV0ZVYDmA0vNvNkSO5aZfr8mEgm16dDv22Bon2BOY12na9X3hz+vvuft+v2tvn8/z8v8/e3fRh+BXBKg+EwuPRtcCwIIIIAAAggggAACCDRCgEMRQAABBBBAAAEEEEAAAQQQQCD+AswQAQQQQAABBBBAAAEEEEAAAQTiL8AMEUAAAQQQQKApBLTYzfN2LXxz51NOfc/LXPjm8tqmvguNXbicWi3Kq9q2xEonDbNU0Vq3S027amOV3fnSDqtMUHimBoUOAggggE5OtHAAABAASURBVAACCAQEGCKAAAIIINA0Ag+9vsPmrCgPn6xkXboATXLHMtNvWRf6Tev6/tafdyfTdvXVKtT3hz+nvuft+h2uvn8/z8v8He7fRh+BXBGg+EyuPBNcBwIIIBA3AeaDAAIIIIAAAggggAACCCCAAALxF2CGCCCAAAIIIIAAAggggAACCCAQfwFmiAACCCCAAAIIIIAAAgggkHcCWuTmebsWvLmLdznPy1zwprzbx7XBnH+sxXiJbUusZOL1lowoPLNyY5Xd9dJ2q6LwjOPMj5arRAABBBBAAAEEEEAAAQTyWODhN3ba3IgCNF7J+nQBmtSOZabfs/7Qb91gaLs/JxKNXev6Grvw59T3PM88L/O3t/b1vHBOeQKBFhWo5cEoPlMLDpsQQAABBBBAAAEEEEAAAQQQyCcBrhUBBBBAAAEEEEAAAQQQQAABBOIvwAwRQAABBBBAAAEEEEAAAQQQQCD+AswQAQQQaIyAW+jmP4c/p77bFuxrrHDb1foX3qlftW2JFU1Q4ZkPtDkjVmyotLtGbrOqZCojzwABBBBAAAEEEEAAAQTCAmQQQKBpBR56Y6fNWV4ePmm6AM0tlmzBAjS6CM8LF5vxvHBO+xII5IIAxWdy4VngGhBAAAEEEEAgjgLMCQEEEEAAAQQQQAABBBBAAAEE4i/ADBFAAAEEEEAAAQQQQAABBBBAIP4CzBABBBBAAAEEEEAAgbwRUOEYz/MyrtefU99t9Pez5dw+atOFZ7YutpKJ11uqOKLwzPpKu3vkdksk3NloEUAAgbwS4GIRQAABBBBAAAEEYiDw8Js7bfbyitBMUiXrLDnjX5bYtsT0G1eh37kK9YMRzOuE2se16is0duEfu77nhYvNeF44585Bi0BrClB8pjX1eewWFOChEEAAAQQQQAABBBBAAAEEEEAg/gLMEAEEEEAAAQQQQAABBBBAAAEE4i/ADBFAAAEEEEAAAQQQQAABBBBAIP4CzLAhAlrY5nn1Lzyj41z4H9e/0E79xLbFVjppmCWLshSeeXm7JZL+M9BHAAEEEEAAAQQQQAABBBBAoDaB5tn2yJs7bPby8tDJvdINlpp5syW3LzH9ztVvYbUK9YMRzOuE2sffqu8Pt1051/e8cLEZzwvndAyBQGsKUHymNfV5bAQQQAABBBBAAAEE4izA3BBAAAEEEEAAAQQQQAABBBBAIP4CzBABBBBAAAEEEEAAAQQQQAABBOIvwAwRQAABBBBAIOcFtKDN86ILz2ibwk3C38+Wc/uo1WK7qq2LrHji9ZaIKDyzfH2l3TWSwjPOkhYBBBBAAIG8FeDCEUAAAQQQiJHAI2/utFnLIgrQlG3MWoBGv3/1O9gfLudaEWm7a9VXaOzCP1Zf4XnhYjOeF865c9Ai0BoCFJ9pDXUeEwEEEGgFAR4SAQQQQAABBBBAAAEEEEAAAQTiL8AMEUAAAQQQQAABBBBAAAEEEEAg/gLMEAEEEEAAAQQQQAABBBBAAAG/gFvEtqecf7vr61iFG6vV2IUW11VtXWglE6+3ZNE6bc4IFZ65e+QOS6Yy0gyaQIBTIIAAAggggAACCCCAAAIINE7g0beiC9BYqStAs9gSiYTpN7B+/6r1h8up1ZW4ba7vb9XfU3heuNiM54VzezoP2+MlkEuzofhMLj0bXAsCCCCAAAIIIIAAAggggECcBJgLAggggAACCCCAAAIIIIAAAgjEX4AZIoAAAggggAACCCCAAAIIIIBA/AWYIQIIIJCzAlr45nlexvX5c+r7N7qxWhf+7VpQ5/LqV21ZsKvwTPF6/27p/rJ1FXbXyO2WTFF5Jg3CPwgggAACCCCAAAL5LsD1I4BADAVUgKZgWXl4ZrsL0KS2Lzb9/tVvYbUK9RXuIPVd3rXaprxrXV9jRbax54WLzXheOKdzEAi0tADFZ1panMdDAAEEEEAAgVYS4GERQAABBBBAAAEEEEAAAQQQQCD+AswQAQQQQAABBBBAAAEEEEAAAQTiL8AMEUAAAQQQQAABBBBAQAJayOZ59S88o2MVOl6tCzfWQjpF1daFVjLp75Ys3uB2qWmXrqu0u1/eYdSdqSGhgwACTS7ACRFAAAEEEEAAAQQQaBqBx97aaTOXloVPVrrJrOBWS2xbFCpAo9/F+p3sWtfXSVxOfeWDobxCebUu3NjzwsVmPC+cc8fRItBSAhSfaSlpHidTgBECCCCAAAIIIIAAAggggAACCMRfgBkigAACCCCAAAIIIIAAAggggED8BZghAggggAACCCCAAAIIIIAAAgjEX4AZ5pyAFqx5Xt0Kz2hfhSah1oXGCo3dwjnXVm1ZYMUTrrNk8XrtkhHLVHhm5HYKz2SoMEAAAQQQQAABBBBAAAEEYiAQ4yk8/nahzVxSHpphqnSjpWbebMltiyyRSFT/1k1lFKLRb2Z/6HezTqLW5TX29zV2EcxrrG2eFy4243nhnPYlEGgpAYrPtJQ0j4MAAggggAACCCCAQCsL8PAIIIAAAggggAACCCCAAAIIIBB/AWaIAAIIIIAAAggggAACCCCAAALxF2CGCCCAAAIIINC2BbRQzfPqXngmqKXjXc7fdwvnXOGZVMlGt1tNu/SDSrtr5PaaMR0EEEAAAQQQaD4BzowAAggggAACTSvw+Ds7bUZEARqvbHO6AE1q+6JQ4Rn3W9n9flarnK7MtcpprNYfyrlQPtj3vHCxGc8L59xxtAg0twDFZ5pbmPMjgAAC0QJkEUAAAQQQQAABBBBAAAEEEEAg/gLMEAEEEEAAAQQQQAABBBBAAAEE4i/ADBFAAAEEEEAAAQQQQAABBBBoMQEtVvO8hhWe0bEKd7Gur9ZF1Zb5VjzxOkuVbnK71bRLPqi0u19us4VnahzoIIAAAggggAACCCCAAAII5K/AE+/stOkRBWhsdwGaxNYFWQvQqNiM+/2svhQ0DrYup7w//HnX97xwsRnPC+f856HfrAJt+uQUn2nTTz+TRwABBBBAAAEEEEAAAQTakgBzRQABBBBAAAEEEEAAAQQQQACB+AswQwQQQAABBBBAAAEEEEAAAQQQiL8AM0QAAQTapoAWpnledOEZbVM4mWBfY0Vwu3IKLZpLbJlvJROvt1RJROGZtRV2D4VnHB8tAggggAACCCCAQIsI8CAIIIBA8wg8qQI0i8vCJy/bYlZwiyVrKUCj39A6UK1+S6tVuJxrlVNo7A9/Tn2F54WLzXheOOc/D30EmkOA4jPNoco5EUAAAQQQQGDPAuyBAAIIIIAAAggggAACCCCAAALxF2CGCCCAAAIIIIAAAggggAACCCAQfwFmiAACCCCAAAIIIIAAAs0u4Baj+R/I5dT681F9/z6ur9YtlKvcPNeKJ1xnyYjCM4tVeOaVHVGnJYcAAm1JgLkigAACCCCAAAIIIBAjgSdHF9q0bAVoZt1iqW0LzP1mztbqd7UL7SMejV2rvgvlsoX28bxwsRnPC+eynYM8Ak0hQPGZplCMwTmYAgIIIIAAAggggAACCCCAAAIIxF+AGSKAAAIIIIAAAggggAACCCCAQPwFmCECCCCAAAIIIIAAAggggAACCMRfgBm2LQG3CM0/a5dT68+r73JqXSivcGO1WhintmLjHCuZOMySpZu1S0YsXlNh91J4JsOEAQIIIIAAAggggAACCCDQUgI8TvMKPKUCNIvKQg+SKt1iyRk3W9XmeZZIJEy/nd1vaNcqp9BYob5CJ/O3rq+8i2w5zwsXm/G8cM6dhxaBphag+ExTi3I+BBBAAAEEEEAAAQTqJsBeCCCAAAIIIIAAAggggAACCCAQfwFmiAACCCCAAAIIIIAAAggggAAC8RdghggggAACCCCAQLMJaEGa53kZ53c5tRkbqgfBnH/s77uFcZWbVHjmektFFZ5ZW2n3vrqj+qz8DwEEEEAAAQTMDAQEEEAAAQQQiKHAU+8W2tRF5eGZlW81K7jFklvnm/sNHWz9v7PVd9t1Mo1dq74L5RQaq/WHcp4XLjbjeeGc/zj6CDSVAMVnmkqS8yCAQJ4LcPkIIIAAAggggAACCCCAAAIIIBB/AWaIAAIIIIAAAggggAACCCCAAALxF2CGCCCAAAIIIIAAAggggAACCMRDwC0688/G5dT68+q7nFoXyis0dq1bDKfCM6WThlmqbIs2ZcSiNZV27yvbM3K5NeBqEEAAAQQQQAABBBBAAAEEEGgagaff3WlTFpWFTuZVbNtVgGbLvMgCNPp97UK/uxVurJNp7FrX19hFtpznhYvNeF44584T75bZtaQAxWdaUpvHQgABBBBAAAEEEEAAAQQQ+FCAHgIIIIAAAggggAACCCCAAAIIxF+AGSKAAAIIIIAAAggggAACCCCAQPwFmCECCCCAQJMLaAGa53kZ53U5tdrgebu2a6xQLtgGc1oEp30qNs6ykonXW7I0XHhm4ZoKu+9VCs/IjkAAAQQQQAABBBDwCdBFAAEEYizwzLuFNmVhuACNle8uQLN1niUSCdNvavfbWv1gaJuYlA+2yrnQNoV/7Hkf/s73vHCxGc8L53QOAoGmEqD4TFNJch4EEEAAAQTyXIDLRwABBBBAAAEEEEAAAQQQQACB+AswQwQQQAABBBBAAAEEEEAAAQQQiL8AM0QAAQQQQAABBBBAAIH8FtDCM8/bteDMzcTl1Ppzru9vo/ZRzi2Aq9w4y0onDbNU2Vb/Yen+wtUVdv+rO9J9/kEAgdwW4OoQQAABBBBAAAEEEECgaQWeGVNo7y8IF6BJlW+z1MybLbllrum3tfuN7VrlFBr7QzldoXKu9feV84fbppz6nhcuNuN54Zz2JxBoCgGKzzSFYtOfgzMigAACCCCAAAIIIIAAAggggED8BZghAggggAACCCCAAAIIIIAAAgjEX4AZIoAAAggggAACCCCAAAIIIIBA/AWYIQJNJuAWl/lP6HJq/Xn1XU6tQjkXbqxWC97UVmws2F14ZpvbraZNF555jcIzNSB0EEAAAQQQQAABBBBAAIFMAUZtQODZ9wpt8sJwARor3561AI1+byscj36DKzR2eX/r+truIlvO88LFZjwvnHPnoUWgMQIUn2mMHscigAACCCCAAAIIxEiAqSCAAAIIIIAAAggggAACCCCAQPwFmCECCCCAAAIIIIAAAggggAACCMRfgBkigAACCCCAAAL5KaCFZp7nZVy8y6nN2JBl4Pbzt27BW9Wm2VYycZgly8KFZxasrrD7KTyTRZU0AggggEBuCnBVCCCAAAIIIIBA8wg8N6bQJi8oDZ3cq9yZUYBGv7ddaGf19Xtc4e9rrO1Rrctpe1Rou+eFi814XjgXdTw5BOojQPGZ+mixLwIItJwAj4QAAggggAACCCCAAAIIIIAAAvEXYIYIIIAAAggggAACCCCAAAIIIBB/AWaIAAIIIIAAAggggAACCCCAAAJ7FHCLyfw7upxaf1595fzhcsFWi92Uq9xQYMUTrrNUROGZ+avK7X8yCvRIAAAQAElEQVSNLTyjByEQQAABBBBAAAEEEEAAAQQQiInAc+8V2aT54QI0VrFjdwGaOeb/Xa7f3/6xGKJy2sdtU+sPbVP4c+or53nhYjOeF85p/2YNTh5rAYrPxPrpZXIIIIAAAggggAACCCCAQN0F2BMBBBBAAAEEEEAAAQQQQAABBOIvwAwRQAABBBBAAAEEEEAAAQQQQCD+AswQAQQQQCC/BNwiMv9Vu5zaYN7l/K2/r/011iI39Ss2zLTiiddZqny7hhmhwjMPjNqZkWOAAAIIIIAAAgggkB8CXCUCCCCAQPMKDB9bZJPnl4UfxBWg2Tzb9NvbH+73uFqFtql1oZOpr1bb1GqsUF+hvkJ9Fxp7XrjYjOeFc+4YWgTqK0DxmfqKsT8CCCCAAAItI8CjIIAAAggggAACCCCAAAIIIIBA/AWYIQIIIIAAAggggAACCCCAAAIIxF+AGSKAAAIIIIAAAggggAACWQXc4jH/Di6n1p/fU9/tr9YtYKvcMNNKJl5vqfIdocPnrawwCs+EWEgg0FABjkMAAQQQQAABBBBAAIEYCjw3ttAmRRag2WmpglsssXlWugCN+y2u3+PBfiKRMOVciEl9tW5/9V1O/ajQds8LF5vxvHAu6nhyCOxJgOIzexJKb+cfBBBAAAEEEEAAAQQQQAABBBCIvwAzRAABBBBAAAEEEEAAAQQQQACB+AswQwQQQAABBBBAAAEEEEAAAQQQiL8AM0QgPwTcojH/1bqc2mDe5dQqtD2q1cI1bavcMMOKJ14XWXhm7qoKe/D1cEEaHUcggAACCCCAAAIIIIAAAvkhwFUi0DICw8cW2sR5peEHq9hpqZk3W2rLbHMFZvSbXL/V/aEDg3nltI9rXV9jF8op3Fitxp4XLjbjeeGc9icQqI8AxWfqo8W+CCCAAAIIIIAAAi0nwCMhgAACCCCAAAIIIIAAAggggED8BZghAggggAACCCCAAAIIIIAAAgjEX4AZIoAAAggggAACCIQE3GIx/waXU+vPZ+u7/fytFrNp/4r10614ggrP7NQwI+atrLCHRlF4JgOFAQIIIIBA4wU4AwIIIIAAAgggEGOB58cVRRag8SqLLDXzFkttji5Ao9/p+t2ucAVq1FeIK6p1OW2PCm33vHCxGc8L56KOJ4dANgGKz2STIY8AAhkCDBBAAAEEEEAAAQQQQAABBBBAIP4CzBABBBBAAAEEEEAAAQQQQAABBOIvwAwRQAABBBBAAAEEEEAAAQQQQKD1BTzPy7iIqIVjymknf+vvB7dpQZty5eumWfGE6y1VUahhRsxdWW4Pvr4jI8cAAQQQQAABBBBAAAEEEEAAAQT2LKACNBPmloZ3rCy0ZMHNltw8y1yBGf1GV+h3vFqFDlTrcmpduG1qg6F9lHOt63ueZ/6c8sqpJRBoiADFZxqixjEIIIAAAggggAACCCCAQPML8AgIIIAAAggggAACCCCAAAIIIBB/AWaIAAIIIIAAAggggAACCCCAAALxF2CGCCCAAAII1AgEF4Vpg3JaHKZWY4X6yqmv0FitwvX9rVu8Vv7BVCudNMysMqLwzIpye+j1nToFgQACCCCAAAIIIND0ApwRAQQQQKANCLwwvsgmzC0LzdSrLDIruMVSuwvQ6He6dlKr3+/+cDm12keh7WpdTmOFci50n8CfUz+Yc/tqm+vTIlBXAYrP1FWK/RBAAAEE2rgA00cAAQQQQAABBBBAAAEEEEAAgfgLMEMEEEAAAQQQQAABBBBAAAEEEIi/ADNEAAEEEEAAAQQQQAABBFpHQAu/tCjM/+gup9bl1dd+al34t6mvvGu1ME3jyg3T04VnUhXhwjNzlpfbQ29QeEZmRFsRYJ4IIIAAAggggAACCCCAQPMIvDC+0MbPLQ2ffHcBGtsyy/RbPZFImH6vq+9a19dY4cY6mcZqlVOrcDm1Cne/QNsUUTnlg/spRyCwJ4H8LD6zp1mxHQEEEEAAAQQQQAABBBBAAAEE8l+AGSCAAAIIIIAAAggggAACCCCAQPwFmCECCCCAAAIIIIAAAggggAACCMRfgBkigEB6sZkWfvkpohaIBXMau2Nc39+6BWmV66dZ8YTrLKWFbu6A3e3sFRX28JsUntnNQYMAAggggAACCCCAAALNJcB5EWhDAiPGF9m4OeECNPpdnpjxL0tumpm+F+B+t+u3fF1DjO449XWcWoX6ur+gVmOF+sGc8lE55QkEsglQfCabDHkEEEAAAQQQQACBDAEGCCCAAAIIIIAAAggggAACCCAQfwFmiAACCCCAAAIIIIAAAggggAAC8RdghggggAACCCCAAAItK+AWgfkf1eXUurz6Whjmxv5W2zT2t24hWsW6KVYy8XqzymLtkhGzl1fYI2/syMgxQAABBBBoGwLMEgEEEEAAAQQQQKB5BV6cUGTjZocL0HhVJZaaebMlNk5PF6BJJBLpVr/pFfo9rzYY7mqVV1/7qVW4nPoK3T/w59QP5qL2U45AIJsAxWeyyZBHILcFuDoEEEAAAQQQQAABBBBAAAEEEIi/ADNEAAEEEEAAAQQQQAABBBBAAIH4CzBDBBBAAAEEEEAAAQQQQAABBBCIuYDneRkzjFoQ5s+p70IHqh9stQBN+Yp1U6100t8tFVl4ptweeZPCM7IjEEAAAQQQQAABBBBAAAEEEGgOgRcnFtnYDwvQ1DyElyg1K7jVkhtnpAvPqACN+y2v3/P+cHnXum06mXJq/eG2B4vNKB/M6Tjl1BII7EmA4jN7EmI7AggggAACCCCAAAIIIJAW4B8EEEAAAQQQQAABBBBAAAEEEIi/ADNEAAEEEEAAAQQQQAABBBBAAIH4CzBDBBBAAAEEWkZAi76Cj6ScFn2p9W9Tzo3921xfrQstPFO/cv1UK5l4vSUrityhNe2sZSo8s7NmTAcBBBBAAAEEEGh7AswYAQQQQACBlhF4aWKRvTe7JPxgVSWWKrjFkpt2FaDR73mFftMHw+XV6kRuu/pROeUV/vsJGus45dRq7I+onH87fQQoPsNrAAEEEEAgPwW4agQQQAABBBBAAAEEEEAAAQQQiL8AM0QAAQQQQAABBBBAAAEEEEAAgfgLMEMEEEAAAQQQQAABBBBAIIYCWtClxV7+qbmcWn9efeVcaKzQ2N+qrwVnyleum2LFE66zVGWx0hlRsKzcHn2LwjMZKAxaX4ArQAABBBBAAAEEEEAAAQRiLDByYrG9NytLAZqZN1ty43Rzv+nVutBv/GBom6hcXn2XU19517q+xi6U0z0JtS6nNiqnPIGAE2iS4jPuZLQIIIAAAggggAACCCCAAAIIIBBfAWaGAAIIIIAAAggggAACCCCAAALxF2CGCCCAAAIIIIAAAggggAACCCAQfwFmiAACzSugxV1a0OV/FJdTG8y7nGu13fVdq0VmCo1VeKZk4vVmVaXaNSNUeOYxCs9kmDBAAAEEEEAAAQQQQKCtCjBvBBBoWYGRk4ptzKzwb3X9fk/O+JclN06zRCKRLkLjfuOrVej3vmtdX1evvkJ9t119l3N9/9jldG8imI/KaX8CAQlQfEYKBAIIIIAAAgggkH8CXDECCCCAAAIIIIAAAggggAACCMRfgBkigAACCCCAAAIIIIAAAggggED8BZghAggggAACCCCAQIwEtKhLC7n8U3I5tf58tr7284dbXKZc5br3rXjidZai8Ew2PvIIIIBArgpwXQgggAACCCCAAAJtQODlSUX2bkG4AI2XLLdUwS3pAjT6fa/f+gr1XYjH5VxfrX+7+sop/H2Ng6Htukeh1r8tKuffTr/tClB8pu0+98y8SQU4GQIIIIAAAggggAACCCCAAAIIxF+AGSKAAAIIIIAAAggggAACCCCAQPwFmCECCCCAAAIIIIAAAggggAACCMRfoPlmqAVc/rNrgZdyal3e9f2tv+/2U6u8i8oPJlvxhOvMqsq0KSNmLi2zx97amZFjgAACCCCAAAIIIIAAAggggEDbFmid2b8yWQVoSkIP7iXKzQpuscSGKabf+io040JjhQ5Sq7xrXU5j9bVNbTDcdtdqu/rB+xLKK6eWQMAvQPEZvwZ9BBBAAAEEEEAAAQQQyB8BrhQBBBBAAAEEEEAAAQQQQAABBOIvwAwRQAABBBBAAAEEEEAAAQQQQCD+AswQAQQQQACBGAhoMVdwGsppMZdat0195fzjYF/7KLSYTK2iQoVnJl5vpoVq7oDd7cwl5fb424W7RzQIIIAAAggggECOCnBZCCCAAAIItCGBVyYX2+iCcAGa9O/6glstsX5XARr95lfoHoBC/WAoLzqXVz8qp7xC9x20r/oK9YM55RXappZAQAIUn5ECgQACCCDQaAFOgAACCCCAAAIIIIAAAggggAAC8RdghggggAACCCCAAAIIIIAAAgggEH8BZogAAggggAACCCCAAAIIIFB/AS3i8h+lxVvKqXV59V1OfYV/m/oup9ZF5QeTrSRL4ZkZKjzzzk4dSiBQLwF2RgABBBBAAAEEEEAAAQQQaF6BVycX2zszsxSgmbWrAI2KyOj3fyKRMPUVGiuCfV2t8gr1tV2twuXUKtz9B21TROWU135qifgK1GdmFJ+pjxb7IoAAAggggAACCCCAAAIIIJA7AlwJAggggAACCCCAAAIIIIAAAgjEX4AZIoAAAggggAACCCCAAAIIIIBA/AWYIQII5LGAFm8FL185Ld5S67apr5x/HOxrH+W0eEx9ReUHk7IWnpm+uNyeoPCMyAgEEEAAAQQQQAABBPJBgGtEAIE2KPDa+8X2zowsBWgKbrHkhinpojO6B6DQPQGF+uJyfY3VV059hfrKub5rlVfoPoQ/p34wp/0U2qaWaNsCFJ9p288/s0cAAQQQQACBJhPgRAgggAACCCCAAAIIIIAAAgggEH8BZogAAggggAACCCCAAAIIIIAAAvEXYIYIIIAAAggggAACCNRNQAuztGjLv7fLqXV59d1+6ru8Wo394RaNKVexdmK68EwqUa5dM2L6knJ7cvTOjBwDBBBAAIH6CLAvAggggAACCCCAAAItI/DalGJ7Z2ZEAZpkhaVm3myJdZNN9wH89wRcX1fo+m4f5dRXuL5aRTCn+xEu57YHc8pH5ZQn2pYAxWfa1vPddmbLTBFAAAEEEEAAAQQQQAABBBBAIP4CzBABBBBAAAEEEEAAAQQQQAABBOIvwAwRQAABBBBAAAEEEEAAAQQQQCD+Ank6Qy3M8l+6FnMpp9bl1VdOY/VduLFaF26b2oq1E3YXnqlwm2va6YvL7Ml3KDxTA0IHAQQQQAABBBBAAAEEEEAgPwTa8FW+9n6xvT0jqgBNpaUKbrHE+g8L0KjYjEL3BxRiU+tC2/w59ZXTdvVduLHuS7i+tqkfzCmvnFqi7QpQfKbtPvfMHAEEEEAAAQQQQACBJhXgZAgggAACCCCAAAIIIIAAAgggEH8BZogAAggggAACCCCAAAIIIIAAAvEXAG1qTwAAEABJREFUYIYIIIAAAgggULuAFmkF91BOi7TU+rcpp7HyCvUV6vvDLRJTrnLtBCudNMwsWaldM2KaCs+MLszIMUAAAQQQQAABBBoiwDEIIIAAAggg0LICo6YU29vTwwVovFSVmQrQrJtkui/g7hEkEglT3x/arlBOV6++wt/XWOFyat39CfUV2q6cWo39EZXzb6cfXwGKz8T3uWVmCCDQtgWYPQIIIIAAAggggAACCCCAAAIIxF+AGSKAAAIIIIAAAggggAACCCCAQPwFmCECCCCAAAIIIIAAAggggECOCWhxlv+StChLObX+vPrKudBYkW2sfMXaCVYycZilEhGFZxaV2VMUnhFhHIM5IYAAAggggAACCCCAAAIItAGBUVOjC9BYssq8Wf+25PrJGQVoVGRG9wsU4lHrQtuCObfN5V2rvPr+UC7qfoZy/v3oN6lATp+M4jM5/fRwcQgggAACCCCAAAIIIIAAAvkjwJUigAACCCCAAAIIIIAAAggggED8BZghAggggAACCCCAAAIIIIAAAgjEX4AZIoAAAtECWpQV3KKcFmWp1Tb11Wqs2FNfC8W0n6JizXgrmXi9pZKVOiwjpi4qt6feLczIMUAAAQQQQAABBBBAAIHGCHAsAggg0DoCKkDz1vTi0IPrfkBy5s2WWDfJdJ/A3TNwrcsFx8ordEK1LtxYrcKf99+/UF/btI8/onL+7fTjJ0Dxmfg9p8wIAQQQQAABBCRAIIAAAggggAACCCCAAAIIIIBA/AWYIQIIIIAAAggggAACCCCAAAIIxF+AGSKAAAIIIIAAAgggkAMCWnClxVj+S3E5tS7v7yvnxjpWfYXLq++iYs04K55wnVmySpszYuqiMnv63Z0ZOQYIIIBA7ASYEAIIIIAAAggggAACbUjg9akl9ua0cAEaL5WwVLoAzUTTPQNXaEatQjkxub7GCuVc6+8rp1DOH/6c+u6+hX+fqJx/O/34CVB8Jn7PaU7OiItCAAEEEEAAAQQQQAABBBBAAIH4CzBDBBBAAAEEEEAAAQQQQAABBBCIvwAzRAABBBBAAAEEEEAAAQQQQACB+Asww0wBtwjLn3U5tcprQZZajRWur1bhcuorNHahwjMlE683z5LalBFTF6rwTGFGjgECCCCAAAIIIIAAAggggAACTSHAOVpX4I1pKkBTErqI9P2BglssuS5cgMbdS9BBrq/WFaNxebXKqVVoH7UK9RXq++9nqO/y2qaIyilPxFOA4jPxfF6ZFQIIIIAAAggggAACCCCAAAIIIIAAAggggAACCCCAQPwFmCECCCCAAAIIIIAAAggggAACCMRfgBkigAACCCCAQCsKaNGVFlr5L8Hl1Lq8v6+cf6y+P9ziL+Uq14wzFZ6xVLjwzBQVnhlD4Rl5EggggAACCLQBAaaIAAIIIIAAAm1Q4I1pxfbG1HABGt0nSKkAzfqJpvsICt1HUBsV2iY+tS78Y9dX6w/t68bq6x6IWpdTG5VTnoifAMVn4vecMiMEEMhJAS4KAQQQQAABBBBAAAEEEEAAAQTiL8AMEUAAAQQQQAABBBBAAAEEEEAg/gLMEAEEEEAAAQQQQAABBBBAoC0JaIGVf75agKWcWpd3/WCr7cop1Feor9BCsco1Y6144nWmBWXa5o/3F5TZMxSe8ZO0cJ+HQwABBBBAAAEEEEAAAQQQQKBlBN6cXmyvTy0OP1gqaamZN1tq/SRz9xL8rfruIPV1r0HhzynvQnn11Spc37UuF7zvobxyauMXzMgvQPEZvwZ9BBBAAAEEEEAAAQQQQACB+AgwEwQQQAABBBBAAAEEEEAAAQQQiL8AM0QAAQQQQAABBBBAAAEEEEAAgfgLMEMEEECgFQT8C6/cwyunxVZqgzn/2G1Xq9A2tW4BmPrlq96z4gnXm6VS2pwRkxeW2bPvFWbkGCCAAAIIIIAAAgggEHsBJogAAgi0YYG3ppdkKUCTShegSa6bUH0LIWW6t6D7Cv5WfRfaptBYrUjVunBjtS6y3evQMW4f10bl3Dba/Beg+Ez+P4fMAAEEEEAAgbwQ4CIRQAABBBBAAAEEEEAAAQQQQCD+AswQAQQQQAABBBBAAAEEEEAAAQTiL8AMEUAAAQQQQAABBBBoCwJaeOWfpxZXKafW5dVXTmP1Feorp75CY7UutPirYvV7Vjp5WPWmcOGZ9xeU2nNjKDxTjcP/EECglQV4eAQQQAABBBBAAAEEEGhZARWgGTWlOOJBU5YquMVUgEb3FRS6z+Ba9d1Byin8OW3TOBgur9bdy1BfoX2DOeWVU0vEU4DiM/F8Xvc0K7YjgAACCCCAAAIIIIAAAggggED8BZghAggggAACCCCAAAIIIIAAAgjEX4AZIoAAAggggAACCCCAAAIIIIBA/AWYYQsKaHFV8OGU0+IqtW6b+spprL4L/ziqX7FqjJVMvN4sFS48M3lBqT37XpEOIxBAAAEEEEAAAQQQQAABBNqeADNGwN6eUWKvvR9RgKb6PkJq5s2WWjfBVFxGoXsRrnV9EUbllNc+CvUVru9a3edwfbc9mFNe4d9PYyIeAhSficfzyCwQQAABBBBAAAEEcl6AC0QAAQQQQAABBBBAAAEEEEAAgfgLMEMEEEAAAQQQQAABBBBAAAEEEIi/ADNEAAEEEEAAgbgKaOGUFlX55+dyal1efbef+gptU059hcZqFepr4Vf5qnetZNIwDUMxaX6ZPUfhmZALCQQQQAABBFpPgEdGAAEEEEAAAQRaR+CdmSpAE12cNlVwi6XWjc8oQKN7D7rvEGyV0wyUV6ivUN8fLqfW3dtQX6H9gjnlo3LKE/ktQPGZ/H7+uHoEEGioAMchgAACCCCAAAIIIIAAAggggED8BZghAggggAACCCCAAAIIIIAAAgjEX4AZIoAAAggggAACCCCAAAIIINBEAlo45T9V1AIrl9N+6ivUV6iv8Pc11mKvilXvWumkv2tTKCbNK7PhYwtDeRI+AboIIIAAAggggAACCCCAAAIItCGBd2aW2qvvF0fOOFVwqyU/GFdTgEb3HRS6B6FwB6mvvEJ95dW60Fihsb/V/RGXc/lgTnnl1DZpcLJWFaD4TKvy8+AIIIAAAggggAACCCCAQNsRYKYIIIAAAggggAACCCCAAAIIIBB/AWaIAAIIIIAAAggggAACCCCAAALxF2CGCCCAQNwE/Auq3NyU0yIqtcGcxsq78I/9fbddhWdKshSemTi/zIaPo/CM3AgEEEAAAQQQQACB3BLgahBAAAEEWldg9MwSe3VydAEam/VvS60bX1OAxt2DUKtiM/5QTqGcWs1KrQs39rfZ7onoGO3nj6icfzv9/BGg+Ez+PFdcKQIIIIAAAk0pwLkQQAABBBBAAAEEEEAAAQQQQCD+AswQAQQQQAABBBBAAAEEEEAAAQTiL8AMEUAAAQQQQAABBBBAoJECWlDlP4UWTSmn1uXVV05j9RXqK6e+QmO1/ihfOdqyFp6ZV2rPj6XwjNwIBBDYowA7IIAAAggggAACCCCAQBsUGF1QYq9kKUCTKrjVkh+MqylA44rL+O9LiEx5hfIau9A4GNqmnFp3z0N9hfLBnPLKqSXyX4DiMznxHHIRCCCAAAIIIIAAAggggAACCCAQfwFmiAACCCCAAAIIIIAAAggggAAC8RdghggggAACCCCAAAIIIIAAAgggEH8BZhgXAS2aCs5FOS2aUuu2qa+cxuq78I+j+hWrRlvp5H9oUygmqvDMuKJQngQCCCCAAAIIIIAAAggggECuCHAdCOSGwLsFJfbypCz3EGb925IfjI0sQKOrV9EZte5ehlqX8+fVV2i7v9X9EJdz+WBOeYV/P42J/BOg+Ez+PWdcMQIIIIAAAggggEBTCHAOBBBAAAEEEEAAAQQQQAABBBCIvwAzRAABBBBAAAEEEEAAAQQQQACB+AswQwQQQAABBBBAoAECWhClxVL+Q11Orcur7/ZTX6Ftyqmv0FitQn0t4qpcNdpKJkUXnpkwt9Sep/CMqAgEEEAAAQTqLsCeCCCAAAIIIIBAGxYYM6vUXp6crQDNbZYKFKDRvQmF7lX4W/XFqLxCfYX6/nA5te4eiPoK7RfMKR+VU57IHwGKz+TPc8WVIhBrASaHAAIIIIAAAggggAACCCCAAALxF2CGCCCAAAIIIIAAAggggAACCCAQfwFmiAACCCCAAAIIIIAAAggggEA+CGhBlP86oxZOuZz2U9+Ff+zva7sWcVWseseKsxSeGT+31F4Yn2WxmE6WJ8FlIoAAAggggAACCCCAAAIIIIBAywqMKSi1kZOi7ymkZt1mqXVjTfclXOg+hUJX6Vq3Ta3LqXXh9tVYfdfqPorru3wwp7xyaon8FKD4TH4+b1w1AggggAACCCCAAAIIINBYAY5HAAEEEEAAAQQQQAABBBBAAIH4CzBDBBBAAAEEEEAAAQQQQAABBBCIvwAzRAABBBCoh4B/oZQ7TDktjlIbzGmsvAuNsy3Q0j4VK9+2kkk3aLdQjJ9bZiMoPBNyIYEAAggggAACCCBQJwF2QgABBBBAwN6bVWojJxZHSqQKbrPEmnfTBWh0j0L3L1y4sQ6MyimvfRRRfeWy3Ttxx2gfF1E5t402dwUoPpO7zw1XhgACCCDQpgSYLAIIIIAAAggggAACCCCAAAIIxF+AGSKAAAIIIIAAAggggAACCCCAQPwFmCECCCCAAAIIIIAAAgjksoAWSvmvT4uhlFPr8uorp7H6LjT2h8ur1cKt8uVvWcnkf/p3qemPn1tqI8YX1ozpIIBAvgtw/QgggAACCCCAAAIIIIBA6wi8N7vEXppUFPng3pw7LLl2TLoAje5V6J6FP5TTgcqp71rlFBorovrK6X6J266x+sGc8sqpJfJLgOIzUc8XOQQQQAABBBBAAAEEEEAAAQQQiL8AM0QAAQQQQAABBBBAAAEEEEAAgfgLMEMEEEAAAQQQQAABBBBAAAEEEIi/ADNEoA4CWgwV3E05LYZS67apr5zG6rtQzvWD27RYq2Ll21Y65UZtCsW4OaU2Ynz0orDQziQQQAABBBBAAAEEEEAAAQSiBcgigECNwNhZpfbixCz3GmbfnlGARvct3D0N1+pE6rttapVTKK9QX+H6rnX3SLRNoXwwp7xC29QS+SFA8Zn8eJ64SgQQQAABBBBAIPYCTBABBBBAAAEEEEAAAQQQQAABBOIvwAwRQAABBBBAAAEEEEAAAQQQQCD+AswQAQQQQAABBBDINQEtdNIiKP91uZxal1ff7ae+C21XX61CfYX6WpxVseItK30/S+GZ2aX24oQsi8F0AgIBBBBAAIE8FeCyEUAAAQQQQAABBFpXYFxt9xxm326pD8aY7lu40L0MhRvr6t1YrUI5hfrBcHm1un+i7eor1A/mlI/KKU/kpgDFZ3LzeeGqEGhtAR4fAQQQQAABBBBAAAEEEEAAAQTiL8AMEUAAAQQQQAABBBBAAAEEEIRvcGwAABAASURBVEAg/gLMEAEEEEAAAQQQQAABBBBAAIE2L6CFTn6EqAVRLqf91HehY13fv019LdaqWPGmlU65ScNQjNUisGz/L+ShvRuV4GAEEEAAAQQQQAABBBBAAAEEEIi/QGiG4+ZkL3qbmnW7pda+G1mAJnivQ/c4lFPrHkRjhcZqFa6v1t0zUV+h7cGc8sqpJXJfgOIzuf8ccYUIIIAAAggggAACCCDQJgSYJAIIIIAAAggggAACCCCAAAIIxF+AGSKAAAIIIIAAAggggAACCCCAQPwFmCECCCCAQK4IaNFT8FqU06IntW6b+spprL4LjaMWXWl7IpGwsmWvW+mUf2m3ULw3u8ReovBMyIUEAggggAACCCAQHwFmggACCCCAQG4IqADNiPGFkReTmn2HJVa/EypAo/sdur+hVgeqr3sdal3O5ZWL6iun+yluu8bqB3PKK7RNLZG7AhSfyd3nhitDAAEEEGhNAR4bAQQQQAABBBBAAAEEEEAAAQTiL8AMEUAAAQQQQAABBBBAAAEEEEAg/gLMEAEEEEAAAQQQQAABBNqsgBY7+SevRU7KqXV511erxVVqFdruWtfXWKH9Kla8YWVTb9amUIydXWIjJxaH8iQQQKAZBTg1AggggAACCCCAAAIIINCGBcbPLbMR44siBby5d1pq7eiMAjTaUfc33H0OjV3ftcopNFZE9ZWLutcSzLn91BK5K5AXxWdyl48rQwABBBBAAAEEEEAAAQQQQACBphLgPAgggAACCCCAAAIIIIAAAgggEH8BZogAAggggAACCCCAAAIIIIAAAvEXYIYItLaAWxDlvw7lggufXM7tp+3qu1Z9hfZzoYVZFcvfsNIp0YVn3ptVYi9ReEZsBAIIIIAAAggggAACCMRcgOkhgEBuCYyfW2ovZClAk5r9X0uufiejAI271+FazUZ93ftwrXIKjRX+vsYudC9FfW1XqB/MKa/QNrVE7glQfCb3nhOuCAEEEEAAAQQQyAUBrgEBBBBAAAEEEEAAAQQQQAABBOIvwAwRQAABBBBAAAEEEEAAAQQQQCD+AswQAQQQQAABBBBocwJa3OSftBY1KafWn1fOjbXNhVtkpW0up1b58uWvW+nU6MIzY2aV2shJxTqMQAABBBBAoKUFeDwEEEAAAQQQQAABBGyCCtCMK4qWmHunJdd8WIAmkUiki9HonodC9z10oOu7VjmFxgr1Ff77KlFj7at91Gq7C+Vcnza3BCg+k1vPB1eDQBYB0ggggAACCCCAAAIIIIAAAgggEH8BZogAAggggAACCCCAAAIIIIAAAvEXYIYIIIAAAggggAACCCCAAAIIINBcAsHFTHoc5bSoSa3GLjT2h/Iaq3WhsQstwCpfNsrKpt7iNme07xaU2suT3OKujE0MEEAAAQQQQAABBBBAAAEEEEAglgK5OakJ80rt+bGF0Rc3505Lrn67puiM7nfo3odr1deBal1OrXIK5fcU2s+F9o26L6Pt2qaWyB0Bis/kznPBlSCAAAIIIIAAAggggEAuCXAtCCCAAAIIIIAAAggggAACCCAQfwFmiAACCCCAAAIIIIAAAggggAAC8RdghggggAACbUJAC5a0mMk/WZdT6/L+vnIaByOY1yKriuWjrGzardoUincLSuyVyRSeCcGQQAABBBBAAAEEWlKAx0IAAQQQQACBGoGJ88ts+LgsBWjm3mWpNR8WoEkkEjXFaNw9Ep1Ifd0Tca1yCo39rfrBcPsor77u2ajV2EVUzm2jbR0Bis+0jjuPigACCCBQTwF2RwABBBBAAAEEEEAAAQQQQACB+AswQwQQQAABBBBAAAEEEEAAAQQQiL8AM0QAAQQQQAABBBBAAAEEmkNAC5b859WCJuXUurz6ymmsvguN/eHyarXIqnzZa1Y6tbbCM8X+w+kjgICZgYAAAggggAACCCCAAAIIINC6ApPmldnwsdEFaFJz7rLEqjdris7o/oe7D6JWoatX69+mnMLltN2F8i50/0V5N1Y/mNM25dQSuSHQkOIzuXHlXAUCCCCAAAIIIIAAAggggAACCDSnAOdGAAEEEEAAAQQQQAABBBBAAIH4CzBDBBBAAAEEEEAAAQQQQAABBBCIvwAzRCDWAlq8FJygclq8pNZt8/e1QMrlXeu2q3Wh/SqWv2Zl0/7tdstoR88ssVcmU3gmA4UBAggggAACCCCAAAIItJYAj4sAAgiEBCbNL7Pn3isK5ZXw5t1jydVv1RSgSSQS6b7uh7h7I9pP4XJqNVb493F912q7QmO1CvWD92uUV2ibWqJ1BSg+07r+PDoCCCCAAAIIIFBHAXZDAAEEEEAAAQQQQAABBBBAAIH4CzBDBBBAAAEEEEAAAQQQQAABBBCIvwAzRAABBBBAAAEEEGhKAS1a8p9Pi5WUU+vyrq+8WySlnD+0r3+s/SqXj7LSqdkLz7z6PoVn5EYggAACCEQJkEMAAQQQQAABBBBAIDcEJi8otWffK4y+mLl3W3LVm+miM7ovovshLtxYrQ5WXn21Gis0VusP5RS6D6O8+moV6iuvVmMXyrk+besJUHym9ex55HwW4NoRQAABBBBAAAEEEEAAAQQQQCD+AswQAQQQQAABBBBAAAEEEEAAAQTiL8AMEUAAAQQQQAABBBBAAAEEEEAgLwWCi5Q0CeW0WEmtxop0v7oTzFenMv6n/VxoEVXFstesZOqtGfu4wTszS43CM06DFgEEEEAAAQQQQAABBBBAAIEcEeAysgq8v6DMnh2TpQDNvHssuTp7ARp3v0Qn1z0TjdVqrFBfORfKub7ux7ixWoW2Ka9WY39E5fzb6TevAMVnmteXsyOAAAIIIIAAAggggEATCXAaBBBAAAEEEEAAAQQQQAABBBCIvwAzRAABBBBAAAEEEEAAAQQQQACB+AswQwQQQAABBBoroIVIWqTkP4/LqXV519e+6keF9g3mK5a9aqXT/q1NoXhnZom99n5RKE8CAQQQQAABBBBAIFOAEQIIIIAAAgjklsD7C8vsmWwFaObeY8lVb5grJKNWoXsmrlXfH8q7GSrv+v5Wed2XUU59tQr1lVersYuonNtG2/wCFJ9pfmMeAQEEEIijAHNCAAEEEEAAAQQQQAABBBBAAIH4CzBDBBBAAAEEEEAAAQQQQAABBBCIvwAzRAABBBBAAAEEEEAAAQTyTkALkfwXrYVKyql1eddXXouhNFa47a5VzoX2K1s80kqn3eY2Z7TvzCix194vzsgxQCBPBLhMBBBAAAEEEEAAAQQQQAABBGzKwjJ7OlsBmnn3WnLV65EFaNy9ExGqr3sorlVO4XLKu1Befd2fcX21CpdXq7ELt68b09ZLoFE7U3ymUXwcjAACCCCAAAIIIIAAAggggEBLCfA4CCCAAAIIIIAAAggggAACCCAQfwFmiAACCCCAAAIIIIAAAggggAAC8Rdghggg0FCB4GIknUc5LUpSq7HC9ZXXwifl/OG2q3Wh/cqXvmxlM27371rTf1uFZ6ZQeKYGhA4CCCCAAAIIIIAAAgjsQYDNCCCAQG4KTFUBmnd3Rl/cvPsssXJUqACN7pu4eyhqdbDLqdVY4ba5vsYudJ/G5dUqtE15tRr7Iyrn306/6QUoPtP0ppwRAQQQQAABBNqCAHNEAAEEEEAAAQQQQAABBBBAAIH4CzBDBBBAAAEEEEAAAQQQQAABBBCIvwAzRAABBBBAAAEEEMgbAS1G8l+sFiEpp9blXV95t/hJOYX28bfqK7Rf+ZKXrWx6dOGZt6aX2CgKz4iPQAABBPJXgCtHAAEEEEAAAQQQQACBGoGpi8rtqXcLa8b+jjf/fkuufL3WAjS6l6Jj1Lp7KxorlFPrD+2j0P0a5dVXq1BfebUau1DO9WlbRoDiMy3jzKM0swCnRwABBBBAAAEEEEAAAQQQQACB+AswQwQQQAABBBBAAAEEEEAAAQQQiL8AM0QAAQQQQAABBBBAAAEEEEAAgfgL1HeGwcVHOl45LUJSq7HC9ZXPttDJ7ad9FdqvfMlIK5uRpfDMtBJ7fWqxDiMQQAABBBBAAAEEEEAAAQQQQKAeAuya2wLTFpVlLUBj8++z5MpRWQvQaGa6p+Jad49FY4XbprxCObUK3bdxY7UKl1ersT+icv7t9JtOgOIzTWfJmRBAAAEEEEAAAQQQaEsCzBUBBBBAAAEEEEAAAQQQQAABBOIvwAwRQAABBBBAAAEEEEAAAQQQQCD+AswQAQQQQACBnBbQAiO3KMldqMup9efU177BBU7aT6Htav1RtvglK5txhzaF4s3pxfb6NArPhGBIIIAAAggggEA+CnDNCCCAAAIIIIBASEAFaJ4cXRjKpxPz789agMbde3Gtu9fixjre39dY4fbT/Rs3VqvQNuXVauwiKue20TatAMVnmtaTsyGAAAKtJMDDIoAAAggggAACCCCAAAIIIIBA/AWYIQIIIIAAAggggAACCCCAAAIIxF+AGSKAAAIIIIAAAggggAACCPgFtMDIP9YCJOXUurzrKx+1sMm/n/ZVaL+yxS9a+cz/us0Z7ZvTiu2NqSUZOQYINJ0AZ0IAAQQQQAABBBBAAAEEEEAgNwSmLy6zJ9/ZGX0x8++31KpRpvso7n6K62usg9zY3yqvcDntq1BOrUL3cdxYrcLl1Wrswu3rxvnT5teVUnwmv54vrhYBBBBAAAEEEEAAAQQQQCBXBLgOBBBAAAEEEEAAAQQQQAABBBCIvwAzRAABBBBAAAEEEEAAAQQQQACB+AswQwQQyEmB4CIjXaRyWmykVmOF6yuvBU3KKVze36rvomLJS1Y2I1vhmRJ7YxqFZ+RIIIAAAggggAACCCAQGwEmggACCCCQVWD6knJ7YnR0AZrUvPstueJVc/dUdP/FH8prrJOrr3Bjl1PrD+2j0P0c5dVXq1BfebUa+yMq599Ov3ECFJ9pnB9HI4AAAggggECOCHAZCCCAAAIIIIAAAggggAACCCAQfwFmiAACCCCAAAIIIIAAAggggAAC8RdghggggAACCCCAAAIISECLjNS60OIi5dT6c+or7xY1abtCeX+rvouyxSOsNEvhmTemqvBMsQ4nEEAAAQSaUYBTI4AAAggggAACCCCAQG4JzFhcbo+/E12AxhY8YIkVr5juv+j+ilqF+grNxD9WTmPlFa6vvMYK9RW6r+PGahUur1ZjF25fN6ZtWgGKzzStJ2fbJcC/CCCAAAIIIIAAAggggAACCCAQfwFmiAACCCCAAAIIIIAAAggggAAC8RdghggggAACCCCAAAIIIIAAAgggEH+BnJphcFGRLk45LS5Sq7HC9ZV3C5iUd+G2q3Wh/coWjbCyGXe63TLa16eV2JvTKTyTgcIAAQQQQAABBBBAAAEEEEAgLgLMA4E9CsxcUm6Pv10Yvd/8Byy54tWsBWh0/0X3XtS60Fgn89+/cduUd31td2O1Cm1TXq3G/ojK+bfTb5gAxWca5sZRCCCAAAIHkZ18AAAQAElEQVQIIIAAAgjkmACXgwACCCCAAAIIIIAAAggggAAC8RdghggggAACCCCAAAIIIIAAAgggEH8BZogAAggggEDbFtCiIr+AFhMpp9blXV95t4hJOYX2iWqVq1jyopXNzFJ4ZmqxvTWNwjPyIxBAAAEEEECgJQR4DAQQQAABBBBAIDcFZi4ts8ff3hl9cQsesNTKcAEa3Z/RvRcd5PoaK9zYbVPrD+2j0H0e5dVXq1BfebUau1DO9WmbToDiM01nyZkQQACBDwXoIYAAAggggAACCCCAAAIIIIBA/AWYIQIIIIAAAggggAACCCCAAAIIxF+AGSKAAAIIIIAAAggggAACCLSagBYWaTGRWncRwb62u21q3Xa1Ci1wUpQtesFKZ0QXnhmlwjPTS3Q40VYFmDcCCCCAAAIIIIAAAggggAACCNQIzFxabo+9FV2AJjX/AUuueMV0v0X3XhT+vk7iH/u3u21qlVe4vloXLq+x+rr/o1bjRgUH1ypA8ZlaediIAAIIIIAAAggggAACCCCQLwJcJwIIIIAAAggggAACCCCAAAIIxF+AGSKAAAIIIIAAAggggAACCCCAQPwFmCECCLQ9gajFQ8oFFxYp59fR2IXy6rtWfRfli16wspl3aVMoRk0ptrcpPBNyIYEAAggggAACCCCAQHMLcH4EEEAAgdwWKFhWnrUAjS140FIrdxWgcYVm1LrQPRn11frDzVjbXF9t8B6QcjpOrUL9qH3cNrVE4wUoPtN4Q86AAAIIIIAAAmEBMggggAACCCCAAAIIIIAAAgggEH8BZogAAggggAACCCCAAAIIIIAAAvEXYIYIIIAAAggggAACCDS7gBYP+R8kakGRcsF9NHb5qFa58kXPW1nB3do1FK+9X2xvzygJ5UkggAACbVCAKSOAAAIIIIAAAggggAACIQEVoHn0rZ2hvBKp+Q9acvlIUyEZhe7DuFZ97eMfK+fGUdu0XXl/+HPq6x6SWv8+yvnH9BsuQPGZhtvl0ZFcKgIIIIAAAggggAACCCCAAAIIxF+AGSKAAAIIIIAAAggggAACCCCAQPwFmCECCCCAAAIIIIAAAggggAACCMRfoO3MMLhYSDNXTouG1Gqs8Pf9Y5dX6w+3kKls4XArnZmt8EyRvTOTwjPyJBBAAAEEEEAAAQQQCApc/Ku/2o3Dx2XEd393Q3A3xggg0CgBDkYgPwRmLSu3R97cEX2xCx+21MqXIwvQuPszrvXfu3EnU079YKucC7dNY/WD942UV2ibWqLhAhSfabgdRyKAAAIIIIAAAgggkF2ALQgggAACCCCAAAIIIIAAAgggEH8BZogAAggggAACCCCAAAIIIIAAAvEXYIYIIIAAAggg0GwCWizkTq4FQgrl1Cqvvmtd320LttpPobxChWfKCu5RKhSvvl9s78wsDeVJtB2BS6/9d8ZC6uDC6vqO//ncWBv2xNt23WNv2J/+N9KuuOkB+/oVf7KTP3G+derSte3AMtNYCJx89nnp13LwffDH+16wQ449eY9zzPb+Un6PB7MDAq0pwGMjgECGwNpli6yyojwj13/gYOs7YFBGjgECCLS8gL6T6btZ8PvaP54ebZ/9+g9b/oJ4xDYhMHt5hT3yRnQBmtT8hyy5fGRkARrdoxFQVAEabdP9Hv827au8WoW2K1xfrbYrp1ahnEI5tUTDBSg+03A7jkQAgTwS4FIRQAABBBBAAAEEEEAAAQQQQCD+AswQAQQQQAABBBBAAAEEEEAAAQTiL8AMEUAAAQQQQAABBBBAAAEE4iugRUL+RUOur1YLkdzMNVZfrT+0j8blC4dbbYVnRs8s0eFEDgvk26XptduxU6d0oZke+/SyA4YcZied9Vm76PJr7M//G2k/G3a3qaBHvs2L60UAAQQQQACBeAqcdu4X7Bc33m8nnvXprBNcvXSBlRbtzNjerec+dvARxxj/IYAAAgi0TYHZKyrs4Tcz/zbUSCx82FJZCtC4+zWu1b0b9XWsa5XTOKoN5tx++i2uPtF0AhSfaTpLzoQAAggggAACCCCAAAIIIPChAD0EEEAAAQQQQAABBBBAAAEEEIi/ADNEAAEEEEAAAQQQQAABBBBAAIH4CzBDBBBAoEkF3IIh/0mV04IhtS7v+moVyqtVuL5aF8oryhcNt9KCe1w6o311crFReCaDhEELCKgozUFHHGNfu/wau+KmB+zwE05rgUflIRBAAAEEEEAAgbDAgYcdbT/68612wWW/sX33P9Daee39O2X0l86eZts2bsjIdercxQYeckRGjgECCCCAQNsSmLO83B56I7oATWrhw5Zc/pKpoIxC92lcq77CP1bf6em+kBtrP5d3/WCr7crpOLUa+yMq599OP1qA4jPRLmQRQAABBBCImQDTQQABBBBAAAEEEEAAAQQQQACB+AswQwQQQAABBBBAAAEEEEAAAQQQiL8AM0QAAQQQQAABBBBAIL8FtCjIPwMtBlJOrcu7vlpFVF45t02Lk9QvX/iclc6MLjzzigrPFJToMAKBVhHQ6/yAIYfZd353g331J7+1Tl26tsp18KD5IsB1IoAAAggg0HQC+t7xfz+40n74x5vt0ONPtfbtsxed8T/q2uULLZVM1qS8du3sgMGH14zpIIAAAgi0TYG5K8rtodd3RE9+4SOWqqUAjQ5y93F0L8f11ep3s1rlXWh/9aNal9Nxbh/lFMqpJeonQPGZ+nk1zd6cBQEEEEAAAQQQQAABBBBAAAEE4i/ADBFAAAEEEEAAAQQQQAABBBBAIP4CzBABBBBAAAEEEEAAAQQQQAABBOIvwAybRCC4CEgnVU6LgdRqrNhTX9tdaH+3KKl84bNWWnCvUqF4ZXKRvUvhmZALidYR6NBxLzvlk5+zi6/6m/Xs0691LoJHRQABBBBAAIE2I3DEyR+1X/7rQfvo+Rda527d6zXvNUsXWHlZacYxvfr1t0OOPTkjxwCB2AgwEQQQqLPA3JUV9mCWAjSpdAGaF033bBKJhOk+jvrB1p/TA2t7VOtybrsbq1UoH7y/pLxC29QSdRNoV7fd2AsBBBBAAAEEEEAAgfwW4OoRQAABBBBAAAEEEEAAAQQQQCD+AswQAQQQQAABBBBAAAEEEEAAAQTiL8AMEUAAAQQQQCA/BbQIyF25Fv4olFPrz6ufLe/fV/u5RUplC56x0oL7lArFy+nCM5kLZkM7kUBgt0Cyqso2rl1p61YsrVfs2LLRyktLrKqqcveZam/atWtvh59wun3tZ7+3Tl261r4zWxFAAIE2KsC0EUCgaQS6dd/buvfsZfqOXd8zrlgwx4p3bM84rEv1+QYdckRGjgECCCCAQNsUmKcCNKN2RE4+tfBRSy4bkS48EyxA4+7vqHXh7vForL9Z/nHwAbRdOe2rVqG+8moVyimUU0vUTYDiM3VzYi8EEGhaAc6GAAIIIIAAAggggAACCCCAAALxF2CGCCCAAAIIIIAAAggggAACCCAQfwFmiAACCCCAAAIIIIAAAggggECtAv4FP/4dtfjHv83f1wIjt6/Lq/WH9tG4fOGzVjbrfrd7RjtyUpGNKaDwTAZKwwZt5qjKygobPfxRu/Wq79Qrhl16of3pW5+xP1x0jt18xSX22uP32Npli0wL7LLh6T0w9LhT7JLfXE8BmmxI5BFAAAEEEECgVQU2r1ttG9Ysz7iGjnt1sgOGHJaRY4AAAgggEBuBek9k3qoKe2DUzujjFj2WtQCNu6/jWt3jUV8ncq1yGrvW9d12N1ar0H76ra1+MLQtmGMcFqD4TNiEDAIIIIAAAggggAACCCAQQwGmhAACCCCAAAIIIIAAAggggAAC8RdghggggAACCCCAAAIIIIAAAgggEH8BZogAAgjkj4AW9vgX/WisUE6tm4nrZ8u77f79lStf8IyVFtzn0hntyInF9t4sCs9koDBoEQEt0B79/KN222++bw/9/Tf2wYrFptdr1IPrNT/kqBPsnAsuidpMDoG8FLj3r7+0q79yZiiUz8sJcdEIIIBAqwnkxgOvW7HEElWVGRfT/8AhFM/LEGGAAAIItG2B+avKay1Ak1o2Iv27WAVa9ftYxWPUutBYobFap6nfzG6sbS6vVmNtd321CpdXq1BOoX39Y+WIsADFZ8ImZBBAAAEEEGh+AR4BAQQQQAABBBBAAAEEEEAAAQTiL8AMEUAAAQQQQAABBBBAAAEEEEAg/gLMEAEEEEAAAQQQQAABBLIKaGFPcKNy/sU+/r5bUKRj/Hn1FcprH/VL5z9lpbPuVyoU6cIzs0tCeRIItLTAwpnv211//JnNmfyeJZOJyIfv0HEvO+1TX7BjTj87cjvJHBHgMhBAAAEEEGijAquXzLfS4qKM2e/dq48dfuLpxn8IIIAAAgg4ARWg+d9rO9wwo00tesySy15IF6Bx93Vcq3s8bmf1FW6bWncfSXmF21etfxzs6zjt44+onH87fTOKz5gZLwQEEEAAAQQQQAABBBBAAAEEEIi/ADNEAAEEEEAAAQQQQAABBBBAAIH4CzBDBBBAAAEEEEAAAQQQQAABBBCIvwAzzH0B/4Ifd7XKaZGPWn+utr72Veg47adFRxqXznvSymc/oFQoXppYZO9ReCbkQqL1BMpLS+zRm66xme+9kbUATfeeveyj513QehfJIyOAAAIIIIAAAlkE5k0dbzu2bMrY2qlLNzvw0KMzcgwQaA4BzokAAvklsGB1hd2fpQCNLXrcEkuGV/8uTloikagpRKN7PQrd71G4vlrNXjlFsJ9trLxCx+h+klqN/RGV829vy32Kz7TlZ5+5I4AAAggggAACrSfAIyOAAAIIIIAAAggggAACCCCAQPwFmCECCCCAAAIIIIAAAggggAACCMRfgBkigAACCCCAAAIhAS3ucUkt6FEop9afr0tfxyi06EhtmQrPzHnQHZrRvjixyMbOLs3IMUAgVwReuP9WWzp7enqBXdQ1DTrsaDvjvAujNpFDAAEEckGAa0AAgTYs8MHyxRnfYdq3b2/7Hzy0DYswdQQQQACBbAILaylA4y150pJLh6f/prgCNLrX4+75qK/zurFrlQ+G9osK7efy6rv7Ueq7vHKuT5spQPGZTA9GCLRRAaaNAAIIIIAAAggggAACCCCAAALxF2CGCCCAAAIIIIAAAggggAACCCAQfwFmiAACCCCAAAIIIIAAAggggEDrCfgX8vivQot6/Nv8ff9+/rzrq3WLjcrmP2ll2QrPTCiycW2m8IxfjX6+CJSXltjrT91v2zatj7zkTp272JEnfSRyG0kEEEAAAQQQQKA1BdYuX2SVFeUZl9B7v4E2aOiRGTkGCCCAAAJNLZCf51MBmvte3RF98YtVgOb5jAI02lH3flz47wUpp7FC+ynUV6gfFf5t6uu+1J72i9reFnMUn2mLzzpzRgABBBBAAAEEEEAAgdYX4AoQQAABBBBAAAEEEEAAAQQQQCD+AswQAQQQQAABBBBA7xhvXwAAEABJREFUAAEEEEAAAQTiL8AMEUAAAQRqBPyLebS4R6GcWreTv6+cG7tWOS0sUquci7J5T1rZ7AeVDsWLKjwzpzSUJ4FArgmsWjTXZox53RJVlZGXdsAhR9oRJzZNARqd56s//Z1ddduj9rdHRtk/nhljNw4fVxPDnnzb/vS/kfaTYXfaJ758sfXs0y/ympo62X/gYDv/4svsFzf9z/76yGv296dH11yTrq8lr6tTl652xmcvsB/++Ra75t7nbdgTb9s/nxtbcz3qKyeny2+4J33duv6mNmmO82luH//i1+1nw+62ax96JcP5hmfH2F+qcz/68612+qe+1BwP3+TnVHGDCy/7tV1588Pp103w9ayxXudX3/GkffvqYXbiWZ9u8mvwn1Cvg3MuvMRk+Ns7n7HrHnsj9B5zr2e9znXdej/qfek/T1P3hxx9oulx0u/7R183Pde6DoWM9FrQa0KvDb1Gmvrx93S+Y04/O/2Z87fqa9P7S9el9/xvbn/CLvjRr0yuezpH1Hb3+kjPO/B5p8fR+1jvcb3X9Z5vqbnn6nU5Q33un7f78/hvj74Wer3otfvzf9xj9Xm9uHNeefND6feF/PU8K/R5r9eg/u4092dPs9k7vCZoZaDXpF6beh/IyIXG+tuj7S35mq1tWqsXz7OiHdszdunecx8bdOhRGbnmGuSaV1v7PGuu57W+59XfiVz5Hum/9mM/cnb67+8V/3og/b1rWOA7pd7b+pt83eNvpr9z6vvDJ1rw+7f/Wukj0JICi9ZU2L2vZP7tqHn8xU9YcsnwmgI0iUTCdC9I4e4DqfWPdaxywXB5tf7Qfm6svrs/pb7LK+f6tLsEKD6zy4F/EUAAAQTauADTRwABBBBAAAEEEEAAAQQQQACB+AswQwQQQAABBBBAAAEEEEAAAQQQiL8AM0QAAQQQQAABBBBAAIHcEdAiHv+inmDfjV2rK3d9/wKjsnlPWNmc6MIzI8YX2TgKz4iOyBOBd198wtavXh55tV177G1Djzslcltdk+dc8C37/d3P2feuuclOO/cL6WIOnbt1t/bt22ecouNenazHPr1s8BHH2ecu+YldffuT6UIah59wWsZ+TTU4+ezz7PJ/3me/vPkBU9GOgUMOty7deliHDh0zHiLqui65epgdeNjRGfs1ZqCFy9+44lq75p7n7YJLr7LDjj8tXXynY6dOps8td271letR7TTo0KPT133lrQ+lC/qc9aWvu91yqlVRjf/7wZX2h3uG2xe/+3M76IhjrFuPnhnO7dq1t67VuUOPP9Uu/PFv7IqbHrCmfN4vvfbfNQV8tNjahfL1xTrjvAvtV7c+Yj/7x932kc982QYcfEj6ddM+8HrWWK/zvgMGmQoC6PlVMZpvXXVdk7529LyrwIleB1r8LsM+/fc3uesagvPT61mvc1233o96X+r9ed7Fl6WPCe7f0LHmrOfx0r/8+8P3fddupufanVPXp9eCXhN6bfzurmfti9+7POM6NDf3fLn2j/e9YIcce7I7TWSr97cK8LhjXKtCOO6AC398tX3zymvTnzmdq69N7y9tk9G++x9oeq5/ceP91fv8Jf1+1LY9hXs+3OtD7229DjRXd6weR+9jFUXRe/2C6ve83h9f+9kf6vw47lx1bVvzuj779R/aPwJFvTRW3l2/LL5+xZ/s17c9Zp+88BLT53Hnrj1Crxe9dvXZq9fLb//7tOnviztHsA2ec8DBQ9OvLfm7ffV5r9eg/u7os+d3dz2XLgDmtjdF25r2dXkfaI5y/MO9w9Ofv3pNyk7vA21zobH+9mi7XrNR71e3b1Sr9557H6q96Bd/TD8fwX312aVt2scfej9rPv79Vy+Zb1vXr/GnTNd5wODDMnJ1Hej8ehz/46qva/efoyW8/I9Xl+uKw+fZ9/9wY+TfahU9aqpCaXp9qRiLntdg/OT6//rZ99jX85Ir3yPdxerzUd8z9H3jkt8MM/2d1/tBn3P6u+P//NMx+pvcqXOX9N8efX9oie/felwCgdYWWLy20u59dUf0ZSx50pJLnksXoNE9IIXuCblWfR3oxq51eW1TX+H6av3htimnfvC9qTyRKdAuc5gTIy4CAQQQQAABBBBAAAEEEEAAAQTiL8AMEUAAAQQQQAABBBBAAAEEEEAg/gLMEAEEEEAAAQQQQAABBBBAAAEE4i/ADNu4gBbvBAmU04IetW7bnvrartD+al3sKjzzkNKheGFcoY2fWxrKk0AglwXKS0ts6ezplkgkQpepggkHHXZMKF+XxNGnfdyuvv0pU1GLXvvul1FEpS7Ha5GsFsJ+53c32Nd/+efIRep1OU9wHxWD+NGfb7Wv/uz3NmjokdY+UGwmuH9wrOs69vSz7Yd/vNnO++alwc31Hn/iyxfbT/9+p5141qdNRSrqewItHNacPv/tn6WLtgw5+sT6nqLZ9j/prM/aL//1oH30/AvTBVrq8kD6rD5gyGH2rV9f3yS+dXnMuuwj48v+dod9+YdX2n4HDskoilGX47WPnt/jPnpO+rXzxe/9QqkGh2xVfEPPu65Nr4OGnEzeen+qmMIVNz5get825DzuGC3s/8YV19rFv/qL6Xmsz3VpcfyZn/+aXXrtraYF9O6czdF+/fJr7LRzP28dOu5V6+n1fj/kmJNtQPVzXtuOet+p2E5Dnw8VVTnlk5+zX/zz/iYtfpKr1+W31Gvusr/8x078+Gfq9TnfvWcv++w3f2QqsKDXXfCcP/7r7ab3SXCbfz9/X++F3v32sy99/xf21Z/81r+pQf18sNdnhz7X9Hd6nz796/V32r1ff/aPe0xzbRBSExz0wYolGd9f9DzuP/jQJjhz+BS56hWXz7MFMyZbRXlZCL5b9x42+OgTQnlfos7do079mPXuNyC0f1VlhS2cPimUj0rodZBL3yN1jfqc03flH//tdtP3DH3fUL4hob977vu3Pgt17oach2MQyHWBxWsq7J5XshWgeSpdgMYVltlTq3tFmq9aRba+2+a2q1Uor79fajX2R1TOv72t9Ck+01aeaeaJAAIIIIAAAgjUKsBGBBBAAAEEEEAAAQQQQAABBBCIvwAzRAABBBBAAAEEEEAAAQQQQACB+AswQwQQQAABBBBAoGUFtGjH/4harKOcWpeva1/7uYVG6pfNe9zK5jzkTpPRvjC+yCbMCy+YzNiJAQI5KrBs7gwrLdoZeXX77NvPBh95fOS2bEkVZfn6L/5kffcfWK/F7FHnU3GIE8/8tP30+jsbXZBCRQ6++7sbTItq27dvH/Vwdc5pYe8nLrjYvv+HG+tVMMH/ACpk8pmv/6DOhVn8xwb7+pxTsY9v/vLadMGF4PaWHn/6a9+3Cy69yvrsd0CDXgNa7HzWl75un7vkJy196aHHU2GFS35znR1y9AkNmkvwhHrtfOxzX4ksmhHcN2p8/rd+bF/5ydUNto06p14/er9e8KOrGvz66T9wsF167b/thI9/yupb1Mldk65j0KFH28W/+qsdceJHXLpJ2zM+e4EdderH61xAaMOqpbZgRvaiBDrft676W7rYjq6/MRfbo1fvJit+kqvX5ff5yGe+bP/vZ79v8N8KFTc6+rQz7YIfXllz2lPP/bx95cdXW58BB9Tk6tPRa/eksz9r533zsvoclrFvPtirwJPeZ435XNPrfb9Bg+0bV/yp2d6vGbARg1WL51p5aXHGlp599rWjTvmYNeV/ueql11pcPs8WzXzfdmzZGHra2nXoYAcfcWwo35DE0GNOsc5du4cOLdy+1ZbMmR7KBxNHn/Zxy6Xvkbo+vTb1HVnflfWdWbmmCJ3rlE9+zr7282sa/D23Ka6DcyDQnAJL1lbY3S9nL0CTWvqcqUCr7gkpdE/Ite663FitctpHEexrHAy3n/Lq6++qWo1dKOf6bbml+ExbfvaZe+4KcGUIIIAAAggggAACCCCAAAIIIBB/AWaIAAIIIIAAAggggAACCCCAAALxF2CGCCCAAAIIIIAAAggggAACCMRUILhIR9NUTot11GocDH8+2HfHKa8om/uYlc15OHiK9Pj5cUU2YW5pup8T/3ARCNRTYN7U8bZjy6bIo7p039sGHDw0cltU8qs/+a2d/X/faNKFqno/6hq+fnnDF7ifdNZnTYU1GlqQIGquKnxw+Eln2Ld/M6ze8z3nwkvs1HO/YFrcG3Xuhub27t3XPvONHza6UE9DH1/HqfCMCseogIzGDQ3ZfOxzX7VBhx7Z0FM0+jjN4Qvf+Zn1G3hwo8/lP4FeO0efdqadf3H9ClyoIMbHv/A167hXJ//pmqyv18/Z//dN6z9wcL3Oqf2/eeW1NnDokU1SoKfXvvvZBZf9unqenet1HXvauUP79vbxL1xkKgC0p321vaqywpbMnqZuZHziyxenn8PuPXtFbm9IUsVPtOD/65df05DD08fk6nWlL273P12697Bzv/pt61r9N2Z3qkGN3ksqvqEiHCpY9JmLfmCNfT702XPap75gx5x+dr2vKR/s9T74ymVX234HDan3/KIO6NmnX/rvjj4vo7Y3Z27hjMm2c9uWjIfo0q27Dar+LMpINmKQq166rjh9nm1et9pWzJ9t+t0VfLr23f9Aa2xBob4DBtnBRx4b+Tdq1aK5pgg+rn+ca98jdW39q/9W6708oPp7ur4rK9eUoc/XI08+w8654JKmPC3nag4BztlggaUfVNg9L2+PPn7J05Za8qypsIw+m/yt+gqXV1+hsQud1N/PNlZeoX31XlarsT+icv7tce+3i/sEmR8CCCCAAAIIIIAAAgggUBcB9kEAAQQQQAABBBBAAAEEEEAAgfgLMEMEEEAAAQQQQAABBBBAAAEEEIi/ADNEAAEEEGgZAS3ScY+khTkK5dS6vNrgOJhz2/0Lh8rmPW5lcx/RrqF4YVyRTZxH4ZkQDIm8E9Ci36iLViGE3v0GRG0K5VQY46SzP2s6JrSxOqH3186tm2z6e6/bE7f+xf70rc/Y1V85027/7Y9s5IO329I5003FHqp3jfxf3/0H2vnf+km9C2OoIMH537rMVFgj8sTVybLiIps3ZZw9d+cNNuzSC9PXpVZj5ctLS6r3Cv9PnzOHHHuSXfDDK8Mbs2QOPOxoO/3TX7JsBURKinbanMlj7Pl7/pW2kZHCXY+2aZ8spzcV7jjrixdl29yseRVrOOO8C7IW49FrYNum9TZ25FN2z1+uSDvrdfD07cPS/noe/BcoIy347tCxoz/dYn0Vh9l/8KGRj5dIJGzdiqX27ojH7dGbrql5Peu50tyU13btF3UCLeo+7qOfrHOBi1PP/bydcd6XsxYsSlRVVl/Pksjr0XtMrye9dooLd0Qu7nfX2H/gQXbapz7vhnVqz7/kx7bfQYdELurXCfS+1vv7xf/dWvP+uvmKS+y1x++xNUsXmK5d+/lDr+O6fvb4j6utP6j6vddnv/1r2yVj285tW23xrKkZOTf4yGe+bJ/8yreyFrJJpSrVmJUAABAASURBVFJWtGNb6PNO8x754H9q/bxLvzY+dq7pM9U9Xl3bXL2ujOv32tmJZ33GVLTEn3dmsye+m/6b8PR/rk+3GstS2/37u76KCelvj/4+BM+ZTCZMf9/0d0fvAZ1zVPXrbuncmVZZXu5OEWq77b2PqQhQaEMtCdnn4msieMkHH3VC9fs1XHhG79N1K5bYpDdfsmfv/Ic5q/lTJ1htf3N0/v0PGlr9fvi2upGxY/PG6s+npTWxce1KS1ZVhfZVTtvWVX+2+mPD6uVWXP23MXiA/jZvWLUsI63vICrGkZFsxKA1vOpyuXH8PFsyZ6qVlRSFpq9CiEOOPjGUr0/i0ONPrf4euG/okPKyUls2ryCU9ydy7Xuku7Yvfv/yyPeytuvzUn/v9Xdfn336HqDvJwp979L3ll3fU5ZE/g3WORQqxnXcGefU+7u3jiUQyBeBJR9U2t0jsxSgWfqMJZc8a/o+r/eVu0/kWuX8obzm7XLBvsa1hY7T70u1Crevcq7fFluKz7TFZ505I4AAArkvwBUigAACCCCAAAIIIIAAAggggED8BZghAggggAACCCCAAAIIIIAAAgjEX4AZIoAAAggggAACCCCAQBsR0OIc/2IdTds/dn3Xuu0aa8GQWkXZ3MesbM7D2hyK58cW2gQKz4RcSOSnwI4tm9KL6oJX3759e+vZJ7xYN7jfngpjlBYX2htP3W/X/+gCe+q262zmuLdMi8Z1ntVL5tvYl5+2e679hd3958tt2byZWYtj7HfQEPvS93+RtbiJzmdmNU2nLl3tk1/9jgULErgdElWV6Wu5+cpv20M3/M7ef/tl27FlY3qzWo2V/9cV37LZk8eYFh6mN/r+cYUiPn3R933Z7N1TzjnfevXtH9pB5541YbT948dftUduvMYmvTHCZON2dNejbbf+6rtZr0eff4OPOtG0WNod2xJt2vorl1j3nr0iH869BjS/kQ/dYUtnT0vvp9fBtHdfS/vreVgwY1KGswpLqJhAeucW/EdFgo485WOm5zf4sHounr3j73brVd+xVx+9y2ZPGlPzeta+mpvy2v7CPTfVvKa0zR8qcKFF3f5cVF+2p37yC9alW4/QZv2t2rBmuT30j99WX893I69HryO9nvTaueEn/8/efaH6b1txeIG/Tt6uQwcbcsxJdX6PnXPhJXbocadEFp7Rta1ePDf9vtb7e/yrw2ssdM2jn3/U/nP1D9PXrrH21zU0V+y7/4HmtWtXc3oVJtHjagG+Cm2MfPD2dBEkLdhPJZO2auGcjPegO7D/wMF21he/bp27hp8P7aPX9ITXnrd//uyi0OedHm/sy8/s8fNOC/5VbEifrTpnXSJXryt47fq7Enwtq7iMisL87ftftEf/9cf034RpY0alW41lOWfye5ZMJoKnS48POvwYG3DwIem+/tFrSdYPDvuN3fjzb6SfB70HdM53ql939/z553bPX36Rfn61r47xh+d5NuCgQ0yfA/58tn6+2Ov6VdTJ8zx106GiMwXj37bbfv2D9GfI83ffaFPefsWc1YP/uDr9d2nCa8OtsqI8fUzwH31uHHbCaVk/N9585oHqc3+nJkYPf9QqKyuCp0nntE2fnf644/eX2YJpE0L7K7F22SILXpeej74DBmlzo6M1vOpy0XH8PJvx3pu2dcO60PT1mXFI9d+l0IZ6JAYfcZzt1alz6AgVxJte/VkT2rA7ob+/ufY9Upd25ue/agdXz8nzPnwvK6/Q+2HiqOdNf+/1d1+fffoeoG0K/Y3S95Zd31O+a/f97Ve2evG8rN+999m3nx192pk6lEAgtgJL12UvQOMtfcZSgQI0gvDfN/KP/Xn3HUOtQvspsvXdNs8Lv7e1ra3Gh9/eswqwAQEEEEAAAQQQQAABBBBAAAEE4i/ADBFAAAEEEEAAAQQQQAABBBBAIP4CzBABBBBAAAEEEEAAAQQQQAABBOIvwAwRaD4B/4Id9yjKeZ4XWjynvH8f9YM5jV1owVDZ3EetbO4j2jUUw8cV2sT5ZaE8CQTyVUAL/5OJqsjLz1ZMxO2shblnfPaCyMIY2mf75g32zB1/t7efiy7kpH1crFo01+7+089tytsvmwrDuLxrPc+zwUcdb2d96esuVWv7mYu+bwcOPTJyHy2+fWf4o/bErX+pKYgRuWN1UsVGHr3xGhs78inTQv3qVMb/VCji5E+cv8dCBbI6+MjjzV8AQyfSZ8/cyWPssZv/lFHERNuiwl1Pwdg3IosxdO2xtw097pSoQ5st94n/+2a6WEPUA+zcutlevP/fe3wNaF4PXP9rm/zGiEjnqHM3V+7Ik86wvXv1CZ1e75UX/3ebTX/v9dC2qIQKGA2/68bI15jneTao+vW5pyIJJ519ng04eGjU6W39ymX22E1/toUz34/cHkzqdf/a4/fYq4/dbWUlhcHN6XGvffezw088Pd2v7R9dt4opddyrU2i3ZDJhcya/Z/f+9UrT+9pq+U/Xfv/frrJlc6aH/n7XclijNqkY0qjH77Wbr7gkXbBHhTZUBEvFpv763c/bC/f+ywomvB35GJ++6HvWZ8ABkdv0+njpwdvsxf/dusf3slwe/PvVNmPcm5HvYxVo0WerPjciHyyQzNXrClxmaKjXsNxHv/BYaJtL6HX7zB3DbPncmS6VtdXn6eJZU+yO311W6/tC/s/c/vf0eyjqZPrbN+SoE6I2hXL5aq/X68gHb7fHb7nWVKwnNLHdCfmPuP/W6r+Bz2T9bO7T/wA79iNn7z6i5ZrVSxdYadHOjAfs0qOH7T84+jPTGvFfrnrl1udZ4z7PFhW8b8mq8PfR3v0H2IlnfbpBz57+Vulvred5GcenkklbMb+g1s/qXPse6SZw7BnnRBbT0XfUsSOfMb1f9b51+9fWLps7o/pv9S9tyaypkX+D9R23roW4ansctiGQ6wIqQHPXyB3Rl7n0GbOlz1Z/X0um3ycqGqrvG7pvpNYfyil0IpcP9jX2h/YLjj0vfF9L+wT3VS7uQfGZuD/DzA8BBBBAAAEE8lOAq0YAAQQQQAABBBBAAAEEEEAAgfgLMEMEEEAAAQQQQAABBBBAAAEEEIi/ADNEAAEEEEAAAQRiJOB5gQWEqZR5XniBjn9xjvouHIUb+9vSOY9Y2dxH3S4Z7fCxhTZpXllGjgEC+S5QuG2LJROJyGl036dXZN4lP3b+V2y/A4e4YUarYiLP332TzX1/bEZ+T4Pn7vqnFYx7y5LJ8DVpEeyxp3/CtJi4tvNooezRp59t7Tp0CO2mxbnjXx1ubz7zQGhbbYlXH73LZo1/O/K6evXtb6ecc35th9shR59o3ffeJ7RP8c7tNn1M3YqZ+A8e/cITtnX9On8q3W/fvr0dMOSwdL8l/lFxjCNO+ai179Ax9HBlxUXpojN1LdaiE2jRdDZnbW+J6Lv/oMj5LJ0z3eZMHlOvS1gwY5LNmvCORS2o796rtw0+6rhaz3f4CadZp85dQvuoeMyE14ZHF40I7Z2ZmPTGiOr35ThLJZOZG6pHeqwBBx5S3av9f6ee+3nr02//0E76e7p09nRTsZC6Ln7XZ8WI+/+dtRBI6EEakZDba4/dY++OeDzrWSa9+VK1z9jQ9hPO/FS6sJPnZX4H0Y467xtP/c+mvP2KhnUK+bxwz79MXnILHqTPVn3GBvPBca5eV/A6g2M9768+euceCxTpOFnNmjTGystKNcwaKxfOsUdv+mOtBSVs938quDLpzRcjz6m/Nb33iy4ytPvwdJOv9u71OvH1F9LzqMs/o564x+ZNqf7cqP7OHdy/Y6fO1d8F9vy5ETyuseOls6fZto0bMk7TqUs3O/DQozNyjR3kqpeuK06fZyowVVxUGHq6Olc/p4OPPD6Ur0vimNPPsr379A3tWlpSZEuqXz+hDbsTufg9Upd23EfPsf6DBqsbihXzZ5nep6ENe0jo8/WdFx6zwm2bI/fMVnAtcmeSCOSxwLJ1FXbnS9sjZ5Ba8owlFj1lKjyj4jIKfXdT+PsaK4I5nVR5heurdeHy/rHnhe9veV74O6g7Jq5tu7hOjHkh0JQCnAsBBBBAAAEEEEAAAQQQQAABBOIvwAwRQAABBBBAAAEEEEAAAQQQQCD+AswQAQQQQAABBBBAAAEEEEAAAQTqLxBclKMzKOd54YU5ymu7Qn2F+i40dqHFQYrSOQ9bxfzoBenPjS2ySfPL3OF1atkJgXwQ2Ll9i1VkWdDvee2sU5eukdNQ/tiPnmNapB/cobKi3CaMesFUeCO4rS7jF+6/1VYtmhe5a9/9B9pxZ3wicptLHn3ax22f3vu6YU2r9/yigikNWpyrk2S7Lq9dOzv8xI+YFitrv6jo0q2HddyrU2hTceF2mzd1fCi/p4QKJyyZMzWygEivfvvboKFH7ukUTbL9pLPPiywGtMv6fatPcQN3QW8994htXL3SDVu87dajZ+gxE1WVtvmD1aF8XRIFE0bbjohF3XtVvx4OGJy9UJCew/0OGhr5ECvmz7bJb70Uua0uyaVzpkcW3bDq97wKSdR2Dr33DzvhNIsq7rRt03p7/an761T8w/8Yej2rIFTRjm3+dJP206/JmVNMxXcacuKjTjnT9D4OHptMJmz6mDcadF4t+n/pgf/YlnVrg6dNf7bqM1beoY2+RK5el+8SQ91kVVW6KFN9/kZMHzPK9PoKnWx3orS4sPrz5vl6vfYWV/89KNq2dfcZPmw8z7Pe/fb7MJGll4/2jXkfzJ0y1spKikIa7du3r/47MDCUb4nE2uULM/4O6lr2Pzj6c7Mh15OrXo25Ljnk4mtXnwdrl87X5WWEvmMNOvSorN9HM3YODIYcdXzkd68Nq5dXfwaNDuz94TAXv0fq6oYcdYJ16dpd3YzQ59+U0XUvfpZxcPVAhZw2ron+3tWh/V7V7+9B1Xvxv7oIsE9+CyxfX2l3vhhdgMZb9pwlFz9lum+kz2C1CvWDobzCn5eMf6y+ci6ixp4Xvs+l/YP7KhfXoPhMXJ9Z5oUAAggggAACCCCAQH4LcPUIIIAAAggggAACCCCAAAIIIBB/AWaIAAIIIIAAAggggAACCCCAAALxF2CGCCCAAAJ5LOAW13ieVzML5RSeF16Q4/LaWX2F+i7cWK0LFZ4pn5el8Mx7RTZ5fqk7nBaBWAnsWhiXjJxT5y5dbWCWIiZHnfox691vQORxa5YusNHPPxq5rS5JFWSYNvo1KyspDO2uYjeHn/SRUN4lVKghW2GMoh3bbdKoF9yu9W51XTPGvhlZtKPHPr1t6DEnWX3/67hXlwYXilm/ann6WspKim3zutW2fMEsm1rtNmbE47ZxbfQi4vpe357218LuTp27hHaT9dR3Xg3l65LQXGaOe9OqKivqsnuL7NOuXXvr0r1Hgx5r1aK5tnPLZlNRpsLt2+yDFYttzuQxNv7V4Tbt3VFZz7nfQUOs297hQjg6z7J5BVmPq8uGDatXWElR+P3Vvn1769yte639zT0iAAAQAElEQVSnOPYjZ1uf/geE9lERlgXTJpjmG9pYh4RMFs6YlFFIog6H1XmXspIiU/GMOh/g21GFpQ464hjzvA+/h7jNW9avtXGvPOeG9W5VeGf25HdNBVmCB+szVp+1wbwb5+p1uevL1qoYk4oyZdseldfn786tm6I2pXPrVy2zGe+9me6bWZ1afdZs37Ihct92Xu3LnfPVXkUqZk0cHTnnPSXnTRlvhdvDxXp03F6dOqtp8dD3jfJAAb3e+w1s8N/V4ARy1SuOn2ey1982/Y1T3x/6m6O/Pf7cnvp6j/Y/cEhoN33WrlgwO5R3iVz+Htl/0GBTMR53ra7dumFdvT//3LGu1ffGVDL8e6Bjp72sZ99+bjdaBGIvsHxDpf33pWwFaIZbqo4FaHSfSb+zBaa+wvXVKlxOfc/Lfl9L+ym0n8LzPDVtImr/NtYmCJgkAggggMCeBdgDAQQQQAABBBBAAAEEEEAAAQTiL8AMEUAAAQQQQAABBBBAAAEEEEAg/gLMEAEEEEAAAQQQQAABBBCou4DnRS+u8bzoBTo6sxb6+BfoKKdwObdd49LZD1vF/Ce0ORTPjim0yQsoPBOCIdHmBQ467Bjr3KVbyEEFQxZOn7Q73/Bm8lsv2bqVyyJP0HfAgXbEidEFaLQ4WYuUow5cu3S+LZjRuGubPmaUbdu0PnR6FcU5+IhjQ/k9JXr27mNHn37WnnaL3D7hteH250s+m44bf/4Nu+uan9ozdwyzia+/YCrUEHlQEyb7DhhkA4ccEXnGDauWNsp61sR3I50jH6wFklrsPeSYk6z/wMENerT/XvNju+Yb59p1P/ii/fuq79kjN15jLz14m61eMj/r+VYtnGfjXn7GCsa/bWuXLbIdWzZaRXmZ7dy2xZbOmZ71uLps0ONWVjTsb9vgI08wLc4PPk7R9q02e/J7wXS9xrOrn/fiwh31OqauO6tohopn1HV//35HnnSG7d2rjz+V7muhvp4LFTFJJxr4z6KCKVa0c1voaH3GDj7y+FDeJXL1utz1ZWvXrVjSoCJF2zdvjDxlIpGw1Yuzv5ciD9qd1HO4u5vRdO/ZO2McHOSr/baN623WhIYVn9HflcLqz5+ghcYd92qd4jMrFsyx4h2ZRQK699zHBh16lC6r0ZGrXnH8PNOTNaf6b8j2zeGCUPqbo7892qeuke09quJXc98fm/U0ufw98v23R9r7b79si6v/ZqhwmYojqVjPyoWzs86nrhtKiwotmUzUdXf2QyDWAivWV9odL2b+bamZ8LLhllj0pOm7h+4l6b6SQv2oCG7TebSfP6+cxmq1Ta0LjT0v+n6Y2ye32qa9mnZNezrOhgACCCCAAAIIIIAAAggggAACTSLASRBAAAEEEEAAAQQQQAABBBBAIP4CzBABBBBAAAEEEEAAAQQQQAABBOIvwAwRiImAFt8oPC974Rn/VLWvxmpdaGGPi9LZD1nFguyFZ95fWKbDCQQQCAgcMPhwU0GOQNp2bN5kKhwSzDdkvGzODEtUVYYO7dK9uw0cemQor8TAQ46wTp27qJsRWpy7bF5BRq4hAy2+37AquijOvvsfZCrIEnXe7Vs3WXlpcWhT+w4d7aPnfdnO/PxXQ9tyPbH/4KHWpUeP0GXqOVu1eF4oX5+Einl8sHxxfQ5psn23bdpg+nsRPGH/gQfbl3/4S+vZp19wU7OMtbD89Sfvs8dvudZu+833bdilF9ofv/kp++dPv1Zr0Rpr5v/2H3yoeV54EezGNStt6expjXr0eVPH25Z1axt1jmwHb/5gdfV7sCTb5lrzAw4eanqvBncqLSmyJY2cs84pt20bwwUX9Bk74MCh2iUycvW6Ii92d1KLtTevW7N7VL+mrLjIdHzwKBU90/slmK/LeGtEMTEd57UPv8aVd5GP9rr29auWqmlw6G9g1MGdu3eLSjd7Tn8rgs99x7062QGDD2uSx85Vrzp9nmURGJCjn2e6XD2fa5cuCv0N9jzPDj7y2KzfsXRsMIYcc2Lk5/aG6u9wqxbNDe5eM87V75G6wBnvvWnP3XmD3fe3K+3mKy6xa799frqw3Yj7b9VmAgEEmlBg5YZKu2NEuDCgHsJbNtxSi58y3VPSbwa1CtdX60J5hY5zOfX9ofyexp636/5XcF//cXHst4vjpJgTAggggAACCCDQ1AKcDwEEEEAAAQQQQAABBBBAAAEE4i/ADBFAAAEEEEAAAQQQQAABBBBAIP4CzBABBBBAAAEEEECg4QKet2vhjf8MbhGOa7XN33dj5bT4R23ZnIetfH504ZlnxhQahWekRiAQFhg09Ejr0btveEN1ZsvGtabFw9XdRv9v9ZL5VlpcFDpPhw4drc9++4fySvTdf5CpYIP6/lDRgrXLF/lTDe5vWL3CqiKK4nTbu6cNOvSIyPOquMSWDR9EbuvctYd9/juX2+X/vM/O+OwF1qlL18j9ci054MBDLLLQT3m5BYsBNOTaszk35Fz1OWbNsoVWUR4uPOZ5nh1y7Mn2y5sftK/97A+m90FdzhunfQYfebx177lPaEqpZNI2rl0ZyjcksW71slDhgYacx3+Mrm/75nBxF/8+tfV794v+vCnasc0Wzphc26F13pZt3vvs28/kHnWiXL2uqGt1ORWn2rpxnRvWq63U+zKVDB1TUVpi2zdvDOWbM5Gv9ju2bGoUS9HO7Y06vjkOXrdiiel15c7teZ7tP/hQN2xwq3PmoldcP8/cEzV/+ngrKwl/99u797526PGnut1qbY848SPWd8CBoX30t33BHj6zc/V7ZGgyJBBAoNkFVm6ssttHZPm7pwI0i56MLECje00KXaBahbsHpb7Cv019hcsH+27seZ66bSooPtOmnu7YTJaJIIAAAggggAACCCCAAAIIIIBA/AWYIQIIIIAAAggggAACCCCAAAIIxF+AGSKAAAIIIIAAAggggAACCCCAQI4J+BfeuEtTzvOyF57x76d9A+P0Yna36KdszkNZC888PabQpiwMFx5w56NFoK0I6H2UrKoKTbdXv/2sc9dwgRQtiN78werQ/g1NLJ07w0qKdkYe3rP3vtH5PtH5kuKdtrhgSuQx9U1u27jOEpWVocM6dOpkffoPDOVdYuH0SVZVWeGGGW379u3TxUwuuPQqu/bBl+3Kmx+yz13yk3QuY8ccGqgAUfsOHUNXVF5WYts3Nb4QxMa1K6yirDR0/uZOTB8zqtYCSt169LRTPvk5+/kN99qfHxhp3756mJ38ifMt14sG9ezTzz72ua/Yd393Q/q6+x1wcL0pe/cbUP3e7x46TsWYmqr4x9b1a7O+T0IPXMdEY65PBYe69ugR+Ug7t2yy8tKSyG31TRZv32rJRPjztlPnrqYCNMHz5ep1Ba8zONbflNLqz+NgvjHjVCqZXvzdmHPU59h8tU8kErZz25b6TDUv9o0qVNez+rvAUad8rFHXn6tecfw88z9R86aMt6gCVSp2N+So4/27Zu0PPe4U69pj79D2HVs22qKZ74fy/oReO/6x6+fC90h3LU3V6rPsyz+8Mv2d8+wvf9OivtM11WO10nl4WAQaLbBqY2W6AE0qFT5VatlwSy56Iv0dJFW9g7vXpL7CjXWk+grlXSjv73te5r0ubdM+LjT2vMx9/NtcP05tuzhNhrkggAACCCCAAAIIIIBAcwlwXgQQQAABBBBAAAEEEEAAAQQQiL8AM0QAAQQQQAABBBBAAAEEEEAAgfgLMEMEEEAAAQRqF/A8r2YHLbJReF54oY3ybkfXd63y6rtwi33KZj9o5fOf1OZQPPNuoU2l8EzIhUR8Bfbpva916tItcoJlpcW2fH5BaFunLl0jF6gmkgkr2rE9tH9DE+WlJVaYZaF8j959QqfVItouXcOFMbRj4damW3C/fasKThTrtBnRvn0H27vPvhk5/2D8a8NtzdKF/lRkv0PHvWzAwUPtE1++uKbAiQqGnPHZC6qfq66Rx7RGsve++0U+bFmW103kzrUkC7dttcryli8EVl79ups2+lWr2MNje55n3Xv2smNOP9suuvyamqJBWsg9aOiRtcyseTfpsU899/N2wY9+ZT/686129R1P2nWPvWF/uGe4/d8PrrSjTj0zfd2e9+Hf2bpeUa9+A6x9x3DBoWQiYdneq3U9t9tP59H53LgpWp1P523IuWr7jNy6aX1DThl5zOZ1a6yqHkWtcvW6IidnH2YrykttZ/V7+8NM43tl1e/ZNUvmN/5EdTxDvtqrQFx5SfhvVx2nnbO7zZs63nZs2ZRxfV26dW908bZc9Yrj55n/ydPf4KWzp5uK//jz6g8ccoT1HTBI3VrjkGNOsvbt22fso9+DK+bPrrW4XK5/j8yYUB0H+s5+7EfOtk9eeIld/Ku/2hU3PWB/+t9I+/vTo+2yv9xmHz3/K+nvnPruWcdTshsCbU7AFaCxiAI0tux5SwUK0Lj7TvrcUWgsNNdX68Llg2PlFcqrdaGx5+26L6a+y3te/b/Xu2NzuW2XyxfHtSGAAAIIZBEgjQACCCCAAAIIIIAAAggggAAC8RdghggggAACCCCAAAIIIIAAAgggEH8BZogAAggggAACCCCAAAII5LiA5+1aYOO/TLfYxrXaFuxrrNCCH7Wlsx+w8gVPaddQPP3uTpuyqOULHYQuhAQCzSUQcd52HdqbVb+/LOK/VCJqhZ1Z730HWIcOHUJHJCorbdvGdaF8YxKJRFXk4Z7XLlSIpVOnztauffi6dIKhx51iNw4f1yShxbp79w4XmfE8z9q1y75ETguq33nuYdtWj4IVnuelC4WoYMgFl15VU+Dkk1+5xHr26Wet+V/HvTpHPnzR9m2R+fomVfiorLR1CiWMe+U5mz1xdOTi92zz0MJtFQ3SQu6f33Cv/fmBkfatq/5mR5z4kWyHNCqvRfJf+t4V6QIzv73zGbv+ibfsn8+Ntcv/eZ/9v5/+3s4470I79PhT0wv1tfjc87xGPZ4O7tCxo0Wdpbz6eVJRJu3T2NB5dL7Gnsd/vIpIJFMJf6rO/U5du5mX5X192rlfaJLPFH02XfSLP4Y+03SR8g4WUVA+V69L19bSkUolrby0pMUeFvsWo67zA32wfLGlUh9+Z2nfoWO6oEadT5BHO8bx8yzIv2TWVCsp3BlM2959+toxp58VyvsTJ571aevdf4A/le6XlRTZkjlT0/1s/+T698hs1618z+rvhB/73FfsG1dca1f86wG79qFX0gVmVHzukt8Ms/MuvsyO/9i5dsCQw6zHPr2qv8d31GEEAgjUUWD1pkq7bcQ2SyU//FvjDk0te96SCx8zd89JrUJ/l1xorP01Vl+tC5fXWH2F+grXV+tCec/TN0SXqaXN803t8vz6uXwEEEAAAQQQQAABBBBAAAEEWkSAB0EAAQQQQAABBBBAAAEEEEAAgfgLMEMEEEAAAQQQQAABBBBAAAEEEIi/ADNEAIFMAS2gycyYKafwvOyFZ9wx2k8RHCvnoqlS9gAAEABJREFUFveUzX7QKhY87XbJaJ96t9CmLirPyDFAoC0IZCsko7kX7diqplVj++aNkY/fuUtXGzj0yIxtXbr1sI57dcrItfSg97771fqQC2ZMsqdvH2brVy9Pf8bVunPERlfg5LxvXma/u/PpdKGR0z/1pYg9mz/VuXu3yAdJJZOR+YYksxVAasi56nuMnqdJr4+wyor6/23wPC9dNOi4j37SvnfNTelCNF/96e+s/8DB9b2MjP11vM6jwjaXXvtvO/ML/y9dYKZP//1tr06dzfOadyFq9316m4o6ZFxUHgwqyktt57aGfZ716NnL2rdv32qzlHeP3n1Dj5+r1xW60BgmsM+9J3Xt8kWhz2p9XvYdMChnLrapLiSOn2dBG31XWrt0fjCd/o435KjjQ3l/YvCRx1vnLuHvJ1s3rLMZ773p3zXUz4fvkcGL1ndAFZ3Td8L/+8GVpuI7Bww+zLr16EmBmSAWYwQaKbBmU5X9Z8R2S/qKndWccvkISy583Ny9J7UK3Y9yobH211h9tS5cXmP1PS/zO73La5tCY8/bdZ9MfeX8EZXzb8+XPsVn8uWZ4joRQAABBBBAwC9AHwEEEEAAAQQQQAABBBBAAAEE4i/ADBFAAAEEEEAAAQQQQAABBBBAIP4CzBABBBBAAAEEEECglQU8L3Nxjbscz9u1oMaN1foX0ri+a912t5jHtWWzH7DyBU9pcyhUeGbaorJQngQCbUFARQ1U3CBqrls3rY9KZ81VlJXazu1bsm5nwy6BZXNn2H9/f5lNeO15Ky0u3JVswL963gYNPdIu/PFv7Lf/fdpOO/cLFrf/mqEAUr2IXvzfrfbIP39va5ctsmQyUa9j3c6et6sQjZ6fK/71P/vmlX+xnn36uc11ajt16WpaVP6zv9+Vfp679+zVqEIzleXlVlHO37064bMTAgjkvMDqxfOsaMf2jOvs1nMfO/iIY4z/8lNgxYLZVlVZEbr4/gcOsQMPOzqUV0J/Kw8+8njz2mWWK0hWVdmigve1S2zi8BNOsytueiD9HVDfBfWdsKGT0+9ofR9NNWHxwIZeC8chkOsCazZX2X9e2G6JqFqby1+w5MLHqn8zJNNFRnUvSqH3mAuNNUeN1VfrwuWDY+UVyqt1obHneW6Y0XpedD5jpzwYZH6a58EFc4m5KMA1IYAAAggggAACCCCAAAIIIIBA/AWYIQIIIIAAAggggAACCCCAAAIIxF+AGSKAAAIIIIAAAggggAACCCCAQPwFPpyhFs18ONrVU87z9lx4Rvspdh1l6UU+buwW85TO+p+VL3ja7ZLRPjm60Cg8k0HCoI0J9Om/f+SME1WVVrR9a+Q2ko0XKC8tMRU2+ftlX7HXHrvb1q1YYjJvyJk9z7M++x1gF1x6lX31J79tyCk4phaBhTPft9t+83279y+/tFkT3rHiwh3pvzW1HJJ1U4eOe9kJZ37KLvvLf+yIEz+SdT//hv4DB9ul1/7bPnr+hda5W3f/pjr39XexpGinrVwwx1599C678fJv2LZN6+p8PDsigAACuSywesl827p+TcYldurcxQYeckRGjkH+CMya+K7t2LwpdME99ultQ485yaL+O/YjZ9s+EcXdiosKbfncmVGH5GXu01/7vn3r19fbAUMOa3Ahuqrq7/lb1q216e+9bg8O+41NeHW4JRtYZK/uiOyJQDwE1m6usttHbK9+z0TMZ/kIS+0uQKP7Uf7Q93GFcjrS9dW6cHmN1Q9GMK+x54Xvm+k4bVObz0HxmXx+9rh2BBBAAAEEEEAAgbYrwMwRQAABBBBAAAEEEEAAAQQQQCD+AswQAQQQQAABBBBAAAEEEEAAAQTiL8AMEUAAAQQQaEUBz/NqHl0LZBSeF15Ao7zbUX2FG6vV2IUW9KhfUnCfVSx8RptD8eQ7hTZ9cVkoTwKBtiIwaOiR1qtfdPGZ8rJS+2DF4npR7NW5i+29T596HdPQnauqElZRWtLQw3PmOBWhGf3CY3brVd+1G356UbowyKpFc03+9b3I9h062smfOM++8J2f1/dQ9q+DwLK5M+yxm/9sf/3u59MLtbVge/vmDdaQxdp99x9oX/juz+3Aw46u9ZFVeOabV15rA6vfq5734d/K2g5KJBLpAjnrViy12RPftZEP/sdu+eW37S/f+Zz995of27sjHrcdWzZaQ/6rqii3VDIZOtTz2lm7diwPDcHkaoLrQiCGAh+oiFv155+bmlf9mXTA4MPdkDbPBDavW20qKqTfc/5LVxG3ocee7E/V9A87/nTr1KVrzdh11i6dbwtmTHLDvG4/+40f2ScuuDhynlETk19leblt2fCBLV8wy8a9/Kw98Per7Q8XnWP//PlF9tRt18XGJmr+5BBoLoG1myvtthe2me/PTs1DpZaPsMSCR0zvP4W7N6W+C+V0gMbqq3Xh8m6sVjkXUWPP23X/zL/N8+r228GdNxdbfl3k4rPCNSGAQN4JcMEIIIAAAggggAACCCCAAAIIIBB/AWaIAAIIIIAAAggggAACCCCAAALxF2CGCCCAAAIIIIAAAggggEBbEPAvjPHP1/N2LZzx5/z7qu8P7ecfu8U7pQX3WeWi57Q5FE++s9OmL6HwTAiGRIsKtPaDDTr0KOvec5/IyygtLLQPli+J3NaSyd777hf5cJUVpelFyZEbA8lEVaW9/exDdvVXzmz2uPevvww8et2HKgjy7ojH7Y7fX2Z/uvjT9sD1v7b3337ZNn2wyqqq51CXM6kAzannft4Uddm/MfsUbd8WeXjHvTpH5huS7NG7ZYoZ1ffatIhdC7b/ftlX7B8//n/pokFL50y3kqKd6YWmdTnfvgccZJ/5+g9q3fXTF33P9jvoEPO86MWj+ttXWlxoeuxRj99j9/zlCvv9185OF8i59arv2KP/+qONffkZ27Bmea2PU9eNpUWFkcV2mrLw1D6997VOXbrV9ZJabT8Vjnr6P9c3+2eKPreeu/OGOs8zV6+rzhPI4x2xb90nb9XiuVZeWpxxEb369bdDshQqydixjQ9y9bW7qGBy9XMaLjTYb+BBoee174BBdsAhh4X+XlZVVtiKBbMb9QznyvfIY04/207/9Jes416dss5HBej0vVHfH/U3St9TrvnmufbPn37N7rrmp/bSg7fZgmkTsh7PBgQQqLvAB1uqTAVoqhKp0EHeipcsueCR6u/NyYxw96pSqVQ6rwNdX60Ll3et8uq7iBp7XvbfC+64fGspPpNvzxjXiwACCCCAAAIIIIAAAgggIAECAQQQQAABBBBAAAEEEEAAAQTiL8AMEUAAAQQQQAABBBBAAAEEEEAg/gLMEAEEWlDALZTxvA8Xxyin8Ly6FZ7R5XreruN1nAu3mKd01n1WkaXwzBPpwjPlOgWBQJsWOPjwY7MuYF2zbIFtXrc60mfrpnVWVVUV2ta+Y0fr1W9AKN+YRLZCJqmIRX7bt26y4MJzPbYKsvTo3VfdvAoVOFHRiZsu/2a6mMgL996cLjJSXlZa6zy6dOthx55+dq37NMXGRCL8GtB5O3fP/cIhus6mClc06J5rf2F/+c7n7I7fXWqT3hhhWzeut2QyYdn+8zzPBg090k4869ORu5z+qS/ZYSecGlpIr531N2/L+rU24v5b7dpvn2967Heef9SWzp6mzc0WLfHe79Grj7Vr377Z5lDfE29et8aqKitDh3Wo/rzrO2BgKN9SiVy9rpaaf2s+DvatqZ/9sRfOmGw7t23J2KFL971t0CFHWMR/bTKVb6/d2ZPG2JYNa0PPVfe9e9lhx5+akT/shNOsZ59+GTkNdmzeZLMmvqvuHiPXv0d+9LwLrHvPXpHzqKqssILxb9u/f/Vd0/dGfX+cNmaU6TtK5AEkEUCgSQTWba2y/4zYbpURv00tXYDm4XRhSt2nUug7vD+U04Uop75aFy7vWuXVdxE19rxd99P82zzvw/tm7th8advly4VynQgggAACCCCQywJcGwIIIIAAAggggAACCCCAAAIIxF+AGSKAAAIIIIAAAggggAACCCCAQPwFmCECCCCAAAIIIIBAnAU8b9fil+AcPW/XQhl/3r9oRn2Ff7v6yincYp3SgvusYuFz2hSKx9/ZaTOWUHgmBEOizQkceNjRdtARx0QWtqisKLe1yxZlNSkvLbFEVbgYQ/t27a17z32yHlffDX0HDKo+X/Qi26IdW0On27F5o1WWV4TySuzTN7wgWfl8CZlPfP2FdJGR63/4f6ZCI8WFO7Je/v6DD7VDjj056/am2LC92jvqPF26dq/HY0edYVdO169z7Rrlz7+rl8y35+/5l93wk6/ag8N+Y8vnF2QtQtO52mroMadETu7o0860zl17RG5bv3KZPfSP39nEUc9Hbt9TcvCRx1vnLvUvEqTnvKL6/R88f/v2HWzvPvsG0w0a673aoUPHBh3bHAeVFheaPhOD525XPedu+/QOpltsnKvX1WIArfhA2Lcifi0Prb+TG1Yty9ij416d7IAhh2Xk2vIg3167ek5XLphtqWQy42lr16GDHXzEsRk5FaPZq1PnjJx+H+pvcrZiihk7Vw9y+XukCtUdcMjh1VcZ/p8Kz7z30tP2+C3X2oY1y8M71CGjv2f6u1aHXdkFAQQCAuu2VNl/XthuVZEFaEZacsEjps8jhe5ZudBYobFO6fpqXbi8G6tVzkXU2POy329zx+VL2y5fLpTrrIcAuyKAAAIIIIAAAggggAACCCCAQPwFmCECCCCAAAIIIIAAAggggAACCMRfgBkigAACCCCAAAIIIIAAAggggED8BVpohlGLY5TzvF2FZzzvw4UyyrvLUl+hsdpgaMGOcmWz7rOKRc9pt1A8/nahzaTwTMiFRNsUOOmsz1jPLMUitm/eYHMmv5cVZtvG9VZWUhLa7rVrZ333HxTKNzSx/+Ch1qVHdPGNrZvWh06rxcVFO7aF8krs3Xtf69Slq7p5H1qMPerxe+zp266zHVs2Rs6nU9fu1rvffpHbmiq5fdMGq4ooQtRUj63r17ma6npb4zwLZ75vd/3xZzbzvTciC9B4nme9+w8IXdqgoUdav0FDQnkl9Bp/85kHGrzAXOfosNde1q5de3XrFYsLpljxznDRI8/zbN8BA+t1rmw79zvgINNnSbbtLZ3fuHaVlUd93nme9e2/f0tfTs3j5ep11VxgjDvY5+6Tq8J5wWJR/Q8cEpu//42Vz8fX7oJpE60o4u9O3wEH2hEnfiRNor+Z+x00NN33/6PvS4sKJvtTtfZz+XvkQYcdE1k0Tr9/500ZZ6OeuKfWuUVu9CU7duwYWZDStwtdBBCoRWD91iq77fltVlmVCu+14iVLLni4+rdAsib03nX3sFxfB7q+WhfKu8iWc9s978P7anva1x2Tyy3FZ3L52eHaEEAAAQQQQAABBPJGgAtFAAEEEEAAAQQQQAABBBBAAIH4CzBDBBBAAAEEEEAAAQQQQAABBBCIvwAzRAABBBBAIDDa2wcAABAASURBVK4CnhcuLuN5uxbIaM5aIONvXd/lNfa8XedQTuEW7ZQW3GvlC7MVntlpM5eW6XACgTYvcMixJ9tRp50ZWXwilUza0jnTTQtws0GtXjLfCrdujtzcp98B1ndA0xSgOfDQo61Tl26hx1HBExU+CW2oTmxev7r63/D/9u7Vxw4/8XRrjf969ulnJ5z5KfvS966w7/3+Rrv6jiftb4++bn+6/0U76pSPNfiSFsyYZAXj37FEIhE6R4cOHaz3vuGiJqEdG5H4YPkiKysuCp1hr7062QGDDwvl65voP3Cwdei4V30Pa9T+em98/AsX2UW/+KNdfsM99qf/jbRhT75tF//qr40671vPPWLbNoQLJumk3ffppSYj9jtoiHXbu2dGzg3WVL//5kwe44YNavfd/0Dr1DX83qrLyTasWR652777DzL5RW6sY/LAw462Pk1UxKaOD7nH3fRZuH3Lhsj9eu830FT0IHJjPZIN2TVXr6shc8m3Y7DP3Wds9dIFVlq0M+MCW/Pvf8aF5MAgH1+7+q6zYdXSkF637j1s8NEnpPOHHneK7d2rd7rv/2fLhrU2e1L9/l7m4vdIzan/oMEWVZitrKTI5k4Zq10aFX33G9So4zkYAQTM1m9L2H9eUAGaCI0VIy214GHT/SuFu4elvgvldKTG6qt1Y9cq50I5F8qp728978P7Ztqm8LxdOfXzISg+kw/PEteIAAL1FWB/BBBAAAEEEEAAAQQQQAABBBCIvwAzRAABBBBAAAEEEEAAAQQQQACB+AswQwQQQAABBBBAAAEEEEAAgUYKuEUwwdN43oeFZ9y2qH2Vqy1KZ95jFYuGu1NktI+9pcIz5Rk5BghECLSJVKcuXe2TF3zLevbuFznfwu1brGDC6Mht/uTa5QtNhWr8OfV79t3XjjvjE+o2OgYdeqS1b98+dB4VPFHhk9CG6sSG1SussiL8fu/StbsNPfbk6j0a/78zzrswXTzm+ifeShcn+eXND9q3rx5mF/zoVzbk6BNDDzDk6OPtwkt/bWd+4f/Zkad8NF2cp3PXbta5W3frN/Dg0P71SaxbscSqIuZbn3M0dN+lc2fYjq2bQodrcfRBRxxreq2FNtYjke35r8cp6r3rORdcbF/83uV28tnn2aBDj7Ye+/Syjnt1Sj9n9T6Z7wAt+N+2aZ0vU3tXhYNUQCi4lwoNbVy7Kpiu91jFgTSveh9YfcCyeQVWXlZa3cv8X/e9e9lhx5+amazn6OjTPm49e/Wt51HNv/uG1csjP+9U7EBFD5riCs7/1o/t70+9Y9c9/qZdc+/zdsVND5iKHun1qEJMUY+Rq9cVda1xy2Gfm8/o0tnTbNvGzGJRnbp0MxWzy80rbvmrysfX7pLq57WqsiIDq12HDjbokCPSORUuCxar03fUlQtmW3lpSXqfuv6Ti98jde3dq7+PqA1Gyc6dtnrxgmC6XmMVjuvVr3+9jmFnBGIi0OTTUAGa257fZpWV4VOnVoy0xLwHTYVlguHudSmvI/1j11erbQr1Feq7iBp7XnSxmeC+7hy51rbLtQviehBAAAEEEEAAAQQQQAABBPJRgGtGAAEEEEAAAQQQQAABBBBAAIH4CzBDBBBAAAEEEEAAAQQQQAABBBCIvwAzRACBuAi4RS2e9+GiF+UUnld74Rnt48LzwsdrYY6idObdVrH4+Uiyx97eaQXLwoUoIncmiUAbELjgh1faIceeZJ734XvKTVsLdRfPmmpavO1y2dqVi+ZYWWlxaLMW/x5x8kcbXXjk9E99yQYcNCR0fiV2bNlk86aOVzcUS+dMt8Lt20J5FUQ57ITTTQuUQxvrmTjhzHNNxWP26tQ5XZxk/4MPtWNOP9tOPudztt+B4WvWouDinTtCj6LiHwcMOSyUz5dEeWmJrV48L7IoR98Bg+yks89r8FROPOvTkZYNPmEdD1y/cpmpwEtw95599rWjTvmYtfp/qaRVlpc16jL03Bx85P9n7z7A46iuv4+fn2Rb7nJv2IBpoYbee+/FhtAhhJCQEOqbhEBIIIEQSgo4hNASQmgh+YMhhR5qCL1XU0yxKTa4N1m2Jb97Zpjd2Z1ZWZIlWRp99/HVvffcO+V+dmUv8zz3sEHq3wF+4t59+3lVtrz42H3myXRKJ3gigA223MnKJUopnV/a9+P8eD9P6diK7r//5stWs2Be4jb877v1t9pxuf++8/dk/S13MD9fVfceVj1wiPnfDRtuu6ttvP0eNnDYiMS1PdBe78vvLesF++a9w4sX1+b+jl3SvIMbeVRpcjxPYjdi1TUaeXT2p3XEz65/N50zc0bizRk4fGTwb/OwVZLv77zc964JLzyVOGZZgfb4PbKhe15Styj13+SGjikd88Rxvfv2Lw0H/S7dqqxXn75Bmx8IINA4gamzltjld860RUuWJg7QpLut/q0/mz/n8mdZXqK211485gd67cVjXjzmtRdvRyXej7d93PtS+NzN2x7zIoXPAuIxj7e3UtHeboj7QaDDCnDjCCCAAAIIIIAAAggggAACCCCQfQFWiAACCCCAAAIIIIAAAggggAAC2RdghQgggAACCCCAAAIIIIAAAghkQEAKN7VES4k2t0jhBpgo7nU0Fm/HY1HcY9EmnJqXr7FF797pQ4ly03/m2CsT23nimcRdE0CgdQSqevS0r510tm243W5WUVGZepHpUz61R++8NXWsNPjS4w/ajKmflYaDvidN2Gbvg4N2c374vW66897WvWefxOH1S5bYO688m4hHgcnvvWWT3n492NAXxaK636Ahts2eB0XdZtXb7XuIrbTaV1KPnT39c3vn5eS9eaKOmV+kW3kyHC+pJ2xE0JOiVHbpkpi5JOc0o8w1E5OXI/Dms0+Yb/AuPYUn0Nh8l32anZRjw213y73/vUtP2+r9KZMmpiZ36dWn2tbedOtmX98/0z3KbN6el5IsqdyF/He3R+/k70W5+Wnxrfc80AYOSU9m4vM9qZLX5YonHfLPuf8uls4ZOHwl2/2wb5SGl9l3n32P/a758cucvAImvPrkIzZ18gepV/aEUzuPOSZ1rLHBht6TLz6dVDbZVnu9r8auuyPPw7557978uXNsyaLW/W7+8cQJVruwpugGBwwbaaPWWKco1lk7HfGzW+67Xe/q/rbuFttb7+pk0rRpn02yCS893eS3udy1/EQr6nukX7tc6dqtx3J9toeOHG0NJX6rrOxiXbtWlbs88eYIcEynEPh81hIbN36m1S5OJqCxj+62+rduCP57NXquFX/GFbUdKmp77f2oeD86Vkp/5hafK4Vz/Lgo7rUUxr3dHgvJZ9rju8I9IYAAAggggAACCCCAQKMEmIQAAggggAACCCCAAAIIIIAAAtkXYIUIIIAAAggggAACCCCAAAIIIJB9AVaIAAIIINByAqWbWvzMUUwKE89IhY0u0Vg0z/teSvsei0rNy1fbonfH+5REufHBOfbq+627uTVxUQIItFOBLXbdz065+FrbbJd9rLJL19S7XLhgrj3+r9ts6scfpI6nBV976hFbsnhRYqhrtyrbZq8xtvbGWyXGGhMYc8IZtvJa66ZOnTXjC3vj2f+mjkXBN59/wmrmz426+doTd6y35Y6289jmJYrwDbpb7H6gpSXnWFpfbxNff9GmfTY5f714473XXki16jdoqO2w/2HxqY1ue8KOtTfdxrp07ZY4Zv6c2Tblo/cT8ZYO+MbuTya+lXraEaPXNH8vUwcbCO515Im21oabm1T4N6KB6S069NrTj9n0qZ8kzqmKCls/99nxkhhsRMAT8QwesXJipn9u0pKaeOIgTyBUeoDfx/BV1ygNN7q/1R4H2ea77msVKQmLGn2S3MTnHrrbpn/+aa5V/EeSrb/Vjnb4KecUDzTQ88/xmBN/YGttvOUKec8buLWioQkvPm2LU5Jm+O/f5rm/YzfZYc+i+Y3t+N+Tnmwp7T3xv1/fzl23oXO11/tq6J7by9jy3gf2yytYOL6istL69B9YCCxH68MJr9v82bOKzuDJSUatmf69omhiJ+l0xM/uBxNetUW1C4veIf++uc4mWye+lzXm786iE5V02uP3yHKJ6nr1rbaRzUys5P/+HnD8qe028VvJ20IXgQ4n8PmsugYS0Pzb6t/6c5CApq6uzjyRTFSi513ej9pex/sRhsejEsW89pjXXiQF15Hk3aAdNGI/4vNj4RXeJPnMCn8LuAEEEEAgMwIsBAEEEEAAAQQQQAABBBBAAAEEsi/AChFAAAEEEEAAAQQQQAABBBBAIPsCrBABBBBAAAEEEEAAAQQ6sIAUbmyJlhBtZpHCjS8ej2JRHcXifY958ZgX33Djpealq2zRu3f6UKLc+OBse+0DEs8kYAh0KoHVN9jUxp74Azv76tvt4O/+yIaMXLVsYgff8PbqU4/Z0w/c1SSj/917h02ZlJ7gpHrgEBv7nR/aeltsv6xzFo0fkrvXDbfbzTxRTNFArlO/ZIm98cxjNumdN3K98n9efuI/9t6rz6durPONtjsfdJTtlCvlz5Ac8cQzh558tg3NOSZHzebOmm6vPPlI2lAQe/WpR23mF1OCdvyHJFt38+3ME67E441p73rI123k6l9JTPW/Kye9/bpNfi89KUzigOUMvPj4A7Zg3pzEWfw9/Oq2u9pBJ5yRGCsX2G7fQ2ybvQ9KTahT7piWjNfWLLB3Xn7W/LNWet7e1f1t90OPz30GRpcONdhfea31bItdD0hsjveD5s2ZbRNeeMqbRWXG51OsdsG8oljUGb7y6rb1nmOibqNrT46y29eOs+49+zT6mHITPcnS84/cm5qMxd/3jXbYw0782TjztZc7h8d9/Bs/vtQ23m731N95n9NeypO5v+8+ef+d1Nvp06+/7XPMd82NUyeUCXrimQOOP936DhiUOmPapx+b/92ROvhlsL3e15e3l+kK+5Z7eysqu5j/HdsSZ/S/n0oT6XmSkpVGr9USp8/EOTriZ/fFx+5LTfCXlrRo7qwZ9t7rLzb7vWqP3yNnTP0s/Xtt9x721a12NP9+25QF+/xDTz7HVt9gk7L/fdCU8zEXAQTSBb6YXWfj7pxptYuWJid8dLct/TIBjf/3W1T8eVfU9toP9JiXqB+vo3gU8/leon68lsLndFHM53mRwri326A0+hIVjZ7JRAQQQAABBBBAAAEEEEAAAQQQaGcC3A4CCCCAAAIIIIAAAggggAACCGRfgBUigAACCCCAAAIIIIAAAggggED2BVghAi0jULqRJepLYeIZqbCxJRrzK3u7MaXm5ats0Xt3+SGJcuMDs+21DxYl4gQQ6EgCXbt2s50PPsbO+M1fmlTOuXa8XXDzA3bR3x8LEj9stcdB1n/wsAY3ldbX19kr/33Abv/DxU0m8kQdT91/p9XMn5t6bL9BQ+3Qk39sniQldUIs6EkoPFnFZrvsY5VdusZGCs1J771lD/zt+kKggdbj//pbarIXP6R7r96QXaWhAAAQAElEQVS25xEn2JFn/Mw8SY7HGipb7LqfHffjS2zUmuumWnqiklf+95BNfO2FsqfxzfATXngyNalJl9z7veOBhzf6fnzD8NdOOtu23+/Q1CQt/n68+fwTZe+lpQd8k/Ybz/zX/LNUem5f25a5z+ExZ17YoLWvyZPU7H30d1skOUrpfTSl/+Kj95snf0k7ZviqqwefBf9MpI2Xxjz50hGnnmvDVlmtdCjYRD75vTdtwktPJ8b8s/T5xx8l4h7wz+8uub8fPHGJ95dV3PbAb55h7lsuyUn8HL2rB8S7ZduPjL/J3nr+f8E6Sid5AprVN9g09/fQ7+zEn/8u+KwOHRkm7fHaP7seP/Fnv7PV1t0o9ffK2tnL/77zhA1piZb8Vt12zLe/b27t5h5rqOw85mg77LSf2qARI1OnLapdaM8+9M/UZAvxA9rrfcXvMatt7Jv+zn6c+3d8Yc2CxIGVlZW21sZbJpJ7rb3pNolY4uCUwGcfvmd1SxbnRyTZiNFr5vudvVH47M5JpVhRf5+l3syXQb/nye++aUvr67+MpFf+35IfTXh9mYkK048uRNvb98gP3nrZ3KBwh4XW6PU2sjFNSPT3lY22sO+c/3tbf8sdlpn4rbJrV+s/ZHjhYrQQQKDJAl/MqrPL75xpC1MS0Cz96G6re/NPuf+Oqg+K/x3myWS8eNtLvJ3Wj27Ix7xEfa/T+lL4PC5tzI9pT6WiPd0M94IAAggggAACCHRoAW4eAQQQQAABBBBAAAEEEEAAAQSyL8AKEUAAAQQQQAABBBBAAAEEEEAg+wKsEAEEEEAAAQQQ6GAC0eYVKdzM4rcfj0Xt0jqaF8Wl4uM97htuvCz0xDPvpiee+cuDc+y1D0k8456Uji1Q0aWLDVlpFfNEF00pnkjFkx74Ju7GCNTV1ZknDrnzj5c1ZnrqnOceutueuu8uW7I4/XevR68+tsfhJ9i51//LDj/tp7bRdruZ36OfrDQJhSer8KQVPlZaZk//3B6+/S9lN96Wzp/0zhv26J232MIF6YlxPMGN38uZV/z1y+QYh9moNdbJn8Y3vO9zzHft++NusrHf+aENHDoiPxZv+N9PE994qVFJcZ66/x829eMP44fn29H9fP+yG+0bZ19q2+9XfD9utdXuB9ixZ15oZ131f1YuSU99fZ15Ihh/X/Mnb4PGP/88zia982bqlfzzuMGWO5qv7ZgfXlj0GXDnsSf+wM684jbbeq+x1rVbVf4cbrt0GZvM85NbsDH14w/spSceKPuZ9s+Cfyb8s+EJXTbYasf8Z9pvw9fkn50zfnODHf39823g8JU8nCizZ3xu//3338N4ys/XnnncahfWpIyY+e+6J0/y63s7bZJ/ZvY99nvBZ3ibvceaJ62Jz1uyZHHqJn5/DwYNHxWfWrb94N/+bFM+er/seNeqKlt9/U1s/2+cGtzHpXc8EdTe97iPxw/293zenFnxULtq++/V07nf43J/3/nfbdvuc7Cdc814O+6si22r3O+svw++CB/zz4p/3s+++nbb66gTrVefah9KlPrc7/HrTz1iT9x9e2IsLdBe7yvtXrMWw75p76gnz1hcW5t60LBRo+27F14Z/Bt41P/7uZ35+7/aMT+4IPdvxq6p8xsKTn7vLauZP69oSvXAwbbuZtsar1CgI35233z2CZs3Z3a4gDI/PXHXBxNeLTPa+HB7+x75/CP32mcfvZe6AP/uvPGOe9lpv7re1s9930qdlAtuvMPu9q1zL7Ov5/59Wmm1tYoSv/m/O/GETbnpwR+pwrr37BW0+YEAAs0XmDa7zsaN9wQ0yQRamnSv1X+ZgMb/+9yv4t+J/fmX1/HiMS8e83levF1aPB4VH4vaXntfCp+5edtjXqRkzOMrspB8ZkXqc+1WFeDkCCCAAAIIIIAAAggggAACCCCQfQFWiAACCCCAAAIIIIAAAggggAAC2RdghQgggAACCCCAAAIIIIAAAggg0LCAFG5WiWZFG1kkWdQuHfO+j3kp1/YxLwtf/oPVlkk8c8MDc+z1D9I3s/p5G1uYh0BnEaiZP9f+8/fr7bZxFzQ6oUs5m/tuvcZe+d9DFm2WK50nyXpX97dNdtjTPGHGBTc/YMtKQhE/hyeeueuPl9mEl56Oh5fZfvqBu+zhO262hSUb0OMHevILT4Kx/zdOsVMuuS64L7+34398qe100FE2dORo80298WOitv+9NOWjifbP63/XKMNpn022e2++2nw90TlKa08Qss5m21jp/Xiik7HfOTPYVOwJK6Tiv2/9PH4/E1970TwRjPfbsnhCgX//5fcNJiLxtXnyjfhnwJ232uMg69N/gEnFa/KkJtOmfNyWy8hf68G/XW+v5j7Tvhk7H4w1/DPhn41t9j7YjvnhhRZ9puOfneGrrmGeVCh2WL7pSZEevv0mm/jaC/lYaeOp+8bbxNdfTPz7Gc1zT7++JyP66Z/+ZWf85i9B8c/K+Tfda2dcdoPteOAR1m/g0ITttE8/Nl/jokXJfzereva0ISutHF2mwdoT9dx62c/ssw/fK3ufDZ4gNuif34/fe8veefGpWLT9Nf3vu2f/86+yyYn8jv29WXfz7cx/Z/398M+Ff0b8s+Kf9/6DhyXeEz/Oizu8l/tcNDUpWHu9L19T1gv2TXuH/d/Cckf07N3X/N/ADbfd1QYNHxUkJOszYFC56WXjbz7/v9y/tV8Ujffo1bsoyVzRYCftdLTPrn8PnPbZpAbfrWm571ovPnZfg3MaO9jevkc+dd+dtmDenNTbl2SeUOaYH/7CLrjlwSB5U/S94Jxrx9uFf33IjjjtPFtzw82tS9duRefwpDPPP3yPfTjhtaK4dyorK80TN3k7q4V1IdBWAtPm1Nnl42dZzaKlyUtOuteWvvWn4Pu0/zd1lGAmqv37oRc/0GsvPuZ9L973Utr2vpdozNtevC/Jm8E1g8aXP6Qw/mV3hVYVK/TqXBwBBBBAAAEEEEAAAQSyJMBaEEAAAQQQQAABBBBAAAEEEEAg+wKsEAEEEEAAAQQQQAABBBBAAAEEsi/AChFAAAEEOoiAb1wpvdUoJoWJZ6TCBpZozI/xdrykxXxTzYIXr7Tad//hw4niiWfe+DC5gT4xkQACCAQJEya8+JT96Rc/sIdu/0uLifztigvt6fvvssUpySyaexH/u2HK5A/sr+MusDee/W+zTvPoXbfYvbdcY/Nmz2zW8eUO8nvzRBm3XvZz8wQc5eaVxn3j9EO331h283Dp/Mb2/X4+nPCqNTYRTmPP25R5k955w26/+pIWSUTiCXruvfkqK5f8pSn31dy5nvzDk4C4bXPPkXacJ0PypEi+qT1tPB6796arzRMcNXQPvjG8T7/+NnzV1YPiSXG69+yTmjTJN7P6Z/Can51qk95902oXzItfLmj37NXHVll7g6DdmB/++b/+l2fa2y8/UzYB1bLO4/flx9/4q5/Ykrq61Ok1uXttKFlP6kGtFPRkWI//8zbzpEsteYn6+jp7O/f38005h+acu73eVyONOvQ07Bv/9r336gvmCbgae8SAwcMaO7Vo3qcfvFu0od6TgXlSsKJJdKyjfXbffvHp4Lts2lu3tL7eJvu/bTUL0oabFWtP3yNffuI/5gloGvquLcmquvcIkjdF3wuqBw4JEjmlAcydOSP47nj7VZfYjKmfFf3ORPNHjF4zOF/Up0YAgeYLTPcENHfMtAW1aQlo7rP6N/+U+++f+qD4939/FubF216idrz2u/Exrz3utfe9eDsq8b5U/JwuPpY2P4q1dV3R1hfkeggggAACbSXAdRBAAAEEEEAAAQQQQAABBBBAIPsCrBABBBBAAAEEEEAAAQQQQAABBLIvwAoRQAABBBBAAAEEEEAAgXQBqZBYxmdEG1ekcENLPBaNRbGoL4XniPpee/HNMwte/L0tnvhPPyRRbrh/tpF4JsFCAIEiAf9d8s2lzz70bxv3g2/a9Rf+0DxRSNGkfKf5jX/86TK746pLbfqUT1I3rzblzItra+2lJx60K88+0d5/46WmHJqY+9T9d9rNvznXPnn/neW+Lz+5b/p96r7xdu3PT29S4hk/1osnHfm/Ky+yaZ9+3CL3s2TxInsu9976++qJQPwaK6r458oTkbz+7OPNTkQSJp65xjxJyopah1/Xk394EhC3dWOPLU/x30N/z//2+wvNN7M35lz+fnqCo/fffGW5PyuegOmBv15n1//iB+bGnshl5udTE7dR0aWLrdqE5DN+Aj+fn/fOa35lnjDK1+rxZRWfN2v6VIvf17KOaS/j9916rd157W9a5O87X1PN/Ln24N+uN//98c+ex5pT2ut9NWctHe0Y7Bv3jj3zn3/am88+YfX1dY06oM+AgY2aVzrpkw/eSSTE8+Rcg4aPKp3a6fsd6bP73usv2txZM1Lfs/lzZ9uEF55KHVueYHv6Hnl/7t9x/7fC/81YnjV50rd3X3nO/nLp2ebr83Ol/c54vO+Awbbmhpt7k4IAAi0gMGNunY0bP9MWLFyaPNuke23pW2ECGv899e/KXvy5mNdeooO87cXHPObtqPZ2VDwWFY95O15Lxc/ifNyLFMa9vaIKyWdWlDzXRQABBBBAAAEEEEAAAQQQyJ4AK0IAAQQQQAABBBBAAAEEEEAAgewLsEIEEEAAAQQQQAABBBBAAAEEEMi+ACtEoAMIRJtWoluN+lKYeEYqbFiJxrxOK/Fz+LhvoqkJEs/8Kxoqqm+4b7a98dGiohgdBDqzgP/eLKpdaL4h1ZNWvPX8k3bvLdfYb08/1i444QC7/Q8XNytZSlNMX3z8frv8B9+wR+682WZ+MaXJCTM86cxrzzxm1/zsVLvt8vNteZIwxO/bE9iM++HxdtcfL7Mpk95v9Kb3+Dn83ia8+JRdc96pwXmW597eePa/Nu7M4wMnTwzk7138Wo1pB/fz0tP2xwu+b7dfdUmLWTXm2g3NmT39c7vp0nPs9isvMt/IXN/IBAN1SxbbO688a388//vmn6OGrtFWY/4eu+1fLj7LJr7xsvk9NvXa/t7678IDt/0xeM/9vW/KOfx3+ZpzT7aH77jRmvpZ8Wv7MQ+Pv8ku+d5hwectfu3333rZ6pcsiYeC9vBVVrMtdzsgaDflhye4+u3px9ifL/xh8B5O/+wT87+T/D6i8/hGWk8Q4Jvex1/9K/vltw9O3Fc0t73X/jn1v+/8vfX3OL7Oxt77wvnzAqvfnvF1e+j2vzT2sAbntdf7avCmMzKIfePeyDtz/xY///A91pjEXt179LLR62zYuBPHZn324XtWM29OLGLWq7qfrbr2+tZuXyvwxjrKZ9eT3HlJo/ri00n25vP/Sxta7lh7+h7pCez+csmPg+SMdbnvTk1ZnM/37zM3/PKHdt35ZxQlo3zn5WeD5HRW8qrq3sM22HKHkihdBBBYHgFPQHP5nTNsfm198jST7jP7MgGNPxOLF/+uGe9722NeohOVtuN9nxPvezT5oAAAEABJREFUS8XP7eJjpXO939aF5DNtLc71EEAAAQQQQKDNBLgQAggggAACCCCAAAIIIIAAAghkX4AVIoAAAggggAACCCCAAAIIIIBA9gVYIQIIIIAAAggggEBBINqUIikfjMeidmkdTY7iUvHxHvcNNF4WvHiFLZqYnnjmz/fPtjcmkXgm8qTumALX/vx0O/Pg7Vqs/OiQ7e0nR+5m5x27t/3mtGPszxedaY+Mv6nVE86U6nvCjvtuucYu+s4h+SQUn3/ykS1cMN/iiUj8990TqMydNTNIOnLntb+x87+5f5C4pNzG4tJrNbX/1H3j7bdnHGuXnXGc/e+eO2zye2+ZJ8JYvKi26FR+b540wxOpeJKMf93w++Derr/wh0UbdYsOamIncvLEQJ6swxN3fPbhRPPkQWn341aJ+/nFD4LNx028dJtMf+Gx+2zcD463a392epBcwxOR+Brc1m/Aa+973De9X3f+/7M/5oonW/FxL/45Lv0d+cW3xtjE117w4QZLud8vjzd4oJmVjr/98rN2zbkn28UnHWb33HSV+WfC34vahTVFn2k/zpOr+Hvo76W/p56syH8XPLGIv+c+pznl/r9eZ5eecrjddd1vg98X/71xP3e0L1/+++W/Z/775qb+ufLPl/8+pl373puvtrMO2ynxd9C5x+xtz/znn1+etenVhJeettvGXWCXnHxY8HeS/90UvY9nH7qj/fy4fYNN72nXqKysTL3gwnnzU+PxoH/mfnr0Hon1NPYzEz9XY9vu6u+tv8f+Xvt77u+9fwaWlCQF8PfHPzPTp35qbz73hN1x1aV27rF7BVb+eWrsNRszb0Xf1/23/dHOPmznFn0vyp3T/55ojEnaHE/KFn024/XynHNF25f7PfDfDR9Lc2hsrKW83Oj2qy4xT+z1+jOPmf99Fv998b9HPeZ/l9xz81X2wVuvNPYW8/P8mFlffJ7ve8OTaIxcfW1v5oubuE38/fe2x3wsP7EZjeXx8mv7Pfi9xEtn/PuslP6W356X+LvFja76yfdKp7Z4v718j/RkOFefe4r94ZyT7OkH7gq+63syM//diS/av0/679IHE14Nvr/49xj/PuPfa+LzvD3ts8n2q1OOTLVt6LuTfyfzz6W/B/Hi/wb439t+bgoCCCQFZs6tt8vvmGnzFiYT0CyddJ/Vv3ld7r8z6oPi3/f9GZkXb3vxM3rtMS/e9pgXb6cVH/PiY6W1FD6bi8Z8XErGPN5WpaKtLsR1Or0AAAgggAACCCCAAAIIIIAAAgggkH0BVogAAggggAACCCCAAAIIIIAAAtkXYIUIIIAAAggggAACCCCAAAIIILACBaRwE0p0C9EGFSn8PydHca+jMa+jEsW9H29738uCF35niyf+24cS5fr7ZtubHy1KxAkggED7E/CN456E4tenHmXnHrOnnfW1HfObWj0hxTlH7moXfHP/IOnIU/ffab4hvS1W4QlO/vGny+yKH30rSIRxzhG75u/LN876vXkinwu/PTZIkvHff93WqvfmTr5J/bLvfz1IHpR2P27VVvfTku+Bb5D2z8AlJx9mvga3jYy973Ef93kted3WOJcnCHn0rluCz4S/Fz89aveiz7Svy5OreAIofy/9PW3Jdfnvh/+eeJIe/71xv8jTr+2/X/575r9vbuqfq9ZwaM1zVg8YnHr6xYsWpsbbU9Dfa3/P/b33z8CPS5Kv+Pvjn5lLTjrUbrj4rOVK8NOUdbfX+2rKGjrqXOwbfuc8AcaNl54TfA+I/77436P+d9z1v/iBvfT4gw2fpIHRK8/5TvG/7V/bwe7642UNHMFQJMBnN5JIr9vL90hPojj+ml8HSSc9mZn/7vj3gaj490n/XbrqnJPMv7/495j0FbWbKDeCQKcSmDWv3sbdMcvm1SQT0GjyA1b/xrVB8pkouYzXXvyZmdeO5e2ojmJR32sv0RxvR6U05n0pfM7n7Wie11IY93Zbloq2vBjXQgABBBBAAAEEEEAAgbYU4FoIIIAAAggggAACCCCAAAIIIJB9AVaIAAIIIIAAAggggAACCCCAAALZF2CFCCCAAAIImJVuQnGTKCaFiWekwsaUaMzneYn6UR3FvO/FN8vUeOKZ9+/2oUT5031z7K1JJJ5JwBBAAAEEEEAgAwJdu3VPXcWML6akxgm2lgDnRQABBBBAAAEEEGhtgVnz6+zyO2fZ3JqliUvp4wdtaZkENP7szIsf5LWX6Jmax7x430u8HfWjmNdepOLnefF5Pu4lLebx1iokn2ktWc6LAAIIlArQRwABBBBAAAEEEEAAAQQQQACB7AuwQgQQQAABBBBAAAEEEEAAAQQQyL4AK0QAAQQQQAABBBBAAAEEVoCAVEgs45ePNp9I4UaVeCwai2JRP6rjcY/5ZpmaF6+wReUSz9w72yZMqvXDKAh0HgFWigACCLQjgT0PP8EuuPkBO++Gu+20X19vR5x2nm2/32G2+gabLvddjlpjHeszYFDiPHVLFtu8WTMScQIIIIAAAggggAACCHR0gdnz6uzy8TNs7oJ6s9LFeAKaN68zf17mxZ+dRcX7XqJD4nFve9xrL1Hb63gpHfO+FD7383Z8rhTG47HWbJN8pjV1OTcCCCCAAAIIIIAAAggggMAKFeDiCCCAAAIIIIAAAggggAACCCCQfQFWiAACCCCAAAIIIIAAAggggAAC2RdghQggUCwQbUSRwsQzUmEjSjTmdWmJzhKP+4aZmhd+Z4sm/jsaLqr/5IlnJi8qitFBAAEEEEAAgbYVmDt7pqmiwnr1qbaVRq9lG++wu+3/jVPs8FPOsdHrbLhcN7P6+ptYn379E+dYsmSJTZ/6SSJOAAEEEGhNAc6NAAIIIIBAWwnMmV9vl4+faXPSEtBMfsDqX78mn4DGn5958WdqXpcWj0fF779c28e8+LjXXqTi53vxMR9vy1LRlhfjWggggAACCCDQqQVYPAIIIIAAAggggAACCCCAAAIIZF+AFSKAAAIIIIAAAggggAACCCCAQPYFWCECCCCAAAIIIIBAGwmkbTaJYlK4McVvJYpFtce8RH2pODmNx6NNMjUvjLNF79/t0xPljySeSZgQQAABBDqRAEttRwI18+dY/ZIliTuq6tHLBg4bkYg3JbDOZttY125ViUPmz5ltUz56PxEngAACCCCAAAIIIIBAVgQ88YwnoJmdkoBGn/zH6l+/Op+AJnqeFq/dwfte/Fmb117ice/Hi4958VhpLYXP8KIxH49KWiwaa6m6oqVOxHk6mgD3iwACCCCAAAIIIIAAAggggAAC2RdghQgggAACCCCAAAIIIIAAAgggkH0BVogAAggggAACCCCAAAIIIIAAAlkVkMINJ2bhCqNNJlKYeEYqjEdjXkfFj0prR7Ew8cw9Pi1RPPHM25MXJeIEEEAAAQQQQKDtBWZ98bnVLlyQuHBVj5629iZbJ+KNDex+2PE2ao11Uqd/Pvl9m/zeW6ljBBFAAAEEEECgtQQ4LwIItLXA3AX1FiSgmV+fuLQ+eSifgCZ6nhYlmfG6rq4uOMbb3ojmeNuL9732Em9730s8JhU/74uP+Vyp8BzQ+61RSD7TGqqcEwEEEEAAAQQQQACBNAFiCCCAAAIIIIAAAggggAACCCCQfQFWiAACCCCAAAIIIIAAAggggAAC2RdghQgggAACCLSyQOnmEr9cFJMKG1GiWFT7PC9RP6qjmPe9+IaYmhcut0Xv3+NDiXLdPbONxDMJFgIIIIAAAgisMIEP3nrFZnz+WeL6kmytjTa3rfY4KDG2rIAfs+0+h1iXrt0SU2sX1thbLz6diHe6AAtGAAEEEEAAAQQQ6BQC84IENDNs1rwwmUx80Z6AZukbV5snmvFnav5sLV6imNdefMzr6Bze9+J9r6PifS/ej2qp8NwvinkdL9H8eKyl2iSfaSlJzoMAAh1OgBtGAAEEEEAAAQQQQAABBBBAAIHsC7BCBBBAAAEEEEAAAQQQQAABBBDIvgArRAABBBBAAAEEEEAAAQSyJiAV/5+Mo00lUrgBxdcbxeK1t734eLx4LCq++aXm+cts0fv3xqfk29fePcve+XhRvk8DgfYiwH0ggAACnV3g7ReftiWLk/9Gd+/Zx/Y99iQ78JtnWFWPnstk8jk+14/p2btvYr5/Z/jo7dfsqfvGJ8YIIIAAAggggAACCCDQ2gIr6vzzapbauDtn2az5yQQ09vFDtvT1q8yfq8WLf3f2vtd+315HpTTu/WiO1/Hix3g/Xkvh88Eo5uNepDDu7ZYuJJ9paVHOhwACCCCAAAIIIIAAAgggUE6AOAIIIIAAAggggAACCCCAAAIIZF+AFSKAAAIIIIAAAggggAACCCCAQPYFWCECCLSSQOlmEr9MFJMKiWc87iUai9feLld8k8v8535riz64zw9PlOvumW3vfrI4ESeAAAIIIIAAAite4H/33mFTJr2feiOeUGabvcfaj678mx39/fNti133s+qBQ/JzR62xjm2/32F23FkX21lX/Z/5XD8mPyHWmDPjC3viX3+PRWgigEAnFmDpCCCAAAIIdCqBeTX1Nu6OWTZrXn1y3Z88bPVfJqApffbmz9zq6sKkNd72Es3xE3m7tPaYF497ibejvhQmmikdi8a9bslC8pmW1ORcCCCAAAIIdCgBbhYBBBBAAAEEEEAAAQQQQAABBLIvwAoRQAABBBBAAAEEEEAAAQQQQCD7AqwQAQQQQAABBBBAICsCUrihJFpPtLFEKp94Jm2ux/zYePFNLwue+60t+fB+H06Ua++ebe98vCgRJ4AAAggg0F4EuI/OLlBbs8Ae+Osfbfb0z1MpJFnv6v721W12sUNOOsvOuXa8XXrHE0E55ZLrbP9vnGLrbr6d9epTbVLxd47ohAvmzbGHbr/RJrz0dBSiRgABBBBAAAEEEECgUwnMW1hvl98x02bOTSag0ScP29LXrzJPNOPP2qISPYPzftSOao9FgFEsqj3uba+9xNtRXwq/u5eOSWHc57VUIflMS0ku73k4HgEEEEAAAQQQQAABBBBAAAEEsi/AChFAAAEEEEAAAQQQQAABBBBAIPsCrBABBBBAAAEEEEAAAQQQQAABBLIv0AYrjDaUSGHiGamwoSQa89vwtpe0dhTzTS41z//WFpdJPHPN3bPt3U9IPONeFAQQQAABBNqzgCeFeeBvf7J5s2e2+G16Upt//mmcPf3AXS1+bk6IAAIIIIBAhxXgxhFAoFMKzK+tt3F3zrCZ8+qS6w8S0PzB/HmbP5OLF4958ZjXXrztJ/E6Kt734n2v4yUek4qfC8bH4se0VJvkMy0lyXkQQAABBBBAAAEEOpwAN4wAAggggAACCCCAAAIIIIAAAtkXYIUIIIAAAggggAACCCCAAAIIIJB9AVaIAAIIIIBARxZI2zQSxaTCBpMoFtW+5obaPhYVTzyz6IP7/ZBEufrfs+w9Es8kXAgggAACCCDQXgWee+huu/k35wxIVsEAABAASURBVNon779j/m/98t5nXV2dvfvKc3bTr39qLz6e/n1hea/RUsdzHgQQQAABBBBAAAEE2kpg/sKldvkdM23G3LQENI9Y/WtXmn+X9u/kUZIZb6eVaDy692iO9+Nt73vxWFRLheeDUczreInmx2PNaZN8pjlqHIMAAq0hwDkRQAABBBBAAAEEEEAAAQQQQCD7AqwQAQQQQAABBBBAAAEEEEAAAQSyL8AKEUAAAQQQQAABBBBAAAEElkMg2iwihRtL/FRRLKrjMW/Hi8/xDS0e83r+s7+yhhLPTPx0sU+lINBUAeYjgAACCKxAgfffeMnG/fB4u/vGK236lE+alYSmbslim/zeW3b7lRfZdeefYZPeecN4IYAAAggggAACCCBQItCpuwtqPQHNLJs+J5mARp8+aktfTyagcTB/JufP6Lx424u3o+Jz4u2o73VUfNzb8VqSh5r1/T84cBk/SD6zDCCGEUAAAQQQQAABBBBAAIHsCrAyBBBAAAEEEEAAAQQQQAABBBDIvgArRAABBBBAAAEEEEAAAQQQQACB7AuwQgQQyIpAtJlEKiSe8bV53Iu3vURtr6MSxb0ftWue+7Ut/vBB7ybK1f+aZSSeSbAQQAABBBBAoEMJPP7P2+yS7x1mvz/r2/bkvXcEyWTmz51tixfVFq3Dvx8srq21ubNm2gcTXrWHbv+LXf794+2KH33LXnjsvqK5dBBAoD0LcG8IIIAAAggg0NYCNYvqbdydnoCmPnnpTx41e/1K8+Qy8eLfv73vdVqJThQf81jU97aXtL7UegloSD7j6hQEEEAAAQTagwD3gAACCCCAAAIIIIAAAggggAAC2RdghQgggAACCCCAAAIIIIAAAgggkH0BVogAAggggAACCCCAQBMEpOINI1Jx4hk/lRTO8XZUfPOJt+O1t7345pb5z/zKFpVLPPPvWTbxs8V+OAUBBBBAoLkCHIdAOxKY/N5bdtcfLwuSyfz8uH3tnCN2tTMP3i5ffnTI9nbOkbvaBd/c36465yS7/6/X2dSPPzBeCCCAAAIIIIAAAgggsGyBmtp6u3z8DJs2uy4xeeknj1rdK1ekJqDx53RR8ed1Xrwf1X4y73vxmPfjRZJJiofM50phzNs+KIV9by9PqVieg7N8LGtDAAEEEEAAAQQQQAABBBBAAIHsC7BCBBBAAAEEEEAAAQQQQAABBBDIvgArRAABBBBAAAEEEEAAAQQQQACB7At01BVGG0SWdf/xed724sfEa2978Y0qC579lS3+6EGfkihX/Wu2TfyUxDMJGAIIIIAAAggggAACCCCAAALtXoAbRAABBFaUwMJFS+3y8TNTE9Dos8es/tVCAhp/RhcVf1bnJd6P2tFavO/tqPa2F+978faySmPnNXQeks80pMMYAggggAACCCCAQFsKcC0EEEAAAQQQQAABBBBAAAEEEMi+ACtEAAEEEEAAAQQQQAABBBBAAIHsC7BCBBBAAAEEEGikgKTEzNKNIlHf63iJDozHfCPLgmcutcUf/ScaLqr/8M9Z9v5ni4pidBBAAAEEEEAAgWYKcBgCCCCAAAIIIIAAAp1KoHZxmIDmi9l1iXXrs8dt6atXWPSszp/TeYn68TqKR3V0svicqO1j3vY6KqV9j0vJ54web0oh+UxTtJiLQKcSYLEIIIAAAggggAACCCCAAAIIIJB9AVaIAAIIIIAAAggggAACCCCAAALZF2CFCCCAAAIIIIAAAggggAAC7U0gbYOI36NUvEkkmhevo7ZvTvFjvB+VBc9eaosnPeThRPHEMx9MWZyIE8iKAOtAAAEEEEAAAQQQQAABBBBAAIHsC7DCFS0QJKC5Y6Z9PiuZgMY+e9zqX/2d1dXVBUlo/Pld9NyutI7GfD2lY973eLyUxqTi54jR3NJ5UbwxNclnGqPEHAQQQAABBBBAAAEEEECgLQS4BgIIIIAAAggggAACCCCAAAIIZF+AFSKAAAIIIIAAAggggAACCCCAQPYFWCECCCCwDAGpeHOIbwqRFGxK8UO978XbUSnte9w3qXjtZf7TF9vijx7yZqKQeCZBQgABBBBAAAEEEEAAgeUX4AwIIIAAAggg0CkFFi1ZapePn2Gfz1ySXP+nj9vSkgQ0/gzPn+2VK34SH4vqqB31vfbicS9RWyo8T/SYF6n4uaPHGltIPtNYKeYhgAACCHQ6ARaMAAIIIIAAAggggAACCCCAAALZF2CFCCCAAAIIIIAAAggggAACCCCQfQFWiAACCCCAAAIIIIBAexGINofE78djUvFGESm5ScTnRcd5Oyq+eWXeUxfZ4kkPR8NF9ZX/nGUfTFlcFKODAAIIZFGANSGAAAIIIIAAAggggAACCCDQVgKLl5hdfucsmzor1yi96Gf/zSeg8Wd3/hwvqr0dFY9FxU/hca+9eNuLt+NFKjw39HGp+LliNNfHonZj646SfKax62EeAggggAACCCCAAAIIIIAAAgh0XAHuHAEEEEAAAQQQQAABBBBAAAEEsi/AChFAAAEEEEAAAQQQQAABBBBAIPsCrLCRAr4JRCq/QcTHoyKlz1vwzCVlE8/8/h+z7EMSzzTy3WAaAggggAACCCCAAAIIIIBAEwWYjgACCHRqgcVLltrld8yyKTPrkg5fJqDxZ3tRghmvve8lOiBqR3VpPN4vneNjHpPSnxv6eFMKyWeaosVcBBBAAAEEEECgUwmwWAQQQAABBBBAAAEEEEAAAQQQyL4AK0QAAQQQQAABBBBAAAEEEEAAgewLsEIEEEAAAQQQaI8CaRtDPBYVScFtR32vPeB1VOY/fZEt+ughDyfK7/8x0z6aujgRJ4AAAggggAACWRVgXQgggAACCCCAAAIIINDWAkvqltq4O2balBnlEtCMM3+WFyWeidfxts+Jl2gdHvN53pfCJDMe8+IxL96WwjHvN7eQfKa5chyHQFsLcD0EEEAAAQQQQAABBBBAAAEEEMi+ACtEAAEEEEAAAQQQQAABBBBAAIHsC7BCBBBAAAEEEEAAAQQQQACBTisghQllygFIMknBsG8a8RJ0vvzhfS/enffkhbboo4e9mShX3OWJZ5Yk4gTaUIBLIYAAAggggAACCCCAAAIIIIBA9gVYIQI5gSX1S+3yO2fYZzOSz+OWfvpfq3/5stQENP6cLyqeYMbbudMFc70dFSl8XuhjXiTlnyF6P61ISgs3GCP5TIM8DCKAAAIIIIAAAggggEBnFmDtCCCAAAIIIIAAAggggAACCCCQfQFWiAACCCCAAAIIIIAAAggggAAC2RdghQgggMCKFvCNIsu6B58TFZ/r7Xjt7ajMffIXtnjyo1G3qL7irlk26fPkRpeiSXQQQAABBBBAAAEEEMigAEtCAAEEEEAAAQRWlEBdndnl42fap9NTnstN+Z/Vv3KZeYIZL/7cr6ESX4OkomQ0PhY/1vsNFZ/b0Hh8jOQzcQ3aCCCAAALtWYB7QwABBBBAAAEEEEAAAQQQQACB7AuwQgQQQAABBBBAAAEEEEAAAQQQyL4AK0QAAQQQQAABBBBAoNMJSMX/p+Fo00dUO4hUmBPFo9rHve1lnieemdRQ4pnFPp2CAAIIrGgBro8AAggggAACCCCAAAIIIIBApxKorzcbVy4BzWf/s/qXf5uagCZC8md/aSUaL62lhp8n+nypMMf7DZVmJp9p6JSMIYAAAggggAACCCCAAAIIIIBANgRYBQIIIIAAAggggAACCCCAAAIIZF+AFSKAAAIIIIAAAggggAACCCCAQPYFWGF7FJAKGz+iTSV+n96O11Hb4/OfutAWlUk887s7Z9mkz0k8414UBBBAAAEEEEAAAQQQQKBzCrBqBBBAAIEVLVC/1Ozy8bPsk+lLkrcy5ckgAY0/56uvr88noonafoCPeYm34/0oHtXRmPelwvNG7ze1kHymqWLMRwABBBBAAAEEVpQA10UAAQQQQAABBBBAAAEEEEAAgewLsEIEEEAAAQQQQAABBBBAAAEEEMi+ACtEAAEEEEAAAQRyAqUbQ6TC5pBozGsvuek278lfWO1Hj3gzUcbdOdMmf0HimQQMAQQQQAABBFakANdGAAEEEEAAAQQQQACBTingz/MuHz/TPp6W8rxuypNW99JvgsQzPi8qDuVJaLxf2vaYlyjutRdJJsmbQYnmBJ1m/CD5TDPQOAQBF6AggAACCCCAAAIIIIAAAggggED2BVghAggggAACCCCAAAIIIIAAAghkX4AVIoAAAggggAACCCCAAAIIINDWAlLxphDfGBKVtHuZ89+f26JJj6YN2TjfyPLFktQxggUBWggggAACCCCAAAIIIIAAAgggkH0BVohAuxFYarnndrPs47Tndp6A5sVfW/Q8MK2O1uFjUbu09rGoRGNS4bljFGtsTfKZxkoxDwEEEEAAAQQQQAABBFa0ANdHAAEEEEAAAQQQQAABBBBAAIHsC7BCBBBAAAEEEEAAAQQQQAABBBDIvgArRAABBDqtQOlmEIeQChtCJAWbTjweL1JhTjxOGwEEEEAAAQQQQACBdizArSGAAAIIIIAAAp1awJ/oeSmHED0rjGqf5+36+npvpj4nDAZKfkjFV/FzeCmZtswuyWeWScQEBBBAAIF0AaIIIIAAAggggAACCCCAAAIIIJB9AVaIAAIIIIAAAggggAACCCCAAALZF2CFCCCAAAIIIIAAAggg0NYC5TZ/lMa976XXNj+xrqN2TL3N08b2t5GDu6SOEUQAAQQKArQQQAABBBBAAAEEEEAAAQQQQKCtBDwfzGlj+9lKKc/tlg7d2mzDM/LJZfz5X1Si+4snoCkd8zke87q0LF26tDTU6D7JZxpNxUQEEEAAAQQQQAABBBBAAAEEVrAAl0cAAQQQQAABBBBAAAEEEEAAgewLsEIEEEAAAQQQQAABBBBAAAEEEMi+ACvs1AKSitYfbRTx2osPRrW3o9Jzqx9b15FlEtCM6W+jhnSNplIjgAACCCCAAAIIIIAAAgi0BwHuAQEEEECgUwpU5J7/nT62v600KPm8rn7IVla//qlB4hl/BhglmYmgPJbW9lg0Vq72OV6k4uePHmtMIflMY5SYgwACCCCAAAIIpAgQQgABBBBAAAEEEEAAAQQQQACB7AuwQgQQQAABBBBAAAEEEEAAAQQQyL4AK0QAAQQQQAABBNqDgCSTlLgV30zixQe6b3mWdRm5gzcT5dSD+tnKJKBJuBBAAAEEEEAgEqBGAAEEEEAAAQQQQAABBFpboDL3eO/0sf1sxMAuiUvVDd7SFq/zPfOEM9HzPp8U9aOY1158zGsv3o6KlLtIriOFda7ZIn9IPtMijJykHQhwCwgggAACCCCAAAIIIIAAAgggkH0BVogAAggggAACCCCAAAIIIIAAAtkXYIUIIIAAAggggAACCCCAAAIIZEqgdHNI6eKkcJOIz4uKz/G211GJ+t23OMsqV0pPQHNKx0lAEy2LGgEEEEAAAQQQQACOQRWPAAAQAElEQVQBBBBAAAEEsivAyhDoVAKVFWanje1vw1MTz2xltV/5rkXP+LyOiiOVJqDxmI977SVqex0vPiaFzxe9nVZ8flq8NJa7/dIQfQQQQAABBBBAAAEEEECgMQLMQQABBBBAAAEEEEAAAQQQQACB7AuwQgQQQAABBBBAAAEEEEAAAQQQyL4AK0QAAQQQaA2BaFOH1LTNH1JyfnQur71UbX6mVTSQgGaVIV1aY0mcEwEEEEAAAQQQQKBDC3DzCCCAAAIIIIAAAq0l0KXS7PQyiWcWD9rS5q9+QmriGX/W5yV+X973Eo95Ox6TCs8Q43GfV1qkcO6y5pF8plSOPgIIINBRBbhvBBBAAAEEEEAAAQQQQAABBBDIvgArRAABBBBAAAEEEEAAAQQQQACB7AuwQgQQQAABBBBAAAEEEEAgJhBtColqH/J2102+bxUjdvBuopx8UH9bdSgJaBIwBBBoTwLcCwIIIIAAAggggAACCCCAAAIIZEKga6Xs9LEDbNiA5PO42gFb2PzVvplfpz/Xi5f8QElDUkmkuOvnKI4sf4/kM8tvyBkQQAABBBBAAAEEEEAAAQQ6qQDLRgABBBBAAAEEEEAAAQQQQACB7AuwQgQQQAABBBBAAAEEEEAAAQQQyL4AK0RgRQmkbRKJx+Jtv0epsOnExyo2Ot1UJgHN9w7sb6sO6+qHURBAAAEEEEAAAQQQQAABBMwMBAQQQAABBFpawBPPnDa2nw3tX5k49cIBm9v81Y43f47ng1578XZUyvVL49H8cnVT56edh+QzaSrEEEAAAQQQQKAjCnDPCCCAAAIIIIAAAggggAACCCCQfQFWiAACCCCAAAIIIIAAAggggAAC2RdghQgggAACCCCAQKcQWNaGkGjcay+O4nVUvO9FXz3VbPj23kyU7x3Qz0hAY7wQQAABBNqnAHeFAAIIIIAAAggggAACCHRoga5dzE4PEs/kGiUrqem3mc1d5bh84hkf9ud6pbXH0ookk+TTi87hAZ/vdWkpFy+dV65P8plyMsSXU4DDEUAAAQQQQAABBBBAAAEEEEAg+wKsEAEEEEAAAQQQQAABBBBAAAEEsi/AChFAAAEEEEAAAQQQQAABBBBAoL0LLF3/ZFvaQAKa0cO6LmMJDCOAAAIIIIAAAggggAACCCCAQPYFWCECCLSUQLcustPHDrAh/dMSz2xuc1b5epA0JkoIE9Xlri8pmF9uvC3iJJ9pC2WugQACCCCAAAIIIIBAWwhwDQQQQAABBBBAAAEEEEAAAQQQyL4AK0QAAQQQQAABBBBAAAEEEEAAgewLsEIEEEAAAQRiApJMUiwSNn3DSlQ8Ur/uSVY/dDtvJspJB/QzEtAYLwQQQAABBBBAoH0JcDcIIIAAAggggAACHVKgKkg809+G9KtM3P/86s1s5sijmpRIJv6ML3HCXEAqfjYoFfdzU1rkD8lnWoSRkyCAAAJJASIIIIAAAggggAACCCCAAAIIIJB9AVaIAAIIIIAAAggggAACCCCAAALZF2CFCCCAAAIIIIAAAggggEBrCEjpm0SkMC6pKOmMpKLbkMK+FNY+WLfud62ugQQ0qw3v5tMoCCCQIkAIAQQQQAABBBBAAAEEEEAAAQSyL7C8K6zqKjv94P42OCXxzLy+m9nMlY4sukRFRZjSRZLF25Z7SQqe/0nK9cI/UqHtSWnCaON+SoVjG3dE8azwTotj9BBAAAEEEEAAAQQQQAABBBDoiALcMwIIIIAAAggggAACCCCAAAIIZF+AFSKAAAIIIIAAAggggAACCCCAQPYFWCECnUZAWvaGECk5J9p4IoVjkvIbVZasfaItGbJdquF396+21Ud0TR0jiAACCCCAAAIIIIAAAgi0sQCXQwABBBBAoEMJdO8mO31sfxtUXZm47/nVnnjmiPwzOil8XufP8aSw7QdJYVuSd/PzvSPJovlR3+u0Iik4NhqTFDWbXZN8ptl0HIgAAggggAACDQswigACCCCAAAIIIIAAAggggAAC2RdghQgggAACCCCAAAIIIIAAAgggkH0BVogAAggggAACCCDQFgKSijaMRNf0DSdR22spnCcl62h88Ve+ZUuGbOvdRPnOfv1s9eEkoEnAEEAAAQQ6vQAACCCAAAIIIIAAAggggAAC5QR6VFXY6WMHpCaemdd3M5s27LDg2Z6kfF1RUWFe4ueUCuOS8kNSoe1BfyboxdttVUg+01bSK/o6XB8BBBBAAAEEEEAAAQQQQAABBLIvwAoRQAABBBBAAAEEEEAAAQQQQCD7AqwQAQQQQAABBBBAAAEEEEAAAQQ6hIAUbhhZ1iYRKWVebIVSOO4hKWxLxbWPRUVSsMGlds0TbMmQ7aJwUf2d/fvZGiNIQFOEQgcBBBBAAAEEEEAAAQQQQACBthbgeggg0CEEenSrsNPG9LOBfSsS9zu372Y2ffhh+SQzUvhsTipfR88LpXCOn1SSV8FzPW9IYd/bUZGKY/HzRHPS6sbOS64u7WzEEEAAAQQQQAABBBBAoMkCHIAAAggggAACCCCAAAIIIIAAAtkXYIUIIIAAAggggAACCCCAAAIIIJB9AVaIAAIIIIDA8ghIxZtCSs/lmz+8eDyqvS0VjpNUtPFESu9LMj+HFI4vXON4WzR4Wz9dopy4Xz9bY0S3RJwAAggggAACCCDQWQVYNwIIIIAAAggggAACpQI9q2SnH+yJZypLh2xe9RY2fdihwXM7KXweJykxrzQgqeiYioqKor6k4BAprIPOlz8kBXO9K4XPAv15oPfLFUnlhoriFUU9OggggEB2BVgZAggggAACCCCAAAIIIIAAAghkX4AVIoAAAggggAACCCCAAAIIIIBA9gVYIQIIIIAAAggggAACCCCQOQEp3AAiKdg8Iim/Rim97ROkcExScJxvVPEihX1JtnD1b1jtoHIJaKptjZVIQOOWlHYnwA0hgAACCCCAAAIIIIAAAggggED2Bdr1Cnt2l502tr8N6JNMPDOn7+Y2beghwTM5KXwW58/lfEFee5EKce+XFikc92O8SPIqKFJxW1L+WsGE3A9POiMp12qZPySfaRlHzoIAAggggAACCCCAAAIIIJAQIIAAAggggAACCCCAAAIIIIAAAtkXYIUIIIAAAggggAACCCCAAAIIIJB9AVaIAAItKeCbQuLnk8INIlJYN2bMN6pI4XxJwcaT6DhJQVNSEPe5C1c/zhYN3i6Il/44cd9qW3MkCWhKXegjgAACCCCAAAIIIND5BFgxAggggAACCEQCvaoq7PQxA1ITz8ztu7nNGPY18+duUvgMTlJwaDwWBHI/pHAs17S0Z4OSgud4koJzWuwlKd/zY71EASkck8I6isfnRLHG1CSfaYwScxBAAAEEEMiCAGtAAAEEEEAAAQQQQAABBBBAAIHsC7BCBBBAAAEEEEAAAQQQQAABBBDIvgArRAABBBBAAAEEEOjwAlLxhpBoQZIavQFFUrAZxTe0WO7ltaRgo4q3S0vNal+3RYO3z81M/vn2PtW25kpdkwNEEEAAAQRWnABXRgABBBBAAAEEEEAAAQQQWCECvbtX2OkH97f+fZLpWOZWb2HThh4SPIPzm/NncFLhmZwUtiUFz+4qKyuD2udFRSrMsdwrHs91g/lSYY5U3PY5krxKFCk9npiYEqhIiRFqAwEugQACCCCAAAIIIIAAAggggAAC2RdghQgggAACCCCAAAIIIIAAAgggkH0BVogAAggggAACCCCAAAIIIIAAAtkXaKkVSspvTInOuXTp0qgZ1FJhjqQg5j8k5Y+VCu34WHyjihTOkZTfsLJg9DFWO3g7S3t9e99+ttZIEtCk2RBDAAEEEEAAAQQQQAABBBDoHAKsEgEEEOjdo8JOO7if9eudTMUyt3pLmz70kPyzNn8WJynflwrP46T0uB/jRSrMtdhLUtCTVPQsMAiW+dHQ88Uyh6SGkytOnUYQAQQQQAABBBBAAIEOL8ACEEAAAQQQQAABBBBAAAEEEEAg+wKsEAEEEEAAAQQQQAABBBBAAAEEsi/AChFAAAEEEOjwAvENIVJhI0kU91pSfp1Ssi0pv7GldMOKFI553ItU6NeMPtZqBm5raa9v7dPPvjKqW9oQMQQQQAABBBBAoK0FuB4CCCCAAAIIIIAAAm0q0Ken7PSx/axfr8rEdef03dKmDRmbiHtAUpAoRlLwvM6fx5UrUmGuVNz2Yyz3kpT7Gf6RZP6sMOyFP6XicanQL50bHtG4nySfaZwTsxBAoMUFOCECCCCAAAIIIIAAAggggAACCGRfgBUigAACCCCAAAIIIIAAAggggED2BVghAggggAACCCCAAAIIIIBAcwSkwqYQP15SsEklake1JG8WjUlK7Uth3DeqSAo2u0hhHY/Vrv51WzhoO0t7nbB3tZGAJk2ms8dYPwIIIIAAAggggAACCCCAAAIIZF+g866wT88KO33MAKtOSTwzu++WNn3o2OB5nD9jKy2SgudwlZWVQR2NS4VndR6TwnlSGJeK+5Z7SeFYrhlcL6qlQtxjXiR5lS9ScT8/0MhGRSPnMQ0BBBBAAAEEEEAAAQQQQKCjC3D/CCCAAAIIIIAAAggggAACCCCQfQFWiAACCCCAAAIIIIAAAggggAAC2RdghQggkAmBpUuXFq0j3peUurnEN6n4QVI47v20IinY6CIVaqm4XTP6GFs4aHtLe3kCmrVHdUsbIoYAAggggAACCCCAAAJtJcB1EEAAAQQQQKBNBPp64pmx/a1vr2T6lbnVW9mMLxPPSOEzOalQlz6bk1T0XM7HpcJ8KRz3uBcp7EuFOZZ7RWNScVySRc8Rozo3PfhT2g+CTfiRXH0TDmYqAggggAACCDRfgCMRQAABBBBAAAEEEEAAAQQQQCD7AqwQAQQQQAABBBBAAAEEEEAAAQSyL8AKEUAAAQQQQAABBBBYlkDpxg9JwSFSWHtHUpBwRpJ3gyIVNpMEgdwPSfl5kvKbWaRCPNqcEtXR/3VZKsz3sQWrHmULB+9gaa9v7l1t65CAJo2GGAIIdFIBlo0AAggggEBLC1T16Gnb73+4fevcy+yca8fbL279j11y+3/t0jueyJcL//qQnXfD3XbKJdfZQSecYaPWWKelb4PzIYAAAggg0KkFPOHM6Z54pmcy9cqc6q1s2pAxRc/iJAXP4/zZmpfouZu3peKxeEwKx6TiZ3jRHKkQl2RpLymMx4+J5knhmBTWUbz0uWQUT6uTAmmzsh9jhQgggAACCCCAAAIIIIAAAgggkH0BVogAAggggAACCCCAAAIIIIAAAtkXYIUIIIAAAggggAACCCCAAAIIIJB9gQ63Qql400faAsptBJHCYyUVbXSJziEV4r7xJF4kmW+AkRRsivG2j3stKRirWfUoqy2TgOb4vatt7ZWrjBcCCCCAAAIIIIAAAgi0nMDKa61nx5/zKzv3T/+y/Y872dbccHOrHjjEulV1D77zx6/UlyWyuwAAEABJREFUtVuV9epTHSSd2Wbvg+17F11t/++yG23rvcbGp9FGIKsCrAsBBBBoVYHqXpV2+pgB1ic18czWNj0l8Yyk4N9rf8bmRVLw3M3bpUVS8PxNUuocy72k8Hy5ZvBHCvtSWHtQklf5Ej1HjOr8QEpDKj42ZUo+VJFv0UAAAQQQQAABBBBAoE0FuBgCCCCAAAIIIIAAAggggAACCGRfgBUigAACCCCAAAIIIIAAAggggED2BVghAggggAACCDRWoKENIZKs3LikYFOLpPylJAWbViz38o0tUjgWtSUF41Jx7ePxIsnmr3Kk1Qza3tJe39yrr62zSre0IWIIIIAAAggg0I4Fdh5ztJ1yyXW2+gabttBdcpoVIcD7uCLUW++aVT162oHfPMO+de5ltvYmW1vXqqYneqyoqLRhK69mB51whp32q+tttfU2br0b5swIIIAAAghkWKCfJ54Z28/69AyfqcWXOrvaE88cFIQk5Z/LVVRUBMlkvC4tlZWVwbO4qI7GJQVxqfg8UiFuuZfPl5RrhX8kBdf1eBixomeH/hxRUjSUqH08EVxGoGIZ4wwjgEBnEWCdCCCAAAIIIIAAAggggAACCCCQfQFWiAACCCCAAAIIIIAAAggggAAC2RdghQgggAACCCCAAAIIIIAAAh1CQAqTzUiFTSKSgk0lUlj7QqRCO973jSeSijavpMWk8Hgfi4pUOC6K1ax6lC0cvKOlvY7fs9rWXZkENGk2KyzGhRFAAAEEECgj8JWNtggSUux11IlWPWBQmVmE27sA72N7f4eafn9DR462486+1LbZe6x5Epqmn6H4CEm20mpr2bFnXmjb7XtI8SA9BBBAAIHsCLCSVhHo17vCTju4n/XukUy3Mqd6G5sx5KCiZ3SSgmdwnlhGCtvRM7WolsK4FNZR3GspjEmFWlL+GqVzJJm/pLCO2pLyx0jycFCk5HPGYKCJP5IaTTwB0xFAAAEEEEAAAQQQQAABBJonwFEIIIAAAggggAACCCCAAAIIIJB9AVaIAAIIIIAAAggggAACCCCAAALZF2CFCCCAQHMFpOTGkKVLl5oXP6dU2ETifS+Sgk0m3o4X36TiRVJ+M4z3o+KbY6J2uXrBKkdYTZkENN/Yq9rWXYUENMYLAQQQQACBdipQPXCIHXnGz+zrZ10cJKSQ1E7vlNtqSID3sSGdFT/W3DvwxDOHnny2rbbuhqnf5Zt7Xj+uZ+++tsdhJ9hOBx3lXQoCCCCAAAIILEOgf58KO/3g/ta7ezLVypx+29j0IQfm/732Z2iSgmdtpW3vlyuSgnNIYR3NK30+J8lKX5Lyx0ZjkqJm8NwwenboQSn5fNHjzSlJkeachWMQQAABBBDo+AKsAAEEEEAAAQQQQAABBBBAAAEEsi/AChFAAAEEEEAAAQQQQAABBBBAIPsCrBABBBBAAAEEEEAAgXYrIBU2ikQ3KYUbROJ9qXiepKJNJ1KhL5Vv+8YWScEGGakwz+PlSs0qR9jCwTtZ2usbe1bbeqtUpQ0RQwABBNpagOshgEBMYOs9x9ipl/7JNtpuN+vSlWRxMZoO1eR97FBvV5Nudu9jvmMj11gn+E6fdqBvIJ/5xRR7+oG77PpfnmlnHrxdUK740bfsvluusY8nTrC6JYvTDg1i3Xv1tl0OPtq22uOgoM8PBBBAAAEEEEgXGNCn0k4fM8B6VSXTrMyu3samDw4Tz0jKP08r9wxtWfF4ohmpcD5J5i9JwXcDSflrScVtKZzj3xXsy5cUxr7sBsloJEXdfC0lY/nBMo2kSpmJbRvmaggggAACCCCAAAIIIIAAAgggkH0BVogAAggggAACCCCAAAIIIIAAAtkXYIUIIIAAAggggAACCCCAAAIIIJB9AVbYVIH4hhE/VlKw2cTbUZHCmKQgJCmYI6XX8Q0vUmGOx6Ww7+3GlAWrHG4Lh+wUXLf0x3F79rX1Vq0qDdNHAAEEEEAAgRUo0Lf/QOvZu/cKvAMu3RICvI8todj+zrH7YcfbWhtuHnyXT7u7+XNnBwlmLvrOITb+ml/bhBeezE+b/N5b9vD4m+x3Z55gV/30ZHv/zZeDDeb5CbFG9559zBMYDR05OhaliUBLC3A+BBBAoOMKeOKZ08b2t57dlVjEnP7b2YwhYeIZH5QU/NsdPUeTCn1JQbKYaCyq48lmPCaF86RCLRXO43O8SDJ/SQqu6W0vkrwKSjRPKsR8QFLRMR4rfe7oscYWks80Vop5CCCAAAIIIIBA1gVYHwIIIIAAAggggAACCCCAAAIIZF+AFSKAAAIIIIAAAggggAACCCCAQPYFWCECCCCAAAIItHsBSYl7bM7GEEmJDSZSGIs2pXjtxTfASErdHOPj8SLJFqzsCWh2trTXcXv0tfVHk4AmzYYYAggggAACbSbAhRBAoN0LDBo+yjbabjfr0rVb6r1+/vGHdtOvfmKP3Hlz6ng8OOmdN+zPvzzTXvrvA1ZXVxcfyreHrryqbb3XQfk+DQQQQAABBBAIBQb2rbTTD+5nPasUBmI/Z1Vva9MH7R88Y5MUPDuTwjp6XubP1bxE/bRaKhwjFdrRXKkQk4rvQ1JwffvyJenLVliVe26YFpeKjw3P0LifJJ9pnBOzEGhzAS6IAAIIIIAAAggggAACCCCAAALZF2CFCCCAAAIIIIAAAggggAACCCCQfQFWiAACCCCAAAIIIIAAAggggEA5gdINIlLx5pC0cUnBZhRJ+dNKxe1oU4vXkvKbZnyTjBT2faxc8Xk+tmDlw2zhkPQENF/fva9tsGr6JlrrhC+WjAACCCCAAAIIIIBAqcDmu+5rA4eMKA0H/Tkzptm/b/i9vf/GS0G/MT9qaxbYbeMusFf++4DV1ycT0FRUVNo6m21rK6+1XmNOxxwEEEAAgWYIcEjHExjYt8JOG9PPenRLplaZXb2dzRxyQP5Zm6SgXVFRkX+eJiloV1ZWFtXRnNJaCud7XArbUlhHMUnmL0nB9bztRSrueywqac8JozGvS8c91tRS0dQDmI8AAggggAACCCCAAAIIZFSAZSGAAAIIIIAAAggggAACCCCAQPYFWCECCCCAAAIIIIAAAggggAACCGRfgBUigAACHUZAUtG9+iYRqRCTVLQBJT5ZCsekQh1tYPE6XiQFm2MkmW+UkRT043PKtT0BTc3g9AQ0x+5RbeuPJgGN8UIAAQQQQAABBBBYEQLt/pprbbiFVXTpkrjP+iVL7JX//ccmvPR0YqwxgUfuvNU+/2RS6tQ+/QbYGutvYrwQQAABBBBAwGxQdaWdPnaA9ahKplWZVb2tTR+8X55JCp+xxZ+R+XM0Lx6T1ODzNCk8XgrnScW1nyMqUjhmuZcUHudjknIRSzwPlFQUk2T+HNFiL0mxXvOaSaXmnYejEEAAAQQQaGEBTocAAggggAACCCCAAAIIIIAAAtkXYIUIIIAAAggggAACCCCAAAIIIJB9AVaIAAIIIIAAAggggAACDQlEG0WkcIOI96WwHR0nFfpSoe3jkoLNJ1KhjuK+aSUqkoINMlJYe1wqtL1frixc9XCrGbKLpb2+vnu1bTC6Km2IGAIIdCoBFosAAggggAACcYF1N9vWqgcOjofy7emff2pP3f+PfL+pjakff2AvP/6ALVm8KHFol67dbPiqayTiBBBAAAEEEOhsAmHimf7WvZsSS5/db3ubOeSA/DM1fyYmKXh25m0vUdKZqPZYY4sUnksK6+g4KbwXSflrS2HbvnxJ+rIVVlKy788PfVQKx6K+x5anNC75zPJcgWMRQAABBBBAAAEEEEAAAQQQQKBjCHCXCCCAAAIIIIAAAggggAACCCCQfQFWiAACCCCAAAIIIIAAAggggAAC2RdghR1WQCpsGJHCdrQYKdmXwpikYHOMVOhb7iUp2MgS3+ASbzd284wkq1n50LIJaI7dva99dTUS0OTI+YMAAggggAACCCCAQCCw8lrrWY9evYN2/MfS+nqb+PqLNu2zyfFwk9vvvvq8zZk5I/W4QcNHpcYJZlCAJSGAAAIIpAoM7ldpp4/tb1VdlRif1W97mz5o3yAuKf9MLXpm5nX8mZkUzvF4uSKFc6Sw9nlScVsK70VS8LxOKq4t95KU+1n4IyX7UaIZqXiscFTzWySfab4dRyKAAAIIIIAAAq0qwMkRQAABBBBAAAEEEEAAAQQQQCD7AqwQAQQQQAABBBBAAAEEEEAAAQSyL8AKEUAAAQQQQACBpghI4cYR30gihW2pUEsKNqhE55QUNYO4pKCOgpKCTTS+6cWLFI5Hba/jJb65Jh739sJVDrPaYbtZ2uuY3UhAk+ZCDAEEEECg8wiwUgQQQCAuMHDYSlbZpWs8FLRrF9bYpHfeCNrL82Pye2/ZzM8/TT1Fl27J66ZOJIgAAggggEAGBYY0mHhmB5sxaN/8s7LKysrgOZo/94qKx6J2uVoKn69JYe3zJAXnlQoxj3uRZNFLUnBN70uNa0dz/Xlh1Pa6pQvJZ1palPNlVYB1IYAAAggggAACCCCAAAIIIIBA9gVYIQIIIIAAAggggAACCCCAAAIIZF+AFSKAAAIIIIAAAggggAACCCDQrgQkJe5HCmO+oUSSRXU0UQrHpeLax6XimKSiDS2+4SW+iUZSsDHG416k4r7HoiLJ5o88xBYOLZ+AZsPVqqwdvLgFBBBAAAEEVpjAxjvsbseeeaH96A9/t1/c+h+75Pb/2qV3PJEvF/71ITvvhrvttF9fb2NP/IGNWmOdFXavzb3w1nuNDe7/wlsfCtbla7zglgftjN/cYHsddaJVDxzS3FO3u+OqevS0rfccYyec+1s759rx5mv29Ubv6cX/95idf9P99oPf3WKHn/ZTW3vjrdrdGjraDbXW5yv63fT3sfR3szXex34Dh6bSz589yz6c8HrqWFODS+vrm3oI8xFAAIGsCbAeBIoEhvTvYqePGWDduqgo7p1Z/TzxzD7BczBJwfMySUE/evbltVR+zMe9RM/WoloqnCeK+TxJ5i+puI5iUhj3flSkQkwqPBf054M+RyqMe9+LlIx5vKmF5DNNFWM+AggggAACCCCAAAIItJEAl0EAAQQQQAABBBBAAAEEEEAAgewLsEIEEEAAAQQQQAABBBBAAAEEEMi+ACtEAAEEEGiOgBRuGvGNJVK40SR+Hikcj2JS2JeU3zwjKRoOYr7pxYukoo01UnHf5zRUFow6xGrKJKA5ere+ttHq3Y0XAggggAACnUnAk60c+M0z7Nzr/2WHn3qurb/ljjZw6AjrVtU9+Dc4btG1W5X16lNtK41ey7ba4yA7+eJr7eyrbw+Stniik/jccu1vn3d5kPQlSoCy69eOs8ouXRPT+w4YbCf+bFzRXD/mJ9fdaatvsGli/p6Hn2AX/e2Rovne97hP9vv7xtmX2gHHnxbcf9eqMOmcJKvq3sOGr7qG7TL2GPt/l/3F3MPn+3Fevj/upqLz+n14OeSks3y42WXTHZamHuYAABAASURBVPeyC25+IHFuj/lYc088dORoO+K08+yca8bbmG9/39bacIsgqY6vWSp8x6qoqLTuPXvZkJVWsU122NO+cc6v7EdX/s12OOBwW9artd5HN3Xb0uLvwbLuaVnjfo7S83rfr2nW8NH+OfLPk8+Pivc97kf656W5ny8/Pq347+Yh3/1R0e+mx0p/N5fnfUy7rsdeefI/9sJj99kHE161qR9/YDXz59riRbU2a/pUm/bZZJ9CQQABBBBAAIEWFBjav9JOH9PfunZNnnR2/x1txqDixDMVFRVFz8cqKyvNS2m8XN/nSgq+78fnSArOK4VjksxfkoK5UqGO4l6nldLngpLSprVYrKLFzsSJEEAAAQSyLcDqEEAAAQQQQAABBBBAAAEEEEAg+wKsEAEEEEAAAQQQQAABBBBAAAEEsi/AChFAAAEEEEAAAQQQQKDdCviGkvjNSeGGEo9LYTttXArHpEItKb+hxY+Jb4LxthSOe9uLpGBjjLfLFd9UE43VBAlodre011G79rGNV++eNkQMAQTaSoDrIIBAmwl4wpGTL7ratt3nYOtd3T/497cpF5dk/QcPs53HHG2n//rPQQKTphzfVnM9McixP7zQ1t5062BTbkPX7dGrj6210ebWp9/Ahqa1yzFfpyfO+d4vr7KNd9jduvfq3aT7lGQDh61k+x77PTvl4mts5bXWa9LxnXWyu7f052v7/Q+30371J9tit/2b/LspLf/7+MTdt9vffvcLu+qck+w3px1j5x27t51zxK52zXmnttjb3KN339RzLZw3PzVOEAEEEEAAgawKeOKZ08b2t65dkiuclZJ4Rgqfi0kqeh4mFfrx52DR87B4LYXniGJSet9yLykck5TrWdF/M0TP/aRwzGIvqZCQWioe9+OCqS34g+QzLYjJqRBAAAEEEEAAAQQQQAABBBBoSQHOhQACCCCAAAIIIIAAAggggAAC2RdghQgggAACCCCAAAIIIIAAAgggkH0BVohAYwWk4k0kfpwUxnxDiRS2PR4V3+DiY1FfCudICjaySGEdH5fCmB8bL5KKNtzEx7wtKdhs7m0vNaMOtoXD9rC015GegGaNqrQhYggggAACCGRGYKeDjrKDTjjDqgcOWe41SWGyCz+fn3e5T9jCJ9h57DG22nobBd8vlnVq/27y4Vuv2bTPJi9rarsaHzpytB139qW2zd5jm5x0pnQhkmzUmuvZ0d8/39bbYvvSYfolAi35+fJENl876Wzb5+gTzRNClVyqSV0pfB+PO+ti23zXfZt0bGtPXnezbXN/9wxOvcys6VNT4wRbX4ArIIAAAgi0vcDwAV3sdE88U6nExWf229FmDNw7+A4rKaj9mVZaYhlJ+ediPi4V+n5MvEiFc8XjUVsKxy33ksK2pFzPgmsEjdwPScE9Scr1iv9I5RPP+EwpeYzHl6eQfGZ59DgWAQQQQAABBDqTAGtFAAEEEEAAAQQQQAABBBBAAIHsC7BCBBBAAAEEEEAAAQQQQAABBBDIvgArRAABBBBAAAEE2r2Ab9iO36QUbibxuBS2pbD2eb6xRVKwWcX7krwK+pLydRD88ocf48W7koKNL96XCm3vlxapeHzByLFWM3R3S3sduUtf22RNEtCk2RBDAAEEEGh1gVa/wEbb7WY7jTlquZOUlN5o9169g/P6+UvHVlS/Z5++tsWu+1lll66NuoWFC+bZe68/36i57WXS0JGj7cgzzrPV1t0w+O7UUvfVb9DQIEHR2htv1VKnzNx5WvLz5YlnDj35HNt0570a/XltDKgnsdn/uJNtqz0Oasz0NpmzyY57Wq++/RLXWlS70D5469VEnAACCCCAAAJZFBgxsIudOrafdSmTeGbW4H2CZ15S+HzMn3NJhbb304qk4LhyY1JhXCqcT5LFX5KC75ZSWPv54uPeluRVUKSwLZVPPOPPB4PJrfCD5DOtgMop20KAayCAAAIIIIAAAggggAACCCCAQPYFWCECCCCAAAIIIIAAAggggAACCGRfgBUigAACCCCAAAIIIIAAAggggECpgBRuNInHpTDmG0ykcAOKFMZ8nhTGvO1FCsckFW1yicakMO6bXqRCO+p73dhSM+pgW1AmAc0RO/e1TdYgAY27UxBAAAEEsiPgCS52OOBw69m7b+qiamsW2LuvPGf/+vMVds3PTrMzD94uKD89eg+79bKf2YuP329zZnxhS5cuTT3ez7vN3gebXydtwrSpn9pnH07Ml+lTPrGl9fWJqYsX1dqUyR/k50XHTJ38oS3K3WPigDKBtTbeyjz5RpnhRHjG1M/spccfTMTba8CdDzj+VBu2yurB96a0+6xbstg+njjB7rvlmqL39PpfnmnPP3yPzZs908q9n9UDh9guh3w98X629fuYtq72EGvJz9eYE86w9bbYzioqKlOXVl9fZ1M//sAeveuWovfxmp+dFsQ+//jDsu9j9559bNdDjrX2kEho6z3H2FobbpH6eZ09/XN75+VnU9dPEAEEEGh9Aa6AQNsJBIlnDupvXSqUuOis/jvZzEF7B/9WSgrqioqKfO3t5hSpcC4/Xgr7Ulj7jUjyKriWpKD2gCSvgiIpiEsK+v5DCp/tSWEdxbyOF6lwTDzeEu2KljgJ50AAAQQQQAABBBBAAIFOIMASEUAAAQQQQAABBBBAAAEEEEAg+wKsEAEEEEAAAQQQQAABBBBAAAEEsi/AChFAAAEEOozA0pIN6VK4ucTjUmEjSrSgaNNL1JfC+ZLyG1qk4rYfk1YkWVo8HqusrMzPWTjqYKsZuoelvY7Ypa9tsmb3tCFiCCCAAAIIdEiBbfc+2IatvFri3v3f6IlvvGy/P+tEu+78M+y///6bTXzthfw8T0rz8hP/sdvGXWC/OvUoe+q+8eYJYvITYo3hq65hm+y4VyxSaI6/+lK77Ptfz5eX//ugeVKNwoywVTNvjv3jT5fn50XH+L1Nfu+tcNIyflZ26WoDh44omhVPxPK33/0iSMgy8fUXbeH8eVa/ZIm980rHSnyxx2HH2+rrbRx8XypaaK7j7+mnH75rN1z0I/vdmSfYw+NvKnpPJ7zwpP39yl/aJd87LEhCU7dkce6o5J9Ra6xtOx14ZNFAq7+PRVdrn52W/Hxtt+8htv7WO+e+n6Ynnpk+9VMbf/Wv7DenHWP33HRV0fvov6ce+/VpR9sdV11insAlTcwTCe199Hds0PBRacNtEtt8131t99xntnuv3onr+efv1f89bNM+m5wYI4AAAggggECWBFYa2MVOHdPfco+mEsua1X9nmzFwr9x3gorg+52koB1/ppXWjj/nShuXwmdqaWMek8LrWO4lhXOlsPbxXDj4I6moDjq5H/69Uyo875PCebmh4I+PB41W/FHRiufm1AgggAACrSjAqRFAAAEEEEAAAQQQQAABBBBAIPsCrBABBBBAAAEEEEAAAQQQQAABBLIvwAoRQAABBBBAAAEEEEAAgXICUvEmE58nhTHfcCKFbSms4+NSGJMKtaT8pptorqRgA45UGPMNMV6kcMzbaUUqHq8ZNdZqhu1paa8jdu5jm67VPW2IGAKdQoBFIoBAtgTW2GBT69K1W2JRH739ut1w0Zk29eMPEmOlAU9Ec9cfL7P//uvvtmTxotJhq+rew1Zbd8NEfEUHPCnH/115cT4RywuP3RckZLnmvFPtwhPH2t03X21vPPvfFX2bjb7+6rn3csNtd7WKLl0Sx3hCn7dffMqu+sn37O2XG06o4+/n//3hInvsH7elvp+eZOWr2+6yQpOWJBbYDgPN/XwNHTnattnrEOtW1T2xKv/ePPndN+2GX/7Inn3o34nx0oDPuenXP7UpH71fOhT0h6482jzRTdBp4x+b7LCn7Xn4t6x3df/UK3/41qv26D9uTR0jiAACCCCAQFYERg7qaqd44pmK5Ipm9t/ZZg5KJp6Rwudeac+3opik4BlZ1I/XUvHxUtiXwmOksG9mJoVtSd4NnsUFjdwPqeGYf2/JTSs6xvtepPBYb7dWSSFtrUtxXgQQQAABBBBAAAEEEEAAAQQ6tAA3jwACCCCAAAIIIIAAAggggAAC2RdghQgggAACCCCAAAIIIIAAAgggkH0BVohAhxeQws0mviFFknkdX5QUjkcxKexLCjavSGHt41LYjm+oibclld14E58XtWtGjrGaYXtZ2uvwnUhAk+ZCDAEEEECgYwkMGj7K+g8enrjpRbUL7eUn/mOehCQx2EDgkTtvso8nvp06Y/iqa1hVj56pYysi6IlB7rjqUnvx8ftTL+9r/++/brNJ77yROt4egxtus7P16TcwcWv+/Wriay/aLZf9rEnv6X23XmNvPvdE4vuZX6DfoKG2/pY7eJOSIrA8n6+t9zrIBgxL/l76ZTyJzN9/f1GjkkL5fC/+Gb7npj+Y35P346WiotLW2WxbW3mt9eLhVm9vvuu+tt9xJ1vfAYNSr+X3+tg//tqkz2vqibIVZDUIIIAAAhkTGDmoi50yptoqU7KkzOy/i80cuGfRs6+KioomPddKmy8pOGfamMekcNyppbAthXU0Ho15XVr8e6dUeL4nqXRKm/VTWNvs2lwIAQQQQAABBBBYDgEORQABBBBAAAEEEEAAAQQQQACB7AuwQgQQQAABBBBAAAEEEEAAAQQQyL4AK0QAAQQQQAABBBBojIBvRInPk8KNKB6XwrZUqCUFG2OkQu3HS4W+JA8l5kkKYr5BxoukJm3UqRl5kC0YtqelvTwBzWZrVaUNEUMAAQQQyLRAdhZXPWiIda3qlljQwvlzberHHybiywp4wpYJLzxpSxYvSkztXd3fvrLxlon4igjUL1lirz75sE146ekVcflWueag4aNs9fU3MVVUJM4/e8bn9vCdNzcrkcfzD99j82bPSpyza7cqW3XtDRJxAmbL8/ny93HNDTfPfV+tTFAumDfHPMHT1I8/SIwtK+Cf9cf+cat5YqnSuf0GDrHNdt67NNxq/Z0OOsr2//op5n8npF1k4YK59tDtN2bq9zNtncQQQAABBDq3gCeeOXVMP6uQEhCeeGbWoD1z3wcqgmdakhJtf8bV1CIpOF90nBT2peLaci+pOCaF/dJnd5Jysy04r+VeUvnEM35sbkqb/alosytxoWwLsDoEEEAAAQQQQAABBBBAAAEEEMi+ACtEAAEEEEAAAQQQQAABBBBAAIHsC7BCBBBAAAEEEEAAAQQQQAABBBBolwJSuDElfnNSGPONKFJho0p8jo958ZgUzleulhRscpHkQ0E72kgT1ZLycUnBph0fkwpt76eVhSPH2IKh6QloDtupr22+VnfjhQACCCCAQJYEunSrsl59+jZrSVMmvW818+cHSS6mT/3UJr/7hr30+IP26J232Edvv9Gsc7b0QbNnTrNXnnykpU+7Qs+31kZbWPXAIYl7WFpfbxNeeMomvvZCYqwxAU9a8snEt1KnDhoxyqp69Ewd68zB5fl8fXXrnazYT1fMAAAQAElEQVT/4GEJPv8O/M5Lz9rLT/wnMdbYwBN3326fvP92YroqKmzUmuu2yXu55xHfst0PO9669+qduA8PeOKZe266xp5+4C7vUhBAAIFiAXoIZERg1OAuduqY/sFzqtIlRYlnpPA5lqTgGZYU1mnPrRqKSeFxUni+aK4UxuN9SeYvScG9SfJuvu3fR6QwFgzEfkRjXntYSs6TkjGf21qlorVOzHkRQAABBBBAAAEEEECgdQU4OwIIIIAAAggggAACCCCAAAIIZF+AFSKAAAIIIIAAAggggAACCCCAQPYFWCECCCCAAAJNEYg2pETHSOEmFI9LYTs+5htipDAuKdj84uNS2JbC2mNepLDvx3mprKwMNux4W1K+7f1llYWjxtiCYXtZ2uvQnfrY5l8hAU2aDTEEEEAAgY4p0KNnb1t3i+2bdfNvPv8/u+Cb+9tPjtzNLjnpULvirBPtr+N+bo/edYvNnv65tYfXjKmf2qR32kcinJbyGL3OV61bVfL7yLw5s+3NZ59Yrsu8/+YrVluzwGrmzzVPLvT6M4/Zw3fcZPffeu1ynTerBy/P52uNDTa1Ll27JWgWLphnb734v0S8qYH3X3/J6pYsThw2YMhwW3fzbRPxlgzsdeSJtuOBR1jXblWpp/XEMw/c9icSz6TqEEQAAQQQyIrAykO62ikHeeKZ5Ipm9N/FZg3aMxiQCs+0JBU9w4o/32roeZYUHicVzlU6XwrHJJm/JAXP26Sw9vlSmCRakk/JjwedL39I4RzvSuE8b3vx53xet3WpaOsLcj0EEEAgowIsCwEEEEAAAQQQQAABBBBAAAEEsi/AChFAAAEEEEAAAQQQQAABBBBAIPsCrBABBBBAAAEEEEAAAQQQaNcCUrgZJb4JRSrEpLAthXV8MdExUjgmKb/5RVIwVVKwOUdS0ZhUiEcbdqQw5ptqypWFIw+yBcP2trTXoTv2sS3WTm74TptLDIEWFuB0CCCAQLMFPn7vLVswf17ieFVU2Fe32sn2Oea7ibGOHlhaX29TJ3/Q0ZeRuP+hI0cnYh6YMeUTm/DS095sdvHEQT89eg8779i97bdnHGs3XnqO3XfrNfba048FSWmafeIMHrg8n69Ra6xjA4aNTFWZMfUze+nxB1PHmhKcnPudr0n5ne/WvaetNPorTTlVk+Z64pkdDjgsNbGOn2jBvDl2z03X2BN33+5dCgIIIIAAApkUCBPP9Ms9o0oub0b/XW32l4ln/LmUpPwzLe9/WcrG4uPelmRpz7yk5DMySeYvSbl7C0u878/gJHmoqEhhTEpPPOPH+QFSOM/bbVlIPtOW2lwLAQQQQAABBBBAAAEEEECgBQU4FQIIIIAAAggggAACCCCAAAIIZF+AFSKAAAIIIIAAAggggAACCCCAQPYFWCECCDRHQCrehCKFfd+kIhU2sPi5JaVuhCkdk+ShoPimm3iJNt94TFKwcSdqS4W+x0rLwpEH2oLh+1ja62s79LEtvkICmjQbYggggAAC7VOgtmaBTflwovm/uaV32KVrN9vxwCPtB+Nutl0OPsaqBw4pndIh+0uWLLZZ0z7vkPde7qbX3HBz69W3OjHs7+tnk99PxAm0nsDyfL4GjRhpPXv1Tr25KZMmpsabGnzz+f/ZvFkzE4f59+Nhq6yWiLdEYKs9DrJt9j6obOKZOTOm2T//NM6efuCulrhcG56DSyGAAAIIINB4gVWGdLFTDuqXesCMAbvZrIG7B2P+HEpS/lmV95tSJAXPzfwYqdD2flqRZP6SFBwnhbXPlcJncpJ8SlCkQtu/a0rhHB+UCmNpfY+1ZSH5TFtqcy0EEEAAAQSyLMDaEEAAAQQQQAABBBBAAAEEEEAg+wKsEAEEEEAAAQQQQAABBBBAAAEEsi/AChFAAAEEEEAAAQQ6jIBvWInfrBRuWPG4FLalQi0p2BQTjUsKDpcUxKWwDoKxH9HmmdLaN9x6zIukBjf5LFzpAKspl4Bmxz62xdo9jBcCCCCAQBsKcKnlEnjrxf/ZwgXzUs8hyYaMXNX2OvJEO+uq/7MfXnGrjT3xB7b6Bpumzu8IwcWLam3G5592hFtt9D327TfQunVPfv+oq1tic6Z/0ejzMHH5BZbn8zVkxCrWtaoqcRN1njDpi6mJeHMD82bPSD20b79BqfHlCQ4dOdq22edg696zT+ppZn4xxW7/w8X24uP3p44TRAABBBBAIAsCqw7taicf1D91KTMH7G6zB+4ePMuKP5OSwudaHvMiqcFnVWlzpOJjpLAvhee2L19S2JeK6+iZm0+TwrGoHdU+J2p7HZUoHvVXRE3ymRWh3gbX5BIIIIAAAggggAACCCCAAAIIIJB9AVaIAAIIIIAAAggggAACCCCAAALZF2CFCCCAAAIIIIAAAggggAACCCCQfYHmrlBS4lApjPmGFUnmdekkqRCXwvmSgk07Ulj7MZKCTTpSofaEM1Jx3zfrxOPeTys1Kx1g84ftbWmvr+3Q27YkAU0aDTEEEEAAgXYo8NLjD9q7rzyX+u9s/Hb938fBI1a2rfY4yL593uX28xvvtRN//jvb6aCjrHrgkPjUdt1esqjW5s+d067vsak3N2j4SOvStWvisLrFi23m558l4gRaT2B5Pl99Bgyyyi7J93FJ7n2c9tnHLXbTM76YknquHr172+h1Nkwda25wpzFH2tCVVkk93BPP3HnNr23CS0+njhNEAIH2L8AdIoDAsgVWHdbVvndgv9SJMwfubrMG7haM+bMnSUXPrjwWlcrKymAs6pfWUnhsubgUjkvhszJJ5i9JRc/QpLDvz+Ak+ZREica89kEpOU9KxnxuW5aKtrwY10IAAQQQQAABBBBAIMMCLA0BBBBAAAEEEEAAAQQQQAABBLIvwAoRQAABBBBAAAEEEEAAAQQQQCD7AqwQAQQQQACBDicQbVyJblwKN6t4XArb8TFJwSYZj0nJthTGpOLaN+NIsvjmHSnsS2pwQ48f66V25IG2YPi+lvY6ZIfettU63dOGiCGAAAIIINDuBB78259tykcTl5mAJrpxSdajVx9bff1NbJ9jvmtnXfV/9sMrbrV9j/2eDR05OprWLmv/TlG/ZEm7vLfm3lTXqu5mSm6vXbSwxubMmm682k5geT5fVd17pN5oVY+edtipP7FL73iiRcoWu+6Xeh1JVtGli7XUa+W11rPV1tvYVJH8bM6e/rmReKalpDkPAggggEB7FRg9tKt974B+qbc3Y8DuNmtAw4lnJJk/f2pqkcJnYH6cP/eSwvNIYVyS+UtS8ExNKq79+4wkn5IfDzpf/pCSiaC/HGr0f09E81uzTn4Dac2rcW4EEECgzQS4EAIIIIAAAggggAACCCCAAAIIZF+AFSKAAAIIIIAAAggggAACCCCAQPYFWCECCCCAAAIIIIAAAggggMCyBKRwc4tvdInmSoWYFLalsI7meO3HSAo2xnhfCtuSgs06ksxfUlj7JhxJ+bGo7xtzvO1FCse9XVok2cKV9i+bgObg7fvYVuuSgMY63YsFI4AAAh1PYOrHH9itl/3c3n/zlWZtGPV/OwePWNl2PPAIO+OyG+z7426yncccbZ40o71pLKyZbx+89Up7u63lup/uvXoHCfVKT7J0ab3V19eXhum3osDyfL569aluxTtb9qmrevSyfgMGL3tiI2est8X2Vt1/UGJ23ZLF9sJj99uEl55OjBFAAAEEEECgYwmUv9vRw7raSQemJ56ZOXBPmz2w4cQz/gzKv2N73VCRFDzX8jlp86VwXFLwvEyS+UtSvi8V2kuXLg3iPietSOmJZ/w4ny/Jq3ZRSD7TLt4GbgIBBBBAAAEEEEAAAQQQyIAAS0AAAQQQQAABBBBAAAEEEEAAgewLsEIEEEAAAQQQQAABBBBAAAEEEMi+ACtEAIEOKyAVb1aRwr5vZpEKG118gZKCjTFSGJfCfumYVIj7phxJwQYdScGGbUlB38eiEm3cieoo7nUU8wQ0NSP2t7TXwdv1sa3XIQFNmg0xBBBAAIH2JeAJaK4592S775ZrbO7MGc1KQuMrqqiotKEjR9veR3/HfnTl34IkNB6nIIBA5xIYtfraVtGlS2LRMz7/zJ5/+J5EfLkDnAABBBBAAIF2IrDa8G520gHpiWdmDNjDZg3YJbjTioqK4HlWvK6srEw8m/Lx0hKfJ4XPu6RC7fMlBeeSwrh9+fIxL1IYl8I6eub25bTg3qK211L43C1qex0VSVGz3dQV7eZOuBEEEEAAAQQQaFEBToYAAggggAACCCCAAAIIIIAAAtkXYIUIIIAAAggggAACCCCAAAIIIJB9AVaIAAIIIIAAAggggEBTBHzTS3y+FG5k8bgUtqVkHY1LxWN+LknB5hlJwQYcy72iDTe+cUcKxz3mRVIwTwprj6WVmhH72oIyCWjGbt/Htlm3h/FCAAEEOosA6+zYAo/cebNdcMIBNv7qX9lHE163xbW1zV5Q7+r+tueR37Ljf3ypVfXo2ezzcCACCHQsAf997ztwcOKm/Xv6h2+9ZtM+m5wYI4AAAggggEAWBFYf0dW+u3916lKm99/DZg/cNRiLP1uSlH/2JIXt+HhaWyp+fhV/phW1/TgpPJ8Uzpdk0UtS/hmZ/xstKRoK4t6RwphUPvGMH+tz21sh+UzbvCNcBQEEEEAAAQQQQAABBBBAAAEEsi/AChFAAAEEEEAAAQQQQAABBBBAIPsCrBABBBBAAAEEEEAAAQQQQAABBLIv0KFXKIUbXOKLkMKYb2yRChtffI4UjklhXFLRZhkp7Evy6ebnKN2IE23Q8drHvEgKNgF5u1yRZAtH7Gvzh+9naa8x2/UmAU0aDDEEEEAAgXYr8Mx//mlXnvMdO/+b+9ud1/7G3n3lOauZPzf497MpN11RUWlrbbylfe2ks5tyGHMRQKADC4xcYx3rnpJwasniRfbFp5M68Mq4dQTatQA3hwACK1hg9eFd7Tv79Uu9ixkD97Q5gwqJZ6Tw2ZSk/DOnysrKfFsqxCsqKvLxqC2F41JYe1yS+TkkBfMl5Z+LWe4lhX2puPbnY5JyM8I/UqEdjXnto1JhzPtepGTM4yu6VKzoG+D6CCCAAAIIIIAAAgi0jgBnRQABBBBAAAEEEEAAAQQQQACB7AuwQgQQQAABBBBAAAEEEEAAAQQQyL4AK0QAAQQQQACB5ghEG1yiY6VwU4vHpbBdOiYtOwGNpGATTrRBJ6p9o46fT1KwWcf7Utj2OWnF53i8dqX9bMGI/S3tFSSgWa9H2hAxBBBAAAEE2q1Abc0Ce+r+O+2688+w847d235/1rftyXvvsM8+fM8W19Y26r4rKipt3c23td0PO75R8zv+pLZdQX19fWpSIKnCKirYdtu270bLX23qxx/YmQdv1+rlp0fvYS88dl+LLKDfgMFW1aNX4lx1ixfb7BmfJ+IEEEAAAQQQ6OgCa4zoat/Zv1zimb1s9oBdgiX6dzOp8DzK+2mlyawyeAAAEABJREFUMpaIpnRcUvAdL4pLMn/5MZKCMalQW+4lyaRkKX22Jik3u/BHCp+veUQqHvNjPd5eC9+C2+s7w30hkDUB1oMAAggggAACCCCAAAIIIIAAAtkXYIUIIIAAAggggAACCCCAAAIIIJB9AVaIAAIIIIAAAggggAACCCDQIQSkcHNLfFOLpGDTjMckFa1DCvtSuEFGUjDXJ0lhW1J+M47lXpJyPy0fK92w4/1oU8+y6oUj9rUFIw4Izlf6Y8y2vW2b9bqXhum3pgDnRgABBBBoUYHJ771ld/3xMrvs+8fZOUfuan8d93N787knrGb+3NQEKNHFu3TtZutuvp1V9egZhahLBPr0H2gVlZUl0WV358+aYfV1SxITu3XvYX37DUzECZiNWmMd69qtfSUFnPHFlNS3pkfP3rb6BpumjnW04KLaGpszc0ZHu23uFwEEEECgowisoPtcY6VuduJ+/VKvPn3gXjZ7wM7Bcyl/niQp3476XjenSLLoOH9uJYV9Kazty5cUXlMqrkufqUn68oiwkpLP1XzEj/NaKp7vsfZUSD7Tnt4N7gUBBBBAAAEEEEAAAQQQaEEBToUAAggggAACCCCAAAIIIIAAAtkXYIUIIIAAAggggAACCCCAAAIIIJB9AVaIAAIILI+AlL6pxTe9SMVjUtiXkhtlJAWbcyQFG37sy5dv2JGUH/ONOx7zIoVxbzemLByxjy1Y6UBLe43Zto9tu1772uycdp/EEEAAAQQQaIzAS48/aDdcfJadd+zedveNV9qMz9MTaPi5Bg5dyTbYakdvUlIEqrr3CL6HpAw1GJo7e6bV1dUl5lRUVpontEkMELBuPXpaly5NT/TTmnQL589LfR+7VfWwvv0HtOalW+XcnBQBBBBAAIHOILCmJ57Ztzp1qTMG7m1zBuwcjEnhMyhJwfe96NlS/NlTFCtXS+E5fFwqPo8U9qVwjj8rs9zL53qRwrgU1j4uKTcj/CMV2h6Rwudp3i4tUvHc0vH20if5THt5J7gPBBBAAIGsC7A+BBBAAAEEEEAAAQQQQAABBBDIvgArRAABBBBAAAEEEEAAAQQQQACB7AuwQgQQQAABBBBAAAEEOqSAb5CJblwKN7x4TArbUrKOxqVwzI+XwrZvwvEiKZ+MJup7HRVJwQYhKayjeLl64fC9bcGI9AQ0B23b27ZbnwQ0xgsBBNpCgGsg0GYCj//zNvvzhT+0zz6cmHrNrt262aDho1LHCJr16N0n912j6QlRZn0xxRYtrEkQdunS1foNGpKINyfwvQuvtgv/+pCdd8Pd9v8uu9G+cfalNuZb/89WW2/j5pxuhR/Tq09f69KtaoXfR/wGZnz+mdUtWRwPBe2uVVU2ZMQqQZsfCCCAAAIIINB+BNZcqat9u0zimZmD97XZA3YKblYKnzdJyn3Xq1juIhWfRwr7UqGWCte03Esq9KNnZLlw8EdSovY5HpTCMW9HMW93hNJJk890hLeGe0QAAQQQQAABBBBAAAEEEEAAgeUT4GgEEEAAAQQQQAABBBBAAAEEEMi+ACtEAAEEEEAAAQQQQAABBBBAAIHsC7DClhCQChtf/HySgqQxvglGknntcS+SvCoal8KYD0gKxqSw9pgnk5EUbAaSknVlZWUw5vOWVRaO2NvmjzjA0l4HbtPbttuABDRpNsQQQAABBFpfoKpHT9tgqx1tryNPtGPPvDBIKPLzG++182+8z7bZ++Bm38DUjz+wZ/7zT1tUuzBxjsouXa13vwGJeFYCy5vopd+goaaKiiZzTHzjJVswb07iOD/X0FGjE/GmBkatsY71GTDIunarsl59qm3YyqvZOpttY1vsfqCtu9m2TT1di8zv3qOXjV5nw2afa8CQEcF6mn2CVjjwi08nWe2C+Ykz++/N8FXXSMTbc+CFx+6znx69h5158HZF5RffGmMTX3uhPd8694ZACwpwKgQQyLLAWiO72rf37Ze6xBmD9rFZ/XYIxqLnRpIa/SwpOiaqpfCZlfel8DxSspZk/pKUv5blXpLyz778mZmkXDT8IxXa0VhUS4Uxny0V9z3WnktFe7457g0BBBBAAAEEEEAgQwIsBQEEEEAAAQQQQAABBBBAAAEEsi/AChFAAAEEEEAAAQQQQAABBBBAIPsCrBABBBBAAAEEOqyAb4RJu3mPS8WbYaSwL4WJaSQFm278eClsS2EdbeSRivvxhDOSgk08Ulj7MQ2VRSvta/NHHGhprwO37m3bk4AmjYYYAggggEArC4xYdU074PjTbJeDj7H1t9wxSCjSo1cf86Q0Q1ZaebmuPvXjD23h/LnLdY4WPbiFT7ZwXjJBiF+iQhVeNau4+4BhKzXr2NqaBTbt08mpxw4eMcpW32DT1LHGBkeusY716ludmL5k8SLzZEOJgRYMLJw/z+rq6hJnlGQVXbpYc1+DR6xsXbp2a+7hrXLcu688Z3NmTk89tyefWXmt9VLHmhr87i+utF/+7ZEg0dSZv/+rfffCP9hhp/7Ett//8OD3v6nnYz4CCCCAAAKdTeAro7rZt/ZJTzwzfdA+Nrv/jgGJPyuSZF6nlfizprRxj0mF46VC24+Vwr4UPsOSimvLvaRCrPSZmaTcjMIfKXxuVogUWn5sodcxWs3/Zt4x1sddIoBAGQHCCCCAAAIIIIAAAggggAACCCCQfQFWiAACCCCAAAIIIIAAAggggAAC2RdghQgggAACCCCAAAIIIIAAAgg0VkAKN8jEN79ICpLKeExS0amksC+FG2kkBXOjSVLYlxSEJAXjkoJNQlKyjm/08Q1BXjzmdbxIskUr7WPzVzrI0l4HbN3bdtigZ9pQJmMsCgEEEECgfQh88NYrNuuLzxM3o4oKW2n0VxLxtgrULqyx+vr6trpcs66zeNHC1OP6Dhzc7OQdm+y4l/UfPCz1vI0JTnrnDfNkMKVze/ftb2ttuHlpuEn90Wt/1bpVdU8cM3/ObJvy0fuJuAda6n1cXJuzXpr8PFT17G0DhjTPa9DwUbbqOhsE3/X8XttT+ejt12xpyue/OvfZ2mSHPZb7Vrfea6yNGL2WdenS1br36m1u4e/vprnP31e32sk8kdFyX4QTIIAAAggg8KVAFitPPHPC3tWpS5s+aF+b03/H4DuGPxeSlHimJIUxf34khW2fGxWPR+14LYVzpWQtKbim5V5Ssi0VnoXlpgR/JAV19EMqzJEKY/6MzedIhZj3O0Kp6Ag3yT0igAACCCCAAAIIIIAAAhkQYAkIIIAAAggggAACCCCAAAIIIJB9AVaIAAIIIIAAAggggAACCCCAAALZF2CFCCCAQIcXkNI3v/jmGKl4TAr7UvqGGknBZh3f3OMwUtiXVLRZyMe9SLLSTUGSgrk+Hi+SrHb4XjZ/RHoCmv237kUCGuOFAAIIINDWAp9/8pH5v5ml1x0yahXbeIfdS8ON7vftP8C6piQrqVuy2ObNmtHgeebOnG71dXUNzlnRg/Pnzk69hT79Bti6m2+bOras4AZb7mBV3Xssa1rZ8fdef9HmpthWdOliG2y5kw0dObrssQ0NrL7BprbaehsG35FK50356D2b/N5bpeGg31Lv49zZM60u5fPQrVuVjVpjneBaTf2x6Y572oAhw5t6WJvMn/DCUzZvTvLzVVFRaettsb2tvfFWzb0Pq+rR0zbefndL+5zVL1li77/1crPPzYEIIIAAAgh0BoG1R3WzsolnBu5rc/rvEDBI4fOkioqK/DOiysrK4BmS1x6XlB/zflQs95LC4yUFc6Sw9jl+vBT2pcI8y72ksJ9rBt/dpLDv3/cleTgoUqHtASl8Tubt0iIVzy0db8/9ivZ8c9wbAggggAACrSfAmRFAAAEEEEAAAQQQQAABBBBAIPsCrBABBBBAAAEEEEAAAQQQQAABBLIvwAoRQAABBBBAAAEEEECguQK+kSY6VlKwycZjkqJwUEthXwo31kgK5gaDuR+Scj8tv7lHUjAuKYj5Rh9p2W2fFxXfGBS1a0fsZQtGjrW0V5CA5qs90oaIIYBApgRYDALtR+C915+3hQvmJW6oR68+tvWeY82TVSQGGxFYb/PtrXvP3omZtQtr7NMP303EGxPo0q3KevXp25iprT5n+pRPrG7J4sR1fM2+9sTAMgJ7HXmirbrOV5cxq+HhSe+8Ye+/8ZItra9PTBw4bITtfMgxiXhjAlvvcaD16T8oMdXfy7dffjYRX1agqe/jF59OstoF8xOnVUWFrbH+Zk1OquPJWzbbZR+r7NI1cc72EJjw0tM2+b03zb/Hlt5P9cAhtsshX2/ymqPz7Dz2GBu1xtpRt6iePXOavfHsf4tidBBAAAEEEECgILDOylX2zb2rC4FYa/qg/WzOgB2C50f+/EcqPEuSlH+eVFlZmW/7vNK+x6ISjUmF46XwvD5HCtuSzF8e8+JtScG9eNu/U0jyZlCkQtsDUvrzMT/OxztyqWgXN89NIIAAAggggAACCCCAAAIIIIBA9gVYIQIIIIAAAggggAACCCCAAAIIZF+AFSKAAAIIIIAAAggggAACCCCAQPYFWGFmBKTizTO+MKmwgcb7UZHCuVI47nEpjEVtSfmNOlLYlhRsEpLCvm/q8SKF8WhjkMfiRZLFx2qH72nzVxpjaa/9t+ptO25IApo0G2IIIIAAAi0v8NLjD9qUSe+nnnjltda1MSeckTrWUHC7fQ+xtTbaPP/vaHzu1Mkf2KtPPhIPNbrdpWs36109wNrDyxPoePKV0nuRZOtuvp15MpnSsXL9vY78tm27z8Hm6ys3p7Hx5x+9z+bOmp6Y7olaNtxmVzvslHMSYw0F9jnmu8F6JCWmffbhe/biY/cl4ssK+Dqb8j6++8pzNmdmck1+nYHDV7IDjj+10UmS1ttiezvwm2eYJ3Hx49tref7he2z+nFmpt7fKV9a3sd/5QZMT0Ox+6PG27d4HW1rSHU9Y5ImLPIFR6kWbETzkpLPs0jueSC3fPu/yZpyRQxBoAQFOgQACCDRTYJ2Vu9nxe6UnQQwSz/TfPv/dV1LQjj8XqqysDGKSgudKPhbFvB0vHve+VHweqXCsFI5JMn/F50sKruVxL5K8CopUaHtACp+LScXxaMzrjlwqOvLNc+8IIIAAAggggAACzRfgSAQQQAABBBBAAAEEEEAAAQQQyL4AK0QAAQQQQAABBBBAAAEEEEAAgewLsEIEEEAAAQQQQGB5BJYuXZp6uMel4o00UtiXwtoPlMK2pPxGHUk+FPQlBbVv6vEiKb9pSCoe8/F4kQpzLfcKEtCMHJtrJf/st2Vv2/GrJKBJyhBBAAEEEGgNgdeeesQW1S5MnLqiotI22mEPO/Fn42zltdZLjKcFPJHKnkd827r37JMYXryo1ia8+HQQb+jHnFnTbdHCmsSUblXdbYMtd0gkGll3s21t0PBRifmtGXj7pWds5hdTUi/hyVW23/9QO+iEMxL3Gj/gKxttYd/9xZW205ijGpwXPyXE3JMAABAASURBVGZZ7YmvvWDPP3qf1S1ZnJhaWVlpGzfy/fTkLMeceaFtv//hqUlxaubPtece/rfV1ixIXCcKtOT7OPm9N80TpETnjmpJtsZXN7Nv/PjSBj+jvp5Dv/djO/zUn5onrImOb6/16888Zq8++bDV19clblGSjV5nQzvux5fYFrvulxgvDfjajzzjZ7bLwceU/ZxNn/KpPXrnraWH0kcAAQQQQACBnMC6QeKZ6lwr+WfaoP1sTv/tg2dFPurftyoqKvLPiqK2pCAmhbXHpULb+1GRwrgU1h6XwrYUPnuSwtpyL0m5n4U/kvL3Iyk/IBXaHpRk/rzM26WlXLx0XnvvV7T3G+T+EOgkAiwTAQQQQAABBBBAAAEEEEAAAQSyL8AKEUAAAQQQQAABBBBAAAEEEEAg+wKsEAEEEEAAAQQQQAABBBBAAIEOJSAVb6Txm5cUbLrxjTOSPJQvUtiXCrUUtqNJvsnHi6TgPJKCDUMe8yKFcW97kYrHPVau1A7bwxaMPNjSXvtt1dt22rBn2lBLxzgfAggggEAnF3ji7tvtwwmvpm4+raiotNU32NRO/Nnv7MTzf2+7jD0m6NuXL09ssemOe9nhp/3UfnztHbZzbryqR/LfL/93+IO3XrFHxt/05ZHlq4Xz59nixcnkKX7EautvYj/83S127JkXBsWv6QlFVmlkchw/R0sUT7oy4fknU5O8+Pm7dquyrfcaa2dd9X923FkX2/b7HWbutNUeBwVWZ/7+r/aNc34VJBFxYz/Gy5LFi2zSO294s9nFjd9/4+Vlv58//13uvg61oSNHB9fy99KTmfj9fv+yG22DLXe0ysrKYCz+wxOivP704/bcQ3fHw4l2S76Przz5iM2dNT1xDQ9IstXW3Sj4jJ580TW215EnBtbufcA3TjOPnXnFX22zXfYpSr7in8lP3n/HalMSHfl5V3S595ZrbOJrL6a+j35vA4eOsIO/+yM7++rbbeyJP7ANttoxvz5/T7fa/QCL3suNttvNKrt09cMSZeGCufb4v26zqR9/kBgjgAACCCCQOQEW1ESBdVfpZt/YKz3xzIzBB9jcksQzUvEzooqKiuD7lNdNKZKCZ09SWMePlcJrWO4lhW2pUOfCwfcHSd4MilRoe0BSfo5UPBaNe93RC8lnOvo7yP0jgAACCCCAAAIIIIBAMwU4DAEEEEAAAQQQQAABBBBAAAEEsi/AChFAAAEEEEAAAQQQQAABBBBAIPsCrBABBBBAoDUFfJOxVLypRgr7Urjxxq8vhTHf3CMpn3QmGpPCmI83p1RWVgabiPzY2uF72PwyCWj23bKX7UwCGmenIIAAAgi0ssC/rr/Cpnz0ftmrdK2qstXX28j2OupEO/Fn4+zSO54IyjnXjrfDTv2JbbLDntZv4NDg38y0k/i5/RppY6Wxye+9ZXNnTCsNB31J1nfAYFt/yx2D4tf0exs0fGQw3pY/Hv3HrTb5vQllLynJevWptnU33872/8YpgZMnCXGrQcNH5b4LVBYd60ldXv3fQzZl8vIlAfHEOP+8/nf2cc7Rv/sUXeTLjputvv4mufs61b4/7qb8e3nISWcF99u9V+8vZxZXfr73XnvB/vnnccUDKb2WfB8n5q75Ss6mfsmSlCuFIV/TymutZ7scfExg7Z/L7fb7mnnMx8JZhZ/+mXzmwX+aLV1aCLZpq+GLRe9jucRQfrQk6z94mHlSo2N+eKFdcPMDwXvp7+nY75zZ4Hvpxy9eVGv/u2e8Pf3AXd6lIIAAAggggEBMYL1Vq+wbe6Ynnpk++ACb3W/b4LuvpNz3ugrzl6Sg7c97/NmPF6k45mPlipR83iSFx0vhmCTzV3QOSfn78LgXSV4FRSq0PSAVnn95P8slfFeyvELWhgACCCDQMQS4SwQQQAABBBBAAAEEEEAAAQQQyL4AK0QAAQQQQAABBBBAAAEEEEAAgewLsEIEEEAAAQQQQAABBBDo0AK+QTpagKRgM47HJEXhoJbCvhTWHpSSbUnBOaRCHd/sk9aOYuVqSVY7bHdbMOprftlE2ccT0GzUMxEngAACLSjAqRBAwKZ+/IHde/NVNvOLKS2u8fnHH9o/rr88uEZjT/7ea89b3ZLFjZpe2aWr9RkwqFFzW3KSJwd5+Pa/2LRPP17u03rimXdeesbu/ONly30uP4G/n3///UX2/puvmH/38djyFr/H15953G761U/M126NeLXk+/jA3663d1551vw+GnHpBqf4e+af98W1Cxuct6IH/X289bKf29svP9Mi646vx9/DR++8xe7/63XxMG0EEEAAAQQQyAl44pnj9uibayX/TBt0gM2JJZ6RwmdEac99JOWT0aSNx2NS8XmkwrFSOCbJ/OXHSWFbUvCsyuNeJHkVFKnQ9oAUJp6RVHRMS31f9Gu0p5KafKY93SD3ggACCCCAAAIIIIAAAggggAACrSPAWRFAAAEEEEAAAQQQQAABBBBAIPsCrBABBBBAAAEEEEAAAQQQQAABBLIvwAoRaEkBSYnTSYWNNvFBKZwrhbWPScVtKdmXFGwkkhRs3PENQF6kMO7t0iIVxqSwvXDorrZg1CGW9tpni162y0Y90oaIIYAAAggg0GICE1562m757Xk2+d03WiRhSV1dnfk5rzv//9n7b7zUpPt89B+35o55udH3MWDwsCadv6Um+/puu+KC5TJbsniRPf/wPXbLZT9rdFKXxty/Jy654aIz7cl7xy/3eRfOn2f/u+cOu+lX5zTpXC35PnqyFDdyKzdrjEHpHN9Y7Z9vf8/8vSsdb4/92dM/t+t/8YPA39+H5b1HN/DPxs2//ok9+Pfrl/d0HI/AcglwMAIIINAeBdYfXWVlE88MPsDm9t82eP7j9y4VngVVVlYGz4e89iIp6MefCUnJmI9LhfNEfa+9SOGYJPOXx7yWFNyHJO8GRUpv+6CU/jwsGvM6a6UiawtiPQgggAACCCCAQAcV4LYRQAABBBBAAAEEEEAAAQQQQCD7AqwQAQQQQAABBBBAAAEEEEAAAQSyL8AKEUAAAQQQQACBzAr4xlupsCnHFyqFfSmsS2O+wUdSsHlIUn6TjxTG4uOlbe9HJb4JydtRfOHQ3Wz+yPQENHtv0dt23ain8UIAAQQQQKAVBPKnnPTOG3bFWSfa3TdeadOnfNLo5C/5E+QadUsWm5/nlt+cGyTN8OQZuXCT/niikb9feZG9/fIz5klslnVw7+oBy5rSauO+Vje775ZrbO7MGY02q6+vs0/ef8f+cvFZdvtVlzQpqUtjF+OO//jTZXbd+WfYhBefssW1tY09NJjnSV78uD/+4vv2rz//Log15YdfvyXfRz+fW7mZ27lhY+7Hv/f5e+Pvkb9X/p415rj2NMf9r/zxd+2lxx+05iShcYOZX0wxN/jNacfkfreebU/L414QQAABBBBoFwIbjO5mX9+9b+q9TBt8oM3tFyaekWT+PEdS8IzIn+tIYVsKnxd5LF4kBcfEY96WiudLCs4phXEprC338vm5KngeFa8bakdj/l3A252pkHymM73brLUJAkxFAAEEEEAAAQQQQAABBBBAAIHsC7BCBBBAAAEEEEAAAQQQQAABBBDIvgArRAABBBBAAAEEEEAAAQQQQACBlhCQwo07vvFGUtEppbAvhbUPSsVtKexLCjb8SAo2BvkmIC9SoS8V2j4WldJNSlG8dthuNn/U1yzttdcWvWyXjUlAk2ZDDAEEEECgZQUe/+dtdsn3DrPfn/Vte/LeO2zye2/Z/Lmzg+Ql/u9n/GqLF9Xa3Fkz7YMJr9pD/3eDXXxS7rizT7TXn3ksPq3JbU9ac/0vfmC3X3mRvfvKc8H144lolixZbD7n1Scftntu+kPi/Pff9kc7+7Cd7cyDtysqnngjMbkFAo/cebNdcMIBdtvvzg/W7vfmNtGp3c2Tv0z/7BN78fH77YZf/sjG/fD4RBKQ2/9wcdH9+v3/9Og97IXH7otO1eTak61cf+EP7dJTjshZXRW8V/6exe/PT+q+/j77+/3w+Jtyn4HDzY/z4328OcUdrl+O9zHtmm+//Gxgd+XZ37GnH7jLpn78QZC8x42j+f758DW+88qzdtd1v82t/XDz9yga99pN3daN48XfAx9vqLT158vvxdf513E/t3OP3cvuuOpSe/O5J2z61E+tdmGNlSbi8fXXzJ9rn3040Z596N92zXmn2kXfOSRh4OdtjeKGcdN4+9qfn94al+ScCCCAQAcU4Jbbk8AGo6vs2N2rU29p2iBPPLNN/hmQFD4Pip7lLKuW1KTEM9H5pPA6koLnTlKhlmTRS0pv+7ikIDmipOD+PdZZSkVnWSjrRAABBBBAAAEEEEAAgXYuwO0hgAACCCCAAAIIIIAAAggggED2BVghAggggAACCCCAAAIIIIAAAghkX4AVIoAAAghkRiC+GTm+KI9Liofym3GkQlwK25KCcSms/UApbEsKNgP5JiEpve1jUSmbgGborjZ/1KGW9tp78162Kwlo0miIIYAAAgi0goAnIbnrj5fZFT/6lv38uH3tnCN3tR8dsn1RcpRzjtjVLvjm/nbVOSeZJ+TwZCMteSsvPHafXXf+GcH1zz50x/y1f3zYznbht8fazb851ya89LS1l9dLjz9oN156TnBvbhMl3XA397vk5MPstnEXrJB79vfm0btuCd4rf8/i9+f36b7+Pvv7fd8t1wTJfVrKtTXeR/98jr/m1+YJhTyJjBv7Orz458PX+Mfz/589df+dQXKaBtfSwQaf+c8/7YaLz7JLTjrUfnrU7nbW1wq/G9H6zzt2b7vs+183TwTz/hsvdbAVcrsIIIAAAgi0ncBXV/PEM31TLzht8EE2t/82wZgUPv+Jnus0tvbnP6VzpeJzSSp6piSF45Z7Scr9LPyRCn0pve2zpTDxjLc7Y6nojItmzQgggAACyxZgBgIIIIAAAggggAACCCCAAAIIZF+AFSKAAAIIIIAAAggggAACCCCAQPYFWCECCCCAAAIIIIAAAggg0FwBKdyM48lmonNIChLJeExSFA5qKexLYe1BKdmWFJxDUrBJSApr31Qkpbd9LCppG5B8rHboLmUT0Oy1eS/bbZOexguBrAqwLgQQQAABBBBAAAEEEEAAAQTaQsATzxyzW3rimelDxtrcflsHz338WY2k/LMfKWx7vKlFCp8lRcdJhXNJ4Zgk85fPkRTcgxTWHvciyaugSIW2B6Qw8Yyk4FiPefFnYF63l9Ka90HymdbU5dwIIIAAAggggAACCCCAAAIINF6AmQgggAACCCCAAAIIIIAAAgggkH0BVogAAggggAACCCCAAAIIIIAAAtkXYIUIZE5AUmJNUmFDTnxQCudKYe1jUtiWFGzekeThfJEUbETyzUGlRSo/VjrX+56AZt7IQy3ttedmvWy3TUlAk2ZDDAEEEEAAAQQQQAABBJoswAEIIIBApxPYcPUqK5d4ZtqQMTanesv8sx9QiwObAAAQAElEQVRJZZ/3+DOcxhRJ+fOVmy+Fcyz38jlS2JfCOhcO/kgKav8hFdpR35PMSMXxaMzrzlBIPtMZ3mXWiAACCCCAAALNEOAQBBBAAAEEEEAAAQQQQAABBBDIvgArRAABBBBAAAEEEEAAAQQQQACB7AuwQgQQQAABBBBAAIGWEvBNOPFzSc1LQFNuI5CkYFOSpGBjkc/zIoVxbzemLBq2i80bVSYBzaa9bPdNehkvBBBAAIGsCbAeBBBAAAEEEEAAAQQQaE2BjVbvbkfv2jf1EtOGjLW51VsFY1LhuY5UaDfmmU7aHEnB8yIfkwrnk2T+ksLax70fFSmMe19Kb0dj/sxLKszxuMe87kyF5DOd6d3uyGvl3hFAAAEEEEAAAQQQQAABBBBAIPsCrBABBBBAAAEEEEAAAQQQQAABBLIvwAoRQAABBBBAAAEEEEAAAQQQQKDDCkjFm3B8IVJKAprcgBTOlcI6FwoSynjtRVK+L4Vt3yQkKb+hyPtRkdLj0XhpvWjoLjZv1GGW9tpjs562x6YkoEmzIYYAAggggAACCCCAAAIIIIBAowWY2GkENlqjyo7atU/qesPEM1sGY/58RlLqsx0fa0yRwuOlwvOi0uOkcEwKax+33MtrKYzlusEfSUHtP6RCO+p7khmpOB6Ned2ZCslnOtO7zVoRQAABBBBAAAEEEGiCAFMRQAABBBBAAAEEEEAAAQQQQCD7AqwQAQQQQAABBBBAAAEEEEAAAQSyL8AKEUAAAQQQaAuBtI06UrhxRwprvw8pbEsKNiJJhb7lXpKCeLRZyOuoSOXHojnxetHQnW3+yodb2mv3TT0BTc+0IWIIIIAAAggggECHFOCmEUAAAQQQQACB1hDYZM0qO2qXvqmn/mLwWJtbvWWQYNifyUgKnutIysficW+XK1LhGKnQjuZL4bm9L4XjUlhb7iUp99OC69qXLymMeVcqtKO+P8/yNiUUIPlM6MBPBBBAoL0LcH8IIIAAAggggAACCCCAAAIIIJB9AVaIAAIIIIAAAggggAACCCCAAALZF2CFCCCAAAIIIIAAAggggEAmBOKbcyQFG3s8JqlofVLYl8LaB6XithT2JQXnkcI62kyUVldWVgZzfayhUjtkJ5s3qlwCml6252YkoPH3hNLiApwQAQQQQAABBBBAAAEEEEAAgQ4vsMka3e2IndMTz3w+eIzN6xcmnpEUJJ3xZzRSoe19L/4cx+tllWieFJ5DStaWe0nhsyNJuZ4F15YUPCsKArkfknI/wz9Soe0RSRY9x5IKYx7z8SaUTE0l+Uym3k4WgwACCCCAAAIIIIAAAggg0HICnAkBBBBAAAEEEEAAAQQQQAABBLIvwAoRQAABBBBAAAEEEEAAAQQQQCD7AqwQAQRaQ0AqbMyJzi8VNu5EsXgtFY6RwrakYGOQpGCqVKijDUmSzDcfScpvJoqPRe1y9aKhO9m8lY+wtNdum3gCml5pQ8QQQAABBBBAAAEEEECgQwlwswgggAACLSmw6Zrd7Yhd+qSe8oshB9u86i3zY1LyeY4/p/HnOV4vq0jKP/ORCm0/Xgr7fg5J+edIksxfHvdaCvulbe/Hi1T++ZVUOEf8mM7SJvlMZ3mnWScCCCCAAAIdXYD7RwABBBBAAAEEEEAAAQQQQACB7AuwQgQQQAABBBBAAAEEEEAAAQQQyL4AK0QAAQQQQAABBBDIlMDSpUuL1iMlN/BICjYG+URJXgVFCtuSgnFJ+bikfMw3EUnKb0KK+r4BKWp73VBZPHQnm182AU1P23MzEtAYLwQQQKAlBTgXAggggAACCCCAAAIIdFiBTdfqbofvnJ54ZtrQQ2xu382D5zT+LMafz0jK9z0mhX0prD1WrkjhnPh5JCUSEVvuJRWeF+W6wbOjeJ3WluThoEjJ51Y+UPp8y2OdsZB8pjO+6/+fvTvxsuOoEnW/vyrNY8mjJI+SjMGMZp6HnmnAA93QTYOZjGWwMfe/fhfb3dz3riWDLUuqd3aE4uRwsjTYGqqyvlyKExE7IvOc+NXCa0WutQPXrIACCiiggAIKKKCAAgoooIAC8xdwhQoooIACCiiggAIKKKCAAgooMH8BV6iAAgoooIACCiiggAIKKKCAAvMX2OYrhC6Bp/1UmE7kgToXap3zobaBkjAEZLi0szFOTOonIuVY9rNuZdxv8XzW+w99Ny5e5wCa73/ZA2jSyaKAAgoooIACCiiggAIKKHAPBPxKBbaJwJee3h8/+95WB8/8NN45+qVy0AxQ3t8Apd/ewWTd3s/A6thW41DnAoODZ3J+FqjfF9euqRhwbTTKb4veBdPvq3IKdPdlf7cWD5/ZrX95162AAgoooIACCihwVwX8MgUUUEABBRRQQAEFFFBAAQUUmL+AK1RAAQUUUEABBRRQQAEFFFBAgfkLuEIFFFBAAQUUuHmBzc3NyUSffAJ0ST1Q20CZD+SU0s4GsExigtoGyjgwSEgClnMzCamVlvR06aHvxrtP/CKmrn/4/KH41694AM2UjTEFFFBAAQV2m4DrVUABBRRQQAEFdqPAl58+EP/5vWOTS//vh/LgmS+W9y5Q38vkexegxLI9Lu19zDgO3f05BrUPDN7ztLFYXNDNARaRKO+G4toFNZZd6Nqtn++psm3ZWsDDZ7a2cUQBBeYr4MoUUEABBRRQQAEFFFBAAQUUUGD+Aq5QAQUUUEABBRRQQAEFFFBAAQXmL+AKFVBAAQUUUEABBRRQQAEFtpFAP4kHKAlAGQMGvxJqH2qdg1DbQLkPyHBpZwMo7Uw6ypLJS0BJbgJWEpNyzlbl/Qe/HRe3OIDm75/NA2iOhNe2EvDHKKCAAgoooIACCiiggAIKKKDAHRb48scPxH987+jkt7z90E/iwrFbO3hmq/cyW8WBwfsdqO+C8gfBahvIoVJgup2DQLT3U9DNy1iOWzoBD5/pLGwpoIACCiiggAIKKKCAAgrcMQEfrIACCiiggAIKKKCAAgoooIAC8xdwhQoooIACCiiggAIKKKCAAgooMH8BV6iAAgpsLQBdAk9/VibzwHAMah9qnfNh2Ibah1r3k5OAkpDUYjDst/hUDcSlPIDm8V/E1PX3zx6MH3zl8NSQMQUUUEABBRRQQAEFdomAy1RAAQUU2E0CX/nEgfiP704fPPPWgz+Ji8e+VA4FBkqd71uAcihwtvsFpuNtDgyfAXV+/6DhNjcWF9T5i2b5buj6LZZ1FiCrZYF68Mwy0GvAcG5vaNc2PXxm1/7pXbgCCiigwK4WcPEKKKCAAgoooIACCiiggAIKKDB/AVeogAIKKKCAAgoooIACCiiggALzF3CFCiiggAIKKKCAAgpsQ4E8bKb9LKAkBmUMaOFSQ+1DrTMIlPnQ1S3eaqAkN0E3J5OSoItnP0smLmXdLy126aFvx7tPvhRT1989e8gDaKZgjCmgwL0R8FsVUEABBRRQQAEFFFBAgTsk8NWPH4iffmf64Jm3H/pp/HXjy+U9TL5bAUobuhpqO8eztPcu2W5lHBv3ob7jyflQ27G4YLUNLEbqP5hu5yjUg2eA8q4pY1nyHVXWllUBD59ZNbnrEb9QAQUUUEABBRRQQAEFFFBAAQXmL+AKFVBAAQUUUEABBRRQQAEFFFBg/gKuUAEFFFBAAQUUUEABBRRQQAEF5i/gCm8sAKxMgi7hZ2VwEYDuHhi2ofah1i0RKess44Slfh8oSVE5b6q8/8C34sLjv4ipKw+g+eFXD08NGVNAAQUUUEABBRRQQAEFFJi5gMtTYDcIfPUTB+Mn350+eOa/H/7PuHjsi+XgFqDU/Xcr+f6llX58qg2U9zNQnwO1Hs+FOi8WF7D4rP9yHlB+Q43EoB2jC7Z+DwWMZtttAh4+0ySsFVBAAQUUUEABBXaTgGtVQAEFFFBAAQUUUEABBRRQQIH5C7hCBRRQQAEFFFBAAQUUUEABBRSYv4ArVEABBRRQQIFtLLC5ubny6zIGXZIPsEwWApbzgRKHrs5BIKuVsX4SElDGM3Yz5YOHvh0Xn/xlee7443ufOxQ//JoH0Ixd7CuggAIKKHCXBfw6BRRQQAEFFFBAgdss8LVnDsRPvnNk8qlvl4NnvlDer0D3ngWG7Zt579LmAOUAmjywBmo7x6A+E2odiwtqGyj3xOICFp/1HwzbMOzn+6c6s/ucinWjtlLAw2dSwaKAAvdYwK9XQAEFFFBAAQUUUEABBRRQQIH5C7hCBRRQQAEFFFBAAQUUUEABBRSYv4ArVEABBRRQQAEFFFBAAQUUUKATgPr/Mt0iQElaymQfoIVLDbUPtc4g1DZQ7gMyvGxnglIWoMT6yUv9ds65Ubn0wDfj4hNbHEDz2UPxw69OJ2OVH7TrPlywAgoooIACCiiggAIKKKCAAgrsZIGvffJA/Pu3j04uoRw8c/TzERHl4BdgUN/oHct4HCjvbaA+J8ehtqHWGcsC3dxYXMDiM8r9ce2CGssudO3Wb++doBtrsZxj2VrAw2e2tnFEAQUUUEABBRRQQAEFFJivgCtTQAEFFFBAAQUUUEABBRRQQIH5C7hCBRRQQAEFFFBAAQUUUEABBRSYv4ArVEABBba5AHSJPv2fOpX0A3Uu1Drnw7ANtQ9dnclJWYDIQ2daO+tbKZce/GZc2OoAms8djB99zQNowksBBRRQQAEFFFDg3gj4rQoooIACCtwmga8/cyD+/VvTB8+89fB/xrvHvlAOe8l3KsBHOngmn9EvQHl2vr+B7tlA5AWU8WznfdD1MwZkVQp07QzA8BDkjLUCw7ktbj0U8PCZoYc9BRRQQAEF7omAX6qAAgoooIACCiiggAIKKKCAAvMXcIUKKKCAAgoooIACCiiggAIKKDB/AVeogAIKKKCAAgoooIAC0wJ52EwbAUoiUcaAFi411D7UOoNAmQ9dvVUcujktSSnrcckkp3Es+5cf+lZceOJX+fiV8t3PHoznvnZ4JW5AAQV2n4ArVkABBRRQQAEFFFBAAQV2osA3Pnkw/u3b0wfPvP3wz+Kvx75QlpXvSIDBwTNQ+zm21XuVcRzqPVDrvDcLdO9vYNiOxQUsPqO8D4rFBSzbi+6g3frtPROQoVIyVhp+3JSAh8+sMhlRQAEFFFBAAQUUUEABBRRQQIH5C7hCBRRQQAEFFFBAAQUUUEABBRSYv4ArVEABBRRQQAEFFFBAAQUUUECB+Qu4wh0iAF3iT/vJQGQSEKyO5RxgmUwEZKgUYBnPAFCSoTJ5qZV+shPU+W0sayD6czKWBYgPHvxGXHxy+gCa73z2UDz3dQ+gCS8FFFBAAQUUUEABBRRQ4O4K+G0KKPARBb7xqYPx428dmXzKWw//LC4efbaMtfcjMHyf0n+PAky+i4EuDrUNtc7nZoHVfvQuqN8LlCjUunQmPmDr90tw/XsnHrerQx4+s6v//C5eAQUUUEABBRTYLgL+DgUUUEABBRRQQAEFFFBAAQUUmL+AK1RAAQUUUEABvarNKQAAEABJREFUBRRQQAEFFFBAgfkLuEIFFFBAAQUUUOD6AnnYTH8GrCYIAYPDZdp8qHFgmeAENRaLC2obujqTmloBlve12Fb1pQe+Ee+e+U1MXd/5zKF4/uvTyVpT840poIACCigwPwFXpIACCiiggAIKKLCTBL6ZB898c/pdxpsP/Sz+euzz5V1MvieB+l4l263kwTNZWn+qBsp7F6h1zoFhG2of6nfEtQtY3gvdGBD9Cyi/s8Vg9b1Sjo3fP2XMcmMBD5+5sZEzFNh9Aq5YAQUUUEABBRRQQAEFFFBAAQXmL+AKFVBAAQUUUEABBRRQQAEFFFBg/gKuUAEFFFBAAQUUUEABBRRQQIFtJgCs/CKYThSCOhdYJhYBg/tbIhNQ5mR/XICSwNTiUPtQ6xYf15ce+Hpc3OIAmm9/5mC8sF0OoAkvBRRQQAEFFFBAAQUUUEABBRSYvcCHXGAePPPidQ+eebY8Od+LwOr7lesdOgMs37lAdy8M2/nsVqDeA8M5sbigxhbN8p4n61aA1iw1TL9PykEYzs2Y5cYCHj5zYyNnKKCAAgoooIACCiiggAJ3XMAvUEABBRRQQAEFFFBAAQUUUECB+Qu4QgUUUEABBRRQQAEFFFBAAQUUmL+AK1RAAQUU+PACm5ubN0wsyqdDTSACynwY1pnMBJTkJyD6SVIw7OfcVoByT79/6f6vxYUnfxNT17fyAJpvHJkaMqaAAgoooIACCigwcwGXp4ACCiigwE4Q+NanD8ZWB8+8ffLn8bfjn1++W8n1AIN3I+2dCtR3L+2dSdbA4J1Lm9vGss6ScaA8F2od1y6oz4WuvjY0qICVfr5HGgTtfGQBD5/5yIQ+QAEFFFBghgIuSQEFFFBAAQUUUEABBRRQQAEF5i/gChVQQAEFFFBAAQUUUEABBRRQYP4CrlABBRRQQAEFFFBAAQW2sUA/SQgoyU4ZAwa/Gmofap2D0LWn+pncBAwSm2DYzzn9kslQ/X5rf/DAdQ6g+fTBeMEDaMJLgXss4NcroIACCiiggAIKKKCAAgqMBK53aO5bD/883j36uXJHe/+xVQ2U9yvj8fF7FKjzoNZtPtQ+1DoWF1CeGdcu6N7zAOUd0bWhQTtjQLT3R0CGSslYafjxoQV2wOEzH3pt3qiAAgoooIACCiiggAIKKKCAAjtGwB+qgAIKKKCAAgoooIACCiiggALzF3CFCiiggAIKKKCAAgoooIACCigwfwFXqMDNC0CXINTugi6BqMX6NTCZdARbxzPZCYh+UhTU+Tl2M+Xyg1+Pi2d+G1PXtz59MF785tGpIWMKKKCAAgoooIACCiigwEwFXJYCCmxngW9/5mC88PUjkz/xrZO/iL8e6w6egdV3JPkOJQtQDom50bsTqPOg1m0+1D7U74jeBTUGlCiw8s6nDPQ+YOv3RkBvps0PI+DhMx9GzXsUUEABBRRQQIG5C7g+BRRQQAEFFFBAAQUUUEABBRSYv4ArVEABBRRQQAEFFFBAAQUUUECB+Qu4QgUUUEABBRRQYAcIbG5uDn4lrCYSASsJSDCM9ROb8oFAVqXkGLCSMAWrsZw7LkBcuv+rcWGLA2i++akD8eI3p5O6wksBBRRQQIE7LeDzFVBAAQUUUEABBRS4JvCdzxyK57c8eOal+OvRz5aZQHnXAqy8L8n3IjAdz7GpAsP5UPvQfU8sLqB8Xywu6MaARaT7B5Tf1yKw+r4ox8bvlTJm+XACHj7z4dy8S4G7KuCXKaCAAgoooIACCiiggAIKKKDA/AVcoQIKKKCAAgoooIACCiiggAIKzF/AFSqggAIKKKCAAgoooIACCiigwKoAsBKE6YSiNhFYJiABLVxqYDCWCVFASWyCYZ1jt1I+uP+rcfHMyzF1ffNTB+PH3zwSU2PGFFBAAQUUUEABBRRQQAEFFFBgXgLbcTXf+eyheO7rhyd/2psnfxHvHvl0GQMG70nau5H19fXJeBufqqG+h8kxGD4X6hgQeQGDdzZAhm9YYOv3RHBzz7jhlzgh1jRQQAEFFFBAAQUUUEABBRRYETCggAIKKKCAAgoooIACCiiggALzF3CFCiiggAIKKKCAAgoooIACCigwfwFXqIACCiiwgwVgNbEIWCYp9ZcGlC5QxmG6bolQmUwFLBOqoLZz/Ebl0v1fiYtnfxdT1zfyAJpvHZkaMqaAAgoooIACCihw5wR8sgIKKKCAArte4LufPRjPfW2Lg2ce/kX87ehnl+9M8t0HUN6LZPvDFqjvX/J+IKbetwCRF7D8fqjtfjzbWaAba/3Nzc1yb/Ytd07Aw2funK1PVkABBRS4bQI+SAEFFFBAAQUUUEABBRRQQAEF5i/gChVQQAEFFFBAAQUUUEABBRRQYP4CrlABBRRQQAEFFFBAAQUUuL5AJhP1Z8DqATQ5DmQ1SDyCLgaUMWA5ryVCtbqfEJWxWymX7vtyXDizxQE0nzwY//ZtD6Ap8H7sUgGXrYACCiiggAIKKKCAAgoocDcF8uCZH31t+l3Emydfir8d+2z5Oe3dBzB58AxMx9t9/Roo714yBtz0wTOxuIDFZ5T7o3dBjbcQTL8XGr8/avOtP5rArR8+89G+z7sVUEABBRRQQAEFFFBAAQUUUGAnCPgbFVBAAQUUUEABBRRQQAEFFFBg/gKuUAEFFFBAAQUUUEABBRRQQAEF5i/gChXYYQIwTDLKnw/TiUY5lgVYJisBGSp9YFmX4OIDaqyfGJXtLMBk4lWOTZUP7v9yvHPm5Zi6vv7Mwfj3bx2dGjKmgAIKKKCAAgoooIACCtx+AZ+ogAK7VuB7nzsUWx088+eHX4q/Hf1Mscl3G9C9F8lDeTPW6mzfbIHuOXlPPgMo71WgjgGRF7B8PwOUOXETF2z9Pgi4iSc45VYFPHzmVsWcr4ACCiiggAIK3AMBv1IBBRRQQAEFFFBAAQUUUEABBeYv4AoVUEABBRRQQAEFFFBAAQUUUGD+Aq5QAQUUUEABBRRQ4OYENjc3BxNhNeEIKMlLg4mLDrD4jDIGLOtYXFD7i2ZJdoLaz0SpLECJZ/tmyuX7vxIXz74SU9fXPnkg/v3bHkAzZWNMAQUUmLuA61NAAQUUUEABBRRQ4G4I/N2zh+KHXz08+VVvnvpVvHesO3hm/J4DKO9AoNbj8a36sPouBeozoI4BkRewfC8DZKgUoMRLZ/EBq/18NwQsRrt/Get6tm63gIfP3G5Rn7cbBFyjAgoooIACCiiggAIKKKCAAgrMX8AVKqCAAgoooIACCiiggAIKKKDA/AVcoQIKKKCAAgoooIACCiiggAIKbFMBGCYX5c+E1QNoMt4KMEhcyjhQYjAcywQqoCRZXa+dYzcql+77UlzY6gCaZw7ET759JLwUUEABBRRQQAEFFFBAAQUUUOCOCuy6h+fBMz/4ytYHz/ztyKeKSb7XgPpeJNsfpgDlHQoMnwM1ns+EOgZEXsDKOxmosRzfqsDW73+ArW4zfhsEPHzmNiD6CAUUUEABBRRQQAEFFLjTAj5fAQUUUEABBRRQQAEFFFBAAQXmL+AKFVBAAQUUUEABBRRQQAEFFFBg/gKuUAEFFFBAgVsT2NzcHNwAqwlIQElm6k+ELga1Dat13pMJUlmAkkg1bmf/RuWD+74U75x5Jaaurz5zMH7yHQ+gmbIxpoACCiiggAJzFXBdCiiggAIKKHAnBf7+2YOx1cEzb536dbSDZ6C+C8n3GtC1s38rZX19vbx7ASbfnUB9NhB5Acv5MGzneCtQx/r9fBcEtFCpM1YaftxRAQ+fuaO8PlwBBRSYqYDLUkABBRRQQAEFFFBAAQUUUECB+Qu4QgUUUEABBRRQQAEFFFBAAQUUmL+AK1RAAQUUUEABBRRQQAEFtrkA1MNm+j8TagyGiUhQ+0BJcMp7gKxKH1jWJbj4yEQrYMvEqRy/2XL5/i/F/33ylRidlxN5ffUTB+Mn3z2aTYsCd1/Ab1RAAQUUUEABBRRQQAEFFJiNwN9//lD861emD7l96/Rv4q9HPrl8/9HeaQDLdx8tdjM11PugvlNp90CNZx+IvKCrgeVvAHK49Evj2gfU+LVuGc9DZmAYn4q1e6xHAh+x6+EzHxHQ2xVQQAEFFFBAAQUUUEABBRS4GwJ+hwIKKKCAAgoooIACCiiggAIKzF/AFSqggAIKKKCAAgoooIACCiigwPwFXKECCty6AAyTjvIJMH0ATY6NC9T7gZLIBNN1S5gClglZMGxD18/543LlgS/FxXPnY/FFMb6++vED8VMPoBmz2FdAAQUUUEABBRRQYJYCLkoBBRS4EwL/kAfPfPnw5KPfOv3b+OvhZ5Zj+c4C6juQbN9Kge4+6Nr5DGDw3gRqPxYX1LnQ1YvwDf/B1u95gBve74TbI+DhM7fH0acooIACCiigwO4ScLUKKKCAAgoooIACCiiggAIKKDB/AVeogAIKKKCAAgoooIACCiiggALzF3CFCiiggAIKKKCAAjtIYHNzc/BrYTUxCQiopT8ZKF1gOQ6sxDKJKgswSKTK2Pr6+jKW/a3KB/d9Md558pXYjPr86F1f+fiB+A8PoOmJ2FRAAQXuioBfooACCiiggAIKKKDAjhf4xy8ciu9vcfDMm+XgmU8EUMrNvsPY6t1GxtszgOX7EKhtqN8DtY7FBbUNtV6Eyj/o+lDbQBnLD1h9v5Px8XugjFnurMDanX28T1fgbgj4HQoooIACCiiggAIKKKCAAgooMH8BV6iAAgoooIACCiiggAIKKKCAAvMXcIUKKKCAAgoooIACCiiggAIKKDB/gQ+/QugSk9pTYDpBKcczUQooSVfZbwVqDGqdcajtvKcVYCW5Ksegi2d/qly+/4tx4ez5CFbTdr788QPxnx5AE14KKKCAAgoooIACCiiggAJzFnBtt1PgH79wOP7lS4cnH/nmqd/E3w5/YjmW7ymAyLqVdpBM629VQ/d+BLp2zofhM6GOx+KC2oZaL0LlfQyQzVKga5fA4gO2fq8Dq/MXt/jvDgqsvsW6g1/moxVQQAEFFFBAAQUUUGAmAi5DAQUUUEABBRRQQAEFFFBAAQXmL+AKFVBAAQUUUEABBRRQQAEFFFBg/gKuUAEFFFBAgR0osLm5OfjVsHWiUn8iUBKfMga1DbVusVZnUlUWYJmsBUQma2UBlvGcN1Uu3/eFuHj21QjWY3x9KQ+g+d6xcdi+AgoooIACCihwZwR8qgIKKKCAAgrsWIF/+uLh+JcvHZr8/W+e/m387cgz5X1Hvpto7yygvu/IWBbghu8xcl6WfEbW0N0DwzbU58P167jOBdPvc8bvfa7zCIdus4CHz9xmUB+ngAIK3AsBv1MBBRRQQAEFFFBAAQUUUEABBeYv4AoVUEABBRRQQAEFFFBAAQUUUGD+Aq5QAQUUUEABBRRQQAEFFFDgxgJQk5P6M6HGgH64JF9lABi0+zEYjgGDhCzo+tC1MxErS0vKyva4XDrxbLxz5pXYnDqA5h3653YAABAASURBVOn98bO/8wCa2IWXS1ZAAQUUUEABBRRQQAEFFFDgZgT+6YuH4p8XZWrun0/9Nv52+BPL9x35TgIYvNPI2I1KvteA+m4k50LXbv2sW4E6HtcuqH2o9bXwoAJW+nnIDAzjU7HBjTuss9N+rofP7LS/mL9XAQUUUEABBRRQQAEFFFBgOwj4GxRQQAEFFFBAAQUUUEABBRRQYP4CrlABBRRQQAEFFFBAAQUUUEABBeYv4AoVUGCHCsAwOSmXAdMH0OTYuEC9HyhJWjCscz6wTNiCYbufmAXdWEvE6teX7/t8XDhzPjbZE+Prix/bH//1vaPjsH0FFFBAAQUUUEABBRS4vQI+TQEFFNhxAv/8pTx45vDk7/7z6ZfjvSP14Bkg8j1FLC5g8l1G/z3FuA3dPTkGw37GWoH6/iQWF9Q2dPUiXP4BpZ76gK3f38DW9009y9jtFfDwmdvr6dMUUEABBRRQ4J4I+KUKKKCAAgoooIACCiiggAIKKDB/AVeogAIKKKCAAgoooIACCiiggALzF3CFCiiggAIKKKCAAgrcmsDm5ubgBlhNYAKWB8z0JwOlCyzHgRLLD6DE+wlW/XYmdrX+jerL9z0bF86+Epus56MH5QtPH4if/Z0H0AxQ7CigwMwFXJ4CCiiggAIKKKCAAgpcT+BfvnQ4/ukL0wfPvPnIK/He4Y+XdxZAOWwGat1/P3Gz7y2guxeGbej60bugvjOBWrch6PpQ20AbLr853+VAF8vBjGVtubcCHj5zb/3n+e2uSgEFFFBAAQUUUEABBRRQQAEF5i/gChVQQAEFFFBAAQUUUEABBRRQYP4CrlABBRRQQAEFFFBAAQUUUEABBeYvsMNXCMNkpVwOrB5Ak/EsmYQFlGSn7LcCNQZdnWNASeLK+8YFiEzkArac07/n8oln4+LZVyPW9sb4+uLHDsR/eQDNmMW+AgoooIACCiiggAIKKKDA7RLwOTtGIA+e+ccvHJr8vW8+8rv426GPlfcawLLuv3/Idr6vyPpGBVi+04Cu3b8PiLygq4Hld0PXznlZgKwGBbZ+XwOr8wc327krAh4+c1eY/RIFFFBAAQUUUEABBe6sgE9XQAEFFFBAAQUUUEABBRRQQIH5C7hCBRRQQAEFFFBAAQUUUEABBRSYv4ArVEABBRRQQIEPJ7C5uTm4EbZOaGoTgWWi1FQM6niOASUZC2qsJWEBKwfQXC/B64MTn4t3zrwSmxMH0HwhD6D5+2PhpYACCiiggALzF3CFCiiggAIKKKDAlMD3v3w4pg+eIf58Og+eeXr5LgPqOwqodXtXkTVQ3mNke1zaewvo5sCwDbUP9dlA5AUsv7/1+3W2pwpMv6cZv8+ZutfY3RPw8Jm7Z+03KaDA7hFwpQoooIACCiiggAIKKKCAAgooMH8BV6iAAgoooIACCiiggAIKKKCAAvMXcIUKKKCAAgoooIACCiiggAI7RABqElP/50KNAf3woA11DFgmT0HXbpOBlaQtqDFgcAANsDK3n+h1OQ+gefKV2GRvjK8vPLU/fu4BNGOWO933+QoooIACCiiggAIKKKCAAgrcc4Hvf+Vw/MPnD038jnrwzHuHVw+e6b9vyHY7WCbbWxWo7z3aOFDeY0Ct+3Goc2NxQW0Di14M3qPEdS6Yfj+TB89AfdZ1br+dQz7rBgIePnMDIIcVUEABBRRQQAEFFFBAAQV2goC/UQEFFFBAAQUUUEABBRRQQAEF5i/gChVQQAEFFFBAAQUUUEABBRRQYP4CrlABBRT48AKwmrAEqwlOMJwHq31gkEQFlB8GLBOy+gldwOAAmkzU6o9nv1+u3Pe5uHDu1dhc2xfj6/NP7Y9feADNmMW+AgoooIACCiigwKwEXIwCCiigQF/gB3nwzLOrB8+wth7/+/Tv4r3DH1t5T9F/z3ArbaC828h7oGuvr6+X72hxoPRhtW5zYuICllFYfS/TBqGb12LW91bAw2furb/froACCiigwDwFXJUCCiiggAIKKKCAAgoooIACCsxfwBUqoIACCiiggAIKKKCAAgoooMD8BVyhAgoooIACCiiggAI7UGBzc3Pwq2E10QlYJlDlZNi6D+SU5XygJGnBaj1O1MpkrK3K5Y3PxMWz5ycPoHk2D6D5h6PhpYACCtwVAb9EAQUUUEABBRRQQAEF7plAHjzzdxMHzwTr8f+cfDne3+LgmXwHMX7nAJR3FuP4uJ/3wnAu1D6wfAcS1y6Yjl0bXs4HWqjE8h0NdLEczFjWlu0n4OEz2+9vctt/kQ9UQAEFFFBAAQUUUEABBRRQQIH5C7hCBRRQQAEFFFBAAQUUUEABBRSYv4ArVEABBRRQQAEFFFBAAQUUUECB+Qu4wo8uAMOkpnwirB5Ak/F+whMM7wNKohTUOudDbQMlmQuIccJW9sdJXVv1P9j4TFzIA2jW98f4evbcgXjpH4+Nw/YVUEABBRRQQAEFFFBAAQVmIOASFEiBH371cEwfPLMn/nw6D555avBuAijvI/LdA9T2Vu8cpuJQ74Gta6jvPmJxQW1DrReh8nuy7pf++5WMw/R7mDaWtWX7CXj4zPb7m/iLFFBAAQUUUEABBXa+gCtQQAEFFFBAAQUUUEABBRRQQIH5C7hCBRRQQAEFFFBAAQUUUEABBRSYv4ArVEABBRRQQIEdLHAziU/AygqBZSIV1DbUOidDbQMl4QtYHkAD3RhQxqeSvfqxy3kAzZnzsbm2egDN587uj196AE14KaCAAgoocIcFfLwCCiiggAIKKHDXBX70tSPxvc8dWvneTdbjf5/6bbx36MYHzwBbvnvIA2r67x+gzoXu3UXOgdV4LC7o5gGLSJT3JUCpo3cByx5MHzwzfk+zvMHGthHw8Jlt86fwhyigwJ0T8MkKKKCAAgoooIACCiiggAIKKDB/AVeogAIKKKCAAgoooIACCiiggALzF3CFCiiggAIKKKCAAgoooIACCty8AHSJT+0uWE2Agm4eMJlABTUOlEcBZR5QkryA6CdsZbuf4NXaW8Uvb3w6Lp57Na5OHEDz2bP746VddQBNeCmggAIKKKCAAgoooIACCigwa4EfffVIfPezB1fWuMmeePORV+L9wzc+eCbfNWz1niHjQHlnkfOgvsfIdhZg8B4D6jgQeQHL9x5Ahpb90ul9QB3PEKy+d8l4FujmZT/Cz+0m4OEz2+0v4u9RQAEFFFBAAQUUUEABBeYg4BoUUEABBRRQQAEFFFBAAQUUUGD+Aq5QAQUUUEABBRRQQAEFFFBAAQXmL+AKFVBAgRkIbG5uDlYBNRGqH4SaAAW1zjGgJFb12zAda4lbrQZKghfUOuNZgJLcle0smQyWdZYPjn8qLpw5H5vrq8lnnzu7P37pATThpYACCiiggAIKKHCHBHysAgoooMBdE3jua0fiu59b3ftvsrccPPPewbPlfQTUdxBAeceQ7xCgtvM9Qr/kWOtnG7p5MGwD5d0EUJ4L3ffE4oKuD8P2Yrj8AwZ16Sw+8h0M1LFFt/zLWGn4se0FPHxm2/+J/IEKKKCAAgp8dAGfoIACCiiggAIKKKCAAgoooIAC8xdwhQoooIACCiiggAIKKKCAAgooMH8BV6iAAgoooIACCiiggAK3LgA3f9hMJkQByySv/DYgq2UMKO0MQm0DJWErE736SV79do5lAUqS17id/SsnPh3vnPldXF0/EOPrs2f3x6/+6dg4bF8BBWYo4JIUUEABBRRQQAEFFFBgngLPff1wfOezqwfPXC0Hz7wcfzvwZHnnAMP3DVPvF/I9Qpb+WL+dY8DyfUXr9+dA9z2xuKDrA4tI/QfDdnt/Ukej/OZYXNDNW3RjPC9jlu0r4OEzd/9v4zcqoIACCiiggAIKKKCAAgoooMD8BVyhAgoooIACCiiggAIKKKCAAgrMX8AVKqCAAgoooIACCiiggAIKKKDA/AVc4UwEYJj8lMuCeigNdGMwjEE31u4BSlIVkKFlGygJXdDVQDloBihjmeiVBSjxcTv7VzY+HRfOnI/N9dVktM+c2R+/+ufj4aWAAgoooIACCiiggAIKKHBbBXyYAndc4PmvH4nvfObQyveUg2dO58EzZ8q7A2D5riHfE/QPi8l+v/TH+u2cA/U5/XZ/DtRxoPwmYPm9wCBWOosPGL43WYTKPVsdMgP1OTnPsv0FPHxm+/+N/IUKKKCAAgoooIACH1nAByiggAIKKKCAAgoooIACCiigwPwFXKECCiiggAIKKKCAAgoooIACCsxfwBUqoIACCiiggAIfTSCTofpPgJtLmgJKMhUM634CF9SxjLUCXQwoSWT9sXE7k8AydmXjU3Hh7PnY3LOalPaZJ/fFr//pWHgpoIACCigwXwFXpoACCiiggAIKzEvgha8fiW9/ZvWQ2c21/fHmI7+L9w7e+sEz+f4AWL5rgNV2vmeA1XcTUGNA5AUM3nv0Y9nOAjf3DiXnjt+/ZMyy/QU8fGb7/438hQrMT8AVKaCAAgoooIACCiiggAIKKKDA/AVcoQIKKKCAAgoooIACCiiggAIKzF/AFSqggAIKKKCAAgoooIACCiiwwwSAlV8Mq8lTbRKwTL5qsayhiwMZWs4DlolfLckrE8L67exPFejuzQNo3nnylbi6vnoAzafP7I/f/PNdOoAmvBRQQAEFFFBAAQUUUEABBRRQ4MMKvPCNI/GtyYNnDsT/PvXbeO/Ak+U9ArB8t5DvDMbvEbKf8RsVoDwv50F9Zv9eqDEg8lrOW/SB5W/IsVaA1lzWcP33KcuJNnaMgIfP7Jg/lT9UAQUUUEABBRRQQAEFFPjwAt6pgAIKKKCAAgoooIACCiiggALzF3CFCiiggAIKKKCAAgoooIACCigwfwFXqIACCihwewQ2NzcHD4KaMNWCMJ1UleNQx6DW4xgwSPLqJ3Flshd04zm2VQHiysYn48LZ87G553CMr0896QE0YxP7CiiggAIKKKDAXARchwIKKKDAPARe/OaR+NanD64s5upaPXjm/YM3d/BMvjsAlu8bsj9VoJsDlINk+u8ioMaAyAu6Gmq7xaH2odYtnnWWfLcC3ViLZW3ZmQIePrMz/27+agUUUECBnS3gr1dAAQUUUEABBRRQQAEFFFBAgfkLuEIFFFBAAQUUUEABBRRQQAEFFJi/gCtUQAEFFFBAAQUUUECBHSoAw8NmchlQE6ag1hkbFxiOASWRC2qd84GsSrwlgrVELyBau43dqL5y/Jm4ePbVuLo+fQDNb//leHgpoMAdFfDhCiiggAIKKKCAAgoooMAtC/z4m0fjm586uHJfHjzz1iMvx/sHnyiHyQDlHQJQ+vmeALp29m+mQHcP1Gf230FAjQGRF7D8XiBDy37pLD6gxhfN5T+oMah1G5g6jKaNWe8MAQ+fiZ3xh/JXKqCAAgoooIACCiiggAIKKKDARxHwXgUUUEABBRRQQAEFFFBAAQUUmL+AK1RAAQUUUEABBRRQQAEFFFBXtISZAAAQAElEQVRAgfkLuEIFbp8ADJOk8slQD6WBbgy6ds7JAl0MWCZnATm87LfkMKAkkAFlrJ/81eZM1Tkvy+Xjn4iL587H5t4jMb4++cS++M33PYBm7GJfAQUUUEABBRRQQAEFdrKAv12BnS3w428eiW986sDKIq6uHYw3T78cf9v/+OA9Qb4TyP1/lmx/lAKUZ+ezoLbzeVDfScTigtqGYb0YWv6D+o4kD5VpQagxoIWWNazGloM2doSAh8/siD+TP1IBBRRQQAEFFJiZgMtRQAEFFFBAAQUUUEABBRRQQIH5C7hCBRRQQAEFFFBAAQUUUEABBRSYv4ArVEABBRRQQAEFZiDQT6LK5cBqIhVQDo2BWrd5UPtQ60zmygK1D7XOWCtQY5kE1mLjuo0BJWEsx68cfyYunDkfV/esHkDzqcf3xW//xQNowksBBRRQ4M4I+FQFFFBAAQUUUECBmxb48bfy4JmDK/Ov5MEzj7wc7x0YHjwD9T0B1DrfAWxV2vuC/jh09wHL9whQ40DkBV0NLN9z5FgWqLHWbu9LgAyV+RmD2i/BxUfGFpX/ZiDg4TMz+CO6BAU+qoD3K6CAAgoooIACCiiggAIKKKDA/AVcoQIKKKCAAgoooIACCiiggAIKzF/AFSqggAIKKKCAAgoooIACCiigwK0LwDBpKp8AqwfQZDwTqoCScAVkaFmAZRwYxPtJYdkGytzWzrpfgGgJZcAycezK8U/EhbPTB9B88ol98fL3j4WXAgoooIACCiiggAIKKKCAAgrcG4F/+/aR+MYnVw+eubp+ON48/XK8t/+xsseH+l4AKP3+O4HWHtf5ngCG86HrQ31m3ger8VhcbQzq3EWovJ8AslkK1Hci2YEahxqD2s+xVmA11sasd5aAh8/srL+Xv1YBBRRQQAEFFFBAAQXmIeAqFFBAAQUUUEABBRRQQAEFFFBg/gKuUAEFFFBAAQUUUEABBRRQQAEF5i/gChVQQAEFZiSQB8v0lwPTiVU5D4aJVdD1obaBQQJXJnj1C9TxqeSxnAcMDqABSkLa1eOfiItnX43NvasHzTzz+P54+fvHw0sBBRRQQAEFFFDgtgr4MAUUUEABBW4o8O/fOhpff2b64Jk/n/5tXDr4eNnXQ30fkHv/fCfQr7M9VXIeUO6fGof6zP48qDEg8gIG7ylg2G9z8r1Ha2edJWNANpclY8uOjVkIePjMLP6MLkIBBRRQ4KMJeLcCCiiggAIKKKCAAgoooIACCsxfwBUqoIACCiiggAIKKKCAAgoooMD8BVyhAgoooIACCiiggAIKKPDhBaAeNtN/AtQY1AQrqHUmWAGDpK3+fdnOZDAgm8t5GRsXYHnIzM2OXTn+8bhw9nxcnTyAZl/87l89gCa8Zizg0hRQQAEFFFBAAQUUUECB7SXw798+Gl/75IGVH3Vl/XD8+dRv4v39jy7fDQDlEBmgxPoHxrT3Ahnrt6He02JZQ41BrccxqM+PxZVjWRbN8p39dsayQH0H0tpTdcaytPci2bbMR2D7HT4zH1tXooACCiiggAIKKKCAAgoooIACWwkYV0ABBRRQQAEFFFBAAQUUUECB+Qu4QgUUUEABBRRQQAEFFFBAAQUUmL+AK1RgZgLAyoqgJl9BHQNKolZOBLIqBbp2JnEBZR5QxttHjrUCLOe02LgGlofTQJ2fc64cezou5gE0e47G+PrEY/viFQ+gGbPYV0ABBRRQQAEFFFBAgQ8r4H0KKLClwE++cyS+9szUwTNH4s3Tv41LBx8fHDaTe/pW8pAZoIxPxabGcx7Ue6C+J4Daz7EsUOOxuIDFZ/0HlPcQtdd9AqUDLMdh+D6kTLj2AVxrWc1JwMNn5vTXdC0KKKCAAgoooMCHFPA2BRRQQAEFFFBAAQUUUEABBRSYv4ArVEABBRRQQAEFFFBAAQUUUECB+Qu4QgUUUEABBRRQQIHbI7C5uTl4EAwTrqBLsgJKYhbUOm8EsioFKElkwGBeJoP1C9R5/VhrA8sDaDIGlGfmATQXzr0am/uOx/j6uAfQjEnsK6CAArMRcCEKKKCAAgoooIAC20Pgp985Gl/9xMGVH3Nl/Uj8+dRv4tKBx5bvAnI/nwXq+4Gpg2X6sX4772sFKO8EoNYtnjUQeUFXA+U3tDjUPpCh5Vh2oIvluxGo/RzLkrGsLfMU8PCZef5dXdXOFvDXK6CAAgoooIACCiiggAIKKKDA/AVcoQIKKKCAAgoooIACCiiggAIKzF/AFSqggAIKKKCAAgoooIACCiigwA4VgGFyVS4DugNoeslWkW2o84GVpC2oMSAfUwpQEsUyMSwL1D5Q7s/YuACTB9BcPfZ0vPPkK3F17/QBNOd/sBoPLwUUUEABBRRQQAEFFFBAAQUUuBWBlbk//e7R+MonDqzEr+w5Gm8+8nJcOvBo2eND3etDrfNQmfGeP/sZB8r7gn47x1qB+gyo86DW4/FYXONY9qG+21gMl38w7Ld3HK0uk3ofQK9nc24CHj4zt7+o61FAAQUUUEABBRRQQIEPIeAtCiiggAIKKKCAAgoooIACCigwfwFXqIACCiiggAIKKKCAAgoooIAC8xdwhQoooIACCtxegUy26j8RalIWbJ1sBXUMuhpquyV6Qe0DJamsxbO+XgGmD6A5/nRcOHs+rkwcQPP0o/vi/A82wksBBRRQQAEFFJiPgCtRQAEFFFDg3gr8Rx488/HVg2curx+Nt06/HJf2P1L2+0Cpc68PtQ0s9/Z5yEyOZQ2Uuf12jrUCdXyrfiwuqO8bcg7U9iJcDsHJOgt07zZu9r3HeF4+xzI/AQ+fmd/f1BUpoIACO1/AFSiggAIKKKCAAgoooIACCiigwPwFXKECCiiggAIKKKCAAgoooIACCsxfwBUqoIACCiiggAIKKKCAAjtcAGpCVn8ZUGNQk7hgWOdcmI4BKwlfmRDWClASzaDOa/FWTyWgQZ179djH4uLZV+Pq3tWDZp5+dG+c/8Hx8FLgjgj4UAUUUEABBRRQQAEFFFBgFwn8x/eOxpcnDp65sud4vHX6t/HevlNl7w8M9vi5p2+l7fNbDXVu9oHl4TTZzwJ17w8sn9l/ViwuYPEZy3Gg/I68PweArEqB+m4jO1DjUGNQ+zmWJQ+egWEs45b5Cdzw8Jn5LdkVKaCAAgoooIACCiiggAIKKKDAWMC+AgoooIACCiiggAIKKKCAAgrMX8AVKqCAAgoooIACCiiggAIKKKDA/AVcoQIK3H4BqMlX/SdDjcGNk6+gzgFK0lc+JxO/oOsDJTmsxbO+1QLE1WNPxcVz5+PqvqkDaPbFqz/0AJrwUkABBRRQQAEFFFBgBgIuQQEF7o3Af37vWHz56QMrX54Hz/z51K/j0oFHyv4eWNbQtft7fajvBTKWB8lkPVWg3t/GoPaByAtYvm+Art3G+nW2+wUoXSCmDpmZipUb/JilgIfPzPLP6qIUUEABBRRQYIcL+PMVUEABBRRQQAEFFFBAAQUUUGD+Aq5QAQUUUEABBRRQQAEFFFBAAQXmL+AKFVBAAQUUUEABBWYiADUJq78cqDGoiVo5BpSEL+jqfry1s86kMajzptotlvX1Sj9BDYgrR5+KC2fOx9V9J/JrBuVjj+yL33sAzcDEjgIKKHAbBHyEAgoooIACCiigwC4Q+Nn3jsaXnt6/stLLe47Hn0/9Jj448MjynUDu46Hu+fv79oxnAcrhNNnOcej6GYPah9U65+ecVmJxAcvnxeKC+t2LZvlNWY8LUEKw+n4jBzx4JhV2V/Hwmd3193a1H0rAmxRQQAEFFFBAAQUUUEABBRRQYP4CrlABBRRQQAEFFFBAAQUUUEABBeYv4AoVUEABBRRQQAEFFFBAAQUUUGD+AnduhVCTsvrfAFsnaLV5MLwPKIlfQJtSamCZKJYJZFD7QJnfj/UTzYAY968eeyreOfNKXJk4gOapPIDmRxvhpYACCiiggAIKKKCAAgoooMDOFbi7v/xnf3c0vvj0gZUvvbxn49rBM6fLGFD29lD38rlfB8q+Pdv9vX22MwaUe7LfL1CfAXUcuhrqWFy7oOsD16JR3ifExAV1Dky/18hboM7JtmV3CHj4zO74O7tKBRRQQAEFFFBAAQV2loC/VgEFFFBAAQUUUEABBRRQQAEF5i/gChVQQAEFFFBAAQUUUEABBRRQYP4CrlABBRRQQIEZCmxubg5WBVsnag0mXusAJfkLrl9nwhmwZQJaJqjlnCxASWTLdhYgrh49FxfPvhpX9p6I8fXU6b3xh+c8gGbsYl8BBRRQQAEFPqSAtymggAIKKDBjgf/Kg2c+tnrwzAfrG/Hmqd/E5QOnyz4/9+NZkgIo+3noaqjvAXJOltzXQx1v/ayzQBdv/Zyf7Vbi2pX9a83yO6B+D9DCgxpqHIh8xwG13yZlrLWtd5eAh8/srr+3q1VAAQU+lIA3KaCAAgoooIACCiiggAIKKKDA/AVcoQIKKKCAAgoooIACCiiggAIKzF/AFSqggAIKKKCAAgoooIACCnx0ARgmZeUTYZiwBd0cYJD81ea3GshmmZMNoCSoZfJYFqh9oMzJWCuZeJYl+8DgAJqMXTlyJi6cPR9X998f4+vcqb3xmgfQjFlm0XcRCiiggAIKKKCAAgoooIACt0fgv/7+WHxh6uCZPRvx1iO/iUv7T5a9OlD28lDrtldvde7R+yXj0M3t96Hu/6GOA2W/DzUe1y6gfGcsrnw2dOPAIrr6D2ochu8x+jOhzunHbG9Pgdv9qzx85naL+jwFFFBAAQUUUEABBRRQQAEFPrqAT1BAAQUUUEABBRRQQAEFFFBAgfkLuEIFFFBAAQUUUEABBRRQQAEFFJi/gCtUQIEZC2xubg5WB8PELajJWjkParvdkLFsAyVRDCjJav1kMahjLZZ1v0B3T4sDJSGt9bO+evRsvPPkK3Fl3+oBNGc9gCa8FFBAAQUUUEABBRS4DQI+QgEFZijw8zx45qn9Kyv7YM+JeOv0b+OD/afKnj733llyIlD25UAZg1rneCv9g2ZaDOo8qPVUHOoY1PcBQOQF03WO9Qt08/K9BNR+m5Ox1rbenQIePrM7/+6uWgEFFFBAAQVuScDJCiiggAIKKKCAAgoooIACCigwfwFXqIACCiiggAIKKKCAAgoooIAC8xdwhQoooIACCiiggAIK3D4BqIfN9J8INQY1gQtqnQlcQDlgBmqd9wFZlXhpLD6giwFlLJPOgGXiGtR2xrNk4lqWbAMl0S3brVw9eiYunH0lrl7nAJrFbeGlgAIKzEPAVSiggAIKKKCAAgoo8NEEfv4PR+PzEwfPXN57f7z1SB48c7Ls16Hu2/Pbcg+ee3Og7N+zPy798WxngTof6rOg6+d4ewYQeQHlu/ttILvLeOn0PqAbb+8oesMxFeuP294dAh4+szv+zvNapatRQAEFFFBAAQUUUEABBRRQQIH5C7hCBRRQQAEFFFBAAQUUUEABBRSY9a/MpAAAEABJREFUv4ArVEABBRRQQAEFFFBAAQUUUECB+QvMfIVQk7f6y4TrH0CTc4FBQhjUPpDDJUktG0Bpw7DOxDNYjbWkNGD1AJojZ+KdM6/EleseQFO/P7wUUEABBRRQQAEFFFBAAQUUuBWBGc39RR48c+7Ayoou73sg/vfJX8UH+x4uY7k3zwKUvXvuyaG2Mz4u/fFs5zjU+UB5T5CxLFDjsbiAxWeUcaDUsbigay+6W/4DyhgM31eU4LUPqHOuda12qYCHz+zSP7zLVkABBRRQQAEFFFDgVgScq4ACCiiggAIKKKCAAgoooIAC8xdwhQoooIACCiiggAIKKKCAAgooMH8BV6iAAgoooIACd0Zgc3Nz8GAYJnRBTeLKeVDbUOu8ESjJY1DrjGWyWdZASWKDYZ3jsBrrJ7BlO0vOzXL16Jm4cPZ8XNn3QIyvMyf3xmvPH4+1xTPHY/YVUEABBRRQYGcJ+GsVUEABBRRQ4MMJvPSPx+LZc6sHz3yw9/5489Sv48qBk+XBuccujcUHUA6ABcr+Pcf6JfflWaCOZzvHofan2jkH6jjUdwVQ61hcsNqGLraYUv4By7r/TqIEFx8ZW1T+U6AIePhMYfBDAQUU2FEC/lgFFFBAAQUUUEABBRRQQAEFFJi/gCtUQAEFFFBAAQUUUEABBRRQQIH5C7hCBRRQQAEFFFBAAQUUUECBmQhATebqLwemD6DJOVDnA+XQmRaD2gcyVJLWsgGUdiakZYFhfxzLJLVxLPtZrh55sh5As//BGF9nHt4brz13PNbNNhrTfJS+9yqggAIKKKCAAgoooIACCuwAgTx45nNn96/80g/2PlAOnrm0t+6j19bWBnv03IMDg9h4DtTxnJtjsbiyBsp7gWxnAcpzoKuhzolrV5sHNQ5cGxlWUOMwfD/RnwV1Tj9m+0ML7PgbfR204/+ELkABBRRQQAEFFFBAAQUUUODOC/gNCiiggAIKKKCAAgoooIACCigwfwFXqIACCiiggAIKKKCAAgoooIAC8xdwhQoooMCdFdjc3Bx8AQwTvKBL6oLahlrnvUBJOoNa58PGSWXZzwIsE9Jg2AaiJbRBbbd+3nv1yBP1AJp9NXEueteTJ/MAmo3Fs3tBmwoooIACCiiggAIK7CgBf6wCCihwawK//MdjMXXwzKW9D8SfT/4qLu9/uOzXc08Ndc+e7f5eO/v9kmNZgLJHb22ofajPARZ78LXl8/MZ0I3BsB29C1j2oL6DyADUONQY1H6OZcl3EFlbFOgLrPU7thVQQAEFFFBAgR0h4I9UQAEFFFBAAQUUUEABBRRQQIH5C7hCBRRQQAEFFFBAAQUUUEABBRSYv4ArVEABBRRQQAEFFFBgZgJQk7r6y4Iag2GiV86BGgNKklmLQe0DGSpjwGQyWialZYE6nslsrZ/tLDAcy/Grhx+PC2dfiasHHorx9cTDe+P1507E+vp4xL4CCijwIQS8RQEFFFBAAQUUUECBbSzwq386Hp89u3/lF17a+2C8eerXceXAw2Us99JA2ZtnOwtQ9uzZ7pfci2cfWOyt18s9QKlbHIb9/j1Qnwtd3b8PajyuXVDfPWQXyKr8rjxkBmq/BBcfU7FF2H8KxJoGCnxUAe9XQAEFFFBAAQUUUEABBRRQQIH5C7hCBRRQQAEFFFBAAQUUUEABBRSYv4ArVEABBRRQQAEFFFBAAQUUUECB+Qu4wjsvAF3CV/s2qDEYJnzlONQY1DpjWfpJZdmHOg6UBDJgmbSWc7NAHesnrGU8+1DnZztjWa4eeSL+75O/iyv7pw6g2VMOoNmzRngpoIACCiiggAIKKKCAAgrsLAF/7c0J/Oqfj8dnzuxbmZwHz7yVB88s9svA8gCZ3EtPldxr90vOge4+oOzlWxwY7Onz3lhcUOfBsF4MDf4Byz7UNlC+Iwdg+j2EB8+kjmUrAQ+f2UrGuAIKKKCAAgoooIAC21fAX6aAAgoooIACCiiggAIKKKCAAvMXcIUKKKCAAgoooIACCiiggAIKKDB/AVeogAIKKKCAAjMVgJrk1V8e1BjQD5c21BjUugQXH/2ktEV3kETWHwOWSWtAmZfjWaCOZSIb1LFs51iWzSNPxIWz5+Py/tUDaB5/aE+8/sLx2LNOeCmggAIKKKDAhxbwRgUUUEABBRTYhgK//udj8Zknpw6eeSjeOv2bxT75wbK/hronBib33v09du6zgXJfi0O9b9xvc7OOxZU11Huh1otw+Qe1D7UuwcUHsPgc/oPp9w8ePDN0srcq4OEzqyZGFFBAgVsUcLoCCiiggAIKKKCAAgoooIACCsxfwBUqoIACCiiggAIKKKCAAgoooMD8BVyhAgoooIACCiiggAIKKKCAArdPAG4+ASy/Fep8oCSpZawV6GKZjJZxYJn0lrHrFaj39xPdWjvvu3r4sXIAzZX9D8f4euzBvfHac8dj72wOoBmv0L4CCiiggAIKKKCAAgoooMBuE8iDZz795P6VZV/a93C8dfrXcXnfA2VvDnU/nXvn6xWo84CyV889N9RY3ge1DXU8Y61AjUE3JxYXUJ4FNR6jCxhFovzmrQ6ZgdX5MevLxd2qgIfP3KqY8xVQQAEFFFBAAQUUUEABBe69gL9AAQUUUEABBRRQQAEFFFBAAQXmL+AKFVBAAQUUUEABBRRQQAEFFFBg/gKuUAEFFNgFApn01V8mEBmDLukr+1mgxqDWGctktLwfKElk2c4Y1H62s0DXh66dY/2SCXDZByLbWbK/2Q6gOXAyxtfjD+2N157fiL17GA/ZV0ABBRRQQAEFFFDgxgLOUEABBbaRwG/+5XhMHzxzMt489atbPngm99S5t+6XjLUClP03UPb1/Xi2ocZhWMe1CygtoNyfHajvFvK9QfazQI0B2V2W/pxl0IYCEwIePjOBYkgBBRRQQAEFbk3A2QoooIACCiiggAIKKKCAAgooMH8BV6iAAgoooIACCiiggAIKKKCAAvMXcIUKKKCAAgoooIACCihw+wWgJn/1nww1BjUhDGqdc6C2gWVSWSajtTEgm6UAZQ4QOScT3bLeqkCd3+ZBva/Nv3r40bhw9pW4vP/hGF+PPbgnXn8uD6AZj9hXQIGdJuDvVUABBRRQQAEFFFBgtwr85vvH41NP7FtZ/qV9J+PPJ38ZV/Y9UPbZOQEoe+22Z96qhm4e1H031BiwPHhm6n7o5gPRLqD8DqCEoNbZgdU2DN8z5LwsefAMdPMzZlFgKwEPn9lKZufG/eUKKKCAAgoooIACCiiggAIKKDB/AVeogAIKKKCAAgoooIACCiiggALzF3CFCiiggAIKKKCAAgoooIACCigwfwFXuEsEoCaB9ZcLNQY1CQxqPZ7T+pmkBiyTz4A2tIxlAFgmxwFlLO8dl/4BNNnOknOuHsoDaM7HlQMnY3w9mgfQPH8i9u1hPGRfAQUUUEABBRRQQAEFFFBgawFHtoHAy/9yPD71+OrBM+/vOxlvnf51XN1fD54Blvvq3CdPldxDt9LGYXgfsOXBM0DZr0NXx+KCYX8RKvOyHheghGD4fqEEFx8ePLNA8N8tCXj4zC1xOVkBBRRQQAEFFFBAgSkBYwoooIACCiiggAIKKKCAAgooMH8BV6iAAgoooIACCiiggAIKKKCAAvMXcIUKKKCAAgoooMCdE4CaDNb/BqgxqAljbQxYJpcBLVxiwKBug8AyOQ66dibBwWofKElwmSwHlHuznfPjyGNx4ez5uLx/4gCaB/bE689vxH4PoAkvBRRQQIGdKuDvVkABBRRQQIHdJvC77x+LZ55YPXjm0v7T8dapX8flvfcN9tq5N84ClP1ytvsFur1520uPxzMO3bwch64PRF7Q1cDgdwA5pRSgjJXOtQ+Yfq/gwTPXgKxuScDDZ26Jy8kKKLAjBPyRCiiggAIKKKCAAgoooIACCigwfwFXqIACCiiggAIKKKCAAgoooIAC8xdwhQoooIACCiiggAIKKKCAAgrMTABYWRFMJ4rlRKjzodbjGFASzzKBrY0BJTEOap1jmfCW9bhAnZPj0LVz3ubhR+PiuVfj8oFTMb4eeWBPvPb88di/l/HQrfe9QwEFFFBAAQUUUEABBRRQQIE7KPC7fz0en3h8/8o35MEzb578ZVzZt/XBM7lfzj1yvwDLw1zbOFD24jkPahtqPZ4DlL081PFYXNDFgEUkypy4dkGNXeuWCm78PqFM3C4f/o5tL+DhM9v+T+QPVEABBRRQQAEFFFBAAQW2v4C/UAEFFFBAAQUUUEABBRRQQAEF5i/gChVQQAEFFFBAAQUUUEABBRRQYP4CrlABBRRQ4O4IbG5uDr4Itk4YaxOhJprlvS2ZDVgmo0FtA5MJb1DH895+gTo/k+Ggttv45uFHrh1AczrG1yMP7I3Xn9+I/fsYD9lXQAEFFFBAAQUU2OYC/jwFFFBgtwi8kgfPPLZvZbnv7z8db5761ZYHz+S+OPfJWfcLUA6eGcdaH7pxoOzZodY5B2o7FhfUNnT1Ilz+AaXOD6jvDPJ9QPazQI1BNy/j/TnZtyhwKwIePnMrWs5VQAEFFFBgZwj4KxVQQAEFFFBAAQUUUEABBRRQYP4CrlABBRRQQAEFFFBAAQUUUEABBeYv4AoVUEABBRRQQAEFFFBgpgJQk8T6y4Mag2HiGFCS1XIuDNv9GJDdMhdYOYAmk9ymEucyDnV+jgODZ2weOl0OoLlycPUAmtP374k/Pr8RBzyAJrwU+AgC3qqAAgoooIACCiiggAJ3QCAPnvn45MEzj8Rbp34dV/fdt9z/ApP76NwztwIsD56B4d4550AdB5bPavGsW4E6Htcu6J4FtX1tqPy+dqAMUMIw/f4g50GdUyb6ocAtCnj4zC2C3fp071BAAQUUUEABBRRQQAEFFFBAgfkLuEIFFFBAAQUUUEABBRRQQAEFFJi/gCtUQAEFFFBAAQUUUEABBRRQQIH5C7hCBe6eANRksf43Qo1BTRaD2h/Paf1MXANKMhrUuo1lneNZgJL4BrXO2LhAHcsDaLLkONTY5qFTceHs+bhy8JEYX6fu2xOvPbcRB/ebojS2sa+AAgoooIACCiiggALbVcDfNXeB8z84HtMHzzwab5/Og2dOFAKoe+ncA2cBlgfMZL9fxnvl/hjU+4DB/htqP+fGtQsoLWC5ny+BxQew+Fz9BzUO9T0B1H6b6cEzTcL6owj4Zuej6HmvAgoooIACCiigwPYU8FcpoIACCiiggAIKKKCAAgoooMD8BVyhAgoooIACCiiggAIKKKCAAgrMX8AVKqCAAgoooIACMxeAmjTWXybUGKzWbR50SWbAMlkNajvnQW1nglsWYJAAl7FxgTpnHM/+5qHT8c6ZV+LyxAE0p+/PA2iOx8F9pimFlwIKKKDArQt4hwIKKKCAAgoocBsFXv3hRjz96L6VJ763/5F469Qv4/Ke42UMVvfN7YCZ3AdnAcpeurWh62csC1AOrAHKXBjWOUnEUyYAABAASURBVCcWF9TvWzRX9vHQjeV4FujeC0z1M5bFg2dSwXI7BHyrczsUfYYCClxXwEEFFFBAAQUUUEABBRRQQAEFFJi/gCtUQAEFFFBAAQUUUEABBRRQQIH5C7hCBRRQQAEFFFBAAQUUUEABBRS4/QJQk8n6T4YaA0oYal061z6giwEriWvXppUqE92yAINEuIyNC9Q544S7nBeHT8fFc6/GBwceifF16r498frzG3FwP+Mh+woooIACCiiggAIKKKCAAgrcFYFXf3A8PvbI3pXvem//o/HWqV/Flb0bg/1z7nVbmdoHtxhQDpjJfpZ2T9bZBwb7baj9HI/FBZTvXTRLDbUPZKjESmP0Ad341CEzU7HRI7bsOqDAWMDDZ8Yi9hVQQAEFFFBAAQUUUECBnS/gChRQQAEFFFBAAQUUUEABBRRQYP4CrlABBRRQQAEFFFBAAQUUUEABBeYv4AoVUEABBXaJANTDZvrLhRqDmmiWY8AgIQ3IcClAGYOuzgGo/Ux4ywIMEuIyNi5Q57QEOqjPgMVvOngy3j33alw59FiMr5P3rcfrz5+IQx5AM6axr4ACCiiggAIKXE/AMQUUUECB2yDw+x8ej489um/lSe8feDzePv3r2Nx3YrBvHu+F+32g7J0zBpSDZ7LdSu6Xsw3dfhko90CtczwWF9Q5i+bg+4EMlVhpXPsABjFY7MU3NwexnOrBM6lguZ0CHj5zOzV9lgIKKKCAApMCBhVQQAEFFFBAAQUUUEABBRRQYP4CrlABBRRQQAEFFFBAAQUUUEABBeYv4AoVUEABBRRQQAEFFFBAgTsnADWZrP8NUGNAP1wSzqDGoNY5AViOQW1nPAtQkuAy+Q1qG2qdsXGBen8m1PULLH7ToZNx8dyrcfngYzG+Tp5Yj9df2IhDBxgP2Vdghwj4MxVQQAEFFFBAAQUUUGCnCfz+R8fjqUemDp55It4+/au4sudYWRJQ9s1Te+AWA5aHzcCwDfV+qHXeA5T9du6dobZbHOq8WFxQ21DrRaj8lqyzQBfPfhZY7ME9eCYpLHdBYPcdPnMXUP0KBRRQQAEFFFBAAQUUUEABBRS4xwJ+vQIKKKCAAgoooIACCiiggAIKzF/AFSqggAIKKKCAAgoooIACCiigwPwFXKECu0wAalJZf9lQY8AyvLm5uWxnA7oxoCSvQVfnnCxASYhrSXD9Ots3U1oy3dUDD8XFc+fj8qHHYnw9vLEn/vjcRhzeb9rS2Ma+AgoooIACCiiggAIKTAgYUuAjCPz+Rxvx1OnVg2feO/B4vHnypbi8fnS5F95q35t73RwDJg+eybEs/XnZ75dYXK0PLHpR9uexuIDShlovQqXfr7Pd3+/D6vuANgfIpkWB2yqwdluf5sMUUEABBRRQQAEFFJgQMKSAAgoooIACCiiggAIKKKCAAvMXcIUKKKCAAgoooIACCiiggAIKKDB/AVeogAIKKKCAAgoocOcFoCaX9b8Jagxqchl0NXTtdg9Qktigq/tj/WS4bANbJuJB9wyo8zLZDha/6eDDceHs+bh8cPUAmodO7InXX9iIIwdMXQovBRRQYIcJ+HMVUEABBRRQQIGdIvCH5zbiqdN7V37ueweeiLdO/TKu7j22sj/OfXArwHI/DEwePAN1X5z3QNdu/X7d2rG4gMVnrHx/LC7oxhbdMmdc50E0UOflWJapWMYtCtwOgbXb8RCfoYACO0rAH6uAAgoooIACCiiggAIKKKCAAvMXcIUKKKCAAgoooIACCiiggAIKKDB/AVeogAIKKKCAAgoooIACCiiggAIzFQAiE8oiYrlCqDEYJp4tJywa0I0BJXkNunoxpfwDBsl1LTku66mSh820AvXe7AMRBx+Oi+dejcuHHo/x9dDGerz+/EYc9gCaMY19BRRQQAEFFFBAAQUUUECBjyjwhx9txLlTUwfPPBlvn/5VXN1TD57JfS6w3AdnPwuw5WEzuedtc7Ie94HIK8eA5bOhxqGrgeX+PBYXsPis/3p7/xpYfML0/j/nQnfvYqr/FLitAh4+c1s5fZgCCiiggAIKKKCAAgooMCVgTAEFFFBAAQUUUEABBRRQQAEF5i/gChVQQAEFFFBAAQUUUEABBRRQYP4CrlABBRRQQIG7JwA12az/jVBjMEw2g64PwzawTHIDlo8DBslxmTAXiyvr65VMuAPKva29efChawfQPBHj68GN9XjjhY04ctAUprGNfQUUUEABBRTYrgL+LgUUUECB7S7w2nMbce70xMEzB8+Ug2eurB8pe+Hc3wKlDZS9bIu1PS2wPIQmxzKeNTCYD7UPtc55UNttfiwuYPEZy+8ESjsWF7D47P7Ban/qkJmpWPcUWwrcHgHf3NweR5+igAIKKLCTBPytCiiggAIKKKCAAgoooIACCigwfwFXqIACCiiggAIKKKCAAgoooIAC8xdwhQoooIACCiiggAIKKKDAzAWgHjbTXybUGKwmqLV50I0BJckNuro/LxPksgAl2Q5YJtdlPAsMY/0Eu9bePPBgXDh7Pj44tHoAzQPH1+P15zfi6CHCS4FbFvAGBRRQQAEFFFBAAQUUUKAn8Npzx+PsqS0Onjn1y7iyfrjsg/v72dy7Zj8LUPa/2c7SxoDlfhi6ds6B2odaZ6xfoO53oauB8juAyAtqne0ssNqfOmRmKpb3WxS43QL3/PCZ270gn6eAAgoooIACCiiggAIKKKCAAttPwF+kgAIKKKCAAgoooIACCiiggALzF3CFCiiggAIKKKCAAgoooIACCigwfwFXqIACd18A6mEz/W+GGoPVRLU2D7oxYJnwBrXdnweUBDuodSyufhJdtoEyJ9tZMjkPaqy14+CDcfHsK3Hl8JMxvh7MA2ieOxFHD5nKNLaxr4ACCiiggAIKKKDAdhPw9yiwXQXyYNOzp/at/Ly/HTgTb52cPngG6j4497JA2dtCjeV+tsVbO/v9AvWeFoPah66OxQUsPmNy/w3dWCwuqP1Fs/yD6X2+B88UHj/ukoBvbO4StF+jgAIKKKCAAgpsIwF/igIKKKCAAgoooIACCiiggAIKzF/AFSqggAIKKKCAAgoooIACCiigwPwFXKECCiiggAIKKKDALhGAmoTWXy7UGAwT1nIO1BjUusWAQRJcxrMAJfkuE+mAyIQ7YBnL+FTJeS3e2nHwoXjnzCvxwaEnYnw9kAfQPL8RxzyAZkxjXwEFFLiegGMKKKCAAgoooIACC4E8eObMyb2L1vDf3w6ejbdOvRRX9xwue97cpwJlTwu1zliW3Lv2S8ayZCzrcYF6P9Q6x3Mu1H5cu4DSAspvgFpnEMiqxEtj9AHT+3sPnhlB2b3jAh4+c8eJ/QIFbiTguAIKKKCAAgoooIACCiiggAIKzF/AFSqggAIKKKCAAgoooIACCiigwPwFXKECCiiggAIKKKCAAgoooIACCsxf4N6tEGoyWv8XQI0ByyQ2qLE2D2jNMgcY1DkINZZJdFmAkqQXiyv7rQAl3vpb1ZsHHoiL516NDw49GePrgWPrkQmDHkAzlrGvgAIKKKCAAgoooIACCiiwlcAfn9+I6YNnzsVbJ1+KzT1HlnvdWFww3OdutX/dOr5Wntc/aAYoe2LoaqjfE4sLahtqvQiVZ7Q6D5Np7VZD3cMDGVqWnAvD2HLQhgJ3SGDtDj3XxyqggAIKKKCAAgoooIAC21fAX6aAAgoooIACCiiggAIKKKCAAvMXcIUKKKCAAgoooIACCiiggAIKKDB/AVeogAIKKKDALhOAmpTWXzZMx6BLUoNhGygJcFDr9jygJNJl8h0Q/SS7jLUC9b7WH9d5X1w7gOby4TMxvu4/th5/fGEjjh02rWlsY18BBRRQQAEFJgQMKaCAAgrsaoE3FvvHJ0/uXTH428Fz8dapPHjm8HKP29+f5t60379eG+o+F7o65wNlnwyrdfQu6O4DygjUunS2+Jg6ZGYqtsXthhW4rQK+pbmtnD5MAQUUUODDCHiPAgoooIACCiiggAIKKKCAAgrMX8AVKqCAAgoooIACCiiggAIKKKDA/AVcoQIKKKCAAgoooIACCiigwJ0XgOnDZlpyGnTJbUBJwMtfBWRVClDi0NVlYPEBlMS6cZId1DjU+maS+OLA/XHx3Ktx+fDZGF/3HV2PPz6/EccPr4+H7G9zAX+eAgoooIACCiiggAIKKHC3BP74wol44uGJg2cOPRVvnXwpNtcPrexvcz+bBVjub7N/MwXqPjn3vFDbeV/rZxuIvICV74YulnP6BShdoNzX9vEleO1jKnZtyEqBOy4wPnzmjn+hX6CAAgoooIACCiiggAIKKKCAAvdcwB+ggAIKKKCAAgoooIACCiiggALzF3CFCiiggAIKKKCAAgoooIACCigwfwFXqIACu1QAtj6Apk+SSWvZB7IqyW2lsfgASh+6ehFe/gNKkh7U8Uywu9kC9d6cf3Xfibhw9nxcPrL1ATQbHkATXgoooIACCiiggAIKXEfAIQV2pcAbL56IJx/es7L2vx36WLx96pexuacePJN7z34Byn62H2tt6Maga7fxVsNwDGofiLygq2G13eZAHct+v+R+HYZjU7H+PbYVuNMCHj5zp4V9vgIKKKCAAgoocEMBJyiggAIKKKCAAgoooIACCiigwPwFXKECCiiggAIKKKCAAgoooIACCsxfwBUqoIACCiiggAIKKHD3BGDrA2igJrBBNwe6GNR2/lpgcAhNP5ZJd+vr65El261Ad0+L9eucD5Rkv2xv7q8H0Hxw+GyMrxNH1+KPL2zECQ+gGdPYV0CBbSvgD1NAAQUUUEABBRS40wJ/evFEPPHQ1MEzT8dbJ38RV9cOlL1s7kWBsv/Mdu5Bs2R7XIDB/rbNA5b3Q9ce3x+jC+reuM0bDS+7QGkD5TdPHTIzFSs3+aHAXRRYu4vf5VcpsDME/JUKKKCAAgoooIACCiiggAIKKDB/AVeogAIKKKCAAgoooIACCiiggALzF3CFCiiggAIKKKCAAgoooIACCigwf4FdvkLoDpdpFFBjQAlBrUtn9AGUxDcY1jkNhrFMpoMay3YrwDJJr8WyziQ+qGPZjv33xYWz52PqAJqNI2vx2gvHI+vwUkABBRRQQAEFFFBAAQUU2NUC/+vHG/H4+OCZhchfD34s3jz589hcPzi5l829JzC5RwWWB88AyzkwbLdnQI1D3QfDdB3XLqjj17qlygNlSmPxASw+IzIGtV0Ci4+p2CLsPwXuuoCHz9x1cr9QAQUUUEABBRRQQAEFxgL2FVBAAQUUUEABBRRQQAEFFFBg/gKuUAEFFFBAAQUUUEABBRRQQAEF5i/gChVQQAEFFFDg7gtAPWym/81QYzBMaIOuD5RkvXYf1D7Uuh/Pw2SAZXJeJuNlrBXoxlos65wH3RgH7ot3n/p9fHD4XIyvE0fW448vbMSJo6Y6jW3sK6CAAgoosN0E/D0KKKCAAgrcCYHF9jH+9OJGPPZ6Haa6AAAQAElEQVTg3pXH//XQ0/H2qZciegfP5L4TWO5VoWvnWL/k/rT1++2MAWV/nO1+gfq8GF1Q52c45wPZHBSgPLMfnDpkZirWv8e2AndTwDcyd1Pb71JAAQV2hoC/UgEFFFBAAQUUUEABBRRQQAEF5i/gChVQQAEFFFBAAQUUUEABBRRQYP4CrlABBRRQQAEFFFBAAQUUUGCXCEA9bKa/XKgxGCa8Af1ppQ2UpDgY1mVw8QGUZD7oaujmZrLdVmWc1Le5byMunns1PjjyVIyvjcPr8cfnT8R9R9fHQ/a3FnBEAQUUUEABBRRQQAEFFNjxAkD86cUT8fhDUwfPfDzePvlSbK4fWO5dcw8KlL1qtsd7z4xdr8D0nha6Z+b9UOfF4oLahlq38cXQ4B+w7APlN08dMjMVW95oQ4FVgTse8fCZO07sFyiggAIKKKCAAgoooIACCihwIwHHFVBAAQUUUEABBRRQQAEFFFBg/gKuUAEFFFBAAQUUUEABBRRQQAEF5i/gChVQQIF7JwD1sJn+L4DVWI4DWZUClES47EBtQ1dnvBWo8Uywa6Ul+MFwDFgmAba5rY79G3Hh7Pn44MjHYnwdP7wWf3x+wwNoxjD2FVBAAQUUUEABBbaRgD9FAQVup8DaYv/4v17ciMce3LPy2HcPfTzeOvmLiD1bHzyTe01gyz1ojk8VGN4DtQ9EXlDr1gZW9s85lgW6sez3y9QhM1Ox/j22FbgXAmv34kv9TgUUUEABBRRQYFsL+OMUUEABBRRQQAEFFFBAAQUUUGD+Aq5QAQUUUEABBRRQQAEFFFBAAQXmL+AKFVBAAQUUUEABBRTYZQKwetgM1BgME+Fgtd+4oI5BrfvxqYS9qVg7lGZqLGPs34iLZ1+JS4fPtccv62N5AM0LGx5AsxSxoYAC1xVwUAEFFFBAAQUUUGDHCqytRfzpxxvx6MTBM389/Il4Ow+eWd9f1geUA2ag1rm3vNHeM+eMC9S9bj8O3TOhjse1C2ofap33AddGhxXUOFAOqpk6ZGYqNnyKPQXujcDif4735ov9VgVuVsB5CiiggAIKKKCAAgoooIACCigwfwFXqIACCiiggAIKKKCAAgoooIAC8xdwhQoooIACCiiggAIKKKCAAgooMH8BV3jvBaAeNtP/JdDFgP7QoA2U5Di4fp03AcukP5huZ0Le9Urs34h3n/p9fHDkYzG+jh1aizde3Ij7j62Ph+wroIACCiiggAIKKKCAAgrcY4Hb8fXri+3e/3rhRDz6wJ6Vx/310CfirZO/CPYcWO5Tx/vLO3XwTH4PUH4TsPx+6NplcPEBNZYHyiy65R9Q6oxBbZfA4mMqtgj7T4FtIeDhM9viz+CPUEABBRRQQAEFFFBgWwn4YxRQQAEFFFBAAQUUUEABBRRQYP4CrlABBRRQQAEFFFBAAQUUUEABBeYv4AoVUEABBRRQYJcKQHfYTCOAGstEtxbLGiiJdNnOAmRVClDGoNYZzPuh9jMhr19a4h9QDqbpj23Vjn3H48LZ83Fp4gCaowfX4o3n8wAa05/CSwEFFFBAga0FHFFAAQUUUGDHCexZI954YSMeeXDi4JnDz8Tbp14K1veXdQFljwm1zv3l+vr6cr+a/ZspsLqXhe6Zce2Cbh7UNnT1tWnl+6fauW/OArThUk/FyoAfCmwTAd++bJM/hD9DAQUU2FrAEQUUUEABBRRQQAEFFFBAAQUUmL+AK1RAAQUUUEABBRRQQAEFFFBAgfkLuEIFFFBAAQUUUEABBRRQQAEF7p4A1MNm+t8INfENat0fG7eBkkgH03Um9uU9wDIJEGo7x1oiYLZvVNh/PC6eezUuH/14jK8jh9bijRfuiweOr4+Htmnfn6WAAgoooIACCiiggAIKKHA9gT3rxBs/3ohHH9i7Mu3dQ8/EWyd/EbG+r4wBZc+Z+8q2z2x1xm62AGWP258P3bOhtoHICyjzgfL9UPtx7YKt99w5BchqWTx4Zkkxo8b8luLhM/P7m7oiBRRQQAEFFFBAAQUUUECBjyrg/QoooIACCiiggAIKKKCAAgooMH8BV6iAAgoooIACCiiggAIKKKCAAvMXcIUKKKDALheA6WS4GyW9ASXJLvmgtqGrM54FulhL4AOWiXmZEDiOt/64Zt+xeOfMK/HB1AE0B4k/Pr8RD3oATXgpoIACCiiggAIKTAgYUkCBHSOwdw/xpxc34pH796z85ncPfzLePvVSMDp4BljuM3MvCbWf7XFZX18vc/txWJ0PNQZEXlDrbGeB2odh3R/Ldr/kXjv7UO/JdpaMwzCWcYsC201gbbv9IH+PAgoooIACCigwFrCvgAIKKKCAAgoooIACCiiggALzF3CFCiiggAIKKKCAAgoooIACCigwfwFXqIACCiiggAIKKKCAAndfALY+gCZ/DdQEOKAcOANkuBQYtoHJOVDj/eS+bMN0PMemCvuPxYWzr8SlI0+X7+9/HDm4Fq+/sBEPeABNn8W2AttSwB+lgAIKKKCAAgoooMCUwN49UQ6eOT118MyhZ+Ktkz+PWFtMWtwMLA+RyQNlgMg6S38/CSznZRxW+7Aaa3OBss+Naxd0faht4NporMyNxQXT44uh8OCZVLDsFAEPn9kpf6nt8zv9JQoooIACCiiggAIKKKCAAgooMH8BV6iAAgoooIACCiiggAIKKKCAAvMXcIUKKKCAAgoooIACCiiggAIKKDB/AVeoQBGA6QNocrAlwkGXLJfxVoCSXAc3V/cT+LKdBShJgtneqgAlYZB9x+LiuVfj0tGPx/g6cmAt3nhxIx70AJoxjX0FFFBAAQUUUEABBRTY3QLbfvX79hB/euFEnLqvHi7T/8HvHv5kvHXqpVhb31f2n+N9IxDjWDuEptXj8exDdx/UNnQ13Nw+N65dwLVWV0G334bheNtvd7NtKbC9BTx8Znv/ffx1CiiggAIKKKCAAgpEhAgKKKCAAgoooIACCiiggAIKKDB/AVeogAIKKKCAAgoooIACCiiggALzF3CFCiiggAIKKKDAvROALiGu/QqoiXGZEJelxbOGOjbVBkpCIJDDpQAllgl+WxVgJWGwzc2EQajj7Dsa7557NT44+okYX4f3r8UbL5yIhzbWx0P2FVBAAQUU2CYC/gwFFFBAAQUU6Avs20s5SPTU/VMHz3wq3i4Hz+wtt8BwbwlE7heztP1j1sCW+8s2DnUOrNZQvwe6ut3XaiCud0G3z4bh3NxjwzB2vWc5psB2EPDwme3wV/A3KKDAzhLw1yqggAIKKKCAAgoooIACCiigwPwFXKECCiiggAIKKKCAAgoooIACCsxfwBUqoIACCiiggAIKKKCAAgoosMsEoEuMa0uHmgwHtc44dO3stwKUA2Zg6zrnAiUJEOq8lriXyYJQxzI2Lv3x2HskLp57NS5NHEBz6ADxxzyA5sRq4mKML/sKKKCAAgoooIACCiiggAL3TGD/PuJPi/3bqftW92/vHvl0OXiGtTq2trZW9pKtBlb6MIy1uf0aur1oLK4cA8qzoI7Bah2LC1h8Rtn7xrULauxat1TQ7a9hOO7BM4Xo7n/4jR9ZwMNnPjKhD1BAAQUUUEABBRRQQAEFFLjTAj5fAQUUUEABBRRQQAEFFFBAAQXmL+AKFVBAAQUUUEABBRRQQAEFFFBg/gKuUAEFFFDg3gtAlyDXfg3UGAwT5qDrAyvJd1BjLZEvnwc1BpTEvhxrBYj+ATMt3q/747H3cNQDaJ6J8XVoP/HG8xvx8EZNUhyP21dAAQUUUEABBRS4dwJ+swIKKJACB/Yt9m0vnIiT961nd1DePfKZePvkS8FaHct9IVD2kVD3lRlbX19fxrJ/owL1GTkPunbrQ302DOtYXNDFFt3yDyj1+CMPmMkYDMczDsNYzrMosBME1nbCj/Q3KqCAAgoooMC2EvDHKKCAAgoooIACCiiggAIKKKDA/AVcoQIKKKCAAgoooIACCiiggAIKzF/AFSqggAIKKKCAAgoooMAuFYB62Ex/+dDFoEuUg66d84HlITRQ29DV/TnASpIgUA6gycS/VqDe3/otuTD77D0cF86ej/ePfiLG18E8gObF4/HwiZqsOB63r4ACRcAPBRRQQAEFFFBAAQXuusCBfWvxxgsbcXJiv/bukU/HWyd/HqzVoy7K3g/K/jHbrbS9IdSx7LfS5vRr6PaWwMreM+dCnQNdHYurP7boln9AqfMDahtq3Y9lO4sHz6SCZScL1P9F7uQV7PrfLoACCiiggAIKKKCAAgoooIACCsxfwBUqoIACCiiggAIKKKCAAgoooMD8BVyhAgoooIACCiiggAIKKKCAAgrMX8AVKrB9BKA7bKb9KqhJdDdKmAPKATRQ63Z/JutlgRqHWrdY1lmAklQI3Xg/nu1B2Xc4/vrU7+PS0WdifF0voXE8174CCiiggAIKKKCAAgoocHcEdve3dAeF7lmBuHj40/HWw79Y7AnrIaK59wMW/bXlPjNjWWC4Z9wq1uJZ5+E0sbiyBgbPhfo86OpYXMDiM8r3x7ULauxat1TQ7aNhOH6jfXR5gB8KbHOBtW3++/x5CiiggAIKKKCAAgpsPwF/kQIKKKCAAgoooIACCiiggAIKzF/AFSqggAIKKKCAAgoooIACCiigwPwFXKECCiiggAIKKLDLBaBLnGsUUBPo+olzQEnCA9q00m8doPSh1lPxTAIESuJfa2cyYJbs36jEnkNx8dyrcenYJ2N85QE0f3zhRJy8ryYvjsftK6CAAgrscgGXr4ACCiiggAJ3TeDQfuKN5zfi4Y2pg2c+E2+feinW1uveDeoesr8fzD1iKy0+7rd4q6F7DhA5H4gchzoGRF7Acv861W+xrPsFuv0z0B+K/v55MGBHgR0m4OEzO+wP5s9VQIFVASMKKKCAAgoooIACCiiggAIKKDB/AVeogAIKKKCAAgoooIACCiiggALzF3CFCiiggAIKKKCAAgoooIACCihw9wWgS6Br3w41kW4qgQ7qWM4Flkl7QIZKAUp8nOiXfaAkALY2UBIDs58JgllvVdhbD6B5/+jUATTEGy+ciFP3rSY4hpcCCiiggAIKKKCAAgoooMAdFzh8YC3yYNCHTqzuyy4e+Wy8feoXZT8IlLrt/aDbQ2YMun7uE6H2YXhfzu2XWFzZB8rzobsvFhdcv7+YUvayWfcLdPtmoD/kwTMDjWHH3s4T8PCZnfc38xcroIACCiiggAIKKKCAAvdawO9XQAEFFFBAAQUUUEABBRRQQIH5C7hCBRRQQAEFFFBAAQUUUEABBRSYv4ArVEABBRRQoAhAl0hXAosPqAl1eQDNojv4B3UsgzBsAyVZLxP+cjwL1BgwSADMObda2HMw3j33anxw/NMxvvbvJf74wkacvn810XE8174CCiiggAIKKLCLBFyqAgoocMcFjpSDZzbioY31le+6cPiz8fbJn5e9IqzuD/v7QqDsGzPWDp7J9lSB+qwca6YtPwAAEABJREFUA8rBpkC5H+oYrNaxuKCLL7rlH1Dq8UfbF8NwPOMwjI3vta/AThLw8Jmd9NfytyqggAIKKDApYFABBRRQQAEFFFBAAQUUUEABBeYv4AoVUEABBRRQQAEFFFBAAQUUUGD+Aq5QAQUUUEABBRRQQAEFFLh3ArD1ATT5q2CYUAddHyhJhG0e1D7UehzPxMB+AUpyYD92vTZ7D8aFs+fj0rFPxfhqB9Ccus8DaMY29reLgL9DAQUUUEABBRRQQIF5CRw5uFYOAn3w+OrBMxePfDb++1Q9eCb3eVD3ia2d9VTpHzyT7VbaXKDsI6F7Xn8MhuNQ58XigtoGFr36D7p2jcRynxuLC4bjHjyzQPHf7AQ8fOZ2/0l9ngIKKKCAAgoooIACCiiggAIKzF/AFSqggAIKKKCAAgoooIACCiigwPwFXKECCiiggAIKKKCAAgoooIACCsxfwBUqoMBAALY+gGYqsQ665DugJOZBrduDgUFCINRxqHVLDswa6txsj0smGvZj7DlQDqB5f+IAmn17iD+9eCJO3+8BNOGlgAIKKKCAAgoooIACERrcMYGjB4nXn9+IByYPnvlcvH3y52VPmPs56PaBwDKeY/2S+z8YjkN3b39utoFo90A3LxYXsPis/4At9611RvcJ3f4Y6AYWran98SLsPwV2vICHz+z4P6ELUEABBRRQQAEFFFBAAQUUUEABBRRQQAEFFFBAAQXmL+AKFVBAAQUUUEABBRRQQAEFFFBg/gKuUAEFFFBAAQUUUODeC0CXYNd+DdREu6kEO6hjOReGbaAkEwIlwS8WF9R2JghmAcqcbGeBYT8TCFu8tbNfyt6D8e5Tv49Lxz8T42vvnog3XtiIRx5YNMaD9hVQQAEF7qmAX66AAgoooIAC8xA4emgtXn/+RDw4dfDM0Wfj7ZP/VfZ7QFkwsOyv7O/W1spYxoFymEy2s5T937VxoOwvoatzDlDub3NjcUE3J+OL0PLebGcBshoU6PbFMByf2hcPbrajwA4W8PCZHfzH86crsE0F/FkKKKCAAgoooIACCiiggAIKKDB/AVeogAIKKKCAAgoooIACCiiggALzF3CFCiiggAIKKKCAAgoooIACCigwf4HJFUKXaNcmQE24u1GiHbBM5gPK7UCJZbIf1DYM6xxrBRgkDfbjmVTY+tlmfX9cPHt+iwNo8ACa8FJAAQUUUEABBRRQQAEFbr/AsXLwzEY8MHnwzOfjv0/+V9kHQt375T4OKHu99fX1UmeslRaDOqfFs4bVWIvnfVC/A2odiwtYfNZ/OTdbQPlN2c4CZDUo0O2HYTh+o/3w4EHbr+MvUuCGAms3nOEEBRRQQAEFFFBAAQUUUECBbS7gz1NAAQUUUEABBRRQQAEFFFBAgfkLuEIFFFBAAQUUUEABBRRQQAEFFJi/gCtUQAEFFFBg+whAl3DXfhXUxLtxwh3U+Hhe9qGOASXJD8jwsp1JgMCg32KtzmTCLP1+a5d6z/64cPZ8fLDxufLs/seedeKNFzfikQf39MO2FVBAAQUUUECBeyjgVyuggAI7W+B4O3jm2PrKQi4efTbefvg/S7zs167t97KdBSgHz0CtM5b7Paj9bGfJeBao+8V+G2os50G9r43H4gIWn1H2mRmPxQWU/qJZ/gGl7n8AkfvdjMFwPOMwjOU8iwJzEvDwmTn9NV2LAgoooMD2EPBXKKCAAgoooIACCiiggAIKKKDA/AVcoQIKKKCAAgoooIACCiiggAIKzF/AFSqggAIKKKCAAgoooIACu1wAusS7RgE12W6ceAc13p8HNQZdDSwTDYGS/JfJgFMFurk5nomFWUONZztLie/ZH++ceSUuTR1As0a88fyJePQBD6AJr1UBIwoooIACCiiggAIKKHDTAscPr8XrL2zE/RMHz1w48mz898n/Wu7zoNvzAVH2bmtry/G2nwPKPrGNZzwLdHFYfRbUcahjsbigtoHyzFhcUGOLZvkHlLr/AXjwTB/E9q4UWJv7ql2fAgoooIACCiiggAIKKKCAAgrMX8AVKqCAAgoooIACCiiggAIKKKDA/AVcoQIKKKCAAgoooIACCiiggAIKzF/AFSqgwPYTgOmkvPyleQBN1v0C3XygJBXmONQ2rNYtqRCGYy3er7M9LkBJYlzfuz8unn0lLh3/bIyvPesRb7x4Ih590ANoxjb2FVBAAQUUUEABBRS42wJ+384U2Di8Hq8/vxH3HV1ssEZLuHD08/HfJ39Worlng7q/a+1+ne08aCYLUA6JyXbGW4Eazz6stqE+H2odiwtYfNZ/eV+2gJV9acb7BbY+eCbnAVlZFJi9gIfPzP5P7AIVUEABBRRQQIG7LuAXKqCAAgoooIACCiiggAIKKKDA/AVcoQIKKKCAAgoooIACCiiggAIKzF/AFSqggAIKKKCAAgoosBQYHzQDXfId1DZ0Nay228OAkvwHtFDpZ3IgUBIPs90K1BjUusX7NVCewfq+uHju1bi08bkYX+trEW+8cCIe8wCaMY19BRTY3QKuXgEFFFBAAQUUuKHAxpG1eO3541scPPOF+J+TPyt7srW1tVJD3aNlf319fWWfl3GgxNs41HticQFlDGoMap339QsQeQHL783xfqy1sx4X2PrgmfE+eHyvfQXmJrA2twW5HgUUGAvYV0ABBRRQQAEFFFBAAQUUUECB+Qu4QgUUUEABBRRQQAEFFFBAAQUUmL+AK1RAAQUUUEABBRRQQAEFFFBAgfkLbN8VQpeQ134lUJqZkAe1XQLXPqDGgGUSIFBGgRLLpEDo2q3famCZcJixVlpyYusP6j3tAJpnY3ytr0W88eJGPP7Q3vGQfQUUUEABBRRQQAEFFFBAgQmBE0fW4vXnTkwePPPOkTx45j/LXWujg2dy3waUPV2OtdKPZzvj0M3LWBboYjBsQ91HxuICFp/1Xz4rW0DZc7Z21uMC3T4XGAxvtc8dTPpIHW9WYPsJLF6ZbL8f5S9SQAEFFFBAAQUUUEABBXa0gD9eAQUUUEABBRRQQAEFFFBAAQXmL+AKFVBAAQUUUEABBRRQQAEFFFBg/gKuUAEFFFBAAQUGAtAl5rUBqAl6WyXmQR2HWud9QEkChGGdY5komAVYJihCbUOt++OZkJj9foHFc9f2xDtnXolLJz4f42ttMf7GC8fjsQc9gGZsY18BBRRQQIFdKeCiFVBAAQW2FLjv6Hq8/vyJOHF09ViKi8e+GP9z8j/KvbknA8peL9u5VwMi6+y3kn2g7PeynXGo/X4b6rOgG8vxVoDIC1h+Z471Y62d9bhAt78FBsNb7W8Hk+woMEOB1f+Vz3CRLkkBBRRQYHcLuHoFFFBAAQUUUEABBRRQQAEFFJi/gCtUQAEFFFBAAQUUUEABBRRQQIH5C7hCBRRQQAEFFFBAAQUUUECBey8AXYJe+zVQE/VulKAHlKTAdl/WUGNQ6xbLpEGgJCRmuxUYxmDYb8mLOX/P3n1x8ez5eP/4szG+gPjTixvx+EN7xkP277GAX6+AAgoooIACCiiggALbQyAPnnnt+eOxcWT1SIoLR78Y//3wf5Q9Xu6/oO7pgLKPAwYHz+ReLQtQxlsbar89o9VQ41Cfm/EsUPuxuGDYXoTK7wGyWdqlMfqAbl8LdW6bcqN9bZtnrcAcBVb/l35nV+nTFVBAAQUUUEABBRRQQAEFFFBg/gKuUAEFFFBAAQUUUEABBRRQQAEF5i/gChVQQAEFFFBAAQUUUEABBRRQYP4CrlABBRSYFIBhcl5OghqbStQDlkl/sNqGGoNaZ0JhK0BJTIRuDGqszck6ExezBpYJjrC4Z209Lp47H+9vTB1AE/GnF0/EEx5AE14KKKCAAgoooIACu1rAxSuwInD/0fV47bnjsXF4fWXswrEvxX8//NMSb/uwVq+vr5f9X9YtlnUWoOzX2ljGWoE6ln1guQ/Mfiuw2OMtSiwuYPEZ5btyPBYXUPqL5rLOdr/A1gfP5DwgK4sCu1LAw2d25Z/dRSuggAIKKKDA7hJwtQoooIACCiiggAIKKKCAAgooMH8BV6iAAgoooIACCiiggAIKKKCAAvMXcIUKKKCAAgoooIACCmwvgTxopv+LoCbpZRxqe2ocGCQCQu1DrfMeoCQbZhIhrLahi7U5LYERKAmNGS9lfU+8+9Tv4/2Nz8fU9caLJ+LJh/dODRlTQAEF7oGAX6mAAgoooIACCtxbgQeOrcdrz2/ExpH1lR/yztEvxf88/NOyp8v9FlDaObH1294s+60Ay30a1Hv6Y9mGYTxjrUAdi8UFtQ21XoTKbwCyWdqlMfoAIverGYY6N9tZWjzbFgV2q4CHz+zWv7zrvncCfrMCCiiggAIKKKCAAgoooIACCsxfwBUqoIACCiiggAIKKKCAAgoooMD8BVyhAgoooIACCiiggAIKKKCAAgrMX8AVXlcAusS9NhFqAl8m7kFtt7GsocaAQUIg1D6Q08oYsOUBNDeTzNifA2v1AJoTX4ip648vbMSTJz2AJrwUUEABBRRQQAEFFFBgVws8cHw9XntuI44fXj2G4p1jX46/nPxp8clDYYDo19nOAjWe7dyXAYODZzLeCqyOAQGUZ+c8qP1YXMDiM5bjsbiA0l80l3W2+wW6/SvQHyoH0jCKDSbYUWCXCKz+r36XLNxlKqCAAgoooIACCiigwO4RcKUKKKCAAgoooIACCiiggAIKKDB/AVeogAIKKKCAAgoooIACCiiggALzF3CFCiiggAIKKLD9BKBL4Gu/DmoiX/8AGqixnAO1DQwSA6H2M7kw52UBlgmHGc/ExSzQzYVuDjBIasy5eV8r7557Nd7f2OIAmuc3PIAmvBRQQAEFFLj3Av4CBRRQQIF7I9AOnjk2dfDM0S/FXx7+Sflhub+CuicDyh5svPfqz8kxqPOznWP9AnWsH2ttqGOxuKC2cwxYRKLsKaFrR++CLp770xyCGst2lozDMJZxiwK7UcDDZ3bjX901K6CAAvdWwG9XQAEFFFBAAQUUUEABBRRQQIH5C7hCBRRQQAEFFFBAAQUUUEABBRSYv4ArVEABBRRQQAEFFFBAAQUUUKAIwI0PoMmEvjL52gfU5D6gJAteC5c2ULpQ6+z0kwtbu9WZvAgsD6kBSvJjf7y1gbh47ny8d50DaM6c3BteSwEbCiiggAIKKKCAAgoosAsEHjy+Hq89txHHDq0eP/HOsS/HX07+tCgAy31b7rOyAMv9WO7PsmQ8S7ahjvfbOQY1DrXux1obiLxaP9tQY0D5Lf1YtlvJfSh0+1WgDZW6jZeOHwooEKv/6xdFAQUUUEABBRRQQAEFFFBAAQVmJuByFFBAAQUUUEABBRRQQAEFFFBg/gKuUAEFFFBAAQUUUEABBRRQQAEF5i/gChVQQIHtKwDDJL78pVBj/YQ+qLH+OLBMGGzxllgI3VjGsgDlcBmgJDgCg36bk3UWqOPZbuWvT70a75/4Ykxdrz+/ERqtoxAAABAASURBVB5AE14KKKCAAgoooIAC90zAL1bg7go8tLH1wTMXjn81/vLwT8oPApZ7MKjt3GPloTJZtwJ1H5dxqPOy3cazhhqHWvdjrQ1EXtDVOdZi0MUz1gp08dyPZhxqLNutwGqsjVkrsBsFPHxmN/7VXbMCCiiggAIK3FsBv10BBRRQQAEFFFBAAQUUUEABBeYv4AoVUEABBRRQQAEFFFBAAQUUUGD+Aq5QAQUUUEABBRRQQAEFVgRaYl8bgJrMl3Egsm5jWUMdB1YOoIEag1rn/Ew0hNrP5EVgmfyY/RzvlxYDygE1/bGLZ1+57gE0Z0/tCy8FFFAgJFBAAQUUUEABBWYs8NCJPfGHH52Io4dWj5145/hX438e+reyeqDsvXJPBbUNdW+WsSxt/9XaUOe1ONQ+DOucDzXW2kDk1frZhhoDlvtHIIcGJfed0O0/YTgnxwc32FFAgSKw+l+BEvZDgd0j4EoVUEABBRRQQAEFFFBAAQUUUGD+Aq5QAQUUUEABBRRQQAEFFFBAAQXmL+AKFVBAAQUUUEABBRRQQAEFFFBg/gKucPsLwDCpL38x1Fgm+EFtZ7wVqDFgmUCYY1D7MKxb8iFQDpQBShIk1Hk53grUsezDajsPoLl035dj6nrtueNx7tTeqSFjCiiggAIKKKCAAgoooMCOF3h4Y0+89qPjcfQQK2u5cPxr8ZdrB8+0/RTUedlvB8pkGyh7Oah1jgFlv5btNmeq7sdaG4hYXNlfVOXZ/XYbb3XO6ZeM5/4zY9nOul+mYv1x2wrsVgEPn9mtf3nXrYACCiiggAIKKKDAvRPwmxVQQAEFFFBAAQUUUEABBRRQYP4CrlABBRRQQAEFFFBAAQUUUEABBeYv4AoVUEABBRRQQIEtBVqiX5vQkvsy3tqtzjmtnXWWjGXJdr+0WCYetnhLZsxYtjOe7XHJsXEs+xfOvBzvb3EAzR+e24izHkCT7BYFFFBAgd0r4MoVUEABBWYocPLEevzh+eNx5ODqcRPvHPtq/M9DPy6rzj1Tf4+V+6osGW91tlvJWM7PusWyn+1x3Y+1ds7JL+7XW7VzXiv9ObnvzHiLZTtLi2fbooACqwKr/zVYnWNEAQUUUGDWAi5OAQUUUEABBRRQQAEFFFBAAQXmL+AKFVBAAQUUUEABBRRQQAEFFFBg/gKuUAEFFFBAAQUUUEABBRRQQIHtI5BJfuPEvozlL8x4trPOfisZy3bWWbKdJdv9krEs/eTEfjuTHHN+xvolYznWYtnOkv2LZ16O9058OR+7Ul57biPObZsDaFZ+ngEFFFBAAQUUUEABBRRQ4JYETt63Hr9f7HOOHFg9auL/Hvtq/OXhfyvPyz1UNrLOfdNWJfdVreTcbI/nZjxjrZ5q51h+XxvLfpaMZZ2ltbPul9xf5njWGc921q1kfBxrY9YKbE+Bu/+rVv+LcPd/g9+ogAIKKKCAAgoooIACCiigwO4ScLUKKKCAAgoooIACCiiggAIKKDB/AVeogAIKKKCAAgoooIACCiiggALzF3CFCiiggALXFZhK7GuxfuJfi+XDWjvrLBnLku2p0k9KbAmOOS/bWed4v2QsxzKW7axb+eu53215AM0fntuIp07vzZ9iUUABBRRQQAEFFNhtAq5XgRkJnLp/T+T+Zvrgma/F/+kdPDPeM+XeaSqW8Sw51t9vZT/psm4l52XJ/lZz+/dMtTPWSj4n21nnPrO1s+6XHO/3bSugwKrA2mrIiAIKKKCAAgoosLsEXK0CCiiggAIKKKCAAgoooIACCsxfwBUqoIACCiiggAIKKKCAAgoooMD8BVyhAgoooIACCiiggAIKbE+BlgDYfl1L+st4trNuY1lnrNWt3e9nLEuLtcTFjPXbLZExY/2S89rYuP3u2Zfj/fu+ko9eKb//0UY89ci+lbgBBRS4uwJ+mwIKKKCAAgoooMCHEzh13574ww834vD+tZUHvLPxjfg/D/+4xHOflKW/j8r2OJb9/t5qas5ULO9r8WxnyS+eiuVYlhxvdbZbyf1kxrPOWLazbqXFW99aAQW2Flj9L8PWcx1R4G4I+B0KKKCAAgoooIACCiiggAIKKDB/AVeogAIKKKCAAgoooIACCiiggALzF3CFCiiggAIKKKCAAgoooIACCigwfwFXqMBNCYyT//KmFstEwNbOeCstlnWWfjz749JPUszkx/54jo1Ljue8jPfb2c8DaN7b6gCaHx73AJr2x7BWQAEFFFBAAQUUUECBHSNw+v498YfnNuLQAVZ+8zvHvxF/efCFEs/9UZbcG/VKZCz3UFmynSXbOSfbWbfS+q1u8az7sWz3S/6A1p9qZ2xccn7uKzOe7az7ZSrWH7etgAKdgIfPdBa2FFBAAQUUUEABBRTYpQIuWwEFFFBAAQUUUEABBRRQQAEF5i/gChVQQAEFFFBAAQUUUEABBRRQYP4CrlABBRRQQAEFFNjeAi0hsP3KlgSY8dZuY1m3WNZZMpYl261kP0v2WyJjtlsSZMa2Kv15rd3u++vZl+P9+7+Wj14pv//h8fjYo/tW4gYUUEABBRS4OwJ+iwIKKKCAArcm8MgDe+MPP9qIQ/snDp7Z+Eb85aEbHzwz3le1vVPupcZj2Z+K92PZztJWku1WMjZuZ2xcck7uJzOe7axbafHWt1ZAgRsLePjMjY2coYACCtxdAb9NAQUUUEABBRRQQAEFFFBAAQXmL+AKFVBAAQUUUEABBRRQQAEFFFBg/gKuUAEFFFBAAQUUUEABBRRQQAEFBgKZDDhOAMxYTsp4a2e/lRbLOsv14jnekhyznaXfz/a45JytkibfPfObLQ+gefUHx+Njj+yNaD/IWgEFFFBAAQUUUEABBRTYhgKPPLAnfv+jY3Fw8uCZb8ZfHrzxwTP9PdN4D5VjWfp7rf6cFs9Yv5395MpYtlvJ2LidsXHJObmPzHi2s24l4+NYG7NW4EML7IIbPXxmF/yRXaICCiiggAIKKKCAAgoooMD1BRxVQAEFFFBAAQUUUEABBRRQQIH5C7hCBRRQQAEFFFBAAQUUUEABBRSYv4ArVEABBRTY/gJTCYAt1k8QbLFcUWtnnSVjWbZKUmzxrPsl783Sj2U7Yy1ZMtsZayUPoHnvvq/l162UV3+4EU8/unclbkABBRRQQAEFFFDgzgr4dAUUuDmBR/PgmR8ej4P7Vo+U+L8befDM8+VBuQ/K0vZBrZ6K9fdO/Xb/nryvX3KsPzfH8ov79VbtnNdKf07uHzPeYtluZSrWxqwVUGBrgdX/Umw91xEFFFBAAQUUUOBuCPgdCiiggAIKKKCAAgoooIACCigwfwFXqIACCiiggAIKKKCAAgoooIAC8xdwhQoooIACCiiggAIKKKDAlgItUbBNaMmBGc921m0s64y1urX7/YxlyViWTG7MkrGsb1RyXj8Zsj//r2d/E+/dP30AzfkfbMTHH92XX2lRYLcKuG4FFFBAAQUUUECBbSjw6IN74vc/2oiD+1ePk/j/jn8z/vLAc+VX514oS38PlO2pWH/P1G/n/Cz9e/rtNpaxLPnFU7Ecy5Ljrc52K7lPzHjWGct21q20eOtbK6DArQms/tfi1u539uwFXKACCiiggAIKKKCAAgoooIACCsxfwBUqoIACCiiggAIKKKCAAgoooMD8BVyhAgoooIACCiiggAIKKKCAAgrMX8AVKrBzBMZJgvnLWywTBlu71f3xjGXJWJZs36hkYmMrbW7rtzrj/QTK7OdY1u8++et4777pA2he+cHx+PhjHkCTfwuLAgoooIACCiiggAIK3A2B63/HYw/tjT/8cCMO7GNlYh488/8+9Hy0vU7ud7I9Vfr7o3E778syvm+rWMb7JX9Y6/fb/f1gxrPkvFbneGtn3S9tXj9mWwEFbl7Aw2du3sqZCiiggAIKKKCAAgrcHQG/RQEFFFBAAQUUUEABBRRQQAEF5i/gChVQQAEFFFBAAQUUUEABBRRQYP4CrlABBRRQQAEFFFDghgItcbBNbMmCGc921m0s6xbLOkvGsmS7X1qsJUK2sdbPxMmMtX6rM5Zjrd+v3z3z63j/gW/ko1fKK//qATQrKAYUUECB3SLgOhVQQAEFFNhGAo89uDd+/8Pjsf86B8/kvqeV/p6n3+7vi7Ld5me7Py/j2W91trNkf6okVYtnO0u/n+2M9UvuCzOedcaznXUrLd761goo8OEEPHzmw7l5lwIK7CIBl6qAAgoooIACCiiggAIKKKCAAvMXcIUKKKCAAgoooIACCiiggAIKKDB/AVeogAIKKKCAAgoooIACCiiggALbT2CcNJi/sMUygbC1M95KJjJmO8eyZDtLtvtlHMv7cnyqzlgrbU4mVWb7/2fnz98tKep87zveBTVBDSDzVIzigDigIgoCIjJqd9vOQ9tqCz7Pue9zrj7t+Y+1jz2q3cxKse/1iahYmblW7oKipr2z3nkRFRHfiMyV8dpe3ZE/fCN1H3vjnp+Vt2/Y/QCaj991KD9rUUABBRRQQAEFFFBAAQUuucCpm68uv/7WyXL4IFu//V/XfbX84aZvlXzj9NK/c9Lv7XGdeL6Hep12H+/t1BlPfLPuscRT8lKpU9Iej/fvvz6W8V4Sy3j6aacel7nYeNy2Ah9U4Eqf5+EzV/r/Aly/AgoooIACCiiggAIKKHBlCLhKBRRQQAEFFFBAAQUUUEABBRRYvoArVEABBRRQQAEFFFBAAQUUUECB5Qu4QgUUUECBhQr0RMK+vJ48mHhv97HUifWxtFN6PO1eeixJjXMliZJz8cTyjIz3Ou3E37z3Z+WtXQ6g+YcXT5ZPeABN2C0KKKCAAgoooMD5CHivAgqco8Ddt1xdfv3N68rhq2cOnrn+yfKfN75c8j2T75uUtHvp3zq93+vEMzd1YmmnjNvjfo/3+VlCxlPG7fRTemxcpz0umZdvv8TSTt1Lj/e+tQIKnJ+Ah8+cn593K6CAAgoooMCHEvAmBRRQQAEFFFBAAQUUUEABBRRYvoArVEABBRRQQAEFFFBAAQUUUECB5Qu4QgUUUEABBRRQQAEFFFDgwggkiXAzcTCxPD3x3k6/lyQ2pr05lv5uJff0sc12+pslc5M4mTqlj79178/KOzc+np/fKr/MATSnDm/FDSiwfwV8cwUUUEABBRRQQIG9LHD3LQfLr1++vhyaO3jmuifLf97w0tbBM+Pvm3znpJ+Sdi/p53so/bRTp4zb6ffS46lTEk8du9RzZTyW9rhkfr4HE0s7dS+Jb8b6mLUCCnw4AQ+f+XBuy7rL1SiggAIKKKCAAgoooIACCiigwPIFXKECCiiggAIKKKCAAgoooIACCixfwBUqoIACCiiggAIKKKCAAgoooMDyBVyhAgsWmEsc7LHdEgv7eOqUzpN2L4n1duokQKbs1s7YuGTeXMLlG/f8XXl7twNoXjhRPnH3ofy0RQEFFFBAAQUUUEABBRQ4d4EPeMc9t+bgmZPl4NXa41UVAAAQAElEQVTbN/zX9U+V/7yxHTyT0Xzb5Fun12mnbPZ7bO47KGMp/Z7UKYmN5yeW0n+3t9NPSX+377zxeG+nHpfcP+7bVkCB8xfw8JnzN/QJCiiggAIKKKCAAgqcs4A3KKCAAgoooIACCiiggAIKKKDA8gVcoQIKKKCAAgoooIACCiiggAIKLF/AFSqggAIKKKCAAgpceIEkII6f2pMKE+/tzfE+Nh5Pu5c+v/eTGJmSfuqUcTv9lHHy5Ljd575ZD6B5oj9+Uv/y+ZPlk6c8gGaCYkcBBRTYpwK+tgIKKKCAAntR4N5bD5ZXX87BM2y93p+ue7L85w0vlnzX9O+X1JmY2FwZf/PMtfs9eU7avU47Jc9OSTxlt/Z4LHM2S8bzjZd42ql76fHet1ZAgQsn4OEzF87SJymgwP4V8M0VUEABBRRQQAEFFFBAAQUUUGD5Aq5QAQUUUEABBRRQQAEFFFBAAQWWL+AKFVBAAQUUUEABBRRQQAEFFFBgAQKbyYVZUo/t7OyU3k68l57omLGUxFOnjNvp95J7UtJPnZJ2StqbJfGegDkee/Oen5Z3bvpqfmar/OKFk+WTd3sAzRaMAQUUUEABBRRQQAEFFDgvgXtvO3PwzFXbB8/88bonyx9venl98Ey+ZVLyHZNvmt5OPyWxlLQzNm4nNi4ZH/d7O/GU9FNncalT0u7x9HOATOqUjI1LYhlPLO3U4zIXG4/bXpSAi7nEAh4+c4nB/TkFFFBAAQUUUEABBRRQQIEIWBRQQAEFFFBAAQUUUEABBRRQYPkCrlABBRRQQAEFFFBAAQUUUEABBZYv4AoVUEABBRS4eAI94bD/Qk8yTLy3+1jqxPpY2omljJMc00/JeErGUno7SZYpifWSfkr6mTdup5/4G3f/pLx94y4H0Dx/sjzkATRhtyiggAIKKKDAvhXwxRVQYC8J3Hfm4JmrZw+eear86aaX6+vmeyUl3ywp/Vum14mNS+b2sc12+il9/rhdf2z1T8YSXzXroaFppyTeY+M67XHJ3HzTJZZ26l56vPetFVDgwgt4+MyFN/WJCiiggAIK7D8B31gBBRRQQAEFFFBAAQUUUEABBZYv4AoVUEABBRRQQAEFFFBAAQUUUGD5Aq5QAQUUUEABBRRQQAEFFFiQQJINNxMME8sSE+/t9HvZTGrs8czdreSelPH4XH8uCbPPS/3mPT8pb980fwDNz58/WT51z+H+OtYKnJ+AdyuggAIKKKCAAgpcsQL14JmXritXH2DL4E/XP13+dNNL64Nf8p2Skm+dcZ32uGQ8ZfObJ7HM63Vv937qXvpYXqrHenuzznhi45JYvvMSSzt1L4lvxvqYtQIKXDgBD5+5cJYX7Ek+SAEFFFBAAQUUUEABBRRQQAEFli/gChVQQAEFFFBAAQUUUEABBRRQYPkCrlABBRRQQAEFFFBAAQUUUEABBZYv4AoVUODiCswlGPbYbgmIfTx1Sn/DtHvZjCVRMiXjqVN64mXavSSWknmpUzKWfuo37/5JeevG+QNo/v65E+UhD6Dp9NYKKKCAAgoooIACCuwrgb3wsg/cfrD8+uXrylVXbb/Nn67/WvnDDS+sB/J9ku+UlLTPVvJdk9LnpL15X/opfU6veyx1fjx1StqZkzr93b7fxuO9nXpccv+4b1sBBS6OgIfPXBxXn6qAAgoooIACCiiwvwR8WwUUUEABBRRQQAEFFFBAAQUUWL6AK1RAAQUUUEABBRRQQAEFFFBAgeULuEIFFFBAAQUUUECBhQokUXG8tJ58mHhvb473sfF42uOSe3o/iZEpvZ86/ZS0U9LuZa6f2Fv3/KS8fdOTefRW+flzJ8qn7j28FTeggAIKKHBOAk5WQAEFFFDgihN44PZD5VcvXVcOzJwO8aeP5OCZ51djB2rJd0kv/ftltzrz+lhvj+u0U/qcXieWP0LqlM125vXYuE57XHJvvt0SSzt1Lz3e+9YKKHBxBWb+z8vF/UGfroACCry/gDMUUEABBRRQQAEFFFBAAQUUUGD5Aq5QAQUUUEABBRRQQAEFFFBAAQWWL+AKFVBAAQUUUEABBRRQQAEFFFBg+QKXZoWbSYj51R5LQmJv9zrj42THHk+dkvHUKb2dOvekJD6u0x6Xq666qqRkXuqUPp7Ym3f/uLx901N55Fb5+2+cKA/fc2grbkABBRRQQAEFFFBAAQUUmBP46B2HyisvnyhXHdge/eP1Xyt/vOGFeuhMRvM9cuBAO4TmbHWfN/6WGbf7vX1e76fO76SknfG0U6eknXjq3k+dklhKb6fO99w4lnYvGe9t670g4DssXWDm/8QsfcmuTwEFFFBAAQUUUEABBRRQYEvAgAIKKKCAAgoooIACCiiggAIKLF/AFSqggAIKKKCAAgoooIACCiigwPIFXKECCiiggAILF+iJiX2ZPRkx8bRT97HUifW6t9NPMmT6vSTW2xlLST/1uGzGkpzZY2n3uYm9ceqH5a1dDqD52XMny8P3egBN3C0KKKCAAgoo8CEEvEUBBa4YgQfvPFReeelEOQBba/7j9c+UP934Qo0D9QCa/k1ythoo/fsFmNwHFBjK+DnQ4olBa5fVBa0N1GeV1QUttmpu/ZfvNqCkziCQal16fB2woYACl0TAw2cuCbM/ooACCiigwLkJOFsBBRRQQAEFFFBAAQUUUEABBZYv4AoVUEABBRRQQAEFFFBAAQUUUGD5Aq5QAQUUUEABBRRQQAEFFFDgwgrAkKDYnwwtUTEJitDafSw1tBi0useASVIlDP0kU6ZAi6XdC1ATKns/SZvQYmn3eOo36wE0T5e562ffyAE0h+eGjO0zAV9XAQUUUEABBRRQQIGLIfDgnQfLr148Wb9bNp/fDp55vo7lOwTat0vm5VtktwJMDp7JvX0uUL91xrHxGLTfgDavrC5osVWzvkvqlHyfpQZSTQoM33UwHc99MI1NbrajgAIXTcDDZ96f1hkKKKCAAgoooIACCiiggAIKKLB8AVeogAIKKKCAAgoooIACCiiggALLF3CFCiiggAIKKKCAAgoooIACCiiwfAFXqIACV4AAbCciQovtlqgILbkRmCREQutDq8MHrb2ZZNn7qYGalJl2SpIzod2XdmK9vHnqB+Wtm54qc9fPvnGifPo+D6CZszGmgAIKKKCAAgoooMBZBBY/9LE7D5VXXrpu9f2yvdQ/Xv/18qcb28Ez0L5D+vfH5vdIj6cGZg+egfYMGOrM7wVYf/+U1QWs/i2rd6OWsroyd1Wt+0C6WwXat1kGYHsObMcy16KAAhdfwMNnLr6xv6CAAgoooIACCihwzgLeoIACCiiggAIKKKCAAgoooIACyxdwhQoooIACCiiggAIKKKCAAgoosHwBV6iAAgoooIACCiigwMUTyEEz46dDS1JMHFp7PJ5kyLkxYJIgCa0PrBMsocXyjF5gGE+sJ3kC64TOxFLePPXD8tZNT5e56++ePVE+c78H0MzZGFNAgf0i4HsqoIACCiigwIUU+Nhdh8qvXjo5+8g/XP9M+dONz9VvGGjfKZkI1O+XfH+k5BulF2jzehxYf7OM5/R2aqA+D4YaWrusLmjPXDXrvNRAqvW71c7oH9j94Jl8q42m2lRAgcsg4OEzlwHdn1Rg3wn4wgoooIACCiiggAIKKKCAAgoosHwBV6iAAgoooIACCiiggAIKKKCAAssXcIUKKKCAAgoooIACCiiggAIKKLB8gStohdASG8dLhhZL4iK09ng8SZTpAzUhctyGaSxjKbknBdo4UJMreyx1L7slcyb+5qkflLdu/lqZu3769RPlM/d5AM2cjTEFFFBAAQUUUEABBa4kgY/n4JkX5w+e+eNHni3/dePz9VsGtr9P8l0CLZ52L/keSUkfmBw8A8N8oH7rwFBDGy+rC1j9W9a/X1ZXnrmqaqzX0Oal3wvsfvBM5sD2PYlbziLgkAIXWMDDZy4wqI9TQAEFFFBAAQUUUEABBS6EgM9QQAEFFFBAAQUUUEABBRRQQIHlC7hCBRRQQAEFFFBAAQUUUEABBRRYvoArVEABBRRQQIGLL5CDZsa/Ai1pMXFobWh15kFrA+sEyR6HIQatDdQEzCRVwtBOPwWmsXFSJ7RnZF7ib971/fLWTbscQPPsifLZ+48ULwUUUEABBRTYfwK+sQIKKHAhBD5x16HyD2c5eOZPN3yjfsNA+84A1t8q+ebYLNDm9TiwdfBMxvKtAtRnwbTOeFldvYb2TKDOL6sLWP27+3+w+8Ez+W7b/U5HFFDgUgp4+Myl1Pa3FFBAAQX2q4DvrYACCiiggAIKKKCAAgoooIACyxdwhQoooIACCiiggAIKKKCAAgoosHwBV6iAAgoooIACCiiggAIKKLBAAdhOdIQWSyIjDImOffnQxqHViSeZEthK5oQWy3gKtD5Qky17bFwneXNcMtbLm6e+X966+Zkyd/3k68c9gGYO5txizlZAAQUUUEABBRRQYN8JfOLU4fLLXQ+e+UZ5v4NngPX3Sb49gHrQTL5Lxv20NwuwdW/mQPv2SbusLmj9VbN+N6XuBYaxHksNw/cYkNCkwHZsMsGOAgpcMoF9ePjMJbPxhxRQQAEFFFBAAQUUUEABBRRQ4LIJ+MMKKKCAAgoooIACCiiggAIKKLB8AVeogAIKKKCAAgoooIACCiiggALLF3CFCiigwOUTgJbE2A+g2XwTaOOJw7QNTJIpofWTdJkC1ORMaPU4lvZmgWFext6863vlzZu+VuauegDNA4fnhowpoIACCiiggAIKKLBHBXyt8xH45N2Hyi9fODH7iD/ekINnnq3fJ9C+S4D6PZJvi5QcMJOSdgpMxxMbj6cP28+CFhuPlzMXtDGg/nY5cwFnWtsVnP3gme07jCigwOUU8PCZy6nvbyuggAIKKKCAAvtFwPdUQAEFFFBAAQUUUEABBRRQQIHlC7hCBRRQQAEFFFBAAQUUUEABBRRYvoArVEABBRRQQAEFFFBg4QI5aGa8RGiJkIlDa8+NQxuDVvc5wFaSJ1CTLWFaJ0GzJ3TCcN84nvFe3r77B+WtW75e5q6fPHOifM4DaOZojCmgwAcRcI4CCiiggAIK7BuBh+4+VH7x/MnZ9/3jDc+VP17/9a1vknxjnK30b47d5kD7XunjMN/PS0EbA9Kt71Ibo3+gjY1CdV6+wxKD6XiPZ8yigAJ7R8DDZ/bO38I3UeADCzhRAQUUUEABBRRQQAEFFFBAAQWWL+AKFVBAAQUUUEABBRRQQAEFFFBg+QKuUAEFFFBAAQUUUEABBRRQQAEFli/gCi+tAEyTGvPr0GJJcITWTryXJFxmrPeBmigJrA+ZKasLWP1baiz3pAC1D9M6Y73AMAat3cfeuut75a2bv17mrh8/c6I84gE0czTGFFBAAQUUUEABBRRYhEAOnvn5LgfP/OGG58qfPvL19fcGUNv9W2KuhrPPASbfOnkGtFjaKdD6ZXVBawOrXqm/XxurYApmJwAAEABJREFUf4D1s1bdyX9A6d9YwGQsHdiOJb7fi++vwH4X8PCZ/f4X9P0VUEABBRRQQAEFFFDgUgj4GwoooIACCiiggAIKKKCAAgoosHwBV6iAAgoooIACCiiggAIKKKCAAssXcIUKKKCAAgoocIUI9ETHvlxoyY2JQ2tDqzNnM8kyMWjjQE2q7DFo/dyTAtQkzN4GylVXXbWOJZ7SYzC9/61T3ytv7nIAzY/qATRHipcCCiiggAIKnJOAkxVQQIE9L/DQPYfLbgfP/PGG58t/feTr9TsE2vcDtDrfFin5vkhJG6jfH72f2GaBdj+0uRmHod37QMkFTH4/4+N4b6dOAVLVe/LdlQ60WNopPZ62RQEF9p7Agb33Sr6RAgoooIAC7yfguAIKKKCAAgoooIACCiiggAIKLF/AFSqggAIKKKCAAgoooIACCiigwPIFXKECCiiggAIKKKCAAgoooIACF0cApkmO+RVosSQ8AqXXGRsXoCZMJraZYAltDMhwnZc5wLrd+3OJn4mlZM64vH3qe+WtW75Rn7n5z4+eOV4e+eh+PoBmc0X2FVBAAQUUUEABBRS4sgU+de/h8vPnTswi/OEjz5c/Xv+1+n0B0++M8TdE2kA9dCbtsxVozxl/i0C7F4YaKLmA9e+P+2nPFRi+r/KdlTlAqkmB7dhkgh0FFLisAud/+MxlfX1/XAEFFFBAAQUUUEABBRRQQAEFLomAP6KAAgoooIACCiiggAIKKKCAAssXcIUKKKCAAgoooIACCiiggAIKKLB8AVeogAIKXOEC0JIdkxAJLUGyk0Ab2+xDiwM1AXM8vpngmWROaPOAdSIotNjm/HH/rbu+U9685dkyd/3oa8fL5x/0AJo5G2MKKKCAAgoooIACMwKG9qzAw/ccKn//jV0Onrnh+fKnj3ytfkfA8A0BlHxr5Puh10Cdt1ss8XHJfTC9B1of2m/Bdp1nQPt2Akq/YGhvfl/BMNbnWyugwN4X8PCZvf838g0VUEABBRRQQIEtAQMKKKCAAgoooIACCiiggAIKKLB8AVeogAIKKKCAAgoooIACCiiggALLF3CFCiiggAIKKKCAAgoocPEFkgg5/hVoiZCJQ2v3cWB9wAzQwzWpMx2gjgM1BpRcwCSeBM25AtT7NhM/+9y37/puefvW58rc9cOnPYBmzsWYAvtBwHdUQAEFFFBAAQUi8PC9h8vPnjuZ5lb5ww0vlD9dP3/wTL4XgPotAa1OrBdosXxn9FivYfhWgdbOWFldqaHFgFWkrL9ryuqCFsu306pb/wPqnNo58w+0w2nSBVKty/jeddCGAgrsSQEPn9mTfxZfap8J+LoKKKCAAgoooIACCiiggAIKKLB8AVeogAIKKKCAAgoooIACCiiggALLF3CFCiiggAIKKKCAAgoooIACCiiwfAFXeAUKwDT5MQTQYkmEhNZOvJckYWYsfWjjMNTQ2n0883sB1kmh0NrjJFAYYtDa/d7Ub975t+WtsxxA84UHDxcvBRRQQAEFFFBAAQUU2F8Cn77vcPnZN07MvvR/1oNnnt76jgBqLN8JH6YA9aCY8b1AyZUYUMeBhNZtoP5uWV3AJL4KTf6D3Q+eyUQg1eUo/qYCCpyjgIfPnCOY0xVQQAEFFFBAAQUUUGAvCPgOCiiggAIKKKCAAgoooIACCiiwfAFXqIACCiiggAIKKKCAAgoooIACyxdwhQoooIACCiigwKUT6IfJ9F+ElgSZOLQ2tDpzxsmY6adAGwcmCZhAhmvp96VOAercczmA5q07/7a8ectz9Xmb//zg6RPliw8e2QzbV0ABBRRQYA8L+GoKKKDAlS3wmfsPl797dv7gmT/c8GL5r+vnD54Zf0Pk2+JcCrTvkH4PUA+UGfehzSmrC1obWr0KTf4D1n1obdj94Jl8Z61vsKGAAvtCwMNn9sWfyZdUQAEF9riAr6eAAgoooIACCiiggAIKKKCAAssXcIUKKKCAAgoooIACCiiggAIKKLB8AVeogAIKKKCAAgoooIACCiigwIIFoCVIjpcILZbESBgSJ8dzMpY+UA+RSbLmuA9DPGPAOqkTWhumc8bzekIptLkZS3n7rr8tb936fJm7vv/08fKFj33IA2jmHmhMAQUUUEABBRRQQAEFLorAZ+47XH769fmDZ/5408vlT9c/Vb8fYPhmANaxfBt80ALDfdDauRdaG4Ya2u+V1QW7t1fDW//lGwmG7ydgaw5sx7YmGVBAgYsrcI5P9/CZcwRzugIKKKCAAgoooIACCiiggAJ7QcB3UEABBRRQQAEFFFBAAQUUUECB5Qu4QgUUUEABBRRQQAEFFFBAAQUUWL6AK1RAAQUUuPQCSZQc/yq0pMjEobX7OFAPnAFqCLZraLFMACZJov1gmXHCZ9q9APX56WcutPvTT3nrzm+Xt259ocxdP3jqePmiB9DM0RhTQAEFFFBAAQX2nIAvdGUKfPb+I+Wnz84fPPOHG18qfzz51fX3A7Bu51vgwxYYvjHGz4Dh+UDpF1C/SYD175eNC5hEYPeDZ/JdNZlsRwEF9o2Ah8/smz+VL6qAAgoooIACe1jAV1NAAQUUUEABBRRQQAEFFFBAgeULuEIFFFBAAQUUUEABBRRQQAEFFFi+gCtUQAEFFFBAAQUUUECBK0AAhkTJvlxoyZRJlITWhqGG1u7zUyeRE1gnagIJ137G0gHW/cSAmtCZ9lyZP4Dmb8qbtz5f5q7vP3W8POoBNHM0xhQ4m4BjCiiggAIKKKDARRf47AOHy0++fnz2d/7zxpfKn657sn4bwPSbYe474WwxmN4P1OfmHmhj0GLQ+mV1QWsDq16p3y0wfCsB61hZXcDq31Jj+W4qqwtabNWs/yUO01gd8B8FFNgXAh4+sy/+TL7kuQk4WwEFFFBAAQUUUEABBRRQQAEFli/gChVQQAEFFFBAAQUUUEABBRRQYPkCrlABBRRQQAEFFFBAAQUUUEABBZYv4AoVuDwCsJ0QCS3WEyZTj98O2nhiMG0DNQkTyHAtSfacK8A6GbSPA/X+9HMATeoUaHPfvvPb5c1bXyhz1/eeOl6+5AE0czTGFFBAAQUUUEABBRS4LAKfy8Ezz5yY/e0/3Phy+a+Zg2dg+CbIt8AHKcD62wLm2/050J5fVhe0NrQ6c6AdPAOsZmz/l+8jaHMyCtvzYDuWua34rwIK7HUBD5/Z638h308BBRRQQAEFFFBAgf0g4DsqoIACCiiggAIKKKCAAgoooMDyBVyhAgoooIACCiiggAIKKKCAAgosX8AVKqCAAgoooIACV5hAEijHS4aWLJk4tDYMNVAPick9sN2GFgMypc7tiZyp368A6+TRzB0fRPP2nX+z6wE0333qeHn040eLlwIKKKCAAh9IwEkKKKCAAhdN4JEHDpcf73LwzH/e8HL5r+ufrHt+YP29kL3/uRagPqffB0M/3xHQ+tB+B3avy+rKN9Cqqv9Bm5sOkKq+a58DLVYHVv/0+KrpfwoosI8FPHxmH//xfHUFFFBgNwHjCiiggAIKKKCAAgoooIACCiiwfAFXqIACCiiggAIKKKCAAgoooIACyxdwhQoooIACCiiggAIKKKCAAgoocHEFYJo0mV+DFksCJVBSJ75Zehza/IwDNSmzt3udhFBoY5vt9McFhnnjeNrtAJoX89it8r0nj5UveQDNlosBBRRQQAEFFFBAAQUulcAjHz1SfrTbwTM3frP890eerN8LMN3zA5ODZLL3T8khMqk/aIH2HBhqaL9VzlzQ+jDUGYLWT3tc8t0Dw3cRMB6ubdiO1QH/UUCBicBe73j4zF7/C/l+CiiggAIKKKCAAgoooIAC+0HAd1RAAQUUUEABBRRQQAEFFFBAgeULuEIFFFBAAQUUUEABBRRQQAEFFFi+gCtUQAEFFLhCBZJQOV46tOTJxKG1+ziwThhNDKb9zRi08Q+aMJoE05Td5r9951+XN297KT+zVb775LHy2CeObMUNKKCAAgoooIACCkwE7ChwwQU+/+CR8qOvHZ997n/e+M3yX9c9sf6OANaHzcDQHn8D5JsA5sdgiMP0ewPaGLQ4UHIBk9+H1t/85gEyfV1g94Nncu96og0FFNj3Ah4+s+//hC5AAQUUUEABBbYFjCiggAIKKKCAAgoooIACCiigwPIFXKECCiiggAIKKKCAAgoooIACCixfwBUqoIACCiiggAIKKKCAApdGAFqC5Th5EoYYtDZs1/0eoCaQApOkzrK6oMWSTArz7Yx90PL2HX9V3rz1xdWTt//7zlePl8c+6QE02zJG9q6Ab6aAAgoooIACCuxvgRw888On5w+e+Y8zB89krw/Ub4a0U2DaTyzlbAfPZDwlc1KPC7TnQfvmAEouYPKNAq2fbxkgU2qB1oahzpwMQoulPRdL3KKAAvtbwMNn9vffb3+8vW+pgAIKKKCAAgoooIACCiiggALLF3CFCiiggAIKKKCAAgoooIACCiiwfAFXqIACCiiggAIKKKCAAgoooIACyxdwhQpc4QIwJFSGAlo/yZVASZ14CrQxmNZJ/gQmyZ19PjBJNs3cXuaSR/vYXP32nX9d3rr95TJ3feeJ4+XLn/AAmjkbYwoooIACCiiggAIKXEiBLzx4uOx28Mwfbvqr8t/XPVG/AWD4Rsj+HqjxtDcLzI9Be0bmQ2tDmwtDDW2srK7NudDGdnZ26jfLakr9D6h1/sl3DwzfPzCMZRym/cQsCiiw/wU8fGb//w1dgQIKKKCAAgoooIACWwIGFFBAAQUUUEABBRRQQAEFFFBg+QKuUAEFFFBAAQUUUEABBRRQQAEFli/gChVQQAEFFFBAAQUuvUASLce/Ci2xMnFobRhqoCZtjsfnEjzzTGhz+3jqFJjGgV0TUTO/l7du/1Z587b5A2j+9qvHy5c/ebR4KaCAAgrsfQHfUAEFFFBgfwp84WNHyg+ePjH78v9x47fKf133eN3Xw7Dfz14eqPG0x+VsB1JCuydzoD0PKJt9aGNldQGrf0v9XgHW9fjbBVq8rC5g9W+p8zKnrC5osVWz/tfjteM/CiiwKAEPn1nUn9PFKKDAHhXwtRRQQAEFFFBAAQUUUEABBRRQYPkCrlABBRRQQAEFFFBAAQUUUEABBZYv4AoVUEABBRRQQAEFFFBAAQUUUGD5AjXRcnOZ0BIuk2gJlNRzczbjQH0etDr3QGtDq3uyKbR+kkcTA2YTUjM2Lm/f8a3yxm4H0DxxzANoipcCCiiggAIKKKCAAhde4Is5eOap47MP/o8b/6q8dv0Tk2+BvocHZvf5+Q6ANpZ2L/2+1IlBmwOsD57JWAq0b4qyuqC1YVrnmwVYzdj+r4+lzihsz4PtWOZaFNiHAr7yhoCHz2yA2FVAAQUUUEABBRRQQAEFFFiCgGtQQAEFFFBAAQUUUEABBRRQQIHlC7hCBRRQQAEFFFBAAQUUUEABBRRYvoArVEABBRRQ4PIJ9ITL/gbQkiwTh7hLrOsAABAASURBVNbeHIMWB2qiacahtaHVPTZODk27F6Amkfb++9VAeeeOb5W3bv9Wmbv+9olj5SsPHZ0bMqaAAgoooIACCuwRAV9Dgf0l8OjHjpTv73bwzE05eObx+j0A7Rug7+mB2b3++FCZ3oZ2L7Q6z4DWhvYcoB5kA0O8rC4Y+jC0N79lgNXs4T8YDtqE6VjuHWbaUkCBJQp4+MwS/6quSQEFFFBAgb0m4PsooIACCiiggAIKKKCAAgoooMDyBVyhAgoooIACCiiggAIKKKCAAgosX8AVKqCAAgoooIACCiiggAJXkAC0ZMtxkiVQk0gTAyYa0PrQEjaBOjeToLWBSXJoEkhToI2frZ2xuZLk1MTfuv3l8ubt3yxz17cfP1Ye9wCaORpjcwLGFFBAAQUUUEABBXYVePTjR8v3dj145q/La9cNB89kn94LsP4W6LG+l4c2ljgM7fQ3C1APsAHWz4P2PVFWF7Q2TOvNbxhgNXv4D7a/YzKa+1LDdH5iFgUUWJaAh88s6+/5gVbjJAUUUEABBRRQQAEFFFBAAQUUWL6AK1RAAQUUUEABBRRQQAEFFFBAgeULuEIFFFBAAQUUUEABBRRQQAEFFFi+gCtUQIHLLwDbSZYwJGaO3xDaXBjGYYgB9UAaoN4G1P5mQumH6QPl7du/Wd6646/qszf/+Zt6AM2RzbB9BRRQQAEFFFBAAQUU+IACX/rE0fK9J4/Nzv6Pm3LwzFfq/h7aPh9YHxDTD5oZ7/WhjSe2WWD7GcDswTPlzNWfAcO9MHybnJlW37G3U8P2nMRTgFQWBRS4AgQ8fOYK+CO7RAUUUEABBRRQQIHLLuALKKCAAgoooIACCiiggAIKKKDA8gVcoQIKKKCAAgoooIACCiiggAIKLF/AFSqggAIKKKCAAgpcoQI7OzuzK08cWjImbNd9HKZjPZ6HAjX5M4mi0NrQ6sRSYNpPbLP0ZNa3bnupvHH7t/LorfI3jx8vjz90dCtuQAEFFFBgImBHAQUUUECBLYHHPnGkfPerux088zflteuGg2f6Xh3aPj57daAeRNPH5urM24wnBu05GYP2HBhqaONAyQXUbwzYPlQGyJQ6nga0OWlvlny3bMbsK6DAcgU8fGa5f1tXpoACuwo4oIACCiiggAIKKKCAAgoooIACyxdwhQoooIACCiiggAIKKKCAAgoosHwBV6iAAgoooIACCiiggAIKKKCAAssX2BsrhJagOX4boCZsJiETpgmbQJ0KLQ7UuQlCa0Orx7Ekk6YA75uYmnm7lT/f8c3y5u1/Veauv3n8WHniUx5AM2djTAEFFFBAAQUUUECBOYEcPPOdrx6fGyr/cdO3y2vXfbnu94G6j4dWZ7/eD49JOyX91CnjdvrQ7oNWj2OZCy0O02+JPq+sLmhjMHyLrML1P6DW+Wf8HQPU9098XIBx17YCF1nAx19uAQ+fudx/AX9fAQUUUEABBRRQQAEFFLgSBFyjAgoooIACCiiggAIKKKCAAgosX8AVKqCAAgoooIACCiiggAIKKKDA8gVcoQIKKKCAAle4QBI05wgSh2liJrQ+DEmf0GI9ORRYJ3lCa2csBab9cbJpxs9WgPL27S+VN+/467nXLX/9lWPliYc9gGYWx6ACCiiggAIKlKKBAgqsBb78yaNl14Nnbs7BM4/VPT2wPngG2l5+cw8/7o/b4709tOckBu05vZ26F6DkAta/D0N78xsFyPR1gfadsg6MGrl31LWpgAJXiICHz1whf2iXqYACCiigwFjAtgIKKKCAAgoooIACCiiggAIKLF/AFSqggAIKKKCAAgoooIACCiigwPIFXKECCiiggAIKKKCAAgoooMClFYCWsDlOxgRqsmdiwOSFoPWhJXYCdW4mQWsDW0mqPaE0NQzjuyWoZt5cefu2F8sbt+9yAM2Xj5WvegBN2Q+X76iAAgoooIACCihweQRy8MzfPnFs9sf/46Zvl9dOPrbey2c/Dm2Pn3YKUMfTHu/lx+2M9QLDfGjt8dyycUH7vYShtWH49kg8BUi1LjDMgWEs3zSZBEMsfYsCClwZAh4+c/n/zr6BAgoooIACCiiggAIKKKCAAgosX8AVKqCAAgoooIACCiiggAIKKKDA8gVcoQIKKKCAAgoooIACCiiggAIKLF/AFSqggAJVAOaTMZOsCdMxaH2YT/AE6oE0wPrZwDpJFajjSUiFFodWJ/Z+5Z3bXyxv3jF/AM1ffflYefLha4qXAgoooIACCiiggAIKTATKVx46WnY7eObfc/DMdY+tb4Bhz579eQ6MSd1L+kDd44/bfTw1tPFxG6bPzVhZXUB91rgPlFyb3yTQ4hlLgfZdkvZmgenczXH7CiiwbAEPn1n239fVKaCAAgoooIACCswKGFRAAQUUUEABBRRQQAEFFFBAgeULuEIFFFBAAQUUUEABBRRQQAEFFFi+gCtUQAEFFFBAAQUUUODyCiSxs78BtETNxKC1N8egJXoCkwNlgDoVqHEY6iSUpgDrBNPdElYzb668fduL5Y3b5w+g+daXr/UAmuKlgAJ7W8C3U0ABBRRQ4NIKfOWhI+Xbjx+b/dH/uPk75fXrHqv79uzL+/4b2h6+91NnPAWoe/lxO+O9QBtPH7afsxmHNqesLmhtYNUr9b3KmQta7Ey3juV7JX0YxnoscYsCCly5Ah4+c+X+7V25AntHwDdRQAEFFFBAAQUUUEABBRRQQIHlC7hCBRRQQAEFFFBAAQUUUEABBRRYvoArVEABBRRQQAEFFFBAAQUUUECB5Qu4wokADAmbGQDWCZ1AQusCrQ/DATTrwTONnlSaLlCflVgKDH2gJq9CqzP+fuWd218sb97x7TJ35QCapz59dG7ImAIKKKCAAgoooIACV5TAE586Wr79+PHZNf/7zd8pr518tO7Toe3PodXZj+dwmZS0ewHq3j1xaO0+lhqGGLT25txy5oL2W0CNAPVd0skBMkCatcDQTgCG7xDYHssciwITATtXnICHz1xxf3IXrIACCiiggAIKKKCAAgqUooECCiiggAIKKKCAAgoooIACCixfwBUqoIACCiiggAIKKKCAAgoooMDyBVyhAgoooIACClx+gSR5zr1F4jCf1AnbiZ898RRYJ5BCawM1YRVaP3N7gTbW+2er377t+fLGLgfQfPOxY+Wpz3gATfFSQAEFFFBgDwr4SgoocGkEvvqpo+Wvv3Js9sdy8MzrZw6e6Xtu2N6f97F+gEzqFKDu6ft4ahhi0NowfSa0Pgx1WV3Q+qtm/Q+odf6Bod37+T5Je7PsFt+cZ18BBZYv4OEzy/8bu0IFFFBAgb0v4BsqoIACCiiggAIKKKCAAgoooMDyBVyhAgoooIACCiiggAIKKKCAAgosX8AVKqCAAgoooIACCiiggAIKXIEC0BI7x0mbQD1AJjFgogKtD9sH0Iwn9mRUoD4r/SStpgYmiasw7WdOn7vZfue258ubd/xtmbu++aVj5alPewDNnM0oZlMBBRRQQAEFFFBggQJfffho+atdDp75j1u+W3LwTPbW0Pbn0OrEsvdOSTsF2lhi0NqJjwuw3tNDa0OrMw8o/QLqNwFQQ0Dt187qH2D1b/sPhnYiMP/dkW+VPp7aooACCnj4zNb/BgwooIACCiiggAIKKKCAAgoooMDyBVyhAgoooIACCiiggAIKKKCAAgosX8AVKqCAAgoooIACCiiggAIKKKDA8gVcoQIKKLB3BGCa5NnfLEmdMB2D1oeWCJq5MMR6sikMMaAmmI7H0u4FqMmrMNRJds04UHo7/bdve668eecuB9A8dqw8/ZlripcCCiiggAIKKKCAAntH4OK+yZMPX1P+6svHZn/k32/+bnntxBfrXhzanhyoe+/xHjv77BQYxqC1E9+tQJsDre7zgJILWP/2uJ92CpCqFhjaCcDwvZH+uMB07njMtgIKXJkCHj5zZf7dXbUCCiiggAIKKLC3BHwbBRRQQAEFFFBAAQUUUEABBRRYvoArVEABBRRQQAEFFFBAAQUUUECB5Qu4QgUUUEABBRRQQAEFFCg5bKYzADVRNDGgh2sNrQ+tThBaG6j3JZbkU2h9aHViKUBNek27l54AmxqGcWB6AM2tz5U37pg/gOblL11bvuYBNMVLAQV2ETCsgAIKKKDAggRy8My3vnzt7Ir+7ebvltdPtoNnst8G6v4bpnXGUqDFN/fiGRsXaPNgWvc5MOz7gdIvYP2dkBiQqhYY2glAO3gGmNyTb5OMWxRQQIFNAQ+f2RSxr4ACRQIFFFBAAQUUUEABBRRQQAEFFFi+gCtUQAEFFFBAAQUUUEABBRRQQIHlC7hCBRRQQAEFFFBAAQUUUEABBRRYvoAr3HsCwNZLwZD4OR6ENhdanTGYtmG7P5eUmhhQk2E32+mnAJMDaN657bny+i4H0LyUA2g+e03xUkABBRRQQAEFFFBgqQJPffpo2f3gme+VN84cPAOsD3ABJnvqHDTT99qp0wfW+/LExgXas6DNgVb3OWV15YAY2J4HrEbbfzDfzijMf3/0sdSW/SfgGytwsQU8fOZiC/t8BRRQQAEFFFBAAQUUUOD9BZyhgAIKKKCAAgoooIACCiiggALLF3CFCiiggAIKKKCAAgoooIACCiiwfAFXqIACCiiggAIKVIEki9bGxj+Jw5AkmmFofWj1Zgyoia5JRu1jMMQSB9bJrTC0M9ZLkmDThun4n297rrxxx3fK3PXSo9eWZz57dG7ImAIKKKCAAleygGtXQIEFCDz9maPlm48dm13Jv938vfLGyS/UfTi0vXcmZk+dMt5XQxtPLGPAem+e2LjAdAyGPrTnQIsBZXzB0If5duZDO3gm7c2S75HNmH0FFFCgC3j4TJewVkABBRRQYC1gQwEFFFBAAQUUUEABBRRQQAEFli/gChVQQAEFFFBAAQUUUEABBRRQYPkCrlABBRRQQAEFFFBAAQUUUECByyMALRl0nNwJ1OTVxIDJi0HrQ6szCNttoD4DWr1bIiuwlfAK27F+/zu3faO8ced3y9z14qPHyjOfvWZuaI/EfA0FFFBAAQUUUEABBc5N4OnPXFNe/tL8wTP/fsv31wfPZL8Mbe+dg2XSTwG29tsZh+145qdAew60OdDq8VhZXdDmrZr1N2DoJwakqgWGdgLQDp4B6ndDYin5BkkNpLIooIACswJ7//CZ2dc2qIACCiiggAIKKKCAAgoooIACixJwMQoooIACCiiggAIKKKCAAgoosHwBV6iAAgoooIACCiiggAIKKKCAAssXcIUKKKCAAhMBmE/uTPInTMeg9aHVeRC0NlCTR6HVfQxaPwmrKUBNUN1sp99LkmJ7e1y/c+uzZzmA5try9c95AE3xUkABBRRQQAEFFGgC+/jfr9WDZ66dXcG/3/KD8vqJz9e9d/bK0Pbb4z00sN5zZ05KxqHF005sXKA9p8egzYUWh/m6rC5g9W/7D+bbGYV28EzamwWG+zb7i6AZAAAQAElEQVTH7CuggAJdwMNnuoS1AgoooIACCiigwFrAhgIKKKCAAgoooIACCiiggAIKLF/AFSqggAIKKKCAAgoooIACCiigwPIFXKECCiiggAIKKKCAAgrsDYEcNtPfBKjJrIkBPVxraH1odYLQ2kBNci2rC6jPgKHeTGRNH6j3QKvHsbQ3y9kOoHnhi9eWrz/iATTFS4E9KOArKaCAAgoooMAHE3jms9eUl740f/DMv9WDZx6p++zsk/sTx4fJAHV/nfFeMg4tnnaP9xra2GYfWhyGGij9Auq7jPtz7cSgHTwD03vyzZFxiwIKKPBBBDx85oMoOUeByyvgryuggAIKKKCAAgoooIACCiigwPIFXKECCiiggAIKKKCAAgoooIACCixfwBUqoIACCiiggAIKKKCAAgoooMDyBVyhArMCwFYchgTR8SC0udDqjMG0Ddt9YCsRNgmuMB/P2FxpB9B8r8xdL3zBA2jmXIwpoIACCiiggAIK7H2BZz57tLz46O4Hz7xxoh08A9RDX4DJ/hpaf3zATNowxKHd2/fZ0PrQ5sB2DZRc0OrcC9R3SDwFSFULDO0EYP67oo+ltlwUAR+qwOIEPHxmcX9SF6SAAgoooIACCiiggALnL+ATFFBAAQUUUEABBRRQQAEFFFBg+QKuUAEFFFBAAQUUUEABBRRQQAEFli/gChVQQAEFFFBAgb0vsLOzM0kszRtDSyiFVm/GekJqr4H6DKAmyELrZ7wXaDFodeJJlk29Wd659evljbu+X+auHEDz7CPzSbtz840poIACCihw8QX8BQUUUODsAs989pry4qPHZif9+60/LJsHz2Ri3yPDsH9ODKh77uylgZI6BahxmNa5JwWmcRj6QMkF03oc22z3fr4n0rYooIAC5yvg4TPnK+j9CiiggAIXX8BfUEABBRRQQAEFFFBAAQUUUECB5Qu4QgUUUEABBRRQQAEFFFBAAQUUWL6AK1RAAQUUUEABBRRQQAEFFFBAgYkAUA+NScIosDWWAAxx2L0NTJJdxwmuaackKTYl7RRo96S9Wd655Zny+p3zB9A8/4Vryjd2O4CmeCmggAIKKKCAAgoosHcEvv65HDwzf3jiv93yw/L68c/VPTlQ6+yLs2dOSXuuZAyoB89kHKh78bT7GAzPgzYOQw2UXNDq3AvUd0g8BUhVCwztBIDSvyNgOpZxiwIKKHCuAud8+My5/oDzFVBAAQUUUEABBRRQQAEFFFBg/wn4xgoooIACCiiggAIKKKCAAgoosHwBV6iAAgoooIACCiiggAIKKKCAAssXcIUKKKCAAvtHoCeOjt8YWhIptDpj0NpATUwFEl4XYJ34mgTWFGgxaHUSYhMfl3Gst/986zPljbvmD6B57gvXlOc+P5/EW7wUUEABBRRQQAEFLqmAPzYv8Owj15QXvji/Z/3XW35Y3jixffDM5h65740TTzsF2Dp4Bqj7cKDu0zM/BYZ470ObA5RcMK3Hsc127+f7IW2LAgoocKEEPHzmQkn6HAUUUEABBRRQ4OIJ+GQFFFBAAQUUUEABBRRQQAEFFFi+gCtUQAEFFFBAAQUUUEABBRRQQIHlC7hCBRRQQAEFFFBAAQUUUGAtME4WBWqCamLAek4a0PrQ6s0YUO+F7bont6ZO6YmyaacANUG2tzO+2X7nlmfK63fOH0Dzjc9fU3IITfFSQIGxgG0FFFBAAQUU2AMCz672qs9/Yf7gmX+79cflzTMHz/T9b+oUoO6RYVrP7ZVhmJNxaHvyPCcFhvHNPlByAev9fPopQKpaYGgnAJT+3QDDWGIZtyiggAIfVsDDZz6snPddwQIuXQEFFFBAAQUUUEABBRRQQAEFli/gChVQQAEFFFBAAQUUUEABBRRQYPkCrlABBRRQQAEFFFBAAQUUUEABBZYv4AoV2LsCMCSK9reEIZG0x8Y1DPdAawNbyaq5B6hJs0lyTYE2r7dTbxagJGk2cRjaf771mfL6XT8oc9c3Hrm2PP+Fa+aGjCmggAIKKKCAAgoocFkE6h718/MHz/zrrT8qbxz/TN1D931v6hRgvR/u/dTZI0PbT4/bGUuZiyWeAtR9ObT7y+jq48A6CkN7HTzTgN2/F2D3+87cvvDK5SmgwPkKePjM+Qp6vwIKKKCAAgoooIACClx8AX9BAQUUUEABBRRQQAEFFFBAAQWWL+AKFVBAAQUUUEABBRRQQAEFFFBg+QKuUAEFFFBAAQUUUGBLYGdnZxKD7YRSoCbHZiKQqhZobWCS0ArU+dDqJLWmwNAHJom1Ge8lybNpwzDnz7d8rbxx1w/L3PXsI9eWF74wn9w7N9+YAgoooMDCBVyeAgoocBkFnvv8teW5XQ5H/Ldbf1zePP7Z9V45rwms99J9H5y9cG+nhjZn3M6cXmDYZycGrQ/tPhj6MLTL6gJW/7b/YNqGaT/fDjDEcldiqS0KKKDA+Qp4+Mz5Cnq/AgoocAUKuGQFFFBAAQUUUEABBRRQQAEFFFi+gCtUQAEFFFBAAQUUUEABBRRQQIHlC7hCBRRQQAEFFFBAAQUUUEABBRS4/AIwTR7NG8H2ATQ9Pq7n2tCeB63uya+pU8YJs0BNvE28F6Am32ZeYsD6kJp3bnm6vHHqR2Xu+voj15TnPYBmjsaYAgoooIACCiigwCUSyKEz3/j8NbO/9m+3/qS8cfwzdf8L2/vgvv/NHriXxID1/hhau49D60OrE4fWhqGG9nvlzNXnAWcipb5XOXPBEE8I5r8P+lhqiwIKKHC+Ah4+c76C3q+AAgoooIACCiiggAIKKKDAxRfwFxRQQAEFFFBAAQUUUEABBRRQYPkCrlABBRRQQAEFFFBAAQUUUEABBZYv4AoVUEABBRQ4J4GdnZ1JEmpuhpaICq3ejAHre4AM12TZJLimALUPrR7H0k4B6jPSToFh7js3P1XeOPXjMnc9+8g15YUvXjs3ZEwBBRRQQAEFFLiSBFzrZRB4/vPXlm88Mr8X/dd68Myn6x4Xdt/rZu/bCwzzNg+hyRygHtII1P31XAzaM2Bal9UFrP5t/8F8O6PQDp5J26KAAgpcTAEPn7mYuj5bAQUUUEABBRYq4LIUUEABBRRQQAEFFFBAAQUUUGD5Aq5QAQUUUEABBRRQQAEFFFBAAQWWL+AKFVBAAQUUUEABBRRQQIG9JZDDZvobATU5NjGgh2sNrQ+tThBaG6j3AQnXdhpAbScpNmUzgRam45nTS+aO2+/c/GR5/dSP8tit8vXPXVNefHQ+6XdrsgEFLomAP6KAAgoooIACSxd4/gvXlmc/f83sMv/11p+WN49/uu6FYXvPO97r9j1vrzOWAtQDZuba0MaAehhNWV25H9pvQatX4ck7pJ8CpKoFhnYC0A6eAeq9iaXkGyG1RQEFFLiQAh4+cyE1fdblEfBXFVBAAQUUUEABBRRQQAEFFFBg+QKuUAEFFFBAAQUUUEABBRRQQAEFli/gChVQQAEFFFBAAQUUUEABBRRQYPkCrlABBc4qAGyNw5BwujW4CsBwD0zb0PrQ6iTB9gLUBFqgJrImkTalj6edkj5QE2l7O/Wfb36qvHHqx2Xueuaz15QXHz02N2RMAQUUUEABBRRQQIELKvDCF68tzz4yf/DMv9z6k/Lm8Yfrfhfavjd72fcrwGT/m31xCjDZQ0Pr53kZL6srbWi/Bawi7b9xvEVKfa+yywW7fwfA8Nxdbr/8Yd9AAQX2nYCHz+y7P5kvrIACCiiggAIKKKDA5RfwDRRQQAEFFFBAAQUUUEABBRRQYPkCrlABBRRQQAEFFFBAAQUUUEABBZYv4AoVUEABBRRQQAEF9qbAzs7O5MVgO/EUWCerAuv5QI3DUGcQSFXHkvi6WYDJGFATa/s8YJ2Am1iSa/98y1Pl9V0PoDlaXnr02uKlgAIKKHD5BXwDBRRQYKkCL672m1//3PzBM/9660/L2yc+U/e4MN3rZj87V6DNy14348B6TwytDfN1WV39HmjPgaFeDdd3SZ0CpKoF2BrLNwFQx/s/ifW2tQIKKHChBTx85kKL+jwFFFDg0gv4iwoooIACCiiggAIKKKCAAgoosHwBV6iAAgoooIACCiiggAIKKKCAAssXcIUKKKCAAgoooIACCiiggAIKKLB8gQ+0QpgmmeYm2D6ApsfH9bgN1CRWIOHaTgOobWByoEySZTdLEm9TEodhPlATcf9885Pljbt/Wuaur332Gg+gmYMxpoACCiiggAIKKHDeAi8+eqw8s9pvzj3oX2/7u/Lm8YfrELS9b/azH6Rs7n3TB+reF1o9fs7mOLTfK2euzIVpDDgzWuq+vIwumN/3ZwoM96VvUUCBPS2w717Ow2f23Z/MF1ZAAQUUUEABBRRQQAEFFLj8Ar6BAgoooIACCiiggAIKKKCAAgosX8AVKqCAAgoooIACCiiggAIKKKDA8gVcoQIKKKCAAvtPYGdnZzZBNSuBIRkVWhuo84FMqe00gHUCLVDj0OokyKZAm5N2kmpTA+sDa6C1/3zzV896AM3LX7q2eCmggAIKKKCAApdPwF9emsBLj15bnvns0dll/ettPytvHX94dn/b97OpxwXaPni3PW/mAnX/PNeGdj9s12V1Aat/238w384otINn0rYooIACl1rAw2cutbi/p4ACCiiggAIXXsAnKqCAAgoooIACCiiggAIKKKDA8gVcoQIKKKCAAgoooIACCiiggAIKLF/AFSqggAIKKKCAAgoooIACCmwJ5LCZHgRqEm1iQA/XGlofWp0gtDZQ7wMSXrd74iwwSaSFaT/zUnZLxgXKOzc9UV4/9ZMydz39mWvKNx87Njdk7EoUcM0KKKCAAgoooMB5COTgma999prZJ/zLbT8rbx57qI4Bdd+bfey49D1tjwF1L9zjwPqwxc056QN1PrTnw7QuZy4Y4mdC9X3m2olBO3gG2n2JpWTvn9qigAIKXGwBD5+52MJX4PNdsgIKKKCAAgoooIACCiiggAIKLF/AFSqggAIKKKCAAgoooIACCiigwPIFXKECCiiggAIKKKCAAgoooIACCixfwBUqoMDeFwC2XhKGxNTxILS50OqMwbQNrQ9DnSTacQFqYuw41ttnS8r9881fLa/f/dP87FZ56tNHyze/5AE0WzAGFFBAAQUUUEABBT6wwEtfurbsdvDMv972s/LWsYfqPhZ238/2fS0Mc+b2uNDGgXrYTO6D1oZW9xi0uWV1QWtDq1eh+h9Q6/wDQ7v3c8gMTON9LPX5Fu9XQAEF3k/Aw2feT8hxBRRQQAEFFFBAAQX2voBvqIACCiiggAIKKKCAAgoooIACyxdwhQoooIACCiiggAIKKKCAAgoosHwBV6iAAgoooIACCiigwK4CSUYdD8K5HUADTBJx8yxosc2k2XF/s51+knNTgJI6JfGUP9/0RHnt1C4H0HzmaPnmYx5AU7wUUOBKF3D9CiiggAIfQuDlHDzzmWtm7/zX2/++vHX8fL1kiwAAEABJREFUU5P9bvamvcCw700MqAfKZB+bkljKuJ0+tHnjNgyxsrqgPXvVnPw+kNA6Vjurf6DFV836H8zv6zf3/3Wy/yiggAIXUcDDZy4iro9WQIErVcB1K6CAAgoooIACCiiggAIKKKDA8gVcoQIKKKCAAgoooIACCiiggAIKLF/AFSqggAIKKKCAAgoooIACCiigwPIF9s8KYZqkmjeH+UTVjKUANdm1t1OnwDSexFagJuAmsbYXaPN6PzUM85KcC0M/4yl/ufmJ8vrdf1fmrqc+fbR868vXzg0ZU0ABBRRQQAEFFFBgVuDlLx0rT+9y8My/3Pb35c1rP1nvg+39a/asvcD2ePav4wJtDrDeH0NrA/Xwxcwvqwva3FWz7ruh9YGEaqw2dvkHdt/PQ3vGLrcaVkCBcxbwhvcT8PCZ9xNyXAEFFFBAAQUUUEABBRRQYO8L+IYKKKCAAgoooIACCiiggAIKKLB8AVeogAIKKKCAAgoooIACCiiggALLF3CFCiiggAIKKPC+AjkoZnNSYjAkpwKzia7Q4jDUeVaSZ6HF0h4XGOLAVgJu5gI1CTdJvemn/Pmmx8vrd/+szF1PPnyNB9DMwRhTQAEFFFDgShFwnQqcg8A3HztWnv7M0dk7fn/r35e3jz9U974w7FuzH+0FqHtYaHXi2bemwPQeaHOg1ZkLrQ1DXVYXtHtXzfr7fS6Q0FYB6rw+AO3gmd7vdfb2vW2tgAIKXEoBD5+5lNr+lgIKKKCAAleIgMtUQAEFFFBAAQUUUEABBRRQQIHlC7hCBRRQQAEFFFBAAQUUUEABBRRYvoArVEABBRRQQAEFFFBAAQUU2HsCME1ShZbEmiRVYPLC0PrQ6gxCawM1+RVIuLbTAGobqEm64yTatFOgjQHrQ2eAOj9JvJmT8uebvlJeu/vvytyVA2j+6svH5oaMXWIBf04BBRRQQAEFFNirAt967Fh56tPzB8/8y+2/KG8f/2R9dWh72OxB5wpQ96oZ6/tVYL2XTbwXYD0XWhtanTlldUH7vVVzvXfu7dQpQKpaYGgnAG1PD9T7E0uZ29MnblFAAQUuhYCHz1wK5cv7G/66AgoooIACCiiggAIKKKCAAgosX8AVKqCAAgoooIACCiiggAIKKKDA8gVcoQIKKKCAAgoooIACCiiggAIKLF/AFSqggAIfSACYnTeXrAptLrQ6N8K0Da2fZFqgJsCmvVmAdSJuH4MWSxIvtHvT7uN/uenx8trdPytz11cfPlr+2gNo5miMKaCAAgoooIACV7zAt758bXlyt4Nnbvt5efvYJ+q+FdoetO8/xzVMx/o+FagHz/S50OYB6/1uWV0ZByYxaHPL6oLWhlavQvU/oNb5B4Z27+/s7KS5VWA6d2uCAQUUUOAiCnj4zEXE9dEKKKCAAgoooIACV6qA61ZAAQUUUEABBRRQQAEFFFBAgeULuEIFFFBAAQUUUEABBRRQQAEFFFi+gCtUQAEFFFBAAQUUUGBvC+Swmf6GQE2+TQzo4VpD60OrEwTqfBjq3eLQ5mwm36afAtSE3N2Sef9y01d2PYDmiRxA85VjxUsBBRS4fAL+sgIKKKDAXhOoB888fM3sa/3L7b8obx//ZB0D6j40e9JxgWH/2uO77VX7OAzPKqsr84H188vqgvbcVXOyl04/BYbx3k/dC1D6fh3o4Rpbd2wooIACl0nAw2cuE7w/q4ACl1DAn1JAAQUUUEABBRRQQAEFFFBAgeULuEIFFFBAAQUUUEABBRRQQAEFFFi+gCtUQAEFFFBAAQUUUEABBRRQQIHlC7jCcxKAIWG13whDQmuPjWugJsqOY2nDEAcSqvOSjJvE25S0U4D1WPop0GJ9HlB6O+M5gOb1e35e5q4nPnW0/M3jHkAzZ2NMAQUUUEABBRS40gT+6svHypO7Hjzzy/LWtR+vJND2n8D6gJjsO+dK35cCkz0qbD8D2hxodZ5XVhe0uavmei8MLQYkfNYCu+/T4f3vP+vDHVRgPwr4zntOwMNn9tyfxBdSQAEFFFBAAQUUUEABBfa/gCtQQAEFFFBAAQUUUEABBRRQQIHlC7hCBRRQQAEFFFBAAQUUUEABBRRYvoArVEABBRRQQIH9IbCzszN5UdhObAVqkux4IrQYTOvMSZJtCrSxxIBJYi9M+5mfspnc2/t/vvGx8touB9A8/tDR8u3HjxcvBRRQQAEFFLj0Av6iAntF4K+/fKx89eGjs6/z+9tz8MzH6p4WmOxLswftBYax7ENTMgZMDp5JLAVYP6usrnEMWEXK+jfL6gLq/LK6YHt8FZ7M7/3s2aHNTywlsdQWBRRQYC8IePjMXvgr+A4KKKCAAgpcXAGfroACCiiggAIKKKCAAgoooIACyxdwhQoooIACCiiggAIKKKCAAgoosHwBV6iAAgoooIACCiiggAIKKKDArAC0w2bGg9BiME1whdYHalJs7gFS1T5Q6xo48w9QE2yTiLtZYDoG7f5xku/4nndv+nJ5/Z5flLnrKw8dKX/z+LG5oSsp5loVUEABBRRQQIErUuCvv3KsPLHrwTP/UN6+dnrwDDC7R80+NGW8BwUmB89A27MC62cAdQ4wiUGbW1YXTNur0OzeOfFeYH5fnoNngD7NWgEFFLjsAh4+c8n/BP6gAgoooIACCiiggAIKKKCAAgosX8AVKqCAAgoooIACCiiggAIKKKDA8gVcoQIKKKCAAgoooIACCiiggAIKLF/AFSqggAL7RwDmE1fnklphey4MMWCdRJukXWh9oIIkNi7AOkG3x4GavJs+TNt/vvFL5bV7fl7mrscfOlq+7QE0czTGFFBAAQUUUECBxQrUg2c+dXR2fb+//Zfl7WsfrPtTYF1vHjCTfee49HFgsi/tc4C6h4U8c2j38XLmAmoLmMwvMxe0uX0I2sEzvT+uYTp3PGZbAQUUuBwCHj5zOdT9TQUUUEABBRRQQIFLK+CvKaCAAgoooIACCiiggAIKKKDA8gVcoQIKKKCAAgoooIACCiiggAIKLF/AFSqggAIKKKCAAgoooMD7CuSwmT4JqMm5iQE9XGtofWh1gkCdD0O9GU8ybo+lfbYCTBJ9ewJw7vnLjY+V1+75RZm7vpIDaJ44NjdkTAEFrgQB16iAAgoocEUJ/M3jx8oTux488w/l7Ws/tt6jZh+ZAm2/mvbZCrDej/Z5MNwLrA+U6eOpy+qCNm/VXP9+2r3AMJ4YkGpdoB08A9T7+0D25r1trYACCuwlAQ+f2Ut/Dd9FgStEwGUqoIACCiiggAIKKKCAAgoooMDyBVyhAgoooIACCiiggAIKKKCAAgosX8AVKqCAAgoooIACCiiggAIKKKDA8gVc4f4TALZeGobE163BVQCYJMSuQvU/GOLQ2kBN0E1Sbi85VAa24xkH1gm/0NqZn/LuTY+V1+/7hzJ3feWTR8vfftUDaOZsjCmggAIKKKCAAksR+Pbjx8vjDx2dXc7v7/hVefvaB+s+FYa9aPaRKdlrnq0Ak30oUPexMK3zjPHzYPitsrpgvr8a2vU/2H3/Dex6nwMKXE4Bf1sBD5/xfwMKKKCAAgoooIACCiigwPIFXKECCiiggAIKKKCAAgoooIACCixfwBUqoIACCiiggAIKKKCAAgoooMDyBVyhAgoooIACCijwgQV2dnYmc2E7ARaoybzjidBiMK0zB3aPJWl3twLUxN8k9QI16bfP/csNj5bX750/gObLnzhavvPE8eKlgAIKKKDAFSbgchW4IgS+/fix8pWHjsyu9fd3vFLevuajda8KTPaPMO33feVmnb1nYkDdi/b2uE47BYZ9blldwOrfsv59mPbL6ALqvB6C7X13xjb354lZFFBAgb0k4OEze+mv4bsooIACClwhAi5TAQUUUEABBRRQQAEFFFBAAQWWL+AKFVBAAQUUUEABBRRQQAEFFFBg+QKuUAEFFFBAAQUUUEABBRRQQIG9KwBsvRzMJ8L2icAkcXYuDtQwMEkCHiftpr1ZoM1PEjC0dp/zlxsfLa/tcgDNY588Ur7z1ct5AE3xUkABBRRQQAEFFLjAAt9+IgfPHJ196u9vz8EzD9R9KVD3nMD6AJm+h3y/GqjPyDyYthPbLEDJBUMN1Gf0OJDmrgV232/D2e/d9aEOKKCAApdIwMNnLhG0P6OAAgoooIACCiiggAIKKKCAApdRwJ9WQAEFFFBAAQUUUEABBRRQQIHlC7hCBRRQQAEFFFBAAQUUUEABBRRYvoArVEABBRQ4bwHYTogF1km1/QegxYAaAtZzkqgLrQ9DnXgKUJOE0x4XaPG5A2jePdsBNJ84Ur771WPFSwEFFFBAAQUUUGD/C9SDZz45f/DMv9z5ann72gcKZ/aN2UsCdW8JrU7sg5bsOzMX2r3Q6h6DYS9bVhew+rfUfS+wVZfRBW28h2B7n93HrBVQQIH9IODhM/vhr+Q7KqCAAgoooIACCxNwOQoooIACCiiggAIKKKCAAgoosHwBV6iAAgoooIACCiiggAIKKKCAAssXcIUKKKCAAgoooIACCiiwPwR2dnYmLwrzibFAnQfURNt0oLVhqOfiPYE3dS9ATRTu/dTQYkkEhtZOPCUH0Lx+36/K3PWlTxwt33vSA2jmbIwpcLEFfL4CCiiggAIXSuBvv3qsfGWXg2d+f8er5a2j99f9Iwx7z+wTz7UAk+fkfhhi6fcClFww1MB6PzweSzsFSLUuML+/3tyHr2+woYACCuxBAQ+f2YN/FF9JgUss4M8poIACCiiggAIKKKCAAgoooMDyBVyhAgoooIACCiiggAIKKKCAAgosX8AVKqCAAgoooIACCiiggAIKKKDA8gVcoQIfSgCmybF5CMwnyGasF5i/D4Y4UBNzgZrgO07iTRum8XFs7gCav9zwxfLavfMH0Dz68aPlu08dL14KKKCAAgoooIAC+0/gO08cL1/+xNHZF//9nb8ub19zf91XZkL2jB+0ALvuQ6GNwVBnD5pnQ9vHltEFLQbUKLB+pxqY+Qd231cDM3cYUuADCThJgUsu4OEzl5zcH1RAAQUUUEABBRRQQAEFFFBAAQUUUEABBRRQQAEFFFBAgeULuEIFFFBAAQUUUEABBRRQQAEFFFi+gCtUQAEFFFBAAQX2l8DOzs7khWE7URbYSrCFFoMPXiehN6Un96Y9LtCelXFo7T7+7o1fLK/f/2rZeN367l/62JHyvSc9gKZi+I8CCiigwCUS8GcUUOB8Bb7z1ePlsU8emX3MP9/+ann76H1bB8gAk1jfK45roGQ/2WPA1j3QYkCdC8PeE1obpnVZXdBiq+b6P5jGYHs/ncmb++7ELAoooMBeF/Dwmb3+F/L9FFBAAQUuvoC/oIACCiiggAIKKKCAAgoooIACyxdwhQoooIACCiiggAIKKKCAAgoosHwBV6iAAgoooIACCiiggAIKKKCAAmcVALbGYT5htk8Etg6jyRhM49D6QE34haGG1u5JwTW/RnwAABAASURBVOMaqEnAiQH13rT/8pHP1wNoYCP9rZTy6MePlO8/5QE0Kwr/U0ABBRRQQAEF9rxAPXjmE/MHz/z+zv9f+fO19xegrgMo2QuOD5RJf64Ak30kUO/NXKA+E1oMqHOBOgco/QLWMWB9X3mfC3bfRwPvc7fDCiigwN4T2P76vszv6M8roIACCiiggAIKKKCAAgoooMDyBVyhAgoooIACCiiggAIKKKCAAgosX8AVKqCAAgoooIACCiiggAIKKKDA8gVcoQIKKKDA/hTY2dmZvDhsJ84CNfF2PBFaDKhhoM4Btvo96Td1ClCTetPupScVAzUZOHFgPe/dGz5f/vvefyiltOeX0fXFjx0p33/aA2hGJDYVUEABBRRQQIGLJvBhH/zdJ4+Vx3Y5eOb/3vHr8vbRewuw3v/1/SBMY4mPCzDZP/Z9ZZ8DrJ8J1LlA/S2g9AuosfRhvr051vvZUwPprkti644NBRRQYJ8JePjMPvuD+boKKKCAAgoooMBFEPCRCiiggAIKKKCAAgoooIACCiiwfAFXqIACCiiggAIKKKCAAgoooIACyxdwhQoooIACCiiggAIKKKDABxKAdtjMeDK0GEwTaKH1gbMm5gL1cUCdB9SEX2h1TwTerQZqUnDGgXpv2u/e8IXy2n2vlJ1C2by++OCR8oOnT2yG7SuwdAHXp4ACCiigwL4Q+N6Tx8uXPn509l1/f9f/v7xzzX11zwcUYN3OHvBsBdjaNwL1/twH0/b4YBqg9Avev525MMzr/RwyA9P4XCzzLQoooMB+EfDwmf3yl/I9ryABl6qAAgoooIACCiiggAIKKKCAAssXcIUKKKCAAgoooIACCiiggAIKKLB8AVeogAIKKKCAAgoooIACCiiggALLF3CFCuxfAZgmy2YlMH8ATcZ6geE+aG2gJgwDdRqw7o8TgIF1UvA43hOCga1E4sx794bPl9fvf7XslO1UuC88eLj88OnjxUsBBRRQQAEFFFBg7wh876nj5dGPH5l9od/f9T/K20fuqftCoNbZ88HQTn+uALP7xT4XWD8vsb7PLKsLhj0q7N5eTd31P9h9vwzsep8DSxBwDQosX2D7i3v5a3aFCiiggAIKKKCAAgoooMBUwJ4CCiiggAIKKKCAAgoooIACCixfwBUqoIACCiiggAIKKKCAAgoooMDyBVyhAgoooIACCiigwDkL7OzsTO6B7YRaoB4mM54ILQbUMFDnAFv9JP4CNRG4rK70xwWoY4kBswnF737kkfLG/a+WwlVl8/r8g0fKjzyAZpPFvgIKKLBcAVemgAJ7WuD7Tx4vj37syOw7/t968Mzdde8HrPePQI1lP7hZoM1LvB8mA5TeTjwF2HoGDPeW0QUtDqyjMLQTBOr7pZ0C2/vkxDf304lZFFBAgf0o4OEz+/Gv5jsroIACCxdweQoooIACCiiggAIKKKCAAgoosHwBV6iAAgoooIACCiiggAIKKKCAAssXcIUKKKCAAgoooIACCiiggAIKKLD3BYCtl4T5xNo+EVgn4iYGpKoxoNYJQGsDNREYqEnC0OJJEu4lycO9QJuXPlDvzby/fORz5bX7XimFq8vm9UgOoPna8c2wfQUUUEABBRRQQIFLKPD9p46XL358/uCZ39/1P8o7R6YHz2SPl5J9X+px6bHUKZtjQN0nQqv7OLQ+tD1nGV3QYtDqDMHQTn+uwO77Y2DuFmMKKKDAvhN4v8Nn9t2CfGEFFFBAAQUUUEABBRRQQAEFFDhnAW9QQAEFFFBAAQUUUEABBRRQQIHlC7hCBRRQQAEFFFBAAQUUUEABBRRYvoArVEABBRRQ4EML7OzsTO6F7QRbYH2wTCZD60OrN2Ob/SQEAzVJ+Gzt8VgSjaE9P/F3zxxAs8NVZfN65KNHyo+e8QCaTRf7CiiggAIKKLA4gT25oO8/fbx88WO7HTzz/5S3Zw6eAereEFqd/V4vsHsM2hjsXsMwVlYXtD0ltHoVqntbIM11AWq8B2B7X5yxzf1zYhYFFFBgPwt4+Mx+/uv57goooIACCiiwUAGXpYACCiiggAIKKKCAAgoooIACyxdwhQoooIACCiiggAIKKKCAAgoosHwBV6iAAgoooIACCiiggAIK7B8BaEm14zeGFgPG4UkbhjFobaAm7AJ1LrDuJ5kYqEnGu7Vz4EwKtHlpZ24v737ks+X1+18t75WZA2geyAE0J4qXApdOwF9SQAEFFFBAgR88faJ88cH5g2f+7105eOZU3f9FCqhtoGzu8/p+b7c684H1/eN50OKJQdt/ljMXtD60OmEY2unPFZjfD+fgGWDuFmMKKKDAvhXw8Jl9+6fzxS+ZgD+kgAIKKKCAAgoooIACCiiggALLF3CFCiiggAIKKKCAAgoooIACCiiwfAFXqIACCiiggAIKKKCAAgoooIACyxdwhQoocF4CsJ1AC9sJtzCdB9TDZfLj0Now1JvxnhCcOgWoCcSb7XFycW9Dm/vu9Z8tb9z/aikHDpbN65EHDpcfP+MBNJsu9hVQQAEFFFBAgYsh8MOvnShfePDw7KN/d8f/KO8cOVX3ikDd8wG13/d32QN+0ALDM3IPTPuJldWVGli1Sv0tYF2X1QWtv2pO/gPWfdjeB/dBGOb1mPUlFvDnFFDgggt4+MwFJ/WBCiiggAIKKKCAAgoocL4C3q+AAgoooIACCiiggAIKKKCAAssXcIUKKKCAAgoooIACCiiggAIKKLB8AVeogAIKKKCAAgoosD8FdnZ2Ji8O24m3QE3g7RNh6ENrw+51TwhOnQLUZOTN9jgpOe3x+Lsf+Wx57b5Xyg7bB9B87oHD5SceQFO8FFBAgUsh4G8ooMCVK/DDp4+Xz390/uCZ35/6n+Uv19z9vnu87O8+TAFK9odA/Q2g5MqzUqcAdc8KrR7H0u4FhvHEYHv/m/jmPjkxiwIKKLAUAQ+fWcpf0nUooIACF0/AJyuggAIKKKCAAgoooIACCiigwPIFXKECCiiggAIKKKCAAgoooIACCixfwBUqoIACCiiggAIKKKCAAgoooMDyBS7ICoGt58B8Au54IlCTe5OUC9QhYJIMDNQ5MMSTIJwCLbbZHicVpz0ef/f6z7QDaA4cKpvXZ3MAzdePb4btK6CAAgoooIACClwAgR9+7Xj5/INHZp/0f+/6f8vbh+9c7wOBdTv7OWj97Ot2KzDMge095Pg5MIyXM1eeC9M4tP6ZKbMV7L7vBWbvMaiAAgpcBoEL/pMePnPBSX2gAgoooIACCiiggAIKKKCAAucr4P0KKKCAAgoooIACCiiggAIKKLB8AVeogAIKKKCAAgoooIACCiiggALLF3CFCiiggAIK7G+BHCIzXgFsJ+IC9TCZPg9aP/dCa4/H0oYWB9ZJyEkOToEW22yPk4vTHo+f/siZA2iYOYDm/iPlp8+eKF4KKKCAAgoooMDFE7jynvyjHDzz0V0Onjn1P8s7R+5a7/Ng2PtlHwfUseznNkvGEwNKb6c/LmV1ZQyoz4Hh+ZkHLV5WF7SxVbPuWYE01wWo8R6A7f1uxrK3TW1RQAEFlizg4TNL/uu6NgUUUEABBRS4MAI+RQEFFFBAAQUUUEABBRRQQAEFli/gChVQQAEFFFBAAQUUUEABBRRQYPkCrlABBRRQQAEFFFBAAQUUUOCcBKAl345vghYDxuFJG1gn8QJ1DKgxYKs/ThI+W3ucZJz2eO7p6z9dXrvvV2XnwPYBNJ+573D5Ow+gqe5XxD8uUgEFFFBAAQUuqsCPnjlRHtn14Jn/Vd45fOfkUJjs2VKyfwPqWPpzBdp45vZxoO4j04c2Di0GQ53xsrpgiAGrSKn3Q2uXXS6Y3+fm4Bk4+727PNKwAgoosK8EPHxmX/25fNkIWBRQQAEFFFBAAQUUUEABBRRQYPkCrlABBRRQQAEFFFBAAQUUUEABBZYv4AoVUEABBRRQQAEFFFBAAQUUUGD5Aq5QAQX2vwBsJ9rCdmIuTOcBNcm3J+tC60OrIwOtnUThFOCsyciZk0RkaPelnRi0/rvXf7q8fv+rZefA4bJ5fdoDaDZJ7CuggAIKKKCAAucs8OOvnSiPPLC918qDfnfX/yzvHL6j7gGh7c+g1X3flr1bymY/sbkC7f6MAaXfB9R9IwzjZXVB66+adTw1DLH0ewF6s75z37eug2caMMw7E7KaETCkgAL7X8DDZ/b/39AVKKCAAgoooIACCihwsQV8vgIKKKCAAgoooIACCiiggAIKLF/AFSqggAIKKKCAAgoooIACCiigwPIFXKECCiiggAIKKKCAAh9aIMm445vhgx9Ak/uAmtQLre4JxDD0e6zXQE0ahlYnnpKk4xSgJiCnnXjKX05+qrx23ytl56ojZfPyAJpNEfsKKLBQAZelgAIKXBSBHz9zonzuo/MHz/zzXf+r/OXInZP9HlD3ctmjwbDny94NhrGMzxVoc8bzYXgODO2yuqD1V836Hr0G0pwUGGKwva/N5M39b2IWBRRQYMkCHj6z5L+ua1NAgYUKuCwFFFBAAQUUUEABBRRQQAEFFFi+gCtUQAEFFFBAAQUUUEABBRRQQIHlC7hCBRRQQAEFFFBAAQUUUEABBRRYvsByVghDgm5fFWwn6sJ0HrCV/AstBvRH1Tk96RiY9BMH1snL6aeME5HT7+Xd6z5VXrv3V6VcdbRsXjmA5mffOLkZtq+AAgoooIACCihwFoEfP3O8fO6B+YNnfnfX/yx/PnLH1v4te7Ps11LS7gXY2tf1sV4D6+fB9nxo40DJBdT5vZ06BUg1KTDEYHs/2yfDMK/HrBVQQIHdBfb/iIfP7P+/oStQQAEFFFBAAQUUUEABBRS42AI+XwEFFFBAAQUUUEABBRRQQAEFli/gChVQQAEFFFBAAQUUUEABBRRQYPkCrlABBRRQQAEFzltgZ2dn8gzYTtiFaaIutH6/F1o/D0qCMQx9YJ2MDNQkYmgxaHXu6SXJzEBJPS6nr3+4/Pe9vyo7MwfQPHzvofKz5zyApngpoIACCiiwVAHXdUEFfvL1HDxzZPaZv7vrf5V3j95V92zZnwHrvVz6vfR92rjf25s1tGfknrK6gPpM2N4bltUFLb5q1vfoNZDmpMAQg+19bCb3PWvaFgUUUOBKEvDwmSvpr+1aFVBAAQUUWIiAy1BAAQUUUEABBRRQQAEFFFBAgeULuEIFFFBAAQUUUEABBRRQQAEFFFi+gCtUQAEFFFBAAQUUUEABBRTYfwIwJOz2t4ftxF2YzgO2koGhxYD+qDqnJyAn4bi3ew3U5OPeT515sB0/ff2nymv3/aq8d2A7Wfrhew6Vv//GieJ18QX8BQUUUEABBRTYvwI/ffZE+ez923uprOifT/1j+cuRO9Ks+zNgXQP1cMDs1XoB6vhue7fMA+p+EFqdWOanhhYDSr8S32wD9Rk93mugN+t4DpmBIdYHYTvWx6wVUECBJQt4+MyS/7qXZm3+igIKKKCAAgoy+lF9AAAQAElEQVQooIACCiiggAIKLF/AFSqggAIKKKCAAgoooIACCiigwPIFXKECCiiggAIKKKCAAgoooIACCixfwBUqoIACF0wgybrjh8EHP4Am9wI16bc/A1ofqKEkEgN1DrR6HEt7XMZJyeP46es+VV6//9VSrr6mPnf8z6fuPVx+/pwH0IxNbCuggAIKKKCAAl3g7549UT5z3+HendS/O/WP5c+Hb6t7tey9gHqwDLQ6sV5g2MtlzwbbczIXWjxzxv2yuqA9A4Y6c1ZD63eY22NmPAVIVQts71szkPtTL6S4DAUUUOCcBQ6c8x3eoIACCiiggAIKKKCAApdZwJ9XQAEFFFBAAQUUUEABBRRQQIHlC7hCBRRQQAEFFFBAAQUUUEABBRRYvoArVEABBRRQQAEFFFBg/wpAS9odrwBaDKbJvZtzYJgH1IRhaHXmAqlqPEnFvQBlMxm5j/U640BNfu6x09c9VP773l+Vnau2D6B56B4PoCleCihwkQV8vAIKKLD/BH767Iny6d0OnrnrH8tfzhw8A6z3bMB6D5Y9WfZiMI3B0M94LzDEYXjmeBzaHGjjMNRldUHrr5qT/4B1H4Z96Dq4auTgGRjmrUL+p4ACClxxAh4+c8X9yV2wAgpccAEfqIACCiiggAIKKKCAAgoooIACyxdwhQoooIACCiiggAIKKKCAAgoosHwBV6iAAgoooIACCiiggAIKKKCAAssXcIUXVAC2E3RhO6EXpvOAmqScl4HWhqHejCfpGKjJzNDqcSztzQLDvIz1A2je2+UAml88f3L1TsVLAQUUUEABBRS44gX+7tkT5TO7HTxz6h/LX47ctto3tb1b9lkpQN2rpd0Pnkm7l8RgmNPjqWGIQ3tunw+tD60uqwuGdr9/Fa7vlHpcgHUXtvepfRCGeT1mrYAC+1zA1z9nAQ+fOWcyb1BAAQUUUEABBRRQQAEFFLjcAv6+AgoooIACCiiggAIKKKCAAgosX8AVKqCAAgoooIACCiiggAIKKKDA8gVcoQIKKKCAAgosQ2BnZ2eyENhO7IVpQi+0fu4FarIwtLonEUPrA+tkZmixzEmBYSz9lCQrp6Q9Lu9d/1B5/f5Xy+kD15TN65N3Hyo/9wCaTRb7CiiggAIKXBABH7J/BH72jRPl07sePPO/y7tHbl/vy/o+C5iNwRCHod3vSw1DHIZ9HrQ4tBhM67K6cv+qqv8BtR7/A0MMtvenmZu9aGqLAgoooEApHj7j/woUUEABBRRQ4HwFvF8BBRRQQAEFFFBAAQUUUEABBZYv4AoVUEABBRRQQAEFFFBAAQUUUGD5Aq5QAQUUUEABBRRQQAEFFFBAgQ8lAGzdB9sJvjCdB9RDZ3IztHaSiKG1N+MZ64fKAOskZ2htaHXm7VZOn/xEeeP+V8vO1deWzeuTpw6Vnz93shxYPWdzbEF9l6KAAgoooIACCswK/OwbJ8vD9x6eHfvtqf9d/nL41joGba+W/Raw3pNln5aS+Acp0O6F4Xmb90Mbg6EuqyvPX1X1P6DW439giMH2vrTPhWFej1kroIACV6qAh88s7i/vghRQQAEFFFBAAQUUUEABBRRQYPkCrlABBRRQQAEFFFBAAQUUUEABBZYv4AoVUEABBRRQQAEFFFBAAQUUUGD5Aq5QAQUUWJbAzs7OZEGwnegL0wRfaP3cC63dHwKtD61OHFgnOMO03ZOVYYgnMXmznL7uE+X1+18t7101cwDN3YfKz58/Xg4MP1m8FFBAAQUUUECBpQv8/TdOlIfvPTS7zN/e9b/L6SO31UMDs68C6n4MWp3YeB8GQzxjH6RAuweovwOUXMC6DyRUfzt7x3SgxdLuBYYYbO9HM6/fn/alKf6KAgoosPcFPHxm7/+NfEMFFFBAAQUUUECBvS7g+ymggAIKKKCAAgoooIACCiigwPIFXKECCiiggAIKKKCAAgoooIACCixfwBUqoIACCiiggAIKKKDAeQlAS+4dPwRaDKZJwJtzYJgHTJKMgTodqMnG0OqzJTID9Rl9DkzveffEx9sBNFcfK5vXJ04dLj9/4eTqtzZH7CugwCIEXIQCCiigwEQgB8986t7Dk1jv/O7u35R3j9y63lcBqz3SgXU/e63xwTPpv1+Btk+DVmd+ngGtD5RcQP0daHVimZsahlj6vQC9We/NITMwxDI4F0vcooACClzpAgeudADXr4ACyxNwRQoooIACCiiggAIKKKCAAgoosHwBV6iAAgoooIACCiiggAIKKKCAAssXcIUKKKCAAgoooIACCiiggAIKKLB8AVe4PAGYJvdmhTAcLJN+CkznATVBuI9B6yfBGKhJzuM2tBhM50GLZ+64JKF53E/79MmPl9fue6W8d/Xxsnl94q5D5RfPnyxXmX23SWNfAQUUUEABBRYk8PPnTpSzHjxz+Ja6R4O254JWHzhwoO7PsseCIZZ+HztbDdT7Yahh2ob2XKDkyvNSp0CLpd0LDDHY3n/OzesxawUUuPgC/sLeF/Dzd+//jXxDBRRQQAEFFFBAAQUUUGCvC/h+CiiggAIKKKCAAgoooIACCiiwfAFXqIACCiiggAIKKKCAAgoooIACyxdwhQoooIACCiigwAUT2NnZmTwLthOAYUgQzmRo/dwLbCU6j+dAG08ScgpQE5jTTtJzStowxOf67538eHl9lwNoPn7mAJqrr6J4KaCAAgoosCABl6JAFfj58yfKQ/ccru3Nf3576jfl3TMHz8ztoRLbLNl/Aes92eZ4+jCMA6XfA9T7yuoCJvvAVWg9ljaQalJgiMH2vjOTs8dMbVFAAQUUmBfw8Jl5F6MKKKCAAgrsYwFfXQEFFFBAAQUUUEABBRRQQAEFli/gChVQQAEFFFBAAQUUUEABBRRQYPkCrlABBRRQQAEFFFBAAQUUUECB/SsAQwJwXwVsJwLDdB5Qk41zD5Cq9oFa18DqH6AmIUOrk8zcC0xj0O7NeE9wTruX0yc/Vl6//9Xy3tUnyub1sbsOlZ8/d6IcvGgH0Gz+on0FFFBAAQUUUODiC/zi+ZPlobvnDp6h/Pbu/1PePXxzfQkY9lFAPSwme6jsqVKAuifbbGfOZoH2LNi+J3NhGIfWLqsrY/3gGGAVmf4HQwy295t9NgzzesxaAQUUUGAQ8PCZweLitHyqAgoooIACCiiggAIKKKCAAgosX8AVKqCAAgoooIACCiiggAIKKKDA8gVcoQIKKKCAAgoooIACCiiggAIKLF/AFSqggAIKXHCBnijcHwzbCcEwTQSG1s+90NpAPXwGqAnOSUIuqwtY/VtqDKhzMgask6PTH5dxcnSPnz7xYHntvl+V01cfL5tXPYDm+RPlag+g2aSxr4ACCiiggAL7UODnL5wsn7z70Nab7xTKb0/9prx76Ka6t+r7JJjusRKHITa3t0os83oB1s+E1ob2DGh1WV3Q2sCqV+o9aQAFSHNSYIjB9j4zk7OnTD0pdhRQQAEFtgQ8fGaLxIACCiiggAIKKKDAfhfw/RVQQAEFFFBAAQUUUEABBRRQYPkCrlABBRRQQAEFFFBAAQUUUEABBZYv4AoVUEABBRRQQAEFFFBg/wtASwIerwRaDKbJwptzoI3DUAPrxGNo7Z7UvFkDkwNoYJi/mRCde987+bHyxv2vlp2DJ8vm9eCdh8ovXzhZDl7N5pB9BRQ4TwFvV0ABBRS4dAK/eP5keejU/MEzv7v7/5R3D7eDZ4D1niv7pLm9U48D9ZCYzEmBdm/GU6D1YZgHLdbHy+oCVv+W+rtAfWY5c0EbO9OtFQwx2N5fZlIOnoFhXmIWBRRQQIF5AQ+fmXcxqoACF07AJymggAIKKKCAAgoooIACCiigwPIFXKECCiiggAIKKKCAAgoooIACCixfwBUqoIACCiiggAIKKKCAAgoooMDyBVyhAhdFALYTfmE7QRim82Dow7QN1MTkJCynwNCHaTtJ0JlztgLUBOfTJx4s/33vr8p7MwfQfPSOg+Xnz50oB68uXgoooIACCiigwL4T+OULJ8on7547eOZA+e2p35R3D91Y90PQ9lJA7WcPBUM7/ZTssaDF005ss0B7VuLQ5sI0VlYXDLFVt+7zcnBMb6ceF2Ddhe19ZR+EYV6PWSugQBXwHwW2BDx8ZovEgAIKKKCAAgoooIACCiiw3wV8fwUUUEABBRRQQAEFFFBAAQUUWL6AK1RAAQUUUEABBRRQQAEFFFBAgeULuEIFFFBAAQUUUGBZAj2BuK8KthOFYZogDK2fe4GaiAxDPX7WOKk57V6AMk6IhnZ/H089Hn/v5IPltfteKe8dvK5sXg/eeaj84vmT5dDVbA7ZV0ABBRRQ4EMKeJsCF18gB8984tThrR/a4aryu3v+Tzl9+KZ60Ayw3m9lj7Rbyd4JqPf0NrR7+z0w7Y/nZQ5QcgHr30w/Y6mhxdMeF2Ddhe39ZAazd0xtUUABBRT44AIePvPBrZypgAIKKKDAhxPwLgUUUEABBRRQQAEFFFBAAQUUWL6AK1RAAQUUUEABBRRQQAEFFFBAgeULuEIFFFBAAQUUUEABBRRQQAEFFDgvARgShfuDYDthGKbzgJqQnHuAVLUP1LoGVv9A6wM1ERpanQRmoCThOe2UtIE6L/11OXCgxt478dF6AM3pmQNoPnpHDqA5UQ57AE3xUkABBRRQQIG9L/APL54sux0889tTvynvHryh7n+ASZ390uYeKf3Egbq36u3EU4D1M6C1E0+BoQ+UXEDdz0GrMy/xFCDVpMAQg+19ZJ8Mw7wes1ZAAQUUOLvAFXf4zNk5HFVAAQUUUEABBRRQQAEFFFBAgSUIuAYFFFBAAQUUUEABBRRQQAEFFFi+gCtUQAEFFFBAAQUUUEABBRRQQIHlC7hCBRRQQIFlCuzs7EwWBtuJwzBNGIbWz73Q2kBNVk6SMrQ2DPU43ttJkB63gZognVgv0GLvnXigvHH/K+W9mQNoHrjjUPn5CyfLoYMULwUUUEABBRRQYK8K5OCZj991aOv1dri6/O7u/1NOHxoOnoG2r9ncE/V+6uylgHrwTPrAei8F1Dhw1j0aUHIBdR5Qej91So+l3cs4lvZ4X9jnJNbb1goooIAC5ybg4TPn5uVsBRRQQAEFFFBAgXMX8A4FFFBAAQUUUEABBRRQQAEFFFi+gCtUQAEFFFBAAQUUUEABBRRQQIHlC7hCBRRQQAEFFFBAAQUUUOCCCPRk4fHDeix1j4/biaWf0tu9Tixls59YkqLHJbEkTffYuD0XO338gfL6/a+W9w5dn8dPygO3Hyy/fOFkOewBNBMXO/tewAUooIACCixE4FcvniyzB88cOFh+e+o35S9XX18Pjsn+KPugXs/tjzKeeOb0Ou3EU9KeiyeW8V4yL7ypxyXjiacknnpcxrG0c8hM6vGcudh43LYCCiigwNkFPHzm7D6OKrBAAZekgAIKKKCAAgoooIACCiiggALLF3CFCiiggAIKKKCAAgooPj1AIgAAEABJREFUoIACCiiwfAFXqIACCiiggAIKKKCAAgoooIACyxdwhQosVyDJwkkQHq+wx1L3+Lid2Ljf26nHJcnLu/X7WBKh+5zEzlZOH7+/vHbfK+X0we0DaO6/7WD5xfMny5FD5PUsCiiggAIKKKDAnhDIwTMfu+vQ1ru8Rw6e+ady+tBH6sEzmZA9Uersh/oeKe1x6fFej8dyf/qpU9LuJf1xye+kP1ePY2n30uenn3b2kKnT72Uu1sesFdgfAr6lApdfwMNnLv/fwDdQQAEFFFBAAQUUUECBpQu4PgUUUEABBRRQQAEFFFBAAQUUWL6AK1RAAQUUUEABBRRQQAEFFFBAgeULuEIFFFBAAQUUUECBCyqQpOEkCo8f2mOpe3zcTmzc7+3UvfQ5vZ+6J0D3ei7Wx+bq947fX16/75Xy3uEb8vhJuf/2HEBzohw9bKreBMaOAgoosF8FfG8F9rnAKy+dLHMHz+wcOFR+d/dvyumDHynZC6Vk39PruYNlEutz0u5zE0sZ9zfb6af0eWFNP3WPpU4/pY+l3cs4lnb2jqn7eOq5WOIWBRRQQIFzE/CL9ty8nK2AAgoosAABl6CAAgoooIACCiiggAIKKKCAAssXcIUKKKCAAgoooIACCiiggAIKKLB8AVeogAIKKKCAAgoooIACCiiggAL7X2AzeTgrSqwnEaefkljqXsb93k59tpLk5oyn7mUuibqPjevMe+/EmQNoDm0fQHPfbYfKL547UY4cMl2v/42sFVBAAQUUUODSC7z68nXlwTsPbf3wewcOld/e9U/l9MHrz+ngmb53yl6ot/seadzfrZ25GcsLpU7psbQTTxm3008Zx9Le3B9mTkrGUlsUUEABBc5P4HJ/zZ7f23u3AgoooIACCiiggAIKKKCAAgrsBwHfUQEFFFBAAQUUUEABBRRQQAEFli/gChVQQAEFFFBAAQUUUEABBRRQYPkCrlABBRRQQIGLJpBk4vHDk0ScWOoeH7cTG/d7O/XZSk92Tp2SueM67XFJonX6fd7pY/eW1+57pZw+9JG8wqTce9vB8osXTpSjh5nE7SiggAIKKKCAApdC4JWXTpaP3nFw66feO3C4HTxzaP7gmfFeJ+0DBw6U7IH6/mfc7uPjus9LrLdT95IX6u3UvZ86pcfS7mUcS3tzX5h5iaW2KKCAAgpcGAEPn7kwjj5FAQUUUEABBRTYRwK+qgIKKKCAAgoooIACCiiggAIKLF/AFSqggAIKKKCAAgoooIACCiigwPIFXKECCiiggAIKKKCAAgoosByBnlQ8XlGPpe7xcTuxcb+3U5+tjBOj0+4l9/R2r+di7x2/t7x+/6vlvcM35hUm5b5bD5ZfPH+yXOMBNBMXO+cj4L0KKKCAAgq8v8CrL58sD955aGvieweOlN+d+k05ffC6kn1NSvY5vc7BMumPS2Lj8d4ez+mxXmds3O79vFDi45KxxFMSTz0u41jaOWQm9XjOXGw8blsBBRRQ4NwFPHzm3M28Q4ELK+DTFFBAAQUUUEABBRRQQAEFFFBg+QKuUAEFFFBAAQUUUEABBRRQQAEFli/gChVQQAEFFFBAAQUUUEABBRRQYPkCrlABBS6qQJKKk0g8/pEeS93j43Zi435vpz5bSdJzxlOPy1xsPN7b7x27t7x2769mD6C5tx9Ac4S8nkUBBRRQQAEFFLhoAtlt/Prlk+Wjd2wfPHOaw+V3d/9TOX3wZMkeZnOfk0NmEh+XxPq8cXs8p4/3OmO9nbqXLDrtuXocS7uXPj/9tLM3TJ1+L3OxPmatwAUT8EEKXIECHj5zBf7RXbICCiiggAIKKKCAAle6gOtXQAEFFFBAAQUUUEABBRRQQIHlC7hCBRRQQAEFFFBAAQUUUEABBRRYvoArVEABBRRQQAEFFFieQJKLk1A8XlmPpe7xcTuxcb+3U2+WnhydeG+nHpc+No7Ntd87fm957b5XyulDN+YVJuWeWw+WXz5/slx72PS9CYwdBRRQ4EMIeIsCCswLQCm//uZ15YG5g2cOHCm/u/s35b2D1xWglvF+ph8sA9SDaTLWY+N2YimJpUCbD60ex9JOAUouaHWPpU48BdpY2r3AEANK9oQwxDJvLpa4RQEFFFDg/AUOnP8jfIICCiiggALnJeDNCiiggAIKKKCAAgoooIACCiiwfAFXqIACCiiggAIKKKCAAgoooIACyxdwhQoooIACCiiggAIKKKCAAgoosHyBS7JCmCYZ50dhOwEZpvNg6ENrAzXZGlrdnwWtnyRoYJ10nf65lPeO3VMPoHl35gCau285WH7x4sly7RFT+IqXAgoooIACClxQgQOr/curL19X7r/94NZzTx84Wv757t+UnUPX1bHNvQ2wtffJATPQ4uM2UPdSeQa0cWj1ONbbQMkFTO4DEq4FhnYNrP6BIQbb+77VlPofDPNqwH8UUEABBS6YwMaX6wV7rg9SQAEFFFBAAQUUUEABBRRQQIE9K+CLKaCAAgoooIACCiiggAIKKKDA8gVcoQIKKKCAAgoooIACCiiggAIKLF/AFSqggAIKKLBsgZ2dnckCYTsRGaYJyDD0obWBmvwMZ6+TNN0LtLm9f7a6nLi3vPHAr8vpwzdN3jedu2++uvzyhZPlmAfQhMOigAIKKKCAAh9KYHrTVQdKefWbJ8sDMwfPvHfVteV3p/6pvHfwZL3pwIEDdR+Ueq7koJkUoB5I09upx/OBkhhQ52UMpm2g5IKhBurvJ54CpJoUGGKwvd/L5M19YWIWBRRQQIELK3Dgwj7OpymggAIKKKCAAgqcs4A3KKCAAgoooIACCiiggAIKKKDA8gVcoQIKKKCAAgoooIACCiiggAIKLF/AFSqggAIKKKCAAgoooIACClxQARgSkfuDYTshGabzYOhDawM18Rm26yRPpwDrZOokVyd2ttLnAOW9a0+V1+97ZfYAmlM5gObFE+XYUVP5yhIu16CAAgoooMBlFLhqtZ145aXryv23Hdx6i9NXXVN+e+ofy86hk3UMqPufAwcO1D0OtH7fw4zjiaUA9ZCZPpYaWN+ffgq0WG8DJRew/k0goXWBaT8DMMSAkkNmYIhlTgpsxxK3KKCAAgpcOIHV/4u5cA/zSQosQcA1KKCAAgoooIACCiiggAIKKKDA8gVcoQIKKKCAAgoooIACCiiggAIKLF/AFSqggAIKKKCAAgoooIACCiigwPIFXKECClwZAklCHq8UthOTYZqQDEMfWhuoydAwX/fk6dT5vdRATbZOe7MAk+TsneP3lNfqATQ3l83rrpsOll8+f6IcP8rmkH0FFFBAAQUUUOADCVx9FeXVl0+W+2+fO3jm2vLPd/+m7BxsB8/stm/JATN9LG1gvZ+Bod3nQIsBdR+VOLDeH0GLl9UFrP4tdR5M29D6ZXTBEIPt/V2mbu4DE7NcmQKuWgEFLr6Ah89cfGN/QQEFFFBAAQUUUEABBc4u4KgCCiiggAIKKKCAAgoooIACCixfwBUqoIACCiiggAIKKKCAAgoooMDyBVyhAgoooIACCiiggAIXRQBaMvL44dBiME1a3pzT+9DmAeuEaGjtnkQN1ERqGOqelJ05cwWYJGyXfgDNkVvK5nXXzQfLL164rhy/xpS+TRv7CiiwrwR8WQUUuAwC9eCZl06W+247tPXrp686Vn539z+V1BmEYY+T/QtQ9zhpjwsw2cdk35NxoORKOwVY3w/TNrS5QN1j9flldUGLrZpb/wHrGFByyAwMsQzOxRK3KKCAAgpcHAG/VC+Oq09VQAEF9rGAr66AAgoooIACCiiggAIKKKCAAssXcIUKKKCAAgoooIACCiiggAIKKLB8AVeogAIKKKCAAgoooIACCiiggALLF7hyVggtKXm8YmgxGBKVYWhnLgx9aG2gJkdDq/s8aP0kTackATtjaQPrpOv0xwWYJG6X43eXN+5/tZw+PHMAzU1Xl1++cNIDaIqXAgoooIACCnxQgYNXUV59+WS597aDW7e8e9Wx8s93/1N5b1XDdC/T9yvZ0/R2r4HJ/qXPAeqeJ31obZjWeQa03yqrC1obWr0KrfdaaW8WYB0CPHhmrWFDAQUUOJvAxR/z8JmLb+wvKKCAAgoooIACCiiggAIKKHB2AUcVUEABBRRQQAEFFFBAAQUUUGD5Aq5QAQUUUEABBRRQQAEFFFBAAQWWL+AKFVBAAQUUUOCiCkBLTh7/CLQYTJOYN+f0PrR5wDopGlo7idQp0PpATb6GaZ05mwWYJHCfvubO8sYDvy6nj9xaNq87b2wH0Jy4xtS+TRv7CiiggAIK7AuBS/iSB68u5ZVvniz33rrLwTOn/qm8d/Wx9b5mbo+SWA6TSQ1tn5M+DO0+ljoF2HUfBO2+srqA1b9l/ftAbZddLmA9Atv7uAzu7Oyc9RmZY1FAAQUUuPACfqFeeFOfqIACCiiggAL7XMDXV0ABBRRQQAEFFFBAAQUUUECB5Qu4QgUUUEABBRRQQAEFFFBAAQUUWL6AK1RAAQUUUEABBRRQQAEFFFieAAwJy311sJ24DNN5MPShtYGa2AytHj8vSde99OTsXvf4Zg2sD6DJ2HvX3llev/+V8u7hW8rmtT6A5lrT+zZtzrXvfAUUUEABBZYqcOhqyqsvXVfuvWX74JnTV58ovzv1v8vOwXbwTPYe71eAeqDMeE/T29D2Q3kGtHkwrfsYUHIBdS+1Ge9jqccFWHdhe//WB2GY12PWCiiggAIXX8Cv04tv7C+cn4B3K6CAAgoooIACCiiggAIKKKDA8gVcoQIKKKCAAgoooIACCiiggAIKLF/AFSqggAIKKKCAAgoooIACCiigwPIFXKECCihwyQR2dnYmvwXbCcwwTVyGoQ+tDdSkaRjqJFCnwDSWH+zx1HMFqEndGQPKe9fkAJpXy+mjt5XN644bry6/fP5kOekBNJs09hVQQAEFFLjiBQ4fpLz68slyz63bB8+8e9WJ8tu7/rGUg8cn+5i+/0g9LtD2NIn1w2Z6O3Uv4zGg7mmg1ZkD7TlldQGrf9t/MLQTgWl/MwaU7OVgOi+xzLXsCwFfUgEFFihwYIFrckkKKKCAAgoooIACCihwXgLerIACCiiggAIKKKCAAgoooIACyxdwhQoooIACCiiggAIKKKCAAgoosHwBV6iAAgoooIACCiigwHIFoCUtj1cILQZDIjMM7cyFab/HgHXydo8lyToFqMnXvT1OzE7s/crOtXeWN+5/tZw+sssBNC+cLNcdu6p4KaCAAh9OwLsUUGBpAjl45pWXrit33zJz8MzVJ8s/3/2/Szl4bL13AdZ7lexTxnuTcT9toKROgbb/6fOB9XMSg6EPbW5ZXdDamZMCrb8aqu+UelyAdRe292sZzMEzMMxLzKKAAgoocGkFDlzan/PXFFBAAQXOWcAbFFBAAQUUUEABBRRQQAEFFFBg+QKuUAEFFFBAAQUUUEABBRRQQAEFli/gChVQQAEFFAl8vZEAABAASURBVFBAAQUUUEABBRRQYPkCrvCSCkBLXh7/KLQYDMnLMLQzF1ofWCdIQ2tDqzMvJQnVKUBNxu6J2r3O2LgknjKOpX366O3l9ftfLe/OHEBz+w1Xl1++cKJcd60H0BQvBRRQQAEFrnCBI4cor7ycg2eu3pJ49+qT5Xd3/WPZufrauoeBtm/JXgOoe5W0N0v2JilAPXhmPA7U+6DVGYPhueN+WV3QxqDVq9D6P2Dd7g0YYrC9T8s8D56JgkUBBfadwAJf2MNnFvhHdUkKKKCAAgoooIACCiiggALnJ+DdCiiggAIKKKCAAgoooIACCiiwfAFXqIACCiiggAIKKKCAAgoooIACyxdwhQoooIACCiiwfAFoSczjlUKLwTTZeXPOuJ82MEnkhtZP0nUKtD6Q6TV5G6gJ2xlPAeozkuCdfkpvv3fN7eWNB35dTh+9o2xet33kzAE0x0z327Sxr4ACCiigwPsJLGX8yKED5ZWXTpa7b547eOa68tu7/rGUg/MHz/T9RvYecwWoe5eMQduvpJ37gPV+BoaxjEPrl9UFrP4tda8DQ7usLmj9VXP9Hwwx2N6fZaIHz0TBooACCuwNgQN74zV8CwUUUEABBRRQYFcBBxRQQAEFFFBAAQUUUEABBRRQYPkCrlABBRRQQAEFFFBAAQUUUEABBZYv4AoVUEABBRRQQAEFFFBAAQUUuCgC0JKZxw+HFoNp0vPmnPSBmkQ9bsMQSzzJ1ylATc7uidq9zti4AJME78zL+HtHbyuv3/dKeffo7WXzuu2Gq8s/vHCyXL+/D6DZXJZ9BRRQQAEFFPgAAkcPUV556UQ5dfPBrdl/ufq68rtT/1iYOXgm+4u+z0h7rgCTfUnmAHVPA63uMdjul9UF1P3SeB6wGik1XjYuaGMJw/a+LHEPnomCRQEFFNg7Ah4+s3f+FvvkTXxNBRRQQAEFFFBAAQUUUEABBRRYvoArVEABBRRQQAEFFFBAAQUUUECB5Qu4QgUUUEABBRRQQAEF/j927rNNjuPM033caJCEB+hA0FOEvB95iTKURJEENZqRNDJjNHI0e851zOyez7wjaWRGGhEAAVK7OvWPQFRmVWXBEaY7+84L0RHxRGRWxq/ZmcUX8SiggAIKKKCAAgoooMB8BKBtah6vCFoMVjc/r8/pfWjzYKiBuqEaqBu01zdcQ4tDqzPeC7Cy0btvDP/fRx4tF86+Uf5yaDMBzZkHDpZfvnyqPHDcbX/FQwEFbpGAl1FAgd0ucOS+JJ45OZl45i/3PFATz5SDR5bfSYD6vQRa3b97TNXAyveRPiffS4B6ncSgfefp7bI4gMXPUj+3XDmgxa50l2PASns8PpVkZirWz7FWQAEFFLg7Av5f6N1x91MVUECBWyfglRRQQAEFFFBAAQUUUEABBRRQYP4CrlABBRRQQAEFFFBAAQUUUEABBeYv4AoVUEABBRRQQAEFFFBAAQUUUGD+Aq7wtgpASzYz/hBoMWAZBurmaKDGoNW1c+UHsJwD1CiwskG7b85OPS6wOi+buzMOLDd//+/Dj5bzZ98o/+vIE2X9OPPATvnFy6fK/cd31ofsK6CAAgoooMDMBI4corz+yqny5Ol7NlZWE888+W+FicQz+W7Rv2OkPVWA5XcPYOV7DKz2+/mwGgeW34kypywOYPGz1HhZO6CNJQyb38MSN/FMFCwKKDB7gT24QJPP7MFfmresgAIKKKCAAgoooIACCihwdwX8dAUUUEABBRRQQAEFFFBAAQUUmL+AK1RAAQUUUEABBRRQQAEFFFBAgfkLuEIFFFBAAQUUmJ8AtE3O45VBi8GwGTrj2ficOgXaGFA3UsNm3edl43UKUDdxQ6t7bH0jOLCy8buP//XIo+XNZ18vfzk8kYDm/p3y6rkT5QET0BQPBRRQQAEF3q3Abj3/6KEDNfHMEw8f3LjFd+55oPzPp/57KQcPr3w36d83Ul+tACvfP7bNhdXvPJkHLVYWB7D4Wep3njSA5f30furx96r0Yfv3LyBTLAoooIACu0zgwC67H29HAQUUUEABBRS4UQHnK6CAAgoooIACCiiggAIKKKDA/AVcoQIKKKCAAgoooIACCiiggAIKzF/AFSqggAIKKKCAAgoooIACCihwSwSgbXYeXwxaDIbNztDasFqvnwdsbLLOxuwUoG7GhjanJ5bJ2LgAKxvA+7y/Hj5Tzm9JQPPIqYPl1ZdPlAdP7JQZHS5FAQUUUEABBRYCxw4dKK+9crI88dBU4pkHy/988r+XsnNo+R0EqN858v2if49Ie6oAK987xnOAeh1gee2Mw2q8LA5g8bPU+Wn0eWmnAKlqgdV2ktHAEMukqVjiFgUUUECB3SFg8pnd8XuY0V24FAUUUEABBRRQQAEFFFBAAQUUmL+AK1RAAQUUUEABBRRQQAEFFFBAgfkLuEIFFFBAAQUUUEABBRRQQAEFFJi/gCtUQAEF5isALdnMeIXQYjBshIahnbnQ+kDdkN1jQJorsWzATgHqBm+gjkOrMzYu0OYlBkP7r0fOlDe3JKA5ff/B8suXT5aHTEBTPBRQQAEFFJiLwLHD2xPPvH3wgfI/n/y3wsHpxDP5HnG1AtTvJZkD1MQxvQ2tD61OPAVaHyj9AOr3mownBqRaKUkmkwAMY7D5fStzMheGeYlZ7qSAn6WAAgpcW8DkM9c2coYCCiiggAIKKKCAArtbwLtTQAEFFFBAAQUUUEABBRRQQIH5C7hCBRRQQAEFFFBAAQUUUEABBRSYv4ArVEABBRRQQAEFFFBAgVsqAG3z8/ii0GKwffMzbI4BdQN2rgWkqv1syE5JIDVQN3nv7OzUOrFxAVY2hPd5pSegOfJkWT9On9ppCWhO7qwP2VdAgb0o4D0roMC+Fjh+5EB57dyJ8vhDBzcc3r7nwfKrZ/6/lcQz4+8RV2sD9btJvltAa0/NB+p3FNisoZ0HlBywWieWAtTPSntcYPp7lolnxkq2FVBAgd0rcGD33pp3poACCuxNAe9aAQUUUEABBRRQQAEFFFBAAQXmL+AKFVBAAQUUUEABBRRQQAEFFFBg/gKuUAEFFFBAAQUUUEABBRRQQAEF5i/gCucvAG0T9Hil0GLAMgzUTdRAjcFqnSCwnAMkVPvjjd3Z8J0+sDGWeAqwNQHN+WdfL3858lRZPx4+tVNefflkecgENOs09hVQQAEFFNgzAscPHyivnjtZHn/ono17fufeh8uvnvofpRy4t36HAJZ1/35x4MCBmjhmW515wPJ7RuZBu05vZ07aqcviSBtYtNo/aO3EE4HWh1Yn1gsMMdj8fpV5Jp6JgkUBBXaDgPdwbYED157iDAUUUEABBRRQQAEFFFBAAQV2tYA3p4ACCiiggAIKKKCAAgoooIAC8xdwhQoooIACCiiggAIKKKCAAgooMH8BV6iAAgoooIACCtwWAWiboccXhxaDYdN0xrNBOnUKtDFgufk7G7GBDNdYGkDdCA7UGLQ6c69Wsuk748Byk/hfDz9StiWgSeIZE9AUDwUUUECBvS+wL1dw4siB8torJ8vjDx7cWP87954u//PJfytlZzXxTL4npAD1u0ba4wIsv3v07xXj8bR7HNo1oNVlcWQchmsAi2ipn5UGsLx+76cef19KH7Z/rwIyxaKAAgoosAcEDuyBe/QWFVBAAQUUUGBPCXizCiiggAIKKKCAAgoooIACCigwfwFXqIACCiiggAIKKKCAAgoooIAC8xdwhQoooIACCiiggAIKKKCAAgrMRwDapujxiqDFYNgUDa0NQw2t3c8FlhuxgRoG6kbtbOIeF6DOHcf6JvDE0k6Bdn7afz18urz57OvlncNPlfWjJ6B5+OTO+tBN9j1NAQUUUEABBW63wImjLfHMYxOJZ96+5+GWeObAPfU7A2x+d8h3hqmS7w29AMvvItCuAUOdebkGUHL0NrQ+tDrx8Xja6wXa3MRh8/tU4klQA8O8xCwKKKCAArtbwOQzu/v38+7vzisooIACCiiggAIKKKCAAgoooMD8BVyhAgoooIACCiiggAIKKKCAAgrMX8AVKqCAAgoooIACCiiggAIKKKDA/AVcoQIKKKDAbRWAtjl6/CHQYjBsjoahvT6397MxG9o8GGpgufG7zxnXvQ2sbDAfbwhPu1xJQPOXo8+U9SMJaH557mQ5fcoENOs29hVQQAEFFNhtAieP7ZTXXj5ZHn3g4MatvX3v6fLvT//3Ug4crN8fgPr9IN8XthWgzh2PQ4vBap05QMl3C6CeB0NdrhzQPheoEWh17az9gDYG1HudSjIzFVu7jF0FFFBAgV0oYPKZXfhL8ZYUUEABBRRQQAEF9raAd6+AAgoooIACCiiggAIKKKCAAvMXcIUKKKCAAgoooIACCiiggAIKKDB/AVeogAIKKKCAAgoooIAC8xOAlmxmvDJoMWAcXmkDdYM1sIwDNZYAkKr2gWU9tdm7bwRP3QtQN4anD63NkdPl/LOvlXeOPF3Wj4dO7JSWgGZzI/v6XPsKKHB1AUcVUECB2yVw6mgSz5wojz64+b5++95Hyr8/+W+lMCSeyfeAGynQvnPknHznSA3UJDO9nTi0WFkcPQ7tXGj1YqieB0M/MVjtJ9bLVJKZqVifb62AAgoosLsFDuzu2/PuFFBAgXct4AUUUEABBRRQQAEFFFBAAQUUUGD+Aq5QAQUUUEABBRRQQAEFFFBAAQXmL+AKFVBAAQUUUEABBRRQQAEFFFBg/gKuUIE7IgAt2cz4w6DFYNhgDa0NjKfWxDI9ACz7QA0DK5u3s8m7F2hj2QjeY70NbCSg+euhh8v5Z18v/+vYe8r68eDxnfLquRPl9P2bG9rX59pXQAEFFFBAgTsrcOrYgcV7+mQ588Dme/ryPY+Uf3/q30o5cHDrd4b+PWG97t8bEk87JW2gXqu3ofWB5XeVPlauHNDGgHpuucoB1FGgXm8qycxUrJ7kDwUUUGBTwMguFDD5zC78pXhLCiiggAIKKKCAAgoooMDeFvDuFVBAAQUUUEABBRRQQAEFFFBg/gKuUAEFFFBAAQUUUEABBRRQQAEF5i/gChVQQAEFFFBAgfkKQEs2M14hDDFgOZSN1L0DLQ5DPd7IDavxjKUAdVP3uA1DbLxxfL3NkdPlzWdfL385upmA5oEkoHn5RHnEBDTFQwEFFFDgZgU871YL3H88iWdOlTMP7Gxc+u37zpRfP/M/SmGnfjcAaj3+jpD2egFq0pfEYTgn/XGB1TEY+tCuAVevy+KANmfqe1BiwGLW8G8qNozaUkABBRTYCwIH9sJNeo8KKKCAAgoo8C4EPFUBBRRQQAEFFFBAAQUUUEABBeYv4AoVUEABBRRQQAEFFFBAAQUUUGD+Aq5QAQUUUEABBRRQQAEFFFBAAQVuqQAMyWb6hWE6BtQN35kHrQ2kWwtQx6HVCUJr9w3hwMrm8p5kpo/X/oED9Trjdsb/et+DNQHNO1sT0JwsZ+7fKR53zjoGAAAQAElEQVQKKKCAAgoocHcF7j+2U149d3Lyvfz2fY+WXz39P8pfC/U7AazW/f2fd/9U6eO9hvZdA4Z6fB4M1wdKP4ACq6WPpQZS1QJDO4GpJDNTscy1KKCAAgrsLYEDe+t29/7dugIFFFBAAQUUUEABBRRQQAEFFJi/gCtUQAEFFFBAAQUUUEABBRRQQIH5C7hCBRRQQAEFFFBAAQUUUEABBRSYv4ArVEABBRSYvwBMJ5vpm6hhdcP1ugi0cWC5ibwsDhjiQB3rm8Gh9WGogboJfDxnvLE8bQ4/VC6cfaP85eizZf24//iB8uq5U+XMAzvrQ/YVUEABBRRQ4A4JPHB8p7x27kR55NTBjU+8fO+j5d+f+rfy17+W+r0AWKnzHQBaLO0UoH4/AEq+C/RY6l6Aep3e7zW0OLRrlMUBrQ0seqVeu6wdMP3dCFoc2rn9tP6dqff3au19K6CAAgqUYvIZ/ytQQAEFFFBAAQUUmLuA61NAAQUUUEABBRRQQAEFFFBAgfkLuEIFFFBAAQUUUEABBRRQQAEFFJi/gCtUQAEFFFBAAQUUUEABBW6LALTN1OOLw2asjwO1CdRN20Dt5wdQY2n3Ai0Gre6bx7M5HJjcMJ45wMZG83LowfLn97xW/nJsMwHNqWNJQHOyPPrA5ob34qHA3hHwThVQQIE9KfDgiZ3y6rkT5fT9m+/hy/c9Vn711L8t1kV978Nqnfd+vhf0Am088V76WPppQ/te0dvjOu0UaHPK4oDWBha9Uu8jDSBVLTC0a2D0YyrJzFRsdIpNBRRQQIE9JmDymT32C/N2Fdj7Aq5AAQUUUEABBRRQQAEFFFBAAQXmL+AKFVBAAQUUUEABBRRQQAEFFFBg/gKuUAEFFFBAAQUUUEABBRRQQAEF5i/gChXYPwKwmWwGWgxYJpQBKgq0Oh1gOT7uwxAH6ibvvhE8dS/QxqDVfVN5aqAmoOntnMPhB8v5s2+Uvxw7W9aPU0d3yi9fPlEefXBz4/v6XPsKKKCAAgoocGsEHjx5YPH+PVlOnzq4ccFL9z7aEs8s3un1PX6lTrsXYPk9IbG891NvKzDMh9aGVuccaN9BgJIDqN9VgHRX2jWw9gNW500lmZmKrV3GrgIK7CkBb1aBUg6IoIACCiiggAIKKKCAAgooMHMBl6eAAgoooIACCiiggAIKKKCAAvMXcIUKKKCAAgoooIACCiiggAIKKDB/AVeogAIKKKCAAgoocFsFoCWbGX8IbMYyng3XqXsB6kbu9IG6gRwo4wNaH6hzodV9k3jfaA7U8xNPDFq/t1OX+x4o5599vbwzlYDm2E559eWT5dEHNjfAFw8FFFBAgd0v4B3uKYGHTua9e6qcPrWzcd+X73u8/Prp/17jea8D9R1fFgcM3wMydqMFqNfq50HrQ7suUHIAy+8d6Wc+kGaNpwHU9vr3m4wlBqS5LFOx5aANBRRQQIE9K2DymT37q/PGFVBAAQX2qoD3rYACCiiggAIKKKCAAgoooIAC8xdwhQoooIACCiiggAIKKKCAAgooMH8BV6iAAgoooIACCiiggAIKKKCAAvMTgNVkM1khtBhQN2b3GAz9cSztFGjj0Ooey6bvqQJt3vpYks0AdYP5uP3X++5vCWiOni3rx8mjB8qr506Wxx40Ac26jX0FFFBAAQVulUBLPHOyPHxyIvHMoSfKr576f+tH5d0O1Hd52nmfj+u0YRhPf1uBq39fgDZeFge0NrQ61wQWI8M/GPrQ2kD9zjOVZGYqNlzNlgIKKKDAXhY4sJdv/hbcu5dQQAEFFFBAAQUUUEABBRRQQIH5C7hCBRRQQAEFFFBAAQUUUEABBRSYv4ArVEABBRRQQAEFFFBAAQUUUECB+Qu4QgUUUEABBe6IALRkM+MPgyEGjIc22tDGgbrJHFq/LA6gbuYG6ljfBJ66F9ick03q0M7p7VofeqC8+ezr5Z1j7y3rR09A87gJaNZp7CuggAIKKPCuBU6f2imvvnyyJAHN+sUuH3qy/OrJ/6eG834H6nsf2js+sbzHU/ey3u/xcQ3D+YnD6nWhjZfFAa0Nq/ViqH4X6XWSyaTdC1CbiUNr18Dix1RsEb4d/7ymAgoooMBdEDD5zF1A9yMVUEABBRRQQIH9LeDqFVBAAQUUUEABBRRQQAEFFFBg/gKuUAEFFFBAAQUUUEABBRRQQAEF5i/gChVQQAEFFFBAAQUUUECB+QrAkGymrxI2Y+OxtIG6oRtItxbgqjFo49lE3gtQN6n3fupsSocWH7cPHN6egObEkQPl1XMny+MP3VM8FLg5Ac9SQAEFFFgXOH3qYPnFS6cmE89cuu+J8qsn/+96St7fwMY7PfEbLTB8X4DhmtDa0MbL4oDWhqFehFf+ASv9cWcqycxUbHyObQUUUECBvS9wYO8vwRUooMC7EvBkBRRQQAEFFFBAAQUUUEABBRSYv4ArVEABBRRQQAEFFFBAAQUUUECB+Qu4QgUUUEABBRRQQAEFFFBAAQUUmL+AK1RAgTsqAJvJZqDFgJpQJjcEpFr20wGWfWhtaHXGewGWG9JhaGdDOrT5affSk84Apbfr2KH7y4Wzb5S3j723rB/Hjxwor718ojz+0MH1IfsKKKCAAgoocIMCjyTxzOK9+tDJzS36l+57svz6qf+nXjHvZ6C+52F4p+f9nbFxgTZvHBu3YTgfWH4HAFauXxYHtLmwWi+GJv8BNQ7U7y5TSWamYvUkfyigwO0T8MoK3AWBzTfbXbgJP1IBBRRQQAEFFFBAAQUU2E8CrlUBBRRQQAEFFFBAAQUUUEABBeYv4AoVUEABBRRQQAEFFFBAAQUUUGD+Aq5QAQUUUEABBRRQYP4C0JLNjFcKm7GMZ2N26l6gbeJOH9i6OTyby6HNhTYvsRRo8d5O3TetAyubz/9678magOadY+8r68exJKA5d6o8YQKadRr7CiigwDUFnKBAFzhz/075RRLPnNjpoWV96dBT5ddP/d+1n/c1sHz3p98LsHx/91h/t/f+uIbV7wKZC9RrZx608bI4oLVhqBfh+g9Y1rD9uwy0eXXy4ke+38BqbBH2nwIKKKDADAVMPjPDX6pLUkABBRS4IQEnK6CAAgoooIACCiiggAIKKKDA/AVcoQIKKKCAAgoooIACCiiggAIKzF/AFSqggAIKKKCAAgoooIACCiigwPwF7soKYXODNrQYUIB6X0BtA7WfH0CNpZ0CrQ+kuxwD6kb0vok8dUrfYA4sN5n3eGpgeV765d6T5fzZN8o7x99f1o9jhymvnTtZnnj44PqQfQUUUEABBRS4hsCZB3bKL14+WR6cSDzz1n1PlV8/+X/VK+R9DNT3NrQ6sbzTU9KGIZ5+CkzHYIjnfBj6wMp3CWh9GOqy5QDqCLR6KsnMVKye5A8FFFBAgVkK7LLkM7M0dlEKKKCAAgoooIACCiiggAIKKLAiYEcBBRRQQAEFFFBAAQUUUEABBeYv4AoVUEABBRRQQAEFFFBAAQUUUGD+Aq5QAQUUUECB/SMALdnMeMXQYtfamA2sbAzvG8yBejmgjsNq3eeN63E7G9BTgJqAJu2Ucu+JcuHsG+XtY5sJaI4ePlBePXeyPGkCmuKhgAIKKKDA9Qo8+sDB8suXT5YHju9snJLEM7956v+q7/K8p3sBagKa3k8Nm7HEU/IOT90LsHJNGPpAyQFDDdT5MNRTcxLrBdp3mfSBVMuy+v1mGbahgAIKKDBjAZPPzPiX69IUUEABBRRQQIHrEnCSAgoooIACCiiggAIKKKCAAgrMX8AVKqCAAgoooIACCiiggAIKKKDA/AVcoQIKKKCAAgoooIACCiigwG0VgGGDdv8gaBu1s0G7x1IDdQN42ikw3QcyvJwL1I3qQI31Deh9QzpsjmcMWrzP7wlo/nLig2X9OHboQHn1lZPlydP3rA/Z3wsC3qMCCiigwB0VeOzBg+XnL50s9x/bTDxz6fAzJYlnckNAfXdDq/s7Oe/pFKC+43v8ajWsXgOGc6GNASUHsPK5QMIrBTZjmdC/v8DqeOKwGst8iwIKKKDAvAVMPjPv36+r24MC3rICCiiggAIKKKCAAgoooIACCsxfwBUqoIACCiiggAIKKKCAAgoooMD8BVyhAgoooIACCiiggAIKKKCAAgrMX8AVKqDA/hOA7QloogGrG7Vh6AN1c3ifB60PJFTHgFr3DelA3agOq3U2sfc5qdOHNid9WFznvhPl/NnXyzvHP1DWj6P3HSivvXyyPPmwCWjWbewroIACCijQBXrimQeOb27Hv3T4PeXXT/yfdSpQ39f9HZx6vcAwZ31s3Ac2vgtAi8FQl8UBQx+G9mJo+Q9YtnsDhhgM7YybeCYKFgU2BYwosB8ENt92+2HVrlEBBRRQQAEFFFBAAQUUGARsKaCAAgoooIACCiiggAIKKKDA/AVcoQIKKKCAAgoooIACCiiggAIKzF/AFSqggAIKKKCAAgoocEcEYHsCmmzYHt9E+jBs6gbqhvLMAepGdViNwRDPZnRY7W+L9QQ0qfuccs/xcv7sG+XtiQQ0Rw5RXnvlZHnqtAloiocCCuwlAe9VgTsi8PiDB8svXjpZ7j+2uRX/rUPPlF8/8X/Ud3reuXn35qaA+m5PbFxgOj6ekzYM82Bo5/p9HCg5gPr5MNSJpwCp6nga+T6SupfehzZvHIfVWB+zVkABBRSYv8DmG2/+a3aFCiiggAK7WsCbU0ABBRRQQAEFFFBAAQUUUECB+Qu4QgUUUEABBRRQQAEFFFBAAQUUmL+AK1RAAQUUUEABBRRQQAEFFFBAgfkL7N8VwvYENFGBtnEbVus+Bi0+7kOLwVBno3nfcJ72uPQ4UDeXZywxoKROgcXYvcfLhbNvlMvHPlDWjyP3tQQ0T58+uD5kXwEFFFBAgX0r8PhDB8vPXz5RTk0lnjn8nvKbJ//PagOL9+yVkvfwVAFqQpq8l6fGewyGa0E7B1qdOdDGy+KA1obVejG0/AdstGEz1iclIQ0M4z1urYACCiiwfwSunnxm/zi4UgUUUEABBRRQQAEFFFBAAQX2r4ArV0ABBRRQQAEFFFBAAQUUUECB+Qu4QgUUUEABBRRQQAEFFFBAAQUUmL+AK1RAAQUUUECBOyoA2xPQXGsDN1ATxuSGgbopHVZjsNofbzzv7dR9Mzu066QPq+1yz7Fy/tnXyzsnPlTWj8P3tgQ0zzxiApp1G/sKKKCAAvtP4ImHDpZfvHiinDq6s7H4S0fOlt888X/Ud3jewdDe1UB9lyd2MwWG82Fo51pAyQFDzaIN1PsAMlwLtDa0ugav/IDhewusjl/re8uVS1gpoIACCsxcwOQzM/8FuzwFFFBAAQUU2HsC3rECCiiggAIKKKCAAgoooIACCsxfwBUqoIACCiiggAIKKKCAAgoooMD8BVyhAgoooIACCiiggAIKKKDA/AVg2MjdVwttQ/f6Rm6gbhIfzwN6t44BdfM6UPtlcWTjgUB9HAAAEABJREFUeQpQklimt1OnAPWccTvzoMXTztjOoRPl/Nk3ytvHNxPQHLr3QHn13Kny9CP3FI8bE3C2AgoooMB8BJ54+GD5+Usny8ljm4ln3jp8tvz68Tfq+xnaexpYvoPzrr3RAsN1oLWnrgGUHMDG5yc+LsC4W9swfF+B1fH17yv1BH8ooIACCuxLAZPP7Mtfu4u+AQGnKqCAAgoooIACCiiggAIKKKDA/AVcoQIKKKCAAgoooIACCiiggAIKzF/AFSqggAIKKKCAAgoooIACCiigwPwFXKECCihwVwRg2NDdbwDaxu6pDd3QxjIXqJvIx21oMVitsxkdmNzk3hPMjOckBm1+b5eDR8r5Z18v75z8cFk/Dt1Lef3cyfLMGRPQrNvYV0ABBRSYv8CTSTzz4sly8ujm1vu3jpwtv3ni1iaeyTu7v5/TTkk/dS/AEh6o3xlgtc4EIFUdr43RDxi+p0Cb14envqf0MWsFdrmAt6eAArdBYPMNeBs+xEsqoIACCiiggAIKKKCAAtcv4EwFFFBAAQUUUEABBRRQQAEFFJi/gCtUQAEFFFBAAQUUUEABBRRQQIH5C7hCBRRQQAEFFFBAAQX2jwAMG7v7qqFt8M7G7h7rNbSx9IHlZnEgodoHal0Dix/Q+kBNQAOtnw3q0GJpp0DrZxM7DO2MHbjvWLlw9o3yzonNBDT33Ut57dzJ8h4T0BQPBRS4XgHnKbD3BZ46fU/5+UvbEs+8t/z6sdeXi4Th/VvfqwcO1PfyjbZh9Tow9KG1+4dC68NQj8fSBlJtlP49BFbHE4fV2MbJBhRQQAEF9pWAyWf21a/bxSqggAI3IeApCiiggAIKKKCAAgoooIACCigwfwFXqIACCiiggAIKKKCAAgoooIAC8xdwhQoooIACCiiggAIKKKCAAgooMH8BV3hXBWB7AprcGKxu8IahDywTzQCZXvvAsk4QWNngDqv98cZ3aGNTCWjKwSPl/Nk3yttTCWjuobz6igloiocCCiigwL4QqIlnXjxRThzZ3HJ/8XASz7y2fBdDey+P37dXawMb721o14BW53wY5kGLlysHUK8BLQ6tLlcOWO1fCdd7nmonZuKZKFgUUECBPS5wG25/8014Gz7ESyqggAIKKKCAAgoooIACCiigwPULOFMBBRRQQAEFFFBAAQUUUEABBeYv4AoVUEABBRRQQAEFFFBAAQUUUGD+Aq5QAQUUUEABBfafAGxPQDO10RtYIgHLjeJAjQM1BqxsPC+LA6ixsjigzcsG9nEB6pyegAZaP3O450h589nXy9snPlLWj/sOUl575WR59tF71ofsK6CAAgooMBuBp08fLD9/8UQ5Ppl45n3lP554vb6H8968WpkaA0rev30MWn8cyxhQ39W9XRYHsPhZ6mfD0C6jA6jjo9CyCcP3EWAZT2Pq+0jiFgUUUEABBUw+438DCiiggAIKKKDA1QUcVUABBRRQQAEFFFBAAQUUUECB+Qu4QgUUUEABBRRQQAEFFFBAAQUUmL+AK1RAAQUUUEABBRRQQAEFFFDgjgjAsOG7fyC0jd9TG76hjWUusNxIDiRU+7Dazgb1Xvom9vW6j6cG6gb4zAGWm9wP3HOkXDj7Rnn75EfL+nFvEtCcO1WeffTe9aHd3PfeFFBAAQUUuC6Bpx+5p/zspVOTiWcuHH5v+c3jr9br9PcoMLw/Dxy4Zjvv3PVzgeV7vY+lToE2lnZZHKlToMWh1Yuhq/6D4XsIsDJ36nvIygQ7CiiggAL7WsDkM/v6178XF+89K6CAAgoooIACCiiggAIKKKDA/AVcoQIKKKCAAgoooIACCiiggAIKzF/AFSqggAIKKKCAAgoooIACCiigwPwFXKECCiiwfwVg2PjdFaBtAJ/a+A1tLHOBujG9t3sNq3GgbnyHFoehn83q403v6UMbTxxaO/Fy8FBNQPPORAKaew6W8tq5E+XsY/cUDwUUUEABBeYi8MyZe8rPXzxRjh9mY0kXj7y//PaJ1+u7GFjWeWfmHZq6F6C+i3v/anXOhXa9zIPhXGhtoOQA6ueO20C6tQDL8Rq48gOG7x/AlWirpr5/tBF/KnArBLyGAgrMQcDkM3P4LboGBRRQQAEFFFBAAQVup4DXVkABBRRQQAEFFFBAAQUUUECB+Qu4QgUUUEABBRRQQAEFFFBAAQUUmL+AK1RAAQUUUEABBRRQQIE7KgDDBvD+wdA2gk9tAIc2lrnAclM5kFDtA7WugcUPYGXTO7RxaHU2umeDe6+hzU8fKKlTOHionD/7Rnl7MgEN5bVzJ8vZR01AUzwU2AsC3qMCClxV4D1n7ik/e/FEOXZ4c4v9xSMfKL957Jf1fKC+Y6HVeZ/C0E7/agXau7jPgeFc2GyXK0fmA7UHLN/7/btDxuvg2g8YvncAK6P93JWgHQUUUEABBdYENt+MaxPsKqCAAgrsLgHvRgEFFFBAAQUUUEABBRRQQAEF5i/gChVQQAEFFFBAAQUUUEABBRRQYP4CrlABBRRQQAEFFFBAAQUUUEABBeYv4AoVgGEjeNeAtiF8aiM4tLHMBZYbzoGEah9Y1gkCG5vjszE9BVbHaqKZK7Fxu849eKhcfO9/K5dPfLSsHwd3KK99+2R572MmoFm3sa+AAgoosHcElolnDm1ur7949IPlPx7/5fIdW9+NV96ZaU+VvEun4usxaO/uxIH63h63y5UD2jxYra8M13vr7XENw/cNYDxUpr5vrEywo4ACCihwSwTmcJHNt+McVuUaFFBAAQUUUEABBRRQQAEFFLh1Al5JAQUUUEABBRRQQAEFFFBAAQXmL+AKFVBAAQUUUEABBRRQQAEFFFBg/gKuUAEFFFBAAQUUuCsCMGwI7zcAbWP41IZwaGOZCyw3mgMJ1T5Q62xcTxCoG9lhqKG1M2d9czy0scShtTOv7NxXE9C8ferjZf04eIDy2rlT5exj964P2VdAAQUUUGA3CUzey7OP3lt+9uKJcnQi8cyFIx8o//HYL+p5wMo7Ne9HaLG0r1VgdS6s9vv5ZXEAi5/tX4+vfzdIPzMynnq9wPA9A4brZV7OhdVY4hYFFFBAAQWmBEw+M6ViTAEFFFBAAQV2sYC3poACCiiggAIKKKCAAgoooIAC8xdwhQoooIACCiiggAIKKKCAAgooMH8BV6iAAgoooIACCiiggAIKKKDA/hGAYWN4XzW0zeBTG8OBmlwmc2G1PRWDNicb04HSk8oAGxvoM5YCbWzcrucfvK+cf/b18vbJzQQ0OzulvP7KyfLex683AU3xUEABBRRQ4K4LnH3snvKzb21LPPPBqyaeybsx78rU11uAjfcvrL6rc61y5ZhqA1dGS73WsjNqwPD9AhiNlDL1/WJlgh0FFFBAAQXWBEw+swZi9wYFnK6AAgoooIACCiiggAIKKKCAAvMXcIUKKKCAAgoooIACCiiggAIKKDB/AVeogAIKKKCAAgoooIACCiiggALzF3CFCiiggAJ3VQCGDeL9RqBtFN+2QRzaOLCSjCbnQ4sB6dZxoG5QBzYS0GRjO1DnpZ2N9ECdP25n7EAS0Jx9o7xz/yfK+rFzoJTXzp0s7zMBzTqNfQUUUECBXShw9tF7yk+/dbIcOcTG3V04+qHy28d/Ud+NQH0nQqsPHDhQ46lvpOSdmvmw/TpAvTa0OTD0y+IAFj/bv1yrtVZ/wvC9Aob5mbXte0XGLPtEwGUqoIACNyFw4CbO8RQFFFBAAQUUUEABBRS4iwJ+tAIKKKCAAgoooIACCiiggAIKzF/AFSqggAIKKKCAAgoooIACCiigwPwFXKECCiiggAIKKKCAAgrsPwEYNor31UPbMH6tjeJA3aie84BUtQ/UOgFo7WxUByYT0GSsl2yQB+pm+3G7jh+8t5x/9vXy9qktCWheOVHe9/g9xUMBBa4u4KgCCtw9gbOP3VN+9uLJcuQ+Nm7i/JEPlf949Gc1DtR3IbS6vgcPHKjv0d6+Vg3U9zG0us+H1WuWxQHDHGhtYDFS6jXKlSPXuNJcqWD4PgHtvD7hWt8n+jxrBRRQQAEF1gVMPrMuYl8BBRS4MQFnK6CAAgoooIACCiiggAIKKKDA/AVcoQIKKKCAAgoooIACCiiggAIKzF/AFSqggAIKKKCAAgoooIACCiigwPwFXKECu0IAhg3j/YagbRyf2jAObSxzgeWmdCCh2gdqnQC0djasA8uN80DdWN/j0PrjpDPjdp23c2+5cPaNyQQ0Bxbnv/7KqfL+J0xAUzwUUEABBXadwHsfv7f8/MUT5fCWxDO/e/zny/difect3mupb6YAy2vB9nZZHNDe08CiN/wDlu/yRHMfqdcLDN8jgJXhqe8RKxPsKKCAAvtHwJXehIDJZ24CzVMUUEABBRRQQAEFFFBAAQXupoCfrYACCiiggAIKKKCAAgoooIAC8xdwhQoooIACCiiggAIKKKCAAgooMH8BV6iAAgoooIACCuxfAVjdLB4JaLGpjePAckM6rLb7ubAaB+pGeGjxbGJPgRYft5N0Jv2U3oY2j517yvmzb5TLJz9R1o/FlPLauSSguXd9yL4CCiiggAJXBO589b4n7i0//dbxcujezW30F459pCTxDLT3I7Q678AUoL4/077RAsO50K4L167L2pHPXQvVLmxPPJMJQCqLAgoooIACNyWw+da8qct4kgIKKKCAAgrsWwEXroACCiiggAIKKKCAAgoooIAC8xdwhQoooIACCiiggAIKKKCAAgooMH8BV6iAAgoooIACCiiggAIKKKCAAndcIIlmxh8KbdN44tDaU+PASjKazIEWA9Kt48ByAz1QWJRsaIchnv5U6Ulo6tiVBDRv3/83Zf1YXKq8/srJ8oEnTUCzbmNfAQUUUODOC7zv8XvKT184UQ5PJp75aPntoz9dviOB5Xuyvu8OHCgr779Fv8fHdZ8D1GtlDIZrwdDuY2VxQJu/aNZ/wEqdTuanXi+wPfFMvjesz7evgAIKKKDAjQqYfOZGxXb5fG9PAQUUUEABBRRQQAEFFFBAAQXmL+AKFVBAAQUUUEABBRRQQAEFFFBg/gKuUAEFFFBAAQUUUEABBRRQQAEF5i/gChVQQAEFFIBhI3nXgLYRPRvJobX7WGpoMaBueJ+KZeM6tHFgubEeNtvQ5uWcFBjmjPs7B+8pF86+US6f2kxAUxbHa+dMQLNg8J8CCiigwF0UeP8T95SfvXiyHLqXjbs4fzSJZ/61vjuBlTrvuxspwPLdmvNg6MNw7T4GbRzaWFkcwOJnqfdRrhyZf6W5UsHwfQHaeX3Ctu8Lfdx6dwh4FwoooMBeEDD5zF74LXmPCiiggAIKKKCAArtZwHtTQAEFFFBAAQUUUEABBRRQQIH5C7hCBRRQQAEFFFBAAQUUUEABBRSYv4ArVEABBRRQQAEFFFBAAQXuigAMG8r7DUDbWL5tQzm0cWC5aR2opwM1Bqz0s6E9Bagb5nd2duq8xMYl8RFFf9sAABAASURBVPRhcx4HdmoCmrfv356A5oNP3ls8FNjFAt6aAgrMVOADi/fPT791stx3T3v/jZeZxDO/e2w18UzedTdbgOU7FKjv1fG1dhbv2N6HNhcoOYA6H6jXKFeOzL/SXKlg+J4ArIxt+56wMsmOAgoooIAC1ylg8pnrhHKaAgrsFQHvUwEFFFBAAQUUUEABBRRQQAEF5i/gChVQQAEFFFBAAQUUUEABBRRQYP4CrlABBRRQQAEFFFBAAQUUUEABBeYv4AoVUKALwLCxfBxLe9vGcmgb0IHl5nUgpywLDH2gbnbP5nagntPb4zrtlGych3bOuH1gZ6dceO9/K5dPTSegefXcyfKhJ01AUzwUUEABBe6YQEs8c2I68cyxj5UknsnNQHv/Act3Yt5511ugnZ/5MLTHfWhxoOQA6ju3t8d12ik5P/V6geH7AbAyvO37wcokOwoooMCuEfBG9oKAyWf2wm/Je1RAAQUUUEABBRRQQAEFdrOA96aAAgoooIACCiiggAIKKKCAAvMXcIUKKKCAAgoooIACCiiggAIKKDB/AVeogAIKKKCAAgoocFcFYHVTeW4GWmzbBnNo48DkxnZocRjqbHBPAerG+ySWST8FWiztlIxBi43bcKBcTAKa+z9Vpo5fnjtZPvjUfVNDxhRQQAEF7rbAzD7/g0/eW376rRPl3oNsrOz8sY+X3z36kxrPew0oqVOAAkM/sasVoORdODUHqNeFoQZKDhhqoH5m4r3ker09rmF74pnMA1JZFFBAAQUUuGUCJp+5ZZReSAEFFFBAgd0h4F0ooIACCiiggAIKKKCAAgoooMD8BVyhAgoooIACCiiggAIKKKCAAgrMX8AVKqCAAgoooIACCiiggAIKKKDA/AWmVphEM+M4tM3liUNrT40Dyw3tQJ0C1Biw0s9G920FqBvo+3g22kOLjdscOFAunH2jXL7/02XqePXlE+VDT907NWRMAQUUUECBWyKQRGc//dbJLYlnPlF+9+i/1Pdg3mnAsp1+St5rqa9VgJV3I6z2cz60GLTPKYsj8UVVz4UhnlhKH097XGB74pl8HxjPta2AAgoooMCtEjD5zK2SnL6OUQUUUEABBRRQQAEFFFBAAQUUmL+AK1RAAQUUUEABBRRQQAEFFFBAgfkLuEIFFFBAAQUUUEABBRRQQAEFFJi/gCtUQAEFFFBgVwjAsOG83xBQm9lwDq1dA1d+QIsBdWN9wkCq2gdWNr7DZh9aLBvhYWinn8350GJpJwatf+Hs61sT0Pzy5ZPlw0+bgKZ4KKCAAgrccoEPLd4vP33heLnn4OalLxxP4pl/Xr4DgZX3YN5j/X2W9vWUzAfqNft8aH1YvX5ZHJkDbXzR3fiX8Y3gIgDD9wBgERn+bfseMMywdZ0CTlNAAQUUmBAw+cwEiiEFFFBAAQUUUECBvSzgvSuggAIKKKCAAgoooIACCiigwPwFXKECCiiggAIKKKCAAgoooIACCsxfwBUqoIACCiiggAIKKKCAAvtXAIaN510B2gb08cZzaLHMgdYG6sb4qRiQcB0H6kb8bH5Pyab61NtKxmH1HGj9JKB5+4HPlKnjFy+dLB952gQ0UzbGImBRQAEFblzgw0/dW376wolyz8H2Xhtf4fyxT5TfnvnnGgLqO6+/2/IuS7vXaV9PyXxYvdb6edDG88EZS50CpKr3URuLH+PxRXc5BsP7H9p5GU8Zv//TtyiggAIKKHCrBUw+c6tFvZ4CCqwK2FNAAQUUUEABBRRQQAEFFFBAgfkLuEIFFFBAAQUUUEABBRRQQAEFFJi/gCtUQAEFFFBAAQUUUEABBRRQQIH5C7hCBRTYVQIwbEDvNwZtI3rfgJ66j6WGNg6sbGTPWC9AbQJ1DqzW2RCfAqwkp0msb77v7XH//LOvlctbEtD83AQ0xUMBBRRQ4NYIfPjpe8tPvnWiHNxh44Lnj32y/O7Rlngm7yqgvsuA+s5LLO+u1NDG0r5WgeH8zIXWh9W6LA5g8bPUz4OhXa4cOf9Kc1nlfQ7Dex/aeX1CH+99awUUUOBdC3gBBSYETD4zgWJIAQUUUEABBRRQQAEFFNjLAt67AgoooIACCiiggAIKKKCAAgrMX8AVKqCAAgoooIACCiiggAIKKKDA/AVcoQIKKKCAAgoooIACsLr5PCLQYuON6NBi43Ggbnxfj2XTe0qPA3VjfmLrBTbHsmkfhnjvA+VCEtDc/5kyddQENM/cNzVkTAEFFNjXAi7++gU+sniP/OsLJ8o9U4lnjifxzD/Vi+V9Bmy83/LOytiNFGjv023nQBsviyNzoPWBRaQs38VlcWR8US3/wTAn7/UMQIul3QtsxvqYtQIKKKCAArdKwOQzt0rS6yiggAIKKDAtYFQBBRRQQAEFFFBAAQUUUEABBeYv4AoVUEABBRRQQAEFFFBAAQUUUGD+Aq5QAQUUUEABBRRQQAEFFFBAAQXmL7BrV9g3pPcbhLYJPXGgpO5jqaGNA8tN70CGagFW4tD62RQPrGzWh9V+5qxv3k8/JWMX3/t6efvBz5Wp4+cvnihJHDA1ZkwBBRRQQIGrCeT9kcQzBycSz1w48anyuzObiWdgeL/lHZUCm7HEpwpszgXqexLaGFByAPXdCqS70k4g1089Lnl/w/Aeh3Zun5Px3rZWQAEFFFDgdgvss+Qzt5vT6yuggAIKKKCAAgoooIACCiigwN0X8A4UUEABBRRQQAEFFFBAAQUUUGD+Aq5QAQUUUEABBRRQQAEFFFBAAQXmL+AKFVBAAQUUUKALwOpm9MShxbIxHVo78V6gxYC6AT7x8cZ3YGPzPLS5MNQ5B9rctK9VgHLh2VfL5Qe2J6D56HvuKx4KKKCAAgpcr0DeGz994UTZmdgVf/74p8pvH/lxvdSBAwfqO29cp90LUN996fekaWlPFRjmZhyGdyMM7bI4oPUXzfr5QJq1nUbOT71eYHvimcyFdp20511cnQIKKKDAbhA4sBtuwntQQAEFFFBAAQUUmLGAS1NAAQUUUEABBRRQQAEFFFBAgfkLuEIFFFBAAQUUUEABBRRQQAEFFJi/gCtUQAEFFFBAAQUUUEABBRS46wJJNDO+CWib0hOH1oZWZx60NrDcAA9kqPaBWicArZ0N8r2MN+YDyw37fXyqhnadi2dfLW8/9PkydfzsWyfKx565d2rI2N0W8PMVUECBXSbwsffcW/71hROLd9DmjZ0/8enyuzObiWfG76e8y1LWY8DimgcmC7R32ficcRvaeFkcPQ4seu0fsHy/ZrxF20+gNmB74pm81+skfyiggAIKKHAHBUw+cwex/SgFdoOA96CAAgoooIACCiiggAIKKKCAAvMXcIUKKKCAAgoooIACCiiggAIKKDB/AVeogAIKKKCAAgoooIACCiiggALzF3CFCiigwLoADBvV+xi0TezZqA7bx6HNy3kwtNPPxnigbpSHVvfYVJ3YttI3+APl/DO/KJcf+Fw+YqP89MWT5aPvMQHNBowBBRRQQIGlwMfec1/5SRLPsAwtG28e/1T53SM/qv28k4CaSAao77PEUmC132OppwoM82G4ZuZCGwNKDmh1b2dOCrQ4tDrjvay/r2F1Th/v860VUGB/CLhKBXaDgMlndsNvwXtQQAEFFFBAAQUUUECBOQu4NgUUUEABBRRQQAEFFFBAAQUUmL+AK1RAAQUUUEABBRRQQAEFFFBAgfkLuEIFFFBAAQUUUEABBXaFAKxuUs9NQYuNN6xDi43Hgbohf1usx6HN6xvok1AGWG7qT/x6y4Vnf1kuP/j5MnX87FsnSxILTI0ZU0ABBe6SgB+7SwQ+/ux95V9r4hk27ujN458uvz/z4xrP+wio76i0300B6nsy14B2TRhqaONlcfQ50GLAIlpK3sUp0Po1uPgBrQ9DojhoscXw8h9sxpaDNhRQQAEFFLiNAiafuY24XloBBRRQYDcKeE8KKKCAAgoooIACCiiggAIKKDB/AVeogAIKKKCAAgoooIACCiiggALzF3CFCiiggAIKKKCAAgoooIACCigwfwFXeDWBbGwfj0PbrJ44DBvb+xxo40DdWJ84kKoWYCUOrd8317+rBDTv+UW59MB0ApqffutESYKBehP+UEABBRRQYCGQ98JPvnli8V5adNb+nT/x2fL7Mz+q0f6O6jVw00lo4OrvPWjjZXFAawOLXlncZ6vLlQNW+wmvv59hdU7GM8+igAIKKKDA3RK4u8ln7taq/VwFFFBAAQUUUEABBRRQQAEFFLhzAn6SAgoooIACCiiggAIKKKCAAgrMX8AVKqCAAgoooIACCiiggAIKKKDA/AVcoQIKKKCAAgrsKgFY3bSem4MWywZ2aO3Ee4EWA5Yb5dc37EMbg6Huc95NApqLz/6ivP3QF/utrNT/+sKJ8oln71uJ2VFAAQUU2J8CSTyT98LiNbQB8OaJz5bfPfKD+g7r76ZxnfbNFGCZtAYo6+87aO/EsjhgaC+69V5S9wKr4+N43s/pA6lWCmzGVibcyY6fpYACCiiwLwVMPrMvf+0uWgEFFFBAAQX2s4BrV0ABBRRQQAEFFFBAAQUUUECB+Qu4QgUUUEABBRRQQAEFFFBAAQUUmL+AK1RAAQUUUEABBRRQQAEFFFAgAn0je9op0DavJw6tDa3u430MWhxYbp6HzTZQN+UDGxvys8kf2jlAnddjqcfl/DM/K5cfnE5A8xMT0JSpw5gCCiiwnwSSiCyJZ6bWnMQzv3/kB3UI2nsn7xhg+e5J/3oKtPNhs75a4pl+bWjnpQ+tDUNdrhxAbQEl7950oMXSTunxtC0KKKCAAgrcTQGTz9xNfT9bgVI0UEABBRRQQAEFFFBAAQUUUECB+Qu4QgUUUEABBRRQQAEFFFBAAQUUmL+AK1RAAQUUUEABBRRQQAEFFFBAgfkLuEIFFFBgVwrAsKG93yC0je3Z0A6b49ksn7kwzOt9oCaiyRxobWh1j61vzE8/JeO9rPd7/MJ7flYuPfiFfNxGqQlozt63ETeggAIKKDB/gU+ePVTyHpha6ZsnPleSeAZYSTQDq/3+rrmeev09BWwkWIP2/iuLA1j8bP9gaLdIqe9OWI2vv4dherx4KKDAbhPwfhTYlwImn9mXv3YXrYACCiiggAIKKKDAfhZw7QoooIACCiiggAIKKKCAAgooMH8BV6iAAgoooIACCiiggAIKKKCAAvMXcIUKKKCAAgoooIACCijQBWB1M3vi0GJ943ti4wJtHFhumAeWU2C1DdR52dAPbGzQT/x6y8X3/LxcevCLZer4yTdPlCQgmBozpoAC+1HANe8Hgb85e6j8yzePTy71zzXxzD/UMWjvonSAlUQ01/sOgnYeDDWw8V6D4bP6tWGIAaUfMLR7LDUMCeBgcw5sxnKeRQEFFFBAgbshYPKZu6HuZyqggAIKDAK2FFBAAQUUUEABBRRQQAEFFFBg/gKuUAEFFFBAAQUUUEABBRRQQAE85eu3AAAQAElEQVQF5i/gChVQQAEFFFBAAQUUUEABBRRQYP4CrnDXCyTRzPgmoW1qTxxae2oc2lifB60P1IQzsFpnEz6wsVF/Z2enJgIAap1528rF9/ysXH7oS2XqSAKCT773vqkhYwoooIACMxPI8/6ftyae+Xz5wyND4plt75TrjQP13ZX3FQzvtt7PdWCIl8UBrb9o1n+w2a8Daz9ge+KZvG/XpttVQAEFFFDgrgscGN+BbQUUUEABBRRQQAEFFFBAAQUUmL+AK1RAAQUUUEABBRRQQAEFFFBAgfkLuEIFFFBAAQUUUEABBRRQQAEFFJi/gCtUQAEFFFBAAQXWBYD1UE0ek2A2ukMbh1YnDq0NLOdCawM1iUxZHDDEgBoH6iZ+oPazab8X2Iz1sV5feOan5fJDz5Wp41++caL8jQlopmiMKaCAArMRyHM+z/upBb158gvlD498v76b+nsj84CNd04fv1oN7Txo77PMBVbeY9DGoNV9TrlypH+lWSto82pn8QNY/Cz1nvPeLYsDWmzRXP6DzdhycKJhSAEFFFBAgTshYPKZO6HsZyiggAIKKKCAAtsFHFFAAQUUUEABBRRQQAEFFFBAgfkLuEIFFFBAAQUUUEABBRRQQAEFFJi/gCtUQAEFFFBAAQUUUEABBRRQYNcI9A3v/YagbXJPHCi9Ho/3GLS5GYPWBupG+h6D1s8mfGC5cR9afGdn57oTA1x45l/LpS0JaP75GyfKp953X9lFh7eigAIKKHCLBD713vtKnvNTl/vzyS+U35/+Xh2C9m4BrvvdkvfTuMBwLgzXy/sK2hgM8bI4YOgD9bPL4oDV+CJU/8Hwfs07NUEg1bL0+DJgQwEFFFBAgV0kcGAX3Yu3osAuEPAWFFBAAQUUUEABBRRQQAEFFFBg/gKuUAEFFFBAAQUUUEABBRRQQAEF5i/gChVQQAEFFFBAAQUUUEABBRRQYP4CrlABBRRQYJsArG52zzxosWx8h7ZBPvFeskk/bWjz0k4BJhPPQIvnPKBuyoehHm/oz5yrlYtJQPPgl8rU8U9fP1GSoGBqzJgCCiigwN4U+NT7DpV/+saJyZv/88kvlj+c/l599+TdAcP7Jv2bLXkv9XOBZeK0xKB9BlByQKvTToHWh/b+BOr9ZayX9fcr0IeWNWzGloM2FFDgKgIOKaDAnRAw+cydUPYzFFBAAQUUUEABBRRQYLuAIwoooIACCiiggAIKKKCAAgooMH8BV6iAAgoooIACCiiggAIKKKCAAvMXcIUKKKCAAgoooIACCiiw6wWgbXrvG+TXbxhWN9VDmw/UTfbA8hRgGcvG/V6Amogm/fFG//SvVi6+56fl8sNfLlNHEhQkUcHUmDEFFLjDAn6cAu9S4NNJPPP145NX+fPJL5U/nP5uHYPp90zeJdf7foF2jZwDrQ3U9xQMNbSxsjiA5Ti0dlkcwOJnqe++MnFAe4dmCNrctC0KKKCAAgrsFQGTz+yV35T3qYACCtwhAT9GAQUUUEABBRRQQAEFFFBAAQXmL+AKFVBAAQUUUEABBRRQQAEFFFBg/gKuUAEFFFBAAQUUUEABBRRQQAEF5i/gChW4HoEkmhnPg7YhPnFo7fF4NuinD6tjQN1wD6xsyocWz3kpSQgALQZDnbFrlQtP/6RcemhLApqvHy9JWFA8FFBAAQX2rMCn33+o/OPieT61gD+fSuKZv6/vmrwvoL1D0u4FWgyo76Iev54a2rl5T/X50GJAyQHU65YrBwzxhIB6f2mPC2xPPJP37XiubQUUUEABBW5G4E6cY/KZO6HsZyiggAIKKKCAAgoooIACCiiwXcARBRRQQAEFFFBAAQUUUEABBRSYv4ArVEABBRRQQAEFFFBAAQUUUECB+Qu4QgUUUEABBRRQYFcKABv3BS2WDfHQ2uNJ0GJA3WQP1GFgsp9N/EDdsA+tTiwlm/xTYIinn7GpcvGZn5RLD3+lTB1JWJDEBVNjxhRQQAEFdrdAnt//+PzxyZv8r5NfKn94uCWeyQRo75v+ngDqOybvj5QeX6/7GGw/H9q1oM2BVudaQOlH+mlDSywDy7GElwXaeAKwOQc2Y5lrUUABBRRQYLcJmHxmt/1GvB8FFFBAAQUUuMsCfrwCCiiggAIKKKCAAgoooIACCsxfwBUqoIACCiiggAIKKKCAAgoooMD8BVyhAgoooIACCiiggAIKKKCAAgqMBZJoZtyHthk+cWjt9fHxGLQ5MNTQ2jkPqIkBslk/BVgmqgFKEgIAdQ60OvOmysWn/6VcemhLAprnj5fPvO++0g5/KqCAAgrsBYHPvP++si3xzJ9Pfbn85+m/r8sAJt8TeYdMvS/WY9DePT0OrQ9DvT5WFgcM40C9h7I4gMXPUt9nZeKA7Yln8g6dOMWQAgoooIACu1bA5DO79lfjjVUBfyiggAIKKKCAAgoooIACCiigwPwFXKECCiiggAIKKKCAAgoooIACCsxfwBUqoIACCiiggAIKKKCAAgoooMD8BVyhAgoooMCuFoC2gX58k9Bi2SAPrT0ezwb99GF1DKgb8WG6znnrBagJaNbjU32gXHzmX8qlh6cT0Pz46yfKZ95/qHgooIACCux+gc8untc/fv7E5I3+18kvlz88/J36Tsn7ANp7Je0UoCaCSTsFVvuJrZeeqAam5wIlB6zWiaVAi6edAtT7S3tcYHvimcwDUlkUmKeAq1JAgVkKmHxmlr9WF6WAAgoooIACCiigwM0LeKYCCiiggAIKKKCAAgoooIACCsxfwBUqoIACCiiggAIKKKCAAgoooMD8BVyhAgoooIACCiiggAIKKDAlkEQz4zi0zfGJQ2tPjScGLDfgAwkt+7Wz+LGeBACocxIHVpIIJDZVeuKAi08nAc1Xy9Tx4+ePl898wAQ0UzbG9peAq1VgNwvkOf2jxfN66h7/fP9Xyn+ebolnoL0rgJX3RH8f9HfFer/HU8NwDWjXgRbL+LgAJQdQPw+o7yqg5IBWpz1VYHvimbxPp84xpoACCiigwG4XMPnMbv8NeX8KKLDfBVy/AgoooIACCiiggAIKKKCAAgrMX8AVKqCAAgoooIACCiiggAIKKKDA/AVcoQIKKKCAAgoooIACCiiggAIKzF/AFSqwJwRg2DDfbxjaJvtsmIfW7mOpgZVN+YmlAMtN+9nUD5QcQJ2fWC/Axtw+drX64tP/XC49vCUBzdeOl8+agKZ4KKCAArtRIM/nHy+e01P39uf7v1r+8NDf1ncFtHcGUN8TV3snXM8YtOtAq/s50D6nXDmA+nnlygFtHKiRnAetXQNXfsDwHoXV8W3v0SunWimggAIKzEdglisx+cwsf60uSgEFFFBAAQUUUEABBRRQ4OYFPFMBBRRQQAEFFFBAAQUUUEABBeYv4AoVUEABBRRQQAEFFFBAAQUUUGD+Aq5QAQUUUEABBRRQYJsArG6WzzxosW0b56GNA8tkATkvZbxBH0iobugHap3xFGh9oOzs7KyMZXxbSQKay6efL1PHj752vHzug4emhowpoIACCtwlgc994FDJ83nq4//r1FfL7x98ZTkE1PfKtnfAteIwnA/Udwu0up8LrV8WBwzzF93lZ/f2tvfgeLy3U48LMO7aVkABBRRQYE8JHNhTd+vNKqCAAgoooMD+E3DFCiiggAIKKKCAAgoooIACCigwfwFXqIACCiiggAIKKKCAAgoooIAC8xdwhQoooIACCiiggAIKKKCAAgoosOsEssF+fFPQNs0nDq29Pj4eg9U5LPpA3cif8/qm/16PE84AkwkC+txxDZQLT/1juXR6OgHND796vCTRQfFQQAEFFLjrAnke//Brxyfv40+nvlr+8NAr9fnfn/PASr/HU8P2sfVxGOaO3zeZl1IWB7R31Hp/MbR8dwHpbhSg5B2YAVid0+MZsyiggAIKKLBXBUw+s1d/c3fpvv1YBRRQQAEFFFBAAQUUUEABBRSYv4ArVEABBRRQQAEFFFBAAQUUUECB+Qu4QgUUUEABBRRQQAEFFFBAAQUUmL+AK1RAAQUUUOBaArC6eT7zocWykR5aG1qd8fGG/fShjQE1eQAM/bI4gLqhP+fB0O79JAgA6rmJTZXMSfziU/9Y3np4SwKarx0vn/vg4eKhgAIKKHD3BD6/eA5fLfHMf15JPAPtfQAsn//QYnne9+d+rxO7WoHp60C7Zlkc0NrAotf+QWvDUENrZwa0NmxPPDOel7ZFgbsh4GcqoIACt0LA5DO3QtFrKKCAAgoooIACCihw+wS8sgIKKKCAAgoooIACCiiggAIKzF/AFSqggAIKKKCAAgoooIACCiigwPwFXKECCiiggAIKKKCAAgoosGsFkmhmfHPQNtsnDsOG+z4H2jis1tvG1xMGACvJBq43uUCu89bTSUDztTJ1/PCrx0oSH0yNGVPgDgn4MQrsW4HPf+hw+cHiOTwF8KdTXyvriWfyTB+XvAtSEgOW74n01wuwktisj8PmeWVxAIufpZ5TFgdQr18WB7CML7or/9bfg8DG+ErAjgIKKKCAAntYwOQze/iX560roMDdEPAzFVBAAQUUUEABBRRQQAEFFFBg/gKuUAEFFFBAAQUUUEABBRRQQAEF5i/gChVQQAEFFFBAAQUUUEABBRRQYP4CrlABBa5XALYnmOkb79evBW0DPmzWPQlAzoFhHKib/TMOm20YYpmzrVx65p/LpdNfL1NHEh984UOHpoaMKaCAAgrcJoE8d3/wlWOTV//T/c+XPz78Sk3wAqzU68/5nnxmPb6tD2x9rwAlB1A/M9dIPwVIVUvec2nAEEs/BYb3I6yO5zxYjeUciwIKKKDA3RDwM2+FgMlnboWi11BAAQUUUEABBRRQQAEFFLh9Al5ZAQUUUEABBRRQQAEFFFBAAQXmL+AKFVBAAQUUUEABBRRQQAEFFFBg/gKuUAEFFFBAAQUUUGBXC8DmBnposW0b7GHYlJ/FQZvf29D6MNTA1kQB15t0ACgXn/pxeWtLApp/+MrxkkQIxUMBBRRQ4LYLfOHDh0qeu8sPGjVq4pmHztXkL0CtkwRmXPLsT0kMWL4j0l8vMFwDhrmw2gZKDtisc82M9QJtTu/3GoZ3HGzOgc1YP9daAQUUUECBvShg8pm9+FvznhVQQAEFFLiLAn60AgoooIACCiiggAIKKKCAAgrMX8AVKqCAAgoooIACCiiggAIKKKDA/AVcoQIKKKCAAgoooIACCiiggAIKzF/gZlaYRDPj86Btrk8cWns83jfxQxuDVmdOxoCabCB9aO3EU2Czn/j1lree+nG5+PDXc+mNkkQIJqDZYDGggAIK3FKBL37oUPmHLx+fvOaf7v96+eMo8Uye7bD63L/epDM5d1yAZZIaGNqZA+0zyuIA6ryyOGCIL7r13QSrscRTYHvimbwPM8eigAIKKKDA3ARMPrO3f6PevQIKKKCAAgoooIACCiiggAIKzF/AFSqggAIKKKCAAgoonLUwTQAAEABJREFUoIACCiigwPwFXKECCiiggAIKKKCAAgoooIACCsxfwBUqoIACCiiwJwSAjfuEFsuGe2jt8aRs9h/3YZgDrQ1DDdRN/zkPhnbvp77ecunpH5dLj3xz/PHLdhLQfPHDh5d9GwoooIACt07gS4vn6/e/Mp145o/3f73854Mv1Wc9tOc8UBPB9Of7jSaegXY+tDrXgeHaQMkBq3WPwRAHlveW8XGB7YlnMg9IZVHgagKOKaCAAntSwOQze/LX5k0roIACCiiggAIK3D0BP1kBBRRQQAEFFFBAAQUUUEABBeYv4AoVUEABBRRQQAEFFFBAAQUUUGD+Aq5QAQUUUEABBRRQQAEFFFDgagJJNDMeh7bZPnFo7fVxoG7mTxxIVfvAsq7BxQ9gmYQA2ngSCaTAaj+xq5WLT/6wvHX6G2Xq+P6Xj5UkSJgaM7YfBFyjAgrcDoEk9vre4vk6de0/3v+N8scHX6rP+IzD5jP9RhPP9HcAUK+bPqxeF1q/LA5obRjqRXjjXZTYuMD2xDN5/43n2lZAAQUUUGBuAiafmdtv1PUosN8EXK8CCiiggAIKKKCAAgoooIACCsxfwBUqoIACCiiggAIKKKCAAgoooMD8BVyhAgoooIACCiiggAIKKKCAAgrMX8AVKqDAnhIANu4XWiwb8KG1x5OgxWCzBlY2/UPrJ4FACqz2E7tW6ckLMu+tp35ULp15YXw7y3YSJHzpI4eXfRsKKKCAAjcvkOdpEntNXSGJZ/70UEs8A9REMdDqPKvHBYb4+Hk+ntPbsPqOgOl+WRzQxoBFr9R3T1k7oI2Nw7A98UzmweY5iVsUUEABBSYEDO1JAZPP7MlfmzetgAIKKKCAAgoooIACCtw9AT9ZAQUUUEABBRRQQAEFFFBAAQXmL+AKFVBAAQUUUEABBRRQQAEFFFBg/gKuUAEFFFBAAQUUUECBmxGAtvn+Wglo+rWhzQdqAgBodcahtXtygfUaqIkL1uO9D5RxwoK3nvxhufTIlgQ0zx0rz5mApngooMD+E7iVK85z9HuL5+nUNf94/zfLHx98ceVZD9TneH9Wp06BFs/zfL2f2LjAtd8VQMkBrHx+rtPjqbcVuHrimW3nGVdAAQUUUGBOAiafmdNv07UooIACCuxHAdesgAIKKKCAAgoooIACCiiggALzF3CFCiiggAIKKKCAAgoooIACCigwfwFXqIACCiiggAIKKKCAAgoooIAC8xfYsytMopnxzQO1mzi0dg1c+QEtBps1sEwMkOnQ+kkQAEM7/RSgJi5Ie6oAywQ0QLn45A/KW1sS0Hz3uWPlSx85VDwUUEABBW5c4LnF8zPP0akz//jAC+VPD71Yn9dw9Wc5UOflmX4ziWdguD60dlkc0NrAolfqu6ZcOfr7CtrYlXCtYHvimZxXJ/lDAQUUUECBfSBg8plb+kv2YgoooIACCiiggAIKKKCAAgooMH8BV6iAAgoooIACCiiggAIKKKCAAvMXcIUKKKCAAgoooIACCiiggAIKKDB/AVeogAIKKKCAAtcrANOb9XN+NubD5niSCmQsc1KgzQFqQgBodR/LfGgxYJmYoMdTbyvQ5kOr33ryB+Xi6RfK1PG9546X5z5yeGrImAIKKKDAFoHnPnq4fHfx/Jwa/uMD3yp/fOCFlWf7tZ7XfRxYed73eGpo74S0e4FhPrTxsjigtYFFr9Rr1sbiB7C8t0V35R9sTzyTiUAqy54XcAEKKKCAAtcjYPKZ61FyjgIKKKCAAgoooMDuFfDOFFBAAQUUUEABBRRQQAEFFFBg/gKuUAEFFFBAAQUUUEABBRRQQAEF5i/gChVQQAEFFFBAAQUUUEABBXa9wDiZTG4W2qb8xKG1E+8lyQJgiENrA8tEAECfXmM5JwWoyQPSToHVfmLrZWdnZ3nOpad+UN46860ydXz3uWPlyx81Ac2UzW2P+QEKKLDnBPK8/O6Xjk3e9x8f+Fb504Mv1GcvsHyOw9Bef1ZfTx82zwdWPgcoOYD6udDqXD/xcQHG3dqG7Yln8l6rk/yhgAIKKKDAPhI4sI/W6lIVUOAOCPgRCiiggAIKKKCAAgoooIACCigwfwFXqIACCiiggAIKKKCAAgoooIAC8xdwhQoooIACCiiggAIKKKCAAgooMH8BV6iAAgrcqABMb97PdbJRH9o4tDrxXqDFYKiBZcKAzIOhD6vtJBMAauKBtK+nvPXEP5S3HvlWmTr+/ksmoJlyMaaAAgqMBb78scMlz8txrLf/80riGRie13k2Azf0rM454wLtej0GrQ+tLosDWPwsy3cIrPbL4gDq+KK5/AfUNmxPPJMJ0OalbVFAAQXmIOAaFLgeAZPPXI+ScxRQQAEFFFBAAQUUUECB3SvgnSmggAIKKKCAAgoooIACCiigwPwFXKECCiiggAIKKKCAAgoooIACCsxfwBUqoIACCiiggAIKKLBnBaBt0u8JaFL3xQArm/9h6ENrw2bdkw6k3tnZWSYyAJbtjI0LtLHx/Lee/Ify1pkXy9SRhApf+djhqSFjCiigwO0S2DPXzfPx7794bPJ+//OBF8ufHvhmfb5De4aPn8fb2uPn83gOtGtAq8dj4zZQ3wFlcUCbC63OPGhJZYDFjPYPhnbeT9DmZBSGsfQtCiiggAIK7GeBA/t58a5dAQUUUECBWy/gFRVQQAEFFFBAAQUUUEABBRRQYP4CrlABBRRQQAEFFFBAAQUUUEABBeYv4AoVUEABBRRQQAEFFFBAAQUUUGD+Aq7w3QhkA//4fGgb+BOH1oahhtbOOUBNWDBuw/YYtLEkFkgBavKBtMelJzWA1fG3nvh+ufjIdAKav/visZIEC8VDAQUUUGAp8NWPHSl5Pi4Do8Yf7n+x/NeDm4lnYPVZPX4+9zZw3c9vaNeD1bosDhhii+7ynbL+DgIyvByH7Ylncm6d7A8FFFBAAQX2qcC8k8/s01+qy1ZAAQUUUEABBRRQQAEFFFBgXwm4WAUUUEABBRRQQAEFFFBAAQUUmL+AK1RAAQUUUEABBRRQQAEFFFBAgfkLuEIFFFBAAQUU2FMC0Db0j28aWiwb+GHY4N/nwDCeGLQ+UBMDQKv7WE9WMK6BmrgAVuvxnKn2pSe/X94681KZOpJgIYkWpsaMKaCAAvtN4CsfO1K+88Wjk8v+40Mvl/968Bt1LM9aYOWZnNiNFGjPfWh1zoV2zbTHBSg5gJV3RuYAGarx2lj7sf5egjZ/PA02Y+Nx27dQwEspoIACCuxKAZPP7MpfizelgAIKKKCAAgrsXQHvXAEFFFBAAQUUUEABBRRQQAEF5i/gChVQQAEFFFBAAQUUUEABBRRQYP4CrlABBRRQQAEFFFBAAQUUUECB6xHIhv7xPGib9xOH1oahBpbJAWCzDUMs14XWh1bv7OzURAc92cC4n9jVyltPfK+8deblXHajJNHCVz9+ZCM+94DrU0ABBcYCeQ7+3ZbEM//54MvlT/d/vT7D86wF6vMYWt1jMPQTmyqw+kyH4Zw816GNQ6vLlQNaH1br9XcOUM+Aoc6cBKHF0k7p8bQtCiiggAIK7GeBA/t58a5dgX0g4BIVUEABBRRQQAEFFFBAAQUUUGD+Aq5QAQUUUEABBRRQQAEFFFBAAQXmL+AKFVBAAQUUUEABBRRQQAEFFFBg/gKuUAEFFNiTArC6iT+LgBbLhn6gpE58vfQ4tPlATWoArc58oCY3SPICaHFodY+lToFhbvpT5a0nvlsunnmpTB3f+cLR8rWPH54aMqaAAgrMXiDPvzwHpxb6nw+eK//1wNfrUJ6tQH02Q6t7LIljUtK/Vsk8GM7PfBie7+N+WRzQxoBFryzfF3mXQIuVtaOPpc4QbM6DzVjmWhRQQIHbKOClFdiVAiaf2ZW/Fm9KAQUUUEABBRRQQAEF9q6Ad66AAgoooIACCiiggAIKKKCAAvMXcIUKKKCAAgoooIACCiiggAIKKDB/AVeogAIKKKCAAgoooIAC70YA2mb+bPiH1u7XA5ZJAxKD1h+3YYj1eBIR9JKkBb0N1CQI6cPQTn+qXHrie+XimZfL1PG3XzhWvvYJE9BM2RhTYJ4CrioCzy+ee3n+pb1e/vOhV8qf7v9aDeeZCtRnLrQ6sZTxczn9qQLt2Z4xaG1Yvc76WFkcMMwFlp+//o4ByviAIQEarI6N59lWQAEFFFBAgVJMPuN/BQoooIAC8xZwdQoooIACCiiggAIKKKCAAgooMH8BV6iAAgoooIACCiiggAIKKKCAAvMXcIUKKKCAAgoooIACCiiggAIKKDB/AVc4OwGgrmmcHABaDIa6j8MQAyYT1ADLpAPQ5vREBT3xAQzxjE2VS098d3sCms8fK1/7uAloiocCCuwLgec/fqR8e/Hcm1rsHx48V/7r/q/V53GepcDyGZz+jRRo5+acPK9h6CcGrQ/tGQ6UHED9fFit+7sjc1KAVHVuGmDimThYFFBAAQUUuF6BO5p85npvynkKKKCAAgoooIACCiiggAIKKLB3BbxzBRRQQAEFFFBAAQUUUEABBRSYv4ArVEABBRRQQAEFFFBAAQUUUECB+Qu4QgUUUEABBRRQ4FYIQEsG0JMEpO7XhTYGLUEAsJI0AFofqKcAG0kP1hMYpJ8kBr1Oe1tpCWjOlanjb79wrDz/iSNTQ8YUUECB2QjkOfftLxydXM8fHnylJp7JYJ6jwMYzOPGbKbB6Ldjsl8UB1PcCrNZ5lwCLGe0fDO0+ljqjMIylb9kUMKKAAgoooEAETD4TBYsCCiiggAIKKDBfAVemgAIKKKCAAgoooIACCiiggALzF3CFCiiggAIKKKCAAgoooIACCigwfwFXqIACCiiggAIKKKCAAgoooMCeEegb/vsNQ9v4nzi0Ngw1UJML9HGgngrUOLS6Bhc/oPWT8AAoSTQDLQar/cy5Wrn0xN+Xi4++UqaOb3/+aPn6nU1AM3UbxhRQQIHbIvD1Tx4pec5NXfz3D7xS/vzA1+ozOM9Q4F0lnoF2fr8WtGd2f36P4+XKAW0OrNb9XZFp0MZ6u9eZ09upe+nx3rdWQAEFFFBAgUHA5DODhS0F7oCAH6GAAgoooIACCiiggAIKKKCAAvMXcIUKKKCAAgoooIACCiiggAIKKDB/AVeogAIKKKCAAgoooIACCiiggALzF3CFCiiggAI3KwBsnAotlo3/QEm9PglaHKgJDzIOrQ0sEx+UxQEt3hMWrCcwSD9j11MuPf535a0tCWhe+fzR8o1PHll8ov8UUECB+Qgk8cwrnzs6uaA/PPS35c0Hv1bH8gwFls/f9G+2jJ/LwDJxWK4H7ZkOlBxAfQ/Aap13B5ApG6WPpc4gbM6DzVjmWhRQYL8LuH4FFIiAyWeiYFFAAQUUUEABBRRQQIH5CrgyBRRQQAEFFFBAAQUUUEABBRSYv4ArVEABBRRQQAEFFFBAAQUUUECB+Qu4QgUUUEABBRRQQAEFFNhzAj0BQGq1PjwAABAASURBVL9xaJv+E4fWXh+DqyegAWpCgpwHrd0TFySxAVCTJCSWfurrKW89/nfl4pYENOc+d7QkUUPxUECB2y/gJ9x2gW988nC5WuKZP9//lXoPeXYC9ZkKrU7sRgqsPqeh9fN8hnZNaHW5cuT60ObBUK+/O4ArZ7QK2vsjPVgdy7mJWxRQQAEFFFBgu4DJZ7bbOKKAAgoocBsEvKQCCiiggAIKKKCAAgoooIACCsxfwBUqoIACCiiggAIKKKCAAgoooMD8BVyhAgoooIACCiiggAIKKKCAAgrMX8AVKvBuBaBt/h9v+ochBq0Nm3XOAVYSzfT7SWKCFBjGe78nNIA2Bq3O+LXKpZqA5tv9Y1bqJGpIwoaVoB0FFFBgjwl885NHyrnPHZu8698/+LdlnHimPzOBZQIaaO0+diM1tOdxf07nXGjXK4sD2viiWZ/90PrQksoAGaoFWhuGOu+NDEKLpT0VS9yigAIKKKCAAqsC6Zl8JgoWBRRQQAEFFFBAAQUUUEABBeYr4MoUUEABBRRQQAEFFFBAAQUUUGD+Aq5QAQUUUEABBRRQQAEFFFBAAQXmL+AKFVBAAQUUUECBPSsAQyKALAJaP0kBoCUVSDwF2hi0OFCTEPQxaH0goVrGCQyAMk5skHbGr7dcevw75cKj0wlokrDhG39zpHgooIACe1Egz6+XP3d08tb/8PDflTcf+Eody/MS2jMWqIlnEsvzNCXtaxWgPruhnQ+tn/NhNVauHLkmtHkw1P1dcWVavW5v97FeA32o1rDar8Hd/8M7VEABBRRQ4K4ImHzmrrD7oQoooIACCiiwfwVcuQIKKKCAAgoooIACCiiggAIKzF/AFSqggAIKKKCAAgoooIACCiigwPwFXKECCiiggAIKKKCAAgoooIACCtyIQBIDjOdDSwiQOLQ2bNZ9HIYxoCYfAGpSBGh1WRw9eUFPcADUOT2e+lrl8uPfKW899p1SStk4zn32aPmmCWg2XAwooMDuFshzK8+vqbtM4pk/n3quDgHLZ+a2ZyVce07OzXM4Bdozu7czBu0aQMkBLJ/rMLT7OyBzUoBUdW4a0BKVpb1ecu56zL4CCiiggAIKbBcw+cx2G0f2g4BrVEABBRRQQAEFFFBAAQUUUECB+Qu4QgUUUEABBRRQQAEFFFBAAQUUmL+AK1RAAQUUUEABBRRQQAEFFFBAgfkLuEIFFFBAgT0tAC1hwHgRQE0gkAQBsJpAAKhTocWBOrcGr/zoCQygzen9XifRQdo3U9567Nvl4mN/e+WTVquXP3u0vPCpI6tBewoooMAuFcjzKs+tqdv7w8N/X3rimf6szDygJqGBVvex1Nd6tkI7B9pzu58Dq/GyOIDl55TFAe0caM91YBFt/2Boj98bwMb7IWcAqSwKKLAXBbxnBRS4KwImn7kr7H6oAgoooIACCiiggAL7V8CVK6CAAgoooIACCiiggAIKKKDA/AVcoQIKKKCAAgoooIACCiiggAIKzF/AFSqggAIKKKCAAgoooIACNyOQhAFT5yUOq4kCoPVhSEIAQwyoCQeg1blukhwAy2QGvQ+UayVMyNxxufTY35aLj32nTB0vfeZo+aYJaKZojM1MwOXsbYEknsnzamoVv6+JZ75Uh/Lsg/YsTbuXG3luwur5MPSBledyuXJAmwOr9fo7AbhyRqugvRdab/Vnzl2N2FNAAQUUUECB6xEw+cz1KDlHAQUUmK+AK1NAAQUUUEABBRRQQAEFFFBAgfkLuEIFFFBAAQUUUEABBRRQQAEFFJi/gCtUQAEFFFBAAQUUUEABBRRQQIH5C7hCBWYhAC2BwDg5AFCTyCQGrKwTWh9aogGgzh1Pynk9UULiQKplooMkTwDqecAy3s+5Wn3psW+XC1sS0Lz8maPlhU8fLR4KKKDAbhR44VNHy/bEM98tb576Un0u5hkI7RmZdgpQn5Vp32iBdi2gJv0C6rWg1WVxQJuzaNZ/0PowPOvrwOIHsPg5/INhDgxjeRdkFgyx9C0KKKCAAgrsQYG7cssmn7kr7H6oAgoooIACCiiggAIKKKDA/hVw5QoooIACCiiggAIKKKCAAgooMH8BV6iAAgoooIACCiiggAIKKKCAAvMXcIUKKKCAAgoooIAC70YANpMDwJBQYHxtaHNhGIchlsQIQE2i0M9LrBdgIwFCEtL08WvVlx/7drn42N+VqeOlTx8p3/qUCWimbIwpoMDdE8hz6aXPHJm8gT+c/l5589QX6xi0ZydQE8T05+GNPCOhXSPnQrsOsPLc7WM9QUz6KdDOBUqOjENrpw9Du/fX5ySeAqtzE7s1xasooIACCiiwPwRMPrM/fs+uUgEFFFBAAQW2CRhXQAEFFFBAAQUUUEABBRRQQIH5C7hCBRRQQAEFFFBAAQUUUEABBRSYv4ArVEABBRRQQAEFFFBAAQUUUECBPSeQBAJTN504rCYRAEpZTIaWgGbRXCabAZbtJDNIATKlxnt/nEwBqIkWoNWZc7Vy6bFXysXH/75MHS9+5kh58dMmoJmyMaaAAnde4FufXjyTFs+lqU/+/envlT+f/EIdAuozEqjPw/4MHD8re2xcbxuH4TqZA0Mfhs+C1i6LA4b2olvvJ3UKkGpZYHj+L4NXGnlvXGlaKaCAAgoooMBNCph85ibhPO32CHhVBRRQQAEFFFBAAQUUUEABBRSYv4ArVEABBRRQQAEFFFBAAQUUUECB+Qu4QgUUUEABBRRQQAEFFFBAAQUUmL+AK1RAAQUUUODdCsBqYoFcD6jJB5JIAEhoWaD1YaihtTMJqOdCq3usJ02AFgdqogWgJEFCH+/1VCxjlx49Vy48Np2ApiZ7+PSR4qGAAgrcTYGrJcP6/envlzdPfmH5nMxzDajPw7RTtj3/MpaScRjOgdaG6TrnlCsHsPyssjhgeCYvuvW+UqcAqZYFWuIZYGVenwD0prUCCtwGAS+pgAL7Q8DkM/vj9+wqFVBAAQUUUEABBRTYJmBcAQUUUEABBRRQQAEFFFBAAQXmL+AKFVBAAQUUUEABBRRQQAEFFFBg/gKuUAEFFFBAAQUUUEABBRTYswJJNDN184nDakIBaH3YTEQA1KQE0OptSQ/GyROAZTKEzE+BzVjiKZcfO1cuPr4tAc3RksQPxUOB2yfglRXYKvDSZ46Ub33q6OT47x5O4pnPL8fyPAM2nn9Xi4/HYHjOQrsOUBN6AcvrAiUHsHw+r/fXn/VApiwLtOf9MjBq5NxR16YCCiiggAIKvAsBk8+8CzxPVUABBW69gFdUQAEFFFBAAQUUUEABBRRQQIH5C7hCBRRQQAEFFFBAAQUUUEABBRSYv4ArVEABBRRQQAEFFFBAAQUUUECB+Qu4QgUUuFUC0BINjJMIADVRQWLAykdB60NLSADUuX0SUJtATYBQFge02HryhKl+Ylcrlx49Vy48tiUBzaeOlpc+PZ38YXEb/lNAAQVui8BLnzlaXlg8f6YunsQz5099vj4ngfpchFavP+tgOr4+r/ehzQdWEs+U0ZG5QP38hGForz/jgUxZFph+zue8TILV+YlZFFBAAQUUuPUC++OKJp/ZH79nV6mAAgoooIACCiiggAIKKLBNwLgCCiiggAIKKKCAAgoooIACCsxfwBUqoIACCiiggAIKKKCAAgoooMD8BVyhAgoooIACCiigwJ4XgM0kAjAkHhgvENpcaOMZgxbrbWj9JD5ILDVQEy+knQKtD9TECYnt7OyszEksZRx/+/FXysUnvlemjhc+faQkEcTUmDEFFFDgVgvkefPCp45MXvZ3p/+hJPFMHwRqEpg803rJs62Xcay3xzUM5wP1WQnTdVkc0OYDi16pnw2tXRYHTLcXQ3VukszAMCfxsvgBm7FF2H8KKKCAAgoo8C4EDryLcz1VAQUUUEABBRS45QJeUAEFFFBAAQUUUEABBRRQQAEF5i/gChVQQAEFFFBAAQUUUEABBRRQYP4CrlABBRRQQAEFFFBAAQUUUEABBeYvcLtWmGQD69dODFaTDUDrQ6tzDrQ2UBMXQKuTPAFaG6gJExJLgdaH1Tpj4wIsE9QA5dKZl8qFx7ckoPnUkfLyZ48WDwUUUOB2CuQ5sy3xzO8f+WE5f/Jz9Vk4fpZNtaE9HzOWRDTAynMy8ZSMpYY2Dq1OLAXadaDFgdIPoN7LuD/VTgyGxGLp95J3QW9bK6CAAgoooMCtFTD5zK31nNvVXI8CCiiggAIKKKCAAgoooIACCsxfwBUqoIACCiiggAIKKKCAAgoooMD8BVyhAgoooIACCiiggAIKKKCAAgrMX8AVKqCAAgooMBsBYGUtQE1YkKQDwMZYAtDiQJ2bWApM94GVxArQ+tDqJFGYKsAyAU3GLz/6Urn4xPfL1PHNvzEBzZSLMQUUuDUC5z57tOQ5M3W13z/yo/Lmic8sn4fQnoV5bo1LkskAy+fhen88N20YrgPDeeMxoOQA6uePxxJPAVLVAkM7AWiJZ4B6fmK9AL1prcB+FnDtCiigwG0RMPnMbWH1ogoooIACCiiggAIK3KyA5ymggAIKKKCAAgoooIACCiigwPwFXKECCiiggAIKKKCAAgoooIACCsxfwBUqoIACCiiggAIKKKCAAgq8G4Ekmpk6P3FYTT4ArQ8tYUHOgyEG1AQGSYDQx2CIJZ6EC6lTgGUihvTXC6yOXzrz4lUT0Jz73NHiMVcB16XA3RHIc+Ubf3Nk8sN/98gPy5snPl2fe0B9nkGrx8+zPPdgNQ6r/fF8uPpzE9p4WRzA4ufwD6j3kwiQqhYY2gnA8BxPf1zy/B/3bSuggAIKKKDArRUw+cyt9fRqCigwNwHXo4ACCiiggAIKKKCAAgoooIAC8xdwhQoooIACCiiggAIKKKCAAgooMH8BV6iAAgoooIACCiiggAIKKKCAAvMXcIUKKDArAWgJCcbJBoCavCAxYGW90Pow1NDamQitDdRrwFAnuQK0ftopQE3YkPb1lCSgufDE98vU8Y1PHinnPndsasiYAgoocMMC5z57tOS5MnXi7x75UTl/4jP1OZdxWH22jZ9nwHU/52D1OjD0obWBkgOo1wXqfQAlx/qzG1o8YynQEs8A9bzEUnJeaiCVRQEFFFBAgVI0uC0CJp+5LaxeVAEFFFBAAQUUUEABBRRQ4GYFPE8BBRRQQAEFFFBAAQUUUEABBeYv4AoVUEABBRRQQAEFFFBAAQUUUGD+Aq5QAQUUUEABBRRQQIFbIQDTyQaSjABWx6D1oSUwyOfDEANqQgMgQ8s2sJIooSdngBbv/WvVl8+8WC4+8Q9l6vjGJw+XVz53dGrImAIKKHDdAnmOfONvjkzO/+3pH5XzJz69fLblmQXU59vOzs6y7u2MX08B6jWn5gKll7I4Mif9RbOe09u9nzplHO/9PNfTXi/rc9fH7SuggAIKKKDArRE4cGsu41UUUEABBRRQYKYCLksBBRRQQAEFFFBAAQUUUEABBeZeRI9bAAAQAElEQVQv4AoVUEABBRRQQAEFFFBAAQUUUGD+Aq5QAQUUUEABBRRQQAEFFFBAAQXmLzDrFY6TEiQRQUpiqccL7/1eZ6y3UycxQo+lPy4ZS0ksdcq4nf61yqUz3yoXtiSg+fonj5iAJvgWBRS4KYEknslzZOrk3z7y43Lh5JB4Js+ulP7M6u3UKT1+rTpzU/q8tKdK7ilz1scST0k8dcq43fv9eT4eSyzjFgUUUEABBRS4MwImn7kzzrfoU7yMAgoooIACCiiggAIKKKCAAgrMX8AVKqCAAgoooIACCiiggAIKKKDA/AVcoQIKKKCAAgoooIACCiiggAIKzF/AFSqggAIKKKDArRQYJyTo100syQlS91jq3u/1ONbb62PpJ3HCVLna2NT8yzUBzQ/yURsliSNe+fzRjbgBBRRQ4GoC3148N/L8mJpTE8+c+FTJs2pc8nza2dkpqW+k5BqZnzol7amSsZTcU8ZTp99L+inpp04Zt3t/6jnex1JbFNj9At6hAgooMA+BA/NYhqtQQAEFFFBAAQUUUOA2CXhZBRRQQAEFFFBAAQUUUEABBRSYv4ArVEABBRRQQAEFFFBAAQUUUECB+Qu4QgUUUEABBRRQQAEFFFBAgT0vkAQFU4tIfCqhQeaO472dOokSxnXavfSx9NNOGbfTv1a5fOaFcuHJLQloPnGkJJFE7s9yiwW8nAIzFPj2F46W5xfPjaml/faRfywXtiSeyXPqRp9dOScJa3JeSvopaaeM2+nnnhJL3fu9HsfW272f53fa62VbfH2efQUUUEABBRS4dQImn7l1ll5JAQXugIAfoYACCiiggAIKKKCAAgoooIAC8xdwhQoooIACCiiggAIKKKCAAgooMH8BV6iAAgoooIACCiiggAIKKKCAAvMXcIUKKKDArRboCQ3GSQkSS0ks9fgze7/XGbtaO2NJotDrq7Uzdq1y+ZEXyoUnphPQJJHEtz9/LLdkUUABBbYK5Dnx/MePTI7/9sw/lQsn/qbkmTUu13o2bRvPNTKWOiXtlPV2+r2Mx3us32z6U+3EMtaf22knlpJY6nEsfYsCCiigwO4W8O7mIWDymXn8Hl2FAgoooIACCiiggAIKKHC7BLyuAgoooIACCiiggAIKKKCAAgrMX8AVKqCAAgoooIACCiiggAIKKKDA/AVcoQIKKKCAAgoooIACsxHYlpQgSQvWx3q/10Ho7dS9JN5LjyWpwnrJ2Hrsav3LZ14oF578Yb/0Sv38Jw6Xv/2CCWhWUOwooMBSIM+HPCeWgVHjt2f+uVw4/smpxDPlas+kq43t7Owsrzc1L8+/XnIraafuZdzf1s7cjOV5nfZ6ydh6zL4CCiiggAIK3BkBk8/cGWc/RQEFFFBAgVsk4GUUUEABBRRQQAEFFFBAAQUUUGD+Aq5QAQUUUEABBRRQQAEFFFBAAQXmL+AKFVBAAQUUUEABBRRQQAEFFFBg/gKu8HYLjJMXJGFBSmKpx5/d+73OWG+nnipJvJB4r3u791OnjOPpT5XLj3yzXHjyR/nYjfK1jx8u3zEBzYaLAQX2u8B3vnC05Pkw5dASz3yiJpm5nmfQ1HNpHOvXSJ3Sx9JOST91L7mnxFL3WOr0U7a1+1h/To/nJZZxiwIKKKCAAgrcPQGTz7wbe89VQAEFFFBAAQUUUEABBRRQQIH5C7hCBRRQQAEFFFBAAQUUUEABBRSYv4ArVEABBRRQQAEFFFBAAQUUUECB+Qu4QgUUUEABBRSYncA4cUFfXGJJYpC6x1L3fq/XY4mnJN5L+kmwMFXGY2mnTM3rscuPfGNrApqvJgHNF4/2j7VWQIF9LvB3i+fBVz9+ZFLhPx7553Lh+CdKnjmZkDqlP2tupM55KTkndUpvpx6XjKWsf2ZiKYmnbGv3sanncx9LbVHglgh4EQUUUECBmxIw+cxNsXmSAgoooIACCiigwN0S8HMVUEABBRRQQAEFFFBAAQUUUGD+Aq5QAQUUUEABBRRQQAEFFFBAAQXmL+AKFVBAAQUUUEABBRRQQAEFFLidAlMJDnpShF7n83s7dRItpB6XzEk8JfHUvaS/s7NTUnrsanVLQPPjXHKjfPVjR8p3vji/BDQbCzWggAJXFchz4CuL58HUpN8++pNy8URLPJPnT0qeOalT0r7R0p9f4/MTG/dzL+mnzvV7O/3rafd5eS6nbVFAAQUUUECB3SlwYHfelnelgAJ7RMDbVEABBRRQQAEFFFBAAQUUUECB+Qu4QgUUUEABBRRQQAEFFFBAAQUUmL+AK1RAAQUUUEABBRRQQAEFFFBAgfkLuEIFFFBg3wgkGUJKEh2kHi+893udsfV276cel550Yaoex9LeVi4/8vVy/skf5WM3ShLQ/N0Xj23EDSigwP4QyN9/ngNTq/2PMz8p549+tGx7Jm175myL5zoZS53S2+t17iXjKRlLP3X6KemnbGv3sf48Hs/LmEUBBRRQ4LYIeFEFbkrA5DM3xeZJCiiggAIKKKCAAgoooMDdEvBzFVBAAQUUUEABBRRQQAEFFFBg/gKuUAEFFFBAAQUUUEABBRRQQAEF5i/gChVQQAEFFFBAAQUUUOBOCPSEB+PP6skPep2x3k7dy3o8CRdSMr5e7+zslHEs7W3l7Ue+Uc4/+eNcfqN85WOHy9+bgGbDxYACe1fg+u48f/f5+5+a/ZtH/qVcOPbR5TNm/RmUZ02PpX2tMp7b26nzHEvdz097XHJv6Y/rq7X7WJ7DaVsUUEABBRRQYHcLHNjdt+fdKaCAAgoosMsFvD0FFFBAAQUUUEABBRRQQAEFFJi/gCtUQAEFFFBAAQUUUEABBRRQQIH5C7hCBRRQQAEFFFBAAQUUUEABBRSYv4Ar3BcC4yQHSZKQkljqMUDv9zpjvZ26lx7v/dQ9McM4UUPi6fexa9XvnPlGufDUP+byG+XLSUDzpWMbcQMKKDBPgb9f/L3n735qdb8585Ny8fjHrpl4Js+fPIeu9ezpc8bzE1vv514S72Wq32OpUzI3dS/p9+dv2j2eWG9bK6CAAgoooMDuEZhV8pndw+qdKKCAAgoooIACCiiggAIKKKDA7RLwugoooIACCiiggAIKKKCAAgooMH8BV6iAAgoooIACCiiggAIKKKCAAvMXcIUKKKCAAgoooMDtEBgnOOjXTyzJDlL32Lgex3s7dS/juePEDhlPwoZxLP3Eeyz93h7XmXP59PPl/JNbEtB89HBJQorxZ9tWQIH5CXz3uWPly4u/96mV/fqRn5SLxz66kXhm/CxJuz9nep3YuPR4njs9Pm5nfNzPnPTH99Rj4/i4PZ6bdsa2PXczljmW/SPgShVQQAEF9oaAyWf2xu/Ju1RAAQUUUEABBXargPelgAIKKKCAAgoooIACCiiggALzF3CFCiiggAIKKKCAAgoooIACCigwfwFXqIACCiiggAIKKKCAAgoooMCsBJL0YLygJDtILHWPp52Sfq/H7cTWSx9PIoaUcb/PHSdySCzztpW3H3m+XHj6n3OZjZKEFElMsTFw8wHPVECBXSTw3eeOl+c+cnjyjn5z5l/LpRMfK3mG9JLnyLid/vWU8Tn9+ZRYzk2dknZK2v2G0u4lsbRTp6y31/vrz9uck1hqiwIKKKCAAgrsTgGTz+zO34t3pcBNCniaAgoooIACCiiggAIKKKCAAgrMX8AVKqCAAgoooIACCiiggAIKKKDA/AVcoQIKKKCAAgoooIACCiiggAIKzF/AFSqggAIK3E6BcSKE/jmJJflB6h5L3fu9Xo8lnqQM2+IZS+nz0u4JHtK+Vrn88FfLhaf+KZffKElM8b3njm/EDSigwN4W+O5zx8pzHzk0uYj/eOxn5a3jH62JZ/L86M+WXieWkudM6muV8Xnjdj8vsV5yQ2lnLHVKj6VO6bH1du9PPWf7WGqLAgoosP8EXLECe0PA5DN74/fkXSqggAIKKKCAAgoooMBuFfC+FFBAAQUUUEABBRRQQAEFFFBg/gKuUAEFFFBAAQUUUEABBRRQQAEF5i/gChVQQAEFFFBAAQUUUGDfCEwlRujJFHodjN5O3ct6fJygYdzO/CSGSJ14Svqp10vmvP3I8+X8lgQ0X/rIofK9547loy0KKPBuBXbB+fl7fu4jhyfv5DeP/qxcPPrhmngmz4aUPDN6nfb1lP68GZ+Xdi+5xno7N9RjvZ06c1OnZDx1yrjd+3m+pm1RQAEFFFBAgb0nYPKZvfc7844VUEABBa4i4JACCiiggAIKKKCAAgoooIACCsxfwBUqoIACCiiggAIKKKCAAgoooMD8BVyhAgoooIACCiiggAIKKKCAAgrMX8AVKnCnBMbJEJIsISWx1ON76P1eZ2y93fupe0lihrRTJ+FDb6ee6mfeuPQ5b5/+Wrnw9L/kYzfKlz5yuHzvyyag2YAxoMAeE/j+4u84f89Tt/2bR39e3jo2JJ7pz4k8S9Luddop6/3EUvozJe2U9FOn5Jz0U6efkva45N56P+PppySWOmXc7v3+XB2PJZZxiwIKKKCAAgrsfoHbmXxm96/eO1RAAQUUUEABBRRQQAEFFFBAgXcr4PkKKKCAAgoooIACCiiggAIKKDB/AVeogAIKKKCAAgoooIACCiiggALzF3CFCiiggAIKKKDAbAXGiRD6IhNLUoTUPTaux/H1du+n7iUJGlLST2KHtHsZ9zPe41P15Ye/Us5vS0DzYRPQjH9HthXYawJJIPXFxd/x1H3/+tGflYtHP1jyjFgveVbkOZKS9rXK+PzM7f20c4300x7Xaff7SruXcay31+vM3fY8zdj6fPt3XcAbUEABBRRQYFLA5DOTLAYVUEABBRRQQIG9KuB9K6CAAgoooIACCiiggAIKKKDA/AVcoQIKKKCAAgoooIACCiiggAIKzF/AFSqggAIKKKCAAgoooIACCiigwK0WSHKE8TWTFCGx1D2edkr6ve7t9MdlHE8ih17Gc9bbfU6rD5Sp+u2Hv1IuPP2TXH6jfOnDh8v3v3JsI25AAQV2t8D3v3K85O936i5//ejPy6VjH15JPJNnQ54fve7tJI9J7EZKPzd1yvjc3E9ivWSst8djaaeMx3p//TmaeGKpLQoooIACCiiwdwRMPrN3flfe6V4U8J4VUEABBRRQQAEFFFBAAQUUUGD+Aq5QAQUUUEABBRRQQAEFFFBAAQXmL+AKFVBAAQUUUEABBRRQQAEFFFBg/gKuUAEFFFBg9gJJmrC+yMSSJCH1eKz3U6dkbFynnTIVT/KGlCSJyJzeTn295fLDXy7nn/6XXH6jfPFDh8s/fPn4RtyAAgrsToH8vX7xQ4cmb+7Xj/6ivHX0g3Usz4f+zOh1YnmWpE4Zx9OfKpmTkrHUKWn3kn5KPjR1LxnvsdTrJfPGsfSnnp+Zk7HUFgUUUGBXCnhTCigwKWDymUkWgwoooIACCiiggAIKKLBXBbxvBRRQQAEFFFBAAQUUUEABBRSYv4ArPPLqiAAAEABJREFUVEABBRRQQAEFFFBAAQUUUECB+Qu4QgUUUEABBRRQQAEFFFDgTgpMJVCYSp7QY6mTqCEl7ZTcb+px6UkjEutzU19Pefvhr5Q3n5pOQPOFDx8q//AVE9DE3LK3BeZ+9/k7zd/r1Dp//egvy6VjHyzrz4fev57nxPqc8blpp+Q5lHpc+v302Lh/rXbGc16em2lbFFBAAQUUUGAeAiafmcfv0VUooIACu1XA+1JAAQUUUEABBRRQQAEFFFBAgfkLuEIFFFBAAQUUUEABBRRQQAEFFJi/gCtUQAEFFFBAAQUUUEABBRRQQIH5C7hCBfaVwDhpQpIopCSWegzR+73O2Lg97iee0pNBpJ2Sfq97EojExiXxcb+33zn9lXL+mX/Nx2yUL3zIBDQbKAYU2EUCP/jKsZK/06lb+vVjSTzzgTqUv/c08pxISb/XaW8r68+N9XPSz5zUKf06aaekn89NST8l7ZRt7T7Wn5fjeYll3KKAAgoooIACu15g8gZNPjPJYlABBRRQQAEFFFBAAQUUUECBvSrgfSuggAIKKKCAAgoooIACCiigwPwFXKECCiiggAIKKKCAAgoooIACCsxfwBUqoIACCiiggAIK3E6BccKE/jmJJXlC6h4b1+N4b6fuJXPTTp2kDr0kNk4A0dt9PHWfk3ZK5qROefuh58r5p7cnoPnBV4/lIy0KKLCLBPJ3+fkPHZ68o189+sty6eiQeCZ///lbH5fxM6DHx7G0+3mpe8nc3h7PSTwlN5Tx1Cm93etxLO31knnbnpMZW59v/3oEnKOAAgoooMDuEDD5zO74PXgXCiiggAIKKDBXAdelgAIKKKCAAgoooIACCiiggALzF3CFCiiggAIKKKCAAgoooIACCigwfwFXqIACCiiggAIKKKCAAgoooIACsxRIEoXlwhaNJE9ILPWiW/+lnZJOr6fafSz1VOmJIDKWJBAp6+3M6fHeTv/th58r55/5aT52o3z+g4fLD796fCNuQAEF7o7AD792vOTvcurTf/Xoq+XysSHxTP6+r6fkedCfF+P21LmZN56TfkruJ3UvvZ9r9HbG0k5JOyXtlLTXn4+JJ5baooACCiiggAJ7W8DkM3v79+fd36CA0xVQQAEFFFBAAQUUUEABBRRQYP4CrlABBRRQQAEFFFBAAQUUUEABBeYv4AoVUEABBRRQQAEFFFBAAQUUUGD+Aq5QAQUUUECBOyGQZArrn5NYkimkXh9LP/GU3k6dklhK2ilpJ6lDL+mvJ4RIv4+n7nPW2+m//dCXyptPTyeg+dwHD5UkvMjnWhRQ4O4J5O/wcx84NHkDv3rstXLp6PvqWP6m8/eeTur0U9afCT3W52S8t1OnZE6vc731OX08czKeknaP937qbSXztz0XM7btPOMKKKDA9Qg4RwEFdoeAyWd2x+/Bu1BAAQUUUEABBRRQYK4CrksBBRRQQAEFFFBAAQUUUEABBeYv4AoVUEABBRRQQAEFFFBAAQUUUGD+Aq5QAQUUUEABBRRQQAEFFJi1QJIqjBeYZAqJpe7xtFN6v9eJ9dKTOfT+uO5jSQyRdkrGx/VUezz/nYe/VM4/syUBzQcOlR999Xi/LWsFbkbAc96FwI++drxsSzzz68dfL5ePvq/kb35c8jd/tZK//8zvc8btqdh4fp/bl9T7qXvpY+N6fSz99edh5ieW2qKAAgoooIAC8xAw+cw8fo+uQgEFFLhOAacpoIACCiiggAIKKKCAAgoooMD8BVyhAgoooIACCiiggAIKKKCAAgrMX8AVKqCAAgoooIACCiiggAIKKKDA/AVcoQIK3EmBnlxh/Jk9lno9nv44vt5e7ydJRGLb6iSMyNhU6ef1sbcf+lK58J6f5xY2ymc/eKgkAcbGgAEFFLitAj/+2vHy2Q8cmvyMXz32erl05L11rP8dr/9dJ57nwHp8W7/Hr1XnQ/uctFPST0k7ZVu7jyXJzHhO4lOxxC0KKKCAAgoocDMCu+Mck8/sjt+Dd6GAAgoooIACCiiggAIKKDBXAdelgAIKKKCAAgoooIACCiiggALzF3CFCiiggAIKKKCAAgoooIACCigwfwFXqIACCiiggAIKKDB7gfXkCllwYldLspDxzEvp7dRTJcklEu91Ek2kndLjaV9PefuhL5bz2xLQfOBQ+dHzx3NLFgUUuAMC+Xv7zOLvbuqjfvX4G+Xy0SHxTP7WU8Z/53kWpIxjV2v383uduTm/93vd7yf99TIe6+31Oudse/5lbH3+bPouRAEFFFBAgX0qYPKZffqLd9kKKKCAAgrsVwHXrYACCiiggAIKKKCAAgoooIAC8xdwhQoooIACCiiggAIKKKCAAgooMH8BV6iAAgoooIACCiiggAIKKKCAAvMXuFsrTLKF8WcnyUJiqXs87ZT0ez3VXh9LkojMS52xXno/9fWUnPfOQ18sbz7z81xuo3z2/YfKj58/sRE3oIACt1Ygf2f5e5u66q8e/2/l8pGzdSh/1/m7TUl7qlxtrM9Pkpm0x3PTThnH009JrN7A4kf6i6r+SzuldhY/0k5ZNOu/tNefexlILLVFAQUUUEABBeYnYPKZ+f1O99KKvFcFFFBAAQUUUEABBRRQQAEFFJi/gCtUQAEFFFBAAQUUUEABBRRQQIH5C7hCBRRQQAEFFFBAAQUUUEABBRSYv4ArVEABBRRQYN8IJOnC+mITS9KF1Otj6SeeknYv6ffSY7lGkkEknjolySR6v9eJX6tk7jsPfWFrAprPvP++8o9fNwFNt7dW4FYL/OPzx0v+zqau+++PvVEuHX5PHcrfcv5eU9LuJX/7KYmn9PjV6sxLyZxep52Sfkr90Cs/0u8loXE7/amSOXlWpV4fn4qtz7GvgAJ7XsAFKKDAPhUw+cw+/cW7bAUUUEABBRRQQIH9KuC6FVBAAQUUUEABBRRQQAEFFFBg/gKuUAEFFFBAAQUUUEABBRRQQAEF5i/gChVQQAEFFFBAAQUUUEABBW63QJIvjD8jSRcSS93jaaf0fur0U9JOGSeFSDulj/d2T0DR+6mvt1wtAc2n33df+afnj+c2LHtSwJverQJJPPPp9x+avL1/f/y/lbePni35Ox+X9b/pPrYe39Yfz0976rmReC+5Tm6w93udWC/rsfTXn3OZm1hqiwIKKKCAAgrMV8DkM/P93boyBRTYCwLeowIKKKCAAgoooIACCiiggAIKzF/AFSqggAIKKKCAAgoooIACCiigwPwFXKECCiiggAIKKKCAAgoooIACCsxfwBUqoMC+E/j/2fnTZkuS807s9P/NrdZbBRR2oJbMLHADQbKpnh4bvVNXFvvdvB61MkGOWAnZjLrZew/bKHarh/3VxkzzIYYgQJBqM2lasqrEaFCVi87jnnFOnOVmZSZyuTfuL+w+x90f94gT/os4acCLeqYiDPONT7lqd/M1rnzF1K+2oopATPkaV0y5qT1USKLmHid6AZqr/9e67F78/q+90v4v/4UCNHswEgSeUuC/XP2eTio88/Pv/Dft89eu9SvXb75+v1Nb/aeNukZFnV/t7r8XlasvrXaK+bj6u1Hr5rkaV5GZauf5Q7n5vD4BAgQIECCwDAHFZ5bxHO3i6QScRYAAAQIECBAgQIAAAQIECCxfwA4JECBAgAABAgQIECBAgACB5QvYIQECBAgQIECAAAECBAgQILB8ATskQIAAAQIvRWC3CEPdROUetxhDra1zKqp/UpxUUKLyj4oqQDHNf/HO/7Hdufpf11ftxX/2/VdaFczYm5AgQOCJBOp39Pur39Ohk/7mu/+39sXrjy48M//NTr/dQ7lprtrp342pX+srN42rX1H3VG3Fbn8aV3so6pyT/l2ruUPnyBEgQOA5CbgsAQIvSUDxmZcE72sJECBAgAABAgQInE8BuyZAgAABAgQIECBAgAABAgSWL2CHBAgQIECAAAECBAgQIECAwPIF7JAAAQIECBAgQIAAAQLnS6CKMsx3XMUYKlftlK9+RY2n9qT+NF9tRa2bCknsFpao/ElR587nPn/n77XPTihAUwUz/su/f1xfJQg8poBlc4H6/dTvaJ6b+n/7vf97+/y1D1r9Jivqdzm11Z/icXPz9dM51e7++1C5irqPqT3U353bHe/+e1bXqFy1ggABAgQIEDgfAorPnI/nbJcECBA4LCBLgAABAgQIECBAgAABAgQILF/ADgkQIECAAAECBAgQIECAAIHlC9ghAQIECBAgQIAAAQIECBAgsHwBOyRA4KUKzAs1TDdSuSrOUO2Um7eVrziUq3zFNFf9iio4cVJbc48TX/QCNH88XXqr/f0Pr7R/+F8oQLOFYkDgMQT+4d8/bvX7ObT0b9/9b9svX31/PVW/0+l3XMViavw0UdeoqHMPtfWFlZ/a6u9GzT0qav1J/47V3KPONUeAAAECBAg8J4GXdFnFZ14SvK8lQIAAAQIECBAgQIAAgfMpYNcECBAgQIAAAQIECBAgQIDA8gXskAABAgQIECBAgAABAgQIEFi+gB0SIECAAAECBAicT4Eq0jDfeRVnqFy1U776FdO42hpXzPs1nmIqLlHz1a+oohU1X/2prf7jxBfv/B/ap1f/67rcXvyd719pVUhjb0KCAIGDAv/V3z9uf+fDKwfn/uZ7/2375Svv9bnptzn/vc770/zjtHVexfTvQLXTeZWvqHF9cfV3Y56vfsW0pvoVNd7996vylatWDAGfBAgQIEDgvAgoPnNenrR9EiBAgAABAocE5AgQIECAAAECBAgQIECAAIHlC9ghAQIECBAgQIAAAQIECBAgsHwBOyRAgAABAgQIECBAgAABAgSWL3AqdljFGnZvpHJVrKHa3bkaV75i6k9t5aaoXEUVk6jcvK1+xZSv/uPE3Xf+Xrtz7ZO67F5UIY1/+NGbe3kJAgS2Bep38nsnFp75R+3zV0fhmfp9TlG/z3mxmBo/TtT5ta7aiqlf15rGU67GdafV7saUr/akqHNO+ner5k46T54AAQIECBBYroDiM8t9tmdwZ26ZAAECBAgQIECAAAECBAgQWL6AHRIgQIAAAQIECBAgQIAAAQLLF7BDAgQIECBAgAABAgQIECBAYPkCdkiAAAECBAjMBapYw24hh8rN10z9KV/tSVFrq8jEbtT6KTfvT7nd9vOv/t322UkFaK6/0v4rBWiKWhA4KFC/j7+z+p0cmvybd6vwzLt9qn6L8wIx8/7ub/LQuM6vmM6r/nzdNK52ivriqT9vp3y186g107j6u/9eTXNaAgQI7AvIECBwXgQUnzkvT9o+CRAgQIAAAQIECBwSkCNAgAABAgQIECBAgAABAgSWL2CHBAgQIECAAAECBAgQIECAwPIF7JAAAQIECBAgQIAAAQIEXrhAFW+Yf+mhgg6Vq6h11VZM/amt3BSVq9gtPFHzU27qT4UqpvxJ7Rdf/bvt06uftAcP6srb8XvXX2k3bxxvJ41Or4A7e2EC9RKwh04AABAASURBVLuo38ehL/z59/5R+/yVd1v9Fit2f4uVO+n3eFJ+usb83OpXTOdUf7qf6s9jnp/61U5rql9R4/q3q9oaT1G5qa8lQIAAAQIEzqeA4jPn87nbNQECp1TAbREgQIAAAQIECBAgQIAAAQLLF7BDAgQIECBAgAABAgQIECBAYPkCdkiAAAECBAgQIECAAAECBAgsX8AOCRAgsFu8oUQqV0Ucqq3xodidq/GhqHMrPy88cVJ/vm5aM2/vvvN322fXPmkt+/9J6e9eu9JuKUDTHAQmgfo91O9iGs/bv3n3T9oXr767TtXvLEmr9kkjSS9gU+clm/40rrYiSasj2bRJ+rlJamqr3xMHPpK0k/59SsZ1DpwmRYAAAQIEzr3AeQHY/38K52Xn9kmAAAECBAgQIECAAAECBFpjQIAAAQIECBAgQIAAAQIECCxfwA4JECBAgAABAgQIECBAgACB5QvYIQECBAgQIECAAIGXJlDFHOZfnuwXeEjSi0PsrkvSU0n6fDLaSibpBS3a6qgCFBVJem7qX7hwoVVM42pPil6A5uonrbW03eN3rl1pN28ct9Xld6eMCZwrgSo8U7+HQ5v+m/f+pH3+yndXv5P03+H8t5eM3Em/v918MtbPrzGtScZcjZP070vS6kiyHiep1HrcBw8/kvT8w2Hv179VSaZUbyvXO2fnw50SIECAAAECz0ng6Dld12UJECBAgAABAk8h4BQCBAgQIECAAAECBAgQIEBg+QJ2SIAAAQIECBAgQIAAAQIECCxfwA4JECBAgAABAgQIECBAgACB5QvY4SSQbBdzqHyyX4Cm8lMk6cUgpnG1ycglo61cFYaoAhQnRZJeBKPmpyIW1T8pvvjq77dPr33SHrS03eN3qwDNRwrQ7LoYnx+BRxWe+fm7f9I+v/LdlozfTv3Gkqx/fzV+3Eg25yXp1zzp3GTMt9WRjH4y2lWqn5ukuidGcvK/R8mjzz3xoiYIECBAgACBxQkoPrO4R/oMN+RSBAgQIECAAAECBAgQIECAwPIF7JAAAQIECBAgQIAAAQIECBBYvoAdEiBAgAABAgQIECBAgAABAssXsEMCBAgQIEDgpQtUoZj5TST7BR+S9GIRu+uS9FSSPp9stzWZpBe6SMbcVKwiSavCM8l2fprfbe9+9T9rn1273R60/f+89HeuXWlVgCNJcxA4TwI/+vi41ft/aM8/f/eftC9eGYVnkvTfW1sdSfrvtX5jyaZf48eNJP13XeuT7WskY9xWRzL6yX67mt76S7IeJ/v/DtXk7r9XlRMECJwRAbdJgACB5ySw//8OntMXuSwBAgQIECBAgAABAl8uYAUBAgQIECBAgAABAgQIECCwfAE7JECAAAECBAgQIECAAAECBJYvYIcECBAgQIAAAQIECBAgcP4EklHkYb7zZOSSTTGImk/GOEkvXnEol2zmpvkqUDFFkq2iFVWAZpqrdndcuSnufvX3253rt9uDXGi7xw+vjgI0R9mdMd4VMF6GwI/+4K1W7/2h3fz83X/avnjlO+vfaf2Gkqx/ezWuqN9bRfUPxTSXbM5NDvfr/DY7kvTvT0Y7m9rqJtvzyeF/f6rwTJKtcw0IECBAgAABAorPeAcIECBwsoAZAgQIECBAgAABAgQIECBAYPkCdkiAAAECBAgQIECAAAECBAgsX8AOCRAgQIAAAQIECBAgQIAAgeUL2CEBAgROhUCyX9AhOVwA4lE3nGSr2EQyxnVOkr3CF1WsIkmrAhdJ+nySPq65Q/HFV/5Ou3Ptdmu52HaPH1693G7dOG4X/BeouzTGCxP4w4+P2w8/uHxwVz9/rwrPfHv9W6zfVy1M0n9jR0dHva381D/U1nwyfsPTfLJ9jXm+rY4kq8+2/u4kvd9WR5LVZ1uP24EjOfnfnWScf+A0KQIECBAgcBYE3ONzEvA//Z8TrMsSIECAAAECBAgQIECAwNMIOIcAAQIECBAgQIAAAQIECBBYvoAdEiBAgAABAgQIECBAgAABAssXsEMCBAgQIECAAAEC51vgwYMHWwDJfiGIJL14RJL12iQ9V4lk9JPR7uaqWEUy5qpfkaRNhS7m4+ofii++8nvt02uftAe50HaP3756pd38SAGaXRfj5Qj80R8ct3rPD+3o5+/9s/bFlU3hmfr9JOnFZqo/j+RwvtbMf4+HxsnmN5yMfpJWR5L+70Ey2t3cofGUq3+DktRwHZVbD55Zx4UIECBAgACBpQgoPrOUJ2kfBAgQIEDgeQi4JgECBAgQIECAAAECBAgQILB8ATskQIAAAQIECBAgQIAAAQIEli9ghwQIECBAgAABAgQIECBAgMDyBezwVAkk20Uf6uaS/QI0la+CEFWUIkkvNFG5KZKRS0Zb+WT0k2wVwkg24yp4UdesSDb5Gu/G3a/8Xrtz/cftfjtcgObWjeN2cX+qOQicZYE//IPj9oMPrhzcws/f++ftiyvf6r/HZPN7S7L1m5v/znZ/V9M42ZxfuWRcIxlt5SqSzbq2OpLNONnur6b7XzL+TemDhx/JyCV5mNk0yX5uM6tHgAABAgQInHcBxWfO0BvgVgkQIECAAAECBAgQIECAAIHlC9ghAQIECBAgQIAAAQIECBAgsHwBOyRAgAABAgQIECBAgAABAgSWL2CHBAgQIECAAIESqMIy1U6RHC4MUeuSURgiybroRZ2XbMZJKrWeT9KLYSRpUyGMJH1+KmhR7ZfFF2//bvvFhz9u7ehS2z2qQMfNKkBzlN0pYwJnTmD182h/9A/ear99UuGZ9/9F++LKN/tvKMlWO/2Okqx/d1PupDYZa2s+Gderfv1ekzGXjHxycttWR5LV5/hLxr8lYzQ+k5FLNutqpv59qVYQIPB8BFyVAAECSxFQfGYpT9I+CBAgQIAAAQIEnoeAaxIgQIAAAQIECBAgQIAAAQLLF7BDAgQIECBAgAABAgQIECBAYPkCdkiAAAECBAgQIECAAAECBF6KQDKKQcy/PBm5ZBSISEa7u6bGyZhLslUEY5pLRr6KWSTZKoiRpBekSdLzteZRcfcrv9c+vfpJe5ADBWjev9JufXzcLl5IO8WHWyPwSIEk7Y/+4K32g/cvH1z31+/98/bF5W9s/daS7P1+qnBMxaN+T7tzybhOst8m6d/ZHh7JGCd5mGlb8212JGNNsv3vyrSkCs8kY82U0xIgQIAAAQIEDgkoPnNIRY4AgVMq4LYIECBAgAABAgQIECBAgACB5QvYIQECBAgQIECAAAECBAgQILB8ATskQIAAAQIECBAgQIAAAQIEli9ghwQIECAwCST7hR+SUSjiUWumualN0gtQJKOtfDL6SXqBjCRbBWeSMd4thHFonKTd/crvtk+vfdIeHO0X5/it9y/3AjSXLqY5CJw1gaPVa/tH/+C41Xt86N7/+r1/0e5e+ebWbyxJ/12d9Hs5lJ/nknF+smmraE2yGSfp39lWRzL6yXa7mmpVRKbaeSRZD2s+2YyniWQ/N81pCRAgQIDAsxFwlaUIKD6zlCdpHwQIECBAgAABAgQIEHgeAq5JgAABAgQIECBAgAABAgQILF/ADgkQIECAAAECBAgQIECAAIHlC9ghAQIECBAgQIAAAQIvXaCKQ8xvIhlFIZLR1lySXogiSQ17JOm5GiSjn6QXxUjS6kjS1ySjPVTgYl4Uo/q1ptrduPeV3213rt0+XIDmvcvt5kfH7dLF+lZB4GwIHB219od/8Fb7rdX7e+iOf9YLz3yjTyVZ/7bqt7H7O9kd15qK3XwyrlNzFUn2CkMl4/faVkcy+sloV6n+l4xxst32ydVHktVn67//VsfD2P335mFaQ4AAAQIECBA4UWD1P5lOnDNBgAABAgQInDIBt0OAAAECBAgQIECAAAECBAgsX8AOCRAgQIAAAQIECBAgQIAAgeUL2CEBAgQIECBAgAABAgQIECCwfAE7JLArkIwiEfN8klZFIpL9ualgRbI9l6QXmkg2bV0zybpoRpJ1oYsqilGRpM/XdSuS9DXV340v3v5h++zaJ61duNJ2j996/3K7deO4XVaAZpfG+BQKXLjQ2h/9wXGr9/bQ7f3svX/Z7l0ZhWfqd5Ck/76qX5Fk73dT+Xns/r6S/WvM1yRjPkmro66VpH9vkkpt9SuRjHz1p0hO/vcj2V8/naclQIAAAQIECBwSUHzmkMrj5awiQIAAAQIECBAgQIAAAQIEli9ghwQIECBAgAABAgQIECBAgMDyBeyQAAECBAgQIECAAAECBAgQWL6AHRIgQIAAAQIETo1AFZuZ30xycgGJaV2SrWIUSaapvfy8kEX1a2GSXkAjGW3lK5JsFaCpAhmVr7j79u+0T69+0h4c7Reg+c33rrSbvQDN5j6ag8ApE7h4lPaHH7/V6n09dGt//f6/aveufL3/huqdT3Lwd1Jz85j/TqqfjPNqTTL6U76tjqk/zSfp37maOtgmm/lacyiSw/9u7P77cuhcOQILF7A9AgQIEHhKAcVnnhLOaQQIECBAgAABAi9DwHcSIECAAAECBAgQIECAAAECyxewQwIECBAgQIAAAQIECBAgQGD5AnZIgAABAgQIECBAgAABAgTOr0AyikbMBZKRSzJPb/WTMZds2iS9eEUy2johSS+gUYUuKqbCF9VWJNvzSdYFaJJNv869+/YP26fXPmn3TyhAc+vj43blUtrhQ5bAyxO4eCHtD//BcfvN9y4fvImfvf+v2t3LX9v6/dQ7n6T/fuq3MkXlp6hcslmTjH7NJ+nXq35Fkv7bStKvmYz5JK2OJH19khr2NdVJxrj6hyI5/O9FFZ5JHn3uoevJESBAgAABAgRKQPGZUhAECDydgLMIECBAgAABAgQIECBAgACB5QvYIQECBAgQIECAAAECBAgQILB8ATskQIAAAQIECBAgQIAAAQIEli9ghwQIECBwqgSS/QIRyX5BiWR/3XwjSdbFK5LRr/kkvZDFVACj2rY6kvR8MtrKVyTpRTJ2+zW+9/YP251rt9uDC6+23eM33r3cbt5QgGbXxfjlCly6mPZHf3Dc6v08dCd//f6/bvcuf61PJeN3U+96kv77qP4UySY3LzxT88lmLtm+Tlsd8/XJmE+ymml7v9u6XlsdyZhfddd/ySaX7P87MS1MNuumnJYAAQIEzqGALRN4SgHFZ54SzmkECBAgQIAAAQIECBB4GQK+kwABAgQIECBAgAABAgQIEFi+gB0SIECAAAECBAgQIECAAAECyxewQwIECBAgQIAAAQIECJTAgwcPqllHsl9YIsleoYrk5FwVsUjSr5lkq5hGshknm/50TrUVSdbFaGp89+3fbp9e/eMTC9DcunHcXrk8vrM5CLxEgUuXWvvDj4/br797+eBd/Oz9f93uXn6nz9W7naT/RpLRVm6KZDuXbI9311WxmcolY12SNo2rX9FWR7XzWKX6X+V6Z/VR/SlWw/5X4/o3o9qeePhRuYddDQECBAgQIEBRQW47AAAQAElEQVTgqQUUn3lqOicSIECAAIGGgAABAgQIECBAgAABAgQIEFi+gB0SIECAAAECBAgQIECAAAECyxewQwIECBAgQIAAAQIECBAgQGD5AnZI4FQK7BaRqJusXBWTqLbGU1Ru6u/O1bhiKnRR62o8ReWnqFz1q1DG1K/xbkxzta7m7r392+2za7cPFqCpQh83bxy3Vy/7T1bLXrwcgcsX0/7w47dOLDzz0/f+dbt76av95uqdnt7xqa1cve8V1f+yqPOmqLXzfo0rply19cWHctNczU8x/71XrtZUrtoaz+NQbj6vT4AAAQIECBB4HIEF/S/5x9muNQQIECBAgAABAgQIECBAgMDZFnD3BAgQIECAAAECBAgQIECAwPIF7JAAAQIECBAgQIAAAQIECBBYvoAdEiBAgAABAgQIzAWqqMR8XMUkKlftPH+oP62Z2lqzW+Ci5io3RY0rqshGtVP+UFvzta7m7r39g3bn+u12/8Kr9TVb8evfu9yqAM0rCtBsuRi8GIErl9L+8A/eavUeHvrGn33w/2j3r7zT6n2ud3m3rdw86ho1nt796j8q6noV8zU1nqKuV/2p3e1P45rfjZo79O9B5XbXGhM4fQLuiAABAgTOioDiM2flSblPAgQIECBAgMBpFHBPBAgQIECAAAECBAgQIECAwPIF7JAAAQIECBAgQIAAAQIECBBYvoAdEiBAgAABAgQIECBAgAABAi9VYCouMb+JKVdt5autqH5F9SuqP0WN51H59ThpU2GMKqiRpBfimPrT3KE22Zx7960ftDvXbrcHF15ru8evfe9S+9HHx+3Vy9mdMibw3AReWb1vVXim3r9DX/KzD/603bv01T5V73eS/u4n2fpN1G9hmq+2ItmsqfEUycgno638dH71k813tNWxm0vG/Gpq7y/ZzCVpVWQmyda6Q7mtBQYECBAgQIAAgScUUHzmCcEsJ3CaBdwbAQIECBAgQIAAAQIECBAgsHwBOyRAgAABAgQIECBAgAABAgSWL2CHBAgQIECAAAECBAgQIECAwPIF7JAAAQIECOwKJKPIxDyf7Oem+WRTjCJ5dD9JL7ZRBTAqkvSiG8nIV9GMZORq/svi3ts/aJ9dv90eXHy97R7f/+6ldvPGcXvtSnanjAk8c4FXLx+1H63et3rvDl18FJ75yvr9T7LuT+95vf9TP0n/bcxz09xum4y1Uz4Z42R8R5JWR7Jpk/Tvn/JJqrvO9cHs41CRmUO52Sm6BAgQIHDKBNwOgbMioPjMWXlS7pMAAQIECBAgQIAAgdMo4J4IECBAgAABAgQIECBAgACB5QvYIQECBAgQIECAAAECBAgQILB8ATskQIAAAQIECBAgQIDAqRBI9ovNJNvFKZIxngpQJOmFK5L0PSRZj5P0QhrJyLXVkaTn5gUzkrRHFduY5pKsz7331m+1T69+0u5feL3tHr/2vcu9AM3rr2R3ypjAMxOowjO3Pn6zfX/1vh266E/f/9N279JX+lSS+l30mN79qU1OnpvWTG2yvzbZ5JJNv7442R9P+Works3vPkml+n1WJxnj6ldMv/vqCwIECBAgQIDAsxRQfOZZaroWAQIECLxkAV9PgAABAgQIECBAgAABAgQILF/ADgkQIECAAAECBAgQIECAAIHlC9ghAQIECBAgQIAAAQIECBAgsHwBOyRA4CSBZLvYRK1LRnGKZMwlo50XokiyLlgxnZOMXJJK9fkk6wIyuwU1apwcnj9UgOb+27/VfvHhj9uDS2+03eP7373cbn503F57xX/Gumtj/KsLvHYl7UdVeGb1nh262k/f/zft3qW3+9T0XifZevend7rmnySS7evMz03Sf2dtdVQ+GeMk/bvbw6N+u9VNxm976k9tzSep4VYk+7mtBQYECBAgQIAAgacUeH7/q/0pb8hpBAgQIECAAAECBAgQIECAwBkScKsECBAgQIAAAQIECBAgQIDA8gXskAABAgQIECBAgAABAgQIEFi+gB0SIECAAAECBAicOoEqPjG/qWQUqUhG8YlktLtrapykF8BIUsMeu4UwkvRiGJWvSNLPOakgR5I2zSVjbZ139/g32mdXP2kPLu4XoPnwu5fbj24ct9cVoGmOZyfw+itptz5+q9X7deiqf/X+n7b7l99ev9/J5n2td3aKJOs1U+5RbbJ9nWSMk+22rY5kk1sN+29rapPN3PQ7T1LTfV3lkjHuydVH5VaNPwK/uoArECBAgACBEwQUnzkBRpoAAQIECBAgcBYF3DMBAgQIECBAgAABAgQIECCwfAE7JECAAAECBAgQIECAAAECBJYvYIcECBAgQIAAAQIECBAgQIDA8gW+bIfJdvGJWp88fgGaWl+RpBe0SEZbuYqTimwkY92h+STrAjTz+Xtv/Wb79Non7f6BAjTXv3Op3bpx3N5QgKY5fnWB168crd6nt9qHq/fq0NV++v6/afcvvb31zifpRWam4knzd/dx+8nmd5GM683PTcZ8Wx1TftXt91HjZDM/5aeCMkkq1ddWLhnjnnz4keznHk5pCBAgQIAAAQLPREDxmWfC6CIEDgpIEiBAgAABAgQIECBAgAABAssXsEMCBAgQIECAAAECBAgQIEBg+QJ2SIAAAQIECBAgQIAAAQIECCxfwA4JECBAgMCpFahiFPObS0YBmt3cl42TUbyiCmFMa5P0ohyVq0jSC2BU/6RIsi5Ak2zW33/rN9uda7fbg0vHbfeoAjQ3Pz5ub7zqP2ndtTF+fIEqYPSjPzhu9T4dOutnV/+s3b88Cs/UfLJ5P+t9TrL1vlfucSLZvk4VsUlGLtm0bXUkY7zq9t9StbuRbH7DSdbT9VtPNuOaqFy1ggABAgSemYALESBwgoD/pX4CjDQBAgQIECBAgAABAmdRwD0TIECAAAECBAgQIECAAAECyxewQwIECBAgQIAAAQIECBAgQGD5AnZIgAABAgQIECBAgAABApNAsilUMc9VP9kUqkg2/WkuOZyrghvJmEvSi2RUbh5JTizUkWRdgKbOSdLX3nvrN9pn1z5p9w8VoPn2pXbzo+P25qtpDgJD4PE/33j1qFUBo2ur9+jQWT/94M/avYuj8FG9kxVJ+ntZ/SeNZJybZP37SDa56XrJmG+rI0n/vrY6kpFPRrtK9b9k83tOss5VJxnj6ldU4ZlkO1d5QYAAAQIECBB4HgKKzzwPVdckQIAAgSHgkwABAgQIECBAgAABAgQIEFi+gB0SIECAAAECBAgQIECAAAECyxewQwIECBAgQIAAAQIECBAgQGD5AnZIgMCpFkj2C1Ako4hFsplLNv3aUJJeOKP6FckYJ6OtXEWSXjRjXlCj+sl2vnJTJNkrQJOk3Tv+9Xbn2u12/+Kbbfe4/p1L7eaN4/bGa/7T1l0b45MF3nw17daNN9v1EwrP/Ozan7ep4FG9n8l4v6v/tHHhwoX+20my/m1MubpmMr4jSaujchXVT9LPrf5uVEGZyiWppq+rXDLGPfnwI9nPPZzSECBAgAABAgSeXuCEM49OyEsTIECAAAECBAgQIECAAAECZ1DALRMgQIAAAQIECBAgQIAAAQLLF7BDAgQIECBAgAABAgQIECBAYPkCdkiAAAECBAgQIEDgkEAVqZjnk8MFaJL0ohbT2mSMk/RUsmmT9LVJepGNZH9cRTUORZKtAjTTmnvHv9bufPjjdu9AAZpr377cfnTjuL35qv+8tTm+VODN147arY/favXeHFr8Vx/8Wbt34Y0+lWy/u9P7+DRtMq41PzcZuWTT1hcnYzz1q61IRj5JDdeRjHGy//utRbu/88qJ5QrYGQECBAgQOC0C/tf5aXkS7oMAAQIECBBYooA9ESBAgAABAgQIECBAgAABAssXsEMCBAgQIECAAAECBAgQIEBg+QJ2SIAAAQIECBAgQIAAAQIECCxf4EzsMBlFK+Y3mxwuYFFrkqwLy9R4HsmYm+eqv1tso8bJWFv9eVy4cKFff55Lxtp7b/5a+8X1H7f7l96qy27F1W9darc+Pm7Hr/lPXLdgDLYE6v24deO41fuyNfFwUIVn7l98s4+S8d4l6UWU5u/koX6yWTe9x8nmGsmYT7bbulYy1rXVUeOKVbf/FqY2SXX3Ihn55NG/270TJQgQIECAAAECz1nA/zJ/zsAuf5oE3AsBAgQIECBAgAABAgQIECCwfAE7JECAAAECBAgQIECAAAECBJYvYIcECBAgQIAAAQIECBAgQIDA8gXskAABAgQIEHiUwIMHD7amk/1CFrWmIhnFLrZOWA2S9CIdyaZN0gtoVDGNKZIxP40f1VYRj2k+Sbt3/Gvts2ufnFiA5ubHx+2t1/1nrs2xJ1Dvxc1HFJ756dU/bw8uHff3NUl/l6d3b2qTk/O772qdM+WSzXmVS8Y4Gb+PJK2OJP375/1kk5vy9Tuc+lNbuSQ1XEfl1gMdAgQInBsBGyVA4LQIHJ2WG3EfBAgQIECAAAECBAgsUMCWCBAgQIAAAQIECBAgQIAAgeUL2CEBAgQIECBAgAABAgQIECCwfAE7JECAAAECBAgQIECAAIFTJZCMYjPzm0pGLhkFLZLRVkGLJL1IRjLaOi9JNVv5ZJOrYhxJelGPZNMmo1/zFVWco9qKJG0+rty9N7/fPr1aBWjebrvH1W9eajc/UoBm1+WljU/JF/fCM6v34uq3Lh28o7+6+uft/sU3+ly9YxVJ+rta/Sl238VD+ST9N1Bzyaa/O07G9ZPtNW11JCO36m79JeM3Wckk1fTvmn6TPfHw41Du4ZSGAAECBAgQIPBCBI5eyLf4EgIECBA4FQJuggABAgQIECBAgAABAgQIEFi+gB0SIECAAAECBAgQIECAAAECyxewQwIECBAgQIAAAQIECBAgQGD5AnZIgACBLxNIRjGL+bpkFLtIxlySXuyi1iSppo+Tsa4SSda5JL2AR5JWRxXgmCJJn5vG1Sbp586LfCRZF6BJ0s+5f/z9duf67Xb/8lfa7vHBty61WzeO21tvXNidMj6HAvUe1PtQ78Wh7f/kgz9vD2aFZ5LxDtb7+GWRpL+PJ61LNvPJuG6yadvqSA6PV1P9t5Ckur1fBWVqkGznkjGuuSmS/dw0pyVAgAABAgSWLXBadnd0Wm7EfRAgQIAAAQIECBAgQIAAgQUK2BIBAgQIECBAgAABAgQIECCwfAE7JECAAAECBAgQIECAAAECBJYvYIcECBAgQIAAAQIETq3AVOBiusFkFJZJRjGLZLQ1n4x+kl4cI0mleySjn2Q9l2z6VbAjSS/ekYy2clNUAZqKGidZF6CpceXvvflh++zqJ+3epbfb7vH+Ny+1Wx8dt7dfV4Bm1+Y8jev513tQ78OhfVfhmXbpjT5V71WS/j5W/3Gi3sNaN7VJ1u9pkvW1kk2/1lckm99CklZHkv5bmfrVViTjNzj1p7Z+q0lquI7KrQc6p0HAPRAgQIAAgXMroPjMuX30Nk6AAAECBM6j+vIbogAAEABJREFUgD0TIECAAAECBAgQIECAAAECyxewQwIECBAgQIAAAQIECBAgQGD5AnZIgAABAgQIECBAgAABAgQILF/ADh9XINkuZlHnJaP4RTLayk2RjPXJdlvzSdbFNGpckWRdlGMqwjG1yZhLRlv5kwp7JGn33rzePrv2Sbt/+Stt93j/mxfbzY+P29tv+M9ed23Ow7ie+63V86/34NB+/+rqv20PLr7ep+o9S7L1XlauYv7+1fhQJOnvec0lm/40rnYe7eGRjLU1TLb7lZtiKiiTpKeS8TtMxrgnH34k+7mHUxoCBAgQIECAwAsV8L/CXyi3L9sSMCBAgAABAgQIECBAgAABAgSWL2CHBAgQIECAAAECBAgQIECAwPIF7JAAAQIECBAgQIAAAQIECBBYvoAdEiBAgAABAqdeYCp4Md1osl/wotZUJKPgRbLfJumFOZL04h7JZpxs+vPiHNVPxvrqT5GkTcVAptz9Nz9sn179pN27dKAAzTcutls3jttXFKBp5+mo513P/b3V8z+075988G974Zkk63ey3qck/V2d+vN2972ruSmScZ0aJ/v9ZFw3SZuOWjv1k/TvrXGSavYiGflk/3dYi+t3WK0gQIDAqRNwQwQInFsBxWfO7aO3cQIECBAgQIAAgfMoYM8ECBAgQIAAAQIECBAgQIDA8gXskAABAgQIECBAgAABAgQIEFi+gB0SIECAAAECBAgQIECAAIFdgWQUuZjnk5FLNoUwan5e+CLZnqv5JHvFNZL0wh9TUY9kjJOxtopzJCNXayqm3NSvccX9N6+3O9dvt/tX3mm7x3vfuNRu3jhuX33Tf/66a7PEcT3net713A/t7ydX/11rl17vU/XuJOnvYfXnsfuOzefm/WRzfnK4X+uT8V4nY01bHfP8arj+jVR/Hkn6MNn+/fXk6qN+f8lYsxr6I0CAAAECBAicCoGjU3EXboIAAQLnU8CuCRAgQIAAAQIECBAgQIAAgeUL2CEBAgQIECBAgAABAgQIECCwfAE7JECAAAECBAgQIECAAAECBJYvYIcECBA4EwLJKHYxv9lk5JJR7CIZ7e6aGidjLkkvrJGk0r3YR5J1Lsk6VwU5KpL93FQQJEmb+rW24t4b19qnH/xxu3/5hAI0H1UBmgvNsVyBr7xxoRcaemThmYuvdYBk+/1L0t/Bepcqdt+vyu1GsjkneXQ/2f++tjqSrD5b/y20A0eymT9UZOZQ7sBlpAgQIECAAIGXJ3Buv1nxmXP76G2cAAECBAgQIECAAAEC51HAngkQIECAAAECBAgQIECAAIHlC9ghAQIECBAgQIAAAQIECBAgsHwBOyRAgAABAgQIECBA4CSBZBSbmc8nI5dsCmPM56ufbOaS9OIayWh356uoR5Je/CMZ7Um5qShIkl6AZhrX+vtvXmufXvuk3bv81bZ7vPuNS+3WDQVodl2WMv7qmxfajz4+bu9+/VI7dPzk6r9rbVZ4Zv7e1LuzG0n6+7ibn8bJZj55dL+tjmS8+0lWo7b+PbTVkYzcqrv1l4x8sv17mxYpPDNJPElrLQECBAgQIPCiBI5e1Bf5HgIECBAgQIDAnoAEAQIECBAgQIAAAQIECBAgsHwBOyRAgAABAgQIECBAgAABAgSWL2CHBAgQIECAAAECBAgQIECAwPIF7PBMCSSjCMb8ppPtghjJ4TW75yTphTcqX4U8qk2yVegj2YyT0U9GW+dMhUOSTa7yFfffuNo+vVoFaN5pu8f3vn6x3fr4uL3z5oXdKeMzLPDO8Sg8U8/30DZ+cvW/b/PCM/WeJOM9rP6TRpL1+5o8ut9WR5LVZ1u/90m2+u3AkaRnk+3fWU8+/EjGmodDDQECBAgQIEDgVAkcnaq7cTMvVcCXEyBAgAABAgQIECBAgAABAssXsEMCBAgQIECAAAECBAgQIEBg+QJ2SIAAAQIECBAgQIAAAQIECCxfwA4JECBAgAABAo8j8ODBg61lyXZhjOTRxTCS9KIbyWjrYlPhj2TkkvTCHsloaz4Z/WS0lasCNBVJWrWVm+LBm9faZ9c+afeufK3tHt/72sV28+Pj9rVjBWh2bc7iuJ7jzRvH7bur53ro/n9y7d+3dvHVPpVk/a4kWb9nyXj3pvdnt919v2q+csm4Ro2T/X5bHcm4dpLVqK3f/7Y6kpFbdbf+kpFPtn9f06Ld3+GU1xIgQOBxBKwhQIDAixI4elFf5HsIECBAgAABAgQIENgTkCBAgAABAgQIECBAgAABAgSWL2CHBAgQIECAAAECBAgQIECAwPIF7JAAAQIECBAgQIAAAQIECJxKgWQUw5jfXDJyyaZgxjSfZF1sI0lPJ5s2Gf0+sfpI0guCVDGPKu5R7W4k2bpmrUuyLioyrb//xtX22dVP2v0rX2+7Ry9Ac+O4vfPWS/1PYndvy/gJBb62en5VeKae56FT//Lqv2/twit9Kkl/R5Ks37F6V+r9maLGFTWutqL6yeacJOv3r+Z3IxnzbXUkWX2Ov1qXpJ9bmSTV7EUy8sn272paWIVnkrFmymkJECBAgAABAqdRwP/SPo1PxT0RIPCSBHwtAQIECBAgQIAAAQIECBAgsHwBOyRAgAABAgQIECBAgAABAgSWL2CHBAgQIECAAAECBAgQIECAwPIF7JAAAQIEHlcgGUUx5uuTkUtGUYxktPNCGcnhXDLy8+IcyXZuPlf9KghSUf2K6ifpxUWqX7mK+2980D699km7d6AAzXe/drHd+ui4fe2tC81x9gTqud1cPb96jofu/q8+/IuWi6PwTL0L9V7UuiS9AEzlDkWtS9IL1Mz7tTYZ+Xk/2VwvGfPJyCWbtq2OJKvP1r+/HTiSzfz8tzMtPZSb5rQECBAgQIDA4wpY96IEFJ95UdK+hwABAgQIECBAgAABAgT2BWQIECBAgAABAgQIECBAgACB5QvYIQECBAgQIECAAAECBAgQILB8ATskQIAAAQIECBAgQOBUCySj2Mz8JpORSzYFNGp+XjAjybrwxlTAI9nkktQpfc00P2+nfpJeHGQaVzsVCknSi9BUruL+6++3O9dut7uXv9Z2j+9+7VK7dUMBml2X0z6uwjP13Or5HbrXn1z7f7YHudzfoyT9XUlGW+9EvSsV1Z9H5ZKxbt6vNUm2rjflqq1IxnltdSRj7aq7PidJDfu4d3Y+ks38/DczLTuUm+bOdOvmCRAgQIAAgcUKKD6z2EdrYwQIECBA4MkFnEGAAAECBAgQIECAAAECBAgsX8AOCRAgQIAAAQIECBAgQIAAgeUL2CEBAgQIECBAgAABAgQIECCwfAE7JPCkAskoljE/L3myAjR1bpJekCNJDXuhkOok6fkq7FGFQKqdItnMVS5JP29al2SrAM29199rd67fbvde+UbbPb7zzsVegObrb13YnTI+hQL1nKrwTD23Q7f3k2t/0dqFK/3dSdLfi7Y6kvR+vS+Hot6dZKyZ92ttMvLVPxTJmG+rI8nqc/wlWd9HZZJUsxfJyCfbv5/5wmSsmef0CRAgQIAAAQKnWUDxmdP7dNwZAQIECBAgQIAAAQIECBAgsHwBOyRAgAABAgQIECBAgAABAgSWL2CHBAgQIECAAAECBAgQIECAwPIF7JAAAQIECBAgcGYEHjx4sHWvyXYBjWQUzah1yegno60Tk/SiIEl6oY62OqrARzLGSVaZ1ucqP0WSfl4VCqlcsj+uuYqav//6++3TD/643btyuADNzRvH7RtvK0DTTvFRz6ee00mFZ/6yF5653N+VJOu2nv9uJOnvz5RPNuNkv59scnVOMsbJaNvqSDbfmWz6q6l+L9XuRpKeSrZ/Nz25+qjfzarxR4DAcgXsjAABAosVUHxmsY/WxggQIECAAAECBJ5cwBkECBAgQIAAAQIECBAgQIDA8gXskAABAgQIECBAgAABAgQIEFi+gB0SIECAAAECBAgQIECAAAECJwkko2jGfD4ZuWRTWKPmq5BGssklo19zFUnWRTqSVKqPq9jHSZFkXUQkSV8/FZxJNnN1/oM33m+fXb/d7r3yzbZ7fOedi+3mRwrQ7LqclvE33149nxvH7XDhmbS/vPYfWi6MwjN1z8l4F+q5V1y4cGHrPancSZGkr022r5Fs8tO5SVodyaatuST9XZzPVX8eSfow2f699OTqY/57WQ39ESBAgAABAgTOlMDRmbpbN0uAwPkSsFsCBAgQIECAAAECBAgQIEBg+QJ2SIAAAQIECBAgQIAAAQIECCxfwA4JECBAgAABAgQIECBAgACB5QvYIQECBAicKYFkFM+Y33QycsmmwMZ8vvrJmKsiG/OCHcnIH8ol6YVBaq4i2R5XrmIqNpKkVb+i8vdfe7d9dvWTdu+Vb7Xd49vvXGy3bhy3b3zl4u6U8UsUqOdxc/Vcvv3VQ88l7S+v/0XLhUu92EuS/n4ko61n/qRR70qyf/5uPsn6O5PRbw+PJL2XbLc9ufpINvl6/5MxXk31v0O5PuGDAAECBAgsTcB+Fiug+MxiH62NESBAgAABAgQIECBA4MkFnEGAAAECBAgQIECAAAECBAgsX8AOCRAgQIAAAQIECBAgQIAAgeUL2CEBAgQIECBAgAABAgS+TCAZxWbm65KRS0ZhjWR7XGuT9AIeU39qk1R3a24qIpLkkQVGkvTzqlhIRTLW1/k1fvDGe+3O9dsHC9B866sX249uHLdvvn2o0ElzvGCBeg71PL711Qt735yjC+0n1/9Dy9Gl/ryT8dyT9Pfj6OiotxcuXNhqp/xJbbJ9flsdtTZJv07128MjGd9Zw8onm3GSSu9FMvLJ/u+hFr/MwjP1/YIAAQIECBAg8CwEjp7FRVyDAAECBAgQeC4CLkqAAAECBAgQIECAAAECBAgsX8AOCRAgQIAAAQIECBAgQIAAgeUL2CEBAgQIECBAgAABAgQIECCwfAE7JHAmBZJRTGN+88nIJZuCG/P56idjbuonWRcTqdy8qEeSdQGQyj8qkrG2io8kadVO6++/9r322bXb7e6Vb7bd45tfudBufnzcvrVqd+eMX5xA+ddzqOex96250P7y2l+0dnRx/a4k6f3pGVc7f+ZJHvnuJOP8ZLMuSatrJFmfm2zWtYdHkt5LttueXH1UQZlV0+9vaiuXjPWVqziUq7wgQIAAAQIECJw1gaOzdsMv7359MwECBAgQIECAAAECBAgQILB8ATskQIAAAQIECBAgQIAAAQIEli9ghwQIECBAgAABAgQIECBAgMDyBeyQAAECBAgQIEDgcQWSUWxmvj4ZuWRTaCPJuhBHrU1STY8kfS4ZbSWT0U+22yowkmxyNZ5Hkl40ZLeASK158Pr32i8+/HG7+8q32u4xFT751lcv7E4ZvwCBcq/CM/Uc9r4uF9tPrv+H1nJh6z1J0p91PdvdSE6e2107vSttdUz9ac0qtfedyeb9m+ar3Y0kPZXs/x5qQuGZUhAEXraA7ydAgACBZyWg+Myzkgm6cLIAABAASURBVHQdAgQIECBAgACBZy/gigQIECBAgAABAgQIECBAgMDyBeyQAAECBAgQIECAAAECBAgQWL6AHRIgQIAAAQIECBAgQIAAAQKnWiAZxTXmN5mMXDIKcExzSXoxjxons/6qfyiXjDVJ9gqNVKGQqUjIvE3G2ppPRn+av//a99qda7fb3Ve+3XaPb759sd366Lh966sXd6eMn6NAeZd7+e9+zYNcaH95/S9ay1F/b5LD70M964pkzE/P+6Q2SZvmknHOdP6UP1QcpuaSsb6tjiSrz/2/ZOSTw7+DQ9fev4oMAQIECBAgQODsCBydnVt1pwQIvGwB30+AAAECBAgQIECAAAECBAgsX8AOCRAgQIAAAQIECBAgQIAAgeUL2CEBAgQIECBAgAABAgQIECCwfAE7JECAAAECTyqQjCIb8/OSkUtGIY6aq6Ib1SYjl4y2cvPCHsnIJ9krOpKkFw5Jtts6f4pkzO0WFKn5B69/r925frvde/U7bff4xlcutls3jtu331GAZtfmeYzLubzLfff6D3Kx/dX1/7B6/ker2H4P6jnOIxnz89yX9ZNxTpI2f0+StDrq/GqTrL9/Gh9qK1eRpJp+Tr3vyRj35OrjUG6V9keAAAECBF6KgC8l8KwEjp7VhVyHAAECBAgQIECAAAECBJ65gAsSIECAAAECBAgQIECAAAECyxewQwIECBAgQIAAAQIECBAgQGD5AnZIgAABAgQIECBAgACBMyGQjGIz85tNRi4ZBTiSMa41ySZX44pkk0tGv/IVSXpBjyoKkmRdgKYKh1RuN5KxpuaT0Z/WPHjtu+2za7fb3VcOFKB5+0K7+dFx+44CNO15Ht/+6sV2a+X8jZX37vc8yKX2k+t/0VqO+jNPxrNP0qZn+DRtsn2dJHuFZ5Kxpq2OZPTru5LRX6X7PVW7G0l6KhnveTLGPbn6+JLCM6sV/ggQIECAAAECZ1Pg6GzetrsmQIAAAQIvQ8B3EiBAgAABAgQIECBAgAABAssXsEMCBAgQIECAAAECBAgQIEBg+QJ2SIAAAQIECBAgQIAAAQIECCxfwA4JEHhagWQU3Zifn4xcMgpxJKPdXTON54U+kvRCH7u5aTxvq78bSXqxksMFaL7T7ly/3e6+ekIBmhsK0LTndFRhn1sfH7evHyg8c/9h4ZnkqCXj+Sej3X2+TzNO0qbzdt+LJG06kvTvn4+rn6SadVRBmRokI59sv+81V1HrkrGmxoIAAQIECBAgsCSBozO7GTdOgAABAgQIECBAgAABAgQILF/ADgkQIECAAAECBAgQIECAAIHlC9ghAQIECBAgQIAAAQIECBAgsHwBOyRAgAABAgQIEDhTAskovjG/6WTkku3iG0nWBT6SrE9J0vPJaKeJJOvCIVVAJBnjZLSV241kzE2FRpJxzWR1T699p925drvde/W7bff4+lsX2q0bx+2771zcnTL+FQTKs1zLd/cyVXjmr67/RU8nm+eUZOu57z7jxxkn43q1Nhn9ZFw3Sauj5qZIsvcOJqllPZL9frJ6px486Of1RQ8/FJ55CKEh8GUC5gkQIEDgzAooPnNmH50bJ0CAAAECBAi8eAHfSIAAAQIECBAgQIAAAQIECCxfwA4JECBAgAABAgQIECBAgACB5QvYIQECBAgQIECAAAECBAgQILB8gV91h8kowjG/TjJyyaZox3y++slmLhn9JL2YR5Jaso4kvSBJst1OxUPmbTLWVAGaeSSre3rtO+3Ta5+0u6/uF6D52lsX2s0qQPO1S83xqwt8d+VYnuW6e7UHR1faVHimnl2S9XOv8a8SybhWXSNJf2+mfjLmkrT5MZ+vfLI9X7mKZOST1buk8EyRCAIECBAgQOAcCig+cw4fui0vRsBGCBAgQIAAAQIECBAgQIAAgeUL2CEBAgQIECBAgAABAgQIECCwfAE7JECAAAECBAgQIECAAAECBJYvYIcECBAgQOBMCiSjGMf85pORS0bBjmku2YyT0X/wsJBHknURkiT9lCTr3FQkZN5WfzeScc6hfHvtO+0X13/c7r32br/+/KMKpdz66Lh992sX52n9JxQov1s3jlt57p764OiV9pNr/76n6/kk41klWReKqfzTRDKuVecmm+slo59s2mSsTdLqSEZb/Yok/b2r/vR+Vj85/F7P19Q6QYAAAQIEvkTANIEzK6D4zJl9dG6cAAECBAgQIECAAIEXL+AbCRAgQIAAAQIECBAgQIAAgeUL2CEBAgQIECBAgAABAgQIECCwfAE7JECAAAECBAgQIECAAIHHFUhGUY75+mTkkszTvahHMnJJThwn6eclWa/ZLSxS40Nx4cKFfs40V+OKJO3+q99qn137pN09UIDmnbeO2s0bx+17CtC0pznKrfzeOd7/z5Lv98Iz/32/bD2XZPu5Vu5JI0kvWpOMa9X5SVo96+pPkaTtHjWXpCXpU8lo+2D2kYx8knaoyMyh3Ox0XQIECBAgQIDAogT2/1feorZnMwQIECCwaAGbI0CAAAECBAgQIECAAAECBJYvYIcECBAgQIAAAQIECBAgQIDA8gXskAABAgQIECBAgAABAgQIEFi+gB0SIHCmBZJRnGO+iWTkklHAY3duGifpxWJqnIx+Mtrd3LxoSJJefKRy80hGPhntfK76D6oAzdVP2t1Xv9d2j68dX2g3Pz5WgKY92fG9r1/sbuW3e2YVnvmra8+u8EyS/tyryEwy3pN6rhVTrvrJmEv227Y6kqw+2/rdq3Pa6qiCMhXJZn4+Xi3pf4dyfcIHAQIECBAgQGChAs+s+MxCfWyLAAECBAgQIECAAAECBAgQmAnoEiBAgAABAgQIECBAgAABAssXsEMCBAgQIECAAAECBAgQIEBg+QJ2SIAAAQIECBAgQOBJBZJRbGZ+XjJyySjkUXNVtKPaJOvCH8noJ/vtfG2SXngk2W6rcMihSMa63bn22rfanQ9/3O6+9m7bPd5580K7VQVovn5xd8r4gMC7K6dbN45bue1O3z96tT2q8EwVi9l9NpWbYncuSX/+lU/GuzLvJ2M+GXNJWh3JaOdr5/lkzFeuIhnjZP/9rfl6h5OxpsaCwFkWcO8ECBAgQOBxBRSfeVwp6wgQIECAAAECp0/AHREgQIAAAQIECBAgQIAAAQLLF7BDAgQIECBAgAABAgQIECBAYPkCdkiAAAECBAgQIECAAAECBAgsX2ARO0xGsY75ZpKRS0axjmSM52uqmMc0TtKL0iSbtuaSzXgqIlJtzVW7G1XApHJJesGSGiejX/kHr3yz3bl2u9197b22e3y1CtDcOG7vfuNSc5wsUD43V07ltbvqXi888+96uryT8fyqX8+iIkl/NpWbR7JZO+WTzdpkM59s8rU2GXNJWh1J1u/ToXHldt+/yiXjPU1Sw3XU2mQ7t57UIUCAAAECBAgsWEDxmQU/XFt70QK+jwABAgQIECBAgAABAgQIEFi+gB0SIECAAAECBAgQIECAAAECyxewQwIECBAgQIAAAQIECBAgQGD5AnZIgAABAgQIPK1AMop2zM9PRi4ZRTuSMd5dk2zmk6yLhiTpS5Osc1OhkSpiUpM1nkeSVnOVS9KLnNQ42VzjwavfbHeu3273Xn+/7R5VUOXWR8ftPQVodmn6uFzKp5x6YvZx/8Jr7afXDheemT+P6s9jej7z3Lxf8zVO0p9nMtopl2T9frTVcSifbN69ZKxfLW3zojLJWJOkptYxX7NO6hAgQIDAGRdw+wQIPK6A4jOPK2UdAQIECBAgQIAAAQKnT8AdESBAgAABAgQIECBAgAABAssXsEMCBAgQIECAAAECBAgQIEBg+QJ2SIAAAQIECBAgQIAAAQJnSiAZxTvmN52MXDIKeiSbtoqEzNdWP8m6kEgy+vN8nVORpBeZSdILklRuHlWwpCIZ89WfIlnd0yvfaJ9du93uvrZfgOYrbx61mzeOFaBp20cVnimX8tmeae3+hdfbX139tz1dzyFJf47Vr0jSn1f1dyOruUO5JP3ZJptrJSM3X5+M+bY6kqw+29Z5SXru0Ecy5pJsFaKZ1io8M0loCRAgQIAAgfMqoPjMeX3y9k2AAIHnIOCSBAgQIECAAAECBAgQIECAwPIF7JAAAQIECBAgQIAAAQIECBBYvoAdEiBAgAABAgQIECBAgAABAssXsEMCBAj8qgLJKOIxv04ycsl2oY9ak2xyNa5I0guXJJt2yk9tFR9J0ouMtNWRpPenfDLGVXAmGf2aq5hy9698rX12/Xb74lABmjeO2q0bx+39b1xsjtYdyuMrK5ddj3u98Myf93T5JunPr/oVSXrhmWTky7+i5nZjnp/6yeb8+fpkXC9Jq2OaS8Y4Sb+Pmquo+WqroExFkhr2NfNxT64+DuVWaX8ECBAgQIAAgUUIPO4mFJ95XCnrCBAgQIAAAQIECBAgQIDA6RNwRwQIECBAgAABAgQIECBAgMDyBeyQAAECBAgQIECAAAECBAgQWL6AHRIgQIAAAQIECBA4kwLJKDYzv/lk5JLtgh+1JtnkajxFkl4YJBlt5ZPRT9KLzSTphU2qsMhJUUVMknHetKZyFQ+ufK3duXa73X39g7Z7vP3GUbv58XF7/5vnuwBN7b8cymPX6N6FN9pPr+4XnknyyOeTjPl6BhXTc0nSn3mNk+1+5aZIxlySVkeyaZP0aySpqR7Jpl+JZIyT7fey5ioUnikF8QIFfBUBAgQIEDi1AorPnNpH48YIECBAgACBsyfgjgkQIECAAAECBAgQIECAAIHlC9ghAQIECBAgQIAAAQIECBAgsHwBOyRAgAABAgQIECBAgAABAgSWL2CHz0ogGUU95tdLRi7ZLvxRa5JNbhonWRcRSUZ/PjcvRFL9ZKypfkWSXgCl+vMCJzWeovLt1a+3z659crgAzesX2q2Pjtv737zUzuNR+679v71y2N3/KDzz3/V0eSbpz6v65ZpkrzDQlJ+vSbJ+TpWfIhn5ZHPdmkvGOEmrI0n/3iQ13Or3xOqjismsmv6XbNZVPhnjPrn6OJRbpf0RIECAAAECBM6lgOIz5/Kxn5NN2yYBAgQIECBAgAABAgQIECCwfAE7JECAAAECBAgQIECAAAECBJYvYIcECBAgQIAAAQIECBAgQIDA8gXskAABAgQIEDjTAskoNjPfRDJyySj4kYxxrUk2uWS7n2SrqEiyGU8FSardjSTrwiZV+GQ+n2zmHlz5Wvvs2u129/Wrbfd4640L7Uc3jtsH3zpfBWhqv7Xv2v+uyb2Lb7afXv3v+jMp02Q8j+pXJFkXnknSn0H5J5t+rduNZMxXfr6+xhXJ+J4krY7dXJJ+T1VApuaTMa5+5ZJUd70mGeOeXH3M16yG/ggQIEDgRQn4HgIETq2A4jOn9tG4MQIECBAgQIAAAQJnT8AdEyBAgAABAgQIECBAgAABAssXsEMCBAgQIECAAAECBAgQIEBg+QJ2SIAAAQIECBAgQIBbMCGgAAAQAElEQVQAAQIEnlQg2RSXmc5NRi4ZhT+SMZ7mpzbZzCfpBUOS0c7XVAGSiiS9yEky1lSuIhn56s9jXtyk+g+uvNM+u/ZJ++JAAZrj14/azRvH7eo3l1+Apq2O2mftt/a9Gm793b3wZvvpB3/Wc8mwTtLtyzfZ9Gs8RTLyZZ2M86a53TbZn09GLkmro86Z2iTr96NyhyJJTyfjfUvGuCdXHwrPrBD8ESBAgAABAgR2BBSf2QExJECAwIIEbIUAAQIECBAgQIAAAQIECBBYvoAdEiBAgAABAgQIECBAgAABAssXsEMCBAgQIECAAAECBAgQIEBg+QJ2SIAAgUUIJKPYx3wzycglowBIst1Oa5NNPsm6wEiSviTZtFWMJElfM/WrrUiyLo5S4ymmQig1rn575WvtzrXb7e7r19ru8dZrR+3mx8ft2reWXYDm6mp/tc/a767BvYtvtZ9d/bMTjZN057Is04rqJ5t8Mvo1N49k5JPxDJMxrjXJJtdWR+VWTb+PqU3SqoBMjWs+GePKJal0Xz8f9+Tq41BulfZHgAABAgQIEHhRAqf2exSfObWPxo0RIECAAAECBAgQIECAwNkTcMcECBAgQIAAAQIECBAgQIDA8gXskAABAgQIECBAgAABAgQIEFi+gB0SIECAAAECBAgQIPC0AskoBDI/Pxm5ZBQG2Z2bxslmPkkvIJKMdr6mCo7sRpJeDKXyyaZf4ynmxVEq9+DKV9tn12+3u2/sF6A5fliA5uq3l1mApvZ168Zxq322naMKz/z0g3/Ts8nwL69k9MuxxlNb/YokrXIVSdbPo+YqknF+MtrKVdT6apORT9LqSNLfgUNzNb8bSXoqOfy+KTzTeXxsCRgQIECAAAECk4DiM5OElgABAgQIEFiegB0RIECAAAECBAgQIECAAAECyxewQwIECBAgQIAAAQIECBAgQGD5AnZIgAABAgQIECBAgAABAgQILF/ADhclkIziH/NNJSOXpBcUqbkk1exFkr4mOdzWCVWQpCIZa6Z+tY+KqdBJral+qwI01263L17fL0Dz5qtH7UcfHbdr375cX7mYqP3Uvt58bf8/Mb578a1WhWeS4ZqkF5FpqyNJLy6TjLYMK5KxtjyT0a/8oUjSr1dzyegn45xktG11JJv+arh+H6pfUedXWzEvKpNs3rOam2K+ZsppCRAgQIAAAQIENgL7/8twM6dH4JkKuBgBAgQIECBAgAABAgQIECCwfAE7JECAAAECBAgQIECAAAECBJYvYIcECBAgQIAAAQIECBAgQIDA8gXskAABAgQIECDwqwokowjI/DrJfq7mk1TTI0kvNFKDZPSTTTvlp7aKkExFT6qfpBc3ScY5lfuyqAI0d67fbl+8cb3tHm+8dtRu3jhu179zaXfqTI5rH7dW+6l97W7g7sW3288++DfdP0l3LLu2OqqdnKutcUWSvq5yyaZf4ynm66pfkaQXspn6yXhebXUko59st1VAZjXd76/aisolqW7Pz8c9ufo4lFul/REgQIBAaw0CAQIEJgHFZyYJLQECBAgQIECAAIHlCdgRAQIECBAgQIAAAQIECBAgsHwBOyRAgAABAgQIECBAgAABAgSWL2CHBAgQIECAAAECBAgQIEDgTAok+8VmkpFL0ouFTBtLtse7+WTMJ+lTSfr5VbykEtVOkWzmptyhNkkvnFJzVYDm0w/+uH3x+n4BmjdfTbv50XG7/u3nWoCmPe+j7r/28cZqP7vf9cWFKjzzpz2dbPwqUT5VSCbJumBM5ZJ0v2muctWvNhnXSLbbaW63TdLqmPLJGCfpz7nmDkWSnk4271VPPPxQeOYhhIYAAQIECBAg8CUCis98CZBpAgQIPDsBVyJAgAABAgQIECBAgAABAgSWL2CHBAgQIECAAAECBAgQIECAwPIF7JAAAQIECBAgQIAAAQIECBBYvoAdEiBAgMCzEkhGUZD59ZL9XBUJqTXJpphIst1P0guRJKmlvV+decGSJL0gSuUqku1x5U6MV99pn12/3b5448O2e7zx6lG7+fFx+/A7Z7MATd133X/tY3dvX1x8u/311T/tnmWTpPeTdMsqKJPkiQrP1HWmSNKvU+Nk9JPxHW11JFl9tr6mOkn690/rp3djPq5cklre187HPbn6OJRbpf0RIECAAAECBGYCupOA4jOThJYAAQIECBAgQIAAAQIElidgRwQIECBAgAABAgQIECBAgMDyBeyQAAECBAgQIECAAAECBAgQWL6AHRIgQIAAAQIECBAgcKYFkv1iM8nIJdsFRGqjycgd6ifpxUaS1HSPJL1wSRVJmQqUTG2Svr7GjxO58pX22dVPDhegeeWo3bxx3K6fsQI0db9132+s7r/tHHcvfbX99Qd/2rPJxirJlulkW4bJZi7Z7idjnIxrJWM8nbd7nbY6kvTvaqtjWpeM81ep/pekt9NHMsbJ9ns0zSs8M0mcsdbtEiBAgAABAi9NQPGZl0bviwkQIECAwPkTsGMCBAgQIECAAAECBAgQIEBg+QJ2SIAAAQIECBAgQIAAAQIECCxfwA4JECBAgAABAgQIECBAgACB5QvYIYFnLZCMIiHz6yYjl2wKiczn5/0kvYhMcritoiW1PkkvZJKMdip2koxxrZtimpvGU5tXvtLuXL/dvnjz+233eP2Vo/ajG8ftw+9e3p06leO6z7rfuu/dG7x76Z32s/f/9dp1vf+V1dwm2TavdTWfpFVbkaS711wy+sk4b55rqyMZ+ST9nCStjmTTJuPdqHydX8Vkql9tslk3H9d8xaFc5QUBAgQIECBAgMDJAorPnGyz9Bn7I0CAAAECBAgQIECAAAECBJYvYIcECBAgQIAAAQIECBAgQIDA8gXskAABAgQIECBAgAABAgQIEFi+gB0SIECAAAECBBYhkGwKikwbSkYuGQVF5vl5P9nMJ1kXTEnSl00FR6pQSUUVRKl2Hkl6sZN57qR+u/x2++zqJ+2LN/YL0Lz2ylG7+dFx+/4pL0BT91f3Wffbdo67l7/Wfvb+v+qONVUO1VZUvyJJn6/+PMo2SS88U/kka9dk9JPRTvPTOdM4SZsf83wy3omaTzbrpmc85efjylUcylVeECBA4IwIuE0CBAi8NAHFZ14avS8mQIAAAQIECBA4fwJ2TIAAAQIECBAgQIAAAQIECCxfwA4JECBAgAABAgQIECBAgACB5QvYIQECBAgQIECAAAECBAgQIPC0AsmmsMh0jWSTSzbFRpJNf742GfkkvThKMtpak4x+kl4QJRltFTepSLbHlTscRy1X3m6fXb/dPj9QgOb1V9Ju3jhuv/a9y+00HnVfdX91n7v398Wld9rP3vuX3a7m5vuvIjE1TtL9ql9R+SmSzVyy30+2c3VeMnLJ5vkko1/Xb6sjGeNVt/9N+T5YfSRZfbZ+34eKzBzKNQcBAgQIECBAgMBjCRw91iqLCBAgsEQBeyJAgAABAgQIECBAgAABAgSWL2CHBAgQIECAAAECBAgQIECAwPIF7JAAAQIECBAgQIAAAQIECBBYvoAdEiBAgMCiBJJNsZlpY8koLFIFRKZctcnIT/1kjJP0IiTJo9sqYJKMNdWvSLJVWKVyu5GMNbn8VvvF9R+3L9789bZ7vHZlFKD5/ncv7U691HHdTxWeqfvbvZEvLn2t/fX7/6rb1VztO3l8nyStislUJFk7Jun5JHu5tjqS8R3JaFepfg9Jqrvu1/OvqPuqiepXJJt183GtqTiUq7wgQIAAAQIEzpiA231pAorPvDR6X0yAAAECBAgQIECAAIHzJ2DHBAgQIECAAAECBAgQIECAwPIF7JAAAQIECBAgQIAAAQIECBBYvoAdEiBAgAABAgQIECBA4FcVSE4uQFPXTkaxkamfbMZTrtqKJOviJTWuSDa5KmSyG0l6kZRktLvz8+Iq7fJx++zaJwcL0Lx6Oe1HHx+3X/ve6ShA82vfu9zvp+6r7RyfX6zCM/9ybZUMo92917j2X1H9KZL0AjM1TtL95v1kk6t8nZ+MXDK+qz08kjFONm0VkKnpJNWsIxnjZLwzyRhPC+q8ZDs3zWl/NQFnEyBAgAABAudHQPGZ8/Os7ZQAAQIECOwKGBMgQIAAAQIECBAgQIAAAQLLF7BDAgQIECBAgAABAgQIECBAYPkCdkiAAAECBAgQIECAAAECBAgsX8AOCSxSIBnFROabS0YRkUcVFEnGmiR7hVSSw7kqhpJs5qZxFUiZ+knWBVUqV3PJyKUXoLl9sADNK5eP2q0bx+3X373cXuZR31/3Ufezex+fX/p6+/kH24Vnao9TJNnaezKsan5yqLbGyWZtMvrJZn2ynUvS6khy4vOanncy1tT6KVf9ZLwrSWq4jvmadVKHAAECBAgQIEDgiQUUn3lisud1gusSIECAAAECBAgQIECAAAECyxewQwIECBAgQIAAAQIECBAgQGD5AnZIgAABAgQIECBAgAABAgQILF/ADgkQIECAAAECBJ6VQDKKisyvl4wCI1VYZDefjLl5vvpJ9gqb7OarcMoUyWb9lJuKq0zjaue5XH6z3bl+u33+5q/XpbeiCr7c/OjlFaCpwjP1/a9cztZ91eCLy99oP3//X+z51P6mmO9z6ldbkaRVW2uTrIvUJOn5JFu5aV2S9XceyiVjfnrOyRi31VG5JKte69eYj9vD41Du4ZSGAAECz0jAZQgQIHB+BBSfOT/P2k4JECBAgAABAgR2BYwJECBAgAABAgQIECBAgACB5QvYIQECBAgQIECAAAECBAgQILB8ATskQIAAAQIECBAgQIAAAQIEzrRAcnIBmmQUIGk7O0xGPkkvTpJs2nmhkzot2Z6r+Xkk2SuiMp+f99ulN9uda1WA5jfa7lGFX27dOG6/8e7l3annOq7vq++t79/9os8vfaP99Xv//KBR7SvJunBMjaeoYjPJcKt+5ZPN2mT0k9HW/DyScW6yadvqSLbHVUBmle73UG1F5ZJUt9/3fNyTq49DuVXaHwECBAgQIECAwFMKKD7zlHBOI0Dg2Qu4IgECBAgQIECAAAECBAgQILB8ATskQIAAAQIECBAgQIAAAQIEli9ghwQIECBAgAABAgQIECBAgMDyBeyQAAECBAg8a4HkcAGaQ0VGkvSiJMmmrftJxrj6FVMxlOonYy5JL3QyzSWH8zWfbK+tXEUuv9nuXD9cgObKpbSbL7AATRWeqe+r7207x+eXv9l+/v4/7/tN9veZpBfdqT3tRpJ+XhWeSca505ok6/OS9HU1l4x+MtYno20Pj2SMkzzMjCbZjOfPOxnvRLKZrzPma2osCBAgQIAAgecn4MrnR0DxmfPzrO2UAAECBAgQIECAAAECuwLGBAgQIECAAAECBAgQIECAwPIF7JAAAQIECBAgQIAAAQIECBBYvoAdEiBAgAABAgQIECBAYBECySg2Mt9Msskl20VIdtdN4ySPLE6TZF0wpYqmVIGVeVv9KZKsp3lIPQAAEABJREFUC61MuWpz6Y125/qP2+dv/mbbPa5cSrv18XH7zfeu7E490/FvrK5f31Pft3vhzy9/q/38vX/WHWouGSZ17xVJDu5rmqu2XJJsWSVjnIy21lUkY5xs2rY6kvG9yXa7mup/ycjXYF5UJhnPPUlNrWO+Zp08Px07JUCAAAECBAg8NwHFZ54brQsTIECAAIEnFbCeAAECBAgQIECAAAECBAgQWL6AHRIgQIAAAQIECBAgQIAAAQLLF7BDAgQIECBAgAABAgQIECBAYPkCdkiAwPMSSEbRkfn1k1GAZLfwSDLy09okvdhKMtopX8VRpkjGXJJ1UZVk9JNNm4x+nddWR7W7kUuvtzvXb7fPj/cL0Fy+mHbrxvMrQFOFbX700XGr71nd3tbfKDzzT7cskmzttwrL7O6nxslYV/PJ6Fd+ispP/WTMJ5s2SasjSf/+eT9JDVs9x+okWa+pXJJK99x83JOrj0O5VdofAQIECBAgQIDAMxBQfOYkRHkCBAgQIECAAAECBAgQIEBg+QJ2SIAAAQIECBAgQIAAAQIECCxfwA4JECBAgAABAgQIECBAgACB5QvYIQECBAgQIECAwKIEkkcXoJk2e6gYSTIKmNSaJL2QSTLaylUkY5xkqyBLFVVJ0uYFVio3jae2clNUAZpfXP9x+/zN/QI0ly62XoDmt96/3J7lUderwjaXLu1f9ZeXv9V+/t4oPFP3mGS9x2l8aB/TXLU1n+yflwy3WpOM+WS/bQ+PZKxPRvsw3Ztkk5s/x2Q8+yR93fQxXzPltAQInEMBWyZAgACB5yag+Mxzo3VhAgQIECBAgACBJxWwngABAgQIECBAgAABAgQIEFi+gB0SIECAAAECBAgQIECAAAECyxewQwIECBAgQIAAAQIECBAgQGD5As97h8koQjL/nmQUJEk27aGiJEn2is4km1xdM9mMq5hKRZJeqCUZbeUqkjFORlu5ebSLr7U7H/64fX78W233uHSxtZs3jtsP3ns2BWjqOnW9uu7ud31+5Tvtb9//Z33vdX9JtvaTZK+wTq2rSMbcocIzNV/5aiuS7F238m11JNuuyRivptZ/ySY3f37JeOZJ1murM19TY0GAAAECBAgQIPDsBRSfefamrkhgKQL2QYAAAQIECBAgQIAAAQIECCxfwA4JECBAgAABAgQIECBAgACB5QvYIQECBAgQIECAAAECBAgQILB8ATskQIAAAQKLFEi2i5DUJpPtAiXJ9rjWVCSbc5NNv4qkVExrkvRiLUl6QZWam6IKrlRM40e1qQI01263z49/0HaPSxfSbn583H7r/V+tAE2dX9ep6+1+RxWe+fm7f9LTdZ/J9r6SfGnhmem8aqdI9q9Tc0m6VzLaNjuScU6lklSzjiTduxLzojLJ4edY65JUIwgQIECAAIHWGBB4bgKKzzw3WhcmQIAAAQIECBAgQIDAkwpYT4AAAQIECBAgQIAAAQIECCxfwA4JECBAgAABAgQIECBAgACB5QvYIQECBAgQIECAAAECBAg8S4EqUjK/XrJdqCQZxUmS0U5rk6wLnSSjn2zaWpeMcRVUqUjSi6o8ql9zFbuFaXLptXbn+u32+Vu/3XaPixfSbn183H7w/pXdqcca13l1fl1n94RfXvlO+5v3/km/72TsJ0kf131W7N5r5SqSrIvSJNk6p+bn5yVjPtlu28Oj1ieb70/ycKb155Ckt2111DNNsuq1npuP28Ojcg+7p7RxWwQIECBAgACB5QgoPrOcZ2knBAgQIPCsBVyPAAECBAgQIECAAAECBAgQWL6AHRIgQIAAAQIECBAgQIAAAQLLF7BDAgQIECBAgAABAgQIECBAYPkCdkiAwKIFklFsZr7JZOSSTQGTaT5JL2hS42T0k9FWriJJL7SSjHyy3VYhlYok6+IsNZ5Hsj1XhVpy8dV259rt9vnxD9rucfEo7eaN4/aDD56sAE2tr/Pq/N1r/vLKd9vfvPsnPZ2k76mtjmTsZ36/Uz8Zc0nWe0vSz6097K6rcTLmk9FWrqKtjmRcb9Xt7slmPOXmbRWVSVKpvn4+7snVx6HcKu2PAAECBAgQIEDgOQmcmeIzz2n/LkuAAAECBAgQIECAAAECBAicIgG3QoAAAQIECBAgQIAAAQIECCxfwA4JECBAgAABAgQIECBAgACB5QvYIQECBAgQIECAAIFnLZCMYjPz6yYjl4y25pJR1GTeT7ZzSXqhlSS9+ElbHcnoV0GVZPSTrNdVfooq0FJR4yRbBVwqn4uvtM+u326/PFSA5kJrt24ct9+++ngFaGpdrb+4Oq/tHL+88r32t+/9Sb/HupeaTrIe171UfjcqP0XNJdnaQzL2X3MVSfo1k9FOufbwSMb6ZNM+nNryrdy8qEwynluSmlrHfM06qUOAwKkUcFMECBAgsBwBxWeW8yzthAABAgQIECDwrAVcjwABAgQIECBAgAABAgQIEFi+gB0SIECAAAECBAgQIECAAAECyxewQwIECBAgQIAAAQIECBAgQGD5Audih8koVjLfbLLJJftFTKa1SXohlGS0lU9GfyqmkmyPKz+PJHtFWGo+GfmpX4Vdji6+2n5x/cftl8e/3XaPC0et3fzouP3wSwrQ/PCDy31drd+9xv//8nfb3773j9d7Ojo66vdWbf/+1TjJOpds+rWmIjm83+n8ac1um6TVkaRfv62OJOt7WQ23/pL08byoTDKeWzLm+oLVx3zNauiPAAECBAgQIEDgBQms/ifqC/omX0OAwK8o4HQCBAgQIECAAAECBAgQIEBg+QJ2SIAAAQIECBAgQIAAAQIECCxfwA4JECBAgAABAgQIECBAgACB5QvYIQECBAgQIPC8BJLtYiX1PcnIfVnhkmSsm5+TZF00JRn9KrZSkYxxMtopN7VVpKWixvNI0ouy5OIr7Rcf/rh9/tYP2+5x4ai1mzeqAM3l3ak+/uHVy+3mx8et1vXE7OOXr7zb/uMH/2R8x+q7kv37OzraFKOp/qH7rNwUtaYi2b9Wkv5dNV/Rdo5knJNkayZJt63k/NkkhwvP1Lok1QgCBAgQIHBGBNwmgeUIrP7n6XI2YycECBAgQIAAAQIECBB4pgIuRoAAAQIECBAgQIAAAQIECCxfwA4JECBAgAABAgQIECBAgACB5QvYIQECBAgQIECAAAECBAgsTqCKmcw3lYyiJZVPRj/JuvjJtDbZ5JL0dJK+LhltJZP0givJaKtISxVeqUhGLhntfK7m55ELV9qd61WA5nfa7nGU1m71AjRXtqZ+ePVKzx+trr81sRp8/ur77X987x+v77e+K0kfV//ChQv9vqu/G0n25pLNuclmPhn9ZLR1rSRtOqZxkv7dSaap9TgZud1nMh9PJ1Vu6j9160QCBAgQIECAAIGnFjh66jOdSIAAAQIEXrCAryNAgAABAgQIECBAgAABAgSWL2CHBAgQIECAAAECBAgQIECAwPIF7JAAAQIECBAgQIAAAQIECBBYvoAdEiBA4HkLJGm7BUuS7WInyRgn+22yySXZKpiSjHEVWKlIxjgZ7ZSb2iRtt+hLjac4unil3fnwx+2Lr/xu2z2S9EIzv3NtFKCptgrSJNld2j5/9YP2H9//x1sFZJLsfXfd124kj16XZH3dZPST0da1ks39JNnzag+PJL2XjLaeUTL6yXhmyRj3hauP+ZrV0B8BAgQIECBAgMBLEHja4jMv4VZ9JQECBAgQIECAAAECBAgQIPCCBXwdAQIECBAgQIAAAQIECBAgsHwBOyRAgAABAgQIECBAgAABAgSWL2CHBAgQIECAAAECBBYpkIxiJvPNJaOwSRU0qZjPVT8Z80l6AZXKVSRjnGzaKT8VX6m2Ikkv1JKMdp6rgjPTONlcK0eX2p1rt9vnb/9u2z1Wy9rNj47b71670tsa76755avvt//4/j/q6WRz3aOjo34vU5tka1z5JAcL1CTpa5PR1topkk0uSasjSV9fa9rqSLJnuEqvc+WfpFI9dseVPJSrvCBA4KkEnESAAAECBJ5aQPGZp6ZzIgECBAgQIEDgRQv4PgIECBAgQIAAAQIECBAgQGD5AnZIgAABAgQIECBAgAABAgQILF/ADgkQIECAAAECBAgQIECAAIHlC9jhixJITi5Ak2wKnySjX8VOpntLsi6UsptLxlySdcGVZL+fbHJVlOWkqKI0uXC53bn+iAI0N45X99P2js9fu9r+p6v/ZOs+kmyNp++9cOHCOv+o3DSXbK7TVkcy9j2fX6VX9zXy1a9I9sdTvtqKJNX0c6uTjHH1K+pZJNu5ygsCBAgQIECAAIEXL3D04r/SNxJYiIBtECBAgAABAgQIECBAgAABAssXsEMCBAgQIECAAAECBAgQIEBg+QJ2SIAAAQIECBAgQIAAAQIECCxfwA4JECBAgACBRQsk+wVMklGUJtmfm2Mk2SqOkoxxsmlr/bwYy9Q/1CbpxV+qCMw8prUXLl5pv/jwv2mfv/177XGOX75ahWf+pF8zSW+na01tfc/UrzY5vK7mKpLN3mpckaTVdZKsvyNJqyNJN0q225qrSFJNX1OdKipTbUVy8nNIxnm1ThAgQIAAgWci4CIECDy1gOIzT03nRAIECBAgQIAAAQIEXrSA7yNAgAABAgQIECBAgAABAgSWL2CHBAgQIECAAAECBAgQIECAwPIF7JAAAQIECBAgQIAAAQIECDwPgXnRk7p+MgqfTP2pTbaLniRZF06Zr0lGPkml+5qpUMuj2mkuST8nyVZBl6MLl9ovrv+4ffHV32+POj5//Xr7Tx/+0/W5dd0pqlBM9eftoX6tmUeSresl4x5rTbKZS9KmI9nuJ9vjWpfs55Lhn2zmau3uc6qcIECAAAECBAgQeLkCis+8XH/fToAAgbMs4N4JECBAgAABAgQIECBAgACB5QvYIQECBAgQIECAAAECBAgQILB8ATskQIAAAQIECBAgQIAAAQIEli9ghwQIEDgXAsl2kZPadDJyVfAkGf15vvoVSXqhmOpXJGOcbLdVpKUiSS/ikmzaqfhLzU9RuSkqV/1q/+f/9L+0/+H/939q/9PR9Xbo+OKND9v/Mis8k6R/34ULF9rFixd7v64zj2SsqVySVmsrarwbSbaukWzGSdp0JOkuyaadz1U/STVbkRwuPFOLkv31lRcECBAgQIAAAQK/ssBTX0DxmaemcyIBAgQIECBAgAABAgQIEHjRAr6PAAECBAgQIECAAAECBAgQWL6AHRIgQIAAAQIECBAgQIAAAQLLF7BDAgQIECBAgAABAgSep0AVmplfPxnFTiqfjH7NJ5v+NE42uSQHC6/MC7nMi7sk2Srosjs3jaf2f/7//qf2//rs77X/8f57bX58/vqH7X/9/j9bf/f0fdN5NZ73a7wbNZ+M+69+zSdjnGTrPmtuiiStjiTrNW11JOn3s+r2vyRbbR88/EgOF54p/4dLNATOiYBtEiBAgACBsyOg+JXEFh8AABAASURBVMzZeVbulAABAgQIEDhtAu6HAAECBAgQIECAAAECBAgQWL6AHRIgQIAAAQIECBAgQIAAAQLLF7BDAgQIECBAgAABAgQIECBAYPkCdniuBJJR/GS+6WQUS6kCKMno13wy+smmTUZ/mk/SC68ko618FWtJUt1epCXJVlvzFcnIT/1kjOs+7t271+7dv9/+h//tP29/c/fdVse9N663O7/5L/u1qmhMRZ07jyTr+crXmilqPEXlqp+k33/1p0hGLhlt5ZO0OpL09dWvSPbHU77aeSTDPsk83Wq/yXZua4EBAQIECBAgQIDASxVQfOal8vvyZyngWgQIECBAgAABAgQIECBAgMDyBeyQAAECBAgQIECAAAECBAgQWL6AHRIgQIAAAQIECBAgQIAAAQLLF7BDAgQIECBAgMDzFkhGEZT59ySj+EkVQpnnp34y5pMcLL6SjHwy2irYUpGkTYVeajxFssnXfMXFixd74ZgkrYrP3L9/f9Xeb//v/+0/b//rK7/Z7vzgT/v8dI1q67wppvG8rf6jIkm/ZjLaQ2uTtDqS9L0n223NVSSppq/pndlHMsyTsWaaKu9kOzfNaQkQIEBg2QJ2R4DA2RFQfObsPCt3SoAAAQIECBAgQOC0CbgfAgQIECBAgAABAgQIECBAYPkCdkiAAAECBAgQIECAAAECBAgsX8AOCRAgQIAAAQIECBAgQIDAIgWSUQxlvrlkFEFJRltzyX4/yVaBlWSMk9FO51Uhl2TkkqyLvCSb/rRmaquQTLIpPtML0Ny/3/4/r/+f+/k1/ziRZK/ozXTe9F3VVu7o6Khfu8ZJej/ZtG11JGMfq27/S/bHNZGkmq1IhnWyPafwzBaTAQECBAgQIEDg1AooPnNqH40bI0CAwJMKWE+AAAECBAgQIECAAAECBAgsX8AOCRAgQIAAAQIECBAgQIAAgeUL2CEBAgQIECBAgAABAgQIECCwfAE7JECAAIEXJZBsF0Op700OF0qpuYpknJPkYAGa3TVV0GWKZJwzjedtkl4sJhnf34vO3LvX7j2Mtjp2C8XMz69+zSfpxWOqP+WqrUi2vz8Z42TT1ropkrQ6kvS9JtttzVUkqaav6Z3ZRzL2k4w1s6mD6+fz+gQIECBAgACBZQucnd0pPnN2npU7JUCAAAECBAgQIECAAIHTJuB+CBAgQIAAAQIECBAgQIAAgeUL2CEBAgQIECBAgAABAgQIECCwfAE7JECAAAECBAgQIEBg8QIPHjzY2mMyCqZUMjm5aEqSrQIqyRgno53OT7IuCDMVhZkXeKl+5ZOxrsZT0ZmprXusNbtRaytXbZJewKb6h2K+Lkm/p2ndfK7NjmTsJUnPJtnbc00kqWYrkuGYbM/VXrYWGhA4DQLugQABAgQIEDhRQPGZE2lMECBAgAABAmdNwP0SIECAAAECBAgQIECAAAECyxewQwIECBAgQIAAAQIECBAgQGD5AnZIgAABAgQIECBAgAABAgQILF/ADgm8aIFkFEmZf28yCqZUoZRk9A/NJ9kqxlLFXGpdMvLJaCtXkYxxkl78pYq+JCNX51a01TEVnbl//36r/irVvydJP6/W7UZdazd21yTpBWpqXc0l47uTR7dtdSRjzarb/5JstX3w8CMZpslY8zDdTvKc5rUECBAgQIAAAQKnT0DxmdP3TJZyR/ZBgAABAgQIECBAgAABAgQILF/ADgkQIECAAAECBAgQIECAAIHlC9ghAQIECBAgQIAAAQIECBAgsHwBOyRAgAABAgQInAuBZBRLmW82GYVT5gVTkpGrdcnoJ+mFYSpXMS/qUuOKJOuiMVPhl2ndfDzlpqIzVXim+nUPtW4etbbG87b6yea7kv1+Mu631lZM16h+MuaSTdtWRzLGq27/S9Lbkz7qfpPtNYdyJ50vT4AAAQIvXMAXEiBA4EQBxWdOpDFBgAABAgQIECBA4KwJuF8CBAgQIECAAAECBAgQIEBg+QJ2SIAAAQIECBAgQIAAAQIECCxfwA4JECBAgAABAgQIECBAgACB5yWQfHkBmiqgcuj7k2wVoEnGONlu69xkk5sKvlRbkdQ9PGhT0ZlqK+q8mq9CMck4fxpXrvoVSdp8PPWT9OI303ham4xrtdWRjH6yaVfpvq8k1e2RjH6SPteTDz+S9F4y2j5YfZRbsp1bpf0RIECAAAECBAicAQHFZ87AQ3KLBAicUQG3TYAAAQIECBAgQIAAAQIECCxfwA4JECBAgAABAgQIECBAgACB5QvYIQECBAgQIECAAAECBAgQILB8ATskQIAAgXMlkOwXSElGbl5AJRlFYuY4SQ4WY0k2+WT0k01bhWAqkvQCMUna/fv32927d3sRmnnxmSS9uEwVkalItq9TubpWRbKZm/JJ+nfU/BTJZl2y6bfVkYzxqtv/kmy1ffDwI0mbGz1M9yYZ5/WBDwIECBAgQIDAaRRwTycKKD5zIo0JAgQIECBAgAABAgQIEDhrAu6XAAECBAgQIECAAAECBAgQWL6AHRIgQIAAAQIECBAgQIAAAQLLF7BDAgQIECBAgAABAgQIvAiBKqIy/55kFE+pfLIpspKM/LQ2yboATZKeTtJzyXY7FX+Z2ioQU1EnVfGZ+q5qK6pfcxcvXuzFZ6Zzqq38FDVOxvdUv2I+V+OKZKyp70rSC9K01ZFk9dn6/da6NjuSzdws3bvJxqQnHn7UfT/sagg8kYDFBAgQIECAwOkRUHzm9DwLd0KAAAECBJYmYD8ECBAgQIAAAQIECBAgQIDA8gXskAABAgQIECBAgAABAgQIEFi+gB0SIECAAAECBAgQIECAAAECyxewQwLnUiAZhVbmm09GrgqqJKNf80l6sZYkNdzqVwGXJD039WtRMnLJpp3yta4Kzty7d69NUXOVT9ILxUwFZaqtfLXJZq5yUyRpdczHSfo9JampHkkO5moySTV9vndmH8nhwjO1JBnnVV8QIECAAAECBAicTQHFZ87mc3uKu3YKAQIECBAgQIAAAQIECBAgsHwBOyRAgAABAgQIECBAgAABAgSWL2CHBAgQIECAAAECBAgQIECAwPIF7JAAAQIECBAgQOBFClShmfn3JaOYSuWT0d+dn+aSzXwy+kl68ZgqBJOkF3Op/jza6qiiM1WAZoq6Zq2pIjMV1Z9iGldbUfmprf4Uyfi+1eX79yZjnKTfU5JWR61PRj9JX1v5k6LuLcnWdOW2EgYECBAg8IQClhMgQOD0CCg+c3qehTshQIAAAQIECBBYmoD9ECBAgAABAgQIECBAgAABAssXsEMCBAgQIECAAAECBAgQIEBg+QJ2SIAAAQIECBAgQIAAAQIECCxaIEl78ODB1h6TUWilCqwkoz9fUMVbapxs5pL0Ii41l4x+st1Oc3XuVHSm2ipEU7maPymS9AIyNZ9s+jWuSDbfNR9P/fbwqHF1k7G++hXJ9njKzdvqV5zkUnOCAAECBAgQIEDg7AkoPnP2npk7JkDgKQWcRoAAAQIECBAgQIAAAQIECCxfwA4JECBAgAABAgQIECBAgACB5QvYIQECBAgQIECAAAECBAgQILB8ATskQIAAAQIvWiDJ3lcmI3dSoZVkzCfpRWfmF0iyLhRTxV6SsSYZbVsdVXSmogrP1HdU1NoviyTtwoULe9efzkvGdyT7ba1pqyPJ6nPzl2yPayZJq3tKDs/VGkGAAAECBAgQ+FUEnHt6BI5Oz624EwIECBAgQIAAAQIECBBYmIDtECBAgAABAgQIECBAgAABAssXsEMCBAgQIECAAAECBAgQIEBg+QJ2SIAAAQIECBAgQIAAgXMjUMVW5ptNRuGVyiejf2g+GXPJaKc1SXphmmS0VfwlGf265hRVhKbOqfmKJHvFZXYLzkzrknG9tjqS/X6Sfq1kzCVpdSSjrf5uJIcLz9T97q41XoyAjRAgQIAAAQLnWEDxmXP88G2dAAECBM6bgP0SIECAAAECBAgQIECAAAECyxewQwIECBAgQIAAAQIECBAgQGD5AnZIgAABAgQIECBAgAABAgQILF/ADgkQeFkCyX5BlmTkqvBKMvrz+0tGLslWoZkkfVmSdb4SyRhXwZmKum6187kkvWBMFZipSMY5yaZtq6PmVs3W9efjJDVcR31XRbLJJ5t+LUwOF56Z5qoVBAgQIECAAAECyxJQfOZlPU/fS4AAAQIECBAgQIAAAQIECCxfwA4JECBAgAABAgQIECBAgACB5QvYIQECBAgQIECAAAECBAgQILB8ATskQIAAAQIECBA4dwJVoGW+6WQUaKl8MvrJaGtdMgq21HyNdyNJLxBTxWIqar7WVlThmYrqJ2Nd8nhtXSfZXlvXT0Zump/aZJOv3KGY7mM+V7n5WJ8AAQKLFLApAgQInGMBxWfO8cO3dQIECBAgQIDAeROwXwIECBAgQIAAAQIECBAgQGD5AnZIgAABAgQIECBAgAABAgQILF/ADgkQIECAAAECBAgQIECAAIHlC7zsHSajmMz8PpL0YRViSfbn50VfkrG2n/DwY5qvtlJ1nXlUruaStKlNsi5ak4z8fK76UyRjbVsdyejXXDL6q3T/S9Lb+kj2+8kmV2vqHpPtXOUFAQIECBAgQIDAcgQUn1nOs7QTAmdNwP0SIECAAAECBAgQIECAAAECyxewQwIECBAgQIAAAQIECBAgQGD5AnZIgAABAgQIECBAgAABAgQILF/ADgkQIECAwLkUSPYLriQj97gFWZL04jFJumEy2j5YfdR1Klbd/pdkvT7Z79eiZOSrsMw0ntok68I1bXVM106yGp38l4xiOsn+umQ/d/KVzBAgQIAAAQJnWMCtn2MBxWfO8cO3dQIECBAgQIAAAQIEzpuA/RIgQIAAAQIECBAgQIAAAQLLF7BDAgQIECBAgAABAgQIECBAYPkCdkiAAAECBAgQIECAAAECL1JgKuAyfWcyirFUPhn93bkkW0Vkpvlqk1TT6vz79++v20om6edVYZlk9JNNW/lpXbU1Tsb81K98RTLy1Z8iydTtbTLGdS/J6PeJ1UflVo2/lybgiwkQIECAAAECL05A8ZkXZ+2bCBAgQIDAtoARAQIECBAgQIAAAQIECBAgsHwBOyRAgAABAgQIECBAgAABAgSWL2CHBAgQIECAAAECBAgQIECAwPIF7JAAgXMtkGwXZSmMZOSqQEsy+sloa/5xos7djSS9+Eydn4x+sml38zXejWR7/aH5yiXphW+mfrXzSDIf6hMgQIAAAQIECCxYQPGZhw9XQ4AAAQIECBAgQIAAAQIECCxfwA4JECBAgAABAgQIECBAgACB5QvYIQECBAgQIECAAAECBAgQILB8ATskQIAAAQIECBAg8DIEqlDM/HuTUZyl8snhQi5JejGZZLR1fpJqeuGXOneKnlx9JNk6J9mMj46O9uYqV5GMdatLbP0l6eNktPV9yeH7rYU1X60gQIDAyxbw/QQIECDw4gSOXtxX+SbbUfn0AAAQAElEQVQCBAgQIECAAAECWwIGBAgQIECAAAECBAgQIECAwPIF7JAAAQIECBAgQIAAAQIECBBYvoAdEiBAgAABAgQIECBAgAABAssXsMOVQDKKt6y6679k5KpgSzL602SyP06yLh5z//79vrTOrU4y5qpfkYxxkhr286qTZKtfuYok1aznapCMXPWnSE4uPFNrkv1zKi8IECBAgAABAgSWK6D4zHKfrZ0ReEIBywkQIECAAAECBAgQIECAAIHlC9ghAQIECBAgQIAAAQIECBAgsHwBOyRAgAABAgQIECBAgAABAgSWL2CHBAgQIECAwGkSSEaxlioik6QXf0nyRLdY59YJSdrR0VGPNjsql2Tr2skYz5atu8mmwMw6ueokm3ySVcYfAQIECBAgcHoF3BmBFyeg+MyLs/ZNBAgQIECAAAECBAgQ2BYwIkCAAAECBAgQIECAAAECBJYvYIcECBAgQIAAAQIECBAgQIDA8gXskAABAgQIECBAgAABAgTOncBULGbaeDIKuVR+imTkak2y6dd4HtP6ea76SbaKzVSuIkk1ByPZzCXb/eTkwjN1DwcvKLkR0CNAgAABAgQILFhA8ZkFP1xbI0CAAIEnE7CaAAECBAgQIECAAAECBAgQWL6AHRIgQIAAAQIECBAgQIAAAQLLF7BDAgQIECBAgAABAgQIECBAYPkCdkiAAIGXLZBsCrtM95JkXSwmGYVekkzTvU024yr4UtEnHn4k2bpGsj9+uLSvm/ontUn61PQ9SQ6el6Sv80GAAAECBAgQIHA+BU5r8Znz+TTsmgABAgQIECBAgAABAgQInC8BuyVAgAABAgQIECBAgAABAgSWL2CHBAgQIECAAAECBAgQIECAwPIF7JAAAQIECBAgQIDAuRWYirocAkg2BWiSw8Vd6vwpDl3jcXJJ9grKJCNX105G/9C1av5QXo4AAQIHBKQIECBAYMECis8s+OHaGgECBAgQIEDgyQSsJkCAAAECBAgQIECAAAECBJYvYIcECBAgQIAAAQIECBAgQIDA8gXskAABAgQIECBAgAABAgQIEFi+gB2eFoEkW7eyW8wlGQVopnySg4Vi6iLTmup/WST716lzklTT6loVyRj35Oqjcqtm/Zdsz68ndAgQIECAAAECBM6VgOIz5+px2+yZEnCzBAgQIECAAAECBAgQIECAwPIF7JAAAQIECBAgQIAAAQIECBBYvoAdEiBAgAABAgQIECBAgAABAssXsEMCBAgQIECAwEOBZL+YS5JecCbZFKKpIjAVddrUVv9Jos5LsnXKlEvSv3NrcjVIsvr0R4AAAQIECDyVgJMILFhA8ZkFP1xbI0CAAAECBAgQIEDgyQSsJkCAAAECBAgQIECAAAECBJYvYIcECBAgQIAAAQIECBAgQIDA8gXskAABAgQIECBAgAABAgQIvGyBKgJz6B6S7eIvta6i1ibbc5U7FEnWhWWmc6d1SabuVru7bmvyjA7cNgECBAgQIECAwLMTUHzm2Vm6EgECBAg8WwFXI0CAAAECBAgQIECAAAECBJYvYIcECBAgQIAAAQIECBAgQIDA8gXskAABAgQIECBAgAABAgQIEFi+gB0SIECAwI5AknZSwZckvXhMsmnr9FqfbHLJ4X6tq/XJ/nzld6PWJ9lNGxMgQIAAAQIECBBYCzxm8Zn1eh0CBAgQIECAAAECBAgQIEBgsQI2RoAAAQIECBAgQIAAAQIECCxfwA4JECBAgAABAgQIECBAgACB5QvYIQECBAgQIECAAAECp0EgefKCL1Uo5ssiebLrJk+2/jTYuQcCBB5HwBoCBAgQIPDsBBSfeXaWrkSAAAECBAgQeLYCrkaAAAECBAgQIECAAAECBAgsX8AOCRAgQIAAAQIECBAgQIAAgeUL2CEBAgQIECBAgAABAgQIECCwfAE7JPCEAlVg5tApSVry6Dh03knXO7RWjgABAgQIECBAgMCugOIzuyLGBE4QkCZAgAABAgQIECBAgAABAgSWL2CHBAgQIECAAAECBAgQIECAwPIF7JAAAQIECBAgQIAAAQIECBBYvoAdEiBAgAABAgROu0CSZ3qLybO93jO9ORcjQIAAAQLPScBlCRB4dgKKzzw7S1ciQIAAAQIECBAgQODZCrgaAQIECBAgQIAAAQIECBAgsHwBOyRAgAABAgQIECBAgAABAgSWL2CHBAgQIECAAAECBAgQIECAwAGBBw8etGcRBy79MlK+kwABAgQIECBA4AwLKD5zhh+eWydAgMCLFfBtBAgQIECAAAECBAgQIECAwPIF7JAAAQIECBAgQIAAAQIECBBYvoAdEiBAgAABAgQIECBAgAABAssXsEMCBAgQOIsCSVry5HEW9+qeCRAgQIAAAQIEnoXAs7uG4jPPztKVCBAgQIAAAQIECBAgQIDAsxVwNQIECBAgQIAAAQIECBAgQGD5AnZIgAABAgQIECBAgAABAgQILF/ADgkQIECAAAECBAgQIECAAIHlC9ghAQIECBA4wwKKz5zhh+fWCRAgQIAAgRcr4NsIECBAgAABAgQIECBAgACB5QvYIQECBAgQIECAAAECBAgQILB8ATskQIAAAQIECBAgQIAAAQIEli9ghwQIECBAgAABAgQIECDw+AKKzzy+lZWnS8DdECBAgAABAgQIECBAgAABAssXsEMCBAgQIECAAAECBAgQIEBg+QJ2SIAAAQIECBAgQIAAAQIECCxfwA4JECBAgAABAgQIECBAgACB5QvYIQECZ1hA8Zkz/PDcOgECBAgQIECAAIEXK+DbCBAgQIAAAQIECBAgQIAAgeUL2CEBAgQIECBAgAABAgQIECCwfAE7JECAAAECBAgQIECAAAECBJYvYIcECBAgQIAAAQIEHl9A8ZnHt7KSAAECp0vA3RAgQIAAAQIECBAgQIAAAQLLF7BDAgQIECBAgAABAgQIECBAYPkCdkiAAAECBAgQIECAAAECBAgsX8AOCRAgQIAAAQIECBAgQIAAgeULnOEdKj5zhh+eWydAgAABAgQIECBAgACBFyvg2wgQIECAAAECBAgQIECAAIHlC9ghAQIECBAgQIAAAQIECBAgsHwBOyRAgAABAgQIECBAgAABAgSWL2CHBAgQIECAwOMLKD7z+FZWEiBAgAABAqdLwN0QIECAAAECBAgQIECAAAECyxewQwIECBAgQIAAAQIECBAgQGD5AnZIgAABAgQIECBAgAABAgQILF/ADgkQIECAAAECBAgQIEDgFAsoPnOKH87ZujV3S4AAAQIECBAgQIAAAQIECCxfwA4JECBAgAABAgQIECBAgACB5QvYIQECBAgQIECAAAECBAgQILB8ATskQIAAAQIECBAgQIAAAQIEli9ghwQIEHh8AcVnHt/KSgIECBAgQIAAAQKnS8DdECBAgAABAgQIECBAgAABAssXsEMCBAgQIECAAAECBAgQIEBg+QJ2SIAAAQIECBAgQIAAAQIECCxfwA4JECBAgAABAgQInGIBxWdO8cNxawQInC0Bd0uAAAECBAgQIECAAAECBAgsX8AOCRAgQIAAAQIECBAgQIAAgeUL2CEBAgQIECBAgAABAgQIECCwfAE7JECAAAECBAgQIECAAAECBJYvYIePL6D4zONbWUmAAAECBAgQIECAAAECp0vA3RAgQIAAAQIECBAgQIAAAQLLF7BDAgQIECBAgAABAgQIECBAYPkCdkiAAAECBAgQIECAAAECBAgsX8AOCRAgQIAAgVMsoPjMKX44bo0AAQIECJwtAXdL4H9n587j5KrqtIGfgpA3gRAChC2EENaEnUFWMzoji4IgO3FEEGQRBl4EZRXfURkUAUVFZByRSAAd2VxwFBBQwHGIISgIAyQCmkACARITQhaGJOTlV9ihu+v2Xt1ddeo7H4uuOvfcc8/zvbeK+YeHAAECBAgQIECAAAECBAgQIJC/gIQECBAgQIAAAQIECBAgQIBA/gISEiBAgAABAgQIECBAgAABAvkLSEiAAAECBAgQIECAAIF3BJTPvGPhHYG8BKQhQIAAAQIECBAgQIAAAQIE8heQkAABAgQIECBAgAABAgQIEMhfQEICBAgQIECAAAECBAgQIEAgfwEJCRAgQIAAAQIECBAgQIAAgfwFJCRQwwLKZ2r45tgaAQIECBAgQIAAAQL1JWC3BAgQIECAAAECBAgQIECAQP4CEhIgQIAAAQIECBAgQIAAAQL5C0hIgAABAgQIECBAgAABAgQI5C8gIQECBAgQIECAwDsCymfesfCOAAECBPISkIYAAQIECBAgQIAAAQIECBDIX0BCAgQIECBAgAABAgQIECBAIH8BCQkQIECAAAECBAgQIECAAIH8BSQkQIAAAQIECBAgQIAAAQIE+lGgj8pn+jGhSxMgQIAAAQIECBAgQIAAAQJ9JOAyBAgQIECAAAECBAgQIECAQP4CEhIgQIAAAQIECBAgQIAAAQL5C0hIgAABAgQIECBAgAABAgQI5C8gIQECBAgQeEdA+cw7Ft4RIECAAAECBPISkIYAAQIECBAgQIAAAQIECBDIX0BCAgQIECBAgAABAgQIECBAIH8BCQkQIECAAAECBAgQIECAAIH8BSQkQIAAAQIECBAgQIBAPwoon+lHfJduLAFpCRAgQIAAAQIECBAgQIAAgfwFJCRAgAABAgQIECBAgAABAgTyF5CQAAECBAgQIECAAAECBAgQyF9AQgIECBAgQIAAAQIECBAgQCB/AQkJEHhHQPnMOxbeESBAgAABAgQIECCQl4A0BAgQIECAAAECBAgQIECAQP4CEhIgQIAAAQIECBAgQIAAAQL5C0hIgAABAgQIECBAgAABAgQI5C8gIQECBAgQIECAQD8KKJ/pR3yXJkCAQGMJSEuAAAECBAgQIECAAAECBAjkLyAhAQIECBAgQIAAAQIECBAgkL+AhAQIECBAgAABAgQIECBAgED+AhISIECAAAECBAgQIECAAAEC+Qu8k1D5zDsW3hEgQIAAAQIECBAgQIAAgbwEpCFAgAABAgQIECBAgAABAgTyF5CQAAECBAgQIECAAAECBAgQyF9AQgIECBAgQIAAAQIECBAgQCB/AQkJECBAgEA/Ciif6Ud8lyZAgAABAgQaS0BaAgQIECBAgAABAgQIECBAIH8BCQkQIECAAAECBAgQIECAAIH8BSQkQIAAAQIECBAgQIAAAQIE8heQkAABAgQIECBAgAABAo0koHymke62rM0FvCdAgAABAgQIECBAgAABAgTyF5CQAAECBAgQIECAAAECBAgQyF9AQgIECBAgQIAAAQIECBAgQCB/AQkJECBAgAABAgQIECBAgACB/AUkJECgHwWUz/QjvksTIECAAAECBAgQaCwBaQkQIECAAAECBAgQIECAAIH8BSQkQIAAAQIECBAgQIAAAQIE8heQkAABAgQIECBAgAABAgQIEMhfQEICBAgQIECAPWYJEwAAEABJREFUAIFGElA+00h3W1YCBAg0F/CeAAECBAgQIECAAAECBAgQyF9AQgIECBAgQIAAAQIECBAgQCB/AQkJECBAgAABAgQIECBAgACB/AUkJECAAAECBAgQIECAAAECBPIX6MeEymf6Ed+lCRAgQIAAAQIECBAgQKCxBKQlQIAAAQIECBAgQIAAAQIE8heQkAABAgQIECBAgAABAgQIEMhfQEICBAgQIECAAAECBAgQIEAgfwEJCRAgQIBAIwkon2mkuy0rAQIECBAg0FzAewIECBAgQIAAAQIECBAgQCB/AQkJECBAgAABAgQIECBAgACB/AUkJECAAAECBAgQIECAAAECBPIXkJAAAQIECBAgQIAAAQIEelFA+Uwv4lq6KwLmEiBAgAABAgQIECBAgAABAvkLSEiAAAECBAgQIECAAAECBAjkLyAhAQIECBAgQIAAAQIECBAgkL+AhAQIECBAgAABAgQIECBAgED+AhISINBIAspnGuluy0qAAAECBAgQIECguYD3BAgQIECAAAECBAgQIECAQP4CEhIgQIAAAQIECBAgQIAAAQL5C0hIgAABAgQIECBAgAABAgQI5C8gIQECBAgQIECAAIFeFFA+04u4liZAgEBXBMwlQIAAAQIECBAgQIAAAQIE8heQkAABAgQIECBAgAABAgQIEMhfQEICBAgQIECAAAECBAgQIEAgfwEJCRAgQIAAAQIECBAgQIAAgfwFGimh8plGutuyEiBAgAABAgQIECBAgEBzAe8JECBAgAABAgQIECBAgACB/AUkJECAAAECBAgQIECAAAECBPIXkJAAAQIECBAgQIAAAQIECBDIX0BCAgQIECBAoBcFlM/0Iq6lCRAgQIAAga4ImEuAAAECBAgQIECAAAECBAjkLyAhAQIECBAgQIAAAQIECBAgkL+AhAQIECBAgAABAgQIECBAgED+AhISIECAAAECBAgQIECAQE4CymdyupvVzGItAgQIECBAgAABAgQIECBAIH8BCQkQIECAAAECBAgQIECAAIH8BSQkQIAAAQIECBAgQIAAAQIE8heQkAABAgQIECBAgAABAgQIEMhfQEICBAj0ooDymV7EtTQBAgQIECBAgACBrgiYS4AAAQIECBAgQIAAAQIECOQvICEBAgQIECBAgAABAgQIECCQv4CEBAgQIECAAAECBAgQIECAQP4CEhIgQIAAAQIECBDISUD5TE53UxYCBKopYC0CBAgQIECAAAECBAgQIEAgfwEJCRAgQIAAAQIECBAgQIAAgfwFJCRAgAABAgQIECBAgAABAgTyF5CQAAECBAgQIECAAAECBAgQyF9Awl4UUD7Ti7iWJkCAAAECBAgQIECAAIGuCJhLgAABAgQIECBAgAABAgQI5C8gIQECBAgQIECAAAECBAgQIJC/gIQECBAgQIAAAQIECBAgQIBA/gISEiBAgAABAjkJKJ/J6W7KQoAAAQIEqilgLQIECBAgQIAAAQIECBAgQCB/AQkJECBAgAABAgQIECBAgACB/AUkJECAAAECBAgQIECAAAECBPIXkJAAAQIECBAgQIAAAQIECPRAQPlMD/D68lTXIkCAAAECBAgQIECAAAECBPIXkJAAAQIECBAgQIAAAQIECBDIX0BCAgQIECBAgAABAgQIECBAIH8BCQkQIECAAAECBAgQIECAAIH8BSQkQIBATgLKZ3K6m7IQIECAAAECBAhUU8BaBAgQIECAAAECBAgQIECAQP4CEhIgQIAAAQIECBAgQIAAAQL5C0hIgAABAgQIECBAgAABAgQI5C8gIQECBAgQIECAAAECPRBQPtMDPKcSINCXAq5FgAABAgQIECBAgAABAgQI5C8gIQECBAgQIECAAAECBAgQIJC/gIQECBAgQIAAAQIECBAgQIBA/gISEiBAgAABAgQIECBAgAABAvkLSJiTgPKZnO6mLAQIECBAgAABAgQIEKimgLUIECBAgAABAgQIECBAgACB/AUkJECAAAECBAgQIECAAAECBPIXkJAAAQIECBAgQIAAAQIECBDIX0BCAgQIECBAgEAPBJTP9ADPqQQIECBAoC8FXIsAAQIECBAgQIAAAQIECBDIX0BCAgQIECBAgAABAgQIECBAIH8BCQkQIECAAAECBAgQIECAAIH8BSQkQIAAAQIECBAgQIAAAQL1JKB8pnt3y1kECBAgQIAAAQIECBAgQIBA/gISEiBAgAABAgQIECBAgAABAvkLSEiAAAECBAgQIECAAAECBAjkLyAhAQIECBAgQIAAAQIECBAgkL+AhAQIECDQAwHlMz3AcyoBAgQIECBAgEBfCrgWAQIECBAgQIAAAQIECBAgkL+AhAQIECBAgAABAgQIECBAgED+AhISIECAAAECBAgQIECAAAEC+QtISIAAAQIECBAgQIBAPQkon6mnu2WvBGpJwF4IECBAgAABAgQIECBAgACB/AUkJECAAAECBAgQIECAAAECBPIXkJAAAQIECBAgQIAAAQIECBDIX0BCAgQIECBAgAABAgQIECBAIH8BCQn0QED5TA/wnEqAAAECBAgQIECAAIG+FHAtAgQIECBAgAABAgQIECBAIH8BCQkQIECAAAECBAgQIECAAIH8BSQkQIAAAQIECBAgQIAAAQIE8heQkAABAgQIECBQTwLKZ+rpbtkrAQIECNSSgL0QIECAAAECBAgQIECAAAEC+QtISIAAAQIECBAgQIAAAQIECOQvICEBAgQIECBAgAABAgQIECCQv4CEBAgQIECAAAECBAgQIECAQDsCmZTPtJPQIQIECBAgQIAAAQIECBAgQCATATEIECBAgAABAgQIECBAgACB/AUkJECAAAECBAgQIECAAAECBPIXkJAAAQIECBAgQIAAAQIECBDIX0BCAgQIEKgnAeUz9XS37JUAAQIECBAgUEsC9kKAAAECBAgQIECAAAECBAjkLyAhAQIECBAgQIAAAQIECBAgkL+AhAQIECBAgAABAgQIECBAgED+AhISIECAAAECBAgQIECgHQHlM+3gOESgngTslQABAgQIECBAgAABAgQIEMhfQEICBAgQIECAAAECBAgQIEAgfwEJCRAgQIAAAQIECBAgQIAAgfwFJCRAgAABAgQIECBAgAABAgTyF5CQQD0JKJ+pp7tlrwQIECBAgAABAgQI1JKAvRAgQIAAAQIECBAgQIAAAQL5C0hIgAABAgQIECBAgAABAgQI5C8gIQECBAgQIECAAAECBAgQIJC/gIQECBAgQIAAAQLtCCifaQfHIQIECBCoJwF7JUCAAAECBAgQIECAAAECBPIXkJAAAQIECBAgQIAAAQIECBDIX0BCAgQIECBAgAABAgQIECBAIH8BCQkQIECAAAECBAgQIECAAIFaEuid8plaSmgvBAgQIECAAAECBAgQIECAQO8IWJUAAQIECBAgQIAAAQIECBDIX0BCAgQIECBAgAABAgQIECBAIH8BCQkQIECAAAECBAgQIECAAIH8BSQkQIAAAQLtCCifaQfHIQIECBAgQIBAPQnYKwECBAgQIECAAAECBAgQIJC/gIQECBAgQIAAAQIECBAgQIBA/gISEiBAgAABAgQIECBAgAABAvkLSEiAAAECBAgQIECAAIFaElA+U0t3w15yEpCFAAECBAgQIECAAAECBAgQyF9AQgIECBAgQIAAAQIECBAgQCB/AQkJECBAgAABAgQIECBAgACB/AUkJECAAAECBAgQIECAAAECBPIXkJAAgXYElM+0g+MQAQIECBAgQIAAAQL1JGCvBAgQIECAAAECBAgQIECAQP4CEhIgQIAAAQIECBAgQIAAAQL5C0hIgAABAgQIECBAgAABAgQI5C8gIQECBAgQIECAQC0JKJ+ppbthLwQIEMhJQBYCBAgQIECAAAECBAgQIEAgfwEJCRAgQIAAAQIECBAgQIAAgfwFJCRAgAABAgQIECBAgAABAgTyF5CQAAECBAgQIECAAAECBAgQyF+gnYTKZ9rBcYgAAQIECBAgQIAAAQIECNSTgL0SIECAAAECBAgQIECAAAEC+QtISIAAAQIECBAgQIAAAQIECOQvICEBAgQIECBAgAABAgQIECCQv4CEBAgQIECglgSUz9TS3bAXAgQIECBAICcBWQgQIECAAAECBAgQIECAAIH8BSQkQIAAAQIECBAgQIAAAQIE8heQkAABAgQIECBAgAABAgQIEMhfQEICBAgQIECAAAECBAg0tIDymYa+/Y0UXlYCBAgQIECAAAECBAgQIEAgfwEJCRAgQIAAAQIECBAgQIAAgfwFJCRAgAABAgQIECBAgAABAgTyF5CQAAECBAgQIECAAAECBAgQyF9AQgIEaklA+Uwt3Q17IUCAAAECBAgQIJCTgCwECBAgQIAAAQIECBAgQIBA/gISEiBAgAABAgQIECBAgAABAvkLSEiAAAECBAgQIECAAAECBAjkLyAhAQIECBAgQIBAQwson2no2y88AQKNJCArAQIECBAgQIAAAQIECBAgkL+AhAQIECBAgAABAgQIECBAgED+AhISIECAAAECBAgQIECAAAEC+QtISIAAAQIECBAgQIAAAQIECOQvUEsJlc/U0t2wFwIECBAgQIAAAQIECBDISUAWAgQIECBAgAABAgQIECBAIH8BCQkQIECAAAECBAgQIECAAIH8BSQkQIAAAQIECBAgQIAAAQIE8heQkAABAgQINLSA8pmGvv3CEyBAgACBRhKQlQABAgQIECBAgAABAgQIEMhfQEICBAgQIECAAAECBAgQIEAgfwEJCRAgQIAAAQIECBAgQIAAgfwFJCRAgAABAgQIECBAgACBvhRQPtOX2q71joB3BAgQIECAAAECBAgQIECAQP4CEhIgQIAAAQIECBAgQIAAAQL5C0hIgAABAgQIECBAgAABAgQI5C8gIQECBAgQIECAAAECBAgQIJC/gIQECDS0gPKZhr79whMgQIAAAQIECDSSgKwECBAgQIAAAQIECBAgQIBA/gISEiBAgAABAgQIECBAgAABAvkLSEiAAAECBAgQIECAAAECBAjkLyAhAQIECBAgQIAAgb4UUD7Tl9quRYAAgXcEvCNAgAABAgQIECBAgAABAgTyF5CQAAECBAgQIECAAAECBAgQyF9AQgIECBAgQIAAAQIECBAgQCB/AQkJECBAgAABAgQIECBAgACB/AUaOqHymYa+/cITIECAAAECBAgQIECgkQRkJUCAAAECBAgQIECAAAECBPIXkJAAAQIECBAgQIAAAQIECBDIX0BCAgQIECBAgAABAgQIECBAIH8BCQkQIECAAIG+FFA+05farkWAAAECBAi8I+AdAQIECBAgQIAAAQIECBAgkL+AhAQIECBAgAABAgQIECBAgED+AhISIECAAAECBAgQIECAAAEC+QtISIAAAQIECBAgQIAAAQJZCyifyfr2dj6cmQQIEJreoikAABAASURBVCBAgAABAgQIECBAgED+AhISIECAAAECBAgQIECAAAEC+QtISIAAAQIECBAgQIAAAQIECOQvICEBAgQIECBAgAABAgQIECCQv4CEBAgQ6EsB5TN9qe1aBAgQIECAAAECBN4R8I4AAQIECBAgQIAAAQIECBDIX0BCAgQIECBAgAABAgQIECBAIH8BCQkQIECAAAECBAgQIECAAIH8BSQkQIAAAQIECBAgkLWA8pmsb69wBAh0XsBMAgQIECBAgAABAgQIECBAIH8BCQkQIECAAAECBAgQIECAAIH8BSQkQIAAAQIECBAgQIAAAQIE8heQkAABAgQIECBAgAABAgQIEMhfQMK+FFA+05farkWAAAECBAgQIECAAAEC7wh4R4AAAQIECBAgQIAAAQIECOQvICEBAgQIECBAgAABAgQIECCQv4CEBAgQIECAAAECBAgQIECAQP4CEhIgQIAAAQJZCyifyfr2CkeAAAECBDovYCYBAgQIECBAgAABAgQIECCQv4CEBAgQIECAAAECBAgQIECAQP4CEhIgQIAAAQIECBAgQIAAAQL5C0hIgAABAgQIECBAgAABAgSqKaB8ppqa1VvLSgQIECBAgAABAgQIECBAgED+AhISIECAAAECBAgQIECAAAEC+QtISIAAAQIECBAgQIAAAQIECOQvICEBAgQIECBAgAABAgQIECCQv4CEBAgQyFpA+UzWt1c4AgQIECBAgACBzguYSYAAAQIECBAgQIAAAQIECOQvICEBAgQIECBAgAABAgQIECCQv4CEBAgQIECAAAECBAgQIECAQP4CEhIgQIAAAQIECBAgUE0B5TPV1LQWAQLVE7ASAQIECBAgQIAAAQIECBAgkL+AhAQIECBAgAABAgQIECBAgED+AhISIECAAAECBAgQIECAAAEC+QtISIAAAQIECBAgQIAAAQIECOQvIGHWAspnsr69whEgQIAAAQIECBAgQKDzAmYSIECAAAECBAgQIECAAAEC+QtISIAAAQIECBAgQIAAAQIECOQvICEBAgQIECBAgAABAgQIECCQv4CEBAgQIECAAIFqCiifqaamtQgQIECAQPUErESAAAECBAgQIECAAAECBAjkLyAhAQIECBAgQIAAAQIECBAgkL+AhAQIECBAgAABAgQIECBAgED+AhISIECAAAECBAgQIECAAIG6FlA+06nbZxIBAgQIECBAgAABAgQIECCQv4CEBAgQIECAAAECBAgQIECAQP4CEhIgQIAAAQIECBAgQIAAAQL5C0hIgAABAgQIECBAgAABAgQI5C8gIQECBAhUU0D5TDU1rUWAAAECBAgQIFA9ASsRIECAAAECBAgQIECAAAEC+QtISIAAAQIECBAgQIAAAQIECOQvICEBAgQIECBAgAABAgQIECCQv4CEBAgQIECAAAECBAjUtYDymbq+fTZPoO8EXIkAAQIECBAgQIAAAQIECBDIX0BCAgQIECBAgAABAgQIECBAIH8BCQkQIECAAAECBAgQIECAAIH8BSQkQIAAAQIECBAgQIAAAQIE8heQkEA1BZTPVFPTWgQIECBAgAABAgQIEKiegJUIECBAgAABAgQIECBAgACB/AUkJECAAAECBAgQIECAAAECBPIXkJAAAQIECBAgQIAAAQIECBDIX0BCAgQIECBAgEBdCyifqevbZ/MECBAg0HcCrkSAAAECBAgQIECAAAECBAjkLyAhAQIECBAgQIAAAQIECBAgkL+AhAQIECBAgAABAgQIECBAgED+AhISIECg9gXWWGONNHr06Bavtddeu/Y3bocECBAgQIAAAQJZCtRn+UyWt0IoAgQIECBAgAABAgQIECBAoIWADwQIECBAgAABAgQIECBAgED+AhISIECAAAECBAgQIECAAAEC+QtISIAAAQIECBAgQIBAhcA222yTPvOZz7R47b333hXzDBAgQKBuBGyUAAECBOpaQPlMXd8+mydAgAABAgQI9J2AKxEgQIAAAQIECBAgQIAAAQL5C0hIgAABAgQIECBAgAABAgQI5C8gIQECBAgQIECAAAECBAgQIJC/gIQECBAgQIAAAQIECBDoioDyma5omUugdgTshAABAgQIECBAgAABAgQIEMhfQEICBAgQIECAAAECBAgQIEAgfwEJCRAgQIAAAQIECBAgQIAAgfwFJCRAgAABAgQIECBAgAABAgTyF5CQQF0LKJ+p69tn8wQIECBAgAABAgQI9J2AKxEgQIAAAQIECBAgQIAAAQL5C0hIgAABAgQIECBAgAABAgQI5C8gIQECBAgQIECAAAECBAgQIJC/gIQECBAgQIAAAQJdEVA+0xUtcwkQIECgdgTshAABAgQIECBAgAABAgQIEMhfQEICBAgQIECAAAECBAgQIEAgfwEJCRAgQIAAAQIECBAgQIAAgfwFJCRAgAABAgQIECBAgAABAgRqWqAq5TM1ndDmCBAgQIAAAQIECBAgQIAAgaoIWIQAAQIECBAgQIAAAQIECBDIX0BCAgQIECBAgAABAgQIECBAIH8BCQkQIECAAAECBAgQIECAAIH8BSQkQIAAAQJdEVA+0xUtcwkQIECAAAECtSNgJwQIECBAgAABAgQIECBAgED+AhISIECAAAECBAgQIECAAAEC+QtISIAAAQIECBAgQIAAAQIECOQvICEBAgQIECBAgAABAgRqWkD5TE3fHpurHwE7JUCAAAECBAgQIECAAAECBPIXkJAAAQIECBAgQIAAAQIECBDIX0BCAgQIECBAgAABAgQIECBAIH8BCQkQIECAAAECBAgQIECAAIH8BSQkQKArAspnuqJlLgECBAgQIECAAAECtSNgJwQIECBAgAABAgQIECBAgED+AhISIECAAAECBAgQIECAAAEC+QtISIAAAQIECBAgQIAAAQIECOQvICEBAgQIECBAgEBNCyifqenbY3MECBCoHwE7JUCAAAECBAgQIECAAAECBPIXkJAAAQIECBAgQIAAAQIECBDIX0BCAgQIECBAgAABAgQIECBAIH8BCQkQIECAAAECBAgQIECAAIH8BbqSUPlMV7TMJUCAAAECBAgQIECAAAECtSNgJwQIECBAgAABAgQIECBAgED+AhISIECAAAECBAgQIECAAAEC+QtISIAAAQIECBAgQIAAAQIECOQvICEBAgQIEKhpAeUzNX17bI4AAQIECBCoHwE7JUCAAAECBAgQIECAAAECBPIXkJAAAQIECBAgQIAAAQIECBDIX0BCAgQIECBAgAABAgQIECBAIH8BCQkQIECAAAECBAgQIECguYDymeYa3ucjIAkBAgQIECBAgAABAgQIECCQv4CEBAgQIECAAAECBAgQIECAQP4CEhIgQIAAAQIECBAgQIAAAQL5C0hIgAABAgQIECBAgAABAgQI5C8gIQECNS2gfKamb4/NESBAgAABAgQIEKgfATslQIAAAQIECBAgQIAAAQIE8heQkAABAgQIECBAgAABAgQIEMhfQEICBAgQIECAAAECBAgQIEAgfwEJCRAgQIAAAQIECDQXUD7TXMN7AgQI5CMgCQECBAgQIECAAAECBAgQIJC/gIQECBAgQIAAAQIECBAgQIBA/gISEiBAgAABAgQIECBAgAABAvkLSEiAAAECBAgQIECAAAECBAjkL1DTCZXP1PTtsTkCBAgQIECAAAECBAgQqB8BOyVAgAABAgQIECBAgAABAgTyF5CQAAECBAgQIECAAAECBAgQyF9AQgIECBAgQIAAAQIECBAgQCB/AQkJECBAgACB5gLKZ5preE+AAAECBAjkIyAJAQIECBAgQIAAAQIECBAgkL+AhAQIECBAgAABAgQIECBAgED+AhISIECAAAECBAgQIECAAAEC+QtISIAAAQIECBAgQIAAAQL9KqB8pl/5G+fikhIgQIAAAQIECBAgQIAAAQL5C0hIgAABAgQIECBAgAABAgQI5C8gIQECBAgQIECAAAECBAgQIJC/gIQECBAgQIAAAQIECBAgQIBA/gISEiBAoLmA8pnmGt4TIECAAAECBAgQyEdAEgIECBAgQIAAAQIECBAgQCB/AQkJECBAgAABAgQIECBAgACB/AUkJECAAAECBAgQIECAAAECBPIXkJAAAQIECBAgQIBAvwoon+lXfhcnQKBxBCQlQIAAAQIECBAgQIAAAQIE8heQkAABAgQIECBAgAABAgQIEMhfQEICBAgQIECAAAECBAgQIEAgfwEJCRAgQIAAAQIECBAgQIAAgfwFJGwuoHymuYb3BAgQIECAAAECBAgQIJCPgCQECBAgQIAAAQIECBAgQIBA/gISEiBAgAABAgQIECBAgAABAvkLSEiAAAECBAgQIECAAAECBAjkLyAhAQIECBAg0K8Cymf6ld/FCRAgQIBA4whISoAAAQIECBAgQIAAAQIECOQvICEBAgQIECBAgAABAgQIECCQv4CEBAgQIECAAAECBAgQIECAQP4CEhIgQIAAAQIECBAgQIBAYwkon2ms+92U1l8CBAgQIECAAAECBAgQIEAgfwEJCRAgQIAAAQIECBAgQIAAgfwFJCRAgAABAgQIECBAgAABAgTyF5CQAAECBAgQIECAAAECBAgQyF9AQgIECPSrgPKZfuV3cQIECBAgQIAAgcYRkJQAAQIECBAgQIAAAQIECBDIX0BCAgQIECBAgAABAgQIECBAIH8BCQkQIECAAAECBAgQINA4Aq+//np66KGH0uc///m05557phEjRqRSqdTiteqqq6aRI0eWj5933nnp3nvvTQsXLkz+j0B9C9h9rQk8//zz6Yorrij/1gwZMqTF79DAgQPTqFGj0qGHHpouvfTStGTJklrbvv0QIECAAAECBGpeQPlMzd8iGyRAoFcELEqAAAECBAgQIECAAAECBAjkLyAhAQIECBAgQIAAAQIECBAgkL+AhAQIECBAgAABAgQIECBAgED+AhISINCnAsuXL08PPvhgOuCAA9LgwYPTHnvskf71X/81TZ48Ob344osVe3nzzTfTrFmzyse/8pWvpP322y+tueaaaezYsWnixIlp0aJFFecYIECAQGcFFixYkM4444xyucw555xT/q1p/buydOnSFOU0t99+e7rxxhv97nQWt8Hnxb/TNt100xZFRqVSKf3jP/6jErUGfzbEJ0CgHwVcul8FlM/0K7+LEyBAgAABAgQIECBAoHEEJCVAgAABAgQIECBAgAABAgTyF5CQAAECBAgQIECAAAECBAgQyF9AQgIECBAgQIAAgTwFVqxYkX7961+nMWPGpHHjxqW77rqrR0GnTZuWPv7xj6f11lsvRSnNkiVLerRe0cmx5uWXX57uvffeosPG6kQgCo9++MMfpmuuuaZOdmybfSUwc+bMtM8++6Rvfetbnb7k6NGj05AhQzo938S2BRwhQIAAAQIEGktA+Uxj3W9pCRAgQIBAk4C/BAjj43WKAAAQAElEQVQQIECAAAECBAgQIECAQP4CEhIgQIAAAQIECBAgQIAAAQL5C0hIgAABAgQIECBAgAABAgQI5C/Q6wkXLVqUTjjhhHLJw7PPPlvV60VBzHnnnZd22WWX9Nhjj1Vl7aainB122CGdf/75Ka5RlYUt0ucCTz75ZNprr73S0UcfnebNm9fn13fB2hWI7/U///M/p4cffrhLm9x5553ToEGDunSOyQQIECBAgAABAikpn6mJp8AmCBAgQIAAAQIECBAgQIAAgfwFJCRAgAABAgQIECBAgAABAgTyF5CQAAECBAgQIECAAAECBAgQyF9AQgIECBAgkJfA7Nmz0wEHHJAmTpzYq8GmTp1aLhn5xS9+0aPrzJw5Mx1xxBG9UpTTo405uUsCCxYsSGeccUbabrvt0pQpU7p0rsmNIXD77benn//8510Ou+2223b5HCcQIECgWMAoAQIEGktA+Uxj3W9pCRAgQIAAAQIEmgT8JUCAAAECBAgQIECAAAECBPIXkJAAAQIECBAgQIAAAQIECBDIX0BCAgQIECBAgAABAgQIEOi2wKuvvpqOOeaY9F//9V8drrHaaqulzTffPI0fPz6dfPLJK1/xOcbjeEeLLF68uHx+dwtorrjiivIefvKTn3R0KcdrWOCnP/1p2mSTTdK3vvWtzu/SzIYSWLZsWbrtttvazLzKKqukww8/PF177bXp1ltvLb8uu+yy9IlPfCJtv/32bZ7nAAECBAgQIECAQNsCymfatnGEAIE+FHApAgQIECBAgAABAgQIECBAIH8BCQkQIECAAAECBAgQIECAAIH8BSQkQIAAAQIECBAgQIAAAQIE8heQkACBPARWrFiRvvrVr6Zf/epXbQZab731UhQ6zJo1K/3v//5vevbZZ9PNN9+crrnmmpWv+BzjcTzmxfw4r61Fo4DmU5/6VJoxY0ZbU9ocf+yxx9LSpUvbPO5AfQhMmzYtLViwoD42a5f9IjB37tz0yCOPFF77Pe95T4rfmh/96EfpxBNPTEceeWT5dd5556XvfOc7aaeddio8zyABAgQIECDQdQFnNJaA8pnGut/SEiBAgAABAgQIECBAoEnAXwIECBAgQIAAAQIECBAgQCB/AQkJECBAgAABAgQIECBAgACB/AUkJECAAAECBAgQINAtgT/84Q/pa1/7WuG5q6yySvryl79cLoiJQocRI0akUqlUOLdpsFQqpZgX86NYJs6PdZqON//79NNPp4svvjgtW7as+bD3BAgQKAvMnj07vfLKK+X3zf8xcODAciHWhhtu2Hy4Ud7LSYAAAQIECBDoVQHlM73Ka3ECBAgQINBZAfMIECBAgAABAgQIECBAgACB/AUkJECAAAECBAgQIECAAAECBPIXkJAAAQIECBAgQIAAAQIECBDIX6D+E65YsSJdd911afHixRVhojDmlltuSRdccEEaPHhwxfHODMR5cf7PfvaztPrqqxeecuONN6YpU6YUHjNIgEBjC0Qx1fLlyysQdtxxxzR27NiKcQMECBAgQIAAAQI9F1A+U2RojAABAgQIECBAgAABAgQIEMhfQEICBAgQIECAAAECBAgQIEAgfwEJCRAgQIAAAQIECBAgQIAAgfwFJCRAgAABAgS6LDB9+vT005/+tPC8L37xi+nwww8vPNbVwQMPPDBdccUVhae98cYb6Qc/+EGKIpzCCQYJEGhYgXnz5qUlS5ZU5F9//fW7XYpVsZgBAgTqT8COCRAgQKBXBZTP9CqvxQkQIECAAAECBDorYB4BAgQIECBAgAABAgQIECCQv4CEBAgQIECAAAECBAgQIECAQP4CEhIgQIAAAQIECBAgQIBA7Qs8/vjjadasWRUbHTt2bDrhhBNSqVSqONbdgeOOOy594AMfKDz95z//eXrhhRcKjxmsbQG7I9CbAlE8U1RMNXz48DRo0KDevLS1CRAgQIAAAQINK6B8pmFvveAE2hVwkAABAgQIECBAgAABAgQIEMhfQEICBAgQIECAAAECBAgQIEAgfwEJCRAgQIAAAQIECBAgQIAAgfwFJCRAgECXBSZPnlx4zrhx49IGG2xQeKy7g4MHD05nnXVWYaHNc889l5566qnuLu08AgQIECBAgAABAo0kICuBXhVQPtOrvBYnQIAAAQIECBAgQIBAZwXMI0CAAAECBAgQIECAAAECBPIXkJAAAQIECBAgQIAAAQIECBDIX0BCAgQIECBAgAABArUvMHPmzMJNbrXVVoXjPR3cYYcd0qhRoyqWWbFiRXrssccqxg0QIECg9gXskAABAgQIECCQl4DymbzupzQECBAgUC0B6xAgQIAAAQIECBAgQIAAAQL5C0hIgAABAgQIECBAgAABAgQI5C8gIQECBAgQIECAAAECBAgQIJC/gIQ1L7DBBhukXXfdtXCf06dPLxzv78GlS5em2267Le2xxx5p1VVXTaVSKQ0cODDtueeeacKECWnu3Ln9vcWqXn/58uXpqaeeSp///OfLGddZZ51y5lKpVP4b2ceOHZtOOeWUdNddd6XXX3+9qtdvtMXC+9e//nXaf//9y89VqVQqP2c77rhjuvzyy9Pzzz+fuvN/UegU36krrriifB/XX3/98v0rldzHIs/4nj/88MPps5/9bNp5552T575IqXgs7O6+++7yb0IUlzX9TpZKpfKzvNlmm6Xjjz++138v4pn/05/+tPIeDhkyZOUzH3vq6Xcq+T8CBAgQINBAAqvUQ1Z7JECAAAECBAgQIECAAAECBPIXkJAAAQIECBAgQIAAAQIECBDIX0BCAgQIECBAgAABAgQIECBAIH8BCQkQIECAAIH6FZg1a1avbH7AgAFpl112SausskraeOON0yabbJL22WefdPLJJ6eddtqp8Jovvvhi2nTTTVeWCJRKpXTDDTcUzj344INbzCuV3i7a+M///M/C+ccdd1zF/Bhrmjxz5sz0D//wD+moo45KDz30UHrzzTfLh6JsYfLkyemkk05KUerxyU9+Mi1YsKB8LP7x+9//Pq2xxhoVa//jP/5jWrhwYUzp9uuyyy6rWLdUKqUY7/aib524aNGidOWVV6aNNtoobbvttulf//VfU2ScN2/eW0ff+V9knzZtWrrmmmvSAQccUM55+umnp7hP78yqfBe5I3+p9PY9KZVK6YILLqic+NZIjJdK78wrld5+31bGuGel0ttzSqV3/rZ139+6RKf+F5laP3ulUqn8PMaxjhaJ/ZZK7+ynVCqlMAiLOPfVV19NH/3oR8vfgV/+8pcpbGM8nrPHH388nX/++WnUqFFp/PjxKZ7FONbRa8mSJeXvR5SAROnHOeecU76Pr7zySotT41rduY8tFqnyhyKv+E4XXSZ+A0qllral0tufY52ic4rG4nsbzmuttVbabbfd0iWXXJL++Mc/ps489/HchWHRup0Zi+cgnodS6e19l0pv/43fjvgN6cwabc2J82OdUuntNUult//G9eK6bZ3XNB6GpdLb55RKb/9tfW48a1dddVUaPnx4+sAHPlD+TXjmmWdW/k7GWvEsRwnS9ddfX/69GDp0aDr33HNb/F7GvJ68onQmCpzid2vMmDEr72H8pjWtG/to/p0644wzqrqHpus08l/ZCRAgQCAvAeUzed1PaQgQIECAAAEC1RKwDgECBAgQIECAAAECBAgQIJC/gIQECBAgQIAAAQIECBAgQIBA/gISEiBAgAABAgQIECBAgACBCoHVVlutYiwG7rnnnvTSSy/F26q/LrzwwrR8+fJymcZzzz2X7r333nJpwYknnlj1a/VkwRkzZqS99947TZo0qd1lotTgO9/5TnriiSfanddHB7t8mbgXP/zhD9OIESPSWWedlVqXlHS0YOT/t3/7txQlLd/85jfL97ajcxxPKYpnjjjiiHTzzTd3yHHrrbem3/72tx3Oe+CBB9IOO+yQohTl2Wef7XB+8wmNdh/juY/nNYpTLr/88hRFKs09OnofXlGAM3bs2BTlU82LTjo6N4fjTz31VLlILLJHgU9nM0Xp0Ve/+tW0xRZbpCiM6ex5bc2bPXt2iu9RlJhNnTq1rWkV49/61rfS9ttvn6ZMmVJxzAABAgQIECCQ0ioQCBCoBwF7JECAAAECBAgQIECAAAECBPIXkJAAAQIECBAgQIAAAQIECBDIX0BCAgQIECBAgAABAgQIECBAIH8BCQkQIFD7ArvttlvhJuM/4v/e976XVqxYUXg898EoSPjCF76Qnn766U5F3WuvvcqlH52aXEOTojDjpJNOSkcffXTqSoFEUYQwO/PMM9Ppp5/e5SKPovVyHovikijs+dWvftWpmFHs8573vKfNuVGkcuWVV5bLkrpaOtN60ab7+E//9E/lgpzWx3P4/Ne//jWNHz8+xfMaeXua6aqrrkp77LFHeuaZZ3q6VF2c/+CDD6Z3v/vdKf490d0Nz5kzJ+23337pRz/6UXeXSI8++mjafffd009+8pNurfH888+n97///SnydGsBJxEgQKCFgA8E8hJQPpPX/ZSGAAECBAgQIECAAIFqCViHAAECBAgQIECAAAECBAgQyF9AQgIECBAgQIAAAQIECBAgQCB/AQkJECBAgAABAgQIEKgQGDduXBo2bFjFeAz8v//3/9I3v/nNFMUW8bmRXjfffHOaOHFipyMfeeSRaciQIZ2eXwsTX3311RT77krOzuz7O9/5TtVKPTpzvXqc89vf/jZ94Qtf6PTWDzrooDRixIjC+VGecvHFF6ezzjorRalN4aRuDN52223piCOOqM8Cmnbyzpw5M33gAx9IP/7xj9uZ1fVDTzzxRLn8JwpRun52/ZwxefLkdOCBB6b58+f3eNPxvJ566qkp7Lq6WDgffPDBKQpkunpu8/mR45BDDkn/8z//03zYewIECBAg0PACqzS8AAACBAgQqAsBmyRAgAABAgQIECBAgAABAgTyF5CQAAECBAgQIECAAAECBAgQyF9AQgIECBAgQIAAAQIECBAgQCB/AQlrX2CLLbZIf//3f1+40SgGiEKLXXfdNf3617/utxKawYMHp4985CPp5JNPXvkaPXp04Z7322+/lXOaz99kk00K5xcNPv300+miiy4qOlQ4ts4666R99tmn8FitDkZhybnnnpvuuuuuNre43nrrpS996UvpT3/6U1qyZElasWJFudzkpZdeStddd12KZ6etk7/73e+mKPBpfnzAgAHl0orm9+Vd73pX8ykr38d483lN73fccceVc+r1zfz589OFF16Y3njjjU5FKJVK6dBDD02lUqliftyTr3/96+0+r/H9OfPMM9Pjjz++8j7GefPmzUt33nlniu9MxcJ/G/jVr36V4jmJ5+VvQ736J+5v071u+tvW/uI3oGlO67+xTtFGo3Dp+OOPTw8//HDR4fLYqFGj0mWXXVZ+7uMehdWyZcvSCy+8kG655Za08847l+cV/SOKUMaPH59mzJhRdLjux2bP+BXAeAAAEABJREFUnp1OPfXUFM9w6zDx74mrr766/JyFVVjccccd5d/j1VZbrfX0lZ/nzJmTvvjFL6YwXjnYwZu5c+emT3ziE+0Wz+y///7pN7/5TXrttddW/nbNmjUr/fu//3vFb1fs4Z//+Z9T/O3g0g4TIECAAIGGEehO+UzD4AhKgAABAgQIECBAgAABAgQaWEB0AgQIECBAgAABAgQIECBAIH8BCQkQIECAAAECBAgQIECAAIH8BSQkQIAAAQIECFQIRDHFeeedlwYOHFhxrGng0UcfLZerDB8+PEUZzVNPPdWnRTTDhg1Ll156abrmmmtWvt773vc2ba/F3zPOOGPlnObz2yuMaLHAWx8mTZqUnnnmmbfevfO/3XbbrVw8EYUK8frZz36WomRilVVWSe9///vTVltt9c7kOngXxTBREFO01cj05S9/uVygESUpkW3QoEHlqaVSKa2//vopCjymTZuWvvGNb6SYXz7Y6h9R4BNWTcOxRhSZNL8vRx11VNPhFn9jvPm8pvcHHHBAi3n1+OGPf/xjilfzvUeRT5RiTJ8+vVxycs8996RTTjklxfdz9913T/H8NZ/f9P63v/1t+pd/+ZemjxV/o1AjCkPiPm2//fYp7kHTpPheRUHH3XffXd7P2LFjmw61+BvPyTe/+c0WY731Ie5v071u+hvf6aLrxW9A05zWf2Od1udEuckFF1yQolCn9bH4HAUpEyZMSH/+859T/CbGcx9jcWzVVVdNG220UYrn8g9/+EMKs/g9jGOtX1FedeKJJ6Youml9rN4/x3e+9W/jYYcdVjabMmVKOu2001I8Z2E1cuTIFPch7k2UunzsYx9rM36UYE2dOrXN480PRBnQxRdfnOJ6zceb3sdzHN+vKFZ6z3vek4YMGVI+VCqV0ogRI8rfq8hx5ZVXpqb7GxOeffbZtHjx4niby0sOAgQIECDQIwHlMz3iczIBAgQIECBAoK8EXIcAAQIECBAgQIAAAQIECBDIX0BCAgQIECBAgAABAgQIECBAIH8BCQkQIECAAAECBAgQIECAQG0I/P3f/32KkoqOdjN//vwU/8H+tttuWy7FiOKK73//++WyjCgE6Oj8ejwe5QTXX399mjx5crl4IgoV4vWhD30oRYHLvHnz0pe+9KU0YMCANuLV3nAUwkQxTNHOVl999RTFOlHSEcUnRXOaxqKQ48wzzyyX8hQV0ERJRZR5NM33t1ggijSi0CnKZjbddNNyycm+++6booxm7ty5aeLEiWmttdaqODmOnX322emNN96oOBb346qrrkpXX311Gjp0aMXx1gM77rhj+u///u/0vve9r/Wh8ucof3riiSfK7+v1H/fdd1+5mKpo/1Ek88ADD6QTTjghxXNdNKdprFQqpf322y898sgjadddd20abvE3Cm6uvfbaFmO5fYhn7Bvf+Ea69dZb02abbdZuvHgGw+Pkk08unBf/bvnFL35ReKz1YJT/RCFS6/H4HGUzcZ/jeY7Pbb3iHn/yk59Md9xxR4oSprbmGSdAgAABAo0soHymke++7N0XcCYBAgQIECBAgAABAgQIECCQv4CEBAgQIECAAAECBAgQIECAQP4CEhIgQIAAAQIECBAgQIAAAQL5C0hIgAABAoUCpVIpXXTRRSnKZAonFAwuXbo0/fKXv0zHHnts2njjjcvlK3vssUe64oor0rPPPpuWL19ecFZ9DUW5wg9/+MP0sY99LJVKpcLNR6nC5ptvXnisVgdvv/32FMUwrfcXeW+44YZ04IEHtj7U7ufDDz88XXjhhYVzophizpw5hccMpnTZZZelz372sylKjoo8ogBo7NixRYfKpR9TpkwpPPblL385nX766W0+t0UnrbPOOum6665LW221VcXhuIff/va3U72WTC1ZsqT82/Tmm29WZIvykSg+2WuvvSqOtTcQJVS33XZboVecF+VBUfQU73N8xTMWBS5R5NKZfPGMxzm77bZb4fR4lpctW1Z4rGkwnr94RhcvXtw0tPJv/A7H79eGG264cqyjN1HyFKU48dvX0VzHCRCoQwFbJkCgRwLKZ3rE52QCBAgQIECAAAECBPpKwHUIECBAgAABAgQIECBAgACB/AUkJECAAAECBAgQIECAAAECBPIXkJAAAQIECBAgQIAAgdoRWGuttdJNN92UjjzyyG5tKkodHnrooXTOOeekLbfcMg0cODB94AMfKBdkvPrqq91as79POuKII9LBBx/c39uo6vXjXnz/+98vXPMTn/hEOuSQQwqPtTdYKpXSCSecUC4haj3vqaeeSo8++mjrYZ/fEogSjhNPPLFLBTFvnVb+X9zHiRMnlt+3/sdBBx2UzjjjjG6tu+mmm6YJEyaUv7+t1/3BD36QnnjiidbDnfrc35MeeOCBdPfddxduIwpRdt9998JjHQ225xUFT1H01NEa9Xi8u8/uuuuuWy7zKsocvxXz588vOrRybPr06emnP/3pys/N31x00UVp9OjRzYc69T5+8z7+8Y93aq5JBAgQIECgkQSUzzTS3ZaVAAEC1ROwEgECBAgQIECAAAECBAgQIJC/gIQECBAgQIAAAQIECBAgQIBA/gISEiBAgAABAgQIECBAgAABAvkLSEigXYGmAporr7wyrbbaau3O7ehglNFE2cP48ePTsGHD0tixY9PEiRPTokWLOjq1Jo6XSqVyoUpPHWoiTLNNPP744+n3v/99s5G338Y9Ov3009OAAQPeHujiP0ePHp0OPfTQirNWrFiRopSo4oCBcglHlHF0h2LSpEmFrlH6dOGFF6bBgwd3Z9nyOXvttVc6/PDDy++b/yOKQe6///7mQ3XxPp7Bn//85yn+tt7wHnvskT7ykY+0Hu7S5/A69thjC8+JoqcoCio8WMeDUZrU3Wc3zIuez4ULF6alS5e2q/Lggw+mWbNmVcyJNT/0oQ9VjHdmIH7zzjrrrBS/gZ2Zbw4BAgQIEKgjgR5tVflMj/icTIAAAQIECBAgQIAAAQIE+krAdQgQIECAAAECBAgQIECAAIH8BSQkQIAAAQIECBAgQIAAAQIE8heQkAABAgQIECBQewKrrrpq+uQnP5n+/Oc/p+OPP75qG5w2bVr6+Mc/noYOHVpef8GCBVVbuzcWGjFiRNp+++17Y+l+XfPOO+9My5Ytq9jD/vvvXy4IqjjQyYFSqVQun1lnnXXSTjvtlE477bQUxRtRdhPvO7lMw0yL8o0ozOhO4ChRufnmmwvLVN73vvelnXfeuTvLrjwnyjjaKmSJEpclS5asnFsPb+bOnZvuu+++wq0ec8wxKUq3Cg92cjC8oowlin9an/LII4+kJ598svVwXX+O7/h73/vebmfYaKONUqzReoE33ngjtfdsxe/WT37yk9anlT8fdthhPbqPUY4Wv4HlxXrtHxYmQIAAAQL1JaB8pr7ul90SIECAAAECtSJgHwQIECBAgAABAgQIECBAgED+AhISIECAAAECBAgQIECAAAEC+QtISIAAAQIECBAgQIAAAQIECKwUGDlyZLruuuvSnDlz0mWXXZaijGXlwR68efPNN9NVV12VNtlkk/TDH/4wLV++vAerdePUTp4SBSrDhw/v5Oz6mLZo0aI0efLkws0edNBBKUo0Cg92cnDfffdNUfTx6KOPpquvvjp99KMfLRf4DBs2rJMrNM60zTbbLMWrO4nD+KGHHio8NUo4otim8GAXBqN4acMNN6w4449//GN68cUXK8ZreWDq1KnpT3/6U8UWI98HP/jBivHuDOywww5pr732qjg1ClUmTZpUMV7PA9tuu22Kfz90N8OgQYMKi2KikGzevHltLjt//vz01FNPVRyP533vvfeuGO/KQPz2xW9gV84xlwABAgQI5C6gfCb3O9wg+cQkQIAAAQIECBAgQIAAAQIE8heQkAABAgQIECBAgAABAgQIEMhfQEICBAgQIECAAAECBAgQIEAgfwEJCRAgQKD2BdZdd9103nnnpVmzZqXnnnsuffWrX0277rprjzceRQNHH310Oumkk1KUovR4wSovsMUWW6QoSajysv26XBQ7RBFH602sueaa5ZKY1uM+957A6NGj05AhQ7p1gfguPv/88xXnRgnHLrvsUjHenYENNtggbbfddhWnzp49O02bNq1ivJYHnnjiibRs2bKKLUa+yFlxoBsDcS/HjRtXeObvf//7tGLFisJj9Tg4atSobj+7kTd+V9dbb71426XXjBkz0vTp0yvO2WijjVLsqeJAFweicCl+C7t4mukECHRBwFQCBOpLYJX62q7dEiBAgAABAgQIECBQIwK2QYAAAQIECBAgQIAAAQIECOQvICEBAgQIECBAgAABAgQIECCQv4CEBAgQIECAAAECBAgQaFdgk002SWeffXaaMmVKWrJkSZo8eXK68MIL05gxY9o9r72DEydOTEceeWR69dVX25vW58eimKLPL9rLF3zppZdSFNC0vkwUQWy44Yath33uRYGelBtFCdRrr71Wsbu4jyNHjqwYLxjocGiNNdZIG2+8ceG8p556qnC8VgejfKZob9tuu22KnEXHujP2rne9q/C0KAuqxYKtws12YjCKk0qlUidmVnfKCy+8kBYvXlyx6GabbdajMpymBeN5j3/HNX32lwABAgQINLqA8plGfwLkJ0AgEwExCBAgQIAAAQIECBAgQIAAgfwFJCRAgAABAgQIECBAgAABAgTyF5CQAAECBAgQIECAAAECBAgQyF9AQgL1KzBo0KC0++67py996Utp6tSpK8tozjvvvDRixIguBbvrrrvSueeem5YuXdql83pzclcz9OZeqrV2W+UNUbhQzRKOau0353Wi6KK7+Z588snCU6OEY8011yw81p3BKGcpOq+t6xfN7e+xFStWpLlz5xZuI0pUCg90czC+R4MHD644+y9/+UsqKguqmFgnA0OHDu2Xnbb13MV3qRq/X3HvNtpoo37J5qIECBAg0CgC9ZVT+Ux93S+7JUCAAAECBAgQIECAAIFaEbAPAgQIECBAgAABAgQIECBAIH8BCQkQIECAAAECBAgQIECAAIH8BSQkQIAAAQIECBDotkBTGc1ll12WZs2alebPn59uueWWtO+++3ZqzQkTJqQ777yzU3P7YtKAAQP64jJ9eo0FCxYUXq9a5Q2FixssFFhttdUKxzsz2NZ9fOCBB1KUz5RKpVQq9fx1wQUXFG6nlkqiCjfYbHDRokXl36NmQyvfbrXVVivfV+PNwIEDU9HvxvLly1O8qnGNRl6jred+zJgx3WNpdVYU2MRvYathHwkQIECAQMMKKJ9p2FsvOAECBAgQyEtAGgIECBAgQIAAAQIECBAgQCB/AQkJECBAgAABAgQIECBAgACB/AUkJECAAAECBAgQIECAAAECBOpXYK211kpHHXVUuueee9KcOXPSRRddlIoKN5oSvvnmm+mSSy5Jr776atNQv/1dffXV0/rrr99v1++tC8+cObDdmAAAABAASURBVLNw6SjMKJVKhccM9o5AT4pP2rqPvbPTylVnzJiRFi5cWHmgwUfiN2PttdeuUJg3b1566aWXKsYNdE2gred+1VVX7dpC7cxu799R7ZzmEAECBAgQyFJA+UyWt7XfQ9kAAQIECBAgQIAAAQIECBAgkL+AhAQIECBAgAABAgQIECBAgED+AhISIECAAAECBAgQIECAAAEC+QtISIAAAQIEekVg3XXXTZ/73OfSn//857TPPvu0eY2HHnooTZo0qc3jDhAgQKAaAoMHD04bbrhhNZayRkYCPSmFyohBlMYRkJQAAQLtCiifaZfHQQIECBAgQIAAAQL1ImCfBAgQIECAAAECBAgQIECAQP4CEhIgQIAAAQIECBAgQIAAAQL5C0hIgAABAgQIECBAgACBvARGjhyZbr/99nTMMccUBluxYkW64447Co8ZJJCvgGQECBAgQIAAAQIEaktA+Uxt3Q+7IUAgFwE5CBAgQIAAAQIECBAgQIAAgfwFJCRAgAABAgQIECBAgAABAgTyF5CQAAECBAgQIECAAAECBAgQyF9AQgIEel1gjTXWSBdffHHafPPNC6/1yCOPpNdee63wmEECBAhUQ2DJkiVp9uzZ1ViqwzUGDRqUVl999Q7nmUCAAAECBAj0sYDLtSugfKZdHgcJECBAgAABAgQIECBAoF4E7JMAAQIECBAgQIAAAQIECBDIX0BCAgQIECBAgAABAgQIECBAIH8BCQkQIECAAAECBHpP4O67706nnXZaOu6449LYsWPTqFGj0sCBA9Mll1zSexf928qjR49Oxx577N8+tfzz3HPPpYULF7Yc9KkqAquttlrhOsuWLUsrVqwoPGawfgQuvfTS8n2Me9mbr/vvvz8NGTKkfmD6aKcvvPBCmjNnTsXVwmrYsGEV4wZaCnT0acyYMYVTFixYUDjencEnn3yyO6c5hwABAgQIZCmgfCbL2yoUAQIECBDodwEbIECAAAECBAgQIECAAAECBPIXkJAAAQIECBAgQIAAAQIECBDIX0BCAgQIECBAgAABAgQIECBAICOBRx55JH37299ON9xwQ5o2bVp6/vnn09KlS9MTTzxRLrDo7aj77rtvGjBgQMVlorwhShwqDhhYKTBr1qyV77vyZquttiqcHustWrSo8FijD86fP7/mypC23XbbwtuiOKOSZY011kgbb7xx5YG3Rp5++um3/lm9/y1ZsiS98cYbFQvG79wqq/T9f749b968FHuq2FCdDgwaNKhw5zNnziwcN0iAAAECBAj0TKDv/7+Xnu3X2d0ScBIBAgQIECBAgAABAgQIECCQv4CEBAgQIECAAAECBAgQIECAQP4CEhIgQIAAAQIECBAgQIAAAQL5C0hIgAABAgR6T2C11VYrXPzRRx9Nc+fOLTxWzcF11103DR06tJpLNsxar776areyrr322oWFP6+88kp6/fXXu7Vm7ictXry45mxGjhxZyK5EqJKlVCql+K2pPJLS9OnTi4a7PTZjxoy0bNmyivM32WSTFCU4FQd6eSCKZ1asWNHLV+m75dsqzwr3hQsX9ngjsUas1eOFLECg2wJOJECAQG0JKJ+prfthNwQIECBAgAABArkIyEGAAAECBAgQIECAAAECBAjkLyAhAQIECBAgQIAAAQIECBAgkL+AhAQIECBAgAABAgQIEMhIYMcdd0ylUqki0Z/+9Kc0derUivG+GohCmihJ6avr1dt1oiRmzpw53dr2iBEj0vDhwyvOnT17dooCmooDXRyI4o3x48en9ddfP+25557ptNNOSxMmTEi/+c1v0tKlS7u4Wj9Ob3bpefPmpSjxaDbU72833XTTwhKhZ555Js2fP7/f91drG9huu+0Kt/Tkk0+mRYsWFR7rzuDkyZMLT4v7NWTIkMJjvTn4wgsv9Obyfb72qFGj0pprrllx3Wo99/HdibUqLmCAAAECBAg0qIDymQa98WITaDQBeQkQIECAAAECBAgQIECAAIH8BSQkQIAAAQIECBAgQIAAAQIE8heQkAABAgQIECBAgAABAgQIEMhfQEICBHpPYPPNN08bbLBBxQWiQOSmm25KK1asqDhWzYG5c+emBQsWVCy5zjrrpCigqTiQycDzzz/fo8KLhQsXpunTp3dLY7311ktbbrllxbl//etf01NPPVUx3tWBKG944oknykU2UcTx7W9/O5100knpwx/+cIrcXV2vGvOffvrpHi3z7LPP9vp3oasbHD16dOF397nnnqvKfezqfmp9fpTPDBgwoGKb8ay+9NJLFePdGYiSokmTJhWeutNOOxWOtze4ePHi9PLLL7c3pcNjka/DSXU0IcpnxowZU7HjKNmpRmFa/K5W63mo2KQBAgQIEOiUgEm1JaB8prbuh90QIECAAAECBAgQIEAgFwE5CBAgQIAAAQIECBAgQIAAgfwFJCRAgAABAgQIECBAgAABAgTyF5CQAAECBAgQIEAgI4ERI0akXXbZpTDRzTffnJ588snCY9UavPfee1MU3bReb5tttknDhg1rPVx3n9dee+3CEp3I/Oabb3Y7z4wZM7pdPrPmmmumv/u7vyu89n/+53/2uGQlil6eeeaZivWj8CaKbyoOVHFg5MiRhastXbq0cLwzg1HA9Lvf/a4zU/t0zvDhw1NRoUns96c//WmP72OEief0Ix/5SIoyqLFjx6bjjjsuXX755SnW768iodhXd16x/6233rri1NmzZ6c77rijYrw7A1F+8thjj1WcGqU3u+++e8V408CgQYNS3M+mz83/xj1o/rkr76Okqmg/XVij5qbGvxf22GOPin1V67lv699JFRc0QIAAAQIEGkRglQbJKSYBAgQIEGhwAfEJECBAgAABAgQIECBAgACB/AUkJECAAAECBAgQIECAAAECBPIXkJAAAQIECBAgQIAAAQIECBDIX6D3EkbpwbHHHlt4gTlz5qRPfepTKQoMCif0cDDKK37wgx8UrrLffvulKGwoPNhscK211mr2qfbeDh48OA0cOLBiY6+88kqaOXNmxXhnB6IkZvHixZ2dXjHvgx/8YCqVShXj99xzT7dLbZoW++Uvf5neeOONpo8r/0bhTRTfrBxo9iYKJZp97PbboUOHFp4bBRxRTlF4sIPB6dOnp3DpYFqfH47v7sEHH1x43WoVR02ZMiX9+Mc/TvPmzUvTpk1LN9xwQzr//PPTYYcdln7zm98UXrtWB9ddd930vve9r3B7kWvu3LmFxzo7GCUxEyZMKHz2o/Qmym/aWit+69ZYY43Cw48//njheGcG49xJkyZ1ZmrdzCmVSumggw4q/P2KUqT4vnY3zEsvvZTiu9Pd851HgAABAgRyFFA+0x931TUJECBAgAABAgQIECBAgACB/AUkJECAAAECBAgQIECAAAECBPIXkJAAAQIECBAgQIAAAQIECBDIX0BCAgQIECCQmcDee++dtttuu8JUUbrx6U9/Oi1durTweHcHY72LL744PfPMMxVLbLzxxun9739/xXjRQMwtGq+VsSgIWX/99Su2s2TJkjR58uSK8c4MtFfa05nzY04UwYwZMybetnjNmjUrfe9730vdLWppa2+lUim1VZQSGxgxYkT86fFr5MiRhWv84Q9/SC+//HLhsY4Gb7nllhQuHc3rj+PxPSn6DkRx1JVXXtmj7218R7/+9a8XlqnENd/97nf3R+RuX7NUKqVDDz20sLQkSnZuvfXWbq8dJ0bJy4033hhvK15HHXVUGj58eMV484G2nt0o+Ynfi+ZzO/O+vTKczpxfy3P22muvtPvuu1dsMb6n8dx39/frJz/5SZo6dWrFugYaXEB8AgQINLiA8pkGfwDEJ0CAAAECBAg0ioCcBAgQIECAAAECBAgQIECAQP4CEhIgQIAAAQIECBAgQIAAAQL5C0hIgAABAgQIECBAgAABAj0TiHKU//t//2+bi3z3u99NRx55ZJo5c2abc7pyIIoUzj///BTrFp338Y9/PI0ePbroUKfHXnjhhU7P7c2Jw4YNS1tvvXXhJW644YY0d+7cwmNtDUYhSFulPW2dUzS+wQYbpOOPP77oUPra176WHnroocJj7Q1G4cM111xTWCgURRG77bZbe6cXHosyiaYDnfkb1oMHD66YGoUSUaRUcaCDgXC49NJLO5jVf4dHjx5d/m4W7eDaa69N8YzFfSk63tHYj3/843TbbbcVTosSl7h24cEaHhw3blybxVaf+cxnuvXcR9wZM2akE088sbCoJ0pnonwm5rX3ete73lV4+L777ksPP/xw4bH2Bm+//fZ03XXXtTelbo+ttdZa6Zhjjinc/1VXXZXi2S082M5gfNfjGWhnikMECBAgQKAhBZTPNORtF5pAvwvYAAECBAgQIECAAAECBAgQIJC/gIQECBAgQIAAAQIECBAgQIBA/gISEiBAgAABAgQIECBAgAABAvkLSEiAQIYC8R/y77fffm0m+9nPflYuUbn88svTokWL2pzX3oEowXjsscfSP/zDP6Svf/3rhVPHjh2bTjnllFQqlQqPd3bwueee6+zUXp1XKpXSe9/73sJrTJkyJUXZQRTKFE5oNdhRaU+r6R1+PProo9OWW25ZMW/x4sXpoIMO6lLhRdzbW265JV1yySUV68VAlBtFYUS878orSoSWLVvW6VM222yzFK+iE84444wulYvE/YnSpfnz5xctVxNjpVIphe1GG21UsZ+4J5/4xCfS9ddfn+J9xYR2Bn7xi1+kE044ofC81VdfPUVBVKnUs+9oO5fvtUNRTHT22WenVVap/M+o4z4feOCBadKkSV26fpRyxXPy9NNPF5536qmnpm233bbwWPPBbbbZJq2zzjrNh8rv33jjjXKxTRTclAc6+Efc6/i9/tjHPpbefPPNDmbX7+Hx48en7bbbriJAZD7ppJPSvffeW3GsrYFnnnmmXGYTz0Bbc4wTIECggQVEb3CByv+vqcFBxCdAgAABAgQIECBAgECeAlIRIECAAAECBAgQIECAAAEC+QtISIAAAQIECBAgQIAAAQIECOQvICEBAgQIECBAgACBngsMGTIkffe7301bbbVVm4s1lZ8MHTo0HXfccel3v/td6kxxyty5c9Ott96a9thjj7TTTjulKPUoukgUQnzxi19MI0eOLDpcONbWfm+66aY0ffr0FufE/l977bUWY33xYdy4cWnYsGGFlwrzKEpYsGBB4fEYjDKJyZMnp3e/+91tlvbEvK6+NtlkkxTepVJlicicOXPKJUH/8R//kZYvX97u0uF68cUXp3/6p38qLLuIUqNDDz203TU23HDDFMUgrSfdeeed6fe//32L4dhPPFMtBv/2Yd11103ve9/7/vap5Z8olohykXvuuaewVKVpdtyLiy66KO25557p+eefbxqu2b9RIPS5z32ucH9RxBFFMaeffnqKXIWTmg3Gvbz00kvTwQcfnKKEqNmhlW8//elPp1122WXl53pv3IPxAAAQAElEQVR7E89HlPIU7bvpuf/e977X4XMf38tf//rX5e/lww8/XLRc2m233dJZZ53VqTKt0aNHl+cXLRTFNvvvv3967LHHig6vHHvxxRfL5V2HHHJIm/dv5eQ6f7P++uuXy67i3xuto8R3/YMf/GDq6D7GPYzfg7322iuFcet1fCZAgAABAgRSUj7jKSBAgAABAv0h4JoECBAgQIAAAQIECBAgQIBA/gISEiBAgAABAgQIECBAgAABAvkLSEiAAAECBAgQIECAAAECBAjkL5Bpwk033TR9//vfb7MopSl2FFrccMMNKf6D/YEDB6YoAYiijih0aHpFOc3YsWNTlNoMHz48jR8/vs3SmaZ1v/zlL6fDDz+86WOn/kYRTqlUqpj75z//uVx0c/7556fbbrstxd/I92//9m8Vc3t7IByOOOKINi8TllG+cuqpp6Z77703RYFEvB566KFyuUIU7ITvo48+2mKNMI1CnxaDXfwQ3lF+U3RalI989KMfTWPGjEnf+c530syZM1cWckTpUJQ1XHLJJSlcP//5zxctUX6WLrvssvJzUDjhb4PxnBSVz8Qe3vOe96R4rqJQKK4X+4kClL+d2uJPqVRKUbay+uqrtxhv+hDlIu9///vL5SmRKTKE9YwZM8oFSR/+8IfT2muvnb7whS+0KNKJ8qB4hprWqbW/J554Yjr55JPb3Na3v/3tcq74Xj744IMpyjmaJr/++uvl4o2wjXv5mc98pkX2pnnxd5999knnnHNOp8pUYn4tvgYMGJCiYCeyFO0vnu3w3Gijjcrfv3hGYizmRlnJyy+/XH5W4rsXa7RVUBTPzLe+9a0UhUhxbkeveP7jOS+VKn/P4typU6eWf9OizCl+p+OZjWc39nf99denGB8xYkS5RCzmN73i96O9Z6NpXj3+/dCHPpQuvPDCwq3HPYv7GL8XEydOTHHf4v7F5Hj+77rrrnJxUPwexO9CjDe9SqXie9B03F8CBAgQINBIAspnUkqNdMNlJUCAAAECBAgQIECAAAECjSogNwECBAgQIECAAAECBAgQIJC/gIQECBAgQIAAAQIECBAgQIBA/gISEiBAgAABAtUT2H333dN9992XNtlkk04v+sorr6TJkyeXSw+++93vlv9Gocq0adPSokWLOlxnlVVWSVdddVU699xzu1xqsfnmm6cNNtig8BoLFixIl19+eTrqqKPKf2OfTz75ZOHc3hyMsosLLrggRZlFW9dZsmRJueClqUAiSiSi3OKzn/1sevbZZytOi9KLK664Ig0aNKjiWFcGVltttfSVr3wlHXnkkW2eFtePYpx4JiJLqVRKUTq09dZbp9hfuBadHGtPmDAh/d3f/V3R4RZjUb4T97LF4N8+RIlEPFcf+chHyteL/UTxxsKFC/82o+WfXXbZJbVVTtM0M4p8IlNkCOvRo0eXC5JuueWWiuKVeD6vvfbaNG7cuKbTa+5vWH/9619PxxxzTJt7ayqNihxRsFMqlcrftyg9CYf27mUsut1226W4n2uttVZ8rOtXZIgskamtIPFch0nYxPNeKpVSPAvxexPFT1OmTElt/V8Uz/ziF79I8Xva1pyi8ShTae+7GOdEQdWxxx6b4pmNZzf2d/zxx5eLq+J481fsI4pqtthii+bD2bwvlUrl8pkomWkrVPxeRCFV3Le4f6VSqVzEdMABB6Tf/e53FadFUU/c34oDBmpGwEYIECBAoG8FVunby7kaAQIECBAgQIAAgbKAfxAgQIAAAQIECBAgQIAAAQL5C0hIgAABAgQIECBAgAABAgQI5C8gIQECBAgQIECAAAECBAjUucDOO++cHnrooXTYYYf1epLhw4enu+66K51++unlIoyuXnDUqFHpwAMP7PRp7ZWWdHqRbkzccssty6U8q6++ejfObnnKrrvumiZOnJiiWKLlke59iiKOWO/444/vygLtzo293XHHHenwww9vd17TwShD6ah0o2lu/P3LX/6SXnvttXhb8SqVSumcc85pt1Cn4qQ2BqKs4sorr+x0jjaW6ZPhNdZYI11zzTXpU5/6VNWvF89cfE833XTTqq/dXwtGlihyiSKnau5h7Nix6cEHH0zvfve7u7xslAh97WtfS+Hd5ZNbnRC/NVE809UCnFbL1PzHKE+K8rJTTjmlx3uNZyHKuP7P//k/PV7LAgQIECBAIBcB5TO53Ek5CPRIwMkECBAgQIAAAQIECBAgQIBA/gISEiBAgAABAgQIECBAgAABAvkLSEiAAAECBAgQIECAAAECBAjkLyAhAQIEqi+w4YYbph/96EfpgQceSFFGU+0rRKnHGWeckZ599tm03377dat4JvY0YMCA9C//8i9pq622io8dvtorLenw5B5OiJKc+++/P22xxRbdXumoo45Kv/zlL9PIkSO7vUbRiVFccu2116Yf/OAHKUoriuZ0dmy33XZLkydPTvvuu29nTynPO/XUU1OUP5Q/dPCPOXPmpBdeeKHNWVGoc8MNN5RLaNqc1MGBoUOHpttvv73bxUgdLN8rh6OI44orrkg33XRTiv1X4yIXXXRR+s1vflP1Z64ae+vpGvE7d+edd6bLL788RfFLT9aL37QzzzwzPfzww2mbbbbp9lLx3Y7veHzXu7tI/Mbc/9ZvTfzmdHeNejovnvurr746TZgwodv3MX57oqwnfjvqKbu9EiDQiAIyE+hbAeUzfevtagQIECBAgAABAgQIEHhbwD8JECBAgAABAgQIECBAgACB/AUkJECAAAECBAgQIECAAAECBPIXkJAAAQIECBAgQIBAJgKlUim9973vTX/4wx/SE088kY4//vhu/4f9TSQjRoxIl112WXr55ZfTN7/5zaoUZGy66abp7rvvTnvttVfTZdr8O2/evPK125zQyweimOXxxx8vl11EYUJnLzd27Nj0q1/9Kt18881pnXXW6expXZq36qqrpqOPPjq9+OKL6bzzzktd2V9caNSoUeX9TZo0KW299dYx1KVXlD7ccsstqTOlG4sXL+7wPsb+v/KVr5Sf3T333LPTe4kSkShGev7559NBBx3U7WKkTl+wyhNLpVL68Ic/XC7n+cY3vpHWW2+9Ll8hDE444YQUBp/73Oe6/Cx0+YL9eEKUzpx77rlpxowZ6dOf/nTXsr6177A67bTT0syZM9M33vKOIqe3hnv0v/iOx3c9vvPx3e/sYvHMR5FO/MbEb01nz8thXvx+xTMb9zHuR9yXzuQKs69+9aspSoiijKgz55hDgAABAgQaSUD5TCPdbVkJECBAoE0BBwgQIECAAAECBAgQIECAAIH8BSQkQIAAAQIECBAgQIAAAQIE8heQkAABAgQIECBAgAABAgQIEMhfQMLeFSiVSmnbbbdN1113Xfrf//3fNGvWrBQlIVHQsccee6SNN944Ff2H/lHCMGbMmBSFADfeeGP5vChoiGKTddddt6qbHj16dPqv//qvdM8995SLN1oXbmyxxRbpk5/8ZPrv//7vtP3221dc+/rrr08rVqxo8Vq0aFF617veVTG3pwNRdhBlF6+++mqKopbY15ZbbtnCMAoxdtppp3ThhRemJ598Mv3P//xP2nvvvVsUoQwZMiTdf//9LfYcGc4///webXHo0KHlgqCm/X3qU59KsZe4n80Xjs9x/6OcZNq0aWn69Olp/PjxKUogms/ryvum0o2HH344nXLKKSkKbZqfH+VFxx13XPrtb3+b9t133+aH2nwfz244z549O1177bVpn332SWuvvXaL+fG8HHHEEeXn+q9//WthMdKHPvShCusouthoo41arFX0Ie5J3JvWr1izaH41xuL+nHnmmemll15KcX+i9CmyF+03POIex72OwpPXX389TZgwIY0cObIaW6nKGmHV2i8+X//Wd7caFwiXK664InXmuY/ftfjexnMVVldffXWK86uxj6Y1SqVS+Tsf3/+//OUvKQpS4vsW97VpTvyN70h8J6I8JZ7d+G2J35g41vQqev7ityN+Q5rmtPW36Nxwj/G2zunMeFw79hBrNX/19Hc37kPcjwULFpS/z/G9ju938z3F5xiPf4+98sor6eyzz25RrBbPVPM9xfvYa+y5+TreEyBAgACBRhCoxfKZRnCXkQABAgQIECBAgAABAgQINLqA/AQIECBAgAABAgQIECBAgED+AhISIECAAAECBAgQIECAAAEC+QtISIAAAQIECGQsUCqVUhSAHHXUUeWCjt/97ncpCmWWL19eUcyxcOHCNHXq1HKJxTHHHFM+r1Qq9ZpOlJ5EIclNN92UXn755Rb7eeaZZ9KVV16Zdthhhx6Vo1Rz81Ews+eee5b39fTTT6fmhm+88UZ69NFH05e+9KW0zTbb9Muem/b3ta99rbyXuJ9RwtD0is9x/y+66KK09dZbtyjG6YlTqVQql/78+7//e5oxY0aL+xjFRxMnTkzjxo1rURbRmettsMEG6cQTT0z33ntvipKOphzxN56X2267LcVzvdZaa3VmubqZUyqVyvcnSp8i+wsvvNDCNPKHRzxvca+j5Cjufd0ErPJGI3t8L8MiTOI5D6OmV3yO37X4PYl5Mb/KW2ixXKlUSlGuFQUp8X2L6zftJf7GdyS+E/vvv38aNGhQi3Mb+UOU9MT3Ob7X8f0Oq6ZXfI7xOB7zGtmpCtktQYAAAQKZCyifyfwGi0eAAAECBAgQ6JyAWQQIECBAgAABAgQIECBAgED+AhISIECAAAECBAgQIECAAAEC+QtISIAAAQIECBAgQIAAAQIECOQvICEBAgQIECBAgAABAgSqK6B8prqeViNQHQGrECBAgAABAgQIECBAgAABAvkLSEiAAAECBAgQIECAAAECBAjkLyAhAQIECBAgQIAAAQIECBAgkL+AhAQIECBAgAABAgQIECBAgED+AhISyFxA+UzmN1g8AgQIECBAgAABAgQ6J2AWAQIECBAgQIAAAQIECBAgkL+AhAQIECBAgAABAgQIECBAgED+AhISIECAAAECBAgQIECAAAEC+QtISIAAAQIECBAgUF0B5TPV9bQaAQIECFRHwCoECBAgQIAAAQIECBAgQIBA/gISEiBAgAABAgQIECBAgAABAvkLSEiAAAECBAgQIECAAAECBAjkLyAhAQIECBAgQIAAAQIECBAgUOcCnSifqfOEtk+AAAECBAgQIECAAAECBAh0QsAUAgQIECBAgAABAgQIECBAIH8BCQkQIECAAAECBAgQIECAAIH8BSQkQIAAAQIECBAgQIAAAQIE8heQkAABAgQIVFdA+Ux1Pa1GgAABAgQIEKiOgFUIECBAgAABAgQIECBAgACB/AUkJECAAAECBAgQIECAAAECBPIXkJAAAQIECBAgQIAAAQIECBDIX0BCAgQIECBAgAABAgQI1LmA8pk6v4G23zcCrkKAAAECBAgQIECAAAECBAjkLyAhAQIECBAgQIAAAQIECBAgkL+AhAQIECBAgAABmrD/4AAAEABJREFUAgQIECBAgED+AhISIECAAAECBAgQIECAAAEC+QtISIBAdQWUz1TX02oECBAgQIAAAQIECFRHwCoECBAgQIAAAQIECBAgQIBA/gISEiBAgAABAgQIECBAgAABAvkLSEiAAAECBAgQIECAAAECBAjkLyAhAQIECBAgQIBAnQson6nzG2j7BAgQ6BsBVyFAgAABAgQIECBAgAABAgTyF5CQAAECBAgQIECAAAECBAgQyF9AQgIECBAgQIAAAQIECBAgQCB/AQkJECBAgAABAgQIECBAgACB/AWqm1D5THU9rUaAAAECBAgQIECAAAECBKojYBUCBAgQIECAAAECBAgQIEAgfwEJCRAgQIAAAQIECBAgQIAAgfwFJCRAgAABAgQIECBAgAABAgTyF5CQAAECBAjUuYDymTq/gbZPgAABAgQI9I2AqxAgQIAAAQIECBAgQIAAAQL5C0hIgAABAgQIECBAgAABAgQI5C8gIQECBAgQIECAAAECBAgQIJC/gIQECBAgQIAAAQIECBAg0DUB5TNd8zK7NgTsggABAgQIECBAgAABAgQIEMhfQEICBAgQIECAAAECBAgQIEAgfwEJCRAgQIAAAQIECBAgQIAAgfwFJCRAgAABAgQIECBAgAABAgTyF5CQAIE6F1A+U+c30PYJECBAgAABAgQI9I2AqxAgQIAAAQIECBAgQIAAAQL5C0hIgAABAgQIECBAgAABAgQI5C8gIQECBAgQIECAAAECBAgQIJC/gIQECBAgQIAAAQIEuiagfKZrXmYTIECgNgTsggABAgQIECBAgAABAgQIEMhfQEICBAgQIECAAAECBAgQIEAgfwEJCRAgQIAAAQIECBAgQIAAgfwFJCRAgAABAgQIECBAgAABAgTyF6jzhMpn6vwG2j4BAgQIECBAgAABAgQI9I2AqxAgQIAAAQIECBAgQIAAAQL5C0hIgAABAgQIECBAgAABAgQI5C8gIQECBAgQIECAAAECBAgQIJC/gIQECBAgQIBA1wSUz3TNy2wCBAgQIECgNgTsggABAgQIECBAgAABAgQIEMhfQEICBAgQIECAAAECBAgQIEAgfwEJCRAgQIAAAQIECBAgQIAAgfwFJCRAgAABAgQIECBAgACBGhdQPlPjN6g+tmeXBAgQIECAAAECBAgQIECAQP4CEhIgQIAAAQIECBAgQIAAAQL5C0hIgAABAgQIECBAgAABAgQI5C8gIQECBAgQIECAAAECBAgQIJC/gIQECBDomoDyma55mU2AAAECBAgQIECgNgTsggABAgQIECBAgAABAgQIEMhfQEICBAgQIECAAAECBAgQIEAgfwEJCRAgQIAAAQIECBAgQIAAgfwFJCRAgAABAgQIECBQ4wLKZ2r8BtkeAQL1IWCXBAgQIECAAAECBAgQIECAQP4CEhIgQIAAAQIECBAgQIAAAQL5C0hIgAABAgQIECBAgAABAgQI5C8gIQECBAgQIECAAAECBAgQIJC/gIRdE1A+0zUvswkQIECAAAECBAgQIECgNgTsggABAgQIECBAgAABAgQIEMhfQEICBAgQIECAAAECBAgQIEAgfwEJCRAgQIAAAQIECBAgQIAAgfwFJCRAgAABAgRqXED5TI3fINsjQIAAAQL1IWCXBAgQIECAAAECBAgQIECAQP4CEhIgQIAAAQIECBAgQIAAAQL5C0hIgAABAgQIECBAgAABAgQI5C8gIQECBAgQIECAAAECBAgQaCmgfKalRx6fpCBAgAABAgQIECBAgAABAgTyF5CQAAECBAgQIECAAAECBAgQyF9AQgIECBAgQIAAAQIECBAgQCB/AQkJECBAgAABAgQIECBAgACB/AUkJECAQI0LKJ+p8RtkewQIECBAgAABAvUhYJcECBAgQIAAAQIECBAgQIBA/gISEiBAgAABAgQIECBAgAABAvkLSEiAAAECBAgQIECAAAECBAjkLyAhAQIECBAgQIAAAQItBZTPtPTwiQCBPASkIECAAAECBAgQIECAAAECBPIXkJAAAQIECBAgQIAAAQIECBDIX0BCAgQIECBAgAABAgQIECBAIH8BCQkQIECAAAECBAgQIECAAIH8BSSscQHlMzV+g2yPAAECBAgQIECAAAEC9SFglwQIECBAgAABAgQIECBAgED+AhISIECAAAECBAgQIECAAAEC+QtISIAAAQIECBAgQIAAAQIECOQvICEBAgQIECBAoKWA8pmWHj4RIECAAIE8BKQgQIAAAQIECBAgQIAAAQIE8heQkAABAgQIECBAgAABAgQIEMhfQEICBAgQIECAAAECBAgQIEAgfwEJCRAgQIAAAQIECBAgQIBAPwson+mDG+ASBAgQIECAAAECBAgQIECAQP4CEhIgQIAAAQIECBAgQIAAAQL5C0hIgAABAgQIECBAgAABAgQI5C8gIQECBAgQIECAAAECBAgQIJC/gIQECBAg0FJA+UxLD58IECBAgAABAgTyEJCCAAECBAgQIECAAAECBAgQyF9AQgIECBAgQIAAAQIECBAgQCB/AQkJECBAgAABAgQIECBAgACB/AUaMuHDDz+cTj311BavH/3oRw1pITQBAgQIECBAgED/Cyif6f97YAcEGkBARAIECBAgQIAAAQIECBAgQCB/AQkJECBAgAABAgQIECBAgACB/AUkJECAAAECBAgQIECAAAECBPIXkJAAAQIECBDoK4EVK1ak5q++uq7rECBAgAABAgRSYkCgpYDymZYePhEgQIAAAQIECBAgQCAPASkIECBAgAABAgQIECBAgACB/AUkJECAAAECBAgQIECAAAECBPIXkJAAAQIECBAgQIAAAQIECBDIX0BCAgQIECBAgEA/Cyif6ecb4PIECBAg0BgCUhIgQIAAAQIECBAgQIAAAQL5C0hIgAABAgQIECBAgAABAgQI5C8gIQECBAgQIECAAAECBAgQIJC/gIQECBAgQIAAAQIECBAgQKDRBBqxfKbR7rG8BAgQIECAAAECBAgQIECgEQVkJkCAAAECBAgQIECAAAECBPIXkJAAAQIECBAgQIAAAQIECBDIX0BCAgQIECBAgAABAgQIECBAIH8BCQkQIECgnwWUz/TzDXB5AgQIECBAgEBjCEhJgAABAgQIECBAgAABAgQI5C8gIQECBAgQIECAAAECBAgQIJC/gIQECBAgQIAAAQIECBAgQIBA/gISEiBAgAABAgQIECDQaALKZxrtjstLIAS8CBAgQIAAAQIECBAgQIAAgfwFJCRAgAABAgQIECBAgAABAgTyF5CQAAECBAgQIECAAAECBAgQyF9AQgIECBAgQIAAAQIECBAgQCB/AQkJ9LOA8pl+vgEuT4AAAQIECBAgQIBAYwhISYAAAQIECBAgQIAAAQIECOQvICEBAgQIECBAgAABAgQIECCQv4CEBAgQIECAAAECBAgQIECAQP4CEhIgQIAAAQIEGk1A+Uyj3XF5CRAgQCAEvAgQIECAAAECBAgQIECAAIH8BSQkQIAAAQIECBAgQIAAAQIE8heQkAABAgQIECBAgAABAgQIEMhfQEICBAgQIECAAAECBAgQIECglwVqoHymlxNangABAgQIECBAgAABAgQIEKgBAVsgQIAAAQIECBAgQIAAAQIE8heQkAABAgQIECBAgAABAgQIEMhfQEICBAgQIECAAAECBAgQIEAgfwEJCRAgQKDRBJTPNNodl5cAAQIECBAgEAJeBAgQIECAAAECBAgQIECAQP4CEhIgQIAAAQIECBAgQIAAAQL5C0hIgAABAgQIECBAgAABAgQI5C8gIQECBAgQIECAAAECBHpZQPlMLwNbnkBnBMwhQIAAAQIECBAgQIAAAQIE8heQkAABAgQIECBAgAABAgQIEMhfQEICBAgQIECAAAECBAgQIEAgfwEJCRAgQIAAAQIECBAgQIAAgfwFJCTQaALKZxrtjstLgAABAgQIECBAgEAIeBEgQIAAAQIECBAgQIAAAQL5C0hIgAABAgQIECBAgAABAgQI5C8gIQECBAgQIECAAAECBAgQIJC/gIQECBAgQIAAAQK9LKB8ppeBLU+AAAECnREwhwABAgQIECBAgAABAgQIEMhfQEICBAgQIECAAAECBAgQIEAgfwEJCRAgQIAAAQIECBAgQIAAgfwFJCRAgAABAgQIECBAgAABAgRyE6gsn8ktoTwECBAgQIAAAQIECBAgQIBApYARAgQIECBAgAABAgQIECBAIH8BCQkQIECAAAECBAgQIECAAIH8BSQkQIAAAQIECBAgQIAAAQIE8heQkAABAgQI9LKA8pleBrY8AQIECBAgQKAzAuYQIECAAAECBAgQIECAAAEC+QtISIAAAQIECBAgQIAAAQIECOQvICEBAgQIECBAgAABAgQIECCQv4CEBAgQIECAAAECBAgQyE1A+Uxud1SeaghYgwABAgQIECBAgAABAgQIEMhfQEICBAgQIECAAAECBAgQIEAgfwEJCRAgQIAAAQIECBAgQIAAgfwFJCRAgAABAgQIECBAgAABAgTyF5CQAIFeFlA+08vAlidAgAABAgQIECBAoDMC5hAgQIAAAQIECBAgQIAAAQL5C0hIgAABAgQIECBAgAABAgQI5C8gIQECBAgQIECAAAECBAgQIJC/gIQECBAgQIAAAQK5CSifye2OykOAAIFqCFiDAAECBAgQIECAAAECBAgQyF9AQgIECBAgQIAAAQIECBAgQCB/AQkJECBAgAABAgQIECBAgACB/AUkJECAAAECBAgQIECAAAECBPIX6OWEymd6GdjyBAgQIECAAAECBAgQIECgMwLmECBAgAABAgQIECBAgAABAvkLSEiAAAECBAgQIECAAAECBAjkLyAhAQIECBAgQIAAAQIECBAgkL+AhAQIECBAIDcB5TO53VF5CBAgQIAAgWoIWIMAAQIECBAgQIAAAQIECBDIX0BCAgQIECBAgAABAgQIECBAIH8BCQkQIECAAAECBAgQIECAAIH8BSQkQIAAAQIECBAgQIAAgR4KKJ/pIaDT+0LANQgQIECAAAECBAgQIECAAIH8BSQkQIAAAQIECBAgQIAAAQIE8heQkAABAgQIECBAgAABAgQIEMhfQEICBAgQIECAAAECBAgQIEAgfwEJCRDITUD5TG53VB4CBAgQIECAAAEC1RCwBgECBAgQIECAAAECBAgQIJC/gIQECBAgQIAAAQIECBAgQIBA/gISEiBAgAABAgQIECBAgAABAvkLSEiAAAECBAgQIECghwLKZ3oI6HQCBAj0hYBrECBAgAABAgQIECBAgAABAvkLSEiAAAECBAgQIECAAAECBAjkLyAhAQIECBAgQIAAAQIECBAgkL+AhAQIECBAgAABAgQIECBAgED+ArklVD6T2x2VhwABAgQIECBAgAABAgSqIWANAgQIECBAgAABAgQIECBAIH8BCX/MM5sAABAASURBVAkQIECAAAECBAgQIECAAIH8BSQkQIAAAQIECBAgQIAAAQIE8heQkAABAgQIEOihgPKZHgI6nQABAgQIEOgLAdcgQIAAAQIECBAgQIAAAQIE8heQkAABAgQIECBAgAABAgQIEMhfQEICBAgQIECAAAECBAgQIEAgfwEJCRAgQIAAAQIECBAgQKDeBJTP1Nsdq4X92gMBAgQIECBAgAABAgQIECCQv4CEBAgQIECAAAECBAgQIECAQP4CEhIgQIAAAQIECBAgQIAAAQL5C0hIgAABAgQIECBAgAABAgQI5C8gIQECBHoooHymh4BOJ0CAAAECBAgQINAXAq5BgAABAgQIECBAgAABAgQI5C8gIQECBAgQIECAAAECBAgQIJC/gIQECBAgQIAAAQIECBAgQIBA/gISEiBAgAABAgQIEKg3AeUz9XbH7JcAgVoQsAcCBAgQIECAAAECBAgQIEAgfwEJCRAgQIAAAQIECBAgQIAAgfwFJCRAgAABAgQIECBAgAABAgTyF5CQAAECBAgQIECAAAECBAgQyF9Awh4KKJ/pIaDTCRAgQIAAAQIECBAgQKAvBFyDAAECBAgQIECAAAECBAgQyF9AQgIECBAgQIAAAQIECBAgQCB/AQkJECBAgAABAgQIECBAgACB/AUkJECAAAECBOpNQPlMvd0x+yVAgAABArUgYA8ECBAgQIAAAQIECBAgQIBA/gISEiBAgAABAgQIECBAgAABAvkLSEiAAAECBAgQIECAAAECBAjkLyAhAQIECBAgQIAAAQIECBDoQED5TAdA9XDYHgkQIECAAAECBAgQIECAAIH8BSQkQIAAAQIECBAgQIAAAQIE8heQkAABAgQIECBAgAABAgQIEMhfQEICBAgQIECAAAECBAgQIEAgfwEJCRAgUG8Cymfq7Y7ZLwECBAgQIECAQC0I2AMBAgQIECBAgAABAgQIECCQv4CEBAgQIECAAAECBAgQIECAQP4CEhIgQIAAAQIECBAgQIAAAQL5C0hIgAABAgQIECBAgEAHAspnOgBymACBehCwRwIECBAgQIAAAQIECBAgQCB/AQkJECBAgAABAgQIECBAgACB/AUkJECAAAECBAgQIECAAAECBPIXkJAAAQIECBAgQIAAAQIECBDIX0DCehNQPlNvd8x+CRAgQIAAAQIECBAgUAsC9kCAAAECBAgQIECAAAECBAjkLyAhAQIECBAgQIAAAQIECBAgkL+AhAQIECBAgAABAgQIECBAgED+AhISIECAAAECBDoQUD7TAZDDBAgQIECgHgTskQABAgQIECBAgAABAgQIEMhfQEICBAgQIECAAAECBAgQIEAgfwEJCRAgQIAAAQIECBAgQIAAgfwFJCRAgAABAgQIECBAgAABArUmoHym+nfEigQIECBAgAABAgQIECBAgED+AhISIECAAAECBAgQIECAAAEC+QtISIAAAQIECBAgQIAAAQIECOQvICEBAgQIECBAgAABAgQIECCQv4CEBAgQINCBgPKZDoAcJkCAAAECBAgQqAcBeyRAgAABAgQIECBAgAABAgTyF5CQAAECBAgQIECAAAECBAgQyF9AQgIECBAgQIAAAQIECBAgQCB/AQkJECBAgAABAgQIEKg1AeUztXZH7IdADgIyECBAgAABAgQIECBAgAABAvkLSEiAAAECBAgQIECAAAECBAjkLyAhAQIECBAgQIAAAQIECBAgkL+AhAQIECBAgAABAgQIECBAgED+AhIS6EBA+UwHQA4TIECAAAECBAgQIECgHgTskQABAgQIECBAgAABAgQIEMhfQEICBAgQIECAAAECBAgQIEAgfwEJCRAgQIAAAQIECBAgQIAAgfwFJCRAgAABAgQI1JqA8plauyP2Q4AAAQI5CMhAgAABAgQIECBAgAABAgQI5C8gIQECBAgQIECAAAECBAgQIJC/gIQECBAgQIAAAQIECBAgQIBA/gISEiBAgAABAgQIECBAgACBhhdogPKZhr/HAAgQIECAAAECBAgQIECAQAMIiEiAAAECBAgQIECAAAECBAjkLyAhAQIECBAgQIAAAQIECBAgkL+AhAQIECBAgAABAgQIECBAgED+AhISIECAQK0JKJ+ptTtiPwQIECBAgACBHARkIECAAAECBAgQIECAAAECBPIXkJAAAQIECBAgQIAAAQIECBDIX0BCAgQIECBAgAABAgQIECBAIH8BCQkQIECAAAECBAgQaHgB5TMN/wgAaAQBGQkQIECAAAECBAgQIECAAIH8BSQkQIAAAQIECBAgQIAAAQIE8heQkAABAgQIECBAgAABAgQIEMhfQEICBAgQIECAAAECBAgQIEAgfwEJCdSagPKZWrsj9kOAAAECBAgQIECAQA4CMhAgQIAAAQIECBAgQIAAAQL5C0hIgAABAgQIECBAgAABAgQI5C8gIQECBAgQIECAAAECBAgQIJC/gIQECBAgQIAAgYYXUD7T8I8AAAIECDSCgIwECBAgQIAAAQIECBAgQIBA/gISEiBAgAABAgQIECBAgAABAvkLSEiAAAECBAgQIECAAAECBAjkLyAhAQIECBAgQIAAAQIECBAg0NcCfV8+09cJXY8AAQIECBAgQIAAAQIECBDoewFXJECAAAECBAgQIECAAAECBPIXkJAAAQIECBAgQIAAAQIECBDIX0BCAgQIECBAgAABAgQIECBAIH8BCQkQIECg4QWUzzT8IwCAAAECBAgQaAQBGQkQIECAAAECBAgQIECAAIH8BSQkQIAAAQIECBAgQIAAAQIE8heQkAABAgQIECBAgAABAgQIEMhfQEICBAgQIECAAAECBAj0tYDymb4Wdz0CKTEgQIAAAQIECBAgQIAAAQIE8heQkAABAgQIECBAgAABAgQIEMhfQEICBAgQIECAAAECBAgQIEAgfwEJCRAgQIAAAQIECBAgQIAAgfwFJCTQ8ALKZxr+EQBAgAABAgQIECBAoBEEZCRAgAABAgQIECBAgAABAgTyF5CQAAECBAgQIECAAAECBAgQyF9AQgIECBAgQIAAAQIECBAgQCB/AQkJECBAgAABAgT6WkD5TF+Lux4BAgQIpMSAAAECBAgQIECAAAECBAgQyF9AQgIECBAgQIAAAQIECBAgQCB/AQkJECBAgAABAgQIECBAgACB/AUkJECAAAECBAgQIECAAAECBLIXWCX7hAISIECAAAECBAgQIECAAAECCQEBAgQIECBAgAABAgQIECCQv4CEBAgQIECAAAECBAgQIECAQP4CEhIgQIAAAQIECBAg0DsCF198cTr77LP77HXjjTdWBLnvvvv67PpNWV9++eWKfRggQKD/BeyAAAECBAj0tcAqfX1B1yNAgAABAgQIEEgICBAgQIAAAQIECBAgQIAAgfwFJCRAgAABAgQIECBAgAABAgTyF5CQAAECBAgQIECAAAECBAgQyF9AwgYROOSQQ9LChQv77PX6669XyC5durTPrh9Z991337T++utX7MMAAQIECBAgQIBA4wkon2m8ey5xhYABAgQIECBAgAABAgQIECBAIH8BCQkQIECAAAECBAgQIECAAIH8BSQkQIAAAQIECBAgQIAAAQIE8heQkAABAgQIECDQOwI77rhj2nPPPXtn8RpcddSoUemAAw6owZ3ZEgECBAgQCAEvAgT6WkD5TF+Lux4BAgQIECBAgAABAikxIECAAAECBAgQIECAAAECBPIXkJAAAQIECBAgQIAAAQIECBDIX0BCAgQIECBAgAABAgQIECCQkcBhhx2WBg4cmFGitqMceuihbR9sfcRnAgQIECBAgACB7AWUz2R/iwUkQIBAxwJmECBAgAABAgQIECBAgAABAvkLSEiAAAECBAgQIECAAAECBAjkLyAhAQIECBAgQIAAAQIECBAgkL+AhAQIECDQewLDhg1LjVDKMm7cuLTddtv1HqSVCRAgQIAAAQIEeizQ1wson+lrcdcjQIAAAQIECBAgQIAAAQIpMSBAgAABAgQIECBAgAABAgTyF5CQAAECBAgQIECAAAECBAgQyF9AQgIECBAgQIAAAQIEMhPYZ5990pZbbplZqnfiDB48uCEKdt5J7B2BqghYhAABAgQIZC+gfCb7WywgAQIECBAg0LGAGQQIECBAgAABAgQIECBAgED+AhISIECAAAECBAgQIECAAAEC+QtISIAAAQIECBAgQIAAAQIECOQvICGB3hc45JBDev8i/XSFyDZ06NB+urrLEiBAgAABAgQI1KqA8plavTONvC/ZCRAgQIAAAQIECBAgQIAAgfwFJCRAgAABAgQI/H/27gPMrqpcGPC30guE0AKhI5BLIEAgkdAEAa8UkUQUseHFjgp27IpyVVT0WlCUX72i4LUh14KiXEFRuvQuXXrvIZSUf9aEHc7MOZNMn3PWvD5Zs/deba/v3Wsw7OfZHwQIECBAgAABAgQIECBAgACB8gVESIAAAQIECBAgQIAAAQIECJQvUGCE06ZNixe/+MXFRbbZZpvF7rvvXlxcAiJAgAABAgQIEOi7gOQzfTc0A4HiBQRIgAABAgQIECBAgAABAgQIlC8gQgIECBAgQIAAAQIECBAgQKB8ARESIECAAAECBAgQIECAAAEC5QuIkAABAgQIEOgfgXnz5sWkSZP6Z7ImmSXH1CRLsQwCBAgQIECgjwKGE+hvAcln+lvUfAQIECBAgAABAgQIEOi7gBkIECBAgAABAgQIECBAgACB8gVESIAAAQIECBAgQIAAAQIECJQvIEICBAgQIECAAAECBAgQaFGB8ePHR0nJWvbcc8/YdNNNW/RpNP2yLZAAAQIECBAg0PICks+0/CMUAAECBAgMvIA7ECBAgAABAgQIECBAgAABAuULiJAAAQIECBAgQIAAAQIECBAoX0CEBAgQIECAAAECBAgQIECAQPkCIiRAgED/Cey8886x5ZZb9t+EQzTT5MmTY+7cuUN0d7clQIAAAQIECBBoBYHWSz7TCqrWSIAAAQIECBAgQIAAAQIECPRNwGgCBAgQIECAAAECBAgQIECgfAEREiBAgAABAgQIECBAgAABAuULiJAAAQIECBAgQIBAiwuUkLQlxzB27NgWfxKWT4BAUwtYHAECBAi0vIDkMy3/CAVAgAABAgQIEBh4AXcgQIAAAQIECBAgQIAAAQIEyhcQIQECBAgQIECAAAECBAgQIFC+gAgJECBAgAABAgQIECBAgACB8gVE2L8CG264Yey99979O+kgzrbVVlvFTjvtNIh3dCsCBAgQIECAAIFWFJB8phWfmjUPdwHxEyBAgAABAgQIECBAgAABAuULiJAAAQIECBAgQIAAAQIECBAoX0CEBAgQIECAAAECBAgQIECAQPkCIiRAgAABAgQKEJg3b16sueaaLRlJXntLLtyiCRAgQIBAawlYLYGWF5B8puUfoQAIECBAgAABAgQIEBjOWlFiAAAQAElEQVR4AXcgQIAAAQIECBAgQIAAAQIEyhcQIQECBAgQIECAAAECBAgQIFC+gAgJECBAgAABAgQIECBAgEDPBVJK0YpJXPbdd99Yb731eh5wy48QAAECBAgQIECAQE8FJJ/pqZj+BAgQIDD0AlZAgAABAgQIECBAgAABAgQIlC8gQgIECBAgQIAAAQIECBAgQKB8ARESIECAAAECBAgQIECAAAEC5QuIkAABAoUIzJ49O2bNmtUy0ay11loxd+7cllmvhRIgQIAAAQIECAytQJ+Tzwzt8t2dAAECBAgQIECAAAECBAgQGAwB9yBAgAABAgQIECBAgAABAgTKFxAhAQIECBAgQIAAAQIECBAgUL6ACAkQIECAAAECBAgQ6L1AKyVzmTdvXu8DNZIAgZYXEAABAgQIEOipgOQzPRXTnwABAgQIECAw9AJWQIAAAQIECBAgQIAAAQIECJQvIEICBAgQIECAAAECBAgQIECgfAEREiBAgAABAgQIECBAgAABAuULiLAggbXWWitaIQHN7NmzY7vttitIXigECBAgQIAAAQIDLSD5zEALm38YCAiRAAECBAgQIECAAAECBAgQKF9AhAQIECBAgAABAgQIECBAgED5AiIkQIAAAQIECBAgQIAAAQIEyhcQIQECBAgQIECgbwL77rtvrL/++n2bZABHjxgxIubNmzeAdzA1AQIECBBoBQFrJECgpwKSz/RUTH8CBAgQIECAAAECBIZewAoIECBAgAABAgQIECBAgACB8gVESIAAAQIECBAgQIAAAQIECJQvIEICBAgQIECAAAECBAgQINCCAs2c3CWvbc0112wuVashQIAAAQIECBBoegHJZ5r+EVkgAQIEml/ACgkQIECAAAECBAgQIECAAIHyBURIgAABAgQIECBAgAABAgQIlC8gQgIECBAgQIAAAQIECBAgQKB8ARESIECAQN8FZsyYETvttFPfJ+rnGTbccMPYa6+9+nlW0xEgQIAAAQIECLSiQE/XLPlMT8X0J0CAAAECBAgQIECAAAECQy9gBQQIECBAgAABAgQIECBAgED5AiIkQIAAAQIECBAgQIAAAQIEyhcQIQECBAgQIECAAAECLSowd+7cGDt2bFOtft68eU21HoshQGCZgBMCBAgQIND0ApLPNP0jskACBAgQIECg+QWskAABAgQIECBAgAABAgQIEChfQIQECBAgQIAAAQIECBAgQIBA+QIiJECAAAECBAgQIECAAAECBMoXECGB/hGYPHlyNFOyl1122SW22GKL/gnOLAQIECBAgAABAsNOQPKZYffIh0HAQiRAgAABAgQIECBAgAABAgTKFxAhAQIECBAgQIAAAQIECBAgUL6ACAkQIECAAAECBAgQIECAAIHyBURIgAABAgQIEGhhgT322CM23XTTIY9gwoQJTZUIZ8hBLIAAAQIEmk/AiggQaHoByWea/hFZIAECBAgQIECAAIHmF7BCAgQIECBAgAABAgQIECBAoHwBERIgQIAAAQIECBAgQIAAAQLlC4iQAAECBAgQIECAAAECBAgQ6JnAvHnzejZgAHrnNay88srdnllHAgQIECBAgAABAp0FJJ/pLOKaAAECrS8gAgIECBAgQIAAAQIECBAgQKB8ARESIECAAAECBAgQIECAAAEC5QuIkAABAgQIECBAgAABAgQIEChfQIQECBAg0OICm222Wey+++5DFsW0adNit912G7L7uzEBAgQIECBAgEC3BJq+k+QzTf+ILJAAAQIECBAgQIAAAQIEml/ACgkQIECAAAECBAgQIECAAIHyBURIgAABAgQIECBAgAABAgQIlC8gQgIECBAgQIAAAQIECPRcYN68eTFp0qSeD+yHEfne/TCNKQgMMwHhEiBAgAABAp0FJJ/pLOKaAAECBAgQaH0BERAgQIAAAQIECBAgQIAAAQLlC4iQAAECBAgQIECAAAECBAgQKF9AhAQIECBAgAABAgQIECBAgED5AiIkUIDAuHHjYiiSwLzkJS+JTTbZpABBIRAgQIAAAQIECAy1gOQzQ/0EhsH9hUiAAAECBAgQIECAAAECBAiULyBCAgQIECBAgAABAgQIECBAoHwBERIgQIAAAQIECBAgQIAAAQLlC4iQAAECBAgQIECgdwI777xzzJgxo3eDezFq1VVXHZKEN71YqiEECBAg0IQClkSAAIHOApLPdBZxTYAAAQIECBAgQKD1BURAgAABAgQIECBAgAABAgQIlC8gQgIECBAgQIAAAQIECBAgQKB8ARESIECAAAECBAgQIECAAAECLSQwb9683qy2V2Pmzp0bo0eP7tVYgwgQIECAAAECBAh0FpB8prOIawIECPS7gAkJECBAgAABAgQIECBAgACB8gVESIAAAQIECBAgQIAAAQIECJQvIEICBAgQIECAAAECBAgQIECgfAEREiBAgACB3gusv/76sffee/d+gm6O3HrrrWPHHXfsZm/dCBAgQIAAAQIE6gXUdBaQfKaziGsCBAgQIECAAAECBAgQaH0BERAgQIAAAQIECBAgQIAAAQLlC4iQAAECBAgQIECAAAECBAgQKF9AhAQIECBAgAABAgQIEGgxgXnz5sWUKVMGdNX5HgN6A5MTGGwB9yNAgAABAgSGXEDymSF/BBZAgAABAgTKFxAhAQIECBAgQIAAAQIECBAgUL6ACAkQIECAAAECBAgQIECAAIHyBURIgAABAgQIECBAgAABAgQIlC8gQgIE+iaQUoqBTA7zspe9LNZdd92+LdJoAgQIECBAgAABAp0EJJ/pBDIMLoVIgAABAgQIECBAgAABAgQIlC8gQgIECBAgQIAAAQIECBAgQKB8ARESIECAAAECBAgQIECAAAEC5QuIkAABAgQIECBAoAUFZs2aFbn099KnTp0a+++/f39Paz4CBAgQGHoBKyBAgMCQC0g+M+SPwAIIECBAgAABAgTKFxAhAQIECBAgQIAAAQIECBAgUL6ACAkQIECAAAECBAgQIECAAIHyBURIgAABAgQIECBAgAABAgQIlC/QPxHOmzcvUkr9M9lzs8ydO/e5MwcCBAgQIECAAAEC/Ssg+Uz/epqNAIFWELBGAgQIECBAgAABAgQIECBAoHwBERIgQIAAAQIECBAgQIAAAQLlC4iQAAECBAgQIECAAAECBAgQKF9AhAQIECBAoEUFpkyZEv2ZLOaFL3xhbLvtti2qYdkECBAgQIAAgRUIaB5yAclnhvwRWAABAgQIECBAgAABAgTKFxAhAQIECBAgQIAAAQIECBAgUL6ACAkQIECAAAECBAgQIECAAIHyBURIgAABAgQIECBAgAABAt0X2GeffWL99dfv/oAueo4cOTJe8YpXdNGqmkD/C5iRAAECBAgQGH4Cks8Mv2cuYgIECBAgQIAAAQIECBAgQIAAAQIECBAoX0CEBAgQIECAAAECBAgQIECAQPkCIiRAgAABAgQIECBAgAABAgTKFxAhAQItLjBv3rw+R5DnWH311fs8jwkIECBAgAABAgQIdCUg+UxXMoNW70YECBAgQIAAAQIECBAgQIBA+QIiJECAAAECBAgQIECAAAECBMoXECEBAgQIECBAgAABAgQIECBQvoAICRAgQIAAAQIECPRMYMaMGbHzzjv3bFBN74033jhe+tKX1tQ4JUCAAIGBF3AHAgQIDD+BEcMvZBETIECAAAECBAgMewEABAgQIECAAAECBAgQIECAQPkCIiRAgAABAgQIECBAgAABAgTKFxAhAQIECBAgQIAAAQIECBAgUL5AARHOmzcvxo0b16tI5s6d26txBhEgQIAAAQIECBDoiYDkMz3R0pcAgQERMCkBAgQIECBAgAABAgQIECBQvoAICRAgQIAAAQIECBAgQIAAgfIFREiAAAECBAgQIECAAAECBAiULyBCAgQIECBAoOcCkyZNit4kkXnRi14U06dP7/kNjSBAgAABAgQI9FHA8OEnIPnM8HvmIiZAgAABAgQIECBAgAABAgQIECBAgAABAgQIECBAoHwBERIgQIAAAQIECBAgQIAAAQLlC4iQAAECBAgQIECAAAECBFpEYI899ojNNtus26udOHFizJs3r9v9dSxaQHAECBAgQIAAgQEXkHxmwIndgAABAgQIrEhAOwECBAgQIECAAAECBAgQIFC+gAgJECBAgAABAgQIECBAgACB8gVESIAAAQIECBAgQIAAAQIECJQvIEICBAj0XqAnyWRy35VWWqn3NzOSAAECBAgQIECAQA8EJJ/pjOWaAAECBAgQIECAAAECBAgQKF9AhAQIECBAgAABAgQIECBAgED5AiIkQIAAAQIECBAgQIAAAQIEyhcQIQECBAgQIECAAIEWEth0001jjz32WOGKN99889h1111X2E8HAgQIDBsBgRIgQIDAgAtIPjPgxG5AgAABAgQIECCwIgHtBAgQIECAAAECBAgQIECAQPkCIiRAgAABAgQIECBAgAABAgTKFxAhAQIECBAgQIAAAQIECBAgUL6ACPsm8IpXvCImT5683Enmzp273HaNBAgQIECAAAECBPpbQPKZ/hY1H4HWFxABAQIECBAgQIAAAQIECBAgUL6ACAkQIECAAAECBAgQIECAAIHyBURIgAABAgQIECBAgAABAgQIlC8gQgIECBAgQKDFBMaMGRPLSy7z7//+7/GCF7ygxaKyXAIECBAgQGCABUxPYMAFJJ8ZcGI3IECAAAECBAgQIECAwIoEtBMgQIAAAQIECBAgQIAAAQLlC4iQAAECBAgQIECAAAECBAgQKF9AhAQIECBAgAABAgQIECBAYMUCO+20U2y11VZ1HVdbbbWYN29eXb2KZhOwHgIECBAgQIBAeQKSz5T3TEVEgAABAn0VMJ4AAQIECBAgQIAAAQIECBAoX0CEBAgQIECAAAECBAgQIECAQPkCIiRAgAABAgQIECBAgAABAgTKFxAhAQIEWlSgUZKZXDdq1KgWjciyCRAgQIAAAQIEWlmg6ZPPtDKutRMgQIAAAQIECBAgQIAAAQLdE9CLAAECBAgQIECAAAECBAgQKF9AhAQIECBAgAABAgQIECBAgED5AiIkQIAAAQIECBAgQKB7Auutt17su+++yzpvs802MWfOnGXXTggQINDMAtZGgAABAuUJSD5T3jMVEQECBAgQIECgrwLGEyBAgAABAgQIECBAgAABAuULiJAAAQIECBAgQIAAAQIECBAoX0CEBAgQIECAAAECBAgQIECAQPkCImxhgblz58baa6/dHsG8efPaj34QIECAAAECBAgQGAoByWeGQt09CfRIQGcCBAgQIECAAAECBAgQIECgfAEREiBAgAABAgQIECBAgAABAuULiJAAAQIECBAgQIAAAQIECBAoX0CEBAgQIECAAIGeCeQENPvtt1+ss846PRuoNwECBAgQIDCEAm5NoDwByWfKe6YiIkCAAAECBAgQIECgtodnxwAAEABJREFUrwLGEyBAgAABAgQIECBAgAABAuULiJAAAQIECBAgQIAAAQIECBAoX0CEBAgQIDDsBJYsWRIKA3vAHrAH7AF7wB5opT2w7bbbxste9jJ/h+nL3+OMtX/sAXvAHrAH7IGm3gPD7gVViwYs+UyLPjjLJkCAwHASECsBAgQIECBAgAABAgQIECBQvoAICRAgQIAAAQIECBAgQIAAgfIFREiAAAECBAgQIECAAIGBFMgfmaeUIiUlJQYpMUhpaAxSct+UGKTEICUGKTFIqXsGI0aM8HeYblql1D3TlPRLiUFKDFJikBKDlBikxCCloTPI72wG8p2QuftHYEQPp9GdAAECBAgQIECAAAECBAgQKF9AhAQIECBAgAABAgQIECBAgED5AiIkQIAAAQIECBAgQIAAAQIEyhcQIYFhI5A/YkopDZt4BUqAAAECBAgQIECAAIEaAacECBBoaoGUvLNp6gf03OIkn3kOwoEAAQIECBAg0LwCVkaAAAECBAgQIECAAAECBAiULyBCAgQIECBAgAABAgQIECBAoHwBERIgQIAAAQIECAyUQEqNP2LKSWmUJcGAgT1gD9gDg7kH3Mt+swfsAXvAHrAH7AF7wB4Y3ntgoN7/mHdgBSSfGVhfs5coICYCBAgQIECAAAECBAgQIECgfAEREiBAgAABAgQIECBAgAABAuULiJAAAQIECBAgQIAAAQIECBBoCYH8wVpvFto+rm1gSilSUlJikBKDlBikxCAlBikxSIlBSgxSYpASg5QYpMQgJQYpMUiphQ2svWnefbS9imlPgpuPPS3Vu5yejtO/fwQkn+kfR7MQIECAAAECBAgQIDCAAqYmQIAAAQIECBAgQIAAAQIEyhcQIQECBAgQIECAAAECBAgQIFC+gAgJECBAgEB3BPKHRrUlpdRwWG2f6ry2Y0qp/cOrqs1xSfvHXxw42AP2gD1gD9gD9sBA7wHz22P2gD1gD9gD9sDw3QMpLX0fU/uOptF+qG2vzlNKde8uqjbHgReQfGbgjd2BAAECpQmIhwABAgQIECBAgAABAgQIEChfQIQECBAgQIAAAQIECBAgQIBA+QIiJECAAAECBAgQIECAQNMJ5I+RUlr6kVJKS4+NFpn71danlNovc33n0t7gB4HhKyByAgQIECBAgAABAgQIECAwaAKd38vk63zzlJa+u8nnuVT1+by2pJTakwmntPRY2+Z8uQJ9bpR8ps+EJiBAgAABAgQIECBAgAABAgMtYH4CBAgQIECAAAECBAgQIECgfAEREiBAgAABAgQIECBAgAABAuULiJAAgeUJ5I+OUkpddsntVUkptX+IVHXO9dX58o7d7be8ObQRIECAAAECBAgQIEBg+QJaCRAgMHwE8ruWXFYUcW2flJa+18l1VVnReO0DLyD5zMAbuwMBAgQIECBQmoB4CBAgQIAAAQIECBAgQIAAgfIFREiAAAECBAgQIECAAAECBAiULyBCAgQIECBAgACBphHIHxqllBquJ7flklJalnAmX+fSeUCuq0rnNtcECBAgMEwFhE2AAAECBAgQIECAwIAJpJTa587vY9pPnvuRr6vyXFXD9zoppfb63Lfq1+i4ovZGY9T1TEDymZ556d2EApZEgAABAgQIECBAgAABAgQIlC8gQgIECBAgQIAAAQIECBAgQKB8ARESIECAAAECBAgQIECAAAEC5Qt0FWFKqaum9vqUUuSPjHJpr6j50aiuas5typJldixY2AP2gD1gD9gD9oA9YA/YA/aAPWAPDMYecI/htc86v4eprjsf876orUvp+fc9KS09r22vPU9p+e+Oavs6752A5DO9czOKAAECBAgQIECAwHAWEDsBAgQIECBAgAABAgQIECBQvoAICRAgQIAAAQIECBAgQIAAgfIFREiAAAECBIZcoPNHR3lBua62pFT/8VFuz31rS+e66jofc6n65vPakutrr50Prw/kPG/P2x6wB+wBe2AY7AGJ6JbY5/a5PWAP2AP2gD3QH3ugq3couT6XfI/aYz7PJddXJV/n0ug6paXvgKq2fMx9a0ujutp2570XkHym93ZGEiBAoEkELIMAAQIECBAgQIAAAQIECBAoX0CEBAgQIECAAAECBAgQIECAQPkCIiRAgAABAgQIECBAgMDwEsgfC6XU8b9anesqhZRSpLT0o6OqrrY911XXixcvzpftparLx1xSSsvq83X7Rc2P2rE11U4JDJCAaQkQIECAAAECBAgQIECAQGsKNHqHkt+1VCWlpe9xqutGUXZuy9dVv3yeUmp/H1RbV53nY0opH1qgtN4SJZ9pvWdmxQQIECBAgAABAgQIECAw1ALuT4AAAQIECBAgQIAAAQIECJQvIEICBAgQIECAAAECBAgQIECgfAEREiAwZALVx0S1C8h1+TqlpR8R5etccl0utee117k+pec/bspt1cdQua225Lba69p++VxZHAwY2AP2gD1gD9gD9oA9YA8UtwcWe6aeqT1gD9gDfd0D+X1Kfq+S58nnVUnp+XcyVV0+Nuqb61ZU8thccr+Unn9HlK+VgRWQfGZgfc1OgAABAgQIDIKAWxAgQIAAAQIECBAgQIAAAQLlC4iQAAECBAgQIECAAAECBAgQKF9AhAQIECBAgAABAsNDIH9AlNLSj4eqiHNdPk9p6QdL+by2NGrPdbnkftWx9jzXdS5Ve1VfXXf+cKpqd1wSDBjYA/ZAf+8B89lT9oA9YA/YA/aAPWAP2AP2QOvtgerdSX6XUp139Rxzn9yWj7lU5/mYS67LJZ+n9Py7oHyd61Na+t4oX6f0/Hluqy25vfbaed8EJJ/pm5/R9QJqCBAgQIAAAQIECBAgQIAAgfIFREiAAAECBAgQIECAAAECBAiULyBCAgQIECBAgAABAgQIECBAoHyBIYkwpaUfDVU3rz4USun5j42qtnys2qvzfJ1Lvs4ln3cuVX0+5g+i8jH3yef5mEvteb6uLbm/QoAAAQIECBAgQIAAAQIEChEQBoFeCdS+K+nqvHq/km+Qz/Oxc9+qLh9z6U577pdL7pvS0ndJ+TzXVSWlpfXVtWPfBCSf6Zuf0QQIECBAgAABAgSaQMASCBAgQIAAAQIECBAgQIAAgfIFREiAAAECBAgQIECAAAECBAiULyBCAgQIECBQtkDnD4RytFVdSt1LPJPH1JY8vnPJ7fljp1yfj/k6n9eWqj4fc+ncJ9cpi4MBA3vAHrAH7AF7YCD2gDntK3vAHrAH7AF7wB5ojT1Q+y4lvzupnlt1Xtue22qv83nul49Vqfrk+qpUbbXX1Xl1zH1SWppoJp9X9dWxUV3V5th9Aclnum+lJwECBLonoBcBAgQIECBAgAABAgQIECBQvoAICRAgQIAAAQIECBAgQIAAgfIFREiAAAECBAgQIECAAAEC/SqQ0tKPhKpJqw+DUlpx4pk8JqWl/fK42pLbaq+rD5mquq6ua+ur83zMpRrruCSKN1giRs/YHrAH7AF7wB6wB+wBe8AesAfsAXvAHmi0B/I7klxyW3XM72Gq89r6fJ7b8rGrUrXXjs91KTV+Z5TbqpLnTKljv6otpcb1VXv70Y8VCkg+s0IiHQgQIECAAAECBAgQIECg2QWsjwABAgQIECBAgAABAgQIEChfQIQECBAgQIAAAQIECBAgQIBA+QIiJEBgeArkj4c6R15bl89zeeS68+LKLx7YoVz1pVdHLld/+aDIJZ9fc8xronPJbdd+5bWxonLdV18Xuayon/YVWzJiZA/YA/aAPWAP2AP2gD3Q1R5Qb2/YA/aAPdAaeyC/I8ml9nnldy7VdT6v2vN5fv+SSz7P5Y7Tv78sqW1+95Pf71THzufVdW7PpfN1rqtKbsulunbsHwHJZ/rH0SwECBAgQIDA8wLOCBAgQIAAAQIECBAgQIAAgfIFREiAAAECBAgQIECAAAECBAiULyBCAgQIECBAgAABAoMmkFJadq/aj4eq83zMZf5dN8STd9/YZVlwz00d2vJ1Vapx1bXjTcGAgT1gDyy45yb/LGj7/w6/C34X7AF7wB6wB+wBe8AesAfsgd7tgUbvW6q6/LInv8/pXFLq+B4ot1d987EqVX13r6t+jr0TkHymd24tNMpSCRAgQIAAAQIECBAgQIAAgfIFREiAAAECBAgQIECAAAECBAiULyBCAgQIECBAgAABAgQIECBAoHyBciPs/LFQFWlKSz82qtqrY26vzqtjrlMIECBAgAABAgQIECBAgEDrC4iAwPARyO91OpfFixdHVVdJVNf5WNXlY+frlFKklHJTh9K5X4dGF90SkHymW0w6ESBAgAABAgQIEOiBgK4ECBAgQIAAAQIECBAgQIBA+QIiJECAAAECBAgQIECAAAECBMoXECEBAgQIECDQbwIpPf9RUP4YKJeUUvuHRtVNcl11Xh1zXUpLx+bzqt6RAAECBAgQINBvAiYiQIAAAQIECBAYEIH8LqdKNNP5mNtqS7WAqq66zseqLqWO75JyW1VSWvr+qLp27LmA5DM9NzOCAIEWE7BcAgQIECBAgAABAgQIECBAoHwBERIgQIAAAQIECBAgQIAAAQLlC4iQAAECBAgQIECAAAECBFpPIH8c1GjVKTX+WKjqn4+55LH5mEs+V8oXECEBAgQIECBAgAABAgQIECBQhkB+n1OVnHwml+q60bE26txee53S8++ScltKjZPN5Lbacc67LyD5TPet9CRAgAABAgQIECBAgACB7gnoRYAAAQIECBAgQIAAAQIECJQvIEICBAgQIECAAAECBAgQIECgfAEREiBAYNAEqg+DUnr+Q6Lq5rktl/yBUlVXHf/64Mj4jyvGKQzsAXvAHrAH7AF7wB6wB+yB3u8BduzsAXvAHrAH+rwHfnDHqOp1zbJj9T5n0aJFkc9zQz52Vap3P7k9982lOq+OuS6Xzte5TumbgOQzffMzmgABAgQItICAJRIgQIAAAQIECBAgQIAAAQLlC4iQAAECBAgQIECAAAECBAgQKF9AhAQIECBAgAABAgTKE8gfCuXSKLJcX5XcnlLj/6L104sjFAb2gD1Qzh7wLD1Le8AesAfsAXvAHrAH7AF7wB5ovT2Q3910Lvm9Tk4ok4+51J7n61zymOpYnVfXuX+uq0quz6W6Tqnxu6Kq3bFnApLP9Myr773NQIAAAQIECBAgQIAAAQIECJQvIEICBAgQIECAAAECBAgQIECgfAEREiBAgAABAgQIECBAgAABAuULiLDfBfIHQimlyMc8eUopUkr5tL2uqq+O7Q1tP/J1Lm2n/hAgQIAAAQIECBAgQIAAgf4VMBsBAgMmkBPI1Jb8fqdzyTfPddUxpeffHeW6qqSUlr1HSmlpn2pc1cex9wKSz/TezkgCBAgQIECAAIEWEbBMAgQIECBAgAABAgQIECBAoHwBERIgQIAAAQIECBAgQIAAAQLlC4iQAAECBAgQaG2B/DFQSks/DKoiyUSKqacAABAASURBVHW55OuUUj4sK7k+f5yUj7ksa3BCgAABAgQIFC0gOAIECBAgQIAAgTIE8vucqlTvePIxl6q+8zFHnuvysSrVdT7WltyeUsd3TblO6Z2A5DO9czOKAIHeCxhJgAABAgQIECBAgAABAgQIlC8gQgIECBAgQIAAAQIECBAgQKB8ARESIECAAAECBAgQIECAAIEVCqTUMaFM7YD8sVB1nc87l0ZtVZ3joAm4EQECBAgQIECAAAECBAgQIFC+wIBEmJPMVCW/98nn+ViVzte5Pi8kH3OpzvOxtqTU9fum2n7OeyYg+UzPvPQmQIAAAQIECBAgQIBACwpYMgECBAgQIECAAAECBAgQIFC+gAgJECBAgAABAgQIECBAgACB8gVESIAAgdYRqD4QWt6KU0qRUmrYpRpfHXOn2vN8rRAgQIAAAQIECBAoU0BUBAgQIECgDIH8LicnmKlKdZ2PueQo8zGXfJ5L7Xm+ziXX5ZLPU2r8Lim35ZJSiqpvvla6LyD5TPet9CRAgAABAv0jYBYCBAgQIECAAAECBAgQIECgfAEREiBAgAABAgQIECBAgAABAuULiJAAAQIECBAgQIAAgS4FUur4IVD10U8+prS0LZ9XpZqo9jqfp/R836qPIwECBAZVwM0IECBAgAABAgQIECBAoFcC+d1OTjxTHavzfF2VPHF1no+NrnNdSt1/R5TS0r55nNJ9gWGffKb7VHoSIECAAAECBAgQIECAAAECrSpg3QQIECBAgAABAgQIECBAgED5AiIkQIAAAQIECBAgQIAAAQIEyhcQYWsLpLT0w5/qQ6IqmpRS5Lpcqrp8zNf5o6Rc8nkuuV4hQIAAAQIECBAgQIAAgbIFREeAQBkC+V1Ofq+zaNGiZe9+qrpcX5VcV5Vc1zn6lDq+O6r65n75PKWl7fla6b2A5DO9tzOSAAECBAgQIECgdwJGESBAgAABAgQIECBAgAABAuULiJAAAQIECBAgQIAAAQIECBAoX0CEBAgQIECAAIEeCVQfA1WDUno+GU1KS89zW+6XjyktrcvXVcn1CgECBAgQIDCoAm5GgAABAgQIECBAoFcC+X1OTiaTj7nk81zyeS6dJ62ty+e1JfdNaem7os7n+Vrpu4DkM303NAOBFhewfAIECBAgQIAAAQIECBAgQKB8ARESIECAAAECBAgQIECAAAEC5QuIkAABAgQIECBAgAABAgQINL9A/mioWmXn80bXtXXVuOF9FD0BAgQIECBAgAABAgQIECBQvkAZEeb3OrnkhDO55PPOpbY+R1215/Pa0lV9SilyW21f570TkHymd25GESBAgAABAgQIECBAoPcCRhIgQIAAAQIECBAgQIAAAQLlC4iQAAECBAgQIECAAAECBAgQKF9AhAQIECDQa4HOHwWllCKljh8L1fbJ57n0+oYGEiBAgAABAgQIEOitgHEECBAgQIBArwVqk8vkdzu117XnuS2X6ka157kupZQPyxLN5PaqtDf40WcByWf6TGgCAgQIEGh1AesnQIAAAQIECBAgQIAAAQIEyhcQIQECBAgQIECAAAECBAgQIFC+gAgJECBAgAABAgQIEGgNgfxhULXS6jwfc0lpaQKafF7bJ1/nUtU5EiAwfAVEToAAAQIECBAgQIAAAQKtIZDf5VQJZqpjVZeva6PI9dV17Xmuy9dVSWlpEppcn9Lz5/la6ZtAsyWf6Vs0RhMgQIAAAQIECBAgQIAAAQKtIGCNBAgQIECAAAECBAgQIECAQPkCIiRAgAABAgQIECBAgAABAgTKFxAhgW4J5I+DUurex0C5bzVpPq8tVb0jAQIECBAgQIAAAQIECAyqgJsRIECgVwLVe50q0Ux1nY95wnzMpXN7bsslt+WSz3NJaWnS4nzeuaTUvXdPnce5fl5A8pnnLZwRIECAAAECBIapgLAJECBAgAABAgQIECBAgACB8gVESIAAAQIECBAgQIAAAQIECJQvIEICBAgQIECAQPMJ1H4gVK0upaUfA1Vt1bFqz8eqrjqmtHRMblMIECBAgMDwFhA9AQIECBAgQIAAgdYQyEllcsnvd6pjtfJcV5Vcl8+rYz7PJV/nks+rkq+7Kt3p09VY9RGSz9gFBJpNwHoIECBAgAABAgQIECBAgACB8gVESIAAAQIECBAgQIAAAQIECJQvIEICBAgQIECAAAECBAgQIECgXSCl1H7s6kdKHf+r1flDoc59G9V17jMk125KgAABAgQIECBAgAABAgQIlC8gwl4L5Hc6VckJaHKprlc0ae6X+6SUIqWUT5eVlDpeL2tw0msByWd6TWcgAQIECBAgQIAAAQKlCIiDAAECBAgQIECAAAECBAgQKF9AhAQIECBAgAABAgQIECBAgED5AiIkQIAAgdYVSOn5D4ZSWnpefWCUo8rnueRzhQABAgQIECBAYHgLiJ4AAQIECBBoHYH8PqdRyRF0VZ/bqlL1qa5TWprEONdXdY79IyD5TP84moUAAQIE+k/ATAQIECBAgAABAgQIECBAgED5AiIkQIAAAQIECBAgQIAAAQIEyhcQIQECBAgQIECAAAECBJYJLO+DoNzWuVQDq/rq2pEAgaYTsCACBAgQIECAAAECBAgQINBQoHqvs3jx4qjOc8d8XtXl61xyXT5WpdF1SksTz3TVp6p37J3ACpLP9G5SowgQIECAAAECBAgQIECAAIFWErBWAgQIECBAgAABAgQIECBAoHwBERIgQIAAAQIECBAgQIAAAQLlC4iQQGsJpJQ6LDilFCktLR0anrvo/NHRc9UOBAgQIECAAAECBAgQGGYCwiVAgEBrCOR3OVWpVlx7XZ3nY26vPaaUclWHd0VVe0pL29o7PPejanvu0qEXApLP9ALNEAIECBAgQIDAgAqYnAABAgQIECBAgAABAgQIEChfQIQECBAgQIAAAQIECBAgQIBA+QIiJECAAAECBAgQqBPo/CFQdZ1SinxeW6rBVV117UiAAAECBJpKwGIIECBAgAABAgQIEGgokNLS9z25cfHixe3vfvJ5Lvl9Tz52LlV97TGfp1SfcCaPzW35qPRdQPKZvhuaoXAB4REgQIAAAQIECBAgQIAAAQLlC4iQAAECBAgQIECAAAECBAgQKF9AhAQIECBAgAABAgQIECBAgEBzCDT6KGhFdY3aG0WjjgABAgQIECBAgAABAgQIEChfQIStJVC918nHXGpX3/m6tq32vHO/zte1fZ33TkDymd65GUWAAAECBAgQIECAwMAJmJkAAQIECBAgQIAAAQIECBAoX0CEBAgQIECAAAECBAgQIECAQPkCIiRAgAABAnUCKaVldT35SCilFD3pv+wmTggQIECAAAECBAZawPwECBAgQIAAgYYC+V1OLrWN+TqXXNf5WFuXz7sqeVxKKVJaWrrqp75nApLP9MxLbwIECAxDASETIECAAAECBAgQIECAAAEC5QuIkAABAgQIECBAgAABAgQIEChfQIQECBAgQIAAAQIECBBoPoGU0nIXlT8mqkpKy++73Ik0Ehg2AgIlQIAAAQIECBAgQIAAAQLNIZDf6eSV5GMu+Tyl+vc7KS2tq/pUx9y/c6ltqz3v3K/86/6PUPKZ/jc1IwECBAgQIECAAAECBAgQ6JuA0QQIECBAgAABAgQIECBAgED5AiIkQIAAAQIECBAgQIAAAQIEyhcQIQECvRKo/XAopRQpLS29mswgAgQIECBAgAABAgQIDLSA+QkQIECgS4Ha9zy5U76uSr7OpbpOKeXLZSXXL7t47iSljn2eq3boBwHJZ/oB0RQECBAgQIBA2QKiI0CAAAECBAgQIECAAAECBMoXECEBAgQIECBAgAABAgQIECBQvoAICRAgQIAAAQIEmk+g0UdEtavM7bWlts05AQIECBBoJKCOAAECBAgQIECAAIHmEMjvdGpXsnjx4uhcV9ue21JK7YmIa+udD46A5DOD4+wu/SdgJgIECBAgQIAAAQIECBAgQKB8ARESIECAAAECBAgQIECAAAEC5QuIkAABAgQIECBAgAABAgQIEChfoFsR5g+Lqo6151VddVxeW9XHkQABAgQIECBAgAABAgQIEBh0ATck0FAgpdSebCa/08klpfrEMrm+4eDnKlfU/lw3h34QkHymHxBNQYAAAQIECBAgQKBsAdERIECAAAECBAgQIECAAAEC5QuIkAABAgQIECBAgAABAgQIEChfQIQECBAgQKC5BXxM1NzPx+oIECBAgACBVhGwTgIECBAgQIBAcwg0etdTW1edV8euVr2i9q7Gqe+ZgOQzPfPSmwABAkMvYAUECBAgQIAAAQIECBAgQIBA+QIiJECAAAECBAgQIECAAAECBMoXECEBAgQIECBAgAABAgQIdBBIael//Tqlpf9V7A6NbRcppbaf/hBoMQHLJUCAAAECBAgQIECAAAECw1ggpaXveXICmVxqKVKqf9eT++SS+6WUIqWlJV83dSlgcZLPFPAQhUCAAAECBAgQIECAAAECAytgdgIECBAgQIAAAQIECBAgQKB8ARESIECAAAECBAgQIECAAAEC5QuIkACB1hDIHxiltPTDpLzifJ2PCgECBAgQIECAAAECBLojoA8BAgQINIdASkvf76TUvQQyte+A8nkuzRHJ8FiF5DPD4zmLkgABAgQIlCQgFgIECBAgQIAAAQIECBAgQKB8ARESIECAAAECBAgQIECAAAEC5QuIkAABAgQIECBAgMByBVJK7e0pLT22X/hBgAABAq0mYL0ECBAgQIAAAQIECAxTgSp5TD7mUsvQ+Tq3pfT8O6CUnj/PbcrAC0g+M/DGhd9BeAQIECBAgAABAgQIECBAgED5AiIkQIAAAQIECBAgQIAAAQIEyhcQIQECBAgQIECAAAECBAgQIFC+gAgJECBAgAABAgQIECBAgACB8gVESKB5BWqTzlTnKUk00wxPTPKZZngK1kCAAAECBAgQIECgJwL6EiBAgAABAgQIECBAgAABAuULiJAAAQIECBAgQIAAAQIECBAoX0CEBAgQIECAQLcFqo+Ruj1ARwIECBAgQIBAswhYBwECBAgQIECAwDKBlFLk9zwpLU04k89zWdbByZAJSD4zZPRuTIBAKQLiIECAAAECBAgQIECAAAECBMoXECEBAgQIECBAgAABAgQIECBQvoAICRAgQIAAAQIECBAgQKB5BVJa+kFS867QylpFwDoJECBAgAABAgQIECBAgACBwRVIqf69TpVwJqX6tv5YnTl6LiD5TM/NjCBAgAABAgQIECBAgACBoRVwdwIECBAgQIAAAQIECBAgQKB8ARESIECAAAECBAgQIECAAAEC5QuIkAABAgQIECBAgAABAgQIEChfQIQECBAgMIwFcpKZXFKSZKbZt4HkM83+hKyPAAECBAg0vYAFEiBAgAABAgQIECBAgAABAuULiJAAAQIECBAgQIAAAQIECBAoX0CEBAgQIECAAAFcP8GRAAAQAElEQVQCBAgQIECAQPkCIiRAgAABAgQIECBAgMDgC+QENIN/V3fsiYDkMz3RaoW+1kiAAAECBAgQIECAAAECBAiULyBCAgQIECBAgAABAgQIECBAoHwBERIgQIAAAQIECBAgQIAAAQLlC4iQAAECBAgQIECAAAECBAgQKF9AhAQIEGgBAclnWuAhWSIBAgQIECBAgEBzC1gdAQIECBAgQIAAAQIECBAgUL6ACAkQIECAAAECBAgQIECAAIHyBURIgAABAgQIECBAgAABAgQIlC8gQgIECBAgQIAAAQIE6gUkn6k3UUOAQGsLWD0BAgQIECBAgAABAgQIECBQvoAICRAgQIAAAQIECBAgQIAAgfIFREiAAAECBAgQIECAAAECBAiULyBCAgQIECBAgAABAgQIECBAoHwBEbaAgOQzLfCQLJEAAQIECBAgQIAAAQLNLWB1BAgQIECAAAECBAgQIECAQPkCIiRAgAABAgQIECBAgAABAgTKFxAhAQIECBAgQIAAAQIECBAgUL6ACAkQIECAAAEC9QKSz9SbqCFAgAABAq0tYPUECBAgQIAAAQIECBAgQIBA+QIiJECAAAECBAgQIECAAAECBMoXECEBAgQIECBAgAABAgQIECBQvoAICRAgQIAAAQIECBAgQIBAEwhIPjPAD8H0BAgQIECAAAECBAgQIECAQPkCIiRAgAABAgQIECBAgAABAgTKFxAhAQIECBAgQIAAAQIECBAgUL6ACAkQIECAAAECBAgQIECAAIHyBURIgAABAvUCks/Um6ghQIAAAQIECBBobQGrJ0CAAAECBAgQIECAAAECBMoXECEBAgQIECBAgAABAgQIECBQvoAICRAgQIAAAQIECBAgQIAAgfIFREiAAAECBAgQIECAQBMISD7TBA/BEgiULSA6AgQIECBAgAABAgQIECBAoHwBERIgQIAAAQIECBAgQIAAAQLlC4iQAAECBAgQIECAAAECBAgQKF9AhAQIECBAgAABAgQIECBAgED5AiIkUC8g+Uy9iRoCBAgQIECAAAECBAi0toDVEyBAgAABAgQIECBAgAABAuULiJAAAQIECBAgQIAAAQIECBAoX0CEBAgQIECAAAECBAgQIECAQPkCIiRAgAABAgQINIGA5DNN8BAsgQABAgTKFhAdAQIECBAgQIAAAQIECBAgUL6ACAkQIECAAAECBAgQIECAAIHyBURIgAABAgQIECBAgAABAgQIlC8gQgIECBAgQIAAAQIECBAgMBwFhlvymeH4jMVMgAABAgQIECBAgAABAgSGm4B4CRAgQIAAAQIECBAgQIAAgfIFREiAAAECBAgQIECAAAECBAiULyBCAgQIECBAgAABAgQIECBAoHwBERIgQIBAEwhIPtMED8ESCBAgQIAAAQJlC4iOAAECBAgQIECAAAECBAgQKF9AhAQIECBAgAABAgQIECBAgED5AiIkQIAAAQIECBAgQIAAAQIEyhcQIQECBAgQIECAAAECw1FA8pnh+NTFPLwFRE+AAAECBAgQIECAAAECBAiULyBCAgQIECBAgAABAgQIECBAoHwBERIgQIAAAQIECBAgQIAAAQLlC4iQAAECBAgQIECAAAECBAgQKF9AhASaQEDymSZ4CJZAgAABAgQIECBAgEDZAqIjQIAAAQIECBAgQIAAAQIEyhcQIQECBAgQIECAAAECBAgQIFC+gAgJECBAgAABAgQIECBAgACB8gVESIAAAQIECBAYjgKSzwzHpy5mAgQIDG8B0RMgQIAAAQIECBAgQIAAAQLlC4iQAAECBAgQIECAAAECBAgQKF9AhAQIECBAgAABAgQIECBAgED5AiIkQIAAAQIECBAgQIAAAQIEBkFgiJPPDEKEbkGAAAECBAgQIECAAAECBAgMsYDbEyBAgAABAgQIECBAgAABAuULiJAAAQIECBAgQIAAAQIECBAoX0CEBAgQIECAAAECBAgQIECAQPkCIiRAgACB4Sgg+cxwfOpiJkCAAAECBIa3gOgJECBAgAABAgQIECBAgACB8gVESIAAAQIECBAgQIAAAQIECJQvIEICBAgQIECAAAECBAgQIECgfAEREiBAgAABAgQIECBAYBAEJJ8ZBGS3ILA8AW0ECBAgQIAAAQIECBAgQIBA+QIiJECAAAECBAgQIECAAAECBMoXECEBAgQIECBAgAABAgQIECBQvoAICRAgQIAAAQIECBAgQIAAgfIFREhgOApIPjMcn7qYCRAgQIAAAQIECAxvAdETIECAAAECBAgQIECAAAEC5QuIkAABAgQIECBAgAABAgQIEChfQIQECBAgQIAAAQIECBAgQIBA+QIiJECAAAECBAgQGAQByWcGAdktCBAgQGB5AtoIECBAgAABAgQIECBAgACB8gVESIAAAQIECBAgQIAAAQIECJQvIEICBAgQIECAAAECBAgQIECgfAEREiBAgAABAgQIECBAgAABAiUKdEw+U2KEYiJAgAABAgQIECBAgAABAgQ6CrgiQIAAAQIECBAgQIAAAQIEyhcQIQECBAgQIECAAAECBAgQIFC+gAgJECBAgAABAgQIECBAgACB8gVESIAAAQIEBkFA8plBQHYLAgQIECBAgMDyBLQRIECAAAECBAgQIECAAAEC5QuIkAABAgQIECBAgAABAgQIEChfQIQECBAgQIAAAQIECBAgQIBA+QIiJECAAAECBAgQIECAQIkCks+U+FTF1BcBYwkQIECAAAECBAgQIECAAIHyBURIgAABAgQIECBAgAABAgQIlC8gQgIECBAgQIAAAQIECBAgQKB8ARESIECAAAECBAgQIECAAAEC5QuIkACBQRCQfGYQkN2CAAECBAgQIECAAIHlCWgjQIAAAQIECBAgQIAAAQIEyhcQIQECBAgQIECAAAECBAgQIFC+gAgJECBAgAABAgQIECBAgACB8gVESIAAAQIECBAgUKKA5DMlPlUxESBAoC8CxhIgQIAAAQIECBAgQIAAAQLlC4iQAAECBAgQIECAAAECBAgQKF9AhAQIECBAgAABAgQIECBAgED5AiIkQIAAAQIECBAgQIAAAQIEyhcYhAglnxkEZLcgQIAAAQIECBAgQIAAAQLLE9BGgAABAgQIECBAgAABAgQIlC8gQgIECBAgQIAAAQIECBAgQKB8ARESIECAAAECBAgQIECAAAEC5QuIkAABAgQIlCgg+UyJT1VMBAgQIECAQF8EjCVAgAABAgQIECBAgAABAgTKFxAhAQIECBAgQIAAAQIECBAgUL6ACAkQIECAAAECBAgQIECAAIHyBURIgAABAgQIECBAgAABAv0gIPlMPyCaYiAFzE2AAAECBAgQIECAAAECBAiULyBCAgQIECBAgAABAgQIECBAoHwBERIgQIAAAQIECBAgQIAAAQLlC4iQAAECBAgQIECAAAECBAgQKF9AhAQIlCgg+UyJT1VMBAgQIECAAAECBPoiYCwBAgQIECBAgAABAgQIECBQvoAICRAgQIAAAQIECBAgQIAAgfIFREiAAAECBAgQIECAAAECBAiULyBCAgQIECBAgAABAv0gIPlMPyCaggABAgMpYG4CBAgQIECAAAECBAgQIECgfAEREiBAgAABAgQIECBAgAABAuULiJAAAQIECBAgQIAAAQIECBAoX0CEBAgQIECAAAECBAgQIECAQPkCJUYo+UyJT1VMBAgQIECAAAECBAgQINAXAWMJECBAgAABAgQIECBAgACB8gVESIAAAQIECBAgQIAAAQIECJQvIEICBAgQIECAAAECBAgQIECgfAEREiBAgAABAv0gIPlMPyCaggABAgQIEBhIAXMTIECAAAECBAgQIECAAAEC5QuIkAABAgQIECBAgAABAgQIEChfQIQECBAgQIAAAQIECBAgQIBA+QIiJECAAAECBAgQIECAAIFWFJB8phWf2lCu2b0JECBAgAABAgQIECBAgACB8gVESIAAAQIECBAgQIAAAQIECJQvIEICBAgQIECAAAECBAgQIECgfAEREiBAgAABAgQIECBAgAABAuULiJAAAQL9ICD5TD8gmoIAAQIECBAgQIDAQAqYmwABAgQIECBAgAABAgQIEChfQIQECBAgQIAAAQIECBAgQIBA+QIiJECAAAECBAgQIECAAAECBMoXECEBAgQIECBAgACBVhSQfKYVn5o1EyAwlALuTYAAAQIECBAgQIAAAQIECJQvIEICBAgQIECAAAECBAgQIECgfAEREiBAgAABAgQIECBAgAABAuULiJAAAQIECBAgQIAAAQIECBAoX0CE/SAg+Uw/IJqCAAECBAgQIECAAAECBAZSwNwECBAgQIAAAQIECBAgQIBA+QIiJECAAAECBAgQIECAAAECBMoXECEBAgQIECBAgAABAgQIECBQvoAICRAgQIAAgVYUkHymFZ+aNRMgQIAAgaEUcG8CBAgQIECAAAECBAgQIECgfAEREiBAgAABAgQIECBAgAABAuULiJAAAQIECBAgQIAAAQIECBAoX0CEBAgQIECAAAECBAgQIECgGwKSz3QDqZm7WBsBAgQIECBAgAABAgQIECBQvoAICRAgQIAAAQIECBAgQIAAgfIFREiAAAECBAgQIECAAAECBAiULyBCAgQIECBAgAABAgQIECBAoHwBERIgQKAVBSSfacWnZs0ECBAgQIAAAQJDKeDeBAgQIECAAAECBAgQIECAQPkCIiRAgAABAgQIECBAgAABAgTKFxAhAQIECBAgQIAAAQIECBAgUL6ACAkQIECAAAECBAgQ6IaA5DPdQNKFAIFmFrA2AgQIECBAgAABAgQIECBAoHwBERIgQIAAAQIECBAgQIAAAQLlC4iQAAECBAgQIECAAAECBAgQKF9AhAQIECBAgAABAgQIECBAgED5AiJsRQHJZ1rxqVkzAQIECBAgQIAAAQIEhlLAvQkQIECAAAECBAgQIECAAIHyBURIgAABAgQIECBAgAABAgQIlC8gQgIECBAgQIAAAQIECBAgQKB8ARESIECAAAECBLohIPlMN5B0IUCAAAECzSxgbQQIECBAgAABAgQIECBAgED5AiIkQIAAAQIECBAgQIAAAQIEyhcQIQECBAgQIECAAAECBAgQIFC+gAgJECBAgAABAgQIECBAgEAzCkg+079PxWwECBAgQIAAAQIECBAgQIBA+QIiJECAAAECBAgQIECAAAECBMoXECEBAgQIECBAgAABAgQIECBQvoAICRAgQIAAAQIECBAgQIAAgfIFREiAAAEC3RCQfKYbSLoQIECAAAECBAg0s4C1ESBAgAABAgQIECBAgAABAuULiJAAAQIECBAgQIAAAQIECBAoX0CEBAgQIECAAAECBAgQIECAQPkCIiRAgAABAgQIECBAoBkFJJ9pxqdiTQRaWcDaCRAgQIAAAQIECBAgQIAAgfIFREiAAAECBAgQIECAOGn8kQAAEABJREFUAAECBAiULyBCAgQIECBAgAABAgQIECBAoHwBERIgQIAAAQIECBAgQIAAAQLlC4iQQDcEJJ/pBpIuBAgQIECAAAECBAgQaGYBayNAgAABAgQIECBAgAABAgTKFxAhAQIECBAgQIAAAQIECBAgUL6ACAkQIECAAAECBAgQIECAAIHyBURIgAABAgQIEGhGAclnmvGpWBMBAgQItLKAtRMgQIAAAQIECBAgQIAAAQLlC4iQAAECBAgQIECAAAECBAgQKF9AhAQIECBAgAABAgQIECBAgED5AiJsUYEj3vquOO+Xv48LfnVaXfnLT06JV+69X0tGtu9ue8aZJ51SF9Op3zspZm81c4UxfevIo+vGZqNcv8LBw7DDz75xfJ3XOT//bbzjNQevUCP3yX2zb23p7rNa4Q10IECAAAECBAgQIDDIAoUnnxlkTbcjQIAAAQIECBAgQIAAAQIEhkDALQkQIECAAAECBAgQIECAAIHyBURIgAABAgQIECBAgAABAgQIlC8gQgIECBAgQIDAigUmjh8fW22+RYwY0fjTyAnjxsfO271wxRPpQYBASwnMmDY9jv30FyInn2qphVssAQINBFQRIECAQDMKNP43rGZcqTURIECAAAECBAi0hoBVEiBAgAABAgQIECBAgAABAuULiJAAAQIECBAgQIAAAQIECBAoX0CEBAgQIECAAAECBAgQIECgCQX23m3PWH/qOstd2fRNpsVO285ebh+Nzwk4EGhygZxw6oNveWd885P/Gdtvs22MGTOmyVdseQQIECBAgACB1hSQfKY1n5tVE+i2gI4ECBAgQIAAAQIECBAgQIBA+QIiJECAAAECBAgQIECAAAECBMoXECEBAgQIECBAgAABAgQIECBQvoAICRAgQGDFAtttsVVMGDd+uR0nT5oUL9p+h+X20UiAQPML7L/nXnHiV74dB+7z8pg4cWLzL9gKCRAgQIBANwV0I9CMApLPNONTsSYCBAgQIECAAAECBFpZwNoJECBAgAABAgQIECBAgACB8gVESIAAAQIECBAgQIAAAQIECJQvIEICBAgQIECAAAECBJpMYMa06bHltH9b4apGjBgRs2ZsExtMXXeFfXUgQKA5Bb756c/FR95xeKy79tRIKQ3kIs1NgAABAgQIECDQJiD5TBuCPwQIECBQsoDYCBAgQIAAAQIECBAgQIAAgfIFREiAAAECBAgQIECAAAECBAiULyBCAgQIECBAgAABAgQIECBAoHwBERJYvsDO282ONVddrUOnhQufjUcff6xDXb6YuuZasceOu+RThQCBFhSYsvqaMWrkyBZcuSUTIECAAAECBFpTYHCTz7SmkVUTIECAAAECBAgQIECAAAECPRHQlwABAgQIECBAgAABAgQIEChfQIQECBAgQIAAAQIECBAgQIBA+QIiJECAAAECBAg0mcB2M7aOUaNGd1jV008/E1f889pYsmRJh/oxo0fHjtvN7lDnggABAgQIEGggoIoAAQIECLQJSD7ThuAPAQIECBAgQKBkAbERIECAAAECBAgQIECAAAEC5QuIkAABAgQIECBAgAABAgQIEChfQIQECBAgQIAAAQIECBAgQGA4C+y16+6xyQYb1hE8/NijcfGVl8eCp5+qa9tgnfXiRbPn1NU3c0Vf1nbYZz8Wc165T13J9X2Z19h6geN/dmLsfND+ddb7ve0NcdGVl9UPUEOAAAECBAgQIECgyQVGNPn6LI9AaQLiIUCAAAECBAgQIECAAAECBMoXECEBAgQIECBAgAABAgQIECBQvoAICRAgQIAAAQIECBAgQIAAgfIFREiAAAECTSQwc/qWMXH8xLoV3X3/fXHOxRfG/Q89WNc2eeVJsdOsF9bVqyBAgAABAgQIECBQI+CUAIE2Acln2hD8IUCAAAECBAgQIECgZAGxESBAgAABAgQIECBAgAABAuULiJAAAQIECBAgQIAAAQIECBAoX0CEBAgQIECAAAECBAgMV4ENpq4bs2ZsEyNGjOhAsHDRorjh1pvitrvvjH/edGMsWbKkQ3vun8fl8R0aXBAg0MQCljbQAu94zcFxzs9/Gxf86rQO5VtHHj3QtzY/AQIECBAg0MQCHf9tq4kXamkECBAgUIiAMAgQIECAAAECBAgQIECAAIHyBURIgAABAgQIECBAgAABAgQIlC8gQgIECBAgQIAAAQIECBAgQKB8ARESaBKBOTNnxZTV16hbzZMLnoyrbvhne/1l110dC55+qv289sfUNdeKPXbcpbbKOQECBAgQIECAAAECBAjUCrSdSz7ThuAPAQIECBAgQIAAAQIECBAoWUBsBAgQIECAAAECBAgQIECAQPkCIiRAgAABAgQIECBAgAABAgTKFxAhAQIECBAgQGC4Cuy47awYP3ZcXfh3339fnH/pRe31/7j80rj/oQfbz2t/jBk9OnbcbnZtlXMCBAgQINDUAhZHgAABAgSGQkDymaFQd08CBAgQIEBgOAuInQABAgQIECBAgAABAgQIEChfQIQECBAgQIAAAQIECBAgQIBA+QIiJECAAAECBAgQIECAAAECBAZBYPZWM2PaxpvU3WnJkiVx/c03xfwFC9rbbrv7zrji2msi17dX1PzYZIMNY69dd6+p6fZpjztOHD8+XvvyA+J7n/+v+NMJP4+zf/7buOBXp7WXc3/5+zi9re7YT38h5r1k7x7PbUC9wIvn7BRf+vCn4nf/78Q4639+Heef/Id263z8y09OiZO+ely88/WHxJTV16gf3MQ1W2w6LT7yjsPiJ23r//OPfxHn/OLU9riqvfS3n/4mTvvBT+P/ff4rcfC8Awcsvj122Dk+8a73xY+/8q32/VxrXK0l7+tsnZ9B3tsDuZ6BeGT5d/aAvfaLb376c+2mnWPM9vkZ5GeRn0l+NgOxDnMSIECAAAECBIZaQPKZoX4C7j/EAm5PgAABAgQIECBAgAABAgQIlC8gQgIECBAgQIAAAQIECBAgQKB8ARESIECAAAECBAgQIECAAAEC5QuIkAABAgSGo8CcbbaN1SatUhf6kwsWxKXXXtmh/h9XXRZPPPlEh7p8sdKElWKX7bbPpwNWcgKLD77lnfGb438U7zvkbbH15tNj8sqTYvSo0cvuOXLEiFilrW77tpg+euh74kfHHBs7zJy1rL2vJ9868ugOCUqq5CC5fkVz5wQjVf/a48++cfyKhq6wPc9RO2d1nu+5wsFddNh/z73i5GN/EF884pORE9Dk5DLjxo6NlFL7iJRSTBg3PjbbaOM45ICD2q3f+IpXt7f1x493vObgOKcmsVAV06nfOylywqTe3uOVe+8X//O178T3j/5aHPDSl8WmbetfeeLKMWrkyA5Tjh0zJlabPDm22XzLOOzgN8cvj/1+fPHDn4wZ06Z36NebizzHFz748TjzxyfH0W2+2frfNt6kfT/XGldzjxwxot06P4O8t6v1HPvpL3R7f++7255x5kmndNi/G6+3QXWLDse8nsq79tjT/VTF+bvjT4yPvP3dMWebWe2mnWPM9vkZ5GeRn0l+NjkZT15zh4W5IECAAIF+FDAVAQJDISD5zFCouycBAgQIECBAgACB4SwgdgIECBAgQIAAAQIECBAgQKB8ARESIECAAAECBAgQIECAAAEC5QuIkAABAgQIECBAgAABAgMskBO6zJk5K0aOGlV3pzvuvTv+ev45HerP/sf5cdd993Woyxcppdhq8+n9kpgjz9e57LPrHnHiV74dB+7z8shJKjq3N7pOKcXmL9g0vvChT8Q7X/cfjbqoayCQE5LkpCYfecfhsf466yxLNtOga4eq1VaZHIe2OX/tk/8ZOUlKh8YmuMhJiHIyoiPe+q7YZIONYuSInn36mxOm7D5n5/hmW3y93U/59+2z7/twfOeoL8WeO70oJk6cuFSmFz/zerbfZts45qNHxsff+d7Ic/dimgEb8r43vaPdqjdxjhwxInIynk+8+/3RrPtpwOBMTIAAAQIECBQt0LO/gRZNITgCBAgMTwFREyBAgAABAgQIECBAgAABAuULiJAAAQIECBAgQIAAAQIECBAoX0CEBAgQIECAAAECBAgQIECAQPkCIiQw3AR2eeEOsc6UKXVhL168OK6+4bqYv2BBh7Z8ffGVl8XCRYs61OeLNVddLXbebnY+7dfy1le/Po54+2Gx7tpTu50IpXYBOSnH6/Z/ZRx28Jtrq503ENhp29lxzEeOjJzUZNTIkQ16LL9q5IgRsePMWXHk4R9sqgQ0B887MD73gY+0JyNKKS0/iBW05oQxb2ib7zPvPaJHCV9mTJsex3/uq7HXLi+OMaNHr+Au3W/Oc+23x0vjk4d9sEfr6f4detYzJx7KCWNeve/+fUquk++a92Dek8d95kuRj7lOIUCAAAECBAj0l8BQzCP5zFCouycBAgQIECBAgAABAgQIDGcBsRMgQIAAAQIECBAgQIAAAQLlC4iQAAECBAgQIECAAAECBAgQKF9AhAQIECBAgAABAgMssMt228dKE1aqu8sjjz8W5178j7r6XPGPKy6Lxx5/PJ92KKNGjY7tZmzdoa6vFznxTE4ckxPI9GWuMaNHx6v3nRtbbvZvfZmm6LE5uccH3vzOWH+ddfoUZ0opZs3YJj789sP6NE9/DT70tW+Mtx30hlh54sr9NWXkpCgv3eXF8aG3vqtbc2683gbxsXccHptttHGvEiit6CYjR4yIXWZtHwe/4qAVdR3Q9hznf77/I+0JiEaO6L9Pq/Oe/Ng73ysBzYA+vSGf3AIIECBAgMCwEOi/vyENCy5BEiBAgAABAuUJiIgAAQIECBAgQIAAAQIECBAoX0CEBAgQIECAAAECBAgQIECAQPkCIiRAgAABAgQIECBAgAABAgRKEthg6rqxxabTOiXDWBrhbXfdEX+/6IKlF51+nnvpRXHtTdd3ql16uckGG8Zeu+6+9KKPP188Z6d45d77RVeJZ5YsWRJ3339v/PR3p8S7P/OxmPPKfWKPNxwQRx37X/H3f5wf8+fP77CCsWPGxD677hFjR4/qUO8i2o0PedVrl5t4Jnueef458cmvfbHdOXu/u839lNN/3/4c8vOoLFNKMWeb7WLKamtUVUNyPOClL4sD93155GffaAF5zQ89+kic9rcz47Pf/Eq8/O0Ht++j17z3HfH1Hx4f19x4fSxc+GyjoTFyxIjYfcdd4qCXzW3YXlv5/je/PTbZcKPaqmXneQ052dNfLzg3vnT8t+JNH3lv+xqyb97PHzvmc3Hir38ZN9x6S5dryZPlBEsv2fFFkRPA5OvO5dEnHo9bbr81bmybpyrzn3yyc7f263sfvL9Dv6r/vQ/c397e6Ef+Pf3Amw+NbTbfsuE/U/KYbHntTTfEd35yQoc4P/CFIyPvo3zf7JH7di5TVl8j3v2GN3cZX+f+rgkQIECAAAECzSgg+UwzPpXhvCaxEyBAgAABAgQIECBAgEFxttoAABAASURBVAABAuULiJAAAQIECBAgQIAAAQIECBAoX0CEBAgQIECAAAECBAgQIECAQPkCIiRAgAABAgMosMeOu8SUNdasu0NOEHHJVVfU1ddWXHHdNfHMs/VJOVaasFLsst32tV17dZ4TWRzyytfEaqtMbjj+8fmPx/E/OzHmHXpIfP2E78VFV17W3m/+ggXx+7/+X3zoi5+N17z/0MiJchYuWtTeln9MnDgxRo0anU+VGoF3vf5NMWPa5jU1z59mv79ccE67Z06E8n9nnxXZOffI7jlhSn4OPzrl5x0S/owZPTomTpgQQ/W/nITldS8/IFZq25ON1pBj+OVpv4tXvfvN8ZlvHBN/OOuMuO/BB9q73nLHbfHTU3/dniDlY189Ou64+672+s4/xo8dF3P33DtyIqfObdX1QS+bG1t3kZDl6WeeiV/98dQ44J2HxEe+/J/tCVhywptqbF5jTvjzrRP/O97wwXfF4Ud9Mq654Z/RVYKWtdZcM3bbfsdqeIfjORdfGG/52Afi9W3zVOW+h5bG26Fj28UFl13SoV/V//u/+Elba+M/bzvoDTFry60aJp7J673+1pvjg0d/Ng758HvihLa9UhtnXlveR/u//Y3tv9f597vRXXICn5zIp1GbOgIECLS8gAAIEBgWApLPDIvHLEgCBAgQIECAAAECXQtoIUCAAAECBAgQIECAAAECBMoXECEBAgQIECBAgAABAgQIECBQvoAICRAgQIAAAQIECBAgUJLAjtvNjpwgpHNM9z/8UJxzyUWdqztcn3ne2XHfA/d3qMsXKaXYavPpMWPa9HzZ6/KGua+KzTbcqOH4Bx56ML76/e/GD0/+acP2qjInEnn/5z4Vvz79Dw0T5VT9hvtx9lYzY7c5O8XIEfWfwuYEQ9nvo1/+XGTP5Vl9539+FMd8/7jIz2d5/Qar7eBXvCrWXXvthrd76NFH4ms//G589QffWZZIp7Zj7fnfLjyvPZnRjbfeUlu97HyjddeLl+/50mXXnU9ykqecpKZzfbb9n9/9b7tZTjLTub3R9SVXXxGHffZj8Y8rLmuYgCb/Ps/oIolQo/n6q+7Fbftnr133iJGjRtVNuWjx4jj3kn/EoZ/8UJx/2cV17Z0r8u/1Ud/6WsP9llKKmdO3iv844KDOw1wTIECAAAECBFpCYERLrNIiCRAgMHwEREqAAAECBAgQIECAAAECBAiULyBCAgQIECBAgAABAgQIECBAoHwBERIgQIAAAQIECBAgQIAAAQLlC4iQAIEBEthp29mxwdT1Gs6ek2xcdf21DduqytvuvjOuufH6hgkwpqy6euy2/Q5V1x4fJ44fHzvPnhOjRo2uGzt//vz4wck/i9P+dmZdW1cVOSHKn885K3ISjK76DOf6PXfaJVafvGodweLFi+PM889uT45S19hFRX4uP/jlT+OJJ5/oosfgVM+YNj2223LrGNEgoU5e2/d+dlL87ozTu72YW+64Lb73i5MiJ63pPCgnXNl+m+06V7df77nTi+IF62/Yft75x+XXXh3f/Z8TOlev8DonqvnR//4iHnj4oYZ915u6TsP6gazcb4+XxqqTVqm7xZIlS+LiKy+PT33tiytM8lM7OCf8+WHb73l+VrX1+XzsmDGRXfM/J/K1QoAAAQIECBQjMCwCkXxmWDxmQRIgQIAAAQIECBAgQIBA1wJaCBAgQIAAAQIECBAgQIAAgfIFREiAAAECBAgQIECAAAECBAiULyBCAgQIECBAgACBUgRetP0OMXnSpLpwnnxqQZx32cV19Y0qzr/84nhywYK6ppyMY87MWdHb5BB777ZnrN8ggUZOZHHe5ZfEKX86te6eK6rIiSxuvf22FXUbdu0bTF03Zs3YpmGSljvvuSdOOPlnPTY55fTfx1kXnhc5eU2PB/fTgJz8KCdB6jxdTkD0l/POjbzGzm0ruv7rBefGRVdc1jDh0jpT1mpPiNJ5ju222CpWmjCxc3U8Pv/x+N1fup/8pvMEF115Wdx6x+2dq9uvR48cFfm5tl8Mwo+cyGrLTf8tUkp1d7v7/vvi+J+d2KPEM9Uk+RnlBEGLFi6sqpYdN15vgzhwn/2XXTsZCAFzEiBAgAABAgMhMGIgJjUnAQIECBAgQKDXAgYSIECAAAECBAgQIECAAAEC5QuIkAABAgQIECBAgAABAgQIEChfQIQECBAgQIAAAQIECBAgQIBA+QIDEGFOCrPlZps3TDhy/0MPxj8uv7Rbd/3r+efEHffe3bBvTh6Tk8g0bFxBZU7YMWHc+LpeDz/6aPz+zN4l7Ljt7jvj9LP/Gs88+2zdvMO5Ys7MWTFl9TXqCHLCj79ccHbcckfvEvac8qfT4t4H76+bd7AqZk7fKnISpM73u69tTb/+8x87V3f7+uxLLownnnyirv+EceNi2kYvqKvfeP0NGv6e3XnvvfGnv/2lrn9PKv515+0NE/yMHTs2pqyxZk+m6lPfrhJZ5T3053POiquuv7bX85/ypz/EHffdUzd+zOjRsfXmW9TVD1TFJ971vrjgV6f1qLz5wNfFqFGj65b0wq1n9miefN9Tv3dSzN5qZt1cKggQIECAAIHWE5B8pvWe2aCu2M0IECBAgAABAgQIECBAgACB8gVESIAAAQIECBAgQIAAAQIECJQvIEICBAgQIECAAAECBAgQIECgfAEREiBAgACBEgRyUpicHKZzLIsXL46Lr7o8cqKWzm2NrucvWBBXXndNwwQYE8aNjx1nzmo0bLl1G0xdNzZ/waYN+9x0261x7qUXNWzrTuWZ550dd99/b3e6Dps+M6dvGePHjquL96HHHo0LupmEqG5wW0VOOHLlddfGkiVL2q4G98+LZs+J9aZOrbtpXkteU15bXWM3K3LCmDvuuSeeevrpuO/BB+Ly666O357xp/jqD46Psy48r26W37S15fYL2yxzIp/H5z8eTz/zTFz1z94nZKlu8tgTj7f97i2qLofkmBNZzZw+o2GCnfsefrDN5Pw+rSv/s+iKa69puI9esMGGMWPa9D7NbzABAgSWJ6CNAAECAyEg+cxAqJqTAAECBAgQIECAQO8FjCRAgAABAgQIECBAgAABAgTKFxAhAQIECBAgQIAAAQIECBAgUL6ACAkQIECAAAECBAgQIECgFwI5KUxODtN56PwF8+Oya6/uXL3c63MuvjAeeeyxhn023WjjHieH2GzjF8SklVeum2/hwmfj6huuq6vvSUVOZHHDLTf3ZEjxfdebuk7DGG+764646MrLGrZ1t/KKf14bTz3zdHe7L69fj9qmbbxJrDxxYt2YvJa8prqGHlYc8uH3xG6vmxcvf/vB8fZPfCg+f9zX45TTfx/X3Hh93Uw5WU1uP/yoj8dr3vuOeMkbXx27vnZuHPP94+r6tmLFDtvOjjVWXa3h0m+89ZboS6KfatJ/3nJTw300edIqMX2TzapujgQIECBAgACBlhCQfKYlHpNFEiAwdALuTIAAAQIECBAgQIAAAQIECJQvIEICBAgQIECAAAECBAgQIECgfAEREiBAgAABAgQIECBAgAABAuULiJAAgVYXmDFteuSkMI3iuOX2OyIny2jU1lXduZdeFLfdfUfD5imrrh67bb9Dw7auKjfdYKOYMG5cXfPTTz8TN99xW119Tytuvv1f8ezCZ3s6rMj+s7eaGatPXrUutiVLlrQ907vq6ntaccOtN8fjTzzR02F97r/u2mvH6FGj6+bJa8lrqmtQ0WuBjdZdP8Y3+H3NyaJuuu3WXs9bOzA/s/zsauvy+bgxY2OTDTfKpwoBAgQIECAwIAImHQgByWcGQtWcBAgQIECAAAECBAgQINB7ASMJECBAgAABAgQIECBAgACB8gVESIAAAQIECBAgQIAAAQIECJQvIEICBAgQIECAAAECPRTIyWByUpjOwxYtXBiXXXtl5+puXZ93yUXxzLP1CV1GjhoVc2bOionjx3drntxpjdVWj1ENEofMf2pB3Hv//blLn8qtd94eC556qk9zlDJ4Spv1hPET6sJZuGhh3P/gA3X1Pa247Nqr4qFHH+npsD73n7Lamg3nyAlM8poaNrZIZU4YdMRb3xUnffW4eMO8Axv+rgxmKGuvOaVhop+nn10Y/7qzcVKqnq4vP7P5C56sG5ZSinWmTKmrL7ZCYAQIECBAgEARApLPFPEYBUGAAAECBAZOwMwECBAgQIAAAQIECBAgQIBA+QIiJECAAAECBAgQIECAAAECBMoXECEBAgQIECBAgAABAgQIECBQvkCrR7j15ltETgrTOY6HHns0Lrj80s7V3bq+6Kor4sFHHmrYd/2p68Teu+3ZsK1R5dQ112pUHTn5RE5C0bCxB5UPPvxwPPX00z0YUW7X/GzGjh5VF+Azzy6Mu++7t66+NxWPPv5ob4b1acwaq63WcPxQJMJpuJAVVE4cPz722GHnOOSAg+LzH/hY/OiYY+O0H/w0zv75b+Pbnzk6XrXPy2OzjTaOMaNHr2CmgW/u6vf1yQVPxn0PPdhvC3jgocb/fFlj8ur9do/lTXTvA/fHjbfe0qNy5z13x+LFi+umfbjtn7U9neuW22+LbFo3mQoCBAgQIECg5QQkn2mtR2a1BAgQIECAAAECBAgQIECAQPkCIiRAgAABAgQIECBAgAABAgTKFxAhAQIECBAgQIAAAQIECBAgUL6ACAkQIECAAIEeCOy16+6xyQYbNhxx/S03xUVXXtawbUWVV11/bVx9/T8bdpswbnzsvN0LG7Y1qhw7Zmyj6njokYcb1ve0MiewyYlsejquxP7jxrZZp/rPX596akE80E/e9z7wwKDSbTB13Rg9sj6hTl7EfQ/dnw9NU6asvka8et/946j3fjh+/JVvxZ9O+Hl7gpkzTzoljj7ik/HO1x8SL9l519j8BZvGapMnx+hRQ59spjNeV7+va662enuinAt+dVr0R3nh1jM737r9esTI+v3b3tDPP77/i5/E6z/4rh6VP/39L7F48aK6leTEMz2d6/CjPh7X3Hh93VwqCAwzAeESIECgCIHB+dtLEVSCIECAAAECBAgQGJ4CoiZAgAABAgQIECBAgAABAgTKFxAhAQIECBAgQIAAAQIECBAgUL6ACAkQIECAAAECBAgQIECgmQVmTt8yJo6f2HCJO8/avk9JInKSjIYTt1VO32Ra7LTt7LazFf9ZeaXG61u8eMmKB3ezx+JFi7vZs+xuK01cKUaNHFkX5OIlS2Lx4uUZ1Q3psmJR2zxL2ubrskM/N0xZY80Ym5PqNJh3UZM893kv2Tt++KVvxP8e99/xwbe8M3JSqH/beJOYvPKkpkww04ByWVVXv6/LOgzwyUoTJsbsrRonphngW5ueAAECBAgQINArAclnesVmEAECQybgxgQIECBAgAABAgQIECBAgED5AiIkQIAAAQIECBAgQIAAAQIEyhcQIQECBAgQIECAAAECBAgQIFC+gAgJECDQTYENpq4bs2bbp2taAAAQAElEQVRsEyNGjOjmiP7rNnnSpHjR9jv034R9nOmhRx/p4wyGd1fg4UcejkWLFna3e9H9dpg5K350zLHx0UPfE1tsOi1GjRrd63hzQp/H5z/eb0mCer0QAwkQIECAAIHBE3CnIgQG/9/GimATBAECBAgQIECAAAECBIaPgEgJECBAgAABAgQIECBAgACB8gVESIAAAQIECBAgQIAAAQIECJQvIEICBAgQIECAAAECzSqw25ydYu01pgzJ8nLCm5z4JifAGZIFuCmBIRZ466tfH1/40Cdi8xdsGimlXq3m2YXPxh133xWn/e3M+MDnPx2//MPvYvHiRb2ay6C+C5iBAAECBAgQINAbAclneqNmDAECBAgQGDoBdyZAgAABAgQIECBAgAABAgTKFxAhAQIECBAgQIAAAQIECBAgUL6ACAkQIECAAAECBAgQIECAAIHyBUTYTYFtt5gRY8eM6Wbv/u+25mqrxwu32bb/JzYjgSYXOPS1b4w3vuLVMXH8+G6tdMmSJfHU00/HnffeE5dfd3X87NTfxAe+cGTsctD+8crD3hKf+cYxce6lF3VrLp0IECBAgAABAgSaS0DymT49D4MJECBAgAABAgQIECBAgACB8gVESIAAAQIECBAgQIAAAQIECJQvIEICBAgQIECAAAECBAgQIECgfAEREiBAgAABAs0osNO2s2P6JtOGdGkTxo2Pnbd74QrX8NAjDzfsM3bM2Ib1valcY7XVejOsuDHZeuHCZ+viGjlyZIwfO7auvjcVa6y2eowaNbo3Q3s1ZuHChZGTtzQaPHLk4H/q++I5O8Xcf99nuYmfFi5aFP+664747Rl/is9+8yux/zveGLu9bl4c8K43xds/8aH42g+/G+dcfGGjkJq27h9XXBZzXrnPgJf93vaGuOjKy5rWwcIIlC0gOgIECBDojcDg/420N6s0hgABAgQIECBAgEAl4EiAAAECBAgQIECAAAECBAiULyBCAgQIECBAgAABAgQIECBAoHwBERIgQIAAAQIECBAgQIAAgTaBbbfcKlZZaaW2s45/cpKOK667Nv5w1hn9Vi68/JJYtHBhxxs9d5UT4OREOM9dNjwsXNR47MorTWzYX2XEFptOi3FjxvWY4plnn40lDUblRD8rT6zfLw26Nl3VZddeFfMXPNlwXVNWW7Nh/UBWvmrvl8dqq0xueIvs/+dz/hZv+MC74tWHvy0+f9zX238P73vwgYb9m7HygYcearisNSR4auiikgABAgQIECAg+Yw9QIBAnwQMJkCAAAECBAgQIECAAAECBMoXECEBAgQIECBAgAABAgQIECBQvoAICRAgQIAAAQIECBAgQIAAgfIFREiAAIFmE5g4fnzMmTkrRo4aVbe0BU8/FX/8+5nx2W9+pd/K8T87Ke57+MG6e+WKyZMmxYu23yGfdlnufaBx4o2VJkyM2VvN7HJcdxvyHHmu7vZvhX4Txk+IUaNG9nipd993bzzzbH2yn7GjR8X6U9fp8XyNBkxdc61G1QNa9/gT8xvOv3KDBEwNO/ZT5V677h6bb7JJw9ly4pmf/PaU+MR/HR233HFbwz4rqlx18qoxcmT97/WKxvVn+6OPP9Zwuolte3Lm9BkN21QSIECAAIFSBMRBoDcCks/0Rs0YAgQIECBAgAABAgQIDJ2AOxMgQIAAAQIECBAgQIAAAQLlC4iQAAECBAgQIECAAAECBAgQKF9AhAQIECBAgAABAgSGvcCLd9g51ltrakOHe+6/L/541hkN23pbedX118bV1/+z4fARI0bErBnbxAZT123Ynivzmp5d+Gw+7VAmTpgQU6dM6VDXm4s8R56rN2ObdcwqK68cY8eM6fHy7rrv3pj/ZH2illGjRsdaa67Z4/k6D5g4fnysufrqnasH/Pq+B+9veI9VVpoUW2w6rWFbTyoP3Gf/OPPEX8VffnJKnHLcD+O/v/i1OOq9H47XvvyAyDFXc209bXrb9cTqctlxyZIl8bd/nB/f/Z8TltX15mTM6FGRUurN0H4bk60XLlpUN19OPrPu2mvX1Q9ghakJECBAgAABAi0hIPlMSzwmiyRAgACB5hWwMgIECBAgQIAAAQIECBAgQKB8ARESIECAAAECBAgQIECAAAEC5QuIkAABAgQIECBAgAABAgQIEChfQITNJrDDNrNiwvjxdctavHhxXHbtVTF/wYK6tr5WXHLNlfHkU43nnbrmWrHHjrt0eYvrb7kpHp9fnxBl3JixsfnGm3Y5rrsNL1hvgxgzuueJWro7f2/6TRw/IWZOn9Gboe1j1pmydoxt82m/6MGP/Pzvub9xopZNNti4BzM17rrdllvHpJVWbtw4gLV33HNXLGyQwGiVSSvHJhtu1Oc7b7TuejF+3LiYMG58rLvW2rHlZpvHXrvuHq/a62Wx+uTVls2/8fobRE64tKziuZMnnnwi/vaP85676v1h/bXX6/3gfhp58x23xTPPPlM3W/bZYpO+J/qpm1gFAQIECBAgQKDFBcpKPtPiD8PyCRAgQIAAAQIECBAgQIAAgW4I6EKAAAECBAgQIECAAAECBAiULyBCAgQIECBAgAABAgQIECBAoHwBERIgQIAAAQLDWmCLTafFVv+2RaSU6hyeeHJ+XHTl5XX1/VHxx7POiNvvvqvhVGNGj44dt5vdsC1XXnL1FXH/Qw/m0w4lJ/HYavMtYmKDRDodOq7gYovN/i1GjRy5gl4D0/zE/Cdi4aJFdZOnlGLUqFF19d2t2HCd9SK7drd/bb8bb7s5ciKi2rp8vu5aa7UnVMnnvS1btz2vVSau1NvhvR53/a03x5NPPVU3fvzYcbHNv21ZV9/Tik032rhhUpl7H7w/brv7zmXTrTZ51WXntSePPvZ4XHvD9bVVPT6fvdXMmDplSo/H9feAm/51a+R4Os/bX7+ved4Npq4bvzj2e/G3n/4m/vzjX8TPvnF8HPvpL8SnD/tgzHvJ3rmLQoBAFlAIECBAoCUEJJ9picdkkQQIECBAgACB5hWwMgIECBAgQIAAAQIECBAgQKB8ARESIECAAAECBAgQIECAAAEC5QuIkAABAgQIECBAgAABAgQIDKbA9ltvG6uv2jgBxs23/yvOOPfvA7Kc+QsWxMVXXtYw0Uq+4SYbbNhlYpM89uobrmuYEGX9qevE3rvtmafoVdlr190j37tXg3swqKuuTz39dMSSxXXNEydM6HUikZyYY+vpjRMM1d2oQcVl114d8xfMr2tZacJKsct229fVd7ciJwmaM3NWjOxDUp3u3qtzv/MvvSjuvv++ztXtSZiyVTara+xmxU7bzo4Npq5X1zsn8Lnl9tvq6htVPLtoYYckNY36rKhuzjbbxmqTVmnYbeyYMbHKyis3bOtc+fQzz3Su6tH1NTdeHzf+6+aGYzZad/141T77N2zrSeXL93xprDdl7chxrTxx5dh4vQ1i+7b4X7b7S+KFbf+M68lc+hIgQIAAAQIEhlpA8pmhfgLuT6B/BcxGgAABAgQIECBAgAABAgQIlC8gQgIECBAgQIAAAQIECBAgQKB8ARESIECAAAECBAgQIECAAAEC5QuIkAABAsNaYMftZseY0aPrDBYtXBhXXHdNXX1/VvzjisvisccfbzjlxPETY+b0LRu25cq/X3h+PPLYY/m0Q5kwbny8fI+XRk5s0qGhmxf/vvNukZOqdLN7v3d76NFH49lFi+rmHTdmbGyx6bS6+u5U7LPbHrHulLW607Vhnz/97S9x023/qmtLKcUO286Kf99lt7q27lTkpCM5+Uh3+vZ3n+UlMFpvytpxwF779vqWL9ll15g8aVLd+CeenB+XXHNlXX2jinFjxvX6eef5cvKV3efs0mVin5EjR8XY0WNy1xWWx594YoV9VtThvMsujiefWlDXLSeLeWnb71xeb11jNyvy2K5izffsrnk3b6cbAQIECLS2gNUTaAkByWda4jFZJAECBAgQIECAAAECzStgZQQIECBAgAABAgQIECBAgED5AiIkQIAAAQIECBAgQIAAAQIEyhcQIQECBAgQIECAAAECgyWw07azY4Op6zW83X0PPxhnXXh+w7b+qjz30ovi2puubzjdiBEjYtaMbdrWt27D9uWNnbbxJvGht76r4bjlVR76ukNizjbbRUpped0GtO1fd90RTz75ZN09sscLZ2wbOdFGXeNyKvIz3m+Pl8aoUfUJhpYzrK7pvEsuimeefbauftJKK8chrzioV+t61d77RU4+UjfpIFWcce7Z8eAjD9fdbeSoUZGTEGW7usYVVLx4zk6x47YvjPy8One9+fZ/xRnn/r1D9UMN7p87rDJp5Zjey2RDOfHSB958aKw3dWqeasDKqpNW6fbcfzzrjPjXnXd06r/08gUbbBiHvu4/ep0w6pBXvSbWXXvtpZN1+nn73XdFvnen6qa5PP5nJ8bOB+0fc165T4dy2Gc/1jRrtBACBAgQIEBg8AUknxl8c3ckQIAAgYEUMDcBAgQIECBAgAABAgQIECBQvoAICRAgQIAAAQIECBAgQIAAgfIFREiAAAECBAgQIECAAAECBAiULyDCYSvwou13iMmTJjWM/+bb/hVXXX9tw7b+rDzv0otjwdNPNZxy6pprxR477tKwLVee9rcz47EnHs+nHcrIESPiJTvvFkf0IAHNQS+bGwfu87IYM3p0h7kG++LCyy+J+x9+qOFtczKRnFQkJxdp2KFT5a7b7xgffMs7Y8rqa0Rf//fL034bN912a8NpNtlwo/jooYd3OwHNjGnT47CD39Iv62q4oG5WXnTlZXHhFZfE4sWL60assdrq8eF3HBY9SUCT43r7QQfHaqtMrpsv7/Ezzzu7rv6ue++NJUuW1NVPGDc+9thh5x4nZMl745OHfTBmbbXNgCdRWmXlVerW3VXF/AUL4rSzzmj4u54T9bzohTtEXndef1dzNKr/+DvfGy9p+2dEnqNz+8KFz8Y5F10Q+d6d21wTIECAAAECBJpZYECTzzRz4NZGgAABAgQIECBAgAABAgQI9I+AWQgQIECAAAECBAgQIECAAIHyBURIgAABAgQIECBAgAABAgQIlC8gQgIECBAgQIDAYAjkJA8zp8+IRkkbnn7mmbj0mqsGYxlxwWUXx30PPtDwXjkRzI7bzW7Yliv/7+yz4qwLzotFDZKH5LHzXrpvfPHDn1xukpPskJPUvPsNb46VJqyUpx3ycs2N/2yYECWlFC/cemZ89eNHRU500tVCc7KZT737A/GZ9xwR601dp6tuParPCTx+9adT4/H59cl+UkqxzeZbxtFHfCJ2mDlrufPuv+decfSHPh45Yc1yOw5S44n/e3LceuftDe+Wkx8d+d4j4o2veHXD9trK5cWVk8tccd3V8fPf/6Z2SPv5pddeGU8uWNB+3vnHtltuHR/qQQKlbH/cUV+O3efsFCNHLP+T5TGjR8XUKWt1vmXD6/seur9h/SbrbxAH7LVfh7a86mEvmAAAEABJREFUL7ffZrsOddVFjv+iKy9vmGxn5IgR7ev+7ue+ssI9lOfL9/n2Z46O/fZ4aYwa1Thh1NU33hAn/ebk3F0h0LQCFkaAAAECBBoJLP9vco1GqCNAgAABAgQIEGhmAWsjQIAAAQIECBAgQIAAAQIEyhcQIQECBAgQIECAAAECBAgQIFC+gAgJECBAgAABAgQIECBAgECRAnvvtmesveaUhrHd88B9cdYF5zZs6+/K2+6+My6+6vKGyVbyvTbZYMPYa9fd82nD8rUffjeuuv66hm2jRo6M3efsHD/72nfj6CM+Gf++y26Rk83kzjvP2j4+8o7D4pfH/iBeufd+MXbMmFzdXnKykMUNEtq0Nw7CjzPOPTsefOThhndKKcW2W8yInHjjB0f/Vxz6ukNi37Znmcv733Ro5LpfHvv92G+Pf18Wa54ox3TdzTfGk081TnSS+6yo/O6M0+PUM/8vFi1cWNc1pRQbr7dBfPVjR8YPv/SNeO1+89qvc8ctNp0WhxxwUPzkq8fFRw99T10yoKG0vuWO2+KXf/hdPPHkE3mpdWXyypPiXa8/JH793RPa90veN1Wn2VvNjMMOfnP87BvHN4yr6nffQw/Ej/+3cRKU3//lz3HDv26uunY4jhwxIvZpe7Y/OubYePGcnTq01V7k349jP/2FOOajR8bmL9g0UkrLmnNipoULn112XZ2kNCJWmjChulzuccGCpxr+fk6cODHe/6a3t++5I9/zofZj3pdvnHdgl/N9+8T/jpv+dWvD9pRSTNvoBfFfnziq3TTb1nrnffTa/V4Rx332i+37P/uPHNH40+yc0OqEk38aOWlSw5upJECAAAECBAg0sUDjv+E08YItjUBrCVgtAQIECBAgQIAAAQIECBAgUL6ACAkQIECAAAECBAgQIECAAIHyBURIgAABAgQIECBAgAABAgQIlC8gQgIECBAYDIEdZ86KCePG190qJyn55003Rk4KU9c4QBV/v/D8eOSxxxrOvtKElWKX7bZv2JYrc3KJb/7o+10mtMh9cpKMPXbYOT73/o/GmSedEhf86rT4r49/Ng546cti9VVXjZSeT9aR++fkGLffc1c+HZJy0ZWXxZ/POathkpdqQePGjo0Z06bHm155UOTEH7m8Zr+57XW5repXHXNMv/m/P8aSJVVN747f+/lJ8X/n/T1yUpNGM4waNTpykpD3vekd7QlEsnVORvPO1x8Sm260cYwc0fFT2pz05fzLL2k01aDVnXL67+Onv/t1l4lKUkoxdc212vdL3jc5ply+/Zmj4+B5B7Yn2Rk5omNc1eIfe+LxOOHkn0d+plVd5+PJfzw1cr/O9fk6pdSeUOaLR3wy/vKTU+KX3/p+exKfnMjnd//vxPjbT38TR733w7H9NtvGmNGj85BlJSedOfXM0+Py665ZVled5MRMU1Zfs7pc7vHWO++Ip599pmGffM+8D3Pyo3zMe2+N1VZr2DdX5mQ/X/3v78atd9yWLxuWkSNGtJtm21rvvI/e96a3x6wZ20S+T8PBbZXZ8ocn/yzOvfSitit/CBAgQKC5BayOAIFGAo3/ZtmopzoCBAgQIECAAAECBAi0goA1EiBAgAABAgQIECBAgAABAuULiJAAAQIECBAgQIAAAQIECBAoX0CEBAgQIECAAAECBAgUJ5CTROREII0Cy8lAzr7kwkZNA1aXk0TcdvcdDedPKcVWm09vT6rSsENb5VXXXxtf+O4344Zbb4mcPKetqtd/7nvwgfj2Sf8dixcv7vUc/TEwJ3nJSVm6SvLSk3vcftdd7TE99fRTPRnWsG9O9vPl44+N08/+ayxctKhhn+5WPvPss/HL034fDzz0YHeHDFi/7//iJ/HDk38aj89/vN/ukeP6rx98N3Jym+VN+n9nnxW/+uOp8fQzjRO85LEppfZkURtMXbc9iU/+/Z2y+hoxdsyY3FxXHnz44fjqf/+/+MJ3vhF33Xtvw9+LzTZ+QeT5lg3u4uSCyy6Ou+65p4vW+uqVJkyM2VvNrG94ruaSq6+I//z21+OaG69vuK7nuvXq8NCjj8Q3f/z9FZr3anKDCBAgQIAAAQKDJCD5zCBBuw0BAgSGq4C4CRAgQIAAAQIECBAgQIAAgfIFREiAAAECBAgQIECAAAECBAiULyBCAgQIECBAgAABAgQIECBAoHwBERIYaIHdtt8hpqy6esPb3HXffXH2P85v2DaQleddclHkZCSN7pHXmtfcqK2qywloPvCFT8dfLzy310lRcuKZ4076YeRkONW8Q3XMSV4+9bUvxqlnnt6ly4rWlhPxXH3DdfGZY7/SrzHltX3mG8dETtjS22QtOdHKr//vtPju/5ywojAGrf3EX/8yPvlfX4rrb725T0lRsvt1N98Yn/r6l+O0v53ZrfV/96c/jpxwqLee1U1yQqALL780Pvzl/4xT/nRqe/U/b7kpnnrm6fbz2h9rrrZ6vHCbbWurGp7fdvedcfIfT42cmKphh06VE8ZPiCltc3eq7nCZf18P+8xH409n/7XX+7t2wmx+6TVXxRFfPCp+d8bptU3OCRAgQIAAAQJNLdBocZLPNFJRR4AAAQIECBAgQIAAAQIEWlfAygkQIECAAAECBAgQIECAAIHyBURIgAABAgQIECBAgAABAgQIlC8gQgIECBAgQIBAcQIzp28VI0eNqotr8eLFceV110ROLlLXOMAVZ553dtx9/70N75LXmtfcsLGmMieP+eiXPxef//bXIifcWNQWT01zl6cLFz4bF1x+cbznqE90O1lIl5P1Y0N+Dl/4zjfiiC9+NnIyk+7GkxNxPPjww3HcT06IN3/0/ZETffTjspZN9cOTfxrv+9yR8ZcLzomnnq5PbrKsY81JXtvtd90VR7fF9dUffKempTlOz7/s4jj4g+9ut8v7Ma+3uyvLfe998P72sf9xxOFxydVXdHdoe7+c/ObDX/pc+7i8J9sru/kj97/k6ivjg184Mg4/6uMdnvkFbTHd9+ADdTNNGDc+dp+zc119o4pTTv99fPukH0XeV43aa+vGjB4VU6esVVvV8Dzv7yO//uV4739+sj05Unf3UO1k+Xfipttujfx7cuinjugQd20/5wS6KaAbAQIECBBoCgHJZ5riMVgEAQIECBAgUK6AyAgQIECAAAECBAgQIECAAIHyBURIgAABAgQIECBAgAABAgQIlC8gQgIECBAgQIAAAQIECBAgQKCvAm/7xAdiziv3qSs7HviyOOb7x/V1+l6Nv+3uO+PVh7/tuTXVry2vubsT/+GsM+KNHzosDvvMx9qTydxx913tyVFycpA8Rz7mRBe5/rS/nRmHH/XJeE9bueWO23Jze3nNe99Rt5b93vaGuOjKy9rbB/NHToiSk5m89WPvj5wEJK8zJ+7IcVTreHbhs/HQI4+0J9H58veOiwMPf0v8+H9/UTW3H7PLHm84oC6uzx/39fb23vzIiW1ywp8DD39rnHDKz+O6m2+IJ558InJSkGq+2rV98bvfjFe1rS27V+35/p33484H7R/H/+zEqkuXx9wn9+08vq/PKtvNO/SQ+MDnP92+h2698/aY/+STHeLK/nkf3XnvPfHXC86Njx7zudj/7W+sc+9y8Q0aLrn6injnpz8Sb/vEh55/1vPnx8JFizr0fvqZZ9qf9+XXXR3fOvG/4xXvenPbuA9H3isdOrZdLO9367DPfqytR/f+nPKnU+OQj7wnTj7td/Gvu+6o+52a37bO/Px/8IufxO/OPL17k7b1yjG//3Ofin3f8tr4+gnfiwsvvzRyspwFTz8V2bity7I/Oe5HHn8srrnx+vjFH34br3//O+N1beW3Z/xpWR8nBAgQIECAAIFWFxjR6gFYP4EeCehMgAABAgQIECBAgAABAgQIlC8gQgIECBAgQIAAAQIECBAgQKB8ARESIECAAAECBAgQIECAAAEC5QuIkAABAgQItKhATmrxmW8cE6887C2x2+vmxQ6v2rc98Uo+5utcn9tzv1YIMSfc+NLx34qcGCcnkclxVElXdjlo/9jnLa9tT6KTk4Tk5DSDGVNOFvKdn5wQ/3HEe2LPgw+MnQ58Wbt1Xl/t2n795z8O5rL6fK9zL70o8h456D1vjz0OfmWHuLJ/3kcHvOtN8ZEv/2d7Apo+3/C5CTo86ze+KnZ+9X7LPLPprq+d2/683/6JD8WJv/5le7KW54YO6CE/55yg6tWHv63ud2qPtnXm5//DX/28V+vJe/anvzslDj/q4/Hytx8cL37dK5b9zuaYc8lx73XIQfGmj7w3vvqD70ROxDSgAZucAAECw01AvAQINIWA5DNN8RgsggABAgQIECBAgEC5AiIjQIAAAQIECBAgQIAAAQIEyhcQIQECBAgQIECAAAECBAgQIFC+gAgJECBAgAABAgQIECBAgACB8gVESIAAAQIECBAgMDwFJJ8Zns9d1AQIDF8BkRMgQIAAAQIECBAgQIAAAQLlC4iQAAECBAgQIECAAAECBAgQKF9AhAQIECBAgAABAgQIECBAgED5AiIkQIBAvwjc99D9/TKPSQgQIECAAAECBAgQGBCBpphU8pmmeAwWQYAAAQIECBAgQIAAAQLlCoiMAAECBAgQIECAAAECBAgQKF9AhAQIECBAgAABAgQIECBAgED5AiIkQIAAAQIECBAg0NwCq60yueECFy1a3LBeJQECBAg0ElBHgAABAgSGp4DkM8PzuYuaAAECBAgMXwGREyBAgAABAgQIECBAgAABAuULiJAAAQIECBAgQIAAAQIECBAoX0CEBAgQIECAAAECBAgQIECAQPkCIuyRwIiRPhftEZjOBAgQIECAAAECBAgsE/BvE8sonAyFgHsSIECAAAECBAgQIECAAAEC5QuIkAABAgQIECBAgAABAgQIEChfQIQECBAgQIAAAQIECBAgQIBA+QIiJECAAAECBJpXYOb0GTFx/IS6BS5c+Gw89MjDdfUqCBAgQIAAAQJdCagnQGB4Ckg+Mzyfu6gJECBAgAABAgSGr4DICRAgQIAAAQIECBAgQIAAgfIFREiAAAECBAgQIECAAAECBAiULyBCAgQIECBAgAABAgQIECCwTGDdtddumHzm2UWL4oGHJZ9ZBtV6J1ZMgAABAgQIECBAYFAEJJ8ZFGY3IUCAQFcC6gkQIECAAAECBAgQIECAAIHyBURIgAABAgQIECBAgAABAgQIlC8gQgIECBAgQIAAAQIECBAgQKB8ARESIECgeQV22m77mDB+fN0CFzz1VNxz/7119SoIECBAgAABAgQIEOhKYHjWSz4zPJ+7qAkQIECAAAECBAgQIDB8BUROgAABAgQIECBAgAABAgQIlC8gQgIECBAgQIAAAQIECBAgQKB8ARESIECAAAECBAgQGIYCL56zU3zjU5+L97/p0Nh3tz3jtfu9Ik748jdj9x12jpRSncj9Dz0Yl1x9RV29CgIECLSMgIUSIECAAAECg9OOO7MAABAASURBVCIg+cygMLsJAQIECBAg0JWAegIECBAgQIAAAQIECBAgQKB8ARESIECAAAECBAgQIECAAAEC5QuIkAABAgQIECBAgAABAgQIEChfQIRDL7DN5lvE7K1mxmv2mxtHvudD8b43vT2mb7JZjBxR/6no4sWL4+obrov5CxYM/cKtgAABAgQIECBAgACBphao/zeKpl6uxQ2wgOkJECBAgAABAgQIECBAgACB8gVESIAAAQIECBAgQIAAAQIECJQvIEICBAgQIECAAAECBAgQIECgfAEREiBAgAABAsNQYJMNN4pRI0d2K/J7Hrg/fv+XM7rVVycCBAgQIECgaQUsjAABAoMiIPnMoDC7CQECBAgQIECAAIGuBNQTIECAAAECBAgQIECAAAEC5QuIkAABAgQIECBAgAABAgQIEChfQIQECBAgQIAAAQIECBAgQGBgBSaOHx9rrTGlWzd54skn4sT//WVcdf213eqvU3cF9CNAgAABAgQIECBQpsCIMsMSFQECBHopYBgBAgQIECBAgAABAgQIECBQvoAICRAgQIAAAQIECBAgQIAAgfIFREiAAAECBAgQIECAAAECBAiULyBCAgQIDDOBHbadHautMnmFUT/48MPx7ZN+FKec/vsV9tWBAAECBAgQIECAQNMLWOCgCEg+MyjMbkKAAAECBAgQIECAAAECXQmoJ0CAAAECBAgQIECAAAECBMoXECEBAgQIECBAgAABAgQIECBQvoAICRAgQIAAAQIECBAYWIEFCxbEDbfeHA898kg8/cwzy262ZMmSeOrpp+Nfd90RJ/3m5DjkI++JU/506rJ2JwQIEOhPAXMRIECAAAECZQpIPlPmcxUVAQIECBDorYBxBAgQIECAAAECBAgQIECAQPkCIiRAgAABAgQIECBAgAABAgTKFxAhAQIECBAgQIAAAQIECBAgUL6ACIeZwLmXXhTvOvKjsc9bXhu7vnZuzHnlPu1lh1ftG7u9bl68+vC3xbE//kHc9+ADw0xGuAQIECBAgAABAgQI9FVA8pm+Cg7oeJMTIECAAAECBAgQIECAAAEC5QuIkAABAgQIECBAgAABAgQIEChfQIQECBAgQIAAAQIECBAgQIBA+QIiJECAAAECBAgQIECAAAECBMoXECEBAgTKFJB8psznKioCBAgQIECAAIHeChhHgAABAgQIECBAgAABAgQIlC8gQgIECBAgQIAAAQIECBAgQKB8ARESIECAAAECBAgQIECAAAEC5QuIkAABAgQIECBAgACBfhGQfKZfGE1CgMBACZiXAAECBAgQIECAAAECBAgQKF9AhAQIECBAgAABAgQIECBAgED5AiIkQIAAAQIECBAgQIAAAQIEyhcQIQECBAgQIECAAAECBAgQIFC+gAjLFJB8psznKioCBAgQIECAAAECBAj0VsA4AgQIECBAgAABAgQIECBAoHwBERIgQIAAAQIECBAgQOD/s3Mf4FFUXQPHzyYhIQk19CpdqoCgICAoKIiIBQuCoIANASsWbCC+KigKVsQGKCiiiF3EjgUF6V16770klADfnoHNt7szm+xuErK5+fsw2Zk799655zczd+Z9n2cOAggggAACCCCAAAIIIIAAAgggYL4AESKAAAIIIIAAAggggAACQQmQfCYoJiohEKkCjAsBBBBAAAEEEEAAAQQQQAABBMwXIEIEEEAAAQQQQAABBBBAAAEEEDBfgAgRQAABBBBAAAEEEEAAAQQQQMB8ASJEAAEEEEAAAQQQQAABBBBAAAHzBYgQgdwpQPKZ3HneGDUCCCCAAAIIIIAAAgjklADHRQABBBBAAAEEEEAAAQQQQAAB8wWIEAEEEEAAAQQQQAABBBBAAAEEzBcgQgQQQAABBBBAAAEEEEAAAQQQMF+ACBFAAAEEEEAAAQSCEiD5TFBMVEIAAQQQiFQBxoUAAggggAACCCCAAAIIIIAAAuYLECECCCCAAAIIIIAAAggggAACCJgvQIQIIIAAAggggAACCCCAAAIIIGC+ABEigAACCCCAAAIIIIAAAggggEBkCmRl8pnIjJBRIYAAAggggAACCCCAAAIIIIBAVgrQFwIIIIAAAggggAACCCCAAAIImC9AhAgggAACCCCAAAIIIIAAAgggYL4AESKAAAIIIIAAAggggAACCCCAgPkCRIgAAggggEBQAiSfCYqJSggggAACCCCAQKQKMC4EEEAAAQQQQAABBBBAAAEEEDBfgAgRQAABBBBAAAEEEEAAAQQQQMB8ASJEAAEEEEAAAQQQQAABBBBAAAHzBYgQAQQQQAABBBBAAAEEEIhMAZLPROZ5YVS5VYBxI4AAAggggAACCCCAAAIIIICA+QJEiAACCCCAAAIIIIAAAggggAAC5gsQIQIIIIAAAggggAACCCCAAAIImC9AhAgggAACCCCAAAIIIIAAAgggYL4AESKAQFACJJ8JiolKCCCAAAIIIIAAAgggEKkCjAsBBBBAAAEEEEAAAQQQQAABBMwXIEIEEEAAAQQQQAABBBBAAAEEEDBfgAgRQAABBBBAAAEEEEAAAQQQQMB8ASJEAAEEEEAAAQQQiEwBks9E5nlhVAgggEBuFWDcCCCAAAIIIIAAAggggAACCCBgvgARIoAAAggggAACCCCAAAIIIICA+QJEiAACCCCAAAIIIIAAAggggAAC5gsQIQIIIIAAAggggAACCCCAAAIImC8QVIQknwmKiUoIIIAAAggggAACCCCAAAIIRKoA40IAAQQQQAABBBBAAAEEEEAAAfMFiBABBBBAAAEEEEAAAQQQQAABBMwXIEIEEEAAAQQQQAABBBBAAAEEEDBfgAgRQAABBBCITAGSz0TmeWFUCCCAAAIIIJBbBRg3AggggAACCCCAAAIIIIAAAgiYL0CECCCAAAIIIIAAAggggAACCCBgvgARIoAAAggggAACCCCAAAIIIICA+QJEiAACCCCAAAIIIIAAAgggYAmQfMZi4I+pAsSFAAIIIIAAAggggAACCCCAAALmCxAhAggggAACCCCAAAIIIIAAAgiYL0CECCCAAAIIIIAAAggggAACCCBgvgARIoAAAggggAACCCCAAAIIIICA+QJEiAACkSlA8pnIPC+MCgEEEEAAAQQQQACB3CrAuBFAAAEEEEAAAQQQQAABBBBAwHwBIkQAAQQQQAABBBBAAAEEEEAAAfMFiBABBBBAAAEEEEAAAQQQQAABBMwXIEIEEEAAAQQQQAABBCwBks9YDPxBAAEETBUgLgQQQAABBBBAAAEEEEAAAQQQMF+ACBFAAAEEEEAAAQQQQAABBBBAwHwBIkQAAQQQQAABBBBAAAEEEEAAAfMFiBABBBBAAAEEEEAAAQQQQAABBMwXiMwIST4TmeeFUSGAAAIIIIAAAggggAACCORWAcaNAAIIIIAAAggggAACCCCAAALmCxAhAggggAACCCCAAAIIIIAAAgiYL0CECCCAAAIIIIAAAggggAACCCBgvgARIoAAAggggIAlQPIZi4E/CCCAAAIIIGCqAHEhgAACCCCAAAIIIIAAAggggID5AkSIAAIIIIAAAggggAACCCCAAALmCxAhAggggAACCCCAAAIIIIAAAgiYL0CECCCAAAIIIIAAAggggAACOSNA8pmccc+rRyVuBBBAAAEEEEAAAQQQQAABBBAwX4AIEUAAAQQQQAABBBBAAAEEEEDAfAEiRAABBBBAAAEEEEAAAQQQQAAB8wWIEAEEEEAAAQQQQAABBBBAAAEEzBcgQgQQQMASIPmMxcAfBBBAAAEEEEAAAQRMFSAuBBBAAAEEEEAAAQQQQAABBBAwX4AIEUAAAQQQQAABBBBAAAEEEEDAfAEiRAABBBBAAAEEEEAAAQQQQAAB8wWIEAEEEEAAAQQQQACBnBEg+UzOuHNUBBDIqwLEjQACCCCAAAIIIIAAAggggAAC5gsQIQIIIIAAAggggAACCCCAAAIImC9AhAgggAACCCCAAAIIIIAAAgggYL4AESKAAAIIIIAAAggggAACCCCAgPkCRGgJkHzGYuAPAggggAACCCCAAAIIIICAqQLEhQACCCCAAAIIIIAAAggggAAC5gsQIQIIIIAAAggggAACCCCAAAIImC9AhAgggAACCCCAAAIIIIAAAgggYL4AESKAAAIIIIBAzgiQfCZn3DkqAggggAACeVWAuBFAAAEEEEAAAQQQQAABBBBAwHwBIkQAAQQQQAABBBBAAAEEEEAAAfMFiBABBBBAAAEEEEAAAQQQQAABBMwXIEIEEEAAAQQQQAABBBBAAIE8IkDymTxyop3DpBQBBBBAAAEEEEAAAQQQQAABBMwXIEIEEEAAAQQQQAABBBBAAAEEEDBfgAgRQAABBBBAAAEEEEAAAQQQQMB8ASJEAAEEEEAAAQQQQAABBBBAAAHzBYgQAQQQyBkBks/kjDtHRQABBBBAAAEEEMirAsSNAAIIIIAAAggggAACCCCAAALmCxAhAggggAACCCCAAAIIIIAAAgiYL0CECCCAAAIIIIAAAggggAACCCBgvgARIoAAAggggAACCCCQRwRIPpNHTjRhIoCAswClCCCAAAIIIIAAAggggAACCCBgvgARIoAAAggggAACCCCAAAIIIICA+QJEiAACCCCAAAIIIIAAAggggAAC5gsQIQIIIIAAAggggAACCCCAAAIImC9AhDkjQPKZnHHnqAgggAACCCCAAAIIIIBAXhUgbgQQQAABBBBAAAEEEEAAAQQQMF+ACBFAAAEEEEAAAQQQQAABBBBAwHwBIkQAAQQQQAABBBBAAAEEEEAAAfMFiBABBBBAAAEE8ogAyWfyyIkmTAQQQAABBJwFKEUAAQQQQAABBBBAAAEEEEAAAfMFiBABBBBAAAEEEEAAAQQQQAABBMwXIEIEEEAAAQQQQAABBBBAAAEEEDBfgAgRQAABBBBAAAEEEEAAAQQQyB4Bks9kj2t4vdIKAQQQQAABBBBAAAEEEEAAAQTMFyBCBBBAAAEEEEAAAQQQQAABBBAwX4AIEUAAAQQQQAABBBBAAAEEEEDAfAEiRAABBBBAAAEEEEAAAQQQQAAB8wWIEAEEEMgjAiSfySMnmjARQAABBBBAAAEEnAUoRQABBBBAAAEEEEAAAQQQQAAB8wWIEAEEEEAAAQQQQAABBBBAAAEEzBcgQgQQQAABBBBAAAEEEEAAAQQQMF+ACBFAAAEEEEAAAQQQQCB7BEg+kz2u9IoAAuEJ0AoBBBBAAAEEEEAAAQQQQAABBMwXIEIEEEAAAQQQQAABBBBAAAEEEDBfgAgRQAABBBBAAAEEEEAAAQQQQMB8ASJEAAEEEEAAAQQQQAABBBBAAAHzBYgwjwiQfCaPnGjCRAABBBBAAAEEEEAAAQScBShFAAEEEEAAAQQQQAABBBBAAAHzBYgQAQQQQAABBBBAAAEEEEAAAQTMFyBCBBBAAAEEEEAAAQTNqrP0AAAQAElEQVQQQAABBBAwX4AIEUAAAQQQQACB7BEg+Uz2uNIrAggggAAC4QnQCgEEEEAAAQQQQAABBBBAAAEEzBcgQgQQQAABBBBAAAEEEEAAAQQQMF+ACBFAAAEEEEAAAQQQQAABBBBAwHwBIkQAAQQQQAABBBBAAAEEEEDAEAGSz6RzItmFAAIIIIAAAggggAACCCCAAALmCxAhAggggAACCCCAAAIIIIAAAgiYL0CECCCAAAIIIIAAAggggAACCCBgvgARIoAAAggggAACCCCAAAIIIICA+QJEiAACCCCQPQIkn8keV3pFAAEEEEAAAQQQCE+AVggggAACCCCAAAIIIIAAAgggYL4AESKAAAIIIIAAAggggAACCCCAgPkCRIgAAggggAACCCCAAAIIIIAAAuYLECECCCCAAAIIIIAAAggYIkDyGUNOJGEgkD0C9IoAAggggAACCCCAAAIIIIAAAuYLECECCCCAAAIIIIAAAggggAACCJgvQIQIIIAAAggggAACCCCAAAIIIGC+ABEigAACCCCQeYELGzeRKaMnyIzPpqQtP77/ibRpdmHmO6cHBBBAAAEEEEAAgSwQoAsEskeA5DPZ40qvCCCAAAIIIIAAAggggEB4ArRCAAEEEEAAAQQQQAABBBBAAAHzBYgQAQQQQAABBBBAAAEEEEAAAQTMFyBCBBBAAAEEEEAAgVwp8PqgIWkJN7yTb2h5rgwojwz68lZt5Jfxk23nTst0Xx5hyJIw/5g1Q7bv2unTV0J8gtStfrZPGRsIIHBagB8EEEDgtIC+L3q/P3rWtfx0lYA/j/e5z/Yeo+0/fuWtgG3YgQACCGS1AMlnslqU/hBAAAEEjBIgGAQQQAABBBBAAAEEEEAAAQQQMF+ACBFAAAEEEEAAAQQQQAABBBBAwHwBIkQAAQQQQAABBBBAAAEEEEAAAfMFvCMsWay4PHP/ABn2yEDvYtYRQCAIgRVrVsvJkyfTasZER0v1SlXTtllBAAEEEEAAAQQQQAAB8wRyU/IZ8/SJCAEEEEAAAQQQQAABBBBAAAEE/AXYRgABBBBAAAEEEEAAAQQQQAAB8wWIEAEEEEAAAQQQQAABBBBAAAEEzBcgQgQQQAABBHJM4OZrbpD3h70ml7ZoJfH543NsHBwYgdwq8N+aVXL46BGf4ZcvXVZqV6vhU8YGAggggAACIgICAggggIAhAiSfMeREEgYCCCCAAAIIIJA9AvSKAAIIIIAAAggggAACCCCAAALmCxAhAggggAACCCCAAAIIIIAAAgiYL0CECCCAAAIIIIAAAggggID5Ak0bNLKSzvS5qYckFS5ifsBEiIBNIGsKFq9YJnv37ffprEjhQlKnek2fMjYQQAABBBBAAAEEEEDAHAGSz5hzLokkLwgQIwIIIIAAAggggAACCCCAAAIImC9AhAgggAACCCCAAAIIIIAAAgggYL4AESKAAAIIIIAAAggggAACCCCAgPkCRIgAAmdUYGC//jJswCCpWaWauFyuM3psDoaAaQJLVi6XjVs3+4SVPzZOzq5c1aeMDQQQQAABBBBAAAERAQEBQwRIPmPIiSQMBBBAAAEEEEAAAQQQyB4BekUAAQQQQAABBBBAAAEEEEAAAfMFiBABBBBAAAEEEEAAAQQQQAABBMwXIEIEEEAAAQQQQAABswVKFisusfnymR0k0SFwBgVWrF0lqcePpx3R5XJJ9cpV0rZZQSBSBRgXAggggAACCCCAQHgCJJ8Jz41WCCCAAAI5I8BREUAAAQQQQAABBBBAAAEEEEDAfAEiRAABBBBAAAEEEEAAAQQQQAAB8wWIEAEEEEAAAQQQQAABBBBAAAEEzBcgQgQQyMUCi1b8J8kpyT4RaJKnCxs38SljAwEEEEAAAQQQQAABBMwQyETyGTMAiAIBBBBAAAEEEEAAAQQQQAABBNITYB8CCCCAAAIIIIAAAggggAACCJgvQIQIIIAAAggggAACCCCAAAIIIGC+ABEigAACCCCAAALmCnw37Wdp3a2TNLm2vc+iZbrP3MizL7J/5s6SnXt2+xygUGKi1K5Ww6eMDQQQQACBSBNgPDkl0G/woz7vIZ73Ei3PqTFxXAQQQCAUAZLPhKJFXQQQQAABBBBAIKcFOD4CCCCAAAIIIIAAAggggAACCJgvQIQIIIAAAggggAACCCCAAAIIIGC+ABEigAACCCCAAAIIIIAAAggggID5Ark4wkMpKbJ6/TqfCGJi8kn1SlV8ythAAAEEEEAAAQQQQAABMwRIPmPGeSSKHBLgsAgggAACCCCAAAIIIIAAAgggYL4AESKAAAIIIIAAAggggAACCCCAgPkCRIgAAggggAACCCCAAAIIIIAAAuYLECECCCCAAAIIhCawbPVKOXL0qE+jyuUrSsUy5XzK2EAAAQQQQAABBCJJgLEggEB4AiSfCc+NVggggAACCCCAAAIIIJAzAhwVAQQQQAABBBBAAAEEEEAAAQTMFyBCBBBAAAEEEEAAAQQQQAABBBAwX4AIEUAAAQQQQAABBBBAAAEEIlxg6aoVsv/gAZ9RFi1cROrVrOVTxgYC6QiwCwEEEEAAAQQQQCCXCJB8JpecKIaJAAIIRKYAo0IAAQQQQAABBBBAAAEEEEAAAfMFiBABBBBAAAEEEEAAAQQQQAABBMwXIEIEEEAAAQQQQAABBBBAAAEEEDBfgAgRQACB0ARmLZwnW7Zv92kUnz+/1K5aw6eMDQQQQAABBBBAAAEEEIgkgfDGQvKZ8NxohQACCCCAAAIIIIAAAggggEDOCHBUBBBAAAEEEEAAAQQQQAABBBAwX4AIEUAAAQQQQAABBBBAAAEEEEDAfAEiRAABBBDItQKVy1eUPjf1kDHPvyJTx06UPyd+JTM+m5K2TP/0W/n1w8kyeeQYeXXgM9Kp3RWSGB+fa+MNd+Dq9PDtfeXDl0bKz+M+FXXxOOn6L+M+k49feUseubOf1K6WOxNZlCxWXO5yXwvvD3s1YIwTX31bnrr3ITm3zjnhUgbdTh3VU11/+WCS/PXJN2nX5T+TvpNpH30hX7897oxcl56x6Pn/6YNPfMai14GOTcf46evvyvMPPyntWl4cdJx5uaLOJTqn6Nwy5b0J1jnVc6umuqirequ7Xgt6HjLrtXzNSjlx4kRaN1FRUVKjcrW07exciaR5pHG9BvLQbX1k9NARova/ffS5eNurv25rue5/+9kXpXeXm0VjyE4j72tC72+9z3UcOh5dPPOtZy5q1rBxdg5Hrr3sCvngxdeta1OPr2PRZ+J497NA50udN0MdgLbpfvX18trA5yz7nI5R5yudt/Q5r+dbY9RYPcvvE7603g/UIavuQyczvb+1f73f9b7X+98zBv3V7dw8z2YUnzp77jW9PvQ6cXLKbJnew3ovv/PscOu86nHV17Oos/rredDzoeO2HTOPFui7j74D6fzzy/jJPnOmx03fofS9Wp2zk0mvD71O3nbPzXrdcB6zU5u+EUAgNwuQfCY3nz3GjgACCCCAAAI5LsAAEEAAAQQQQAABBBBAAAEEEEDAfAEiRAABBBBAAAEEEEAAAQQQQAAB8wWIEAEEEEAAAQQQQAABBBDISOCiJs3kvSHDZfxLr8stnTpbCVOKFCwk+WLy+TSNjoqShPzxUq5UaWlSv5E8ckdf+e69CdZH800bNPKpG2hDkwPoh7GeD5u9f996ZligZiGXt2l2ofz4/idpCUo8x9FEAZpAwL/D1wcNsdX95p3xokkZPHXr1qglIx5/2ko+oH1Uq1RZCiQUkOio//+MLToqShITEqykDJ3adpB3nhtuJXQI1kePp8f1jFd/zzungWcIPr9arvv9F43Fp2IIG/oB8zP3D5BPX3tXerivhZpVqgeMsVK5CtK+ZWt5/akh8v6w1yTYGEMYjnS98lorkc+7Q0aIeuoH3ImJiRITHZ3WjcvlkvxxcaJj91yXX771vjzZ9wGrLK1iJlf0nH804k3xjEXPf8HEgj5j0UPo2HSMFcuUE723nr73YdEkCc/1f0z0GtI6oSyXt2oj+mG7/3nWMt3n6cv71+k68m+f1dvpjcd7bP7raqI2X781zppT9BwmFSlinVOXy5VWXV3VW931WtDzoAkwAhmkNUxnZcmq5ZJy+LBPjTIlS/rc9z47M9jQe8/fVe9nPR+ephpvds8jnmOl96v3y2N33StTRk+Q1wc9J9e17yh1qtcUtY+Pyy8u1//baz8ul0u0XPfXr1lHel7XxXpmaLKyzJwD7dt/0ftc7xvva0LHq/e5y/X/44qOirLmW89cNNw9P09+Y7Q1b/j3md72nTd2l7/8kq3ptpZrO02C89KjT8kDvXrL2ZWrWtemlrtcLuuZWN39LND58qMRI6X/rXcFlZTNcx3oXNuvey85v35Dyz6YGL8YNdZKDqbj0nFkdlFbHbdeC4PveUh03irnfs7r+Xa5/t9bjxMXGyv6fqAOeh+OHvqyZOV4cmqe1djOxBJsfOrsudf0+tDrZOjDT4T1DHGKq6n7nc3z3qf38jk1a1nnVY/rXd9p3tUkcPps9q4XyrrOhzov+s+V3vdcKP1519V7Vvvx71uPp8f1ruu0rrH5t9Uy77pN3XaaqOs197yp70A6/+i96HL9/73icdN3KH2v1meVzvt633v3ldl1TYAz4on/We9sep3Ud8/Net0Ecx51TKHO3a87vCurl5ZnNhbaI4AAAmdC4P//V/uZOBrHQCB7BegdAQQQQAABBBBAAAEEEEAAAQTMFyBCBBBAAAEEEEAAAQQQQAABBBAwX4AIEUAAAQQQQAABBBBAAAEEEEDAfAEiRCDXCOjHspr04dnTSTFi/JLNBBOIfiivH80PGzBIBt/3cIYf3U+fO0vWb9no2HXFsuXlwsZNHPeFWti4Xn0pkJBoa7Zj9y75d/5cW3lGBd2vvl5efmKwNDv3PInNly+j6mn79QNkTejwwiMDraQEaTsicKVTuytk7POvyqUtWqUlVwhmmNFRUVKzSjXJyhj1g2pNaHPPzbdaiXyio6KCGUpaHU1SckXrS614NK60HWGsaCKMN59+QR66rY9UrVjJJ9lQsN1pMhpNiPTqE/+T+3reGWwz4+uphZqojRqFEnB0VJSVCOTxvveLfnyvCTRCaa91Fy5bKnv27dXVtKVQgYJSq2r1tO2sXImUeUTdPx4xSq665DJJKlzElmgm2Jj1mVG7Wg3JzDnwPpY+kzQJynvPDZd2LS+WUK8Jl8sl5UqXEZ03NDlEViR60DENfehJad7ofFuiKe+x67rOO00anCvFiiTppuOi/WnSnzefft56nugz1LFigEKXyyVlSpSSW665Qca9+IaVACxA1aCKNXnGe0NGyA2XXxnWteByZc14TJ9nmzZoZCVpC/c5otfJxU2ai86Xd3W9Jahz61RJ50mdL196bLCVyEbvYad6gcqio6KsZ7LeY/qM1md1oLomluv8pO86+l6n73fB/Jo48gAAEABJREFUxqjvjfr+qO+R+hwItl2genoeNVHgK08+I80aNg7pnU37jI7K/PNT+2FJE2AFAQRyiUBo/4sylwTFMBFAAAEEEEAAAQQQQOBMCXAcBBBAAAEEEEAAAQQQQAABBBAwX4AIEUAAAQQQQAABBBBAAAEEEEDAfAEiRAABBBBAAAEEEHAS0A+9hz/+tLS+oEWGH9Q7tfcv0w9r27W4SLRP7dt/v/f233NmydFjx7yLrHVN+nBunXrWemb+6Mf9+mFwVJTv52UnT56UBUuXyPotm0Lqvl/3XnLHjd1FEwuE1NCrclxsrFx72RUy6O7+XqWRs9q3W0+5r8ftUqxo0bAHlVUxarKYZ/s/aiW0cblcYY9HG2o8/XvdIZrsQbdDXfTD+qEPPS56XbpcmRuLHluTaWiShyEPPZFhoiatb+qiH86PeOJ/VsILNclMnJoAQD++H/nU89ZH+KH0pXPBmo3rfZrodazJlHwKs2AjEuYRdX9t4HNyY4erQk7skh6BnoMLGjSS/93/iJWYIr26gfbpc+PFRwfL9e07ZmJsp3p3uVyiz4Bn+w+QludfcKowzL83d+rsvv/rBpWgJ6NnjCbDef2poXJlm3YhJTFzGrrLdSrRzqN33Ss6fzvVyahMk2BoMhS9LjKqm9F+l+vUeLQ/7Tej+t77TZ9n1eOZBx7Jkmeazpfdrr5enrr3oZCfIXovvDn41Dyp96z3OQh13eVyWfE8//AT0tk9n4TaPrfV1/dKTbCo73H6jAh3/Poeqe+Tvbv2CLcL93x0jmjSmUuat8z0PKLXgc7dwx972kpGFPagaIgAAgjkEgHf/3cglwyaYSKAAAIIBBCgGAEEEEAAAQQQQAABBBBAAAEEzBcgQgQQQAABBBBAAAEEEEAAAQQQMF+ACBFAAAEEEEAAAQQQQAABBBBAICIE+nbvJfVr1gnqg/pgB+xyuaw++7r7Tq/NrEULZNfe3bYq+hHsuXXr28pDLbioaXMpX6qMrdnB5IPy76J5tvL0Ci5qcoF07nB1pj/w1WNER0VJm2Yt5ZZOnXUzYpZypcvIjVdcI5n5oNoTTHRUlFzSvJXc3rmbpyikX/1Iv99NPSSpcJGQ2qVXOSYmn1zRum3IiX/0Y/N7brlNKpWvmF73Ie+LjoqSVudfIH1u6hlyWxMaaJIRTVJyQYNGEh2VdZ+AVihbVjQRhyaiCcVpxdrVkprqmwyrSsWzQk7skN4xI2Ee0ev5yb4PyHnnNMjSed8Tt8vlknpn15abr7neUxT076lrYoA0rB1ckpdgOy5dvKRoMpRQrwlP/4ULFrISxegc4ilL7ze9Z4yO4am7H5Ta1Wpkqb/O2107XhNygq1LW7SyzpUmM0kvplD3aX96DWj/wbTV69LkebZ3l5ut56EmHQnGI5g6+q7UtsVF8uBtfYKpbtXp2KatPNr7Hilfpqy1nVV/NGngnV1ukdtuuCmruozIftT6Uve7TXRU5p9ZsfnyybXtLpdg7xFvEJ1HBt79gFSpcFaWzSMul0uqV6osj955d9jJw7zHyDoCCORRgVwSduZn8VwSKMNEAAEEEEAAAQQQQAABBBBAIDsE6BMBBBBAAAEEEEAAAQQQQAABBMwXIEIEEEAAAQQQQAABBBBAAAEEEDBfgAgRQAABBBDwF9DkJ+ef09Dxw9WTJ0/Khs2bZfIP38oTI4ZKxzu6S5Nr21tLz0fulTc/HCuLli+Vo8d8kzV4juFyuaRxvfrSucNVniLbr7ZfvPw/W7kWlCtVStq1vFhXw16a1m8kCfHxtvabtm2Tqb//aisPVJA/Llbat2ptSzyjRrv37ZU/Z82wPAa/+qI8M3KEfP7jFFm5do2kHj8eqEsrwUuHiy+RimXKOdZJTkmWNRvWW/1oX7rs2b/Psa6W637/ZeO2LY71AxWWLVnKMca9B/b7xKhxfvzNl7J01QrxT9bh3bd+WN2uxcUhf8TcqW0H6XHtDaLJC7z786x73Kf8/ot1bbbu1sm6Lm+89055ecxbMnvR/IDXZXRUlJUUp3fXHp7uMvztc1NPqVG5qmM9PcfqPu6LT+XRYc+IZyx6r/R96lHRct2v9Zw6iI6KktbNLpSLmjRz2h1xZUeOHpXkwyly/MQJx7HpuVm8fJlMmzndcb+nUBNNPNCrt5WkyuVyeYp9fvXa0mtM5xqdc9RUlweeG2TNS9t27RA9nk+j0xslixWXvt16hXTtLVm5XPYfOnS6h1M/xYsmSdOGjU9tZPJvTswjTkO+v2dvaeSem10uZ/dDboOZ8+e676W3Ra9hNfcsaq/nQ+fuw0eOOHVvlUVHRVluoVzXnmui2lmVHJ9J2rH3NeE9Nh3XN7/8KDofp3dN9LiuS1jJhPQaCCURVqBnjCbX0etSEyRpPE6LPlPVV509173OKzq/6PM4vetek+O0b9VGgp3f1PymK68VTRziNJZDKSnidC3oePS9QOfgHbt3BbwPtd/r218ZlLnJ86w+066/vKP13Hdy1mtWr1311Oer533L80zTuUmvfae20VFRcvEFLRzftfzrN3PPZXd07p5uUrf/P+dviR5f730dj45Lx6fvA/79erb1eurS8WrReD1lJv0WKVTYso6O8k1ZoM/DrTu3yy9//2nNm2r1/Fuvi3rpe7Se30AOeo9cd9kVgXY7lnvmkTIlSjnu10Kdn/Vd6OUxb4v3PKL37S///CU6z2s9p6Wqew6+LczEgU79UYYAAghEooDvTB6JI2RMCCCAAAIIIIBA8ALURAABBBBAAAEEEEAAAQQQQAAB8wWIEAEEEEAAAQQQQAABBBBAAAEEzBcgQgQQQAABBBBAAAEEEEAgRwX0I+E2zS50/Bj6wKED8sb4MXLd3beKfkD745/TZPuunWnj1Q+hx06eKLc++oA8NHSwrNm43vHj8/i4/NL6ghZp7ZxW5ixZaCWz8N+XGJ8oDWrV8S8OeluTupxdtZotiYEmAZmzaH7Q/WjFgokFpUBCAV21Fv2QeNPWLTLs3ZHSvlcX6T/kKVGP76b9LF///IMMHfWq3NS/j/R/blBAG+1IPxwO5KPGdz/9mNWP9qWLJjHRdv6Llut+/0XH4V83lG39GP6tj8dJp7t6iHeMGueIMaOkx8P3yJ1PPiI6VjVx6rtMyRLStkUrp12OZfpRddeOnXy8vSvqh/GfTvlaruvbS556ZZjotallWkevwwnffCF9Bg2QuwY+InOXLHK8LjUpznWXXS4d27TVZukudWvUkuaNz5foKPsninpPPPP6cOscvT5utFgfdKekpPU3a+E8eX3caGv/82+95nMPpVVyrxQtVFjaXHChey3r/+kYrri9m5WcR5MIZHZp2eUq+e2fvwIOdNW6tTJ89CjxnJNAFW/v3E0a1alnuz+1vl5Ly9eudl9zg61rTO8tvcZ0ny5/zZ5pzUtX3nGz6PWp85WW+y/6Af39ve7wLw64/cesGbZzlBCfIHWrnx2wTSg7cmIe8R+fJoMJdD3r3PjrjL/kxvt7i849E775XPT68e5D7fV86Nyv9//0ubNE23nX8awXKVhImjQ417OZ4W+o14T32HRc/3tjuDUvaBKaQIk66lSrLt2uui7DsXhX0IQu5UqV9i4S7d+TGEkTTWiiGE30oAkdjqemysz5c3zqezb0etTr0rPt/avXvc5ZOneprzp7rnu9n3R+0edxRte9zm/Xt+8QVAIQTQxTtWIl72FY6zqWOYsXyq0D7nO8FnQ8OvfqHNz5ntvls++/EU1MZTX2+1O9UmW5rFUbv1Lfzdw+z/pG47sV6jNNn6/6bNFePM80TR7y6EtDZOOWzVpsW/Rd66o2lwVMZqcN9J2oT7deUrJYcd20LXofW/f/vXecPudfWO8vWlHHo+PS863vA5Pcz+BA51vflXped6M0a9hYmxq16LNarT1B6X2ybPVKeezFZ+WqO2+RR92/Om+qlSaKUi99j37uzVdszxZPH/pbteJZISVb1MQwVc+y37falybC0bmx71OPWu9COh7veUTvW01kpfO8zt9aX9t5Ly6XS5o2aChXX3KZdzHrCCCAgFEC9v9lZ1R4BJOzAhwdAQQQQAABBBBAAAEEEEAAAQTMFyBCBBBAAAEEEEAAAQQQQAABBBAwX4AIEUAAAQQQQAABBBBAAAEEEEDAfAEiRAABb4GLmjaX8qXKeBdZ6ylHDss7Ez+UcV98am1n9OefebPl0WHPyqp1ax2rVixbXi5s3MRxnxZ+P+1n2eDwQXVUVJTUqV5TEuPjtVrIS5MGjRw/st5/4ID8u2BeyP15GuiHun+7Y+498GHrg3tPudNvRjaaJKBxvQZOTXO0TD+onrd0kfQZ+IiMmTQh3UQii5YvlX5PDbBMtZ3/wDVxQ72za/sXB9zWj6rLl7Ffl9pAk+Fo0puX3nsz3TFpXR1X/+cGytQ/fxM9Z1rmvWgikGvbXZHh9dX83MZSomiSd1NrXcei45jy+y/WdkZ/vvp5qgwJ8AG6y+WS2tVqpJs4IKP+z9T+3l17yCXNWwVMxvPG+NFpCQsCjUkToLRr2VqiY2JsVfRcTZ/zr/R+4kHR+8dWwa9Ar8+nXx/h+GG/y+WSBrXqyS2dOvu1Cry5Ys1qn4RFMdHRUqFMucANwtyjcf6dA/OIJjnSBAr+w9bx/PDHrzLghWccLf3r67Ymxrj/mSdF22l7LfNedA6vXS24xD06D1rXVSavCU2K8szIETLuy8ly9Ngx7+FY6zoftWneMlP3mibieOaNl9MSI2miCU0U02fQAOl4Z3d5bfwYmTbzH+t43n/0OtTr0eVyeRdb65r443u3v85ZOndZhen80et+4IgXZMNm52QkmgCkU7sOGcap7voc8j/Ugv+WyoNDBmV4L2s7NddEbB99/bmjeUL+eDm3dj2tGnAxeZ7tfs11Uq60b/IiD4Q+R0aMGSX6LFFHT7nT7+8z/5YHhw4WTTbntL9SufLpJlTr3OEqqVLxLKemVuKgj776LKj7X8ep53vYu2+Ijt+pwxJJxeTGjlc77TKmTBNQaaKrPu53wd9mTE83rvSe/9pQ79fz6gb3LqgJYZo2aOiYuO3UmH6Qvk89KhnNIzqP6fw91f0O4zR/65jaX9RGh5fLF4aPAAIIOAtEORdTigACCCCAAAIIIIAAArlSgEEjgAACCCCAAAIIIIAAAggggID5AkSIAAIIIIAAAggggAACCCCAAALmCxAhAggggAACCCCAQI4KVKtYSeLi4mxjWLFmjUz89ktbeXoFmoTgq1+miiau8a9XKDFR6tao6V+ctq0fMi9esUxOnDiRVuZZ0eQ4miTHsx3Kb5P6DSU+Lr+tyfotG2X63Fm28mAKNLnK7IXz5YmXngspQcM7n4wP+JF2mRIlM0wQEMzYsrKOJhIaOuq1oBIP6HH1HH429RvZs3+fbtqWYGO8tEUrOf+cBo4fVR9MPijvfDxevv75B1v/gQp0XC+89ZroOdNz51+vqvseuNSfw5UAABAASURBVL79lf7FPtuaPEkTVvgUujfmLFogGX1w7q7m80+vu5+n/y7HU1N9ynUjqWhRqV+7jq5G7NKpbQe5vn0HcUpWoednzKSPg7q3rmjdVpwSoOg50nP15IihGSYX8kbSpAx6bB2Dd7mux8XGSptmF2aYZEjr6vLfmlVy+OgRXU1bKpevmKX3qCfOMz2P1K5WQzQRlMtlT36ydsN6UcO0oENY0Xba3qlJsSJFRROciNNOr7I2zVqI1vUqslY9VqFeE6M+Giu///uPTyIhq0P3n9LFS0qrJs3ca6H/04QNmkQqUNIpnXMmfD3ZlvhBk6i1cV+Hej36H1UTP2gCn6deGRbSda/zyfDRbwZ8FlUuX17at2rtf7i07YplyonOzWkFp1f0Of7jn9NCGos2Hff5RFm6aoWu2pZqlSqnew+aOs/WrVFLzq1zjmgiJn8Una9Cfabpu1ag9wlN5nV+/XP9D2Nt6ziaNz7fMWmYJmnSxEFvjB9j1Q32jz6Ldfwah38bl8sldaqfLZooxX+fCdvWPeu+RzTRld7zwcSk9+v4Lyc5vie7XC45q1yFYLqRludfIJoYxr+yZ0zPvfmK/650t198d6R7vlrmWKdKhbOs56fjTgoRQACBXC5A8plcfgIZPgIIRLYAo0MAAQQQQAABBBBAAAEEEEAAAfMFiBABBBBAAAEEEEAAAQQQQAABBMwXIEIEEEAAAQQQQAABBBBAAAEEEDBfwDvCAokFJCY62rvIWl+7ab31G+qfb375QdZv3mRrpok7NMmHbYdXwfTZ/8reA/u9Sk6tJsTHS9P6jU5thPBXP7TWj939m+hH1n/PCS/xjPalyVU0yUqwHxtrG100ScnSlct11bYUKlhQqleuYivPqYL9Bw/I2M8nBp14xjNOjXHxcucPmBMSEuSscuU9VQP+tmzcVAq6r0v/CvpR9ffTfpXJP3zrvyvDbT1Xw0ePko1bttjqahKV1s0uTDcpQuGChWztUlOPua/1jbbyYAp+mv6nbN+zy1Y1f2yc1KxczVYeKQXNGjaWntfd6PjRu95Xn075Nqjzo/3UqXa2Y4KhLTu2y1sfjws56YUa6bWhyRCcEvto8piMkgxpH7poIqy9+3znoqKFi0i9mrV0d5YsOTWPNKpbX5KKFLHFoOfvhz9/k/Vb7PO3rbJDgbZb4p7fNFGM/+5o9zMm3iHJmXc9TYKiY3NK0LF99055//NPwromvnU/k/bs2+d9KGtdE8DUr1nbWg/lj15bmjxKk0iE0k7r6vWn16Gu+y/L16wSTQDhXx7Mto4lUEILffY2b9wk4PxWsngJxwR0Bw8dCnn+17HqXDt99kzR60m3vZck9z3U1D2HeJd5r5s6z7Y6v6mULFrMO1RrXZ9pv/49Pag502rg9UeftbMWzHNMrFS2ZCnHZCEdLm4jpYqV8Orl1KreszPmzxFN1nSqJLS/6c27BRIKWIlSQusxd9TevHWrfPD5pyEPNtB7snZUIqmYaIIwXQ+06POzVtUajrtXr18XVgIxvW+n/vGrJB9OsfVbICFRzq1dz1ZOAQII5C4BRussQPIZZxdKEUAAAQQQQAABBBBAAAEEcqcAo0YAAQQQQAABBBBAAAEEEEAAAfMFiBABBBBAAAEEEEAAAQQQQAABBMwXIEIEEEAAAQQiUqBoocJhjUs/YN2weZMcSz1mJZJZtX6t/Dlrhnz2/TcyeWr6SUP+cNdbv9mezMPlcsnZVauJJicIZVCN654jxYok2Zrs2rtbZi1aYCsPtkCTq+iH38HW9663Yu1q0aQl3mW6Hh0dI3H5YnU1IpaF/y2VH/+cFtZY5i9bIkeOHrW1jYuNc0wq411REwZpgg+Xy+VdbK1v3LpZJn77pbUezp81G9fLrzP+FE0e4d++bMmS0uK8pv7F6W5HRUVLoQIF060TaOei5Utlx67dltPuvXtlufu60Gvqk+++lm9/+ylQsxwt16QZfbv1kpLFitvGoUkUfvprWtDJCy48v6kUKWRP6KPnRvtRH9tBgiyYPPU72bh9q612bL58ck6QyUY0iYpeb96dxOfPL7UDfPDvXS/Y9ZyaRypXqCBxsfa5ZteePTJzwdxgh+9Yb517/nZKOhIXxL3fpEEjx2vrxIkT8tfsmTJr4TzHY2ZUqIlZlq5yTvpVoWy5gElZAvWrSaM0eVSg/emV6/Wn16F/HU348PUvP4SVXMfTl86Ni/5zTvxVoUxZuaxVG0/VoH7j3NdI4YLhzW+r3M99TV6TcuSwbNq2VTSZ09Tff7USdSx0P1uCGsDpSibMsw1q1ZPomJjTEUna7/ZdO+SLn75P2w515c85M+Vg8kFbswT3XFWjkm8yu8T4eKlTvaZERdk/s9fkTJPd72i2jkIo0Hl37Sb7+5t2oYlSNGGKrpuy6Lw0Y/7ssBM0rVy32pEiJiZaEuITHPd5Cs87p4EUcrg3de7V56cmAvPUDeX3+2k/y4Ytm21N9JqpXKGirZwCBBBAwAQB+1PRhKiIAQEEEEAAAQQiRIBhIIAAAggggAACCCCAAAIIIICA+QJEiAACCCCAAAIIIIAAAggggAAC5gsQIQIIIIAAAggggAACCCCAgArUqlpdwv1Y+PHhQ6RF5yulXY/O0vX+u6T/kKfkhXfeEE0CoH2nt8xZtMAxOUuJpGJyXv2G6TW17Wtcr4E4fei/cu0aCTe5hSZV0eQqtoMFWbBx2xY5mppqqx0V5ZLEhERbeU4UaIxzlywK+9Cbt2+VI0eP2NrH5YsRTYJg2+FV0PzcxlKiaJJXyalV/dB79qL5sn7LplMFYf6dMX+u7N6/T0R8O0iMT5QGter4FmawpR9kn1v3HNGkLBlUddx9++MPSMsuV0n7W7tI9/595ZEX/icjxowSTXzi2CAHCzXhzIO33SVVz6pkG8XJkydl9sL58uK7I237nAoS4+Pd1nUdkyBoYo9pM/9xahZ0mV4jC5YuER2Xf6MqFc8STXDkX+60vWLtKkk9fjxtl57vGpWrpW1nZkXvsZyaR37683crGZgmBdMkIXsP7Hffr0dFkyFk9trbtWe3j1koRnr/xcfltzXZu3+//JHJa0Lns0MpKXLg0AHRmDXR05jPJspbH71vO15GBZu3bQ3r+VG7Wg2pUsF+/+jxNmzZLJr4Qdczs/w64y/RRDb+fahrg5qhzW8F3M+jludf4N9VUNuaSK69e167qOs10qlPT+k14H4Z+MoLMu6LT2X7rp1B9eGppPddbp5nL2zcRMqXKeMJJ+1X56eFy5aGdS15OtGEPhu3bpXDR45YrvOXLZavfp4qL733lkyb+benmvXbtGFjKVOipLXu/0eTMwXzfubfznt7vfvZ/NecmY7J3QoXKCAN69Tzrp7r1w8mH5I5SxaGHceOXbvEORFhtMTHxaXbb90atSUmOtpWZ8uObfLL33/ayoMt0Dly4enkgfpc+G/NKvnpr9/lzQ/HyodfTQ62G+ohgAACuUqA5DO56nRlcrA0RwABBBBAAAEEEEAAAQQQQAAB8wWIEAEEEEAAAQQQQAABBBBAAAEEzBcgQgQQQAABBBBAAAEEEEAAAQQQMF+ACBFAIEcFdu52/gC2eFIx6df91qATNWRVEH/NmSU79uy2dZeQP17OrR38x8uaOKdqRfuH/vph/t/zZtv6D7bg4KGDoh/kBlvfv15ySoqkOiSfyRcdLUmFC/tXz5HtzMa478ABK5lFOIOvXqmKxMTkszXVD71nLZxvKw+1YNbCebJl+3ZbM01wUK1iFVu5p2Drju2OyUwql68ompRFk7N46pr2q8linuz7gDSqW19cLpctvFXr1srw0aNEP1y37XQo0CQIxR0SDGnVzCSG0vaeRe/Rww4JkIoUKiyaWMtTL73fRSv+k+SUZJ8qZUqWFE1q5VMYxkZm77HkTMwjmmRCk4FpUjBNDqZJwlp2uUoeHDo4jEiyroneS069bdy6JajEZU5tPWXjvvhUWnfrJJfcfIOVEE0TPY36aKz88s9fQV+32pcmwVqzYb2uhrzUqV5TihQuZGunCY5mu+elYO8fWwdeBZrARucqryJr1eVyidPzUHcuXfmfHHA/13Tde9E5sXXTFtKvey/v4mxd17FrUhb/g1TOxfNsjcpVpWCiPbGczk8L/lvqH2rI2z0evkdadb1aOt7RXe54/EF5duTLMvmHb21JzOpWP1sS4hNs/accOSx/zw3/nci7w0DJ3aJjYuTsKlW9q+b69d379so/c2eFHcfB5GQ5fuKkrX1cbJz7eilgK/cUNKhVV0qXKOHZ9PldsWZ1phP0DXt3pJUUT58LNz/YTzSZ5NjJE+Wv2TN9jpXpDTpAAAEEIkSA5DMRciIYBgIIIIAAAggggICZAkSFAAIIIIAAAggggAACCCCAAALmCxAhAggggAACCCCAAAIIIIAAAgiYL0CECCCAAAIIIIAAAnlLYOF/S2X/wUOOQVc9q5K8OvBZGfLQE6LJXBwrZXHhouVLRRNQOHVbp3pNqV2thtMuW1nDOvWkcAH7B7w7du+Sf+fPtdUPtuBA8iFZ7B5jsPX962UmMYt/X9m1vf/QQZk5f052dZ9uv2VLlnbcn9kPvb07XbVhrWMiGf2gWz/s9q7rWV+6eoXoR/qebc+vy+WykpGMe+kN0QQtwV6fnva54ffB2/pIo3rOiWe279opb4wfLWs2Bp+Qo1K5ChKfP78t9NTUY7Jq/VpbeTgFK9aulgMHD9qa5o+NE53XbDscCjSxwE6/RFiFChQMOnmNQ5dpRZEyj6QNKIdXzq9/rhQpZE/MoolI9H7N4eGlHf5Yaqps3bkjbTuUlUrlyktcvlhbkyOHD8uyNats5eEUaAKb1evXOTZVX3X236lt9Jmr1v77YvPlk25XXScTX3lLel7bWbI7yZaJ82y50qUlX4w9oZrOTzpPyRn6r0KZchITHW07WlaOI1ByNz1oqeIlJTE+XleNWHa5nw1674QbjLbXxFOhtq9QtqwUcEhmdMz9/Fy9wfneD/UY1EcAAQTykgDJZ/LS2SZWBBBAAAEEEEAAAQQQQAABBBBAAAEEzBcgQgQQQAABBBBAAAEEEEAAAQQQMF+ACBFAAAEEEEAAAQQQQAABBBBAwHyBHI1w+txZsnTV8oBj0I+FWzdtLsMff1p++uATeW3gc3LD5Vdm60fof8+bLcmHU2xjSipSRBrVrW8rdypoUKueRMfE+OzSj+sXLF0i67ds8ikPZWP/gYOSmQ+OQzlWTtU9ECAZUXaPp3G9BlKoYEHHw+zYtSvL3Pfs3SPHj6fajpOYP15KlShhK9eC76f9LBu2bNZVx6VIwUJyRetLZfTQl2XK6Any/MNPSoeLLs31H9v37tpDLmneSqKjomxxH0w+KGMmfSw6h9h2plNQukRJx2QMR46lyrpNG9NpGfyueUsXua+XZFsDl8slZUuWtJU7Feh97p/IIy42VmpWqeZUPaQyk+YRTbik18k8El70AAAQAElEQVR7Q4bLQ3f0DeuaL16kqOR333/+iKnu+3THrp3+xTm2feToEdm8fWtYxy9VvIREOdxH+w8dkg2bw38m+Q9m49bNoomc/MvVV539y3X7zzkzRe9nXfdfXC6XVCpfUfQcf/7mWPnktXfkkTv7WUm3/OtmdtvEebZkUglHlgMHD4rOU447s6GwRLHijr1qYresHMeGrc5zeGJ8gtSqdrbjGHJj4Z59+3Jk2GVLlJLYGN93Wx3I0SNHZeO2LbrKggACuUOAUUaIgP1/4UTIwBgGAggggAACCCCAAAIIIICACQLEgAACCCCAAAIIIIAAAggggAAC5gsQIQIIIIAAAggggAACCCCAAAIImC9AhAgggAACCOQ9ga9+nir6AXJ6kbtcLimYWFDOr99Q+t96l3g+Qn+8z33SrGHj9JqGvO/f+XNlx+5dtnaa+KFh7bq2cv+CNs0ulErly/sXWx/X/7tonq08lAJNPhBK/dxYN6diLJlUTBLiExzJtuzY5lgeTqEmkdFEJ/5tY+NipXypMv7F1rYmIvn21x8l5chhazvQH5fLJUmFi8hFTZrJwLsfkO/HTJTxL42Uh27rI5qkI1C7SCzv1LaDXN++g8Tmy2cb3tFjx+TTKd/K5B++te3LqKBMiVKOVZJTkmW7w33vWDmIwp27dzvWKl6kmGO5U+Gy1SvlyNGjPruqVDwrrAQr3p3k1D3mPYZQ15s3Ol+6XHGNDLrnQRk9dIR8/fY4+X3ClzLm+Vek57WdpW6NWpLgkEAmmONUKFNW4vI5JFQ4lipbtmfdvR/MWNKro9fCvgMH0qsScF9CfLzjPr3ul6wMnADOsVE6hZqA4miqPbmW+qqzU9Opv/8qM+bPE03Q5rTfUxYTHS1nlS0vOje8Pug5KyHdyMFDpfvV12dJQrqcmWc90WXPb/GkJMeOM3rncmwUZmGi+9rLHxfn2HrfgaxNorJj1y7H5EcJ7me7PuMdB5ELC50SJJ6JMIq735NiYuzP5GT3u8muPXvOxBA4BgIIIGCUAMlnjDqdBIMAAggggEAGAuxGAAEEEEAAAQQQQAABBBBAAAHzBYgQAQQQQAABBBBAAAEEEEAAAQTMFyBCBBBAAAEEEEAAAQQQQACBbBf4bcZ0+fLHKbYkC+kd2PMR+pVt2snwx5+2PkJ/deAz0q7lxZLZ/9Zv2SSzF82XEydO2LrSxA+a5MC2w6ugcb36UiAh0avk1OqmbdtEP7I/tcXfiBJwDybRfc6iolzuNfs/vc5mfDZFsmLR5BmJ8fZEEHpkva7tRz9VMvHbL+WXv/+Q1OPHTxUE8Tc2Xz6pXqmyXNe+o4we+rJMGT1Bnu3/WJYnbApiKCFVadawsfS87kb3fVTA1u64+7786a9pMuqjsbZ9wRTExTonQSiRVEzeeGpIlpxjvU7OO6eB43CioqMcy50Kl65aIfsP+iYbKV40SZq6fZzq5/YyvS86XHSpDOzX3329jpAp702wEsyo5/DHBst9Pe+Qy1u1kTrVa1rJRuJiY7MkZCsxhst+Xg4fTpGdeyMnoYImZ0l1SOwSDEJSkaKO1bI6CYkmhjp53P7s1INHRdmNtVyXdyeOl5Xr1maYgEbr6uJyuayEdI3q1pd+3XulJaS75+bbpHL5ilolrMWkebZimXKSLzrG0WH77h2O5dlRWKva2ZIY75zYbdvOnVl6SOv6c+jRfblIdEy0wx6KQhEIlODrUEqyLF35XyhdURcBBBBAwC0Q+M3IvZN/2StA7wgggAACCCCAAAIIIIAAAgggYL4AESKAAAIIIIAAAggggAACCCCAgPkCRIgAAggggAACCCCAAAIIIIAAAuYLECECCORNgVETPpB3Jo6XA4d8Ey0Eo+FynfoIvUn9RvL0vQ/LLx9MkiEPPSHn1jknmOaOdeYtXSyHUg7Z9pUomiTNz21sK/cUaPIETYzg/5G9JgyZs2i+pxq/ESiQVLiw5IvOuY/TY2LySfGkYunKPP3acJk89duQEjV5OnS5XJJUuIhc0uxCK2GTJqJ5vM99mUrU4Ok7K381cUTfbr2s5CL+/WryjdkL58uL74703xX0dsECiUHXzY6KBRISpXG9BkF1PWvhPNmyfbtP3YT4BKlb/Wyfsty+cVGTZvLawOfku/cmyMC7H5AOF19iJZhJKlJEsirBTHpGBRILiFPipxMnTzomIUuvr+zcpwke5i1dlJ2HyHTfu/bskeQjh2396PyWFCABjlZes3G9PDliqMxdsijoBDTazrPo+TurbHm56apr5cMRb8rHr7wlN19zgyQ6JPrytAn0a8o8W7J4CYmLi3MM83iABEGOlXNR4Zbt2+TosVTbiGNjYqRsiVK2cgpCEyhcsJBjA302H0pJcdwXTCF1EEAAgbwqQPKZvHrmiRsBBBBAAAEEEMibAkSNAAIIIIAAAggggAACCCCAAALmCxAhAggggAACCCCAAAIIIIAAAgiYL0CECCCAAAIIIIAAAgicMYFxX3wq9z0zSGbOnyupqcfCPm5iYqK0btpcXhv0nGhCg7o1aoXc19Tff5VV69fZ2ukH9PXOrm0r9xRc5D5u+VJlPJtpv/sPHJB/F8xL22YFgXAFXnrvTXn4+adl2eqVcvzEibC6cblOJaK5sk07+eDF1+WZ+wc4JnsJq/NMNNJEEQ/06i1Vz6rk2MuqdWtl+OhRkpc+cl++ZqVPAhRNslG9UlVHn0wWnvHmOjfrHP1s/8fk/PoNJX+ARBnBDMxKfnDokBxPtSeeCKZ9Xq2zffeOiAldE9DcNfBhGfnhWNEkNnpOwxlcdFSUlVSrb7eeMumN0VYSmlD7MXmeDdUiu+rre97uvXuyq3v6RQABBBBAIOIFSD4T8aeIASJgsgCxIYAAAggggAACCCCAAAIIIICA+QJEiAACCCCAAAIIIIAAAggggAAC5gsQIQIIIIAAAggggAACCCCAAAIImC+QtyNctHyp3P30Y9Ktfz/56uepsm3XDgn3A3RN0qAJDYYNGCgd27QNGXbBsiWOiQyqVqwkzRo2duyvaf1GkhAfb9u3av1amT53lq2cAgTCEfhn3my55aG7pd9Tj8pP0/+QvQf2h32fxObLJ5e2aCUjn3o+4HUdzhhDbaOJZ57o118a1asvLpfL1nz7rp3yxvjRogkqbDsNLliyarmkHD7sE2H50mWldrUaPmW5bUPnZJ2bdY7WuTqc8acePy56Xfw2Y7oMenWYvPjem3L4WPiJy8IZA22yXuCDzz+Ry2/rKkNHvSoLli2Vw0eOhH2QpMJFpHfXW2T4Y4NF55hQOjJxng0lfuoigAACCJwpAY6TVwVIPpNXzzxxI4AAAggggAACCCCAQN4UIGoEEEAAAQQQQAABBBBAAAEEEDBfgAgRQAABBBBAAAEEEEAAAQQQQMB8ASJEAAEEEEAAgRwR0AQTz458Wa6842bpNeA+mfzDt7Ju80bRZAOhDkg/Pr+rSw+5qEmzkJpOm/mPbN+zy9amcIEC0rBOPVt5xTLl5Oyq1WyJM44eOyazFs6z1acAgcwKzFm8QB5/6Tlp16OzPPDsQJny+y+yded2OX7iRMhdVyhbVu7tcbvUrVEr5LZZ0eDB2/pIq/MvkOgo+2eYB5MPyphJH+fJBE4Lly2VPfv2+hAXKVxI6lSv6VOWmzY6te0g99x8m+jcHOy4jxw9aiWaWbximXz+4xR5YsRQaXvL9dLxju7yyAv/k6m//xpsV9TzEiiZVMJrK/tWT7jnpKPucxjKEb746Xu5/fEH5PJbu8jzb78hM+fPlQOHDoScaCs6KkqaNmwsj/e5P+PDO9QwaZ51CC/HimJi8klSkaJn5PjHT5yUZL8kXmfkwBwEAQQQQACBdATs/6snncrsQgABBBBAAIGsFaA3BBBAAAEEEEAAAQQQQAABBBAwX4AIEUAAAQQQQAABBBBAAAEEEEDAfAEiRAABBBBAAAEEEEAAAQQQyHsCS1Yul+ffel1uuPt2K9mAfoT+x7//yO69e4NOslGsaFG57YZuoglighVctHyprF6/zlY9OiZGGtSqZytv0qCRlCxW3Fa+a+9umbVoga2cgsACkbTnUEqKDH71RWlybftsXzThUrixT587S556ZZhcdectcnXvW+T1caNl9qL5sv/ggaCTNZxVroLcceNN4Q4h7Ha9u/aQS5q3ckw8o8mbPp3yrZWAKuwDBNHw3wXzsv386jV0xe3dQkpGtX7LJtFkXN4h5I+Nk7MrV/UuyjXrlctXlK4dO0mhAgUDjvn4iRNWEqWfpv8hQ0e9Kjfee6e07HKVlWim14D7rbIf/5wmem8G7CSEHXq8kydP2lpEuVwSFcVnwRLCfyWTiklCfIKtxYkTx625yLYjiAI9z5OnfiN3P/2YXHLzDVZCuklTvpYVa9fI4SNHguhBrLnlwvOayu2duwVVP1Cl3DTPpqamBpz7o6PNvK4rlCkrcflibKdPExfu2rPbVk5BaAInTh53bOByuSQxPt5xH4UIIIAAAoEFzHwaB443vT3sQwABBBBAAAEEEEAAAQQQQAAB8wWIEAEEEEAAAQQQQAABBBBAAAEEzBcgQgQQQAABBBBAAAEEEEAAAQQQMF+ACBFAAIGIEvB8hP7g0MHS/tYuctP9d8n7kyfK6g3rRD8uTm+wZ5UrL60vaJFeFdu+v+fOlpQjh23llcqXlzbNLvQpb1K/ocTH5fcp042Va9eIJrLRdZbIFdiwZbMcOZZqG6B+yK4ftNt2RHDB9l07ZdwXn0qfQQPk0ltOJWuY/MO3smX79nQTNrlcLqldrYa0a3nxGYuuU9sOcn37DhKbL5/tmJoU5Ke/psmoj8ba9oVbsHO3cwKC4klJ4XaZ7e1WrF0tqanH0o7jcrmkeuUqadu5aaX7NddJudKlHYesc/ishfOk31OPWkmUHn/pOfn8xym25DuOjTNRuGfvHjl+3H7v588fL8WLFM1Ez5HTdLc7RqfRJBUu4lQcdlliQqJERbls7TW1j55f244wCjQh3bB3R0q3/n2kVderZeArL4gmpDtwKP1EWzrHaAKarEqSEenz7Lyli+RQSrKjcMmkEo7l2VG4dOV/AcdRqnjxLD1k/rg4EZfDp/wnTsjxkyfkTP+nSbaioqLP9GEze7yA7bft3Om4LzE+QWpVO9txH4UIIIAAAoEFHJ5YgSuzBwEEEEAAAQQQQACBrBWgNwQQQAABBBBAAAEEEEAAAQQQMF+ACBFAAAEEEEAAAQQQQAABBBBAwHwBIkQAAQQQQAABBBBAAAFvgTUb18vID8dKl/t6y51PPCS/zZjuk6TBu65+eN64XgPvogzXZ8ybLfqBuX/FAgmJcm7temnFmrCj2ln2ZBDJh1Pkb3cfaRVZiViBA4cOypGjR2zji46OkaK5PAHFkpXL5fm3Xper77pFHnh2oGhSAk3sYgvWXVAgoYCcVze0+8TdLKx/zRo2lp7X3Sh6TP8OTp48KbMXzpcX+y+3ZgAAEABJREFU3x3pvytT2/sO7Hdsrx/PN6hV13FfzhT+/1H1/O0/dOj/C9xrJYsVlwsbN3Gv5Z5/dWvUknPrnCNRUfZPbfV6/OGPX6XvU4/KnMULwgqqTMlSEpsvJuS2u/ftk2PHj9vaxURHS7GiSbby3FiQnJLiOOyE+AQr4ZTjzjAKy5YsKfli7Imkjh5LlS3bt4XRY8ZNpv7+q2hCuktuvkFe/eA993G2B2xUvlQZuahp84D7M7ND79NIm2cPHPSdNzzxFSxQwLOa7b+H3Nfe4SP2Z6seuHDBwvqTZUvJYiVE71v/DpOPHJZde/b4F2f7dmxsrON8l+0HzqYDHHS/JzklkYpzx1m4YMFsOirdIoAAAuYK2N+IzY2VyBBAICMB9iOAAAIIIIAAAggggAACCCCAgPkCRIgAAggggAACCCCAAAIIIIAAAuYLECECCCCAAAIIIIAAAggggAACCJgvQIS5RmDR8qXyyAv/k3FfTpajx445jrtEsWKSGB/vuM+pcP2WTbJg6RLRRBje+zV5Qt2za6UVNapbX5KKFEnb9qzs2L1L/p0/17PJbwQLrNu0UZKTk20jdLlcogkLbDtyacE/82ZbiZqm/v6LaMIP/zBcLpeULVXKvzjLtyuXryh9u/WSksWKO/a9at1aGT56lGjiAscKYRZu37VDnD6e1+Qz5UqXDrPX7G32x6wZtiRYhRITszRpSPZGcKr3hrXrSlLhoqc2/P4uWr4s04mGYvPlE5dfv8Fsbt2xTVIOH7ZVzRcTI6WLl7CVh1PwzrPD5fcJX8rUsRPloxFvykuPPiUP397XSsYTTn+httm2c4ecOHHC1qxQYqJUKFvOVh5uQYUy5ZyTf6Qky3b38zDcfoNt99FXn8n9zz4pK9eucWwSF5tPKrrH6LgzCwsjZZ7V+c4prMIFCmXJ/HF9+yvll3Gfya8fTpbJI8fI6KEj5Ol7H5YuHTv5vGvt2LXTaRju+aCINMjCpF/ly5R1PM7B5EMya+E8x33ZWVi0UOHs7P6M9715+3Y5lmp/v46LjZOyJTP//NR7c9Jr78m0j76QKe9NkHEvvSHPP/yk3NfzDtF3hjMeMAfMuwJEjsAZEiD5zBmC5jAIIIAAAggggAACCCCAgJMAZQgggAACCCCAAAIIIIAAAgggYL4AESKAAAIIIIAAAggggAACCCCAgPkCRIgAAggggAAC5gjUrlZDOrXtII/3uU/efvZF+frtcdYHp28/+1Kmghz10VhZtmqlYx+aYKJWtbMd9wUq/HfRPDmYfNC2W5NmXNi4iVVev2ZtiYuNtdY9fzRhjSau0QQ2njJ+I1dAz9O2XTscB1i+dNks+VDfsfMMChvXayBdrrhGBt3zoPVhv36QrUksnn3g0Qxapr97zKSPZcu2rY6VkooUdSzPqkJNAPVAr95S9axKjl1u37VT3hg/WtZsXO+4PzOFq919Hj121NZFfP78UrtqDVt5pBSsWLPaJwlWTEw+qV6pSqQML6hxVK5QwTZPasOjx47J9NkzM51oSO9TddE+Q1nmLF4g+w8esDXRJGOVK1S0lYdaoM+6EknFrNiLFCwkVStWkhbuZ8dVl7aXCxufH2p3YdVfu2mjHHG47uPc133NylXD6tO/kSaOCJQgYv+BA7bkHzoPtG7aXHp37WElmNCkPD998In88sEkub79lVb34fzReeOLn76XlCP2hEJ6fTjNbybOs2q3cetmSXVIFlK4UEEJNP9qu2CXSuXKi86dCfnjpVyp0lKnek1p1/Jiua5dBylWJCmtmw1bNolT0q+CBQpk2Tx2ofue0veytIN6rQRKwuNVxbYaHR0jRTP5LCwRILma7WC5pGDdZuckffr+q/N7ZsOoXrmK6LWZPy7OSuhYw/2Mu6hJM7naPVfqPZrZ/mmPAAIIRJoAyWci7YwwHgQQQACBnBTg2AgggAACCCCAAAIIIIAAAgggYL4AESKAAAIIIIAAAggggAACCCCAgPkCRIgAAggggAACCCCAAAIIIIBA2AJXXnKZPHxHX7myTTupX7OO6EfD+sFpyaTimU70sXZT1iWtmPr7r7Jp2zZbnIUKFJRz69STQB/ca8IaTVxja5j7CvLMiNdsWC8nTpywxVusaFE5/5yGtvJwCvp26yl/fPyV/PrhZCvh0vvDXhNNJHNfzzvEKXHDzddcJ7rv8lZtrA/7k4oUsZJYlC9TVjLznybb2bJje2a6CLvtg7f1kUb16ovL5bL1ofeNJsaZPneWbV9WFKxat1b27XdONFKvZm3RhBiZPY7OCZ+89o5okiBNpvHxK2/JawOfk4H9+svV7nkvnP7/W7NKDh894tNUrxc9lk9hBG+UTCrhOLqDyYdk1fq1jvuCLdTzVqXiWcFW96l3KCVFNmze5FPm2ahYtrxkNulBrWo1rIQKnj49v0ePHRVNhuTZzs7fxSuWyd59+22HiImOdt+LDbLkuj+vfkNJcs+VtoO4CzQhjPvH51/1SlXl/l69pee1nUUTTGhSnoKJBSU+Pl40qYlP5RA39HgHDx0KupWJ86wGv3ztakk+bE/CEx+XX+qfXUerZGqpVqmyaJIm/0627doh+ozxlC9a8Z8kpyR7NtN+dRwXNGyUtp2ZlXPc83fhxAK2LjTpjc77th2nC7bv3CFHjvjOrbrL5XJJdFT4aQF03iiWyeQ1EmH/zZw/R3bs2e04qlpVa2R6HqlZpZok5o+39Z+cnCya+Ma2gwIEEEAglwuE/5TJ9sA5AAIIIIAAAggggAACCCCAAAIImC9AhAgggAACCCCAAAIIIIAAAgggYL4AESKAAAIIIIAAAggggAACCCCAgPkCRIgAAgiYI7Bq3VpbMgWNrkjhQlaSDV2PlGXm/DlyPDXVZzj60X71SlWlXs1aUrRwEZ99urFp2zbRxDW6btJy+Ij9Q3ZT4puzZKFoIgz/eGLz5ZOLmjYXTXDhvy+UbU0U0qpJM9H+EvLHWwmX9GPrS5q3lHYXXizlS5exdbfKfZ/ox/P+OzRZ04WNm/gXR/z2Q7f1kUuat3L8qP/osWPy6ZRvZfIP32ZbHEtWLpeV61Y79l+pXAW5rv2VjvtCKezYpq2UL1naShKkyTQ0Scz59RtKh4svkfPCTGLklDxE5x2df0IZWyTWPX78uKQ4JH8IZayXtWojpUuUdGyic3WxokmO+zyFi5YvE73+PNue36RChaWJ+9x5tsP5bVCzjmiSDf+2mgRJ72//8uzY1ut+9QbnBD8Vy5aTK1q3zfRhL27SXHRe8+/oyNGjsmz1Sv9imbd0kWzdscNWrslMalSuZivPzgI9DybNsx6rf+bOEqckYy6XS86pVdtKnuepG+pvs4aN3e3L25ppArc1G9b7lAcah1bS5EyafEjXw1302dr83PMlOibG1oUmvdHkN7Ydpws0Sc6x477vd6d3SblSpT2rIf/qvKHzR8gNbQ0iq2DJyv8ck/Tp/KvzcGZGqwmEnM6hJryZ6X4Pz0zftEUAAQQiUSAqEgfFmBBAAAEEEEAAAQRySIDDIoAAAggggAACCCCAAAIIIICA+QJEiAACCCCAAAIIIIAAAggggAAC5gsQIQIIIIAAAggggAACCIQtsGbjejl46JCtvX6kf0HDRrbyUAqKFSnqWP1QSrIsXfmf4770CucuXij7Dh60VSlfuqzU18QC+fP77NOP2Ocsmu9TZsrGnv37TAnFFsfP0/+Q1RvW2cq1oGrFStL9ms66GvbSqd3lVlISpw7Wb94of8yaYdu1cv1aOeKQmKNIwULSrNF5tvrBFmginUIFCzpW3713j2N5Zgt7d+0hV15ymZV8x7+v4ydOyE9/TZNRH43135Xl23/Pmy3Jh1Ns/cbFxkrb5q1Ek8XYdgZZoG0vbtLCOQmC+5ia4CjIrnyqLVm5XDZu3exTFu+ed2pXreFTlhs31L1wgGsxmHj0WtbkTU6JT7R9dJRLEtxWuh5ombVogezau9u2WxMh6PnU82rbGURB43oNpGGdeuJyuWy1NQmSnlfbjmwqmLtkkWgiGP/u9ZnbvlWbTCXX6tzhKql7dk3/rq3trTu3y7QZ0611/z/rNm2QkydP+hdL5QrlpV3Li23lwRYUK1pU8sfF2qqnph4Tp/nNpHnWO+hDKSmiias0IYx3ua5rgix9Jul6OMslLVpKkUKFbE01gZv/PKfjWLhsiWPSkqKFCmc6+ZHGUamcPRGODk6f6fps1/VAy4GD9ndRrVu2VGmpW6OWroa0pJcMJ6SOIrDyvKWL5VCK3Sshf7yVRE/n43CGfbX73aDaWZVsTfXaXfTfUls5BQgggIAJAiSfMeEsEoOxAgSGAAIIIIAAAggggAACCCCAAALmCxAhAggggAACCCCAAAIIIIAAAgiYL0CECCCAAAIIIIAAAggggAACCCBgvgARmiMwa+E8Wb5mlWNA59Y9R/RjdsedGRRe1KSZ1KrmnJBhw+ZNoh9BZ9CFbff0ubNk6arltvIihQtJozrnSFSU76dj+w8ckH8XzLPVN7mgYIECRoQ3fc4sxwQNsfnyyVVt2kn7lq3DirNZw8ZyafNWjklJjh47Jn+7j+vU8W///CUbt22x7dJr7qImzeUi9/Vu2xlEwRWt20rFsuVsNfVD7zUb1tvKM1vQqW0Hub59B8fEM5p8YvbC+fLiuyMze5ig2n8/7WdZt2mjY90qFc+S3l1vCTsRR4/rbpRypUs79r1hy2bRYzvuDKJwxdpVoomtPFX1GqhRuZpnM+J/t+/e4TjGxPzxUrNK+HE8eFsfqVvDOfGJ4wEdChctXypzFi9wTI6h51PPq0OzDIuuaXu5FC+aZKunyY80CZJtRzYWTJ76jazdtMHxCDUqVxV1dNyZQaHObd2uuk40iY1/VU0q9e/8ubJ+yyb/Xdb2v4vmycFke2K3gokF5dp2V4R9H7Y87wIpkGB/JiUfPizL1662ju39x5R51jsmz/rP0/+UXQ4JxTSxkj6T9Px56gb7q8+dCxqeZ3v30farN6wTp2QvU37/Vbbtss8BLpdLmtQ/1z3v9tDmIS/6bOnYpq3js1WTLekzPaNON2x1fh6ULFpMLmnWIqPmtv093c+BShUq2spNKJjqPo/LVjm/u9epVl1u7hR6kj5NWHP5xZc63rN79++Xv2bPNIGOGDIhQFMETBXw/X8QTI2SuBBAAAEEEEAAAQQQQACB4ASohQACCCCAAAIIIIAAAggggAAC5gsQIQIIIIAAAggggAACCCCAAAIImC9AhAgggAACCCCAQKYE/przr+hH+P6d6Efs+jF7qB9FlyxWXK5v31GKFirs36V1nMx87D93ySJbUpL8sXFStpQ90cSq9WtFE9bYBmFwQYH4BKlYxp7MJLeFPGnKV7Js9UrHYScVKSL9uvcKOQGNXscP9LpLiicVc+xXkyL98vefjvs0WdKMebPleGqqbX9S4SJy+w3dpHL50D5yr1ujllzV5jLHZBHZ8aG3xl1VBwsAABAASURBVK8f4zslg9CgVq1bK8NHjworMZS2D3VR0ynTfpaUI4dtTTWhy4XnNZUn+vUPOfHFY3fdK5dc0MIxIUNq6jH5a9aMTMW4aMV/kpyS7DPmMiVLSuN6DXzKInVj244dog7+49MkGC0aNwn5OtZ+Hrqtj1yiSZ38EoDpvlCX7377xTFJh14TlzRrKQPvfiCkLnWuaOm+llwul63dirVrMpWIyNZhEAV63WtSEE3I4V89OipK2l54sTx170PpXff+zUTvbZ3b9Nlr2+ku2Lx1q0z6/hv3mvM/TWSxav06x511a9QMKyGOJq5r2qChuFwuW7+BEqOoTW6fZ23Bni7QRH8zF8xxTKykz6SH7+xnncfT1TP8qet+ftzRubvo88e/ss6pgZ5lmuDpr1kzRRMS+bfT5G5dO14jfbv19N+V7rYmnbn9xm6OSUu0oT7L9Zmu6+ktazZssL3faX2dm/QYmuBGtzNaNInKE33ul7YtWkl0lLkpBX76a5pj0qiYmHzS5YprpHeXmzOiStuvZg/febdjAjFNTDdnycI89z6dhsMKAggYL2Duk8L4U0eACCCAQF4QIEYEEEAAAQQQQAABBBBAAAEEEDBfgAgRQAABBBBAAAEEEEAAAQQQQMB8ASJEAAEEEEAAAQQQQAABBBBAIHcJfD/tZ1mxdo3joPVj9kH3PiQ3X3OD437/Qv0g+vmHn5RGdes7fnS+btPGTH3sP23GdNm6c7vPYV0uly3RxNFjx0Q/9pZs+y9nO969d49jAonSJUpIh9aX+gxOz+FFTZr5lEX6hiYh+HTKV7L/4AHHoerH+g/d0U/633pXUEka9PrV67hC2bKO/enH+l/+/L2s37LJcb8Wfvfbz7J5u++1p+W6VKtUWV56bLBc2aadbma4tDz/Ahl8z4NS9axKtrr6offilf9l6Yfemhinb7deoteC7YDugpXu+/+JEUNlzcb10rzR+XJ5qzZZtlzaolXA40789kv3fTpfNGb3MHz+RUdFycXu63bUMy9K0waNfPY5bejc88ZTQ+SK1m1FP753qrN45QoZ/+Ukp11Bl/0zd5bs3LPbp36hAgWlVtXqPmWRujF78ULZs3+/4/D0OnmgV++g7intQM1fG/icXN32conNl0+LAi7R0TFStEjRgPs9O3Te/va3nxznt5joaLmsZRvR86zH9rRx+tVrfejDT0iXjp0cx3bg0AH5+pepmUpE5HTcYMrenzxR5i1d6HjdWzFeeLF7PnlaMopRjxXM3Pbp919Z97bWD7RoshKdB/33R0dFSbuWrYMy97S9q+stcmeXWxyTkWjSnelzZnmq2n5z8zxrC8avYNznk2Ttpg1+pac2y5QoJfqM0vN5qiTwX33ODHnwsYDPjwXLFovOrYF60H2rAyQbiouNla5XXit67+g9FKgPLdeEJfoMvr9nb8ckOFpn97698tFXnwV1n2lywd379mgz26JJ0/p0u0V6XtfFts+7QJ9dbz/zkvs5cGnA54B3/dy8/sVP38ufs/91TGik57H71dfJM/cPCPj89cSu88xLjz0t7VpcJNFR9hQM23fvlM9/+M5TnV8EEEDAOAH7zBcoRMoRQAABBBBAAAEEEEAAAQQQQMB8ASJEAAEEEEAAAQQQQAABBBBAAAHzBYgQAQQQQAABBBBAAAEEEEAAAQTMFyBCBBBAAIFMCWiiD/0IXz/Gd+qoSMFC0uemHvLFqLHyeJ/7rKQU3h8lN67XQHp06izvDRlufaBeu1oNx8Qz2v9nU78J6iNkCfCfJgf5b9VKx4/2vZvs2rtbZi1a4F1k1PrB5GQ5fuKkLSZNutHtquvkw5dGytP3PiwjBw+Vj0eMkt5db7HVjfSCH/+cJp9N/U40kZDTWPXD9xsuv1K+fmucvDhgkFxzaXvR5BlaV/e1btpcHrmzn3Xd6vWr17E4/Hf8xAn59e8/0/1YX5tpYpapf/4acDzlSpWWAb3vkY9feUseuq2P6PF1HNpWF03q0q97LxnvPjdD+j8q5cs4J8LRD70//uYLbZJlS9sWraRS+fIB+6tWqbI17hmfTZHhjw2WQfc8mGXLo73vlcZ16wc89hvjRsuqdWsd97tcLqlRqYoMf/xpa3zqp46eyjrXdLniGus6f+OpIaJzUXSU8yek23ftlLGTJmRq/tHj6nzpn7hBP/SvWaWa7o74RZO7zF280HEOdblcct45DWTci2/ItZddETCWZg0by5CHnpBXBz4r59dvKJowxVNZEwlpghHPtufX5XJJwYREz2a6vx9MnihzFi9yHGN0VJR1nvV86/zW5Yqr0+57fS5pYg6dD3Teu7hJc5+xeQ6q9/xv//wtX//8g6fojP+OGP12utd9w9p15a3/PS9jX3jVer7qte4ZpN4DWTm3ab+akESTluj5023vJTrq/83ffPoFazx6r3nqqLsm/Xjq3ofkq7c/kFvc7wPec5+nnvatSXc0+Y6nzP83N8+z/rH4b2tsn373tRxMPui/y9rWZ5Q+q/RdS8+vnmdrh/uPeuv8p88Xfc6oubvY9k+fHx98PslW7l2g71Ejx48WnRO9yz3rej/rvfPpa+9ac6v3PabnVROK6bme9MZoub59x4DJqvTZ/eVPU+W3GdM9Xaf7u2j5Uvd9v8AxmYo2LJhYUO68sbt1jT3b/zHp1LaD9T7axf0MGPLg41b5wLv7iz7PXC6XNrEW9dYEa9aGYX/GTvpY/J9HnhD1fVDPlc6FOide2aZdWiKayuUrSpcrrrbOr86lOt+4XP9v5ulDz6HOk/rc8JTxiwACCJgm4Py/HEyLkngQQAABBBBAAIFcKsCwEUAAAQQQQAABBBBAAAEEEEDAfAEiRAABBBBAAAEEEEAAAQQQQAAB8wWIEAEEEEAAAQQQQAABBHKfgH5cOun7wIk+XC6XlClRSvTjVU1M8fXb40QTVeiiH67edVMPqVujluSPi3MMXj9g1f71OI4VQij8c87MgB9ve7pZvPw/0Q+ZPdum/a7duF4OpSQ7hqUfjuvH1+1aXiyN6taXxMREKZCQaCVscGwQwYWjPhorX/30fcCELzp0je/C85qmJX7Ra/KX8ZOt5Bj6cbpety6X/aNqbavJEGYtnCsvvjtSNzNc3pk4Xn76a5po8gqnytFRUVYijOvad7SOr+PQ8egy/LHB0v3q66V6pcqiH4U7tdeP5MdOmii55UNvpxhCLdOEDC+NHiV6TQdqGx11ylX91FE9dRnz/CtyX887rOs80Nyjfe4/eEDGTPpYps+dpZuZXpatXin+CVaqVDwrYBKGTB8wizuY+N1XsmXHdsdeXS6XlCtdRh6+va/8PuFLmTxyjJXM6sOXRlrr0z76wkoG5J9cSTvT+2L6nH/l5+m/66ZtKVmshK3MqeBQSooMd18TS1cud0xAo230fOv8dl/PO63ERHo96HNJE6TpfKDzgtbzXzz3/Igxo/x3ndFtve7fGD/afR62BTyuzhO1qlYXfb7qta4x6qL3QEZzm56LH91zVbBzmw5iRDoJcXS/mp9bp541Hn3u61h0UXd9L2jfsrWUcp9jl8t5vtUkU3oM7Su9xeR5dvIP38qEr79wP79THAlcLpf1rqXnV8+z+uqi3jr/adKQ6Cjnz+R1ngv2+aFzoc6J2sZxIO5CPd/+95g+0565f4DouU4qXMQx0aC7qfXMnvjtF6LPcN0Odhn3+STZtHVrwOoul8u6xi5pdqGVXE6vu/vcz4DWF7Swyl0u32tP3z0/nfKt7Nm/L2CfuXmHZx7ZsHlzwDB0LtQ5UedGvVf1etIkRve55049v3qenRqnHj8uP/71m+j96LSfMgQQQMAUAeenqinREQcCWStAbwgggAACCCCAAAIIIIAAAgggYL4AESKAAAIIIIAAAggggAACCCCAgPkCRIgAAggggAACCCCAAAIIIIAAAuYLECECWSKgHwnrh6b6wWmWdHi6E/34VxOIaP+nizL18+e//8jm7c6JE7Tj5MMpMmfJQl01dvlj1gzRD/mDDTAhPkFKJhULtnpE1Rv27kj56KvPAn6sH+5gNTmDJsp4dNizIfWtyRw0YY0msQj32E7tDh06JGM/+0Q0OYHTfpPL5ixeIP9742VZkk6ykXDj371vr7z6wbtZ6rp01QrxT9pQvGiSNG3YONxhntF2mphr3Oef2mLwH0RcbKyUK1VaqlWqbC26rokKXC6Xf1XR63fc55/IA88Nkq07tktq6jFbnfKly0izII00qcLTrw+XuUsWBUxAYztABgV6z/86Y7qEes9n0G3YuzUByNOvDZfVG9ZlWYw6GE2M9Nn338igl18IaW5T84wS4mj/4SyaXEqTTOkxgmlv8jz77icfyphJE+TAoQPBUARVZ+fuXTL8vVEhzXP6rNE223ftDOoYwVbSuN7+eJy8Pm50sE3S6un18f4XE0Xn7bTCMFd0Dpoy7eeQE+CEebgca6bzyHOjXsnSeUTf27/44TvR+SnHAuPAGQmwHwEEskiA5DNZBEk3CCCAAAIIIIAAAgggkB0C9IkAAggggAACCCCAAAIIIIAAAuYLECECCCCAAAIIIIAAAggggAACCJgvQIQIIIAAAggggEDuFdAPTcd/8amVSCAroti1Z4+MGPO2aAKRrOhP+ziUkiKzF86TQElyduzeJf/On6tVjV40IUuwH43H5YuRCmXK5lqPNz96X4a9/bps2rolS5I06Mfx70wcbyXK0OspFBitr8krvvp5qugH2qG0daqrSWw2bN4sT73+koxz33tOdfJCmSZE6ffUAJn6529Z5qqJSx4a+rR8/fMPWUo4yz3/bPFLgKUJnupWPztLj5OdnWVV4gm9fpetXimPDR8iep/qmDWJ0P5Dh3TVZylcoIA0rFPPpyy9DU1E8eCQQfLplK9DSqLi1Kcmx/nku6/k0WHPZLov3/4zt6WJl2579P4sue71XOhcMuTNV+Sl994Ma2CayOKJ4c/L4hXLsmSu1ee09nn304+LxhrsoA65n/OPDntWvjJ0ntW5Xp2Xr12dKWc953r/PfnyCzLl91+C5U2rp23ucZ+bme53Jj1XaTvCWNHkTpqY6+Hnn8nUs+xr93w9ZNSroteyxhfGUKx32PFffibPue+FcNrntjZ6b937vyfkp79+F026k5nxa+KfkR+OzdL39syMh7YIIIBAdguQfCa7hekfAQQQMEmAWBBAAAEEEEAAAQQQQAABBBBAwHwBIkQAAQQQQAABBBBAAAEEEEAAAfMFiBABBBBAAAEEEEAAAQQQQAABBEIS0AQC9zzzpPw64y85fORISG21sn4srB+v6of+PR65RyZP/UaLs3T5d8E82X/gwP/3eXpNj71g6RJZv2XT6RJzf/SDfk3qE8wH2tHRMVK0SNFcjaEfyXd/sK+89fE42bJjW1gf7GsCCu2n6/19ZMykCWF7aGIE/aj9oaGDZc7ihWF97K3Xqsah8dzycD/5febfYY/HlIaM7uDeAAAQAElEQVTqOujlF0Q/otfrO5z5RxMgrFq/1ko60PvJh0ST2mSHz6oNa32uwZjoaKleqWp2HCrb+tR7QRNP/PJP6HO9Ov+3ZpU8/dpLcstDd8s/82anjfOPWTNk/eaNadueleiYGGl+7vlSsUw5T1GGv3pNaCIVHef0Of+G/EzSBFHaTp9pL495K8Pj5UQFjVGve51PNAlIqNe9ziWamOvVD96T6+6+NawkJN5x6z3Ta8D9ov1pv9q/9/5g1jUBhvbz+EvPyf3u94lgE6V5960uJs+zes90799XNNGHPgtCcda623btsNrq/Tdn8QJvupDWNcnT3U8/Js++MUI0cZSeu1A68MwFz7w+XHo8fI/7mRj+WDzH1eehPhc18ZQmi/OUZ/SrY9d7SO93fZfNqL5J+7fv2ilPjBgq/YcMtp57ahFKfHq/6TNBr6cJX08OpSl1EUAAgZwRyKKjknwmiyDpBgEEEEAAAQQQQAABBBBAAIHsEKBPBBBAAAEEEEAAAQQQQAABBBAwX4AIEUAAAQQQQAABBBBAAAEEEEDAfAEiRAABBBDI/QL60fiAF56Ry2/tIs+//Yb88e8/smnbVtGPU1OPH/cJUD88PpScLGs3bZCfpv8hA4Y9I+17dRFNGKAfw/pUzuaNg8kH5d9F87LkKP0GPypNrm1vW7Q8MweYtXCeXHF7N1u/zTtfaSVWCaVvzwfamkhlxdo11vnRj9K1D/1NPpwi+mH5R19NlonffKHFPovGEukxeg9Yrz+N9erePaTPoAHy1c9TZaU7bv04/VjqMe+qotelxq/XrV6/Q958RVrffJ089cowyarr8p95s+WugQ/LNX16yevjRot+9K5963H1+N4D0vtGx6nj1XHr+DUOjUfj8q6b0fp3036W1t062a4hLdN9/u01wY1eX07nOrvLAo3Jf4ze25pIQRNW6Pzz8th30lxTjhz2SfiibY4cPSp7D+y3kiZowqub7r9LuroXNdb92bWsWrdWDh894tN9+dJlpXa1Gj5lkX6P6fzwqHvO1qQR70+eKMtWrxC9Tv3vJ932OGs9db75wX7idL0pwJ1PPGS7PvVa6/rAXRJOcjB9Jt3/7EC5/u7brHtt/rLFsnvvXjniPv96PM+i95lnnGPd8Vzbt5doO23vqRPMb6B75sZ77wymeVh1dD7RJCDBxKiJtPTcTf7hW+k14D7p5I7zo68+C+u4gRppf9qv9j9pytfWPaa2mhxHny/e7fQ86PnQ8zL604+sOfHWRx+Q32ZM964W1rq65MQ8G9Zgw2j0weefiD4LHnBf35r8Q9+lDrnfqbyfIeqt7vo8U1N9z7ryjptF24ZxSMcmei/3fORe6da/n+g9rolo9Hzrve/dQLd1jtC5QuvpXJDeXODdNpR1fS7qe+RVd95ivYfOmD/buuf1+J5+1EXree6F2x9/UPQe8r/fneZhfQ/T9zFPX4F+9Z7Xuct/eXbky4GaBFWu3vp89O9Xy3RfUJ04VNL7Re+9YM7jbvccqvesPmc73n5TWO9HTrYak5Y7DM+nSA21rv+i5j4V2UAAAQSyUSAqG/umawQQQAABBBBAwDQB4kEAAQQQQAABBBBAAAEEEEAAAfMFiBABBBBAAAEEEEAAAQQQQAABBMwXIEIEEEAAAQQQQAABBBBAIGwB/ah38tRv5MGhg6VTn55WwovmN1zhk1Sg2fUdpHX3a6XzPXfI4y89lyUfm2c04Hpn15JCBRJt1TZt2yZTf//VVm5ygZ4jTZTQrX8f0Y+Wm153uXV+9PfimzqJfsT76gfvWkloTHLQBCX64fJN7rgvufkGadH5Situz0fMel1q/Hrd6vX7xU/fZ1v4mnBm3BefWh+9d7yju+hx9fieseiv3jc6Th2vjlvHn8UDMq47vbYnfD05zfWirteIXtfq6VladrlK2vXoLJo0QRMVaBKCMwHx6ZSvRMfjGYf+Xn3XLaIJG87E8bP6GOo28sOxcstD94hep/73k257nLWe1s/qMQTTn+deu+PxB6X9rV1Ez7/aexa9zzzjfNMdj9YPpt9IqqNj1vkkvRg1kZbO7c+/9Xq2X3N6TQ97d6R1j6ltq65XO96Hej50zPo80hiy2lT7VBdNLmLiPDt97izR5Gj6LqXvVN7PEJ331F2fZ4+88L9sfc/Se1vvcZ1T9Xzrve+5v/RXt3WO0LlC62n9rD7X3v3pc0DfQ+95+gnrntfj6zh0URd97zlT94L3uCJ9Xc+Lnp/0zqPnntXnrDpHekyMDwEEEMgOAZLPZIcqfZ4hAQ6DAAIIIIAAAggggAACCCCAAALmCxAhAggggAACCCCAAAIIIIAAAgiYL0CECCCAAAIIIIAAAggggAACCCBgvgARIoBAdgvUO7u2xMTk8znM8dRUmTl/jk8ZGwgggAACCCCAAAIIIIBA9gnQMwII5FYBks/k1jPHuBFAAAEEEEAAAQQQyAkBjokAAggggAACCCCAAAIIIIAAAuYLECECCCCAAAIIIIAAAggggAACCJgvQIQIIIAAAggggAACRgk0rtdAKpWvYItp38GDMnfxQls5BQgggAACeUSAMBFAAAEEEEAAAQQQCFKA5DNBQlENAQQQiEQBxoQAAggggAACCCCAAAIIIIAAAuYLECECCCCAAAIIIIAAAggggAACCJgvQIQIIIAAAggggAACCCCAAAIIIGC+QHZG2KhOPSlaqJDtEEtXLZfpc2fZyilAAAEEEEAAAQQQQAABBBBAAIHsEcitvZJ8JreeOcaNAAIIIIAAAggggAACCCCQEwIcEwEEEEAAAQQQQAABBBBAAAEEzBcgQgQQQAABBBBAAAEEEEAAAQQQMF+ACBFAAAEEEDBK4Ny650hMTD6fmFKOHJa/5872KWMDAQQQQAABBBDIYwKEiwACCCCAAAJBCpB8JkgoqiGAAAIIIIBAJAowJgQQQAABBBBAAAEEEEAAAQQQMF+ACBFAAAEEEEAAAQQQQAABBBBAwHwBIkQAAQQQQAABBBBAAAEEEAhX4OpLLpNqZ1WyNd++a6fMmEfyGRsMBTkowKERQAABBBBAAAEEEEAAAQQiVYDkM5F6ZnLjuBgzAggggAACCCCAAAIIIIAAAgiYL0CECCCAAAIIIIAAAggggAACCCBgvgARIoAAAggggAACCCCAAAIIIICA+QJEiAACRghULl9Rrm9/pRRIKOATz/HUVJk+e6as37LJp5wNBBBAAAEEEEAAAQQQyGMChIsAAggEKUDymSChqIYAAggggAACCCCAQCQKMCYEEEAAAQQQQAABBBBAAAEEEDBfgAgRQAABBBBAAAEEEEAAAQQQQMB8ASJEAAEEEEAAAQQQQCCQQMUy5Rx3XdqilQx7ZJBUPauSbf/2Pbvkp+l/2sopQAABBBDIWQGOjgACCCCAAAIIIIBApAqQfCZSzwzjQgCB3CjAmBFAAAEEEEAAAQQQQAABBBBAwHwBIkQAAQQQQAABBBBAAAEEEEAAAfMFiBABBBBAAAEEEEAAAQQQQAABBMwXyDURDuh9t/w+4UuZPHKMfPjSSPloxJvy4/ufyP/ue0QqlC0rLpfLJ5bjJ07IX7NmyqLlS33K2UAAAQQQQAABBBBAAAEEEEAgDwoQcpACJJ8JEopqCCCAAAIIIIAAAggggAACkSjAmBBAAAEEEEAAAQQQQAABBBBAwHwBIkQAAQQQQAABBBBAAAEEEEAAAfMFiBABBBBAAAEEAgkkp6RIXGyslCtVWqpVqixVK1aSQgUK2pLOeNqvWb9OJn3/jWeTXwQQQAABBBBAIIIEGAoCCCCAAAIIRKoAyWci9cwwLgQQQAABBHKjAGNGAAEEEEAAAQQQQAABBBBAAAHzBYgQAQQQQAABBBBAAAEEEEAAAQTMFyBCBBBAAAEEEEAAAQQQQACBiBHYuXePnDx5MqjxHEw+KJ9N/VbWbFwfVH0q5XEBwkcAAQQQQAABBBBAAAEEEEDgtADJZ05DmPhDTAgggAACCCCAAAIIIIAAAgggYL4AESKAAAIIIIAAAggggAACCCCAgPkCRIgAAggggAACCCCAAAIIIIAAAuYLECECCCAQSGDP3j1y/HhqoN1p5YdSUmTC11/I5B++TStjBQEEEEAAAQQQQAABBCJLgNEggAACkSpA8plIPTOMCwEEEEAAAQQQQCA3CjBmBBBAAAEEEEAAAQQQQAABBBAwX4AIEUAAAQQQQAABBBBAAAEEEEDAfAEiRAABBBBAAAEEEEAgYgQ279gmR1PTTz6za88eeX3caHn3kw8jZtwMBAEEEMgFAgwRAQQQQAABBBBAAAEETguQfOY0BD8IIGCiADEhgAACCCCAAAIIIIAAAggggID5AkSIAAIIIIAAAggggAACCCCAAALmCxAhAggggAACCCCAAAIIIIAAAgiYL0CEgQTWbNgg/8ybI9t37ZRjqcfSqh05elTWbd4o47+cJD0euUcmT/0mbR8rCCCAAAIIIIAAAggggAACCESmAKOKVAGSz0TqmWFcCCCAAAIIIIAAAggggEBuFGDMCCCAAAIIIIAAAggggAACCCBgvgARIoAAAggggAACCCCAAAIIIICA+QJEiAACCCCAAAIRI7Bo+VJ5dNgz0vGO7tKi85XS5Nr21tKyy1Vyw923y2sfvGclpomYATMQBBBAAAEEEMg9AowUAQQQQAABBBA4LUDymdMQ/CCAAAIIIGCiADEhgAACCCCAAAIIIIAAAggggID5AkSIAAIIIIAAAggggAACCCCAAALmCxAhAggggAACCCCAAAIIIIAAAgiYL0CECCCAAAIIIIAAAggggAACCOSUAMlnzpw8R0IAAQQQQAABBBBAAAEEEEAAAfMFiBABBBBAAAEEEEAAAQQQQAABBMwXIEIEEEAAAQQQQAABBBBAAAEEEDBfgAgRQAABBBBAAAEEEEAAAQQQQMB8ASJEAAEEEDgtQPKZ0xD8IIAAAggggAACCJgoQEwIIIAAAggggAACCCCAAAIIIGC+ABEigAACCCCAAAIIIIAAAggggID5AkSIAAIIIIAAAggggAACCCCAAALmCxAhAggggAACCCCAAAII5JQAyWdySp7jIpAXBYgZAQQQQAABBBBAAAEEEEAAAQTMFyBCBBBAAAEEEEAAAQQQQAABBBAwX4AIEUAAAQQQQAABBBBAAAEEEEDAfAEiRAABBBBAAAEEEEAAAQQQQAAB8wWIEIHTAiSfOQ3BDwIIIIAAAggggAACCCBgogAxIYAAAggggAACCCCAAAIIIICA+QJEiAACCCCAAAIIIIAAAggggAAC5gsQIQIIIIAAAggggAACCCCAAAIImC9AhAgggAACCCCAQE4JkHwmp+Q5LgIIIIBAXhQgZgQQQAABBBBAAAEEEEAAAQQQMF+ACBFAAAEEEEAAAQQQQAABBBBAwHwBIkQAAQQQQAABBBBAAAEEEEAAAfMFiBABBBBAAAEEEEAAAQQQpO6fvQAAEABJREFUQACBPCOQh5PP5JlzTKAIIIAAAggggAACCCCAAAII5GEBQkcAAQQQQAABBBBAAAEEEEAAAfMFiBABBBBAAAEEEEAAAQQQQAABBMwXIEIEEEAAAQQQQAABBBBAAAEEEDBfgAgRQAABBHJKgOQzOSXPcRFAAAEEEEAAgbwoQMwIIIAAAggggAACCCCAAAIIIGC+ABEigAACCCCAAAIIIIAAAggggID5AkSIAAIIIIAAAggggAACCCCAAALmCxAhAggggAACCCCAAAII5BkBks/kmVNNoAjYBShBAAEEEEAAAQQQQAABBBBAAAHzBYgQAQQQQAABBBBAAAEEEEAAAQTMFyBCBBBAAAEEEEAAAQQQQAABBBAwX4AIEUAAAQQQQAABBBBAAAEEEEDAfAEiRCCnBEg+k1PyHBcBBBBAAAEEEEAAAQTyogAxI4AAAggggAACCCCAAAIIIICA+QJEiAACCCCAAAIIIIAAAggggAAC5gsQIQIIIIAAAggggAACCCCAAAIImC9AhAgggAACCCCAQJ4RIPlMnjnVBIoAAgggYBegBAEEEEAAAQQQQAABBBBAAAEEzBcgQgQQQAABBBBAAAEEEEAAAQQQMF+ACBFAAAEEEEAAAQQQQAABBBBAwHwBIkQAAQQQQAABBBBAAAEEEEAAgewSiJzkM9kVIf0igAACCCCAAAIIIIAAAggggEDkCDASBBBAAAEEEEAAAQQQQAABBBAwX4AIEUAAAQQQQAABBBBAAAEEEEDAfAEiRAABBBBAAAEEEEAAAQQQQAAB8wWIEAEEEEAgzwiQfCbPnGoCRQABBBBAAAEE7AKUIIAAAggggAACCCCAAAIIIICA+QJEiAACCCCAAAIIIIAAAggggAAC5gsQIQIIIIAAAggggAACCCCAAAIImC9AhAgggAACCCCAAAIIIIBAdgmQfCa7ZOkXgdAFaIEAAggggAACCCCAAAIIIIAAAuYLECECCCCAAAIIIIAAAggggAACCJgvQIQIIIAAAggggAACCCCAAAIIIGC+ABEigAACCCCAAAIIIIAAAggggID5AkSIQJ4RIPlMnjnVBIoAAggggAACCCCAAAJ2AUoQQAABBBBAAAEEEEAAAQQQQMB8ASJEAAEEEEAAAQQQQAABBBBAAAHzBYgQAQQQQAABBBBAAAEEEEAAAQTMFyBCBBBAAAEEEEAAgewSIPlMdsnSLwIIIIBA6AK0QAABBBBAAAEEEEAAAQQQQAAB8wWIEAEEEEAAAQQQQAABBBBAAAEEzBcgQgQQQAABBBBAAAEEEEAAAQQQMF+ACBFAAAEEEEAAAQQQQAABBBBAwBiBgMlnjImQQBBAAAEEEEAAAQQQQAABBBBAIKAAOxBAAAEEEEAAAQQQQAABBBBAwHwBIkQAAQQQQAABBBBAAAEEEEAAAfMFiBABBBBAAAEEEEAAAQQQQAABBMwXIEIEEEAAAQSyS4DkM9klS78IIIAAAggggEDoArRAAAEEEEAAAQQQQAABBBBAAAHzBYgQAQQQQAABBBBAAAEEEEAAAQTMFyBCBBBAAAEEEEAAAQQQQAABBBAwX4AIEUAAAQQQQAABBBBAAAFjBEg+Y8ypJJCsF6BHBBBAAAEEEEAAAQQQQAABBBAwX4AIEUAAAQQQQAABBBBAAAEEEEDAfAEiRAABBBBAAAEEEEAAAQQQQAAB8wWIEAEEEEAAAQQQQAABBBBAAAEEzBcgQgQQyC4Bks9klyz9IoAAAggggAACCCCAQOgCtEAAAQQQQAABBBBAAAEEEEAAAfMFiBABBBBAAAEEEEAAAQQQQAABBMwXIEIEEEAAAQQQQAABBBBAAAEEEDBfgAgRQAABBBBAAAEEjBEg+Ywxp5JAEEAAgawXoEcEEEAAAQQQQAABBBBAAAEEEDBfgAgRQAABBBBAAAEEEEAAAQQQQMB8ASJEAAEEEEAAAQQQQAABBBBAAAHzBYgQAQQQQAABBBBAAAEEEEAAAQTMF8iuCEk+k12y9IsAAggggAACCCCAAAIIIIBA6AK0QAABBBBAAAEEEEAAAQQQQAAB8wWIEAEEEEAAAQQQQAABBBBAAAEEzBcgQgQQQAABBBBAAAEEEEAAAQQQMF+ACBFAAAEEEDBGgOQzxpxKAkEAAQQQQACBrBegRwQQQAABBBBAAAEEEEAAAQQQMF+ACBFAAAEEEEAAAQQQQAABBBBAwHwBIkQAAQQQQAABBBBAAAEEEEAAAfMFiBABBBBAAAEEEEAAAQQQQCBcAZLPhCtHuzMvwBERQAABBBBAAAEEEEAAAQQQQMB8ASJEAAEEEEAAAQQQQAABBBBAAAHzBYgQAQQQQAABBBBAAAEEEEAAAQTMFyBCBBBAAAEEEEAAAQQQQAABBBAwX4AIEUDAGAGSzxhzKgkEAQQQQAABBBBAAIGsF6BHBBBAAAEEEEAAAQQQQAABBBAwX4AIEUAAAQQQQAABBBBAAAEEEEDAfAEiRAABBBBAAAEEEEAAAQQQQAAB8wWIEAEEEEAAAQQQQACBcAVIPhOuHO0QQACBMy/AERFAAAEEEEAAAQQQQAABBBBAwHwBIkQAAQQQQAABBBBAAAEEEEAAAfMFiBABBBBAAAEEEEAAAQQQQAABBMwXIEIEEEAAAQQQQAABBBBAAAEEEDBfwJgIST5jzKkkEAQQQAABBBBAAAEEEEAAgawXoEcEEEAAAQQQQAABBBBAAAEEEDBfgAgRQAABBBBAAAEEEEAAAQQQQMB8ASJEAAEEEEAAAQQQQAABBBBAAAHzBYgQAQQQQAABBMIVIPlMuHK0QwABBBBAAIEzL8AREUAAAQQQQAABBBBAAAEEEEDAfAEiRAABBBBAAAEEEEAAAQQQQAAB8wWIEAEEEEAAAQQQQAABBBBAAAEEzBcgQgQQQAABBBBAAAEEEEAAgVwjQPKZXHOqIm+gjAgBBBBAAAEEEEAAAQQQQAABBMwXIEIEEEAAAQQQQAABBBBAAAEEEDBfgAgRQAABBBBAAAEEEEAAAQQQQMB8ASJEAAEEEEAAAQQQQAABBBBAAAHzBYgQAQQQCFeA5DPhytEOAQQQQAABBBBAAIEzL8AREUAAAQQQQAABBBBAAAEEEEDAfAEiRAABBBBAAAEEEEAAAQQQQAAB8wWIEAEEEEAAAQQQQAABBBBAAAEEzBcgQgQQQAABBBBAAAEEco0AyWdyzalioAggEHkCjAgBBBBAAAEEEEAAAQQQQAABBMwXIEIEEEAAAQQQQAABBBBAAAEEEDBfgAgRQAABBBBAAAEEEEAAAQQQQMB8ASJEAAEEEEAAAQQQQAABBBBAAAHzBYgwXAGSz4QrRzsEEEAAAQQQQAABBBBAAIEzL8AREUAAAQQQQAABBBBAAAEEEEDAfAEiRAABBBBAAAEEEEAAAQQQQAAB8wWIEAEEEEAAAQQQQAABBBBAAAEEzBcgQgQQQAABBBDINQIkn8k1p4qBIoAAAgggEHkCjAgBBBBAAAEEEEAAAQQQQAABBMwXIEIEEEAAAQQQQAABBBBAAAEEEDBfgAgRQAABBBBAAAEEEEAAAQQQQMB8ASJEAAEEEEAAAQQQQAABBBBAIJAAyWcCyeS+ckaMAAIIIIAAAggggAACCCCAAALmCxAhAggggAACCCCAAAIIIIAAAgiYL0CECCCAAAIIIIAAAggggAACCCBgvgARIoAAAggggAACCCCAAAIIIICA+QJEiAACCOQaAZLP5JpTxUARQAABBBBAAAEEIk+AESGAAAIIIIAAAggggAACCCCAgPkCRIgAAggggAACCCCAAAIIIIAAAuYLECECCCCAAAIIIIAAAggggAACCJgvQIQIIIAAAggggAACCCAQSIDkM4FkKEcAgdwnwIgRQAABBBBAAAEEEEAAAQQQQMB8ASJEAAEEEEAAAQQQQAABBBBAAAHzBYgQAQQQQAABBBBAAAEEEEAAAQTMFyBCBBBAAAEEEEAAAQQQQAABBBAwX4AIc40AyWdyzalioAgggAACCCCAAAIIIIBA5AkwIgQQQAABBBBAAAEEEEAAAQQQMF+ACBFAAAEEEEAAAQQQQAABBBBAwHwBIkQAAQQQQAABBBBAAAEEEEAAAfMFiBABBBBAAAEEEAgkQPKZQDKUI4AAAgggkPsEGDECCCCAAAIIIIAAAggggAACCJgvQIQIIIAAAggggAACCCCAAAIIIGC+ABEigAACCCCAAAIIIIAAAggggID5AkSIAAIIIIAAAggggAACCCCAQMQIkHwm204FHSOAAAIIIIAAAggggAACCCCAgPkCRIgAAggggAACCCCAAAIIIIAAAuYLECECCCCAAAIIIIAAAggggAACCJgvQIQIIIAAAggggAACCPgKlCxWXJ65f4AMe2Sg7w62sl0A+2wn5gAI5GEBQkcAAQQQCCRA8plAMpQjgAACCCCAAAII5D4BRowAAggggAACCCCAAAIIIIAAAuYLECECCCCAAAIIIIAAAggggAACCJgvQIQIIIAAAggggAACCCCAAAIIIGC+QARHePM1N8j7w16TS1u0kvj88RE8UvOGhr1555SIEEAAAQQQQCB3CJB8JnecJ0aJQK4UYNAIIIAAAggggAACCCCAAAIIIGC+ABEigAACCCCAAAIIIIAAAggggID5AkSIAAIIIIAAAggggAACCCCAAALmCxAhAggggAACCIg0bdDISjrT56YeklS4CCRnUAD7M4jNoRBAAAEE8rQAwSMQSIDkM4FkKEcAAQQQQAABBBBAAAEEcp8AI0YAAQQQQAABBBBAAAEEEEAAAfMFiBABBBBAAAEEEEAAAQQQQAABBMwXIEIEEEAAAQQQQAABBBBAAIEzLDCwX38ZNmCQ1KxSTVwu1xk+et4+XB62z9snnugRQAABBBBAIKIESD4TUaeDwSCAAAIImCVANAgggAACCCCAAAIIIIAAAgggYL4AESKAAAIIIIAAAggggAACCCCAgPkCRIgAAggggAACCCCAAAIIIIAAAuYLECECCOR1gZLFiktsvnx5nSFH4sc+R9g5KAIIIIAAAggg4COQd5LP+ITNBgIIIIAAAggggAACCCCAAAIIGClAUAgggAACCCCAAAIIIIAAAgggYL4AESKAAAIIIIAAAggggAACCCCAgPkCRIgAAggggAACCCCAAAIIIIAAAuYLECECCCCAQMQIkHwmYk4FA0EAAQQQQAABBMwTICIEEEAAAQQQQAABBBBAAAEEEDBfgAgRQAABBBBAAAEEEEAAAQQQQMB8ASJEAAEEEEAAAQQQQAABBBBAAAHzBYgQAQQQQAABBBBAAAEE8q4AyWfy7rkn8rwnQMQIIIAAAggggAACCCCAAAIIIGC+ABEigAACCCCAAAIIIIAAAggggID5AkSIAAIIIIAAAggggAACCCCAAALmCxAhAggggAACCCCAAAIIIIAAAgiYL0CECESMAMlnIuZUMBAEEHnidNoAABAASURBVEAAAQQQQAABBBAwT4CIEEAAAQQQQAABBBBAAAEEEEDAfAEiRAABBBBAAAEEEEAAAQQQQAAB8wWIEAEEEEAAAQQQQAABBBBAAAEEzBcgQgQQQAABBBBAIO8KkHwm7557IkcAAQTyngARI4AAAggggAACCCCAAAIIIICA+QJEiAACCCCAAAIIIIAAAggggAAC5gsQIQIIIIAAAggggAACCCCAAAIImC9AhAgggAACCCCAAAIIIIAAAgggcMYEciz5zBmLkAMhgAACCCCAAAIIIIAAAggggECOCXBgBBBAAAEEEEAAAQQQQAABBBAwX4AIEUAAAQQQQAABBBBAAAEEEEDAfAEiRAABBBBAAAEEEEAAAQQQQAAB8wWIEAEEEEAg7wqQfCbvnnsiRwABBBBAAIG8J0DECCCAAAIIIIAAAggggAACCCBgvgARIoAAAggggAACCCCAAAIIIICA+QJEiAACCCCAAAIIIIAAAggggAAC5gtka4SVy1eU3l1ulneeHS5Tx06U3yd8KTM+m5K2/PXJN/LTB5/Ihy+NlEfu7Ce1q9XI1vHkxc4T4+OlS8dOaedAzT3n4J9J38kv4yfLx6+8hX8WXBztWl4szz/8pEweOUZ+++hzUV+Ptf7q9a/3wQcvvo53FnjTBQIIIIAAAgjkTgGSz+TO88aojRAgCAQQQAABBBBAAAEEEEAAAQQQMF+ACBFAAAEEEEAAAQQQQAABBBBAwHwBIkQAAQQQQAABBBBAAAEEEEAAAfMFiBABBBBAAAEzBJo2aCTvDRku4196XXpe10XOqVlLihQsJHGxsT4BxkRHS8HEglKtUmXp1LaDvDtkhJUIpeuV1/rUC3VDk6losg//5fE+94XalU/9y1u1sZK1+PerCVx0n09l90bjeg3km3fGpyXb0XbnndPAvcf+T8t1v//y+qAh9sruEi33r+s/jpuvuUEmvTFa7utxe9o5UHM5/Z/L5RJNTqNJgtT/neeGy+ihI6Sp+/ydrhLyT16w90YpWay49L/1LpkyeoIMvuchuahJMylXqrTEx+UXl8vlXdW6/vU+OLtyVet6Hz30Zfli1Fi566Ye1nnwqcwGAggggIDhAoSHQN4VIPlM3j33RI4AAggggAACCCCAQN4TIGIEEEAAAQQQQAABBBBAAAEEEDBfgAgRQAABBBBAAAEEEEAAAQQQQMB8ASJEAAEEEEAAAQQQQAABBBAISUATcYx44n/y0mODpW6NWhITky+k9tFRUaKJUO65+VZ5f9hrcm6dc0JqT+VTAp7z0LvrLZJUuMipwiD+amKaOtVryrABg+Sxu+7NOwlRgrBxqtK+ZWt5b8gIueHyKy1nl8s32YxTG+8yl8slZUqUkluuuUHGvfiGaH/e+1lHAAEEEEAAAQRMFCD5jIlnlZgQQACBXCLAMBFAAAEEEEAAAQQQQAABBBBAwHwBIkQAAQQQQAABBBBAAAEEEEAAAfMFiBABBBBAAAEEEEAAAQQQQAABBMwXIEIEEMi9Ai3Pv0DeHPy8NGvYWDSJSWYicblcUrNKNXn+4Sekc4erMtNVnmubPy6//O/+R+SCBo0kOiq8T3tj8+WTK9u0k6EPPSmayCbPIQYRcPerr5eHbuuTJT4ul0vKlS5j9af9BnF4qiCAAAIIIIAAArlWwPOGmmsDYOAIIIAAAggggAACCCCAAAIIIBC0ABURQAABBBBAAAEEEEAAAQQQQMB8ASJEAAEEEEAAAQQQQAABBBBAAAHzBYgQAQQQQAABBBBAAIGgBDq2aSuP9r5HypcpG1T9YCsVKlBQ7uxyi9x2w03BNsnT9VwukasuvUzq16wjLpd7w0/jWOox2bRtq6xcu0bWb9kkyYdT5OTJk361Tm26XC4575wG8mTfByQxPv5UIX8tgUtbtJKbr7leEhMTre2s+qP9ab/af1b1ST8IBClANQQQQAABBM6YAMlnzhg1B0IAAQQQQAABBPwF2EYAAQQQQAABBBBAAAEEEEAAAfMFiBABBBBAAAEEEEAAAQQQQAABBMwXIEIEEEAAAQQQQAABBBBAAAEEEDBfIPdF2KxhY7mjc3dJKlwk4OAPpaTIzPlz5eUxb8mN994pTa5tLx3v6C6DX31Rpvz+i+w9sD9gW0180qXj1dKpbYeAdSJ1R3JKsqzZsN5K9qIJX3TZs3+f43C1XPf7Lxu3bXGs71SYkD9ealapZks8s3vfXhk14QNp16OzdOrTU27q30eu73ebXHxTJxn27kjZtHWLYxIal8sljerVlwdv6+N0uIguyy57vR5vuvJa0cRITgD/f62/LX2fetS61vV6b92tkzwxYqh1ve/YvcvRW/vTfq9vfyUJfxSDBQEEEEAAAQSMFCD5jJGnlaDCEqARAggggAACCCCAAAIIIIAAAgiYL0CECCCAAAIIIIAAAggggAACCCBgvgARIoAAAggggAACCCCAAAIIIICA+QJEiAACCCCAAALpClQsU076dOslJYsVd6yXevy4/DrjL7nx3jvk7qcfkwnffCFrNq636m7ftVO+m/azPPXKMOl0Vw+ZNOVrOXL0qLXP/0+BhALS87obRRPd+O+L5O0lK5dbcWuyF8+iyWWcxqzlnjrev0NHvepUPaiykydPyryli6TPwEdkzKQJoolR/Bt+9v030v3BvvL9H7+Kni///dFRUXLheU2kY5u2/rsieju77DUxTNWKlWyxq/WcxQvl1gH3Wed8wjefy6yF89Lqqf2Pf06zrvfO99wu6h7oeq9eqbJc1qpNWltWEEAAAQTOgACHQACBMyZA8pkzRs2BEEAAAQQQQAABBBBAwF+AbQQQQAABBBBAAAEEEEAAAQQQMF+ACBFAAAEEEEAAAQQQQAABBBBAwHwBIkQAAQQQQAABBBBAAAEEEIgsgc4drpIqFc9yHJQm1vjoq89kwAvPiCaacax0ulATcwx7d6QMe/cN2b1v7+lS358SScXkxo5X+xayFVBAk6H8u2CePPDswLSEP4Eqq78mAfrhj1/l+IkTtmoFEwtKx9btJDE+3rYvOwoiuc/G9RpIbL58tiEu+G+pPDhkUIbW2lC99Xr/6OvP5eixY1rksyTkj5dza9fzKWMDAQQQQAABBBAwRYDkM6acSeJAAAEEMi9ADwgggAACCCCAAAIIIIAAAgggYL4AESKAAAIIIIAAAggggAACCCCAgPkCRIgAAggggAACCCCAAAIIIIAAAuYLECECCCAQUKBujVrSvPH5Eh1l/3xUE2poYo03xo8J2N5px9c//yDvfDxeDiYftO12uVxSp/rZcvUll9n2UWAXWLVurQwfPUo00Yl9r3PJi++OlNkL54smrvGvUb1SZbmsVRv/4jy1XbFMOSlToqQt5pQjh+XHP6eFZK2djPt8oixdtUJXbUs1tzfJfmwsFCCAAAIIIIBA9gmcsZ7t/+vhjB2aAyGAAAIIIIAAAggggAACCCCQ1wWIHwEEEEAAAQQQQAABBBBAAAEEzBcgQgQQQAABBBBAAAEEEEAAAQQQMF+ACBFAAAEEEEAAAQQQiByBDhe3kVLFStgGpIlLZsyfI6M+GmvbF0zB5B++FU1Cczw11Va9QEIBaXn+BbZyCnwFDh06JJ/98J2s2bjed0cGW5qo5v3PP5Gde3bbaibkj5fm555nK89LBSWLl5C4uDhbyAfd3qFaayfqPX32TNFkTbrtvSQVLiJNGzb2LmI9TwkQLAIIIIAAAuYKkHzG3HNLZAgggAACCCAQqgD1EUAAAQQQQAABBBBAAAEEEEDAfAEiRAABBBBAAAEEEEAAAQQQQAAB8wWIEAEEEEAAAQQQQAABBBBAAAEEzBcgQkeBxPh4qVO9pkRF2T8d3bNvn0z+/hvHdsEWTp76nazdtNGxeq2qNaQZSTkcbTyFS1atkMlTwzsHsxbOk7mLF4omEfL05/mtUbmqNK7XwLPJ72mBuNhYKVyw4Omt0H5WrV8rmrwm5chh2bRtqyxesUym/v6rfPD5p7Lwv6WhdUZtBBBAAAEEEEAgFwjY/xdELhg0Q8wbAkSJAAIIIIAAAggggAACCCCAAALmCxAhAggggAACCCCAAAIIIIAAAgiYL0CECCCAAAIIIIAAAggggAACCCBgvgARIoAAAggggEBkCDRt2FjKlCjpOJilq5bL9LmzHPcFW7h+yyb5a85MOZ6aamtSuEABaVinnq2cglMCmsRk2sy/T22E+fef+bMlOSXF1rpQgYJSq2p1W3leLyiQkCgtz78gLIY/Zs2Q9rd2kYu6XiOd+vSUXgPul4GvvCDjvvhUtu/aGVafNEIAAQRMECAGBBAwV4DkM+aeWyJDAAEEEEAAAQQQQCBUAeojgAACCCCAAAIIIIAAAggggID5AkSIAAIIIIAAAggggAACCCCAAALmCxAhAggggAACCCCAAAIIIIBAHhWoW/1sSYhPsEWviU/+njvbVh5OwYz5c2X3/n22ptExMXJ2laq2cgpOCezavVtmzMvcOVi4bKns2bf3VIciab9xsbFSs0q1tO28trJ05X9y4NBBW9hRUVHSumkL6de9l20fBQgggAACCCCAAAK+AiSf8fVgCwEEEIggAYaCAAIIIIAAAggggAACCCCAAALmCxAhAggggAACCCCAAAIIIIAAAgiYL0CECCCAAAIIIIAAAggggAACCCBgvgARIoAAApEhUKFMOYmJjrYN5sDBg7Ji7WpbeTgFsxbOky3btzs2LVW8pCTGxzvuy+uFm7ZvkfVbNmWKQdtrP06dlC9T1qk4T5QdSkmRlWvXyMmTJ23xxubLJ92uuk4mvvKW9Ly2s5QsVlz4DwEEEEAAAQQQCF/A3JYknzH33BIZAggggAACCCCAAAIIIIBAqALURwABBBBAAAEEEEAAAQQQQAAB8wWIEAEEEEAAAQQQQAABBBBAAAEEzBcgQgQQQAABBBBAAAEE8qhAiQCJNXbv2yvzli7KMpUNWzc69pUYnyC1qp3tuC8vF544cUI2bN6cJQSbt293TLKSVLiINKhVN0uOkRs7+XPOTDmYfNBx6C6XSyqVryi9u/aQz98cK5+89o48cmc/aVyvgWN9CnORAENFAAEEEEAAgSwTIPlMllHSEQIIIIAAAghktQD9IYAAAggggAACCCCAAAIIIICA+QJEiAACCCCAAAIIIIAAAggggAAC5gsQIQIIIIAAAggggAACCCCAAAIImC9AhDkvkBgfL/nj4hwHsu/APsfycAt37NolqanHbM0T4hOkZFIxW3leLzh+4rhoAqCscNizd48cP55q60rPfbGiRW3leaVg6u+/yoz58xwT83gbxERHy1lly0unth3k9UHPyU8ffCIjBw+V7ldfLyUDJG/ybs86AggggAACCCBgqgDJZ0w9s1kfFz0igAACCCCAAAIIIIAAAggggID5AkSIAAIIIIAAAggggAACCCCAAALmCxAhAggggAACCCCAAAIIIIAAAgg/PwdmAAAQAElEQVSYL0CECCCAAAIIIJAHBWpVO1sS4xMcI9+2c6djebiFR48dk5MOjV0ukeiYaIc9ebvo6LFU2bJ9W5YgJB8+LMdP2PWjo2MkLl9slhwjt3by7sTxsnLd2gwT0Hjic7lcUjCxoDSqW1/6de8ln785Vj557R255+bbpHL5ip5q/CKAAAKRLMDYEEAAgSwTIPlMllHSEQIIIIAAAggggAACWS1AfwgggAACCCCAAAIIIIAAAgggYL4AESKAAAIIIIAAAggggAACCCCAgPkCRIgAAggggAACCCCAAAIIIICAWQKaSEUTqvhHFRsTI2VLlPIvziPb6YR54oQcP3kinQrB79q1Z7ekHj8efIM8VHPNxvXy5IihMnfJoqAT0HjzxERHy1lly8tNV10rH454Uz5+5S25+ZobJDE+3rsa6wgggAACCCCAgJECJJ8x8rQSFAIIZIsAnSKAAAIIIIAAAggggAACCCCAgPkCRIgAAggggAACCCCAAAIIIIAAAuYLECECCCCAAAIIIIAAAggggAACCJgvQIQIIIAAAmkCqanHZPfePWnbrJx5geQjh2XXnuw9B3H5YqRCmbJnPrgIO6ImoLlr4MMy8sOxlvnJkyfDGmF0VJRULl9R+nbrKZPeGG0loQmrIxohgAACCCCAQPYK0HuWCZB8Jsso6QgBBBBAAAEEEEAAAQQQQCCrBegPAQQQQAABBBBAAAEEEEAAAQTMFyBCBBBAAAEEEEAAAQQQQAABBBAwX4AIEUAAAQQQQAABBBBAAAEEslfg+ImTknz4cPYeJBf1/sHnn8jlt3WVoaNelQXLlsrhI0fCHn1S4SLSu+stMvyxwZIYHx92P3mhITEigAACCCCAQO4VIPlM7j13jBwBBBBAAIEzLcDxEEAAAQQQQAABBBBAAAEEEEDAfAEiRAABBBBAAAEEEEAAAQQQQAAB8wWIEAEEEEAAAQQQQAABBBBAAAEEzBcgQgTSBGJi8klSkaJp29m5QgIUZ9242FgpXLCg884QS6P/j707gbIlq8tEv7+8twqKKmQGGRtfK09bVJwa2gFnERRUUGgQQcEJxQEVHHDkOSEOzwmHhWij4oQ8RX1oL0dsabXribYoCMisKFiAQk1Q99bLHVGReTLz5L055zn/8zvr7hMRO3YM3y/2rXuItfbm7JmW7DzohnPn2lVve+vOHSte8+u/9zvtC5/61e1Bj39ke/pP/Vj7i79+SXvH1e9oN954475kzqyttft98Ie1p37pk/Z1nMYECBAgQIAAgWURMPnMsjwp90mAwMoICEqAAAECBAgQIECAAAECBAjUF5CQAAECBAgQIECAAAECBAgQqC8gIQECBAgQIECAAAECBAgQIFBfQEICBAisqsDd73yXdrNLzu6IbwKUHSRDxZkzZ9e9Lh3WD/t1lzvcqV16dqf9Yc9b/firr722Pf93f6t9+dO+sX3iYx7eHvf1X9We98LfbK987Wvadddfv6f4Z9bW2kd/+P3aFz7i0XtqrxEBAgQIECBQR2AVkph8ZhWesowECBAgQIAAAQIECBAgcCEB+wgQIECAAAECBAgQIECAAIH6AhISIECAAAECBAgQIECAAAEC9QUkJECAAAECBAgQILDSAi971d+3q6+9Zq7BnW5/+7n1B628+c1u1lrmDE89f76du/F8O+nP7W5z23b2zJmTvuyer7e2lnb5LS7fc/sLNdzN/pr1Z//mt151oUOPZd+i2+8W+u9e9Yr2jGc9sz36a760fcyjPqN9yw99b/uT//Vn7R1Xv6PdeOONux3WLr3kkmECmssvu2zXNnYcu4ALECBAgAABAscgMOfX/TFcxSkJECBAgAABAnsW0JAAAQIECBAgQIAAAQIECBCoLyAhAQIECBAgQIAAAQIECBAgUF9AQgIECBAgQIAAAQIECBAgQKC+gISLJHD1tde2666/fu4t3eqWt5pbf9DKO97uDnMne7nm+uvaVW9720FPe+DjbnHzm7czaznw8cd94CVnzrTb3+Y2R3KZ3eyvvvaa9rJX/f2RXGM/J1l0+71m+d0X/WH72u/59vaJj3l4++Hn/HR705vfvOuhd7vTndvH3u8jd91vBwECBAgQIEBgGQVMPrOMT+0k79m1CBAgQIAAAQIECBAgQIAAgfoCEhIgQIAAAQIECBAgQIAAAQL1BSQkQIAAAQIECBAgQIAAAQIE6gtISIAAAQIECKy8wFuu+te5Bre91a3bfd7v3nP3HaTybne+y9zD3nnN1e3Kv/mrufuOs/I9rrhlW1s7c5yXONS5z569pN3tPeeb7ffEu9lf9ba3tquvvXa/pzt0+0W3P0jA577g19qTvvOb26te+5q5h9/s0kvaPe5817n7VBIgQOBEBFyEAAECxyBg8pljQHVKAgQIECBAgAABAocRcCwBAgQIECBAgAABAgQIECBQX0BCAgQIECBAgAABAgQIECBAoL6AhAQIECBAgAABAgQIECBA4KQF3vCmf2w3nDu347K3vOKK9j73/D921B+k4qM/7L7tjre7/dxD33zVW+bWX6zyTreff76LHTftv9Pt79DW1k5nuOx0Dxdb3v0ud22XX3bZxZpdcP9u9ufPn2+vecPrL3jsbjvvtOT23fTj7/eR7Use9Xnt6U/55vbcH/zx9nvP+ZX2B895XvvsBz5kt9gXrX/NG1/ffv33fqdde/11O9r2yYRue+vb7KhXQYAAAQIECBBYZoHF/jW9zLLunQCBKgJyECBAgAABAgQIECBAgAABAvUFJCRAgAABAgQIECBAgAABAgTqC0hIgAABAgQIECBAgAABAgQI1BeQkAABAisv8NJX/n275tprdjhcdrObt//ywR+6o/4gFR/4vv+p3eryK3Yc2ie9+YfXvXZH/WzFO9559ezmxvpazmys73elTz5y1/e8834PO/H2d7njHdtHffj9DnXd3eyvve669nf/8IoLnruq/fvc8z+2Jz3uS9rnP+wR7WPv+xHtP97jnu2Wl9+yXXbZZe2ed73bBU0utrNPQPPOq+f32Ysdaz8BAgQIECBwrAJOfgwCJp85BlSnJECAAAECBAgQIECAAIHDCDiWAAECBAgQIECAAAECBAgQqC8gIQECBAgQIECAAAECBAgQIFBfQEICBAgQIECAAAECBE5a4M9ecmV701vePPey7/fe9xom55i7c4+V97jzXdtHfsh/bmfOnt1xRJ/0pk9+s2PHTMX177p+Zmtz9Q63u13rk8hs1ux97VM+5hPae97hjns/YJeW111/3S57jqb6iltc0T5q3e6gZ+s+973Ph861/5er3tL+6M/+9IKnrmr/Vy97afvnt7xlR/a1tbV2r/d67x31Ko5DwDkJECBAgACBCgImn6nwFGUgQIAAAQLHKeDcBAgQIECAAAECBAgQIECAQH0BCQkQIECAAAECBAgQIECAAIH6AhISIECAAAECBAgQIECAAAEC9QUkXHmBq6+9tv3Ny/+unT9/fofFbd7jVu3TPv6Td9Tvp+KhD3hQu+dd7zb3kFe/4XXt91/8J3P3TZX/9o5/n1a3LG9361u3j/rw+22p2+vGx933I9stbn7ZXpvv2u5t//5vu+47ih1J2od94H3ax973Iw50usc89BHtP979HjuO7c+6T8DSn/2OnTMVle1f949vaDfeeONM2nH1ve5+t/aA+3/cuHGA79vd5jbt5je7dMeRN9zw7vbWt79tR70KAgQIECBAgMAyC5h8ZsmentslQIAAAQIECBAgQIAAAQIE6gtISIAAAQIECBAgQIAAAQIECNQXkJAAAQIECBAgQIAAAQIECBCoLyAhAQIECBAgQOA0BF74oj9s/3LVW3ZcOkm77wd9SPuSR33ejn17qXjoJ39qe/AnfHI7c/bsjubXv+td7cV/eeWO+u0Vb/znf2p94o7t9Vfc4op2/w//L9urL7rds3zQ+73/RdsdpsEtr7jiMIdvOfa2t7p1++wHPrhdftn+Jsv5iA/+sPagj/mEdvbsJVvO1zeuevvb2u+/+H/01QuWyvb/66V/1d55zTt35L/l5bdsD3vAp+3bezpR75O9b07b0/Ka665rr3jtq6dNSwIECDQEBAgQqCBg8pkKT1EGAgQIECBAgACB4xRwbgIECBAgQIAAAQIECBAgQKC+gIQECBAgQIAAAQIECBAgQIBAfQEJCRAgQIAAAQIECBAgQIDASgi89BUva3965V+0c+fP78h76SWXtEc9+DPblz3683fsu1BFn3TmC//ro9u8iTj6cS9/9ava8174gr56wfKK17669Yk7tjdK0u7/4ffb18Q4T3jUY9vDH/SQ1jPNnO/IV6+47BbtHne+65Gd90Pv/UHtu5/81D1PiNInnvnqxz2h3fF2t99xD/0Z//Gfv7hd+Td/tWPf9orK9r/7oj9s//D6122PPGzf+17v2772C750WN/P1yM+9dPb/e7zwS3JjsNe/YbXtd9/8Z/sqFdBgAABAgQIEFhmAZPPLPPTc+8EVlJAaAIECBAgQIAAAQIECBAgQKC+gIQECBAgQIAAAQIECBAgQIBAfQEJCRAgQIAAAQIECBAgQIAAgfoCEhIgQIDAaQn88m//Rnv1LpNx3OzSS9ujHvKw9j1P+aa5E5rM3vPll13WvubxT2hP+vwvabe91a1nd22sv/Xf3t6e+4Jfa1dfe+1G3W4rf/aSK9ub3vLmubv7JDJ9Ypwnf8GXXnBilvvd50PbT37HM9rnfubDL9hu7kUuUPnWt7+t3XDDu3e0eM873KF96sd/0pb6PhHMx973I7bU7XUjSfvPH/gh7Ue/7Xvave/1fhc87JEPfmj71q98crv7Xe4yt91r1p/x837nt+bu215Z3f4P/uf/aNdef9322O3M2lp7wP0/vv3Yt333Rb2ng/vERl/8yMfOnWzp+ne9q734L6+cmloSIECAAAECg4CvCgImn6nwFGUgQIAAAQIECBAgQIDAcQo4NwECBAgQIECAAAECBAgQIFBfQEICBAgQIECAAAECBAgQIECgvoCEBAgQIECAAAECBAisjMDr3/SP7Zk//+z25qv+dW7ms2fOtI+770e2X/2RZ7Vnfvv3tEd+2me097rbPYa2fcKZT/qoj2nf9pVPbs/7sWe3z37gg3ed5OVd7353+43f+932R3/+4uHYi331CWr+9Mo/nzvJSz+2T4zzsE/5tPb8H//Z9n1f/63r9/WZ7UEf8wntoZ/8qcP9/OqPPqv9wFOf1u7zfvceJhXpx/TS7+Olr3hZXz1weec117Rz52/ccfzZs5e0R3/6Z7Vf+P5ntqd95VMGr1/6wZ9oX/Kox+5ou9eKJO0/vfe92o8/7enD+R7+oIdsTATU65/4uY9rv/xDP9m+8rFf0G59y/eYe9p3XvPO9mu/+9vtNW98/dz92yur2/cJl/73y/+23Xjjzmd4Zm2tfdgH3GeYgObHn/a97fMe+ohhezLqkwn1m4SLZAAAEABJREFUftb7/At+6jntsev7+9+Daf+07Of+q5f9Tftvz//lqWoxl+6KAAECBAgQIHAAAZPPHADNIQQIECBA4DQFXJsAAQIECBAgQIAAAQIECBCoLyAhAQIECBAgQIAAAQIECBAgUF9AQgIECBAgQIAAAQIECBAgQKC+gIQETlPgxS+5sv3M836p/fs737Hrbdz8ZjdrH3rvD2pf9flf3H7ph36y/fmvvbD9wc8/v33Hk76+PfD+H99ue6tbtyRzj+8Tvvzyb/96+4nn/uzc/btV/vxvPK/97ateudvu4Xp9wpWP/vD7rd/XF7Vv/YqvbV/3xU8c7uced77rlkln2vrn3Pnz7ff+9I/bq9+wt0lY1g+Z++e1b3x9u/raa+bu65P1vPc936s94P4fN3hdfvnl7YpbXL5lApO5B85UXv+ud+2YGOXSSy4Zzvc1j39C+82f+rnB/2ee/kPtcz/js9s973aPwWLmFBurV197bfvF3/z19vz//tsbdXtZqW7/g8/+qfYPr3vtrhS9v3/I+39Ae8LnfN4wEU3v7710+97Pep+/0+3usKt7P3e/xq4XsIMAAQIECBAgsMQCa0t874tw6+6BAAECBAgQIECAAAECBAgQqC8gIQECBAgQIECAAAECBAgQIFBfQEICBAgQIECAAAECBAgQIECgvoCEBAgQIECAAIGVE+iTk/zAT/9Ee/NV/3qk2d9x9TvaT/3Sz7Uf/bln7/u8feKUn33eL7Y3/NM/7fvY7Qf0iWf+7CVXtu971jO379r39p9c+ecXnLhk+wlvcdkt2h1ve7vt1btu/+0r/7696nWv3TEBza4H7LKj2//Mut+zfuUXdmmxe3V1+9e88fXtx37+2e1Nb/mX3REOuKdPTvT9z/6J1q9xwFM4jACBkxNwJQIECBA4gIDJZw6A5hACBAgQIECAAIHTFHBtAgQIECBAgAABAgQIECBAoL6AhAQIECBAgAABAgQIECBAgEB9AQkJECBAgAABAgQIECBAgACBkxB44Yv+oH3F057a/uKvX9JuOHfuUJfsk7287B9e2Z7y9O9oP/frv7qHc81v8uKXXNm+7Ue+r/3tK19+4MlY3vXud7ff+oP/3r75B7+n9UlV5l9pf7XPfcGv7Xminptdcrbd/c532fMFzq3b93t9yd+99ECZb7zxxvbyV7+qfdMPPJ39Bex73+pGh+lbsw+1/53p5/zy9b9Df/m3/3t2l3UCBAgQIECAQCkBk8+UepzCEDgFAZckQIAAAQIECBAgQIAAAQIE6gtISIAAAQIECBAgQIAAAQIECNQXkJAAAQIECBAgQIAAAQIECBCoLyAhAQIECKyswGve+Pr25U/7xvadP/aD7e9e9Yp2ww3v3pdFn3Tm71/zD+07fvQH2uc95SvaUUzC8dJXvKw97uuf1J75Cz/brnrb2/Y8IUu/lz4Jy5O/59vbd/34Dx3ZxDMdpE8y8oxnPbO94Z/+6aL3c+bM2XabW9+mH7bn0p/DE77lKUPmt/7b2/d0XJ905l+uestwzGOf/OXtz/7q/9vTcRdqVN1+yvfDz/np9o///KaLPst5Vv3vSD/PU7//u9qTvuOb9zwp0bxzqSNAgAABAicu4IIEDiBg8pkDoDmEAAECBAgQIECAAAECpyng2gQIECBAgAABAgQIECBAgEB9AQkJECBAgAABAgQIECBAgACB+gISEiBAgAABAgQIECBA4KQF/t8//v32+V/3le3RX/PE9t+e/8vDRDRvf8e/t3dvm4ymb7/j6ne0l7/6lUO7z3nSE9pjvvaJrR9/1Pf8nP/nV9qDvuBR7Vt/+Bntj/78xcMkH9e/610bl+mTr1x3/fXtjW/6p/bCF/1B+9rv+tY2bxKW73zm/93u+7AHbikf/+iH7vueX/QX/7M99ilPbD/zvF9sr3zta4bJbfo99Bvqy2uuu7b1SWSe+4Lnt1/+rV/v1fsuPfNnfdnj2o/9/M8Mxu+85p2tT6oznajnf/NV/zp4dJeHfNFjWj9m2n9Uy37OyvbPfcGvtYeuOz/u67+qPe+Fv7nR33t/6s9y1rGbv/Xtb29//fK/bc/+1ee2z/zSx7XHf8NXD89gtt1B1h1DgAABAgQIEFgGAZPPLMNTco8ECBAgsMgC7o0AAQIECBAgQIAAAQIECBCoLyAhAQIECBAgQIAAAQIECBAgUF9AQgIECBAgQIAAAQIECBAgQKC+gIQECNwk0CdPeeYv/OwwEc0DPu8R7aMe8ZAtk7b07U98zMPbY5/8Fa236+1vOvTYFr/7oj9sX/e9/1d78Bd9brv/Iz99437u91kPah/zqM9oD3vi49u3/dAz2otfcuWx3cN04quvvbb95C/9XHv013xp6xPY9HvoE9v05cd9zkPbf/3KL24//JxnDZPQTMfsd9mv0Sd/6caf8Lmf3T7isz91I3PP3x26R3fZ77n3275fo1+rX7Nfu2ftpeetYP93r3pFe8aznrnR33umnq1nnErP/cDHP7J90VO/dnj2ffKf/TpqT4AAAQIECBBYZoFik88s86Nw7wQIECBAgAABAgQIECBAgMDeBLQiQIAAAQIECBAgQIAAAQIE6gtISIAAAQIECBAgQIAAAQIECNQXkJAAAQIECBAgQIAAAQIECBCoLyAhAQIECCyDgMlnluEpuUcCBAgQIECAwCILuDcCBAgQIECAAAECBAgQIECgvoCEBAgQIECAAAECBAgQIECAQH0BCQkQIECAAAECBAgQIECAAIH6AhISIECAAAECBAgQIEBgjoDJZ+agqCKwzALunQABAgQIECBAgAABAgQIEKgvICEBAgQIECBAgAABAgQIECBQX0BCAgQIECBAgAABAgQIECBAoL6AhAQIECBAgAABAgQIECBAgEB9AQkJLIOAyWeW4Sm5RwIECBAgQIAAAQIEFlnAvREgQIAAAQIECBAgQIAAAQL1BSQkQIAAAQIECBAgQIAAAQIE6gtISIAAAQIECBAgQIAAAQIECNQXkJAAAQIECBAgQGCOgMln5qCoIkCAAIFlFnDvBAgQIECAAAECBAgQIECAQH0BCQkQIECAAAECBAgQIECAAIH6AhISIECAAAECBAgQIECAAAEC9QUkJECAAAECBAgQIECAAAECBBZB4Hgnn1mEhO6BAAECBAgQIECAAAECBAgQOF4BZydAgAABAgQIECBAgAABAgTqC0hIgAABAgQIECBAgAABAgQI1BeQkAABAgQIECBAgAABAgQIEKgvICEBAgQIEJgjYPKZOSiqCBAgQIAAAQLLLODeCRAgQIAAAQIECBAgQIAAgfoCEhIgQIAAAQIECBAgQIAAAQL1BSQkQIAAAQIECBAgQIAAAQIE6gtISIAAAQIECBAgQIAAgUUQMPnMIjwF91BZQDYCBAgQIECAAAECBAgQIECgvoCEBAgQIECAAAECBAgQIECAQH0BCQkQIECAAAECBAgQIECAAIH6AhISIECAAAECBAgQIECAAAEC9QUkJEBgjoDJZ+agqCJAgAABAgQIECBAYJkF3DsBAgQIECBAgAABAgQIECBQX0BCAgQIECBAgAABAgQIECBAoL6AhAQIECBAgAABAgQIECBAgEB9AQkJECBAgAABAgQWQcDkM4vwFNwDAQIEKgvIRoAAAQIECBAgQIAAAQIECNQXkJAAAQIECBAgQIAAAQIECBCoLyAhAQIECBAgQIAAAQIECBAgUF9AQgIECBAgQIAAAQIECBAgQKC+wJyEJp+Zg6KKAAECBAgQIECAAAECBAgss4B7J0CAAAECBAgQIECAAAECBOoLSEiAAAECBAgQIECAAAECBAjUF5CQAAECBAgQIECAAAECBAgQqC8gIQECBAgQWAQBk88swlNwDwQIECBAgEBlAdkIECBAgAABAgQIECBAgACB+gISEiBAgAABAgQIECBAgAABAvUFJCRAgAABAgQIECBAgAABAgTqC0hIgAABAgQIECBAgACBlRQw+cxKPvZVDi07AQIECBAgQIAAAQIECBAgUF9AQgIECBAgQIAAAQIECBAgQKC+gIQECBAgQIAAAQIECBAgQIBAfQEJCRAgQIAAAQLLJ/DEb/+Gdt+HPXBH6fXLl8YdEyBAgACBkxBwDQIEFkHA5DOL8BTcAwECBAgQIECAAIHKArIRIECAAAECBAgQIECAAAEC9QUkJECAAAECBAgQIECAAAECBOoLSEiAAAECBAgQIECAAAECBAjUF5CQAAECBAgQIEBgJQVMPrOSj11oAgRWWUB2AgQIECBAgAABAgQIECBAoL6AhAQIECBAgAABAgQIECBAgEB9AQkJECBAgAABAgQIECBAgACB+gISEiBAgAABAgQIECBAgAABAvUFFiGhyWcW4Sm4BwIECBAgQIAAAQIECBCoLCAbAQIECBAgQIAAAQIECBAgUF9AQgIECBAgQIAAAQIECBAgQKC+gIQECBAgQIAAAQIECBAgQIBAfQEJCRAgQIDASgqYfGYlH7vQBAgQIEBglQVkJ0CAAAECBAgQIECAAAECBOoLSEiAAAECBAgQIECAAAECBAjUF5CQAAECBAgQIECAAAECBAgQqC8gIQECBAgQIECAAAECBAichIDJZ05C2TV2F7CHAAECBAgQIECAAAECBAgQqC8gIQECBAgQIECAAAECBAgQIFBfQEICBAgQIECAAAECBAgQIECgvoCEBAgQIECAAAECBAgQIECAQH0BCQkQWEkBk8+s5GMXmgABAgQIECBAYJUFZCdAgAABAgQIECBAgAABAgTqC0hIgAABAgQIECBAgAABAgQI1BeQkAABAgQIECBAgAABAgQIEKgvICEBAgQIECBAgACBkxAw+cxJKLsGAQIEdhewhwABAgQIECBAgAABAgQIEKgvICEBAgQIECBAgAABAgQIECBQX0BCAgQIECBAgAABAgQIECBAoL6AhAQIECBAgAABAgQIECBAgEB9gZVMaPKZlXzsQhMgQIAAAQIECBAgQGCVBWQnQIAAAQIECBAgQIAAAQIE6gtISIAAAQIECBAgQIAAAQIECNQXkJAAAQIECBAgQIAAAQIECBCoLyAhAQIECBAgcBICJp85CWXXIECAAAECBHYXsIcAAQIECBAgQIAAAQIECBCoLyAhAQIECBAgQIAAAQIECBAgUF9AQgIECBAgQIAAAQIECBAgQKC+gIQECBAgQIAAAQIECBAgUFLA5DMlH+vBQzmSAAECBAgQIECAAAECBAgQqC8gIQECBAgQIECAAAECBAgQIFBfQEICBAgQIECAAAECBAgQIECgvoCEBAgQIECAAAECBAgQIECAQH0BCQkQIHASAiafOQll1yBAgAABAgQIECCwu4A9BAgQIECAAAECBAgQIECAQH0BCQkQIECAAAECBAgQIECAAIH6AhISIECAAAECBAgQIECAAAEC9QUkJECAAAECBAgQIFBSwOQzJR+rUAQIHFzAkbYIu+EAABAASURBVAQIECBAgAABAgQIECBAgEB9AQkJECBAgAABAgQIECBAgACB+gISEiBAgAABAgQIECBAgAABAvUFJCRAgAABAgQIECBAgAABAgTqC0h4EgImnzkJZdcgQIAAAQIECBAgQIAAgd0F7CFAgAABAgQIECBAgAABAgTqC0hIgAABAgQIECBAgAABAgQI1BeQkAABAgQIECBAgAABAgQIEKgvICEBAgQIECBQUsDkMyUfq1AECBAgQODgAo4kQIAAAQIECBAgQIAAAQIE6gtISIAAAQIECBAgQIAAAQIECNQXkJAAAQIECBAgQIAAAQIECBCoLyAhAQIECBAgQIAAAQIECBA4CgGTzxyF4vGdw5kJECBAgAABAgQIECBAgACB+gISEiBAgAABAgQIECBAgAABAvUFJCRAgAABAgQIECBAgAABAgTqC0hIgAABAgQIECBAgAABAgQI1BeQkAABAiUFTD5T8rEKRYAAAQIECBAgcHABRxIgQIAAAQIECBAgQIAAAQL1BSQkQIAAAQIECBAgQIAAAQIE6gtISIAAAQIECBAgQIAAAQIECNQXkJAAAQIECBAgQIAAgaMQMPnMUSg6BwECxyfgzAQIECBAgAABAgQIECBAgEB9AQkJECBAgAABAgQIECBAgACB+gISEiBAgAABAgQIECBAgAABAvUFJCRAgAABAgQIECBAgAABAgTqC0hYUsDkMyUfq1AECBAgQIAAAQIECBA4uIAjCRAgQIAAAQIECBAgQIAAgfoCEhIgQIAAAQIECBAgQIAAAQL1BSQkQIAAAQIECBAgQIAAAQIE6gtISIAAAQIECBA4CgGTzxyFonMQIECAAIHjE3BmAgQIECBAgAABAgQIECBAoL6AhAQIECBAgAABAgQIECBAgEB9AQkJECBAgAABAgQIECBAgACB+gISEiBAgAABAgQIECBAgACBpRQw+cy+HpvGBAgQIECAAAECBAgQIECAQH0BCQkQIECAAAECBAgQIECAAIH6AhISIECAAAECBAgQIECAAAEC9QUkJECAAAECBAgQIECAAAECBOoLSEiAAAECRyFg8pmjUHQOAgQIECBAgACB4xNwZgIECBAgQIAAAQIECBAgQKC+gIQECBAgQIAAAQIECBAgQIBAfQEJCRAgQIAAAQIECBAgQIAAgfoCEhIgQIAAAQIECBAgsJQCJp9ZysfmpgmcnoArEyBAgAABAgQIECBAgAABAvUFJCRAgAABAgQIECBAgAABAgTqC0hIgAABAgQIECBAgAABAgQI1BeQkAABAgQIECBAgAABAgQIEKgvICGBoxAw+cxRKDoHAQIECBAgQIAAAQIEjk/AmQkQIECAAAECBAgQIECAAIH6AhISIECAAAECBAgQIECAAAEC9QUkJECAAAECBAgQIECAAAECBOoLSEiAAAECBAgQWEoBk88s5WNz0wQIECBwegKuTIAAAQIECBAgQIAAAQIECNQXkJAAAQIECBAgQIAAAQIECBCoLyAhAQIECBAgQIAAAQIECBAgUF9AQgIECBAgQIAAAQIECBAgQGAvAss9+cxeEmpDgAABAgQIECBAgAABAgQILLeAuydAgAABAgQIECBAgAABAgTqC0hIgAABAgQIECBAgAABAgQI1BeQkAABAgQIECBAgAABAgQIEKgvICEBAgQILKWAyWeW8rG5aQIECBAgQIDA6Qm4MgECBAgQIECAAAECBAgQIFBfQEICBAgQIECAAAECBAgQIECgvoCEBAgQIECAAAECBAgQIECAQH0BCQkQIECAAAECBAgQILAXAZPP7EVJGwKLK+DOCBAgQIAAAQIECBAgQIAAgfoCEhIgQIAAAQIECBAgQIAAAQL1BSQkQIAAAQIECBAgQIAAAQIE6gtISIAAAQIECBAgQIAAAQIECNQXkJDAUgqYfGYpH5ubJkCAAAECBAgQIEDg9ARcmQABAgQIECBAgAABAgQIEKgvICEBAgQIECBAgAABAgQIECBQX0BCAgQIECBAgAABAgQIECBAoL6AhAQIECBAgAABAnsRMPnMXpS0IUCAAIHFFXBnBAgQIECAAAECBAgQIECAQH0BCQkQIECAAAECBAgQIECAAIH6AhISIECAAAECBAgQIECAAAEC9QUkJECAAAECBAgQIECAAAECBBZS4Egnn1nIhG6KAAECBAgQIECAAAECBAgQOFIBJyNAgAABAgQIECBAgAABAgTqC0hIgAABAgQIECBAgAABAgQI1BeQkAABAgQIECBAgAABAgQIEKgvICEBAgQIENiLgMln9qKkDQECBAgQIEBgcQXcGQECBAgQIECAAAECBAgQIFBfQEICBAgQIECAAAECBAgQIECgvoCEBAgQIECAAAECBAgQIECAQH0BCQkQIECAAAECBAgQILCQAiafWcjH4qaWV8CdEyBAgAABAgQIECBAgAABAvUFJCRAgAABAgQIECBAgAABAgTqC0hIgAABAgQIECBAgAABAgQI1BeQkAABAgQIECBAgAABAgQIEKgvICEBAnsRMPnMXpS0IUCAAAECBAgQIEBgcQXcGQECBAgQIECAAAECBAgQIFBfQEICBAgQIECAAAECBAgQIECgvoCEBAgQIECAAAECBAgQIECAQH0BCQkQIECAAAECBBZSwOQzC/lY3BQBAgSWV8CdEyBAgAABAgQIECBAgAABAvUFJCRAgAABAgQIECBAgAABAgTqC0hIgAABAgQIECBAgAABAgQI1BeQkAABAgQIECBAgAABAgQIEKgvsJeEJp/Zi5I2BAgQIECAAAECBAgQIEBgcQXcGQECBAgQIECAAAECBAgQIFBfQEICBAgQIECAAAECBAgQIECgvoCEBAgQIECAAAECBAgQIECAQH0BCQkQIECAwEIKmHxmIR+LmyJAgAABAgSWV8CdEyBAgAABAgQIECBAgAABAvUFJCRAgAABAgQIECBAgAABAgTqC0hIgAABAgQIECBAgAABAgQI1BeQkAABAgQIECBAgAABAgS6gMlnuoJSV0AyAgQIECBAgAABAgQIECBAoL6AhAQIECBAgAABAgQIECBAgEB9AQkJECBAgAABAgQIECBAgACB+gISEiBAgAABAgQIECBAgAABAvUFJCRAYCEFTD6zkI/FTREgQIAAAQIECBBYXgF3ToAAAQIECBAgQIAAAQIECNQXkJAAAQIECBAgQIAAAQIECBCoLyAhAQIECBAgQIAAAQIECBAgUF9AQgIECBAgQIAAAQJdwOQzXUEhQIBAXQHJCBAgQIAAAQIECBAgQIAAgfoCEhIgQIAAAQIECBAgQIAAAQL1BSQkQIAAAQIECBAgQIAAAQIE6gtISIAAAQIECBAgQIAAAQIECNQXWMiEJp9ZyMfipggQIECAAAECBAgQIEBgeQXcOQECBAgQIECAAAECBAgQIFBfQEICBAgQIECAAAECBAgQIECgvoCEBAgQIECAAAECBAgQIECAQH0BCQkQIECAAIEuYPKZrqAQIECAAAECdQUkI0CAAAECBAgQIECAAAECBOoLSEiAAAECBAgQIECAAAECBAjUF5CQAAECBAgQIECAAAECBAgQqC8gIQECBAgQIECAAAECBAicioDJZ06FfXUvKjkBAgQIECBAgAABAgQIECBQX0BCAgQIECBAgAABAgQIECBAoL6AhAQIECBAgAABAgQIECBAgEB9AQkJECBAgAABAgQIECBAgACB+gISEiBAoAuYfKYrKAQIECBAgAABAgTqCkhGgAABAgQIECBAgAABAgQI1BeQkAABAgQIECBAgAABAgQIEKgvICEBAgQIECBAgAABAgQIECBQX0BCAgQIECBAgAABAqciYPKZU2F3UQIEVldAcgIECBAgQIAAAQIECBAgQKC+gIQECBAgQIAAAQIECBAgQIBAfQEJCRAgQIAAAQIECBAgQIAAgfoCEhIgQIAAAQIECBAgQIAAAQL1BSTsAiaf6QoKAQIECBAgQIAAAQIECNQVkIwAAQIECBAgQIAAAQIECBCoLyAhAQIECBAgQIAAAQIECBAgUF9AQgIECBAgQIAAAQIECBAgQKC+gIQECBAgQIDAqQiYfOZU2F2UAAECBAisroDkBAgQIECAAAECBAgQIECAQH0BCQkQIECAAAECBAgQIECAAIH6AhISIECAAAECBAgQIECAAAEC9QUkJECAAAECBAgQIECAAIHVEDD5zGo8591SqidAgAABAgQIECBAgAABAgTqC0hIgAABAgQIECBAgAABAgQI1BeQkAABAgQIECBAgAABAgQIEKgvICEBAgQIECBAgAABAgQIECBQX0BCAgQInIqAyWdOhd1FCRAgQIAAAQIEVldAcgIECBAgQIAAAQIECBAgQKC+gIQECBAgQIAAAQIECBAgQIBAfQEJCRAgQIAAAQIECBAgQIAAgfoCEhIgQIAAAQIECBBYDQGTz6zGc5aSAIHdBNQTIECAAAECBAgQIECAAAEC9QUkJECAAAECBAgQIECAAAECBOoLSEiAAAECBAgQIECAAAECBAjUF5CQAAECBAgQIECAAAECBAgQqC8g4akImHzmVNhdlAABAgQIECBAgAABAqsrIDkBAgQIECBAgAABAgQIECBQX0BCAgQIECBAgAABAgQIECBAoL6AhAQIECBAgAABAgQIECBAgEB9AQkJECBAgACB1RAw+cxqPGcpCRAgQIDAbgLqCRAgQIAAAQIECBAgQIAAgfoCEhIgQIAAAQIECBAgQIAAAQL1BSQkQIAAAQIECBAgQIAAAQIE6gtISIAAAQIECBAgQIAAAQIEjkXA5DPHwnrQkzqOAAECBAgQIECAAAECBAgQqC8gIQECBAgQIECAAAECBAgQIFBfQEICBAgQIECAAAECBAgQIECgvoCEBAgQIECAAAECBAgQIECAQH0BCQkQILAaAiafWY3nLCUBAgQIECBAgMBuAuoJECBAgAABAgQIECBAgACB+gISEiBAgAABAgQIECBAgAABAvUFJCRAgAABAgQIECBAgAABAgTqC0hIgAABAgQIECBAgMCxCJh85lhYnZQAgYMKOI4AAQIECBAgQIAAAQIECBCoLyAhAQIECBAgQIAAAQIECBAgUF9AQgIECBAgQIAAAQIECBAgQKC+gIQECBAgQIAAAQIECBAgQIBAfQEJV0PA5DOr8ZylJECAAAECBAgQIECAwG4C6gkQIECAAAECBAgQIECAAIH6AhISIECAAAECBAgQIECAAAEC9QUkJECAAAECBAgQIECAAAECBOoLSEiAAAECBAgQOBYBk88cC6uTEiBAgACBgwo4jgABAgQIECBAgAABAgQIEKgvICEBAgQIECBAgAABAgQIECBQX0BCAgQIECBAgAABAgQIECBAoL6AhAQIECBAgAABAgQIECBAoIaAyWcu9BztI0CAAAECBAgQIECAAAECBOoLSEiAAAECBAgQIEDwAKPwAAAQAElEQVSAAAECBAjUF5CQAAECBAgQIECAAAECBAgQqC8gIQECBAgQIECAAAECBAgQIFBfQEICBAgQOBYBk88cC6uTEiBAgAABAgQIHFTAcQQIECBAgAABAgQIECBAgEB9AQkJECBAgAABAgQIECBAgACB+gISEiBAgAABAgQIECBAgAABAvUFJCRAgAABAgQIECBAoIaAyWdqPEcpCByXgPMSIECAAAECBAgQIECAAAEC9QUkJECAAAECBAgQIECAAAECBOoLSEiAAAECBAgQIECAAAECBAjUF5CQAAECBAgQIECAAAECBAgQqC+wVAmTtGQsS3XjK3izJp9ZwYcuMgECBAgQIECAAAECiyzg3ggQIECAAAECBAgQIECAAIH6AhISIECAAAECBAgQIECAAAEC9QUkJECAAAECBAgQIECAAAECBOoLSEiAAAECBAjsReDGG2/cSzNtTlHA5DOniO/SBAgQILAEAm6RAAECBAgQIECAAAECBAgQqC8gIQECBAgQIECAAAECBAgQIFBfQEICBAgQIECAAAECBJZawAClpX58bp7AyQm4EgECBAgQIECAAAECBAgsnMDse52+nqQlGe5z2u7LocLXqQks1eQzp6bkwgQIECBAgAABAgQIECBAgMCJCbgQAQIECBAgQIAAAQIECBAgUF9AQgIECBAgQIAAAQIECBAgQKC+gIQEjlIgGQckHeU5nYsAAQIECBAgQIAAAQIEDi/gDAQIENiPQDK+45kmm0nS+noy1u/nXNoerYDJZ47W09kIECBAgAABAtUE5CFAgAABAgQIECBAgAABAgTqC0hIgAABAgQIECBAgAABAgQI1BeQkAABAgQIECCwdAJ94FEvS3fjbpgAAQIECJyegCsTIECAAAECBAgQWCiB/m4nSUuycV/z6jZ23rTS29y0anFCAiafOSFolyFwNALOQoAAAQIECBAgQIAAAQIECNQXkJAAAQIECBAgQIAAAQIECBCoLyAhAQIECBAgQIAAAQIECBAgsJtAsvn/eJ1sDkzarf3i1rszAgQIECBAgAABAgQIECBAoL6AhBcSSMZ3O7OTySRj3cWOSy7e7kLnsG9/Aiaf2Z+X1gQIECBAgAABAgQIrJqAvAQIECBAgAABAgQIECBAgEB9AQkJECBAgAABAgQIECBAgACB+gISEiBAgMDCC/RBSFNJDC5a+AfmBgkQIECAAAECiyjgnggQIECAAIGFFEjSklz03pKLt7noSTQ4kIDJZw7E5iACBAgQOC0B1yVAgAABAgQIECBAgAABAgTqC0hIgAABAgQIECBAgAABAgQI1BeQkAABAgQIECBAgAABAtsFkgsPLuoT02w/xjYBAost4O4IECBAgAABAgQIECBAYHUFkgwTziRp/b1OL10jSV8MdX0lGbf7ei/JuN3b99LrlOMXOMzkM8d/d65AgAABAgQIECBAgAABAgQInLaA6xMgQIAAAQIECBAgQIAAAQL1BSQkQIAAAQIECBAgQIAAAQIE6gtISGChBaaBRMk4uGjezSa775vXXh0BAgQIECBAgAABAgRWUEBkAgQILJxAf++TZJiIpt9c3+7LZLOub1+oTMdcqI19hxMw+czh/BxNgAABAgQIEDhhAZcjQIAAAQIECBAgQIAAAQIE6gtISIAAAQIECBAgQIAAAQIECNQXkJAAAQIECBAgQKALJOMgoyR9c25Jdt839wCVBAgQIEBgYQTcCAECBAgQIECAAAECyea7nSQbk9B0me2TyvTtXvq+XpL0xZZjhgpfRy5g8pkjJ3XClRIQlgABAgQIECBAgAABAgQIEKgvICEBAgQIECBAgAABAgQIECBQX0BCAgQIECBAgAABAgQIECBAYGEEknFQ0XRDfcBRksMPMppOaEmAAAECBAgQIECAAAECBAjUFZBsYQSSbNxLsrneK5NxO9m67Pumkoz7pm3L4xUw+czx+jo7AQIECBAgQIAAAQJHLOB0BAgQIECAAAECBAgQIECAQH0BCQkQIECAAAECBAgQIECAAIH6AhISIECAAIH9CPQJaPbTXlsCBAgQIECAAIHFEHAXBAgQIECAwOoKbH+fk2ydTCbZ3J7aJjEB8Sl1GZPPnBK8yxIgQKCIgBgECBAgQIAAAQIECBAgQIBAfQEJCRAgQIAAAQIECBAgQIAAgfoCEhIgQIAAAQIECBAgQOBEBKaBRP1iSdrsdq+bLUk2NpP5bc+sN/mye7y7KQz0gT31AX9X/PdCH9AH9AF9QB/QB/QBfUAf0Af0AX3gWPrAvW5x48Z7nGklSVtbWxsmk0myZdlu+iQZ1pJx2Tf6+6Jk811Qsrmv759KstlmqrMcBA70tXagoxxEgAABAgQIECBAgAABAgQInJKAyxIgQIAAAQIECBAgQIAAAQL1BSQkQIAAAQIECBAgQIAAAQIE6gtISIDArECydRBRMm4nGQYmzbadXf/o255rCgN9QB/QB/QBfUAf0Af0AX1AH1jcPuDZeDb6gD6wOn1g9p3N7HqS2c3hXU+yWZeM68k4mUyyuewHTpPR9PVekrF9r+/bytEImHzmaBydhQABAgQIEFhVAbkJECBAgAABAgQIECBAgACB+gISEiBAgAABAgQIECBAgAABAvUFJCRAgAABAgQIEDgRgSTDAKPpYkmG1T5YKBnXe0Xf7qWvTyXZ3D/VWRIgQIAAgX0JaEyAAAECBAgQIECAwIkJJNnxHigZJ5bZfhNJhqpk63KoXP/a/p5ovWr4k4zthw1fhxIw+cyh+By8aALuhwABAgQIECBAgAABAgQIEKgvICEBAgQIECBAgAABAgQIECBQX0BCAgQIECBAgAABAgQIECBAoL7AvEFDyThgKMmOwUn1RSQkQIAAAQIECBAgQIAAAQL1BCRaXYH+7icZ3/GsrW1ObdLXk7G+6yTpiy3vgmaPTbbu7/uGA3wdqcDmEzrS0zoZAQIECBAgQIAAAQIrIiAmAQIECBAgQIAAAQIECBAgUF9AQgIECBAgQIAAAQIECBAgQKC+gIQECBAgQOBYBZJxkNC8iyQZBhf1gUO9zLZJxn29LklfKAQIECBAgAABAgcXcCQBAgQIECBA4MQEkvFdTpLh3U+S1ieeaeufZLNufXPjT5JhPUnr74mmkmzWDw3Wv5Kxbn11OH9fKgcXMPnMwe0cSYAAgQUUcEsECBAgQIAAAQIECBAgQIBAfQEJCRAgQIAAAQIECBAgQIAAgfoCEhIgQIAAAQIECBAgQGD1BJIMA4WSzeWkkKStXXpZu/vjf6Td7XE/3O782B9s7/mYH2h3+tzvb3f4nGe02z3y6e02j/juduuHf1d7j8/6jnbFQ5/WbvEZ39Zu/pBvGcrNHvzN7dJP+6Z2yac+tZ190De2Mw/8hrb2KV+/UfKAr2u9tE9+SpvKjZ/05I31qc5y04fFUVg4h36kD+gD+sAq94F3fexXtas+9PFbyjUf9US/P2Z+j61y/5Ddfx/1AX1AH9AHTqsPzHsf0t+Z9DL7LqW/W+mlv2vp71x66e9hLvv0bx3eyfR3M5fe7d5b3vW0mz5Jblprw/62/kk269Y3hz9Jhv1Jhu0+Ec2wsnRfy3HDJp9ZjufkLgkQIECAAAECBAgQIEBgUQXcFwECBAgQIECAAAECBAgQIFBfQEICBAgQIECAAAECBAgQIECgvoCEBAicqsBug4eSDIOM+s3d4h73bpf/hw9ofdnLZXd//3azu77flnLpXd63zZa+/5I7/5/t7Hvea245c6f3aWt3fO/Wl9tLP6bvU957MOLAQR/QB/QBfUAfONo+cP6292zX3/KuW8q52/wH/+6u/zbT1462r/Hc5qmP+e+MPqAP6AMX7AOz70f6vyHTdl/vpW/3dybbS3//MpX+bqav92Wy+W5nbW1t4z1PslmfpL/6GfYl2Vj2yumd0ewyGdv0/crRCawd3amciQABAgQIECBw+gLugAABAgQIECBAgAABAgQIEKgvICEBAgQIECBAgAABAgQIECBQX0BCAgQIECBAgACBGgJJ2jQ4aDZRMg4SSsb9SWZ3D+vJZl0yriebyyRtGrSUZBiYNLvd19v6py97ScY2SYbjet2FSpJ25syZPbW90HnsW2O4xsDfA31gtz6gXt9Y5T6QpJ0/f35L6b+bVtlEdv9N0Af0AX1AH9AHTr8P9HchSYb/Ld/X+zNJsqd3JEmG4/oxvSQ7t5OxLhnf07Rtn/57KMlGbTKuJxne/Uw7ertpfXaZZHbT+j4E1vbRVlMC+xXQngABAgQIECBAgAABAgQIEKgvICEBAgQIECBAgAABAgQIECBQX0BCAgQIECBAgAABAgQIECBAoL7AsSVMtg766YODeukX7Mtk6/5k/nYy1icZBjIlGQYd9cFMU0nGfX07GdeTsd00YGral4z7p/pk3O77e+n1yVjX13vp9crpD4TzDDwDfUAf0Af0gQp9oK1/zp0712bLetXwO6dCPhn8PdUH9AF9YGH7gH9rTBC6ow9c6J1H39dL/zvdl8n4niXJxnmSsW52f28/lbb+ScY2Sda3xj9JNt7tJON6kh0TGSfjvvGo+d/z3jHNb6l2NwGTz+wmo54AAQIECBAgQIDAUgq4aQIECBAgQIAAAQIECBAgQKC+gIQECBAgQIAAAQIECBAgQIBAfQEJCRAgQIBALYE+AGhKlGRY7XXJ5oCiZLN+aLD+lYx166vDYKQkw3La7oOYkrEu2Vz2+ouVPiCql9l2u20n47n7fuVMY8BAH9AH9AF9QB84fB/ov0HOnds5+Qzbw9syZKgP6AP6gD6gD+yvDyTZmEim/0bpfn25vSTZ8U4g2axLxvVkfI/Sj08ynDsZ65LN7bb+SbL+3ba870kybCdp06e/R+rryc66Xq8cXmDt8KdwBgIECBDYVcAOAgQIECBAgAABAgQIECBAoL6AhAQIECBAgAABAgQIECBAgEB9AQkJECBAgAABAgQIECBA4MgFknHimSTDgKI+iCgZ12cvlmQYpNTWP8m4PxmX61XDsUmGNn1Q07wyDZrqy6n0dsl43GxdX+/7ptK3z549Owyumuos1y7ovbQ+a3J5dvqAPqAP6AMn1wfa+ufcua2Tz/TfQ57ByT0D1qz1AX1AH9AH9IGxD+z27qPXd6O+nC29breSZHiH0tsn2fH+IEnrnyQb73SS9KqN7WFj5qv/Ruqbydiurx+qOHiugMln5rKoJECAAAECBAgQIECAAIFlFXDfBAgQIECAAAECBAgQIECAQH0BCQkQIECAAAECBAgQIECAAIH6AhISIFBbIBkHCyXjsg8iSsb1njzJjgFHyWZdMq7PDnRKNuuS7BjcNNt2Wu8DoWbXp+2+nC1TG8txUBoHDvqAPqAP6AP6wOH7QFv/mHzm8I764vIbeoaeoT6gD+gDp98H+juQ/hz6spdpfXbZ13tJMkwu09d76e2T7HgPk4x1yfi+JhmX/ZheknE7NBg2+QAAEABJREFU2Vy29c/sO6Jkc18yTmK83mTjnVGSvqkckYDJZ44I0mkIECBAgACBuQIqCRAgQIAAAQIECBAgQIAAgfoCEhIgQIAAAQIECBAgQIAAAQL1BSQkQIAAAQIECBAgcGiBZOuAoGRzO9lcny6UjHVJNgYV9X1JNgY0JeO+Pmhpe0k22037+oCoqZw9e3Y4T9+e9vdl3+6lr/fS15Uzw8AyDhz0gfJ9wN/1M56xv+cn1weStO2Tz7T1j2dwcs+ANWt9QB/QB/QBfWBrH+jvQXrZ7rK9btruy156+77sZXa9b8+WZHyPk4zLvm/958/wJxnrks3lsGPmK8mw1Seo6WXYWP9Kxvr1VX8OIbB2iGMdunQCbpgAAQIECBAgQIAAAQIECBCoLyAhAQIECBAgQIAAAQIECBAgUF9AQgIECBAgQIAAAQIECBAgQKC+QO2EfYBQLz1lsjlAKMmOiWamNkmGyWKSzTbJWNcHK20vs4OdpvVkPHZqO9X35Wzp+/vkNL2ur/cybfc65YwJKkxQoQ/oA/qAPqAPHLIPJCaf8ZvKbyp9QB/QB3ofUPSDxegD/d3H9Cz6O5BpO8nwu2/antpM233Zy2x9395ekgzvdXp9Mq639c+0nWR9qw3vhdoun+ldUt+dZKNtr0/Sq5VDCKwd4liHEiBAgAABAgQIECBwMQH7CRAgQIAAAQIECBAgQIAAgfoCEhIgQIAAAQIECBAgQIAAAQL1BSQkQIAAAQIEDiWQpPWBQNNJkmwMEOp1yc7tqX52EFKy2S4Z15P0psP5prZ92cs08CnJMFCqD57qZarfvpw9pq/Ptu3b29vbPjO4cuCgD+gD+oA+UKYPHHJCmf04JGk33HDDltJ/L+3nHNr6u6cP6AP6gD6gD+gDR9EHZt959HchF9qevd5su76+vSQZJpxJNpdJhnc4ybhs659kXO/HJ1mvaUObtv7ZXpdkY1//7ZRkvdXOP33fzlo1FxJYu9BO+wgQIFBNQB4CBAgQIECAAAECBAgQIECgvoCEBAgQIECAAAECBAgQIECAQH0BCQkQIECAAAECBAgQIEBg8QXmDfJJtg4ISnbfTubvSzIMMuqDj/qAp9llX59XpnZ93/b12UFV03pfTu36spfp2L6unDmRSWc4c9YH9AF9QB+o3Af6r7lz58612dLrKmeWzd9pfUAf0Af0AX1gMfvA7DuPab2/G5ldn312vb6Xqa6v77Uk2TEhTZI2+0m2TmLc9yVj3bz3TX3/bOltkq3nnN1vfb7A2vxqtQQIECBAgAABAgQIECBA4EgEnIQAAQIECBAgQIAAAQIECBCoLyAhAQIECBAgQIAAAQIECBAgUF9AQgIECOxbIBkHBe12YB8I1Mv2/ck4OCjZXCbZmHAmycYgpWSsT8a6PtBp3sCn7XXbt/uAql43Hd+Xs6Xv621m66yvDc+BAwd9QB/QB/QBfeBgfaCtf2644YY2W86fP+/f17WDeeqHR+amD+qD+oA+oA+sYB/o7zz6u4/t/55OdX3Zy7S/r0+l103rfTlvu9cl4zuc2fX1n0PD+55k3DdtT8vedlrv75CS9M0Llr22u+BJVnSnyWdW9MGLTYAAAQKrKiA3AQIECBAgQIAAAQIECBAgUF9AQgIECBAgQIAAAQIECBAgQKC+gIQECBAgQIAAAQIEllNgdgBQko0BRr1+e6Je1wcZJZvteptkczvZuT4dMw146ttT2V7Xt3vp+/tytkwDr3rdtL/XKWcbAwb6wEn1AdfR1/SByn2g/744d+5cmy1J/Dt7Vr+v3O9l07/1AX1AH1jMPjD77qOv9+fUl1Ppv1v6+rSc1qftvpwtyfi+ptcl2TKhUTLuS7Yu2/qnt19fDO+L+nIq/R1RkmEzGZfDxvrX7L71TX8OIWDymUPgHfpQJyBAgAABAgQIECBAgAABAgTqC0hIgAABAgQIECBAgAABAgQI1BeQkAABAgQIECBAgAABAgQIEKgvIOGhBZIMg4f6oKDZk/XtZNzX65NxPUnfHEoyrvdBSEmG8yTZMnip75sd/JSM+6e62eU0iKof08vsvr7dS6+b2vX1Xqes7TBnwkQf0Af0AX1AHzhYH2jrnxtuuKHNlv67iOfBPLlx0wf0gSPrA2ssWa5mH+jvPnqZ3oVM/aDXzZapvreb1vv+eetTXZLhfUKyuUw23++09U+S9e+28c4n2dxuu3ySsc0uu1XvU8DkM/sE05wAAQIECBAgQGC5Bdw9AQIECBAgQIAAAQIECBAgUF9AQgIECBAgQIAAAQIECBAgQKC+gIQECBAgQIDAcgskm4ODkgwDi7YnSjJUJVuXfeBSkmHQUlv/zG4nGc7V6/rAp176+m5l2t+XvfR2fdlLX++lr0+lbyurOQjPc/fc9QF9QB84nT5Q2X39Z0w7d+7clmLyGf2scp+XTf/WB/QBfWBx+8D03qMvp+fU13uZtvuyb/fS13vp67309XklyfD+pu9Lxnc2yViXjMvZfW2XT5JhTzIuh42bvpKddTftstingMln9gmmOQECRyrgZAQIECBAgAABAgQIECBAgEB9AQkJECBAgAABAgQIECBAgACB+gISEiBAgAABAgQIECBAgACBAwv0Qda99BMkGSaPSS68nAYmzS77ei9JhoFNybjsddNAqGk51fXtqUx1fTmvTO1WeNlkP8PgDAN/D/QBfUAfOKo+kKSdP39+S2nrn6M6v/Poq/qAPqAP6AP6gD6wlz5w9uzZ4X/rzrwLGd6rzG7380zbfb2XaTvJ0H62bto3LZPxPU/fTtL6JxmXs+vT/iTD+6G+b3tJMlQladP7pKHC16EF1g59BicgQIAAAQIECBAgQIAAgSUScKsECBAgQIAAAQIECBAgQIBAfQEJCRAgQIAAAQIECBAgQIAAgfoCEhIgQGC5BfrgoGRzsFCSXQcVzUuajO2TcdkHJ/V2SfY1YKof1wdHJZvH9e15pbdV1oYBZRw46AP6gD6gD+gDh+8DSdoNN9ywpfTfSGwPb1vLkIfnqQ/oA/qAPnC8fSDJ8L/1570Lma3rz6FvJ2P7abvX9dK3pzJtJ+N7m2TrcmqXjPVt/dPr1hfD+6H+m6ivz5Ykw2bfl5h4ZsA44i+TzxwxqNMRIECAAIF9CWhMgAABAgQIECBAgAABAgQI1BeQkAABAgQIECBAgAABAgQIEKgvICEBAgQIECBAgAABAnMFkp2DgZKtg4XmHnhTZTK2TTIMPkrGZd+djOt9cFKSYaBUMtYlm9uz+/t6L9MgqL6eZJiwJhmXvW630o9TzgxeHDisZB8447l77vqAPnB0fSBJO3/+/JbS1j+Mj86YJUt9QB/QB/QBfWBvfWC39yC9vhsmGd4FJOOy1/eSjO9h+vpUkp11076+TMb9bf2TjOu9fn1z+DNNLtM3knF/kr45lGRzfaiY+Zo9dqba6h4F1vbYbiWaCUmAAAECBAgQIECAAAECBAjUF5CQAAECBAgQIECAAAECBAgQqC8gIQECBAgQIECAAAECBAgQIFBfQMLlEUjS+uCf2TtOxoFCs/V9PRnr57VNsmUCmmTc7m2Tcb0PVkoyTETT16fSB0r19WT+viQbg6h6O2VthyETJvqAPqAP6AP6wNH2gbb+OXfuXJst/fcQ56N15slTH1j+PuAZeob6wOn2gSQb70ym9yv9mfT1Xvp6ko33CL0u2fqeJhm3k53LdtMnybCWbF0Oldu++m+mbVXDZjIeO2z42reAyWf2TeYAAgQIECBAgACBIxRwKgIECBAgQIAAAQIECBAgQKC+gIQECBAgQIAAAQIECBAgQIBAfQEJCRAgQIAAAQIXFEguPvgnGSepSTIMWGo3fZJccNKZaZBTkuG47dvJ5vF9Xy/J2DYZ900Do/q+qfQ65cwwwIwDB31AH9AH9IGb+oB/F84cXV/ovzn6wOnZkoTxERrrt0fXX1my1Af0AX1g9fpA/60ylWT8jZJky7uX2f3J+I4l2dom2axPxvW2/knG9WRc9t9ESdb3tC3vgXp9u+mTjO+Obtoc2k3rlocXWDv8KZyBAIE6ApIQIECAAAECBAgQIECAAAEC9QUkJECAAAECBAgQIECAAAECBOoLSEiAAAECBAgQIECAAAECBJZHIBkHFvU7TjYHEfUBTL1u+yCjXpdkGGCUpG9uGfiUZNhOMrTp55ktbf3Tt5MMg7un9b6cLcl4fLKoS/eVMEgYJAwSBgmDhEGyXAZt/XPu3Lk2W/rvnmS5ciTuN2GQMEgYJAwSBgmD5KgNTud8s+9I+nqS4X3L7Hpb//TtPjlRsvU+13cN72WSzfrZur4+W5IMm0mG44aN9a8k6987/yTz63e2VLNXAZPP7FVKOwIECBAgQIAAAQIECByHgHMSIECAAAECBAgQIECAAAEC9QUkJECAAAECBAgQIECAAAECBOoLSEiAAAEC+xZIdg4SSjIMMOoDr/sJ+wCmJH11qO8rybjd981uJxnaJOnVw3pvk2RYT8blNCBq2teXvSTj/iQbg6l6vbLGY42Bvwf6gD6gD+gDR98H2vqn/+aZLetV/t1d9H933Z8+qg/oA/qAPrAifSDZfE+SZOO5t/VP/22YZJjUN9lsN9UnY13fnkoy1rX1T5LhfMnWuiRtL59kb+32ci5tNgVMPrNpYY0AAQIECDQEBAgQIECAAAECBAgQIECAQH0BCQkQIECAAAECBAgQIECAAIH6AhISIECAAAECBAgQILCYAn1w9eydJWm9LhkHDU3ryVg/tU3G/du3k2yZWKbvT7IxgKmtf/ogp2Rs19fXqzb2J2N9kqGu7+8lSfMhQGDxBdwhAQIEll3g3Llzbbb030LLnsn9EyBAgAABAssvkGTLe5LpXUky1ifjsq1/pn3TMsnGsW39k2TLu5up3fqujT9JhvUkQ9t5v4mS8V1RkqHt9DWv7bTPcn8Cizz5zP6SaE2AAAECBAgQIECAAAECBAgso4B7JkCAAAECBAgQIECAAAECBOoLSEiAAAECBAgQIECAAAECBAjUF5CQwJ4Ekq0DhPpBydbBQ33QUJJhsFHf30uSvhjqknG9V0wDlpKxLslGm2lfb5dsre910/4kw6CoZLNNMtb1Nsra4MOBgz6gD+gD+oA+cLR9oK1/+u+e2bJe5d/dtaN11m956gNH3gf8d8p/p/SBFegDydZ3JEmG556M9f2/rW3905fJWJdsLtd3bbyf6etTSTKtbuxPNuumncnWumTru6OpXf8dlWxtO+2z3L+AyWf2b+YIAgQIECBAgEBhAdEIECBAgAABAgQIECBAgACB+gISEiBAgAABAgQIECBAgAABAvUFJCRAgAABAgQILLZAHxw0e4fJ1kFE0/4kw2Ck3jZJXwwlyVDf2yXZUpfs3E6yZZBUsrVNW/8kGc6ZWCYMEgYJg4RBwiBZZAP3liy3Qf8tM1vWf5L4PbLkzzRZ7j6ZuP+EQcIgYZAwSBgkmwb9d138iHcAABAASURBVMo02UxfT8Z9s+vJWJekVw8lycbvm16RpC+2lCRDm16ZpC82SrL1ndG0o/+GSra2nfZZHkzA5DMHc3MUgZMRcBUCBAgQIECAAAECBAgQIECgvoCEBAgQIECAAAECBAgQIECAQH0BCQkQIECAAAECBAgQIECAAIEtAsk4cGi2MhnrkgwDjpJxe3ubvp2kL4Z2fSXJxvq0PS2TnfuSsS45wqVzDc8gYZowSBgkDBIGCYOEQTLfoP9W6YOmZ0uvS+a3T9QnDBIGCYOEQcIgYZCcksEKX3e33ypTfV/2kmx9NrN189Z73VT6b6Nk8/hpe9rfl/Pqer1yOAGTzxzOz9EECBAgQIAAAQIECBQTEIcAAQIECBAgQIAAAQIECBCoLyAhAQIECBAgQIAAAQIECBAgUF9AQgIECBBYfIEkO24yGSec6YOIeukNkq3tkotvJ2ObJMOEKNN5kvTVoS6JJQN9QB/QB/QBfUAfOLU+0H+U9N87s6XXJX6jJHs3SLRNGCQMEgYJg4RBwiA5OYPZ3y59fW1trfWSpG8Ov7P6b51kc7vvSMbtvt5LMm4n47IfM5VkrOvtppLsrJv2WR5cwOQzB7dzJAECBAgcv4ArECBAgAABAgQIECBAgAABAvUFJCRAgAABAgQIECBAgAABAgTqC0hIgAABAgQIECBAgACBXQX6YKLZnUmGwUlJhuq+PxnXh4qbvpKdddsHON3UdON8yXhMki11ie2EQcIgOZSBv1f89AF9QB/YZx/ov3NmS//tkvhvccIgYZAwSBgkDBIGCYNkMQ36b5epJJlWh2Uybvd3Nb0iGbf7+lSSDL8f+++hZJyQuO9LxvokfXOj9HYbG1aOXGAfk88c+bWdkAABAgQIECBAgAABAgQIEFg4ATdEgAABAgQIECBAgAABAgQI1BeQkAABAgQIECBAgAABAgQIEKgvICGB5RFItg4kmr3zZNzXBxcl4/rs/t0GMCUZBi/Ntu3ryfz6vk8hQIAAAQIECJykQP99M6+c5D24FgECFQRkIECAwOkJJON7lmRcTneSjNtJpqqNZbK1rv8eSrZOPLPReGZlajdTZfWIBUw+c8SgTkeAAAECBAgQOFIBJyNAgAABAgQIECBAgAABAgTqC0hIgAABAgQIECBAgAABAgQI1BeQkAABAgQIECBA4KICfRDRvEbJOCip708yTCqTZGja6/pKkqG+rysECBAgQODUBFyYAAECBAgQIECAwIoJJBd/J5Nkh0qSjXc5s+93djRcr+j7k6yv+XOcAiafOU5d5y4nIBABAgQIECBAgAABAgQIECBQX0BCAgQIECBAgAABAgQIECBAoL6AhAQIECBAgAABAgQIECBAgMDiCSSb/y/X2+8uyZYBSdOgo2Ss79vbj+nba2trw3HJ2K7XJekLhQABAgQIECBw6gL9N8xsOfUbcgMECBAgQGAJBdzy6QkkW9+xJGn9XUzb5ZNk4z1N/w3UmyWbdX17e+ntkmyvtn0MAmvHcE6nJECAAAECBAgQIECAwFEJOA8BAgQIECBAgAABAgQIECBQX0BCAgQIECBAgAABAgQIECBAoL6AhAQIECBAYE8CycUHEyVjmz74aCr95MlY39en0vdP67PLJBuDnRLrCYOEQcIgYZAwSBgkDJKTMZj9fTKtJydz7eRYruM3Fld9QB/QB/QBfWCF+sD0+2V2Oe9dTJKhSd83lWSsG3Zc4CvZW7sLnMKuPQqYfGaPUJoRIECAQBdQCBAgQIAAAQIECBAgQIAAgfoCEhIgQIAAAQIECBAgQIAAAQL1BSQkQIAAAQIECBAgQIDAcgsk2TGYrQ9e2p4q2dluexvbBOoKSEaAAAECBAgQIECAAAECBI5XILn4u5f+zibZ2u5472rVzn40eU0+czSOzkKAAAECBAgQIECAAAECBI5HwFkJECBAgAABAgQIECBAgACB+gISEiBAgAABAgQIECBAgAABAvUFJCRA4MACfYDSXg5Otg5iStL6sdvLXs6lDQECBAgQIEDguAW2/0bp28d9TecnQOAEBFyCAAECKybQf8NsL8nOdzR7Yenn2Us7bY5HwOQzx+PqrAQIECBAgEBRAbEIECBAgAABAgQIECBAgACB+gISEiBAgAABAgQIECBAgAABAvUFJCRAgAABAgQIEFgegWT+JDJ9QNJsmZcoybxqdQQIECCwIgJiEiBAgAABAgQIECBwsgLJ/Hcxs+9wdltP5h97sglW92omn1ndZ18huQwECBAgQIAAAQIECBAgQIBAfQEJCRAgQIAAAQIECBAgQIAAgfoCEhIgQIAAAQIECBAgQIAAAQL1BQ6VMElLLlx2u0By4eMS+xMGCYOEQcIgYZAwSBgkp2PQf88kp3PtxHUTBgmDhEHCIGGQHNjgov/7PXHupK5B/z2zvfTJZpKLZ95+nO2TFTD5zMl6uxoBAgQIECBAgACBJRdw+wQIECBAgAABAgQIECBAgEB9AQkJECBAgAABAgQIECBAgACB+gISEiBAgACBegJ9IFO9VBIRIECAAAECBA4j4FgCBAgQIECAwOkLJDn9m3AHFxUw+cxFiTQgQIDAAgu4NQIECBAgQIAAAQIECBAgQKC+gIQECBAgQIAAAQIECBAgQIBAfQEJCRAgQIAAAQIECBAgQODQAomBTIdGdILjFXB2AgQIECCwTaBPnjdbtu22SYAAAQIECBAgsIwCS3rPJp9Z0gfntgkQIECAAAECBAgQIEDgdARclQABAgQIECBAgAABAgQIEKgvICEBAgQIECBAgAABAgQIECBQX0BCAgQIECBAgAABAgQIECBAoL6AhAQIECBAgMDeBEw+szcnrQgQIECAAIHFFHBXBAgQIECAAAECBAgQIECAQH0BCQkQIECAAAECBAgQIECAAIH6AhISIECAAAECBAgQIECAAAEC9QUkJECAAAECBAgQIECAAIEFFTD5zII+mOW8LXdNgAABAgQIECBAgAABAgQI1BeQkAABAgQIECBAgAABAgQIEKgvICEBAgQIECBAgAABAgQIECBQX0BCAgQIECBAgAABAgQIECBAoL6AhAQIENibgMln9uakFQECBAgQIECAAIHFFHBXBAgQIECAAAECBAgQIECAQH0BCQkQIECAAAECBAgQIECAAIH6AhISIECAAAECBAgQIECAAAEC9QUkJECAAAECBAgQILCgAiafWdAH47YIEFhOAXdNgAABAgQIECBAgAABAgQI1BeQkAABAgQIECBAgAABAgQIEKgvICEBAgQIECBAgAABAgQIECBQX0BCAgQIECBAgAABAgQIECBAoL6AhHsTMPnM3py0IkCAAAECBAgQIECAAIHFFHBXBAgQIECAAAECBAgQIECAQH0BCQkQIECAAAECBAgQIECAAIH6AhISIECAAAECBAgQIECAAAEC9QUkJECAAAECBBZUwOQzC/pg3BYBAgQIEFhOAXdNgAABAgQIECBAgAABAgQI1BeQkAABAgQIECBAgAABAgQIEKgvICEBAgQIECBAgAABAgQIECBQX0BCAgQIECBAgAABAgQIECAwCph8ZnSo+S0VAQIECBAgQIAAAQIECBAgUF9AQgIECBAgQIAAAQIECBAgQKC+gIQECBAgQIAAAQIECBAgQIBAfQEJCRAgQIAAAQIECBAgQIAAgfoCEhIgQGBBBUw+s6APxm0RIECAAAECBAgsp4C7JkCAAAECBAgQIECAAAECBOoLSEiAAAECBAgQIECAAAECBAjUF5CQAAECBAgQIECAAAECBAgQqC8gIQECBAgQIECAAAECo4DJZ0YH3wQI1BSQigABAgQIECBAgAABAgQIEKgvICEBAgQIECBAgAABAgQIECBQX0BCAgQIECBAgAABAgQIECBAoL6AhAQIECBAgAABAgQIECBAgEB9AQkXVMDkMwv6YNwWAQIECBAgQIAAAQIEllPAXRMgQIAAAQIECBAgQIAAAQL1BSQkQIAAAQIECBAgQIAAAQIE6gtISIAAAQIECBAgQIAAAQIECNQXkJAAAQIECBAgMAqYfGZ08E2AAAECBGoKSEWAAAECBAgQIECAAAECBAjUF5CQAAECBAgQIECAAAECBAgQqC8gIQECBAgQIECAAAECBAgQIFBfQEICBAgQIECAAAECBAgQIHBKAiafOUF4lyJAgAABAgQIECBAgAABAgTqC0hIgAABAgQIECBAgAABAgQI1BeQkAABAgQIECBAgAABAgQIEKgvICEBAgQIECBAgAABAgQIECBQX0BCAgQIEBgFTD4zOvgmQIAAAQIECBCoKSAVAQIECBAgQIAAAQIECBAgUF9AQgIECBAgQIAAAQIECBAgQKC+gIQECBAgQIAAAQIECBAgQIBAfQEJCRAgQIAAAQIECBA4JQGTz5wSvMsSWE0BqQkQIECAAAECBAgQIECAAIH6AhISIECAAAECBAgQIECAAAEC9QUkJECAAAECBAgQIECAAAECBOoLSEiAAAECBAgQIECAAAECBAjUF5CQwChg8pnRwTcBAgQIECBAgAABAgRqCkhFgAABAgQIECBAgAABAgQI1BeQkAABAgQIECBAgAABAgQIEKgvICEBAgQIECBAgAABAgQIECBQX0BCAgQIECBAgMApCZh85pTgXZYAAQIEVlNAagIECBAgQIAAAQIECBAgQKC+gIQECBAgQIAAAQIECBAgQIBAfQEJCRAgQIAAAQIECBAgQIAAgfoCEhIgQIAAAQIECBAgQIAAgVURWOXJZ1blGctJgAABAgQIECBAgAABAgRWWUB2AgQIECBAgAABAgQIECBAoL6AhAQIECBAgAABAgQIECBAgEB9AQkJECBAgAABAgQIECBAgACB+gISEiBAgMApCZh85pTgXZYAAQIECBAgsJoCUhMgQIAAAQIECBAgQIAAAQL1BSQkQIAAAQIECBAgQIAAAQIE6gtISIAAAQIECBAgQIAAAQIECNQXkJAAAQIECBAgQIAAgVURMPnMqjxpOQnME1BHgAABAgQIECBAgAABAgQI1BeQkAABAgQIECBAgAABAgQIEKgvICEBAgQIECBAgAABAgQIECBQX0BCAgQIECBAgAABAgQIECBAoL6AhAROScDkM6cE77IECBAgQIAAAQIECKymgNQECBAgQIAAAQIECBAgQIBAfQEJCRAgQIAAAQIECBAgQIAAgfoCEhIgQIAAAQIECBAgQIAAAQL1BSQkQIAAAQIECKyKgMlnVuVJy0mAAAEC8wTUESBAgAABAgQIECBAgAABAvUFJCRAgAABAgQIECBAgAABAgTqC0hIgAABAgQIECBAgAABAgQI1BeQkAABAgQIECBAgAABAgQIEDgmgQWafOaYEjotAQIECBAgQIAAAQIECBAgsEACboUAAQIECBAgQIAAAQIECBCoLyAhAQIECBAgQIAAAQIECBAgUF9AQgIECBAgQIAAAQIECBDExIfsAAAQAElEQVQgQKC+gIQECBAgsCoCJp9ZlSctJwECBAgQIEBgnoA6AgQIECBAgAABAgQIECBAoL6AhAQIECBAgAABAgQIECBAgEB9AQkJECBAgAABAgQIECBAgACB+gISEiBAgAABAgQIECBA4JgETD5zTLBOS+AgAo4hQIAAAQIECBAgQIAAAQIE6gtISIAAAQIECBAgQIAAAQIECNQXkJAAAQIECBAgQIAAAQIECBCoLyAhAQIECBAgQIAAAQIECBAgUF9AQgKrImDymVV50nISIECAAAECBAgQIDBPQB0BAgQIECBAgAABAgQIECBQX0BCAgQIECBAgAABAgQIECBAoL6AhAQIECBAgAABAgQIECBAgEB9AQkJECBAgAABAgSOScDkM8cE67QECBAgcBABxxAgQIAAAQIECBAgQIAAAQL1BSQkQIAAAQIECBAgQIAAAQIE6gtISIAAAQIECBAgQIAAAQIECNQXkJAAAQIECBAgQIAAAQIECBCoIrD75DNVEspBgAABAgQIECBAgAABAgQI7C5gDwECBAgQIECAAAECBAgQIFBfQEICBAgQIECAAAECBAgQIECgvoCEBAgQIECAAAECBAgQIECAQH0BCQkQIECAwDEJmHzmmGCdlgABAgQIECBwEAHHECBAgAABAgQIECBAgAABAvUFJCRAgAABAgQIECBAgAABAgTqC0hIgAABAgQIECBAgAABAgQI1BeQkAABAgQIECBAgAABAlUETD5T5UnKcRwCzkmAAAECBAgQIECAAAECBAjUF5CQAAECBAgQIECAAAECBAgQqC8gIQECBAgQIECAAAECBAgQIFBfQEICBAgQIECAAAECBAgQIECgvoCEBAgck4DJZ44J1mkJECBAgAABAgQIEDiIgGMIECBAgAABAgQIECBAgACB+gISEiBAgAABAgQIECBAgAABAvUFJCRAgAABAgQIECBAgAABAgTqC0hIgAABAgQIECBQRcDkM1WepBwECBA4DgHnJECAAAECBAgQIECAAAECBOoLSEiAAAECBAgQIECAAAECBAjUF5CQAAECBAgQIECAAAECBAgQqC8gIQECBAgQIECAAAECBAgQIFBf4JgSmnzmmGCdlgABAgQIECBAgAABAgQIHETAMQQIECBAgAABAgQIECBAgEB9AQkJECBAgAABAgQIECBAgACB+gISEiBAgAABAgQIECBAgAABAvUFJCRAgAABAlUETD5T5UnKQYAAAQIECByHgHMSIECAAAECBAgQIECAAAEC9QUkJECAAAECBAgQIECAAAECBOoLSEiAAAECBAgQIECAAAECBAjUF5CQAAECBAgQIECAAAECBA4oYPKZA8I57DQEXJMAAQIECBAgQIAAAQIECBCoLyAhAQIECBAgQIAAAQIECBAgUF9AQgIECBAgQIAAAQIECBAgQKC+gIQECBAgQIAAAQIECBAgQIBAfQEJCRCoImDymSpPUg4CBAgQIECAAAECxyHgnAQIECBAgAABAgQIECBAgEB9AQkJECBAgAABAgQIECBAgACB+gISEiBAgAABAgQIECBAgAABAvUFJCRAgAABAgQIECBwQAGTzxwQzmEECBA4DQHXJECAAAECBAgQIECAAAECBOoLSEiAAAECBAgQIECAAAECBAjUF5CQAAECBAgQIECAAAECBAgQqC8gIQECBAgQIECAAAECBAgQIFBfoEpCk89UeZJyECBAgAABAgQIECBAgMBxCDgnAQIECBAgQIAAAQIECBAgUF9AQgIECBAgQIAAAQIECBAgQKC+gIQECBAgQIAAAQIECBAgQIBAfQEJCRAgQIAAgQMKmHzmgHAOI0CAAAECBE5DwDUJECBAgAABAgQIECBAgACB+gISEiBAgAABAgQIECBAgAABAvUFJCRAgAABAgQIECBAgAABAgTqC0hIgAABAgQIECBAgAABAssiYPKZZXlSi3if7okAAQIECBAgQIAAAQIECBCoLyAhAQIECBAgQIAAAQIECBAgUF9AQgIECBAgQIAAAQIECBAgQKC+gIQECBAgQIAAAQIECBAgQIBAfQEJCRAgcEABk88cEM5hBAgQIECAAAECBE5DwDUJECBAgAABAgQIECBAgACB+gISEiBAgAABAgQIECBAgAABAvUFJCRAgAABAgQIECBAgAABAgTqC0hIgAABAgQIECBAYFkETD6zLE/KfRIgsIgC7okAAQIECBAgQIAAAQIECBCoLyAhAQIECBAgQIAAAQIECBAgUF9AQgIECBAgQIAAAQIECBAgQKC+gIQECBAgQIAAAQIECBAgQIBAfQEJDyhg8pkDwjmMAAECBAgQIECAAAECBE5DwDUJECBAgAABAgQIECBAgACB+gISEiBAgAABAgQIECBAgAABAvUFJCRAgAABAgQIECBAgAABAgTqC0hIgAABAgQILIuAyWeW5Um5TwIECBAgsIgC7okAAQIECBAgQIAAAQIECBCoLyAhAQIECBAgQIAAAQIECBAgUF9AQgIECBAgQIAAAQIECBAgQKC+gIQECBAgQIAAAQIECBAgQGAXAZPP7AKzjNXumQABAgQIECBAgAABAgQIEKgvICEBAgQIECBAgAABAgQIECBQX0BCAgQIECBAgAABAgQIECBAoL6AhAQIECBAgAABAgQIECBAgEB9AQkJECCwLAImn1mWJ+U+CRAgQIAAAQIEFlHAPREgQIAAAQIECBAgQIAAAQL1BSQkQIAAAQIECBAgQIAAAQIE6gtISIAAAQIECBAgQIAAAQIECNQXkJAAAQIECBAgQIAAgV0ETD6zC4xqAgSWUcA9EyBAgAABAgQIECBAgAABAvUFJCRAgAABAgQIECBAgAABAgTqC0hIgAABAgQIECBAgAABAgQI1BeQkAABAgQIECBAgAABAgQIEKgvIOGyCJh8ZlmelPskQIAAAQIECBAgQIDAIgq4JwIECBAgQIAAAQIECBAgQKC+gIQECBAgQIAAAQIECBAgQIBAfQEJCRAgQIAAAQIECBAgQIAAgfoCEhIgQIAAAQIEdhEw+cwuMKoJECBAgMAyCrhnAgQIECBAgAABAgQIECBAoL6AhAQIECBAgAABAgQIECBAgEB9AQkJECBAgAABAgQIECBAgACB+gISEiBAgAABAgQIECBAgACBRREw+czxPQlnJkCAAAECBAgQIECAAAECBOoLSEiAAAECBAgQIECAAAECBAjUF5CQAAECBAgQIECAAAECBAgQqC8gIQECBAgQIECAAAECBAgQIFBfQEICBAgQ2EXA5DO7wKgmQIAAAQIECBBYRgH3TIAAAQIECBAgQIAAAQIECNQXkJAAAQIECBAgQIAAAQIECBCoLyAhAQIECBAgQIAAAQIECBAgUF9AQgIECBAgQIAAAQIEFkXA5DOL8iTcB4GKAjIRIECAAAECBAgQIECAAAEC9QUkJECAAAECBAgQIECAAAECBOoLSEiAAAECBAgQIECAAAECBAjUF5CQAAECBAgQIECAAAECBAgQqC8gIYFdBEw+swuMagIECBAgQIAAAQIECCyjgHsmQIAAAQIECBAgQIAAAQIE6gtISIAAAQIECBAgQIAAAQIECNQXkJAAAQIECBAgQIAAAQIECBCoLyAhAQIECBAgQGBRBEw+syhPwn0QIECAQEUBmQgQIECAAAECBAgQIECAAIH6AhISIECAAAECBAgQIECAAAEC9QUkJECAAAECBAgQIECAAAECBOoLSEiAAAECBAgQIECAAAECBFZWYIUmn1nZZyw4AQIECBAgQIAAAQIECBBYIQFRCRAgQIAAAQIECBAgQIAAgfoCEhIgQIAAAQIECBAgQIAAAQL1BSQkQIAAAQIECBAgQIAAAQIE6gtISIAAAQKLImDymUV5Eu6DAAECBAgQIFBRQCYCBAgQIECAAAECBAgQIECgvoCEBAgQIECAAAECBAgQIECAQH0BCQkQIECAAAECBAgQIECAAIH6AhISIECAAAECBAgQILCyAiafWdlHL/gqCshMgAABAgQIECBAgAABAgQI1BeQkAABAgQIECBAgAABAgQIEKgvICEBAgQIECBAgAABAgQIECBQX0BCAgQIECBAgAABAgQIECBAoL6AhAQWRcDkM4vyJNwHAQIECBAgQIAAAQIVBWQiQIAAAQIECBAgQIAAAQIE6gtISIAAAQIECBAgQIAAAQIECNQXkJAAAQIECBAgQIAAAQIECBCoLyAhAQIECBAgQGBlBUw+s7KPXnACBAisooDMBAgQIECAAAECBAgQIECAQH0BCQkQIECAAAECBAgQIECAAIH6AhISIECAAAECBAgQIECAAAEC9QUkJECAAAECBAgQIECAAAECBE5K4PQmnzmphK5DgAABAgQIECBAgAABAgQInJ6AKxMgQIAAAQIECBAgQIAAAQL1BSQkQIAAAQIECBAgQIAAAQIE6gtISIAAAQIECBAgQIAAAQIECNQXkJAAAQIEVlbA5DMr++gFJ0CAAAECBFZRQGYCBAgQIECAAAECBAgQIECgvoCEBAgQIECAAAECBAgQIECAQH0BCQkQIECAAAECBAgQIECAAIH6AhISIECAAAECBAgQIEDgpARMPnNS0q5DYKeAGgIECBAgQIAAAQIECBAgQKC+gIQECBAgQIAAAQIECBAgQIBAfQEJCRAgQIAAAQIECBAgQIAAgfoCEhIgQIAAAQIECBAgQIAAAQL1BSQksLICJp9Z2UcvOAECBAgQIECAAIFVFJCZAAECBAgQIECAAAECBAgQqC8gIQECBAgQIECAAAECBAgQIFBfQEICBAgQIECAAAECBAgQIECgvoCEBAgQIECAAAECJyVg8pmTknYdAgQIENgpoIYAAQIECBAgQIAAAQIECBCoLyAhAQIECBAgQIAAAQIECBAgUF9AQgIECBAgQIAAAQIECBAgQKC+gIQECBAgQIAAAQIECBAgQIBAWYGNyWfKJhSMAAECBAgQIECAAAECBAgQ2BCwQoAAAQIECBAgQIAAAQIECNQXkJAAAQIECBAgQIAAAQIECBCoLyAhAQIECBAgQIAAAQIECBAgUF9AQgIECBAgcFICJp85KWnXIUCAAAECBAjsFFBDgAABAgQIECBAgAABAgQI1BeQkAABAgQIECBAgAABAgQIEKgvICEBAgQIECBAgAABAgQIECBQX0BCAgQIECBAgAABAgQIlBUw+UzZRyvY/gUcQYAAAQIECBAgQIAAAQIECNQXkJAAAQIECBAgQIAAAQIECBCoLyAhAQIECBAgQIAAAQIECBAgUF9AQgIECBAgQIAAAQIECBAgQKC+gIQECJyUgMlnTkradQgQIECAAAECBAgQ2CmghgABAgQIECBAgAABAgQIEKgvICEBAgQIECBAgAABAgQIECBQX0BCAgQIECBAgAABAgQIECBAoL6AhAQIECBAgAABAmUFTD5T9tEKRoAA3vsDDwAAEABJREFUgf0LOIIAAQIECBAgQIAAAQIECBCoLyAhAQIECBAgQIAAAQIECBAgUF9AQgIECBAgQIAAAQIECBAgQKC+gIQECBAgQIAAAQIECBAgQIBAfYGTSmjymZOSdh0CBAgQIECAAAECBAgQILBTQA0BAgQIECBAgAABAgQIECBQX0BCAgQIECBAgAABAgQIECBAoL6AhAQIECBAgAABAgQIECBAgEB9AQkJECBAgEBZAZPPlH20ghEgQIAAAQL7F3AEAQIECBAgQIAAAQIECBAgUF9AQgIECBAgQIAAAQIECBAgQKC+gIQECBAgQIAAAQIECBAgQIBAfQEJCRAgQIAAAQIECBAgQOCoBEw+c1SSznP0As5IgAABAgQIECBAgAABAgQI1BeQkAABAgQIECBAgAABAgQIEKgvICEBAgQIECBAgAABAgQIECBQX0BCAgQIECBAgAABAgQIECBAoL6AhAQIlBUw+UzZRysYAQIECBAgQIAAgf0LOIIAAQIECBAgQIAAAQIECBCoLyAhAQIECBAgQIAAAQIECBAgUF9AQgIECBAgQIAAAQIECBAgQKC+gIQECBAgQIAAAQIEjkrA5DNHJek8BAgQOHoBZyRAgAABAgQIECBAgAABAgTqC0hIgAABAgQIECBAgAABAgQI1BeQkAABAgQIECBAgAABAgQIEKgvICEBAgQIECBAgAABAgQIECBQX6BsQpPPlH20ghEgQIAAAQIECBAgQIDA/gUcQYAAAQIECBAgQIAAAQIECNQXkJAAAQIECBAgQIAAAQIECBCoLyAhAQIECBAgQIAAAQIECBAgUF9AQgIECBAgQOCoBEw+c1SSzkOAAAECBAgcvYAzEiBAgAABAgQIECBAgAABAvUFJCRAgAABAgQIECBAgAABAgTqC0hIgAABAgQIECBAgAABAgQI1BeQkAABAgQIECBAgAABAgSWVsDkM0v76E7+xl2RAAECBAgQIECAAAECBAgQqC8gIQECBAgQIECAAAECBAgQIFBfQEICBAgQIECAAAECBAgQIECgvoCEBAgQIECAAAECBAgQIECAQH0BCQkQIHBUAiafOSpJ5yFAgAABAgQIECBw9ALOSIAAAQIECBAgQIAAAQIECNQXkJAAAQIECBAgQIAAAQIECBCoLyAhAQIECBAgQIAAAQIECBAgUF9AQgIECBAgQIAAAQJLK2DymaV9dG6cAIGTF3BFAgQIECBAgAABAgQIECBAoL6AhAQIECBAgAABAgQIECBAgEB9AQkJECBAgAABAgQIECBAgACB+gISEiBAgAABAgQIECBAgAABAvUFJDwqAZPPHJWk8xAgQIAAAQIECBAgQIDA0Qs4IwECBAgQIECAAAECBAgQIFBfQEICBAgQIECAAAECBAgQIECgvoCEBAgQIECAAAECBAgQIECAQH0BCQkQIECAAIGlFTD5zNI+OjdOgAABAgROXsAVCRAgQIAAAQIECBAgQIAAgfoCEhIgQIAAAQIECBAgQIAAAQL1BSQkQIAAAQIECBAgQIAAAQIE6gtISIAAAQIECBAgQIAAAQIE9ipg8pm9Si1eO3dEgAABAgQIECBAgAABAgQI1BeQkAABAgQIECBAgAABAgQIEKgvICEBAgQIECBAgAABAgQIECBQX0BCAgQIECBAgAABAgQIECBAoL6AhAQIEFhaAZPPLO2jc+MECBAgQIAAAQInL+CKBAgQIECAAAECBAgQIECAQH0BCQkQIECAAAECBAgQIECAAIH6AhISIECAAAECBAgQIECAAAEC9QUkJECAAAECBAgQIEBgrwImn9mrlHYECCyegDsiQIAAAQIECBAgQIAAAQIE6gtISIAAAQIECBAgQIAAAQIECNQXkJAAAQIECBAgQIAAAQIECBCoLyAhAQIECBAgQIAAAQIECBAgUF9AwqUVMPnM0j46N06AAAECBAgQIECAAIGTF3BFAgQIECBAgAABAgQIECBAoL6AhAQIECBAgAABAgQIECBAgEB9AQkJECBAgAABAgQIECBAgACB+gISEiBAgAABAgT2KmDymb1KaUeAAAECBBZPwB0RIECAAAECBAgQIECAAAEC9QUkJECAAAECBAgQIECAAAECBOoLSEiAAAECBAgQIECAAAECBAjUF5CQAAECBAgQIECAAAECBAgsrIDJZ47s0TgRAQIECBAgQIAAAQIECBAgUF9AQgIECBAgQIAAAQIECBAgQKC+gIQECBAgQIAAAQIECBAgQIBAfQEJCRAgQIAAAQIECBAgQIAAgfoCEhIgQIDAXgVMPrNXKe0IECBAgAABAgQWT8AdESBAgAABAgQIECBAgAABAvUFJCRAgAABAgQIECBAgAABAgTqC0hIgAABAgQIECBAgAABAgQI1BeQkAABAgQIECBAgACBhRUw+czCPho3RmD5BNwxAQIECBAgQIAAAQIECBAgUF9AQgIECBAgQIAAAQIECBAgQKC+gIQECBAgQIAAAQIECBAgQIBAfQEJCRAgQIAAAQIECBAgQIAAgfoCEhLYq4DJZ/YqpR0BAgQIECBAgAABAgQWT8AdESBAgAABAgQIECBAgAABAvUFJCRAgAABAgQIECBAgAABAgTqC0hIgAABAgQIECBAgAABAgQI1BeQkAABAgQIECCwsAImn1nYR+PGCBAgQGD5BNwxAQIECBAgQIAAAQIECBAgUF9AQgIECBAgQIAAAQIECBAgQKC+gIQECBAgQIAAAQIECBAgQIBAfQEJCRAgQIAAAQIECBAgQIAAgUmg7uQzU0JLAgQIECBAgAABAgQIECBAoK6AZAQIECBAgAABAgQIECBAgEB9AQkJECBAgAABAgQIECBAgACB+gISEiBAgAABAgQIECBAgAABAvUFJCRAgACBhRUw+czCPho3RoAAAQIECBBYPgF3TIAAAQIECBAgQIAAAQIECNQXkJAAAQIECBAgQIAAAQIECBCoLyAhAQIECBAgQIAAAQIECBAgUF9AQgIECBAgQIAAAQIECEwCJp+ZJCwJ1BOQiAABAgQIECBAgAABAgQIEKgvICEBAgQIECBAgAABAgQIECBQX0BCAgQIECBAgAABAgQIECBAoL6AhAQIECBAgAABAgQIECBAgEB9AQkJLKyAyWcW9tG4MQIECBAgQIAAAQIElk/AHRMgQIAAAQIECBAgQIAAAQL1BSQkQIAAAQIECBAgQIAAAQIE6gtISIAAAQIECBAgQIAAAQIECNQXkJAAAQIECBAgQGASMPnMJGFJgAABAvUEJCJAgAABAgQIECBAgAABAgTqC0hIgAABAgQIECBAgAABAgQI1BeQkAABAgQIECBAgAABAgQIEKgvICEBAgQIECBAgAABAgQIECBwagInNvnMqSV0YQIECBAgQIAAAQIECBAgQODEBFyIAAECBAgQIECAAAECBAgQqC8gIQECBAgQIECAAAECBAgQIFBfQEICBAgQIECAAAECBAgQIECgvoCEBAgQIEBgEjD5zCRhSYAAAQIECBCoJyARAQIECBAgQIAAAQIECBAgUF9AQgIECBAgQIAAAQIECBAgQKC+gIQECBAgQIAAAQIECBAgQIBAfQEJCfz/7N0HmF1lnT/w35tKIAFDCSCECAERA4hAICShSRFEZEBXcRULouDaYNfOrgVl7WL7q6xYVlQUC6yKIEVEQHoVLAhYEAsdQock/7wTT3Jn7p3JlDsz97734+Obc8573nPO+/3cd2bc+zzntwQIECBAgAABAgQIjJmA4jNjRu/BnScgMQECBAgQIECAAAECBAgQIFC+gIQECBAgQIAAAQIECBAgQIBA+QISEiBAgAABAgQIECBAgAABAuULSEiAAAECBAgQIECAAAECBAiULyAhAQKVgOIzlYQtAQIECBAgQIAAAQLlCUhEgAABAgQIECBAgAABAgQIlC8gIQECBAgQIECAAAECBAgQIFC+gIQECBAgQIAAAQIECBAgQIBA+QISEiBAgAABAgQIjJmA4jNjRu/BBAgQ6DwBiQkQIECAAAECBAgQIECAAIHyBSQkQIAAAQIECBAgQIAAAQIEyheQkAABAgQIECBAgAABAgQIEChfQEICBAgQIECAAAECBAgQIECgfIEqoeIzlYQtAQIECBAgQIAAAQIECBAoT0AiAgQIECBAgAABAgQIECBAoHwBCQkQIECAAAECBAgQIECAAIHyBSQkQIAAAQIECBAgQIAAAQIEyheQkAABAgQIjJmA4jNjRu/BBAgQIECAQOcJSEyAAAECBAgQIECAAAECBAiULyAhAQIECBAgQIAAAQIECBAgUL6AhAQIECBAgAABAgQIECBAgED5AhISIECAAAECBAgQIECgcwQUn+mcz1rS3gKOCRAgQIAAAQIECBAgQIAAgfIFJCRAgAABAgQIECBAgAABAgTKF5CQAAECBAgQIECAAAECBAgQKF9AQgIECBAgQIAAAQIECBAgQKB8AQkJEBgzAcVnxozegwkQIECAAAECBAh0noDEBAgQIECAAAECBAgQIECAQPkCEhIgQIAAAQIECBAgQIAAAQLlC0hIgAABAgQIECBAgAABAgQIlC8gIQECBAgQIECAQOcIKD7TOZ+1pAQIEOgt4JgAAQIECBAgQIAAAQIECBAoX0BCAgQIECBAgAABAgQIECBAoHwBCQkQIECAAAECBAgQIECAAIHyBSQkQIAAAQIECBAgQIAAAQIEyhcYs4SKz4wZvQcTIECAAAECBAgQIECAQOcJSEyAAAECBAgQIECAAAECBAiULyAhAQIECBAgQIAAAQIECBAgUL6AhAQIECBAgAABAgQIECBAgED5AhISIECAAIHOEVB8pnM+a0kJECBAgACB3gKOCRAgQIAAAQIECBAgQIAAgfIFJCRAgAABAgQIECBAgAABAgTKF5CQAAECBAgQIECAAAECBAgQKF9AQgIECBAgQIAAAQIECBAYMQHFZ0aM1o0HK2A8AQIECBAgQIAAAQIECBAgUL6AhAQIECBAgAABAgQIECBAgED5AhISIECAAAECBAgQIECAAAEC5QtISIAAAQIECBAgQIAAAQIECJQvICEBAp0joPhM53zWkhIgQIAAAQIECBDoLeCYAAECBAgQIECAAAECBAgQKF9AQgIECBAgQIAAAQIECBAgQKB8AQkJECBAgAABAgQIECBAgACB8gUkJECAAAECBAgQIDBiAorPjBitGxMgQGCwAsYTIECAAAECBAgQIECAAAEC5QtISIAAAQIECBAgQIAAAQIECJQvICEBAgQIECBAgAABAgQIECBQvoCEBAgQIECAAAECBAgQIECAQPkCnZNQ8ZnO+awlJUCAAAECBAgQIECAAIHeAo4JECBAgAABAgQIECBAgACB8gUkJECAAAECBAgQIECAAAECBMoXkJAAAQIECBAgQIAAAQIECBAoX0BCAgQIECBAYMQEFJ8ZMVo3JkCAANcWGQUAABAASURBVAECBAYrYDwBAgQIECBAgAABAgQIECBQvoCEBAgQIECAAAECBAgQIECAQPkCEhIgQIAAAQIECBAgQIAAAQLlC0hIgAABAgQIECBAgAABAuUIKD5TzmfZ7CTuR4AAAQIECBAgQIAAAQIECJQvICEBAgQIECBAgAABAgQIECBQvoCEBAgQIECAAAECBAgQIECAQPkCEhIgQIAAAQIECBAgQIAAAQLlC0hIgACBERNQfGbEaN2YAAECBAgQIECAwGAFjCdAgAABAgQIECBAgAABAgTKF5CQAAECBAgQIECAAAECBAgQKF9AQgIECBAgQIAAAQIECBAgQKB8AQkJECBAgAABAgQIlCOg+Ew5n6UkBAg0W8D9CBAgQIAAAQIECBAgQIAAgfIFJCRAgAABAgQIECBAgAABAgTKF5CQAAECBAgQIECAAAECBAgQKF9AQgIECBAgQIAAAQIECBAgQKB8AQlHTEDxmRGjdWMCBAgQIECAAAECBAgQGKyA8QQIECBAgAABAgQIECBAgED5AhISIECAAAECBAgQIECAAAEC5QtISIAAAQIECBAgQIAAAQIECJQvICEBAgQIECBQjoDiM+V8lpIQIECAAIFmC7gfAQIECBAgQIAAAQIECBAgUL6AhAQIECBAgAABAgQIECBAgED5AhISIECAAAECBAgQIECAAAEC5QtISIAAAQIECBAgQIAAAQIEhiyg+MyQ6Ub7Qs8jQIAAAQIECBAgQIAAAQIEyheQkAABAgQIECBAgAABAgQIEChfQEICBAgQIECAAAECBAgQIECgfAEJCRAgQIAAAQIECBAgQIAAgfIFJCRAgEA5AorPlPNZSkKAAAECBAgQINBsAfcjQIAAAQIECBAgQIAAAQIEyheQkAABAgQIECBAgAABAgQIEChfQEICBAgQIECAAAECBAgQIECgfAEJCRAgQIAAAQIECBAYsoDiM0OmcyEBAqMt4HkECBAgQIAAAQIECBAgQIBA+QISEiBAgAABAgQIECBAgAABAuULSEiAAAECBAgQIECAAAECBAiULyAhAQIECBAgQIAAAQIECBAgUL6AhOUIKD5TzmcpCQECBAgQIECAAAECBJot4H4ECBAgQIAAAQIECBAgQIBA+QISEiBAgAABAgQIECBAgAABAuULSEiAAAECBAgQIECAAAECBAiULyAhAQIECBAgQGDIAorPDJnOhQQIECBAYLQFPI8AAQIECBAgQIAAAQIECBAoX0BCAgQIECBAgAABAgQIECBAoHwBCQkQIECAAAECBAgQIECAAIHyBSQkQIAAAQIECBAgQIAAAQLtI6D4zFA/K9cRIECAAAECBAgQIECAAAEC5QtISIAAAQIECBAgQIAAAQIECJQvICEBAgQIECBAgAABAgQIECBQvoCEBAgQIECAAAECBAgQIECAQPkCEhIgQIDAkAUUnxkynQsJECBAgAABAgRGW8DzCBAgQIAAAQIECBAgQIAAgfIFJCRAgAABAgQIECBAgAABAgTKF5CQAAECBAgQIECAAAECBAgQKF9AQgIECBAgQIAAAQIE2kdA8Zn2+azMlECrCZgPAQIECBAgQIAAAQIECBAgUL6AhAQIECBAgAABAgQIECBAgED5AhISIECAAAECBAgQIECAAAEC5QtISIAAAQIECBAgQIAAAQIECJQvICGBIQsoPjNkOhcSIECAAAECBAgQIEBgtAU8jwABAgQIECBAgAABAgQIEChfQEICBAgQIECAAAECBAgQIECgfAEJCRAgQIAAAQIECBAgQIAAgfIFJCRAgAABAgQItI+A4jPt81mZKQECBAi0moD5ECBAgAABAgQIECBAgAABAuULSEiAAAECBAgQIECAAAECBAiULyAhAQIECBAgQIAAAQIECBAgUL6AhAQIECBAgAABAgQIECBAgECfAsUUn+kzoRMECBAgQIAAAQIECBAgQIBAMQKCECBAgAABAgQIECBAgAABAuULSEiAAAECBAgQIECAAAECBAiULyAhAQIECBAgQIAAAQIECBAgUL6AhAQIECDQPgKKz7TPZ2WmBAgQIECAAIFWEzAfAgQIECBAgAABAgQIECBAoHwBCQkQIECAAAECBAgQIECAAIHyBSQkQIAAAQIECBAgQIAAAQIEyheQkAABAgQIECBAgAABAn0KKD7TJ40TBNpNwHwJECBAgAABAgQIECBAgACB8gUkJECAAAECBAgQIECAAAECBMoXkJAAAQIECBAgQIAAAQIECBAoX0BCAgQIECBAgAABAgQIECBAoHwBCQm0j4DiM+3zWZkpAQIECBAgQIAAAQKtJmA+BAgQIECAAAECBAgQIECAQPkCEhIgQIAAAQIECBAgQIAAAQLlC0hIgAABAgQIECBAgAABAgQIlC8gIQECBAgQIECAQJ8Cis/0SeMEAQIECLSbgPkSIECAAAECBAgQIECAAAEC5QtISIAAAQIECBAgQIAAAQIECJQvICEBAgQIECBAgAABAgQIECBQvoCEBAgQaCWBO++8M04//fRRbVdccUUdwc033zyqczh9WeYrr7yybh46CBAgQIAAAQIEOk9gpIrPdJ6kxAQIECBAgAABAgQIECBAoPMEJCZAgAABAgQIECBAgAABAgTKF5CQAAECBAgQIECAAAECBAgQKF9AQgIECBAgQIAAAQIdLbDeeuvF+PHj48wzzxy1du2119aZ33rrraP2/Jz1b3/7W+y4445189BBgECxAoIRIECAAIE+BRSf6ZPGCQIECBAgQIBAuwmYLwECBAgQIECAAAECBAgQIFC+gIQECBAgQIAAAQIECBAgQIBA+QISEiBAgAABAgQIECBAgAABAuULSNhqAgceeGBsuOGGrTatEZ3PwQcfPKL3d3MCBAgQIECAAIH2EVB8pn0+KzNtNwHzJUCAAAECBAgQIECAAAECBMoXkJAAAQIECBAgQIAAAQIECBAoX0BCAgQIECBAgAABAgQIECBAoHwBCQkQIECAAAECywS6urqW/dsZ/33BC14QG2ywQWeElZIAAQIECFQCtgQI9Cmg+EyfNE4QIECAAAECBAgQINBuAuZLgAABAgQIECBAgAABAgQIlC8gIQECBAgQIECAAAECBAgQIFC+gIQECBAgQIAAAQIECBAgQGAsBLbbbrvYeeedx+LRo/rMjTfeOA444IBRfWajh+kjQIAAAQIECBBoHQHFZ1rnszATAgQIlCYgDwECBAgQIECAAAECBAgQIFC+gIQECBAgQIAAAQIECBAgQIBA+QISEiBAgAABAgQIECBAgAABAuULSEiAAAEC/xTo6uqKCRMm/POozE3OWGYyqQgQIECAAAECBFYh0OdpxWf6pHGCAAECBAgQIECAAAECBAi0m4D5EiBAgAABAgQIECBAgAABAuULSEiAAAECBAgQIECAAAECBAiULyAhAQIECBAgQIAAAQJjJbD22mvHQQcdNFaPH/Hnzps3L7bZZpsRf44HECAwEAFjCBAgQIBA6wgoPtM6n4WZECBAgAABAqUJyEOAAAECBAgQIECAAAECBAiULyAhAQIECBAgQIAAAQIECBAgUL6AhAQIECBAgAABAgQIECBAgED5AhISqBHYd999Y9NNN63pKWN30qRJ0dXVVUYYKQgQIECAAAECBJoqoPhMUzndrJUFzI0AAQIECBAgQIAAAQIECBAoX0BCAgQIECBAgAABAgQIECBAoHwBCQkQIECAAAECBAgQIECAAIHyBSQkQIAAAQIECIy1QIlFWnKm6dOnjzWt5xMgQIAAgRUCdggQaB0BxWda57MwEwIECBAgQIAAAQKlCchDgAABAgQIECBAgAABAgQIlC8gIQECBAgQIECAAAECBAgQIFC+gIQECBAgQIAAAQIECBAgQKDjBJ7xjGfEbrvtVkzu2bNnx1577dVfHucIECBAgAABAgQ6WGBcB2cXnQABAh0mIC4BAgQIECBAgAABAgQIECBQvoCEBAgQIECAAAECBAgQIECAQPkCEhIgQIAAAQIECBAgQIAAAQLlC0hIgAABAq0gcNBBB8XUqVNbYSrDnkPOMuybuAEBAgQIECBAgECTBVrndorPtM5nYSYECBAgQIAAAQIECBAgUJqAPAQIECBAgAABAgQIECBAgED5AhISIECAAAECBAgQIECAAAEC5QtISIAAAQIECBAgQIBARwrkwjMlFG3ZY489Ysstt+zIz1BoAoMSMJgAAQIECHSwgOIzHfzhi06AAAECBDpNQF4CBAgQIECAAAECBAgQIECgfAEJCRAgQIAAAQIECBAgQIAAgfIFJCRAgAABAgQIECBAgAABAgTKF5CQQKsI7LbbbvGMZzyjVaYz6HlMmzYturq6Bn2dCwgQIECAAAECBDpLQPGZzvq8WymtuRAgQIAAAQIECBAgQIAAAQLlC0hIgAABAgQIECBAgAABAgQIlC8gIQECBAgQIECAAAECBAgQIFC+gIQECBAgQIAAgY4WaOfiLXnuU6ZM6ejPT3gCBAgQGLCAgQQIdLCA4jMd/OGLToAAAQIECBAg0GkC8hIgQIAAAQIECBAgQIAAAQLlC0hIgAABAgQIECBAgAABAgQIlC8gIQECBAgQIECAAAECBAgQIDCaAptuumnsu+++o/nIiBj+4+bMmRMLFy4c/o3cgQABAgQIECBAoHiBccUnFJAAAQKtKmBeBAgQIECAAAECBAgQIECAQPkCEhIgQIAAAQIECBAgQIAAAQLlC0hIgAABAgQIECBAgAABAgQIlC8gIQECBAh0vMBBBx0U66yzTls55Dm31YRNlgABAgQIECAw1gId/HzFZzr4wxedAAECBAgQIECAAAECnSYgLwECBAgQIECAAAECBAgQIFC+gIQECBAgQIAAAQIECBAgQIBA+QISEiBAgAABAgQIECBAYLQFJkyYEO1UzOW5z31uzJo1a7SZPI9AUwXcjAABAgQIEBg9AcVnRs/akwgQIECAAIGeAo4IECBAgAABAgQIECBAgACB8gUkJECAAAECBAgQIECAAAECBMoXkJAAAQIECBAgQIAAAQIECBAoX0BCAgSWCey8886x3XbbLdtr7f+ut9560dXV1dqTNDsCBAgQIECAAIGWElB8pqU+jrGcjGcTIECAAAECBAgQIECAAAEC5QtISIAAAQIECBAgQIAAAQIECJQvICEBAgQIECBAgAABAgQIECBQvoCEBAgQIECAAAECYyXQDkVd8hzHjfP68FitEc8lQIBA8wTciQABAqMn4H89jp61JxEgQIAAAQIECBDoKeCIAAECBAgQIECAAAECBAgQKF9AQgIECBAgQIAAAQIECBAgQKB8AQkJECBAgAABAgQIECBAgACB8gX+mXDDDTeMAw888J9HrbfZYYcdYscdd2y9iZkRAQIECBAgQIBASwsoPtPSH4/JESAwmgKeRYAAAQIECBAgQIAAAQIECJQvICEBAgSf7pSmAAAQAElEQVQIECBAgAABAgQIECBQvoCEBAgQIECAAAECBAgQIECAQPkCEhIgQIAAgbEUeP7znx8bbbTRWE6hz2cfdNBBfZ5zggABAgQIECDQbgLmO3oCis+MnrUnESBAgAABAgQIECBAgEBPAUcECBAgQIAAAQIECBAgQIBA+QISEiBAgAABAgQIECBAgAABAuULSEiAAAECBAgQIECAAIGOE2jFIi95Tuuvv37HfRYCj5qABxEgQIAAAQIFCyg+U/CHKxoBAgQIEBicgNEECBAgQIAAAQIECBAgQIBA+QISEiBAgAABAgQIECBAgAABAuULSEiAAAECBAgQIECAAAECBAiULyAhAQJjLfCsZz0rdt5557Gexornz5w5M573vOetOLZDgAABAgQIECBAYDACis8MRms0x3oWAQIECBAgQIAAAQIECBAgUL6AhAQIECBAgAABAgQIECBAgED5AhISIECAAAECBAgQIECAAAEC5QtISIAAAQIECBAg0JECXV1dMXHixJbInufSEhMxCQIECJQsIBsBAgQKFlB8puAPVzQCBAgQIECAAIHBCRhNgAABAgQIECBAgAABAgQIlC8gIQECBAgQIECAAAECBAgQIFC+gIQECBAgQIAAAQIECBAgQIBA+QKtkHDttdeOVij6Mn/+/Nh6661bgcQcCBAgQIAAAQIE2lRA8Zk2/eBMm0AHCIhIgAABAgQIECBAgAABAgQIlC8gIQECBAgQIECAAAECBAgQIFC+gIQECBAgQIAAAQIECBAgQIBA+QISEiBAgACBjhXYe++9Y9NNNx2z/JMnT46DDjpozJ7vwQQIECBAgEBHCQhbsIDiMwV/uKIRIECAAAECBAgQIEBgcAJGEyBAgAABAgQIECBAgAABAuULSEiAAAECBAgQIECAAAECBAiULyAhAQIECBAgQIAAAQIECIymQFdX12g+rsez8rOf8pSn9Ohz0CkCchIgQIAAAQIEmieg+EzzLN2JAAECBAg0V8DdCBAgQIAAAQIECBAgQIAAgfIFJCRAgAABAgQIECBAgAABAgTKF5CQAAECBAgQIECAAAECBAgQKF9AQgIEOlrgGc94Ruy+++6jbrD55pvHc57znFF/rgcSIECAAAECBAiUJ6D4zAA/U8MIECBAgAABAgQIECBAgACB8gUkJECAAAECBAgQIECAAAECBMoXkJAAAQIECBAgQIAAAQIECBAoX0BCAgQIECBAgAABAqMt0NXVFVOnTh3Vx+ZnjuoDPYwAAQItJmA6BAgQINA8AcVnmmfpTgQIECBAgAABAs0VcDcCBAgQIECAAAECBAgQIECgfAEJCRAgQIAAAQIECBAgQIAAgfIFJCRAgAABAgQIECBAgAABAgTKF+j4hKuvvnqMZjGYPffcM7bYYouOdwdAgAABAgQIECDQHAHFZ5rj6C4EOkBARAIECBAgQIAAAQIECBAgQKB8AQkJECBAgAABAgQIECBAgACB8gUkJECAAAECBAgQIECAAAECBMoXkJAAAQIECBAYC4Fdd901ttpqqxF/9JprrjmqhW5GPJAHECBAgAABAkMUcBmB5gkoPtM8S3ciQIAAAQIECBAgQIBAcwXcjQABAgQIECBAgAABAgQIEChfQEICBAgQIECAAAECBAgQIECgfAEJCRAgQIAAAQIECBAgQKBjBLq6ukY8a37GaqutNuLP8YBBChhOgAABAgQIEGhjAcVn2vjDM3UCBAgQGF0BTyNAgAABAgQIECBAgAABAgTKF5CQAAECBAgQIECAAAECBAgQKF9AQgIECBAgQIAAAQIECBAgQKB8AQkJECAwVgJPe9rTYt999x2xx2+99daxYMGCEbu/GxMgQIAAAQIECHSmQLsWn+nMT0tqAgQIECBAgAABAgQIECDQWQLSEiBAgAABAgQIECBAgAABAuULSEiAAAECBAgQIECAAAECBAiULyAhAQIECBAgQIAAgY4S6OrqinXXXXdEMud7j8iN3ZQAAQLDF3AHAgQIEGhjAcVn2vjDM3UCBAgQIECAwOgKeBoBAgQIECBAgAABAgQIECBQvoCEBAgQIECAAAECBAgQIECAQPkCEhIgQIAAAQIECBAgQIAAAQLlC0g4lgLjx4+PkSgSs99++8XMmTPHMppnEyBAgAABAgQIFCqg+EyhH6xYHSAgIgECBAgQIECAAAECBAgQIFC+gIQECBAgQIAAAQIECBAgQIBA+QISEiBAgAABAgQIECBAgAABAuULSEiAAAECBAh0nMDcuXNju+22a1ruGTNmxMEHH9y0+7kRAQIECBAgMAICbkmgjQUUn2njD8/UCRAgQIAAAQIECBAYXQFPI0CAAAECBAgQIECAAAECBMoXkJAAAQIECBAgQIAAAQIECBAoX0BCAgQIECBAgAABAgQIECAwGgJdXV1Ne0wz79W0SbX4jUyPAAECBAgQIEBg4AKKzwzcykgCBAgQaC0BsyFAgAABAgQIECBAgAABAgTKF5CQAAECBAgQIECAAAECBAgQKF9AQgIECBAgQIAAAQIECBAgQKB8AQkJECDQkQIbbrhhvOAFLxh29h133DF22GGHYd/HDQgQIECAAAECBAj0JdCk4jN93V4/AQIECBAgQIAAAQIECBAgUI6AJAQIECBAgAABAgQIECBAgED5AhISIECAAAECBAgQIECAAAEC5QtISIAAAQIECBAgQIDAaAkccMABsdFGGw35cSmlOOigg4Z8vQsJEOhkAdkJECBAgMDABRSfGbiVkQQIECBAgACB1hIwGwIECBAgQIAAAQIECBAgQKB8AQkJECBAgAABAgQIECBAgACB8gUkJECAAAECBAgQIECAAAECBMoXkLCjBbq6uoacPxeemTFjxpCvdyEBAgQIECBAgACBgQgoPjMQJWMIDEDAEAIECBAgQIAAAQIECBAgQKB8AQkJECBAgAABAgQIECBAgACB8gUkJECAAAECBAgQIECAAAECBMoXkJAAAQIECBAgMJoC2267bcybN2/Qj9xkk01i//33H/R1LiBAgAABAgSWC/iXAIGBCyg+M3ArIwkQIECAAAECBAgQaC0BsyFAgAABAgQIECBAgAABAgTKF5CQAAECBAgQIECAAAECBAgQKF9AQgIECBAgQIAAAQIECBAgULxAV1dXTJw4cVA58zWDuqC1B5sdAQIECBAgQIBACwsoPtPCH46pESBAoL0EzJYAAQIECBAgQIAAAQIECBAoX0BCAgQIECBAgAABAgQIECBAoHwBCQkQIECAAAECBAgQIECAAIHyBSQkQIAAgdEWmD59ehx88MEDfuyCBQtizpw5Ax5vIAECBAgQIECAAIF6gYH3KD4zcCsjCRAgQIAAAQIECBAgQIBAawmYDQECBAgQIECAAAECBAgQIFC+gIQECBAgQIAAAQIECBAgQIBA+QISEiBAgAABAgQIECDQEQJ77bVXzJ49e5VZp0yZEgcddNAqxxlAgECbCZguAQIECBBoYQHFZ1r4wzE1AgQIECBAoL0EzJYAAQIECBAgQIAAAQIECBAoX0BCAgQIECBAgAABAgQIECBAoHwBCQkQIECAAAECBAgQIECAAIHyBSQkMFYCXV1dq3x0Ljyz1lprrXKcAQQIECBAgAABAgSaJaD4TLMk3afVBMyHAAECBAgQIECAAAECBAgQKF9AQgIECBAgQIAAAQIECBAgQKB8AQkJECBAgAABAgQIECBAgACB8gUkJECAAAECBAh0jMDTn/702GOPPfrMu8UWW8See+7Z53knCBAgQIBAGwuYOgECLSyg+EwLfzimRoAAAQIECBAgQKC9BMyWAAECBAgQIECAAAECBAgQKF9AQgIECBAgQIAAAQIECBAgQKB8AQkJECBAgAABAgQIECBAgACBkRTo6uqKadOmNXxEPtfwRNM73ZAAAQIECBAgQIDASgHFZ1Za2CNAgEBZAtIQIECAAAECBAgQIECAAAEC5QtISIAAAQIECBAgQIAAAQIECJQvICEBAgQIECBAgAABAgQIECBQvoCEBAgQINBRAlOmTIlGRWb22muv2HzzzTvKQlgCBAgQIECAQEcJtHBYxWda+MMxNQIECBAgQIAAAQIECBBoLwGzJUCAAAECBAgQIECAAAECBMoXkJAAAQIECBAgQIAAAQIECBAoX0BCAgQIECBAgAABAgQIjLTAwoULY86cOSses9Zaa8VBBx204tgOAQIjL+AJBAgQIECAwEoBxWdWWtgjQIAAAQIEyhKQhgABAgQIECBAgAABAgQIEChfQEICBAgQIECAAAECBAgQIECgfAEJCRAgQIAAAQIECBAgQIAAgfIFJCTQkQJdXV0rcuf9yZMnrzi2Q4AAAQIECBAgQGA0BRSfGU3tjn6W8AQIECBAgAABAgQIECBAgED5AhISIECAAAECBAgQIECAAAEC5QtISIAAAQIECBAgQIAAAQIECJQvICEBAgQIECBAgMBoCGyyySbx3Oc+N7bZZpuYP3/+aDzSMwgQIECAQI2AXQIECKwUUHxmpYU9AgQIECBAgAABAmUJSEOAAAECBAgQIECAAAECBAiULyAhAQIECBAgQIAAAQIECBAgUL6AhAQIECBAgAABAgQIECBAgECxAl1dXdG1rEWxCQUjQIAAAQIECBBoBwHFZ9rhUzJHAgSKEBCCAAECBAgQIECAAAECBAgQKF9AQgIECBAgQIAAAQIECBAgQKB8AQkJECBAgAABAgQIECBAgACB8gUkJECAAAECoyUwbty42HjjjUfrcZ5DgAABAgQIECBQI2B3pYDiMyst7BEgQIAAAQIECBAgQIBAWQLSECBAgAABAgQIECBAgAABAuULSEiAAAECBAgQIECAAAECBAiULyAhAQIE+hRYunRpn+ecIECAAAECBAgQIECgrQRMlgABAgQ6QMB3Oa37ISs+07qfjZkRIECAAIHCBMQhQIAAAQIECBAgQIAAAQIEyheQkAABAgQIECBAgAABAgQIEChfQEICBAgQIECAAAECrSOQUmo4mfwik7Y0GDCwBqyBoa8BduysAWvAGrAGrAFrwBqwBqwBa2B4a6DRlzYp9f1dTqPx+kZPQPGZ0bNurSeZDQECBAgQIECAAAECBAgQIFC+gIQECBAgQIAAAQIECBAgQIBA+QISEiBAgAABAgQIECBAgAABAuULdHjC/KLXYAjy+JRSpKSlxCAlBikxSIlBSgxSYpASg5QYpMQgJQYpMUiJQUoMUmoxA/Pxf8sXtAbydzn5O5q8HUhLKXUX0R3IWGNGRkDxmZFxdVcCBAgQIECAAAECdQI6CBAgQIAAAQIECBAgQIAAgfIFJCRAgAABAgQIECBAgAABAgTKF5CQAAECBAgQGFmB/GJSbUspNXxg7ZhqPw9MafnLSlWf7dLul7c4cLAGrAFrwBqwBga3BnjxsgasAWvAGrAGrAFrYOhrIKXUXUwof1fTn2M+X7WU3EtzEQAAEABJREFUen6nU/Xbjo6A4jOj4+wpBAi0noAZESBAgAABAgQIECBAgAABAuULSEiAAAECBAgQIECAAAECBAiULyAhAQIECBAgQIAAAQIECBQkkF9GSmn5y0kpLd82ipfH1fanlLoPc39u3Qf+KUlAFgIECBAgQIAAAQIECBAgQKCNBPL3M1XL005p+Xc3eb+25TE1x90Fa1JK3dvafvsjL6D4zMgbewIBAgQIECBAgAABAgQIdAv4hwABAgQIECBAgAABAgQIEChfQEICBAgQIECAAAECBAgQIECgfAEJCRAgMHICKaU+b55fRqpaSqnHS0i5P6XU77V9nnSCAAECBAgQIECAAIEGAroIECBAgMDABfJ3M/2NbnQ+pdT9/U6jc9W9+jtXjbFtjoDiM81xdBcCBAgQINB+AmZMgAABAgQIECBAgAABAgQIlC8gIQECBAgQIECAAAECBAgQIFC+gIQECBAgQIAAAQIEChBY1YtE+XxKy19IynHzcW55P6WUN5GPc+s+qPmnUV/N6RXX5XHaUh5LGfg5aNE1YG36/WQNWAPWgDVgDVgD1oA1YA1YAy2wBmq/UxnIfv6/Mfsal8/lllLq/mwbjUtp5fc+jc7ra56A4jPNsxzWnVxMgAABAgQIECBAgAABAgQIlC8gIQECBAgQIECAAAECBAgQIFC+gIQECBAgQIAAAQIECBAgQIBA+QISNl8gpeUvEvW+c34BKbeUlr+ElPcbjWnUl8fmVp3L+5qiGtaANWANWAPWgDVgDVgD1oA1YA1YAwNdA8ZZK9ZAzzWQv2Ppy6TRudxX2/K1tcfVfu5Pqe/vfvK4lBp/d5TPac0RUHymOY7uQoAAAQIECBAg0H4CZkyAAAECBAgQIECAAAECBAiULyAhAQIECBAgQIAAAQIECBAgUL6AhAQIECBAgEAbC+SXi3pPP/fllvtTSpHS8peP8nHVqvP5uNrP26pV/fk471ctH1ct9+X9vNUIECBAgACBlhcwQQIECBAgQIAAgTEWyN+j9Nfy9Krz1X61zf15v2p9Hae0/HugfD63any1bdRXnbMdnoDiM8PzczUBAk0TcCMCBAgQIECAAAECBAgQIECgfAEJCRAgQIAAAQIECBAgQIAAgfIFJCRAgAABAgQIECBAgAABAgMTyC8LpZR6DM59uSOlxi8aVefzmLyfW+1+SiuvS2n5vfOYquWxVVuyZElU/QPZVtfZZgGNAAECBAgQIECAAAECBAgQKEmg8XcjS/v87qR39ur6qr/Rce25Rvu5L1+Xtymt/F4nH1ctpeX91bFt8wQUn2mepTsRIECAAAECBAgQIECgvQTMlgABAgQIECBAgAABAgQIEChfQEICBAgQIECAAAECBAgQIECgfAEJCRAg0KYCKfV8Waj25aJqv1G0Rueqvmqbr8vFZfI29/Vu+Vzuy+cH2vI12pJgwMAasAasAWvAGrAGrIExWgNLPNfaswasAWvAGhi5NTDQ70eqcfmzyN+tVC335/3abaP9akyjc7mvanlcSsu/O8r7VX/e9j7OfdrwBRSfGb6hOxAgQIAAgaYIuAkBAgQIECBAgAABAgQIECBQvoCEBAgQIECAAAECBAgQIECAQPkCEhIgQIAAAQIECBAg0L9AoxeEqr6UUvf/R+3ed6jOV/35uLbl/nxcbav9/CJUbV/uzy335Zb3c8vjVtXy+NzyeK3v/8/nbNh0yhqQ01q3BqwBa8AasAasAWvAGrAGrIES1kD+riO3VX0vUns+587X5G1ty315XN5W/Y32q7687a/le6RUX4Ampfq+/u7j3MAEFJ9p7KSXAAECBAgQIECAAAECBAgQKF9AQgIECBAgQIAAAQIECBAgQKB8AQkJECBAgAABAgQIECBAgACB8gUkbDOBlJa/IFRNO79IlPdT6r/wTB5XtTy+tuX+fJy3Vatedsrb3Fd7PvfllvsH04ZyzWDub6wXF60Ba8AasAasAWvAGrAGrAFrwBrocw10Fyvlw8caaO4aGOp3Hb2vy9+75L68bfQZVf2127yfW+/rcl/V8r1SWv5dUt6v+vM2peX9eV8bvoDiM8M3dAcCBAgQIECAAIGmCLgJAQIECBAgQIAAAQIECBAgUL6AhAQIECBAgAABAgQIECBAgED5AhISIECAAAECBBoL9H5BKI+q+lLqv/BMHtu75Wtzyy8o5W3V8ri8X23zfm59jav6e4/P19S2alxtn/3mvvDGk6c1YA1YA+20BszVerUGrAFrwBqwBqwBa6CUNbCq7zxW9Z1Jdmh0j97XVcd5m1u+Lre831/LY1JaXmgm7/ce26iv9xjHqxZQfGbVRkYQ6EwBqQkQIECAAAECBAgQIECAAIHyBSQkQIAAAQIECBAgQIAAAQIEyheQkAABAgQIECBAgAABAgQItIhASstfEqqmU70YlNLACs9U4/P1eb9qvY+r/r62+WWofE3e5laNy/u5VcdttV3qhT+flzVgDVgD1oA1YA1YA9aANWANWAPWgDVQ/BoYg//7P39XklutbT6uvlup7c/7+Vze5la7n4/7ainVf2eUx+ZnVC0fp7R8XN6v+vM2peX9eV8buoDiM0O3cyUBAgQIECBAgAABAgSaKuBmBAgQIECAAAECBAgQIECAQPkCEhIgQIAAAQIECBAgQIAAAQLlC0hIgAABAoMT6P3CUL66ti/v53b/7y6Nv11wSvz159/q3v79F9+Of1z4ne79vM3HueUxeVu1fK5quS/v521ueb9qd1x0auRWHdt+p9uXAwdrwBqwBqwBa8AasAYarwEuXKwBa8AasAY6YQ3k70pyq82av1PJLfflbW55v2r5uGr5O53cqu978n7Vcl9uvY9zX265P2+rlo9TWl5oJu9X/bbNEVB8pjmO7kKAAAEC5QlIRIAAAQIECBAgQIAAAQIECJQvICEBAgQIECBAgAABAgQIECBQvoCEBAgQIECAAAECBAi0gUBKy18cylOtfXmo2s/b3P70/Y/En3/w0RUtH9922se6j/M2t7+c/vHoq93+f5+Iqv31h59csZ/78jV5q600YsGijdZAj59n87Z2rQFrwBqwBqwBa8AasAasAWvAGmjeGuj9nUnv71SydR7Tuy15/OHI3+fUtkbf/eTzvfvzcW7VubyfWz5Oafn3SHk/92nNEWiT4jPNCesuBAgQIECAAAECBAgQIECAQCsLmBsBAgQIECBAgAABAgQIECBQvoCEBAgQIECAAAECBAgQIECAQPkCEhKoF+jrZaCUer4sVDuu2q+29XfVQ4AAAQIECBAgQIAAAQJjJ+DJBAgQ6F9gyZIlUbX8/U5u+Thvq1bdoTrO26qv2vbu632cxzXqy/3awAUUnxm4lZEECBAgQIAAgc4SkJYAAQIECBAgQIAAAQIECBAoX0BCAgQIECBAgAABAgQIECBAoHwBCQkQIECAAAECLSCQ0vIiM3kq+WWg3FJKkbe1fXk/t9r+6rjqy8caAQIECBAg0EvAIQECBAgQIECAAIEWFKi+z6ktOpOnmfurls/lvqrl/mq/9zalld8x1Z5LqXF/7Rj7/QsoPtO/j7MEWkbARAgQIECAAAECBAgQIECAAIHyBSQkQIAAAQIECBAgQIAAAQIEyheQkAABAgQIECBAgAABAgQIdJJAXy8LpbSy8Ez2SKn+BaHq2mqbUv2YfG0rNnMiQIAAAQIECBAgQIAAAQIEyheQsH+BXFSmavn7narlvmo/b/Nd+trmc7nl81XLxyk1/p4oj8nntcELKD4zeDNXECBAgAABAgQIECDQGQJSEiBAgAABAgQIECBAgAABAuULSEiAAAECBAgQIECAAAECBAiULyAhAQIECLSBQPViUN7m1nvKuW/x4sW9u+PcPy6Jk65brDGwBqwBa8AasAasAWvAGrAGrAFrwBqwBqwBa2CM10DdFzfLOvJ3OoNpyy6JPL7aVvsppUgp5e7uVvV3H/inKQKKzzSF0U0IECBAYOQFPIEAAQIECBAgQIAAAQIECBAoX0BCAgQIECBAgAABAgQIECBAoHwBCQkQIECAAAECBAgQILBSIL8olFtKy18eSmn5No/I/VXLxymtPJePq/Z/tywJjYE10GprwHysSWvAGrAGrAFrwBqwBqwBa8AasAY6aQ08sbT6pmblNn+vs2TJksit2s/b2pZH5+NqW+3n49qW+6tW9afU+Lui6rzt4ASGVnxmcM8wmgABAgQIECBAgAABAgQIEGhHAXMmQIAAAQIECBAgQIAAAQIEyheQkAABAgQIECBAgAABAgQIEChfQEICLSSQXxJKKUXe5mmltPwloeq49zaPyS3355b3NQIECBAgQIAAAQIECBBoIKCLAAECLSjQu/BMdZy/56lannber7Z5v2q5r2oppUgpVYfd3y/lcSs67AxLQPGZYfG5mAABAgQIECAwegKeRIAAAQIECBAgQIAAAQIECJQvICEBAgQIECBAgAABAgQIECBQvoCEBAgQIECAAIFOFcgvA6W08gWh7JD78ravls9Xra8x+gkQIECAQCsKmBMBAgQIECBAgACBThfIhWZ6t+p7ntxf7dduG5nl87m/9zb3pbSyyHE+1oYuoPjM0O1c2dkC0hMgQIAAAQIECBAgQIAAAQLlC0hIgAABAgQIECBAgAABAgQIlC8gIQECBAgQIECAAAECBAgQIDCCAin1LDaTH9XoRaHavrzfu9Vel/cH2QwnQIAAAQIECBAgQIAAAQIEyheQsMUEqu93cqGZ3GqPq/1qytVx7Tafy8d5W7V8nFL9903VeduhCyg+M3Q7VxIgQIAAAQIECBAgMKoCHkaAAAECBAgQIECAAAECBAiULyAhAQIECBAgQIAAAQIECBAgUL6AhAQIECDQCQL5RaBV5UwpRUppxbDaa2r384B8nFve1wgQIECAAAECBNpBwBwJECBAgACBThfI3+XkojO59d7Px7lV52qtcn/v46ovpZXfJdWOqfZTSlGNrfpsByag+MzAnIwiQIAAgd4CjgkQIECAAAECBAgQIECAAIHyBSQkQIAAAQIECBAgQIAAAQIEyheQkAABAgQIECBAgAABAiMgkFLjF4FqX/7J+1XLU6j28zYf55b3a1vu0wgQGIKASwgQIECAAAECBAgQIECAwCgL5O90quIy1Tb31bY8peo47+eWUs8CMimlFQWM89g8pr+WUurvdNnnhpFO8Zlh4LmUAAECBAgQIECAAAECBAiMpoBnESBAgAABAgQIECBAgAABAuULSEiAAAECBAgQIECAAAECBAiULyAhgU4UyC8GpbTyxZ98XDmk1POFoqq/GlNtq35bAgQIECBAgAABAgQItIOAORIgQIBARC4607tV3/XkbT6Xt9mq2q+Oq20+l/dza7SfUuPvlvJYbeACis8M3MpIAgQIECBAgECtgH0CBAgQIECAAAECBAgQIECgfAEJCRAgQIAAAQIECBAgQIAAgfIFJEtZvTUAABAASURBVCRAgAABAgQIEBglgeoFofy4lFKklPJu5P6Ulu93d9T8k8/lw2qb9zUCBAgQIDAEAZcQIECAAAECBAgQIDDKArmYTG75e52q5SnkvtxyXz7O29xq9/NxbcvnUlr5/VFKK/fzOW34AorPDN/QHVpCwCQIECBAgAABAgQIECBAgACB8gUkJECAAAECBAgQIECAAAECBMoXkJAAAQIECBAgQIAAAQIECBAoX2B5wvwCUd5LKXUXoMn7VcvnalvtC0nVGFsCBAgQIECAAAECBAgQIECglQXMrdMFqu928vc6ta3qz9vcX7vN+43ccn9uvc+lVP+9Uu8xjgcmoPjMwJyMIkCAAAECBAgQIECgt4BjAgQIECBAgAABAgQIECBAoHwBCQkQIECAAAECBAgQIECAAIHyBSQkQIAAAQJjLJBfHEoprZhFPs6t6qj2q23Vb0uAAAECBAgQIDAIAUMJECBAgAABAqMskL/LycVlcsv7fbVqWvl8o/3cl9Ly746qMXlbtXxeG76A4jPDN3QHAgQItISASRAgQIAAAQIECBAgQIAAAQLlC0hIgAABAgQIECBAgAABAgQIlC8gIQECBAgQIECAAAECBDpBIL8clHPWbvN+brk/t2o/peUvF+U+jUApAnIQIECAAAECBAgQIECAAIFOEMjf7/RVfKZ3f+WRr6n28zYfVy2lld8TpbRyP49rxdZOc1J8pp0+LXMlQIAAAQIECBAgQIAAgVYSMBcCBAgQIECAAAECBAgQIECgfAEJCRAgQIAAAQIECBAgQIAAgfIFJCRAYIQF8stBKa18GSgfV49MaWV/Siv3q/N5bNWqPlsCBAgQIECAAAECBAgMQcAlBAgQIDDKAvk7nVxgJj+22s/bquX+3Hof577cevenlCL35XO9W0r13yv1HuO4fwHFZ/r3cZYAAQIECBBoGwETJUCAAAECBAgQIECAAAECBMoXkJAAAQIECBAgQIAAAQIECBAoX0BCAgQIECBAgACBkgQavRCUUoqUUnfM2vPVft72bnlw7stbjQABAgRKEJCBAAECBAgQIECAAIHSBfJ3ObnlAjS5Vft527tli6ov7/du/Z2rxg5kTDXWtl5A8Zl6Ez3NEHAPAgQIECBAgAABAgQIECBAoHwBCQkQIECAAAECBAgQIECAAIHyBSQkQIAAAQIECBAgQIAAAQIEyhcY4YQpLS80U/uY/DJQdZz3c8vHeZtb3q9aPs6tOrYlQIAAAQIECBAgQIAAAQIEhiDgEgJjIFAVncnf7eSWp1Bt835u1XHeVq22P++n1PP7pZR6Hucx2vAEFJ8Znp+rCRAgQIAAAQIECLSMgIkQIECAAAECBAgQIECAAAEC5QtISIAAAQIECBAgQIAAAQIECJQvICEBAgQIEOgUgfwyUUopUlrecu6UVu7n49xSSpHH5paPNQIECBAgQIBACQIyECBAgAABAgRKF8jf5VQtZ632e29TWv7dTx6TW3U+pZQPe7SUlo/NY3qccDBsAcVnhk3oBgQIEGgooJMAAQIECBAgQIAAAQIECBAoX0BCAgQIECBAgAABAgQIECBAoHwBCQkQIECAAAECBAgQIECgCQJ9vRCU+3PLj8jbqjU6zn0agREScFsCBAgQIECAAAECBAgQIEBgBATydz1LliyJ3PJ+bvkx1bZ2P/fllvtyy/tVy8cpLS88k/dzy+fydhDN0H4EFJ/pB8cpAgQIECBAgAABAgQIEGgnAXMlQIAAAQIECBAgQIAAAQIEyheQkAABAgQIECBAgAABAgQIEChfQEICBDpRIL8slFKKlJa3yiCllS8V5TFVvy0BAgQIECBAgAABAu0uYP4ECBAgULpA/i4nt5wzb2tbX325v7altPy7ourafC6llDc9Wj7fo8PBoAUUnxk0mQsIECBAgACBAQkYRIAAAQIECBAgQIAAAQIECJQvICEBAgQIECBAgAABAgQIECBQvoCEBAgQIECAAAECBJooUPsiUEorC8uktHw/n69afmzer93mfY0AAQIERkDALQkQIECAAAECBAgQIDBCAvn7ndyq2+f9qlV9tdvac9V+SvUFZ/I1+XzeasMXUHxm+IZtcQeTJECAAAECBAgQIECAAAECBMoXkJAAAQIECBAgQIAAAQIECBAoX0BCAgQIECBAgAABAgQIECBAoHyB0hM2eimod19KjV8oKt1GPgIECBAgQIAAAQIECBDoHAFJCZQukL/vWbJkSY+YuS93VNu837ulVP+9UO/xvY9738Px4AUUnxm8mSsIECBAgAABAgQIDETAGAIECBAgQIAAAQIECBAgQKB8AQkJECBAgAABAgQIECBAgACB8gUkJECAAAECBJookNLKl4d6vySUUs9z+XzV8hTyft5qBAgQIECAAIEREHBLAgQIECBAgACBJgtU3+X0ta0el8/nVnuc0srviar+apvHppQipVR12TZBQPGZJiC6BQEC7SBgjgQIECBAgAABAgQIECBAgED5AhISIECAAAECBAgQIECAAAEC5QtISIAAAQIECBAgQIAAAQIlCaS08iWh/OJQbbaUUvdLRCmlyOdSSrWn7RctIBwBAgQIECBAgAABAgQIECBQgkD+TqdqOU/ez9vcli5d2v2dT95Pafn3PtX5apvP1bba/ryf0vLrasfYH5qA4jNDc3MVAQIECBAgQIAAAQIECKxKwHkCBAgQIECAAAECBAgQIECgfAEJCRAgQIAAAQIECBAgQIAAgfIFJCRAgMAYCeQXiKqWkheJxuhj8FgCBAgQIECAAIFOEZCTAAECBAiMoED1HU/tI1Lq+X1PHpNS6i5GnMfl47ytbSml2kP7TRRQfKaJmG5FgAABAgRaWcDcCBAgQIAAAQIECBAgQIAAgfIFJCRAgAABAgQIECBAgAABAgTKF5CQAAECBAgQIECAQEkCjV4i6t2XUur+/4Ldu78kB1kIECDQW8AxAQIECBAgQIAAAQIEShJIaWXRmPwdT9WqjPk4peVj8n7Vbzt6AorPjJ517ZPsEyBAgAABAgQIECBAgAABAuULSEiAAAECBAgQIECAAAECBAiULyAhAQIECBAgQIAAAQIECBAgUL6AhCMsUPtCUe1+SilSWl54ZoSn4PYECBAgQIAAAQIECBAgQIAAAQIjIJC/66lavn3ez9tGLZ/LrfZc7+Pac/abK6D4THM93Y0AAQIECBAgQKBlBUyMAAECBAgQIECAAAECBAgQKF9AQgIECBAgQIAAAQIECBAgQKB8AQkJECBAgACBUgV6v0yUj3Or8tbuV322BAgQIECAQKkCchEgQIAAAQIECJQgkFJaEaP6biel+r4VgxrsVNc1OKWriQKKzzQR060IEBiEgKEECBAgQIAAAQIECBAgQIBA+QISEiBAgAABAgQIECBAgAABAuULSEiAAAECBAgQIECAAAECBJokkFKKlJY3LxU1CbVZt3EfAgQIECBAgAABAgQIECBAoHyBJifM3+/klm9bbWv3q75qm8/VtpSWf0+UUqrttj9CAorPjBCs2xIgQIAAAQIECBAgQKDVBMyHAAECBAgQIECAAAECBAgQKF9AQgIECBAgQIAAAQIECBAgQKB8AQkJECBQukB+4SilFHmbs1bblLxolD00AgQIECBAgACBzhCQkgABAgQIlCSQ0qq/16m+A8q5835ueV8bHQHFZ0bH2VMIECBAgEBvAccECBAgQIAAAQIECBAgQIBA+QISEiBAgAABAgQIECBAgAABAuULSEiAAAECBAgQIECAwAgJpLT8paSUlm9H6DFuS4AAgYEIGEOAAAECBAgQIECAAAECgxRIafl3OrmITG61l+fjlJafr/pTWnmc0sr96rztyAooPtPt6x8CBAgQIECAAAECBAgQIECgfAEJCRAgQIAAAQIECBAgQIAAgfIFJCRAgAABAgQIECBAgAABAgTKF5CQAAECBAgQIECAAAECBAgQKF9AQgIE2l0gF5ipzZBSz4Iy1fmUevbXXmN/9AQUnxk9a08iQIAAAQIECBCoFbBPgAABAgQIECBAgAABAgQIlC8gIQECBAgQIECAAAECBAgQIFC+gIQECBAgQIAAgVEQqF5GGoVHeQQBAgQIECDQSEAfAQIECBAgQIAAgSYI5O94cktpecGZvF+1JtzeLYYhoPjMMPBcSqAkAVkIECBAgAABAgQIECBAgACB8gUkJECAAAECBAgQIECAAAECBMoXkJAAAQIECBAgQIAAAQIECJQokNLyF5JKzDaUTK4hQIAAAQIECBAgQIAAAQIEyhcoLWEuMpPS8u948n7Ol9Ly45SWb3OfNjYCis+MjbunEiBAgAABAgQIECBAgAABAgQIECBAgAABAgQIECBQvoCEBAgQIECAAAECBAgQIECAQPkCEhIgQIAAAQIECBAgQIAAAQLlC0hIgAABAgQIDEEgF5lJSWGZIdCN+iWKz4w6uQcSIECAQGsKmBUBAgQIECBAgAABAgQIECBQvoCEBAgQIECAAAECBAgQIECAQPkCEhIgQIAAAQIECBAgQIAAAQLlC0hIgAABAgQIECBAgAABAu0ikAvQtMtcO3merVl8ppM/EdkJECBAgAABAgQIECBAgECnCMhJgAABAgQIECBAgAABAgQIlC8gIQECBAgQIECAAAECBAgQIFC+gIQECBAgQIAAAQIECBAgQIBA+QISEiBAgEDRAorPFP3xCkeAAAECBAgQGLiAkQQIECBAgAABAgQIECBAgED5AhISIECAAAECBAgQIECAAAEC5QtISIAAAQIECBAgQIAAAQIECJQvICEBAgQIECBAgAABAgSaKaD4TDM13YtA8wTciQABAgQIECBAgAABAgQIEChfQEICBAgQIECAAAECBAgQIECgfAEJCRAgQIAAAQIECBAgQIAAgfIFJCRAgAABAgQIECBAgAABAgTKF5CQQNECis8U/fEKR4AAAQIECBAgQIDAwAWMJECAAAECBAgQIECAAAECBMoXkJAAAQIECBAgQIAAAQIECBAoX0BCAgQIECBAgAABAgQIECBAoHwBCQkQIECAAAECBJopoPhMMzXdiwABAgSaJ+BOBAgQIECAAAECBAgQIECAQPkCEhIgQIAAAQIECBAgQIAAAQLlC0hIgAABAgQIECBAgAABAgQIlC8gIQECBAgQIECAAAECBAgQINDWAgMqPtPWCU2eAAECBAgQIECAAAECBAgQGJCAQQQIECBAgAABAgQIECBAgED5AhISIECAAAECBAgQIECAAAEC5QtISIAAAQIECBAgQIAAAQIECJQvICEBAgQIEGimgOIzzdR0LwIECBAgQIBA8wTciQABAgQIECBAgAABAgQIEChfQEICBAgQIECAAAECBAgQIECgfAEJCRAgQIAAAQIECBAgQIAAgfIFJCRAgAABAgQIECBAgEBbCyg+09Yfn8mPnoAnESBAgAABAgQIECBAgAABAuVPhkBSAAAQAElEQVQLSEiAAAECBAgQIECAAAECBAiULyAhAQIECBAgQIAAAQIECBAgUL6AhAQIECBAgAABAgQIECBAgED5AhISINBMAcVnmqnpXgQIECBAgAABAgQINE/AnQgQIECAAAECBAgQIECAAIHyBSQkQIAAAQIECBAgQIAAAQIEyheQkAABAgQIECBAgAABAgQIEChfQEICBAgQIECAAIG2FlB8pq0/PpMnQIDA6Al4EgECBAgQIECAAAECBAgQIFC+gIQECBAgQIAAAQIECBAgQIBA+QISEiBAgAABAgQIECBAgAABAuULSEiAAAECBAgQIECAAAECBAiUL9DMhIrPNFPTvQgQIECAAAECBAgQIECAQPME3IkAAQIECBAgQIAAAQIECBAoX0BCAgQIECBAgAABAgQIECBAoHwBCQkQIECAAAECBAgQIECAAIHyBSQkQIAAAQJtLaD4TFt/fCZPgAABAgQIjJ6AJxEgQIAAAQIECBAgQIAAAQLlC0hIgAABAgQIECBAgAABAgQIlC8gIQECBAgQIECAAAECBAgQIFC+gIQECBAgQIAAAQIECBAgMBgBxWcGo2Vs6wiYCQECBAgQIECAAAECBAgQIFC+gIQECBAgQIAAAQIECBAgQIBA+QISEiBAgAABAgQIECBAgAABAuULSEiAAAECBAgQIECAAAECBAiULyAhAQJtLaD4TFt/fCZPgAABAgQIECBAYPQEPIkAAQIECBAgQIAAAQIECBAoX0BCAgQIECBAgAABAgQIECBAoHwBCQkQIECAAAECBAgQIECAAIHyBSQkQIAAAQIECBAgMBgBxWcGo2UsAQIEWkfATAgQIECAAAECBAgQIECAAIHyBSQkQIAAAQIECBAgQIAAAQIEyheQkAABAgQIECBAgAABAgQIEChfQEICBAgQIECAAAECBAgQIECgfIG2Tqj4TFt/fCZPgAABAgQIECBAgAABAqMn4EkECBAgQIAAAQIECBAgQIBA+QISEiBAgAABAgQIECBAgAABAuULSEiAAAECBAgQIECAAAECBAiULyAhAQIECBAgMBgBxWcGo2UsAQIECBAg0DoCZkKAAAECBAgQIECAAAECBAiULyAhAQIECBAgQIAAAQIECBAgUL6AhAQIECBAgAABAgQIECBAgED5AhISIECAAAECBAgQIECAQEsLKD7T0h9P+0zOTAkQIECAAAECBAgQIECAAIHyBSQkQIAAAQIECBAgQIAAAQIEyheQkAABAgQIECBAgAABAgQIEChfQEICBAgQIECAAAECBAgQIECgfAEJCRAgMBgBxWcGo2UsAQIECBAgQIAAgdYRMBMCBAgQIECAAAECBAgQIECgfAEJCRAgQIAAAQIECBAgQIAAgfIFJCRAgAABAgQIECBAgAABAgTKF5CQAAECBAgQIECAQEsLKD7T0h+PyREg0D4CZkqAAAECBAgQIECAAAECBAiULyAhAQIECBAgQIAAAQIECBAgUL6AhAQIECBAgAABAgQIECBAgED5AhISIECAAAECBAgQIECAAAEC5QtIOBgBxWcGo2UsAQIECBAgQIAAAQIECLSOgJkQIECAAAECBAgQIECAAAEC5QtISIAAAQIECBAgQIAAAQIECJQvICEBAgQIECBAgAABAgQIECBQvoCEBAgQIECAQEsLKD7T0h+PyREgQIAAgfYRMFMCBAgQIECAAAECBAgQIECgfAEJCRAgQIAAAQIECBAgQIAAgfIFJCRAgAABAgQIECBAgAABAgTKF5CQAAECBAgQIECAAAECBAjUCig+U6tRzr4kBAgQIECAAAECBAgQIECAQPkCEhIgQIAAAQIECBAgQIAAAQLlC0hIgAABAgQIECBAgAABAgQIlC8gIQECBAgQIECAAAECBAgQIFC+gIQECBBoaQHFZ1r64zE5AgQIECBAgACB9hEwUwIECBAgQIAAAQIECBAgQKB8AQkJECBAgAABAgQIECBAgACB8gUkJECAAAECBAgQIECAAAECBMoXkJAAAQIECBAgQIAAgVoBxWdqNewTIFCOgCQECBAgQIAAAQIECBAgQIBA+QISEiBAgAABAgQIECBAgAABAuULSEiAAAECBAgQIECAAAECBAiULyAhAQIECBAgQIAAAQIECBAgUL6AhC0toPhMS388JkeAAAECBAgQIECAAIH2ETBTAgQIECBAgAABAgQIECBAoHwBCQkQIECAAAECBAgQIECAAIHyBSQkQIAAAQIECBAgQIAAAQIEyheQkAABAgQIECBQK6D4TK2GfQIECBAgUI6AJAQIECBAgAABAgQIECBAgED5AhISIECAAAECBAgQIECAAAEC5QtISIAAAQIECBAgQIAAAQIECJQvICEBAgQIECBAgAABAgQIEBhTAcVnRoXfQwgQIECAAAECBAgQIECAAIHyBSQkQIAAAQIECBAgQIAAAQIEyheQkAABAgQIECBAgAABAgQIEChfQEICBAgQIECAAAECBAgQIECgfAEJCRAgQKBWQPGZWg37BAgQIECAAAEC5QhIQoAAAQIECBAgQIAAAQIECJQvICEBAgQIECBAgAABAgQIECBQvoCEBAgQIECAAAECBAgQIECAQPkCEhIgQIAAAQIECBAgMKYCis+MKb+HE+gcAUkJECBAgAABAgQIECBAgACB8gUkJECAAAECBAgQIECAAAECBMoXkJAAAQIECBAgQIAAAQIECBAoX0BCAgQIECBAgAABAgQIECBAoHwBCQnUCig+U6thnwABAgQIECBAgAABAuUISEKAAAECBAgQIECAAAECBAiULyAhAQIECBAgQIAAAQIECBAgUL6AhAQIECBAgAABAgQIECBAgED5AhISIECAAAECBMZUQPGZMeX3cAIECBDoHAFJCRAgQIAAAQIECBAgQIAAgfIFJCRAgAABAgQIECBAgAABAgTKF5CQAAECBAgQIECAAAECBAgQKF9AQgIECBAgQIAAAQIECBAg0FkCnVl8prM+Y2kJECBAgAABAgQIECBAgEBnCkhNgAABAgQIECBAgAABAgQIlC8gIQECBAgQIECAAAECBAgQIFC+gIQECBAgQIAAAQIECBAgQIBA+QISEiBAgMCYCig+M6b8Hk6AAAECBAgQ6BwBSQkQIECAAAECBAgQIECAAIHyBSQkQIAAAQIECBAgQIAAAQIEyheQkAABAgQIECBAgAABAgQIEChfQEICBAgQIECAAAECBDpLQPGZzvq8pSVQCdgSIECAAAECBAgQIECAAAEC5QtISIAAAQIECBAgQIAAAQIECJQvICEBAgQIECBAgAABAgQIECBQvoCEBAgQIECAAAECBAgQIECAQPkCEhIYUwHFZ8aU38MJECBAgAABAgQIEOgcAUkJECBAgAABAgQIECBAgACB8gUkJECAAAECBAgQIECAAAECBMoXkJAAAQIECBAgQIAAAQIECBAoX0BCAgQIECBAgEBnCSg+01mft7QECBAgUAnYEiBAgAABAgQIECBAgAABAuULSEiAAAECBAgQIECAAAECBAiULyAhAQIECBAgQIAAAQIECBAgUL6AhAQIECBAgAABAgQIECBAgMCICrRE8ZkRTejmBAgQIECAAAECBAgQIECAQEsImAQBAgQIECBAgAABAgQIECBQvoCEBAgQIECAAAECBAgQIECAQPkCEhIgQIAAAQIECBAgQIAAAQLlC0hIgAABAp0loPhMZ33e0hIgQIAAAQIEKgFbAgQIECBAgAABAgQIECBAoHwBCQkQIECAAAECBAgQIECAAIHyBSQkQIAAAQIECBAgQIAAAQIEyheQkAABAgQIECBAgAABAiMqoPjMiPK6OYGBChhHgAABAgQIECBAgAABAgQIlC8gIQECBAgQIECAAAECBAgQIFC+gIQECBAgQIAAAQIECBAgQIBA+QISEiBAgAABAgQIECBAgAABAuULSEigswQUn+msz1taAgQIECBAgAABAgQqAVsCBAgQIECAAAECBAgQIECgfAEJCRAgQIAAAQIECBAgQIAAgfIFJCRAgAABAgQIECBAgAABAgTKF5CQAAECBAgQIEBgRAUUnxlRXjcnQIAAgYEKGEeAAAECBAgQIECAAAECBAiULyAhAQIECBAgQIAAAQIECBAgUL6AhAQIECBAgAABAgQIECBAgED5AhISIECAAAECBAgQIECAAAECZQk0Kj5TVkJpCBAgQIAAAQIECBAgQIAAgUYC+ggQIECAAAECBAgQIECAAIHyBSQkQIAAAQIECBAgQIAAAQIEyheQkAABAgQIECBAgAABAgQIEChfQEICBAgQIDCiAorPjCivmxMgQIAAAQIEBipgHAECBAgQIECAAAECBAgQIFC+gIQECBAgQIAAAQIECBAgQIBA+QISEiBAgAABAgQIECBAgAABAuULSEiAAAECBAgQIECAAIGyBBSfKevzlKZZAu5DgAABAgQIECBAgAABAgQIlC8gIQECBAgQIECAAAECBAgQIFC+gIQECBAgQIAAAQIECBAgQIBA+QISEiBAgAABAgQIECBAgAABAuULSEiAwIgKKD4zorxuToAAAQIECBAgQIDAQAWMI0CAAAECBAgQIECAAAECBMoXkJAAAQIECBAgQIAAAQIECBAoX0BCAgQIECBAgAABAiUJzN5s0zji8MPipC+cEOf99Adx+cXnxHVXXhA3XHPRivarqy+MK355blx4/hnx3W9/JY57zztjn712L4lBFgIECNQJ6CBAgAABAgQIEChLQPGZsj5PaQgQINAsAfchQIAAAQIECBAgQIAAAQIEyheQkAABAgQIECBAgAABAgQIEChfQEICBAgQIECAAAECBAgQIECgfAEJmyywxhqrx2te/fL4v++fHD849Wtx9JuOjHnz5sb6M2bE6qtPifHjx/d4YkoppkxZLaY/Za3YasunxyEHPz9O+Pjx3YVqctGavfdsTiGak774qRUFb2qL3+T+GMP/vPHfjohrrji/bm4/O/u02HmnHcZwZmU+Ohc3qv38m7Wfiyhdecl5cdlFZ3cXWjrl6yfGe//r7bHrgnllQkpFYAgCh7/qZXHVpefV/b7LP4fXXv7zOObNRw3hruVdkv8uZZPeLfe3S9q+ftfm/23QLhnMkwABAgSKFBjRUIrPjCivmxMgQIAAAQIECBAgQIAAgYEKGEeAAAECBAgQIECAAAECBAiULyAhAQIECBAgQIAAAQIECBAgUL6AhAQIECBAgEA7C+SiMz/54Xe6CwjM3mzTukIzg8mWC9XkojWf+NhxceopX4kFu+w0mMuNJTCqAimlWG21yZGLL+VCS9tsMyf+5ZAXxOc/+7H45S/OjI8c/97IPxOjOqkOf1j+ffTtb3xJEacWWgc7bv+smDx5csMZTZg4IebP36n7Z6jhgDbszL8LPvah98VnPvmhNpz9aEzZMwgQIECAQFkC48qKIw0BAgQISqIpYQAAEABJREFUECBAoEkCbkOAAAECBAgQIECAAAECBAiULyAhAQIECBAgQIAAAQIECBAgUL6AhAQIECBAgAABAgQIECBAYAACuajGV0/6XBz9piNjnbWnD+CKgQ8ZP358PPMZT4/PnPChOPadxxRVmGDgCiM80u1HTCClFGtOmxYHPG+f+ObXvhDvers1PGLY/7xxLlSVC1bl30czZqz7z16bsRbYdcG8mPPMrfqdxqyZM+PAA/brd0y7nMzFj0495cux/357Ry6m1i7zNk8CBAgQIEBg6AKKzwzdzpWjKOBRBAgQIECAAAECBAgQIECAQPkCEhIgQIAAAQIECBAgQIAAAQLlC0hIgAABAgQIECBAgAABAgQIlC8gIQECBNpNYO6Oz44TPv6BmLvDdpFSGrHpT548OV78oq742IfepwDNiCm78UgKTJ02Nf710EPic5/+aOSCTSP5rE689/ozZnT/fvjspz7cXbAqpZH7fdSJvsPNPG/nHWOttdbs9za5SMtuC+f1O6bVT9YWP2p2MbZWz25+BAgMXsAVBAiUJaD4TFmfpzQECBAgQIAAAQIEmiXgPgQIECBAgAABAgQIECBAgED5AhISIECAAAECBAgQIECAAAEC5QtISIAAAQIECBAgQIBAPwK5gMa73nZ0bLbp0/oZtfzU4sWL4+GHH4nb/vLXuOmmW1a0W279QzywaFE8/sQTywf28+/48eNjwfyduwtMrLHG6v2MdIpAawqklGLH7Z8V73rbmxVRauJH9JJ/OThO/daXY//99o5JkyYN5c6uGUGB/Pt6p522jwkTxq/yKXOeuVXsuqA9C9B88P3HhuJHq/yIDSBAgAABAsUKKD5T7EcrGAECZQlIQ4AAAQIECBAgQIAAAQIECJQvICEBAgQIECBAgAABAgQIECBQvoCEBAgQIECAAAECBAgQIECAQPkCEraTwL8d+erYYovN+pzyE08+ETfc+Jv40EdPiH2f9y+x04J9Yv8DXxyHvOSVK9pBLzws5u+2f2y/055xzFuPjXPOuyAeXPRgn/fMBWjm7bxjvOZVh/U5xgkCgxVYsmRJ3Hbb7SuKItUWSBro/t133xuPPPJoLF26tN/Hp5Ri7tzt49h3HtPvOCcHLrDeeuvEmmtNHfgFRo6qwD577R4zN9qo7pl33Xl3Xd/06WvFnnssrOtvh44N1l9P8aN2+KDMkQABAgRaSKCsqSg+U9bnKQ0BAgQIECBAgAABAgQINEvAfQgQIECAAAECBAgQIECAAIHyBSQkQIAAAQIECBAgQIAAAQIEyheQkAABAgQIECDQh8CLDn5BzJ8/N1JKdSNy8Y3f3vT7eOOb3xGHvvy18c1Tvh//uOOOunG9O3LhmVyA5qAXvSLOPOvcyMVreo/Jx5MmTYqug/aLnXfaIR9qBIYtsHjJ4jjjrHNWFEWqLZA00P3d9z4w5s7fO7qWrd+vff2UuPuee/ucVy6itPtuC2L//fbuc4wTBEoRmD9v51hjjdV7xHn8iSfiuhtvrPs9P27cuNhp7vYxa5OZPcY7GAUBjyBAgAABAgSGJaD4zLD4XEyAAAECBAiMloDnECBAgAABAgQIECBAgAABAuULSEiAAAECBAgQIECAAAECBAiULyAhAQIECBAgQIAAAQIECBBoFYHn7Lkwpk2dVjedXHjmssuujFce/oa4+JLL684PpCMXqnnbu94XXzrp5HjooYcbXrLeuuvGC7sObHiunTo/9/mT4tlz94ytn71wRcv7z9n34Ljs8qvaKYq5/lPgllv/EB8/4f/F4a99c1x1zXWRfyb+earHZq0111y2hp/fo88BgdIEtt12Tmy33dZ1hcoWLXowLrnkynjg/gfrIq8/Y0YsmL9TXX+ndBxx1NE9/h7kvwm55f5OMZCTAAECBAi0o4DiM+34qY39nM2AAAECBAgQIECAAAECBAgQKF9AQgIECBAgQIAAAQIECBAgQKB8AQkJECBAgAABAgQIECBAgACB8gUkJECAAIEGArsumBdznrlVgzMRt9z6x/jQxz7TZ9GYhhf10fn5E78SP/zxmbF48eK6ESml7oIGubBB3UkdBFpAIBehefs73x/XX39jn7PZaqunx7777NnneScItLvAznO3j3XXWbsuxr333hc/OuOs+OOf/1x3bsqU1WLh/J3r+nUQIEBghAXcngABAsMSUHxmWHwuJkCAAAECBAgQIDBaAp5DgAABAgQIECBAgAABAgQIlC8gIQECBAgQIECAAAECBAgQIFC+gIQECBAgQIAAAQIECLSCwLOetXWsudbUuqk8/vjjccaZZ0cuulF3cogdn/rsiXHTzbc0vHq99daJ3Rbu0vCcTgKtIPCPO+6Ir/7vKXH3Pfc2nM60qVNj7g7bNTzX2Z2dmf7/vn9y3HDNRT3aZRedHS84YL+2BVm4YF5MmjSpbv4333xrd5Gya6/9VTz5xJN153OBs1zorO6EDgIECBAgQIBAiwooPtOiH4xpESDQ4gKmR4AAAQIECBAgQIAAAQIECJQvICEBAgQIECBAgAABAgQIECBQvoCEBAgQIECAAAECBAgQIECAQPkCEhJoIPC0TWbGxAkT687ce999cfXV19f1D6fjoYcejrPPOT9yYZve98lz2HKLzXt3OybQUgLnnn9BXHbZVbF06dK6eY0bNy5mb7ZpXb8OAiUI7LH7gnjarE3qojz22GPx69/e1N1/5VXXxv0PLOrer/1n+vS1Ys89FtZ22SdAgAABAgRGWsD9hyWg+Myw+FxMgAABAgQIECBAgAABAqMl4DkECBAgQIAAAQIECBAgQIBA+QISEiBAgAABAgQIECBAgAABAuULSEiAAAECBAgQaAWBpzxlrYbTePDBh+Kqa65reG44ndf/6tdx3/33N7zFxhs9tWG/TgKtJHDt9b+KRx99rOGUNlh//Zi1ycyG53QSaGeB3RbuEtMb/L24+55748qrr+2OduHFl8Yf//zn7v3af3Jhpp3mbt/RPxu1HvYJECBAgACB1hdQfKb1PyMzJECAAAECrShgTgQIECBAgAABAgQIECBAgED5AhISIECAAAECBAgQIECAAAEC5QtISIAAAQIECBAgQIAAAQIECIyCwGWXXxV/vf0fDZ+0+hqrx9Zztmp4bqid68+YEW9545HxnW99OS658My47soL4oZrLupuef/SC38aPzrtm/Gh4/8r5u747KE+ZlSv23vP3eNTnzw+zvvpD+KqS8/rzlJlyse5P58/4Hn7jOq8OuVhf/jTn+OhBx9qGHe1KZNigw1mNDw3kM68Xg9/1cvipC+cEBec+6O48pLz4ldXX7jiM+69ZnddMG8gtx3ymLyG8lo680enxhW/PLfHXPKay+vtwvPPiO9++yvxnmPf2vSf3yFP3IVNFVhj2e/m7Z/9rMhFZHrf+M9//ktcf/2NK7qvuPKaeOLJJ1YcVztP3XCD2HefParDUdse+uJDutdn/lnKazb/PF1+8Tnx/W9/rftvQ/6ZG7XJjMCD8u+A/Pcr/x3Lf8/y74icM7ecNefOfxP+5wufjJf8y8GRP8sRmMawbjl7s03j6Dct/zv9y1+cGVdffv6K33k5R/49k38ffv2rn4/8+7HdP7NhYbmYAAECBEZNQPGZUaMeyQe5NwECBAgQIECAAAECBAgQIFC+gIQECBAgQIAAAQIECBAgQIBA+QISEiBAgAABAgQIECBAgAABAuULSEiAAAECrSyw2mpTRqyQxJ9uuy2WLl0ajzzyaDz00MNx9933xk033RK3/fm2ppHkl9M/9qH3xRn/d0q89jWHxZyttoxpU6fF+PHjVzwj70+dukZs+rRZceDznhsnffFTceopX4kFu+y0Ysxgdt74b0fENVf0fGk+vzj/s7NPi5132qHfW/V17XHveeeK6/K88vxO+MQHIxegyRknT5684nzeyce5P5//8AffE+ee9f14zatfnk9pTRJY9MCD8dgT9cU1hnP7bbedE1/47Me61+u/v+X1MW/e3Fhnnemx2mqTI6W04ta91+znl11z9k++111Eo1lFJfL6edfbj4kLzvtR5DWU19LMjZ8aU6as1mMueVJ5vU1/ylqx1ZZPjxe/qCtOOfl/YrDzyT93+eekake99lUxccLEfPsebcZ668WXT/x0j6IU+ZqB/Hz1uJGDQQsceMB+kYvH9L4wF5m59vobenT/4qJL4s477+7Rlw8mTZoUC5tYLKnR78z8+zf35+fln4f/9+mPxjvf9pbu9Zl/lnJ/SilWX31KbLnl5t1/G0773v/Gpz7xoTj/nNN7rK15O++Yh9e13J/XXe+W13Hd4GUdub/32Hyc+5edHtJ/c7Yjj3hl989a/h2Q/37lv2P571n+HVHdNKXU/Tsk/0zPn7dT/Ne7/yPOOfP78YH3vTtyXzVurLYvWLauvv2NL8X3vvOVOOLw5X+n15w2LSZNnNhjSvn3TP59uP1220b+/Zj/rp/wieMj/97sMdBBiwuYHgECBNpLYFx7TddsCRAgQIAAAQIECLSIgGkQIECAAAECBAgQIECAAAEC5QtISIAAAQIECBAgQIAAAQIECJQvICEBAgQIECBAgAABAh0psGTpkoa511t37dhlXuOX7xteMIjOY99zfGyz/a4xd/7esfPCfWP3vQ+MQ17yyjji9cfEDTf+ZhB3ajz0Jf9ycHznmyfF/vvt3f3ifeNR9b35pf1nPuPp8ZkTPhS5+Eb9iLHrefMbXxef/NgHI88vpZXFSPqbUUopNlh//Tj6TUfGKV8/cVgv6uciOLlgQqM2nCIK/c2/Vc8tWvRgLH5ycVOml4tIvP+/3hFf+9JnY9eFuwxqveYJpJS6i4IccfjL43unfLW7iFLu77f1czIXsfjWyV+Ml730hbHO2tPris30c2n3qZSaO5/um/pnzAV2Wzivu2BL74nkIjO52Ext//XX3xg333xrbdeK/S023ywOeN4+K45Haif/XH3648fHbrvuEhMmjO/3MbnYydZztoxx49rjFfNDDn5+9896LrKTCwKlNLC/BxVCznvwQc/r/huZ/1ZW/aO5nb3ZpnHSF06I4973ru4id42KTfU3n9VWmxz7PGf3+J/PfSLy38b+xjpHgAABAgSGKtAe/8tgqOlcR4BAxwgISoAAAQIECBAgQIAAAQIECJQvICEBAgQIECBAgAABAgQIECBQvoCEBAgQIECAAAECBAgQIECAQPkCEhJoBYE//em2WLKkvgDNpEmT4oD99438kngrzHOgczjmzUfF2//jjbHuumsP9JK6cZMnT45DX9wV//2BY+vOjUXHse88Jl512KGRCyoM5fkppdhmmznxiY8cF8/Zc9eh3MI1NQIbbDAjVpsyqaZnaLvbbjsnvnzipyMXk8g/b0O7y/KrUkoxc+ZG8b73vD3yz8Dy3sH9e/irXhZ5ra0/Y8bgLmwwOqXl88n3y/dtMERXmwjkdbr55ps1nG0uMpOLzZ6pCaQAABAASURBVPQ+edEvL4tHHnm0d3dMmzo15s3dsa6/2R1HvPqw2GHH7QZUPGnp0qVx881/iMWLm1NQqtlZau/3rrcfE8e+45jun/WUBld0pvY+eT//jcx/K4f6+yLfYygt/w367Akfjnnz5q6yMNCq7j912tR4zbLfW5//zEeH/PdxVc9wngABAs0UcK/2ElB8pr0+L7MlQIAAAQIECBAgQIBAqwiYBwECBAgQIECAAAECBAgQIFC+gIQECBAgQIAAAQIECBAgQIBA+QISEiBAgAABAgQ6UuDa62+IBx96qGH22Zs9LY4/7t2Riw80HNBinRtvvFEc9rIXRy4eM9ypjR8/Pvbbd6/4t6MOH+6thnX95rM3jRcefGA0Kk6SiyXcffe9cdNNt8Tvb7417rv//n4LKGy4wfrdxUV2XTBvWHPq9Itz0YbVV5vSkOHRRx6Pv//9jobnajvzZ/Ch4/4rtp6z1YAKZNRe299+XvuvOOwl8f7/ekd/w+rO7b/f3vGaV78scjGHupPD6Mj3y/fN9x/GbVw6hgJ77bFrzFh33boZ5OIyuchM3YllHRf/8vL4xx31PwcppXj2s7eJWZvMXDZqZP77lLXW7C7oNHHCxP4esOLcogcfjF//7ncrjlt15/jjjo2X/EtXU/6+VRnz74v8N/PNbziy6hrR7YHPe2781zv/IzbZZKOmPSf/rd514S7x6Y8frwBN01TdiAABAgSygOIzWUEjQIAAAQJtLyAAAQIECBAgQIAAAQIECBAgUL6AhAQIECBAgAABAgQIECBAgED5AhISIECAAAECBAgQIECAAAECoyHw8wsujj/fdnvDR6WUuotjfOnzJ8RHjn9vzN5s04bjht7Z3Cs33mjDuiItS5cujXvvuz8u+MUv49OfOzHe/Z8f7G4nf/O7ccOvfxtPPPlEn5PIBV8O2G/fMc2dC//kedRO8vHHH4+zfnpeHPLiV8Xuex8Yh7zklXHwv7wiFu5xQBxx1NFx2eVXxZNPLq69ZMX++jNmxDFvfv2YZloxmTbd2W7brWP1NVZvOPu//+Mf8ac/39bwXNWZf47yZzBr1sZVV902f8bXX39j95o99OWvja2fvTB2XrhvHPPWY+PU750e+Tl5bddduKwjF9048PnPjYEWlFhjWZZXHnZorLXmmsuurv/vQw89HJdeekV85OOfjdcc+ZbuuVTzedu73hc/+slP444774y+5pPv+6+HvrDPwhC33f7X7gJKuYhSbrct+320ZMmSuok89thjcfMtf+gxNo+/9ZY/Rp5j3QU6miKww7O3iwkTJ9TdKxeXyUVm6k4s68g/A5dfcXU0+hyfuuEGse8+eywbNTL/XTB/Xqyz9vQB3/wvt/8tfvazCyOvo7yeqnbPvfc1vEfur8bUbvM6bnhBEzrzz/L+z90rJkwY3/Bu+Wfvr3/7e/fvhvw7Iv+uyD+j+XfH//vCl+OWW//QZ2Gy/PflhYc8P/bec/eG925WZy64dfRbjoz1Zqzb5y0fXPRgnP/zi+I9x3049nruId2/a/I2H+f+vn7OU0oxd+723cXV+ry5EwQIECBAYJACis8MEmxAww0iQIAAAQIECBAgQIAAAQIEyheQkAABAgQIECBAgAABAgQIEChfQEICBAgQIECAAAECBAgQIECgfAEJCRAgQKAjBfLL3D8+46x45JFH+8yfi1Mc8Lx94vvf+Vqc/r2T4+g3HdkWxUvuvufe+NznT4r9nv8v8Ya3vD2+9OWT44fLsub2kY9/Og592RHxyte8MW648Td9Fs546kbrx/777dWnzWifuPOOu+K97/9IvPWd7+0uKND7+VdceU13gZCPn/DZuP+BB3qf7j6ePftp8arDDu3e98/gBGZtMjN23P7ZMW5c/euoudBGLvKwqju+421vii222KzhsFxE4sqrr41XvfZN8a+vPLJ7zeb1mQfnn9Vzzrsgjjv+47H3fi/sXtsPLFqUT9W1XFDipYd2xYtf1FV3rndHLgzz9M3r55PncsVV18a/vuLIOOL1x8TJ3/xOd2Gj6vo8nzPPOjfedewH4sCDXxbfPvUHkQvEVOdrt1tusXkceMB+tV0r9t//gY92F1DKRZRyO+Osc2LxksUrzlc7eT1/6KOf6jE2j89zq4yqsbbNEci/9zebPavuZnltXHPNr/ottHTVNdfFgw89VHdtXpsLF8yr629GRy68NHPjp/a4VS4wlguNVcXH8jYXxsmFTp584sm45JLLu/8G5HWU11PVbrrp5h73qQ5yfzWmdpvXcTWmmdtcFCYXh8luje577333x6c+e2Ls+7wXdf9uyL8jHnro4e6h+efiC//z1TjohYfFf3/kU5H/Jnaf6PVPLtZz6EsO7tXbvMP8vyFe99pXRi5+1uiu+TPKv0sOetEr4k3HvDN+cNqPIxc3ymPzNh/n/hcc8vI452cXNCyuNn78+Nhv373i3446PF+mDUTAGAIECBDoV2Bcv2edJECAAAECBAgQINAmAqZJgAABAgQIECBAgAABAgQIlC8gIQECBAgQIECAAAECBAgQIFC+gIQECBAgQIAAAQIECBAYLYFvfOt73UUlckGB/p45YcL42Hz2pnHE4YfFD079Wlxw7o/isyd8OF720hf2+VJ5f/cbqXM5Ry58cPhr3xwnnvS/Ub2I3+h5119/Y7zmyLfEZZdd2bAATS5msN22Wze6dNT78kv47znuw/Gjn/x0lc/On+mnP/s/sejB+uIk+SX93XabH7mowSpvZEAPgSNf+4rYbLP6Yhx50IMPPRTXXn9D3u2z5Z+dHZ79rEgprRhT7Tz55OL48Zlnxxve/PbI67Lq72t74rK1/Y53vT/+9Ke/NBwybeq0eMmLuiIXzGk44J+dO8/dIRoVtshZ3viWtzcscvTPS1dsHnro4Tj+wyfE/558ajz++OMr+qud1VefEjtu/6zq0LZNBHZfuCCmTZ1aN9tFDz4Yl15xZV1/bccZPzknbr3lT7VdK/a32HyzyIVtVnSM0E7378z3fri70FhVfCxvD3/dm2Ov/Q+JT37mi3Hezy8coac357a5KEwuDtPobvln/93/+YH48le/0eh0j77vfPe0+M/3HL+iqEuPk8sOtt1mThz64kOW7TX/v2846vDY5plbNbxx/t3xpZNOjre96319zq26MH+ex/zHsfH1b3y74e+Z/HvsBc/fP7bddk51iS0BAgQIEBiygOIzQ6ZzIQEC/Qg4RYAAAQIECBAgQIAAAQIECJQvICEBAgQIECBAgAABAgQIECBQvoCEBAgQIECAAAECBAgQIECAQPkCEhLoaIETPvPFuOmmWxoWYGkEkwuYrLPO9Nhzj4XxrrcfE+ee9f24+IKfxDe++sXu4jSzN9s0xuo/v//9rXHcBz8+oKIZeY755fdvn3p63HPvffmwrj11ww1XWcCj7qImd+QiMid+6etx4cWXDvjOp37v9Djl26c3fEl/7elPiX332XPA9zIw4t/f8vrYb9+9Iq/9Rh6/v/nWyAU3Gp3LfWussXo8d989Y/LkyfmwR1u8eHH85Kyz413HfqDfYkk9Llp2kNfDhz/2qT6LNmw2e1Yc+PznLhvZ+L+5ME1e373PPvLIo3HmWecOai75Hl/+2slx429+l3fr2pZbbh7ZoO6EjpYUyGvjmc98esNCSX+5/W/9rvUq0FXXXBtPPvFkdbhimwva5MI2KzpGYCcXKnnfcR/ts1hX/r2fi5gMpNDTCExvQLfMBXqe+cwtG47N+fLPfv4d0HBAg8489qv/+63IP9+9T+cCUQt22al397CPcyGY5+y5e0yYOKHuXrlQ1TdP+X58/sSv1J3rr+OTn/5CnHX2eZF/b/Ye99QN14+uA/fv3e2YAAECjQT0EehXQPGZfnmcJECAAAECBAgQIECAQLsImCcBAgQIECBAgAABAgQIECBQvoCEBAgQIECAAAECBAgQIECAQPkCEhIgQIAAAQIECIymwC23/iHe/u73x403/mbABWhq55dSirXWXDO2227rOPpNR8bp3/t6XHDej+JTnzw+8gv0tWNHcv/+Bx6IL3315AEXnqnmcu75F0RfRQjWmLp6bLrpJtXQUd8uWbIkLrjwksjFZAb78M/8vxPj6muur7sspdT9WeXCAHUnG3S857gPx9bPXtiwHXHU0Q2uKKcrF2T42pc/F694+aExadKkhsFycaAf/einDc9Vnf966Atj9qZPqw57bH/zu9/H8R8+oUffQA/6KygxccLE2H23+X0Wfdlggxmx2pT6TDnPLbf+caBTWDHuoYcejl9c+MvGBY/Wnh4L5u+8Yqyd1hbYd5894qkbblA3yVxM5pJLLq/rb9Txy0uviHvuu7fuVEq9f//UDRlWR57jT8/+2aCKdQ3rgSN0cS7Qkwv19L59Ltry/dN+PKR83/jW9+LXv21cIOrpT988tp6zVe/HDet4rz12jQ1mrFd3j6VLl8YvL7ki8t+oupMD6Mi/L6+/4dd1I8eNGxcLF8yLgf5tq7uBDgIECBAg8E8BxWf+CWFDgAABAgSaKuBmBAgQIECAAAECBAgQIECAQPkCEhIgQIAAAQIECBAgQIAAAQLlC0hIgAABAgQIECBAgAABAgQIFC9wy61/iNccdXT84LQfNyweMRiAlFKss/b02HvP3eMjx783Lr/4nDjpCyd0Hw/mPoMde911N8SZZ5072Mu6x19z3a/iscce696v/We1yZNjzanTYqz+c9fdd8dpp58x5Mef+7NfxMMPP1J3/XrrrRO7Ldylrr+TO9ZYY/XYZ6/d47CXvSRO+NgH45wzvx+f/+zHYsftt4sJE8Y3pOkuovDLK+J7p/2w4fmq89nP2qZh8Zr82Zz+fz+JXLilGjvYbS4ocd31NzS8bNbMmXHgAfs1PNdX5+Rla36ttdbs63S//b+/+dZYtOiheOSRR+O2v/w1fvWrG+OMn5wTX/7qN+O6627s99pWPLnzTjvEz84+LW645qJBtdmbbVoXJ6+v//7gfw7qPvm5x73nnXX3GumOvtbr/Q8siiuvunZAj7/s8qvit7/9fcOxM9ZdN3JhkoYnh9l5x113xVnnnD/Mu4zt5bM2mdldCCalVDeRW/7wx/jfk79d1z/QjosuvrTh3/jpT1krtthis4HeZpXj8nqfP3+nmDBxQt3Ye+65L77z3dPq+gfakX9f5t8r+fdn72vWXWft2Hnu9r27HRMgQIAAgUEJdETxmUGJGEyAAAECBAgQIECAAAECBAi0pYBJEyBAgAABAgQIECBAgAABAuULSEiAAAECBAgQIECAAAECBAiULyAhAQIECBAYC4H8Qvd7P/CReNPR7+wuGvHkk4ubMo3VV58S8+bNjRM+8cE44/RvxyEHP78p9629SS4cc+XV19V2DWr/L7f/NR5tUHxm0uSJscmsjQd1r2YOvvrq6yMXcRjqPX90xlnx17/9ve7yiRMmxpZbbF7X3+4dOddRr30dqz9rAAAQAElEQVTVoAt85CIfl110dpzw8ePjHW99U+yz9x6x4Qbrx/jxjYvOVE6///2t8fkTv1odNtxuPWermD27cVGHP912W+TPqOGFg+jsq8jQlCmrxfbbbTuIO0VMmzo1nrPnroO6phr88wsujt33PjDmzt879j/wxfHSVxwZ7zj2/fGVr30z/nHHHdUw2xYW2HXBvJjzzK0azvDGX/8mLrz40obnGnXm38n5d3Pvc7kgyS677NS7uynHf/nLX+P669uv0FFt+AXzd4pcIKy2L+8/+cST8ctfXj6sYlWXXHrlsp/Fu1YUiLr00ivi26f+IP77I59c5vbr/JimtH322j1mbrRRw3sNdh01ukn+vdnob9ukSZMiF09qdE0r95kbAQIECLSWgOIzrfV5mA0BAgQIECBAoBQBOQgQIECAAAECBAgQIECAAIHyBSQkQIAAAQIECBAgQIAAAQIEyheQkAABAgQIECBAgAABAh0lcPEll3cXjXjt64+Oc867IB5YtCiWLl06bIOUUsyatXG8591vi5O+cEJsu+2cYd+zusGiBx6M3/zupupw0Nv7738gGhVJGPSNmnjBI488Gldfe/2w7pgLCt18860N7zF7s01j1iYzG57r0M5Bxc6FD074zBfillv/0O91227zzFh7+lPqxuTiTpdffnXkz6ju5CA7+irEkFKKLTZvXPjmhht/Ew8s+7np/ahx48bFvnvtEf/+ltf3PuW4AwR223WXmD59rbqkjz/+eFxz3a/q+vvrOO9nv4i//f0fDYdsvNGGccDz9ml4bqidS5YsWeXP41DvPZrXbbHF7Fhttcl1j7x/2d/iwX4GvW+Sf+5zYaiqQNQRrz8mPvihT8bpPzyzqXZznvmMyIXnej8//53NRYl69w/2OP/e7Otv29NmzfK3bbCgxhMgQIBADwHFZ3pwOCBQqoBcBAgQIECAAAECBAgQIECAQPkCEhIgQIAAAQIECBAgQIAAAQLlC0hIgAABAgQIECBAgAABAgQIlC8gIQECrSBwxZXXxDFvPTbm77Z/HPMf/xnnnn9B/OOOO2Lx4sXDmt6ECeNj3ry5ccLHPhAHPu+5w7pXdfH9ix6ISy65ojosYvvAsky/+93Nw85yy61/jMefeKLuPms9ZVpsueXmdf06+hfIhZh+/dub4tj3HB8XXnxp/4OXnd30aZvE5MmTlu31/O+jjzwSv/7t73p2DvGov0IM05+yVuyyy9y6O+drbrrploaFpSZNmhSvfuW/xg9/8I143RGHxfozZtRdr6M8gTXWWD22226byAWIeqf7+9/vjLPP+Xnv7n6P//Tn2+LXv76p4RqbNnVq7L5wQb/XD/bkE8t+z/3t73cM9rKWGz9r5saRUqqb1z133xs/v+Diuv5W7Jg1a2bDdTTcQnG1Wfv627b29LVi662fUTvUPgECLS9gggRaS0Dxmdb6PMyGAAECBAgQIECAAIFSBOQgQIAAAQIECBAgQIAAAQIEyheQkAABAgQIECBAgAABAgQIEChfQEICBAgQIECAAIGOF8iFZ47+92Njr+ceEoe8+FXxqc+eGJdeekXcfc+9DQsLDAQsF7R45zveEi9+UddAhvc7ZtEDD/V7vh1P3n3PfXHVNdcNe+p//stf4vFHH6u7z5QpU2L2pk+r69fRWCAXnbnrrnvic58/KV59xBsjF2dqPLJn7wbrr9+wCMP9ix6MP/3pLz0HD+Poz3+5PZ54sr7I0JTVp8R6a6/T8M4XXHRxLHrwwYbnUkqx2bL18eY3HBk/PeO78ePTvxXvOfatsfNOOzQcr7P9BQ48YL+YNXNmXZC89m+48TeRi8nUnVxFR19rLKUU2223dWy77ZxV3GHgpx997LH4y+1/HfgFLTpynXWmN5zZnXff1bC/FTvXn7Few2k1s1Dc7bf/LZ54vP533qTVJscmG2/c8Pk6CRAgQIDAQAQUnxmIkjEECBAg0PYCAhAgQIAAAQIECBAgQIAAAQLlC0hIgAABAgQIECBAgAABAgQIlC8gIQECBAgQIECAAAECBAgQIFC+QCsnvOXWP8RJXzk5jnj9MbH7XgdG14te0V2M5vIrro4HFi0aVDGatdZcM4587Sti1wXzhhX50cceHdb1rXjxfffd15Rp5YIpDz/6SN29JowfH2uv/ZS6fh0rBXLRjfsfeKC70NL7P/Cx2GOfF8SJJ/1vPPTQwysHrWJvjTVWbzji4WX3yAU9Gp4cQudtufjM40/WXTlp8sTYZFbjQgxn/OScuOSSK1b5Mzthwvh42qxNugtFnfTFT8Uvf3FmfOV/PhOHv+plkYtI1T20kI78Od96yx/jpptuGVR78MH6YlhPPvFk/OGPfxrUffJz//6PO0ZNc/vtto0pU1are152+OWll9X1D6Tj5xdcHLf/9W8Nh85Yd93Ya49dG54bSudjjz0W99//wFAubZlrcnGnadOmNpzP3/82emuh4QQG2NlfhjvvvHuAd1n1sH/ceWc89HD9z9rECRNixvqNi9+s+q5GECBAgACBiHFjgOCRBAgQIECAAAECBAgQIECAQPkCEhIgQIAAAQIECBAgQIAAAQLlC0hIgAABAgQIECBAgAABAgQIlC8gIQECBAgQINCPQFWM5vDXvTnm77Z/vPSw18Wp3zs9/vTn22Lx4sX9XLn81Iz11ovDXv7i5Qf+XSHQrEIDuXDEE0/Ufw7jxo2LyZMmr3heCTtLliyJ2267fdAFPnKRj9yuvvb6+OEZZ8XJ3/xuvO1d74u993thLNj9ed2Flr532g+HRLTOOtMbXnf3Pfc07B9q5+OPPx5L+vh5y591X/f9/Ilf7fbKhXb6GlPbn1KKNadNi53mbh///pbXx0/P+G78+PRvxVuPeUPM3mzT2qFtv5+LA+UiW4e85JUxmPaPO+qLhDy27PP50kknD+o++ZmfP/Ero+K47bZzYrvtto6UUt3zbrv99jjnvAvq+gfSkX//XH751fHkk/W/gyZMnBDz5+8UfRVoGsj9a8fkNZyL/NT2tdt+Lv4zfvyEumk/8eQTcVeTf2fUPaRJHX1lyLeft/OOccM1FzWlffnET0f+3w/5vrUtpRTj07DKBoT/ECBAgEBnC/gr0tmfv/QECBAgQIBAxwgISoAAAQIECBAgQIAAAQIECJQvICEBAgQIECBAgAABAgQIECBQvoCEBAgQIECAAAECBAgQINDKArlgw3HHfzwOOOilccRRR8e5518QuTBGX3NOKcV2224Th774kL6GdFx/LqKweOmSpuTOn8ejjz7SlHuN7k0G/7TFSxbHGWedM+gCH7nIR26vePW/xbv/84PxkY9/Os4869xoVERk8LManSvuuuueeLjB5zxxwsRYd+21+5xELh719ne/P668+rrI667PgX2cmDBhfDxt1ibxqle8NH5w6tfi/75/crzm1S9vWkGRPh6ru8kCO8/dPtZdp/E62WrLp8dlF5095IIhrzzs0MjrpNGUZ82cGQcesF+jU4Pue/DBh+Kqa64b9HWtdMGaU6fFapMbFwXLxbVaaa59zaW/DH1d0+z+pz51g2bf0v0IECBAoIMEFJ/poA9b1BYSMBUCBAgQIECAAAECBAgQIECgfAEJCRAgQIAAAQIECBAgQIAAgfIFJCRAgAABAgQIECBAgAABAgTKF5CQAAECQxS44spr4uh/PzbedPQ7Ixe56Ku4xeqrT4ndFs4b4lPKu+zJxU/G3XffM+LBvKA/4sR9PuAfd9zZ57nRPpF/Nl99xBvjU589MXIRm75+Tlc1r/Hjx8fszTaNY958VPzkh9/pLkKzqmucbw2BhQvmxaRJk0Z9Mn73jzq5BxIgQGDVAkYQ6HABxWc6fAGIT4AAAQIECBAgQKBTBOQkQIAAAQIECBAgQIAAAQIEyheQkAABAgQIECBAgAABAgQIEChfQEICBAgQIECAAAEC7SZw8SWXx7+/7T1x9bXXR1+FLWbP3iy2nrNVu0Vr6/k+8sijbT1/k2+uwJe/+o3YY58XxPs/8LG49tob4tFHHxvyA9ZZe3q8+Q2vjc9/5qOxxhqrD/k+nX7haOTfd589Y/PZm47Goxo+Y84zt4pdFyg+1hBHJwECBAgQIDDqAorPjDq5BxIgQIBAREAgQIAAAQIECBAgQIAAAQIEyheQkAABAgQIECBAgAABAgQIEChfQEICBAgQIECAAAECBAgQIECgfAEJmyBwy61/iJO+fHLcdefdDe82/SlrxRZbbNbwXKd1jh83PtZac1pTYufCH+PGNX6F8t5772vKM9xk8ALrz1hv8BcN4YolS5bEY48ProjM9077Ybz81UfF7nsfGB/470/EpZdeEQ8sWtRn4ai+pjV+/PhYMH/n+MB739XXEP0tIDBvpx1i2tSpYzaT/Ltuxx22G7PnezABAgQIECBAoFZgXETtoX0CBAgQIECAAAECBAgQIECgTAGpCBAgQIAAAQIECBAgQIAAgfIFJCRAgAABAgQIECBAgAABAgTKF5CQAAECBAgQGI7A61/36jj1lK/Ead/9elx4/hlx2UVnx9WXnx8/Ou2bkQuVDOfeq7r2wosvjSuuurZhEYuJkybERk/dcFW36IjzuVjM5EmTm5J16zlbjfjn2pSJusmwBNZfb71YY/U16u6xeMniuP+BRXX9A+l46KGH4zvfPS2OeP0xMX+3/eOlh70uTvnO9+N3v7s5Hn10YAVtcgGaPXZfEP921OEDeaQxoywwa5OZsdPc7SP/zhnlR6943ISJE2L+/J1ipP/+rHhgC+8sXro4li5Z0nCGY/kZNZzQIDufePKJ+OKXvhZbP3vhINvgxx9x1NGDnJ3hBAgQIEBgpUDjsp0rz9sjQIAAAQIECBAYCQH3JECAAAECBAgQIECAAAECBMoXkJAAAQIECBAgQIAAAQIECBAoX0BCAgQIECBAgAABAgQIEGgrgQ03WD+e+YynxxabbxbTn7JW9wv/kyZOjGlrTI1tt50z4lmuvf5XDQtXTJwwMWasu+6IP79dHrD66lOaMtUpU1aL8eMn1N0rFwK446676vr77HBiSAJ3331vw+vWWXvthv1D7Zw6bY2GBUSWLo1Y/OTiod62x3U33PibOP7DJ8QLD31V7LjLXvGOY98f5//8onhg0aJYmh/UY/TKg0mTJsWeeyzs/l2zstdeKwjsMm9uzFhvvYZTueXWP8QPzzirae3c8y9o+Ls/P3zWzJlx4AH75d2ObnfddU88/OgjdQb57+P/Z+fO4+wazweAPzf7TkISW4LYJXYh1lBLLbWrXdXSqhatFqVql1L8GkWp1lJVtRbVUmvthNgJQoIktiQkZN/98t520pm5Z5KZycxk5szXJ2fuOc953/e8z/fc+97rj/MsW8drRslF6igwdvz4mDptasloKYcevuNLXAQIECBAoPEJtGh8UzIjAgQIECBAoBkJSJUAAQIECBAgQIAAAQIECBDIv4AMCRAgQIAAAQIE6j2NDwAAEABJREFUCBAgQIAAgfwLyJAAAQIECBAgQIAAAQIECDQJgblfz8ssFNG5S6dYZ6016z2Hz7+YELNmz6r369TTBRps2G7dutbJtVZYfrno0L59yVizZ82Jjz/5tCQuULcCU6dOyxywQ8cO0a/vOpnnahNccYXlo3Xr1iVdZ8+aHR9/XD/3+b77H44TTjotttx217h08O/mv58+K7l+WaDXiivGTjsMLDv02kgEtt16QGQVupoze048/sQz8YtfXlBn2xlnDooPRo3KzDzNIc0l82QzCn722biYMT37+7Fr16WbhMTCclhu+R5NIgeTJECAAIHmLaD4TPO+/5Wyd0iAAAECBAgQIECAAAECBAjkX0CGBAgQIECAAAECBAgQIECAQP4FZEiAAAECBAgQIECAAAECBAjkX0CGBAgQIFAbgTFjPo5Zs0ofbm/btm2su3b9F5+pas5z5syNyVOmVHW62cWX69kzVu7da7HzXnWV3tG2bZuScaZNnRafjR1XEheoW4HPxo6NefPmlQy6VOdOsfLKK5XEaxvo3WulaNWqZUn3qdOmxtjx40vidR248aZb44cnnBLvvjsyc+i27dpE7zp4P2cOLlgrgc032yTWXnuNzL4TvpwYzw4ZmnmutsFUiOmFF16OtNZnjdF33XVim60GZJ1qNrFRo8fEhAkTM/PtuVzdFG455afHx0tDHo0hTz4Q9/39lvjzDVfFBeeeEfvvs2fmdWsaXFgOPbp3j44dO9R0SO0J/FfACwECBBpGQPGZhnF2FQIECBAgQIAAAQLZAqIECBAgQIAAAQIECBAgQIBA/gVkSIAAAQIECBAgQIAAAQIECORfQIYECBAgQIAAAQIECDQJgfc/+DCmTJ2WOdf11+8bacs8WUfBZZfpFm1alxZDmTt3TnxRxUP3dXTpJjXM0l27RL9+ay/2nNdZa61o0aL0EcpxX3wRzz1Xt8UlFnuyORzggw9Hx8yZpcWe2rVvH+uuvVadZLxy716xWp9VM8f66svJ8fwLL1U4l4o/7LTDwDjxR8fGZb8ZFHff8ed49sl/FYtRHHLQfhXaZh5UERz5/gdx5933xvTpM0patG7VOpbt1q0kLrDkBLYc0D+6Ld01cwLvvPNeyfsms2ENg0OefzG++mpSZq+uXZeK7bfbOvNccwqOGjMmM90eyywTW2zRP/NcTYKpUFXbtm2jUyqANX/t2HjD9WPvPXedv+1Wk2EW2raqHLp3Xya22nLzhfZ1kgABAgQILGmB0v9zWtIzcn0CBAgsQQGXJkCAAAECBAgQIECAAAECBPIvIEMCBAgQIECAAAECBAgQIEAg/wIyJECAAAECBAgQIECAAAECBPIvIEMCtRF4/IlnYuy48Zlde/boHnvstnPmuboKbrj+etGuXduS4VJBnFQYp+REMw106tgxNtlog8XKfputBkSvXiuWjPH111/H8HfeK4kL1L3A62+8FRMmflkycKtWLWOzzTaOVAim5GQNA1sM6B/LLtsts1cqCFP5xNprrhGnnfrj+P4xh8eO2w+MNVbvE106d44OHTvEqqv0rty8Rscj3/8wJk+ZXKM+Gi8ZgS222CxatW5VcvGZM2fGiy+/VhKvi8BTzwyJYW+9nTlUKpK1Wf+NIxVTymzQTILpM5TuQeV0l+raZbG/E1bu3StWXTX7M15VwZjK86jOcVU5dO7UKQZstkl1hlhkm4MO2DeGPPVgDH32kXjikX/EnbfdUCym9cvTfxr9N91okf01IECAQFMUMOeGEVB8pmGcXYUAAQIECBAgQIAAAQIEsgVECRAgQIAAAQIECBAgQIAAgfwLyJAAAQIECBAgQIAAAQIECBDIv4AMCRAgQIAAAQJNRuC5516IObPnlMy3ZcuWsftuO8c+e+9ecq4uAptvtklsuukGUSgUSoZLBXFSYZySE800UBeFGLbfbuvo2nWpEsGpU6fFS6+8WhIXqHuBN4e9HSNHvp858Cq9e8c+e+2Wea4mwR2/sW106NC+pEsqYPHWO++WxF965bX49JNxJfH0nltnrbVK4g0VmDZtesybO6+hLtesr7P7bjvFSisun2nw6Wdj49F/P5l5ri6CTz/7fEyfPiNzqBWWXy523mm7zHMNFaxqbpWuX2+HL778anwxYWLJ+K1btV7soiqpUFWP7t1Lxk5rRSoYU3KiloEXhr4cn39RmkNaY7bcYvNYf/2+tRz5f9123WWH6NSpY7Rv3y6WWaZrpKJaqZjWXnvsViyo9b+W9ggQIECAQM0EFJ+pmZfWBAgQIEAg5wLSI0CAAAECBAgQIECAAAECBPIvIEMCBAgQIECAAAECBAgQIEAg/wIyJECAAAECBAgQIECAAAECBKoSePTxp+KzceMzT3fp3DmOP+7o2GarAZnnaxvs2LFDfO/Iw6L7ssuWDJEK4aSCOCUnFhnId4OVVlghDvz2XrVKMt2/7bfdOtLD/pUHGPPxx/Hwo09UDjuuJ4EXX34tUnGHysOnognf2n2XSJ+Nyueqe3zYIfvHBuv3y2y+sCIiH3w4Kr7++uuSfn1WWzlSYZKSE9UMLLtst2jXrl1J69lzZsfnEyaUxMsHPh//RcyZM7d8yH49CQzceqvo3KlTyejpPfHWW+/GqNFjSs7VVeCZZ1+IseNKix+l8du0aRMbbbBe2l1i28SJXy6xa6cLv/76sBgxIrtg1bprrxXpM5/a1WarqlBVKhSTCsbUZsysPqno1muvvZm5xiy/XI846Nt7Z3WrdiwZJIusDum9ld5jWefECBAgQIBAdQQUn6mO0pJq47oECBAgQIAAAQIECBAgQIBA/gVkSIAAAQIECBAgQIAAAQIECORfQIYECBAgQIAAAQIECBAgQIBA/gVkSIAAAQJNRiA93P7U08/G3LnZhR569ugRv7rgzDj6yMPqJKc03qW/Pi/69984CoVCyZgff/JZ3PvPB0vizT3QqnWr2HXnHWtcCCgVMznisANj2e7LlBCmIiBPPPlsTJ06reScQP0I3HbH3fH+h6MyB19nrTXijNNOyjy3qGAqMHTkEYdEKmJTuW36bD83ZGiVRUSGDH0xJk+ZUrlbpOJTBx2wb60L4nxj4DaZRU2mTZse7wx/r+R61Qm0bds2llqqSzSV//ba7/Dot9HWFbbNt9457r3vgUaRwsq9e8W6666ZuRan98QTTz9Tr/NMhW1SoZN58+ZlXqfvuuvUeM3LHKiOg10a8D3478eenv/5nFySQfqs77/vXrFan1VLzi0qkAq2ZBWqSgWHUqGYVDBmUWPU5PxjTz4dkyaX5tCyZcvYYfuBccxRh9dkuAVtU+7JIFksCP53J72n0nsrvcf+G/JSnwLGJkCAQE4FFJ/J6Y2VFgECBAgQIECAQO0E9CJAgAABAgQIECBAgAABAgTyLyBDAgQIECBAgAABAgQIECBAIP8CMiRAgAABAgQIECBAgMDCBP7y1ztjxIgPqmzSdeml4sQffS9uv+X62HH7gVW2W9SJVMjiT9deEVtvuXmkh84rt581a1bc98BDMfL9qudSuU9zOu7eY9k484yTq12MIRWeueTCc6os9DP83ZFxw41/rTbheWedFm++8nTmdu3vL6v2OM25YSr08+BDj8XMmTNLGNJnYrdddo4LB51Zo4IvqfDMaaf8JFJhp5JB5wc++ujTuPX2e+bvZf+77/6H470R72eeXL/furUqiJOKW2y5Zf/MoiYjRn4QDz38WOb1FhVs07pNLLtMt0U1c76aAjvvtF2ssPxyma0//uTTePyJ+i0+ky785NPPxcQvv0q7JVvXrkvF9tttXRJf0oFOHTpGKtzTEPO48+57Y9iw4ZmXWq3PKnHxr86uUQGab2y/TVRVqGrCxC9r/dnMnOB/g/964JEYMuTFSMVt/hta8JK+p4757qFx1PxtQbAaO6v1WTUGnXv6/NxXyWz9+RdfxIO1XGcyBxQkQIAAgWYpoPhMs7ztkibQZARMlAABAgQIECBAgAABAgQIEMi/gAwJECBAgAABAgQIECBAgACB/AvIkAABAgQIECBAgAABAgQIEMi/gAwJNCmBUaPHxGVX/D7GjhtX5bxTYYx1114zBv/fBfHQ/XfGWWecHP36rlNl+7ITm2+2SbFt6nPGaSdFr14rZhakSA+lv/zya3HjTbeWdfWaIZAKRVxw3hlx4Lf3yTj7v1D/TTeKP113ZWyz9RaZhX4mT5kcd939z0jFUP7Xy15DCFx7/U3x0iuvZRZiaNWqZXxr153jd5dfHOuv33eR0zn6yMPiVxecGSuvvFJm2+nTZ8Qtt9+5yIJODz/yWKS2lQdJn/vd58/numt+W635pP4nHv/9OOGH34/OnTqnwwpbKrrz1NNDKsSyDsZP+CKmT5tecqp9+3axw/bblhTn2W7gVtFQxUBKJtWEA5v33yTatGlTksG8efPi1VffaJD1IRW4+XDU6JI5pECLFi1is/4bL7F7+/mECTF7zuw0lQrb8iv0iL333K1CLBV/WpzibBUGq3SQvhfHj/u8UjSK36VrrbV6XPnbX8e++3wrFvXfscccERec+4vMQlVz586NJ598Nh557IlFDVOr8zfefFt8/MlnmX07de4UJ/zomEjF0pJjZqNywZRryrlfv3WLBuVOFXfnzJ4TDzz4aDz/wkvFY38IECDQAAIukVMBxWdyemOlRYAAAQIECBAgQIAAgdoJ6EWAAAECBAgQIECAAAECBAjkX0CGBAgQIECAAAECBAgQIECAQP4FZEiAAAECBAgQILAogaeeGRLX/PHPkYqSLKxtoVCIVADlgP33jlv/8sd4acij8dRj98Xdd/w57rrtxuKW9lMsnUtFK1Lb1KdQKFQ59HvvvR8XXnJ5gxQ7qHISTeTEMt26xi9P/2nce9df4qc/Pm5BEaD00P6hB+8X1//h8rjmd/8X66y1ZuaD+anIwGOPPx2333lPE8k4f9P89SVXRHrPZ2VWKBRi0403jBuvuzJuvfna+N7Rhy+4x6n9tttsuaCg009OODa6Lr1UCpds6T4//Ohj8Ze/3llyrnIgtXnltdczC+KkAjSpiNT111weN1x7ZXE+6bhsjPS+23P3XeLCQWfGIw/8Lb531OElxWFS21RgKhXdScV30vHCtsmTpsTM2aVFP1KfVIzkH3ffHJf9ZlBxS9e86PwzY4P1+qbTtmoKbLPVgFhj9dUyW0+c+FU8+dRzmefqI/j0/O+fWbNmZQ6dvjt23mm7zHPZwbqLTpkyNebNnVcyYOtWrePIIw4pft/9etDZxTX373f+OU44/piStnURSN/Pd9/7r6jKqNdKK8TZZ5wSf//bTcXvhPKfz/LrxfE/PCa6dO6cOaURIz6Ia2/4S+a5ugi+/vqwuP5PN1f5GyOZ7rrLjnHf328peh5+6IEl6176vks5plxTzlnzSuvMiy+9Er/7/fVZp8UIECBAgECNBBSfqRGXxgQIECBAoIEFXI4AAQIECBzjPloAABAASURBVBAgQIAAAQIECBDIv4AMCRAgQIAAAQIECBAgQIAAgfwLyJAAAQIECBAgQIAAAQIECBBolAKpGMnF/3dlfDFhYrXn17Zt22LxizVW7xNrrrlacUv7XZdeKtK5RQ2UHhR/88234pTTz4mR73+wqObN8vyc2XNizpy5FXIvFArRZ9VV4qjvHhqpCNCbrzwdjz54V5x+6kmRinO0adOmQvuyg7lz58Yzzz4fgy4aXBbyugQE0nt98OVXxyefflbl1VMxhn7rrh0/Pv7YBfc43eerLr84FlXQKd3nfz30aI3u88IK4qRJtmvXNvpvsmFxPqmoVJpL2tL77lcX/DL22O2bsVzPnpkFj1L/VGwnXSPtL2p7c9jbMX7c55nNCoVC9OjePXbcfmBxS9ds275t9F55pcz2gtkC226zRXTtulTmyQ9Hj45U8CTzZD0EH3r48So/C2kt23qrAfVw1UUP+f4HH8aUqdMyG7Zq1bL4fbf7bjsV19xOnTtF5/lb+cIvmR1rGbz8d9fEP/75YMyek12UKRWJWq3PqsXvhPKfz+qsF2kduuyK38eo0WNqObvqdUu/Mf543V9iyuQpVXZoN3+dSd9hPz/5hJJ1L33fpRxTrlkDpN8T7747UiG7LBwxAgQIEKiVgOIzNWDTlAABAgQIECBAgAABAgQIEMi/gAwJECBAgAABAgQIECBAgACB/AvIkAABAgQIECBAgAABAgQIEMi/gAwJECBAgEB1Be6+5744+ednxVvvvBvpQe7q9qtNu1RQ5ZHHnowf/+yXCs8sBHDClxPjscefKilAs5AumaeS96P/frJY6GdqFQUVMjsK1otAKu5xxlmDYsTID+r0szZz5sy49fZ74rRfnBc1uc/VKYhTW4hUxOPCSy6r0ed8yNAXqyy0UXkeqVBPj2WXrRx2XIVAx44dYsMN14sWLUofqZ41a1Y8/cyQKnrWTzgVPXnrraq/c1JBs1TkpX6uXvWojz/xTLz33siqG1Q607FDx+jZvXvU139nn//ruP2OeyN9xuvqGumzmdahtB7V1ZgLG+f6P90cg6+4pkZF7hY2Xtm59Htl2LC349RfnFujdaasf95e5UOAAAECdSNQ+kupbsY1CgECBAgQIECAAIG6EDAGAQIECBAgQIAAAQIECBAgkH8BGRIgQIAAAQIECBAgQIAAAQL5F5AhAQIECBAgQIAAAQIEGrXA0BdfiQMOPiouu+Ka+Gzs2DotjJESTw+Jjxr1UZz3q0vipJ+dEWPHjUth20IEbr3j7rjtjntqXXTgiwkT44qr/hg/PfXMGhUkWciUnFq0wCJbpM/aoUccG/c98HCkoh+L7LCQBmWfq3POuzguvHjwQlpWfSoVoDj5tLPjjTeG1cnnPhU8SmN+7wc/jZRr1VcuPXPDjX+Nl158tdrzWGGF5UoHEckU2GP3XWLlXr0yz33+xYR4fujLmefqM/jE08/E5ClTMi/RuVOnGLj1Vpnn6jt44023Vvs7qk3b1tF75ZXqdUrpsz3o14NjzEefLNZ10mdzyJChcdLJZ9b4s7lYF57f+bb532d1WeQuFeO59fa74ugf/EThmfm+/hEgQIBA3QkoPlN3lkYi0AwEpEiAAAECBAgQIECAAAECBAjkX0CGBAgQIECAAAECBAgQIECAQP4FZEiAAAECBAgQIECAAAECBAjkX0CGBAjURuC6G/4SO+6yX5x7/iXx5rC3F7s4RiqukcZJ4+2+90Fx193/rM20mm2fVHTgxJNOj7feebfaBTmmTp0W/7j/wTjg4KMj3c9mi9eIE0/36LRfnBcn/OS0SMUgZsyYWaPZpqIzY8Z8HJcO/l2kz1W63zUaoFLj118fFgd/59jieGncNH6lJos8nD1ndqRxTj71rDju+JOrXbwjyv2XXM44+8J4+tnnIxXKKHcqc3eZbt0y44KlAptuvEF06NC+9MT8yPDhI4r3bv5ug/677/6H470R72des1AoRL++68TKvbML5mR2qqNgKp406KLBkQqmLeqz0Kplq1hmmfp/H6bvzv0P+m7cdPNtkQqLLWpe5SlS2xEjPygWfzvmuJOWWLGWVIzqgIOPimSb7vvcuXPLT7Na+2mtfOrp5+LI759YHCetGdXqqBEBAs1AQIoE6kZA8Zm6cTQKAQIECBAgQIAAAQIE6kfAqAQIECBAgAABAgQIECBAgED+BWRIgAABAgQIECBAgAABAgQI5F9AhgQIECBAgAABAk1K4M67742DDvtebLz5N+Kkk8+IO+66N954Y1ixoER62DurMESKTZk8JUaNHhOPPf50pMIpu+5xUHGcNN7iAhzzg59Ev422LtlSfHHGfv6Fl+IbO+9TMu5G/bePK6+6dpFDpzapbeW5pTHT2IscYBENnnnuhUgP7J/0s19GKorwxRcTY9bs2Qt6JfeJX34Vr776Zvzmt1fHnvseFqefcX7xXi1oVMuds867qMSlLM/Fda/llKKqOaV7kO5FbcddEv3SvU3FIHbf6+DivXv51dcj3d+ZM2dWmE66x+mzNfL9D+L2O++Jgw//fuy654Fx4023Vmi3uAdpvDRuGv+W2/5WLECV3lup4EMqYFF+/DTHNNc059//8U+xy+4HxiFHHBuPPPZE+WY13h87blyxeM1Z51wYqTBPun7Kv2yg9N5PbR586N/zza4qC3tdhMDJp51d5Wf5hJNOW0TvGp6uQfMjjvpRlfPaba8Di98n5YdLn/H0WS9bh8pe99rv8PLNFnv/3489FQccelRcc+2NkYrzpO+9ss9Aep02bXqxiEv6zPzl5jtKrpfWx7K5lX9N8ZLG1QykOfz60iti4A57xGm/PK/4WRvz0ScxffqMCsXJ0vxS2w8+HFUsRHbU90+Mvfc/vMbF36paaxfX+tbb74p9vv2d2PeA78bNt/xvnUlrSnmKlEfKLX3e01pw8f9dGQN33COOO+GUJVIsqfzc7BMgQIBAfgUUn8nvvZUZAQIECNSDgCEJECBAgAABAgQIECBAgACB/AvIkAABAgQIECBAgAABAgQIEMi/gAwJECBAgAABAgQIECBAgACB/AvUVYYPP/pEnHv+xXHwd46NHb65b2y+9c6xYf+BJQUDUmzAtrtEKqSRihmkh8rTQ+N1NY/mPk4q6nHc8ScXH77feLPtF/gn92223z0OO/IHcf2fbq6TojPN3bqh80+fk3TvvnPkD4v3d5MBOyy4v6lwRbrH6bOVij6cN+jSYlGY+pzjm8PejkEXDS4WjkrvrU232CHW23ibCnNKc0yFINKcU0GQlENdzune+x6IVJgnXT/lnxzSlt77aR362c/PKhZjqstrGotAeYFUwCW9t/c76LvF772yz0B63WyrnSJ9Hi8d/LtiEZry/Rpi/777H46f/PSM2HWPA6L/ljtW+Hym+aXv6T32ObRYiGzoi680xJRqfI1UTCsVqUuF7tLnPK0p6TNetqU8Um7p857Wgj//5dZI96TGF9KBAAECBAjUQKApF5+pQZqaEiBAgAABAgQIECBAgAABAk1UwLQJECBAgAABAgQIECBAgACB/AvIkAABAgQIECBAgAABAgQIEMi/gAwJECBAgAABAgQIECBAgACB/AvIkAABAgSaqIDiM030xpk2AQIECBAgQGDJCLgqAQIECBAgQIAAAQIECBAgkH8BGRIgQIAAAQIECBAgQIAAAQL5F5AhAQIECBAgQIAAAQIECBAgkH8BGRIgQIAAAQIECBAgQKB6AorPVM9JKwKNU8CsCBAgQIAAAQIECBAgQIAAgfwLyJAAAQIECBAgQIAAAQIECBDIv4AMCRAgQIAAAQIECBAgQIAAgfwLyJAAAQIECBAgQIAAAQIECBDIv4AMCTRRAcVnmuiNM20CBAgQIECAAAECBJaMgKsSIECAAAECBAgQIECAAAEC+ReQIQECBAgQIECAAAECBAgQIJB/ARkSIECAAAECBAgQIECAAAEC+ReQIQECBAgQIECAQPUEFJ+pnpNWBAgQINA4BcyKAAECBAgQIECAAAECBAgQyL+ADAkQIECAAAECBAgQIECAAIH8C8iQAAECBAgQIECAAAECBAgQyL+ADAkQIECAAAECBAgQIECAAIFGKlCHxWcaaYamRYAAAQIECBAgQIAAAQIECNShgKEIECBAgAABAgQIECBAgACB/AvIkAABAgQIECBAgAABAgQIEMi/gAwJECBAgAABAgQIECBAgACB/AvIkAABAgQIVE9A8ZnqOWlFgAABAgQIEGicAmZFgAABAgQIECBAgAABAgQI5F9AhgQIECBAgAABAgQIECBAgED+BWRIgAABAgQIECBAgAABAgQI5F9AhgQIECBAgAABAgQIEGikAorPNNIbY1pNU8CsCRAgQIAAAQIECBAgQIAAgfwLyJAAAQIECBAgQIAAAQIECBDIv4AMCRAgQIAAAQIECBAgQIAAgfwLyJAAAQIECBAgQIAAAQIECBDIv4AMCRConoDiM9Vz0ooAAQIECBAgQIAAgcYpYFYECBAgQIAAAQIECBAgQIBA/gVkSIAAAQIECBAgQIAAAQIECORfQIYECBAgQIAAAQIECBAgQIBA/gVkSIAAAQIECBAg0EgFFJ9ppDfGtAgQINA0BcyaAAECBAgQIECAAAECBAgQyL+ADAkQIECAAAECBAgQIECAAIH8C8iQAAECBAgQIECAAAECBAgQyL+ADAkQIECAAAECBAgQIECAAIH8C1QvQ8VnquekFQECBAgQIECAAAECBAgQaJwCZkWAAAECBAgQIECAAAECBAjkX0CGBAgQIECAAAECBAgQIECAQP4FZEiAAAECBAgQIECAAAECBAjkX0CGBAgQIECgkQooPtNIb4xpESBAgAABAk1TwKwJECBAgAABAgQIECBAgACB/AvIkAABAgQIECBAgAABAgQIEMi/gAwJECBAgAABAgQIECBAgACB/AvIkAABAgQIECBAgAABAgT+I6D4zH8c/M2ngKwIECBAgAABAgQIECBAgACB/AvIkAABAgQIECBAgAABAgQIEMi/gAwJECBAgAABAgQIECBAgACB/AvIkAABAgSaocCVV10bG/XfPvpttHWF7Rs77xPPv/BSMxSRMgECBAgQIEAg9wISJECgkQooPtNIb4xpESBAgAABAgQIEGiaAmZNgAABAgQIECBAgAABAgQI5F9AhgQIECBAgAABAgQIECBAgED+BWRIgAABAgQIECBAgAABAgQI5F9AhgQIECBAgAABAgT+I6D4zH8c/CVAgEA+BWRFgAABAgQIECBAgAABAgQI5F9AhgQIECBAgAABAgQIECBAgED+BWRIgAABAgQIECBAgAABAgQI5F9AhgQIECBAgAABAgQIECBAgED+BRpphorPNNIbY1oECBAgQIAAAQIECBAg0DQFzJoAAQIECBAgQIAAAQIECBDIv4AMCRAgQIAAAQIECBAgQIAAgfwLyJAAAQIOqNDOAAAQAElEQVQECBAgQIAAAQIECBDIv4AMCRAgQIAAgf8IKD7zHwd/CRAgQIAAgXwKyIoAAQIECBAgQIAAAQIECBDIv4AMCRAgQIAAAQIECBAgQIAAgfwLyJAAAQIECBAgQIAAAQIECBDIv4AMCRAgQIAAAQIECBAgQGAJCSg+s4Tgm+dlZU2AAAECBAgQIECAAAECBAjkX0CGBAgQIECAAAECBAgQIECAQP4FZEiAAAECBAgQIECAAAECBAjkX0CGBAgQIECAAAECBAgQIECAQP4FZEiAAIH/CCg+8x8HfwkQIECAAAECBAjkU0BWBAgQIECAAAECBAgQIECAQP4FZEiAAAECBAgQIECAAAECBAjkX0CGBAgQIECAAAECBAgQIECAQP4FZEiAAAECBAgQIEBgCQkoPrOE4F2WAIHmKSBrAgQIECBAgAABAgQIECBAIP8CMiRAgAABAgQIECBAgAABAgTyLyBDAgQIECBAgAABAgQIECBAIP8CMiRAgAABAgQIECBAgAABAgTyLyDD/wgoPvMfB38JECBAgAABAgQIECBAIJ8CsiJAgAABAgQIECBAgAABAgTyLyBDAgQIECBAgAABAgQIECBAIP8CMiRAgAABAgQIECBAgAABAgTyLyBDAgQIECBAYAkJKD6zhOBdlgABAgQINE8BWRMgQIAAAQIECBAgQIAAAQL5F5AhAQIECBAgQIAAAQIECBAgkH8BGRIgQIAAAQIECBAgQIAAAQL5F5AhAQIECBAgQIAAAQIECDQXAcVnmsudzspTjAABAgQIECBAgAABAgQIEMi/gAwJECBAgAABAgQIECBAgACB/AvIkAABAgQIECBAgAABAgQIEMi/gAwJECBAgAABAgQIECBAgACB/AvIkAABAktIQPGZJQTvsgQIECBAgAABAs1TQNYECBAgQIAAAQIECBAgQIBA/gVkSIAAAQIECBAgQIAAAQIECORfQIYECBAgQIAAAQIECBAgQIBA/gVkSIAAAQIECBAgQKC5CCg+01zutDwJEMgSECNAgAABAgQIECBAgAABAgTyLyBDAgQIECBAgAABAgQIECBAIP8CMiRAgAABAgQIECBAgAABAgTyLyBDAgQIECBAgAABAgQIECBAIP8CMlxCAorPLCF4lyVAgAABAgQIECBAgEDzFJA1AQIECBAgQIAAAQIECBAgkH8BGRIgQIAAAQIECBAgQIAAAQL5F5AhAQIECBAgQIAAAQIECBAgkH8BGRIgQIAAAQLNRUDxmeZyp+VJgAABAgSyBMQIECBAgAABAgQIECBAgACB/AvIkAABAgQIECBAgAABAgQIEMi/gAwJECBAgAABAgQIECBAgACB/AvIkAABAgQIECBAgAABAgQI1JOA4jP1BFubYfUhQIAAAQIECBAgQIAAAQIE8i8gQwIECBAgQIAAAQIECBAgQCD/AjIkQIAAAQIECBAgQIAAAQIE8i8gQwIECBAgQIAAAQIECBAgQCD/AjIkQIBAcxFQfKa53Gl5EiBAgAABAgQIZAmIESBAgAABAgQIECBAgAABAvkXkCEBAgQIECBAgAABAgQIECCQfwEZEiBAgAABAgQIECBAgAABAvkXkCEBAgQIECBAgAABAvUkoPhMPcEalgCB2gjoQ4AAAQIECBAgQIAAAQIECORfQIYECBAgQIAAAQIECBAgQIBA/gVkSIAAAQIECBAgQIAAAQIECORfQIYECBAgQIAAAQIECBAgQIBA/gVk2FwEFJ9pLndangQIECBAgAABAgQIEMgSECNAgAABAgQIECBAgAABAgTyLyBDAgQIECBAgAABAgQIECBAIP8CMiRAgAABAgQIECBAgAABAgTyLyBDAgQIECBAgEA9CSg+U0+whiVAgAABArUR0IcAAQIECBAgQIAAAQIECBDIv4AMCRAgQIAAAQIECBAgQIAAgfwLyJAAAQIECBAgQIAAAQIECBDIv4AMCRAgQIAAAQIECBAgQIBAXgQUn6n6TjpDgAABAgQIECBAgAABAgQI5F9AhgQIECBAgAABAgQIECBAgED+BWRIgAABAgQIECBAgAABAgQI5F9AhgQIECBAgAABAgQIECBAgED+BWRIgAABAvUkoPhMPcEalgABAgQIECBAoDYC+hAgQIAAAQIECBAgQIAAAQL5F5AhAQIECBAgQIAAAQIECBAgkH8BGRIgQIAAAQIECBAgQIAAAQL5F5AhAQIECBAgQIAAAQJ5EVB8Ji93Uh4E6kPAmAQIECBAgAABAgQIECBAgED+BWRIgAABAgQIECBAgAABAgQI5F9AhgQIECBAgAABAgQIECBAgED+BWRIgAABAgQIECBAgAABAgQI5F9AhgTqSUDxmXqCNSwBAgQIECBAgAABAgRqI6APAQIECBAgQIAAAQIECBAgkH8BGRIgQIAAAQIECBAgQIAAAQL5F5AhAQIECBAgQIAAAQIECBAgkH8BGRIgQIAAAQIE8iKg+Exe7qQ8CBAgQKA+BIxJgAABAgQIECBAgAABAgQI5F9AhgQIECBAgAABAgQIECBAgED+BWRIgAABAgQIECBAgAABAgQI5F9AhgQIECBAgAABAgQIECBAgEAtBZpQ8ZlaZqgbAQIECBAgQIAAAQIECBAg0IQETJUAAQIECBAgQIAAAQIECBDIv4AMCRAgQIAAAQIECBAgQIAAgfwLyJAAAQIECBAgQIAAAQIECBDIv4AMCRAgQCAvAorP5OVOyoMAAQIECBAgUB8CxiRAgAABAgQIECBAgAABAgTyLyBDAgQIECBAgAABAgQIECBAIP8CMiRAgAABAgQIECBAgAABAgTyLyBDAgQIECBAgAABAgQI1FJA8ZlawulGYEkIuCYBAgQIECBAgAABAgQIECCQfwEZEiBAgAABAgQIECBAgAABAvkXkCEBAgQIECBAgAABAgQIECCQfwEZEiBAgAABAgQIECBAgAABAvkXkCGBvAgoPpOXOykPAgQIECBAgAABAgTqQ8CYBAgQIECAAAECBAgQIECAQP4FZEiAAAECBAgQIECAAAECBAjkX0CGBAgQIECAAAECBAgQIECAQP4FZEiAAAECBAgQIFBLAcVnagmnGwECBAgsCQHXJECAAAECBAgQIECAAAECBPIvIEMCBAgQIECAAAECBAgQIEAg/wIyJECAAAECBAgQIECAAAECBPIvIEMCBAgQIECAAAECBAgQIECgqQjUvvhMU8nQPAkQIECAAAECBAgQIECAAIHaC+hJgAABAgQIECBAgAABAgQI5F9AhgQIECBAgAABAgQIECBAgED+BWRIgAABAgQIECBAgAABAgQI5F9AhgQIECBAoJYCis/UEk43AgQIECBAgMCSEHBNAgQIECBAgAABAgQIECBAIP8CMiRAgAABAgQIECBAgAABAgTyLyBDAgQIECBAgAABAgQIECBAIP8CMiRAgAABAgQIECBAgEBTEVB8pqncKfNsjALmRIAAAQIECBAgQIAAAQIECORfQIYECBAgQIAAAQIECBAgQIBA/gVkSIAAAQIECBAgQIAAAQIECORfQIYECBAgQIAAAQIECBAgQIBA/gVkSIBALQUUn6klnG4ECBAgQIAAAQIECCwJAdckQIAAAQIECBAgQIAAAQIE8i8gQwIECBAgQIAAAQIECBAgQCD/AjIkQIAAAQIECBAgQIAAAQIE8i8gQwIECBAgQIAAgaYioPhMU7lT5kmAAIHGKGBOBAgQIECAAAECBAgQIECAQP4FZEiAAAECBAgQIECAAAECBAjkX0CGBAgQIECAAAECBAgQIECAQP4FZEiAAAECBAgQIECAAAECBAjkX6CWGSo+U0s43QgQIECAAAECBAgQIECAwJIQcE0CBAgQIECAAAECBAgQIEAg/wIyJECAAAECBAgQIECAAAECBPIvIEMCBAgQIECAAAECBAgQIEAg/wIyJECAAAECTUVA8ZmmcqfMkwABAgQIEGiMAuZEgAABAgQIECBAgAABAgQI5F9AhgQIECBAgAABAgQIECBAgED+BWRIgAABAgQIECBAgAABAgQI5F9AhgQIECBAgAABAgQIECBQhYDiM1XACDdFAXMmQIAAAQIECBAgQIAAAQIE8i8gQwIECBAgQIAAAQIECBAgQCD/AjIkQIAAAQIECBAgQIAAAQIE8i8gQwIECBAgQIAAAQIECBAgQCD/AjIkQKCpCCg+01TulHkSIECAAAECBAgQaIwC5kSAAAECBAgQIECAAAECBAjkX0CGBAgQIECAAAECBAgQIECAQP4FZEiAAAECBAgQIECAQO4E/nLD7+PNV55esL3+0pNxxmkn5S5PCRFoagI7bj8wLvvNoHj0wbvipSGPLviMps/ray8+ES8883DxXPoMf3Pnb9RtekYjQIAAAQIECBAgUIWA4jNVwAgTIECgKQqYMwECBAgQIECAAAECBAgQIJB/ARkSIECAAAECBAgQIECAAAEC+ReQIQECBAgQIECAAAECBAgQIJB/ARlWLdB/043iwkFnxj/uvjmGPPVgpGIMqShD2t54+akY+uwjcf/fbyu2SW2rHqnpnrnysl9HyjXlnLa//+2mGifz9vDhMW/evAX9WrRoEeustdaC47zunHfWaRWKeSS/utjS/XjxuUfj+acfKhYGueXP18TZZ54a22w1IK+U8qpjgfXX7xvXXj04Lr34vEgFaHr26BFt27atcJWWLVtGhw7tI51bZ501YsUVlq9w3gEBAv8R2HyzTeLfD91dst6/MvSxOP6Hx/ynkb8ECBAgQKCRCDSVabRoKhM1TwIECBAgQIAAAQIECBAg0AgFTIkAAQIECBAgQIAAAQIECBDIv4AMCRAgQIAAAQIECBAgQIAAgfwLyJAAAQIECBBoBAKpGMPtt1wf1/7+sthjt2/GqqusHJ06dYxUjKFseoVCIdq3bxe9e69YbJPa3nHr9bHn7ruUNWnyr4cdsn+kh+oLhcJi5TLsrXdi2rTpFcZYYcWekcauEHRQLYFCoRDt2rWNjh07FAuDrLde3/j2vnvGVVdcEs8++a/49aCzY7U+q1ZrLI2yBcqKs5xx2knZDZpwNBUpuvC8M2PAgP7RqlXLamUyY+bM+OjjT6rVViMCBKotoCEBAgQIECBQhUCLKuLCBAgQIECAAIEmKGDKBAgQIECAAAECBAgQIECAQP4FZEiAAAECBAgQIECAAAECBAjkX0CGBAgQIECAAAECBAgQINCcBFIxj3PP/HlcfNHZse7aa1YoNrMoh1SYZp211oxzz/l5sfhHGmtRfRrz+VSg4sgjDikW2Fnceb7y6psxYcKXFYZZqkuX6Lvu2hViS+4gH1cuFArRpXPn2H23neLmP10dp596UrFATT6ya5gs0uc2uf3hyv8rFmdp26Ztw1y4ga6S8vvRD4+JlVdeqUZX/OrLyTF8+Iga9dGYAAECBAgQIECAQG0FFJ+prZx+ixbQggABq4gyCgAAEABJREFUAgQIECBAgAABAgQIEMi/gAwJECBAgAABAgQIECBAgACB/AvIkAABAgQIECBAgAABAgQIEMi/gAwJECCwhARSUYbBl14Q++7zrWjTpk2tZ9G6VevYbdcd46orLonV+qxa63GWZMc075NOPC569uhRJ9MYNXpMjHz/gwpjtW3btljgp0LQQZ0JdOrcKQ45aN+48rcXN9n3YZ1hVHOg9Nm/85Ybim7Jr5rdmlSz7x/9nVh7jdVrPOcJEyZG+hzXuKMOBAgQIEBgYQLOESBAoAoBxWeqgBEmQIAAAQIECBAg0BQFzJkAAQIECBAgQIAAAQIECBDIv4AMCRAgQIAAAQIECBAgQIAAgfwLyJAAAQIECBAgQIBAcxBIhWd+e+mg2GLz/lEoFBY75UKhEBtvuH6cfsqJkcZe7AEbcIA03zTvNdboU6dXHf7eiJg9Z3aFMVdfvU+T86mQQCM/KBQKsenGGzTJ92FD0/7h6t/EWb84JXr1WrFO1oCGnn91r7fJRhtGq9atMpt//fXXMW78+HjiyWfj3vseKG5p/70R78fbw4dn9hEkQIAAAQIECBAgUB8Cis/Uh6oxCRAg8B8BfwkQIECAAAECBAgQIECAAIH8C8iQAAECBAgQIECAAAECBAgQyL+ADAkQIECAAAECBAgQIECAAIH8C8hwCQj85IRjo3//jTOLTqSCDJ9/PiFuv/Oe+OGJp0a/jbYubiedfEbc/69HYtLkyZkzLhQKxTHPOO2kzPONMdizR4+4/DcXxuabb5ppsThzfnPY2zFp0pQKQ3TvvkxsteXmFWLN4WDevHkxZszH8e67I2u9ffHFxJg+fUak9+fCzAqFpvc+XFg+9XWuZ4/u0apVy/oavlGMu8lGG8TyK/TInMuUyVNi8OW/j2/svE/86Menxi9+eUFxS/v7fPs7MeiiwZn9BAkQIECAAAECBBZLQOcqBBSfqQJGmAABAgQIECBAgAABAgSaooA5EyBAgAABAgQIECBAgAABAvkXkCEBAgQIECBAgAABAgQIECCQfwEZEiBAgAABAnkX2HWXHWO3XXeKli1LC0/MnjM77vn7/bH73gfFeYMujSefenYBx8OPPhGn/uKc2Gf/I+KpZ4bEnDlzF5wr20ljbjdw69hn793LQo32df31+8ZvfzMoNquiCM/iTvzxJ56JsePGVximY4eOscF6fSvEmsPB3Hlz474HHo59Dzyi1tvAHfeI/lvuGHvv/534059viS8mTKySLr0PB267VaT3epWNnMi9wHLL94iO7TuU5JkKGD359JC4/k83l5wTINC8BGRLgAABAgQINBYBxWcay50wDwIECBAgkEcBOREgQIAAAQIECBAgQIAAAQL5F5AhAQIECBAgQIAAAQIECBAgkH8BGRIgQIAAAQIECBAgQIAAgToU6NixQxxy0H6xVJcuJaPOmjUrbvjTrXHmuRfG1KnTSs6XBcaOGxfHHX9y/P3e+yMVqymLl7126dw59t37W5GuVRZrbK/f2H6buOj8s6Jf33WiUCjU2/SGv/NepEIXZRdo1aplrLXm6mWH/3u1V22Bke9/EJcO/l0c9b0T46VXXqvgW36Q9B7fb/77sHzMfvMSaFloGYUWpY/xzpgxM159/Y3mhSFbAgQIECBAgACBRi1Q+qu1UU/X5BZHQF8CBAgQIECAAAECBAgQIEAg/wIyJECAAAECBAgQIECAAAECBPIvIEMCBAgQIECAAAECBAgQIEAg/wIyJECAQJ4F9th9l1hrjdLiJ/PmzYuHHn08Lv/dNdVO/+zzfx3//vdTmcU/0jXStao9WAM2PPWUE+PC88+M3r1XrPervj383UiFLspfqFevlYpFb8rH7NdcIBWhOfW0c+P114dV2XmdddaMnXfavsrzTuRbYNnuy0Qq+FQ5y1mzZ8XnX0yoHHZMgAABAs1QQMoECBBoLAKKzzSWO2EeBAgQIECAAAECeRSQEwECBAgQIECAAAECBAgQIJB/ARkSIECAAAECBAgQIECAAAEC+ReQIQECBAgQIECAAAECdSiw7dYDokOH9iUjfvLp2PjrrX8riS8qcNU1N8To0R+XNEvX2HWXHUriSzKw1Rabxe23XB+HH/zt6NixQ4NM5fU33ooJE7+scK1uXZeO9ddbt0LMQe0Exo4bFzfceEt8MWFi5gCdO3WK/ptsmHlOsNEJ1PmE0jrUomXpY7wzZ86Mr76aVOfXMyABAgQIECBAgACB2gqU/mqt7Uj6ESBAoNELmCABAgQIECBAgAABAgQIECCQfwEZEiBAgAABAgQIECBAgAABAvkXkCEBAgQIECBAgAABAgQIECCQfwEZ5lVgm60GRN911ylJb968efHsc8/H668PKzm3qMDI9z+IR/79eMyZPaek6Sq9e0e6Zizh/3r26BGXXHhOXHHZRbHu2mtGoVBosBm9OeztGDPmowrXa9eubayz1poVYg5qL/DIY0/E88+/FF9//XXJIC1atIjV+qxaEhcgQIAAAQIECBAgQCAJ2BqLgOIzjeVOmAcBAgQIECBAgAABAgTyKCAnAgQIECBAgAABAgQIECBAIP8CMiRAgAABAgQIECBAgAABAgTyLyBDAgQIECBAgEAdCQzYfNNYaqkuJaNNnjIlhrzwUkm8uoFHH38qxn3+eUnzdK10zZITDRRIRWfOP+cX8fc7/xy77rJjtGnTpsorfzFhYjz51LNVnl+cE8PfHRFz5sxdMEShUIi11l5jwbGdxRd49fU3YsaMmZkDLdezZ6zcu1fmOUECBAg0KgGTIUCAAAECBJqtgOIzzfbWS5wAAQIEmqOAnAkQIECAAAECBAgQIECAAIH8C8iQAAECBAgQIECAAAECBAgQyL+ADAkQIECAAAECBAgQIECAQFMVWGvN1aNVq5Yl0//4k8/ioYcfK4lXN/D668Ni9OiPSpqna22wXr+SeEMFfvSDo2KfvXaLTp07VXnJr7/+OkaM/CBO/vlZ8fnnExa0q8ud194YFlOnTa0wZM8e3WO7gVtViNXHQceOHeI7hx0Uf77hqnjikX/Eyy88Fm++8nRxe+Plp+LF5x6NRx+8Ky77zaDYfbed6mMKDTLmB6NGx9QpFY3LLtyufZtYbrkeZYe1ek2FjE4/9aR46P4749WhTxT9XnvxiXj68fvi2qsHx/777FmrcVfrs2qc8KPvxV9u+H089dh98dKQR4tjl92jdK1nn/xX3HXbjXHWGSdHv77r1Oo6S7JTsjvqu4cWndJ7ML3n0nuvLMfkOOSpB+Mfd98cFw46M7bZasCSnG6trt2Yc0xzq4/3bnmoHbcfWFxD0lpS/j2c7nO63+lzk+5t/003Kt9toftlY6b3TOV1a+izj8T9f78tzjvrtEifoYUO1IhOprn+6oJfFtfi9L5Pn4H0GU85pjU45Vyb6aZxf3LCsXHbX6+LtF6U90rXSPckXSN9D6TPYnpP1OY6DdknfXcd+O194g9X/6bold5H6f2U8klbcku5NvTauPlmm8QZp50Ut/z5muK80nux/LzS3NJxipeZpzU+3aP68Evf2+m9869/3B7pmunaaQ5lW7r36bvljluvb7DvkPQ9lb6v/v63m2LIkw8s+M5Mc0rzS/cyrRXp3qZ7nO51fdgYkwABAk1RQPGZJXfXXJkAAQIECBAgQIAAAQIECBDIv4AMCRAgQIAAAQIECBAgQIAAgfwLyJAAAQIECBAgQIAAAQIECBDIv4AMCRAg0OQE0sPA6aHo9KBt+S09dHvxr86ps3y+d/Th8fLz/65QrCJd74VnHo6DDti3wnXSw8C9eq1UIVZ28N57I8t2a/06/N0RMWfO3JL+y6/QIzbZaIOSeGMIzJo1K+66+59x6BHHxtAXX6m3KT3z7PMxfvwXFcbv0qVTrQuJHP/DY+KVof8rIpPueTpO8bKLpIe5f37yCfHAP++IU392fGy84fqxzDJdo03r1mVNolAoRLt2bSMVIkhFDy664Kx45IG/xdFHHragTVPZmTxpSsycPbtW073295eVfIb+/dDdkYoMpAFTMZTr/nBZHHLQvrHC8sstKODUsmXLWHqppWLAgP5x9pmnxH333Br77vOt1GWR21ZbbBZ/vfGauPO26+PYY46IDTfsF12XXiratm1boW8q4NSlc+dYc83V4oD9946bb/x9pAf6jzj8oArtFnWw5+67xPNPP1Qhz6qKIaQc0nuq8pYKfSzqOuXPr79+37j6ikvivr/fEj/98XFFp/QeTO+5QqGwoGly7NSpY6y6ysqxx27fjKvm90nFSn58/LGR3scLGi5iJ82v8px/8L3vRutWrUt69ujePa675rcVPMr6Jt+SDlUEGjrHytOoz/ducigzKXtNsfJzSO+Ve+68KQb/3wWR1pC0lpR/DxcKheIakz436d7+8erLikWIklv5ccrvVx4zvWfaVFq32rdvF717r1j8vN1xy3Xx28G/Kq5j5cdp6P1kU+ZU9ppiZfPYZ+/di++59FlMOaX3fTqXPuPpOPn93yXnxe23XB9pfUjnFrWlsW79yx+L68gxRx0efddZK9J6Ud4rjZHuSbpG+h746fzPYvpMDv6/QbGw+5D6LYktzek3F58fj/7rrjjzFz+LLQdsVvzuqrxuJLeUa/m1MRVYSSZ1Pe/0vj73zJ/HE4/+I9Jn7uAD94v11utbnFd6LxYK/1vP0rULhUKkeJl5WuPTWp/uVV3ML80nFZRK80nf2+m902ulFYrXLBQqziXd+/Tdss5aaxa/Q2656Q/FImo1XV9TXova0vdSes+n76n0fZW+Y1Lxv3SvyvoWCoXimpBySPc23eOH//W3OP+cX5T/DJc190qAAIFmJ9Ci2WUsYQIECBAgQIAAgWYsIHUCBAgQIECAAAECBAgQIEAg/wIyJECAAAECBAgQIECAAAECBPIvIEMCBAgQIECAAAECBBYlcN/9D8f7I0eVNCsUCrHuumvGyr17lZyrTWCjDdaLNm3alHQdNWZM/OO+ByrEV155pViqc6cKsXQwa/bs+OijT9LuYm0j3v8gUjGXyoN06dwl1lpr9crhJXr89ddfx1vvvBsn/OS0OPv8X8fUqdPqdT5p/BEj3q9wjVQQY6016sel/6Ybxc03XhOHHXJAsaBJhQsv5KBQKMRyPXvGT044Nm649spID44vpHmjOjV58pSYm1H8aHEnmQrPnHPWqbHKyr2LxXqqGq9QKBSLYQzov2lVTYrx9MD91VdeGr+7/JJi4Yf0PiieqOafVLAi3ZeTT/pRsUhFutfV7FqLZrXrkgrGpEINf/rjFbHN1lsUCw3UZKRCoVAs8nPMUYfFnbfcUCxIU5P+DdG2KeRY1+/d8q5l+f/ytJ/G6qututDPRvl+qQhFKtb020sGldzXNOb5Z59eLDhSkzHTd+AO220b1//h8kg5l79eY9lPhThO/dnxseyy3RY6pfT5XnO1PrFZ/40X2i6tAddePTjOO0kP3OcAABAASURBVOf0YhGzmq4j7dq1jZ2+MTD+cOX/xYnHf3+h12rIk6eecmJxTjvvtH2koiU1uXaySwVWkklaY9NaW5P+VbVNc/r7nX+O/fbdI5bp1rXa7/XK46V7lIoALu78UhGnv970+zj04P1qNZ9Coe7X1/Q9lIompe+l9N5M96Jy/gs7TkWE9tlrt7jt5mvjwG/vs7CmzhEgQCD3AorP5P4WS5BAIxYwNQIECBAgQIAAAQIECBAgQCD/AjIkQIAAAQIECBAgQIAAAQIE8i8gQwIECBAgQIAAAQIECBAgQCD/AjJskgIvvfJqzJk9p2TuPbp3jy0G9C+J1zSw+WabxNprr1HSbd68efHGG2+VFFTpvdJK0aZd25L2s2bMjNEffVQSr2ngs7HjYlpGEZfWrVvHiissX9Ph6q39FxMmxmVXXBMHHHxUPPPcC9FQ/6ViNzNnzqxwufSQdl0VIiob+BvbbxMXDTqzRgUhyvqWvRYKhei/yYZxyYXnNJkCNMst1yPatS8txFSWU21eW7VsGd/9zsFR3SIGqcjQs0Oer/JS6d7ckAqybDUgUhGOKhtW40ShUIh1114zLvu/QXHYIftXo0fDNFl//b5x3TW/jX33+VZmYayazKJQKESvXitGKv5z0ok/qEnXem3bFHKs6/duedBUJGbwpRcs1j3u3mPZ+MmPj11QLCaNmdabPffYJVKRjvLXq+5+KrB20onHNbo1K63zhxy0X3Tu1LlaqUz4cmI8O2RolW3TOnLF4IsiFfFZ3HUkFXg5+ruHxlWXXxzpHlR50Xo+kdbYVDDm0AP3q3HRmcpTSyapCNHiFiNKc0oFfg4/+NuLPafyc0zz23rLzePii86u8Xv1qPn36ozTTqr2d1L561beLxT+s76m8dK4lc9X9zgVi7n01+cVv48KhUJ1u2W2S8WZTjv1xEjFyzIbCBJoTgJybbYCis8021svcQIECBAgQIAAAQIEmqOAnAkQIECAAAECBAgQIECAAIH8C8iQAAECBAgQIECAAAECBAgQyL+ADAkQIECAAAEC1RFID4+nh8grt+3QoX1suvEGlcM1Pt5yQP/otnTXkn4Tv/wqnnz6uZJ4j57do3WrViXxaTOmx+efTyiJ1zTw+uvDYvLUKSXd0oPWPXt0L4k3dCC53HTzbbHbngfGdTf8paEvH8Peeie+mjSpwnW7dVs6NtqwX4XY4hx06dw50oPk6aH5xRmnrO8aa/SJkxpR0Y+yeWW9pofWO7Rrn3UqZkyfFZ99Ni7z3MKCO+24XWyyUfU/q2M+/jgefvSJzCH32Xv3OPuXp0bv3itmnq9tcKkuXeKEH34/fnjsUbUdos76pYIPF553ZvTru04UCotXhKD8pNq2bRvfOfzARlGQoKnkWJfv3fL3Iu2nNWbz/pss9j1O61Qq7pSKnqQxt9py82jZsmW6RK23tGb98Ngja90/q+PixtJ8VuuzSrWHeeed9+L5F17KbL/Hbt+MM0/7WZ2uI8l8m623iN9eOmiJFKBZrc+qxUIsW9fB/S+PlooRpcJV6TNbPl6d/fSeHHTu6bH55psu9vs863qFQiE2XL9fHH3kIVmnM2O77rLj/PaH1mkhnHShYgGiIw+NNH46rsmWitacdMKxsUy30t+iNRmnfNvWrVrH3nvtFr86/4zyYfsECBBoNgKKzzSbWy1RAgQIEGiEAqZEgAABAgQIECBAgAABAgQI5F9AhgQIECBAgAABAgQIECBAgED+BWRIgAABAgQIECBAgAABAgQapUB6eDw9RJ41uXXXWTtW7t0r61S1YxtuuF60al1aTObDUaPj8SeeKRln2W7dMh+injx5SpUPupcMspDA1KnTYvqMmZktll56qcx4DYK1ajrv63nxyaefxR+vuyl2+da349eXXhFpnrUabDE7pffDJx+PrTBKKkTUd921K8QW52DHHbaNVNCh8hjTpk2PVBzoppvviF/88oLi9odrb4oXhr68UI9CoRCb9d84Djpg38pDNrrj9CB/h44dMuf12dixMWr0mMxzVQVbt24TO3xjYOZnLKvPvHnz4tVX38j0TMUPjj/u6IU+oJ/el0OGDI2LL7k89trv8Oi30daxwzf3Ld6rf9z/YKTiSVnXTbFUKOHww74dB+y/dzrM3L6cNClGjvwg3n135IJtypSpmW2TV/l2Zfufja26gE8qIHHSicdFKviQOej84KxZs4rvw99eeU0cdNj3ijluvvXOcdLJZ8Ttd94T6bpff/31/Jal/1JBgj2+9c048UfHlp78byTNr2yuZa9jxnwc6d78t8mCl5kzZ8aISh5lfT6Yv4YuaFhupzHkWG46Ve7W5Xu38kXS+rLLzjuUFImZPWd2vPnWO1F+jUn7KZbOVR6n7Hi9fuvG2WecGlljTpn/3ZTWqLRW/WL+unXmuRfGXXf/s7imV/U+KRQKMWDAprUqpFE2p7p8XarLUrHllv0zv3uzrpPely++/FrWqUjryE9+fGx077Fs5vkUTGaPPf50nHXeRcX1o2wdSccpntaZ1K7yVigUov/8tT4VAap8rj6P09p1+iknxsYbrl+lUXr/pPdR+XUj5fXDE09d5LqR3q9pXUqf3ZrkcdrJPy56FArZRbSSc1qv02+Ko4/9cXEtS3NKW5pXmmv6zp1RxW+iNJdU9GerLQfEjtsPTIcL3ZLTEYcfFEt16ZLZLt3XrPmk9fWU08+J9B0ybvz4qOpzk8Y95KD9alR8KH3ffO/ow6oshpOu9cWEicVrpzmkuSSf9P2WvufSZzt9J2QllGzSmrCw9T6rnxgBAgTyIKD4zIK7aIcAAQIECBAgQIAAAQIECBDIv4AMCRAgQIAAAQIECBAgQIAAgfwLyJAAAQIECBAgQIAAAQIECBDIv4AMCRAgQKC6Aukh8vQweeX2PXsuGzt8Y9vK4Wofp4fQV+ndu6R9ekh76IuvlMRToH37dumlZJs8KbsARUnDagQmfTUps1X37stkxus7eM75F8fOu+0f6UHw9HB2fV9vUeO/PXx4hUIYLVq0iHXWWmtR3ap1PhXn6NG9e4W26QH5W277W+yxz6FxyBHHxq8v/W3ce98Dxe3y310TR33/xNhz38Pi4X8/EXPmzK3Qt+wgFcjZdusBZYeN8jUVctp0440ieVaeYCo8MvL9DyqHF3ncdemlIm3lGybPVMDhvEGXFovCJNvhw0dE+txNnPhVPPnUc+WbF/fT3H5ywg8yiwKlBsk9+af7cMxxJ8Wf/3p7lM137LhxxXt1+hnnF4snpetlrSdpnM6dOsex3/tOsUBFOq68PfnUs8X3wL4HHhFlWxq/crt0/OyzQxe0KWubXq+65vp0OnP7+SknxBpr9Mk8l4oQvPjyq/Hd751QnEMqBvXmsLeLbdPn8uFHn4hkuuMu+8WVV10bkyZPLp6r/KdNmzZx8EF7V1lkJ80vzbP8dt8DD8fceaXv7a8mTYoLL74sM8+f/PSMypcuHjeGHIsTWcSf9L5NW/lmtXnvlu9ftt+pU8dI96HsOL1/U9GLI44+Pg469JgKa0xab1LsrLMvivHjPi/rUuE1rS+77bpjhTHTezy913fYdd/iGpXWqrRu3X3PfcWiKmlN/+P1N2UWekqDd+7UKfpvsmHaXeLbsst2i87zP5tlE0mfhbKCHKmYTtpSQZ1UHGvu3Lnx6Wdj49F/P1nWfMFrKj7y/e8dUeU6ktagfz3wSOy1/3fihJNOKxbpKft8p9d0jRRP60xab9J9WzD4f3fKCn788AdH/TdS/y8/mn+tTTfZKLPwTLJ659334vgTf158b5VfN9LM0ppWnXUjrUvps5v6VGdLxWC23XbLkgJLqW9yS37JOa3XN918W0nxvjSvNNf0nXvg/M/EU88MqfL7tev875lUnCiNvbAtFYZZc/XS9TUZDX3p1TjkO8dG1nzS+preF+k7JP0OuPX2uyJ9vrKutdYaq8ceu++SdSoiKoZX67NqHHHYQRXe2+VbpOv+9da7Yrc9D4x07TSHFEtt0vdb+p5Lvz/Sd0L6bkh5pHPlt7TOHHTg3rHP3ruXD9snQIBA7gVa5D5DCRIgQIAAAQIECDReATMjQIAAAQIECBAgQIAAAQIE8i8gQwIECBAgQIAAAQIECBAgQCD/AjIkQIAAAQIECBAgQKDRCqSHyNPD5JUn2LZt29h04w0qh6t9PGDzTWOppbqUtB8//ot48unSAhipYfcqCsDMmDkjna6Tbfr0uhurTibUyAYZ9tY7MW3a9Aqz6t5j2ejXd50Ksbo4GD364/jF2YNi0EWDIxUfqGrMdO6kn50R9z/wUKTiB1nt1l57jdh8s02yTjWKWCq60qfPyplzmTJ1arz6+puZ56obTA/Gpwf8D/3uccXCDrffeU+xKEyy3e+g70YqvPGnm26JVGSg8piHHbJ/rL76qpXDxeNUBODG+f2Sf7oPxWAVf6ZOnRaD5t/LCy76TaTiFVnNenTvHocfdkDWqXqNHXPU4bHJRhtkFpBIxRr++a+H4kcnnhqvvz5skfO45tob4+ennxujRn2U2TYV8jhw/70jFfXJbFBPwaaa4+K8dxdFOWvWrPjzX26NVPRiYff2H/c/GL+ff19TAZxFjZmKAv360iuK61Z6z1fV/vIr/xA33/K3SHOo3CYVoerXb93K4SV+nD4LDz/y+IKCHHffc1+k7azzLord9zo4fnjCKfHXW/8Wo0aPKZlrKtKy3rrZ3xPJ6Y/X3hSnnH7OQtf6NGhaZ9J6k+5bll0q+LHnt3aN9dfvm5rX65aKvOy+2zejVetWJddJ30VPzf8tc8RRP4pnnnuh5HzlQFo3fnn2rzLzLxQKxfUpfYYr98s63nmn7aNb16VLTqU5pe/J5JccSxpkBFKhleOOPzlSv9S/cpPqvlc3779JhQJNZeOk77bjf3zqgoJlZfGs1/Q+Sd9ZN950e+bnJhWCqu7v0h8ee2T07r1i1mWK308XXfrbuPDiwVUWiCrrmNaN9N1QLBI2d25ZeMFrl86d48Bv7xOp+NKCoB0CBAjkXKBFzvOTHgECNRDQlAABAgQIECBAgAABAgQIEMi/gAwJECBAgAABAgQIECBAgACB/AvIkAABAgQIECBAgAABAgQIEMi/gAwJVFcgPUT+1lvvRioAULnP6qv3qfUD3v37bxytWrWsPGQMHz6iWgUeynesy4IxEyd+WX7oBfudOnUsPvy9INBMd1559c2YMKGiUXrIff316rZQQnowPj34/e/Hnqq2dHoo/fU338psnwp+rNZnlcxzSzr40x8fF7vsvEO0bFn6eUhze2/E+3Hf/Q+n3Vpt6bP7/PMvxsIe8E8P0N9w419Lxk8FHAZuu1Xm3FLhh1QEYPDlvy/pt7DA3ffcF7+7+rqYPGVySbNCoRDr9Vsn9t9nz5Jz9RVIRQG+ufP2kQpqVb5GKraQii6cfsb5iyxCUL5vKuJz0SWXZRaSSO36rLZy7PGtb6ZMzplfAAAQAElEQVTdBtmaao6L895dFGy6tw889Gj85rdXL6pp8fxtd9wdw0eMLO5X9Sd9F119zfWRijtV1aZ8/PLfXRNvDHu7fGjB/jLdlm5U3znJK30WfnrqmVV+FlKRlVR8ZkES/91J68g3th8YWUVa0jqSivBcNd/tv82r9ZLuW7p/aV6VO6ywfM/Ye49dK4fr/HjvvXbLLPKS3rdDh75cLKaTCqZU98Lp++6aP/45c21M61Nap9JneWHj9eu7TmywQb/MQlrvvz8q0vgL61/VudQv9c86v+wyXRda3C0V2lph+eVLuqbPy78eeKTK91NJh/8GrvvTTTHs7eH/Par4stZaqy+y0Muuu+wYAwZsmmmUvpfS91P6nqo4ctVH6R6fP+jSSPc83fvKLdec/1v5kIP2qxx2TKDBBVyQQEMJKD7TUNKuQ4AAAQIECBAgQIAAgVIBEQIECBAgQIAAAQIECBAgQCD/AjIkQIAAAQIECBAgQIAAAQIE8i8gQwIECBAgQIBAoxZ44ulnYvKUKSVzXHaZbrF5/41L4osK7L7bTrHSiqUPIk+bNj3Sw+tZ/dMD1e3atc86FVUVjMlsXMtgoVDIfHC+lsM12W6pGNHI9z+oMP927drGOmutWSG2OAdzZs+JBx/6d6QCHjUZJz0A/uRTz0YqZlC5X9u2bWLVVXpXDi/R46222Cz+dN2V8Z3DDoo2bdpkziU9CP+PfzyYea66wQkTv4xbb7+nxg/4p/FTAYflevZIuxW29ID9s88NjVQ8o8KJah6k4hzp4f50ryt3SYWCvrH91pXD9XacigKstmp2YaK3h78XqahRbS6e3r+poE8qsFC5f+tWrWPgtlsuskhC5X61PW6qOS7Oe3dRVh999Glcd0NpwaWF9Rv64isxe87sKpsMffHl+Mtf76zy/H9PVHh58823Y86cuRVi6aBj+w6x3PKln710bklstfEqm+cO220Ty/XoXna44HVx15H02cwqONaiRYvYeqsBtS6Ot2CCC9nZZv746/VbN7OAyceffBaXX31trdbcha2NaZ1Kn+WFTCs2m/+bLBWDqdwmfS/e/+DDkb7DK5+rznHq9+awtzMLEbZs2Srat28XVf233HI9ol37NiWn0/fbyPc/LIkvKrCw7/pu3brGVltuvtAhtt926+jSuXNJm1TI6J/3PVTt4lHlB0hzuvCSy2P06I/Lh4v76ft95522b7D1vnhRfwgQILAEBRSfWYL4Lk2AAAECjU3AfAgQIECAAAECBAgQIECAAIH8C8iQAAECBAgQIECAAAECBAgQyL+ADAkQIECAAAECBAgQIECAAIHyAvfd/3B89PGn5UPF/fRA7eb9Nynu1+TPJhttEJ06dizpMm78+HhuyNCSeAp07NghWrdumXbraDNMbQWGvzeiQgGGQqEQa629Rm2HK+k3dvzncf8Dj5bEqxN48613YtJXk0uapmIEbdu0LYk3VCC9f3faYWAcfuiBMfiSC+Lhf/0trrrikth04w2jVavs93WxMMOzQ+POu+9drGkOG/Z2PPLYEzUeI815vfXWjWRXufOECV/GbXfcXTlco+Pb7vh7fPDh6Mw+fdddJ1Jxh8yTdRzcaIP1Mov/pGJY9/z9/loVkCibYipE8trrb5YdVnhduVev2GP3XSrE6uugqeZY2/fuohznzZsXzw99MSoX0lpUvw8+HBUzp8/MbJbeL08+PSTz3MKCI97/ILNgVqFFi2hZaLmwrg12rrZeaYJpHdlyy82iVetW6bDCtrjrSCr4kX6fJPsKA88/qG1xvPldq/Vv++22jq5dlyppmwpqPfjQo/H668NKzlU3kNbGjz75pKR5+s2VPsslJ8oFVuuzSrRtW/pdN/7zCfN/X71YrmXNdz8YNTrzvdpu/vW6dCot5rKoK6R5LrVUl0U1yzz/3oj3Y/LkqZGKe4356JN4441hkd4L191wc7z2WtX266/fNzbcsF9m0aAxH31c4+JR5SeX1pNH/v14pPdA+XjaX3GF5WO7gVulXRsBAgRyL9B4i8/knl6CBAgQIECAAAECBAgQIECAQCAgQIAAAQIECBAgQIAAAQIE8i8gQwIECBAgQIAAAQIECBAgQCD/AjIkQIAAgUYv8NxzL2Q+UNunz8qx+WabVHv+6UH0jTfaoKSgRXq4/YWhL8eo0WOqPZaGS0bgzWFvx6RJUypcvGeP7nX2YPW7746IdI0KF6jmQXrgf/LUinMr69qhQ/uy3Vq9tm7VOn7wve/Gm688XePt+acfisGXDoqfn3xC7LTjdrH8cj2jZcuFF5Z4773346prbqjVXMs6zZ4zO96Z71l2XJPXrbbcPFZYfrnMLsPeejueeqbmhTbKD5Y+608+/WzmurJUl86x6SYblm9eL/v9+q4Tq63WJ3PsUWPGxD/ueyDzXE2Cj/z7ycgqjtG+fbvYeMP1azJUrdo21RwX5727KKjJU6bEkBdeWlSzkvOffz4hps2YXhJPgXSuquJp6XxV29zZcyMVmqp8vnWb1rHiistXDi+R4xkzZsYb89f92lx8px0GRq8VV8zsWhfrSPqMfvLpZyXjV6dQS0mnagaq+h2Tuo/7/PN49PGn0m6tt7Q2vvLKG5nvi9VX7xOpgEpVgz/w4KNx6+13xRNPPhupQMvEL7+KmTNnxuJ8r5Zd6/PxX8ScOXPLDhfvdX7vzp06xTe232b+Xs3/Pf7EMzFwxz2i/5Y7xq57HBAHf+fY+PkZ58b1f7o5xo4bV+WA2269RXTvvkzJ+br6DfrskKEx4cuJJeOngoup8GLJCQECBAjkUEDxmRzeVCkRIECAAAECBGoroB8BAgQIECBAgAABAgQIECCQfwEZEiBAgAABAgQIECBAgAABAvkXkCEBAgQIECBAgAABAgQqC7z40qvx1aTJlcPRbemuseWA/iXxqgJ77L5LZkGLKVOnxkuvvFZVtwaLpwfHU9GDBrtgE7xQeuh77LjxFWbepUunSEUuKgRrcZDs3xv5fi16/qfL1KnTYvqMmf85qPR36aWXqhRpvIepmMLgy6+Oke9/sFiTTEVP3hn+XpVjLOzEBuv1jY4dOpY0mT59Rjz97PMl8doEqnpQv1XrVrHOOmvWZsga9Vl/vXWjW9elS/qkAgsvvPBypPdTyckaBqoqjlEoFGKN1bML39TwEgtt3lRzXJz37kJB5p/86svJMXz4iPl7Nfv32WfjYsb0WZmdPhs7tlbF08aOHx9Tp00tGXP+2yNatlp4gaqSTvUUSAVMUjGs2gzfd921o0NG4a9UEOXFlxf/Oz99RkeMyP7OWGXllWPl3r1qM+2F9kmFubIKmKRO6X2ViqCl/cXZ3h7+bqSiP5XH6Lr00tFvvmnleNlxKgp2wYW/iR/9+NTY59vfiW223z02GbBDnHDSaWVNGvw1FZObVKlgXZpEixYtYucdtouf/vi4dNgg21prrB6pkFzli9W2IFXlcZ5/4aX45OOxlcPFgotrrr56SVyAAAECeRRQfCaPd1VOeRGQBwECBAgQIECAAAECBAgQIJB/ARkSIECAAAECBAgQIECAAAEC+ReQIQECBAgQIECAAAECBAgQIJB/ARkSaPQC6YHmYW+9XTLPVCRiww3XK4lXFdh4w/Wjfft2JaffHzkq7rv/4ZK4QOMUGP7Oe/H1118vmFx6mDs91L0gUMud2bPmxJiPPq5l7/90m/TVpP/sNMG/yfStd96NM84aFOkzt7gpTJkyLT755LNaDdO710rRKqP4xaTJk2pVuCNrElU9qJ/aLr9cz+jYsUParbdt1VV6R9u2bUrGnzF9erz1zvCSeG0CCyuO0XXppWKLLapfvKs212+qOS7Oe3dRThMmTKxVoZhRo8fE7DnZxWc+/ay04MSi5tFUzn81aVKkAiK1me/KK/cqFt6o3HfypCmRCqxUjtfmeOT7H8as2bNLunbrulT067d2SXxxA6utusr83zHtS4aZPWd2LE7xtPIDpiI2aa0tH0v77dq1jTXWWC3tNpktrYHvvjuywm+Gssm3adMmjjzikLj3rr/E9485PHr26FF2ql5eV1pxhcxx05rwTB0VVXvv/fczc11+hR6xyUYbZF5fsFkKSJpAbgUUn8ntrZUYAQIECBAgQIAAAQI1F9CDAAECBAgQIECAAAECBAgQyL+ADAkQIECAAAECBAgQIECAAIH8C8iQAAECBAgQIEAgS+CV196IWbNKH7xfZeXesd3ArbK6VIit3LtX9Ou7ThQKhQrxObPnxEuvvFohtqQOeiy7bKRCKkvq+k3luqlowIwZMytMd7U+q0a6xxWCNTyYPmNGTJz4ZQ17Nf3mqejM559PiCuvujaOPOb4GPriK3WS1OIUjei5XI/MOXwx4cv5n9fXMs/VJjhqzJjMbqnwTFovMk/WUXC5nj0zC2N8NXlKjBr1UR1dJWL0Rx9HKkxRecD2HdpH927LVA7X6XFTzXFx3ruLApw2Y1q5JnWzO3fO3LoZqBGOMvazcbWeVc8e3TP7fjV5Ujz33NDMczUNfvzxpzF7VmnxmTbt2kbvlVaq6XCLbJ8KY7Vp3bqk3ayZs+PDD0aXxGsTeOmV12LKlKklXQuFQqy4wnIl8foKpDX4xB8dG3+98Zr45S9+VuuCYE88/UxMnjIlc5qFQiH6rLpKpOs8eN8d8c97/hpnnXFybL7ZJpntaxtM4y21dOfM7mPHjo9UJCfzZA2DX3wxIebMnVPSq2P7DrHc8j1K4gIECBDIm4DiM3m7o/IhQIBAngTkQoAAAQIECBAgQIAAAQIECORfQIYECBAgQIAAAQIECBAgQIBA/gVkSIAAAQIECBAgQIAAAQIECDQKgYcefjw++2x8yVyW6tIl+m+yUUm8cmCHb2wbPXsuWzkcE76cGM8OqZuH0EsGF6gXgdffeCsmVCoS063b0rHRhv0W63pz586J6dNnLNYYTaVzKjiTCmwMmf/eP/f8S2K7nfaMa669sc4egE8Ok76alF5qvKXCL+3btc3s9+WXX2bGaxscO258ZmGWjh06Rs/u2YUroo7+S3lmDTVt6rR4c9jbWadqFRuTis/MKi1G0KZt6+i9ct0Xxyg/yaaaY23fu+Vzr2r/s09rX0wla8xUWOjzCROyTuUiVtuCYKnYR+fOnTINxo//IjNem+DY8eNj6rTSQi2tW7WKHj3rfg1ZoYriL2kOaS61ySGrT1VG3Zcp/R2V1b8msW232TIOP/TA+NUFv4xb/nxNPPrgXfHSkEfj1r/8Mb5/zOGx/vp9o0OH9jUZskLb++5/uFhsKH3vVThR6aBVq5aRChoesP/ece3vL4tnn/xXXP+Hy+Oo7x4aPXssXuGW9H3Scf73SqVLFg8/+eSz4mtd/Bk96qNIhYgqj1VfxZAqX8cxAQIElrRAi+pOQDsCBAgQIECAAAECBAgQIEAg/wIyJECAAAECBAgQIECAAAECBPIvIEMCBAgQIECAAAECBAgQIEAgZfEchQAAEABJREFU/wIyJECAAAECWQKjRo8pFmSo/PBweli4f/+Ns7pUiG268QbRtm1pQYt33nkvnn/hpQptKx9MnTotZs+eWznseAkJpMIcY8Z8VOHqHTq0j77rrl0hlqeDefPmxZgxH8e7746s1fbyq6/Hvfc9EDfdfEeccvo5seMu+8VWA3eLY447Ke68+956oZr39bxajduv7zpRVdGSOi/cMWt2fP116TQLhUK0bN0y6vO/ZZbpmjn8F3VcSGTWrFkxb272+tWiRf0+ottUc6ztezfzhjZAMK0PDXCZBr9E+r6fW8t1pH37dtGyZavMOQ/YfNN485Wn62S77prfRo+MQlWFQiFaFur+89WubbvI+i/NIc2lrvJKRlnXadGykBVeZCyt6XvtsWtccO4ZxQIzTzzyj0gFZtJ8r7r84vj5ySfEnrvvEuut17dY6CXr99oiL7KQBlddc0PxuzO9pxbSbMGpQqEQXTp3js3m/7786Y+PiwfvuyP+ec9f4+STfhSr9Vl1Qbvq7nTq3DGqWm/33edbdfJeTJapgE+yrjyv+elEy1b1+51W+ZqOCRAgsCQE6v6bd0lk4ZoECBAgQIAAgXwKyIoAAQIECBAgQIAAAQIECBDIv4AMCRAgQIAAAQIECBAgQIAAgfwLyJAAAQIECBAgQIAAAQKNRuCJp5+JyVOmlMxnpRWXj91326kkXhZYf/2+sfrqfcoOF7zOnDkzXnz5tQXHVe2kYiczZkzPPJ2KnmSeqMNgKnyTCuDU4ZBNfqjh746IOXP+V1AjPdS9zlprNfm8qkpg7ry5cd8DD8e+Bx5Rq+07R/4wfvHLC+LXl/42/vXAIzF23LjKl6rz47ouFFPnE5w/4McffxqzZ82ev1fxX+s2rWLFFZavGGyiR59/PiGmZaxfrVu1jmW7dWuiWVWcdl3n2BTeuxUF8nk0Z+6c+OKLCbVKrkunztEuo+BcrQarZacVVliulj2r7ta5S8eqTzbAmc6dO8Xmm21S7SvtuP3AuPbqwZGKzQw674zYe89diwVmUmGqui4ws7BJjXz/gzj1F+cWf/NVtwBN+fFSocNVVu4d3/3OwXHX7X+Kv//tpjj6yMOqLJRWvm/a79ata7Sq54Jm6TpVbWm977HsslWdFidAgEBuBBSfyc2tlEj9C7gCAQIECBAgQIAAAQIECBAgkH8BGRIgQIAAAQIECBAgQIAAAQL5F5AhAQIECBAgQIAAAQIECBAgkH8BGRIgUJXA4088Ex9/8mnJ6U4dO8YmG21QEi8LbLv1FtG9+zJlhwteP/1sbDz67ycXHNdmZ+mll6pNt8w+XbsunRlPhW9SAZzMk800+Nobw2LqtKkVsl9hxZ5Rk4fiK3R20OgFZs+ZHZ9PqF0hikafXLkJjh03vtxRPnebQ475vHOyIlA9gVT0LxWdufTi82LAgP7Rrl3b6nXMaJWKxUyZPCXmzJ6Tcbb6oVSA5shjjo/LrrgmUsGqNG71e/+vZcuWLWO1PqvGSSf+IO6/97ZiEZr/nbVHoDYC+hAgUFcCis/UlaRxCBAgQIAAAQIECBCoewEjEiBAgAABAgQIECBAgAABAvkXkCEBAgQIECBAgAABAgQIECCQfwEZEiBAgAABAgQINBqBqVOnxQsvvBxz5sytMKcWLVrEeuutGx07dqgQLzvYcP1+0bpV67LD4mt66Pitt96NUaPHFI8X9Wf8+C8ym6RrZ56oRbB9+3aZvWbOmp0Zb87BZ559Pirfk6W6dIm+667dnFnkToDA4gjoS4DAYgvss/fuccXgi4pFZ1q1almr8dLvvLHjxsUjjz0Rp/3yvPjVry+LmbNm1Wqsyp2uu+Evsd1Oe8a5518Sr776ZsyYMbNyk2ofL9Ota5z4o+/FVZdfXOVv0GoPpiEBAgQILLZAi8UewQAECBAg0GwEJEqAAAECBAgQIECAAAECBAjkX0CGBAgQIECAAAECBAgQIECAQP4FZEiAAAECBAgQIECAAAECBAjkX2BhGQ55/sX46qtJJU16rbhi7LTDwJL4NlsNiDVWX60kPnnKlHji6WdK4lUFpk+fkXlqmWW6ZsZrE+yyVJfMbpMy8s1s2IyCqRDRiBHvV8i4bdu2se7aa1aIOciPQCogtWy3bg2S0Ly582LatOkNcq3KF+nZo3vlUL0cz5s3L2bOqn3RhcWZVHPIcXF89CXQVAUO2H/vOPmkH0UqylLdHGbOnBmp0MwbbwyLO+66N045/ZzYartdY4dv7hs/+ekZcd/9D1d3qBq1u/Pue+OwI38QA3fcI87/1f/FkCFDY9LkyZGKE9ZkoJYtW8ZWW24e5599ek26aUuAAAEC5QTqalfxmbqSNA4BAgQIECBAgAABAgQIEKh7ASMSIECAAAECBAgQIECAAAEC+ReQIQECBAgQIECAAAECBAgQIJB/ARkSIECAAIFGJfDUM0PivREjS+bUsWOH2GSjDUvim26yYSzVpXNJ/ONPPo3Hn6h+8ZnPJ0zIfCC5Xbv20a/vOiXj1zSQ5t++XdvMbmPHjc+MN/fgW++8G+mh9fIOq6/eJ5Jl+Zh9AlUJ9F55pWjTtnXJ6Tlz5sbn478oiTfFQM/u3aNjh44lU587b258NWlySbwpBppDjk3xvjTGOc+eMzt+/8c/Rb+Ntq737Zgf/KTBCFJhvjrKaaEu39h5n3j+hZcy81qtz6pxxGEHzf/N1SXzfArOnTs3Pv1sbDz40L/j3PMvjr32Ozw2GbBDsdDMwd85thj71wOPRCowl9o3xJauddsdd8cxx50UW267axx8+Pfjltv+FsOHj4gZM6pXoCsVoNlu4Fbxwx8cVaMpp2v/4pcXLNS8ru7rWeddVKO5aUyAAIGmKKD4TFO8a+ZMgAABAgQILCEBlyVAgAABAgQIECBAgAABAgTyLyBDAgQIECBAgAABAgQIECBAIP8CMiRAgAABAgQIECBAgACB54e+FLNmzaoAUSgUYqON1ouVe/eqEE8FaVq1blUhlgpLvPDCyzV6uHnc2PExe86cCuOkg3bt2sayy3ZLu4u1rb9+3+jcsVPJGOlBecVnSliKgWFvvRNfTZpU3C/70737MrHVlpuXHTbh1+Y79TeHvV3lZ3O55XvUKUz7du2iEKWPqX49b17M/Xpu1Od/X3wxMXP4Zbot/npSfuBOnTtGixYZOX4dMXeOHMtb2c+PwNjx42PqtKklCbVu1Tp6LLtsSbypBMZXURQrffct6RyO+u4h0avXCpnTSL+7UtGaY37wk9hp1/3iZz8/K+64694Y+f4Hme2XZDB9Bw26aHDsd9B3Y9Mtdoifn3FuPPb40zFp8uTMIoRlc23Tpk1sv93WkVUAb/Soj2LWzNllTRe8puJnqQjagoAdAgQIEFgsgdJfvIs1nM4EGlDApQgQIECAAAECBAgQIECAAIH8C8iQAAECBAgQIECAAAECBAgQyL+ADAkQIECAAAECBAgQIECAAIH8C8iQAIFGJ/DckBdj/OcTSubVo3v32GJA/wXxnXfaPlbt03vBcdnOV19NiiHPv1h2WK3XkR98GNOnTy9p26ljh+iz6iol8ZoGluvZIzrMH6tyv9mz5sSYjz6uHHY8XyA9yP7Jx2Pn7/3vX8cOHWOD9fr+L2CvyQlMnTotps+YmTnvpZdeOjNe22DPHt2jVauWJd2nzZgen2esMSUNFyOQ8szqntaBfn3XyTpVq9iKKywfrVu3Luk7e9bs+PjjT0vidRloDjnWpZex6k7gs8/GxYzpFYvUlY1e10WsysZtiNcvv/wq8zKdOnWMTTbaIPNcQwRTAb3+m26UWehq7ty5cf8DD8XRx/44hr74Sq2ms+KK89exNqXrWK0Gq2Gn++5/OE446bTYcttd49LBv4uPP/msyhF6rbhi7LTDwJLzk6ZMjhkzS7/XWrVsFcss062kvcASFnB5AgSarIDiM0321pk4AQIECBAgQIAAgYYXcEUCBAgQIECAAAECBAgQIEAg/wIyJECAAAECBAgQIECAAAECBPIvIEMCBAgQIECAAAECbw57O1577c34+uuvK2C0b98uNt5w/QWx/ptsGJ07dVpwXLbz3oiR8dQzQ8oOq/U6fPiI+OrLySVt27RpE716rVgSr2lg3bXXjHbt2pZ0mzxlcowe9VFJXOA/Am8PHx7z5s37z8H8v6mQyFprrj5/z7+mLDD2s3GZ01+m29J1WmCh98q9Mq8zefKUSMWNMk/WUfCzsWMrvHfLhl2qc6dYeeWVyg4X+7V3r5UyC+xMnTY1xo4fv9jjL2yAxc1xYWOXP7ckcyw/D/uNR2DU6DExYcLEzAmlQnUdM4q9ZTZuZMGx48bHnDlzS2aVCq/16rVCSbyhAptuvGEs061r5uVef/OtGHTR4Mxz1Q22btM6CoXqtq6/djfedGv88IRT4t13R2ZepG27NtG7d+n3ygcfjI6pU6aV9CkUCtFrxSV330omJECAAIEmLqD4TBO/gaZPgECzFpA8AQIECBAgQIAAAQIECBAgkH8BGRIgQIAAAQIECBAgQIAAAQL5F5AhAQIECBAgQIAAAQIECBAgkH+BRpnhs0Oej6lTKz7IWygUYt1114yVe/eK9GD5hhuuFy1aVHwEbdasWfH80JdqnFN6kP2TTz8t6VcoFGKNPn1K4jUNrLrKyiVzTWN8+sm4eOmV19KuLUNg2FvvxLRp0yuc6dVrpejXd50KMQdNS2D0mI8yCyx06dwl1lqrbooLbTdwq+jZo3smTCrwkHmiDoMffDg6Zs6cVTJiu/btY9211yqJ1yaQ1sLV+qya2TUV06rvAjvNIcdMXMFGITBqzJjMeXTvvkxsteXmmecae3DE+x9E+h1TeZ4dOrSPvuuuXTncYMer9Vkl2rYtLaCX5vrkU8+W/F6r6cR6r7RitG7Vukbd0u/AnXYYGCf+6Ni47DeD4u47/hzPPvmvGPLkA3HIQfvVaKzyjUfOvwd33n1vTJ8+o3y4uJ/muGy3bsX98n/Sb8hUjKt8rGzfb5YyCa8ECDQigSY7lYr/599k0zBxAgQIECBAgAABAgQIECDQEAKuQYAAAQIECBAgQIAAAQIECORfQIYECBAgQIAAAQIECBAgQIBA/gVkSIAAAQIECCSBhx99IsZ8/HHarbAtu8wysdGG/YoPlq+w/HIVzqWD8Z9PiOeGvJh2a7ylQidzZs8p6der14qxzVYDSuLVDWy+2SbRp8/KJc3nzZsXbw8fXhIX+J/AK6++GRMmfPm/wPy9bl2XjvXXW3f+nn9NVeC1N4bF1GlTS6bfvn272LqOikZstMF6sVTnziXXmDNnbrz33vsl8boOvP7GWzFhYsX3brpGq1YtY7PNNi4W0ErHi7NtMaB/LLtsaSGENGYqoJBe63NrDjnWp5+xF09g5PsfxsyZM0sG6dypUwyY/71bcqIWgYMO2DeGPPVgDH32kXjikX/EnbfdUCx08svTfxr9N92oFiNW7lLxOIeh8zcAABAASURBVK1NE7/8qmJw/lEqtJcK7qWCK/MPF+tfKlr1z3v+Gi8NebRYrOXvf7sprr16cFxw7hmx/z57Zo5dVSGvyVOmxnsj3s/sU91gymn11ftUt/mCdmuvuUacduqP4/vHHB47bj8w1pg/Rpf5a36Hjh1i1VV6L2hXm5303po8ZXKNuqY1N/2uq9yp+/w1eosBm1YO1+r4pBN/EC8//+944ZmH49EH74rbb7k+Lr3o3Pj5ySfEalUUIqvVhXQiQIBAIxVQfKaR3hjTIkCAAAECBKohoAkBAgQIECBAgAABAgQIECCQfwEZEiBAgAABAgQIECBAgAABAvkXkCEBAgQIECBAgAABAgQILBGBqVOnxauvvhGVH+Tt0KF9rL9e3+i/yYaRHjAvP7mvv/46XnvtzXhz2Nvlw9Xef/GlV+OrSaUPG3ftulRsv93W1R6ncsMtB/SPbkt3rRyOyVOmxND51yw5IbBAYNToMZEe6F4QmL/Trl3bWGetNefv1eE/QzWowDPPPh+ffPpZ5jX79l2nWEgg82Q1g6m4wrZbbxmtWrcq6ZGK3qTiNyUnKgVmzppdKVKzw7QOjRyZXZRhld69Y5+9dqvZgBmtd/zGtpHWxMqnUkGOt955t3K4zo+bQ451jmbAOhN4YejL8fkXE0vGS4Vattxi81h//b4l52oa2HWXHaJTp46RCmMts0zXSAVPUqGTvfbYrVjspKbjLap9+ky9++6IzGZ9Vlk5Dj5wv8xzNQnuu/fusdIKK0Tbtm0jFWtJRUsGzP+dsveeu8aAzTeJmvw3d+6cmD59Rk26lLTdY/ddIquYYGrYqlXLWLb7Mmm3ZHvpldfi00/GlcTT/V9nrbVK4vUdSL/n0u+6ytdp06ZN7PCNgYtdcCx9r+0wf81P46V1v2ePHrHu2mvGLt/cIXbbdefo1WuFypd2TIAAgdwJtMhdRhJaYgIuTIAAAQIECBAgQIAAAQIECORfQIYECBAgQIAAAQIECBAgQIBA/gVkSIAAAQIECBAgQIAAAQIECORfQIYECBAoE3jyqedi4sSvyg6Lr+mh4n791o30YHHaLwb/+yc9AP3yq6//96jmL089MyQ+HD26pGO6Tm0fZE8Pde/4je0yi2CMGPlBPPTwYyXXE6goMPy9ETF7zv8KgRQKhVhr7TUqNnLUpASqKi6VkujWdenYezELsxz47b1i1VV6p+FKtup+7iZ9Namkb00DL778WqRCMJX7pUIW39p9l8UqRnDYIfvHBuv3qzx08fjTz8bGo/9+srhf33+aQ471bWj82gmkQi2p4FwqPFd5hOWX6xEHfXvvyuEaHafP2Lprr5XZZ+y4cfHMsy9knlvc4DPPvRDTpk0vGSYVi9ntmztG+l1RcrKagdS3qt8k6Zrp81zNoYrN0pyWWqpLcb82fzp27BC777ZTZhGtNF6Lli2qPJfOf/DhqMi6/31WW7k4bmpTm23ZZbtFu3btSrqm3yKfT5hQEk+B9Hsufb+k/crbmqv3iaO/e3jlcI2OD5z/vZaKBmV1+nDU6Hj8iWeyTjWJmEkSIECgugKKz1RXSjsCBAgQIECAAAECjU/AjAgQIECAAAECBAgQIECAAIH8C8iQAAECBAgQIECAAAECBAgQyL+ADAkQIECAAAECBAgsMYGqisGs0rtXrLnmaiXzGjVmTPzjvgdK4jUJPPzIY5GK2FTus+IKy8WJxx1T42IRJ534g+jde8XKwxULUjz19JCSuECpQCowMGnSlAonevboHtsN3KpCzEHTEvjH/Q/FZ2PHlUy6UCjEllv0jxN/dGzJueoEDth/79hn790zCz6lQjCL+7nr2nXp6kyj2Oa2O+6O9z8cVdyv/GedtdaIM047qXK4WsfbbDUgjjzikEhFbCp3mDt3bjw3ZGiMGj2m8qlFHdfqfHPIsVYwOjWIwGNPPh2TJk8uuVbLli1jh+0HxjFH1a7gRyrSsv++e2V+xubNmxcvDH253j5j6XdMVevG6quvGiccX/PfImVA3zvm8OjVa4WywwqvC/sNNXbc+Aptyw46tu8QfdfJLtBT1mZhr2kNXL/fugtrstBzQ4a+GJOnVPx9kDp06dw5Djpg3xr/Zkt90/aNgdtE506d0m6FLRXoeWf4exVi5Q/S90v6nikfS/tt2rSJ/fb5Vuyx2zfTYY23tObvuvOOmd9rs2bNiqef8Xuyxqg6ECDQJAVaNMlZmzQBAgQapYBJESBAgAABAgQIECBAgAABAvkXkCEBAgQIECBAgAABAgQIECCQfwEZEiBAgAABAgQIECBAgAABAvkXkGF5gfRAbXqwtnysQ4f2kbbysfQw+BtvvBVTp04rH67x/t1/vz9GfvBhSb9CoRD9+29co2IRg847I7beakAUCoWS8d4b+UHcctvfSuILC1z7+8vizVeeztzOO+u0hXVt0ucef+KZqPzge5cunaJf33WadF7NffKvvz4snnjymUjFUipbpAf1jzj8gEjFmyqfW9hxKjrzo+OOjs6dOmc2e+udd2v8uas8UNell64cqvI4rUcPPvRYsdhU5UapOMZuu+wcFw46s0YFElIRgtNO+Un07NGj8pDF448++jRuvf2e4n5D/GkOOTaEo2vUTuBfDzwSQ4a8GF9//XXJAB07dohjvntoHDV/Kzm5kEAqPDPo3NNjtT6rZLb6/Isv4sGHH8s8VxfB9Jn6530PZBbCa9GiRWy/7dZxwbln1GjdSPM698yfxzd32j7SGOm4/DZ7zuz56/GzVf6G+vSzsZHalO+T9lu1bhUDt91qvtWq6bBGWyo8s8vOO0RaC2vUsVzj++5/ON4b8X65yP92U1GbdI3/Raq3d9gh+8eWW/bP/O02Yv5vt4cWcu/T77r0PZN1pWWW6Ro//fFxNS5AU7bmd++xbNawMWrUR/HQw49nnhMkQKCpCJhndQUUn6mulHYECBAgQIAAAQIECBAg0PgEzIgAAQIECBAgQIAAAQIECBDIv4AMCRAgQIAAAQIECBAgQIAAgfwLyJAAAQIECBBYogLPD305Pv9iwiLnMHHiV/HY408vst2iGqSHvu++576YMnlKSdP0gPTuu+4c1149eKEPWqeiEFdfeWl8a7edo1WrliXjpLHTNdK1Sk4KZAoMf+e9CsUFWrdqHWutsXpmW8GmI/CXv94ZI0Z8kDnhtm3bxhGHHxyD/29QlYVWyjqmIhOnn3pSnHbyj2OZbl3LwhVev5gwMW688dYqiytUaDz/oHLBo/mh4r/VV1slDvz2PsX9sj/rr983ttiif9lhhddrr78pXnrltQrv37IGaX341vw15XeXXxxpjLJ4Va9HH3lY/OqCM2PllVfKbDJ9+oy45fY7Y+T72aaZneog2BxyrAMmQ9STwI033xYff/JZ5uidOneKE350TFxy4TmLXEfSAPvu86248re/jn791s0sPjJn9px44MFH4/kXXkrN621La2O6RlZRnfRbZMdvbBs3Xv+72GqLzRY5h7S2XHfNb2PvvXaL9N2Z1eHNYe/EDTf+NetUMTb0xVdi4sQvi/uV/6QiPaefcmK1i+Gk+aTfUd/eb+9IhcYqj1f+uFXLVrHMMt3Kh0r2H37kscxCPckp/WZLuadrlnTMCJx4/PfjhB9+P7OA2cyZM+Opp4dk9PpfKP2u++utf4uvJk36X7DcXiog88tf/CzS91X63ip3KnO3Omv+3+65N0aNHpPZX5AAAQJ5E1B8Jm93VD4ECBAgQGAJCrg0AQIECBAgQIAAAQIECBAgkH8BGRIgQIAAAQIECBAgQIAAAQL5F5AhAQIECBAgQIAAAQIECDQvgddfHxavvvpmZuGG8hIfjh4dTz2z8IeCy7df2P5td9wd/37iqZg7d25Js/Qw84AB/ePmP10dgy8dFLvusuOCB6532mFgXPyrc+LuO2+MbbYaEKlt5QHSmGnsdI3K5xz/T6Dy3tvD340ZM2ZWCK/WZ9VYuXevCjEHTUsgPTB/2RW/j7HjxmVOPBVn2ekbA+O+v98S1//h8vjOIQcsKPyUHtxPn78LB50Z9997Wxxy0L4LPouVB5s1a1b87a5/xiOPPVH5VJXH06ZNi3nz5pWcT8Usfn7yCfHXG6+JX13wy+Lr9ddcHkcfcWhJ27LAry+5It577/2ywwqvhUIhNt14w7jxuivj1puvje8dfXj067vOgjbbbrNlnHXGyfHQ/XfGT044NrouvdSCc+V30try8KOPRSpaUT7eUPvNIceGsnSdmgmk3wnX/+nmmDxlcmbHVHAlrRVl68jhhx5Y8hn76Y+Pi7//7aY4+4xTotdKK2SOkwrBvPjSK/G731+feb6ug4Mv//1C142111wjrrrikuK80/zTWlE2h7SGpDzTupnWp8032yTzN0lqn9bfP/zxxoUW5kqFcF588bXM32KFQiE233zTuPOWG+KgA/ZNQ2Zu6XdR+t30x6sGR/odldb3sobJNhV3KTsuey0UCtG5Y8eyw8zXtOa98trrmXNLv8NS7snghmuvLK6v6bhsoFQscM/dd4n0PfLIA3+L7x11eOb3SJpfKiKWCm2V9a3q9V8PPBK33f73SN87WW3Sd9ehB+8Xj/7rrrhi8EXx7X33rPC9ln5LNoU1Pys3MQIECNS3gOIz9S285MZ3ZQIECBAgQIAAAQIECBAgQCD/AjIkQIAAAQIECBAgQIAAAQIE8i8gQwIECBAgQIAAAQIECBAgQCD/AjIkQIDAEhd4+dXXY/r0GVXOIz3g+3QdFZ4pu8igiwbH0KEvZz7MnNqkAhTpAeFLLjwnnn/6oXjzlacjPVS92647RpfOnVOTki09vJzGTGOXnBRYqMDrb7wVEyZ+WaFNt25Lx0Yb9qsQc9D0BFLRqGv++Of4atKkKiffrl3b2Kz/xnHqKScWCy2kz1v63KXP3x67fTOW6dY1CoVCZv+0Pvzlr3fE5b+7JvN8VcEPPhwdM2fOyjzdpk2bWH/9vpGKFqTXNL/u3ZfJbJuCI9//IAZffnV88uln6TBzSwUy+q27dvz4+GPj1r/8sbimpDyvuvziOGD/vWOF5ZerMsdUeOZfDz0aS3JtaQ45Zt44wUYhcPud98Qfr/tLTJk8pcr5pM9pWkdS8ajKn7GjvntosQBIKlaSNUD6/n733ZFx4SWXL7RIS1bf2sbSZ+rCSy6L9z/4sMoh0nxTIbY0/7RWpDUjbSm/lGfKN+Vd1QBp3U3rb1qHq2pTFv/LrXfEx598VnZY4bVQKESvXivGL0//abw05NH41z9uj7tuu7G4pf0Xn3u0WCgn/W5KxVfKd07r11NPPxcPPvzv8uEF+8v17Llgv6qdhRW/Sn2SQf9NNiyur9dd89sF6+ujD95VLCKWvkfSdQqF7O+RVDwsXSONVZ0tfd/87e5/VFmAJo2Rfkduv93WcfaZp1b4Xku/JRe15qf34/NDX6qvNT9Nz0aAAIFGKaD4TKO8LSZFgAABAgQIECDQNAWTtbgxAAAQAElEQVTMmgABAgQIECBAgAABAgQIEMi/gAwJECBAgAABAgQIECBAgACB/AvIkAABAgQIECBAgEDzE/jHfQ/EqDFjqkz88y8mxPNDX67yfG1OTJ06rfiQeSp8kx7yrc0Y5fukMdJYDfngevnrN/X9N4e9HWPGfFQhjQ4d2kffddeuEHPQNAVS4YiLfv3bGDtuXJ0mMGny5Ljy6uviN7+9usbjPvPsC/HRR59Uu1/nzp1i8802qbJ9Ku5wxlmDYsTID6osalWxc/WOZs6cGbfefk+c9ovzGqwoRlUzaw45VpW7+JIXuP5PN8fgK66JLyZMrNPJpO/vYfO/g079xbmRCsLU6eCLGGzoi6/EL8+5MNJ3YJrHIprX6HRyunTw7yKtv9Xp+PrrwyIZp4I1C2vftm3b6LXSCrHmmqsVt7Sfir8UCqWFXVKxoOvm37cfnnhqfPLp2Jg9Z3bJ0KmozTZbDSiJlw+k+7KoAl/l29dkPxX/SUWA0jVq0i8VA/vTTbfW+bpcVqznpJN/Wedj1yQ/bQkQILAkBBSfWRLqrkmAQMMIuAoBAgQIECBAgAABAgQIECCQfwEZEiBAgAABAgQIECBAgAABAvkXkCEBAgQIECBAgAABAgQIECCQfwEZLnGBVAjmjTfeinnz5mXOJT0QnbbMk4sRTA8a//CEU+L+fz2S+UB0dYeeM2duPPzI45HGSmNWt592FQWGvzsikmVZtEWLFrHOWmuVHXpt4gL/uP/B+P5xP4shQ4ZWuM+1SSs9nP/mW+/Ej3/6i2KxhNqMMWr0mLjl9rti8pTJ1eresUPH6Nm9eyzsv1RI4tAjjo37Hng4Zs2atbCmizyXClGMGvVRnHPexXHhxYMX2b6hGjSHHBvK0nVqLnDbHXfHyT8/K9565906KfL0n+JOd8XRP/hJgxeeKcs+/b45+tgf18m6kcZMa8eLL78aJ5x0Wtx9z30pVO0tFaqpi0JhaQ7pHv1s/r26/Mo/FK+fCuxMmjSluF/+z1JdOsemm2xYPpS5n4pfnXza2fHGG8Pq5N6n3xtpzO/94KeR1rXMiy4imHK74Ff/F2PGfFwnc0oF1a76/fWRivWk38aLuLzTBAjUVkC/Riug+EyjvTUmRoAAAQIECBAgQIAAgaYnYMYECBAgQIAAAQIECBAgQIBA/gVkSIAAAQIECBAgQIAAAQIECORfQIYECBAgQIBA8xR48unnYuKXX5UkP23a9Hjx5ddK4nUVSA/3/vyMc+Psc34dbw9/N1JRi+qOnR6uHjHygzjvV5fET089M9JY1e2rXanAW+8MjxnTp1c4scKKPWPzzTapEHPQdAVScaZjjjspzjrnwkiFCGbPmV2jZNLnM31Ozzz7wjjo0GNqXTCg7KKp0MJll/8hPv98QlmoytfWbVrHiisuX+X5shNpHTjtF+fFCT85rVhoZ8aMmWWnqvWa1pVUyODSwb+L3fc+KFLRnmp1bMBGzSHHBuRs1peqTfKpUMgBBx8Vgy4aHO+NeL9G39tl10ufy6fm/+448vsnFsdJ7+myc0viNV0/rRvH/uhnkQqipPnVdB5pfUweZ5//6/ju0cdHKmpT0zFS+7TmpEJhDz/6RNR0HmkOaY0+48xBke7RM8+9kIYsbo8/8Ux8OGp0cb/8n1atW8W2W28ZK/fuVT6cuZ9yOvg7x0ZaH9M6mdbLzIYLCabvnTTOyaeeFccdf3KMHTcuFue/5LX/wUfGlVddG598+lmtitBMmTyluNbvs/8Rcc21Ny7OdPQlQIBAkxZQfKZJ3z6TJ0CAAAECCxVwkgABAgQIECBAgAABAgQIEMi/gAwJECBAgAABAgQIECBAgACB/AvIkAABAgQIECBAgAABAgQINIhAeih54A57RL+Ntq6wbbbVTnHr7XfV+xzuve+B+PZBR8UxP/hJ8QHgDz4cFVOmTK3wUHt6yHn69BkxevTHxTZHff/E2Hv/w+Ouu/9ZJ/NL166cf9nxWeddVCfXqGKQYjhdo+x65V/32u/w4vn6/vPmm+/EhIkVCxAt1aVL9F137QqXTg94b9R/+wrvkzTfb+y8Tzz/wksV2tb0oKp7kOLVGasqwzTfNO/qjNHQbVJuya/ylnKpr7mkz9tBh30v9j/wqLj2+puKhWgmfvlVzJpdsRhNOp40eXIMe3t4sd2+B3y3+DlN/etqbrfdcXcceOgxccttfysWRkjFFtJnPY2fXlNRgHT93//h+rjrnvtSuFpbKrqQCu3svtfB8ZvfXh0vv/p6fPHFxJg5s2Ixmjlz5ka6RirMk4rhHHz492PXPQ+MG2+6tVrXWVij9J5L773K97YuPivpuks6x/p876Z1r7JbOl6cz0XWmOn+pPuUPGu6pfUu3cs0r/Lb4oxZ0zmUta/r3MrGXdhr+m2wz7e/E2lduPmWvy1YRyp/xtLnOH13pyIjQ4YMjYv/78oYuOMecdwJp9S6QEt92afCOqkgSppfmmeab5p3mn/Ko7xHynPi/HUzFfJK+SeH5FEXv0nSenTSyWcU18a0Rqc1MK3FaU0uP4d0XDaH1C7NIf2WqmqNPuKoH5V8d6f37j4HfCdGjR5TfuiF7qf1Ma2Tab1Ma3cySPMov36XDZCc0tqb1uDf//FPscvuB8YhRxwbjzz2RFmTxX5NxYNS0Zidd9s/0m/DdA/efXdkZJmlAj2psOKYjz6Jxx5/Os457+IYsO0ucfoZ5y92IZzFTsQABAgQWMICis802A1wIQIECBAgQIAAAQIECBAgQCD/AjIkQIAAAQIECBAgQIAAAQIE8i8gQwIECBAgQIAAAQIECBAgQCD/AjIkQIAAgSUpkB78Tg8A77HPoTFgm2/GBpsOXPCg9HobbxP9t9wxdtvrwOJDwqntkpxr3q6dHjxPtulB9LJtkwE7xPV/ujlvqcrnvwKpwMFlV1wTqRDNNtvvHhtvVrGoUDrecttd48BDjo7ULrX/b9c6fUnFHQZdNDi+tfchsekWO0T6rKf3YHpNRQHS9f9w7U21KgyQxk7v4e8c+cNiwYv0nk5jl20b9h9YLDyQinecN+jSYgGNOk2uAQZrDjk2AKNL1FIgrQsXXjx4wTpS+TOWPsfpu3uHb+4bqSDUn/9ya6RiIbW8XIN0S/NL80zzTfNO8095lK0b6TXlmdbNtH6m/JNDXU8ujZnW3rQGprU4rcnp2mVbOi6bQ2qX2tf1HBY2Xio6k9buZJDmUX79LptjckrFfNIanAo9pfVqYWMu7rn02zAVqdr3wCMiyyz9rkyFFXfd44A44aTT4s67713cS+pPgACB3AgoPpObWykRAgQIECBAgACBEgEBAgQIECBAgAABAgQIECBAIP8CMiRAgAABAgQIECBAgAABAgTyLyBDAgQIECBAgAABAgQIECBAIP8CMiRAgAABAgQIECBAYIkJKD6zxOhdmEDzE5AxAQIECBAgQIAAAQIECBAgkH8BGRIgQIAAAQIECBAgQIAAAQL5F5AhAQIECBAgQIAAAQIECBAgkH8BGRIgQIAAAQIECBAgQIAAAQL5F5AhgTIBxWfKJLwSIECAAAECBAgQIEAgfwIyIkCAAAECBAgQIECAAAECBPIvIEMCBAgQIECAAAECBAgQIEAg/wIyJECAAAECBAgQIECAAAECBPIvIEMCBAgQIECAwBITUHxmidG7MAECBAg0PwEZEyBAgAABAgQIECBAgAABAvkXkCEBAgQIECBAgAABAgQIECCQfwEZEiBAgAABAgQIECBAgAABAvkXkCEBAgQIECBAgAABAgQIEGg+As23+EzzuccyJUCAAAECBAgQIECAAAECzVdA5gQIECBAgAABAgQIECBAgED+BWRIgAABAgQIECBAgAABAgQI5F9AhgQIECBAgAABAgQIECBAgED+BWRIgAABAktMQPGZJUbvwgQIECBAgACB5icgYwIECBAgQIAAAQIECBAgQCD/AjIkQIAAAQIECBAgQIAAAQIE8i8gQwIECBAgQIAAAQIECBAgQCD/AjIkQIAAAQIECBAgQKD5CCg+03zutUwJVBZwTIAAAQIECBAgQIAAAQIECORfQIYECBAgQIAAAQIECBAgQIBA/gVkSIAAAQIECBAgQIAAAQIECORfQIYECBAgQIAAAQIECBAgQIBA/gVkSGCJCSg+s8ToXZgAAQIECBAgQIAAgeYnIGMCBAgQIECAAAECBAgQIEAg/wIyJECAAAECBAgQIECAAAECBPIvIEMCBAgQIECAAAECBAgQIEAg/wIyJECAAAECBAg0HwHFZ5rPvZYpAQIECFQWcEyAAAECBAgQIECAAAECBAjkX0CGBAgQIECAAAECBAgQIECAQP4FZEiAAAECBAgQIECAAAECBAjkX0CGBAgQIECAAAECBAgQIECAQL0JNJriM/WWoYEJECBAgAABAgQIECBAgACBRiNgIgQIECBAgAABAgQIECBAgED+BWRIgAABAgQIECBAgAABAgQI5F9AhgQIECBAgAABAgQIECBAgED+BWRIgAABAs1HQPGZ5nOvZUqAAAECBAgQqCzgmAABAgQIECBAgAABAgQIEMi/gAwJECBAgAABAgQIECBAgACB/AvIkAABAgQIECBAgAABAgQIEMi/gAwJECBAgAABAgQIECBQbwKKz9QbrYEJ1FRAewIECBAgQIAAAQIECBAgQCD/AjIkQIAAAQIECBAgQIAAAQIE8i8gQwIECBAgQIAAAQIECBAgQCD/AjIkQIAAAQIECBAgQIAAAQIE8i8gQwLNR0DxmeZzr2VKgAABAgQIECBAgEBlAccECBAgQIAAAQIECBAgQIBA/gVkSIAAAQIECBAgQIAAAQIECORfQIYECBAgQIAAAQIECBAgQIBA/gVkSIAAAQIECBAgUG8Cis/UG62BCRAgQKCmAtoTIECAAAECBAgQIECAAAEC+ReQIQECBAgQIECAAAECBAgQIJB/ARkSIECAAAECBAgQIECAAAEC+ReQIQECBAgQIECAAAECBAgQIJAfgaqKz+QnQ5kQIECAAAECBAgQIECAAAECVQmIEyBAgAABAgQIECBAgAABAvkXkCEBAgQIECBAgAABAgQIECCQfwEZEiBAgAABAgQIECBAgAABAvkXkCEBAgQIEKg3AcVn6o3WwAQIECBAgACBmgpoT4AAAQIECBAgQIAAAQIECORfQIYECBAgQIAAAQIECBAgQIBA/gVkSIAAAQIECBAgQIAAAQIECORfQIYECBAgQIAAAQIECBDIj4DiM/m5lzKpawHjESBAgAABAgQIECBAgAABAvkXkCEBAgQIECBAgAABAgQIECCQfwEZEiBAgAABAgQIECBAgAABAvkXkCEBAgQIECBAgAABAgQIECCQfwEZEiBQbwKKz9QbrYEJECBAgAABAgQIEKipgPYECBAgQIAAAQIECBAgQIBA/gVkSIAAAQIECBAgQIAAAQIECORfQIYECBAgQIAAAQIEEMa27wAAEABJREFUCBAgQIBA/gVkSIAAAQIECBAgkB8BxWfycy9lQoAAgboWMB4BAgQIECBAgAABAgQIECCQfwEZEiBAgAABAgQIECBAgAABAvkXkCEBAgQIECBAgAABAgQIECCQfwEZEiBAgAABAgQIECBAgAABAvkXqLcMFZ+pN1oDEyBAgAABAgQIECBAgACBmgpoT4AAAQIECBAgQIAAAQIECORfQIYECBAgQIAAAQIECBAgQIBA/gVkSIAAAQIECBAgQIAAAQIECORfQIYECBAgQCA/AorP5OdeyoQAAQIECBCoawHjESBAgAABAgQIECBAgAABAvkXkCEBAgQIECBAgAABAgQIECCQfwEZEiBAgAABAgQIECBAgAABAvkXkCEBAgQIECBAgAABAgQI1FpA8Zla0+nY0AKuR4AAAQIECBAgQIAAAQIECORfQIYECBAgQIAAAQIECBAgQIBA/gVkSIAAAQIECBAgQIAAAQIECORfQIYECBAgQIAAAQIECBAgQIBA/gVkSIBAfgQUn8nPvZQJAQIECBAgQIAAgboWMB4BAgQIECBAgAABAgQIECCQfwEZEiBAgAABAgQIECBAgAABAvkXkCEBAgQIECBAgAABAgQIECCQfwEZEiBAgAABAgQIEKi1gOIztabTkQABAg0t4HoECBAgQIAAAQIECBAgQIBA/gVkSIAAAQIECBAgQIAAAQIECORfQIYECBAgQIAAAQIECBAgQIBA/gVkSIAAAQIECBAgQIAAAQIECORfID8ZKj6Tn3spEwIECBAgQIAAAQIECBCoawHjESBAgAABAgQIECBAgAABAvkXkCEBAgQIECBAgAABAgQIECCQfwEZEiBAgAABAgQIECBAgAABAvkXkCEBAgQIECBQawHFZ2pNpyMBAgQIECDQ0AKuR4AAAQIECBAgQIAAAQIECORfQIYECBAgQIAAAQIECBAgQIBA/gVkSIAAAQIECBAgQIAAAQIECORfQIYECBAgQIAAAQIECBAg0HQEFJ9pOveqsc3UfAgQIECAAAECBAgQIECAAIH8C8iQAAECBAgQIECAAAECBAgQyL+ADAkQIECAAAECBAgQIECAAIH8C8iQAAECBAgQIECAAAECBAgQyL+ADAkQIFBrAcVnak2nIwECBAgQIECAAIGGFnA9AgQIECBAgAABAgQIECBAIP8CMiRAgAABAgQIECBAgAABAgTyLyBDAgQIECBAgAABAgQIECBAIP8CMiRAgAABAgQIECDQdAQUn2k698pMCRBobALmQ4AAAQIECBAgQIAAAQIECORfQIYECBAgQIAAAQIECBAgQIBA/gVkSIAAAQIECBAgQIAAAQIECORfQIYECBAgQIAAAQIECBAgQIBA/gVkWGsBxWdqTacjAQIECBAgQIAAAQIECDS0gOsRIECAAAECBAgQIECAAAEC+ReQIQECBAgQIECAAAECBAgQIJB/ARkSIECAAAECBAgQIECAAAEC+ReQIQECBAgQINB0BBSfaTr3ykwJECBAgEBjEzAfAgQIECBAgAABAgQIECBAIP8CMiRAgAABAgQIECBAgAABAgTyLyBDAgQIECBAgAABAgQIECBAIP8CMiRAgAABAgQIECBAgAABAlUKKD5TJU1TO2G+BAgQIECAAAECBAgQIECAQP4FZEiAAAECBAgQIECAAAECBAjkX0CGBAgQIECAAAECBAgQIECAQP4FZEiAAAECBAgQIECAAAECBAjkX0CGBAgQaDoCis80nXtlpgQIECBAgAABAo1NwHwIECBAgAABAgQIECBAgACB/AvIkAABAgQIECBAgAABAgQIEMi/gAwJECBAgAABAgQIECBAgACB/AvIkAABAgQIECBAgACBKgUUn6mSxgkCBJqagPkSIECAAAECBAgQIECAAAEC+ReQIQECBAgQIECAAAECBAgQIJB/ARkSIECAAAECBAgQIECAAAEC+ReQIQECBAgQIECAAAECBAgQIJB/ARk2HQHFZ5rOvTJTAgQIECBAgAABAgQINDYB8yFAgAABAgQIECBAgAABAgTyLyBDAgQIECBAgAABAgQIECBAIP8CMiRAgAABAgQIECBAgAABAgTyLyBDAgQIECBAgECVAorPVEnjBAECBAgQaGoC5kuAAAECBAgQIECAAAECBAjkX0CGBAgQIECAAAECBAgQIECAQP4FZEiAAAECBAgQIECAAAECBAjkX0CGBAgQIECAAAECBAgQIECg8QgoPlNf98K4BAgQIECAAAECBAgQIECAQP4FZEiAAAECBAgQIECAAAECBAjkX0CGBAgQIECAAAECBAgQIECAQP4FZEiAAAECBAgQIECAAAECBAjkX0CGBAgQIFClgOIzVdI4QYAAAQIECBAg0NQEzJcAAQIECBAgQIAAAQIECBDIv4AMCRAgQIAAAQIECBAgQIAAgfwLyJAAAQIECBAgQIAAAQIECBDIv4AMCRAgQIAAAQIECBBoPAKKzzSee2EmBPImIB8CBAgQIECAAAECBAgQIEAg/wIyJECAAAECBAgQIECAAAECBPIvIEMCBAgQIECAAAECBAgQIEAg/wIyJECAAAECBAgQIECAAAECBPIvIEMCVQooPlMljRMECBAgQIAAAQIECBBoagLmS4AAAQIECBAgQIAAAQIECORfQIYECBAgQIAAAQIECBAgQIBA/gVkSIAAAQIECBAgQIAAAQIECORfQIYECBAgQIAAgcYjoPhM47kXZkKAAAECeROQDwECBAgQIECAAAECBAgQIJB/ARkSIECAAAECBAgQIECAAAEC+ReQIQECBAgQIECAAAECBAgQIJB/ARkSIECAAAECBAgQIECAAIFmLNBsis8043ssdQIECBAgQIAAAQIECBAg0GwEJEqAAAECBAgQIECAAAECBAjkX0CGBAgQIECAAAECBAgQIECAQP4FZEiAAAECBAgQIECAAAECBAjkX0CGBAgQINB4BBSfaTz3wkwIECBAgAABAnkTkA8BAgQIECBAgAABAgQIECCQfwEZEiBAgAABAgQIECBAgAABAvkXkCEBAgQIECBAgAABAgQIECCQfwEZEiBAgAABAgQIECDQjAUUn2nGN1/qzU1AvgQIECBAgAABAgQIECBAgED+BWRIgAABAgQIECBAgAABAgQI5F9AhgQIECBAgAABAgQIECBAgED+BWRIgAABAgQIECBAgAABAgQI5F9AhgQaj4DiM43nXpgJAQIECBAgQIAAAQJ5E5APAQIECBAgQIAAAQIECBAgkH8BGRIgQIAAAQIECBAgQIAAAQL5F5AhAQIECBAgQIAAAQIECBAgkH8BGRIgQIAAAQIEmrGA4jPN+OZLnQABAs1NQL4ECBAgQIAAAQIECBAgQIBA/gVkSIAAAQIECBAgQIAAAQIECORfQIYECBAgQIAAAQIECBAgQIBA/gVkSIAAAQIECBAgQIAAAQIECDScwJIqPtNwGboSAQIECBAgQIAAAQIECBAgsKQEXJcAAQIECBAgQIAAAQIECBDIv4AMCRAgQIAAAQIECBAgQIAAgfwLyJAAAQIECBAgQIAAAQIECBDIv4AMCRAgQKAZCyg+04xvvtQJECBAgACB5iYgXwIECBAgQIAAAQIECBAgQCD/AjIkQIAAAQIECBAgQIAAAQIE8i8gQwIECBAgQIAAAQIECBAgQCD/AjIkQIAAAQIECBAgQIBAwwkoPtNw1q5EoKKAIwIECBAgQIAAAQIECBAgQCD/AjIkQIAAAQIECBAgQIAAAQIE8i8gQwIECBAgQIAAAQIECBAgQCD/AjIkQIAAAQIECBAgQIAAAQIE8i8gQwLNWEDxmWZ886VOgAABAgQIECBAoLkJyJcAAQIECBAgQIAAAQIECBDIv4AMCRAgQIAAAQIECBAgQIAAgfwLyJAAAQIECBAgQIAAAQIECBDIv4AMCRAgQIAAAQIEGk5A8ZmGs3YlAgQIEKgo4IgAAQIECBAgQIAAAQIECBDIv4AMCRAgQIAAAQIECBAgQIAAgfwLyJAAAQIECBAgQIAAAQIECBDIv4AMCRAgQIAAAQIECBAgQIAAgRwL/Lf4TI4zlBoBAgQIECBAgAABAgQIECDwXwEvBAgQIECAAAECBAgQIECAQP4FZEiAAAECBAgQIECAAAECBAjkX0CGBAgQIECAAAECBAgQIECAQP4FZEiAAAECBBpOQPGZhrN2JQIECBAgQIBARQFHBAgQIECAAAECBAgQIECAQP4FZEiAAAECBAgQIECAAAECBAjkX0CGBAgQIECAAAECBAgQIECAQP4FZEiAAAECBAgQIECAAIEcCyg+k+ObK7WaCWhNgAABAgQIECBAgAABAgQI5F9AhgQIECBAgAABAgQIECBAgED+BWRIgAABAgQIECBAgAABAgQI5F9AhgQI/D979/tqS5aXCT6ec+6tTKeTMssaLUxHbcpOtCSdyrKqOtvOsdSqsbRq7r1dfW5PTw/dzDAzL2QEwReC/4IvBEEQBEEQFEEUBAVBEARBEARBEARf+qLeytQLscizz5wVkXH23mefc+75sfc+sb/x2dx1I2JF7BXr+cTKyp0BaxUBAgQIECBAgAABAgQIECBAoL7A/hJafGZ/1u5EgAABAgQIECBAgAABAgTWBRwRIECAAAECBAgQIECAAAEC9QUkJECAAAECBAgQIECAAAECBOoLSEiAAAECBAgQIECAAAECBAjUF5CQAAECBAgUFrD4TOGHKxoBAgQIECBwNwFXEyBAgAABAgQIECBAgAABAvUFJCRAgAABAgQIECBAgAABAgTqC0hIgAABAgQIECBAgAABAgQI1BeQkAABAgQIECBAgAABAgS2J2Dxme1Zamm7AlojQIAAAQIECBAgQIAAAQIE6gtISIAAAQIECBAgQIAAAQIECNQXkJAAAQIECBAgQIAAAQIECBCoLyAhAQIECBAgQIAAAQIECBAgUF9AQgIECgtYfKbwwxWNAAECBAgQIECAwN0EXE2AAAECBAgQIECAAAECBAjUF5CQAAECBAgQIECAAAECBAgQqC8gIQECBAgQIECAAAECBAgQIFBfQEICBAgQIECAAAEC2xOw+Mz2LLVEgACB7QpojQABAgQIECBAgAABAgQIEKgvICEBAgQIECBAgAABAgQIECBQX0BCAgQIECBAgAABAgQIECBAoL6AhAQIECBAgAABAgQIECBAgEB9gcIJLT5T+OGKRoAAAQIECBAgQIAAAQJ3E3A1AQIECBAgQIAAAQIECBAgUF9AQgIECBAgQIAAAQIECBAgQKC+gIQECBAgQIAAAQIECBAgQIBAfQEJCRAgQIAAge0JWHxme5ZaIkCAAAECBLYroDUCBAgQIECAAAECBAgQIECgvoCEBAgQIECAAAECBAgQIECAQH0BCQkQIECAAAECBAgQIECAAIH6AhISIECAAAECBAgQIECAwAELWHzmgB/efhdxX28AABAASURBVLvubgQIECBAgAABAgQIECBAgEB9AQkJECBAgAABAgQIECBAgACB+gISEiBAgAABAgQIECBAgAABAvUFJCRAgAABAgQIECBAgAABAgTqC0hIgACB7QlYfGZ7lloiQIAAAQIECBAgsF0BrREgQIAAAQIECBAgQIAAAQL1BSQkQIAAAQIECBAgQIAAAQIE6gtISIAAAQIECBAgQIAAAQIECNQXkJAAAQIECBAgQIDAAQtYfOaAH56uEyCwXwF3I0CAAAECBAgQIECAAAECBOoLSEiAAAECBAgQIECAAAECBAjUF5CQAAECBAgQIECAAAECBAgQqC8gIQECBAgQIECAAAECBAgQIFBfQMLtCVh8ZnuWWiJAgAABAgQIECBAgACB7QpojQABAgQIECBAgAABAgQIEKgvICEBAgQIECBAgAABAgQIECBQX0BCAgQIECBAgAABAgQIECBAoL6AhAQIECBAgMABC1h85oAfnq4TIECAAIH9CrgbAQIECBAgQIAAAQIECBAgUF9AQgIECBAgQIAAAQIECBAgQKC+gIQECBAgQIAAAQIECBAgQIBAfQEJCRAgQIAAAQIECBAgQIDA7QUsPnN7q2ldqTcECBAgQIAAAQIECBAgQIBAfQEJCRAgQIAAAQIECBAgQIAAgfoCEhIgQIAAAQIECBAgQIAAAQL1BSQkQIAAAQIECBAgQIAAAQIE6gtISIAAgQMWsPjMAT88XSdAgAABAgQIENivgLsRIECAAAECBAgQIECAAAEC9QUkJECAAAECBAgQIECAAAECBOoLSEiAAAECBAgQIECAAAECBAjUF5CQAAECBAgQIECAAIHbC1h85vZWriRAYFoCekOAAAECBAgQIECAAAECBAjUF5CQAAECBAgQIECAAAECBAgQqC8gIQECBAgQIECAAAECBAgQIFBfQEICBAgQIECAAAECBAgQIECgvoCEByxg8ZkDfni6ToAAAQIECBAgQIAAgf0KuBsBAgQIECBAgAABAgQIECBQX0BCAgQIECBAgAABAgQIECBAoL6AhAQIECBAgAABAgQIECBAgEB9AQkJECBAgAABArcXsPjM7a1cSYAAAQIEpiWgNwQIECBAgAABAgQIECBAgEB9AQkJECBAgAABAgQIECBAgACB+gISEiBAgAABAgQIECBAgAABAvUFJCRAgAABAgQIECBAgMCMBZLMOP1hRLf4zJaek2YIECBAgAABAgQIECBAgACB+gISEiBAgAABAgQIECBAgAABAvUFJCRAgAABAgQIECBAgAABAgTqC0hIgAABAgQIECBAgAABAgQI1BeQkACBxxdI0iXpzs7OHr8zenCjgMVnbuRxkgABAgQIECBAYMICukaAAAECBAgQIECAAAECBAjUF5CQAAECBAgQIECAAAECBAgQqC8gIQECBAgQIECAAAECBAgQIFBfQEICBAgQIECAAIGZCqwuPLO6P1OOyca2+MxkH42OETg0Af0lQIAAAQIECBAgQIAAAQIE6gtISIAAAQIECBAgQIAAAQIECNQXkJAAAQIECBAgQIAAAQIECExPwMSkbT8T7REgQIAAAQIECBAgQIAAAQL1BaaVMEmXLMvYuySddz+jxuNtLT7zePbuTIAAAQIECBAgQIAAgYcJ+DYBAgQIECBAgAABAgQIECBQX0BCAgQIECBAgAABAgQIECBAoL6AhAQIECDwSoEkr7zGBQQIECBAgAABAgQmLaBzBAgQIEBg5gKrC8xc3k+8+3ns4WHxmcd+Au5PgAABAmUEBCFAgAABAgQIECBAgAABAgTqC0hIgAABAgQIECBAgAABAgQI1BeQkAABAgQIECBAgACBaQi0SUitTKM3ekGAQDUBeQgQIECAAAECBAgQIEBgtwLJsKBMki7Jxc3a+54ka3UXJz/cadd8uGuzJ4Gqi8/sic9tCBAgQIAAAQIECBAgQIAAgUcUcGsCBAgQIECAAAECBAgQIECgvoCEBAgQIECAAAECBAgQIECAQH0BCQmsCSTp2gSj5OZJSGtfckCAAAECBAgQIECAAAECUxfQPwIEZibQ3u+Mkcf95Hbve5LbXTe2b/twAYvPPNxQCwQIECBAgAABAr2AvwgQIECAAAECBAgQIECAAIH6AhISIECAAAECBAgQIECAAAEC9QUkJECAAAECBAg8jkCbhDSWJI/TCXclQIAAAQKzERCUAAECBAgQIECAwP4EknTJsODwTXdNctNp53YoYPGZHeJqmsCjCrg5AQIECBAgQIAAAQIECBAgUF9AQgIECBAgQIAAAQIECBAgQKC+gIQECBAgQIAAAQIECBAgQGAmAsn1k4uSV09OOmgmnSdAgAABAgQIECBAgAABAgTqC8wsYZJ+wZkWe3XB4SSt6qIkVx+P37m40M5OBSw+s1NejRMgQIAAAQIECBAgMCcBWQkQIECAAAECBAgQIECAAIH6AhISIECAAAECBAgQIECAAAEC9QUkJECAAIHHE0jWJxuNPWmTjZKrz43X2BIgQIAAAQIECBC4i4BrCRAgQIAAgd0KtPc57Q5J+kVokmFx4bF+PLd63OqUxxGw+MzjuLsrAQIECOxewB0IECBAgAABAgQIECBAgACB+gISEiBAgAABAgQIECBAgAABAvUFJCRAgAABAgQIECBAoLBAMkw+uilikptOO0eAQA0BKQgQIECAAAECBAgQIECgmECy+U4nSb8QzRi1LTyTpD9Mrl6cpj/pr50L7GnxmZ3ncAMCBAgQIECAAAECBAgQIEDg0QV0gAABAgQIECBAgAABAgQIEKgvICEBAgQIECBAgAABAgQIECBQX0BCAo8rkAwTjsZejJOQkvX68bwtAQIECBAgQIAAAQIECNxHwHcIECCwe4FkeJ+TDNvLd0zW65NcLE6T5PLljncoYPGZHeJqmgABAgQIECDwqAJuToAAAQIECBAgQIAAAQIECNQXkJAAAQIECBAgQIAAAQIECBCoLyAhAQIECBAgQGCmAskwwShJ1xagaWWmFGITIECAwBwEZCRAgAABAgQIECBQTCBZvttp0ZKsLSyTpFX3dcnw/qdV3PYdUDJ8v31HebiAxWcebqgFArcScBEBAgQIECBAgAABAgQIECBQX0BCAgQIECBAgAABAgQIECBAoL6AhAQIECBAgAABAgQIECBAgMD9BVYnDyXLSUVXtdiuTYZJREn6iUhXXfflf33Ubbtoj6kxYAwYA8aAMWAMGAPGgDFgDBgDxoAxUH8MeMbbe8ZXvbNpdUnapn+vk2zu9yc//CtZP9/eDX146trNba659stOrAlYfGaNwwEBAgQIECBAgAABAoUERCFAgAABAgQIECBAgAABAgTqC0hIgAABAgQIECBAgAABAgQI1BeQkAABAgRmIJAMk4vGqEn6SUnj8XXb//lfH3U/98PHCgNjwBgwBowBY8AYMAYOfwx4hp6hMWAMGAPGgDFwwGPg/333+MrXN8n173iSXPmdVtkWlUmW55PN/XZNu1bZjoDFZ7bjqBUCBAgQeKWACwgQIECAAAECBAgQIECAAIH6AhISIECAAAECBAgQIECAAAEC9QUkJECAAAECBAgQIECAwP0FkqwtKpOkb6xNFkqG/VbRjltp+8myvh0rBAjsQ8A9CBAgQIAAAQIECBAgQIDAdgSS9O+DkuV2bDlJv5ukv6Y/OP8ryfnfyz/je6JlzbCXrF831Pr79gLLKy0+s7SwR4AAAQIECBAgQIAAAQIEaglIQ4AAAQIECBAgQIAAAQIECNQXkJAAAQIECBAgQIAAAQIECBCoLyAhgaIC100aanGTbEw4StJOKQQIECBAgAABAgQIEKgpIBUBAgSKCSTp3+8kuUiWZKPu4uTKTntvlKxfm6S/op3rd/y1VQGLz2yVU2MECBAgQIAAgesFnCFAgAABAgQIECBAgAABAgTqC0hIgAABAgQIECBAgAABAgQI1BeQkAABAgQIECBA4O4CyTA56KpvJuknHV01cShJ/5Uk/TX9gb8IECBAgMAeBNyCAAECBAgQIECAAIGHCSS5aCDJxrudZKhLcnHduJOka++KxpIM1yTDtl2XXL3fzil3F7D4zN3NfKOGgBQECBAgQIAAAQIECBAgQIBAfQEJCRAgQIAAAQIECBAgQIAAgfoCEhIgQIAAAQIECBAgQIAAAQJFBJL0k5CSXE50Mdno41/6f7pv++L/3X3sJ/6vvnzrj/2f3Ue/8H90b/xP/60v/+r9/9q9/u/+S19ee+9/6z7yb/9z9/Tz/2tfnnzuP3XHn33ZHf3wSV/ymf94sW37rXTvfq0by9mn/0O3WsZ626URCxbGgDFgDBgDxsD9x8AH7zzrvvF9X1or//Kpr1z8FmF7f1t27IwBY8AYONgx4N+D7z7Os1t9/9H2x3+Gxv32zmQs7b1K22/bsbR3LuP7l/Yupr2Tae9n2gueJBfve5L1/cvn2/HR0XIJlGR5fTvXFqJp2yRto2xZYCm/5YY1R4AAAQIECBAgQIAAgXUBRwQIECBAgAABAgQIECBAgEB9AQkJECBAgAABAgQIECBAgACB+gISEiBAgACB7QuMk4fGlpNsTEx64998vvvvv/Df+vLxH/2v3cfe/9+7N//9f+k++u/+c1/e+Lf/qftXn3/Zte1/97mT7ls++x+713/4a335yLsvutXy5H981j399PPu+If+l67tt+3RO1/tj8f9Vt9KO27bdl75aseAgTFgDBgDxoAxsJ0xsPiBL3ff+O73u//vf/j3F+Wb/+aLE/p37XZyGi8cjQFjwBgwBoyB6Y+B8d3H6nZ1vz3D1eP2TqWV9q7ltc/8h4t3LuN7mPZOpr2bae9pjo+Pu7agTCvJ5vuey++C2nEyXNf2x3dGl7dJ2mlliwJHW2xLUwQIECBwSAL6SoAAAQIECBAgQIAAAQIECNQXkJAAAQIECBAgQIAAAQIECBCoLyAhAQIECBAgQIAAAQIEJiyQpBsnB612M8nF4jLtfJLV0/1+MtQl6a9tlW2iUtsmaZu+vtWNJcnahKZWnyzr2nErlyc+Xa4bzyfp2n6Svt22rxz3Jhz27HDsfsacMWAMGAPVxkD7/bFYLLrVksS/Z/07zxgwBowBY8AYMAb2Pgba75Jk+B2SpH8H0upWf3+142R57lXHSfr3Nt2Hn2Q4TvJhTXdxPlnWtfdE3conGc4lubi+nb58XatrJUnbHG55xJ4fPeK93ZoAAQIECBAgQIAAAQIECMxKQFgCBAgQIECAAAECBAgQIECgvoCEBAgQIECAAAECBAgQIECAQH0BCQkQuJtAsj7pp00OaqW10rbJ+vlk/bhd065N0k8yStIOL/aT9Putcpz4lKSfKJWsb8fzbTuWNpFq3L+8XT3X9pPhXoltwiBhkDBIGCQMEgYJg+RuBu03zunpabda2kI0yd3aSVyfMEgYJNs3SLSZMEgYJAyS2gbtncf4TmR1Pxn96Rl+AAAQAElEQVTeq6yeWz3f6pPBpu1fVZKhje78kwzXJunf23TnnyTnf3cX73aS4bi746f9tkru99073qrs5RafKftoBSNAgAABAgReIeA0AQIECBAgQIAAAQIECBAgUF9AQgIECBAgQIAAAQIECBAgQKC+gIQECBAgQIAAAQIHINAmAI3dTJYTgZJ047lkWb96bTLUJ8ttkn5SUpJ+slKSrk1+Stbrx0lP7dxV+2PduG3XtdKOx23bH0urU457aw4cjAFjYM9jwP/2HBtz1cZc+33RFp5pC86MJRl+01TLKo9/fo0BY8AYMAaMgWmPgfa7pD2jtl0tV9VdPn/5mmR4N9OuS4bfNkku3t8kw353/kmGa5OcH3UX73qS9Pvdh58kH+51ff34Lmncdj5bETjaSisaIfBgAQ0QIECAAAECBAgQIECAAAEC9QUkJECAAAECBAgQIECAAAECBOoLSEiAAAECBAgQIECAAAECBAjUF3h4wmSYNNQmCSW5mDiUpG88GbbtIEl/Prl5265tE5sul8uToFbPt3OXSzvf6tq2lbb/5MmTfpLUeNzqlGMLQVgIwhgwBowBY8AYeMAYSNK1RWfaAjRjab9n/MbwG8MYMAaMAWNgOmPAs5jDs2jvOloZs163P55P0v8GbNeNpZ27vJ+kf5fSnX+S5Tuddl2S/ty4n6QbP0n690DtOEnbXJRkOE6G7cUJO1sRONpKKxohQIAAAQIECBAgQODwBPSYAAECBAgQIECAAAECBAgQqC8gIQECBAgQIECAAAECBAgQIFBfQEICBAgQIHDAAskwWWhchGY1SjKca3XJsJ+kn4DUJieNJcnFhKWxrk16StJPhkpycb7Vr17T9pPl+XZ81TVj/eq5VqccXdiyYGEMGAPGgDFgDNxtDCTpxkVnxm37TXSt49Hd2tcOL2PAGDAGjAFjwBi4zRi4/K7j8gK8YxvtuiT9u5ax7j7bZHi3k6RrnyT9u55k2LbfQ6v17R7j8eVzSdopZUsCFp/ZEqRmCBAg8FAB3ydAgAABAgQIECBAgAABAgTqC0hIgAABAgQIECBAgAABAgQI1BeQkAABAgQIECBAgAABAgSuFkjWJwQly+NkuT9+O0m/sEmStUlISbr2SdLXt0lISS6uHY/HSVHteCzJcF071+ratk2qatt2PJZ2vFrGelsT98YxYGssGAPGgDFgDDx0DHTnnw8++KBbLW1C9UPb9X1j0xgwBowBY8AYMAbuOgZW34Ek6ReYGetW22p14/Hq/lh3eZukf1/T6pNhP0nXPkn6c0n69zvJ+ra74pOkr22/mVrpD87/Sob6892t/5lTgxafmdPTlpUAAQIECBAgQIAAAQIEVgXsEyBAgAABAgQIECBAgAABAvUFJCRAgAABAgQIECBAgAABAgTqC0hIgMABCrQJQq20rifDBKEk/WSj1brV/STtsL8mSb+9PHmpTXxK0k9eaufacSur++14LK2+lfH48vamc5evdXy8NjmNBw9jwBgwBowBY+DmMZCkOz09XSvd+YfbzW58Zu3j9+ax5+9/A4wBY2B3Y+CqdyBJLv6396rzl59Hu+aqkqR/V5Osv8/pLn2S4XyrTtI2a2V8l9Qqk/Tvhtp+q0/SdpUHCBw94Lu+SoAAAQIECBDYooCmCBAgQIAAAQIECBAgQIAAgfoCEhIgQIAAAQIECBAgQIAAAQL1BSQkQIAAAQIECBAg0HVt0s+qQ5K1uiQXE4RWr2v7bZJSkrbbX5PkYoJSO9dKkotzyXB+rG/bNvmpbcdy+Xi1fjzXtq20c207lsvHY73t8cUENBYsjIE5jgGZjXtj4KFjoP3GsPiMcfTQceT7xpAxYAwYA8bANsdA+30ytre6f7munWul1bftWFaPr9sfr02GdzvtuDv/JDn/u7t437P6bilZP5cMx+2aZNjvLn3auUtVDl8hcPSK807PVUBuAgQIECBAgAABAgQIECBAoL6AhAQIECBAgAABAgQIECBAgEB9AQkJECBAgAABAgQIECBAgACB+gITTJisLzYzdjG5ekJQslmfrNclw3GSfjGaNjkpWe6347Ek6/VtwtN1pX1nPNf2nzx5ctF+2x/P2R5bbOaYgX8OjAFjwBgwBrY3BpJ0H3zwwVppk6QZb8+YJUtjwBgoNwb8N4n/Lt3DGGjvQtr7kfbPz+p+O25lPHd5fzxu51tJlu9mklwsKpMs99t13fmnbZOh/vyw/5NkY9t+K7XSn3jFX8nw/Vdc5vSKwNHKvl0CBAgQIECAAAECBB5RwK0JECBAgAABAgQIECBAgACB+gISEiBAgAABAgQIECBAgAABAvUFJCRAgAABAgQGgeTqBWiGs1131WShZDkxKFnfT9IvCtOdf5L0k5ba5KRWkvTnkmHb6sZJT22bDPVtv5V2fiztuJV2PE6qatuxrtW3feXYJL89TPIzzowzY8AYMAYOZww89Fkl6RaLRXd6enpRuvPPQ9v1/fmMIc/aszYGjAFjwBjY9hho70Baae22dyPjfju+XNq51ZKkfzfT6tq1bdtKsqxvx60kw3ud7vxz+TjJee3wJ1nut/dIyfJ4uGLz73bdZq2a2wgc3eYi1xAgQGCGAiITIECAAAECBAgQIECAAAEC9QUkJECAAAECBAgQIECAAAECBOoLSEiAAAECBAgQIECAAAECExFIsrbgTJJ+AZkkfQ+T9W2rbBOQWmn7yfJ8kovvJuknNyXDtl3fJjkl6RdLGY9bXdtvpe23SVRtu1rGc8nw3fFcq29lPLY97m0n5KA/FsYxBowBY8AYOLgx0H5brC480/a7849/v/qdYQwYA8aAMWAMGAP7HAPtN8lYVt+VJLn4fTWeH/t11fHquST9u5rxumQ4Ttbf5yTp2ifJxXue8fjyNumv6a9r58bSFptJMh7aPkDg6AHf9VUCBAgQIECAAAECBAgQILBFAU0RIECAAAECBAgQIECAAAEC9QUkJECAAAECBAgQIECAAAECBOoLSEiAAIGbBZL1CUFtktDqN9pxsn5NMhwn6ScvJcttkn7i0TihqW2T9BOk2v7l0iZDjXWX99vx5bI68Wr8nu1R/xw4cDAGjAFjwBgwBu4/BrrzzwcffNCtlvY7iOn9Tdnt2879jDljwBgwBiqMgfE9yOr7j7Hu8rblHevG68e6th3LeM143LbJ+vubZHl8/rOo/5MMdcmw7SvP/2q/kc43a4sat+MkbaNsScDiM1uC1AwBAgQIECgnIBABAgQIECBAgAABAgQIECBQX0BCAgQIECBAgAABAgQIECBAoL6AhAQIECBAgAABAgQmLNAmDyXpF48Zu9kmJLX9ZL0+WR4nw3679rqS5FYLpLQJUa2Ncdv22wSqth1LO9fKeGxrgqExYAxMbgwceSaeiTFwaGOgO/+0hWdOT0+7sbTfRoeWQ3/9s2cMGAPGgDFgDBz+GLjqncdY17attOc8btt+ko33Lu18K8n1722680+yPH9+2L8XSoa6drxakmV9ktVT/X6yWdef8NedBSw+c2eyx/mCuxIgQIAAAQIECBAgQIAAAQL1BSQkQIAAAQIECBAgQIAAAQIE6gtISIAAAQIECBAgQIAAAQIECNQXkPB6gSRdm1Q9XpEME4TGumQ4n6SfeNSuS9JPZkqGunGCUzIcJ8O21V9V2qSnVtq51e24v1p/eb8dr5a2KI3ypGPAwBgwBowBY8AYePgYaL9FFotFt1qS+Pfsk4fbGp8MjQFjYF9jwH2MtSpjYPXdx7jffqu0snrc9ltdK1ftJ8M7nHaulWQ4ToZ3N8n6cXf+SYZz57v9u6Akbbff73eu+SsZ3iFdc1r1PQQsPnMPNF8hQIAAAQIECBCYhYCQBAgQIECAAAECBAgQIECAQH0BCQkQIECAAAECBAgQIECAAIH6AhISIECAAAECExRIholErWtt4Zkkt5pUlKR9ZWMxmnFCU5K+nXY8ToRKhrp2nKT/bjvfSqsbt22/lXbcStu/XFq9crRmyIOHMWAMGAPGwETGwMH9+6k7/5yennarpf0u4umfKWPAGDAGjAFjwBjY9xi4/P6jHa/24fJxO3dVXatfLe2aZHgv0+qTYT9J/9stGY678087f77p3+u0bStJ2qYvyXK/VbTfTW2rbE/A4jPbs9QSAQI7FdA4AQIECBAgQIAAAQIECBAgUF9AQgIECBAgQIAAAQIECBAgQKC+gIQECBAgQIAAAQIECBAgMCeBZPP/hTpZr0uWx0k2JhklWSNL0l+T3LxtX2oTl1ppk53a9qrSziVDW+18O25b5SGT/XzX+DEGjAFjwBgwBl41BpKsLTzTFqFZ/f3yqu87b4wZA8aAMWAMGAPGwK7HwPiOJEm/WEw7Tob94d6bzyBZnk+W+935p30nGd7BJMP2vLpvu22T4R1RknbYlyT9e6D+4BZ/JbnFVS65SsDiM1epqCNAgAABAgQIECBAgACBrmNAgAABAgQIECBAgAABAgQI1BeQkAABAgQIECBAgAABAgQIEKgvICEBAgQeWSAZJg6tdiPJxcShZNg/OzvrL0mG4/7g/K9kOE6W2/Pq/vvJsi5JP1mpTYRqk5laSYbz437bXi5JuvadsSS5aGessz1eM+LBwxgwBowBY8AYePgYSIbfSIvFohtLd/5h+3Db2Roes/PsjQFjwBgwBrYzBlbfnayaJunfD4znk/TvUNpxstxvx935J1m+l2l1yXB8fqr/k6T/fnf+SYbfRslwTZLz2qv/JNefu/obam8jcHSbi1xDgAABAgQIPL6AHhAgQIAAAQIECBAgQIAAAQL1BSQkQIAAAQIECBAgQIAAAQIE6gtISIAAAQIECBAgQGCOAsnmpKBxsZlxmwyTjJpPkn5xmbbfSjIcJ5vb8fw4iWk8ToZrx/ok/YSmdrxa2iSqZLg2WV6TLOsS+wmDhEHCILmdQeK6hEHCIGGQXG3QnX9OT0+71XJe1f8GSq7+TqI+YZAwSBgkDBIGCYOEQbJ9g/G9SbLe9vgOpZ1P0r9nSYbtWJcM32nHrSTDcbK57T78JOn3kmHbDpL0v4va/nUlyXWn1N9DwOIz90Drus63CBAgQIAAAQIECBAgQIAAgfoCEhIgQIAAAQIECBAgQIAAAQL1BSQkQIAAAQIECBAgQIAAAQIE6gtIOGGBZDlJKEk/qWh1MZokr+x9kv57ybAdJza1bSvJsr4dt5LkYoJUMuy3+qtKMnw/sU0YJAwSBgmDhEHCIGGQ3N+gO/8sFotutbTfQcn920x8N2GQMEgYJLM0WPtvw4RBwiBhkNzN4Kp3I2Ndkv59yng8bpOhPlneq51LlsfJsN+df5JhP8n50fqfZLNu9YpkWLw4ufm61e/Yv52AxWdu5+QqAgQIECBAgACBRxfQAQIECBAgQIAAAQIECBAgQKC+gIQECBAgQIAAAQIECBAgQIBAfQEJCRAgQIAAAQKDQLI+WahNtm5nkqF+3E+Wk4mSADBZHQAAEABJREFU9JMJ2wSmVpLhOEm7vD+X5GIiVDLsJ8ttkrXrkuFca+9ySa4/d/lax0cX7ixYGAPGgDFgDBwdMXjVPwdJ1haeaYvQdOefV33PeWPLGDAGjAFjwBgwBnY5BpJc+d/3yfA+pd07Ga5JlnXd+aedG0synEtyfmb4k+TinUyrSYbjy/vteHxP1PbHkqRr9UnGqn7b6vodfz1IwOIzD+LzZQIzFhCdAAECBAgQIECAAAECBAgQqC8gIQECBAgQIECAAAECBAgQIFBfQEICBAgQIECAAAECBAgQILBHgcuTgZKrJw0lQ33rWpKLiUnJsN/qW2kTmpKhLllu27lWrju/Wr+6376zWtq5EuXIxDzP0RgwBowBY8AYmOIYaL+NVkv7HTLFfuqTf36MAWPAGDAGjIEDGQNb+O//JO0nyVpJcrEgTZKL9zRtXCTL42S53334SZZ1Sfp2kqGuO/8k6/vnVf2fJP12/CsZ3hUl6/Xtt1SyXjd+x/ZuAhafuZuXqwkQIECAAAECBAgQIPBoAm5MgAABAgQIECBAgAABAgQI1BeQkAABAgQIECBAgAABAgQIEKgvICEBAgTmLJBsTgZKrp48lGxe2+wuTypKhuuSbEx+atcnWZvY1CZGtZIsr0+G/Va/WpKhPrFNGCQMEgYJg4RBwiBhkDzMoDv/LBaLbrWcV138nkke1n7i+8njGiTunzBIGCQMEgYJg+QwDFbfi6zuJ+v9b+dWf7u042S4ptW341aSXLyX6VY+yfLaleqL30KX6y6/D2rnr6pr9cr9BCw+cz833yJAgAABAgQIECBAgAABAgQIECBAgACB+gISEiBAgAABAgQIECBAgAABAvUFJCRAgAABAgQIECBA4BEE2uSg1dsmVy9A065p1yZpu31JNveToS4Ztu3CJBcTlpLlfjvXSrKsS5b77dxYkmV9Yj9hkDBIDtLgyv89SGRJGCQMEgbJ/g3a7432O2e1tLpk/31J3DNhkDBIGCQMEgYJg2S+Bu33yGpJ0h8mufjvqraoTKtMsrawTLK8JknXPsnmNhnqrjrf6lZLcvU7o/YbKlm2s/od+/cTKLL4zP3C+xYBAgQIECBAgAABAgQIECBwSAL6SoAAAQIECBAgQIAAAQIECNQXkJAAAQIECBAgQIAAAQIECBCoLyAhga6frNQmCXUrn2RzMlGS/tp2WXL9fju/OvEpSau6+G47SNIfJzdvWztjSYZr2/cVAgQIECBAgMC2BRaLRdd+E62Wbd9DewQIEHg8AXcmQODQBJL0i8mM70XaNhnejSTLbXf+SZbHybB/Xt2/e2nbVpK0TV+XpN/2Fed/JTn/e/iTLPeHmuHvZPNdUTvTfjslV3+nnVfuJ2Dxmfu5+RYBAgQIECBAgAABAgQIECBAgAABAgQIECBAoL6AhAQIECBAgAABAgQIECBAgEB9AQkJECBAgAABAo8kkGxOEkqWk4qSYf9y95L17yW5mLyUpL88ST9Zqjv/JFk7nwzHye225030309ud33iuoRBwiBhkDBIGCQTMdCPyf37vP3GaKVNnh5LO06MmYRBwiBhkDBIGCQMEgbJdA3a75dWxoVqLu8naVV9SZb7fcUNfyXDe6Fk/Tvtd1OyXndDM07dQcDiM3fAcimBKQvoGwECBAgQIECAAAECBAgQIFBfQEICBAgQIECAAAECBAgQIECgvoCEBAgQIECAAAECBAgQIEBgbgJt0tBq5mSYXDTWJ9dPKEo2zyXLuiQXE80v3yMZzq3WX7WfDNcl29sm2koYJAwSBgmDhEHCIJmnQfu9s1rab5FknhaJ3AmDhEHCIGGQMEhqGCSHlaP9FrlNSYZcl69N1uuTXFySDPvJsG0nkuV+O24lSf8up/1GStKqLspVdRcn7TxYwOIzDybUAAECBAgQIECAAAECMxUQmwABAgQIECBAgAABAgQIEKgvICEBAgQIECBAgAABAgQIECBQX0BCAgQIEHhkgWR9IlHrTpJ+olEyLEQz1rXtWJKMu/217SDJxX47Hksy1CfDdqxv22SoS2wTBgmDhEHCIGGQMEgYJLszaL9DrirJ7u6ZzLrt/ndiwiBhkDBIGCQMEgYJg+TuBuNvmGT9u2P9uE2G8+PxuE0y7vbbZHncFphpJVnWtYuuqmv1yvYELD6zPUstESBAgMCjCrg5AQIECBAgQIAAAQIECBAgUF9AQgIECBAgQIAAAQIECBAgQKC+gIQECBAgQIAAAQIECMxVoE0iuip7Mkw2aueTYf+m6y6fS67/zuq1SUxIZmAM7G0M+OctYZAwSBgk8zZY/S3S9pN5eyTyJwwSBgmDhEHCIGGQTM+g/Wa5a0ly7VeS5cLD40XJ+vWveic0fs/2YQK7WXzmYX3ybQIECBAgQIAAAQIECBAgQOAQBPSRAAECBAgQIECAAAECBAgQqC8gIQECBAgQIECAAAECBAgQIFBfQEICExFINicbjV1LhklH42SjJGuLhIzXjdtkef6qumR5Pkl/SWtbOesYMDAGjAFjwBgwBvY3BhaLRbda2O/PnjXrWY6BM8/dczcGjIGHj4H+Jcr5X0k23s0km3Xnl178SdbPJ8O7oGS9/uIL5zvtmSU53/Nn1wIWn9m1sPYJECBAgAABAnsScBsCBAgQIECAAAECBAgQIECgvoCEBAgQIECAAAECBAgQIECAQH0BCQkQIECAAAECcxZIrp9MlAzn2qSjy6WZJcP5tn9VSbI2KSpZHh8dHXUKA2PAGDAGjIF9jgH3Mt7aGEiWv0eSYb/VK8aHMWAMGAPGgDFgDEx9DCTDb5ckV72GuahL0r+PaRWX3+e041Z/XWnnk1x3Wv2WBSw+s2VQzRH4UMCGAAECBAgQIECAAAECBAgQqC8gIQECBAgQIECAAAECBAgQIFBfQEICBAgQIECAAAECBAgQIEBgQgJJ+glLyea2TUgau5qsn2/17fw1pVN/xuCMgX8OjAFjwBgwBowBY8AYMAaMAWPAGCg+Bvy3747+27e9d0nW38UkadUX5kmufafTX3j+Vxt/55uLP0ku9u3sXsDiM7s3dgcCBAgQIECAAAECBPYi4CYECBAgQIAAAQIECBAgQIBAfQEJCRAgQIAAAQIECBAgQIAAgfoCEhIgQIAAgXWByxOP1s8uj5JcTGJq31kty6vsESBAgAABAgSmIbD6W2Xcn0bP9tUL9yFAgAABAgQqCYy/Z1a3yfJdzW2yJrnNZa7ZkYDFZ3YEq1kCBAjMXgAAAQIECBAgQIAAAQIECBAgUF9AQgIECBAgQIAAAQIECBAgQKC+gIQECBAgQIAAAQIECBB4ZIHk6olHbTLTdV1LcrEQTWI/YZAwSG4wcM7/ZhgDxoAxMIkx0H7bJP73OmGQMEgYJAwSBgmDhEFymAbtt40yMYEbumPxmRtwnCJAgAABAgQIECBAgAABAockoK8ECBAgQIAAAQIECBAgQIBAfQEJCRAgQIAAAQIECBAgQIAAgfoCEhIgcDuBJN1NC9DcrhVXESBAgAABAgQIECBA4HEE3JUAAQIECExJwOIzU3oa+kKAAAECBAhUEpCFAAECBAgQIECAAAECBAgQqC8gIQECBAgQIECAAAECBAgQIFBfQEICBAgQIECAAIEJCyTDAjRtERrlrF+MhwMHY8AYMAbuNQb8b+gZN//sGAPGgDFgDBgDxoAxYAzsfgxM+DXT7Ltm8ZnZD4G5AMhJgAABAgQIECBAgAABAgQI1BeQkAABAgQIECBAgAABAgQIEKgvICEBAgQIECBAgAABAgQIECBQX+BuCZN0iZIwSBgkDBIGCYOEQcIgmb7B5V89yfT7nOhjwiBhkDBIGCQMkocY+G4yP4PLv38cT0fA4jPTeRZ6QoAAAQIECBAgQKCWgDQECBAgQIAAAQIECBAgQIBAfQEJCRAgQIAAAQIECBAgQIAAgfoCEhIgQIAAAQIECBAgQIAAAQL1BSQkQIAAAQIECBCYtYDFZ2b9+IUnQGBOArISIECAAAECBAgQIECAAAEC9QUkJECAAAECBAgQIECAAAECBOoLSEiAAAECBAgQIECAAAECBAjUF5CQAAECBAgQIECAAAECBAgQqC8wpYQWn5nS09AXAgQIECBAgAABAgQIEKgkIAsBAgQIECBAgAABAgQIECBQX0BCAgQIECBAgAABAgQIECBAoL6AhAQIECBAgAABAgQIECBAgEB9AQkJECBAgMCsBSw+M+vHLzwBAgQIEJiTgKwECBAgQIAAAQIECBAgQIBAfQEJCRAgQIAAAQIECBAgQIAAgfoCEhIgQIAAAQIECBAgQIAAAQL1BSQkQIAAAQIECBAgQIAAgX0KWHxmn9rutRSwR4AAAQIECBAgQIAAAQIECNQXkJAAAQIECBAgQIAAAQIECBCoLyAhAQIECBAgQIAAAQIECBAgUF9AQgIECBAgQIAAAQIECBAgQKC+gIQECMxawOIzs378whMgQIAAAQIECMxJQFYCBAgQIECAAAECBAgQIECgvoCEBAgQIECAAAECBAgQIECAQH0BCQkQIECAAAECBAgQIECAAIH6AhISIECAAAECBAgQ2KeAxWf2qe1eBAgQWArYI0CAAAECBAgQIECAAAECBOoLSEiAAAECBAgQIECAAAECBAjUF5CQAAECBAgQIECAAAECBAgQqC8gIQECBAgQIECAAAECBAgQIFBfYNYJLT4z68cvPAECBAgQIECAAAECBOYkICsBAgQIECBAgAABAgQIECBQX0BCAgQIECBAgAABAgQIECBAoL6AhAQIECBAgAABAgQIECBAgEB9AQkJECBAgACBfQpYfGaf2u5FgAABAgQILAXsESBAgAABAgQIECBAgAABAvUFJCRAgAABAgQIECBAgAABAgTqC0hIgAABAgQIECBAgAABAgQI1BeQkAABAgQIECBAgAABAgRKC1h8pvTjvX04VxIgQIAAAQIECBAgQIAAAQL1BSQkQIAAAQIECBAgQIAAAQIE6gtISIAAAQIECBAgQIAAAQIECNQXkJAAAQIECBAgQIAAAQIECBCoLyAhAQIE9ilg8Zl9arsXAQIECBAgQIAAgaWAPQIECBAgQIAAAQIECBAgQKC+gIQECBAgQIAAAQIECBAgQIBAfQEJCRAgQIAAAQIECBAgQIAAgfoCEhIgQIAAAQIECBAoLWDxmdKPVzgCBG4v4EoCBAgQIECAAAECBAgQIECgvoCEBAgQIECAAAECBAgQIECAQH0BCQkQIECAAAECBAgQIECAAIH6AhISIECAAAECBAgQIECAAAEC9QUk3KeAxWf2qe1eBAgQIECAAAECBAgQILAUsEeAAAECBAgQIECAAAECBAjUF5CQAAECBAgQIECAAAECBAgQqC8gIQECBAgQIECAAAECBAgQIFBfQEICBAgQIECgtIDFZ0o/XuEIECBAgMDtBVxJgAABAgQIECBAgAABAgQI1BeQkAABAu/PGw8AABAASURBVAQIECBAgAABAgQIEKgvICEBAgQIECBAgAABAgQIECBQX0BCAgQIECBAgAABAgQIECCwTQGLz2xTc3ttaYkAAQIECBAgQIAAAQIECBCoLyAhAQIECBAgQIAAAQIECBAgUF9AQgIECBAgQIAAAQIECBAgQKC+gIQECBAgQIAAAQIECBAgQIBAfQEJCRAgUFrA4jOlH69wBAgQIECAAAECtxdwJQECBAgQIECAAAECBAgQIFBfQEICBAgQIECAAAECBAgQIECgvoCEBAgQIECAAAECBAgQIECAQH0BCQkQIECAAAECBAgQ2KaAxWe2qaktAgS2J6AlAgQIECBAgAABAgQIECBAoL6AhAQIECBAgAABAgQIECBAgEB9AQkJECBAgAABAgQIECBAgACB+gISEiBAgAABAgQIECBAgAABAvUFJCwtYPGZ0o9XOAIECBAgQIAAAQIECNxewJUECBAgQIAAAQIECBAgQIBAfQEJCRAgQIAAAQIECBAgQIAAgfoCEhIgQIAAAQIECBAgQIAAAQL1BSQkQIAAAQIECGxTwOIz29TUFgECBAgQ2J6AlggQIECAAAECBAgQIECAAIH6AhISIECAAAECBAgQIECAAAEC9QUkJECAAAECBAgQIECAAAECBOoLSEiAAAECBAgQIECAAAECBA5awOIzt3p8LiJAgAABAgQIECBAgAABAgTqC0hIgAABAgQIECBAgAABAgQI1BeQkAABAgQIECBAgAABAgQIEKgvICEBAgQIECBAgAABAgQIECBQX0BCAgQIENimgMVntqmpLQIECBAgQIAAge0JaIkAAQIECBAgQIAAAQIECBCoLyAhAQIECBAgQIAAAQIECBAgUF9AQgIECBAgQIAAAQIECBAgQKC+gIQECBAgQIAAAQIECBy0gMVnDvrx6TyB/Qm4EwECBAgQIECAAAECBAgQIFBfQEICBAgQIECAAAECBAgQIECgvoCEBAgQIECAAAECBAgQIECAQH0BCQkQIECAAAECBAgQIECAAIH6AhIS2KaAxWe2qaktAgQIECBAgAABAgQIbE9ASwQIECBAgAABAgQIECBAgEB9AQkJECBAgAABAgQIECBAgACB+gISEiBAgAABAgQIECBAgAABAvUFJCRAgAABAgQIHLSAxWcO+vHpPAECBAjsT8CdCBAgQIAAAQIECBAgQIAAgfoCEhIgQIAAAQIECBAgQIAAAQL1BSQkQIAAAQIECBAgQIAAAQIE6gtISIAAAQIECBAgQIAAAQIECNxF4DAXn7lLQtcSIECAAAECBAgQIECAAAEChymg1wQIECBAgAABAgQIECBAgEB9AQkJECBAgAABAgQIECBAgACB+gISEiBAgAABAgQIECBAgAABAvUFJCRAgACBgxaw+MxBPz6dJ0CAAAECBAjsT8CdCBAgQIAAAQIECBAgQIAAgfoCEhIgQIAAAQIECBAgQIAAAQL1BSQkQIAAAQIECBAgQIAAAQIE6gtISIAAAQIECBAgQIAAgbsIWHzmLlquJTAdAT0hQIAAAQIECBAgQIAAAQIE6gtISIAAAQIECBAgQIAAAQIECNQXkJAAAQIECBAgQIAAAQIECBCoLyAhAQIECBAgQIAAAQIECBAgUF9AQgIHLWDxmYN+fDpPgAABAgQIECBAgMD+BNyJAAECBAgQIECAAAECBAgQqC8gIQECBAgQIECAAAECBAgQIFBfQEICBAgQIECAAAECBAgQIECgvoCEBAgQIECAAAECdxGw+MxdtFxLgAABAtMR0BMCBAgQIECAAAECBAgQIECgvoCEBAgQIECAAAECBAgQIECAQH0BCQkQIECAAAECBAgQIECAAIH6AhISIECAAAECBAgQIECAAAECkxbYyuIzk06ocwQIECBAgAABAgQIECBAgMBWBDRCgAABAgQIECBAgAABAgQI1BeQkAABAgQIECBAgAABAgQIEKgvICEBAgQIECBAgAABAgQIECBQX0BCAgQIECBwFwGLz9xFy7UECBAgQIAAgekI6AkBAgQIECBAgAABAgQIECBQX0BCAgQIECBAgAABAgQIECBAoL6AhAQIECBAgAABAgQIECBAgEB9AQkJECBAgAABAgQIECAwaQGLz0z68ejc4QjoKQECBAgQIECAAAECBAgQIFBfQEICBAgQIECAAAECBAgQIECgvoCEBAgQIECAAAECBAgQIECAQH0BCQkQIECAAAECBAgQIECAAIH6AhISIHAXAYvP3EXLtQQIECBAgAABAgQITEdATwgQIECAAAECBAgQIECAAIH6AhISIECAAAECBAgQIECAAAEC9QUkJECAAAECBAgQIECAAAECBOoLSEiAAAECBAgQIDBpAYvPTPrx6BwBAgQOR0BPCRAgQIAAAQIECBAgQIAAgfoCEhIgQIAAAQIECBAgQIAAAQL1BSQkQIAAAQIECBAgQIAAAQIE6gtISIAAAQLTFDg9PZ1mx/SKAAECBAgQIEDgIAXu0mmLz9xFy7UECBAgQIAAAQIECBAgQGA6AnpCgAABAgQIECBAgAABAgQI1BeQkAABAgQIECBAgAABAgQIEKgvICEBAgQIECBAgAABAgQIECBQX0BCAgQIECAwaQGLz0z68egcAQIECBAgcDgCekqAAAECBAgQIECAAAECBAjUF5CQAAECBAgQIECAAAECBAgQqC8gIQECBAgQIECAAAECBAgQIFBfQEICjy/w5MmTx++EHhAgQIAAAQIECBD4UMDiMx9C2BQTEIcAAQIECBAgQIAAAQIECBCoLyAhAQIECBAgQIAAAQIECBAgUF9AQgIECBAgQIAAAQIECBAgQKC+gIQECBAgQIAAgRkKJJlhapEJECBAYNYCwhMgMGkBi89M+vHoHAECBAgQIECAAIHDEdBTAgQIECBAgAABAgQIECBAoL6AhAQIECBAgAABAgQIECBAgEB9AQkJECBAgAABAgQIECBAgACB+gISEiBAgAABAgQIEFgVsPjMqoZ9AgQI1BGQhAABAgQIECBAgAABAgQIEKgvICEBAgQIECBAgAABAgQIECBQX0BCAgQIECBAgAABAgQIECBAoL6AhAQIECBAgAABAgQIECBAgEB9gUkntPjMpB+PzhEgQIAAAQIECBAgQIDA4QjoKQECBAgQIECAAAECBAgQIFBfQEICBAgQIECAAAECBAgQIECgvoCEBAgQIECAAAECBAgQIECAQH0BCQkQIECAAIFVAYvPrGrYJ0CAAAECBOoISEKAAAECBAgQIECAAAECBAjUF5CQAAECBAgQIECAAAECBAgQqC8gIQECBAgQIECAAAECBAgQIFBfQEICBHqBs7OzfusvAgQIECBAgAABAvsWsPjMvsVnej+xCRAgQIAAAQIECBAgQIAAgfoCEhIgQIAAAQIECBAgQIAAAQL1BSQkQIAAAQIECBAgQIAAAQIE6gtISIAAAQIECBAg8DgCFp95HHd3JUCAwFwF5CZAgMCqgMVnVjXsEyBAgAABAgQIEKgjIAkBAgQIECBAgAABAgQIECBQX0BCAgQIECBAgAABAgQIECBAoL6AhAQIECBAgAABAgQIECBAgEB9AQkJECBAgAABAgQIPKqAxWceld/NCRCYj4CkBAgQIECAAAECBAgQIECAQH0BCQkQIECAAAECBAgQIECAAIH6AhISIECAAAECBAgQIECAAAEC9QUkJECAAAECuxd48uTJ7m/iDgQIECBAgAABAjcIOLUqYPGZVQ37BAgQIECAAAECBAgQIFBHQBICBAgQIECAAAECBAgQIECgvoCEBAgQIECAAAECBAgQIECAQH0BCQkQIECAAAECBAgQIECAAIH6AhISIECAAAECjypg8ZlH5XdzAgQIECAwHwFJCRAgQIAAAQIECBAgQIAAgfoCEhIgQIAAAQIECBAgQIAAAQL1BSQkQIAAAQIECBAgQIAAAQIE6gtISIAAAQIECBAgQIAAAQLzErD4zLye95jWlgABAgQIECBAgAABAgQIEKgvICEBAgQIECBAgAABAgQIECBQX0BCAgQIECBAgAABAgQIECBAoL6AhAQIECBAgAABAgQIECBAgEB9AQkJECDwqAIWn3lUfjcnQIAAAQIECBCYj4CkBAgQIECAAAECBAgQIECAQH0BCQkQIECAAAECBAgQIECAAIH6AhISIECAAAECBAgQIECAAAEC9QUkJECAAAECBAgQIDAvAYvPzOt5S0uAwChgS4AAAQIECBAgQIAAAQIECNQXkJAAAQIECBAgQIAAAQIECBCoLyAhAQIECBAgQIAAAQIECBAgUF9AQgIECBAgMBOBxWIxk6RiEiBAgAABAgSuEFD1qAIWn3lUfjcnQIAAAQIECBAgQIDAfAQkJUCAAAECBAgQIECAAAECBOoLSEiAAAECBAgQIECAAAECBAjUF5CQAAECBAgQIECAAAECBB4ucHS0Ob3X4jMPd9XC9gS0RIAAAQIECMxLYPPX6bzyS0uAAAECBOYqIDcBAgQIECBAgAABAgQIECBQX0BCAgQIECBAgAABAgQIECBAoL6AhAQIECBAgAABAgQIECBAgEB9AQkJECgocHx8XDCVSAQIECBAgAABAocqYPGZSTw5nSBAgAABAgQIECBAgAABAgTqC0hIgAABAgQIECBAgAABAgQI1BeQkAABAgQIECBAgAABAgQIEKgvICEBAgQIECBAgAABAgQIECBQX0BCAgQIzEvA4jPzet7SEiBAgAABAgQIjAK2BAgQIECAAAECBAgQIECAQH0BCQkQIECAAAECBAgQIECAAIH6AhISIECAAAECBAgQIECAAAEC9QUkJECAAAECBAgQIEBgpwIWn9kpr8YJELitgOsIECBAgAABAgQIECBAgACB+gISEiBAgAABAgQIECBAgAABAvUFJCRAgAABAgQIECBAgAABAgTqC0hIgAABAgQIECBAgAABAgQI1BeQcF4CFp+Z1/OWlgABAgQIECBAgAABAqOALQECBAgQIECAAAECBAgQIFBfQEICBAgQIECAAAECBAgQIECgvoCEBAgQIECAAAECBAgQIECAQH0BCQkQIECAAAECOxWw+MxOeTVOgAABAgRuK+A6AgQIECBAgAABAgQIECBAoL6AhAQIECBAgAABAgQIECBAgEB9AQkJECBAgAABAgQIECBAgACB+gISEiBAYDcCi8ViNw1rlQABAgQIECBAgMArBCw+cxWQOgIECBAgQIAAAQIECBAgQKC+gIQECBAgQIAAAQIECBAgQIBAfQEJCRAgQIAAAQIECBAgQIAAgfoCEhIgQIAAAQIECBAoInB2dlYkiRgECBDYgYAmCRAgQGCnAhaf2SmvxgkQIECAAAECBG4r4DoCBAgQIECAAAECBAgQIECgvoCEBAgQIECAAAECBAgQIECAQH0BCQkQIECAAAECBAgQIECAAIH6AhI+XODoyPQEVStJAAAQAElEQVTehytqgQABAgQIECBAYFsCfp1uS1I7BGoJSEOAAAECBAgQIECAAAECBAjUF5CQAAECBAgQIECAAAECBAgQqC8gIQECBAgQIECAAAECBAgQIFBfQEICBAgQIEDgAAUsPnOAD02XCRAgQIDA4wq4O4GdClh8Zqe8GidAgAABAgQIECBAgMBtBVxHgAABAgQIECBAgAABAgQI1BeQkAABAgQIECBAgAABAgQIEKgvICEBAgQIECBAgAABAgQIECBQX0BCAgQIECBAgEAtAYvP1Hqe0hAgQIDAtgS0Q4AAAQIECBAgQIAAAQIECNQXkJAAAQIECBAgQIAAAQIECBCoLyAhAQIECBAgQIAAAQIECBAgUF9AQgIECBAgQIAAAQIECBAgQOBBAgex+MyDEvoyAQIECBAgQIAAAQIECBAgcBACOkmAAAECBAgQIECAAAECBAjUF5CQAAECBAgQIECAAAECBAgQqC8gIQECBAgQIECAAAECBAgQIFBfQEICBAgQqCVg8Zlaz1MaAgQIECBAgMC2BLRDgAABAgQIECBAgAABAgQI1BeQkAABAgQIECBAgAABAgQIEKgvICEBAgQIECBAgAABAgQIECBQX0BCAgQIECBAgAABAgQIPEjA4jMP4vNlAvsScB8CBAgQIECAAAECBAgQIECgvoCEBAgQIECAAAECBAgQIECAQH0BCQkQIECAAAECBAgQIECAAIH6AhISIECAAAECBO4ncHp6er8v+hYBAgQIECDwCAJuSaCWgMVnaj1PaQgQIECAAAECBAgQ2JaAdggQIECAAAECBAgQIECAAIH6AhISIECAAAECBAgQIECAAAEC9QUkJECAAAECBAgQIECAAAECByJwdnZ2ID2dYDd1iQABAgQIECBA4EECFp95EJ8vEyBAgMC+BNyHAAECBAgQIECAAAECBAgQqC8gIQECBAgQIECAAAECBAgQIFBfQEICBAgQIECAAAECBAgQIECgvoCEBAgQIPBqgePj41df5AoCBAgQIECAAAECexK4z+Ize+qa2xAgQIAAAQIECBAgQIAAAQKPKODWBAgQIECAAAECBAgQIECAQH0BCQkQIECAAAECBAgQIECAAIH6AhISIECAAAECBAgQIDBBgaMj03sn+Fh0icAhC+g7AQIECBB4kIBfpw/i82UCBAgQIECAwL4E3IcAAQIECBAgQIAAAQIECBCoLyAhAQIECBAgQIAAAQIECBAgUF9AQgIECBAgQIAAAQIECBAgQKC+gIQECBAgQIAAAQIECBA4LAGLzxzW89LbqQjoBwECBAgQIECAAAECBAgQIFBfQEICBAgQIECAAAECBAgQIECgvoCEBAgQIECAAAECBAgQIECAQH0BCQkQIECAAAECBAgQIECAAIH6AhISIPAgAYvPPIjPlwkQIECAAAECBAgQ2JeA+xAgQIAAAQIECBAgQIAAAQL1BSQkQIAAAQIECBAgQIAAAQIE6gtISIAAAQIECBAgQIAAAQIECNQXkJAAAQIECBAgQOCwBCw+c1jPS28JECAwFQH9IECAAAECBAgQIECAAAECBOoLSEiAAAECBAgQIECAAAECBAjUF5CQAAECBAgQIECAAAECBAgQqC8gIQECBAgQIECAAAECBAgQIFBf4EEJLT7zID5fJkCAAAECBAgQIECAAAEC+xJwHwIECBAgQIAAAQIECBAgQKC+gIQECBAgQIAAAQIECBAgQIBAfQEJCRAgQIAAAQIECBAgcLXAYrG4+oRaAgQOUECXCRAgQIDAYQlYfOawnpfeEiBAgAABAlMR0A8CBAgQIECAAAECBAgQIECgvoCEBAgQIECAAAECBAgQIECAQH0BCQkQIECAAAECBAgQIECAAIH6AhISmKDA8fHxRq/Ozs426lQQIECAAAECBAgQ2IeAxWf2oeweOxdwAwIECBAgQIAAAQIECBAgQKC+gIQECBAgQIAAAQIECBAgQIBAfQEJCRAgQIAAAQIECBAgQIAAgfoCEhIgQIAAAQIECBAgQIAAAQL1BSQkQOCwBCw+c1jPS28JECBAgAABAgQITEVAPwgQIECAAAECBAgQIECAAIH6AhISIECAAAECBAgQIECAAAEC9QUkJECAAAECBAgQIECAAAECBOoLSEiAAAECBAgQIEDgRgGLz9zI4yQBAgQORUA/CRAgQIAAAQIECBAgQIAAgfoCEhIgQIAAAQIECBAgQIAAAQL1BSQkQIAAAQIECBAgQIAAAQIE6gtISIAAAQIECBAgQIAAAQIECNQXOKyEFp85rOeltwQIECBAgAABAgQIECAwFQH9IECAAAECBAgQIECAAAECBOoLSEiAAAECBAgQIECAAAECBAjUF5CQAAECBAgQIECAAAECBAgQqC8gIQECBAgQIHCjgMVnbuRxkgABAgQIEDgUAf0kQIAAAQIECBAgQIAAAQIE6gtISIAAAQIECBAgQIAAAQIECNQXkJAAAQIECBAgQIAAAQIECBCoLyAhAQIECBAgQIAAAQIECExLwOIz03oeVXojBwECBAgQIECAAAECBAgQIFBfQEICBAgQIECAAAECBAgQIECgvoCEBAgQIECAAAECBAgQIECAQH0BCQkQIECAAAECBCYicHp6OpGe6AYBAgQIFBQQiQABAjcKWHzmRh4nCRAgQIAAAQIECByKgH4SIECAAAECBAgQIECAAAEC9QUkJECAAAECBAgQIECAAAECBOoLSEiAAAECBAgQIECAAAECBAjUF5CQAAECBAgQIECAwLQELD4zreehNwQIVBGQgwABAgQIECBAgAABAgQIEKgvICEBAgQIECBAgAABAgQIECBQX0BCAgQIECBAgAABAgQIECBAoL6AhAQIECBA4BEEjo+PH+GubkmAAAECBAgQmLGA6DcKWHzmRh4nCRAgQIAAAQIECBAgQOBQBPSTAAECBAgQIECAAAECBAgQqC8gIQECBAgQIECAAAECBAgQIFBfQEICBAgQIECAAAECBAjMQSDJHGLKSOBaAScIECBAgACBaQlYfGZaz0NvCBAgQIBAFQE5CBAgQIAAAQIECBAgQIAAgfoCEhIgQIAAAQIECBAgQIAAAQL1BSQkQIAAAQIECBAgQIAAAQIE6gtISIDARATOzs4m0hPdIECAAAECBAgQmJuAxWdm8cSFJECAAAECBAgQIECAAAECBOoLSEiAAAECBAgQIECAAAECBAjUF5CQAAECBAgQIECAAAECBAgQqC8gIQECBAgQIECAwBwEjo42p/cuFos5RJeRAAECBHoBfxEgQGBaApu/TqfVP70hQIAAAQIECBAgcJgCek2AAAECBAgQIECAAAECBAjUF5CQAAECBAgQIECAAAECBAgQqC8gIQECBAgQIECAAAECBAgQIFBf4BESJtm469nZ2UadCgIECBAgQIAAAQL7ELD4zD6U3YMAgUcX0AECBAgQIECAAAECBAgQIECgvoCEBAgQIECAAAECBAgQIECAQH0BCQkQIECAAAECBAgQIECAAIH6AhISIECAAIG5CCTrC9AsFou5RJeTAAECBAgQINAhmJaAxWem9Tz0hgABAgQIECBAgAABAlUE5CBAgAABAgQIECBAgAABAgTqC0hIgAABAgQIECBAgAABAgQI1BeQkAABAgQIECBAgAABAgR2JJCsLz6zo9tolsBtBFxDgAABAgQIzFzA4jMzHwDiEyBAgMBcBOQkQIAAAQIECBAgQIAAAQIE6gtISIAAAQIECBAgQIAAAQIECNQXkJAAAQIECBAgQIAAAQIECBCoLyAhAQJzEUjWF585PT3tzs7O5hJfTgIECBAgQIAAgQkJWHzmMR6GexIgQIAAAQIECBAgQIAAAQL1BSQkQIAAAQIECBAgQIAAAQIE6gtISIAAAQIECBAgQIAAAQIECNQXkJAAAQIECBAgQIDAjgSS9cVndnQbzRIgQIDAbQRcQ4AAgZkLWHxm5gNAfAIECBAgQIDAXATkJECAAAECBAgQIECAAAECBOoLSEiAAAECBAgQIECAAAECBAjUF5CQAAECBAgQIECAAAECBAgQqC8wl4SJxWfm8qzlJECAAAECBAhMXcDiM1N/QvpHoKaAVAQIECBAgAABAgQIECBAgEB9AQkJECBAgAABAgQIECBAgACB+gISEiBAgAABAgQIECBAgAABAvUFJCRAgAABAgR2IJCkOzpan+K7WCw6HwIECBAgQIDAIwm47cwF1n+ZzhxDfAIECBAgQIAAAQIECNQVkIwAAQIECBAgQIAAAQIECBCoLyAhAQIECBAgQIAAAQIECBAgUF9AQgIECBAgQIAAAQIECBCoIpBkLcrZ2VnXylqlg5kKiE2AAAECBAgQ2K+AxWf26+1uBAgQIEBgEPA3AQIECBAgQIAAAQIECBAgUF9AQgIECBAgQIAAAQIECBAgQKC+gIQECBAgQIAAAQIECBAgQIBAfQEJCRAgsCOBZH3xmcVisaM7aZYAAQIECBAgQIDAzQIWn+m67mYiZwkQIECAAAECBAgQIECAAIEKAjIQIECAAAECBAgQIECAAAEC9QUkJECAAAECBAgQIECAAAECBOoLSEiAAAECBAgQIECgisDR0foU37Ozs84CNFWerhwECDxUwPcJECBAYL8C679M93tvdyNAgAABAgQIEJivgOQECBAgQIAAAQIECBAgQIBAfQEJCRAgQIAAAQIECBAgQIAAgfoCEhIgQIAAAQIECBAgQIAAAQL1BSTcgUCSLskOWtYkAQIECBAgQIAAgbsLWHzm7ma+QaCggEgECBAgQIAAAQIECBAgQIBAfQEJCRAgQIAAAQIECBAgQIAAgfoCEhIgQIAAAQIECBAgQIAAAQL1BSQkQIAAAQIEqggcHx+vRTk9Pe0Wi8VanQMCBAgQIEBgrgJyE9ivgMVn9uvtbgQIECBAgAABAgQIEBgE/E2AAAECBAgQIECAAAECBAjUF5CQAAECBAgQIECAAAECBAgQqC8gIQECBAgQIECAAAECBAgQIFBfQEICBAgQIECAQHEBi88Uf8DiESBAgMDtBFxFgAABAgQIECBAgAABAgQI1BeQkAABAgQIECBAgAABAgQIEKgvICEBAgQIECBAgAABAgQIECBQX0BCAgQIVBVYLBbdP/7jP1aNJxcBAgQIECBAgMCEBaa4+MyEuXSNAAECBAgQIECAAAECBAgQ2JKAZggQIECAAAECBAgQIECAAIH6AhISIECAAAECBAgQIECAAAEC9QUkJECAAAECBAgQIEDgHgJnZ2fdkydPNr55enq6UaeCAAECExDQBQIECBAoLmDxmeIPWDwCBAgQIECAwO0EXEWAAAECBAgQIECAAAECBAjUF5CQAAECBAgQIECAAAECBAgQqC8gIQECBAgQIECAAAECBAgQIFBfQMIKAkm6JGtRvv71r3eLxWKtzgEBAgQIECBAgACBfQhYfGYfyu5BxZrKKQAAEABJREFU4K4CridAgAABAgQIECBAgAABAgTqC0hIgAABAgQIECBAgAABAgQI1BeQkAABAgQIECBAgAABAgQIEKgvICEBAgQIECBA4J4CR0frU3y/+c1vdmdnZ/dszdcIECBAgACBnQponEBxgfVfpsXDikeAAAECBAgQIECAAIHrBNQTIECAAAECBAgQIECAAAEC9QUkJECAAAECBAgQIECAAAECBOoLSEiAAAECBAgQIECAAAECBA5F4Pj4eK2rbeGZxWKxVufgagG1BAgQIECAAAEC2xWw+Mx2PbVGgAABAtsR0AoBAgQIECBAgAABAgQIECBQX0BCAgQIECBAgAABAgQIECBAoL6AhAQIECBAgAABAgQIECBAgEB9AQkJECBA4J4CSda+maSz+MwaiQMCBAgQIECAAIE9Cdxi8Zk99cRtCBAgQIAAAQIECBAgQIAAgUcUcGsCBAgQIECAAAECBAgQIECgvoCEBAgQIECAAAECBAgQIECAQH0BCQkQIECAAAECBAgQOASBJN3x8XG3+jk7O1s9tE+AAIEbBJwiQIAAAQLbFbD4zHY9tUaAAAECBAgQ2I6AVggQIECAAAECBAgQIECAAIH6AhISIECAAAECBAgQIECAAAEC9QUkJECAAAECBAgQIECAAAECBOoLSEjgngJJNr65WCw26lQQIECAAAECBAgQ2LWAxWd2Laz9EgJCECBAgAABAgQIECBAgAABAvUFJCRAgAABAgQIECBAgAABAgTqC0hIgAABAgQIECBAgAABAgQI1BeQkAABAgQIECBwKAJPnz49lK7qJwECBAgQmJyADhEgsF0Bi89s11NrBAgQIECAAAECBAhsR0ArBAgQIECAAAECBAgQIECAQH0BCQkQIECAAAECBAgQIECAAIH6AhISIECAAAECBAgQIECAAAEC9QUkJECAAAECBAgQOHABi88c+APUfQIECOxHwF0IECBAgAABAgQIECBAgACB+gISEiBAgAABAgQIECBAgAABAvUFJCRAgAABAgQIECBAgAABAgTqC0hIgAABAoci8OTJk42unp6ebtSpIECAAAECBAgQILApsN0ai89s11NrBAgQIECAAAECBAgQIEBgOwJaIUCAAAECBAgQIECAAAECBOoLSEiAAAECBAgQIECAAAECBAjUF5CQAAECBAgQIECAAAECVwgk6ZJsnDk7O9uoU0GAwAEI6CIBAgQIEDhwAYvPHPgD1H0CBAgQIEBgPwLuQoAAAQIECBAgQIAAAQIECNQXkJAAAQIECBAgQIAAAQIECBCoLyAhAQIECBAgQIAAAQIECBAgUF9AQgKHINAWmTk+Pt7o6unp6UadCgIECBAgQIAAAQK7FrD4zK6Ftb8LAW0SIECAAAECBAgQIECAAAEC9QUkJECAAAECBAgQIECAAAECBOoLSEiAAAECBAgQIECAAAECBAjUF5CQAAECBAgQIEDgGoGjo80pvm1RmmsuV02AAAECBKYsoG8ECBy4wOYv0wMPpPsECBAgQIAAAQIECOxCQJsECBAgQIAAAQIECBAgQIBAfQEJCRAgQIAAAQIECBAgQIAAgfoCEhIgQIAAAQIECBAgQIAAAQJTETg+Pt7oynYWn9loVgUBAgQIECBAgACBGwUsPnMjj5MECBCYqIBuESBAgAABAgQIECBAgAABAvUFJCRAgAABAgQIECBAgAABAgTqC0hIgAABAgQIECBAgAABAgQI1BeQkAABAgQIXCGQpLtq8ZnFYtH5ECBAgAABAgQIHKDAgXfZ4jMH/gB1nwABAgQIECBAgAABAgT2I+AuBAgQIECAAAECBAgQIECAQH0BCQkQIECAAAECBAgQIECAAIH6AhISIECAAAECBAgQIEBgKgJJNrpydna2UaeCAIG7C/gGAQIECBAgcDcBi8/czcvVBAgQIECAwDQE9IIAAQIECBAgQIAAAQIECBCoLyAhAQIECBAgQIAAAQIECBAgUF9AQgIECBAgQIAAAQIECBAgQKC+gIQECFwj8PTp040zp6enG3UqCBAgQIAAAQIECOxawOIzuxaeRftCEiBAgAABAgQIECBAgAABAvUFJCRAgAABAgQIECBAgAABAgTqC0hIgAABAgQIECBAgAABAgQI1BeQkAABAgQIECBAgAABAgQIEKgvICEBAgTuJmDxmbt5uZoAAQIECBAgQIDANAT0ggABAgQIECBAgAABAgQIEKgvICEBAgQIECBAgAABAgQIECBQX0BCAgQIECBAgAABAgQIECBAoL7AHRKenp7e4WqXEiBAgAABAgQIENiOgMVntuOoFQIEZi4gPgECBAgQIECAAAECBAgQIFBfQEICBAgQIECAAAECBAgQIECgvoCEBAgQIECAAAECBAgQIECAQH0BCQkQIECAwFQEnj59OpWu6AcBAgQIECBAoJyAQHcTsPjM3bxcTYAAAQIECBAgQIAAAQLTENALAgQIECBAgAABAgQIECBAoL6AhAQIECBAgAABAgQIECBAgEB9AQkJECBAgAABAgQIECAwW4EkG9lPT0836lQQKCAgAgECBAgQIDBxAYvPTPwB6R4BAgQIEDgMAb0kQIAAAQIECBAgQIAAAQIE6gtISIAAAQIECBAgQIAAAQIECNQXkJAAAQIECBAgQIAAAQIECBCoLyAhAQJTEEjSPXnyZKMrZ2dnG3UqCBAgQIAAAQIECOxawOIzuxZ+jPbdkwABAgQIECBAgAABAgQIEKgvICEBAgQIECBAgAABAgQIECBQX0BCAgQIECBAgAABAgQIECBAoL6AhAQIECBAgAABArMVODranOK7WCxm6yE4AQIESgsIR4AAgYkLbP4ynXiHdY8AAQIECBAgQIDAFAX0iQABAgQIECBAgAABAgQIEKgvICEBAgQIECBAgAABAgQIECBQX0BCAgQIECBAgAABAgQIECBAoL7AVBJafGYqT0I/CBAgQIAAAQIELD5jDBAgUFFAJgIECBAgQIAAAQIECBAgQKC+gIQECBAgQIAAAQIECBAgQIBAfQEJCRAgQIAAAQIECBAgQIAAgfoCEhIgQIAAgVkKnJ2ddU+ePOk+8pGPzDK/0AQIECBAgMDsBASeuIDFZyb+gHSPAAECBAgQIECAAAEChyGglwQIECBAgAABAgQIECBAgEB9AQkJECBAgAABAgQIECBAgACB+gISEiBAgAABAgQIECBAgMA+BJJ0STZu9cEHH2zUqSCwfQEtEiBAgAABAgTWBSw+s+7hiAABAgQI1BCQggABAgQIECBAgAABAgQIEKgvICEBAgQIECBAgAABAgQIECBQX0BCAgQIECBAgAABAgQIECBAoL6AhAQIzFLg6dOn3WuvvXblAjSzBBGaAAECBAgQIEDgUQUsPrMHfrcgQIAAAQIECBAgQIAAAQIE6gtISIAAAQIECBAgQIAAAQIECNQXkJAAAQIECBAgQIAAAQIECBCoLyAhAQIECBAgQIAAAQIECBAgUF9AQgIECBBYF7D4zLqHIwIECBAgQIAAgRoCUhAgQIAAAQIECBAgQIAAAQL1BSQkQIAAAQIECBAgQIAAAQIE6gtISIAAAQIECBAgQIAAAQIECNQXmG3CJ0+ebGRfLBYbdSoIECBAgAABAgQI7FrA4jO7FtY+AQJd10EgQIAAAQIECBAgQIAAAQIE6gtISIAAAQIECBAgQIAAAQIECNQXkJAAAQIECBAgQIAAAQIECBCoLyAhAQIECBAgsC+Bo6Oj7uzsbO12l4/XTjogQIAAAQIECGxNQEME1gUsPrPu4YgAAQIECBAgQIAAAQI1BKQgQIAAAQIECBAgQIAAAQIE6gtISIAAAQIECBAgQIAAAQIECNQXkJAAAQIECBAgQIAAAQIEygocHx93SdbyLRaLtWMHMxEQkwABAgQIECDwyAIWn3nkB+D2BAgQIDAPASkJECBAgAABAgQIECBAgACB+gISEiBAgAABAgQIECBAgAABAvUFJCRAgAABAgQIECBAgAABAgTqC0hIgACBfQm0xWcu38viM5dFHBMgQIAAAQIECOxDYI6Lz+zD1T0IECBAgAABAgQIECBAgACBxxVwdwIECBAgQIAAAQIECBAgQKC+gIQECBAgQIAAAQIECBAgQIBAfQEJCRAgQIAAAQIECJQVODranOJ7dnZWNq9gBAgQuEHAKQIECBB4ZIHNX6aP3CG3J0CAAAECBAgQqCggEwECBAgQIECAAAECBAgQIFBfQEICBAgQIECAAAECBAgQIECgvoCEBAgQIECAAAECBAgQIECAQH0BCfcl8OTJky7J2u0Wi8XasQMCBAgQIECAAAEC+xCw+Mw+lN2DwNQE9IcAAQIECBAgQIAAAQIECBCoLyAhAQIECBAgQIAAAQIECBAgUF9AQgIECBAgQIAAAQIECBAgQKC+gIQECBAgQIAAAQIECBAgQIBAfQEJCTyygMVnHvkBuD0BAgQIECBAgAABAvMQkJIAAQIECBAgQIAAAQIECBCoLyAhAQIECBAgQIAAAQIECBAgUF9AQgIECBAgQIAAAQIECBAgsC2Bj3zkIxtNffDBBxt1KvYv4I4ECBAgQIAAgbkJWHxmbk9cXgIECBBoAgoBAgQIECBAgAABAgQIECBQX0BCAgQIECBAgAABAgQIECBAoL6AhAQIECBAgAABAgQIECBAgEB9AQkJECAwK4HT09NZ5RWWAAECBAgQIEBgGgITWHxmGhB6QYAAAQIECBAgQIAAAQIECOxSQNsECBAgQIAAAQIECBAgQIBAfQEJCRAgQIAAAQIECBAgQIAAgfoCEhIgQIAAAQIECBAgcFngj/7oj7o//MM/7P7gD/6g+73f+73ud3/3d7vf/u3f7n7rt36r+83f/M3uN37jN7pf//Vf737t136t+9Vf/dXuV37lV7pf/uVf7n7/93+/++Y3v7nW3F//9V93v/iLv9j9wi/8QvfzP//z3c/93M91P/uzP9v9zM/8zE7KL/3SL63d3wEBAgQGAX8TIECAwNwELD4ztycuLwECBAgQIECgCSgECBAgQIAAAQIECBAgQIBAfQEJCRAgQIAAAQIECBAgQIAAgfoCEhIgQIAAAQIECBAgQIAAAQL1BSTcm8Dv/M7v3GuBlz/+4z/u/uRP/qT70z/90+7P/uzPuj//8z/v/uIv/qL7y7/8y+6v/uqvuragzN/8zd90f/u3f9v93d/9Xff3f//33T/8wz90X//617vFYrGW71/+5V+6f/qnf+q+8Y1vdP/8z//cL05zenq6ds02D549e7bN5rRFgAABAgQIECBwoAIWnznQB6fbtQSkIUCAAAECBAgQIECAAAECBOoLSEiAAAECBAgQIECAAAECBAjUF5CQAAECBAgQIECAAAECBAgQqC8gIQECBAgQIFBX4OXLl92bb75ZN+ClZO+99173zjvvXKp1SIAAAQIECDQBhcDcBCw+M7cnLi8BAjd8DnwAABAASURBVAQIECBAgAABAk1AIUCAAAECBAgQIECAAAECBOoLSEiAAAECBAgQIECAAAECBAjUF5CQAAECBAgQIECAAAECBAhsTeD111/vTk5Ottbe1Bt6/vz51Ls49s+WAAECBAgQIEBgxwIWn9kxsOYJECBA4DYCriFAgAABAgQIECBAgAABAgTqC0hIgAABAgQIECBAgAABAgQI1BeQkAABAgQIECBAgAABAgQIEKgvICEBAgRqC7z33nvdZz/72dohz9O1hWe+/du//XzPHwIECBAgQIAAAQJdt7n4DBUCBAgQIECAAAECBAgQIECgvoCEBAgQIECAAAECBAgQIECAQH0BCQkQIECAAAECBAgQIECAAIH6AhISIECAAAECBAgQILB1gZcvX3ZPnz7dertTafA7vuM7umfPnk2lO/pBgMBtBFxDgAABAgR2LGDxmR0Da54AAQIECBAgcBsB1xAgQIAAAQIECBAgQIAAAQL1BSQkQIAAAQIECBAgQIAAAQIE6gtISIAAAQIECBAgQIAAAQIECNQXkLC+wMc//vHu5OSkbNAXL16UzSYYAQIECBAgQIDA/QQsPnM/N9+qLSAdAQIECBAgQIAAAQIECBAgUF9AQgIECBAgQIAAAQIECBAgQKC+gIQECBAgQIAAAQIECBAgQIBAfQEJCRAgQIAAAQI7EfjiF7/YfepTn9pJ24/Z6DvvvNN9/vOff8wuuDcBAgQIELiPgO8QILBjAYvP7BhY8wQIECBAgAABAgQI3EbANQQIECBAgAABAgQIECBAgEB9AQkJECBAgAABAgQIECBAgACB+gISEiBAgAABAgQIECBAgACBOgInJyd1wnyY5MWLFx/uPWTjuwQIECBAgAABAtUELD5T7YnKQ4AAgW0IaIMAAQIECBAgQIAAAQIECBCoLyAhAQIECBAgQIAAAQIECBAgUF9AQgIECBAgQIAAAQIECBAgQKC+gIQECBAgsDOB7/me7+mePXu2s/b33fCXvvSl7nu/93v3fVv3I0CAAAECBAgQ2IbAjtuw+MyOgTVPgAABAgQIECBAgAABAgRuI+AaAgQIECBAgAABAgQIECBAoL6AhAQIECBAgAABAgQIECBAgEB9AQkJECBAgAABAgQIEKgl8Pz5864tQnPoqd54442uZTn0HPpPYCoC+kGAAAECBKoJWHym2hOVhwABAgQIENiGgDYIECBAgAABAgQIECBAgACB+gISEiBAgAABAgQIECBAgAABAvUFJCRAgAABAgQIECBAgAABAgTqC0hIYOcCJycnO7/Hrm/QFp75lm/5ll3fRvsECBAgQIAAAQIHKmDxmQN9cPPqtrQECBAgQIAAAQIECBAgQIBAfQEJCRAgQIAAAQIECBAgQIAAgfoCEhIgQIAAAQIECBAgQIAAAQL1BSQkQIAAAQIECNQT+NSnPtX9xE/8xMEG+77v+77ux3/8xw+2/zpOgAABAlMU0CcCBKoJWHym2hOVhwABAgQIECBAgMA2BLRBgAABAgQIECBAgAABAgQI1BeQkAABAgQIECBAgAABAgQIEKgvICEBAgQIECBAgAABAgQIECCwFYGXL192H//4x7fS1tYbeUWDz549e8UVThMgQIAAAQIECMxdwOIzcx8B8hMgcBACOkmAAAECBAgQIECAAAECBAjUF5CQAAECBAgQIECAAAECBAgQqC8gIQECBAgQIECAAAECBAgQIFBfQEICBAgQqCnw9OnT7uTk5ODC/ciP/Ej3gz/4gwfXbx0mQIAAAQIECExdoFr/LD5T7YnKQ4AAAQIECBAgQIAAAQLbENAGAQIECBAgQIAAAQIECBAgUF9AQgIECBAgQIAAAQIECBAgQKC+gIQECBAgQIAAAQIECBDYmsDnPve57r333ttae7tu6OjoqHvx4sWub6N9AlMQ0AcCBAgQIEDggQIWn3kgoK8TIECAAAEC+xBwDwIECBAgQIAAAQIECBAgQKC+gIQECBAgQIAAAQIECBAgQIBAfQEJCRAgQIAAAQIECBAgQIAAgfoCEhKoLfDy5cvu9ddfP4iQz58/777t277tIPqqkwQIECBAgAABAo8rYPGZx/U/zLvrNQECBAgQIECAAAECBAgQIFBfQEICBAgQIECAAAECBAgQIECgvoCEBAgQIECAAAECBAgQIECAQH0BCQkQIECAAAECBLYq8K3f+q1dW4Bmq43uoLHv/M7v7L761a/uoGVNEiBAgMAkBXSKAAECDxSw+MwDAX2dAAECBAgQIECAwD4E3IMAAQIECBAgQIAAAQIECBCoLyAhAQIECBAgQIAAAQIECBAgUF9AQgIECBAgQIAAAQIECBAgQODwBb7whS90P/RDP3RtkCmceP78+RS6oQ8ECBAgQIAAAQIHImDxmQN5ULpJgMCkBHSGAAECBAgQIECAAAECBAgQqC8gIQECBAgQIECAAAECBAgQIFBfQEICBAgQIECAAAECBAgQIECgvoCEBAgQIEBgJwInJyc7aXcbjX7605/uPvvZz26jKW0QIECAAAECBA5FQD8fKGDxmQcC+joBAgQIECBAgAABAgQI7EPAPQgQIECAAAECBAgQIECAAIH6AhISIECAAAECBAgQIECAAAEC9QUkJECAAAECBAgQIECAQA2Bt956q/va1742yTDPnz+fZL90ak4CshIgQIAAAQKHJmDxmUN7YvpLgAABAgSmIKAPBAgQIECAAAECBAgQIECAQH0BCQkQIECAAAECBAgQIECAAIH6AhISIECAAAECBAgQIECAAAEC9QUkJEBgZwJf+cpXuk9+8pM7a/8+DX/5y1/uvvu7v/s+X/UdAgQIECBAgACBGQtYfKbAwxeBAAECBAgQIECAAAECBAgQqC8gIQECBAgQIECAAAECBAgQIFBfQEICBAgQIECAAAECBAgQIECgvoCEBAgQIECAAAECtQROTk4mE+ijH/1o9+zZs8n0R0cIECAwZwHZCRAgcGgCFp85tCemvwQIECBAgAABAlMQ0AcCBAgQIECAAAECBAgQIECgvoCEBAgQIECAAAECBAgQIECAQH0BCQkQIECAAAECBAgQIECAAIH6AjtN+Pbbb3c/+ZM/udN73LbxFy9edK+99tptL3cdAQIECBAgQIAAgQsBi89cUNghQOBwBfScAAECBAgQIECAAAECBAgQqC8gIQECBAgQIECAAAECBAgQIFBfQEICBAgQIECAAAECBAgQIECgvoCEBAgQIECgnsDLly+7T3ziE48arC2C86M/+qOP2gc3J0CAAAECBAgsBewdmoDFZw7tiekvAQIECBAgQIAAAQIEpiCgDwQIECBAgAABAgQIECBAgEB9AQkJECBAgAABAgQIECBAgACB+gISEiBAgAABAgQIECBAgMCDBZJ0JycnD27nIQ08f/78IV/33eoC8hEgQIAAAQIEXiFg8ZlXADlNgAABAgQOQUAfCRAgQIAAAQIECBAgQIAAgfoCEhIgQIAAAQIECBAgQIAAAQL1BSQkQIAAAQIECBAgQIAAAQIE6gtISIBATYF33323e//99x8lXLvv93//9z/Kvd2UAAECBAgQIECghoDFZ7b/HLVIgAABAgQIECBAgAABAgQI1BeQkAABAgQIECBAgAABAgQIEKgvICEBAgQIECBAgAABAgQIECBQX0BCAgQIECBAgAABAlsTODk56d54442ttXebhp4+fdq9ePHiNpe6hgABAnMWkJ0AAQIEXiFg8ZlXADlNgAABAgQIECBwCAL6SIAAAQIECBAgQIAAAQIECNQXkJAAAQIECBAgQIAAAQIECBCoLyAhAQIECBAgQIAAAQIECBAgUF+gbsK28ExbgGafCZ8/f969+eab+7ylexEgQIAAAQIECBQUsPhMwYcqEoFHF9ABAgQIECBAgAABAgQIECBAoL6AhAQIECBAgAABAgQIECBAgEB9AQkJECBAgAABAgQIECBAgACB+gISEiBAgAABAlsVeP/997t33313q21e19h3fdd3dT/1Uz913Wn1BAgQIECAAIGlgD0CrxCw+MwrgJwmQIAAAQIECBAgQIDAIQjoIwECBAgQIECAAAECBAgQIFBfQEICBAgQIECAAAECBAgQIECgvoCEBAgQIECAAAECBAgQIHD4AicnJ12SnQd58eLFzu/hBrsR0CoBAgQIECBAYGoCFp+Z2hPRHwIECBCoICADAQIECBAgQIAAAQIECBAgUF9AQgIECBAgQIAAAQIECBAgQKC+gIQECBAgQIAAAQIECBAgQIBAfQEJCRAgsHWBT3ziE11bgGbrDa80+JnPfKZ79913V2rsEiBAgAABAgQIELi/wAwWn7k/jm8SIECAAAECBAgQIECAAAEChyKgnwQIECBAgAABAgQIECBAgEB9AQkJECBAgAABAgQIECBAgACB+gISEiBAgAABAgQIEKgh8OUvf7l7++23dxbmxYsXO2tbwwQIENi9gDsQIECAwNQELD4ztSeiPwQIECBAgACBCgIyECBAgAABAgQIECBAgAABAvUFJCRAgAABAgQIECBAgAABAgTqC0hIgAABAgQIECBAgAABAgQI1BeQcGcCJycnO2n7p3/6p7u33nprJ21rlAABAgQIECBAYJ4CFp+Z53OXemYC4hIgQIAAAQIECBAgQIAAAQL1BSQkQIAAAQIECBAgQIAAAQIE6gtISIAAAQIECBAgQIAAAQIECNQXkJAAAQIECBCoI/DJT36y+8pXvrLVQB/72Me658+fb7VNjREgQIAAAQL7F3BHAlMTsPjM1J6I/hAgQIAAAQIECBAgUEFABgIECBAgQIAAAQIECBAgQKC+gIQECBAgQIAAAQIECBAgQIBAfQEJCRAgQIAAAQIECBAgQIDAgwS+9rWvdW+99daD2lj9clt45smTJ6tV9h8uoAUCBAgQIECAwOwFLD4z+yEAgAABAnMQkJEAAQIECBAgQIAAAQIECBCoLyAhAQIECBAgQIAAAQIECBAgUF9AQgIECBAgQIAAAQIECBAgQKC+gIQECBCoJ/Dy5cuthPqBH/iB7v33399KWxohQIAAAQIECBAgsCqw/8VnVu9unwABAgQIECBAgAABAgQIEKgpIBUBAgQIECBAgAABAgQIECBQX0BCAgQIECBAgAABAgQIECBAoL6AhAQIECBAgAABAgQIPFjgnXfe6X7sx37swe08e/bswW1ogAABAlcKqCRAgACB2QtYfGb2QwAAAQIECBAgMAcBGQkQIECAAAECBAgQIECAAIH6AhISIECAAAECBAgQIECAAAEC9QUkJECAAAECBAgQIECAAAECBOoLSFhT4OTkpHvzzTfvHe4LX/hC9/bbb9/7+75IgAABAgQIECBA4CYBi8/cpOMcgd0IaJUAAQIECBAgQIAAAQIECBCoLyAhAQIECBAgQIAAAQIECBAgUF9AQgIECBAgQIAAAQIECBAgQKC+gIQECBD6yl3xAAAQAElEQVQgQIAAga0IvP76611bgOY+jb322mvd8+fP7/NV3yFAgAABAgRuJ+AqArMXsPjM7IcAAAIECBAgQIAAAQJzEJCRAAECBAgQIECAAAECBAgQqC8gIQECBAgQIECAAAECBAgQIFBfQEICBAgQIECAAAECBAgQIHC4Au+99173uc997s4B2sIzH/3oR+/8vcP9gp4TIECAAAECBAjsW8DiM/sWdz8C/z979wEmWVXmf/w93ZMHmAgMUVdEF9e4a1zDuv5dM6isAQxrDhhQMQuoawQMoKisEgQdkgKSBIacYQgyMKSZYWZgUk/PdE/nUPl/f1Wc7lu3bnVX5+7bXx/eOee859xb93y6qrqrnue+IoAAAmYYIIAAAggggAACCCCAAAIIIIBA8gXYIQIIIIAAAggggAACCCCAAAIIJF+AHSKAAAIIIIAAAggggAACCCCAQPIF2CECCCCAwKgKHH744TZz5syaz3nAAQfYf/3Xf9W8noUIIIAAAggggAACCAxHoG44B3EMAggggAACCCCAAAIIIIAAAghMLQGuFgEEEEAAAQQQQAABBBBAAAEEki/ADhFAAAEEEEAAAQQQQAABBBBAIPkC7BABBBBAAAEEEEAAAQSmtsCSJUtMBWhq3cVhhx1W61LWIYBAggTYCgIIIIAAAuMtUDfeD8jjIYAAAggggAACCBgECCCAAAIIIIAAAggggAACCCCQfAF2iAACCCCAAAIIIIAAAggggAACyRdghwgggAACCCCAAAIIIIAAAgggkHwBdojAqAu84Q1vsEMOOWTQ8770pS+1F77whYOuYwECCCCAAAIIIIAAAiMVoPjMSAU5PgECbAEBBBBAAAEEEEAAAQQQQAABBJIvwA4RQAABBBBAAAEEEEAAAQQQQCD5AuwQAQQQQAABBBBAAAEEEEAAAQSSL8AOEUAAAQQQQACBZAgcfvjhg27k0EMPHXQNCxBAAAEEEEimALtCAIHxFqD4zHiL83gIIIAAAggggAACCCBghgECCCCAAAIIIIAAAggggAACCCRfgB0igAACCCCAAAIIIIAAAggggEDyBdghAggggAACCCCAAAIIIIAAAggMS+DAAw+0gYrLvP3tb7dly5YN69yjfhAnRAABBBBAAAEEEEi8AMVnEv8jZoMIIIDA4AKsQAABBBBAAAEEEEAAAQQQQACB5AuwQwQQQAABBBBAAAEEEEAAAQQQSL4AO0QAAQQQQAABBBBAAAEEEEAAgeQLsEMEEEAAgeQIvOMd7zAVoYnuaMmSJaa5aJ4xAggggAACCCCAwPQRGO+dUnxmvMV5PAQQQAABBBBAAAEEEEAAAQTMMEAAAQQQQAABBBBAAAEEEEAAgeQLsEMEEEAAAQQQQAABBBBAAAEEEEi+ADtEAAEEEEAAAQQQQAABBEYkcPjhh1ccf9hhh1ldHbf/VsCQQGDiBHhkBBBAAAEEEi/AX5+J/xGzQQQQQAABBBAYXIAVCCCAAAIIIIAAAggggAACCCCQfAF2iAACCCCAAAIIIIAAAggggAACyRdghwgggAACCCCAAAIIIIAAAgggkHwBdohAsgQOOeQQe8Mb3tC3qec973n2yle+sm9MBwEEEEAAAQQQQACB8RCg+Mx4KPMYQxNgNQIIIIAAAggggAACCCCAAAIIJF+AHSKAAAIIIIAAAggggAACCCCAQPIF2CECCCCAAAIIIIAAAggggAACCCRfgB0iMMYChULBCAx4DvAc4DnAcyDpz4F3v/vdtmTJkuJv1Xe84x387uP3P88BngM8B3gOTL7nwDj+TIq/EPkHAQTGXYDiM+NOzgMigAACCCCAAAIIIDD5BLgiBBBAAAEEEEAAAQQQQAABBBBIvgA7RAABBBBAAAEEEEAAAQQQQACB5AuwQwQQQAABBBBAIEkCKjTgnDPnCOcwcA4D5zBwDgPnMHAueQazZs2yww8/3F7/+tfbQQcdNOjvPueSZ+Ace3IOA+cwcA4D5zBwbnob6LNgkj7bshcEpooAxWemyk+K60QAgekkwF4RQAABBBBAAAEEEEAAAQQQQCD5AuwQAQQQQAABBBBAAAEEEEAAAQSSL8AOEUAAAQQQQAABBBBAAAEEEEBgBALOuREcPW6H8kAIIIAAAgiMisBLX/pSO/LII0flXJwEAQQQQACBqSzgHJ8Fp/LPL8HXnvitUXwm8T9iNogAAggggAACCCCAAAIIIDC4ACsQQAABBBBAAAEEEEAAAQQQQCD5AuwQAQQQQAABBBBAAAEEEEAAAQSSL8AOEUAAAQQmo0ChUBjVy9L5iIJhgAHPAZ4DPAd4DvAc4DkwfZ8D/Oz52fMcSMpzYDQ/LMpkNM/HuRCYbgIUn5luP3H2iwACCCCAwFQQ4BoRQAABBBBAAAEEEEAAAQQQQCD5AuwQAQQQQAABBBBAAAEEEEAAAQSSL8AOEUAAAQQQQAABBBBAYNoL6OY/59yoOOhcCuecOTe2MSoXzEkQmC4C7BMBBBBAAAEEEEAg0QLOjd3nL33GU4wGoHOuWKRzNM7FORCYjgIUn5mOP/Uh7pnlCCCAAAIIIIAAAggggAACCCCQfAF2iAACCCCAAAIIIIAAAggggAACyRdghwgggAACCCCAAAIIIIAAAgggkHwBdojAeAvoJsGBwjlXdkkDrfVzZQeEBs65YtEZv24s29DD0kUAAQQQQAABBBBAAAEEJp3AeF7QWH72cq70Oa/afmp57PCxzpUK0Ax0XHg9fQQQ6Beg+Ey/BT0EEEAAAQQQQAABBCaLANeBAAIIIIAAAggggAACCCCAAALJF2CHCCCAAAIIIIAAAggggAACCCCQfAF2iAACCCCAAAIIJF7AudKNgs7Ft2EA3fynsXPxa51zmjatGyiKi2r8Z6Dz1DJX48OwDAEEEEBgeguwewQQQAABBBIrUMvnpuiaoWBEj42OdS7nXLEQqXOVreZ1jFofzlWuc64/59fRIoBAuQDFZ8o9GCGAAAIxAqQQQAABBBBAAAEEEEAAAQQQQCD5AuwQAQQQQAABBBBAAAEEEEAAAQSSL8AOEUAAAQQQQAABBBBAAAEEEEBgtASiN/dVO6/W+XCudLOfH0fbfD5f7TTFfHS9ktFcoVAoK16jNcOJwc7LfLkzHnjwHOA5wHOA5wDPAZ4DPAd4DvAcSPZzYCifqwZ7Luhc0TXKVQt9Voyu92PnKj9nVjtPOK/jw2P6U1GAax5tAYrPjLYo50MAAQQQQAABBBBAAAEEEBi5AGdAAAEEEEAAAQQQQAABBBBAAIHkC7BDBBBAAAEEEEAAAQQQQAABBBBIvgA7RAABBBCYkgK13ITnnCvbm46JC+f61/n5sgOfHmhOXbU+NFZEx8oplFfrQ+No+LnhttHzMU72DbX8fPn58hzgOcBzgOcAz4FhPgcKHMdzh+dAUp8D+izlXP/nOo0HiziL8DGaD4/VV06hvkJ9H36sNhrhNZpzzpUVJPXzajXvw7nB9xQ9xh9Li0BSBSg+k9SfLPtCAAEEEEBgFAU4FQIIIIAAAggggAACCCCAAAIIJF+AHSKAAAIIIIAAAggggAACCCCAQPIF2CECCCCAAAIIIIAAAgggUIuAc4PfhOfPo5vxFM45c875dF+rub7B0x3lFBqqVagfDeWj4df4vB9Xa/26obbVzkcegakgwDUigAACCCCAAAIIIDCaAiP9POVc+WdFnS98fRorlFOrUD8ayiuUV6tQPxxxOedc8fOq5hTh9QP1nXMDTTOHQOIEKD4z9X6kXDECCCCAAAIIIIAAAggggAACCCRfgB0igAACCCCAAAIIIIAAAggggEDyBdghAggggAACCCCAAAIIIIAAAggkX4AdIjBpBWq94U7rqoU251zpZjy/Rrm40Lzyvg33lfOhvCI6Vk6hvFofGivy+bxPDdhqrWLARUwigAACCCCAAAIIIIAAAkMTmNarB/uMpflwhLGUD4/VV06hvkJ9H36sVqF8uFU/GlqjUN658s+wykdD6wYLHTPYGuYRmGoCFJ+Zaj8xrhcBBBBAAAEEEEBgAgR4SAQQQAABBBBAAAEEEEAAAQQQSL4AO0QAAQQQQAABBBBAAAEEEEAAgeQLsEMEEEAAAQQQQAABL+Bc6YY7P45r/c10zjlzrjy0XvMK31erCOfUV/i878eNfU6tj7iiMv4can349X5cra11XbXjyRcMAwx4DvAcmPzPAX5G/Ix4DvAc4DnAc4DnwGR+Duhzma4v+nlPOYXmnXNqip8/ip3gH+dc2ThIFf/TMc6V5tRXaMK34b5yCuUUzrmyz7vKhec1jgvnXFyaHAJTWoDiM1P6x8fFIzBNBdg2AggggAACCCCAAAIIIIAAAggkX4AdIoAAAggggAACCCCAAAIIIIBA8gXYIQIIIIAAAggggAACCCCAAAIIjJuAbp7zEX1Qn4+2Wudc+Q18fo3m4kLzyvvWgoHvh1vfD6Yrbh70NyBG12gcjuix4blo36+N5hlzUy7PAZ4DPAd4DvAc4DnAc4DnAM8BngM8BwZ+Dugz2kBGA33e0pyPWs+h9X6t+j6UC/f9WK1Cc9VazcWF1ofDOVcsRhPOhfvRcww0F12b+DEbnPICFJ+Z8j9CNoAAAggggAACCCCAAAIIjL0Aj4AAAggggAACCCCAAAIIIIAAAskXYIcIIIAAAggggAACCCCAAAIIIJB8AXaIAAIIIDA9BXQznHOlG+icc2UImitLhAbOlQrPhFJ9XR0XDk1oHNcqFw2/NpxXTqFcuI32Nfbh10bHyofD3ywZzvm+P5Z24BtO8cGH5wDPAZ4DPAd4Dkyd5wA/K35WPAd4Dozmc0Cfnfz51K8Wfo1arVEbDuUUPhfu+5xv/Wc4P/atjtGcWoXyahXqO1f+mTec17zC59RXaOxDY4UfO1d+vvCc1jjnisVqnKv++VnrCASmggDFZ6bCT4lrRAABBBBAoFyAEQIIIIAAAggggAACCCCAAAIIJF+AHSKAAAIIIIAAAggggAACCCCAQPIF2CECCCCAAAIIIIAAAgggMOYCujHOORf7OJrThHOueLOc+uHw82oVmlOrUD8cyinCOfV9LtxG+xr78MeEx7qx0I/V+jXhvPo+NO/7vtVxCj8Otz6vluAm3TF4Dhjn5HnFc4DnAM8BngM8B3gO8BzgOTDVnwP6DKU9qK0WmvehNdHPZuE59TWvNhzK+WPD+cH60WN0Hh2jVlGtrzmF5hXqh8PnnOv/3Oxz4XXqO0cBGjkQU1eA4jMj/tlxAgQQQAABBBBAAAEEEEAAAQQQSL4AO0QAAQQQQAABBBBAAAEEEEAAgeQLsEMEEEAAAQQQQAABBBBAAAEEEEi+ADtEILkCA938Ft611vlQ3rnSzXHKaexDYx/hnPrKx7XKVbvhT8f40DrfV6uxjlNfrca+rzYaWqOc1qmvUF85hcbhiOZyuZyFQ2uja5QLr6FfboYHHjwHeA7wHOA5wHOAIa79IwAAEABJREFU5wDPAZ4Dk/s5wM9npD8ffSYKh//MFD1vdI1fp7zWaqzQZzblFOorp77aauHX+Xk/9q3PR1vN69xq/Zz60dCccr4N98M5n1fOOadhWYHJYuLpf5wrzT897Gt0bN+ADgKTVIDiM5P0B8NlIYAAAggggAACCAwgwBQCCCCAAAIIIIAAAggggAACCCRfgB0igAACCCCAAAIIIIAAAggggEDyBdghAggggAACCCCAwKgI6CY25+JvcAs/gF/nXP9a5fwa9RV+7Fuf863PR1s/r1ahebXhUE43ASqnvtpoaF6hvG9106L64VDOr1E/l81YPt1puZ5my3Y0WKZts2XbnrJMy/qyyLZusHBE5xmvL/PCAw+eAzwHRvwciLwPcz6eUzwHeA7wHOA5wHNgqj0HNgSfETZatn2z5Tq3Wz74zJVPdVg+l7bwZzT1c7lcRS6c12e4uDXKaU5rfev7GofDf5YMt+F+eK0/h2/Dc871fzaOHq+xwq9XX6GxWoVzzpwrFXTVeKBwrrZ1A52DOQTGWoDiM2MtzPkRmAYCbBEBBBBAAAEEEEAAAQQQQAABBJIvwA4RQAABBBBAAAEEEEAAAQQQQCD5AuwQAQQQQAABBBBAAAEEEEAAAQSmjoBuePPhnCu7cJ8Pt36Bz1UbK681vlXfuf6b5HTDXnhO8+GIzml9eD7c15yP8HHKaV0+22uZtk2Warjf0k/dYKk1f7XuVb+3rpUnWedtx1nnDV+ytqs+Zu1XHGHtlxxm7Re/zdr+9m5rv/wI67z6I9a14hPWueJT1nntZ63ruqOGHN3Xf84IDHgO8BzgOcBzgOcAzwGeAzwHeA7wHJiOz4Hyz1D6TPUZ67wm+IwVfNbquPID1nH5e6zjkkODz2KHWueV77eOqz9mHdd/wbpvO9Z67jnReh44zXofu8DSG1dYZvt9xQKg+VRnsTBN8fNePt/X11ihz4IK9eNCcz7C88r5se9b8D/lgsbUhiOa82PnSp+ttdbn1PpQXjHYWGt8+LVqnSt9to6b0/xoB+dDYKgCFJ8ZqhjrEUAAAQQQQAABBBBAAIGJF+AKEEAAAQQQQAABBBBAAAEEEEAg+QLsEAEEEEAAAQQQQAABBBBAAAEEki/ADhFAAAEEEBi2gHPOnCtF+CS6iS08ds4Vh9F83NjnfFs8MPgnbuxzan0ES4s39flWefUVugEwLgqZbss0P269G6+zrof+aB13/sQ6VFTm8vdb28WHFm9u7L71W9a98kTrefB0S6+92DJPXW/Zhnsst+txK3RutUJvixVyKT0MgQACCCCAAAIITEYBrgkBBBBIrkA+Y/neNit0NVi+ZZ1lG++3zKabLLP+Mks/crb13PfLYkEaFbPpuPy/rf2y91jn9Z+3rjt/YL2rz7TUhqss1bjKcj27isVowp8bc7lcRU6fM8NrNK4WUfToOp1HObVaq77CudLnaOV8KO/7ajVWqK/wfefKj/V5rVE452I/y2uOQGCiBSg+M9E/AR4fAQQQQCABAmwBAQQQQAABBBBAAAEEEEAAAQSSL8AOEUAAAQQQQAABBBBAAAEEEEAg+QLsEAEEEEAAAQQQQAABBBCY/ALRG9fCV6w550o3svm8cr6vNjyO6/ucb/0xGiuiY92kp7wPjRUaq1XohkGNs21PWe+TN1jPQ2da523HWduVH7bWS95pndd/sVhcJv3YeZbdfJPlmh8rFpTRYxEIjL4AZ0QAAQQQQAABBBBAAIEJE8h0Wr51veW23WnpNX+13vt/Zb23ftM6rzzSOv/+Aeu+7VvWs+o0S2+8xrK71loumykWOdVnSoU+Yyp8X63C59T3oZzCj32rnN9/OOf7vtUa9cNttB8d+/XKO1f6fB7OKR+OgebC6+gjMB4CySs+Mx5qPAYCCCCAAAIIIIAAAggggAACCEysAI+OAAIIIIAAAggggAACCCCAAALJF2CHCCCAAAIIIIAAAggggAACCCCQfAF2iAACgwpEb0RzzvUdo7lwOFeaU65vUdDR2EcwLLtxz4/VhsOvj2v9Ot2wFzevfLZrh/U+dYt1PfB767r5G8UiMx3XfNJ6Vp5gqccvtGzDPVbobvSnokUAAQQQQAABBBBAAIEkC7A3BGoQKPS2WG7Hg5Z54jLrvf8U677xaOv426HWecPR1n3/qZZ+8lpTUVN9DtXnzrgIz6mvh1UbF5oLh1+j86qvVvPqO1f6vK1xODTnx+G+cn7snCv7HO7zWuNc+XnDc5onEBhPAYrPjKc2j4UAAggggAACCCRUgG0hgAACCCCAAAIIIIAAAggggEDyBdghAggggAACCCCAAAIIIIAAAggkX4AdIoAAAggggAACCEwuAd105lz5jWjRK3TOmXOl0HqFXxPu+5xan1erUM6HxgqN1SrUV6jvI5fLFW+e0814imzbJut54u/WtfIk67j6Y9Z+xQes5+4fWXrtRZbZscos26NTjEmkMgXb1Zmzrbuytr4xY49sSduqJ1N23/peW7m21+5c22N3rOmx2wkMeA7wHOA5UHwO8H7I7wSeAzwHeA7wHOA5wHNgKM8BfZ66e12v3Rt8xnpgY689sjll67anbXNT1po6ctadLozJZz2d1FnB8i1rLbvx79Z73y+t+7rPWOeVR1rPXT+y1NpLLNO8pvjZ1H9W1edThcZq9dlVrUK5aqHHCkd0Xfj48Drf1/pqfc05V/rc7pzzy2Jb54IdF8bOM/ZBSSLwtADFZ56GoEEgQQJsBQEEEEAAAQQQQAABBBBAAAEEki/ADhFAAAEEEEAAAQQQQAABBBBAIPkC7BABBBBAAAEEEEAAAQQQQAABBJIvULFD3ZTmw7nym9J83rfOlW5K82OdTP1oq5wimvdjzcWFnw/fZKd+MXpbLL3pRuu+95fWduWHrf3qj1vPfSdb+snrLNexVYeOKPL5gjW0Zu3Bp1J23epuu+CODvvtilb74cXNdsyfdton/6/R3ntyg731J1vs7SdstfcF/Y/8drt95g+N9qU/7rCv/Xmnfeu8Jjv2wib77oXN9r2/NNv3CQx4DvAc4DnAc4DnAM8BngM8B3gO8BzgOTDk54A+Tx13QZN9O/iM9fXlTfals3faUafvsI+dtt2OOKXBDjtxq735x1vtv3+xzT72u+3F+e//tdl+dXWrLb+1w65e1WX3b+i1Tc0ZU/HQEX1YDA4upFotu+0OS68+3Xpu+pJ1Xvl+67n7x5Z64grLtm8pFqPJ5/Om0GfdaKucwufVH0r444JLKT6WWh86j/oxbXGt8s6Vf5ZXTsf4cK583udpERhrAYrPjLUw50cAAQQQQAABBBBAAIFpIMAWEUAAAQQQQAABBBBAAAEEEEAg+QLsEAEEEEAAAQQQQAABBBBAAAEEki/ADhFAAAEEEJh4AeecOVeK8NWEb0ZzrjQfzkX7fuxbnSvc1zgcmlMopxvp4iLT9Jh1P/wn67j+S9Z22fus666fWnrjNVbobtRhw4rGtpzdu77XLl7Zab++utW+ee5O+/Cp2+1NP95abL/6p5124qW77Iwb2+xv93TaLY/22ENPpezJnRlr6cxZJjesh+UgBBBAAAEEEJjWAmweAQQQQGC0BXL5grV1521zc9Ye2Zyy2x/vsSvu67Szb2mzX1zREnzWa7KP/66xWDz0/Sc32FfO2WE/D/IqNHr7mh7b3JQd9iUVUu2W3Xq7pVb91rqv/aR1rvi09T74e8s2/qNYgEafb3O5XF9fn32V8+HHahW6EN+qHw7lFf5YzWmsUD8c4Vxc37nSZ3sdE57X2LnSnHNOQwKBcRGg+My4MPMgCCCAAALjKsCDIYAAAggggAACCCCAAAIIIIBA8gXYIQIIIIAAAggggAACCCCAAAIIJF+AHSKAAAIIIIAAAggggAAC00ggeqNZeOt+zrnSTWcaK7TGt76vscK50v9TuvI+lPcRl9OcbqDTnO9nt99v3f/4jbVd8SHruP6Llnrkz5ZtflRLhhxrG9L29we6ikVmdKPhO3+2zT746wb79nlNdtq1rXb5fZ12/4aUNbQO/6bDIV8UB0y8AFeAAAIIIIAAAggggAAC00qguTNnqzel7ZpVXcVCo9//S7N97LTt9tafbLXPnVEqSnPJPZ22+qm09WbyQ7YpdG62zBOXWs/tx1rXFe+1nntPsuyWW62QS5s+6/pCNOrrM7Ai3NdYD6qcD+UUfuznwznN+bxaHz6vcbSvsXNOU8VrK3Zi/tG6mDQpBEZVYMyLz4zq1XIyBBBAAAEEEEAAAQQQQAABBBCYlAJcFAIIIIAAAggggAACCCCAAAIIJF+AHSKAAAIIIIAAAggggAACCCCAQPIF2CECCIyfQPTGMedKN5v5K9C8D+WcKy8moznlFer7CI/V9+Hnw61ukouG5tMN91rXvSdb22XvtY5bvmXpJy63fHejP1VN7Y62nN30SHexqMzRf9xpb/7xluJNhCdf2VIsMqMbDbt6h34TYU0PziIEEEAAAQQQQAABBBAYUIBJBCajQCZXMBUtVVGa361ota/8aYe944Rt9uk/NNovg8+SV6/qsqeaMkO69EKmy3Kbb7bee06wrsv/27rv/rFlNt1suUzK9HlYn4HV+giPfV+tHtS36odDeR86j+b8WH2Fc/2f6aNzGjtX+k5AfR86zodzpXk/1hrfp0VgtAQoPjNakpwHAQQQQAABBBCYPAJcCQIIIIAAAggggAACCCCAAAIIJF+AHSKAAAIIIIAAAggggAACCCCAQPIF2CECCCCAAAIIIIBAggWcK79xLLxV3UTmnDPnSqE55cKt7yuvcM4pZeqrozYayiuU1w1xan1kmh6x7gdOs9bLjrDOW75t6Q1XWSHVpuU1xfa2rK14sMt+dkWL/c9vG+wDv26wH1+yyy5e2WmPbklZjjozNTmyCAEEpqUAm0YAAQQQQAABBBAYQGBDY8aueqDLfhF83vzEaY323pMb7AcXNdul93baxmBugEPLpgr5rOW23m6p+06y7ivfZz33/txSW+8uFqHJ5XLFNp/PFz9Xh1vf18l833+Wjmu1RmsVmo9rfS4675zr+y7Az2ltNJxz0RRjBEYsQPGZERNyAgQGE2AeAQQQQAABBBBAAAEEEEAAAQSSL8AOEUAAAQQQQAABBBBAAAEEEEAg+QLsEAEEEEAAAQQQQAABBBBAAAEEki8w9juMu3lMuXA454o3u/mcrkp9tQr1fYTH6kfDr/OtboLz/Vz3Tut57EJrX/FZ67zhy5Zae4kVepujp4gdp7MFu2ttr/3mmlb7+GmN9qFfb7efXd5iK1Z12bZdudhjSCKAAAIIIIAAAggggAACCCAwUoGWzpzd+lhP8fPop/7QaEec0mAnXrbLrl/dba1dNVY+zactt/lGS9/9v9az4qOWWn2WZVs2FAvQqBCNPjf7Vn19llbo2v1YrUI5HxortFatItx3Lr5ojNbpHGp9OFf+3YDyWhOOuFx4nl6GKgUAABAASURBVD4CQxGg+MxQtFiLAAIIIIAAAggggAACU0OAq0QAAQQQQAABBBBAAAEEEEAAgeQLsEMEEEAAAQQQQAABBBBAAAEEEEi+ADtEAAEEEEAgYQK6Kcy58hvNlNM2nXPmXCl8TnmFH6v1oXw0NOdz6odvcPNj5VJb7rTOO35gbZcfab0PnWG51vX+sAHbhtasXXZfpx17fpO944StdvyFTXbpvZ22qSkz4HFMIoAAAggggAACAwowiQACCCCAwAgEmjpydt1D3XbCpbvsPb/cZl86e6ede3u7rW+s7bNqvnunZZ+42Hpv+oL13Potyzx5neWy2WIhGn2GVhEatT70+bpahLdRyxrnSgVm/HE6Jtx3rvQ9gXOumA7PK+Fc+fHKEQgMV4DiM8OV4zgEEEAAgZoFWIgAAggggAACCCCAAAIIIIAAAskXYIcIIIAAAggggAACCCCAAAIIIJB8AXaIAAIIIIAAAggggAACCCAwdAHdGObDudLNYv4syqvvXOlmMY0VykVbn3OudA7N+/Bzfqwb4tT3eY2zPS3W89gF1nH1x63r9u9aZsttmh40VFjm/Ds67Itn7bAPn7rdTr261VY+0Wv5wqCHsmCKCnDZCCCAAAIIIIAAAggggMBUFnhkc8r+eFO7feYPjfax07bb6Te02aNbUjVtKd+82tIPnGI9V3/A0qvPtFzbJtPna32uVoT7fqzcQKEH1rxv1Vf4sVqFz4X7yvlwrv/7AK3x4Vzldwp+jhaBgQSicxSfiYowRgABBBBAAAEEEEAAAQQQQGDqC7ADBBBAAAEEEEAAAQQQQAABBBBIvgA7RAABBBBAAAEEEEAAAQQQQACB5AuwQwQQSICAc86cK0V4O7p5TGPnSjeJqR8Nv8bnNVb4sVqN40I3wSkyTY9b970nW/tl77Xeh860XMcWHTZgNLRm7cI7O+zzZ+6wj5/WaGfe2GaPbU0PeAyTCCCAAAIIIIAAAgggMGwBDkQAgTES2NxU+nx79B932kd+u93OCD7frm3IDPpohXSHZZ64xHpu+Kz13P1Dy26/1/QZO5fLmUKfwzX24cdqw+EfKJzzfR3r+36dWuXURkN551wxrX6x8/Q/zrnY7x6enqZBoCYBis/UxMQiBBBAAAEEEEBgJAIciwACCCCAAAIIIIAAAggggAACyRdghwgggAACCCCAAAIIIIAAAgggkHwBdogAAggggAACCCCAQO0C0RvB/JHKK5xzxZT6xU7wj+/7NkiZ+j7CY99Xq/Br1OoGtvTWu63jlmOt4/ovWGrDVVoyYPRm8nbVA1329eVN9uFTt9vpN7TZmm0UnBkQjUkEEEioANtCAAEEEEAAAQQQSKLA1l1Zu+CODvvcGY322dN32AV3dtiOttygW8033G2pu75vvbccY+mNK/qK0PjP33Gtcj70GV0Potbnwq3m/Fh9H8qp79tw37lSIdvwnOZ9VMv7eVoE4gTq4pLkEEi0AJtDAAEEEEAAAQQQQAABBBBAAIHkC7BDBBBAAAEEEEAAAQQQQAABBBBIvgA7RAABBBBAAAEEEEAAAQQQQACB5AtM4R06Vyou47fgb/xyrpT3Yz/vW+XD4fPh1s8rp76/gU1t78brrf26L1rX7cdbdvs9WjJgrHoyZT+7osXeddI2++WVLfbAxt4B1zOJAAIIIIAAAggggAACCCCAwKgLjPMJn9ietjNuaLMP/LrBjr+wyW55rGfQK8i3rLXMql9b73WftPTaSyyXTfcVotHncYU+o1cL/wDRdRor/Hy41bnCY9/3eefiv2NwrpT362kRqEWA4jO1KLEGAQQQQAABBBBAAAEERiTAwQgggAACCCCAAAIIIIAAAgggkHwBdogAAggggAACCCCAAAIIIIAAAskXYIcIIIAAAgggMLiAvwEsvFI555ypVThXfhOYcuEIH6u+nwv3ldPNab7tXf9361jxaeteeYLlW9ZoadXo6s3bxSs77NN/aLSv/XmnrVjVZdl81eVMIIAAAggggMA0E2C7CCCAAAIITCeBu9b22g8varYjTmmws25qt20tuQG3X+hutOyjZ1nvio9Y+vELLJfuLhah0Wf0aOgzezTCJ9ecH4ePDeedK32HEM75Y5RTOFf6zsHnfas536dFYDABis8MJsQ8AgggkDwBdoQAAggggAACCCCAAAIIIIAAAskXYIcIIIAAAggggAACCCCAAAIIIJB8AXaIAAIIIIAAAggggAACCCAwCQR0I1c4nCvdFOYvTXPOld8EppxCa6JtNKf5aqEb03rXX2Ud13zSuu892XJtT+rwqrG2IW2nXNVih/9im512bZttaMxUXcvEpBHgQhBAAAEEEEAAAQQQQAABBMZBoKkjZ+fd3m7/85sG+9+Lmu3e9b0DPmoh1WbZx5db77UftcyaC6yQTVkul+srRKPP8vrcrjYcOqkfh/vRnI4Nz/t+uFVfoWOdK//uQXnnSjnN+1CemJQCE35RFJ+Z8B8BF4AAAggggAACCCCAAAIIIJB8AXaIAAIIIIAAAggggAACCCCAAALJF2CHCCCAAAIIIIAAAggggAACCCCQfAF2iAACCJQL6MYt55w51x/hFX5ebTSvsfI+NA6H8hqrDYduPtM4tfE6a7/m09Z97y8t175JS6vGnWt77NvnNdnnzthhV97fZbl81aVMIIAAAggggAACCCCAgEGAAALTXeC2x/o/R1/1QNfAHJkuyzy23HpWfNSyT1zSV3xGn9/Doc/yfqx+OMIP4PPKab0fq3WuVExGcxor1Feo71z/vHIK5/q/s3Cucl5rCAQkQPEZKRAIIIAAAgggML0E2C0CCCCAAAIIIIAAAggggAACCCRfgB0igAACCCCAAAIIIIAAAggggEDyBdghAggggAACCCCAAAITLOCcq7gC3eyl8BPhvs9Va7VWoXm1CvUV6uums/TWO63j+qOta+WJlm9/UlNV4+oHuuyo03fYdy9stnvX91ZdxwQCCCAwqQW4OAQQQAABBBBAAAEEJkhgbUPafnllix1xyjY7/44O60kXql5JId1umUf+aL3XfsIyG6+yXC7XV4jG9/XZPhz6nB8eR/t6MOXUKnzft8qFI5xXXxGeV9+5yu8ylCcQoPgMz4EJF+ACEEAAAQQQQAABBBBAAAEEEEAg+QLsEAEEEEAAAQQQQAABBBBAAAEEki/ADhFAAAEEEEAAAQQQQAABBBBAIPkC7LAkEHfzlnIK50o3calfWl36V+OBorTKzK/RWDehKZTLND1qnbceZ123f8+yzY9pumr87Z5O+/BvttsvrmyxddvTVdcxgQACCCCAAAIIIIAAAggggECcALlygaaOvJ15Y5u975fb7Kyb2q21K1++IDQq9OywzIO/s9TNX7bstjuLRWj0ud4XoNHnfIVyOkytwvfVKpRTaK1CfR/OOS3pC5/3CY3Vd86Vfc+gnA+/xo9pEaD4DM8BBBBAAAEEEEAAAQSmnwA7RgABBBBAAAEEEEAAAQQQQACB5AuwQwQQQAABBBBAAAEEEEAAAQQQSL4AO0QAAQQQQACBCRJwrvImL12Kc6WbutT3oZu5FBqrVaiviPb9WK2/sSzX02xd955iHdcfbZmGlTqsaly0ssOOOGWb/XZFqzW0ZKuuYwIBBBBAAAEEppQAF4sAAggggAACk0SgJ1Ow825vt/cHn71Pv6HNWgYqQtO+wdL3/MRSK39o2V1ri0VgVIBGoc/8caHvA6KhrYdz0bHmlIsLzTlX+g5D/fAa50r5cI7+9Bag+Mz0/vmzewQQmBQCXAQCCCCAAAIIIIAAAggggAACCCRfgB0igAACCCCAAAIIIIAAAggggEDyBdghAggggAACCCCAAAIIIIBA0gWiN2ppvz7nXGXhGc1XC3+cWh9aq5vP/LjnsQut7cr/sdT6KzVVNf52T6cd+asG+79r20z/b+xVFzIxCgKcAgEEEEAAAQQQQAABBBBAYLoL5PJmF95ZKgB71o3t1tUbJKqgFBrvtfStx1h69elWyHQXi9Dos7/Cf/6Pa3U6nw/3/XHKOVdeQEbrlfet7ztXWhfOa06hnA+NCS8w/VqKz0y/nzk7RgABBBBAAAEEEEAAAQQQQAABBBBAAAEEEEAAAQQQQAABBJIvwA4RQAABBBBAAAEEEEAAAQQQQCD5AuwQAQQQGEcB3YjlXOlmLf+wyqnvXHzhGc3HhY5RaM636vsbyHq33GXt1x5lvQ+dYZZLaUlsXLOqyz76u+322xWttrM9F7uGJAIIIIAAAggggAACU16ADSCAAAKTVEBFaM67o71YEFZtoVD9QnMbLrf0jZ+1zMZrzH/+z+Vyxb7G4dB3BIro2XxObTjC63Se8Fh9rXWu9J2G+sr5cM6Zc6WIzvk1tNNDgOIz0+PnzC4RQAABBBCY1AJcHAIIIIAAAggggAACCCCAAAIIJF+AHSKAAAIIIIAAAggggAACCCCAQPIF2CECCCCAAAIIIIAAAkkWcM6Vbc/fkOWcM9/XAvXDoVw0dCNYeI36yuV7dlnnyp9Z9+3HW67liehhfeO71/XaF8/aYT+/osW2NGf78nQQQACB8RDgMRBAAAEEEEAAAQQQQKBcoDtdsLNubLcPntpgf/9HV/lkaJTvbbHsQ7+19F3fs+yutX2FZ/z3AuHW9/V9gfoKnUqtj/CczznntKwiNK+kc+XfYyjnw7nqc34NbXIFKD6T3J/tcHfGcQgggAACCCCAAAIIIIAAAgggkHwBdogAAggggAACCCCAAAIIIIAAAskXYIcIIIAAAggggAACCCCAAAIIIJB8AXY4QQK13LAVvjStVyjnW9/XWDeL9T5xpbVf/XHLPHmtpmLjie0Z+95fmu24C5rssa3p2DUkEUAAAQQQQAABBBBAAAEEEifAhqaIwI62nJ389xb7wlk7bOW6nqpXnd/5gKVvPcayj59bLECTy+WKhW31/YD/nsDndBLlfGis8GPfKucjmtM4POdcqciM8go/p9a5+OI1miOSLUDxmWT/fNkdAggggAACCCCAwJQQ4CIRQAABBBBAAAEEEEAAAQQQQCD5AuwQAQQQQAABBBBAAAEEEEAAAQSSL8AOEUAAAQQQQCApAtEbr/y+lFc4V7oRS33NqR0o4tb4G8qy7Zus87bjref+X1k+3amlFdGTLthp17bZZ09vtDvWVL95reJAEggggAACCCAwBgKcEgEEEEAAAQQQGFjg8a1pO/aCZvvxJc22uTlbdXF27YWWufUrltu5qlh8Rt8t6PsCRbjvx8r58Cf14/Aa5/q/t9C8X+tb5Zxz5lwpNPZzvo3L+TnaZApQfCaZP1d2hQACIxHgWAQQQAABBBBAAAEEEEAAAQQQSL4AO0QAAQQQQAABBBBAAAEEEEAAgeQLsEMEEEAAAQQQQAABBBBAAAEEhiGgm6ucc2VHKqdwrpRXv2xBZDDQvOZ89K65xNqv/qRlG1ZGztA//PsDXfY/v22BYkU2AAAQAElEQVSwi1d29Cfp9QvQQwABBBBAAAEEEEAAAQQQQGCSCtz0SI997Hfb7U+3tFe9wnzbBsvc9V1LrT7DVEDGh//uYKDWn7TaGj+vVmvU+tDYh3OuWPzGz6l1rjKn/IQFDzzmAnVj/gg8AAIIIIAAAggggAACCCCAAAKDCDCNAAIIIIAAAggggAACCCCAAALJF2CHCCCAAAIIIIAAAggggAACCCCQfAF2iAACCEx1Ad105VypwIzfSzinvs/7Vrlw+Lxvw3O6gUzjbPsW67z1OOtZdZpZIe+XlrVrG9L2zXN32slXtlhLZ/yasgMYIIAAAggggAACCCAwTgI8DAIIIIDA0AT+dGu7feK0RrtzbU/VA/MbLrPUzUdbdueDpu8O9B1CtdB8OPxJfU7H+b6f821cXjnnKovNOFeZ8+ehTZ4AxWeS9zNlRwgggAACCIxUgOMRQAABBBBAAAEEEEAAAQQQQCD5AuwQAQQQQAABBBBAAAEEEEAAAQSSL8AOEUAAAQQQQAABBBBAYAgC/kar8CE+pzaa92M/F9eGc+oretdfZR3XftYyDSv9KSras29us8+dscPu35CqmCOBAAIIRAQYIoAAAggggAACCCCAwBQQeKopY9+9sNlOurzFWrvii8wW2p+07F3HW/qx5aYCMtHQ9wqKcN6P1Sos8j/lFEr7Vv1oaM65ymIzzlXmoscyToYAxWcm/c+RC0QAAQQQQAABBBBAAAEEEEAAgeQLsEMEEEAAAQQQQAABBBBAAAEEEEi+ADtEAAEEEEAAAQQQQAABBBBAAIHkC7DDqSzgnCu7/Go3XSmvhWoVzvUfp7HmFOordENYsc30WOfdJ1nPfSdbIdurJRVx3/qUffoPjbb8to6KORIIIIAAAggggAACCCCAAAKTRYDrQGD4Atc+2GUfO227XbOqq+pJ8uv+Yuk7j7Nc+6ZiERp9r6DQdwwK9XWw2nD4nG/j1mpOoePCre87V1lsxrn+7z60jkimQF0yt8WuEEAAAQQQQAABBBAYgQCHIoAAAggggAACCCCAAAIIIIBA8gXYIQIIIIAAAggggAACCCCAAAIIJF+AHSKAAAIIIIAAAjUI+JutwkuVc67yZqvwGvW1zkd47G/u0pzyqYb7rePaoyzz1HUaxsZp17bZt87baRsaM7HzJBFAAAEEEECgigBpBBBAAAEEEEBgigl09OTt51e02A8uarad7bnYqy80r7bsbV+xbPBdgv+eQW049L2DxjqB+j6U8/1w69ep9eFc+fcfWu9cec6v1Zzv0yZPgOIzyfuZsiMEEifAhhBAAAEEEEAAAQQQQAABBBBAIPkC7BABBBBAAAEEEEAAAQQQQAABBJIvwA4RQAABBBBAAAEEEEAAAQQQmIwCzpX/v3frRirnym+yUk7XrjYayodD8xr7tufR863rlm9armOL0hXxwMZe+9Tvt9vFKzsq5qZigmtGAAEEEEAAAQQQQAABBBBAAIHaBG59rMc++X+NtuLBrtgDCrmM5R76jaUf/J3lcjmrVlQmmo+ezH9HUa11rvJ7EOfKczqnc/3foWhMJEuA4jPJ+nmyGwQQQAABBBBAAAEEEEBgNAQ4BwIIIIAAAggggAACCCCAAAIIJF+AHSKAAAIIIIAAAggggAACCCCAQPIF2CECCCCAwAAC/oar8BLlnCu/uUo5rfGtc+U3WkVv8NI65XKpDuu4/QfW89CZOjw2zr65zb6+vMk27sjGzpNEAAEEEEAAAQQQQKAGAZYggAACCExhga5U3n52eYuddNku60oVYndS2LTCMrd/3fJtG4sFaPS9gw99D6HQWG04dLJoXmPl/TrfD7e+71z5dyTKK3SsWiJZAhSfSdbPk90ggAACCCRSgE0hgAACCCCAAAIIIIAAAggggEDyBdghAggggAACCCCAAAIIIIAAAggkX4AdIoAAAggggAACCCCAwGQR0E1SzpUXkfE5tf46w33lNA6HcopwTv3szoet84ajLbPlVk1XxJM7M/bVP+205bd1VMyRQACBqS7A9SOAAAIIIIAAAggggAACQxe49qFu++wfGm3lE72xBxda11n2jq9bdvNNFQVoVFBG30eojYY/meajfecqi8tE1zlXuca5ypw/N+3UFaD4zFB/dqxHAAEEEEAAAQQQQAABBBBAAIHkC7BDBBBAAAEEEEAAAQQQQAABBBBIvgA7RAABBBBAAAEEEEAAAQQQQACB5AuwQwSqCDg3ssIz/rS6IUuhsVpF7xNXWseNX7Fc+2alK+KqVV3Fm8kefCpVMUcCAQQQQAABBBBAAAEEEEBgGAIcgkBCBBpas3bs+U129s1tsTsq5DKWW3WKZR/7c18BGn0XoVDRGbXVQif0c9G1mguH1vmx+s5VFptxrvy7Fb+eduoKUHxm6v7suHIEEEAAAQQQQGDaCLBRBBBAAAEEEEAAAQQQQAABBBBIvgA7RAABBBBAAAEEEEAAAQQQQACB5AuwQwQQQAABBBBAYKIFdMNU9BqUc678Jirlwus0VjjXf2OVxgqtU6vofuD/rOf+XykVG6dc1WK/vKLFsvnYaZIIIIAAAggkQoBNIIAAAggggAACCIxMYPltHfbt85psR1su9kT59Rdb5r4TLJfuKhahyeVypu8lokVlwmPf1wmdK30P4nM6VqG5uNCcc6VjovOai+YYT00Bis9MzZ8bV43ARArw2AgggAACCCCAAAIIIIAAAgggkHwBdogAAggggAACCCCAAAIIIIAAAskXYIcIIIAAAggggAACCCCAAAIITDsB5/qLx2jzukHKufKbp5TTnEJ9H9XGulErn+myztu/Z6m1F2tZRWxozNjnz2y0K+/vqpgb4wSnRwABBBBAAAEEEEAAAQQQQACBKShw7/pe+9wZjXbn2p7Yqy9sv9uyd37Lsq3rVXimWIRG32EUv6fI54s5HRgeaz4cmlcoF27VVyiv8P1wq77CufLvWpQjpqYAxWem5s+Nq0YAAQQQQAABBBBAAIFpJcBmEUAAAQQQQAABBBBAAAEEEEAg+QLsEAEEEEAAAQQQQAABBBBAAAEEki/ADhFAAAEEJkrA3ygVfnzlnCsVnlE/PKe+cgr1ffixWt28pTbbutE6b/iKZbbe6ZeVtdev7i4WnlmzLVOWZ4AAAggggAACCCCQVAH2hQACCCCAwOgItHbn7bsXNtvy2zriT9ixyXJ3fsdyDXcXi8/47yrU+tCB+v5CoZzacPhceJ2fVy4azpW+S4nmdUw0x3hqCVB8Zmr9vLhaBBBAAIHJIMA1IIAAAggggAACCCCAAAIIIIBA8gXYIQIIIIAAAggggAACCCCAAAIIJF+AHSKAAAIIIIAAAggggMC0ENDNT86V/79wK6fN+1Z9hR+rVThXfkOVcuFIb1tpXTcdY9nWDTq8Is66sd1OuHSXZXIVUyQQQGC8BHgcBBBAAAEEEEAAAQQQQGCKC5x9c5v9+G/6fqFQuZNcr+XuP8FyT15VtQCNCswowt9p+BMpp77m1fqx+j7COd/3rV/jXPl3KD5PO3UEpnzxmalDzZUigAACCCCAAAIIIIAAAggggMBwBTgOAQQQQAABBBBAAAEEEEAAAQSSL8AOEUAAAQQQQAABBBBAAAEEEEAg+QLsEIGJEHCusvCMc+U5f126ccqHcr4f16Y2XGNdtx1n+XSnlpZFbyZv/3vRLjvvjvayPAMEEEAAAQQQQAABBBBAYDoIsEcEEBh9gZse7rajz9ppT+7Mxp48/8jpln18eVkBmvD3Gf6gcE4FZ5wrFY3xeb8u2mo+nHOudFw0Fx7Tn1oCFJ+ZWj8vrhYBBBBAAAEEEJgMAlwDAggggAACCCCAAAIIIIAAAggkX4AdIoAAAggggAACCCCAAAIIIIBA8gXYIQIIIIAAAgggkGiB6E1R2qzP+dbnnHPFm7P82Ld+nVqF8roxq/exC6z73l9oWBEbd2TtS3/cabc91l0xRwIBBBBAAIEJEOAhEUAAAQQQQAABBBIisG57OvjOodHuWtsbu6PC+ostt/p3xe849P2FIpfLmb7TUN+3vq+xD53Q98Ot8j6Uj/bDueicH9NODQGKz0yNnxNXicAAAkwhgAACCCCAAAIIIIAAAggggEDyBdghAggggAACCCCAAAIIIIAAAggkX4AdIoAAAggggAACCCCAAAIIIIDAaAo458pON9DNULrpSov9Gt/6nMZao7b7wT9Yz0NnaqoiVq7rsS+fs8PWN2Yq5koJ/kUAAQQQQAABBBBAAAEEEEAAgeQLjN0Ou1IFO/7CJrv03q7YB8lvus5y/zjJcrlsseiMvsvQdxoK9X34sW/DJ/NrfBudC4/V1zq1Ppwr/07G52kntwDFZyb3z4erQwABBBBAAAEEEEAAgckowDUhgAACCCCAAAIIIIAAAggggEDyBdghAggggAACCCCAAAIIIIAAAggkX4AdIoAAAggkUiB6w5M2qZxz5Tc++Zxavybc+n54vvOeX1p6zUWaqoi//6PLjr2g2bp68xVzJBBAAAEEEEAAAQQmUICHRgABBBBAIIECv7mmxc64sS12Z4Xtd1vunu9bLtXRV4BG32+o0IxC/WjE5XVyv059H8r5vlrnXPFx1A9HdF14jv7kE6D4zOT7mXBFCCCAAAJDFGA5AggggAACCCCAAAIIIIAAAggkX4AdIoAAAggggAACCCCAAAIIIIBA8gXYIQIIIIAAAggggAACCCAwGgLOVRaZ0XnDNzyp71z/jVEax61RXqEbsLru+ollNl6tZRWx/NZ2O/nvLRV5EgggUClABgEEEEAAAQQQQAABBBBAYHQELrijw066fFf8yZofLhagyXbtMH2v4UOL9V1HODSnsZ/zbTjn+5pThMe+71vNK5wr/45GOWLyCox28ZnJu1OuDAEEEEAAAQQQQAABBBBAAAEERkuA8yCAAAIIIIAAAggggAACCCCAQPIF2CECCCCAAAIIIIAAAggggAACCCRfgB0ikHgB3fTkXP+NThortPHwjVUah0NrfGhd1x3ft8zmm8NL+vq/uabVzr6lvW9MBwEEEEAAAQQQQAABBBCYZAJcDgIIJFjg2ge77TvnN1lvJl+5y7b1VrjvR5br3FZWgEbfdSj8dx86UH2f01ihnCLa11jh59RXONdf6FdjYmoJUHxmav28uFoEEEAAAQQQQCBGgBQCCCCAAAIIIIAAAggggAACCCRfgB0igAACCCCAAAIIIIAAAggggEDyBdghAggggAACCCCAwHAFojc76TzKOVd+05Nzzpxzmi6G1iiKg6f/0dhHPpe17tuPt8zWOy3ufz+9dJddem9n3BQ5BBBAAAEEqgiQRgABBBBAAAEEEEBgdAXueaLXvv7nJmvqyFWcuNCxyfL3/tDyHZv7CtD47z1864vORMc6mc+F+8pprIjrh3Nao4jLKU9MHgGKz0yenwVXkhQB9oEAAggggAACCCCAAAIIIIAAAskXvqAEBwAAEABJREFUYIcIIIAAAggggAACCCCAAAIIIJB8AXaIAAIIIIAAAggggAACCCCAAAJTRsC5/oIyumjd0ORceeEZ5cKhdRb6Jzynfj6Xsc7bjrVMwz2hVaVuLm923AVNdsPq7lKCfxFAAAEEEEAAAQQQQAABBBBAYPIKTIMre2xr2r6xvMk2N2Urd9u93Qr3/6SsAI0KzvjQ9yAKP1arsUInU6vwfbXh8HM+51z5dzLKO1f+3Y1yxOQSoPjM5Pp5cDUIIIAAAggggAACCCAwDAEOQQABBBBAAAEEEEAAAQQQQACB5AuwQwQQQAABBBBAAAEEEEAAAQQQSL4AO0QAAQQQQGCoAtGbm3S8cs5V3uTk5zTv+2oVyin6+vmcdd1+vOUa/6FUWXSnCvbNc3fa3et6y/IMEEAAAQQQQAABBGoTYBUCCCCAAAIIjI3ApqZM8TuLddvTFQ9Q6G60/H0/tlz7JlNxGR/6PiQcOlBjzavVWKG+ItrX2LnS9zDheedKOc2Hw68J5+hPDgGKz0yOnwNXgQACCCRJgL0ggAACCCCAAAIIIIAAAggggEDyBdghAggggAACCCCAAAIIIIAAAggkX4AdIoAAAggggAACCCCAAAKTXsC58v/XbN3A5Fz5zU3KKfxm1FdEx8rpxipF1+3ftez2+y36v7buvH37vCZb9WQqOsUYgakqwHUjgAACCCCAAAIIIIAAAggkSGBHe86+fW6TPbq1sgCN9eyw/P0/tVzHVtP3IAp9DxJtxaGcQvMaKzRWxPWVc67/exqtc678O5roGo2JcRMY9IEoPjMoEQsQQAABBBBAAAEEEEAAAQQQmOwCXB8CCCCAAAIIIIAAAggggAACCCRfgB0igAACCCCAAAIIIIAAAggggEDyBdghAgjUKqAbmKJrlXOu/KYm5bROrUJ9HxrHRdcd37dMwz1+WV/b0pm375y/0x7ZkurL0UEAAQQQQAABBBBAAAEEhi7AEQgggMDYCrR2B99hnNdkD2+qLEDjehqt8I8TLde901RYxkf4OxLldIVqlVersUJjhfrRUF7h8+o7V/5dTXjO92knhwDFZybHz4GrQAABBBBAAIEkCbAXBBBAAAEEEEAAAQQQQAABBBBIvgA7RAABBBBAAAEEEEAAAQQQQACB5AuwQwQQQAABBBBAAIFJKeBvXApfnM+pDefDfc0NFp13/cSy2+4KH1bst3Tl7dgLmmzNtkxxzD8IIIAAAgkSYCsIIIAAAggggAACCCRQoLNX32XsjC1AY11bzB44yfKpdtN3JSou40NjhcZiURseK6dxXGguGlrnXGUBGucqc9FjGY+vAMVnxtebR5sAAR4SAQQQQAABBBBAAAEEEEAAAQSSL8AOEUAAAQQQQAABBBBAAAEEEEAg+QLsEAEEEEAAAQQQQAABBBBAAAEEki9Qyw6dc2XL4m5iUk6hhWoV6kdDeYVupOq+7xTLbr45usTaevJ23AU7bW1DumKOBAIIIIAAAggggAACCCCAAAIIDF2AI8ZHoCtVsGMvbLJHt1R+p1FoW2/5B35m+WzG9L2ID31P4kM5Xala5XyrnEI5Hxr7iOY0dq6y2Ixz5d/x+ONpJ0aA4jMT486jIoAAAggggAACCCCQZAH2hgACCCCAAAIIIIAAAggggAACyRdghwgggAACCCCAAAIIIIAAAgggkHwBdogAAggggMCkF4i7eUm5uAtXXqE5tQr1deNU70NnWHrDVRqWRXe6YMdf0GxrtmXK8gwQQAABBBBAAIEECbAVBBBAAAEEEEiwQFdv3o6/sCm+qO6uR0oFaPL5YgEafVeSy+X6+hrrexPfqi8qjRXqh0M5RTjn+8o7V1mAxs/TTrwAxWcm/mfAFSCAAAJjLMDpEUAAAQQQQAABBBBAAAEEEEAg+QLsEAEEEEAAAQQQQAABBBBAAAEEki/ADhFAAAEEEEAAAQQQQAABBMICcTctKRddM1BON02l1/zVUkGEj1M/XzD73oXN9uiWlIYEAuMkwMMggAACCCCAAAIIIIAAAgggMLoCbd15++5fmm1TU0xx3Z33WeHh31UUnNF3JvpOJRy6Kp9XX3N+rL5yCt9Xq1BOob5zFKCRhdnk+5fiM5PvZ8IVIYAAAggggAACCCCAAAIITHUBrh8BBBBAAAEEEEAAAQQQQAABBJIvwA4RQAABBBBAAAEEEEAAAQQQQCD5AuwQAQQmlYBuUPIX5Pu+VT7c9+OBcro5KrVxhfU8dIaWV8T3/tJkDzzZW5EngQACCCCAAAIIIIAAAgkTYDsIIIDANBBoas/Z9/7abDuDtmK7W2+y/JrllsvlyorQ6HuVaOj7FOXUhs+jnMa+Vd9HOKe+c+UFaJTza2knToDiMxNnzyMjgAACCCCAwDgJ8DAIIIAAAggggAACCCCAAAIIIJB8AXaIAAIIIIAAAggggAACCCCAAALJF2CHCCCAAAIIIIAAAtNXQDchOecGBHDOmXOuuEbrFRqo9TdEqa+cxpmGe63n3l9oWBEnXLrL7lpL4ZkKGBIIIIDAOAjwEAgggAACCCCAAAIIIDA2Apubsvb9i5qtO12oeAD35GWWf/LKYvEZfW+i71B8q77Cj9XqBMr58GPnSt/NaBwOrfPjcF8558qL0ShHjL8AxWfG33y6PyL7RwABBBBAAAEEEEAAAQQQQACB5AuwQwQQQAABBBBAAAEEEEAAAQQQSL4AO0QAAQQQQAABBBBAAAEEEEAAgeQLTIod6oYk5ypvXHKuP6c1ivDNT7p45dQq/JzaXNuT1nX3T5WuiN+uaLXrV3dX5EkggAACCCCAAAIIIIAAAgggkFABtjWNBNZsTdsPLmqO3bFbc44Vtt9t+j5F35+EQzl/kPp+Tn2fV05jHz7vXOk7HOWjufA4PO/ztOMnQPGZ8bPmkRBAAAEEEEAAAQQQmCABHhYBBBBAAAEEEEAAAQQQQAABBJIvwA4RQAABBBBAAAEEEEAAAQQQQCD5AuwQAQQQQACB6Segm46cK92g5Hfvc2qV8636Cj/2bThXvAkq22Ndd59glunUVFksv63D/nZPZb5sEQMEEEAAAQQQQGBMBTg5AggggAACCCAwtgL3re+1Ey7dFf8gD/3K8q3rrPgdSqHQ1+p7FuUUOlBjRVxfOR9ao3DOmXOuWNhGc8op1PfhXP+8z9GOnwDFZ8bPmkdCAAEESgL8iwACCCCAAAIIIIAAAggggAACyRdghwgggAACCCCAAAIIIIAAAgggkHwBdogAAggggAACCCCAAAIIIDCmAroByTlX9hg+p1YTap0rrVE/HM715/1atd0rT7R82wZ1y+KqB7rt7JvbynIMEDAIEEAAAQQQQAABBBBAAAEEEEigwPWru+0P17dW7qyQtcJDp1qut61YeEbFZvR9i299X2Mfyin8ydT3oVy471zp+xrlnassNuNcZU5rxzx4AKP4DE8CBBBAAAEEEEAAAQQQQACBxAuwQQQQQAABBBBAAAEEEEAAAQQQSL4AO0QAAQQQQAABBBBAAAEEEEAAgeQLsEMEEJg+Aropybn+m5G0c+UGajXnXP8NSroBSseEo3vVHyyz9U4tLYt71/faL6/cVZZjgAACCCCAAAIIIIAAAhMjwKMigAACCIyPwF/u6rSLV3ZWPJjr3mb28G+KxWf0vYq+Y1Go78Mf5MfhNjzn+2qjazR2rv+7HK1ROFeZU54YWwGKz4ytL2dHAAEEEEAAgUoBMggggAACCCCAAAIIIIAAAgggkHwBdogAAggggAACCCCAAAIIIIAAAskXYIcIIIAAAggggAACCIyJgL/xKHxy5TR2rr8gjXP9fc37cK4/r2N8PrXhKkuvvUipsniqKWM/+RuFZ8pQGCCAAAL9AvQQQAABBBBAAAEEEEAgwQKnXdtqtz/eU7FD1/SA2Zo/FQvQ+MIz4db39b2L+gp/Ep9T63Ph1rn+4jJa41z/2K9zrjLn52jHRoDiM2PjOoXOyqUigAACCCCAAAIIIIAAAggggEDyBdghAggggAACCCCAAAIIIIAAAggkX4AdIoAAAggggAACCCCAAAIIIIBA8gWSv0N/w1F4p8pp7FzlTUea86E1vq82PE7veNh67jtFqbJIZwt2wqUt1tGTL8szQAABBBBAAAEEEEAAAQQQQGDiBHhkBMZX4KeX7rL1jZnKB33qSitsucH0PYsPFZnx/WirOUX4RNE1Gmveuf7veXzOt5pXONe/RmNibAUoPjO2vpwdAQQQQAABBBBAAIFKATIIIIAAAggggAACCCCAAAIIIJB8AXaIAAIIIIAAAggggAACCCCAAALJF2CHCCCAAAIIIDDmAv6mI+f6bzZSzkf4ApTTWG1ZZHus9/6TNVURJ122y9Y1pCvyJBBAAAEEEEAAgT4BOggggAACCCCAQMIFUpmCnRB8R9KbqSzO6x79veVa1pqKyuRyuWIrDn33opxaHxr7OeV8X204NKdwzvWlnSv1le9L0hlXAYrPjCs3D4YAApNRgGtCAAEEEEAAAQQQQAABBBBAAIHkC7BDBBBAAAEEEEAAAQQQQAABBBBIvgA7RAABBBBAAAEEEEAAAQQQSJaAv9nIuf7CM9qhc6WbkdRX+HXq+1BONzwpuu/9peU7Nvupvvbsm9vs5kd7+sZ0poYAV4kAAggggAACCCCAAAIIIIAAAqMvsLExYydd1hJ74mIBmmyqWHjGf+eiNi70XYxCJ4rOKxcOP6+c+s6VvvNRXzlifAUoPjO+3jwaAggggAACCCCAAAIIIICAGQYIIIAAAggggAACCCCAAAIIIJB8AXaIAAIIIIAAAggggAACCCCAAALJF2CHCCCAwJgLOFdeeCb8gLoRSaGc2nAop0g9/lfLbL5F3bK48ZFuW35bR1mOAQIIIIAAAggggAACCMQKkEQAAQQQmCYCtz7WY2ff0l6xW9e5ydxjp5v/7kXFZRQa+1b9uPAnC8/5nHPOnHN+WDx/34DOuAtQfGbcyXlABBBAAAEEJpsA14MAAggggAACCCCAAAIIIIAAAskXYIcIIIAAAggggAACCCCAAAIIIJB8AXaIAAIIIIAAAggggMDUFdANSLp650o3HGnsXHnhGeXCofV+rL7Cj9VmGldZ7+ozlC6LJ3dm7BdXtJTlGCCAAAJTR4ArRQABBBBAAAEEEEAAAQTGTmD5re2mIjTRR3DbbrHCphWWy+WKRWL03YsvPOPbcE79uHCu//seP1/xWKE1zvV/VxRdx3h0BSg+M7qeIz8bZ0AAAQQQQAABBBBAAAEEEEAAgeQLsEMEEEAAAQQQQAABBBBAAAEEEEi+ADtEAAEEEEAAAQQQQAABBBBAAIHkC7DDURNwrnQjUfiEugEpPHautMbn1TpXmVM+l+m1ngdODR/e1//llS2WyhT6xnQQQAABBBBAAAEEEEAAAQQQGFCASQSmmYC+O9m6K1ux67o1Z1mhbYOp2IxC38H40FgHhMe+r7wPn0EQX+0AABAASURBVFMbzvm+c/3FaXxOrXOl74DUJ8ZGgOIzY+PKWRFAAAEEEEAAAQSmkACXigACCCCAAAIIIIAAAggggAACyRdghwgggAACCCCAAAIIIIAAAgggkHwBdogAAggggAACU1MgfLORdqCxcwPfUKQ1WhuOcK73gd9avn1zeLrYP/XqVnt0S7rY5x8EEEAAAQQQmJoCXDUCCCCAAAIIIIDA2Ap09ubt5L+3xD6IW3NWX/EZFZxR6DsZhfrRg8J59RV+TVzf55yrLELj5/zxtKMrQPGZ0fXkbAggMHIBzoAAAggggAACCCCAAAIIIIAAAskXYIcIIIAAAggggAACCCCAAAIIIJB8AXaIAAIIIIAAAggggAACCCCAQE0CzvUXmvE3Eal1rjyvG5iUV/gTqx+N9JPXWubJFX5JX3vdQ9122X2dfWM6oyLASRBAAAEEEEAAAQQQQAABBBBAIIECq55M2Rk3tPmd9bWubZ3ZuuV9BWii38v4sb7HUWisg32rviI6Duec6y88E17nXP93RVpPjK4AxWdG15OzIYAAAggggAACCCCAAAJTUIBLRgABBBBAAAEEEEAAAQQQQACB5AuwQwQQQAABBBBAAAEEEEAAAQQQSL4AO0QAAQSSIeBc6UYif3ORb/3uNK4Wua7t1vvAaX5pX7u5OWunXNXSN6aDAAIIIIAAAggggMDUFeDKEUAAAQQQGB+BC+7ssNvX9FQ8WN1TV1ph5/19BWhyuVyxr+9rVHBGob4/MNr3Y7UKv8658u+EnCuN/Tzt2ApQfGZsfTk7AggggAACQxfgCAQQQAABBBBAAAEEEEAAAQQQSL4AO0QAAQQQQAABBBBAAAEEEEAAgeQLsEMEEEAAAQQQQAABBBCoWUA3GimcK/0/WztXfnOR5nw4Vz7nH0TzPQ+cZvlMl0/1tb+5psVSmULfmA4CCCAwagKcCAEEEEAAAQQQQAABBBBIsMCpV7Vaa3e+Yof16/5swZcwfUVntEDfzYRDRWgU4Zz6WhsN5X34OY2dK31XpL7P046NAMVnBnFlGgEEEEAAAQQQQAABBBBAAAEEki/ADhFAAAEEEEAAAQQQQAABBBBAIPkC7BABBBBAAAEEEEAAAQQQQAABBJIvwA6nlkD0piHnSjcTaRd+zrfKKTT2ER7rRqb0+issu+0upcti+a0ddv+GVFmOAQIIIIAAAggggAACCCCAwNQV4MoRQGD8BJo7c/bba1oqH7B7u9mac4rFZ/S9jA//vU24Dc/pRH7O9zWvvg/Nh/vOlRciDs/7dbQjF6D4zMgNOQMCCCCAAAIIIIDA6ApwNgQQQAABBBBAAAEEEEAAAQQQSL4AO0QAAQQQQAABBBBAAAEEEEAAgeQLsEMEEEAAAQQQQKCqgG4Scq7/xiHn+gvP6CDNK3w/3Kqv0I1JWqPIdW6znlW/V7osVm9K29m3tJXlGCCAAAIIIIDAqApwMgQQQAABBBBAAIGEC9z0SI9deX9XxS7rtl5vhR33mr6bCX9PE+5rzh+ofjT8XLh1rv87I+V1jHP9OefKv0fSGmLkAhSfGbkhZ0Ag4QJsDwEEEEAAAQQQQAABBBBAAAEEki/ADhFAAAEEEEAAAQQQQAABBBBAIPkC7BABBBBAAAEEEEAAAQQQQACBySEQvWFI4+iVOefMOdeX1hrnSmP1/YT6itRDZ5jlMz7d1552bWtff3p02CUCCCCAAAIIIIAAAggggAACCCRfYPx3+LvgO5atu7IVD1z/xHmWz2VNBWd86LsahcZqFeor1NdJ1PrQWOHHvlUuHMr7sXMUoPEWo9VSfGa0JDkPAggggAACCCCAAAIIIDBaApwHAQQQQAABBBBAAAEEEEAAAQSSL8AOEUAAAQQQQAABBBBAAAEEEEAg+QLsEAEEEECgZoHwzUPqK3RDUvgEyvmx+gqN0xtXWGbrHeqWxRk3ttnahnRZjgECCCCAAAIIIIAAAqMuwAkRQAABBBCYBgLpbMHiivy6nu1W98R5pu9p9F2Ob31fYx+eSWP1fev74bFy4RhoLryO/vAFKD4zfDuORAABBBCYJgJsEwEEEEAAAQQQQAABBBBAAAEEki/ADhFAAAEEEEAAAQQQQAABBBBAIPkC7BABBBBAAAEEEEAAAQQmn4BuHHLO9V2Yxn2DoKOxIugW//N9tYpcb5v1rj6zOBf+56FNKbvgjo5wij4CCEwTAbaJAAIIIIAAAggggAACCCAwNgJ3r+u1y+7vrDh53earrLDrEVPBGYW+s1H4vlodpFw4wjn1fWiN+r5VX+GcKxa5UZ8YfYGpVnxm9AU4IwIIIIAAAggggAACCCCAAAIITDYBrgcBBBBAAAEEEEAAAQQQQAABBJIvwA4RQAABBBBAAAEEEEAAAQQQQCD5AuwQgVgB50rFZnQDkXP9Nw35sXOleR2sm5OUV9+HzymfevhsK6Ta/FRf+/vrK3N9k3QQQAABBBBAAAEEEEAAAQRGU4BzIYDANBL4w3Vt1tiWq9hx/Ya/9BWf0Xc3Ci3S9zdqNQ6H8j40r77aaCivUF6tc/3fJTnX/x2S5omRCVB8ZmR+HI0AAggggAACCEwDAbaIAAIIIIAAAggggAACCCCAAALJF2CHCCCAAAIIIIAAAggggAACCCCQfAF2iAACCCCAAAIITKyAbhAa6AqcK908pHUKrXWudBORxj6UV2S2/8PSG/6ublksv63D1mxNl+UYIIDA4AL//M/Ptw99+JP2mc8eY1/80nfsg0H/df/xX/aMZ/zT4AezAgEEJpEAl4IAAggggAACCCCAwNgJpDIFO+OGyqK/rm2t1W2+2vz3N2qjxWZ0VcqHW/W1Tq0iOu+cM+ecpoqheedK3yEVE8E/ygUN/41QoG6Ex3M4AgiMtwCPhwACCCCAAAIIIIAAAggggAACyRdghwgggAACCCCAAAIIIIAAAgggkHwBdogAAggggAACCCCAAAIIIIDANBNwrv9GIb91f3OQWkU4Hx4rr3E4Uo+co3RZPLkzY2ffXHkDVNmi8RzwWAhMIYFjj/+pfeCDn7B3vuu99ta3HmofDPrf+vYP7LTfn2d/OONC++xRx9i/vexVU2hHXCoCCCCAAAIIIIAAAgggME4C0+xhbnqk2xTRbddv/Kvle3eVFaDRdzkqLuNDxyjn22r98LzWKJRTqO9cfwEa5yq/c9I6YmgCFJ8ZmherEUAAAQQQQAABBBBAYBoKsGUEEEAAAQQQQAABBBBAAAEEEEi+ADtEAAEEEEAAAQQQQAABBBBAAIHkC7BDBBBAAIHJI+BvEvJX5Jwz51xxqDl11Cp8X61Cud61f7Pcrsc1LIszb6TwTBkIAwSGILBr166qq/ff/0A77J3vtR/+8Jd29DHfqbqOCQQQQAABBCaDANeAAAIIIIAAAmMvcOaN7ZYrRB4nl7K6DX81FZrR9zcK3/crlQuHz/tWc86VviPyOedc3/dGPkc7+gIUnxl9U86IAAIIIDC2ApwdAQQQQAABBBBAAAEEEEAAAQSSL8AOEUAAAQQQQAABBBBAAAEEEEAg+QLsEAEEEEAAAQQQQAABBKaBgG4Yim7T58Kt+j60Xn21Ct9Xq8in2i316J81VRY3rO6yu9b2luUYIIBA7QInnXicrd+wftAD3vKmQ+0HPzzZFi1cPOhaM2MNAggggAACCCCAAAIIIIBAAgW2t2btrJsqiwDXN9xstutRy+VyxdB3OQoVofGhcbUQlebUKtQPh3IDhdYONM9cdYERFp+pfmJmEEAAAQQQQAABBBBAAAEEEEAgKQLsAwEEEEAAAQQQQAABBBBAAAEEki/ADhFAAAEEEEAAAQQQQAABBBBAIPkC7BCBySPgnOu7GOf6+0rqRiTnSjl/w5BaH72PLjfLdGlpX+TyBfvjTR19YzoIIDB0ga1bNtuPfvB1e+KJtYMe/NKXvdKOPf4ng65jAQIIIIAAAggggMBECPCYCCCAwPgIXHhHh61vzFQ8WN2Tl5j/Hkff86jvW/UVfuxb5XQitT40Hiy0drA1zNcmQPGZ2pxYhQACCCCAAAIITB4BrgQBBBBAAAEEEEAAAQQQQAABBJIvwA4RQAABBBBAAAEEEEAAAQQQQCD5AuwQAQQQQAABBBCYpgLOueINSH770ZuEnKuc1xpFrnW9ZZ64zB/a1/7plg7b3pbtG9NBAIHhCTRub7DvHvdlW7d+8AI0z/uXF9lHPvpZ438IIDCIANMIIIAAAggggAACCCRY4Jyb2yp2V9f6qLmG28wXllGrRWr1/U44lB9s7Nc4VypWHB3reOWIkQlQfGZkfhyNgEGAAAIIIIAAAggggAACCCCAAALJF2CHCCCAAAIIIIAAAggggAACCCCQfAF2iAACCCCAAAIIIIAAAggggAACYy8QdzOQc6Ubh/wNSP4q/Fq1PlKPne+n+9rNzVk79/b2vvFAHeYQQGBwgdbWFvvut79ka9euGXTx+4/4iL3wBS8ZdB0LEEAAgcksMKPe7JXPmWNfftsi+8On97ZLv7avXfOd/e364/vj2uP2t0u/sa8t/+Iy+/57l9gbXzDP5s4q/Q0zmffGtSGAwNQWePEzZxffe8LvR6d/ZpntPrduam+Mq0dgHAR4iPETuHNtr932WHfFA9Y9dWmx+LD/vifa+u96wq1fEz6Zn3euVKzYj7VGfef4m0wWoxH8dhkNRc6BAAIIIIAAAggggAAC4ynAYyGAAAIIIIAAAggggAACCCCAQPIF2CECCCCAAAIIIIAAAggggAACCCRfgB0igAACCCRcoNoNQMpr62rDoZxCOd/qpiPfz+34h2W23KZhWSy/jcIzZSAMEBgFgbb2Vjvu2C8WC9AU8la8YdCq/O/w93ywygzpwQQ+8Jo9yopbhG8sH63+37+1X7GQhgpmnPjBPe2jr19gz9l3ptVxf+ZgP55Rn1+6e72d8/llFT9z/Yze8Px5gz7et9+1uOJYPU+UH/RgFlQI6DUg9199dE+78pv724/ev9Te8W/z7Vl7z7Td5taZCtJY6H9av9vsOlu2cIa95p/n2reCn8elX9/PVATiTS+ax2sqZBXTJYUAAsMUWN+YsZ1twR9joeP3XFBnBwXvVaEUXQQQQGDCBf50W0fFNdT1bLe6TX8vfp7Udz3h0Pc94XH4YJ9XTn21inDfueofaJwrFanRMcTQBCg+MzQvViOAAAIIVAiQQAABBBBAAAEEEEAAAQQQQACB5AuwQwQQQAABBBBAAAEEEEAAAQQQSL4AO0QAAQQQQAABBBBAAAEERlfAufIbgXSTkHP9OedKfeX1yGoVzpXfJORvSOp59AItK4tVT6bshtWV/+/aZYsYIIBAUeBZBx1sL3/Fa4r9Wv7p7Oiw44892p5Yt8ZUgCafKxRbi/zv5a94tS1btm8ky3CyCMye6YqFNJYtnGH/9qzZ9qHX7m6/+8Tedvk397Xj/nuJ7b2gfrJcKtcxAQKves4c+8mRS03M49z/AAAQAElEQVSFcSbg4SfkIVVURq+DC7+yr33n3YvtXw6YXVFoptYLq68z+6e9Ztg3Dltsf/7iPibPWo9lHQJJFFgwr65YmOm/X7HbpNreZL2uWpA6evK2oTFdtnT+rDp7/gGzynIMEEAAgYkW2NiYsUtWdlZcxozNV1oh22v6bseHvvtRX60OUBsO5RTK+db3NVaEx+G+5hTOlb5zUn/6xtB3Hvx5O/SDOAIBBBBAAAEEEEAAAQQQQAABBCZQgIdGAAEEEEAAAQQQQAABBBBAAIHkC7BDBBBAAAEEEEAAAQQQQAABBBBIvgA7RGAaCehGIOfKi8oo5wni+uFcZsvtlm96yC/va8+9vaOvTwcBBAYW+OSnvmRHf/lb9uGPfHrghaHZjo52u+GGqy2XKVg+b6XIWUURmpe+9FWho+hOBYE5M+vs9c+ba2cdtcw+/p97WB33Zk6FH9uoXaOKDp30wT3tf9+31PZbPGPUzjvZT6TiMOd8fh/76OsX2KL5o3trrUzl+d33LDEVupjsFlwfAqMpoN8h73rZbnZm8DvljS+YZ7OD3zGjef7hnmtSXddwNxEc99CmlGWDv8OCbvG/4GOVveDAOcU+/yCAAAKTSeC829stFXx2LLumTIfVPXW56TseHyo8ozUaqx9ufV45hcbO9X9Y8Tnlw+Fc+XdO4Tn6tQuM7l/ItT8uKxFAAAEEEEAAgcQIsBEEEEAAAQQQQAABBBBAAAEEEEi+ADtEAAEEEEAAAQQQQAABBBBAAIHkC7BDBBBAAAEEEEAAgbER0I1BzpVuAnKu1CrnH019hXOVNxMpr3WpNX9RUxa3PNZjD2zsLcsxQACB6gL77X+A6ca+N7/lMPvoJ46qvjAys/8Bz7RCoVRwppDLWyH/dCGaXMGU1/IDDnymGmIKCsye6ezIV+9hx//3Yps7q/99eApupeZLns4LZ9SbfeoNC4pFh/71WbOnTdEh7furhy6y771nqalIzFg9B1To4nWHzLWTP7Kn7b9k+hT1GStPzjs1BJ633yw77VN72+ffvNAWzps8t6xP1usazk/14U1pa+vKlR16QPAes+/i4E29LMsAAQQQmFiB1u68nX9He8VFzNhyleVTbcXPo/qex4c+n/q+DvJ9tRor1FeoHw3lFc654LNpwZwrtdF1jGsXmDy/yWu/ZlYiMJAAcwgggAACCCCAAAIIIIAAAgggkHwBdogAAggggAACCCCAAAIIIIAAAskXYIcIIIAAAggggAACCCCAAAIIIJAAAd0EpG2EW+dc8YYgMyveHKR5hdbERfqpGy3fslZLyuLCOzrKxgwQQGBgAf/60g1+b3zj2+2Tnz564AOC2Xe960j7z/94u+Wyecsr8ha0ZipCkw/6KkSj8x5I8ZlAa+r+F7wt22v+eZ596W2Lpk0xkqn70xr+lb/wwNl2zuf3sfe/endT0aHhn2lqHblgXp2d+ME97S0vmm8qQjPQ1augVldv3tZuy9j1q7tt+W0dfaHxhsaM9aQLA52iOHfg0pn2kyOX2rOXzSqO+QeBpAp847DF9suP7GUH7T0z+Pt+8uxysl7XcIU2N2dse2u27HC9t/3zvrPLcgwQmOQCXN40ETg/+K5mV0d5wSzLZ2zG5quK3wHp86NCn0vVKnxfRBqHI5rzY7UK5/oLzug45XyrPjE0AYrPDM2L1QgggAACCCCAAAIIIFAhQAIBBBBAAAEEEEAAAQQQQAABBJIvwA4RQAABBBBAAAEEEEAAAQQQQCD5AuwQAQQQQACBkQvUcoOP1kTDOdf34JrzA/XT6y7xw752xYNdtrYh3TemgwACgwvkC/m+m/10c9/r//NN9tnPfqXqge97/0ftve/5uFmxyEzQZAuWzwURjPN5ZwX1c0E+iH2W7V/1PEwMXSAbGN8QKXwRLoJRa1/FMh7dkrb2Hv3sB74OvQ3/x/Pm2tv/df7AC5mdsgJL96i3hfOm1+2kKs7w/fcutRc9Y/aAhTGa2nPFIjNH/KrB3vmzbfa5MxvthEt32dk3t/WFxp/+Q6O986Stdsw5O+2BJ3stF7xWqz0h9l00w449fLEtWzij2pIJzPPQCIyOwP5LZgxa1Gl0HmloZ5ms1zW0XfSvzhfMHg5+n/dnrFhE7F8OmBVO0UcAAQQmhYD+PrrwrspiwXWbrzJLt5k+i+q7HoUuWK0img/Pqe9Da8N9jRU+F9cONh93zHTNTa9PC9P1p8y+EUBgegmwWwQQQAABBBBAAAEEEEAAAQQQSL4AO0QAAQQQQAABBBBAAAEEEEAAgeQLsEMEEEAAAQQQQAABBBBAYIoJ6GYe5/qLyPjLd64/pzU+H259Ptyqn9l0s+Va1oWXFvt/uauz2PIPAlNeYBw3UMgXLFqA5tWve6MdffR3Kq7isMPeb4e9/QM2w80sFZxRoZl8qdCMbgr0RWgKOTOdN5PJVJyDxPAFcoH3yid6+4pehAtgDKV/wqW77Og/7rDDf77NVFTj0ns7LZUpVL2wmfXO3vPK3W3p7vVV1zCBwFQRmDvL2ffeu8RecGD14gyt3Xn7zTWt9oFfNxRfb80dwZvaIBsM3krtoU0p+/qfm+wrZ++wzc3ZqkccsGSGfeXti6yu/0+hqmuZQAABBAYSWB287/Sky3+HP2//WcUiNAMdxxwCCCAwEQIXr+y0xtbyv6uc5a1u89Wm73r0mVKtolpfc/7a1ffhc2qdK/2R5VypDefU9+GcKz6uH09YOwUemOIzU+CHxCUigAACCCCAAAIIIIAAAghMbgGuDgEEEEAAAQQQQAABBBBAAAEEki/ADhFAAAEEEEAAAQQQQAABBBBAIPkC7BABBEZXQDcGRc/oXP8NQZrTGudKNwGp73PqK1Lr/qZUWVy1qsue2kmhizIUBgjUIFAo5E2FYqIFaF72itfYMV/9Xt8Z3v62/7Yj3vsZq1fhmbwFx5ipGEqx4Ew2b7lswXK5vKnwTD5fsHzOrKmpqe94OpNTQEU1VGTjM6c32hPb01UvctnCenvbS+ZXnWdi4gR+eukue+MPt1SE8hN3VZP3kT/8ugX2ggNmx15goWD26Ja0ff6MRlNRpuCtLHbdYMlHt6bty2fvsNWbqr+mXvzM2fbul+8+2KmYRwCBcRaYag/3REPGdnUGf3SFLnzvBTPsmXvOCGXoIoAAApNH4K93d1RczIxt11oh3WmF4I+xfD5vCvV96ADf961f4+d8q3n1Fb7vXP93Tj6neaJ2AYrP1G7FSgQQQAABBBCYGgJcJQIIIIAAAggggAACCCCAAAIIJF+AHSKAAAIIIIAAAggggAACCCCAQPIF2CECCCCAAAIIIIDAFBbwN/k454o3FWkryini+s6V1mneR3rrnZZvWaPlZXHx3Z1lYwYIIFCbwMaN64PXY976CtDk82b6L1ewl7zolfark/9sJ/z0DPvAEZ97eo0KywShqgyFYKnWBn0VoVHhmWIBmiBXCGLLts21XQSrJlxgS3PWvv/XXbY5aOMupr7O2aueO8dmz+y/cTNu3SjmOBUCoy7w78+da+/4t/kW/HlRce5C8H52z/pe++a5O62xrbyQQ8XiGhJt3Xn7zvk77aFNqdjV9XVmh79iNztgCQUiYoFIIoBATQJNHTnb1JQtWzt/trPnVymyVbaQAQIIIDABAirwtyP6t1YubXVbrzX/vU9c6y/Vz4XH6iuvVhHu+7FyzpU+y6ivPFG7QF3tS1mJwHAEOAYBBBBAAAEEEEAAAQQQQAABBJIvwA4RQAABBBBAAAEEEEAAAQQQQCD5AuwQAQQQQAABBBBAAAEEEEAAAQSSLzC6O3SuVFDGn9W50s0/GusGIIVzpZz6yivUV2SeuFzDsrjuoW57amemLMcAAQRqE3jk4VWWLxSsUHi6AI0FfQv6QS5fMFu0aC/bb99nmIrTBEuskAtew8Gp1c/nVHymYKpX48eFrFkuWyiue/Ur/itYyX9TRWB7a9ZOvabFOlP52EveZ9EMO2S/WbFzJBGY7AJzZzn70Gt3t3lBG3etqzen7EcXN1tPOnjji1swjJzOdfr1bdbSFf+a2muPenvrS3Ybxpk5BAEEEOgXWPVkr+X0R9vTqfo6Zy9+5pynRzQIDFWA9QiMvcAlKyuLB8/Ydp3lc9ngs2W+GIXg86iPfPCB04fPqdWV+lZ9RdzY59Q6V/q+SWuJ2gUoPlO7FSsRQAABBBBAAAEEEJgaAlwlAggggAACCCCAAAIIIIAAAggkX4AdIoAAAggggAACCCCAAAIIIIBA8gXYIQIIIIAAAgkS0I0/Cm3Jt+G+cuHINT1suZ2rtKQs/nZP5Y1LZQsYIIBAVYGbblxhep31FaBRQZlcwYJkMQoW9PPBv0ET/FdMW7CmEAwUxX4wDheiyavOgqu3JXsvskv+dovNmkXBkqo/gEk2sWpjytZtS8de1fxZdfbcfflZxuKQnPQCb3vJbnbQ3vHP320tWTvpspZRLTzjQR7bmrYr7ussKwzh53Tv8+sOmWPLFs7wqfKWEQIIIFCDwMObU9aVCv4wC609cOkMW7p7fShDFwEEEJg8Apfc02Gt3frQ2H9NLtNh9dtuKCaKn0+DD5Vqw6HJ8FgFaaI5jRVap1bhXPWCM85Vn9OxREmA4jMlB/5FAAEExkyAEyOAAAIIIIAAAggggAACCCCAQPIF2CECCCCAAAIIIIAAAggggAACCCRfgB0igAACCCCAAAIIIIAAAggMX8C50k0+/qYg3+qM4b4fp9ZfoW5Z3P54j61tiC+UULaQAQIjEEjyoW2tLbbi6stNr7m+AjRWsHzBgn+L/xRbzQedIFkIGmeFfNANQuvyeY2DfDaI4HU9a/ZM223RbKufUWd7LFxo519wHQVopsiTSD/Pu9f1Vi2UoZvZp8hWuEwE+gQWzKuzN794ntXH3DWbyRXsr3d12PbWbN/60e5cdl+nbdkVf/4996i3Vz93zmg/JOdDAIFpJPDkzqw1tpW/xyzerd6evc/MaaTAVhFAYCoJ6DPHZfdWFhGu33a96XOnQvtRcRmFxgrf15zGvvV9jRXhsfoK5WsN1lUKxPwZXbmIDAIIIIAAAggggAACCCCAAAJTSIBLRQABBBBAAAEEEEAAAQQQQACB5AuwQwQQQAABBBBAAAEEEEAAAQQQSL4AO0QAgSkkoBt8nOsvMOOcK95IpC1oTqG+Itz3Y59Tm+/cZrktt2qqLC67r6tszAABBIYucMlF59r6J9ZYIZ+3UgGagul1V8ipzZsKzVgheP3mNTYrFILHUOSDNh+8xoO2ELTO1dmsWTNt9yVzrK7eBZOl/xYsWmjnX0gBmpLG5P93a0vW0uX3sPdd9KwZ/T/XvuQwOnNnOXvzi+fbiR/c0/56zL7292/tZ9cfv39fXPHN/Wz5F5fZ99+7xF75nDk2o34YDzKCQ/R4b3rRvOL1XfTVfW3Fsf3Xpr5yuvY3B3vQXkbwUBw6DgKves5cO2DJjNhH2tCYB+uOMAAAEABJREFUtWsf6o6dG61kW3feVqzqii3qVF/n7OXPnjvih1q2cIZ94DV72K8/tqddHDxnr/nO/n2vJ722Jvo1pQ0u2b3ePvr6BXbqx/eyv31tX7v2uP5r1PXqvWA6vq6etfdM+8JbFtofP7fMLv1GuYveby4JrGQmO/2cZTkeoffBd71sNzvzqL1NPx89j3Q9F35lH/vWuxbb8/afPR6XMSUfQ78X3viCefbD9y+1C768j+n1Jz8f8tTz/Rf/s6e971W72e5zR3ZLfypTsEe3lBfj1DW84MDx+RlNptf20uB95r9fsZv96Iglxb8joq8p/Qz03qO8/ztDPyt5TcknGxeNwBQWuPzezoq/jep6GsztWBl83ixYtUIz2rI+q4Zb31deobFCfefKP7/4nFqtIWoTGNlvqtoeg1UIIIAAAgggMK0F2DwCCCCAAAIIIIAAAggggAACCCRfgB0igAACCCCAAAIIIIAAAggggEDyBdghAggggAACCCCAAALxArqRx7nKm3z8auf657RW4Vwpp75fpxuOFJmNV/tUX7t6U9oe2NjbN6aDAALDFzjtt7+w9rY2KxRyli/kgxOpukyp0Ix6xddlIXiNFkN5ZwULoqB+sFyH1Dmrn+ks3Zuz6P8WLFxIAZooyiQdN7fnLZsLfrBl11ca7L0gvoBHaXbwfw9eNst+cuTSYnGMrx+6yP7tWbNt0fw6mz3TlR2sm8BVZOE1/zzXfvR+rd/PPv/mhbZg3shue/z1x/YqK8ihm9DP+fwy083quoDgKWwqtnDBl/e1bxy2uHh9C4PHrA89rPrK6dq1h4uO2deOeceiEV+bHn848e13La7Yk/alfNz5lNe8j++8e3GFv47bb/EMU9EEv863YS+tmwrx6ufOtZmhglj+mnP5gt3yaJepcIPPjVW7cl3KWrv0Rtn/CCrk1d6Tt95M3lS8oX+m9t6rnjOnWBzkT19YZh//zz1MBUEWBM9ZFQ4JnyXuNaUCInsvGFllp7jXlHLhx9Zj/Dh43Z/7xX3sQ6/d3Q7Zb1ax2IZeb/b0/3S9ei8Y7utKP+Mrv7VvxWvh6u/sZ2958fynH2XkjQqFrDh2v4rHURGLZQtrf3/Ufo949e527tH72O8/tbfpfUcFknabXWdhF73f7DG3rmgmO/2cf//pve0Vz54zos1E3wf0+g6/tpcFe/nVR/cuvu8+Y+nMvgJgup4lu9WbinWc8tE97Xef3Mve/ML5xWJCOoeP5+0/K/b69Bz1a8KtCifFHjCC5MHB7xsVOQo/zlhfl57rpd9Z+xYL9Oj1qd8vev2Ft6Kfv57vL3rGbPv0Gxeafo/odTOSn+sjm9MV72XPD34O4edT+BoG6+t6wnbqKxc+Tvsd69d2+PGq9eXpX0/nf2kfO+pNC+2VB881PY+jrymdQybKa/41wd8Zei9U0S79faLnjdYQCCAw9gJtwd9AV95fWQCwvuEm03dA+vzpQ2OFrkqtz/tW+XDfj9Uq/Jxa5/QZtmDOlVrltIYYWCD0cWjghcwmRIBtIIAAAggggAACCCCAAAIIIIBA8gXYIQIIIIAAAggggAACCCCAAAIIJF+AHSKAAAIIIIAAAggggAACCCCAQPIFpsgOnSsvJOBc/1g39yiiW/E5tQrNF9tCztIxxWeu/EenlhAIIDAKAh3tbXbCT4+zTZs2muULVsjnrWB5s0Ih+C+IYFR6PQYPViimS/+oH6wvrs7kLd2dLUVPNlhY/t+ChQvtvAtW2KxZ8Tell69mNFECS/aosxkxhTos+F9jW+XPNUgP+p9uvP/muxbbqR/fy17+7Dk2a0b/74RBDw4WzJ/t7N0v383OPGqZ/dcL5gWZ0f9PBTt0E72K3Ki4TK2PoMI5b3vJ/DG9tlqvZTKsiytqoaIFirEoMDHYnvddXG8H7T0zdllzR95uX9MTOzfayaeaMvbY1rQ1d+TsrrW9dtJlu+zwX2yzw3++zb73l+ZifiiPuf+SGcXCHz9431JTcRAVUxjK8XpNqYDIWcFrSgVBhnp8rY+loiqnf3ZZsVjKjPpaj7JiQSS9rs4Ijn3lcwYvtHLfhl7b3Fz5/qSiQ6949uzaH3iAlTJ62UFzrF6dyLp/bEzZ9tbKx48sKw51jnM+v4998g0LTMU7Qn8iF+cH+kcPrefzD49Yanq/0vvWQOuHM6eCHD/9wFJ77r4zbaBr07UcvGyWvfAZs4fzMIk6Rs/trx66yPRz1fN1qL/j6uvMVBhHP9cTP7jnsIpRPb4tZW3dwd9tIVn9LA9YMjOUGb3ueL22B7vid750N1PBuOG8nsLn1s9Mf5/o7xT9LPUzDc9PaJ8HRyDBAlfc31Gxu/rWR8za1psvMuNbfRZVP3qA8grlnXOlz67BZ1iNFZpzzgW/00qhsc+rJWoTCH5V1baQVQgggAACCCCAAAIIIDA8AY5CAAEEEEAAAQQQQAABBBBAAIHkC7BDBBBAAAEEEEAAAQQQQAABBBBIvgA7RAABBBBAAIHBBfzNPX6lc853izcG9Q2CTnitv7EovXGFWaYrmO3/b3trzm5Y3d2foIcAAiMWaG7aaT/+wbft+uuutHwhH0ShGGaqMBOcPnjpBr3i0KlTCBJKB03wn+XzBUv1ZC1djFyxDabL/lu4aLGde8E1FKApU5lcg/0WzbBZM+KvKZ3VDz5+rlpWRTJO/siexaIxI72ZW0VhvnbYYjvmHYtMhQ+qPeZQ8wvn15tu+ldRiNCvqCGdRtf21UMX20dfv2BUr21IF8HiCoGXPHOOLd69viKvhIqVbNuVU7emGOmi7/+12d5/SoMdf2GTXftQt3X0lBeKqPX8KsD0m4/tZc/ZZ5YN9/nqH0vFk4589R72sw/vaQvmjd5txXp9qqjNUW9aaPNmOf9wQ24Xza+z4w5fbG964cBFp1KZgt2/PhX8XVn5EAcHTirCUTkztMzB+8y0g5bNqjioN5O3let6K/LRhEw+9Nrd7fvvXVIsOhOdH8pY53rFs+fYaZ/c2w7Zr/KahnKu8FoVQfnEf+5hByyp8kvAyv/X0Zu3B54cfO/lRyVrpN9xv/n4XvbWF8+3kf6O08/135412373ib3sX4N2KFJ6L9N7WviYBcHvtucfOHrPD51b1zier209ZlzI+lvvWmyff8tC0+/fuDXDyem8b3nRfDv23YtNhfOGcw6OQQCB2gWe3Jm1O2MKAc7YcVvwO70QG/l8PvjcWQr//VG4VT8cuproWDliaAKj91fi0B6X1QgggMBECfC4CCCAAAIIIIAAAggggAACCCCQfAF2iAACCCCAAAIIIIAAAggggAACyRdghwgggAACCCCAAAIIIIAAApNMQDf5OFf6f5/WpWmsUF8R7mvsw+fVZp+6zqf72qtXdfb16Uw7ATY8xgJ/+cs59tWvfsyuv+5S6+7uLN70V6w4U1DhEd0EqAvQ61rZIBeqK1B4ugBNfxGarBaXxaJFS+zcC1aU5RhMHoEXP3OO1evu8sgl5YKf7YbGTCQ78PDZy2bZT45camoHXln7bH2dFW/y/8Y7F49KkRed75i3L7LnVSng0JUq2NptGXtoU8q0/5508Jyvcrm6af3IV+9uH37dHlVWkB5vgWftPdNmBM+Z6OPq7Wz1pqlXNOOI4Pn15eD5utvcmE1FN1njOPgzzV70jNl2wgeX2mgUadHD6jXw/n/fI3gv0WhkMWdmnX3iDQvsn4Kf5UBnuu3xblMxlOiapXvMMBX0iOaHOn7tP8+z3edUuqvgx30bBn4u6S31M/+1MHhvWGAq+DPUx662fq8F9fbD9y+1F4xSgZHXP3+eveaQudUeriK/fnvaNjVV/p6vWJjQhAr/nPTBPUf1d5yoluxeb989fIm9/l9q/1noOL2n6b1NfYXe+1544Gx1Ry0m4rUdvXi9nr526GL7f8HzVf3o/EjHek/89+fOs/e9aveRnorjEUCgBoG/ryovNKxD6rffaoVsb7HITKFQMH0vFA6t0Tiudc6Zc05TxdA658rHxYngH+f688GQ/wYQqBtgjikEEEAAAQQQQAABBBBAAAEERkGAUyCAAAIIIIAAAggggAACCCCAQPIF2CECCCCAAAIIIIAAAggggAACCCRfgB0igAAClQK6uacyW8o45/puBPLr1FaLbNMjltv1eOng0L9Xr+oOjegigMBoC3S0t9sFF/7RvvilI+z7P/iCnXPuyXbzHX+362+52P543on21ePeZz846VOWSle+FlWAJt2TtVRPztQqote3aNFi+8vFN9qsWbOiU4wnUOB5+8+2Q/aP/5n0pAr2xPbai8+oiMWxhy+2fRfNqLqj1u68XXZfpx191g57y0+22Bt/uKXYaqx8R08+9tjgV4n957/MM90EH7tgCEld53P2nVl2hG7eX9+Ysa/+aae986St9rkzG+2Yc3bap//QWBz/70W7rLEtV3aMH6iYzXtftZu96YXzfGpStRt2lArpqJiOQgV1VFgoepHd6YI9sjlVLLqjdT4e3Zq2VLZ6AZ7oeSZ6fPCy+OdzVzpvD29OT/TlDenx9Zz60Gt3r1q8RM/brbuytvy2DvtU8Fx9049Kr6l3/3ybfeu8Jrvp4W5LZar/7GT1jXcusrmz3JCuK7p4zz3q7d2v2K2i8EwueDlvasrYxSs7itdz1Ok77Cvn7Che77rtactXvzRTMY7/CfYefazweF1DxlQMJZxTXwU4Xnnw0Ip46LhwqGDMS/5pTvA3bDhrJvP716cGdNUReq9618sqTTSnkM2jW9L2iyta7IhTGorvhXo/VF85ve6q+SycX2fHvGPxiAsHaY/vDq5xZv1AP39dbSn0vnH3ul7T+/QjwbX79wi17VXeuzc3ZSveU7R+W0vtv1tKjz74v529eRvL69Lvjm+8c7GpAFC1q5HN9au77Zvn7rRDT9xa/Lnqd52e+3qdNrXH/x7R+VRg6gtvXjSkwkJ6T9N7m4738ay9Z9nuo1SsaqJe2xb53wdes3vxbwD9LRCZKg71t4Xc9b6n15BeSz4+fOp2+95fmu3utb2m4nLFA2L+0e/yN71ovh2wpPrfMDGHkUIAgWEIrAxej0/tLP894ApZq2+8zfQ9UT4f/AERnFetxgr1g1RxXuOBQuvC4Vz133M6T3gt/X4Bis/0W9BDAAEEEEBgegiwSwQQQAABBBBAAAEEEEAAAQQQSL4AO0QAAQQQQAABBBBAAAEEEEAAgeQLsEMEEEAAAQQQQAABBCaBgHP9N/M454o3BOmydCNPOHxOrXPl65TT2symG9QtixtWd9uujlxZjgECCIydwKbNG+ymm6+xP55ziv353N/azbdebTubttv6jWvs00e/1bp6OioevFiApjtrKUVPtliEJrpo8eIltvz8ayhAE4WpZTwGa1Rw4pP/bw9bOC/+1sKtLTl7fFttxTrqgl8DR71pQdWbtlUA48I7O+yIU7bZqVe3mgorZJ9+W1ersfLvPXmb/e2eTm2htrsAABAASURBVFMuumXdGK4iLypCE50byVhFIC4JHvOo0xvtwadSFadSAYjbHuu2j/y2wXRzu8bRRXNm1tmRr97Dlu5eH52a8LHcVUjHxwXBzyHOt6UzZz+8eFex6I5fq/bES3cVi01M+EZquAD5L6jyfG7vzpsKtdRwmkmx5JD9Ztmn3rjQ9NyKu6CWrrz9IPh5feS32+3sm9tsY2Omr5hLR0/e7lvfaz/+2y77wK8b7NbHevrmoud6wQGz7UtvW2R6DUfnah2rQMVus/vfR/Qa+ceGlH3y/7bbx09rtNOubStejwrOrN6ULl6vinF8+Y87bHNzturDPP/AOfasvWdWndfjqBiKiqJEFz1nn5n2jKXVj42uj47/ed9Ztt+iytdzR2/ebnu8sghb+Ph/fdbs2GI8fo1+Vl85e4cdHez/6lVd1hT6G1d95VSQayAfFcj42qGLqhYm8o81UKvXiyK8pjV4nagQmIoE6Wd02rWtxffFdLZgO9tzdseaXmtozdpxFzSVvVdsqfJzvC74G17vI9G4+ZGe8MOOSn8sr0uFeuQt97iL1Xuqfnfpd9gJwXvm/cHzvyddKC7VnJ77ep3q9Xha8HpQsa/iZOSfoRYWUtG0nW35srPsuaDODhrgdVO2eJDBRL22w5cl87e+JL6Qk2zlrr8tTgjc9b6n11D4eD0v7ljTY8dd2FT8G+Sa4DWn48JrfH/p7nX2qufM8UNaBBAYQ4EVD3ZVnH3Gjjv6vktSsRl9P+RDi9WP5pXz4ZzTsmIoV+wE/6ivCLrF8zvXv865/r7miX6B/r/s+nP0xlGAh0IAAQQQQAABBBBAAAEEEEAAgeQLsEMEEEAAAQQQQAABBBBAAAEEEEi+ADtEAAEEEEAAAQQQQAABBBBAAIHkC7DDfgF/A4/PRMfOld/IE55X37lSARr1Ffls2rKbbvSn62uvfajyxqS+SToIIDDuAkd9+R3W1d1e8bh6Had7cpZWAZqnwwrly1SA5tzzr6YATTnLuI9UeOYbhy0yFZ6Ie/BMrmDXrOo0FY2Jm4/m3v6v8+3lz46/YbuzJ28/u2KXnX5DW2xRmfC5dEP4b1e02q+uarHeTPkN9VqnQhxHvmZ3q1ZgRGuGEio8c97t7Xbata1Vi3P48+naTrpsl934cLcVIs9rrdl/yQw7/BW7q0tMkMCi+fW2x9z4W2XbuvPWHCryMUGXWNPDqhDMR1+/wBbNj9/LpqaMqTiIiiINdkLt+wcXNdtZN7XFvp6DP8XsNf88x/7jefMGO1VN83rP+NMtbfat83YOWFhGJ1PRqW+f11R1nQpj/fsghSBUDEVFUXS+cKiIxysOnh1ODan/8oPn2G4xz6X129O2riFT9Vx6b/3kGxZYuBiPX6z3jZVP9NrRZ+8oFuDy+WqtfL4crFXBnrg1Lzhwtr3jX3eLmxpyToV8bn60xz58akOxQJgeUwVTLl7ZaV/900478lcN9ptr2mx7a/ViQUN+0Cl0gJzlHXfJKiRzSvA7S7+79Hsibo3PyfnilR32zeU7bUfb0xXY/OTT7f6LZ9j/vG6Pp0cDNyo0taGxvEjc3JnORqv4TPjRx/u17R/7zS+ab3vtUVkISr+/z7+j3Wpxt6f/p4JAP7+ixXScjn863dfUB2++//asuX1j36FFAIHRF1jxYGUht7qODVbXsd4GKjCjz5sKf0XV+poPzzlX/bup6FqNCbP4v0KRQQABBBBAAAEEEEAguQLsDAEEEEAAAQQQQAABBBBAAAEEki/ADhFAAAEEEEAAAQQQQAABBBBAIPkC7BABBBBAAAEEJolA+MaeuEsKz/u+WoXWq82o8EwupWFfPLUzY/dvKM/1TdJBAIEJEzjqK4dad3dHxePrtZzuyZqPVNDXDffhhYsWL7Xl51GAJmwynv1XPWeOnfbJve21h8yzyH2YfZfxyOa0XftQ5U2hfQtCHRWCOfSlu9nMehfKlroqIPO7a1vt5kd6Soka/716VZf99a5Oi7s5/BlLZ9ibXzSvxjNVX6bn5U2PdNufb60spFTtKBUOUGGc1Zsrfy/J8nWHzLFlC2dUO5z8yAQGPXrfRfU2a0bl89CC/7V25U0/v6A76f971XPm2r8cMDP2Ojc3Z+075zfblqCNXVAlecEdHfaXuzpiX1NzZtbZYcFrePbMeLsqp6xI6/Wqx1h+W0fN1ipmcuo1LdaZqiw2pdfUc/cduICMjl/XUF58QxemIhIvO2iO1Q1jS7vPrbOXHzRXpymLXPAEuntd74B7e9tLdrOD9p5Vdpwf6H3jRxc3mwpg+NxgrYoHnXjZrtgCPfV1Zm/713kjLsal90IV1frJJdWvTddx97qhvY8PtrepMq/fcXKWd/Sa9TvuN1e32DXB76zo3EDjx7am7aeXNpvel6Lr9LxX8aPn7T/wc98f99CmlGVDL5/64En/4mfGF4Pzxwy1nYjXtq5Rr8VXHDw39m+VR7ek7YI7K/8O1XGDhY7T8XHrli2st6W7Vxa7iVtLDgEEhi+g3ys3rK78rFHXeIfp82Q0VJBGoUfUnPpq/VitwufUD0c4r75zpULI4TX0ywWCPzPKE4wQQACB8RXg0RBAAAEEEEAAAQQQQAABBBBAIPkC7BABBBBAAAEEEEAAAQQQQAABBJIvwA4RQAABBBBAAAEEEEAAAQSms4Bz5Tfw6KYeeURbnwvn1c9uuUVTZXF9zA1JZQsYTIAAD4lASeCzX3mHdfdU3virG9l98RnfKlc6qvTv4iUqQHOVzZoVf5N+aRX/jlRAN24fvGyWvfOlu9kP37/U/nrMvvaD9y21/ZdUL5DS0pW3M29ss1SmUNPDq1DGATHn08/82ge7ay5iE30wFYWJK3agG+vf/OL5Iy640NCatbNvbh+wkET0mjRW4Ygzbmi31u7Q3f6aCGLPPepNBWiC7rT576eX7rI3/nBLbJx3e+2FfUYDrD6mAJI/b3dMcRM/N5naOmf2rpfNNxWEiV5Xd7pgp9/QZtuD5250rpZxtdeUjj14nxn20meNrGDF+sZ0scCNzjeUWLUxZeu2VRaQ0TmWLZxheh9Tv1pcv7rHVAQkOv/MvWbZM/eKL+ITXRsev/DA2bbPorpwqtjf2Z6zO9b0Fvtx/6h4zxueP8/qKw+15o6cnXpN65AKz/jH0M+7WoGe/RePvBjXjmBf59429PdCf31Jb1XsTM7RfY70d9zqTWk755Y2y+Qqf9cunFdnb3lxbUXWHg7O09aVK7u8A5fOGNUCKhP12v6XA2aZisGUbS4Y6PV+0d0dNf+dEhxS9p/+vrl/Q4/pZ1g2EQxUSG/W0N82giP5D4EkC4zN3q6P+a6nfufdwWuzEBu6Cn1v5CM6Vl45Hxor/Jh2aAIxf84M7QSsRgABBBBAAAEEEEAAAQQQmGICXC4CCCCAAAIIIIAAAggggAACCCRfgB0igAACCCCAAAIIIIAAAggggEDyBdghAgggMIkFnHODXp1uBipGV4Pld66qWH/Dw90VORIIIDB5BD775XdYV3dlgQnd0JvqyZovPqNWufCVL16ypy0/jwI0YZNwX4UMvvPuxXb98fsPO/72tX3ttE/tZV9860J71XPm2KL5dTbQW3Nbd95+ceUue2xrfCEIi/xPhTL+3/Pnmm7WjkxZY1vW/nJXZzRd8zhfMLtkZad19lQWedl7Qb09/4DZNZ8rujAXnPz6h7qHXcTj0S0pW/1UZRGK+gDk1c+da0ETfUjG4yAwd5azagVotu7K2lT4n4qlqGhK3LXev77H7lzTEzdVUy542tuFd3bGFk5SsZs3vmBuTeeJW6TX1A2ru4dVXEXXpUIcceedNcNs9oyB/558aFPKGloq3ydUwOPfg/e9uPMOlHvFwXNii/+sa0gP+J6h4j3P2LO+4tT63Xdd8H6zsTFTMVdr4h8bUvbAhl6zyAF6z3nZQXNG9J5zf3Dezc1T4/UR2f6YD/VeLl85Rx9spL/jdL5rg+fF41vjnxf/+k+zTcWXtG6g2NycqXheLt6t3p69z+hUUJnI1/Zzls0yva9H96/Xu1730fxQxk8Er8femCJ7erz5sypfx0M5N2sRQKA2gXvX9wa/v8t//9Rlu8ztuMfy+XxZARqdsfi9kX6pahCE1gRN8b/wnPqac84Fn3vKCyQXF/NPTQJ1Na1iEQIIIIAAAgiMmQAnRgABBBBAAAEEEEAAAQQQQACB5AuwQwQQQAABBBBAAAEEEEAAAQQQSL4AO0QAAQQQQAABBBBAAIGSgG74UZRG8f+G59Obb6lYtHJdj+1oy1XkSSCAwOQSOOorh1pXd0flRRXMUt3ZYqSDtlSAJkiGVk7VAjShLSSm29Catf/9a7PdvbayqEq1TR68z0w7aNms2Ol/bExV3BAfu3CA5OpNKXuqqfLGfBXKUIGIAQ4dcKq5I2/XP9w14JrBJm97vNdSMTeuq1jAAUtG56b/wa6B+XKBBfPqbUaVO2WzlbVJyg+eJKOXPHO27THXWfR/vZngObt6+IVn/PmqFU7S/MH7zKqp2IXWRqO1K2/3rU9F0zWPG1qyls6W/37QwSpsNWuQl1NHT970N2PofnQdai5gVOEQFRApJmr4Z+nu9faiZ1QWtqrF/3WHzI0tWtPanbcbHxl5McVq7zkqVqSiRTVsr2KJzFc/NfyfW8UJE5bQe/mBS+OfgKPxO06/Q1Y82GWZXOVzf0nwXHxx8H4wGKmKNz28pbxgnAqovODAyufxYOeKm5/I17aK8/zfdW125f1d9vCmtDV15IoFrh7a1Gt63cddb6255va8ZWPcaz2edQggMDoCcb8fZzbf21d4RkVk9L2Rb9XXI0db5ZwrFZrxc8qp71zwB0EwUD9o+K9GgSp/Utd4dPKWsSMEEEAAAQQQQAABBBBAAAEEEEi+ADtEAAEEEEAAAQQQQAABBBBAAIHkC7BDBBBAAAEEEEAAAQQQQAABBBBIvgA7nEAB50o38fhLiLuZJy6n9cqHI7ftDqXL4uZHR36TddkJGSCAwJgJHPWVd8QXoAkeUUVnUj3Zp4vQ5KygO6WDvP+PAjReYmJaFR+4bnW3feHMHfbQpqEVIXj+AbNt/uzy3wXaRU+6YHeuHfl7uJ4q0ZvqdX6FCt/Mnln52JobLNY3ZmzbrpEVN3t8W8rauisrmiyYX2/PPzC+IM9g18U8Ai9+5hyrj6mWsrk5a/dtqL0w1ECS1YqYLAqeu8/dJ77QxkDn09yO9pxtbq4sFKW5WqIjlbdc5cvJVERj/qz6QU9x7/pe6+qtPMEzls60oRTheOlBc2yvBfUVj9fYlrOHN1d/f9x9bp09a+/41/2G4P1GUXHSISaqvefosQ/ZL/6xB3sIFfBY2zD8n9tg55/q83ov13t6dB+dwfP1xodHXlBI570veO7GFdtU4aUX1Pi7RIXa9HtX5/Px/P1nWcxbiZ+uuZ3I1/b21qxddHeHnXJVi335nB12xCkNduiJW+3Uq1trvn4axYyRAAAQAElEQVQWIoDA5Ba4OaY424zme62Q7Tb/fZEKz2gX0bFyCp9Xq7EPP/atc6XiNJr3OfUVzg3vM4WOTWrUJXVj7AsBBBBAAAEEEEBgqghwnQgggAACCCCAAAIIIIAAAgggkHwBdogAAggggAACCCCAAAIIIIAAAskXYIcIIIAAAgggMB0EojfqaOxc/806cWPlZKPWhx/nWtdbPgiNfWRyBbuF4jOegxaBKSGgAjTdPZ2x16oCNAoVoVEbX4Dmaps1a3g30Mc+KMkBBVq783bxyk778G+224mX7ootpDLgCYLJZ+09M7ZQRktXztZvH52CBmu3pi2VKQSPVv7fXnvMsP0WzyhP1jAqBKcaqIhEDacoLlHxGhWkKA5C/8yoM5NLKJXQ7uTbViqjAibBD3jyXVpNV6QiIssWxj+nVbwkFfM6qOnEkUXVipiomNMz9hxe8ZntrVlTsajIQ9U8bG7PWzb426/mAyILVXxj3fZ0JGs2f06dveygORX5aolXPHu2qehHdP7udb0DvkfuuUe9Ld4tePFHDwzGjwxQtCaYrvm/gd5znrf/8H53tvcUbFfwfl3zRUyzhXov13t6dNstnXnb1JSNpoc1burIVT3XgUtn1lRA5omGjO3qLC+opveSA5bMHNY1hQ+a6Nd2+FroI4BA8gQ27sjaY8Hf+tGdzWi6v6/4jP/+yLda6/u+9Tm1PjQX7ofHyjvXX4xGY0V0jXLTNeL/qpmuGuwbAQTMMEAAAQQQQAABBBBAAAEEEEAAgeQLsEMEEEAAAQQQQAABBBBAAAEEEEi+ADtEAAEEEEAAAQQQQAABBBBAYAwEnOsvNONP72/SUetc6SYe9f28Wo19hMe5hrs0LItbH+2xdHbq3kBetpmxHnB+BCaRwGe//Hbr7GqPvSIVnVGkenKW6slaZQGapbb8/GsoQBOrN7JkLm+mYjMPPpWy5bd12Kf/0Gjv+cU2O+3aVmvuKL9hfSiPVO3G9tauvO1sH/55w9ewrSUX+/tgzkxnBwyj+ExvpmBPNY1OYZxtLfHnedZewysEEd43/aELtATPu2yVp91+i+uHfsJxPmLx/HrbY27l31i5fMFUfGa0Lmd78JpqjhSq8OceTkEnHbtjlF7vOtdwIiCye9f3mqzCxwd/ktq/HTTbVFgnnI/r7xs8R5677+yKqc6evN2zrrciH048c8+ZpvekcE59FQzasmt0ipTofDva4s+176LhFRlRwZKOYH86N1EpsP/ieNcdbbmKYi+VR9eeWddQWThJR+8xt84W7zb4e1dcAZsFwfvJ8w8c+e+iiX5ty2G0QgW+3vTCefaj9y+1n394qWk8WufmPAiMq0DCHkzf/US3VNd8n/nvjtTm8/kBx/54rfWhnPpq4yJuzjkXt3Ra5ig+My1/7GwaAQQQQAABBBBAAAEEJpMA14IAAggggAACCCCAAAIIIIAAAskXYIcIIIAAAggggAACCCCAAAIIIJB8AXaIAAIITDcB3bDjXP8NOs7192WheYX64Qjnstsqi8/ctqYnvJw+AghMIYHPHXOodXa1xV6xis/4UAGavCoGhFYuXrzElp9/NQVoApNs3uyG1d3FYjEqGFMtzr+jw+5e12O6GT7CGZyl9F99nVk2W7BbHu2xP93SNiqFLJbuXm8L5gUnLj1E2b8NLfEFEsoW1Tho6cpZe0xxhFkznC1bNKPGs/QvU2EzWfVnht/buiu+0sluc+q4qX34rGNy5Iy68r9PxuRBRnjSebOdzQ6e19HTqKBO0ygWd9H7xPbW+NfoPsN4Tel6u3onvmDg7cHfjs0dwRunLigU2tMh+w1ehONVB8+1JbvXWfR/Kla1elMqmi6O/T/LFs6wuAI3er/Z3BRv7Y8dSvtUlXMtnF9bkZLoY7UG76/RHOOSgN4y9Josjcr/beoYvZ+pzqzfmXquqB8OFZ9ZNH/w4jM6ZtWT5cWXZgRP5RceOFtTI4rJ8Noe6gb2CV6PLz1ojn309QvsR0cssT9+bpld8c397G9f29e+8c7F9srnzLH5we/poZ6X9QggMDYCtz9e+d3PzJYHrZDpMv+9kVof+UghGl2Vn1OrcTiUcy7+70DnXN9jhI+hbxb8GoEBAQQQQAABBEICdBFAAAEEEEAAAQQQQAABBBBAIPkC7BABBBBAAAEEEEAAAQQQQAABBJIvwA4RQAABBBBAAAEEEEBgDAV0E49OH27Vj4bWKMJ5P863P2n5to0a9kVvpmB3xNyA1LeADgIITHqBzx1zmLV3tsReZ7H4THfO0t3ZYuRVCSG0cvHipXbu+dcMpQBN6OjkdHO5gq18otfOvrltwDjzxjY77oJm+8CvG+wTp20vHpOrrL9gS/eoty++ZaGd8tG9bO8Ftd3MPpDmrJlmM+td7JL/94J5dv3x+49KXPDlfWy/xTMqHscFD12v6gAVMwMnOnvz1t4dAzTwYbGzqUzecpHnrxbOCi53dkwREc0RYyegIh9xBRz0iAtrLOCgtRMVKpIyM+Z5oz1ta4kvdDTca9U5447V62oYL6u4U417btuunK3ZVlkkZrfZdfbaQ+YOeD3a8ysPnmPR9xS9vu9Y02MxL/Oy882fE7whlWVKg93n1tlpn9prVN4L9Z768f/co3TiyL+6fkUkPegwO9jGBj1Dchcs3q3eVPwlbofVCo/Fra0lp9djIaZ+k55VM2r8df3w5pR1pcpP8qy9ZyW2EJqe78/Zd6b9z3/sUSwws/yLpQIzep38Oeif8IGl9qHX7m6vPHiuHbBkhs2dJU3jfwggMAkFGlqztnpTuuLK6nc9UCwMo++RNKlWob4PjRUah1vfV14RHquvCOf9WDmiJFBXaibrv1wXAggggAACCCCAAAIIIIAAAggkX4AdIoAAAggggAACCCCAAAIIIIBA8gXYIQIIIIAAAggggAACCCCAAAIIJF+AHSJQEnCudIOfc67shiHnSnnd3KPINqwsHRD6987He4JjQgm6CCAwJQW+8NV3WVtHc+y1p3uzVixC0xO03VnL58pvmF60eImdd8GKaV+AJhZvgOTm5qwde36T/fzyXdbZU1lgRW/Bz9t/lv36Y3vZCw6cZSP53/xZ9RN+M/czls4Y8hZUa0Ex5ANjDmjpylt2dGuCxDwKqVoFWrtz1tFb+bzX8XvMczZ7ZulvEI2ne1QrnqFiGyq6MVV9rl/dY72ZyufAi5852xbMq7Nq/3vmXjPtmXtVvie2Bq/xlesqC9pEz7N0txorhEQPHKWxfm6LhlFgqdrzYJQui9PUKKDiUipAE12uYlQqShXNx42f3Jm1xrZs2dSeC+rsoL1n/n/27gNMkqpc+Pj7dk/OOzubEyw5LIiAgGJGBEVFMScMV6+omDBe9TPneE145aooJlQEwzUgXtMVRDGQ8yKb807O3f3VW7XVXdVVPdMTt6f6P8zpE+pU1Tm/qu7prec5L6G2hV6xQDJvP79Trn7LKvnSy5fJix/V5gaYWd5Rc9C/kwg/CCAwbYHr7x6K7Jve90/nuVBOstmsm+z5kXWy3E9+3fpYOZiCfazd6pZbUuU7oTlMlEp/a5poL7YhgAACCCCAAAIIHEQBTo0AAggggAACCCCAAAIIIIAAAskXYIYIIIAAAggggAACCCCAAAIIIJB8AWaIAAIIIIAAAggkS0DVW8QTXNgTnKG1W/Lbxrb/xS/m8xvuHc6XKSCAwMIWuPjNz5Bd+7bGTmJ0OCMjFnzmQCoOQNOxqFOu/MFv5KSTTpPnvuDlcuGLXy2vfvVb5ZWvukTOPuepcsQRR8cel0aRX986KO//0V6xwAlxHotb0/KeZ3bNOABN3LErva1vKCv7+uc2Ykx8IIhKl1n44+t1ru3ASDTwiM2svTEti1tTVlxwyQLqWGCdBTfwgzDg2zaPyM6e6Pt7WXtajl9TX3JEDz+yQTpigtPcsWVEHtwzJvwg4AtYkJjdRUFe/G0HMx8Zy8kdW0ZDQ2iuSzn3fTSoUqjTAqlY8CgLOnPZvy+XszY0SXO992/O6Qw/lxPpHszKWFHgw+kci30QQGB2BG64Nxp8pmb/Lc7BnTes82q/9hzJgsxYHky2zVJcm7Vbsm2Wk8oXWJjfmsufHz0RmHsBzoAAAggggAACCCCAAAIIIIAAAskXYIYIIIAAAggggAACCCCAAAIIIJB8AWaIAAIIIIAAAggggAACCCCAAAJTElAtLPxTVff/TO0fwBb4WArWg+Xs0F7J7bvTb8rnN9wzx8Fn8meigAAC8yHw5nc8XzZvuzf2VGMHAtD4QWiKA9A0t7TIhz/yJbngaRfKWWc9Tc58+Fny2EefKy976evlAx/8glz+zZ/Ke977aXnc486NPX41N/5944h85bpuGR6LD8bR0ZySN53XKcs7aqqZaU7mbsEJLM3JwTloSQELvrBl73js9tbGlKztqo3dRmNyBHoGs/LnmCCGDbUpOe2IhtiJppyvsqce1iDO19jQdgtMceN9I6E2KghUssDtm0fFPgf9Mdo9vWFtg19dsPkxq+rk0n9b5gadqUlPbxrjGZHNzt+Ha/7aL/9+2U55x7f3yPBoIajF9I7KXgtGgIFWvIB9f7t3RziAlmZHJbXvFrGAM5b8Z0uWxyWbpLWrFp5LWd3aVZ0/9lY4kKzdklVVw9usjSRC8BnuAgQQQAABBBBAAAEEEFhwAgwYAQQQQAABBBBAAAEEEEAAAQSSL8AMEUAAAQQQQAABBBBAAAEEEEAg+QLMEAEEEEBg4Qj4i3OCIy7VFtdu+1m7JSuP7/ybZaF0433DUipQQqgjFQQQWFAC73zfv8kDW6LBpmwSFoBmdHBcigPQ2CLD8dGMDA4MydDQoKhFCHCSplLi/Io6OzfUNchRRx4vL3/5G+TzX/yWLFu+ymnl1xe49pZB+cEN/ZKJjz8jaxbXyFuftkga60zT3yvZeWNdSiwQyWzMMu2wqZOKjzU8lpOBkRLoxZ2pz6rAXVtHnfs9GlCgoVbl8GXzG3ymsyUtl71ymXz91cvl4nM75IS19eJ8hE15vq0NKeloSk95v+nsMDouMjIe9ZvOseL2mY+2v9w7LP1D0fffievqpas16rjBuS7rYgITbds/LjfcMzQfQ+YcC0igrkZlSXvNvIw467wVB0ej93Kpk9+1bUQsAFNwu/2dX9kZve+DfSq5vGFtnbz3WYtlaXv5cxgazbmBZv5875Bc9pseecVXdsqTPrJFXvqlHfKFX3bLxp1jlTxlxoZA1Qr8xXkWVDz59P5b8k32HMlP1jhR2bYHk/UN1lVVVNVtKt5mjXFt1l5NieAz1XS1mSsCCCAwNwIcFQEEEEAAAQQQQAABBBBAAAEEki/ADBFAAAEEEEAAAQQQQAABBBBAIPkCzBABBBBAAAEEEEAAAQQQKCmg6i3O8TuoFuq2OMeSv83P/bZgbmVL2V1/97vl87/GLDjKb6SAAAKzJXBQjvOeD7xK7t90W+y5x0Yy4gagAcp5kAAAEABJREFUsSA0TrKgM5mxjPR29zmpx9lHRe1VU5LSnFNW0ZSVnZRSSaVVOhctkY989Ety6mlnCj8Fge9d3ye3bhopNBSVNqypl9c/aZE4jEVbplcdGcvJh6/eJ2d9YMucp49cs2/Kg6yrEamv0SnvF7fDkvYaqZulY8Udn7apC9y/c0yGnHuweE91LvmGtQ3FzXNaX9tVI0s60m6Qp6ed0iKfvnCJ/Pwdq91gNM8/s21Ozz3Zwdc5Y4vrMzSalb6YwC1xfSu1zT7vHtwTDS5hgWdOWFcfGfaphzVIc0N0ifXtm0cjgTwiO0/ScMeW0Tn/HLTP2qd/cpvcu2N0ktGwuVIF1jjvx7i/JeOZnOztLT/4zLZ9GTfoSnCe7U0pOXpl9L4P9qnUsgXGu+jsDlkcEzTKH7MF19vkvN+/f0O/vP7y3fKUj211kwWaedf39sqVznegB5y/CxbIx9+HHAEEKlPgL/dF/71S0327uM+OstlQbm3B5M8o2GZlaw/mwbJt85Oq80XRrzi5arjuNC303ymPP/rNaMqHYAcEEEAAAQQQQAABBBBAAAEEEJhfAc6GAAIIIIAAAggggAACCCCAAALJF2CGCCCAAAIIIIAAAggggAACCCCQfAFmiMDCFPAX7fijV1VRVbdq2yypFuq2wdos91Nm1z/9Yj6/aeNwvkwBAQSSJ/C+D71G7rw/GnhKnB83AM3QuAz2Dcm+3ftl66Yd0t/XJ+J8lKjkRCzYjLsKTkU1Je5HTFolZe2aklQ6JY31jfK6i/9DjjzyOOHHE7BgMP/58/2ysyfjNRS9muOjj22UJz+0uWjLxNX9AxnpjQlSUV+rsryjZuKdD+LWWueeqaudnQE0N2jsgXoGs7KnL947dgcaZ03gzq2jsn3/eOzxDllSI+u6Zunix54h3HjK+gZprkuFGmvS4gajWdcVfY/YuMfGnc+60B7iBjhauShd1DqzalN9eFz+0SyQg19eqLkFmfjT3UOSsUJgEvbZ9MijwwGIrO3kw+q9vyeBvv0jWfnf2wYDLRMXH9wTf89Z4A8LejPx3mytRIF9/fF/42ysqzpn8n60I4STBVlJO3+bwq0idgtnctHPhOJ+wfqtm4YluIvd48etqQt2WTDlZ53eKocti//MHnf+xNp79Pmf2y4vu3SnfOW6brl984gMjU7Na8FgMFAEqkDA3sPdA+GAW6nhnaKD29zZB58n+WXLg8k6Wt1yP/l1VXX+3jv/qjzwIWntlqyf5ZasTPIE4r8pett4RQABBBBAAAEEEChHgD4IIIAAAggggAACCCCAAAIIIJB8AWaIAAIIIIAAAggggAACCCCAAALJF2CGCCCAAAIIIIAAApMKlFqUY+2W/APEla3NUmbvnZIb7fW7uvmmPWOyZW/84l23Ay8IIJAIgY98/I1y5703xc5ldHhc+nr7pKenV8YzYyLq/KrzkrLcFhSrqKqIBaNx8pSoaNp5dVJNKi3pmrTU1dXLO975EeGnILDZ+Wz9xu97xALRFFoLJQvI8sJHtsmhJRZ5F3oWSn3DWRkcDS8Q9bfO9sJ8/7izkTfVqbQ3pkVm4WBrF8cvit/Zw9+yWeCd1iHsHv/7AyOx+3Y0p+S0I+pjt812owV8OOnQBlGNHnncedvcsik6xsGRnIzEBJ9xPtakq232gl3Y2LraUtGBOS27EnLv3njviBQvYHemJ0esqAsFxzrp0HpZ3Rl9H2/dmxELZGT7lJN6BjNi17W4b0tDStqa4q2L+1KvLAEL/GLvybhRdbVGg0fF9Su3bWVnjdTE3Cb9zt/Z3kHnA6PcAzn9bts8KgNFf5uPXV0n9r53Ni+YXwvc9OjjGiWdin6IWpCs7/6pVz589T7ZO81AbxbQq64meuwFA8RAEUiowN9ighGnu++QbDYr9hypOAUZ/G1+W6m6auG9rxou2z7+/tWex/xZqnYS5r/QBRg/AggggAACCCCAAAIIIIAAAggkX4AZIoAAAggggAACCCCAAAIIIIBA8gWYIQIIIIAAAggggAACCCCAAAIIVKaAauH/GG0jtEU6lqys6i3g8evWZsnqlqyc2X2zZW7yX0otFve3kyOAQHIEPvLJS+SOe/8amVAuNy5j2WHJSVZSzmeJplQ0JaLOi1MS55PHqYiIejXLU842N6VTkkrXSDqdltaWNvnkpy4TfgoC190yKNffPVRoKCotbk3LSx7d5rgXbShRtSAfe3rjF8Wv7qwp+zglDj9nzQ31KVk/hSA7pQbS2pgKBbEI9tu8h+AzQY/5Lv/l3mHpH4rem2nn8+QxxzVJY53O+ZBOWd8g65akY8+zp3dc/rYxGnxm30BGeodykX1s3LNxz/oHXt5eI53N8WN7MCH37oN7xuSOLVFj+5x7yCH1PoWcelhD5H7IOZfghnsGSwbryu8cKGzdNy7DY9F7rqFW5ZAltYGeFBeSwJZ9Y7HDXdqels6W+PdQ7A6TNB6+rC62R89gVvZMMbjK/TvHZHdP+F5c5rznD1kyuwFzYgc8i43HrK6TpW3xY/7zvUNyxR/CQUynemoLPON8lZzqbvSfJQEOg0ApgbhnQuneu/Ld7XmSBaKxBitbsrola7NkbX6yuiWr+7lftjqptIDzT/DSG9mCAAIIIIAAAggggAACCJQhQBcEEEAAAQQQQAABBBBAAAEEEEi+ADNEAAEEEEAAAQQQQAABBBBAAIHkCzBDBBBAAAEEpi2gqqKqYot5VDV0HGsLNmR23xKsuuV/PBBdJOxu4AUBBBIp8NFPvlnu/VfhsyArWRnO9kvO+S+dTomknCQqmnKSK6BOD6eQc5Lz67WqUxJJOX0t1Th5uiYttU467LCj5ehjTnC38yKSddy++tte2ba/dGCUhx3eIE9+aHPZXPduH43tu7yjRtYsrsyACzXObXXUyviF/rGTKdF42LJaWdLuHKxo+9BoTu7ZEe9S1JXqHAncumlE7i1xDQ5bVidPOqlljs7sHdb5yJLzT22Whtro/WE9bGH1ju7o+7BvKCtx7bbPeud+q69VK844Hb+2Ttq94DOhY1lAqa1744NthDoukMof7xqOBJCpTaucdrgXfKa9KSXBQDT+tLoHs3L9PcN+tazcgs/0OvsVd7ZrdtyamX/eFB+X+vwIbNw5JuPhOC7uiRe1pGRtV3xgFLfDFF5Wdqadv5fxx9o8jfejfY5s3Bn+G9Rcr3L8Gu++n8LQDmrXI5fXRQJD2YAsyNO1Nw+632msPt10iPOZagFoprs/+yGAwNwI/ONf0b+/Nb13u8+YLMCM/1zJcks2iuLc2iypqruflS1ZP1UV1XC7bSNFBVLRJloQQAABBBa2AKNHAAEEEEAAAQQQQAABBBBAAIHkCzBDBBBAAAEEEEAAAQQQQAABBBBIvgAzRAABBBBAAAEEEEAAAQQqX8AW8fij9MvB3C9bHyvnclnJ7L3NqqF084MEnwmBUKkigeqd6gc+crEMjfZLVsZkONMrmVxGNCVuSqdFalIqmpMDP7YC3KnYb85eRJytXlKn5Oyo6ZSzT0pS6bTU1qblVa+6RPgpCFhgix/c0CdjGcev0Jwv1aZVnnVGqyzviF8In+94oGBBVizYyoFqPutoTslpR8zOQvcT19XLj968Uq5560r51sXL5RMv6pLXntMhzzy9VRa3pvPnnErBgkFY4Imp7FPc95T1DdJclypuln39Gblve3ICeEQmuAAaLNDSb24bir3PnY8IedqpzWXf49OZrgVwOn5tfeyu/UNZ+c2tg7HbrPGf/xqWjE3AKoG0ZnGN2D0XaJp28ZT19c7nZHT3nsGs3FsUtCLaa+G0/G3jsOzoiQb5Wb+sTrqcz45jVtfJ0raayIQ27hwTS5ENEzTs7s3I9v2Z2B4W4Gamnzf+gd/zzE75n7evkqsuWSlfevkyee+zFstLHtMupx7WIM6fS78b+SwJ3LZpVHoGote1pT4ljzu+aVbOcsLaBrFgNlL0Y0Fv7tgSDiJT1KVk9ZZNI6GgOWnn5njIIQ0l+1fihlWd0femjbN3MCcP7J6ei+1vyeGQ4533v5VJCCBQWQK7ejLyr93h79E6PiCp/gfcQDI559+AxclmUNzm14PbrGzJtqmqFd1juoWYF+sX0zxLTZV/mOi/cip/zIwQAQQQQAABBBBAAAEEEEAAgcoSYDQIIIAAAggggAACCCCAAAIIIJB8AWaIAAIIIIAAAggggAACCCCAAALJF2CGCCAwqYCqxi7SKV6co+ot6PEP6G/P7LlNJBteDHzn1lHpH7bAEn5vcgQQqBaBjVtvl+Fcn+R0TFLpnGgqLSlVp+x8hji5pMTZlnM+d0Q053z+iFPPqmzcdL/0D/SKqor9Z/uknXIqnZJ0jaW0rF13iNOb36DA//x9QP5y33CwKVRe0VEjL3lMm6Q01BxbuX3zqOzoji7MTzs7n3VCs8xGwIXzT22WtsaU2GJ/C4pz0iENcv6pLfLCR7WKBeSIHdgkjSsX1cgZRzZO0qv0ZpvXGUc1iHO7RTrd5fw929MXNYl0PEgNg6NZiYltcpBGM3en/e3tg3LX1vDiZf9sdv3f+rRF0lhXxk3u71RmvmFtnVz46HaxQE5xu9y8aURudVLcNmv7x79GpHcoZ8VQaqhNydknNpX1vgztWFQ5dnW9bFjXUNTqVTfvHZdt+yr33vVGWf6rBdP5p+NZvMfi1pQctbLODdhSfA9YYC67d4r3Kaf+l/uGYgMHre6slbM2NJdziAn7WCAu+/yrr1X3s/XIlbVy5tGN8sJHtspTT2k5qO/ruCBkE05mnjaWNa4JxrJ575hs2hP/OXLy+oZp/w3yT2nX8oknNsd+XljQGwt+4/edSm772f7BfdZ21bhBl4JtC7Fs79HR+EtS9nQ2rK2XdV21sf1r0iqL25wvnrFbaUQAgfkQuCUmKHGq5x731PZMKS65G50X2+ZkJX/97X4e7GhtqoXvhqrOvztz0e9kwX2SXOaTMMlXl7khgAACCCBQpQJMGwEEEEAAAQQQQAABBBBAAAEEki/ADBFAAAEEEEAAAQQQQAABBBBAIPkCzBABBBBAAAEEEECgsgRsQU7xiFQLC3RsuyXrY7klK1uysqXxPbdbNZRu3TQaqlNBAIHqEWhsbBDRjGhaJFWTllQq55RTIjl1cqcsKuImp8nJs9mc/OAHl8tb3vQyufDF58nWbVvEftTZllPnNaXOMVKSTqekrbVF+AkLOHxy+e97ZW+JACkOoZx5dIM8+tim8I4xtb6hrNx475AbGKh4sy3stiAxxe2l6nHtD11fLyetd+6PmI1b92bEApfFbJq0yQKDPPWU5mkHH7ngtBZZ3VkTOc/wWFb+cOdQpL2SGvb2ZmU8k6ukIc3JWEbGnM+JP/fJ4Gj8XDesqZe3PnV2A9As76iRN53XKR3Nqdg5dQ9m5crr+ycMErJx55hYijvASYc2yOkzCJrkfDTKcx7eIh1N0fFZQIfpBl2JG6ujHNkAABAASURBVGultP3hjiHpdz6nguOxQD6nHdEgx66uCza7ZftcjAtY426c5OVPdw/L7t5MpJfzp0jOO7lZljv3R2RjmQ127Z7hfO60NMZfuz/dfXA/d7oHovMuc2pz2m2m47K/l3++dzg2qNDStrQ8/WEz+45x9glNcvSq2liDO7aMyIMlAt/E7hBotKA5O7rDgT47W9Jy+Ir4cwV2rfhiQ61Kc330fVDuwCd6L9kxbHtT3fSPb8cgIYDAzAQsgFbxEWr67nP+vZGbcrLj2DOoYG5lP6mqX8znfn9rUK3eADR8EtodQJpLAY6NAAIIIIAAAggggAACCCCAAALJF2CGCCCAAAIIIIAAAggggAACCCCQfAFmiAACCCCAAAIIIIAAAggggAACyReYdIbBxTjWOVj3y5Zb8rf7ZavL/rvcLPhy2+aRYJUyAghUkUBLS5Ok0iLplEq6Jie1tujXqauteMupiDoplxN1yrlMVq783lfd4DNy4Oe1r3me7Nyx3Q3o4PQUdf5LifNfykk1eqAXWVDggZ1j8tO/9YvDGWzOly04w/PObJX2mCAV+U4HCr+5fVD29WcO1ApZ2rl+Fnzm4Uc1FhqnUGqsU7nwUW3SErPIPJPNye/vGBALMDKFQ4a6HrasVp73iNZQWzmVDWvr5Ekntbj3a3H/e7ePy00bh4ubF0R9pgv6K3GS1989JP9355A4Hx+R4dnHyplHN8nHXrBElrWnI9un2nD48jr5yPO7ZM3imthdbQzX3jwoFlAitkOg8Sc39YsFMgo0ucUm5z3xise3TzuIyYuc99PpR8S/HzfvHZcb7jm4AUzcSc7yy13bRmXr/ujn0xlHNsZeq78/MCLFQTvKHZLt95f7hmPvN7svLjq7fdoBr846oUlOKRGIa9v+yr12i1udPwTlAs5jv6mM67pbB2XLvnAgFxuqfYacfWKTWAAZq0812d+SCx/dLhYMrXhfC5r161un/350/kTKbVvCgT3tb+qGtfXFp6rY+tYYcxtsm/O95JiYwFG2rZw00edgOfsntA/TQqCiBG6NeTaU7veCz9hA7dmSJSv7KVgvVVYNB5Kxfpb8Y1heXLe2ak2V+Re8Wq8G80YAAQQQQAABBBBAYFYEOAgCCCCAAAIIIIAAAggggAACCCRfgBkigAACCCCAAAIIIIAAAggggEDyBZghAggggAACB1cguPjGyqrhQA7WZiO03JKqiqpaUyjZNj9l9kWDz9wRs8AodAAqCCCQWIFUOu18boikasQL6JEScYqS0pyIOr9ZcX+y2Zx8/8qvydXXfNutB1/+/VXPkh07t4lY35yzk210PotSqQNlq5NCAlfd2C+3bykd+OvQJbVy4aPbQvvEVSyQzW9uG4oNuNDamJJLzlskpx/ZELdryTZbJP+uCxbLsavjF8rv6M7I/zrnLHmAMjaknXvj2We0yYsfNfkc/cMds6pO3nH+YuloTvlN+dyCBfzgz30zCoiTP9hBKNTXqSxqic5rsqG84/xOue7dq2PT888s33ay80x3+39d1y0P7B6L3d35iHDusTr54r8tkwtOa5WadGy3CRud28jd99MXLokNZuLvbAupr/hDj18tkXvNFgTm9s3xY7YgJh9+3mJZXSLIjXeE6OtzH9Eqzz6j1fmMjW4by+Tkpzf1S8+gfYBGty/kFgtQZYGqLGBVcB6LnPewBdkKtlnAnxvvnVnwqKv/0i+7ejPBw+bLDz+yUd761EVTDkDzmOMa5dVP6JD62ujfM5vX728fqthrt7TN/prnCSqmMJVx2fvi538fjA3WZvfQa89dJOc8pHlKc5vob4kd6B8PDMufZxgM6tZNIzI06nyPsgMeSMevrnO+Wx2oVHhmAX/s/Vs8TAvWc+5Dmqb8PrLjXHBaizzrjJbYz0HbTkIAgcoQ2O38Hd26L/y3NDXWK6mhHc6/N7zPNXu2ZKO1vDgF261syfpYbsnKllS9v6tWtnY/qYaD1Pjt1ZZP/V8F1SbEfBFAAIGZCrA/AggggAACCCCAAAIIIIAAAggkX4AZIoAAAggggAACCCCAAAIIIIBA8gWYIQIIIIAAAggggAACCCCAQF4gbpGObSxuD9azfZskN9pn3fLpwT1j0p3ABc/5CVJYeAKMeF4FevbvEU2Jk9RNTlE07dTTKVG1eDI5kYzIt75zqVz9k+9IqZ9/f+UzZeeOne6ixGzO2ceSOAcotUOVt9ui9Mt/21syaIHZP25Dkzx0ff2kUlde31sywEd7U0re/YzF8orHt5cV3OPYVXXyuZcsldMObxAbQ/HJLVDGD//cJ3v6nJuieOMU6xZs5AWPbJM3P2XRpGN72ikt8pHndcnSdufmLDqP3WrX3z0042ABRYedk2r3YEb6hqNBRlrqU/Lkk5ojgQlWdqZjg17IAvnpcb5ffP4X+2XvBPdLh3OPXnR2u3zvDSvlorM7ZHFr9BoXT9cCJFlwne+8boWzT7s01ZX+rNm8d1w+/uP9kUAQxcf061nn4+vy3/XI/oHodbI+a7tq5TMXLpVHHtNk1QmTvf/+4+md8tLHtJe8jn+5b1j+5+8DEx5nIW+8aeOI9A45qJNM4sHdGblp48yCz9i1/tGN/bGBSuzzzK7Z55zPN/ucm2Q47meSfW6+5Smd0tKYiu1+/84xsaBXsRvnsXHrvvHYsx27uk5OWBv+G2L35JK2yd9jsQecYuNsjetnf+8XC+YSd3p777/hSYvkNU/scK9ZXB+/zYJVnX9q6b8l1m9nT0b++zc9Yp8DVp9uum/7mOzrD/+dXN5RI2sW1073kPO63y0PjpT8O3/s6np5vWNunuUMyu65t5/f6XwP6RALGDTRPnU1KvN1f040DrYhUO0Cd26NBshM9W10/53nP1+y3JJv5ZctL07Wx9ost6Sq7rGsbClnX+atQMoLxH/zyG+mgAACCCCAAAIIIIAAAggggMDCE2DECCCAAAIIIIAAAggggAACCCCQfAFmiAACCCCAAAIIIIAAAggggAACyRdghgggULkCqiqqmh+gLeaxlG9wCsX17P57nNbw711bR8MN1BBAoKoEdu3e4cw3J7lsTrK5rNjnRjanksvkJCfOZ0xW5Pd/+KX84hc/cvpN/PvyV5wvW7dsE+cwks3m3DTxHtW99ZZNI/Krmwel1HpLC0hy4aPaxAJtTCTlB/joLhEso75W5TkPb5WrLlkl73x6p5xyWIO0BoIprOiokXMf0iyfe+lS+cxLlsqhy+IXx9s4f3/H0KwGykinRM5xzv2DN66Ui8/tkCNX1uYDsHS1puXZZ7TI1y9aLq89p6NkAIgt+8bl8t/1inPLTcRUEduGx3IyMhY/lMcc1yRff7U3V5uvzfvzL10maxdIsIL4WYncumlUPvijvRMGoLF9LQjNBae1yPdev0J+9OaV7v1oQSVe8ph2sWQmn3rxErnyDSvkx29dJS97bJt0TRJEY1dPRj7+432yozs+OIedNy7d6Xw3uuy6bhkecz4AYzosak7J/7ugU779uhXu2Ow94wdisPfryevr3ffaN1+7Qh53fJPYfR5zGLFgKZdeO/NAF3HHrpS2jTvH5LZNEweVsc+Wfzww7Lw3cjMe9tV/6ZPf3l76c9Wu1Wedz7qvXrTM/XyxYELBa3fcmnr3s+h7b1gp9rlpn59xg7LP20uv7S47qFHcMWarbWAkK5mYD0AL+vGR53fJB5/T5d6nlts9+W+Pay956tncMFvjGnE+Nz/50/3u+yVufBbI7OkPa8n/jbP3n70Pra9dW7vm9hlyxcUr3CA1pYIJ2fv9G7/rKXkeO165yQK0bdoT/txpb07L8Wvryj3EQe1n4//jnUOx30/sn5+Pdz7XLn3FMjlxXTi4kQR+LNjORWd3yOXO37WzNjSFggPZe96C8AW6u0U7dluT88XArfGCAAIHSyAu+Ex64AHnM6Hwdzqb9b4j2b8dLdlY/dzKflJ1/j3pV5zc+lhS9dpVVVTV2cJvUIBPwqAGZQQQQAABBBCYCwGOiQACCCCAAAIIIIAAAggggAACyRdghggggAACCCCAAAIIIIAAAgggkHwBZogAAggggAACCCBQ5QK2SMcnsLKf/DbLrc1yP1ndT5n99/nN+fzurSVWwed7UEAAgSQL7Ny5XbK5nORyWcllRNx1hFknt7WFFoDG2bZt2+ayCV7xyqfL1s1bJOvs2987WPZ+1drxyut75YHdkc/hPMfRq+rkeY9ozddLFSzAxyd/tk8sEE2pPs31Ko89vkk++vwuufrNK+W6d6920xUXL5dLnrJIjl1dVzJIhnMbyM0Pjsh//ny/xMQ4KHXK2Pa4BecWDOdpp7TIl16+TK59lzeu771hhbzyrA5Z01UjpdakTje4SOzA5qGxbyhbMhCKzXFVZ42cf2qLm2zeDbXqzn8ehjanp7D7853f21tWUAdzaGtMuffjeSc3ywsf2eomc7FAB4tb0/kARRMNetOeMXnrt3eLBZKZqF+pbdfeMijfv75fxp3Pxbg+Ns5l7Wl3bJe9snDf/vRtq+RjL1jivtfsPRe3r7Vt2Tsu775yT8n7wfokJd1434iMOX8TSs2nezAr/3v77Py9sM8n+5z6v7tKB6CxgCTrumrdz5evXRS+dv/5kiVin0UWDKnUeAdHc/LlX3e7gZVK9ZnP9vt3jsnQmP3Rjp7VguecfmSDe59abvfkikU10Y5z0DKb49rRPS6fdv7G7e0r8YZ0xm9zs79x9v6z96H9jbO/J/b+tM8Re7/a+9bpGvm1wDNf/GWP2Ps+snGaDf/813AoKFBNSuSEtfXTPNr87/aDP/eV/H5ijoctqxULCGbWX3E+Az994RKxZGULEHbFa5eLBRSzv+/B0Wec75i/+OeA/NA5frDdLy/0gGv+PMgRWMgCcc+I0gMPulPKOf8osGQVPwCNla1touT3sVxVnX975kLJ2i3ZMSyv9uT8yah2gmqbP/NFAAEEEEAAAQQQQAABBBBAAIHkCzBDBBBAAAEEEEAAAQQQQAABBBBIvgAzRAABBBBAAAEEEEAAAQQQQACB5AtU/gxVvYU7wZHagh1L1qaqlnkLe7qjwWfu2THqbucFAQSqU+CWW/7mfj5ks94CQMlZ4JmsWJ5zyyJnPe48aWvrKBvo3175dPnOFV+XN7zh5WXvU60dLVjM5b/rFQtmEGeQTqmce1KLHLOqLm5zqO3P9wzL+36wVywgS2jDDCt2H/zl/mE3UEZc4JipHv5nf++XB/eUDrhT7vE27x2X//f9vdMOLlLueWa7329vH5SREoEiis9lgSOWd8xPoIjic892/T7n+8YbLt8lf7hzaMYBjCYamwU2uO7WQXnNV3eJBXiZqO9k2775h143yEip9+dk+8dtt/fT7ZtH5JIrds94fHHHr8S2G+4Zkm37x0sO7V+7RuVfu2b+meCfwD6nPnT1PvnVzQNi94PfPht5/1DWDYJi99hsHG82jmEBlh7YWdqu8MnaAAAQAElEQVS3+BztTSnpak0XN896fbbHNZUgVlOZzP6BrHzwR/vEAqJMZb/J+t7mvM8HRpwvUoGO65fVSXEwFqnQH/t+8vlf7JeJAv7Y0BvrVNYvq3UD61hwHStbIKAD/wS1LvlkgaY++ZN9zntovxuMLO5v4aFLa+Tg/t3LD5cCAlUrcO+Osch3tfTAJvffjPacKZiy2Wy+3QdT9Z5B+XXLbR/LLVnZkmq0n20niaRAQAABBBBAAAEEEEAAgTkW4PAIIIAAAggggAACCCCAAAIIIJB8AWaIAAIIIIAAAggggAACCCCAAALJF2CGCCCAAAIIIBARsEU7kcZAg223ZE3Z3gcsyydbAH3PNoLP5EEoIFCFAvfde7c8eP/9B4LNHAhAY7Fnck6TBaQRlUWdy+R97/mCLO7sKlvom9/6kmy8/66y+1dzx+vvHpL/u3NI7DM5zmFRc0pe/rh2sUAkcduDbbdsGpGLv75L/rZxJLJoNNiv3LIF3fjyr3vk3d/bIxbQodz9JurXN5STt35rj1gAjlJznmj/8YyIBX6wQCYW0GSivpW47Xe3D8of7yp9vYvHvK4rGcFnbF4WzOD9P9wr7/n+Htm8Z7zkPW99ZYovdi/ZMd/7gz3y0Wv2zdr9es1f++VN39gt9+8cm/F4LRDFd//UK290jjdZQIcpTr+iu9t1v31z/PfNcefvze/uGJqVz6sggn1OfPKn++VLv+oWC3gR3Dadst1fd2wZlX+/bKf87vah6RxizvaxAB5f+60zzwEHs4yztDWmZFHz3AefmYtx2Wf+q/97p/z61kGxa1zGdEt2scBE9rfyVc41teBtJTtOc8O/do/Lzp5wUKAl7Sk5bFntNI84/7vdumlU3vm9vWLB3mZydufrpPzd+V7ymgPXzo5117YRsc8GKwfT4ta0POSQ+mATZQQQmGeBjPOmvW9HOCic5sYlPbRV7NmSn/xhWd3KlvspWLdycVKNBlEu7lPNdYLPVPPVZ+4IVKkA00YAAQQQQAABBBBAAAEEEEAAgeQLMEMEEEAAAQQQQAABBBBAAAEEEEi+ADNEAAEEEEAAAQQQQAABBBCYHwFbwKOq+ZMV122DtVluyS9b7qdM7yaRzIhtzqf7d47O+mLf/MEpJEaAiSRf4EdXf1dyWRFbXO/mVs5aIBoVzVpFZVFbl7z33V+UxYvLD0CTfLnZm+E3/9Ar27vDi9SDR9+wtl7Oe2hLsKlk2YJavO3bu+UtV+yW2zaNii2wL9m5xAYLkvHzfwzIiz6/Xa66sW/W/1bYGC0AxxenEBjCuSXdgDVv+sYuN7hI3KL1EtOpqGabxyd/uk9+efNAWcETlrYnJ/iMfyFuuGdYXnrpDnnbd3a7gZKGx5zPGX/jFHO7vy0oyP/7/h55+Zd3iB17ioeYtPt9O0blost2yiec6/bgnrEpvx/s/XT1X/rlxV/YLl/7be+U9590gAugw//eNij9I9HrvKd33L0H5moKP76p3/0c++6f+qYVhMber3bN7f563dd3yc6ezFwNdUbHtSAhFthpor8j/gnqalRWLpr74DN2vrkYlwVC+9g1++Tir+2Sv9w3LKPjOTtV2ck+M/7xr2F57Vd3if2ttL9HZe88hY4WfGfjznDwhua6lBy/pm4KRzn4Xe3zzwL+XHVjv9hn2VRG5Fu/5r93yVud7yXB98+2fRm5e1v436Z27Nq0yhNPbC4r4J71JyGAwOwL2BHvKwo+Y23a7zxTcgr2jMnJnH872r8Xvc9gv6243erFyfpaUlV3k6q6x3IrzotquO40Vd0vwWeq7pIzYQQQQAABBBBAAAEEEEBg3gU4IQIIIIAAAggggAACCCCAAAIIJF+AGSKAAAIIIIAAAggggAACCCCAQPIFmCECCFSxgC3O8aev6i3G8dv83Lb7ZT+3NlWVTPdGK4bSxp2lAx2EOlJBAIFEC9x1563yq19dI5IVseWDlvxCLmefN9au0tLcIe9/91eka/HSxHh85/965awPbImkJ390q1iwhPma6I7ucXnxF3ZExuGP7Ykf2uIGgZnKeG5+cETe8I1dcv4ntsoXftktf71/WPb0ZcQW7gePY8EVLCjE5r3jct2tg/KO7+yRpzv7fPpn+2UuA7zYea/5a78897PbxM51x5YR6RvK5gNz5Jwb0Ra637tjVL71xz7X5/WX75Y7to4Ghz+lss3/wi/uiDiXe70/cs2+yL52jax9KgMZz4h86qf73eAJZm7jsjb/GBa0wK7H92/ol4/9eJ/fHMntvHb+uGT3dmSHCmv4+8YRN/jDUz+2TV791Z1i87X71jzsnrR7JDhkC2TQ79wjZmNuH3Wuh93fFhTEgs4U9w/uO9OyHfvamwfl5ZfudO9FuyfvdO7FXmc8Ni7/+P59a+9p6/+mb+x2308WaGmm7yeb51xca3uPPf2T2yL3trXZNn9uM8n/+a8ROf/j0XO88PM7xKxmcuzJ9rXPvK/+b48881Pb5HVf3y0WkMaCgti9FLx2dhx77+0fyIrdhxYo6Hn/ud295nZ/2fbppFLv0zLeo1M63S2bRuSlX9ohl17bLXdvG3MDhdj9aAex+7d7MOsG+rHx/OmeIWuelzRX47J78z++u0cucK7rJ5zPU/9vnF3D4MSsbtf0b87njfWzz4y3XLFHbP9gv7koW2Cscee7lX9s559ksmFtg1/N56/7+q7I+8/e6zO9R2yO9j62YwWTtdm2/AAmKdh7yO4r+3tthmZppmYb3NXq9vlt18L6TWb9vh/G/019o/PdxY4VPDZlBBCYX4GNO6Pft9ODWySbzbqBYvznTZZbstFZbsnKlvyy7WN1S9amqqJq/8bMWZN7PFV1y/ZifSyv5kTwmWq++swdAQQQQKBKBZg2AggggAACCCCAAAIIIIAAAggkX4AZIoAAAggggAACCCCAAAIIIIBA8gWYIQIIIIAAAggggAACcyugWliAEzxTcDGOlVW9flb2+1k5mGRgi78pn2/cNZYvU0AAgeoW+NFV35H7Nt4juax4KefkDoktXM/lnM8YJ6mkpKmhTd7//y6TFSvWSPX8LOyZ2qJxC/JiQWWe+9nt8pSPbQ0tcj/7g1vcoBAWtOCj1+xzg9RYoIL5mrUFXfn5PwbcoBC2IN7GY4vkn+CM62kf3yoXXbZLLv9dz5wHqJiv+QbPY4v/zdyuyzkf3pK/LhYMx67HV67rTuS8gwZWtvvtnm1jYvO95Ju7xTwsUIl/L9j9YMmCMJ3/yW1ugA1zswA0dn/bMeYz7eged+/Ji7+2S57hjMfGZeOz5N+3FlTl4z/ZJxZ4w+Y3n+PjXKUFLMjV53/RLa/8yk6xeyl47ez62XvvWZ/eJnYfWuCPvX2Z0gerwC32eXrVjf3ymq/uFPv8tPvR5mXvJQu+87Zv75b/u2tIrN98Dt/ON1fjss+AX/1zwA2cZp8ddg1tzn6yul1Tm7v1s/7zNff/+fuAnPOhwme7jcnGMV/nn+3zmJ0Z2hzM1GxtTn6yul0D+75h/az/bI+B4yGAwPwIxD0rqhneHjq5PW/yG4rLfr04V/WCzhS3+3X/eH6u6vw71K9UUU7wmYN9sTk/AggggAACCCCAAAIIIIAAAggkX4AZIoAAAggggAACCCCAAAIIIIBA8gWYIQIIIIAAAggggAACCCCAAAIIJF+gimZYavFNqfYgTXEfq2d7NwW7uOV/7Sb4jAvBCwIIuAKf/cz75e9/u0E051QDSXNOxX6zIrb8r6m+Vd77H1+WlSvXCT8IIIAAAggggAACCMyJAAdFAIGDIvBgzLOi1OC2/FjsGZNf8cuWW/LbLffrlvvJ2v2kav+69Gq23SuJqHpBaqRKfwg+U6UXnmkjgAACCCCAAALVLMDcEUAAAQQQQAABBBBAAAEEEEAg+QLMEAEEEEAAAQQQQAABBBBAAAEEki/ADBFAAAEEEEBg7gRUC4twgmdRVXchjt+mqn7RzYMLdqzB6m7q32zVUIpbUBTqQAUBBKpKYHRkWL78Xx+Xb377SzLslHNZZ/oWdEb8zxmVnFtWaahplve841KnA78IIFANAswRAQQQQAABBBBAoDoEegazsrcvE5psanSv5MaHJJvNij1jso1+2c+t3ZJt83MrW7K6n6xuyeqWq6qoqhVDyd8eaqyCCsFnquAiM0UEKlyA4SGAAAIIIIAAAggggAACCCCAQPIFmCECCCCAAAIIIIAAAggggAACCCRfgBkigAACCCCAAAIIIIAAAggkVEA1vAgnuADHypbiph5sz/VvDXUZGMnJ7t7wYqJQByqVKsC4EJhzgT/84VfyH+96pdx4029leGRQJOf85vzPIcud5HwupVO1cz4WToAAAggggAACCCCAAAIIVKnAQZv25r3jkXOnh3fm2yzgTL7iFELPn3I5N5hMsE1V3TZVdXrbvy8LfYL9bKPVVb1+Vq+2lKq2CTNfBBBAAAEEEEAAAQQQQAABBBBAAAEEEEAAAQQQQAABBBBAIPkCzBABBBBAAAEEEEAAAQQQQAABBJIvwAwRQACBuRewRTdxZ/Hb/dzvo+ot0PHb3Xxgu0gu63dx860xC4ncDbwggAACjkBPz375ymWfkFe/7gJ52aue6KQnyEtfdZaTHicvedVj5MJXPVr+7TVPcHryiwACCCCAQDUIMEcEEEAAAQSqRyAu+IwO7hB7xmTJl7CyJatbbskvB3Mr+ynYR7XwDMtv9/tVa07wmWq98swbAQQQQKByBBgJAggggAACCCCAAAIIIIAAAggkX4AZIoAAAggggAACCCCAAAIIIIBA8gWYIQIIIIAAAggggAACCROwhTeq6i7uKTU1VXX/79HW109+X6urqmT6t/pN+XzLvrF8mQICCCCwoAQYLAIIIIAAAggggAACCCCAwJwJbN03Hjl2enR3vs2eN1myBlW1LPRsym1wXqxPcXKa87+2za+oesfx69WaE3ym6MpTRQABBBBAAAEEEEAAAQQQQACB5AswQwQQQAABBBBAAAEEEEAAAQQQSL4AM0QAAQQQQAABBBBAAAEEEEAAgeQLMMP5F/AX5qgWgtL4bTYaK1uysiUr5wZ2WDGUtu/PhOpUEEAAAQQQQAABBBBAAAEEECglQDsCCFSPwLb9McFnRva4wZHtOZMvYeVgUvWeVVmb34d8agIEn5maF70RQAABBBBAAAEEZl+AIyKAAAIIIIAAAggggAACCCCAQPIFmCECCCCAAAIIIIAAAggggAACCCRfgBkigAACCCCAQBUJ2EIeVS05Y9tuyTpkB3daFkrbuqMLiUIdqCCAAAIIIIBApQowLgQQQAABBBBAAAEE5kxgR0zwGR3Z457PnjUVJ3eD82LtqtFnVdbuJ6dbJIiNtZE8AYLPeA68IoBAXoACAggggAACCCCAAAIIIIAAAggkX4AZIoAAAggggAACCCCAAAIIIIBA8gWYIQIIIIAAAggggAACCCCAAAKzL6BaWMQTJIvw2QAAEABJREFUXLhjZ7K65cFkbbnBXcEmt7yD4DOuw8xfOAICCCCAAAIIIIAAAggggAACCCRfoHpmGPfMKD261w0aYwrus6ZczopuW3Hd3RDzouo901L18pguVd9E8JmqvwUAQAABBBBAAAEEEEAAgYMuwAAQQAABBBBAAAEEEEAAAQQQQCD5AswQAQQQQAABBBBAAAEEEEAAAQSSL8AMEUAAgSoQsAU9wWmqegt2rF3VK9t2q1vupuE9bhZ82dWdCVYpI4AAAggggAACCCCwcAQYKQIIIIAAAgjMmcDgaE56h7Kh4+vIPrceet7ktKh6z6KsPZvNlgxGo6qhbaqF/ZzDuNssr/ZE8JlqvwOYPwIIIIBARIAGBBBAAAEEEEAAAQQQQAABBBBIvgAzRAABBBBAAAEEEEAAAQQQQACB5AswQwQQQAABBBBAAAEEEJgbAVvQY0dW9RbuFJf97fl8aK91CaXdveOhOhUEEEBgugLshwACCCCAAAIIIIAAAgggkCyB3b3hoMXOEyjR0f2hSdpzJ0t+o6oXUMavB3Prp6qiqm6z1d1C4CWuLbC5KoqVHnymKi4Ck0QAAQQQQAABBBBAAAEEEECgygWYPgIIIIAAAggggAACCCCAAAIIJF+AGSKAAAIIIIAAAggggAACCCCAQPIFmGHCBYoX4fh1yy3Z9P1cVd0FPblcVnLD4eAz+/szMp613iQEEEAAAQQQQAABBBBAAIEFKMCQEUAAgTkV2B0TtDg12p0/Zy6Xk7hkHazdcj/5dcst+e2Wq6p7HCv7yfqoql+tqpzgM1V1uZksAggggAACCCBQjgB9EEAAAQQQQAABBBBAAAEEEEAg+QLMEAEEEEAAAQQQQAABBBBAAAEEki/ADBFAAAEEEEAAgdkRUI1fiFN8dFucY22WW8pms5Id2mdNobS3n8gzIRAqCCCAAAIIzEiAnRFAAAEEEEAAAQQQSJZA3LMjHetxA8XYMydLE83YtvvJ+lnZ8uJk7arqBlCO21bclvQ6wWeSfoWZ38IXYAYIIIAAAggggAACCCCAAAIIIJB8AWaIAAIIIIAAAggggAACCCCAAALJF2CGCCCAAAIIIIAAAggggAACCCxAAVuEY2myoft9/Nzvnxsp/F+p/bZ9/Rm/mLycGSGAAAIIVITA676+S876wJZI+s7/9VbE+BgEAggggAACCCCAwAIXYPhzKrA/JnBxaqwvH3zGP7k9h/KT3xaXq2q+2frnK2UUptq/jENWbBeCz1TspWFgCCCAAAIIIIAAAgggcLAEOC8CCCCAAAIIIIAAAggggAACCCRfgBkigAACCCCAAAIIIIAAAggggEDyBZghAggggMDMBFQLC3OKj6TqbZt0Ac5IT/Gu0j2QjbTRgAACCCCAAAIIIIDAdAXYDwEEEEAAAQSSJdA9MB6ZkI73uW32LMqSW3Fe/LLlweRsyv9au1UsVy3zmZbt4CTVqfV3dlmwvwSfWbCXjoEjgAACVSPARBFAAAEEEEAAAQQQQAABBBBAIPkCzBABBBBAAAEEEEAAAQQQQAABBJIvwAwRQAABBBBAAAEEEEBgAQjYIhwbpp9b2U+q3mIbq/vbVQtt1q4arstYrzWHUs8gwWdCIFQQSJYAs0EAAQQQQAABBBBAAAEEEEBgRgI9g7nI/jrmBZ/xN/jPpvy65cG2YNnfpqpS3G7bLKkWPdOyxipLUww+U2U6TBcBBBBAAAEEEEAAAQQQQACBqhRg0ggggAACCCCAAAIIIIAAAgggkHwBZogAAggggAACCCCAAAIIIIAAAskXYIYITE3AFt+olr/Qxvr7yc7kl/3cbRvrtyyUeoYyoToVBBBAAAEEEEAAAQQQQACBmQiwLwIIIJAsgd6YZ0c6PuAGjvGfO/m5zTxYtnow2Tarq3qBZ1S9Z1+qXm7bLVmfak8En6n2O4D5I4AAAggggEDlCzBCBBBAAAEEEEAAAQQQQAABBBBIvgAzRAABBBBAAAEEEEAAAQQQQACB5AswQwQQQAABBBBAoIIFbJGNqrfoJm6Yqt4CHetn21VVVL1k9WBSVbfq9h2NBp/pH8q623lBAAEEEEAgkQJMCgEEEEAAAQQQQAABBGYk0DeUi+yvmUE3+EzxBvf5U1HjRG22zU/B3awtWK/GMsFnqvGqM+cZCbAzAggggAACCCCAAAIIIIAAAggkX4AZIoAAAggggAACCCCAAAIIIIBA8gWYIQIIIIAAAggggAACCCCAAAIITF/AFuRY8o9QXM7Xxwf8Lvm8f2T+gs/kT0oBAQQQQAABBBBAAAEEEEAAAQQSK8DEkiXQPxx9dqTjg5FJ5p8/HdhidUtWtdySlS2pesGSrRxMqvHtwT7VUib4TLVcaeaJAAIIIIAAAggggMDCFWDkCCCAAAIIIIAAAggggAACCCCQfAFmiAACCCCAAAIIIIAAAggggAACyRdghggggAACC0TAFuaoqljuDzlY9tssL9Vu21RVsqPRhUGDIznbTEIAAQQQQAABBBBIpgCzQgABBBBAAAEEZiQwGBO4OJUdCR1zsmdSoc5OxfqrqqiqU5v41+9r+cQ9k7WV4DPJup7MBgEEEJgHAU6BAAIIIIAAAggggAACCCCAAALJF2CGCCCAAAIIIIAAAggggAACCCCQfAFmiAACCCCAAAIIIIAAAghMXUBV80FpVL3FOqUW4lh7Lub/Sj04Gv2/V099JOyBAALlCdALAQQQQAABBBBAAAEEEEAAgYUlMDgaDVysgeAz9swpOCOrW1L1nltZ2d9uZUtWt9ySlf1kdUt+feHmMx85wWdmbsgREEAAAQQQQAABBBBAAAEEEJhbAY6OAAIIIIAAAggggAACCCCAAALJF2CGCCCAAAIIIIAAAggggAACCCCQfAFmiEACBIKLcfyyaukgNJodjcx6ONoU6UMDAggggAACCCCAAAIIILBgBRg4AggggMCMBEbHc5LJhgPQaGbEPab/PMqtOC/BerDsbHJ/VVVU1S3zMrEAwWcm9mErAggggAACCCAQEaABAQQQQAABBBBAAAEEEEAAAQSSL8AMEUAAAQQQQAABBBBAAAEEEEAg+QLMEAEEEEAAAQQQQGBqAv4CHtXwgh1rt6SqYrl/VCvnDiwM8tssHxnPWkZCAAEEEEBgXgQ4CQIIIIAAAggggAACCCw8gdHx8Jg1N5ZvsGdOVvHzYFk15vlUzgtkY/39ZPv4SdV71mXb/LZqzAk+U41XPVlzZjYIIIAAAggggAACCCCAAAIIIJB8AWaIAAIIIIAAAggggAACCCCAAALJF2CGCCCAAAIIIIAAAggggAACCCCwwASCC3JUvYU9ql6e35YpLAwSEXeGY+Pegh+3wgsCCCCAAAIIIIAAAggggAACCCRNgPkgMGOB0aLnR5obF3veZEnVe/5kJ7G6pbiytVmy7ZZUvSAzfpvlflJVUVW/WpU5wWeq8rIzaQQQQAABBBBAAAEEZiLAvggggAACCCCAAAIIIIAAAgggkHwBZogAAggggAACCCCAAAIIIIAAAskXYIYIIIAAAgjMXKDUwh3VA4t1cuORk4xFmyJ9aEAAAQQQQAABBBCYLQGOgwACCCCAAAIILDyBsWxR8OIDz5hUw4FnVLVk0Bh7bmUzVy30US2U/e3WJ1iOq1tb0hPBZ5J+hZkfAggkX4AZIoAAAggggAACCCCAAAIIIIBA8gWYIQIIIIAAAggggAACCCCAAAIIJF+AGSKAAAIIIIAAAggggAACFSrgL75RVXeEVrdkFVVvwY9ftzZL+XouY9VQyhQvHgptpYJAwgWYHgIIIIAAAggggAACCCCAAAIITCqQKX6klMtJLpsR/5mTn9uBJirbNkvWL5hUvedc1ha33dpnlBbgzgSfWYAXjSEjgAACCCCAAAIIIIAAAggcXAHOjgACCCCAAAIIIIAAAggggAACyRdghggggAACCCCAAAIIIIAAAgggkHwBZogAAuUJqKqoaqSzaqFNtVD2O7oLd7JZv5rPM7l8kQICCCCAAAIIIIAAAgggMOcCnAABBBBAYOEJuM+VioZd/PhJ1QuKHOymWmhT1fwzLTuepWBfymEBgs+EPaghgAACCCCAwMITYMQIIIAAAggggAACCCCAAAIIIJB8AWaIAAIIIIAAAggggAACCCCAAALJF2CGCCCAAAIIIIAAAhUkULwYx+qW/CGqqlu0Nj+5DYEXVesTjTQTbQnsRBEBBBBAIOkCzA8BBBBAAAEEEEAAAQQQmFQgF/MAKZfLSu7ABtVCkBlrCyY7uNUtDyZVbx9/m6o9uwr2qO4ywWeq+/rPwew5JAIIIIAAAggggAACCCCAAAIIJF+AGSKAAAIIIIAAAggggAACCCCAQPIFmCECCCCAAAIIIIAAAggggAACCCRfYGYzLF6o49ftqFZ2k1WKEst6ikCoIoAAAggggAACCCCAAAIIIDCnAhwcgeQIqIYDyNjMVFVUvRSsu8+mDgSrsfZgmmhbsF81lQk+U01Xm7kigAACCCCAAAIIJFOAWSGAAAIIIIAAAggggAACCCCAQPIFmCECCCCAAAIIIIAAAggggAACCCRfgBkigAACCCCwwAVU1Z2BLd5R9cqq0WUrKur24wUBBBBAAAEEEKhKASaNAAIIIIAAAgggMKnAgUdLRf2850yqhWdL9hyqVLKdVQt94+rWRvIEPF2vzCsCCCCAwCwIcAgEEEAAAQQQQAABBBBAAAEEEEi+ADNEAAEEEEAAAQQQQAABBBBAAIHkCzBDBBBAAAEEEEAAAQQQQACB8gVUwwt58num0vmiX0incn6RHIGDLsAAEEAAAQQQQAABBBBAAAEEEECg8gTSqeizppyo+IFm/BGrhvupFuqqhbLf33LV+HbbVs2J4DPVfPWZOwIIIIAAAggggAACCCCQDAFmgQACCCCAAAIIIIAAAggggAACyRdghggggAACCCCAAAIIIIAAAgggkHwBZogAAgtYwF/4Y7lNw89FYoLPpNW6kBBAAAEEEEAAAQQQQKA6BZg1AggggAACkwrUFEVC0VSNqKqb/J3950+qXlAaa7c2S37Zcj/57X6dPCxQRB7eSA0BBBBAAAEEEJi6AHsggAACCCCAAAIIIIAAAggggEDyBZghAggggAACCCCAAAIIIIAAAggkX4AZIoAAAggggAACCCAwuYAt2rEU7Kmq+WpOo8Fn6gg+k/ehgAACCBx8AUaAAAIIIIAAAggggAACCFSeQG3R86OseKFR7DmUJRuxqhd0xuqqhedRtq1Usr6WVAv9Vb2ytZfarxraPeFqmGm1zpF5I4AAAggggAACCCCAAAIIIIBA8gWYIQIIIIAAAggggAACCCCAAAIIJF+AGSKAAAIIIIAAAggggAACCCCAQPIFFuAMVb3FOaWGrjX1kU11NZEmGhBAAAEEEEAAAQQQQAABBBCoHgFmigACkwrU1oafOeVSteIHh1H1gs6UOohqYT5vAf8AABAASURBVF9/n1J9aS8IEHymYEEJAQQQQAABBBBAAIFZEeAgCCCAAAIIIIAAAggggAACCCCQfAFmiAACCCCAAAIIIIAAAggggAACyRdghggggAACCCAwPQFb1KN6YJFPqi5ykIY6lrJEUGhAAAEEEEAAgYMmwIkRQAABBBBAAAEEKksg5TxWqq9xXgLDymn4GZNqIQCNPYvyU2CXfNG25StFBdtmqai5Kqs8savKy86kEagqASaLAAIIIIAAAggggAACCCCAAALJF2CGCCCAAAIIIIAAAggggAACCCCQfAFmiAACCCCAAAIIIIAAAgggUOECqiqqGh5lTUO47tQaiv7P1U4Tvwj4AuQIIIAAAggggAACCCCAAAIIIJB8gQln2FBX9HzJ6Z2LCXDsNE/pVzV63CkdIOGdCT6T8AvM9BBAAAEEEEAAAQQQQACB+RfgjAgggAACCCCAAAIIIIAAAgggkHwBZogAAggggAACCCCAAAIIIIAAAskXYIYIIIBA+QK5XE78ZHtZ2XKtabQslJrqWcoSAqGCAAIIIIAAAggggMBBFeDkCCCAAAIIVJZAU1302VE2VV/2IP3nUn6uStCZcvCi6uXsRR8EEEAAAQQQWDgCjBQBBBBAAAEEEEAAAQQQQAABBJIvwAwRQAABBBBAAAEEEEAAAQQQQCD5AswQAQQQQAABBBBAAIEKFlCNX8STS0eDz7TUx/et4OkxNAQQQGD+BDgTAggggAACCCCAAAIIIFDlAs1xgYtrmqpcZe6nT/CZuTcOnYEKAggggAACCCCAAAIIIIAAAggkX4AZIoAAAggggAACCCCAAAIIIIBA8gWYIQIIIIAAAggggAACCCCAAAIIJF+AGZYvoFoioExNc+QgLQ0sZYmg0IAAAggggAACCCCAAAIIIHDQBDgxAghUlkBLY/TZUVyA48oa9cIfTVR94c+JGSCAAAIIIIAAAgggEBSgjAACCCCAAAIIIIAAAggggAACyRdghggggAACCCCAAAIIIIAAAgggkHwBZogAAggggAACFSyQy+VENRqARutaI6NujVlAFOlEAwIIIIAAAghUqwDzRgABBBBAAAEEEKhygdaG6DOmbLqpylXmfvoEn5l7Y86AAAIhASoIIIAAAggggAACCCCAAAIIIJB8AWaIAAIIIIAAAggggAACCCCAAALJF2CGCCCAAAIIIIAAAggggAACCIiUDDrjB6KpbYkwtTexlCWCUrENDAwBBBBAAAEEEEAAAQQQQAABBJIvUFkzbG9ORwaUrWmOtMU1BJ9VqXpBbKzN+vq5lUlRAZ7YRU1oQQABBBBAAAEEEEAAAQSSJcBsEEAAAQQQQAABBBBAAAEEEEAg+QLMEAEEEEAAAQQQQAABBBBAAAEEki/ADBFAAIEKFFD1FvHY0IILeKxsSerabFMoxS0gCnWgggACCCCAAAIIIIBANQswdwQQQAABBKpcYFFM4OJsOhrgOI5J1XtW5T6XOtBB1Ws7UA1lqiqqGmqr1grBZ6r1yjNvBBBAAIGDJsCJEUAAAQQQQAABBBBAAAEEEEAg+QLMEAEEEEAAAQQQQAABBBBAAAEEki/ADBFAAAEEEEAAAQQQQCBeQNVbsKOqovUdkU6LmlnKEkGhAQEEKlaAgSGAAAIIIIAAAggggAACCMyvQEdL9NlRpqYlFCTGgsuoqjswVXW3qapbL97mNvIyqUBUfdJdEtWBySCAAAIIIIAAAggggAACCCCAQPIFmCECCCCAAAIIIIAAAggggAACCCRfgBkigAACCCCAAAIIIIAAAggggEDyBZjhAhGwBT75odYvyhf9Qmdz2i+SI4AAAggggAACCCCAAAIIIFAsQB0BBKpcYHHMs6NcbXtexZ49qXqBZvKNUyioqtgxprBLVXQl+ExVXGYmiQACCCCAAAIIVJIAY0EAAQQQQAABBBBAAAEEEEAAgeQLMEMEEEAAAQQQQAABBBBAAAEEEEi+ADNEAAEEEEAAAQQKAqoqqppvUD2wiKemUaSmId9uha62lGUkBBBAAAEEEFgQAgwSAQQQQAABBBBAAIH5FehsiwYuHk+3ugFjVDX/DMoCyKh6dStbKh5pcZuqFndxj2uNqtFt1l4tiSd21XKlmScCpQRoRwABBBBAAAEEEEAAAQQQQACB5AswQwQQQAABBBBAAAEEEEAAAQQQSL4AM0QAAQQQQAABBBBAAAEEEECgAgRUvUU6trBHVd3FQFq/ODSyhtqUtDaynCWEUm6FfggggAACCCCAAAIIIIAAAgggkHyBKp/hktZo8BmpX+Q+Z7JnTj6PqrpFa1NVd7s1qKplblJVt13Vy63R+ltOCgvwtC7sQQ0BBBBAAAEEEEAAAQQQmHMBToAAAggggAACCCCAAAIIIIAAAskXYIYIIIAAAggggAACCCCAAAIIIJB8AWaIAAIIIFAQ8BftWK6q+Q1Wl4Zw8BnbuLQtZhGRbSAhgAACCCCAAAIIIFBhAgwHAQQQQAABBOZXYGlbTeiEmVSDZLTebVNVN5iMW3Fe3GdPTl78q6rFTW69VH93Y5W/EHymym8Apo8AAgggIBAggAACCCCAAAIIIIAAAggggEDyBZghAggggAACCCCAAAIIIIAAAggkX4AZIoAAAggggAACCCCAwDwLqHqLeIKLdlRVrK6q7kIgVRVp6IqMbFlHTaSNBgQQQKAMAboggAACCCCAAAIIIIAAAggkWKCrNSU1RTGLc/WL3edM4vzYcydLTtH9VdX8NmtQVctCz6esIbiP1VU1tJ+1VXuqsOAz1X45mD8CCCCAAAIIIIAAAggggAAC1SDAHBFAAAEEEEAAAQQQQAABBBBAIPkCzBABBBBAAAEEEEAAAQQQQAABBJIvwAyrWSC4YEc1vFhH1QtAk+/TuCRCtaKjaBVRpAcNCCCAAAIIIIAAAggggAAClSHAKBBAAIH5E1ixKBqweLy20x2AqvcMStXL3UbnxZ5BqYbbnGY3AI1ts7Ilv6yqViUVCRB8pgiEKgIIIIAAAgggUHUCTBgBBBBAAAEEEEAAAQQQQAABBJIvwAwRQAABBBBAAAEEEEAAAQQQQCD5AswQAQQQQAABBBCYRQHV8CIcVRVVL/mnsQU7qupX3dzarKBaaNfm5dYUSnELiUIdqCCAAAIIIIBAvACtCCCAAAIIIIAAAggkWCDumVGmbrE7Y/+5k1WsrOo9f1L1cmuzbX5S9dqtruqVVb3c2or7W1s1J4LPVPPVZ+4VKcCgEEAAAQQQQAABBBBAAAEEEEAg+QLMEAEEEEAAAQQQQAABBBBAAAEEki/ADBFAAAEEEEAAAQQQQAABBBBIioAtxLFk87FcVd1ANH7dcj+pqvt/lba6qlomucalbh58WRnzf7EObl8oZcaJAAIIIIAAAggggAACCCCAAALJF2CG8yewclFt5GR+8BlVzT+T8jupql/Mb1NVt+w/x7IOxWWrWzupIEDwmYIFJQQQQAABBBBAAAEEEKhOAWaNAAIIIIAAAggggAACCCCAAALJF2CGCCCAAAIIIIAAAggggAACCCCQfAFmiAACCCAwRwKq6h653EU5ql5/dyfnRZtWOK/h39WLa8IN1BBAAAEEEEAAAQQQKE+AXggggAACCCCQYIG4Z0bjdUsiM1aNCYCcy7n97BmWJdVoH+ugqm5wGtVCbu3Vngg+U+13APNHAAEEKk6AASGAAAIIIIAAAggggAACCCCAQPIFmCECCCCAAAIIIIAAAggggAACCCRfgBkigAACCCCAAAIIIIBA0gVUvQU6/jxV1S+6ub/IR+raRGpb3Tb/ZeWiGqlNh/v728gRQGAhCTBWBBBAoHoFHnd8k/zP21fJde9eHUrfeM1y6WpNHzSY55/ZFhqPP77PvXTpQRsTJ0bABOx9Ye8P/570c3sf2fvJ+pAQQAABBBBY0xkNWDxWtyQfLMaeN/lKql5wGb9N1XvWpKpuf+unqpaVTMX7+h1VJ97P75ekPDXhZNiIAAIIIIAAAggggAACCCCAAALJF2CGCCCAAAIIIIAAAggggAACCCCQfAFmiAACCCCAAAIIIIAAAggggAACyRdghggcJAFVbzGOv1jHH4aq167q5M2r/OZ8vrYrupgov5ECAggggAACCCCAAALzKHDsqjr52AuWyPpltfN4Vk6FwDQF2A0BBBBIsMDaJTWh2eW0VrL1XW6bPXtSVTewjKq6barq1t2K86Kqzmv4VzXaFu4hYse2VNxeTXWCz1TT1WauCCCAAAIIILAgBBgkAggggAACCCCAAAIIIIAAAggkX4AZIoAAAggggAACCCCAAAIIIIBA8gWYIQIIIIAAAgggsJAF4hbbqKq7mMffpqruFIvrbuOBF3+btKw+0FLIDlnKwt6CBiUEEEAAgYUqwLgRQGBhC7Q3peTt53fKpy9cKkeuqJX0ge+4C3tWjB4BBBBAAIGFKbCmq0Zq097zJn8G4/XL/GJsrqru8ypVjd1ujfnnU1aJSf521dLHiNktcU0En0ncJWVCsyzA4RBAAAEEEEAAAQQQQAABBBBAIPkCzBABBBBAAAEEEEAAAQQQQAABBJIvwAwRQAABBBBAAAEEEEAAAQQQQKBMAVVvoY2qlxfvpuq1xy3MUdX8gh/VQlmao8FnDl1SW3zomdbZHwEEEEAAAQQQQACBsgRSKnL+qS3y1YuWy1kbmqQmXdZudEIAAQQQqAwBRpFQgbhnRWP1yyPPmvzpp1KFcCmq6vbzt6mqW1TV2HZ3o/Oiqs4rvyZQ0LQaCQEEEEAAAQQQQAABBBA46AIMAAEEEEAAAQQQQAABBBBAAAEEki/ADBFAAAEEEEAAAQQQQAABBBBAIPkCzBABBBBAIIkCfsAZf26q3gIdVS+3dutjycp+0rZ1fjGfH7q0Jl+mgAACCCCAAAIIILBQBRbeuFd01MiXX7FMXvPEDuloYpn1wruCjBgBBBBAIKkC65fWRqY23rgy0qaqoYAywQ6qhW2qKsXPqIJ1VXV3VfVyt1LFL3wrquKLz9QRQACBsgTohAACCCCAAAIIIIAAAggggAACyRdghggggAACCCCAAAIIIIAAAgggkHwBZogAAggggAACCCCAAAIIzEBANbwIR1XdRT6lFuyoavhsLWvDdae2fnmd88ovAgjMqgAHQwABBBBAAIFJBVoaUrKkLe18n520Kx0QQAABBBBAYB4FDot5VjTeuCoyAtWi506RHoUG1XBf1UI9+FyrsIc43xG8oDWqhb5SaT9zMB6Cz8wBKodEAAEEEEAAAQQQQAABBBBAYCYC7IsAAggggAACCCCAAAIIIIAAAskXYIYIIIAAAggggAACCCCAAAIIIJB8AWaIQNIFbIGOamERTnE9OH+tbxdpWBJskiWtaelyUqiRCgIIIIAAAggggAACCCCwwAQYLgIIIIDA7Agcvrw2cqDRuhVuMBjboKr5stWLk6oWN4k9rwo2Wl1V88exenD7dOYaAAAQAElEQVR7NZcJPlPNV5+5I4AAAggggEA5AvRBAAEEEEAAAQQQQAABBBBAAIHkCzBDBBBAAAEEEEAAAQQQQAABBBBIvgAzRAABBBBAAAEEEJhAQFUji3GC3W0hjqq3MEfV66uqwS7uop1gP9uoGujTdqg1hdIRMYuKQh2oIIAAAgggMDUBeiOAAAIIIIAAAggggMACFLAAxUva0qGRj9d0SK6u3W1TVffZk1sJvKRSKbddVd1WVXXrbsV5UVXn1ftV1fy2CZ9hed2r7jVVdTNmwgtcgOEjgAACCCCAAAIIIIAAAggggEDyBZghAggggAACCCCAAAIIIIAAAggkX4AZIoAAAggggAACCCCAAAIIIIBApQmoekFlJhuXvzhnsn4ikl/QI85PLib4zFEr65wt/CKAAAIIIIAAAggggAACCCCAwMIVYOQIzFzgyBXRZ0TjTWvdA6uqm9uLqrrPm1S93G8L5n5ZVa3oJtXocy97xmUbVQv9rF6tieAz1XrlmTcCCCCAAAIIIIAAAuUK0A8BBBBAAAEEEEAAAQQQQAABBJIvwAwRQAABBBBAAAEEEEAAAQQQQCD5AswQAQQQQACBMgRUvcU2ql4e3MVfkBNss7Jqoa9qtKyq3qKg9sOteygdtSq6sCjUgQoCCCCAAAIIIIDA1ATojQACCCCAAAIILECBo1fVRkY90rDafaYU2XCgQfXAM6cD+YFmN1NVN7cXVS/wjKqX+22W+6nUcy9/ezXkBJ+phqvMHBFAIFECTAYBBBBAAAEEEEAAAQQQQAABBJIvwAwRQAABBBBAAAEEEEAAAQQQQCD5AswQAQQQQAABBBBAAAEEEKh0gVKLblQLC3VsDtZPNbygx9ojqe2wSNMxBJ+JmNCQLAFmgwACCCCAAAIIIIAAAggggAACkwvEPSMab1qX31FV84FoVAtley5lKd8xpmDbVdXdourlbqWMF9vXuqlOvJ/1WeiJ4DML/QoyfgQQQAABBBBAAAEEEEAAgbkW4PgIIIAAAggggAACCCCAAAIIIJB8AWaIAAIIIIAAAggggAACCCCAAALJF2CGCCAwDQFVzS/s8Xe3RTeq6lfz21ULbfmNgYLWtYq0rAm0ONWGlKxfXhtqo4IAAggggAACCCCAAAIIzECAXRFAAAEEFqDAsavrI6MebVznPndSLTxzUvXKqprfpuqV7QCq4bLfZrklVbXMTaqFstsQ86I6eZ+Y3RZkE8FnFuRlY9AIIIAAAghUswBzRwABBBBAAAEEEEAAAQQQQACB5AswQwQQQAABBBBAAAEEEEAAAQQQSL4AM0QAAQQQQAABBBBYKALFwWb8cat6i29U1V3sY+2qapmbVNVtV/Vyt7HjSDcLvmxYFV1cFNxOGQEEEEBgIQvM3thPXFcvn3hRl/z4ravkunevll+/a7X8+C0r5VMvXiJnn9gkNenZO1clHamxTuWZp7e68/zhJSvlV+9c7c7fDKz8ozevlM+9dIk8+4wWaW2cv+WiKRU59bAGee+zFsu3Ll4u//N277rYuNxr41ynr796ubz2nA5Zv2xuA82Z0cOPapS3n98pX3nlMrnGMfnlf6zOO9mYLP30bavkB2/y7pnnn9kmyztq5u1S27V54SNb5dJXLHXvYTOyMVlu97SN26zWLJ6/MU138ub9xIc0y8desMT1DF57m5M52z1h98bpRzYk9r1Zrp/dZ3a/2fv0Kuc9XHxvHiyvSh1Xua70QwABBBBIlsAxq+qkvlZDkxqtXyW5dEO+TVXzz5nyjU5BVZ1X71fVK6uq29daVdUyt66qEvecK65N1dvP3blKXlJVMk+mOVcCHBcBBBBAAAEEEEAAAQQQQAABBJIvwAwRQAABBBBAAAEEEEAAAQQQQCD5AswQAQQQQAABBBBAAAEEEEAAAQSSLzDDGaqGF91MtDAnlUq5i3qCp1RVybUfFWxyy8evrXNzXhBAAAEEqlPgccc3hQKXWPAKC2Zh7SZiQU7e8KRFbqCLkw5pkOZ67++R82dFmhtSYkFp3vrUTvnu61fK+ae2iPW3/Sx97qVLIwFI7PgWCMK2TzcdsbxOrn7zysixrc22TXbcd5zfGdn3G69ZLl2thQg67U0pedN5i+SHb1opr3pCuzvPDqctnSoc3cptjSk5dnW9vPKsDvnBG1fKh57XJcvaC8cp9J68ZOZmb0Z+srq1+3ub71NPaZHvvG6FfOT5XXLm0Y1uEJfgYmH32jjXyQKp2DX5r1csk69ftFzOOLKweNg/3kzy0w5vELvG17xllbz/2YvlrA1NbqCbFsckLhiRBU1Z1OzdMy97bJt887XL5asXLXODF9m8ZjKWUvu2O9fsbc71vvINK+Qlj2mXI5x7x+5hM7J9LLe6Begxq686Tv/1ymVic7PtlZRs7B927i8LoPKWpyySk9fXi3kGr72N15yXd9S498YHn9MlV12ySl7zxA4xC9t+MJK95/172nILAmQBgYrHYm22zfoEU7nv7eDx7H63+8vuM7vf7H1qBsX3ZpyXBVKa7vs4OIa4cqWOK26stCGAwAwE2BWBBSawIebZ0GjzoflnS6rqllXDuT9NVa/d6qrqBpgJPrdS9dr87X5uffyy5ZZUC32tXk0p8E+Napo2c0UAAQQQQAABBBBAYOEKMHIEEEAAAQQQQAABBBBAAAEEEEi+ADNEAAEEEEAAAQQQQAABBBBAAIHkCzBDBBBAAAEEFqqAamFBj79Ix3JVb3GOqoamplqo59qPDG2zyoZ19ZaREEAAAQQQiAhYQJC3Pq1TnvzQZikO2FDc2YJgPOGEZqmtKfzdKe6zUOqnH9kg//2q5fKkk5qlOLDHRHMwIwtacpmzrwUymajvdLYtbk3LZy5cIhef0yFdbeUHuLGvAmu6auR9z+6Sd12wWCzYxnTO7+9z+PI6sQAtH3xulxy7uk4sCI+/bSq53V/rumrlLU/plC+8fKmsXlwzld0n7XvC2nr3uE/Y0CR1Zd6XNqbDltXKB5y5WSCh9qaDvwTYrtfbzu+Uz79sqTzs8Iay5+IDWXCdpz+sRSywjln47UnN7T760r8tlfc797vdX3ZNpzJX87JASl+7aLlY0Jqp7l/qXJU6rlLjpR0BBBBAoLoENqxriEx4tGl9JOCM30lV3aKq5vvYsym30XlR9dqd4oS/qjrh9mrbePC/eVabOPNFAIGkCTAfBBBAAAEEEEAAAQQQQAABBBBIvgAzRAABBBBAAAEEEEAAAQQQQACB5AswQwQQQAABBBBAAAEEEEAAgTIEVL1FObagR1XdBT62m6pa5ibVaFlV3b6plpUijUvdfv5LV2taDl1a41fJEZhLAY6NAAILTOCsE5rkkUc3On9DJh94Lidywz2DMjLmFCbvXrE9zn1Is7zrGZ1iwXSmO8imOpWLzu6QCx/dNt1DRPazwBWfetESOW5NfVnXQ2J+LIjGY45tFAuq0uiMMabLpE3nOD6fvnCJWIAW5+vFpP3L6WDHOXJFnXz4eV1igW3K2WeyPg89tF7e86zFsqKjZrKusdvNygIJWbAfs4/tNA+Ndm4bgwWNseBGMzllR1NK3vzUTnnTeYvE5jeTY1Xqvub0hZcuFbuf7L6ayTgt8NTzHtEmn3DedzMNQlSp45qJD/sigAACCCRLwIL2Fc9opOkw8Z8/+dtUvedLVlctlGPq1hRKqhqq27GtQTXcbm3Vmgg+U61XnnkjgAACCCCAAAIIIIAAAgtWgIEjgAACCCCAAAIIIIAAAggggEDyBZghAggggAACCCCAAAIIIIAAAggkX4AZIoDAQhTwF+bY2P2yqrdIx+qqXllVRVWtWyTlOo6JtD3kkIZIGw0IIIAAAtUt0NmSlgsf3S4WgKEcie7BrFx/z3A5XSu2zyOPaZTXnNMuDbUzX/aZdg5xwemt8vCjGmc8Xwt88YHndIkFIpnxwZwDbFhTL694fLtTmtrv2Sc0yWsdHwuuM7U9y+u9clGNvPqJ7TLdwDj+WdqbU851XCTm5rdNN1/bVStmv3yaQWyme17bzwLxzGZAHjum3ZcWYOmtT+tMXACa5z6iVd7w5EXS0ui8+Wyys5Ds6/SJ6+rloy/okuneA5UxrlnA4BAIIIAAAokVOH5tnTTXh58hjTWslGxtW/7Zkqrmywahqpa5SbVQdhuKXlTjt6t67fY8q2iXqq3O3reYqiVk4ggggAACCFS5ANNHAAEEEEAAAQQQQAABBBBAAIHkCzBDBBBAAAEEEEAAAQQQQAABBBBIvgAzRAABBBBAAAEEEEBgCgKqml/04y/SUVX3CH7dKqrq9lNVq7plWXy8Ww6+nHQowWeCHpQRQACBORNYQAe2QCPL2tNlj3jjzjGxVPYOFdaxqT4lL3hkWyTwTDYnsqsnIz/724C85/t75aLLdsnFX9sll/2mR27ZNCLjmdITsSAtLzizrewAPnFHsj/h55/aImsW10Q2Dwxn5c/3DMvnf9HtjsvG9vEf75Pf3jYofUPZSH+/wY75uOOaxIJq+G2T5cesqpNXnNUR8fH3Gx3Pyc0PjsinfrpfXnbpTjn7g1vkrA946emf3CZv/MYuueav/bKnNyM5x9Tfrzi385y1oam4eUr1FudaNhctoLZz7nSu4+W/65EXfX6HOzYb4yu+slOuurF/Qi+zf/NTFs3oOk5pAk5nC3Tyzmd0igXkcaqxvxbw6cc39cvrnPvxnA971pZb3dpL3QN2/R/rXP8XPaot9rhz0bht/5j7frH3jKU7t47KWCZ6I1ibbbM+wXT7llHpd+73UmOzz6sXPrK15DWy679137h86499Ytfcrr3dn3Zvvv07e9z3zMhYdDz++Y5YXidvfdqiKQdGqtRx+fMiRwABBBBAwAROiglIPNx0uKRSKTepes+UrK+qes+WnIpqoexU3XZVtWKo7DbwUpZAqqxedFowAgwUAQQQQAABBBBAAAEEEEAAAQSSL8AMEUAAAQQQQAABBBBAAAEEEEAg+QLMEAEEEEAAAQQQQAABBBBAAAEEki+wEGeo6i3iKQ4wU85cVNVd/COLjot0P/nQ+kgbDQgggAAC1StQX6uyflltCMCCi/xt40g+AIsFYrEgJxYAwwJG/Pb2wVD/hVZZ1JySjqbCck8LVnH/zjF5yxW75fmf2y6f/fl++dPdQ3LvjlGx4BhXXt8nb/rGbrnwi9vlji2jJQOqrFuSllPWTz/IW12NyqrOcOAZM7/02h654NPb5F1X7hELNGLjsnTtLYPyoav3ybM+s02u/kt/yeA4LY0peXyZQV5SKvLcR7SKGRVfV3Oy+b/0Szvkkm/ull/8c0A27RkTC9rj97UgKLduGpUv/LLbtfzkz/ZL92B8cJzatMqjjmkUO6e//0zzwdGcfPnXFnRmuxt8ZHv3uHtIG+MDzjW+9FpvXNfdOiiZ+GHJhrX1ct5DW9z95vrF5n7R2e2xAYfs3BYkxe6/5352mxt46I6to/nrbMGQfcJuuQAAEABJREFUrG4BiSa6B9LOrf6sM1rEgtDYMec6/e72Iff9Yu8ZS5/7ebcMO9el+LzWZtusTzC963t7xL9uxftYwKKJAiPtH8jK+6/a57xXd8jlv+sRu+Z27e04dm/edP+w+56x9/kf7hwK3bvWx08b1tTL65+0qOx7s1LH5c+HHIFqE2C+CCBQWuDkmIDEYy1Hes+QDuymqpH6gU1uu2phu6r6m0LbVL12VS/3n22pevX8TlVccL6iVfHsmToCCCCAAAIIIIAAAjMX4AgIIIAAAggggAACCCCAAAIIIJB8AWaIAAIIIIAAAggggAACCCCAAALJF2CGCCCAAAIIIFAkoKpiC3FU4xfhqHrtfh9Vr66q7uKeosMVqg2LRdoOLdSdkgUZOHl9vVPiFwEEEEAAgajA5r3j8rqv75a3fXt3PgCLBWKxICfP/vQ2+X9X7pUb7hmK7rhAWywAya9uHpDXfHWn3PzgyISz2NmTcV1u3Rzfr6E25QZTmfAgU9h4345RecPlu+SqG/vyAUfidrcgJF/8Vbd890+9JQOqnLiuXrpa03G7h9os8MqJa+O/J9i87b4wh9BOJSrZnMiv/jkg7/vBHukeiI/0srarVtYsri1xhKk19wxm5cNX73W9/IAjcUcYGs3JR6/ZJ9/5v3gvC9by9Ic1y/KOcCCguGPNtO3JD22Whx3eEHuY/qGsfOKn++Sy3/RMeP1tZ/8e+M+f75fhsai13ZvPO7NV2gNBl2y/hZQsUM9LHtMeGxjJ5mGBkN74jV3yxzsnD45l98r7f7hXvvbbHrEAP7Z/MDlfseXMoxvk0cc2BZtjy5U6rtjB0ogAAgggUNUC7Y0pOX5tXcRguOVIt001/IxJtVBXDZft+ZS704EXVXVLwXbVyZ91WX9Vb1/3AFX0QvCZKrrYTBWB6hBglggggAACCCCAAAIIIIAAAgggkHwBZogAAggggAACCCCAAAIIIIAAAskXYIYIIIAAAggggAACCCCAAAKVIKAav9hG1VusY2NU9frY4hyr+0lV3SA0quHctmcXbbAslEotcg51opIwAaaDAAIITC5ggWfe8Z09YkFP4npbQI+/3j8sFrghbvtCa8vlRH57+6B8+mf7Jw3u4c/NApd8xulfKgDL2iU1YoHe/P7Tze1avPcH+2TL3vGyD3HFH3rlz/fGBwZqb07J6sWTB1N51LGN0tIYXQrbPZiV//5Nr9j8yx7QgY63bhqVn9zULxm7gQ60+VlLQ0oOWz7z4DMWcOW/ft0tf75n2D/0pPk3ft8rV93YL3YfFHde1l4j5z20ubh5VusWCOYpp7RIbVojx7X5fOnabvnd7fHXM7LDgYZf/HNAfnCDWR9oCGTrumrkiSdOHkwlsEtFFc84slGOWxN/r9j75T++u3dK7xeb3Pf+1Cffv6HPuTetFk4WsOepzvWZ7P1cqeMKz4YaAggggEB1CcTP9tSYgHfDzUeJpOrcZ0r+XqrqF9121XDdNqpqfptq4bmVbbNnVpasrOptU1WrRpJqfHukYwIbot+4EzhJpoQAAggggAACCCCAAAIIIDCHAhwaAQQQQAABBBBAAAEEEEAAAQSSL8AMEUAAAQQQQAABBBBAAAEEEEAg+QLMEAEEECgh4C/O8TerFhbhqIbLqppf6OP3t1xVLXNTKpUS7XqIWw6+POywhmCVMgIIIIAAAjKWycmPbuyTHd3lBztZ6Gy7ejPy7T/2SkxMlAmnZoEu/rYxPshJZ3NalrdPHuRlohNM91rYPK69eVAscEnx8RtrVQ5bFh+4w+/b2piSE9bGf0e4/u4huWPLiN91yvmN9w3JwEgusl86rdJYV/juEulQRoMFj/nJTYNy7S2DZfQOd7niDz1y747RcKNTs69Tpx3RKGbiVOfk14KWrIkJCGTzses4nfnYQEsFIUqnVJ74kGaxoDfWbyElZ+hy/qnN0lCbigx7cDQnl/2mZ9qfXaW87ERHrKiRU9bHvydse1njmuZn6kzGZWMjIYAAAgggUCwQF4h4uOWofDdVzT9nStnzJKduG1VViuuqhb6qpbdL4EdVAzWR4mdgoY1VUIl+q6mCSTNFBBBAAAEEkizA3BBAAAEEEEAAAQQQQAABBBBAIPkCzBABBBBAAAEEEEAAAQQQQAABBJIvwAwRQAABBBBAAAEEEDiYAqUW21i7JRubaniBTnGbquYXCNm2UOo8TqS2NdS0pqtWDp1kAXpoByoIIIBAAgSYwsQC2/aPyx/uHJq4U8K2/vneIbFAMtOZ1q0PjsjoeDSYSl2NiqXpHNPfZ8vejPzujuldi3u2j8q+/qx/qHyeTqnUxwTuyHdwCqs7a2RJa8ophX+HRnNy/T3TG49/pG37M7K3LzquGud07U1pv9u08p094/KTm/qnta/N7Sc3DbjBl4oPsGJRSk5YW1/cPCt153LI449vlNq0Ro5n8/n+DdObjx3MghD96MZ+6R+Kei9rT8vxa+ZmTnbuuUqHLK2VQ5bWxR7+b/cPiQVHit1YRqN5XXl9v3QPRr0s2M1ZGxpLHqVSx1VywGxAAAEEEKhqgfjgM8eUfJ6kqqFtql7dnlVZisNMpZwvdwc2+H1U1W2xuiW3UvRSqr2oW6KqBalETatiJsNAEEAAAQQQQAABBBBAAAEEEEAg+QLMEAEEEEAAAQQQQAABBBBAAAEEki/ADBFAAAEEEEAAAQQQQAABBBBAIPkCzDAgoOotwgk0uUXVQnvxIhzVwja3s/Oiqu6iIKfo5qpqRTdlO0908+DLGUeUXkgb7EcZAQQQQKA6BDbuHJOemOALSZ29BR356/3D057eln3jMjoWDT6jKZHmhsLf4Omc4JZNw9IXEziknGPt7cuUvI6Tjetfu8fkC7/qlitv6JO/bRxxA/P0j2Rlx/5xuX3zaDmnL9nH5jM0Gg3uUXKHKWz4/Z1DsqN7fAp7hLvecM+QbHPmGG4VscAjD10/N4FajlhRK4ctjw+m8vcHRmY0H5vHrZtG5ME9Y1YMJZvTaUc0hNoWQuWkQ+qlrTH6vhoey8p1t84sMJI4P3dsGZFbH4z/PDhiRZ0s76hxekV/K3Vc0ZHSgsBBFeDkCCBQAQIWeKalwfmiGhjLeMMKyTQsz7eoqljwGNXo31zVQpuqus+dxPlRVec1+quq+T7BZ1qqGu3stKjGtzubEvsbvhqJnSYTQwABBBBAAAEEEKgeAWaKAAIIIIAAAggggAACCCCAAALJF2CGCCCAAAIIIIAAAggggAACCCCQfAFmiAACCCCAAAIHWyC4ECc4FlVv8Y2quot2VL3c76OqblHVy62iqvm+/qKhbNdJtimUHn7Uwlt4HJoAFQQQQACBWRPIZHNy19aZBReZtcHM04H2D2Tk/h3R4Bzlnn5wJCcj49HgM7Uplc6WdLmHifQbdY5515bpXwvnUoqNLXJgp6GrZeJxDY3m5LpbB+Wy63rkbd/eLS/90g45/+Pb5BVf2TntYDjOaef014Lj/PW++KAh5Z7Ygi7dtz3+XjhyRZ04l7TcQ5Xd7/g19dJcr5H+dg2uv2fmwVTsPritxH1kgW/qa6PnjgymghoeckiDpGMuxOa943LTxpldf3+af7xrWEZiAkotak7LUStq/W6hvFLHFRokFQQQQAABBByBM45sdF7Dv4PNx+SfH6kWvhuoaj4IjWqhXZwfVa+uqu6+TlNs7j/nUo32s32Cye8bbKuGcqoaJskcEUDgIApwagQQQAABBBBAAAEEEEAAAQQQSL4AM0QAAQQQQAABBBBAAAEEEEAAgeQLMEMEEEAAAQQQQAABBBBAAIGqFlDV/PxtAY6qV7dyfkOJgqrXt3izLj1FRMPLWo5eWSerF9cIPwdJgNMigAACFSQwOi6ydb/zUkFjmuuhWMCRvX2ZaZ9mYCQrwzGBKqZ9wAM7jjrH3LJvZteie2D68zowjAWT7e/PyqY9M/Oyyd6zfVQsCJOVg2lxS1qWL5o4aE+wf7nl9ctqY4OpzDQoUvD892wdjQ2msrStRlZ11gS7VnS5tTElyzvix7tx51jsHKczobu2jYh9LhTva4F61i2JBp+p1HEVj586AggggEAFCFTAEB4RE4B4uPV4d2Sq6gaQUfVyt9F5UfXqql6eSnnPlVTV2Trxr2q4j6pK8LmWanj7xEdL5lZPM5lzY1YIIIAAAggggAACCCCAQFUKMGkEEEAAAQQQQAABBBBAAAEEEEi+ADNEAAEEEEAAAQQQQAABBBBAAIHkCzBDBBBAoFIEVKOLcYKLc/yyamGRjqpXVi3kqhpaOKTpesl2nRKZ5plHN0baaEAAAQQQqD6BwZGsbN9XPQFL7Ap3D2Qlm7NSZaXB0Zz0DCXjWtSkRU46tEEuPrdDvvO6FXL0qrpZx97Vk5F9/TP3un/nmAyNRW+IpgYVC9Yy2wNfszgazMTOYffl7t6Zz8eOtW1/RkbHo3NqqFVZs4CCz3Q2p6WtUW1KoWTBgiz4TKixjEqpLjscr70l7qW4YD2VOq5S86MdAQQQQKB6BU5e3yCdLc4XswDBeG2njDYdkn92FNgUaVNVt22yPsHtxWV7nqWq+ebien5DFRUIPlNFF5upIoAAAggcFAFOigACCCCAAAIIIIAAAggggAACyRdghggggAACCCCAAAIIIIAAAgggkHwBZogAAggggAACCCCAAAIxAqrqLvZRjQaoUdX8HqqFst+o6rQtPdWv5vNHHt2UL1NAAAEE5lmA01WQwPBYTgZGshU0orkfigXcmfuzTP0MY5mcjI5Nfb+DuUdrY0qOWVUnzzy9Vd5+fqd86eXL5Oo3r5Sfv2O1fOKFXfK0U1pkaXtaUs7Xkdke556+8Vk55P7+rIyMRgO11DqDLl6sPdMTdrWmpb0pFXuY7ftnZz528P0DGekdir6v62pUli+qsS4LIjXVq9Q7Yy4e7HhGZM8sBeqxY1swqh3d8f4rYrwqdVw2FxICCCCAAAJBgUcdEw08PNS6If+MSVVjy6lUKt/uH0/V62t1Va+sqlYNJdVoW6gDFUlVlwGzRQABBBBAAAEEEEAAAQQQQACB5AswQwQQQAABBBBAAAEEEEAAAQQQSL4AM0QAAQQQQAABBBBAAAEEEEAAgeQLMMOFKKCq7iIgf+yqhbpqoWyLhaxPbsmpIhpe2nLUylpZv6xW+EEAAQQQqG4BC7pgqboVmP1kAhY0xQLJWICZr7xymVzz1pVy7btWu4FmPv+ypfKqJ7TLWRua5Ejn+4UFpEnpZEec+fat+zIzP4hzBAu+ZEGYnGLot75WZXnH7AZqqXO+etWm43Ee7/hd9+7VMhvpe29YIas6o2NX59Tp+bg4IcnpVyzwS21M8JnR8Zxs2z87198fnR3TLwdzMysmq9RxBcdNGYF4AVoRQKDaBOKCzwweCD7jW6iq+4xJtZDbNtVCXTVczuUKgftUC9tsP0uqahmphED4CV2JTjQjgAACCCCAAAIIIDBtAXZEALiDoeMAABAASURBVAEEEEAAAQQQQAABBBBAAIHkCzBDBBBAAAEEEEAAAQQQQAABBBBIvgAzRAABBBBAAIGqF1AtLNBRVXcBUBBFVYPVfFlV831VVVIpbymLqtNe0yC5padJ8c9jjm0sbqKOAAIIIFBlAn1DWdnXP7tBHKqMcHrTXQB7NdapPP/MNvn261bId1+/Qi4+t8MNMGPB61rqU1IckGMBTOmgD7G5Li3mejAHsq4rGpTmYI6nUs5dKphRW2NKOlvSB22YlTqugwbCiRFAAAEEyhawwDMWFDC4w3j9UhlrXu822XMjVXXLquo+U1LVfN0tHHhRVXf7gapbVlW/ms9Vw22q6vb1O6iqX6zq3HtiV9UETB6B6hJgtggggAACCCCAAAIIIIAAAgggkHwBZogAAggggAACCCCAAAIIIIAAAskXYIYIIIAAAggggAACCCCAAAIIzKeAqkrw/x5tZUs2BtX4BTqqWnIhj6q3TdU57tLT7TCh9NjjmkL1aq0wbwQQQAABBBAoCFhQmfNPbZErLl4hL3tsmyxrTzvfNQrbp1oaGMlJ/0h2qrvNW/++4awMjlbu+OYNYgGdyK5Z92DlBc2q1HEtoEvLUBFAAIE5F6imEzz2uGjA4cHWE53vdZoPWCzOj2rh2ZFTdbf7uapaMZ9U1d2uqm6bqpe7lZgXe6ZlKWZTVTcRfKaqLz+TRwABBBBAAAEEEEAAgXkQ4BQIIIAAAggggAACCCCAAAIIIJB8AWaIAAIIIIAAAggggAACCCCAAALJF2CGCCCAAAKOgKq3eEfVy52mUFAaq6sWtlk9mFQL21KplLswKLf0YZKraQl2kxWLauSUwxpCbVQQQAABBBBAoHoFGutUPvDcLnnNEzukoyk1LYhsTmRvX0ZuuGdY3nXlHrngU1tl0+7xaR2LnRItwOQQQAABBBBAYI4EOppT8shjogGHh9of4j4jstOqqltWDefBbVb2nyupqlXdfayg6tX9sqrmt1mbn1TVL5IfEJjet+wDO5MhgAACCCCw8AQYMQIIIIAAAggggAACCCCAAAIIJF+AGSKAAAIIIIAAAggggAACCCCAQPIFmCECCCCAAAIIIIAAAgjMtYCqtwin1P8JWtXbrlrIVQtlG5+qugt8VL3c2vzFQVa2pKqSW/5wK4bS4zdEFyOFOlBBAIEqEGCKCCCAgIgbeOY5XfKwwxqc7xXliYxnRPb0ZeTmB0fkqhv75G3f3i1P+/hWec5nt8u7r9wjf75nWKxPeUc7OL1aG1LSVMcS4IOjP72z2jXraEpPb+cp7jU6LjIynitrr0odV1mDpxMCCCCAQKIEzjq+OTKfkcZDZbxhpduu6j0/Ug3ntlHVa/PLlvtJVd2iqpdbRdV53pQr/K1UDW+zPn6yZ1+qpbf7/ZKeH9xvnknXZX4IIIAAAggggAACCCCAAAIIICCCAQIIIIAAAggggAACCCCAAAIIJF+AGSKAAAIIIIAAAggggAACCCCAQPIFmGHVCqgWFt+UQlCN9lH12lRVVNXdVdXLraKqbruqSm7ZI6wplJ6woUlaG1n2EkKhggACCCCAQBUKvOhR7XLiunrne0P85G1N8f6BrPz2tkF5z/f3ynM/u13O+fAWN7/km7vl0mt75G8bR2RotLD4OP5IC6N1PCvSM5iZl8GOjOXkw1fvk7M+sGXO00eu2Tcvc1poJ1nXVRM75KHRrPQNOTdD7Na5b6zUcc39zKvkDEwTAQQQmCOBs06IBhoe6jjZPZuq95zIKqpqmZv8wDCq6nwfjCa3U+BFVfM1VXX3sQY7juWqalk+qYbr+Q1VWOApXBVedKaMAAIIIIAAAtUtwOwRQAABBBBAAAEEEEAAAQQQQCD5AswQAQQQQAABBBBAAAEEEEAAAQSSL8AMEUAAAQQQQACB+RZQLb0Yx1/A449JNdxXVd3FPqrqdkmlUvm6qtPWcaTkWte724IvZ8csSgpup4wAAggggMDBEFjclpKatPP3S+b+p9rPcOzqejn7xCbne0NUwoLO3L9zTN58xW551qe3yYeu3id/untI9vTNT2CW6Ii8lsWtKa8ww9e2ppS0NESPlcnkpH+Wg47sH8hIb8wx62tVlnfUzHAmydt9+/5xGRuPBjOqq1FZuSg9qxNuqo/eA3aCTEzcmUodl42XhAACCCCAwAnr6uXw5bVhCE3JQPtDne96GkrWSdVrK36GpKq2OZ+C2/1G1XAfVXWPb9uLn2FZm6paVvUp/ltH1bMAgMC8CXAiBBBAAAEEEEAAAQQQQAABBBBIvgAzRAABBBBAAAEEEEAAAQQQQACB5AswQwQQQAABBBBAAAEEEEAAAQSqQsAW6KgWFuSoqrt4R1Xd+at6uVVU1d1m5eB+tijI2iypqmVuv8yyR7jl4MvZJzQHqwe7zPkRQAABBBBwBZrqUpLy/oS5dV7mTuCchzRJR1Mq9gS3bh6RN1y+S25+cCR2+2SNnS1paW2MP/Zk+060vW2Wjrm0PS0WzESKfkbHc7Jt/+wG2OkbzsrgaEw0E+fcqzrTziu/QYHBkZyMONch2GblGoeqq815scospPpala62+Ht0V8945AyVOq7IQGlAAAEEKl+AEc6BwDknNkeOOtB2ski60X0upKrudlXN11W9sj1LUvXKquHc3enAi6q3zaqqapl7LHsu5VaKXlRVSm0r6loV1fhvHVUxdSaJAAIIIIAAAggggAAC1SnArBFAAAEEEEAAAQQQQAABBBBAIPkCzBABBBBAAAEEEEAAAQQQQAABBJIvwAwRQAABBCpBwBboWPLHYmVVb3GP36aq7kIfq6uqZW5dtai88tEiGl7mctjyWjl5fb3wgwACCCCAQCUJLGpOSc3sxZcQfuIFLDDMMavivwfs7MnIZ362X4ZGc/E7l9Gadr52WCqj65S6LO+omZXgROu6aqWhViPn7h7Myt7+2Q0+MzKWkz298cFnVnfOznwiEym7ofI67hvISO9Q9N5Lp1TWL6udtQEvb6+Rzub4D5sH90SDz1TquGYNhAMhgAACCCxYgY7mlJx9YlNk/P3tp7htqhp6VpRKpfJ1VY30UY1vU/Xa3R2cF1UvuIyqlztN7nEtJ0UFUtEmWhBAAAEEEJhHAU6FAAIIIIAAAggggAACCCCAAALJF2CGCCCAAAIIIIAAAggggAACCCCQfAFmiAACCCCAAAIIIIAAAlUpoFpY1KOqoQU8qoW6aqEchFINtNc0SXbFo4Ob3fK5J7W4OS8IIFABAgwBgYQIrOqMD+ZQ7vRWdtZIOqXldqffNAUs6MmS1vglsH/bOCyb90aDb0zlVKuc69jWFH/8qRynuO/StrSsWVxb3Dzl+vFr6p3vVtHddvVkZN8sB5+xs9y7fdSySLJgOrMxn8iBF3BD31BWdnTH338WfKY+JmjQdKZ7/No6aY8JPmPBgrbuHYscslLHFRkoDQgggAACVSdw7kOaI3Mea1wjYy1HON93NJKKO6uq26Tq5VZJpQrf41TVPYa1W1JVy/IpLlhyfiOFvEBBVETyrRQQQAABBBBAAAEEEEAAAQQQQCCxAkwMAQQQQAABBBBAAAEEEEAAAQSSL8AMEUAAAQQQQAABBBBAAAEEEEAg+QLMEIGDJVC8YEfVW9Bj7TYmVa9uZUuqml8ApOqVVaO5LRrKLo8Gn3nMsY2yclGNHYqEAAIIIIDAlAR6BrOx/WtmEDjGdj182cwDi8QOjMaQwArn739tjYbarDLuXNa7t8UHSrHt5abj19RJc93sL7G1YCEWNKTcccT1W9dVK0euiN5nuZzIrZuG43aZcds9O0ZlaNQ5QdGROppTctoR9UWt06ueuK5efvTmlXLNW1fKty5eLp94UZe89pwOeebprbK4NT29gx6kvf75r2HJZKNeaxbXyCnrG2ZlVKesr5eamFvUPtvu3Rn/HqjUcc0KSBUfhKkjgAACC13gSQ+NBp/pb3+YOy1VzT83sgZ7PqSq4ueq3nZVFftR1Xx/1ULZtvlJVd2iajh3G3kpKRDztaNkXzYggAACCCCAAAIIzL4AR0QAAQQQQAABBBBAAAEEEEAAgeQLMEMEEEAAAQQQQAABBBBAAAEEEEi+ADNEAAEEEEAAAQSqQkDVW7RTPFlVzS/8sW2qalk+WWAaVa9NVUN9rZOqWia59iMk236UWw6+PPnk6CKl4HbKCCCAAAIIxAkMjmTjmmVlZ41YEJnYjRM3yoa19WKBQSbpxuY5FMhkcrFBUqZyyvpalTOObHK+k8Tvtbh1+ktvLViIBc+b7j1mI3rCCU3S2ZK2Yij1DWflr/fPTfCZ2zePyo7uTOh8Vkk7EznrhGZpb5q+iR3H0vmnNktbY0pa6lOyvKNGTjqkQc4/tUVe+KhWsaAt1mc+0uh4TizN5Fz/+NeI9A5Fg8801Kbk7BObpv0Z44/p2NX1smFdg18N5Zv3jsu2fdFrZZ0qdVw2NhICCCCAQHUKPH5Dk6xw/u4HZ59NNYgFn1H1ngfZNlV1A85I4Ec1vF3Vq6uq8z1O8z1VvbKql9sGVRX/eZTl1mapuKxa2Me2V3Oa+be9atZj7gkUYEoIIIAAAggggAACCCCAAAIIIJB8AWaIAAIIIIAAAggggAACCCCAAALJF2CGCCCAAAIIIIAAAggggAACCCAwVwKq4UU5tmjHkp1P1VvYY+VgUlV3UVAq5S1jUfXqquHctmdXPi64q1t+ysktYovE3Ur+hQICCCCAAAITC+zpjw/OsLyjRg5ZWjvxziW2PumkZmlp9P6elehC8xwL1KRFFjXP7BqcfUKTrF9WU3KkFhyl5MYyNljgkLOcc5TRNdLFgrA89vj4wDj37xiVe7ePRfaZjYa+oazceO+Q5KLxVNyASxYkZibneej6ejlpfUPsIbbuzcidW0djt81F48BIVobHYiY6hZNt3DkmluJ2OenQBjn9yMa4TWW1pVTkOQ9vkY6YgD9jmZz89vbBksexMVmK63AwxxU3HtoQQACB8gXouZAFzntoS2T4/R2niaZr3WdFqhrJ7fmQJVV1A9KoRvuI8+P3UfW2O01uf8stqXrPqVTVqvnzWEVV3bqVSZ7AzL5he8fgFQEEEEAAAQQQQAABBBCYvgB7IoAAAggggAACCCCAAAIIIIBA8gWYIQIIIIAAAggggAACCCCAAAIIJF+AGSKAAAIIJFrADy7jTzJYVy0s1rF2Va+uqm53VS+3ir/dysEFQlZX9frllp8puYYl1pRPTXUqTz05ulgp34ECAggggAACMQL/2jkmo+PRABMW0OGsDc0xe0zcZAFLHnF0fPCMifdk63QEtu8fl7GY65dOqRy/pm46h3T32bC2Ti58dLvUpr3vHm7jLL9Y0LznPaJNLNDRVA7d6HzneeN5i2RZezqy2/BYVq7564Bko7d0pO90G35z+6DsiwnalE6JWPCZhx/VKDKNg9u8LnxUm8QF9ck4E/r9HQMyMsNgMNMYVmSXGucZ5KquAAAQAElEQVSeWNzmTDayJb7hJzf1i12X4q323fUVj2+f8vX3j/Mix+r0I+KD12zeOy433DPkd43NK3VcsYOlEQEEEEAg0QIWfM6+exVPcmDRGW7gF1UN5dZPVS1zk6pXTh0IZmyNflnV22Zt9rzJctVCm6pXVg3n1s+Sv4+VLRXXra3aUvnfgqpNhvkigAACVSrAtBFAAAEEEEAAAQQQQAABBBBAIPkCzBABBBBAAAEEEEAAAQQQQAABBJIvwAwRQAABBBBAAAEEEEAAgdkUUPUW6gSPqRrfpur9X6Wtr6rXR7V0rqqhhUaqKtlVj7fdQ+mpp049SEDoAFQQSKAAU0IAgYkF7tk+Jn1D2Ugn50+NPPWUJrFgMpGNJRqesKFJXn12hzTUsiSzBNGsN+/uzUhPzPWzE52wrkFOWFtvxSmlw5fXyVue2ikdzXN/HdcsrpG3Pa1T2pvKO1dNWuRNT14kG9bUx87p9s1jkwYdid1xCo0P7ByT39w2JLmYADetjSm55LxFcvqRDVM4oogFnnnXBYvl2NXx89rRnZH/dc45pYPOUefaGpXFLc6FKPP4FgTGrktcd7v+H37eYlnt3Adx20u1PfcRrfLsM1olHXPbjGVy8tOb+qVnMPq5FjxepY4rOEbKCCCAAALVIfC0U1oiEx1ofYiM1y0JPQuyTqoqqQNBZlS9sqqXi/Nj21TVKUl+X3F+VDVUd5rcejC3sgWXsWRlVbUslFSjbaEOB7kyH6eP+foxH6flHAgggAACCCCAAAIIIIAAAgggcECADAEEEEAAAQQQQAABBBBAAAEEki/ADBFAAAEEEEAAAQQQQAABBBBAIPkCzBCBqhPwF+zYxIvLqtEFO6rqLv5RVdvFTaoaalNVtz2z8vGSS9W5Zf9lRUeNPPkkAtD4HuQIIIAAApMLbN47Jpv2jMV2tCAyrz13kVxwWqukvD8/sf2WtaflPc/slDc/tVNaGlmOGYs0R417+jJy19bR2KO3N6XkjectkuXO94PYDkWNdo3PP7VFPvqCLlm5qKZoa7S6tH3yPtG9oi0b1tbJZ1+yVI5dFf5eU9zT7rNPv3ipPOa4Jue7UfFWkf0DWbn8dz2SjQkKE+09s5Yrr++VB3bHv2/M/d3PWCyveHy7WLCcyc5k8/6cM//TDm+InZcFU/nhn/vErvVkx5rN7fv6M9IbE9ioxnmLW1AqC5gTPJ99Dy1us+12Pey62PWxenFa21Urn7lwqTzymKbiTZG62f7H0zvlpY9pl/ra+A+lv9w3LP/z94HIvsUNlTqu4nEu4DpDRwABBBAoQ+Ao5/vPI45qjPTsX/Rw53tB+G+daqFuQWYs2Y6qXruquvuoerlts6Sqlrnb3ELgRdXb5jepar5f8DmWv51cxPkqBAMCCCCAAAIIIIBAQYASAggggAACCCCAAAIIIIAAAggkX4AZIoAAAggggAACCCCAAAIIIIBA8gWYIQIIIIAAAggggMB8CqhqfgFPqfOqan6Tqub7q3plW1ikquLmNU2SWXWWFP+c/7DW4ibqCCCAAAJVLTDx5C0Awy/+OSgjY/ERO5rqVF71hHb5zutWyMXndsgphzXIEcvrxAKGvOQx7fKlly+Tb752hRs4Ih1YiTk8lpU/3zs88cnZOisCP//HgPTHBAmxg69ZXCNfePlSN4BQqUAoFjDkSSc1y1dftVxe88QO6WgKXEjnIHZvZOxGccrB34Y6KRkAJNgvrlx8PBvnpy9cKh97wRKxBditB4IY2dhOXl/vBjf6+quXy7Gr65zvR9Ej2v122XXdcmeJQDzRPWbW0jOYlc//Yr90D2RjD2SBUZ7z8Fa56pJV8s6nd7rvG39OtoMFajn3Ic3yuZculc+8ZKkcuqzWmiMp57wtf3/HUFnBVCI7z7DBLvngiDOAmOMct6ZeLneuxxuetEhecZb3OfBf/75MzjgyunjedrfrYtfHrpPVi9Oi5pT8vws65dvO54x9rpiHBUOyfv49YI72WfO445sk+Fljffy0ee+4XHpt+QGIKnVc/nzIEUAAAQSSL/CMU1sikxxuPkpGmw9zvvOEnwWpenVVL7cdVdWyfF9VdcvWqKqWuUlV8+1uw4EXAswcgJhCFv6mPIUd6YrAvAhwEgQQQAABBBBAAAEEEEAAAQQQSL4AM0QAAQQQQAABBBBAAAEEEEAAgeQLMEMEEEAAAQQQQAABBBBAAAEEEEikgKrm55WzFcROTbXQpqruAiBVdbZ4v6qab1ONL6dSKZHV53g7BF4PXVojZ5/QFGihiAACCCCAwMQCv7t9UG7aWDpQjPOnSLra0vK0U1rko8/vkktfsVQ+c+FSeeEjW+XIlbWRQBCZrMgPbuiXO7aMTnxits6KwM0Pjsj/OtfwwNeMyDEtmMxFZ7fLz962Wr518XL59IVL3GSBT354yUq55i2r5E3nLZI1XTXO94/w7vfuGJUPXb1PhmKCkLQ3pmVxq/N9JLxLWbU/3jksg6PhwCYWHOfk9fXyvmcvlqvfvFKue/dq+enbVrkBaR55TJPU1Wjssf377dpbBmO3z1XjrZtG5ZM/2ycWiKbUOZrrVR57fJP7vvHnZPO6wrkOlzxlkRtMJ12C0K6nXdv//Pl+sUAwpc4xl+337Sz9Hl7cmpbzTm6W55zhfQ5YoKrlHTUlh2PX5/vX98t4Jr6Lfc4sa0+7nyuXvXKZXPuu1aF7wBzNM35vkS17x+XdV+6RHd3jpbrEtlfquGIHSyMCCCwsAUaLwCQChy2vlcdvaIr06lv0COc7meaTdUg5z4BUw22q6gYnDm4T50e10M/f5jSLH2jGb1NVaw4lv0+okUpIoMRXt1AfKggggAACCCCAAAIIIFBFAkwVAQQQQAABBBBAAAEEEEAAAQSSL8AMEUAAAQQQQAABBBBAAAEEEEAg+QLMEAEEEEAAgbkUUA0v4lGduG5jUVV3cZGVLamG68VtuYbFMr7y8dYcShec3hqqU0EAAQQQQGAiAQtscem1PWKBRibqV842CwTyq5sH5Io/9JbTnT6zJHDZb3rEApVYwJJSh7TgLhYc5IS19WLp2NV1YoFp0jEraC1AyC/+OSAXf22X3LNtVHqGspHDLmpJOcdpiLSX07Bx15h843c9MjwWPW45+/t9RsZy8nXnON/4/cT3m99/tvM/3zMs7/vBXtnVUyKiyjRPaNfxL/cPu8FUhoqC9EzzkNPa7U93DUv3YPnXaF1X6eAzNoBvOp8LX/51dyTwkG2bbjKr2zePyCVX7HYD0EznOJU6runMhX0QQAABBBaOwAWnRZ/djDQeIsOtx+WfDal6z4VUw3kqlXIDz9hsVcPb/DbL/aRa6BPXphrerqpuN1Uvdyu8uAIxX53ddl4QQAABBCpDgFEggAACCCCAAAIIIIAAAggggEDyBZghAggggAACCCCAAAIIIIAAAggkX4AZIoAAAggggAACCCCAAAKJE1DV/P9Z2v7v0aqaX0AUrKt67dZmCKpqWT6pqrufLS5SVbdd1ctzq89168GXw5bVytknRv/v2cE+lBE4SAKcFgEEKlRgR/e4vP3be+TG+4bFgtFMZ5gWCOTy3/XIZ/9n/7SPMZ3zso+IBSh595V75Pd3Ds3YfmdPRt73wz3yqZ/uFwtCs6cvI5v2jEeYa9Mqpx1eH2kvt+GqG/vlv3/TO+1AJHt6M/LeH+yV7/2pr9xTzkm/WzaNyMVf3yV/2zgyY3sb4OBoTr786x559/f2uNfV2g5WumPLiPz0pn6xoFLljGHFoomDz9gxrvlrv7zpG7vl/p1jzvdka5l+GhjJyXf/1CtvdI6317lPp38kkUod10zmxL4IIIAAApUrcPjyOjn7hOhzm/7Fj3af/6hqKLiMOD+q6rYVPxtS9dpVNb+vargsRT+q4edVttl/JuWXVdWKM0mJ3JfgM4m8rEwKAQQQQAABBBBAAAEEEEBg+gLsiQACCCCAAAIIIIAAAggggAACyRdghggggAACCCCAAAIIIIAAAgggkHwBZogAAnMhEFys4x9ftbBgx7arqrsgyN/u56peu6q6C4pUC7lq/DZpXiGZlY+T4p9nn9Fa3EQdAQQQQACBCQV6BrPyzu/ukfd8f49s7x4vOzCEBaawwBsvu3SHfPdPfbMSgGPCgbIxVsAC0Hzwqr3y8R/vm9L1s4PlcuLu8/Gf7JMXfX673HDPsDXn05/uHpKxjNMp3+IVNqxrkGNXTz8AjR/w4/bN5QdusYAjV/+lX/79sp3y1/vD4/RGNf+vFvjkbd/eLW+5Yrfctmm07GAtwZHavH7+jwHX/6ob+yrmfXTFH3rFgkpZcKngeOPKrY0p6WxJx20Ktd23Y1Qucq7fJ366Tx7cMzbluZqV3QMv/sJ2+dpve6e8f2gwgUqljiswxBkU2RUBBBBAoJIEnnNGS2Q4I43rZLD1BPd5kaq62/1AM6oaalct1FXV7auqkT62QbXQ7h/Pb/dz/1mVX7c8mGx7sF7NZYLPVPPVZ+4IIIAAAggsBAHGiAACCCCAAAIIIIAAAggggAACyRdghggggAACCCCAAAIIIIAAAgggkHwBZogAAggggAACCCCQCAFVDc1DVSW4SEc1XLfOqt4+ql5ubZZUC3VVr6yq7mKi4IKh7OonWfdQOmRJrTzllOhiplAnKggggAAC8y8wjTP+722D8uSPbpWzPrAllF739V3TONrku1jgkRd9focb3MOCg2zeOy4W2MTf0wKVWPCHe3eMyrf+2CcXfnGHWOCNnT0Zv4ubf+f/ekPjtfE//ZPbxPZzO0zw8pFr9kX2tf2tfYLdJt20py/jjteOFUzma86THcD6WN/gvlY2Azv2ZPtPtN3mZscqTtY+0X7F2667dVAu/MIOueSbu+XamwdlR/e42PWy6+b3tYBBvUNZuXOrdw1f5PS3a279s9EYM/LLfw7IuR+O3oPP/NQ2uWPLiH/YSF7Ky+4Nv7MF/Hj95bvl5ZfucM9j4w0GOrGxdg9m5W8bR8SC41zwqa3yxV91iwVL8o8x1dzOX+xs9Zm+p25+cETe8I1dcv4ntsoXftntBsex+yL4/rGxmnH/SFbsvWXX6x3f2SNPd/b59M/2z2heduzZTjZWCyplwaXs86D4+ow7b3tr+6Vzj3zgqr2yr99pKGMQdly7315+6U55sXP/2WeJ3Y92X9o19w9h963dv3YO6/+mb+x2rWZ6D/jHL84P9rjsfrHPE7sfg8k+d+z9VDxe6ggggAACC0/guDX18tjjmyID7+t8jNumqvlcVd1nQKrR3H8upOpts51UvbKqWtXd1y04L6pem1MMtdszK9XCtuJ6cX+rV3Mi+Ew1X/1pzJ1dEEAAAQQQQAABBBBAAAEEEEAg+QLMEAEEEEAAAQQQQAABBBBAAAEEki/ADBFAAAEEEEAAAQQQQAABBBBAIPkCczlDW6wTPL5qYSGPqroLfVQ12KVkWVXz/VU11E9VJde0XMZXnhVq2Ejp8AAAEABJREFUt8rzHt5qGQkBBBBAAIFpCWzcOeYG0Hjpl3bIUz5WCDzyhA9ukad9fKtcdNkuufx3PW5wk2mdgJ3mTMACaNyyyQvW8sLP73Cvl103P5jFEz+0RZ7xyW1y8dcq5xpaIJZP/nS/2Hgt0EZwrBbkxgIcWfARC3YyZ3CzdGALNmOBWiyozHM/uz30/rF5ne28h87/+Dax99ZHr9nnBqmxazZLp5+Tw1hwKQuoU3x9zvnwFvea2bWzz4zpnNwCy9hnid2Pdl/a/WlOluy+tc8bO68FH7L7er6sKnVc0zFmHwQQEMEAgUoRiHtWM9K0XobaThALKGPjtFxVQ8+CVNU25dusoqr5ur+PtVtSVcvy291K4EXV2x5ocvsG68XPtoLbqrVM8JlqvfLMGwEEEEAAAQQQQGChCDBOBBBAAAEEEEAAAQQQQAABBBBIvgAzRAABBBBAAAEEEEAAAQQQQACB5AswQwQQQAABBKpGwBbv+EnVW+yjWshV1V3woxqf+wuKVAvbM2ueHPFb2p6W55/ZFmmnAQEEEEAAAQQQOIgCnBoBBBBAAAEEEKhKgdOPaJDTj2yIzL2387Gh50DWIfjsx8p+UlXbHOpv21TD7dZJ1WuzcnGy51Kq6h6neBv10gIEnyltwxYEEEAgRoAmBBBAAAEEEEAAAQQQQAABBBBIvgAzRAABBBBAAAEEEEAAAQQQQACB5AswQwQQQAABBBBAAAEEEEAAgbkSUFX30KoqttjHKqqaX/CjqtbkJlWvrFrIVdXt6y8uUnXqjUtkfM157j7Blxec2SqLmlkaEzShHBSgjAACCCCAAAIIIIAAAggggAAC8yHwwkdFAwQPtRwjw63Hus95bAyqzjOemORvs2dBllS9fla2bZZU1TI3qRbK1qDq1VULz6L8Z1K2nVSeAE/YynOiFwIIIIAAAggggAACCCCAwMES4LwIIIAAAggggAACCCCAAAIIIJB8AWaIAAIIIIAAAggggAACCCCAAALJF2CGCCCQaAFb0KPqLfSxiap6ZVUvtzZLquouOFL1cr+tOLfFRaoqfq6qkln7FMmlmyT4U1+r8qKYxU3BPpQRQAABBBBAAAEEEEBgHgU4FQIIIIBA1Qmcd3KzHL2yLjLv3s7H5dtUvWdBquq2qWrouY+qhp4Z2TMhcX5UC+1O1e3j56pqRTepemXVcG4bVQtBaaxOihcg+Ey8C60IIIAAAgggUEKAZgQQQAABBBBAAAEEEEAAAQQQSL4AM0QAAQQQQAABBBBAAAEEEEAAgeQLMEMEEEAAAQQQQAABBGZLQNVb1FPu8YKBalS9fVXVXTykqvnDqKrb5i82kpomGV/71Px2v/DUU1rkqFXRBU7+dnIEEECgmgWYOwIIIIAAAggggAACCCAwlwL1NfGBgQfaT5HR5vWRADP2nEfVe+Zj41LVUB/bbkmcH9VCP6fqPifyc1W1otum6pXtmZPbWOJF1etXYnPVNxN8ZmHfAoweAQQQQAABBBBAAAEEEEAAAQSSL8AMEUAAAQQQQAABBBBAAAEEEEAg+QLMEAEEEEAAAQQQQAABBBBAAAEEki+QqBmqhhfrqIbrwcU+quFtql5dtZCran6xkC0wUi3UVdVdhGTtmTVPkmzTSin+ufBRbcVN1BFAAAEEEEAAAQQQQAABBBA4GAKcE4GqEnjxo9tkcUs6MueexY/Pt6kWnvNYoz3jUdX88x7VwnZVr+z3EedHVZ1XyT87UlWxZ0+q6raJ86NaKDtVd7vlflJVv+jmquG621jlLwSfqfIbgOkjgAACCCCAAAIITFWA/ggggAACCCCAAAIIIIAAAgggkHwBZogAAggggAACCCCAAAIIIIAAAskXYIYIIIAAAgggMBsCttDHP46VVb2FO6rqLv5RVX9zvq6qkbJ1Uo22q0bbxtedb91D6WGHN8hZG5pCbVQQQAABBBBAAAERDBBAAAEEEEAAAQTmSuCw5bXynIe3Rg7f3fk4ydQvdYPLqBae7fgBZSy3pKruvla2pKruMyMr2wZVDR1DnB9VdV7F7ScHflS9NquqqrtNVa3qlu2ZlVtxXoJlp8pvQIDgMwEMigggsAAFGDICCCCAAAIIIIAAAggggAACCCRfgBkigAACCCCAAAIIIIAAAggggEDyBZghAggggAACCCCAAAIIIIDAghRQ9RbyxA3eFvNYsm2qXj9VL7c2P6mquxDI6qpqmVtX1dg8u+R0yXSe6PYLvrzkMe1SwyqZIEnllRkRAggggAACCCCAAAIIIIAAAggkRuClj26PzGW8pkN6lzwx365aeL5jjX5gGb/s11W9fn7dclWvzfqqemXVaG7b/WTPoiz59eJcVYubqB8Q4LHaAQgyBBBAAAEEEEAAAQQQQACB8gTohQACCCCAAAIIIIAAAggggAACyRdghggggAACCCCAAAIIIIAAAgggkHwBZogAAgjMtoCqii3uUfUW8aiqGzwm7jyq6jarFnJVdfurRnN/wZGfj697hrt/8GV5R1pe9riOYBNlBBBAAAEEEEAAAQSqXgAABBBAAAEE5kLgCSc0yelHNkQO3bPkHBFNxz7jsec6wSTOj2r4OZDTJNbHcj+pqltU9XK3cuBFNdymqu65bbNq+FmVtZFKCxB8prQNWxBAAAEEEFgIAowRAQQQQAABBBBAAAEEEEAAAQSSL8AMEUAAAQQQQAABBBBAAAEEEEAg+QLMEAEEEEAAAQQQQACBRAioamgeFozGb1D1tqlGF/6oamhhkKq6C41UvXbVcJ5rPVTGV50rxT/PPqNFjltdV9xMHQEEEKgUAcaBAAIIIIAAAggggAACCCx4gaY6lX97fHtkHkNNR0p/28mhZzrWSbXwXCdYtyAzqprv79dVC22qKvZj2yy3pOq1Wbk4BZ9F2TbV0n1tO6kgQPCZgsUslDgEAggggAACCCCAAAIIIIAAAggkX4AZIoAAAggggAACCCCAAAIIIIBA8gWYIQIIIIAAAggggAACCCCAAAIIJF+AGc6WQPGinmBdVfNBZYLnU/XaVb3ctql6ZVUvD7ZZ2RYZqWp+QdL4oc+UbF2nFP+8/PEdxU3UEUAAAQQQQAABBBBAAAEEqlaAiSOAwP9n7z6cLTvuA7//vu+9yTkHDCIBMItRJJgJkAABkGAExQCSEiiCBCmKEKMkipbWsla21rK9Xtul8q4te3Moe8tb3q2y/xqvqGVGBgEij++ve/qec9ObN4MJ7533PTW/292/7nPu7c87Cqer+uBCC+SLZw7tXp657KOHbx+v20Bd35lez5luQx0Htcz+dmGgVKErYbZeBo0+gIl1qP4a1ajbf2cR8OUzZwGyWwEFFFBAAQUUUEABBRRY5wL+PAUUUEABBRRQQAEFFFBAAQUUGL6AM1RAAQUUUEABBRRQQAEFFFBAgeELOEMFFFBgwwoAMb2ZBxjPp98HXT4HAGVTEHRlP58bjoC5G5diaUs8e/UnYvr4tau2xm+8bfd02rYCCiiggAIKKKCAAutBwN+ggAIKKKDAhhZ4y/Xb48Nvnl13eezgzfHczqtm1nmA8brOvHWellteXh6f23JQ14uyHWcOoNSglqVx5mO1NagzQyxWEfDlM6vg2KWAAgoooMC5C3iGAgoooIACCiiggAIKKKCAAgoMX8AZKqCAAgoooIACCiiggAIKKKDA8AWcoQIKKKCAAgoooIACCpyLAHQvoIFah7oJCCibh/rXA0oTalkaZz6g5qAroavnhiOgbFw6ffyd8fyhN8X08eX3749rjmwJDwUUUGB1AXsVUEABBRRQQAEFFFBAAQXOReAr7983M/zZLUfisaMfLOs/wLjMNZwMoKzjwGTZ+qCek+04c8Da15fyFKjXaPV8EQ2QTWONAsN++cwaERymgAIKKKCAAgoooIACCiiggAIbWMCfroACCiiggAIKKKCAAgoooIACwxdwhgoooIACCiiggAIKKKCAAgooMHwBZzhogdzws2iCQNmUlP25yQhqGybL1pfjoOt77tpPRbAS08f9t81uhpoeY1sBBRRQQAEFFFBAAQUUUOASC/h1CiiwYQVyreXqOS/7zRfP5KSgrte0eivbmk6/7Pe1PDB+SQ1014ozB1BqwHgtqSRGH6utPY26/bcGAV8+swYkhyiggAIKKKCAAgqsXcCRCiiggAIKKKCAAgoooIACCigwfAFnqIACCiiggAIKKKCAAgoooIACwxdwhgoooIACCiigwEsRACI3/QDlMkDZFAS1LMmpD2CcgVoHJs6D2XbsOBbPXP3J8bmt8ubrtscn37a7NS0VUEABBRRQYI6AKQUUUEABBRRQQAEF1iLwluu3x91v3TMz9Il9b4mndr96Yv0mXybTD5hcz8mLZD9M5oHsKtfKClDqUMt+LustoOtvuX6Za1T9tvX5Ar58Zr6LWQWGIuA8FFBAAQUUUEABBRRQQAEFFFBg+ALOUAEFFFBAAQUUUEABBRRQQAEFhi/gDBVQQAEFFFBAAQUUUEABBRTYcALAxG/OjT4ZmQTK5qF59UWbj4DyX7/u97f6C6c+EM/vf01MH195//644cTW6fR6bfu7FFBAAQUUUEABBRRQQAEFFFBg+AIbboZbV4iv3bZ/5ne/sLIvHj16V1mvgW6tpw2EmoNaZh5qHSjntbUdIPLIdpYZUHP9OjBeU8p8RltvyjrUFyJn3Tg3gaVzG+5oBRRQQAEFFFBAAQUUUECB1QXsVUABBRRQQAEFFFBAAQUUUECB4Qs4QwUUUEABBRRQQAEFFFBAAQUUGL6AM1RAAQUUuBACufkHKJcCZjYHAaUvP2CyDrUNlM1IQDkfajs3I0GtA/HctZ8Z9c9uk/n6B/aFhwIKKKCAAgoooIAC8wXMKqCAAgoooMDZBL7+gf1x6tDKzLCHj9wVp5d3jNZjZtds2roNUNZ1sp0BXRvqef18jA6oeejK/hrTaMj4H9QxmYDuxTNApoxzEJhdVTuHkx2qgAIKKKDAuhfwByqggAIKKKCAAgoooIACCiigwPAFnKECCiiggAIKKKCAAgoooIACCgxfwBkqoIACCiiggAIKKKDAIARyo9D0RICJTUow285zoOZzQ1IGUDYvQS1j96l4+ppPx/Tx6iu3xZdu8QU00y62FViXAv4oBRRQQAEFFFBAAQUUUECBdSVw66/tjDvfuGvmNz2x763xq32vL2s62Ql13QZqmWs3GTDZns5B7QfyMuV6wLjMJNR21qdj0VrT9DjbZxe4pC+fOfvPcYQCCiiggAIKKKCAAgoooIACCmx0AX+/AgoooIACCiiggAIKKKCAAgoMX8AZKqCAAgoooIACCiiggAIKKKDA8AWcoQLnKgDEvA0//RzUzUJQy/53AKUJXQmMNxtBrZdBow+o7dy0lAHEC1fcFs8ffMOod/Lfp9+xJ95+4/bJpC0FFFBAAQUUUEABBRRQQIGQQAEFFFgkcMXBlfjGHQdmup/dcvyPG8YAABAASURBVCgeOvLhkgcmXg6cazQZUPOtDrUNXQl1bQe6MkYH1PaoWtaFWglkdSKgy/XXoNqgzEE3puUtZwV8+cysiRkFFFBAAQUUUGBIAs5FAQUUUEABBRRQQAEFFFBAAQWGL+AMFVBAAQUUUEABBRRQQAEFFFBg+ALOUAEFFFBAAQUU2BACcPbNPLnpJ6M/IagvroHJ84Gyyai/UQkYb2qC2g9d+ex1n4vTK7ti+njggwfi4O7l6bRtBRRQQAEF1pOAv0UBBRRQQAEFFFBAgXUj8MAdB2LHVmZ+zyPHPhZLK9vKmg1Qyv7aTdYzgLKG0+pQ21DPga6MOQfU/tYFXRu6euufVwLz0ubmCPjymTkophS4eAJeWQEFFFBAAQUUUEABBRRQQAEFhi/gDBVQQAEFFFBAAQUUUEABBRRQYPgCzlABBRRQQAEFFFBAAQUUUEABBVYTaC+XgbrBB2qZ5wBlU1KrZ5kBNQ9MbEyKM0duVMqAOi7rLaDLxfZD8fS195w5qysO7V6O3/vg7H+tuxsxXbOtgAIKKKCAAgoooIACCiiggALDF3CG8wS+dMu+eON122a6HjlwSzy96+VlbSfXZaCuycBkmX0ZQFnnga4/88vLy+UaMNsP3dgYHVDbo+r4X649ZQAlB5NlSfpxTgK+fOacuBysgAIKKKCAAgoooIACG07AH6yAAgoooIACCiiggAIKKKCAAsMXcIYKKKCAAgoooIACCiiggAIKKDB8AWeogAIKKLChBIDIDUD5o6HWoW4CylzryzrMz7c+oGxGau3coNQCah8QbdNS9r149G3x3In3xfTx9hu3xxfes3c6bVsBBRRQQAEFFFBgvQj4OxRQQAEFFFDgsgu891U74tPv2DPzO36142Xx+NE7yjoNUPpzHQYY5xa1c90m+zKgjs96Rl4IulxrZ5kBZDERQPnOXGOC2bWnicE21iTgy2fWxOQgBRRQQIELJeB1FFBAAQUUUEABBRRQQAEFFFBg+ALOUAEFFFBAAQUUUEABBRRQQAEFhi/gDBVQQAEFFFBAAQUUUECBswlA3fiT46DWgWyWzUFQ6yVx5gMofWeapYCaAyba2cgNSi2Aci7U8tnrPhfP7742h03EF969N975ih0TORsKKDBfwKwCCiiggAIKKKCAAgoooMDmErjy8Ep8666DM5N+cWlbPHTsExNrL7kmA3UdJuv5ghkgst4CahvqOJhsx+iArm/ULN/RSiCr41w2oOZavb2AJtvG+QnkWb58JhUMBRRQQAEFFFBAAQUUUEABBYYr4MwUUEABBRRQQAEFFFBAAQUUUGD4As5QAQUUUEABBRRQQAEFFFBAAQWGL+AMFdjwAlBfQNMmkhuDWj1LmNw4BJSNRUB2jzcuAeM8UPqAksuNTUC0zU7PXPeFYGk5po/v3HUgrjy0Mp22rYACCiiggAIKKKCAAgpcbgG/XwEFFLisArlmsnMrM78hXzzz4vajJQ+UdRio5fLyclm3AUrZ1megtqGOg9k2EO0AynWzDWRRAhjnM9FfU8o6kOlxZG7csLJmgaU1j3SgAgoooIACCiigwAUQ8BIKKKCAAgoooIACCiiggAIKKDB8AWeogAIKKKCAAgoooIACCiiggALDF3CGCiiggAIKKKCAAucrAHVDEFA2DkEt83pAFuMAxmNaEihVoPT1NzQBZZMT1DL2XBNPXfuFmD52b1+K7374wHTatgIKKKCAAlMCNhVQQAEFFFBAAQUU2DwC3/7QgXj1qW0zE3784Hviqb1vGK/D5FpMBtS1Gahl5jKA8foM1HrLQx0LRB5AuS6QzXEdKPU8LzvyhTJQc0CmSn+p9D7auF7K6hoFfPnMGqEcNlABp6WAAgoooIACCiiggAIKKKCAAsMXcIYKKKCAAgoooIACCiiggAIKKDB8AWeogAIKKKCAAgoooIACCiiggALrUgDqZqD242CynfncFJRlP4CJDURAMIrccAS1D7pytfwLx94Vz564tX/5Un/VqW3xPV9AUyz8UEABBRRQQAEFFFBAAQUUUGDdCPhDLovAp96xJ+54w66Z7/7Vzhvj4cMfHK/TwOR6TK7JtIDal22gvICm1aG2oY6BWsbogFoHRq0o3zVvvWheDuo54fGSBXz5zEsm9AIKKKCAAgoooIACCihwLgKOVUABBRRQQAEFFFBAAQUUUECB4Qs4QwUUUEABBRRQQAEFFFBAAQUUGL6AM1RAAQUUUOBcBPqbg7IO3cYgqHWgbC6CxWV+J0z2t01MWS6KZ675dDy/71V5+kTc9rpdcc+79kzkbCiggAIKKKCAAgp0AtYUUEABBRRQYPgC737ljrjvln0zE31+eW/84tjdq67X5FoMdGs1rZ1lBkz2Teeg9ueXA1mUyHGl0vuArh+IXGPqdVt9iQK+fOYlAnq6AgoosMEF/PkKKKCAAgoooIACCiiggAIKKDB8AWeogAIKKKCAAgoooIACCiiggALDF3CGCiiggAIKKKCAAgoooMC6FoBuc1D+0OnNQUDZyJR90wFdH9R6bkCCWgfG/yXt6Tx0fc9c/8V4ceuBmD7ufe++uPW1O6fTthVYjwL+JgUUUEABBRRQQAEFFFBAAQUuqMDLT26NP/zYwbnXfPDEp+LFLfvHazZQ12Jy/aUFzOayD2oemLtuE6MD6phRtYzJErockKlx9NeT+vXxgOFULstMfPnMZWH3SxVQQAEFFFBAAQUUUEABBTavgDNXQAEFFFBAAQUUUEABBRRQQIHhCzhDBRRQQAEFFFBAAQUUUEABBRQYvoAzVECB8xWAunEIatmuM71pCCb7gbLZCWrZNjLl+VBzUMvsywDK5iUgTm87GE9f/9sx7/j9jx6M1129bV6XOQUUUEABBRRQQAEFFNjUAk5eAQUUGK7AoT3L8f2PHYwty8xM8qEjH41ndt04XlfJdZbzDWBmTSevlV8KtW9ePXMZUMcA2SzXygrUdtZbwGyu9VmuLuDLZ1b3sVcBBRRQQAEFhi7g/BRQQAEFFFBAAQUUUEABBRRQYPgCzlABBRRQQAEFFFBAAQUUUEABBYYv4AwVUEABBRRQQAEFNpQAEIteNgPdJiGodWC8sSgnCrUNs2VuXoKab/UsM17c/6p46prP5yVm4gcfPxhXHl6ZyZtQQAEFFFhHAv4UBRRQQAEFFFBAAQUUuGAC3x+thVxxcHYt5NF974wnDry9fA9QXkCT6ypQ61DLzPUDiHYAZS2n9UNtA21I6W8NoLShli2fZa4hZWQ9I+tAVo0LKODLZy4gppd66QJeQQEFFFBAAQUUUEABBRRQQAEFhi/gDBVQQAEFFFBAAQUUUEABBRRQYPgCzlABBRRQQAEFFFBAAQUUUEABBYYvcK4zzI1B0+dAt1FoXn+Oh25MbliC2gYmNj/B4vby8vJ47Asn3hvPnLwzpo8Du5fjBx87FHt2LE132VZAAQUUUEABBRRQQAEFFFBg0wo48WEK/OATh+J1V22bmdyTu14Tjxy9q7wIpq3DAKUNXZknTvdnezpyHNTzFtWB7Bq/qBhquyRHH0D5/lF1XGa9xaI1pdZvuTYBV8TW5uQoBRRQQAEFFFBAAQWGKuC8FFBAAQUUUEABBRRQQAEFFFBg+ALOUAEFFFBAAQUUUEABBRRQQAEFhi/gDBVQQAEFFFj3AsCqvxEoG4hgcZkXgK6/387NTVD7sp4BtQ1dmflnr/5EPHfkbXn6RLzs+Jb4zz5xcCJnQwEFFFBAAQUUWEcC/hQFFFBAAQUUUOAlC/zuHfvjva/aMXOdZ7adigdPfnb8Al+YXE/pv9w311eAMnY63/qg9kNXxpkDKDVgYj2oJM98QO0728tlgDNnWLwUAV8+81L0PFcBBRS44AJeUAEFFFBAAQUUUEABBRRQQAEFhi/gDBVQQAEFFFBAAQUUUEABBRRQYPgCzlABBRRQQAEFFFBAAQUUUGCRQNswBJT/ojWc2wYhYGJTUm5oyoCaz3oG1DbUMnMZUNu/etlvx/N7XzHzM9947fb447sPzeRNKDArYEYBBRRQQAEFFFBAAQUUUECBjSVw78174yNv3j3zo59f2RsPnrwnYmnLuA8oL5fJ9ZS1BkyeA7UNTKznQM3H6IDal98xao7/5RpSBlByMLmWlH2l46J/bI4v8OUzm+Pv7CwVUEABBRRQQAEFFFBAAQUWCZhXQAEFFFBAAQUUUEABBRRQQIHhCzhDBRRQQAEFFFBAAQUUUEABBRQYvoAzVECBDSkAk5uGchKLNg4BZZNSjskAygaoGB1Q+3KTEnT1bE/H8vJyOS/zv7rx/nhhxxWjK0z+e/crd8S3P3RgMmlLAQUUUEABBRRQQAEFLr+Av0ABBRRQ4LwFPvX2PXHPO/fOnH+a5fj58XviuS2HytpLrplkQLfGAozXU7IvA2oO6rgYHS0PjFpRzskKUK4NXdny/bWgPD/zLYBWPa+XGI9PtnJWgaWzjnCAAgoooIACCihwCQX8KgUUUEABBRRQQAEFFFBAAQUUGL6AM1RAAQUUUEABBRRQQAEFFFBAgeELOEMFFFBAAQUUUEABBdYqAJMvoAFmNiPBbK5/fZjtB8oGJ+hKmBwXW/ZEvoDm9NZ9MX3c8YZd8fXb90+nbSuggAIK9ASsKqCAAgoooIACCiigwMYQ+Oiv74773je7/pG/Pl888+zOa8t6TLahrp/ki2D6ATUPtcw+YO76S/ZlQB0LRB5A+R4gmyWAkstGvogGahvIVAno6iXhxwUX8OUzF5x0UBd0MgoooIACCiiggAIKKKCAAgooMHwBZ6iAAgoooIACCiiggAIKKKCAAsMXcIYKKKCAAgoooIACCiiggAIKKDB8gQ0zQ6gvm1ntB+dGo4zVxkDddASUDUowWbYNTlnmdbLMAMqmqKxnnN55Mp68/v6IpS0xfeTGrC+/3xfQTLvYVkABBRRQQAEFFFBAAQUUuGwCfrEC5yxw5xsXv2D3wWOfjF/tec14bSXXSjKA8foJdPXsy1heXh73x+jIHFCuk/VRqtSh5lo7yxZQ+4CWKmWuCWWURu8DunHZD127N8zqeQosned5nqaAAgoooIACCiiggAIXRcCLKqCAAgoooIACCiiggAIKKKDA8AWcoQIKKKCAAgoooIACCiiggAIKDF/AGSqggAIKKKDAagKw+gtogLJBad41oPYBZZMTEHkA5RxgnIeay01PGUDk5qgMqH1AvLj3hvoCmpg9fuNtu+O3b9k322FGAQUUUEABBRQICRRQQAEFFFBAgfUtcPvrd8W3Pnhg7o986PCH4om9bx6vp0C3VtLWUbLMgPl9wHgdJsdlQM316zB7PtRcTB0wmQciXzbThmUdaE3LCyTgy2cuEKSXUUCBgQo4LQUUUEABBRRQQAEFFFBAAQUUGL6AM1RAAQUUUEABBRRQQAEFFFBAgeELOEMFFFBAAQUUUEABBRRQQIF1JwDdxiGodZjcOASUDVDSmi94AAAQAElEQVT546GrZ7sF1DzMlrnJqUWOzzrUcfkCmmy3eOHg6+LJ67+cw2biM+/YE1+8Ze9M3sQ6E/DnKKCAAgoooIACCiiggAIKKKDAWOADr98V37lr/otnHjl0Wzx+4F1l3QXqWglQXiTT1kqm106yndH6oY6HWmYe6rX69RgdUPOjavkHjEvo1oWgy+cAqH1Zb8Eo1+qWF07Al89cOEuvpIACCiiggAIKKKCAAgoocAEEvIQCCiiggAIKKKCAAgoooIACCgxfwBkqoIACCiiggAIKKKCAAgoooMDwBZyhAgoosBYB6DYQQa1D3WTUPx+6HDCzMQpqLs+Z3tzU2q0EykYqqGXmM4B4/tCvx1PX3Rvzjs++Y2986ZZ987rMKaCAAgoooIACCiiwaQWcuAIKKKDA+hS48/W74ruLXjxz4OZ47ND7y/pIWxPJMgPqGst0vd+GOgZq2e/LegbUPpgsW1+qZT3LDKjrQqdPn85mZAk1B/UapcOPiybgy2cuGq0XVkABBRRQYBACTkIBBRRQQAEFFFBAAQUUUEABBYYv4AwVUEABBRRQQAEFFFBAAQUUUGD4As5QAQUUUEABBRRQQIF1KwBM/La2uSiTUDcZZT0D6lioZeYygPELafrttokpS2Dupqrs68dzR94ev7z6czHv+PQ79sT9t/kCmnk25hRQYF0I+CMUUEABBRRQQAEFFFBAgfjwm3fHtxa8eOaxA++JRw/fXpSgW0/pr40sLy+XdZZ+bl4dGK+1tH6o14yzHEAZAbXMBlC+F8hmeQFNqfhxSQR8+cwlYb5QX+J1FFBAAQUUUEABBRRQQAEFFFBg+ALOUAEFFFBAAQUUUEABBRRQQAEFhi/gDBVQQAEFFFBAAQUUUEABBRRQYPgCzvB8BKDbXAT1xTPAxMYjYHxpoPS1BDCx6QlqG7oSunpujIJ6jVbP8oXj74mnrr4n5h13v3VPfOOO/fO6zCmggAIKKKCAAgoooIACCmw6ASeswPoSuPumxesWjx14dzx8+M6ylgLdekiuhQDjNRUg8gU0mW8B3XhgYizUPqh56Nowvx69A+qYlpp+MXE/3+qWF17Al89ceFOvqIACCiiggAIKKDAkAeeigAIKKKCAAgoooIACCiiggALDF3CGCiiggAIKKKCAAgoooIACCigwfAFnqIACCiiggAIbRgDqhqP+RqOz/Xio5wDjof3NUa3eNk4BZRMVMN4s1cZAzT177D3x5IIX0Hz4zbvj9z9yMDwUUEABBRRQYJ0J+HMUUEABBRRQQIFNLPD5d++N+2/dN1fgsQPviYcPf3C8DgKMX0LT1kRamesnUPszB0ycl7kYHdCNyVwG1BxMlqPh5R8wUeb6T0lMfWQe6tjWBZPtlre8MAK+fObCOHoVBRS4RAJ+jQIKKKCAAgoooIACCiiggAIKDF/AGSqggAIKKKCAAgoooIACCiigwPAFnKECCiiggAIKKKCAAgoooIACfYHcUNRvz6tPjwHGm6TaeKBUoSv7G5+yEygbpqCW2Z8BlBfStHqWz+ULaK75fMw7bv21nfGnnzocK+7MmcdTcn4ooIACCiiggAIKKKCAAgoooMClEfjqbfviN9+zd+6XPXrg5njkyAfH6yhAWRvJtY8MmGxnLiNfQpNlBlDOb/UsW0A9H+oYIPIAyjlA+T4g8oBaZj1j3ppP5vsxPabfZ/3CCLjEdWEcvYoCCiiggAIKKKCAAgooMFQB56WAAgoooIACCiiggAIKKKCAAsMXcIYKKKCAAgoooIACCiiggAIKKDB8AWeogAIKrGsBqJuOVttIBIw3LEGtt0lB14Zah8mybYjKEmpf1s8Wzx55Z/zy2nvbV02Ub79xe/zl54/GoT3LE3kbCiiggAIKKKCAAgpcJgG/VgEFFFBgEwr8/kcOxifeumfuzB89dGs8cvj20gd1PQRq2dZE+i+ZabksgfFLY9oYqLnWD/VaMTqg1qGWo9TEP+jyUOtQyzYQiFwfAkoq61mB2s66cXEEfPnMxXH1qgoooIACClwkAS+rgAIKKKCAAgoooIACCiiggALDF3CGCiiggAIKKKCAAgoooIACCigwfAFnqIACCiiggAIKKKCAAvMEYHIjUW4wgslc/zxg/EKazMP89vSGqGxnQDe+tbOcjucO3xRPvOwr+RUz8ZqrtsZffv5IXH9sy0yfCQUU2OwCzl8BBRRQQAEFFFBAAQUUuHgCu7YRf/6Zw3Hrr+2c+yUPHbojHjn4/vHaCdR1kFz3aC+Tyfp0AOWlM5mHWodaZi4DiP41oF47RgfUOsyWo+6F/6C+eGbhADsuqoAvn3kpvJ6rgAIKKKCAAgoooIACCiiggALDF3CGCiiggAIKKKCAAgoooIACCigwfAFnqIACCiiggAIKKKCAAgoooIACwxdwhhtOACi/eS0voMmBwHgzVWtn2aJtjMqyBdRzWrtfAuONVpl//uAb4/EbH4jTyzti+rjy0Er8N795NG66YbZveqxtBRRQQAEFFFBAAQUUUECBiyjgpRXYJAJXHd4S/+1oLeIt12+fO+MHj34sHj/43vFaSa5tvJQAyjoJdGspMTrymkDpi9EBjD5j/L1AqUfvAHqtWoXuxTMw219H+XkxBXz5zMXU9doKKKCAAgoooIACF1zACyqggAIKKKCAAgoooIACCiigwPAFnKECCiiggAIKKKCAAgoooIACCgxfwBkqoIACCiiggAJrEYC62Wj6BTTAzMaldj2ofTBb5oaojBwLlI1Ry8vLpcz82eLF/a+OJ17+e/HC1oMxfezaRvzZpw/FXW/ePd1lWwEFFFBAgU0r4MQVUEABBRRQQAEFLrzAm1+2Pf673zoSLzu2Ze7Ff3bsM/H43reWtRPo1kfaugfM5lrfvBIoaycwWeZYqNeK0QG1Doxa9R9Qfkdtzf8EXzwzX+bSZpcu7df5bQooMDABp6OAAgoooIACCiiggAIKKKCAAsMXcIYKKKCAAgoooIACCiiggAIKKDB8AWeogAIKKKCAAgoooIACCiigwLoVAMpvm34BTbZLx+gDKBuZgFFr8h9Q+jILZFE2TOUGqQyg9AMT+exr0X9BzQu7ronHb/xWPL/r6ph3PHDH/rjvffvmdV3unN+vgAIKKKCAAgoooIACCiiggAIbXOCuN+2O/+qzh2PfjtlXhby4vCt+cvJL8dTe1y9c4wAi1zky2rrHvBK69ZI2FhhfF2od6riYOmAyn9/Rhkyv6bQ20IaUMvMwmSsdflwUgdk76qJ8jRdVQAEFFFBAAQUUUEABBRS4MAJeRQEFFFBAAQUUUEABBRRQQAEFhi/gDBVQQAEFFFBAAQUUUEABBRRQYPgCzlABBRRQ4FwEoG40yk1HeR4wfmFMtlsApQqUzVBAGRejA2o9NztlQG1DLadzrT1d5oYrdh4tL6B5Zu9rR1ee/fept++Jv/PJQ7FzK7OdZhRQQAEFFFBAAQU2kYBTVUABBRRQ4MIJ3H/rvnjgzv1zL/js1mPx4yvui6d33VDWQtp6BlDWSLKdkesaWU4HTI7r9wNzrwk1D6uXceaAyXGZ7q/1ZLtF5oHWtLwEAr585hIg+xUKKKCAAgMWcGoKKKCAAgoooIACCiiggAIKKDB8AWeogAIKKKCAAgoooIACCiiggALDF3CGCiiggAIKKKCAAgoosO4EcpNR/0dB3XAEROvLEigboHJsa2c9A2ofzC/bRqq28QqY2ZDV+loJ9VpLW3bEkzf+Tjx9+F0x73jnK3bE//DFo/GKK7bO6zangAKXQ8DvVEABBRRQQAEFFFBAAQU2oMD+XUvxZ58+FHfftGfur39q5w3xk1Nfiee3nyxrJEAZB0ysc7R1kLWUbR0kx0K9DlCu33LRO2CyD+j1xsRaTnb013BgdixM5vIc4+IKLF3cy1/aq/ttCiiggAIKKKCAAgoooIACCigwfAFnqIACCiiggAIKKKCAAgoooIACwxdwhgoooIACCiiggAIKKKCAAgooMHwBZ6jA2QSge8lMGws1B3UDEtR29reNT0DZCAVkugRM1oGy+QoYj4Way+tktE1WUPNQy+zrx1PX3BNPnvxIzDuuPrIl/scvHo073rBrXrc5BRRQQAEFFFBAAQUUUGDwAk5QAQVemsAbrt1e1hZuumHH3As9vvct8dOTvx0vLu8qaxz9NYt5dejWQqbXPvrjoY7LL+3nWx0oayvZhjoWiNWO6RfO9NvtvHm51md5cQV8+czF9fXqCiiggAIKKKDA0AWcnwIKKKCAAgoooIACCiiggAIKDF/AGSqggAIKKKCAAgoooIACCiigwPAFnKECCiiggAIKKLAuBaB7uUz7gVBzUDc0QW1nP9Rc1ttmJaBsvoJaZh/Uem6QygAmNky1HHT5zPUDur6nT9wej119b5xmOeYd3/7QgfidD+yf12VOAQUUUECBSyngdymggAIKKKCAAgpsIIG7b9oT//XnDsfx/Stzf/XDh26PB49+fGLdo61d5ItlMlq7lZlrkTlgYk0E6poJdPk2Ls9rdSDaAYx/Q+aALEquVM58QJdv6zZnukoxL1c6/LgkAr585pIw+yUKXCoBv0cBBRRQQAEFFFBAAQUUUEABBYYv4AwVUEABBRRQQAEFFFBAAQUUUGD4As5QAQUUUEABBRRQQAEFFFBAAQWaAHQvl5nOweSmpdyklGOAssEJyGYJYJwDSi4/ctNUC6BsuALK2JafLqc3W2X/C0feGo+94nvx/I6TMe/42Ft2x3//W0fi2qNtw9i8UeYUUEABBRRQQAEFFFBAAQUUUGBYAuc+m51bie9/9GDcf+u+uSefXtoWPz/x+Xjs4M1lHSPXJTJgcj0DmOjPMdORaxwZ/TzU82C2jN4BlBZ0JXT17ATKGguQzRJt/aY0znxkDroxZ9IWl1DAl89cQmy/SgEFFFBAAQUUUEABBQYo4JQUUEABBRRQQAEFFFBAAQUUUGD4As5QAQUUUEABBRRQQAEFFFBAAQWGL+AMFVBAAQXWtQDMfwFN/0fD/A1KQNnklGNhsp4bq4CyEStGR7b7AZS+fi7rMJlvm7Re3HV1PHrjd+Pp/W+Mecerr9wWf/Wl43Hn63fN6zangAIKKKCAAgoocLEFvL4CCiiggALrXOBN143WDu47Fre8dufcX/r0tlPxo1Nfiyd3v6asd0Bd68j1ilyfyMh6i2y3yBx047M9HUBZC4Fa9vuhngvzyxgdUPtG1fL78qUyGdleFNkPLOo2f4kEfPnMJYL2axRQQAEFLo2A36KAAgoooIACCiiggAIKKKCAAsMXcIYKKKCAAgoooIACCiiggAIKKDB8AWeogAIKKKCAAgoooIACCkwLwOwLaHJzUhsHlE1NMFn2+7MOtT/rGVDbbTMVUDZZLWpnvr9pK9tQrwGjc7fsiF9e96V48sSHYt6xshzxrbsOxHdGsW0L84aYU2DTCDhRBRRQQAEFFFBAAQUUUECBZjZOwAAAEABJREFUTuAL794bf3HPkbji4EqX7NWe2Pvr8eMrvx7PbTte1kByTWK1yPULoIwFynpH5jLaeVDz2YZaB6KNge58qPUYHVDred6oOf6OrGdAt44DZKoE1DrUMtd2oNbLAD8um8DFfPnMZZuUX6yAAgoooIACCiiggAIKKKCAApdMwC9SQAEFFFBAAQUUUEABBRRQQIHhCzhDBRRQQAEFFFBAAQUUUEABBRQYvoAzVGBDCEC3can9YKgblHKzUuayzMh6BlA2QLV6lhlAFiWAsgELJsvcQJUBNZ/13HwFlGu2duZaZC7jVyfujMeuuz9e3LI35h23v35X/KOvHI+3Xr99Xrc5BRRQQAEFFFBAAQUUUOBiCHhNBRRYhwLXHl2Jv/z8kfjCe+avIeRPfujIR+LBY3eP1yNy7QHq+gR0ZeYzoOayPr1mkbkMYLweArWe+RwP3fmZAyIPoPyGrLeA2VxbmwHasHJe5qHm+vXxICuXTcCXz1w2er9YAQUUUEABBRS4GAJeUwEFFFBAAQUUUEABBRRQQAEFhi/gDBVQQAEFFFBAAQUUUEABBRRQYPgCzlABBRRQQAEFFFBgkQB0L6CBWoe6aSnPgdk6UDY4tX6obahl5jOgttumqixbAOMNWZnLjVgZWZ8X2ff8gdfFIy///Xh232tj3nHywHL83c8cjvtv3Tev25wCCiigwOAFnKACCiiggAIKKKDAZhf4+Ft3l5fTvv6abXMpnt16PH50xVfjiQPvKOsSuQYB3fpFrj9kZD4DKOMy16Kfz/p0QD0H6nWhlm0cEHlAVwJlrQVqmf3TAYxTMLmG44tnxjTrpuLLZ9bNn8IfMkgBJ6WAAgoooIACCiiggAIKKKCAAsMXcIYKKKCAAgoooIACCiiggAIKKDB8AWeogAIKKKCAAgoooIACCiiggALrVgAmNy/lD4W6uSk3MmU7Ayibolq9v4EKCHrR72v1VgJlE1drtxK6fG7ugtqObQfjsevujydP3BWLjrtv2hP/6CvH4k3Xzd9otug88woooIACCiiggAIKKKCAAgoocI4C62T4VYe3xJ9/5nB87bb9C3/R43t+PX505TfiuV3XTqxpAGVtAupaR65N5FpEv8x6C6jjW3teCd0YmKzH6ABGn1F+B1DKGB3A6HPyHzDuzx6YXbvJvLG+BHz5zPr6e/hrFFBAAQUUUEABBRRQ4CUKeLoCCiiggAIKKKCAAgoooIACCgxfwBkqoIACCiiggAIKKKCAAgoooMDwBZyhAgoooIAC5yIAs5uYgLmXgMk8UDZEAWU8dCUw7suNWUC0zVytDZQNX/189vXbWf/ViTvi0eu/Ec9vPxHzjmuPbom/uOdIfO0D+2PLMvOGmFNAAQUUUEABBQYn4IQUUEABBRTYjAK/8bbd8b9+9Vi85frtc6d/emlb/OLYJ+Oh43cHyytlbSIH5npDP3K9YboNlHWKlgfKWsb0WKBcF5gZ3z83Rgcw+ozxeOjacZYDZtdsznKK3ZdJwJfPXCZ4v1YBBRTYJAJOUwEFFFBAAQUUUEABBRRQQAEFhi/gDBVQQAEFFFBAAQUUUEABBRRQYPgCzlABBRRQQAEFFFBAAQUUWFcCUDc59X8UzG5mgslxwMxGqbwG1HxuroJaB8rmK5gtoY7J8dObtzLXYrrv+b2viIdf/ofx1OF3xaLj42/ZHX/9tWPx3lftWDTEvAIXS8DrKqCAAgoooIACCiiggAIKXESBV1+5Lf673zwaX37//mDB9zy58xXxn676vfjl3jeP1yWAcT3XHPrrDVnPyHyLfrvVgfISmhwDlOtlPQMofUDJAwFEHtCVQMlDV+aYfgDjJsyu1bRO6Ma1nOUlE5j7RUtzsyYVUEABBRRQQAEFFFBAAQUUUGCDCvizFVBAAQUUUEABBRRQQAEFFFBg+ALOUAEFFFBAAQUUUEABBRRQQAEFhi/gDBVQYC0Cp0+fnhgGs5uagLIxamLgqJHnAqNa/QeUcVDL3Hy1KNrGren+zGe0PFA2b7V29i2vbIknr/x0PHbNl+LFrQdi3nFi/0r84BOHSpw8uDxviDkFFFBAAQUUUEABBRQYhICTUECBzSCwbQvx1dv2xX//W0fitVdtXTjlBw99MH528rfiha2HyktgcmBbU2hlri0ApT9z0NWznf1ZtmjtLKGObXWo7RwLXT3b0TugrpUA4yx09UwCZV0l6xkwu0aT+VyPydJYfwK+fGb9/U38RQoooIACCigwJAHnooACCiiggAIKKKCAAgoooIACwxdwhgoooIACCiiggAIKKKCAAgooMHwBZ6iAAgoooIACCiiwLgWAmd8F8zc39QcC4w1RwLgLah26MjdctQDKecDcTV7Q5XMjVztvusy+5w6+MR5+xR/F04feHouO975qR/zjr52Ie965d9EQ8woooIACF1LAaymggAIKKKCAAgoocIEFPvD6XfGPf+d4fOKtexZe+Vc7b4z/dNU34/ED7yrrDjkQKGsPUNci2toCUF50m2sLmcsSai7bGdC1YfZ8oFy7jW0l1LFx5oDahlpmGrp6tucFLF6bAeadYm4dCPjymXXwR/AnXDoBv0kBBRRQQAEFFFBAAQUUUEABBYYv4AwVUEABBRRQQAEFFFBAAQUUUGD4As5QAQUUUEABBRRQQAEFFFBAAQWGL3AuMzx9+vTEcJjd5ASMN3C1wVBzQEuVzVfAeCxQ+oDSl5u62qasLFu71afb8/JQrxUrO+OJq+6Jx669L17YeiTmHaOhce/Ne+Ovv3os8mU088aYU0ABBRRQQAEFFFBAAQUUUGCjCgz1d7/mqq3x9z53OL5714E4vGd57jRPsxIPHflw/OTkF+P57SfKukOuI2QAE+3M5ZpDRtb7MZ07WxvqtXNcBlDWQfKaceaAmoNaZhq6erYzYDIHs2syOW567SZzxvoS8OUz6+vv4a9RQAEFFFBAAQUUUGBoAs5HAQUUUEABBRRQQAEFFFBAAQWGL+AMFVBAAQUUUEABBRRQQAEFFFBg+ALOUAEFFFBAgXUtAMz8Ppi/2akNBMrGquk2TOazHxhv+ILanxuyoKtnOwOI3LiV9UXR78/6cwfeEI+8+o/jqSO3xKLjqsNb4gefOBR//pnD8apTWxcNM6+AAgoooIACCrwUAc9VQAEFFFBAgZcocGz/cnz7rgPx93/zaLzx2u0Lr/bk7tfF31717Xhs39vH6xNAqU+vJ+TaQcsBZY0CWPP6A9TrQi3zWlDr0JVx5oAuB5QsUH5baSz4gMVrMcCCs0yvFwFfPrNe/hL+DgUUUOCSCPglCiiggAIKKKCAAgoooIACCigwfAFnqIACCiiggAIKKKCAAgoooIACwxdwhgoooIACCiiggAIKKKCAAmsRgNlNTzC52QkYb54CymWBkpu3GStz0wHd+OwDykaw/uawVm9ljusHSyvx5KlPxMPXfzOe2fmyWHS85frt8Q/uPRrfuetAnDww/7+cvuhc8xtNwN+rgAIKKKCAAgoooIACCiiwUQS2b1mKe2/eG//8d0/EHa/ftfBnP7/1cPz8+GfjZ8c/Ey9uO1TWD5aWlsbrEFnvR1tHyDIj+7LMyHo/5uWA8h1Qy/74rENd0wAiD6D8FqhlP5f1fgDjJhCnT58u546TVtYosD6GLa2Pn+GvUEABBRRQQAEFFFBAAQUUUGCgAk5LAQUUUEABBRRQQAEFFFBAAQWGL+AMFVBAAQUUUEABBRRQQAEFFFBg+ALOUAEFNoxAbnTq/1iY3fwETGyGgsl2ng81B7VsuVYCE5u3+hu8Wh2IVs8NXdP1lZWVco3sa/HCnuvj0Rt+Lx47+cl4cXnxZrXbX78r/snXT8T9t+6L/bvcHhQeCiiggAIKKKCAAgpcCAGvoYACCpyHwG+8bXf8iweOxT3v3Lvq2Y8cuDl+eNW348k9ryvrATkYKPW2ZjBdtvWCVrb+Re2Wh7qeMT0++6H2wWQ53RejA+qYUXX8DyZzMLv2koOn12gyZ6xfAVeX1u/fxl+mgAIKKKCAAhdBwEsqoIACCiiggAIKKKCAAgoooMDwBZyhAgoooIACCiiggAIKKKCAAgoMX8AZKqCAAgoooIACCiiwSACY6YL5m6D6A4HyQhqgpKErgbIRDChjcjNWi7aJCxb3tbFZtvFZh3rdrPcjxzx77L3x0Cv/JJ46/J5Y7bj7pj3xLx84GffevDd273Cb0GpW9imgwMYT8BcroIACCiiggAIKKLCeBT7667vjX3zjRHz5/ftj747lhT/1yd2vjf901Tfj0cO3j9YVlkZBGQuM1xvaugAw8SLbll+tzHWE1t/qrQTKd7T+fhlnDuh+D1B+H3TlmWFzC1i85gLMPcfk+hRYWp8/y1+1SQScpgIKKKCAAgoooIACCiiggAIKDF/AGSqggAIKKKCAAgoooIACCiigwPAFnKECCiiggAIKKKCAAgoooIACCgxfYMPN8PTp0xO/GWY3QwFlQ1V/IHS53JCVfdDlYLae4zKg9gFlYxfUdtvw1S+z3o88v0Xmsx5bdsUvT30yHrrhu/H03tfEomPLcsQ979wb//qBE+UlNPt2ul1okZV5BRRQQAEFFFBAAQUUUECBVQXsXINAvnTmn/7u8fj67fvj6L7RQ/mCc57edkX85PgX4mfH74nnt58oaxD5vJ/Rnv379cxlAGVdIev9fqC8mGY6Pz0m21DXJFq9lVDzQPkO6NowW4/eAbW/pWB2rSX7ptdkMmesfwFXk9b/38hfqIACCiiggAIKKKDABRTwUgoooIACCiiggAIKKKCAAgooMHwBZ6iAAgoooIACCiiggAIKKKCAAsMXcIYKKKCAAgoocDYBYGYIzN8UNT0QKBvCMg+1DpPl9KatbLfNX1nvB0ye2x8HlM1ebXy/r+Ve2HV1PHbtV+KRa+6LZ3dcHYuObVuoL6H55sn4yq374tgqG+AWXcO8AgoooIACCqwnAX+LAgoooIACCqwXgW0rxKfevif+1QMnyktnTuxfWfjTnl/ZH784/NH48ZW/G0/veXV57m+DgdLOZ/62BgBdLvPzIsdmZB9QXkKT9cxBt+6QuRbZ1+pQx2Qbah26MvMxOqDmRtVV/8HiNRZg1XPtXJ8Cvnxmff5d/FUKKLBZBJynAgoooIACCiiggAIKKKCAAgoMX8AZKqCAAgoooIACCiiggAIKKKDA8AWcoQIKKKCAAgoooIACCiigwLoVmP6vbcPs5iiY3RQF83O5GQsoL6eBWvZz0/XWzjI3fWVkPSPr05H56cgxmXtu/+vi4Ru+HY+duiee33p0ofnKUsQnb9oT//wbJ+JbHzoYNxzfGh4XQMBLKKCAAgoooIACCiiggAIKbDqBw3uX44u37I1//a0Tcd/79kW2FyG8uLQ9Hj70gfjh1b8fvzzwtrJ2kM/zwPiFM/Pa+dyfkX0ZWc9YVM++DKjrElnPsf2A2tdyUNsxOoDRZ/0HtQ6U32qW4CsAABAASURBVAvUjqlP6PIwu7aSw6fXYDK3IWOT/ujRctImnbnTVkABBRRQQAEFFFBAAQUU2JQCTloBBRRQQAEFFFBAAQUUUEABBYYv4AwVUEABBRRQQAEFFFBAAQUUUGD4As5QAQUUWKsA1A1R/fFQczC5caqNgck8zLaB8aYsYLyJDGbrbRMY1D6oZX8DWNZzXEbWM/r1bGdk7ulDN8WDr/hBPH7y7nhhy8FY7bjzDTvjr+47Gn/2qcNx0w3bVxtqnwIKKKCAAgoooIAC607AH6SAAgpcLoFXXrE1vnPXgfhXD5yIz75jb+zetvjVHC/Gcjx28H3xw2v+IB49cHOwtFTWDPI5Hrr1g3ymz1wrp+vT7TYOGK875JgW2Z8Bk/1Q21C/O0YHdPVRs/w+qLm8HtR69k0HME7B7JpKduaLZ6AblzljYwksbayf669VQAEFFFBAgYEJOB0FFFBAAQUUUEABBRRQQAEFFBi+gDNUQAEFFFBAAQUUUEABBRRQQIHhCzhDBRRQQAEFFFBAAQXWtQDMbn6C2c1S0I2DWgcmNmTlRKHL9TdoAePNYFDrUMsctyhyo1i/L9sZmeuXrd7yvzrynvj5K/4kHj/58Xhh6+ovobnpxu3xZ58+HP/oK8fjE2/dHbu2ER4KKKDAOQo4XAEFFFBAAQUUUECBwQu8/7W74i8/fyT+hy8ejdtfv2vV+Z5mJR7Z/9742+v+KB46eGucXt5R1gWAspaQz+8Z+Tyf0epZZmSuRWu3MvNAuV7WM7KvBdTvAKL1tTLHtDp044ByveyHmo8zR7485kx1ogDGbZhdS2md0I1rOcuNJeDLZzbW3+si/1ovr4ACCiiggAIKKKCAAgoooIACwxdwhgoooIACCiiggAIKKKCAAgooMHwBZ6iAAgoooIACCiiggAIKKKCAAsMXcIbnIzC9kQpmN01BzeX1czNWlv3zoG6mAspGsuyHWoeuzHNbQM1nG5jY6JW5frTNYVlmZF8roZ7b2q3vV0dujp+//E/i0ROfiOe3HY3VjmuPrsRXb9sf/+d3rohvfuhAvOaqrasNt08BBRRQQAEFFFBAAQUUUOCyCvjll0LgqsNb4ku37It/83sn4g8+eiBef822Vb/2xaXt8ejB98XfXPP9eOTw7fHi8q5Vn/Xb83uWGflcn5F1oJzb2q0Exi+VyXEtoFtjmM4B5VqZj9EBdSzUcpQqaxlQ2zC/zHEZQBYloK6XQJfLjv6aSbaNjSvgy2c27t/OX66AAgoooIACCigwBAHnoIACCiiggAIKKKCAAgoooIACwxdwhgoooIACCiiggAIKKKCAAgooMHwBZ6iAAgoooIACG0IAJjdI5Y+G2c1TUHOtHxhvzspcBnQ5mK3nRi9gvOmrbR7LfAZ0fdnu92cdKJvMsp79Gf06ML5263vm6HvjwZf/IB678nPx3I6rYrVjZSnig2/YFX//N4/GX913NO6+aU8c3LO82in2KaCAAgoooIACCiiggAIKKDAYgS3LxG2v2xV/cc+R+OuvHotPv+Psz8XPrRyIhw/fGX9zzR/FwwdvjdMr9aUzUNcF8vm8Rf8Zfi05YOY5P6+RkefD2r4DiDyA8VpGO7+Vrb9fZr0fwLgJdZ0EulzrhNlc67PcWAKjpaKN9YP9tQoooMDFFPDaCiiggAIKKKCAAgoooIACCigwfAFnqIACCiiggAIKKKCAAgoooIACwxdwhgoooIACCiiggAIKKKCAAgqsJjD9X+WG2U1UUHP96wDjjVstD5QqMO4DSq5t6gLGfZlr0TaQtXYrgfLiGWC88SzHtshx/Xq2+/GrA2+JB6//djx09Zfj6T2vjrMdNxzfGvffuq/8F97/9FOH45bX7ox8Oc3Zzrvc/X6/AgoooIACCiiggAIKKKCAAucq8Jbrt8d3P3wg/q/vnozvjco3XbftrJd4ZvtV8Yujn4y/veb347ED7wlWto2f16E+8+dzOVCe5/OZPdutzHqLfq7Vs2yR47KeZYtst2i5LKH77uyHrg1E/4CuDbUOtcxxUOu5ZgK13vLTucxnLstLEX7HpRHw5TOXxtlvUUABBRRQQAEFFFBAAQUUmC9gVgEFFFBAAQUUUEABBRRQQAEFhi/gDBVQQAEFFFBAAQUUUEABBRRQYPgCzlABBRTYUAIw/8UyuXEKJjdYtYkB5QUyOaaf69eBsvkM5pfTG8Oy3QLqOa2dm8b6MS/fz7V6v3xu32vikWu+HD9/2XfjyUPvitOsxNmOt9+4Pb7/0YPx7753RfzhRw/EO1+5I5Y421n2K6CAAgoooIACCmwSAaepgAIKbEiB11+zLb5++4H41988EX/+mcPxgdftim1bzv6w++Tu18WPT/x2/OjU1+KJvW8q6wLAuGzP4POe31fra+NzTL/eb2cemFhn6PdnvR/Q/S6o9dYPXRtqHYh2QK3nmgfUevZBXT+BLpf56XGZMza+gC+f2fh/Q2eggAIKKKDABRTwUgoooIACCiiggAIKKKCAAgooMHwBZ6iAAgoooIACCiiggAIKKKCAAsMXcIYKKKCAAgoooIACCihwNgGY3DiV42H+piqo+RyTG7egOxcom86yD2odJst2DlA2jWU7A+q4rPejv8Gs5TOX0dpZZjsDiCwzl9GvZ/vFXVfG4yfvjp+98s/jsROfiOd2nIqzHbkJ732v3RV/5+5D8X9/74r4/scPxi2v3Rm7tnG2U+1XQIFLJuAXKaCAAgoooIACCiigwCKBt96wIx64c3/8q987EX/5+SPx0V/fFYd2Ly8aPs4/v7I/Hjn4vvibq74bPz/x2Xhm943jZ3mgrAEA5Tkcajn9HJ7P4v1c1mFybOYycizUvqxnQP2e1t9yWc6LOHNAPS+bQBbj31saq3xMv1AG6loI1Ov0T4XZXL/f+sYUWNqYP3uT/GqnqYACCiiggAIKKKCAAgoooIACwxdwhgoooIACCiiggAIKKKCAAgooMHwBZ6iAAgoooIACCiiggAIKKKCAAsMXcIYbViA3V/V/PMzfXAU1n2OBsnkr6/0AShMo/TBb5iYxYLxxLTeSQW1DLXPMapHnZLQxrd7KzGc9o1+Ple3x1OF3x4PXfzcevObr8eSBm+I0K3G2Y9tW4pZX74zvf/Rg/LvvXRF/cc+RuPumPXHNkbOfe7Zr26+AAgoooIACCiiggAIKbCgBf+y6FTiydznufP2u+OO7D8W//4OT8Xc/fSjuetPuOLxneU2/+cldr46fHf9c/O21fxiPHrotXtx2eOLZPp+vW/Sft1uuldmX0W9nvZ/LdovMZ7R2K+flsg8oawrAxO+D2o7RAbWe40fN8bhWbyXUca2dZQbUNRAgm+OYXkMZd1gZhIAvnxnEn9FJKKCAAgoooIACClwoAa+jgAIKKKCAAgoooIACCiiggALDF3CGCiiggAIKKKCAAgoooIACCigwfAFnqIACCiiggAIKrFUAJjdS5Xkwf5MVTI6F2gbKRq48NwNqGxhvCMsNXxnQ5aCOy3wLqP3Tm8yy3aKN7beznvlWQr1O5mD2e57fe2M8dsWn46ev+i/j0VH59K4bY63Hm67bFvffui/+l/uPxz/9+vH41ocOxM2v2RkHdy+v9RKOU0ABBRRQ4IIIeBEFFFBAAQUU2LwC27csxU037CjPp//zl4/Fv3zgRHzrrgPx7lfuiOxbi8wzW0/GQ4fuiB9e84fxsxOfj6f2vHZ8Gkw+S+fzdot81s56li2yndHaWbb2+ZRAWVPI62S0a0D9XVDLGB3Q1XMs1DbMlqPhq/6D+WsieRKQhTFQAV8+M9A/rNNSYCACTkMBBRRQQAEFFFBAAQUUUEABBYYv4AwVUEABBRRQQAEFFFBAAQUUUGD4As5QAQUUUEABBRRQQAEFFFBAgXUvMP1f74a62Sp/ODDxcpmWayV0/TBZzzHzNn71c1nPyI1kGVkHxpvMWi7zGdnOmK5nOyP7VlZWyvlZn44c04LlbfHUgZvi4Wu/Fj+5/o/isaMfimd3XBVrPU4cWIk737Ar/uhjB+PffPNE/MOvHItv3Lk/bnntzji+b2Wtl3GcAgoooIACCiiggAIKKKCAAqsK7N+5FG+/cXvc97598Q/uPRL//g9Oxp99+lDcfdOeeNmxLaue2+98fuvheHT/e+I/nfp6/PjqB+Lxg++NF7ceKM/QQCnbM/Py8vK4DZN9QGR/i3ZOlv1c1jO3MnpOb/VsrxZA+V6oZY6Fut7Q6q2EmodaxugARp+T/4Dx2gYw2XmmBXUtBCb7p9ZMzoy2GJrA0tAm5HwUUEABBRRQQAEFFFBAAQVeioDnKqCAAgoooIACCiiggAIKKKDA8AWcoQIKKKCAAgoooIACCiiggAIKDF/AGSqggAIKnKsA1A1W/fOA8cas3GgF9LtLHRiPKYmpD6j9bVNYlhk5DBhvJoM6DmqZY6D29+v9jWqt3i9bPc/JmG5nLgMom+Sy3iJ2HI0nj74/fnHdN+NnL/tePH70znN6EU2MjuuObokPv2l3fP+jB+OffeN4/MsHTsSf3H0wPvWOPfHG67bF3p1uZQoPBRRQQAEFFFDgggl4IQUUUGCYAttWiFed2hYf/fXd8b2PHIy//tqx+D++fTL+9FOH41Nv31P6zmXmz205FI/uf1f86ORX4odXfScePnxHPLfjynIJqM/hQHlGz2fkfJbOOFs9+/uR52RkLsuMVm9lP9fqQHlGh/pb2tgs50WcOaAbD7UOXXlm2JrWLaCuiwDttFIuWg8pnX4MSsAVm0H9OZ2MAgoooMDgBJyQAgoooIACCiiggAIKKKCAAgoMX8AZKqCAAgoooIACCiiggAIKKKDA8AWcoQIKKKCAAgoooIACCmwIAagbrXJjVUb/R0Ptg7oJC5jYvAX0h5c+oJStAyhVYLyhDShjcjMZ1DzUsm1Cy75+/WztNnZlZWX8PXlORuvLEma/J8dkvLjzivjl0dvKi2h+ev3349HjH4mnd90Y53oc2bsc73rlzrjvln3x9+45Ev/22yfjn/3u8fjPf+NQ/NZ798XNr94Z1x3bEivL53plxyuwDgX8SQoooIACCiiggAIKKHDOAqcOrcTbX74jPvuOvfFHHzsY/8v9x+I//OEV8Q/uPRJfv31/3PZrO+OqQ1vO+bpPbzsVDx94X/zoyq/H31793Xj48Afj2V3XzTwn5zNwRj4nZ2S9RWtnmdHPZ3s6sr/lWj3LFkB5yUyOabmsZwDlt2U9+6C2Wx3q+kGMDqCMha6EyTrU8UD0D6CsQ2QO6lpHroFkAJkex7zcuNPK4ASWBjejizghL62AAgoooIACCiiggAIKKKCAAsMXcIYKKKCAAgoooIACCiiggAIKKDB8AWeogAIKKKCAAgoooIACCiiggALDF3CGCpyvAFA2YQEzl4C6KQtqmQOgG9ffEJZ9/QDG14Vab+Pnlf1cq0N3XuZyQ1pGv97amWvRcq2czrd2lm0MUDannFY7AAAQAElEQVSyZe7F7UfjyUPvjYeu+Wr8+BV/Hg9d8fn45f63xvNbDsT5HMf3r8Q7Xr4jPveuPfFHHz8Y//DLx+L/+f6p+CdfPx7/1WcPx+/esT8+edOe8tKal5/cEgd3+2aa83H2HAUUUEABBRRQQAEFNoOAc1z/Ant3LMV1x7fETTdsj4/++u746m374k8/dSj+1/uPxf/7R6fif//a8fjT3zgUX7xlb9z8mp1xzZFzf9FMKry4tCN+ufu18YsjH48fXvMH8ZOrfjceO3xbPLv9yvI8ns+3GUB53gXKi2Ay14/2XNzK7APKOS3XyuxrMS+XfZnPmK5nG+pzPkxeP/taQDcmRgdQfktMHcBUpjahy0Ott5fKtBIoRvWM+tn6asvPzSDgy2c2w1/ZOSqggAIKKKCAAhtXwF+ugAIKKKCAAgoooIACCiiggALDF3CGCiiggAIKKKCAAgoooIACCigwfAFnqIACCiiggAIKbFiB3GzV//Ew+eKZ6f4cC3XTFnRl5jNgMpebyaDL9dvT9Wy3gHpOtqc3sWV7ZWWlbEbLeo5p7axnrkW2M7KdZYvpduZh9J1bdsUzB94Uj13x6fjJ9T+In173nXjk2Mfiqd2vjReXd+UUzztOHliJN79se3zkzbvjK7fuiz+5+2D8T799LP7NN0+UDYn/4oETo/bR+LNPH4rvffhAGXPPO/fGh0fjb33tzvJCmzddty1ec+W2uOHElrju6Ja46tCWOHVoJa44uBwnDQ28B7wHvAcu9j3g9b3HvAe8B7wHvAe8BwZ4D1xxcCWuPLwS1x5diRuOb41XndoWb7h2e7ztxu1xy2t2xl1v2hWffseeuO99++JbHzoQ//lvHIp/cO+R+KdfPx7/4Q+uiH/7nZPxD+87NnqWOxxfv31/fOKte+LtN+6Iq49sieWX8LaL06zEUztuiIcO3hY/uuKr8R+v+5P4xYnPxRP73hIvbDlQXqYClGfjpaWlUgKRz7stWr5fTve1dpY5rpWtnu2MbLdn72y3yDzU7211GD1fjyLbiwLqmBgdUOvAeB7T50E3Bmo9po5cwwBKtl8viakPqOOm0jYHLPAS/sdxwCpOTQEFFgiYVkABBRRQQAEFFFBAAQUUUECB4Qs4QwUUUEABBRRQQAEFFFBAAQUUGL6AM1RAAQUUUEABBRRQQAEFFFBAgbUKwOxmK6i5s23Uat8BjDe9weJ6bhwDykayrLeA2Vzry7K/oa21l5aWxhvq+pvfsr8f0+dmX+b6Zau3fLYzsv3CjiviqcPvjoevujd+dOOfxk+v/VY8fOzj8eTeN8ZzWw7HhTqWlyKO7l2Ol5/cGjfdsCNue92u+ORNe+Lem/fGN+7YH7//0YNlg+Nf3HMk/v5vHYm/+tKx+IdfORZ//bVj8b9/7Xj84985Ef/E0MB7wHvAe8B7wHvAe8B7wHvAe8B7wHvgnO+Bf/w7x+N/++rx+EdfOR5/dd/R8mKZ//pzh+O/+NTh+P7HDsYDdx6IL92yLz719j1x5xt2lReD5gtqThxYiW1buFCPhfHiyt54aver46FDd8RPTn01/uP1fzd+dupL8cTh98dzu65d+CwNjJ+P8zl26cyLaFqZuRb9XNZbflGZY1rkmKxPl/1c1s8WwNw1hBgdQORaxKha/gERUapr+oDufDi3c9f0BQ7a0AKjpZcN/fv98QoooIACCiiggAIKKKDAsAWcnQIKKKCAAgoooIACCiiggAIKDF/AGSqggAIKKKCAAgoooIACCiigwPAFnKECCiigwIYX6G/uyslA3aSVeaj1fh5qDmqZfdMBlA1lbeMZUDbLQc1DLVt/llDHZL0FdOPmbXLLcf181jMy3yLbGdluZdYz+m2o3wX1d/T7cuwLO6+Mpw69Mx6+4p74ycv+IH50/Z/EL059MR47fFvZJPjClgPhoYACCiiggAIKDFbAiSmggAIKXBCBF5d3xVM7ro9H9r0rfnb8M/G313wv/uM134+fn/zNeOLQzfH0jmvK8zR0z6hA+e58Ns1oz6utBMozd/ZlZL4fLZdlRvZlOR2Zz8h8li2y3Q/ovg8ov7ff387LsuWhngN1PHRlG9MvofbHggMY98DiF8/k2sZ4oJVNK+DLZzbtn96JK6CAAgqcj4DnKKCAAgoooIACCiiggAIKKKDA8AWcoQIKKKCAAgoooIACCiiggAIKDF/AGSqggAIKKKCAAgoooIAC5yoA3Satdi7UTVy5SQtqvfVlCZM5oGw26/dBzUEtsy83kkFtZz0DujYwsWGu9WeZ0TauZTkd2d+i35e51m71fpn1jBzTL6H7La2v9a+srMTprfvimb2vicePfCAePHVv/Pj6H8SPbvzT+PlV98fDRz8Sj++7KZ7e8bJ4YWVveChwoQW8ngIKKKCAAgoooIACCqxvgReXd8bT266KJ/a8KR4+dGf89ORvxd9e+4fxN9f9cfzs1H3x6NEPxa/2viFe3HYk8pkTumfjfPbMAMbPyDkmc61s9WxPR/b1o/VnLuutzHo/Mp/Rz52tnuNbAGUu2YZuPlDrMTqg1oEyN6jtGB3A6DMi1yIySmP0ATUPtRylxv+gW9OAyf68Bkzmxida2VQCG/nlM5vqD+VkFVBAAQUUUEABBRRQQAEFFNikAk5bAQUUUEABBRRQQAEFFFBAAQWGL+AMFVBAAQUUUEABBRRQQAEFFFBg+ALOUIFBCMDsZiyoubZZCxi/YKZNGmjVUgJlDFDa+QGUXH/zGdQcdGX2ZwDjDWjZbhvdoI7N3HTkmHwhTEarZ5mRY7PMWFSf7mvtHJ8B9TdN57MvI/NAvLi8K57ZdUM8eejd8djJT8bPr/5q/Oj6P44f3vBfxE+u+Wb84uQX4uHDH4wnDrwjntz1qnhm+6l4fnlPeCiggAIKKKCAAgoooMC6F/AHKjAh8MLSznh224n41a5XxOP73hoPH/xA/OL4Z+LHp74WP7zuj+NvrvuT+OnVX48Hj/9GPH7ovfH07lfFC1sOlOdjoDz35vMkEHkApa/lsuxHPndmZC7LjKxn9OvT7X5f1lvMG9f6ssz+RQH1twJlHjkeGL94Js+DOiZGB9Q6dOUoXf5Bl4PZehk09QHduFyzyG4gi4mA2dzEABubRsCXz2yaP7UTVUABBRRQQAEFLoSA11BAAQUUUEABBRRQQAEFFFBAgeELOEMFFFBAAQUUUEABBRRQQAEFFBi+gDNUQAEFFFBAAQUUeCkCbdNWuwbUjVqZbwE118ZkCbO5zE8HMLOZDiib1aD2AZFHf7MaUMZkrh+5wS2j5bKeke1W5gtpWrtfz/6M1pf1jGxnLKpnH1A21fXHZD6j5YDym2E0n+Ud8fyOU/H0vtfFLw/fHA8f/Wg8eOre+OnVD5SX0/zNjX8vfnjdfxY/uebb8fOr7i8vqXnw2N3x8JEPxqMH3xePH3hXPLH/pvjlnjfGU3teV15c89SuV8Svdr18FDeWeGrnDWFo4D3gPbB57gH/1v6tvQe8B7wHvAe8B7wHLsQ9cOPoOerlo2esV8Yvd71m9Mz1hnhi31vi8f3vHD2L3RIPH7ojHjz6sfjFic/GT6/4Uvz4qgfih9d+P/6/l/3d+Nvr/0786Krfi59d8cV4+Ngn4vHD74sn974hntt1bby4srs8+0L3XAiU3PRzI1CeL1s+nylXi3nj5uVWVlbmXrc/drqe7Yz2/VnPyHaWGUB51s165jOgy2UeahvqnGGyzDEtgFjLAd24tj6RZZ4LXV+2Wz7rhgIp4MtnUsFQYKMK+LsVUEABBRRQQAEFFFBAAQUUUGD4As5QAQUUUEABBRRQQAEFFFBAAQWGL+AMFVBAAQUUUEABBRRQQAEFFFBgQwnA5Iat/PFA2SAHtcxNXEB2leBMHWoOmBifg2AyB/PbbfPZdAlMbG7L/tzglmWL6XbmWy433WU7o+Wmy9aX+elofVlmZH+WGVnvR+YyMpdlRv/7s519LbK9tLwcbNsfz20/EU/vvD5+tffX4qkDN8UvD90cjx25PR499pGymfHhKz4bvzj5ufLiml+c+u34+akvxc+u+NKovC9+ceWXx/HzU/eVnKUO3gPeA94D3gPeA94D3gPeA94D3gPeA6vdA/k89dvxiyvujQev+EI8eOIz8fDxT8Yjo2ewx47cEU8cviV+uf9t8dTeN8Qzu18ez+04Fae3Hoilla3jZ9R8poPumTXb09Ge/7LMPujGt1zmp6P1tTL72/Nl5jIyl2VG1vuRuX5kX7ZbmfWMbGdkPQPqM3vWMz+OpaXxvKGOgW4u0OVidEDXhlofpcs/oJT5AZR1hH4dyOY4XxpnPoCSh1qeSY8LYFy3okAK+PKZVDAUUEABBRRQQAEFFFBAgTUKOEwBBRRQQAEFFFBAAQUUUEABBYYv4AwVUEABBRRQQAEFFFBAAQUUUGD4As5QAQUUUECBCyGQL5hZdB0gsh9mN3PB/BxQNoblNaHWoZa5iQ0oG9igK6HW+/39OtTzgcgNcUC5RtZb5PistzLr09Hvy3rG9JhsZ75FtjOy3cp+veWyzMi+eQHdHGD1ep4fowPmjxt1jf/B/DFgHjQADUAD0AA0AA1g4xqAvx00AA1AA9AAXppBPm9lAKs+V7UxQHnGhVpmvgVQnk1bu1/m8+HZIsfnmFZmPSPb7cUzWW+RfWeLHNvGtHqWLfp9mct2llDnArXMXPa1yHYLINoBjH2yf14eujGtf7USKN1Qy9KY+si1iqmUTQWKgC+fKQx+KKCAAgpsUAF/tgIKKKCAAgoooIACCiiggAIKDF/AGSqggAIKKKCAAgoooIACCiigwPAFnKECCiiggAIKKKCAAgoosCEFoL5gJjdutehPBGo/zN/0BTUPtcxz8zpZtoDaB5SNeTBZtg1qwPjlMsB4AxtQzstNb0AZk+dkZK6VWc9o7SxbZL5FP5f1lp9XZn9G9mWZkfXpaPksF0U7J/tbvZUtlyV0c8z+zPUjcy0y3+r9MvNG91/qv4AW5V70etp6D3gPeA94D3gPeA94D3gPeA9snHtg3rPSotz03zXHZS7LFtluMS/X+rLM/ixbZHteZH8/D/W5sJ9r9f7YrLeY15+57M8yo9X7ZdYzoHsOz3YLoDwHQdcPXS7HAZEHMPEsD2S65LIClDqQzZmA+WsQuc7QD5h//swFTWw6gQv48plNZ+eEFVBAAQUUUEABBRRQQAEFFNiEAk5ZAQUUUEABBRRQQAEFFFBAAQWGL+AMFVBAAQUUUEABBRRQQAEFFFBg+ALOUAEFLpQAMN78BXWjV//aUHPQjZvub21Y25gcD93YtlkNGG9qy1wLqGOzDXXM9Ma57MvI/HRkfmVlpby4Zl5f9k/n19Je7bz8voy8TiuzPh3tGllmZH+/zHpGy2e9xbxc67PcOJth/Vv5t/Ie8B7wHvAe8B7wHvAeWO0esM/74/zvgbU+M/XHtXq/zHpG+1tk/Vyjf27W++e3diuzSmp0ZQAAEABJREFUr1/PdgbU5+F5fZnLyHEZWc9odaA8E2cuAyjP360/yxbZnwF1DNQyRgfU5/NRtawltBIo1wMiD6hl1lcLoFwHurWH/vh86Qx0Y4B+t3UFJgR8+cwEhw0FFFBAAQUUUGCDCfhzFVBAAQUUUEABBRRQQAEFFFBg+ALOUAEFFFBAAQUUUEABBRRQQAEFhi/gDBVQQAEFFFBAAQUGIwCzG7mgbgLLTV8ZOVmYHZf5DGC8eQzI1EQAE/3AxCa1/ia3rM8LqOdkX26Qy7IfmetH68vcai+Dyf55kee3fL/ecvPKeePyuzOf0c7p11suy5bPc7Kd0XJZb5G5Fpnrj8+2sVw2Weqgg/fABbgHlr2G95H3gPeA94D3gPeA98DGuwfa89J02f6Wmc96PktlPSPbGVlvke3+mH4++1o7y9bOsh+L+lp+0Vhg4rmmjc+yRZ7br/fbmYf6LJ71DKjt/jhg/HwOtR8myzw3AybHxuiAbuyoufAfUPpyjaEF1FzpOPMBs7kzXRYKzAgszWRMKKDAeQt4ogIKKKCAAgoooIACCiiggAIKDF/AGSqggAIKKKCAAgoooIACCiigwPAFnKECCiiggAIKKKCAAgoooIACCgxf4GLPMDd/9b8DGL8wJvPZD2S1BNQ61LIkex/A+HxYXG8b2IByNrDqxrccn5Gb5foxL9f6s69FywETG/ky38ZkmRsMWy7L6cgxLdfqWWb086u1++NaPct2Tpb5O7LsR45p0fKtbbk883fVRBPvAe8B7wHvAe8B7wHvAe8B74HNcQ+c7fko+/NemC4zl9HyrZ5tmH12zP5Fkee0vlafLqf7WzvLHJvloshnxH5fjl9LQJ1HfyxQnr9jdAATz/CjVOmDms82kEUJYDw+E23NAMhm6SuV0QfUF9yOqiUPlDLbLfL8VrdUYK0CS2sd6DgFFFBAAQUUUEABBRRQYB0K+JMUUEABBRRQQAEFFFBAAQUUUGD4As5QAQUUUEABBRRQQAEFFFBAAQWGL+AMFVBAAQUUGJwAsHBOUPtyMxjU+qLBQNlEBl05PRa6Pqj16Q1wQNno1vJQx0EtY3QAZQzUso3tb8SbrueYzOWGvaxnZLuVWZ8Xrb+VOeZc63nO2SJ/14UYc7Zr2L/sS2qWNfB/DrwHvAe8B9ZwD/h/L/y/F94D3gPeAxv4HrjQz1f5DNhi+v+GQH0uzXyOybJ9f5YZmWt9Wc8Ayj3W8llmZF+LbLcAynNwtqHWoT4nAxPXmnd+Ow/qOTE6gNFnTDzLT48DJvqBWMsBky+eWXQOrO16i843vzkFljbntJ21AgoooMDFEfCqCiiggAIKKKCAAgoooIACCigwfAFnqIACCiiggAIKKKCAAgoooIACwxdwhgoooIACCiiggAIKKKCAAhdKIF8w06J/TagbwbIv81DbWc+Arg2UTWmZnxdQ+6GWbVNbK6HmoSuzbzqg9rc8UDbhwWS+9beNd1n2c1nPjYBZ9vv67cy3aPlsZz3PzXors575LPu5ee02rl+2ep6b9Szz3BaZa/XNVS6XjZTOWQfvAe8B7wHvAe8B7wHvAe8B7wHvgbXcA9PPTvlslbks8/ysZ7R6v8x6Rhub9YzWzvP60fI5pkX2n63e+rPsj892RstlOR3T/dmG7nkYah0oz1LQtYGZ52cg8oCuhK7e+mAy1/JZtoA6ZtEaQuZbtHMsFegE1lZbWtswRymggAIKKKCAAgoooIACCiigwLoU8EcpoIACCiiggAIKKKCAAgoooMDwBZyhAgoooIACCiiggAIKKKCAAgoMX8AZKqDAYAWA8uIYIHIjWH+iMNsHjIdAV88kML4W1Hpulsu+DCCLEkAZm/3TAZRNcZmHWoeuhO5cqPncdJfjVyv7mwNzbL+d501Hjmm5efWWa2Ub2y9bXyvn9eXv6Pf36/3xWV+tL/uN5bLJUgcdvAe8B7wHvAe8B7wHvAfO8x5Y9jzvnY11D6z2jNTvy3o+e+XfN+tZ9qPlWtnv69fbNVpu0fjMZ8wb189nf7YzoD7fZn1eAOV5J/vyPGD87Jy5FkC0AyjP3v12v57nQB0Dk2UbN10C4xTUeq4nAOW7gHF/Vlbry35DgbUKLK11oOMUUEABBRRQQAEFzi7gCAUUUEABBRRQQAEFFFBAAQUUGL6AM1RAAQUUUEABBRRQQAEFFFBAgeELOEMFFFBAAQUUUEABBS6GANQX0OTGsIz+dwBlE1nmgX7X3DowMR6YGQeUMTC/zBOALMYb7HJj3NkiN+FltHH9ej/X8tNlG9Mvc0w/sq/fznrmMrKe0a/nBsV+O+st16/nef3Ivn67f072GUtzN1vqostQ7gHn4b3sPeA94D3gPeA94D3gPbD6PZDPSP1npvTqt7OeuRyXZUbWM99iOpftft90O/v6uel262tl9me0dpZAeZYBzvq8286dPi/bLYByvRgdmQPGz9ujVOmDmuv3Z18GkMU5BdQ1BKB8V//kXDtoAfS7rCtw3gK+fOa86TxxAwj4ExVQQAEFFFBAAQUUUEABBRRQYPgCzlABBRRQQAEFFFBAAQUUUEABBYYv4AwVUEABBRRQQAEFFFBAAQUUUGD4AptmhkDZNAaUOedmsVI58wGTm8ugjjvTPVEA5Vr9JFCaUMvSGH0AZWxugpsXoyHlX/ZBHQtMbKADIg9g4lrAeDNfbtrLaNdp9VZmvtVbOS833Zft/gbG/jlZz2j9rd7KPDfrWbbot7PejxzTrpV1Y7n8fXXQwXvAe8B7wHvAe8B7wHvAe8B7YPPcA+2ZqP+slPV2D/TrmWvtPC/rGf18ay8vL5fni347z8mxZ4s8JyPHtRIYP7dmDmo769PRzuvnMwfzz4Hu2ReIPIDyPAzMfC/UvhgdwOgzxmOhtmN0QFcfNSf+AeNzcr0AmOjPXCaA8bhsGwpcCIGlC3ERr6GAAgoooIACCiiggAIKVAE/FVBAAQUUUEABBRRQQAEFFFBg+ALOUAEFFFBAAQUUUEABBRRQQAEFhi/gDBVQQAEFFFDgUgkAM18F9QU0uaksIwdANw66evZlAOONZ7mRLnOLArqxQNkwl+dkxOgAxjmodajn5Biodah9Ldcvs56b+LLsR8u1Mvv69Wy3yHxGa/fLls+yBVA2MbZ2lnlOlhn9emsv2uTYxmZpLI3vBy208B7wHvAeGNo94Hy8p70HvAe8B7wHZu+B9ryU5XTkM1Sa9fP99rx6y7WynZvtFi2XZeYWldkH9dkv621c1vvR8lkCM880me+P79ehjof67BujA2odunKUHj+HQ83ndaDWoZY5bl4A4zTUeq4BtICaGw8aVWA2N0r7T4ELIuDLZy4IoxdRQAEF1qmAP0sBBRRQQAEFFFBAAQUUUEABBYYv4AwVUEABBRRQQAEFFFBAAQUUUGD4As5QAQUUUEABBRRQQAEFFFBg0wjkJrOcLDDexJbtzANZnQjockA5JwcAWZQASh66Mjugtvv1/ka5ls8y8/0AyoteoF5jeuPedDvPnc5lOyP7+pG5jJbLej8W5XNM9vXL1erTfdmejtxYecliZSX8Lg28B7wHvAe8B7wHvAe8B7wHvAe8By73PTD9XNRvt2euluu3+/XWf7Yy55pj8tx+ZC5jOpftzGdkPWO6nu2M7MtYVM8+qM+0QHlBDdR2jI5+/6hZnqv7OSDT44D6IlmoeZgscyDUXNZbQD0v20D5HiCb48g1gXHDysYXWKcz8OUz6/QP489SQAEFFFBAAQUUUEABBRTYmAL+agUUUEABBRRQQAEFFFBAAQUUGL6AM1RAAQUUUEABBRRQQAEFFFBAgeELOEMFFFDgcglAt+ms/Qaom87aZjOgbEab7p9uQx3X3xzXxvRLoDRzXEbbmNfKzAHlO4GyIS9zMTqyzIDJfmA8Lvtb5DVbzMu1vixb/3S5Wl8bC/O/P/thtg9mcznWWJr7d9RFF+8B7wHvAe8B7wHvgaHcA87De9l74PzugXwug/oclfV0bGXWW2SuReagnpP1DKjPklnPaGNhMp9909HGZr7Vs8x2Rr+e7Qwg8gDGz7hQ65nPgNqGrpx3buYyoI5r52Y5L4BxGijfn4n+s3625wUwL21OgQsq4MtnLiinF1NAAQUUUECBdSbgz1FAAQUUUEABBRRQQAEFFFBAgeELOEMFFFBAAQUUUEABBRRQQAEFFBi+gDNUQAEFFFBAAQUUUGBTCcDiF9AkRG5My4DVN5/BZD8w3twG5KVKGyhlSZz5AEoNKC8fAcoYqGVusMuA2oY6rp/LekZ/wx9046b7+uNa33Qu8xnz8i2XZUaOy5iu99utfzqXeeP8NqHqpttLuAfK/77xfO8h7wHvAe8B7wHvAe8B74H1dw/kM1NG/2+T7YzpXLYzn9HqQGQ7I3MZWW/R2llmrJbP/unI8f0cdM+qMFnPcTE6YDaffTCbHw0v/4CJMhvQ5aCrZ9+8gPrMn8/1rR/qea2dfS1azlKBiy3gy2cutrDX7wlYVUABBRRQQAEFFFBAAQUUUECB4Qs4QwUUUEABBRRQQAEFFFBAAQUUGL6AM1RAAQUUUEABBRRQQAEFFFBAgeELOMPLLQB1M1r/dwATL4DJjWjQ5abHZhvIYhxAuUYmclNdlhlAFqUPJutAeSFEbuYDxmNgtp7XhDo+RgdMjsn+DKBcM+t53Syno+WzzMj+fpn1FtmXke1+mfUWrS/bWW8B3W/JPmP9bXT1b+LfxHvAe8B7wHvAe8B7wHvAe8B74GLdA2u7LtTnpvYcleX032ReLsdAPTfrGfPG9XOtnmVGO6fVs90C6rWhPnvGmQMYP3P2x0Idlzmodahl9A6gtKCWOT4DKM/EpXP0AYw+z/4PKOdBfdaHrg1MXGC1Z/2JgTYUuMACvnzmAoN6OQUUUEABBRRQQAEF1pWAP0YBBRRQQAEFFFBAAQUUUEABBYYv4AwVUEABBRRQQAEFFFBAAQUUUGD4As5QAQUUUEABBTalANRNaYsmD7U/N6Zl5DiY3LSWuXkBjDe+AWVIbqQrldEHUPpH1fG//I4c0wLqmOkNgMDEJj+YbOf5eQ7U82G2P8f0I8f3I/tau18/l1yel7GyshLnEu07LJdDAw28B7wHvAcu8D2w7PW8p7wHvAe8B7wHLu09cK7PQvkM1aL9rbKd9SwzWj3LfrQ+oDxLZDujjcn6ooDJ50dg/NwJk315DehyceaALgddvY2fV+apQBbjgMn2uONMBbp+qPV8nm5xZtjcIsdAPWfuAJMKXESBpYt4bS+tgAIKKDAlYFMBBRRQQAEFFFBAAQUUUEABBYYv4AwVUEABBRRQQAEFFFBAAQUUUGD4As5QAQUUUEABBRRQQAEFFFBAgUslAPM3neWGtPwNQHlJDJDN6OdL4swH1P5sAuWcrGfAbDvzGVD7YLLMvrYxL+sw2w81l+MyoLaBPGW8UTD7MoCSy42H2c5odaD85sytJdp5/bFrzViDmjMAABAASURBVLVzpkuovyGvYyyXzaI66OA94D3gPeA94D3gPeA94D3gPbCx7wGozznTzz+L2vn3nu6bl5ses1obut/QrgU1B7Wcdz7UPqjPkjkGaq5fh5qD+WX0DqC0oJZ5nUwA5Zk06xkw2858C6BU+8/oQLkGUPryo/VnPQO6vmwbl0bAb6kCS7XwUwEFFFBAAQUUUEABBRRQQIFBCjgpBRRQQAEFFFBAAQUUUEABBRQYvoAzVEABBRRQQAEFFFBAAQUUUECB4Qs4QwUUUECBKQFg/KKZ1gXMbGQDWveqJdRxwPga0NXz5LbpLjfHAZkqY7MCjOs5rgXUPFBeLAO1nf1Q60DkAZQxMTqg5kbVkgMmynZ+louibVrM/n492xnzcplfFDk+Y1G/+aXyN9JBB+8B7wHvAe8B7wHvgZdwD/j/Tyx5/3j/XNp7IJ9xMs7Ffd746dx0G+oz3aLvgdofZ44cB5T/nQD1+RAoz50wWbaxMTpgsg9qu43JMgO6fLYzoOaglqPLnfM/YHwOMP694+RUBZjK2FTg8gn48pnLZ+83K6CAAgoosAkFnLICCiiggAIKKKCAAgoooIACCgxfwBkqoIACCiiggAIKKKCAAgoooMDwBZyhAgoooIACCiiggAIKrAcBqC+gyZfBZMz7TS0PlE1v02OAcQqYGANM9LVGbsrLOlDGT7eh5nNM9kFtA+ONg9DloOZzbIyOLIGZsS0P9dzWzjIDJs/JXAsgpjc/9vugXhMWl2285aXdDKv35fT2u73/vAe8B7wHvAe8B7wHvAc2yz0Ai5+FoOub55HPWkB5huv3w+Ic1D7oSqjfk9eAmo/Rke0MqP0wW46Gle+H2pdtqHXoypbvl/Pq+SwNZFd57i2V0QfU3Kg6/geMx+R5445eJfPT0eu2qsC6EPDlM+viz3CZfoRfq4ACCiiggAIKKKCAAgoooIACwxdwhgoooIACCiiggAIKKKCAAgooMHwBZ6iAAgoooIACCiiggAIKKKCAAsMXcIYKLBCAuskNmBkBlA1wQOnLjW7ARK50nPkAztS6AmoOmDgParuNBFq1jMsG1Fx/k2DmWzvLFkA5L9vTY6D2wWyZY2E2D7O5RWPzO9cSMHtNMAcagAagAWgAGoAGoAFoABqABqABnIfBZTpnLc9EOQZm5zT9rJXj5uVg9lyYzOW5QHmRTIyObI+K8rwIjPPQnRejI8dBzbX6KF3Om263Z+PszwCyKAFdvSRGHzA/B5Tr5/VGw0odai7b/YCah67s91tXYD0I+PKZ9fBX8DcooIACCiiggAIKbBoBJ6qAAgoooIACCiiggAIKKKCAAsMXcIYKKKCAAgoooIACCiiggAIKKDB8AWeogAIKKKCAAgqsV4G26W3e7wMi+1vkGCCLEpkvldEHdPlRc+Yf1H5gvMEuB+Wmviyhy7frQs21/n6Z50Htb/VWAmWDIUyW2Z8Bk+dBNw5qH9SyPx5qDixBA9AANAANQAPoDMA6aAAagAagAWgAGsCkwaJnrEV56J7XYnSsNg7qd7UxWY5OGT+DQu2HyTLH5Fio+WxnQG1DLTO3KIBxV3umzQTUfOZaQM1l/3TkmOmcbQXWq4Avn1mvfxl/lwIKXAoBv0MBBRRQQAEFFFBAAQUUUEABBYYv4AwVUEABBRRQQAEFFFBAAQUUUGD4As5QAQUUUEABBRRQQAEFFFBAAQXOCMDkprfpjW7AxEa9fj/UvjOXGhfARB3mt6HmgfF35IlQ21nPALIYj4HZNjDuP7NpcGEbGL+cBmo9RgcwkQciD6Bca/q6UPNgCRqABqABaAAagAagAWgAGoAGoAFo0H+W6j9jAeNnsBgd/XEw6ZZ9GaNhM89nLZ8lkEPKmKwApQ5kc6KeCaDkWj3LFkCrlhIYj80EkMVEABNj8hkaag5q2T8h+/ttoN+0vjYBR10mAV8+c5ng/VoFFFBAAQUUUEABBRRQYHMKOGsFFFBAAQUUUEABBRRQQAEFFBi+gDNUQAEFFFBAAQUUUEABBRRQQIHhCzhDBRRQQIGNIgDE9Oa3/m8HykY6qOP6Y4H+0Jk6LO6H2gfMbD6M0QGU7x1Vx+V0fboN3TnZlwGU68fogNoPlBzUdm5YnBdQx83rM7dUDHXQwXvAe8B7wHvAe2Cz3wPO3/8Z8B7wHpi9B2J0LHIBRr1RnieA8rwHk2UZcOYjr5NV6MZMt6Hry/FADln4HaXzzAfUsWeaayqgOyefkTOA8VwWXaSNW9RvXoH1LuDLZ9b7X8jfp4ACCiigwMUU8NoKKKCAAgoooIACCiiggAIKKDB8AWeogAIKKKCAAgoooIACCiiggALDF3CGCiiggAIKKKCAAgoooMAqAtC9WCY3w/WjfxrQb45fWgOUTXYTnWcaQKlBV0JXL52jD2B8Dah1YNRT/wFl42CMDqh5YO45UPPw0srRV/lPgY0l4K9VQAEFFFBAAQUUUGAdCMBLexaD2fNzWjCZb7l84UzWWwDj58cYHdCdN2qW50iouX476xlAFhMBlPMymc/MWbYAWrWU2T8vYHJcGeyHAhtIwJfPrKM/lj9FAQUUUEABBRRQQAEFFFBAAQWGL+AMFVBAAQUUUEABBRRQQAEFFFBg+ALOUAEFFFBAAQUUUEABBRRQQAEFhi/gDBXYaAJA2UgHk2VumOvPBSb7gdKd44CZa5TOMx/Amdr8AijnZy/UOnRl5nNTITDeSAi13vIxOqA7BxhlolwXGJcxOqBrg3XQADQADUAD0AA0AA1AA9AANAANYLEB2AeTBu35DCbzUNuL+lfLL+oDRk93MfOsF2cOqP1nmudUAOPr5jNvngxdDmo98y1yHNQ8TJZtjKUCG1XAl89s1L+cv1sBBRRQQAEFFFDgQgh4DQUUUEABBRRQQAEFFFBAAQUUGL6AM1RAAQUUUEABBRRQQAEFFFBAgeELOEMFFFBAAQUUUECB8xQA1nQmELnJbl4AZcPevAsB89Kr5oByPWBiHDDOw/x6ngCUl9fA/DFA5AGc9XrgGNAANAANQAO47Ab+723/Bt4D3gPeA94D3gPr4B443+epeee1XJb9gPr/d/RzL6UO9XpQy7xW//kWyNRZA9Y27qwXcoAC61DAl8+swz+KP0mBzSvgzBVQQAEFFFBAAQUUUEABBRRQYPgCzlABBRRQQAEFFFBAAQUUUEABBYYv4AwVUEABBRRQQAEFFFBAAQUUUGAIArkRrz8PoLfRs6vnmDYWyOaqAd0YYOKa/ROBfrPUYTZXOs58QO2HWp5JzxTAxPeCbdAANAANQAPQADQADUAD0AA0AA1AA5g0mHnImkoAU5n5TZgdB5M5YOL5rV0JaNWFJdQx+czaIgcDc6+ZfTkuS6MJWG4WAV8+s1n+0s5TAQUUUEABBRRQQAEFFJgnYE4BBRRQQAEFFFBAAQUUUEABBYYv4AwVUEABBRRQQAEFFFBAAQUUUGD4As5QAQUUUECBiyAArPmqQNm4t2iTHtT+6QsC06mJNsz2A+W7YH7ZLgDz+8E8aAAagAagAWgAGoAGsEEM/J2r/v+B4N8RNAAN4PIbrPW5rI1rJdCqc0uY7QfK/26Yd0I+o0Lth1rOG9fPAf2mdQU2jYAvn9k0f2onqoACCiiwEQT8jQoooIACCiiggAIKKKCAAgooMHwBZ6iAAgoooIACCiiggAIKKKCAAsMXcIYKKKCAAgoooIACCiigwGYRyI18/bkCZdMfTJY5LiPHQu3LestlfVFAN37RmH4e6DetK3DRBLywAgoooIACCiiggAIKLBaAtT+bAeVZcvHVak97hoRufOYyoOZgsqxn1s8cV2t+KqDAtIAvn5kW6drWFFBAAQUUUEABBRRQQAEFFFBg+ALOUAEFFFBAAQUUUEABBRRQQAEFhi/gDBVQQAEFFFBAAQUUUEABBRRQYPgCzlABBS6TABBr2bwH3ea/HJ+RPxm6PMyv5zhDAQUUUEABBRRQQAEFFIgIEQYuAPOfC6HLJ0E+U2bAZD77FkUbv6jfvAKbXcCXz2z2O8D5K6CAAgoooIAC60rAH6OAAgoooIACCiiggAIKKKCAAsMXcIYKKKCAAgoooIACCiiggAIKKDB8AWeogAIKKKCAAgoosJkEoL6AJjfyLYq+BzBuLhrfz+dgIGB+ZL+hgAIKKHA5BPxOBRRQQAEFFFDg3ARg/nMdUC7UfxZcVC8DRx9QzxlVy79F41seJseXk/xQQIGxgC+fGVNYUUCBGQETCiiggAIKKKCAAgoooIACCigwfAFnqIACCiiggAIKKKCAAgoooIACwxdwhgoooIACCiiggAIKKKCAAgooMHyByzxDYOHLYYCZXwesOh4m+2cucCaRmwizCpPjwTZoABqABqABaAAagAagAWgAGoAGoAFceoN8dmvPcFmfDji333Su50+P37Btf7gCF0nAl89cJFgvq4ACCiiggAIKKKCAAgqcj4DnKKCAAgoooIACCiiggAIKKKDA8AWcoQIKKKCAAgoooIACCiiggAIKDF/AGSqggAIKKKDArMBqmwxnR68tA5SBeW3jdGiggfeA94D3gPeA98ClvQf01tt7wHvAe2Dt90A+vEF9hsv6hYr8G1yoa3kdBTazgC+f2cx/feeugAIKKHA2AfsVUEABBRRQQAEFFFBAAQUUUGD4As5QAQUUUEABBRRQQAEFFFBAAQWGL+AMFVBAAQUUUEABBRRQQAEF1oEAvLRNhos2FAIBBmx6A+8D7wHvAe8B7wHvAe8B7wHvAe8B74F1fg+s9mi66JlvtXOyD8jCUECBlyiwgV4+8xJn6ukKKKCAAgoooIACCiiggAIKKLABBPyJCiiggAIKKKCAAgoooIACCigwfAFnqIACCiiggAIKKKCAAgoooIACwxdwhgoooMCFFwDifDcjXvhf4xUVUEABBRRQQAEFFFAgQgMFLpwA+BKZC6fplRQ4dwFfPnPuZp6hgAIKKKCAAgpsHgFnqoACCiiggAIKKKCAAgoooIACwxdwhgoooIACCiiggAIKKKCAAgooMHwBZ6iAAgoooIACCiigwEAEwM2IA/lTOg0FFLgYAl5TAQUUUEABBRRQQAEFFDhPAV8+c55wnqbA5RDwOxVQQAEFFFBAAQUUUEABBRRQYPgCzlABBRRQQAEFFFBAAQUUUEABBYYv4AwVUEABBRRQQAEFFFBAAQUUUGD4As5QAQUUUEABBRRQQAEFFFBAAQWGL+AMFRiKgC+fGcpf0nkooIACCiiggAIKKKDAxRDwmgoooIACCiiggAIKKKCAAgooMHwBZ6iAAgoooIACCiiggAIKKKCAAsMXcIYKKKCAAgoooIACCiiggAIKKDB8AWeogAIKKKCAAgoocJ4CvnzmPOE8TQEFFFDgcgj4nQoooIACCiiggAIKKKCAAgooMHwBZ6iAAgoooIACCiiggAIKKKCAAsMXcIYKKKCAAgoooIACCiiggAIKKDB8AWfZG+WUAAAGdUlEQVSogAIKKKCAAgoooIACCiiggAIbReD8Xz6zUWbo71RAAQUUUEABBRRQQAEFFFBAgfMX8EwFFFBAAQUUUEABBRRQQAEFFBi+gDNUQAEFFFBAAQUUUEABBRRQQIHhCzhDBRRQQAEFFFBAAQUUUEABBRQYvoAzVEABBRRQ4DwFfPnMecJ5mgIKKKCAAgoocDkE/E4FFFBAAQUUUEABBRRQQAEFFBi+gDNUQAEFFFBAAQUUUEABBRRQQIHhCzhDBRRQQAEFFFBAAQUUUEABBRQYvoAzVEABBRRQQAEFFFBAAQU2ioAvn9kofyl/53oU8DcpoIACCiiggAIKKKCAAgoooMDwBZyhAgoooIACCiiggAIKKKCAAgoMX8AZKqCAAgoooIACCiiggAIKKKDA8AWcoQIKKKCAAgoooIACCiiggAIKDF/AGSqgwHkK+PKZ84TzNAUUUEABBRRQQAEFFLgcAn6nAgoooIACCiiggAIKKKCAAgoMX8AZKqCAAgoooIACCiiggAIKKKDA8AWcoQIKKKCAAgoooIACCiiggAIKDF/AGSqggAIKKKCAAgpsFAFfPrNR/lL+TgUUUGA9CvibFFBAAQUUUEABBRRQQAEFFFBg+ALOUAEFFFBAAQUUUEABBRRQQAEFhi/gDBVQQAEFFFBAAQUUUEABBRRQYPgCzlABBRRQQAEFFFBAAQUUUEABBYYvcJ4z9OUz5wnnaQoooIACCiiggAIKKKCAAgpcDgG/UwEFFFBAAQUUUEABBRRQQAEFhi/gDBVQQAEFFFBAAQUUUEABBRRQYPgCzlABBRRQQAEFFFBAAQUUUEABBYYv4AwVUEABBRTYKAK+fGaj/KX8nQoooIACCiiwHgX8TQoooIACCiiggAIKKKCAAgooMHwBZ6iAAgoooIACCiiggAIKKKCAAsMXcIYKKKCAAgoooIACCiiggAIKKDB8AWeogAIKKKCAAgoooIACCiiwQMCXzyyAMb0RBfzNCiiggAIKKKCAAgoooIACCigwfAFnqIACCiiggAIKKKCAAgoooIACwxdwhgoooIACCiiggAIKKKCAAgooMHwBZ6iAAgoooIACCiiggAIKKKCAAsMXcIYKKLBRBHz5zEb5S/k7FVBAAQUUUEABBRRYjwL+JgUUUEABBRRQQAEFFFBAAQUUGL6AM1RAAQUUUEABBRRQQAEFFFBAgeELOEMFFFBAAQUUUEABBRRQQAEFFBi+gDNUQAEFFFBAAQUUUGCBgC+fWQBjWgEFFNiIAv5mBRRQQAEFFFBAAQUUUEABBRQYvoAzVEABBRRQQAEFFFBAAQUUUECB4Qs4QwUUUEABBRRQQAEFFFBAAQUUGL6AM1RAAQUUUEABBRRQQAEFFFBAgeELbJQZ+vKZjfKX8ncqoIACCiiggAIKKKCAAgqsRwF/kwIKKKCAAgoooIACCiiggAIKDF/AGSqggAIKKKCAAgoooIACCiigwPAFnKECCiiggAIKKKCAAgoooIACCgxfwBkqoIACCiigwAIBXz6zAMa0AgoooIACCmxEAX+zAgoooIACCiiggAIKKKCAAgoMX8AZKqCAAgoooIACCiiggAIKKKDA8AWcoQIKKKCAAgoooIACCiiggAIKDF/AGSqggAIKKKCAAgoooIACCqwXAV8+s17+EkP8Hc5JAQUUUEABBRRQQAEFFFBAAQWGL+AMFVBAAQUUUEABBRRQQAEFFFBg+ALOUAEFFFBAAQUUUEABBRRQQAEFhi/gDBVQQAEFFFBAAQUUUEABBRRQYPgCzlABBRRYIODLZxbAmFZAAQUUUEABBRRQYCMK+JsVUEABBRRQQAEFFFBAAQUUUGD4As5QAQUUUEABBRRQQAEFFFBAAQWGL+AMFVBAAQUUUEABBRRQQAEFFFBg+ALOUAEFFFBAAQUUUECB9SLgy2fWy1/C36GAAkMUcE4KKKCAAgoooIACCiiggAIKKDB8AWeogAIKKKCAAgoooIACCiiggALDF3CGCiiggAIKKKCAAgoooIACCigwfAFnqIACCiiggAIKKKCAAgoooIACwxdwhgsEfPnMAhjTCiiggAIKKKCAAgoooIACG1HA36yAAgoooIACCiiggAIKKKCAAsMXcIYKKKCAAgoooIACCiiggAIKKDB8AWeogAIKKKCAAgoooIACCiiggALDF3CGCiiggAIKKLBeBP5/AAAA//95oLtyAAAABklEQVQDABgp3PcaB4TdAAAAAElFTkSuQmCC"/>
</p:tagLst>
</file>

<file path=ppt/tags/tag8.xml><?xml version="1.0" encoding="utf-8"?>
<p:tagLst xmlns:a="http://schemas.openxmlformats.org/drawingml/2006/main" xmlns:r="http://schemas.openxmlformats.org/officeDocument/2006/relationships" xmlns:p="http://schemas.openxmlformats.org/presentationml/2006/main">
  <p:tag name="MCDIAGRAM" val="mcDiagram:25d9e851-f712-4f1d-accf-4ee7e2a76413:ea1ba020-7f26-483d-9892-3d98b5b6db23:0:1"/>
  <p:tag name="MC:BASE64" val="iVBORw0KGgoAAAANSUhEUgAADwAAAAMYCAIAAAD5fIXoAAAQAElEQVR4nOzdBWATSwIG4I2nSSN1d1ooxbUUhwLF3d3dH+7u7u7u7u5WHAotdXePJzdlub6+YkUKlf+73L7Z2ZnZTRqSbffPhK3T6SgAAAAAAAAAAAAAAAAAAAAAAAAAAACA/IBNAQAAAAAAAAAAAAAAAAAAAAAAAAAAAOQTCEADAAAAAAAAAAAAAAAAAAAAAAAAAABAvoEANAAAAAD8NTqdjgIAAIACh8FgUAAAAAAAAAAAAAAAAAC5BgFoAAAAAPgLdDqdT2hiUppSq9UiIwUAAFBgkLf1knYGejw24yMKAAAAAAAAAAAAAAAAIBcgAA0AAAAAf5pOp9NqtYuOvU5MU4v02JgHGgAAoMB4E5K0a1glRwsJh8NBABoAAAAAAAAAAAAAAAByCQLQAAAAAPAXaDQanVY3qkWJis7GFAD8bXKlis/lUAAAv6zl3EtpaWkqlYDFYjGZTAoAAAAAAAAAAAAAAAAgF+BCFAAAAAD8BRqNRqvVUgCQB8gUyt0XrodERlMAAL9Mp9PJ5XKVSqX7iAIAAAAAAAAAAAAAAADIBZgBGgAAAAD+NN3/UQDwt6nU6ktPXqoUckOpJNumSzfvT5y3yt7GipQZDGrhpBH2tpbUrxk7a/mCycMZZDiKWrJh1+lLN40NDUhZX6C3bfmMHxoqIDhswZpt6xdMpgAgLyHv7/iYEwAAAAAAAAAAAAAAAOQ2BKABAAAA4O+gE5AA8Dep073f+Lx579uypoeQz/t8u1ctj1njBpPCxRv3l2zYuWrOeOoXKJQqJpOZ9d/+gK5t2zevT/0UB1srpJ8B8iDybxyfcQIAAAAAAAAAAAAAAIDchgA0AAAAAABA4cJI+8BIvEFuUdEB90M6leGG2BvV/naXmNh4Lo/r6x88bs4KJos5qn/X63ce3X7wVCDUmzNuiKFU0rrvaAOxyNrSbMY/A/WFgmmL1vkFhZgZGy6YPEIkFNCD3H30rGyJYl/bRdbBwyKiD526KJcrGtT2GNyjfateozwqln7p41equAupDIuMHtm3C5vNWrBm27jBPUmvEkWLhEZEdWjuVadaxdEzlz5//Z7sKDAk/NDGhRQAAAAAAAAAAAAAAAAAABQ4TAoAAAAAAAAKD62KGTRP9mZ+SuTjo7GdTDXvGljuVT0drlMkfN52095j5qU9Xao2v/P42cShvUlNalr64Y2LlAplcFjEyR0rFkwcPmHuypdvfV0c7Xavmdu2ST3SZvuBk+VKuh7ZtLime4X1Ow5ljnbj/pOqlcpkHX/41IVkfHJbv/Nw5uAe5UslJCbtWzv/wIaFOw6dJvUxCYlDe3eaO2HYsXNXJw7r3bllo+Pnr2UOkpKaNnVUvwlDe+06fPr63ccKueLivrV1q1WkAAAAAAAAAAAAAAAAAACggMIM0AAAAAAAAIWITqdl6GSpyYzT/tW0JilVRLc1FEeq95Txoq7aeqzOsC7FM8ls3LdTy1njBmeuxickFXGwIYWwiGj38qXYbJaTvXVSSkrNKuVvP3zaa+R0a0uz4i5OH4JCGRQVGhmlUChZzH8/dpuUkmZtYZr1YFbMHNu+eX267OsfTA9OyBSKf2YtS0+X6TQasioWCnlcjr5Az8LUhMFgsDis1HRZ5iCOdtYZbUT6cqXSPzjMvVwpJpNZrXK5LftOUAAAAAAAAAAAAAAAAAAAUBAhAA0AAAAAAFCIMHQqBqVMpgxrlQu0Fj3k6uQUg8lkkYWMGzlHo/6gtpn0je5MBoMsizjanrxwnRT8g0LJ8snLt+VKFps6qt+C1duOnr3iZGdtZmLUsmHtkLDIt36BdMfQiGiJSPjtY6MHDw6NuHD17pndq2LiEj3b98s45o/1X71HWcpk19fuPiKF9/5BFAAAAAAAAAAAAAAAAAAAFFAIQAMAAAAAABQiOq0mKMqQq31vogpXBspUDLW+GZ8S6Ot0TEqr0GnVORmkctkST1/69Bo1/eVb31ljBznYWB04eeHwmctarXb+pBGGUvHclVvOXLmlLxQM6dGe7nLn4bOa7uVzMri5mTFZtus/js1mScSirJM9fxc9F3XfMTPJIXE4LAoAAAAAAAAAAAAAAAAAAAoihk6nowAAAAAA/iCtViuXyweuf9S3oVtFZ2MKAP6se4/vxwberadbyiy7TBdyLDY4XsK4xxezNDIlt8oqhn1PKt+i55yuX9P9ycu3e4+dWzJ1FAUAf1aLORfHeVmULGIpFovZbPa3Z3AHAAAAAAAAAAAAAAAA+DmYARoAAAAAAKBwKV2irKB8RZ2sHUNgTRVpa6nVyqID02UpbL6+ztg6X2cVJWLRlVsP9p84HxkVu2DyCAoAAAAAAAAAAAAAAAAAAAoiBKABAAAAAAAKFwGfR5YZ6eePGEymwNyRKhDEIuGCycMpAAAAAAAAAAAAAAAAAAAo0BCABgAAAAAAAAAAAAAAAAAAAAAAAAAAgHwDAWgAAAAAAAAAAAAAAAAAAAAAAAAAAADINxCABgAAAAAAAAAAAAAAAAAAAAAAAAAAgHwDAWgAAAAAAAAAAAAAAAAAAAAAAAAAAADINxCABgAAAAAAAAAAAAAAAAAAAAAAAAAAgHwDAWgAAAAAAAAAAAAAAAAAAAAAAAAAAADINxCABgAAAAAAAAAAAAAAAAAAAAAAAAAAgHwDAWgAAAAAAAAAAAAAAAAAAAAAAAAAAADINxCABgAAAAAAAIDcpdPpKMhvGAwGBQAAAAAAAAAAAAAAAJAnIQANAAAAAAAAALlFp9NpQkPlTx5rdVoKSej8gM496zVpxmKxGB9RAAAAAAAAAAAAAAAAAHkMAtAAAAAAAAAAkFt0Ol3aowepM6ezbWwoyA90CoU6LIxRtx6Pz+dwOBQAAAAAAAAAAAAAAABA3oMANAAAAAAAAADkCp1Op/2IbWNje+AgBfmB0tc3pFPHtLRUJpPJZrMxAzQAAAAAAAAAAAAAAADkQUwKAAAAAAAAACB3ZGSgNRqypCBfUSjkGi1+cAAAAAAAAAAAAAAAAJBHYQZoAAAAAAAAgMKLQVHc7/1tQKmmfiUGq9VqMYtwvqNRq8kPDgFoAAAAAAAAAAAAAAAAyJsQgAYAAAAAAACAXIT0c36E6DMAAAAAAAAAAAAAAADkZQhAAwAAAAAAAAAAAAAAAAAAAAAAAAAAQL7BpAAAAAAAAACgEPPw8Ni4cSNdXrp06Y4dOygAAAAAAAAAAAAAAAAAgDwMAWgAAAAAAACAwm7JkiWRkZHUr1EoVBQAAAAAAAAAAAAAAAAAQO5DABoAAAAAAACgUGMwGFOmTBkzZkzWyokTJ7q7u3t6er558yaH46zbfvjV2w8UAAAAAAAAAAAAAAAAAEAuQwAaAAAAAAAAoLBr27ZtQkLCpUuX6NWLFy8GBATcvn177dq1gwcPVigVKtX3Z3cOi4xZv/PYmUt3dDoKAAAAAAAAAAAAAAAAACD3sLOuaDUKlSxCq9VSAAAAAFDosbiGbK6Y8REFAAAF3fr16728vDp37kxe9oODg2vUqMFms11cXBISEu49fhUTn6xUqoRCPX2hnkgoIEuh4FOBy+XQI8jkSrI8d/VeSHhUl7YN9QV6FAAAAAAAAAAAAAAAAABALvg3AK3T6dJiHobdrMfWM9dhsiYAAACAwk2rTBS5TDYqOozNZjOZTGSgAQAKMN1H1tbWvXr1WrJkydy5c11dXQ8cOEA2+fr6kmUtj/LkzwQKhTI1XZaaRm7pKanpEVFxpEBWdZTuYxJakDngKx//hat29eva0srCmPpLtnbvRt68WOyMcLaeRNJ4yhSBVJrz7k+PHlUrFW4NvAIfPSpev/7Xmj05eLB8u3bHJk2s3ruPsaMjBQAAAAAAAAAAAAAAAAB/xH8C0BqNhist61j3IgUAUBDpku4xJFUoAADIgchnE9LlGQQCAZPJpAAAoBAYPnz47t27SaFq1aoPHjxo3bq1t7f38uXL6a08HpfcjAwk2XoplCo6CZ21Mj4xecm6PYN6tba3Nqf+kraLFuubmJDCtTVr3lw4X6F9h5z3LduqFVkGPnwY8vzZtwLQR46Ub9eOAgAAAAAAAAAAAAAAAIA/61MAWqfTabVatVpNAQAUVGnvGAnXKQSgAQByTPERj8djs9kUAAAUXHfv3qULLBbL29ubLo/6iC4rv/nXAh6Xw+NKsgWjS7g61alavoi9dV74U0NCSLCBlRUp3N+16/2NG6TQaOLEx4cPFa/raV269MIa1QcfP8Fksc4vWGBfocL727fkSUklvLwoBsP//v0IHx8nDw82h3t7yxalLL1qz15Fa9emh72/c2dccNCdLVtI+e6O7Ylh4XyxqPX8BeRvLOcXLowLDNA3Mm4ydSpPX59u//LsmUcHDpA/vlTr3adYnTrHJk3Uk0jIX2QUqanNZs5Kjog4v2hhWny8U5UqNQcMfHr0aMDDByJTs+TIyFqDBhnZ21MAAAAAAAAAAAAAAAAA8H//mcyP/tJbCgCggNGpqZSbOv/JlFHjzzf2bF/yuwOcP7X95JH1SYmxt64dJasLZ/UJ/PCaAgAo0OivB1Gr1ThFBACAnDh86ipZ8nnc2lXLTxvdZ0C3li5OttRfdWjMPzv79FnbsgWTwynRsGH4q1dR799127y56dSpZ+bOca5WLejJ4/DXr0WmpsHeT/zu3HGuUZ30MrC27rljJ5vHJ+XKnTq71q3rULHS5eXLOq1d23XjppsbNyhSUujx3bt1M7K1q9q7Nynbla9ARmbzeNF+fo/277cuWbL7lq1OHh53t2+nGyvT0m6sX99x5cpuGzfd2bY1PTGRVLrWqes1bryRnf27a9fOzZ/XYPQ/PbfvSAwL8793j2zVNzGpN2qUo7s7HdoGAAAAAAAAAAAAAAAAgEz/mcxPp9MxGAwKAKCASTxLhaxgiLwo/e9nnb/Iq2kPsnzx9Oabl/er1241dspmCgCgEKBzz0g/AwBADrVsXMujQik9PpfKG9ouWqxvYnJiyuSMKZx5vNjAgJSYmBvr15FNemKJfYWK93ftYrI5Nfr2DX72TJ6c3GDM2LeXLhnb2WUbJy0+XpGWdmvTRlI2tLVNjYvjiUTZ2li6uWUMK5GoZLLYwEDy15WkyAiVXMFkfvrkOdm1edFiehIpKZNCXEAAKUgtLclSYmEeHxwcHxLy/PQpssrm8mRJSRn7srEhS56+fmpcLAUAAAAAAAAAAAAAAAAAWeDbzAGgQFPFUQmHdVGHKZWOYdaSUoZRFIvimlOffdjj3evHyxYOEgrFenqidl1Ghof6P3tyw9jUMiYqtGvvya+e31Eq5U8fX/vw/nm5Sp7XLh1s12mkSqXYsm5KWlpypSoNSJuFs/pIDYyZDGZCQvTIcWvZnLwS+wAAAAAA+IYnL3zMjKU2VubfaJOTj8K0aVqHypO8xo5b17aNaRFnY3sHqZV1zQEDdVrt44MHWFwuV6gf8vxZu6XLnhw5wtPXFxgYkPYMiTZ/uwAAEABJREFUxr9flsVgMnU6ndDQUE8iqdF/AIPBeHb8uL6x8b8NGJmFf3/FMLa3F5malGjYKDE0NNrPj64Um5klRYSTgjI9Pezlyxr9+pFyXFCQ2MIi4OFDV09PAxubcq1ai0xNAx8+1JNKw1+9YlD4jDoAAAAAAAAAAAAAAADAlzEpAICCSp1IRa+gog5RigQGQ0H5DtK96U4FraAo7edtN62bOH7qtnnLT6enJ9E1RsbmfQbNKVuh9oM7Z+malu0GV63ZrKJ7fXp1/cqxfQbOXrHxRlxsxMO750lNqTLV+wyeq9NR/n4vKQAAAACAPM8/KCw5Nd3K0lyro75xy9d4IlHtQYPPL1hgWaKEiaPDwVEjj44fL7WyIpscKlXU6XRMFktiYWFTqtTnfSXm5uGvX/veukVGODZh/IERw2VJSTx9/cwGQmPj62vXZOtVsUOH0JcvyY5ubFhv+P/5pDl6erUGDTo6ftzali1catYQmZqSyof79q5r1VKjVjtXr9Fo/IRra1aTXby9ekVqYUEBAAAAAAAAAAAAAAAAwNdhBmgAKKC0Cl34VkqWTLFdKG0gpUum1MkMg4aUwySKwfq8eVpqkr1TxpdWFy/hTtdYWDmSpVBfnBAfJaQkn3eRydKKFCtLCmXK1aQTz5ZWTmSpry9RKhUUAAAAAEDelpyS9vTl+9ZNalMFUa8dOzPLpZs1IzdSqNy5C7ll1ldo157cSKHlnLl0Tfl27ehC2Vatso3j4O7++V46rf5P+rnh+Al0wWvsuM8bO3lUJbesNZ4jRho7OtJliaVlsxkzMzdlHkDx+vUpAAAAAAAAAAAAAAAAAPgvzAANAAUUk8ewGc5wWcJwnMgQGuqUaTqLIZTDRIrx5Q9+iEQGyYlxpBAc9I6uyfod1p9qqIzvv85cNTAwTYiLIjXPvG+Ymtl8sQsAAAAAQJ514sKtpg2qUwAAAAAAAAAAAAAAAAAA+Q1mgAaAgovBorQyKm6fTpbEcFpAGX1r4rQBwxetWjKcy+MrFDIWi/PFNiZm1u99nty5cYJeHTJ62baN096+emBt41y1VvPHDy9TAAAAAAD5xLmr9zyrV+By8GeBvyZz2mkAAAAAAAAAAAAAAAAA+FG40gkABVraCyruPsN+DqVf4mtNth14SZZ+756NmrBOTyCa8k8rE1Mrt1JV6K3Va7fK2njpuqtkWbVmc3p11IT1mZvGTtlMFwaNXEIBAAAAAORhj569tbE0tTAzpgAAAAAAAAAAAAAAAAAA8iEEoAGg4NLpqMQHVJHFlJ7Dd9sKRZIVC4dGhAcUK17R1NyWAgAAAAAooPyDwtLSZRXLuFIAAAAAAAAAAAAAAAAAAPkTAtAAUHAxGJTNsBy2rVqjGblRAAAAAAAFWnJK2tOX71s3qU0BAAAAAAAAAAAAAAAAAORbTAoAAAAAAAAACocTF241bVCdAgAAAAAAAAAAAAAAAADIzxCABgAAAAAAACgUzl2951mjIpeTF78M6tikidG+vnQ5Pjjo8JgxpLClS+fMJS09IeHNxYuksLlzJ+oHPTl48OnRo9TvsLF9e+rX/NAdIQ/I0fHjqN+EPA4UAAAAAAAAAAAAAAAAQD6HADQAAAAAAABAwffw6RsbSzMLUyMqzzO0tWuzaNEXN0X7+oY8f0blf3/xjjw5coQCAAAAAAAAAAAAAAAAyOfy4rRPAAAAAAAAAPAb+QeFp8vklcoWp/IqBoNBlt5HjoS9fOnRs+e11au/mIF+sHdPhI+Pk4eHRqU+OW1qtK+vc40aNQcMTAoPP79oYVp8vFOVKmQ1s/3J6dMi3rw1tLWtN3IkXaNWKM4vXBgXGKBvZNxk6tSjE8Y3mjhJYmFxddUqqxIlzIsWzTrO0fHjGCwW6dVyztz/Hi2l02qPTZroXK2aq2e9rAPy9PXv79r1/sYN0qzRxIlMNuvk9OmWxYvHBwe7d+lqX6nSz92RxPDwg6NGkkFqDx5StHbtl2fPPDpwQKtWV+vdp1idOtt79jB3ddUolOSOVOvTJ9sg93bseLhvn9jcrEK7dmmxcXHBQXe2bKnauzcFAAAAAAAAAAAAAAAAkG9hBmgAAAAAAACAgiwpJfXpq/e1PMpRf1y6TB6fkJSUkvbdljqd7tW5c+Fv3jSdPv1jFvrLKnfq7Fq3bpGq1eQpKTX69e+9Z++bixdJ/bn58xqM/qfn9h2JYWH+9+7RjSNev06Pj++ze3f13r0zp1t+tH+/dcmS3bdsdfLwuLt9e8lGjV6eOUPqfW/dKlKt2ufjFKtdJ1v6+ePRUmfnznWuXr1k4ybZBgx/9Srq/btumzc3nTr1zNw5pDGLzan/z5g2ixZfX7/u5+4IoUhNbTVvftvFS56dPKFMS7uxfn3HlSu7bdx0Z9vW9MTE5Kiomv0HNJ4y5fnpU58P4nP1SrPp0zutWs0TCN27dTOytUP6GQAAAAAAAAAAAAAAAPI7zAANAAAAAAAAUJCdvHC7QwtPKneky+TpMoUsYymXyRWk/LHm06oejysU8M0Tk/VzMFSQ9xMGM6ef0xYaSKVWVqTA4nDJMj4khM7+srk8WVIS3SY2MMCmTFkWl2vu6kpuTw4e/FgZyGAwkiIjVHIFk8ksVqfu7gH97cqXtylTmsXhfD6Osb3953tPT0qM+eAnNDT4fECy05SYmBsfs856YglZSiwtMgbk8ZRp6T93RwhTZ2cygp5EokqXkfHNixbTk0hJPSnEBQQIpFKyiaxyePzPB6k3+p8b69ZqVOoKbdtSAAAAAAAAAAAAAAAAAAUCAtAAAAAAAAAABdbZK/fq1ajIYf/Yr/86nU6uUJKbQqlSfCooFdlrVDwOR6VWC/T49E2PzzMyENtYmurp8egaMo5arU5KCNV8b48MBqPxpMl3d+54duyYbfmvTlbNYDLJmHSHrPUGNjblWrUWmZoGPnyoJ5XSlSaOToGPn5BCQkjI6wsX9MRi6mOgWWRqUqJho8TQ0Gg/PzaPZ2hre2f7tqo9e30+zrvr176YyRZKpV3Wb9jQvh0ZJ9uA+sbGUivrmgMG6rTaxwcPkMbxwcFkGRcUxNHj/9wdoR+fzLLYzCwpIpwUlOnpYS9f1ujX79uDvDx7tuOq1aTx6mZNizdo8I0JtgEAAAAAAAAAAAAAAADyCwSgAQAAAAAA4MdERsfR8/7KFUqlUkUVLBw2W6VWUwWCf3A4j8vxDwonNw6HRX5eWq3u402r0WhIgfyfpsmo+VQWCvTiE5N5PC7pyyfLTwUeuUnEIv7HVVLJ/3ijfqv6o//Z3KljW5fFX2sgMTcPf/3a58qVbPWNxk+4tma1LClJbG5eZ/AQutLc1dXUyenQ6NFsHrdGv/6BDx+SyoodOlxesfzNpUs8obBqr96kpmTDRmfmzLYpU+Zr4xCLa9X85/qNrHtk83iNJ00+NWN61w0bsw5o7OAQ8vzZwVEjWWxOqaZNSMukiMgDI4aHv3nTdvGSn7sj2XD09GoNGnR0/Ljgp0/LNG8uMjX99iBmzkWOTZqYHBlZc+BAslVobHx97ZpagwZTAAAAAAAAAAAAAAAAAPkWg55wiCzJtc/4kKupvtMc616kAAAAAKBwi3g6PjZFZFR0mFQq5fP5zC/Nf/nTtFqtXC4fuP5R34ZuFZ2NKQDIJyKj4wKCwz8EhVmZmzAYDIEeX6QvYBS86WTJPaKn5s3nIqLiomPjS7s506tMBpNiUCzyn4/YLBbz/2UWvaT/w2SQNlzu70k2f5oB+sghzZ5dtgcOUvnWg927K3fpQv24+OCg62vXtpq/gMo/lL6+IZ06Ko6fNDIx1dcXsX9w+vAWcy6O87IoWcRSLBaTvgXwJQIAAAAAAAAAAAAAAADyAMwADQAAAAAAAN+hVquv33uq0+qsLU3bNq3L43IoyNuSUlJfvwto39yTgt+hVNOmFAAAAAAAAAAAAAAAAADkGQhAAwAAAAAAwLeER8Vevvmolkc5WyszCvKJkxdud2iB9PNvoyeRUD/F0NYuf03/DAAAAAAAAAAAAAAAAJAvIAANAAAAAAAAXxUQHP7+Q3C3tg0pyD/OXrlXr0ZFDhu/8gMAAAAAAAAAAAAAAABAwYSroQAAAAAAAPBlvv4hUTHxDWq7U5B/PHz6xtbKzNzUiAIAAAAAAAAAAAAAAAAAKKCYFAAAAAAAAMBnAkMiomITqlUuTUH+8SEoTCZXlCjmSAEAAAAAAAAAAAAAAAAAFFwIQAMAAAAAAEB2SSmpT168q1apFAX5R2Jy6rNX72tWKUsBAAAAAAAAAAAAAAAAABRoCEADAAAAAABAdmcu323s6UFBvnLqwq3mDWpQAAAAAAAAAAAAAAAAAAAFHZsCAAAAAAAAyOLKrcdVK5bi87gU5B9nr9ytV7MSm82iAAAAAAAAAAAAAAAAAAAKOgSgAaDA0ul0mWUGg0EBAAAAQA688vkgFgntrM0pyD8ePn1DfmTmpkYUAAAAAAAAAAAAAAAAAEAhgAA0ABRAuo9e39C+vKJrOVHH4TJZLBYy0AAAAADfFR2bEBgS2aReVQryjw9BYTK5olLZ4lReptNRGg0F+UKWj5ICAAAAAAAAAAAAAAAA5E0IQANAQUOnn19cUR+ZxdATUQdnaltPVvN4XDYbGWgAAACA7zh96U7PDo0pyD8Sk1OfvXrfunFtKg8j5+eqgIAP7pUpyD+YTCZ+gQIAAAAAAAAAAAAAAIA8CwFoAChQ6PTzy2sZ6eeGg4V2Jdm7JiTtm6RtO10u1OcjAw0AAADwDWcu323s6YHzpfzl1IVbHVvWp/Iw8ozi1ayltLVNS0tVKZVanZaCvI1BMbg8npDHYzHxCxQAAAAAAAAAAAAAAADkUQhAA0DBkS39XKouj1R2nSfZMS7p0HQVMtAAAAAA3/D4uY+NlamZiSEF+cfZK3fr1axETnGpvIrxEdfAUMDnM2UylVpFztgpyNvIj4zD4fD5eiw2G789AQAAAAAAAAAAAAAAQN6EADQAFBBZ08+efT6lnwmJKavrXMnuScmHpiuRgQYAAAD4ouCwyMSkFM8aFSnIPx4+fWNnbW5uakTlbUwmk83h6DGEXC5Pq9XqKASg8zoGxSA/NRY7A351AgAAAAAAAAAAAAAAgLwJAWgAKAiypZ/LefGybjWwYHWZI0YGGgAAAOCLFErVrQfPO7dqQEH+8SEwVCZXVCpbnMrzyIk3i8ViMpk6DoeC/IPxfxQAAAAAAAAAAAAAAABA3oMANADke99OP9OQgQYAAAD4mjOX7zSuW5WC/CMpOfX5a79WjWtR+QRytAAAAAAAAAAAAAAAAADwezEpAID8LCfpZxqdgY4N4B6azkxLlavVGtKRAgAAACjcbj987lbUUSrRpyD/OHHhVrMG1SgAAAAAAAAAAAAAAAAAgMIKAWgAyMdynn6mIQMNAAAAkJVvQAg5GyrqZEtB/nH2yt36tSqz2fhCJwAAAAAAAAAAAAAAAAAovBCABg0NE+cAABAASURBVID86kfTzzRkoAEAAABoySlpL177Va9cmoL844H3azsrc3MTQwoAAAAAAAAAAAAAAAAAoBBDABoA8qWfSz/TkIEGAAAAIM5cvtvY04OC/ONDYKhcoXQr5kgBAAAAAAAAAAAAAAAAABRuCEADQP7zK+lnGjLQAAAAUMhduf3Yo2JJPv+Hz6MKA10WVJ6RlJz6/LVfzSplKQAAAAAAAAAAAAAAAACAQg8BaADIZ349/UxDBhoAAAAKrVc+/iKhwM7anIL/IieEWq32weH0s8tSVSqVRpOHThFPXLjVrEE1CgAAAAAAAAAAAAAAAAAAEIAGgPzld6WfachAAwAAQCEUHZsQGBJRqWxxCv6LPtW8ty/98mrF6wuqy2tTFXJyiqjOC6eIZ6/crV+rMpvNpgAAAAAAAAAAAAAAAAAAAAFoAMhHfm/6mYYMNAAAABQ2Zy7faexZlYL/ok817x9Ku7Vd2XayqP108cuzugsrZXkhA/3A+7Wdlbm5iSEFAAAAAAAAAAAAAAAAAAAfYfooAMgfciP9TKMz0LsnJR+armw7XS7U57PZLAaDQUGOkR+NJjFJq9VS8FcwmWyJmPERBQAA8E1nr9xtWNcD7xjZZKafb25WtRwrcizHIZUdZkj2T0vS6WQNhlEUn5wisv/KW+2HwDC5Qlm5nBsFAAAAAAAAAAAAAAAAAAD/hwA0AOQDuZd+piED/Ssy0s9yeVBVTwr+Eoa+vvn18xwO628FswAAIL94/PyttYUpJhLO5ovpZ8LShU1noCnqr2WgE5NSn7/xbdWoFgUAAAAAAAAAAAAAAAAAAFkgAA0AeV1up59pyED/CrVaQ5aW69ZzrK0p+LPkL19Gz52TmpauL9RjsfCkBQCArwoJj05ISqlXoxIFWXwt/UzLzEAzGPL6Q/9CBvrkxVudWtWnAAAAAAAAAAAAAAAAAADgvxCABoA87c+kn2nIQP8c8gPSanWkwDY2ZpubU/BnscPCyI8gPV3O53FJgQIAAPgShVJ14553l9ZeFGTx8TRGe2+f7PaOL6SfaZ8y0FOTKepPZ6DPXL7boFZlNotFAQAAAAAAAAAAAAAAAADAfzEpAIC86k+mn2l0Bjo2gHtoOjMtVa5Wa5AozQmtVkvB30OepSq1WqvV4ekKAABfc+byncaeVSnIgk4/392bfnu78mvpZ5qlC7vdVLHvNdbFVXKFnJwiqv/Ae+4D79f2NhZmJoYUAAAAAAAAAAAAAAAAAAB8BgFoAMijsqaf6/X9E+lnGjLQkO8wGAz63wsFAADwJXcevnAr6mggEVHwf5np5zs7VS3HfSv9TLMu/kcz0H6BoQqlyq2oAwUAAAAAAAAAAAAAAAAAAF+CADQA5EXZ0s9lG/yh9DMNGWgAAAAoMPwCQrVabVEnWwr+7z/p57HfTz/T/lgGOjEp9cUbvxruZSgAAAAAAAAAAAAAAAAAAPgKBKABIM/5u+lnmoEFq9NMccwHDjLQAAAAkH8lp6Q9e/2+OqK0Wfxc+pn2ZzLQJy/eatagOgUAAAAAAAAAAAAAAAAAAF+HADQA5C1Z0891ugv+SvqZZmTN6jxbggw0AAAA5F9nrtxt7FmVgv/7lfQzLbcz0Gcu321QqzKbxaIAAAAAAAAAAAAAAAAAAODrEIAGgDwkW/q5QlM+9VchAw0AAAD519XbT6qUL6HH/2sfJ8trfj39TMu9DPQD79f2NhZmJoYUAAAAAAAAAAAAAAAAAAB8EwLQAJBX5LX0Mw0ZaAAAAMiPXvn46wv17G0sKPjod6WfabmRgfYLDFUoVW5FHSgAAAAAAAAAAAAAAAAAAPgeBKABIE/Im+lnGjLQAAAAkL/ExCUGhoRXKlucgo9+b/qZ9nsz0AlJKS/e+NVwL0MBAAAAAAAAAAAAAAAAAEAOIAANAH9fXk4/05CBzm3vb9xY3qD+zj59VjVutLF9+xg/P+o3CX/1KuzVy/jgoMNjxlC/Say///HJk+glBQAAkPecuXynsWdVCj7KjfQz7TdmoE9duNW8QQ0KAAAAAAAAAAAAAAAAAAByBgFoAPjL8n76mYYMdG4rWrt2t82bh545W71Pn3Pz51O/ie/tWynRMYa2dm0WLaIAAAAKgbNX7nrVdmcwGBTkZvqZ9lsy0Gcu32lQ253Fwq/nAAAAAAAAAAAAAAAAAAA5xaYAAP6e/JJ+ptEZ6D2Tkw5NV7WdLhfq89lsFtJFv51rvXqXli5RyWTpCQnnFy1Mi493qlKl5oCBwd7e5xcs4ItErp51K3boeHn58oAH97lCYaPxE0yKFNnStYu+kZFdufICA4NnJ0+q5LJiteuUa93q+cmTpI3Q0ODBnr2Wbm56YnHZVq387971u3uncqfOWcen9/728uXYAP/qffvtHTyoZOPGJRs13ta9W/et2y4vXxb51ketUtbo21dqaZV5tPHBQSenT7csXjw+ONi9S1f7SpVenDqVeQBVe/Xa2r2bVYkSsuRksyLOVbp3TwoPz7rTo+PHMVgsMk7LOXMpAACAX/bkhY+Vham5qREFuZ9+ptEZ6IMzkylKXn8oRfHJKSI756eID7xfO9hampkYUgAAAAAAAAAAAAAAAAAAkGOYYgoA/pr8lX6mYR7oP0Nsbp4WH39u/rwGo//puX1HYliY/71793buaDh+fLfNm1Pj4t9du0Yqe+/a3WTylDNzZpMuyVFRTadNd+/WLT0hocv69d02bX588KCeRFq6WbNaAwcJDTNCRaWbNn1z+RIpvDx/rmTDRtnGp3ft6O4e9OSJVq1Oi4sLefosKSLC2MGRlC2LFye7rjdyFBk229Gy2Jz6/4xps2jx9fXryGrWAyCr8uTkOkOGtpg1O+jJ48/vFGlQrHYdpJ8BAOC3CAmPiktILl28CAV/Kv1M++l5oP0CQhVKVXEXBwoAAAAAAAAAAAAAAAAAAH4EZoAGgL8jP6afafl+Hmjm9x5qrYqiNNRflRIdLZBK40NCnp8+RVbZXJ4sKSkxPMKmbFmyWnvwYO/Dh+0qlGey2Ub29rLkZFIpkBoIDAxIQaWQn5oxXZku02qz3wuhkRF55pHB4wIDLdzcso1Pt+Hp6zNZrNAXL4rXq+//4MGHu3eLVKtGKj/cuxfs/TQ5OkqryT6sxNIiYxAeT5mW/vkBkJ1y9PRIQd/YJDE87POdGtvbUwAAAL9MqVTdvPesc+sGFPzZ9DPtJ+aBTkxKefn2Q8tGNSkAAAAAAAAAAAAAAAAAAPhBmAEaAP6C/Jt+puXveaAZnO/dWNRf5Xf7lsTCkisUGtjYlGvVuuaAgW4NGhg7OkqtLJOjokiDG+vWCgwMYj58IOW4oCC6Fx0wSggJ8bl6tdmMmQ3Hj9colRn1TCaV5adTomGjM3Nmu9TISBplGz+zjaN7lZsbN9hXrqRvbPTs5AknD483Fy7oicWNJk0i7T8/4PjgYPpIOHr8zw8gJSpKmZamkski3r4xsrX7fKcZRwgAAPDLzly+29jTg4K/kX6m0RlonyvMHM4DffLCrWYNqlMAAAAAAAAAAAAAAAAAAPDjMAM0APxp+T39TMv380DnPe+uXYvx+xAfGiK1tGw1dx6paTR+wrU1q2VJSWJz8zqDh3iNGXtj3Tp5aqpFsaLF6tZNCA09MGJ4xNu3XuPGZw4iNjMjy119+zJZLL5YrExLMy3ifHf7ttqDh9ANXOvWPTNndqMJEz8fP3MQJw+P6+vWWrqVsK9QMT0hgSsQWJUseXfnjkifd3oSiSItLduRJ0VEkiMJf/Om7eIlnx8Ak80+NnlSxJs31Xr3JjVf2ykAAMCvuPvoZXEXe6lERBV6fyv9TMvIQE+RHJyV9N15oM9cvtOgtjuLhc9BAQAAAAAAAAAAAAAAAAD8DAY9JRVZajSa+JCrqb7THOtepAAAckfBSD9nigvV7JmcZOKkajtdm18y0OMmzg4PD9+1axcpP378eP369Zs3b/5PC62C0im/2Ddy6D9GY4ZzbG3+01yrTU9Kiapa1/bQYY69PVXIxAcHXV+7ttX8BV9rsLlzpz579lK5Rv7kSdjoUZp9O02MDEQiAZuNjzbBbxPxdHxsisio6DCpVMrn85m/dbZy8tIhl8sHrn/Ut6FbRWdjCgB+gV9AaHhUbA33MlSh93fTz5mCXqoPzkoqVldbfyif96UM9APv1yJ9QXEXBwqgIGox5+I4L4uSRSzFYvHXPgMAAAAAAAAAAAAAAAAA8Isw3RQA/DkFLP1M/X8e6JgPnEPTmWmpcrVa8+0vOs8jrly5cvHiz3zWRfbgcXDTdglrNuqUSgoAAADygJTU9Kev3iP9TOWZ9DNhVzJjHmifK8yLq+QKOTlFVGc9RfQLCFUoVUg/AwAAAAAAAAAAAAAAAAD8CgSgAeAPKXjpZ1q+y0AzGIzZs2ePGjVKJpNlVu7bt69GjRoeHh4nTpz4Tn+VKn7NxuCm7WT3H1JAUYa2dt+Y/pnI1emfAQAAzly+29jTgyr08k76mfa1DHRiUsrLtx8QWAcAAAAAAAAAAAAAAAAA+EVsCgAg99Hp52cX1cfnF6j0M43OQO+ZnHRouqrtdLlQn89ms/LyFz1bW1v37Nlz1qxZrVq1IqupqamkfPv2bS6X6+XlVbtUcZbPa01yijYlVeBRmVvUmbSJX7ORLHVKBT2COiQ0vNcgbhFHQa0aBiMGUfC3PYx5l5wsT2crdVk+2cTQUUZ8kQlfasqXmvDFpnpSIVuPAgCAAuTq7cfu5d0EegXqzOon5LX0M43OQB+clURR8vpDKYpPThHZJy7c6tK6AQUAAAAAAAAAAAAAAAAAAL8GAWgAyHWZ6edjcxl1exa09DMt32WgR4wY4e7u7urqSg4yPDy8TJkyhoaGpJ4Ugm7dEcyZRzdjL5xFB6ATPgagyc+SynKnlL4fVMGhCED/dTpK9zDm3VNlQJAqRkGpvtFSj8Uz4UsshIaVjIvWtihV2aQYm8GiAAAgf3r9zl9fKLC3saAKt7yZfqZly0BfvP/Mq7Y7i4U3XwAAAAAAAAAAAAAAAACAX4UANADkrsKQfqbliwy0NiWV/omwWKy1a9e2bNnSy8vL2to6KCiIbE1LS3vw4MGcWVMlnVtn6+j05jFZBlSqpU1NpWv4ZUuZzJjMLeKo1Wop+KsYFGNI8WYmRgYikYDN/vedXavTximSo2SJMfLEKFlStDyBlKPlSWHpMavfnFz15oSQrVfTvEQdizJ1LctYCoyyDTv16c76VuWrmbpRAACQ98TEJfgHhTetX40q3PJy+pmWmYFOSo4t38XEUCoix5yXPyYHAAAAAAAAAAAAAAAAAJAvIAANALmo8KSfaXQGeteEPJqBTtq1P27dZqpWLXq1YsWKbdq0SU1NFQgE06ZN69q16+3bt3v06CGRSCid8hvjMKUS49HDRK2aUcju5G1MBtOELyW3zzclq9Iuhz+7GvHsQqj32dBHpKaoxLqeVbluTnXt9M3oNod8/4ucAAAQAElEQVQCbh0NvHOt4YIvjgAAAH/Xmct3u7VtSBVueT/9TPt/BpryE2sdh8opPjlFZCMDDQAAAAAAAAAAOUT+Dpa5BAAAAAAoDOjLqd+9qIoANADklqzp55pdCn76mfYxAy3eMzk5L2SgdWlpKafPp5w8Y7VnK1kVVKvCtrNbULt+ZoPly5fThfoffarVKr46IoMhatXMePQwpsHvScQemzSxao+eaoVCR+n0xOLra9e2mr+A+oPoAzB1dv7GVn1j48BHj4rXr0/ljicHDzLZ7LKtWlF/kJgjbGVXldy0Ou2TWL+L4d6Xw71XvzlJbrXMS/cu2qCeZdl4RQpp2f/OqsN1JjEZTAoAAPKMc1fvNajtzmQW6hfn/JJ+pmXOA01R8vpDKWSgAQAAAAAAAAAgh8jfwRIiVZc3xeNLWQEAAACgMKC/ULdWd4mxDY/F+k7uDgFoAMgV2dLP7q0KRfqZZmLHzgsZ6Lhlq5N27NUplfoN66sjItkW5hwHO3KjfoHl5tW8km7U79NyzlyyvLF+nZlLUT2xmPrj6AP49tbAhw9Dnj/LvQD038VkMCuauJDbpNIdglKj9gfc2Od/veuNhVzmpxjZnejXS14fHVOiDQUAAHnDkxc+lmbGFqZGVCGWv9LPNGSgAQAAAAAAAADgJ5A/hSVGK15eTavdo1D/SRAAAAAACo+bu+Nda7Mk5kxyOZXJZH7joioC0ADw+xXm9DPtb2Wg1ZFRitdvhXVrkTLX3s5o7AhREy/m7wsW/0r6eVe/fp3Xrg1//frEtKmDj594efaMIiUl5MWL8q3bPD95kisUNp40KTE8/OCokfHBwbUHDylauzbdMT0h4ezcuWnxcRw9vQb/jDGyt6fr7+3Y8XDfPrG5WYV27SyKud7asrnlnLnJkZFn586p/88/J6dPtyxenAzl3qWrfaVKgQ8f3t6yRSlLr9qzFxl5S9cu+kZGduXKR7zzoaegvrxihSI1xbl69VqDBh8dP47BYtF7IVsf7N0T4eND9ut/7367pUs1KtWO3r167dxFN3h8YP+jAwfE5uYe3bo7uLtfXr484MF9cncajZ/A4nLIYThVqeJ3507RmrXSExPTEuIbT5r88swZUiO1sowNDGw6dVrmQ3R/1673N26QQqOJE+WpqVdWrui+ecvxKZPLt2ptU7Yslfvs9M3GlWw3tmTb+9E+za/MyHy+Lnl5pIqpazXT35l9BwCAnxMaHh2fkFyvZiWqEKPTz5fWpj07qc4v6WcaMtAAAAAAAAAAAPCjyF/DNBqN0IDp3ub3fEErAEAhoUmKk929yHEpw3NypQAAIF95cjZRJpMpFDxyOfXbX4yMADQA/GZIP9P+cAY6aee+1EtX5E+eMYRCh9sXGTyeqGVTKi+xq1A+5Pnz0GfPSDk1NjbgwYPag4eEvHjBF4lKN2tm5lJUaGioSE3ttmlzUkTE5RXLMwPQcYGB7l26WJcufXvz5vc3blT5fwDa5+qVZtOnW7q5BT158vnuWGxO/X/GqBWK3QMHdC1T5vLyZb127daoVNt79rCvUCE5KqrjylUCA4NjkyaSxhcWL/IaM9bc1fX0rFm+t26SmmK167h6etJbK3fq/O7G9Qpt2z0/cUIll/vfu1e0Zi16L1qN5uH+/T22buMKBLc2bdJqNYlhYb137U4IDT01Y3qzGTOYLHb1vv0kFhaBjx83mz7jxrq1wd7epKNZUZca/fqHPHt2Z9tWY7uMexT+6lXU+3fdNm9OCA4+OXNG981bzJydT8+cKTQw+DPp50wMinE7+nXWZ6qO0g28vfJKw/kmfPxlrYDI12E78hZDQUGB3OePUqnU1+96d2njRRVimeln72Oq1hPE+Sj9TKMz0IdmIwMNAAAAAAAAAAA5Qv9BjAIAgBxgsclFfPLKSckf35TtXZfq56316m43CAFoAIB8hpwDKxRKjUbz3YgIAtAA8Dsh/ZzVH8hAa6JjWKYmpJBy9rw2Nc1k2gRREy8Gj/fNPinU3+BQqXLAwwcRb9+6d+4S7O2dHBklMjXN1sbU2ZnN4+lJJKp0WWYlWb26erXQwCDG/4NzteqZ9fVG/3Nj3VqNSl2hbdvPdyextCBLMpoyLT0tPl6RlnZr00ZSY2hrmxoXJ5AaCAwMMhsr02UWbm4fD7Ji1Lt3pGD8/5h1VsXr1X937arv7dt1hw2na1JjY6VWVvRQtYcM8T582K5CeSabbWRvL0tOJpVCw4xNXIFQYm5OCmSTUpZx1yTmGYcnsbCIDwmhA9CxgQEpMTE31q/LuMtiCVlW7dlrSZ3a/Q8cpP643X5X6YKYI3SV2rgzOKXSU5jPTsQieJrPkdcfcelWLJ7w298PkmeR95fIhPSXQQmf3mzwhMy3GB9VdzPjcdh0mYKcOXP5TmPPqlQhlt/TzzS7kuy2kyWHZiZr1XKvkchAAwAAAAAAAADAd+BP4gAAOaTRUEqV+nlElPDKWUnAixS5miM2y9yanCyfO+dEaopMo9XVb1CyZcsKM6Yf7d6jhr29Md3g5ElvpULdpu1Xv4dz187b1WsUo9svWXy2cmWnatWLUgAAkAvoS8MIQAPAn4P08+dyKQMtf/Is9dKV1HOXWEaGNkf3khqLVUtYJsZUHmZVsuTNDev5IrFD5UpHx493rOKRuYnBZFIf366++Mjc2ba1dNOmRWvXvrR0SdZ6n6tXO65arUxPX92saZ/de1JjYkll+Js39Nb44GCyjAsK4ujxhYaGehJJjf4DyPjPjh/XNzbOtiOhoUFqbKzQyCjg4SP7CuWj/fwYWb49gZTpd9OSjRufnD6NxSG/In36HUnfyEiWlEQKWrX67Lx5pRo3fnX+HL3fT32/8rOmDy/g/n0TB0e6xtjeQWplXXPAQPLu/fjgAVJzecXyJlOmnFswv+f2HYxvfpvDbze8eHMXqXVRsZUJX0pOJuLvboq/tT7VyImCfE2rVkb7sGyrCoztOJx8GTkl/xK9P8QuOf6miIWYwlTQ+Rl5+j35EHt2Ug2pSMD5+HSkIAfuPn5ZzNneQCqiCquCkX6m2ZVkt5ogOjovhdLJvEYhAw0AAAAAAAAAAAAA8AsYGd9rTJYyheqSry+fwwr2aOT47klwiH/dGp6ZrY4cflCvfom6dd3IZcaePTfUqlU82zDNmpX79n6CgmO72ufpYAYAQIGRw0wIAtAA8Hsg/fw1vz0DrZPLw3oNZLBY+o3qS9q3pivzePqZYLJYfLHYwrW4oa1dcnS0c7VqmZtMizjf3b6t9uAhX+xoX7HStTWrH+zdy2QxzYsWy6w3cy5ybNLE5MjImgMHSq2t+SLR3iGDDW1t6a1JEZEHRgwPf/Om7eIlLC639qDBxyaMV8nltmXL8fT1s+2i8cRJV1etDHn+3MjOrlhdT99bt7JulZibh79+7XPlSrG6dXUajUvdf39BYrLZdQYPOTZxglqpKt20qW25cmEvX5L9Rrx96zVuPPV1H+7dDX72VJ6c0m3TxjcXLpIayxIlQp4/OzhqJIvNKdW0yZsLF9hcXoX2HRLDI16ePVOqSVPqD+rl0oAu0FEzjVbLM3Oz63OUgvxMm57gt7B0WpqMLVaxWEzmn03V/zr6XUatVhe1li7oUYWCfK7WxBPpqan6fA6bjd9HcuRDYJhKpS5WxI4qrLKkn9X5Pf1MI3fhUwaaQgYaAAAAAAAAAAAAAOAXaHXq2Bh5bOwNlSZNSz28dE7A5byq0bVBW0N923+vrfB4nNu33pUpY2dkpL99e3+6cvfuO5ERifr6/Fmz25w791ypUHN57Pv3/CwtpYFBsRMmNCON6ZbJyXLO1y9sKRTqZcvOBQfFGhmJxk9oplSqlyw+Ex+fqifgDhvmRS5zzJ9/klykbdas/OnT3i4uFhERiU2alPWo6kwBAMAvYNBBabLUaDTxIVdTfac51r1IAQD8CKSfvysmSL1ncrKZi6rtdO1PZKBlDx+nHD3JMjYy+mc4WU27ekNQuQJDKKTyAK1Wm56UElW1ru2hwxx7eyoPiA8Our52bav5C6jf7eCoUc1nzvw8Qv1Dnh49qlWry7drR/0O8idPwkaP0uzbaWJkIBIJfm+U8GPeVBN9a53K57R932MU5Gd0AJrZ4ZyhtYtIP2Pa3e92iXg6PjZFZFR0mFQq5fP5vzczTV465HL5wPWP+jZ0q+j8/Y9w0OnnUw8CLr6IXdjTg4J8rtbEE3sHFLcwNxEK9ZGB/q6U1PTz1+61bVqXKqyypp9bjBE5V8r36edM/t6qo/NSnGuqvUbp8ZCBhoKixZyL47wsShaxFIvFeFYDAAAAAAAA/CLyt3G/p0nH5iQN3+1IAQDAl4SvWel78mC8Z2PfYqXFegIBU5ucliZXaYc3b8JhsbK2vHbtzZnTzxIT04oWtfxnTOOZM45WrOjYqHGZ6dOOdOzk8e5dBB2Ajo1N6dWr5ssXIVeuvh4xwovue/36W6VSXb9+SXp1yeKzlSs7VatelF7du+euWKzXpGnZ06eehoUnVHF3ZjIZJUpa79x5i81ieVR1mTbl8I5dA0KC46dMPbR9e39SWLnqwqJFHSkAAPjM6p4BFTvJS1QzJhebuFzuNy425bPJ/wAgD0L6OSfoeaCj3nMOTWempSrUak0OJ+pXh4YFN2kT3mOA4u07nuunU2dhnZp5JP1cqKxu1tTKze0X08/5zscnKjIrBcf/X3zy7c80Z6+ckC+Qv9rrtFoKcuDM5TuNPatShVUBTj9T/58H2vcG+/xSmUIuz/h3gRc6AAAAAAAAAAAAAIAci710/vHW1YkMXWrZSgb+7+NTUj5ExUUlpXavW5vL/k/6+fXrsNq1iy9e0mn9ht4JCWkPHviRStfiVmQpEunJ5KrMluZmErI0M5eEhsZnVj5/Huzu/tUJm4OCYl+9Ct28+XpQcJxOqxNL9PbsubNg/um7d301mowrYrZ2n+aEsrUxIkt9EV+lUFMAAPBrMN0aAPwSpJ9zjs5A75mcfHCKuu1MOTmd/do80Jr4hJQjJ/hlSvErlmNbW+mVL2s2dzqvVAkKcsbQ1i43pn8ecvIU9TuUbdWKAgAo9JDy/Jp0mWLTrmPD+3WgV6/deeJevoRAr5CeYhXs9DONzkAfnZdCUTKvURSFeaABAAAAAAAAAAAAAHJMWrVGlfVbUmXXg1YsC3VyidY3NFPLh3TtIhIIsl2M2rnzlpdXqdq1i7PZTGNjEfPjn+K/+Af5kI+550cP/e0dTDIr4+NSxeKvXq+xszM2MhY1aFAyPDzxw4eoXbtuN2xUukaNYqtXXaQbMJmfdoRLAAAAv9EvBaDp1AIdf6QgH2L8/70cb67wc5B+/lFZMtC6drO+kIFWBQbHLV+TdvEKKRsM7MOvWC6j14xJFAAAABQOKSlpvgGhUxdsmDmu/2sff4Ee397GgiqUCkP6mUZnoA/NTmHx5PUGIwMNAAAAAAAAAAAAAJBTbIHApIh/ytLneg4ctjG3k1ME0wAAEABJREFUxJEdVRo10dfTy/hO3P/G2YYOqT9//qm9e+/GxKTUqF6sYiWnc+eef3HMhw8+vHgenJoiX7GqO10THp5o9nFa6Kw2bry6f/99UvCsV6J1m0pr11y6dvWNUJ/XtVu18uXsN264eujgAxaLWcTFnAIAgNzx8wFocjValR4R/miQjkIAOr8i19QNXacIjcqwWCxcX4cfhfTzz8mSgVZlZqBld+7x3YozDaQ6tVrp885wcD/9xl4ce1sKAAAACpnk1DSyjE9MGT55ad0alZrVr0YVSoUn/UxzLMdpOzljHmiNAvNAAwAAAAAAAAAAAADkmDaJofaX1C7qWJySroyRx8VJzM0z/sD+WZbN2sZw9ZruWWumTf/07c2j/2lElmVKZ4Q0Tp70btK0bMuWFbK2tLSUDhrsmbWG7pLVyFENM8v2dsaNGpfJunXGzNZkaWNrSBcMDATLV3alAADg1/xaAFqRKou5ymDxGUweLs3mO1qtUqdOT7PszdZ34/EoZKDhhyD9/Cv+zUBPVDSsclR97Jj2g7/p1PHiti25RRxtzx+nAAAAoLCKi0+iCxqN9uK1+zEx8b07N6MKmcKWfqbR80AfnZdCUchAAwAAAAAAAAAAAADkjFalE9Y2rqzU8j2MShwLl3PMGha6CysAAIXWzwegCY1WQ5ZGTl1NivanIL9JCjkT/myaTK7gK5VcbqGIFMDvgvTzr/uUgZ6UdDKoRIOy7417d9OvXZ0CAACAQi8+MTnr6tNX72cs2TxtdB+q0Cic6WcaMtAAAAAAAAAAAAAAAD+GbUyxa+koivwx3bhTV3Kjfk2zZuUoAADIJ5jUz/p4WVpHQT6nVKo0Gi1BAeQM0s+/S0YGeo4kkXK+mjSKqlpdw+OTB5YCAACAwi0pJS3rqpGhxL1cieTUdKpwKMzpZxqdgfa9wT6/VKaQy9VqNU4RAQAAAAAAAAAAAAAAAAA+90szQCM1WwBotTr8HCHnkH7+vT7NAz05+eAUVbtZcn0Rn81mYZI/AACAwiwlNSMAzWaxypRwrlqpdBEHm8JzapCZfn5yVN1ybGFMP9MwDzQAAAAAAAAAAAAAAAAAwHf9/AzQAFDYIP2cG+gMdIw/5+AUZmqKXK3WYJI/KIRW9229bmCHtQPaTW9Y4cLGpV9sc3zJNNJs7/QRkR/eUTnz9OIJZXraw1MH7h/bS/0m0YF+B2b9Q/0g+kgyV8kh3T28i4I8o32fYfuPnabLW/cePnbm4udt6AbjZi589yGAypnMLh8Cg6nfZMy0eUEhYdQPIr2yHsPPDQJ/DJvNatmo5pyJA3t0aOLsWEjTz81H6Rfa9DMN80ADAAAAAAAAAAAAAAAAAHzbL80ADfBt9EV6XKr/FZkzvf31Kd/+TT/PY1Rrr4f082/0aR7oSSkHpygxDzQUWt3mrhEaGCll6ZtH9vjgfd+pnHu2BkGvng7fdpL6EY9OHS7mXovKA7IdSaWm7SnIY7buPVy3hoeJkeHXGhw6da5DyyYLpo6lcozuQsFfksNTUNLsV95zc6N7zw5NMrf+RPefkBfOOrKln4t6cKlCD/NAAwAAAAAAAAAAAAAAAAB8AwLQkFt0Ol1IrOzgnVCdDhnon8RgMIqYC5tUMGOxmNRfzaZkTT9XbsGv2l6Pgt/KxI7dYaZo/9T8nYGOnDGD4vEo+LN0aal0AK5gJKK4eoJKzdq/v3/Tzq3MyRWzo4P8xUYmrcfNubl/S3x4yPEl0+RpqbU697u+Z6O+gRGDwUxNiG0zfm5KXPTJFXNI2bli9Xq9h9FD+T25G+739uiiKc6Vqvo+vvPq5kWlLK395MVG1na3Dmx9e/saadNi9DRT+yJ0+33TRjBYLFJoM25O1l2rlYrjS2ekxMfyBIImQydmO+D9M0dLTS3IVhaHwxfoy1KSilapWaJmgw/e96/tWq9IJ0fbnycU0kfiVM7d59619OSkMp5NyIu6R5uuh+eND3332tjGvvGgcW/vXEtLSsg8fvijGNSg3l0WrtywaMaEzLol67bcf/RUINSbPGrInQePA4NDN+064BcQ1KtzW2NDg9FT58rk8hLFXMYN6//0xZuNu/enp8v6dGlft3oVuvv2/UfoLlRGuvpQWESUSKS/ZMaEmLiEeSvWxccnelQqN6R318zddeg33MjQoGKZkq7ORbKO9vLNu+WbtisVSktzs5njR2Y78E79R5ZyK5qYnFLUyaFnxzaZgxgZGOw7ekqj0fTt1t6zRlXScv32vQHBIeVKlRg3tD/dNywyOuuRHD517sHjZ2ZmJm99P5AREpNShALB0D5dR06Z3aFF08rlS1P5ilarffb8VVx8AimYm5oUK+YcERn13tefvGDyeDz3SuXkMvnDJ8/oc9RK5csIhIL7D73lcjlZdS7iYGVp8e79h8ioaNLAxNjIrXjRqKhon/cfyCqXy61SubxCrnjw+GnW7g8eectkGd2LONlbW1lm7x4d4/POL6M7h1PFvYJKpbr34AndvUK50vr6woePn5IfekZ3R3tr6yzdjQzd3Iplduew2R5VKqrV6rv3H2ft/ujJs7S0dLLq5GBnY2NF7im5v6SBkZFBSTfX6Ji4tz7vP+9O1K5Zlc1mM5nMv/smgvTz19AZ6ENzkpGBBgAAAAAAAAAAAAAAAADIBgFoyC06nS40Lv3E45hGFewoXKP/KQGRyf5R0Z4lpHw+j81mUX9JtvRzra4CCnKBuWM+zkAz2Wx2v95pcoVSqcIHHv48joe7kMP5mF4rCK+2EmOzgGeP7h7dZetWptXY2Y/PHL6+Z2ODfqPe3b/ZYvSM/TNH080cy1QqXt2TrEb4+VzevrrZiCkG5taH5ozzfXTHuWJG3LNIeQ/LIq6txsx6eeO8nr6o65w1D07sf3PnikOpihG+Pv1W7YoLCz48b0L/1Xsyd+1W3bNk7YY3923KuutiVWpW79DT1q3stV3r3965UqxK7WwH7FK5umPZyovae/ZdsV1sYrFxWFdXj9pn1y4cvOGQRq1cP6hTv5U76SN5fuWMoaVNj4WbHp46oFYow3xepSbGD910JCrAN/DlE482XSn4exrWqXn24rXbD57Qq7fvPw4Nj9i3cUVIeMTU+ct2rV1y6uLVvl3bj5u5kGw9deFKlQpl+3fveOL8lXe+H5as3UxaKlWqboNGVypbSqQvJG16dGid2aVC2VJzJtYbM32+n3/Qmi27JowYaGVhNnHOkruPvD0qlqP3GBUds3bhTH2hoMuAUVlHCwwJmz95jLGhwYB/prz388922CmpqcP69hDo8QePndbMy5MehMfltuk1eN+G5RwOp/eI8eVLlyQtyY4WThs3ed7Sq7fv0X3nLl2T9UhIjb2dzeBeXaYuWG5majKge6ceQ8eSw1g2azKV35B3otjY+HMXr7lXKstksphMiklpWUyK/kQZh8VgMXQMho5eJegGbCZFn25x2KRCy/x/g/+vZnZnku7MLN3JUB+7Mz51Z32hO4v6tMr+2F2t02Z2Z33szvp/d/LmnzEa69Pu2Nm7s0h7TdbuZF8Z7b/SPeM/GQ2+2F2pUMbHxxsaGpKnyt/9oB3Sz9+QkYEeJz66ABloAAAAAAAAAAAAAAAAAID/QAAacotOp1OrNUb63D71XSn4KRe8Q24880uXyVksJrn9laAD0s9/Uj7NQJMjZHE5ou6dGKkypkKh1Wop+IOYTCaHzRYI8uWs4V+UHBctlBjEBAVQjMCEyHC1Qs74f84vK2NrO7LUE4nUSkVcaNCTs8fIKpvHS09O/LyxdbGMAKieWJKWGBcd5JcSF3Npy0pSI5BIszajZ4POtms9keTCpmVCqWGUv69r1dqfD64vNSRLrlAoNbcmBXI8qQmxirSUK9vXkFUja9vkuJjMxia2TpllciT2pSqwOFxLFzdyo+BvmzFuRJ8R45t61aUYVHhUdMUypcg/Kwdb66SUlGwt/YNCWjVpQArNvepGRMWkpqev256RpLezsYqNT6AD0FmVLOZCllKxKF0uCwoNO37uElnl8bhJyf+OLJVKDKWSz0cTCPTmLFtLTgMiY2LUWk22kQ0NpQI9PikYGRmEhUfRgwQEh7q6OEklYlJPCuRoSaFy+TLkJaJC6ZIhYRF038+PxNAg41+EHp9vaWpKCiw2Sy5TcDkcKr/JOAvVqPk8Xg2PipmV5qYm5Ja5Sh63rFuJShXKZF0t6uxIbpmrZqbG5Ja5yufzsnWv+N9JsrN1NzU1Ns3SnTzm2buXK5V11dnJgdy+1p3L5WTrXr5MyayrRRztye3f7iZG5PbF7rGxcSqlks3+a78VIv2cE86VkIEGAAAAAAAAAAAAAAAAAMiu0ASgtVpyaZ3x/0v7OrmCLBl83qfV5DSGWEjB70OnZrXkMceF+V+j0WgUCqVQoEf9DUg//3n5NAPNYjH1+DwWkyXU8DED9B+WEUBnsjgcNrkVgJdc8s7x8OSB+n1Hhr17KTY2K1OvWXxESKTfuy80zXJnjaxsKzdrLzYx++B9Xyj+N9PMYDL+/4T8t7GpXREDC6t6vYeRfd07uue/Q2Y0M7FzyLrr67s3lmvQwq1GvTOr53/xmKnPHnZ9A2M9scSz11Ay4OMzh8VGpplHkvVnZObg7P/0ISnEh4c8v3KmdtcBFPwtuoy3PAszk9ZNG27de2j0wN5O9rZnL18nWwJDQukmWX/MTg52wSHhZdxcL924w2QwJWLR4F5dyA/32JmLJkaGmc0yu2T9udtaW7Zr3sjU2OjBk+eSjxllGpOZEfQ3MpRmG63fqElHtq4RiYQd+4/4/MCjomPT0mWk8dt3fg6DrOlBzEyMwyKiSCEtXf78tc+A7p1JOSQswtLc9L1/YHX3Cm/f+X5+JK/e+hSkkzaRUNCiWT0KvumR94uEhISqVSqRk3Ym8y981g7p55xDBhoAAAAAAAAAAAAAAAAAIJvCEoDWKZSaG4/Y9atSH3MhVFKK9oUPq161jE1RsZonr9iNalHwu9HxWQp+wcdciO6vPJJIP/8t+S4DnRHAZWUcITlOnY5HwR9Hnh3Mj/J1EGrnxMHkBS8mOKBez6FO5dzt3MqcXbfwxbXzfIF+7a79v923xahpFzYtS09JlJqae/UbnVlv61bmwOwxbjU8sza2di0Z+PLJzomD2GxOuQYtPh/No1XXrLt2Ku9+cfOyu4d3MllsiyI5+k4DFofboN+o/dNHKpVyh1LleUJ9+khcPf4zgbSli5uZg/PuyUPYHG7dnkPuHt6VlpRQr/cwCv6e7u1bnTh/mRTKly7x/LXP4PHT377znThyEKkxNjRYtXkn3axDiybL1m+9cuuuVCIeN7S/QI8/dvr8dIWifKkS+sJ/3y6zdsk0adSQFRu3JyanWJqaDOvXI9tWLoczrE/3rKN5VCrXf8xkHjcjGJqcnJqtPZvFGjdr4Ruf9327dRSJPn2cjxzP0N7dxkyb9+TFq5aNG5h9nPp39dadl284GmHaQf8AABAASURBVBhIPSqWO3b6wudH8uqtzxcfk5FTZndo0bTyf6c3zvvIG5OZsREF35SeLktPS1epVH/l2xuQfv5RyEADAAAAAAAAAAAAAAAAAGT1aT5CstRoNPEhV1N9pznWvZiTnqR9UszbqFsexi59TYr2p/I87evX2jvbGO5tmCUqad990N2fy2q1QpcYp7m0hd1+AkP07wzQ69cseu/7hsPm2NjaDxoynp5LLyeGDOy0et1eKp9ICjkT/mya1m6dsb2XVCLicjm/8fI5/Yy69Tp6xbmwTcPqUPBTLniHXH7kM62ljbGRVCDgs1gs6k/56+nnJaO3ebWv5lbJ+Ytbz+652ahzjSWjt7Yb2MimiDmVY2GB0TsXH5+wul/Ou5B9MdlMcjDUnxXpr94/NcXYSdl+lja/zAONDzz8XbnxDCE/U5VKHXN7g8rnlH3fYxTkZ9r0BL+FpbVtTpvYFROL9Dmc738KLuLp+NgUkVHRYVKplM/n5/yMKEfHo9XK5fKB6x/1behW0dn4u+3Js1GtVp+673/xZdzCnh4UfNS+z7ADm1dS+VCtiSd29Ha2sTLXF4nZ7N/8mUzy7IqOibl85Ub71k0p+Lobtx/ExcXWqlFVIpHy+Pw/eaaB9PNP832oOroguVhtjdcoPR4y0JBXtZhzcZyXRckilmKxGM9SAAAAAAAAgF9E/jbu9zTp2Jyk4bsdKQAAAACAQmB1z4CKneQlqhmTi01cLvcbF5t+Z5Alj2O6uTGc3BlvJ2p2zdVFBrFtozVndlLXBzJtDLKmn1+98CYX45cu37Zg8UYWk33/7g0KoJDJ+3M/n99/i/opVvamP5R+/ovoeaBjPnAOTGGmpsjVak3ejxcz4K+iAADg/7QabWRUHAXf5ORga2FuSv1xSD//CnoeaJ9rrPNLZQo5OUVU4xNoAAAAAAAAAAAAAAAAAFA4/ebp1vI4ZqX62is32SUDNa/e6ErbMbWXmEYG6nBTzav3rBIudBsOh/vmzfMAf18HR+eBQ8aSmrDQ4GVLZ7i4uIWHBbdq06VEyXJbNi738/NRqZQdOvWpVLnaiKHdDQyNSpYsx6AY5Fr+ovmTK1aqWsezMQWQD+Wp9HNibPLY9otFBkIzK6P+U9pLjEWk8tiWy2EBUQfXnyflw5suRIfGCcWCcSv66LS6DbMPhH6IMjQRD53bVaDPJw3ePQs8veva6CU909MU03qtHLGg+87FxwdO75B12A2zD3Ye0dTK3nTlxF1e7aubWRuvnbY3MS5FT4/be3I76u8xd2R3nCneNzX5wBRV+1ny/DIPNAAA/DH5dPrn3Ebna/GO+V3WVhYqpSxjcve/MvfzEXXz0Ug//ww6A310QTJFybxGURTmgQYAAAAAAAAAAAAAAMg/MLvNF+FqF/ycwhKA1iWlqE8cpoSpunBTBu8eq1FriiliWCl11zYwYs4wyzXIbFnUtcSIUVOPHNrl7//ezNxy2PCJpJLD5vQbMEqpVEwcP2jCxHnOLsX7Dhj19vXzA/u3VapcLTY2asas5RKpwdUrZ9esml+xcrU6dRtRAPlQXpv72fdlsK2L5ahFPd4++ZBZ2bK357XjD9oN8FoyemvJSi6eC6osGrkl6H3483s+xUo7Dp3d5dKhu4c3Xug2qjlpXLSM/Zop4WqV5s7ZJx71y35j2EyhAVEtenm6lnM8uO7cwyvP9QR86u9BBhoAAOAn6OnxK5QrQcE3+X4IiIiIMjQy+WOnFlnTz42HIf3885CBBgAAAAAAAAAAAAAAyI/I9bJb9+4nJSeTAi7u0Dxr1uDxeBQy0PBTCksAmiERsRs1097dwihyn2kuoZjGlNiTUgZSTiV0nIoMy3+/+jksJMjc3PKfcTNJ+diRPSeO769Xv5mpqQVZ5XJ5svR0oVD05Mm9V6+842JjNBoNqReLpRKpASkkJyUGBX6QfiwD5Dt5Lf1MlKtR/MVdn1n915paGTkWt/m8gUspe7IUSYSKdEVYQFQ4IzomPF4hVzJZzMw2Vb3KPrr+8vbZJyMXdU9LlX93WLFUuHPJcYmRKNg3okLtv5+dQgYaAADgh5B3ST6PV74MAtDfER4RHR+X8Mc+Yp4t/exWE+nnX4IMNAAAAAAAAAAAAAAAQP5CrpdpNJotu/aEhIVT8H/ly5Q0NjRiszm41AU/obAEoAmGsRGzZj/1UX+mTQrFSKN0yRSTyVDG6wKuah5XYFUoSTd78OBWVFT4gEFjyL8oY2Oz5OREUhkWHkx9zEbz+Xo3blwUiST9Boy6f+/GmVOHSX3G10Z/JJEYzFuwbtCADrVqN7SxtacA8o88mH4mfJ4GFC3r0HtSmx2Lj189fr913/p0feb7XdZ3PisHMyMzaa1mlSJDYgPf/3uiULuF+9qpexlMhtRYTAegsw3L4bITo5PMrY0C3oaSrYc2nK/TukoVz9Kb5x6m8gZkoAEAAH6ITKF49uxlzWqVKfg2xqdcMpXLkH7ODchAAwAAAAAAAAAAAAAA5C9arYZcOKtXu9rAPl2pQu/arXur1m+XydJUajGLVYiCrPAbFZrnjUajeeurfXCAZcZXP4hhxZ3SKc8wDM2p5HRm6YGZ6WeiSbO2K5bNHty/g0arMTExHzNuVmpqSkx05Ixpo3zfv5k8dZGeQHDk0M4PH96JROL09LRs++FwuUOHT1q+dOaS5VupQkMmV+rxEWLIu0LCYy3NDVlM5tca5M30M2Flb3Lp8J3LR++T9/8hc7pk1hsYi3cvO5WtcdOutbctPHr7nLdAn992gFdmvamVoVym8Gzt8bVhA3xCdyw5YWgqEUv1ydZS7kV3LTlxavtVFpvpUMxGX5QnHg1koAGgUEmV6fT18BIH3/e1s1CFXPHsxVsEoL/N2MhQrZRnfLsW9UuCQ6NsrMy+cVaC9HPuQQYaAAAAAAAAAAAAAAAgv6CvmhFsDkcs1qcKPR4v47qhQiFXq1U6Lp8C+HGFJgCt1TEMpOwW/SgNm9o9WKtroU2KYypTdMySlP91yqNhZkMulzdm3KysXVNTU1xdS4+fNDezZuOWI1kbrF63ly6sWreHLEuVLl+o0s/E5CX72zaq4l7WmfopZy5dP3XhslarszA37dulvbWl+Q91f/X2PekrEesv37ht2azJOey1/9jpDi2bjJu5sF+3Dk72ttQf1LrX4CNb11B/0J0n7974hnVqXrWYk9XnW/Nm+nn0kp50YcT8bp9vnb51aNbVAdM70IX+U9t/cbT5e0fTBSt70wmr+2Ub1tjCoGLtfz8F4VLa3rN1FSrvQQYaCqR5rWs06DuynFdLevXZpVOnVs6ecurBdzseWzQ1PTmx86yVL6+eM3UoYubwk+9Bv9HVHWt87l0ftP7QD/WKDQncOWGgUi7vtXjz7slDSGHsgctMFuuLjTVq1e2D22t26ksVdE2nxY9po9+oEo/6e+hThWyVEVExs5esXrNwBpXL4hOTHnk/b1CnRrb6nzjtCQoJ+6FzpKza9x12YNNK+tSF3nUpt6JUXjJr6ebmXjUrlXX7/P3wu2+Rqzfteej9kvxlISg4vGRx50mjBwgFel9r/P5D4JwlG5s1rM1kMlo29qRypt+IaRuXz/jGgNWrlAsMDps9afgX2yQmJnu/fFun+s/EuHPS183VWcD/eC7xa6cT56/dS0+XdWrtZWps8PnWX0k/j2w5j8PlaHXaYN+IJl1rdRvVnPop1048rOxZ+ubpR1q1tlHnGt9ufP7A7Zw0o4UFRu9cfJw+vcxqVKv5S4+Op3Jm5cRdXu2r63TUvlWnVSq1pZ0pOadlc1g57I4MNAAAAAAAAAAAAAAAQH7x65MTFTz0rNgEBfDjmFQhwWEzrcwZRhbamCRG1ZGsmm3ZNdtR1l5sr26M8l00L99T8AuSU2RbDlxdsul0eFQC9YNu3Xt0/OzFRdMnbFw6p3v7ViMmzyJX/X9ohOt3H0THxdrZWP1QsufQqXNUYRIRnUB+QBv3XUlKSc9an2fnfoYvojPQMR84B6YwU1PkarUGb/9QwBQpV6XrnBx9RKRa+x6ePYeoFfK900fIkhOpPCkpOnxCjaLRgX7faOP3+I5SJvtn73n/p/fpwtfSzxmNH925sHEpVQjEJuvGbU3pvSwpJFpL/SV/91TB90Og98s3n9f/xGnPj54jfY7+4Ba9ayqPSU5J33Xo3LL1e4PDojIryZsjm82ytjT7bvcenVquXjD55N41JsaG+4+e/UbLJ8/etGvZoHXTeqfOXad+B3rAPl3bfC39THwICnn5+id/T8lJ3+iYuITEZCaT+ethWb/AsLnLt5+/dl+j+c+/2V+f+3nS2gGLD47dcWf+i/vvnt97R/2Uiwdva9QaKm/btex4z3Gt5uwcwWIxg/0ifqgvnYH2ucY6v1SmkJNTRDVOEQEAAAAAAAAAAAAAAPImXMfJhlxPxGMCP63QzAD9fyy3IhRFbhTDxIhlYpRRU6bkt7tYWdtmnf4ZvsbnQ9iMFYc8q5ZsXq8Ch5PTp9buwydGD+4r0heSsqOdjatLkfuPn4ZFRrHZrDZNG544fyUuPqFT62bzVqwLCA4xMTKcMXaEXKHsNni0RCyyMjcb1LvLiXOXL93QMzKQ7jx4bNmsyUvWbbn/6KlAqDd51BBnB7uug0aTMZUqlaWZab9un+YJ3r7/SGBw6KZdB0h5695DYRFRIpH+khkTYuISyI7i4xM9KpUb0rtr5kF26j+ylFvRxOSUok4OPTu26dBvuJGhQcUyJSuULrl43ea01PQaHpUGdO/Uru/QY9vXkfY9ho5dMXvK8fOXrt2+T1anjB7iZG+b2UulUo2aOsc/KKRLm+bkPlJ/0KPnfq/eBZMfUB2PEnTSBennfAfzQEO+kBARunvKsOigD+aOzm3Hz1OrlKv7ti7fsNXrW5crNGodHeQX8vZFg36jKjXNmLX9ze0r5zcsMXd0aT9lsZ/3PXoGaL8ndw/PmyQyynindixTuXKLDovae47ec0FsZDLNq9zAdfufnD2WnpzIF2Z8KcyGoV06TV+2b+boySfucvj8mU3cO09fXqxqbbLp4akDN/du5gqEpeo0KlGj3uF5E2NC/Cs361C/78idEwdp1arY0CAOX69ULa87R3aa2Dp1nb1aTyQ+smDiq5uXDMytvPqPZnE42/7pO+n4HS6fP6tZlXYTF5g5OmcdJz485MCsf5JjY8wcnLI9DkKpUZ/lOwzMLbNW+ty5dnLlbCaL5dVvlLlTsRPLZpLKdQM6hPtlpF03j+jRedbKvdNHhr17ZVeibPOR04xt7Oe1rmFVtETIm2dcnp5Oq13S2Wv0nvNUIfDwnar5zPg+DQR9GgpyPBfqF4ybudDc1Dg2PoHD4QgFeimpaTWqVPSsUfXUhav7jp7SaDR9u7Unq4PHTw+LiDQ2NBjWp4f3y1f0qULfrp++W2DK/GUv3vg4O9jTq9n67j16at/RkxampuQ8ISg0LOtpTN3qVSbPX1pMjOs6AAAQAElEQVS1Uvnb9x/XquaemJQcn5A09Z+MrzLIenpz/uqNB4+fmZoaR0bHDOndbeehY2/f+1WrVF4qES/ftF2pUFqam40e1PsnTnvoGaAnjRySefo0YcRAMgK9iRybW1GXkNDwbu1bVS5fOtv9okdo3WvwlmXz6F2XdnM9e/l61jMcKg/wDw5ftGZX1YqlmzSopi/QI2+L+kJhowa1ctidtO/QqtH0+at7d2ndb+Q0Q6mkdIliUono3JVbcrmiRpXytatXPnnuKpvD9vULDo+K3nXgZNf2zUjHwKCwnQdOTB07KCombsnq7QtnjD525vKRkxfNTU2iYuN2rZtP2gSQJ9KOQ3OnjFSr1YPHzNqwLGNCaHLySQ+ox+NdvfWgT5c2C1dtYbKYvTu3OnDsfERUrKGBpG+3NoeOX/D1D6pUvmSVimVIr+DQiAUrNhdzdggJi2rfyqt8abd1W/Y9fv5GT483alB3csBDx87RFwrMTI1HDuxG921Qtxpp/7U7/vadX0J8vJOTE/U7qDWa0xdve7/w6dzGy84q4xtdfj39nElPwGvQrrr3zdelqxTdtuDo87s+fCFv4PSOdi6Wx7ZefnjlBWkzaEYnmyLms/qvjQqNMzARdxnRvGgZe1L/7I7PhzchqyftLlu9+NPbb+5e9JalK0cv6mlpb5Ktb+busjYTSYXrpu0ND4y2dDAbPKuTVqPLupoxezaDkZyQNmfQ+v5T2zu6Wmc97CtH7185ek8uU1SpV7btgAZj2y92crNRKdWmVobtBjb0eRawcsIukUSg0WakxmfvGEH3SktJz/kvU5kwDzQAAAAAAAAAAAAAAAAAFDaFLgAN2cTEJwelBJAL9zrq+1fHWWymRv2tiRi1Wt3FWy8evfDv17GuvbUxlQMR0dHmH5PoNDMT49DIqGyHsvfIyTJurjPGDj925uLWvYfKuBV3crCbN+mfZy/fSESi5g09izk7Gkozcjy37z8ODY/Yt3FFSHjE1PnLdq1dEhkdu3redIlE1Lhj78wkUI8OrU9dvNq3a/txMxdWKFtqzsR6Y6bP9/MPWrNl14QRA60szCbOWXL3kbdHxXJ0+5TU1GF9ewj0+IPHTmvm5RkVHbN24UxDqaTLwFEThg90dXGavmglaV+mhKv3yzcWpiZCoYAcgI+v//ZVC4NDI6YsWLpj1aLMXjsPHR/Wt7uJkXHngSPq16wuFut/4/FRq9U+H8J1/pFaHZWTBAOfz5HLVdkqA0P/na9RJlfuP3X3nrfv5KGtdDrdm5vaY3MZ7q31anbWoyCfMHdkd5gu2Tc16cQCVevJCj09HouFDDTkLfHhITauJbvNXb1hSJeXNy64etQmLzgVGre2K1X+yPyJE47cvL5346PTh+gAtEAsHb71xO6pw6/v2mBVrASp0Wm1+6aPqtNtoK1b2U3DuzqWqfy1HTUfOfXx2SP9V+22K1VBtGb+q5sXBSIJh8tzca/x78FEhA7ZdERiYr5nynBbtzIdpy9dO7BDsSoZ8WiNSj16z4VFHTwTIsNGbD01r03N4NfPEiJC39y+2mfpdp9713dPGTbuwBWJidnLa+f4+iIOj1e8uuem4d2zjnPzwBapqUX7qYt3TRxMGmTud+2AtiFvXtBl8yLFyH0kBWV62t4ZI9tNWiAyNN4+bsCkY7caDx7/5MLxoVuP3T6wjRQGrN23Z+pwtVI2dPPRM2vmH5g9evCGI6Qjl8cftvl4uO+bHRMG/kr6+eg9rUWkpotnRvmJn67jImVlF+au0Rx6a/FBCrWGer/h070Yfbrr49Aiy3uqapXNWN1wVrbkaNqQpoJhzTM+MPPcX912bmJFF86esRK6fcmBsQoV5bPJmPnxBanP8qSbr1TbR0s8XDPG33xetvBw2sDGgpEtM7q/DCTd00WCf6OZlYfHpiso7zXGWbPOKjW17kz6qYfyZf3ETubUT6taqXylcqW92vfcsmKBuYlxz+Fjq1Qot3bb7n0blnM4nN4jxru6OPt+CCRv3EkpqVSWUwW6OznBkMvkx7avu3jt9qkLV9LSZVn7linhtu/IyR1rFgv09Dbu3GdqbJRt7+RVekD3ThZmZo+ePp89YdSqzbu8X7wi5wlZT28szU2NjY3GDO57+NS5a7fvd2vb8urte9WrVDx14er8yWOMDQ0G/DMlKjr2J057aG98fDNPn7LWs9ns8cP6yxXKvqMmlHCdnfV+lS/976cEpRIxvWtyDNnOcKifFRwWFRETr6NYOToLZTLpkOjX6HTU7YfPn75617VNw+JFHVQqdXhkpLOjPZUzJkYGickppBAbm7hw2mipVLzvyNllc8aTcbr0H9ulXbOmXrVMjA3r1fJ48fodnX7+XGpa+vEzV9cvnZ6WJus+eAJd6WBrHRuXSB7hR09eVnMvT1eSs016wCKOdldvPSA16TL59jVzyTIgOHTlvEnJqRnPw7YtGty+502nn2lsDntovy4KpXLUpAVKlSosMnrDsunh4VHzV2zu0q6prbXFpNEDXr59n9n3G+lnGnnCP335Tsugfwo5ONXkccl9yVYZFROfWQ6PjF28ZnfNKuXaNK1DXvnvH5Q9Pqz27C34lfQzzchM8urR+yc3XkeGxC45Mi48OHbVhF19JrUNeBs6b8+oiKCYFRN2Tts8JOhd+Nw9o1KT//3OkzJVizkVtxkyp8ud895CiWDSugHn9916cPW5WwXnrH3n7x2d2SVrs6S4FOfS9mNX9Ll85N6BNeeYLEbW1QYdqqWnyOYP2zhkVuesEWpackLqrB3kJV09oP60tgMaxEUmTNkwSCQV9Pec1m5gw23zj4xd3tvC1mR8pyWZXTbPOcRgMj8fKiecK3FajBYdX5zKl8jq9GXScIoIAAAAAAAAAAAAAAAAAAUVAtCFnUjINzU1Fgj0fiVAefzio8wyn8etX72UvY0JlbOp6S1MTaNi46QSMb0aGh5RwtUlMioma5vAkNDAECosMkqhVLKYzKqVy9978nTI+OmW5mZFnf8zZV14VHTFMqXYbJaDrXVSSkaKxUAilkhEGQemx//iAZQs5kKWUrEoXS4LCg07fu4SWeXxuEkfQzA0Q0Op4GN3IyODsPAoqVRiKM0Ie6XJZG7FnEmhcrkyPr4fmtSrc/HaTQOJpEm92h+CQmLi4lZv2UW2SsQZB5DZy8rM1N4mY3K44i7OUXFx3w5As1hMC1Opvr6Qy+UwmUzqe8jP8PMHPiI64UPQv6sGEv1mnhn5G51OZ+2mMXGkXl2Tl6rLMzD//viQRzw+LVPJKcdqKUoVjzxdWb8wMSpAbjCyto0LC941eag8LVWt/BSVM7a2T09K5PD1xCZmhubWH7zv0/W2JcoKDYysXIpHB/vTAejUhLj0pASH0hUsXdysi5XKOrJGrf7iHslbWNl6zV7fvCQQG5T2bMTM8q9Camph6VycFKICfQOeP7x1YCsph77NiCYb29qRjgKx1NjGTt/ImBybUiGL+OBjV6qctWtJIyvbK9tXx4YElG/U6vmVs3x9/bL1mjOYzGzjRAd+qNS0naGFTbEqtT5438vcb/MR0+TpqXSZp/dpiv2EyDCVXLZnyjB6NTYk8PP7EuH3tnLz9ia2jhUatc5sWaRiVZGxKeX7hvo1rtYMM6tPr/aWhtSQJmxr43/f/Qc3YmmzvIk0cHnuaBBtblCRXi3vzB7SVFC52Ke0tLkBk6xaG//7UA9sLFBrKOb/x2vmzi/lwLEx+dSgXBEOaV/R5VN3Uymzvxfn8osEivr04PRpKFCpqM9nepYKGX0bCFysWBrNl3/6OWH4ccJjoVBgZW5KCgq5Mjo2ztXFiT4DIYXI6JiBPTtNnLNYj88b2qd7tu7BYeFlS5cgb8SVMuZIvpKtr/fL11YWZvS7/LC+3fcfO52tu7GBQcbeBXxzUxNS4HBY6TJZttMbUm9rnTFZuEgojI1PyOxLTtLmLFtLzgciY2LUWk3WYX/otOdrp09W5mbUx/O3tHRZtvvlHxTy2QNJfX6G89OMDMTGhgY8voCZg7exL57hEKcv3s4scznsOtUqFHO2J+W09PSz568PH9SDypnY+ESJKOPuiMVCqTTjEVAoFPOXbSI/Ka0mp1+3RJ5FDraW+kIBudlY/htgrVW90q17j+89fDagV4ev9bWxzmhPTji7dWg+e+l6Ppfbp1ubz5vRnxvkcbnp6fLoqPiypVzZLJatjWVKWnrlCqWfPHszYeYyc1NjFyd7KgfYHLZQoGdjacrXE7I53Jz8LkDafP79U+/9grNmoI0MJcWK2FEfTzWd3BkP9uueX5EXr8HTE/1SEjc+Okks1Y8Jjy9ZyYXFZtk4mqUmpYV+iEiISdq7IuMfnUgi1BPw2g9pvGzsdh6f22XkF3LqziUyDkxfIkiKT8nW92vNyB5rN8/4HE656sVvnHwkNhRmXSWFVw/fWzmax0cnfp5aVsqVKyfskqUp6Pi+2EBfJM14xePpZcTBUxLT7ItakULR0p9y6mkpMt+XQQv2/0P9FHJy+OiMjCvU2laUqdRcjpabk18fAAAAAAAAAAAAAAAAAADyKQSgCzs+j2tkIJJKRFwu59enB6tQyqlDUw+JSKDT6TQaTU66dGrdbOnaLUtmTty695BSpXrvHzhj3Mizl65FxWZMWvzmna+ZibG9jbWpsVGT+rVDwyNJg2ev35ZxKzZuaL/lG7adunCFXNfPjGE42duevXyd+piZpmu+dqcya7M2sLW2bNe8EdnXgyfPJf/PZBNR0bFp6TLS8u07P4dB1plJAiMDaUxcgrGh9IH3swqlS5YvXYIcEpPF7N6htZ9/oJWF+ZDeXbVa7b6jGbmKzF5xCYmpaen6GbNEh1uamVHfxGAwyeNpbCQRCPisn0256gs/paCYTEa9aqWaeZYnP266hivUtpiefmiS3t7JSV3miiWmCNLmdTqt7vTKNJ+7Co/BoRbFyWs4jwLIe65sX6unL+69dNuq3i2/2zjoxZPyXi0jfN9aF/s03axQasDh8V9cPadRayL939kUL8XTy4impcRFJUSGZe3L+PjSmhwfq1YqyjVovrzHZp5Q1GPhhs/bEIaWVpWbd6jbfdD+WWNc3Kv7Pb3/xeOxcCr2auvK8Pev3969Rg7D1L6IgYX11R3r2Dxeg36jPh/H/8Wj0LcvyBtfuO/brONYFSuRFB0+v03tkTvPkEHoSrGxGZPF7rl4k0AkuX1op4mdo9+Te9kPoIgrue9u1et7nz9u6/Zp5lf6TSTjvuh0CRGh5JCon+JqwzCx/vTGZ2HIGNb0Py/7g5v858ywvsuLchYBRtIK9GoFZw65ZW41M2DSU0FnGtTkP6vN3P/zAlWuCJvc/u0uZQ5sxHkRnEgeKrqmr9d/utOae/BGt9I30P9C5vKHfH4+QE4wwiKiqIykrPz5a5+OLZtFxcRuX7Xw9oMna7bsWrNwRtYOjna2l2/cIQW/gKDP+/bp3GFr8kEq43sbJAQ6HgAAEABJREFUNLOWri7j5pr1NIb6yrS62U5v4hMSsjZjMD/d5fkr1h/ZukYkEnbsP4L6+Ez4idMeItvpU69On8K1QaFh9AgCPj/b/RrQvXPWEehdO9nZZDvD+WlCgZ6xkVRfJGazf8OvJGVLurRsVNtQmhFi1n4Mm/7Qme2xU5cqV8j4uAWTkfFvjTwOt+57b14xMz4xqefgSf9pmmVUDpcTn5BECj7v/cnS3NQkMjrjR69Wq8MjozObNahTdd7STRw229TY8GsHQO83KSk5NjZh1fxJ9x8/37LraMfWDbM980PDM35AQaERenpcBzurizfu0qtk+eatn5trkaH9Oq/ffuDClduuLo7f/VdTtXJ5f/8PBhnBeSmPx/vp3wX4/E+zO7NZLM8aFb3qVGGzP722iE2pprOUJ6ewyalm57kSvvAnd6HV6i4cvN1lRDMWm3XzdEbsODQg46GwdrIwtTbqNLwJaXBm1/Wk+NT4qIR5e0Z533yzZ8WpaZsG093JPyjq44OR9T5m65t1d//5BaGIRbBvhJ2L5dPbb02tDU0tDbOuMihGpbqlO49sNrvf2lVnpnB5/z6ZI4Jj7118tuz4hMTYlEENZ3wc9z93SmIkSopNkRiLgj9E0DUcDnvwrM7UT1HJqQMzk2JClNWGR4gthb/4mgkAAAAAAAAAAAAAAAAAkPchAA2/h4WpQafmVYs5Wf1ox5oelVLT0kdOns3lcaVikaW5me+HgCoVy/0zbe4rH186i5MRkl635cL1W/oCQd+u7cUi0bEzF06cv6zVaqePHfHK592WPYeG982YrLF86RLPX/sMHj/97TvfiSMHfWO/xoYGqzbvzFY5adSQFRu3JyanWJqaDOvXI7OezWKNm7Xwjc/7vt06ikT/zg83dfSw5Ru2Pnv5xs7Wul6taqSmUrnSUTGxfB63hKuL98vXQyfO5HLYzRp4Zt0Lm80aNmmmnbVlt3athAI+9aeQn07HZlUtzQwyaxgMBpvN1pewm05NOjVTsmtCUtd5EmSg87LM9HOlviHWJbR6fCGXw2Ey8c3mkOdUbNLm2JLp6wa2V6sU8eEh326skKVNrV/GsWzlmp37vX94i9QwWewWo6ef27A46PUzsbEpk8kUSg1L1W64cVi30nUbs7n/xmpZHK6tW9kDM0eP3nvB1MHZwrm4LCXJrkS5L+6o+YhpJ5bPvL5rvUOZSkbW9l87HveWnUJ8Xq7q08rcqWi3eesEkoyXTadyldOTk8wcnD8fp8ngcftm/DOrSWXHcpVlKf8ZSig16rN8h4G5ZWaNnljSeuys40umx4UG1ek+iBz/5wfQbPjkHeMHLOncgDwm7acszrrJysWNKxBuGdXzn32XqILO0YI1vYuorFNunawK9PhDe3cbM23ekxevWjZuUMTB9tTFK8MnzYpPSKTPAehThaF9upGye4Uy56/d7DVifLEiTp/3tbIwHd63x9gZC5QqVfOGnq7ORbKexnztALKd3sQnJGTdamlm+urt+0s37nhUKtd/zGQeN+Opkpyc6uJk/xOnPYSdtVXW06fM+vCoaDICOclZNmdKtvtl9nGy4Uz0rhdOHedkb/vFM5y/xdzUqF2zui5Otpk1H6OfOjb7+3Pfbt977Njpy/6BITWrVhqRZcZlU+OM+z5swlw2k6Uv1EtLl2VuMpRKNu063LdrRmPyoxcI9f6ZssjaMuMjbfpCQYsmnmOnLbEwNxaL/v2KDyMDKXnYq1Yu893jEYn009NlE2cvT0xM7te9nYmxoY+v//Xbj2pV+zQRe3RM3PgZS9/7Bc2cOLSEaxHyNCOrvh8Ch/XvamVlevri9XOXbpG7P3Z4b5VKTfq+fONbsrjz13ZHnrEajZa8xv76xyCJEsUc2zSpY2wkzawhwzJZLGNrboNJyRfm6O+bmtRx5g9noOcMWq/VaUN8IzqPaFa6SlFS8+6Z/6z+a/1eBQ+Y1sGllN1bb7/ZA9dzOKw6Ld1FUmF6qnzuoA2JcSndRjXPHKRYWcclo7e61//PjyBb368dQPOenjsWHzuz53pKYtr4lf1MLA2zrtJtbBzNajateHj9+U7Dm2R2NDbPeCgmdlnGYjP1JYL0NEW2kftNaTej3xpzW5PMmpAPkdsWHpm9YwT1gzLTz+5DQozseHy+HofNwfTPAAAAAAAAAAAAAAAAAFCwfZpbjp6vNz7kaqrvNMe6F3PSk7RPinkbdcvD2KWvSdH+3258+uShI4d3bd1x4hsX14cM7LR63d6sNUmJCS9ePK5eox71gz4f6udcvXK2SpVaN65fIHe2cdM2X2wze+aYLl372zsUyazx8/XZvnV1UlJCx059PKrVzraakpy0ZtX88PCQSpWrd+nWn/oFVy6dSUyMa922W9bKdz6v9uzeqFKqLK1s+g8czeV+dXbYpJAz4c+mae3WGdt7/eIM0BdvPq9brSQryyV2+hl163X0inNhm4bVyflQKalp4VHRRZ0cqLykfZ9hBzavpP64C94hlx/5TGtpY2wk/ZUZoM9de2pkoF+pTPb4i+4jhUKZli6LjU4/PUuqTuP+xgz0tRMPK3uWFgi/NUVxiF/kwXXn2g1sSJajl/Skfp8lo7e27teA/mLxHDZWKtQ6ra5oGXsqNyXFpW6cfSAhJlkg0us9vrWFnUkOO2ZNP9uU1JJ/tmKRkDwxOBz2b8ktAXyOvESoVOqY2xtUPqfs+x6j/qCDs8eWqt3Q0tl1y5jelZt28GjT9btdNGrVsm6NXavUbjx0AgWf0aYn+C0srW1z2sSumFikT146vtsl4un42BSRUdFhUqmUz+f/3iydVquVy+UD1z/q29CtonP2lPD2S7IudfTYWd6OyLNRrVafuu9/8WXcwp4eFPwOQSFhqzfvXDTjL/yTqTXxxI7ezjZW5r84A/SVW49qVS3P+u+Tk5yFymUynVbN4/3R70kgz9JDJy60a+GVLpMPGzd388qZmZsmzlo2cVR/faGA+gXBoRFbdh+ZMX4I9ZvcuP0gIT6+dq1qIrGEy+X+9OnE0TPXXRxtSrg6ZasnDwj5l65UKNLSUsM/pFyaJxYZcH4iAw3fljX9bOrAlYgzJlbn6+mRf1k4RYS/pcWci+O8LEoWsRSLxXgqAgAAAAAAAPwi8rdxv6dJx+YkDd/tSAEAAEB+Rq6dKRTyvsNGlS7tNnpoH6rQO3/5xuIVG5fPnWxjbacvFHM4HArgo9U9Ayp2kpeoZkwuNn37WvYfmhTq5o2LrsVLeT++9402n0eWg4I+vHn1nPpxvyX9TFw4f0KjUX9ta3Ji4uIFU/0/vM9Wv2jB5JH/TJu3YN2unes/X92+bY1HtdrLV+548/p5eNh3JsX8CTu2re3dZ9i8hetYTNajh3eoP6J+jdKs3xSKEukL81r6uQBoWLvs5+ln6uO0fASXy8n4DnpTQZMpiWyhcteEpKRoDfU7XDx4W6P+PUP9hNFLeuUw/ZzZ+PG1l/HRiVQuO7//ZtEyjnN3j6zVtOKpnddy2Otr6Wc2m4U8ARRIRcq7X9y6Ymn3xhIT85K1vb7bXpacNLlOCYUsrVr7HhTkfz3q/Sf9DPA1datX/PwslH5nVCpV1J9F9iuXySfOWjb4n1mtmv47PXanvv+4ujj9Yvo599CfiKN+QavGtT5PP1P0DNBMJofLFQr1LZ1E9SYkpySo9k1Nkqf90u4gqy+kn8VIPwMAAAAAAAAAAAAAAOR7V67d9KjVuFO3AbXqtWjSsvN73w9ZtzZt1ZnKHeERUX0GjqR+0IuXr5+9eE0B/HG59a3iWUWEh5Jr3g0btjxz+nD5ip9m7AsLDV62dIaLi1t4WHCrNl1Kla5AT9t8+uTBUycPmpiYt2nX7cTx/R98fcpVqHLl0pmu3QdYWdsuXzqzUePWRw/vYbIygg49eg5ev25RYkJ8ufJVss6mTA81Y9qoqIgwA0Ojbj0GFS1WgtQnJsYvnDd57oK1B/dvi4wIGzZy8spls5u36kjGf+r9QE9PMHjYeDs7pxFDu5NehobG/h/erVw+mwzu7X3/zu2rcnn6P2NnWVrZ0HtJl6XVrddYq9NmvbNJiQl8PYGRUcaUrmQZHOyfdZUcwJvXz/v2G8lksUqXqeDn95Yebd2ahdVr1HMtXrJd6zobtxxhMpnr1ywaMmzCmlXzw8KCrazsho2YeO3q+YcPbqWkJo+fMHfRwinydJmhkXGp0uUTEuLGjOojEonNzCwHDB5D7h19JKlpKeQeUfA7/JXpn/8MOpjC5X78AI0p1WRK4ulZ0l0TknI4D/T754E7lx5XytVm1oZD53Z7/yJw48wDQrGeR/2yNkUsPrwJWT1pd+kqxZhsplf7aleP3U+ITfZs5bF22t7EOPL85Pae3C7raCd3XKN0umY96rx96n/9+MOBMzrQ9c/vvTu0/pwsTdFmgFcVz9JXjt6/cvSeXKaoUq9s2wENFo7YwmJ9indIDEXkLiXFpQyb13XlhJ2t+zU4svFC1kp5unJW/7UKmcLK0dzawSzza8qXjN7q1aE6GZYv5JnbGM8bslFkIDSzMuo/pb3EWES3IR2jQuMMTMRdRjQPeBfqfeO1qbVRqH/U8HldyWOY9U7ZOJotH7/zw6tgCzvT3uNbkwd5w+wDZGv5asXJHtsPbkQPmJoi4wtyNDPlN9LP+HJzKKjKNWxFbjlvryeWzLv5jgKAH2FnY/VXpn/+AxKTkvcfOjlsYHfqz+rWscXnlXs3LaZ+B1tri984/TNNmzFHs5YOQedGXpaMmfEdJlyukNK3dKLqTUi+NE+8b2oS5oH+Lb6cfuYj/QwAAAAAAAAAAAAAAFAQ1K9ba/qUMaRw7vyV6bMW7f04+yrt1NE9VF5y7fod12IuFMAf9yeSc1cun3H3qFWiVLk3b16kpqRk1nPYnH4DRk2csmDnjnV0jVajOXnywMLFm6bOWPL82eOWrTpVrVanYqWqn4/p4VF77PjZa1cv6Nd/9JLl26Iiw556P8jaQC6TBQb4TZ+9one/ERwul66USg11OrITta/v28jIcFITEhoYEx0ZGRG6fNWOYSMmrVo+l1TGxkaNGDll6PCJjk5Fh42YTGr0haK5C9bWq9f0wf2bmbswt7AqW65ytgNTqZT6Qn26LBAIEuMTsq6mJCeTvfP19MiqnkCY+WiQ+/ji+eP3794YGhq/euH95NHdSpWrHz60s2ixEqvW7qlQscq+vVvoPS5dvu3M6cM1azZYuXa3iZk5qfR9/9bOznHu/LWe9ZtkHsbG9UtZTGa58u4UwPdkZqB/Yh7osMDoUYt6Ltg/Ojk+LdAn9Njmi/2ndZi3Z1RifEqxso5OxW2GzOmSrUtoQFSLXp4L9o0uXrHIwyv/meK9dovK9y49I4U7Z5/Ual6JrlQp1dsXHJ2xddjcXSMPrDqTliJLTkidtWP4vN2jzu65Trdxr1d29JJepFDCvWifiW0oShfwNjRz2KyVRzZdqNm04oqTk6RGoqOMx24AABAASURBVGwHJhQL6raq0mVEs9jIRFsXy1nbh5PVzK2ydEXQu/CpGwf3HNeaw8v46IiDqzUZtt1Ar0Prz2e7U74vg5LiUpYeHd9+UMM33h/WzdjXd1LbxQfHRIbGPr39lh7w3sVn5/bcaNW3PvU9SD8DAABAbihXxs3ZyY4u515els5AYx7o3w7pZwAAAAAAAAAAAAAAgEKioVfd0LDwdJmsVfue/QaP3rxtT9NWnVUqVeMWnegGnboNSExM2rJ9LymQm59fQGbfPfsO9x4wok2n3jGx8ZOmze3Qpd+wkRNTUtPi4xKGDB9PVnv1G/7BP5C0HD95llfTDvMXfZonNNtombsmy0bNO3XvPSRzyueEhMSjJ84sW7UhOiZm/uJVzVt37di1f7YpqwFyyZ8Iz929fTUkOGDPro2WltZXr5zJrDc1tSBLLpcnS0+na+LjY83NrCRSA1LZveegb4xpY2dPluHhIZcvnSYjc7i85OTErA34enqdOvdZsmja9q2rtZp/J2kuWar8yxfeOp1OKjV49/aVk2PRmKjIkqXLs1hsaxv71NRk0kYslpJjyDqas0txsiRXlOVyGfVNYolU9v826elppmYWWVfJVX9yU6vVGatpqQKBkN5UpkylN6+fkQPr2Kn361fPvJ/cr1DRIzoqolz5jIB1ufJVAvzfZ9xrG3uyjIgILVm6HLmqXbp0BbJaoUIVc3Or6VNH3rh+UafV0iO/f/969NiZFEDO/HQGmi/krZ9xYOHwzTGRCRqNNjos3q1Cxhegdx3ZjC/gfrGLWCo8uuni6sl7Hl9/rdH8ZwJ1kUTAF/DiopLevQh0LedIVybGpqSlyA6sPntk40VLe9P4mGSlXLlywq4l/2zXaD91t3Y0owuWthmzrQtFApXi32+9z1oZHhhTqkpRslq6arGv3alyNYpbWBvP6r/25pnH2v9/I7yegNd+SONlY7fvXHycfkkxsTQkS1NLw/CgmGx3KuRDZPHyRThctpObTe3mlcIDo68evb9v5Rkuj5OSmEYPeGrXtZnbhuuL9ahvQvoZAADgR5FTfa1WS8H3iPTJ7yYCckbByOWTCmSgfzuknwEAAAAAAAAAAAAAAAoVc3Oz+PiEiMio+TMn9+nZmdRwOJyypUs+9n4eHhGlLxIGh4S+9fHdu3P9vNmTp8yYn7WvnY314b1bjp04U6Z0if27N1av7r5xy84PgUE9e3QiqxXKl7ly7daNW3dlMvnZE3sbeNYiXV68fJ1tNHrXHdu3fP/+w6Z1S8ePGcbjcujxDQykrZo3Hjm0P+kSGhJ25MC22TMmTJ4+nwLIfbmen/P3f2/vUKRPvxFduvUfN2HOxQsnMzeFhQdnLEOCyJVausbA0Cg5OYkUNBr1ymWzGRRD9zF9yOFyEhLiSGWAv+//jzvjyC0srBs2bkVGrlW7ga2tY9b9JicmxsXGLFi0oXnzDruzTP9eqXL1Qwe2FytWolTpCmtWz6/kXt3W3ikoyJ8+kk+D/z8BwGR8OoCcX0XmcnmUTidLT1Mo5HFxseYWlllXDY2MnZ2Lv3mdMcftq5dPXYq60b3YHI6eQPj2zfNatb38A96npaVKpAa2do70gXl73zcxNf94GBkHZmPrEBSY8QmJkKCMT1f4vH1ZrHjJBYs3GhmZXL1ylh5t2LBJFMCP+LkM9OZZB4fO7TJ2RR867mxqbRQbkUAKe5afiotKYjAZlI78+2UnxWZ8tMDvVcY/+UMbztdpXWXI7M4upe0/H7B288obZx0oX90ts0ZqLBIZCDsOa9xpeJOy1YqrFOp7F5+NWNBt4PQOpEy3yfw3+8V/qlkrrRxMQ/0jSSHYN+ILLZkZ/+R9ngYULeswb88oQ1PJ1eP36U1J8anxUQmksln3OntWnCI14UHRZPn0jo9tEYtsd8rO2TIiOGNrRHDswXXnLOxMG3SoTo6/euMKNkXM6QF7jWstMdKnvgnpZwAAgJ8j0tdv2rgOBd/0+OnL976BfyYviwz0b4T0MwAAAAAAAAAAAAAAQGETHR0jlUoMDaSGRv/O69qsacPzF64cP3GmWWOvD/5BMTExK1ZtPH7iLGmZta+Dfca3wgYEBj199pI0IC21Wp2BRLJ56+5J0+Zev3lXrdEEB4VVKFeGyWRWqZwxJevno9G7FgoEQwb2HjN++qJlazWa7KGy8PDIyhXLk4tWTo72SUnJFEDuY1O57PHDO1WrfQofGBga6wkEfu/fFnFxJasx0ZEzpo3yff9m8tRFdAMWi92j1+CF8yap1Kq6no1NTM3fv39959aV6tU9t29dbWhkLBZLsw4+eOj4HdvWpKQkmxibkY5ZN5FrwOmytNkzxyQmxPfo+e+mIs7F/P19u/UYpK8v3rh+SalS5dkcjs/bF+RI/HzfDhg0JusgxVxLLVo4xcOjNpUDx47ukctkHTv36T/gn8WLpnHYnN59h5H6bKsdu/TZtGHZ6ZMHy5V3t7SyyexeunTFRw9vM1ksU1MLW1sHUtOqdZetW1aePnmI3MGJk+a/ePGEbtmmTdeZ0/+5fu08l8N3dilmYWVz4fyJyxdP63S6YSMycs8hwQFbNq2cu2AtBfAjMjPQGSumVJMpiadnSXdNSOo6TyIxZX2xS5nqrtN7r+LyMrqkJqX1n9x+z8rTackyJzcbIzNJsbKOS0ZvHTK784IRm9+/DNIT8IzMpaXci+5acuLU9qssNtOhmE22Ad09S6+csLPHmJaZNRwuu+vI5otGblXIFMUrFLFxypjseWKXZaS7vkSQnqagfkSrPvU3zTl44+QjJotp52yRbat9UavDGy/0m9zu8c3Xl4/ep7TaIXO60JtEUmF6qnzuoA2JcSndRjUPDYx6euvNm8d+5M7O2TXy4dUXWe8Uufu2zpakMZfPaT+kca2mlXcuPZ6amGZiYdh1dHN6wCk9Vux7vOQbh4r0MwAAwM8hpzTkfMbC1ISCb0pLS5fJ5DrdH4og0xloissVUvqWTlS9CcmX5on3TU3qPFvK1aMgh5B+BgAAAAAAAAAAAAAAKGyu3bhjaWGuLxQymf+5HlSpQpnFy9awmMxtPTq/9/WztrYcPrSfVqvdvfdw1mZ0Lwd7OzMzk+ZNvEJCw9+9912/eWerFo3r1a05d8EKstWpiP2Fi9dIwdcvY8JWJ0e7bKPRg8THJ0ZFRe/duf7m7XvLV2/cvG5Z5i7IZUcnJ8fTZy6QVf+AIArgj/g0wzFZajSa+JCrqb7THOtezElP0j4p5m3ULQ9jl74mRftTPygsNHjXjvXjJ82lCorkxMSHj2571mtC5RNJIWfCn03T2q0ztveSSkRcLuc3XjKnn1G3XkevOBe2aRim3/tJF7xDLj/ymdbSxthIKhDwMyIjuY/+1nilUpWWLouNTj89S6pO434jA/17ydIVC4Ztnr55MJU7nt97JzYQOhSzPrT+goGJ2LN1FeqnnD9wW6vWNupcg8odSD9DHkFeEFQqdcztDSqfU/Z9j1GFWJT/+/iIUNeq+fgdTZue4LewtLbNaRO7YmKRPofz/U/BRTwdH5siMio6TCqV8vn83/v6Q95r5HL5wPWP+jZ0q+hs/N325NmoVqtP3fe/+DJuYU8PqsA5evrCzkPHpoweWr6U29fajJu5sFfntkWdHKj8r9bEEzt6O9tYmeuLxGz2b/5MJnl2RcfEXL5yo33rphR83Y3bD+LiYmvVqCqRSHl8/p+Jz9K/JqiUyrS01PAPKZfmiSXGnI4zkIHOEaSfIb9oMefiOC+LkkUsxWIxnp8AAAAAAAAAv4j8bdzvadKxOUnDdztSAAAAkE8oFCrexwklsyLXMRUKed9ho0qXdhs9tM+3R7hy7eaUGQvsbW2CgkOsrayWLZ5laWHWtFXnU0f3kK2ZhWUr10dGxSyYM4WUt+3c9+CRN5fNadG8UZ1a1ehx9uzLiC937thGLlcsXLIqPDJKX6g/oG/35y9ebdq628jQgM1muRZzGT9m2KRpc4ODw0jZPzBw87pl2Uaj90juwsKla4KDQmLjE/4ZPrBSpXL0Xi5eur5hy45li2afv3j1sfezV699pk8aU79erW/fx/OXbyxesXH53Mk21nb6QjGHw6EAPlrdM6BiJ3mJasbkYhOXy/3GxaZcnwG6EGFQ+Sj9DPA1PzEP9O/y7lngopGbh8zuQuUaiaH+kY0X46ITKR01ef1AKk9C+hkgDzqycFKxKrXydQAa8rgrt++tmT/DysLsG20WTB1LQc5oNdrIqDgKvsnR3pbL+dOpxC/PAz0tERno70L6GQAAAAAAAAAAAAAAIL84cv6KUI9fv4aHHp9L/ZS6tWuQW7ZKOvSctTBy2IDMrT27dSS3bF06d2xDF/h83tRJ/2TWF3Gyb93yP1nHOTMmZl3NNhq9RyaTOf6fodRn6terRced+/XuSm4UwJ/y1wLQVta2BWn6Z0IskVIABcLfykAXLWO/+dpsKjfZF7UavaQn9cu82lejcgfSzwC5ITrQ7+zaBf7PHpnaO3WZtVKr1S5q71m2QQufu9fK1G/abPiU2JCAw/MmxoT4V27WoX7fkc8unTq/YalV0eIBzx9Va9tDamYR8uYFuRla2paphwllIaeePH81d8U6kVBYr2a1zm2aLVm35f6jpwKh3uRRQ5wd7LoOGu3qUkSpUlmamTrY2Xi/eDVu5oKGdWvyeNw2TRueOH8lLj6hmZdnt8GjJWKRlbnZhBEDF67a2KtzW5VStXjd5rTU9BoelYb26Xb41LkHj5+ZmhpHRscM6d3NwdaaKvTor7NAJPS7bKwt1CpZxgnGn32skIH+CWol0s8AAAAAAAAAAAAAAAD5hkarvXrv8aOXb5rXq1WxVHEKAHIH4nQA8AWZGWihQM/YVNBkSiJbqNw1ISkpWkNBrkH6GSCXPD5zND05cdSuM1VadtaoP72O2ZcsN2zL0WcXT725dfnowqm2bmWGbTn+5Pzx4FfPyNaUuKhW/8z06j/66s515bxa2hQvVa/3MKSf4Yds3Xd44ohB21ctjE9MuHzzbmh4xL6NK6aPGT5z0UqyNTI6dnDPLtPHDDtx7lK9mlXLlXBbNntyRio0izc+vk4OdpuWzm3RsF5m5fyV68cM6ntg88qYuPgbdx+SGmNjozGD+1apUPba7fsUfMTj88qVdaPgm/z8A0PDoxkfUX8WnYHmcLlCob6lk6jehOSkWNW+aYlKGQWfUyupQ7ORfgYAAAAAAAAAAAAAAMhnUlLTdx87u2bnwYgYfHstQK74azNAQyHhF5niOekE9THlQMEP0up05e306OTrXwmm/JV5oAstpJ8Bco97q47RwX4L29W1KOJqYuOob2REKh1KV5CaWxtZ20YF+kUF+gY8f3jrwFZSH/r2hUBqoCeWCA2MpKYWGpWSAvgp4ZFR5UtlZHCH9ul+8MTZimVKkZd0B1vrpJQUUmkgEUskIlLg6/G/NkLVyuXvPXk6ZPx0S3Ozos5OdGUcDg5ZAAAQAElEQVSaTOZWzJkUKpcr4+P7wchQamttSVZFQmFsfAIFH89h9AWCMiVcd+0/GhQcTmpKuBZxr1j62ct3j5++IqtGRtJWTTyjo+NOnLtGd+nWoRmPx92y64hWqyOrnrXcHeysz1++HRIWSVbdihWpUqn0y9e+D568IKsGBuI2zerHxMQfP3uV7t65XROBHn/H3uNKlfrz7q4ujlXdy7728bv38DlZlYj127X0Ij+sY6eufOretpFAINi+74RKqSKrdWpUdnKwuXT1bmBI+Ne6xyckHTl5ie7esXVDfX3hrgOn5HIFWa1VraKzk93l6/cCgsLIqouTfY2q5d++/3Dn/rPM7olJKQePnSenmg3qeJDTjL9yoo55oHOITj9HBiD9DAAAAAAAAAAAAAAAkFs0Gk26TK5QqZRKcskuY6kiVRot9bPI9bjM8vuA4IXrt9eqXL6pZw0KAH4rBKAhV9AzyZV1kBwa6pqSmiaTKXSUjoIfxGKyREIel8vONh/kH/O1DHS3BVKxMSK5v5NOl5F+fncP6WeAXOHv/cChVMWWo2ccmjv+8dnDtbr2J5UPTx0qVbthdOCH2l0GGFpaVW7eoW73QftnjXFxrx7q84pOlTGYn15+ycuhLCVFlpykJ5ZQADljZWEeGR1rbmq8avMuV2fHe4+fksrAkFB66xeTi+RdPyo2lhTevPM1MzF+9vptGbdi44b2W75h26kLn8KyRgbSmLgEY0PpA+9nFUqXJL+AIwKZTcYJDItFTmLq1HBPT0tTKpUMJiMlJcXB1tzO2kyr1ZIGycnJfD6nTTNP8ncL8i4sl8uUSkWrJnXIXzHIKjn5IQ3cK5SoVM6NNGCymKS7rbWptWXdzO48Hjuzu0qpSFGrmjWs+Y3u1hYmrZv+252c3/3bXaUiDZp71cjavWK54uXLuH6tO5vFyOyu0ahJgyb1q2XtXqGMa7lSxTK7W5oZZ+3OZFDtWtQnj5JYLGb9vRwtMtDf9Sn9HKhwHxKK9DMAAAAAAAAAAAAAAMDvQi6rxSUmxSVk3GITEpUqFZOREZHictjkoi2Xw9Hj88i1N+pn/UpfAMg5BKAht5BL8no8joWRvkTAVqs1Wu3Pfyam0GIyGeQdlbyhstmsvxhM+TwDvXtiYpe5yED/NuSk6vza9Iz0c/8g6+JU/k0/67Kg4I9gZEHB19mXqnB69dzrezbauJas2rY7XZmenLhtXN/yjVoVr+4pNjY9sXzm9V3rHcpUMrK2D/V5lW0ExzKVSHdLF9ey9ZtTADkzYfjANVt3paSmuTo7edasGhwWMXj89LfvfCeOHPS1LlUqlvtn2txXPr4CPt/MxNjO2urYmQsnzl8m51HTx4545+dP2kwdPWz5hq3PXr6xs7WuV6vamUtXKfgMm83m8/WkUkpPT6DVaigdOa1iZrw56XRanfbjiyaDDqGTVfK2Rf6cQX18IdVlTAH97+qn9hTjj3VXqdUKpUqkL8yNvdOfSKS7UxmnmuQcL+PPOH/xfAMZ6G/ITD9XGRpias8XiyRIPwMAAAAAAAAAAAAAAPyigNBw/+CwqNg4kVBobCg1MZS6FrE3kIip3+r1+w/+wZ/KDjaW7Zs2sDAxQnwO4LdDABpyC7kqz2az9PR4XC6HvHwjEPkTPiZCmCwW6y8GoClkoHMZnX5+fVNesV+gjRtTIhbm3/Qz+Zde8fRwpVZNwZ9ixpOcrj2Dw8mYJx5ZqG8wtrHvsWBj5mp8RAhZ1u46oO3E+XSNtWupwRsOZzYoU68puZGCc8Wq826+I4UG/UeTGwXwI6zMTWeNH5m52qtTG3LLXD2weSVdOLJ1DVmuWTiDXt29bmnWQWZPGJVZXjB1LF2YM/HfZ2Obpg3pQoM6+L6kT+hTFw6XS86i+Hw9+iyUfpHMPCPNfM3MVkN/jCfzgyWfb/0D3bftP01Wy7g5Fy/qQM6kv9092+5+aO8ZZWbGqSZ5uP7uqeYXM9CdZko5fKrQ+kL6WYT0MwAAAAAAAAAAAAAAwE8Kj479EBQaEBJmZ2Xh4mBb16MilftE+oLm9WpVKFkcl3cAcgkC0JBb/p+aZSL6/IvywtyuX8xA75mU1HmOBBnoX5GZfi7exUdko+XzjcTk3Ccfpp9pGo02QhY/vnx3W30LCnLfyzi/g+8vpaXLhAK9v5tdAwDIa+hTl4w3Uw7nRwPQOV/Npe4Cgd7Tl74+fiEsNrOUq1PFMsWLuTiQM4PfvvesDxf1V305Az0jseO0QpqBzpZ+loilQn0RXw/pZwAAAAAAAAAAAAAAgB/mGxjyPiCYw2Y52lpXq1D6z1xtIVf36lSpUL+Ghx6fS/04jUazZt3WK9dumpgaOznYDxnU59NXyH5PfFxC7wEjjh3aQcqHjp48d/7K+tWLW3foceronlbtehw9uJ1e0o3VanX9Ju2unj9Kr/bsO2zqpH9Wrd3cr0/XdRu2jxjaf/mqDWTpYG9LN2jZtjuHy2WzWHKFwrN29Y7tW02dscDY2HDC2BExMbGHj54ibSytzGXp8uZNvdLSZXfuPWjbqhkFkJsQgIZcRL9h4CJ9wfB5BvrMLANkoH9F1rmfTZ3ZMoXq2dtgLjfSztrEyc5cJMxneR9yd8iJEVmWMS5WwtCRgtxHHu392gvp6XIel8BHTX6AoYUNPa8zABRgmaeg/5nw+HvZ3x9azaXuIn197cewslalefLiPbkJBfyeHZsWK2KXk+4533ueggx0JqSfAQAAAAAAAAAAAAAAfovA0AjvVz6mxga1q1QQ8HnUH9Taqy6Px6F+1rad++MTEo8c2EauEF26cmPCpFmrV8z/oRHOnb9y/uLV9asXc7mcU0f35Lzj0oUzv7F1/cqFhkYGWq22TYdeVdwrDOjX/eLl60FBIc7Ojr17dV62Yv3wVv0GDxvH43NTU9N9/T4gAA257TcEoOXJ7xKDT1KQ38gSXlAAPyJbBrrxlARkoH+aTqc7tyb9za2M9LNtCYZEbCARi/T0ePFJqYGhMaeuPBHwuY62Zg42pvkoCY3Z3v8KpUqt0Wgx1z4AQIFhZCjJuspiMRdMGUIVAshAU0g/AwAAAAAAAAAAAAAA/A6hkdHer3zEImG9apVyOHfy7/Ur6Wfi4OETZ0/sJVeISLle3Zpr1m25fuvuqdMXliyYkZqW1rPf8EN7Nm/ZvvfK1Zukwcyp48hy4rS5LCazV7eOpHztxp09+49s3biCTnk1bdU55xnoUWOn9uvT9dttkpNT0tJlxsbGHA7nva+/cVfDrFstLMwiI6JJQSgQUAC57DcEoFMjb5IbBfkTk8nApXTIOWSgfws6/fz6lrzSp/SzPp1+ZrNZ5iYG5OZe1iU6Lsk/ODozCe1oY6qf55PQyOD+ebqPKAAAKEAMpeLMslCPv2BqoUg/0wp5BhrpZwAAAAAAAAAAAAAAgF8kk8vvPnnB5XKqVSiT9bpbPqJWq+VyOZ1+pllYmBtIpO99/VQq1bkLVxp41n7x8vVbH9+9O9cHBYeOnzRr1rTxaWlpZ47vjY9LCA2LWLdxe3h4BKnhcqXf3pefX4BtkbKZq1Mn/fPt9mUq1yHL4q5FBw3oKdDjb999ID09PSAoxMDg3x3pdDqRWJ/H5SanpFAAueyXAtAcPQtBiZ2pqTKFUqnVainIV8hFdA6HLZCUYrNZuKAOOYcM9C/KTD9X7h9k4/af9DN5YDObmRpJyM29rHN0bKJ/SMyJy4+FejxHW1NHG7O8n4QGAACAnyYWffoMuoONRUPPqnKFks/jUoVGoc1A0+nnqCCF+xCknwEAAAAAAAAAAAAAAH7GCx9fnw9BHuVLWZubUvkWfXkoOSVVLNKnayIiIq2szLzq1bl24+7Zc5cXzZ926/aDmJiYFas2kq1SacYXzDo52NON+Xzetk0r9u4/OnnavDUrF3x7X0WKOFw9f5Qu9+w7jPqeZw+uGhoZZK6OHj4ws6wvFE6ZOJoU6CXAn/HzAeiM+CxPX2Rem5UuVyiUmH8y38nIFjCZeno8LofDZOKaOvwAZKB/2mfpZyE5Wfk8/ZyVqbGU3P6ThBbwHW1MnGzNSIECAACAgkX88Uu4Vs/L+HS1WqPx9Q9xdbanCpNCmIHG3M8AAAAAAAAAAAAAAAC/IiI69s6T50621u0ae1L5X9MmDRYuXjVj6lhy1WzXnkN2djbGRkYtmjeeMmM+g8kkZSdHO2try+FD+2m12t17D5MujP/H/4yNDIUCQZ+enVt36HXyzIVmjRtQAAXXrwWgOWwBxeew2RoNpn/Ol5hMBrmmTn6OTFLClXX4EchA/4Qvpp8FAv430s9ZZSaho2KSAkKjj196IhTwHG1MnWxNkYQGAAAoMKQSEZ1+JtgsloWpkY9fULEidlRhUqgy0GoldXhOclSgsvIgpJ8BAAAAAAAAAAAACgWdDvNMFhz4Y/5fp1Zr7jx5rlAqvWp66Av0qAJhxJB+Gzbt6NFnmFarLVmy+LzZk0mllaW5LF3WplVTUi5V0u3J0xcDho7hsjktmjf6fATyzFy6cGaHLn093CtQAAXXLwWg6fgjh8PGG3P+Rf8cKYAfhwz0D/nF9HNWZiYScqOT0P4hUccvPdEX8hysTZ1sTYTfOZMjO8r5mbeGAgAAgD+OxfrPiYFUIlJrNAmJKQZSEVWYfC0D3WmGlM2lCgzM/QwAAAAAAAAAAABQqOh0unhFWkhqnC6jqEPgKv+i/4xvIzQy4uszPqLgb3jjG/D0tY9H+VIONlZUAUIuFQ0e2JvcstXv27Uhs9yzW0dyy1xdsWQOWRoaGRw7tIOusbezuX/rPCmcOrqHLI8e3J65zNzL1fNHM1e3bVpJlksXzswcjV5myhwZIO/4+QA09fGlnH75xvtxPoV3X/hFyEDn0G9MP2dFJ6GrlHOJik3yD446fvGJvj7f0cbU0eYrSWiW3scMdM5oUigoTCYu2mdmJLGzNrG1NLa1NDI2FFMAAJA3GBtKn7zwKcKyloj0qcLk8wz0xbmig7MT200uIBlopJ8BAAAAAAAAAAAAChudTnc25PnQ+3soKBBml27et2hNNpvDZDLxt/0/LCY+8e6T5xamxp1bNKQAoLD6pQB0JryCAxRayEB/Vy6ln7MyM5aQ2/+T0NEZSWgh38nOzNHGRKBX4L4nHnJHETvze97vX70PoVcFejxbS2PPaiVdnSzJqk6RnB5wl4L8TKtIpQqEdIXKLzyJgvwPv0H8kPKlioWERxe2ADT1WQa6/sSUApOBRvoZAAAAAAAAAAAAoLDR6XRarVatVpHypjpdRBweBfmWRqfrfHGrQiFTKOQZuRkmEjJ/1J0nzxOTU2pUKmcgKVzfoQoA2fyeADQAFGbIQH/DH0g/Z/X/JLRzZEyif3D0kfOPLEylUpHA0syQFA4dPHTq1Oldu3aRllFRUXXr1r1586ahoSH1gy7eelGnihu5C9SPu/P8wfi1sxwsbDJWGIyZ/SbY0+Us9l080rF+6+8OLniPcgAAEABJREFURTcbvWJavxZdi9oVybpp1LLJQzv0c7Cw/WIvJovVvm6LL44ZEBG8bN+6laPm5fAYvoE+hrT0NPIbrEhfRA+brU3rCT2OzNveYkyX44t2U39br3a173m/z1xNlykSklOd7c1ImcHmqVKiQvf3w3cw5WsZcTquiMXmfMzV5defI3n5jE9On7zzDv1sREYw/zIVsVgsJoWf4I/QF+rde/KqSvkSVCFTIDPQGhXSzwAAAAAAAAAAAACFEZ2BJgV3M0dDvoCCfEupVWcslQqlSsHjYWa6P8c3IPiu94sq5UpVLV+aAoBCDwFoAPgNkIH+oj+cfs7K3ERKbh7lXSJjEsOi4r1fB0RcS+jQvMmaNWvPnDnTuHHjUaNGzZgx4yfSz8TpK0+u33/drVWNYk5W1I/zrFhzWp8xpHDl4c1VBzYuGTErW4MDl47lJHxMN1syfAb1+zhY2NIx5Rwew3dde3KrqK1zKWe3z9PPmfJC+jk+MZU8VbhctlKppmv0hfwh3bz0+DyNRiMs3UHj2DQlNV2hUGq1CEDnVwwGxeNxyYsQm8XKp+k6ctjVipmWseKnpqYoFHL6b0OQH5EfJZfLE4mFbBaynj/AQCIqXbxIappMX6hHFTIFLAOtUVGH5yUj/QwAAAAAAAAAAABQGDEoXOQqSDRa8j8NJm/6MxKTU+4+eSEVi7q3bkIBAHyEADQA/B7IQGfzF9PPWdFJaLqs1nE3bNjQvHlzPp9PDq9169bXr19fsGBBamrq2LFjmzZtSmoCAwPNzMxmzJhRsVyxbwwbE5e8ZNPpiqWLtG9SRSL6yY+lxibFcTkZqaWFu1fdf/lIwBdM6zPm1rP7wZFhG47t6N64w5ytS/zDg0ykxnMGTjx999KDF4/NjEwjYqOGt+93zfs23ex9sH+/Fl2VKuWSfesUSrmlseXcQZOy7WjPhUO7zx+2NDbr06wLXROXHD9j86K4xHgBX29i95FanXbyhrksJqtt3eZXHt8s41yCDL7uyLaTt8+fXrKX1PefP3L2gMkmUiPS98CV4xlHYmz6NtC3omvZ5NRkoZ5gWPt+mdNOT1o3u0O9VqRlUlrKsetnBXoCI6nhjrP7V46a1+5/7N0FYBNXAwfwF7emberuhru7u8MYMGRjsDGBDWfoYMhgAox9sI0xGGO4w3B3LQ4tVequcfteGgihWJ3K/7d8+e7e3Xu53L2Ea+6fl5mjaeMZOVnVPP0+erYxxhGgr9y7vnr3Bqlc+knfkR0bt6GtMZgsKwvxnNGTSenIzpXHJabHJaXTe5GQ7+li16Cmj3EQaNpHP/ugi7Hn0O7K43EtdHradTUaLUaArrjouzQ9iHx6OLmcivgDTMZ/ZThcrkAkYrHZGrVaX2HHsQYGYdCDyOPz6QHFJ0GFIhTwr9y87+Hq6OxoR6qYV2agdy7OGjDDqmJloLVqsmtxTnyYAulnAAAAAAAAAAAAgCrIcL0VHwZXOriMXgau3XkQl5jcomEdexsJAQB4BgFoACgxyECblJP0cz700YOCgj744IMxY8ZcvnxZpVLNmDHj/PnzdKJdu3YNGza8d+/e8ePHMzIy6MpRcalcNovHYwt4XB433z8WT8/dr90OuxfypF/nRm2b1SAFtvnoTnoT8gSt6zWf/fGkMzcvxSbHb1u0LiYx7ps1321e8Me+s4c+6Tfyz33/1AmsteDTb3ac2v/7nr9dHJwdbOynjRi/9cSekzfOje79gXG1SSvm0jYjE6KXfjHX3tp2zKKvQqPDzB9Oq9NuPLRj0/zVIr5o9c51TrYOhmcXH/Nhj6H1Amut2bWetta2fgupXL7vh38iE56cuH72o17DaOPjBnyYnp1x5d6N6j6B9K8VY/rZyMfV84v3xsxc/Z2znePnAz8aMW+cSqN++ZlaicT92nYP9PC3sXp6/p0tzf1qyKf0uX+6ZGLvNt1Na9LqSzf+sm3xOjoxbPbYpjUb0MJOjVt3bdaBvI1el/eVUq32lakpvZ4hUygVSpVcrlKo1HKFit50On1UXArti65ONj7uDi0bBvJ5huxYozq+xgD0kN4t/L2djC3QZjkcNu23fD6X7gf85VahMZmG+CCLxay4I0Cz2WyhUMTl8gi6YgVnOGfI645IfBZWk/o1pDK54dPRqrfnXs5AH1vCqFgZaGP6OS4c6WcAAAAAAAAAAAAAAIACiYpNuHDjdr3qAX07tyUAAC9CABoAShIy0KS8pp9NevXqdefOHQcHh9jY2Ozs7EWLFtFCPz+/nJycmTNnfvTRR0KhcN68eTGxqVlSmUJhSM1yOeycXLmpBZVaa5qWK1T/7rsQm5QxrE+Lgj0+GdJ5wNyPp5hmE9MSG1evz2axvV09s3JzTOURcVEMwkhISZCrlKy8/ebh5ErvxUKL1Iz0fG0KecIF635gMVgJackardZ8UUpGmruDs62lDZ3+esi4zUd30glrC8uftqy2PS15HBvRtn5LWuLj4vnypvZp3W3b8b0xKfE9WnQyLzcGmoV8oaudI51gsthyhZwUgJ2VRMgT5E3YxicnmMrTMtNz5dL/7fiTTns6udNtphO+bl5vbVCvJ3cexShUUSqN7pVpUCuxUK3RCvhcPo8r4HPovYWILxTwalfzFIv4r9hCG8vq/m5tmlY3lRhf1IaRdzlspJ8rOlO6ruIGoA3xbSaTzUZvrPAqem98t7Ra3aGTF7t3aE6qnnwZ6K6zsg9/Z1lRMtCm9HPTL54g/QwAAAAAAAAAAAAAAPBmuTL5xRu3uVzOoO4duRykHAHgFfDWAAAl7HUZ6OFLrCwkVSIDXZ7Tz+YcHBxsbGxmzZpFD9mGDRt4PF5cXNyxPPPnz9+94+/XVbz9MFquVRmnBXxu386N2jWrUeQwoq+b9/7zR+hEZHy0scSYAfJx9XKQ2PVq1TUmOS40Kjw1Jz1fNsh8dtH6n3cv/dtSJB70zUf52reztsnIyaITGq3m2z+WVvcJpNO/7d7Qr3WPjo3bfP/3CuNqzFc1XtO3Gm05OTPl568Xvu6hTTgcTmpmmruDyyOzIajpq0FPnu+ZpLQUqUJGqz+ICvFycTeV21rbWFpYfjFoDF2049R+Bxu7vE16e4ehG1Knuqe9rcTCwhCfIsU2uGezWoEeLz0KcopQjhj7IXojVGWWYlHXdk21Wq0hClz1mGegHT0rTAYa6WcAAAAAAAAAAAAAAICCC34QEhYV06JhXRcHOwIA8BoIQANAyXtlBvqfb7I+WFT5M9BHfpNWiPQzxeVyv/322xEjRshkshYtWri7u+fk5AwePDg5OXn+/PkFaaFRHb/BPZtZiYUkb9xrUiQNq9W9/fjep0sn3w9/NPvDScQQWbZdseW3T/qPWrZx1aHLJy34wk/7j0p9lH/UZ+NqxukWtRt/vOgrPodHpzPz4s4mbBZ70tBxk1bMUWlU/Vp3T8pIoYVNazX6ecuavw9tZTHZQV5+L2+VsfEJ73/Sql6ziLhoAZf/1ifStWmHn/79n4PEXiK2MhUGuPv+sW/j10PGGWdZLNbklXPvhT8c138U7R2m1bhszsQhn05aPlumVjQKqisSiMg7Ure6FwEAgHKPnlecv3Lb0d7G38edVD0VLgON9DMAAAAAAAAAAAAAAEABxSYmX7xxJ9DHc1D3jgQA4I0YxsgavddqtekxJ3Mfz/XpcJQAABQbfWPR6XQqlVoqk6cmyw4ukOjV3MqdgT7ym/TOyXKcfmaJCCnwlmhzXrdk/Ly/LET8Ef1bB/m6mgrpsZbJFH77R2/tuqSmjQ+pLH7bvaGGT1DLOk1ISRgwfdTOJetJCTkTd3PmhV/31Z9VgiNAA5hLCJ6emiO2DRxvbW3N5/NL9q2MvmkoFIpxa66N6VajkT++swsAhfb0VFOplEpzk6JzDn9n6ejBLYcZaKSfoQrqu/DotK7OtfxcLC0t0dUBAAAAAAAAikmj0YQFZ+1emDXhn8pzAQ6gyqKfbKs16g0hZ6cE77o7ZI4NX0igwlLpNN4bZk32ajk2sK1YbM3j8cvhuHgVjkqlvnjzjkarbV6/tlDw9oHqKhx6bUupVIwZP7F2rWpfjhtFqrzjJ8///OufyxfNcnfztBBZcjgcApBn1YeRjYYqara0oxebuFzuGy42ISwFAKWlqo0DXd7TzyWnZ4cG7ZvVoE+NVHYzV3+XmpU2tu8IAgAAUP4olKq9h88O7lNFv/v+9FSTZ/j9h3I7DrQx/RwfifQzAAAAAAAAAAAAAADAm9wLCb8bEta8QW1PV2dSqekZjMPHz9AbgTwsFouRhwAUHgLQAFCKXs5A/7fQulJmoKtO+pnq3Ko2qRoWjptFSlQJDv8MAADA53EH9mqvUmu4nCr6Z105z0Cb0s9NPo9y8BQi/QwAAAAAAAAAAAAApeT7zet9Xd0Htu6QK5fV+vj9v6d/26pWvUdPon7csemPiTON63yxcunnfQfZW9lcenCnV7NWpNhSs7JKqqlX6jT1i2NLV5HiuR8ZPv7XH4Z37D6qay8C5VVSavrFG3fcnR2G9O5CKjVjzPe9Pj1S01JVaqVWqyVVG90bLBZbKBCymJV/EEYoJQhAA0Dpyp+BnpV18DurSpaBrlLpZwAAACg/6NnG/ZAILocT5OdJqqRym4FG+hkAAAAAAAAAAN4hvV5PoKSVn0/2cHzLTAX6OLdpjTpHr18a2LrD2TvBHRs0OXcnuFWtelcfPWhWrZZpnVXjp9L7C/dvXwu5XyKp5ZDYqJJqqvScu39rbI9+g9t1JhVTpX+963T6izdv58rk7Zo1sBJbFP/5lv+XLZPFateqpUyeq1QqdDptFX9Lp5f52GwOny9ksdgIWUHRIAANAKXuhQy0fWXLQFek9LNWSo8GAQAAgEqkdjW/XKlco9WyWVX0i9HlMAON9DMAAAAAAAAAALxDOp1u/ePz9J4QxGRLRnMH/wArJxaLVR4+39Pr9fueBKfIsnF8S1UX11ouIgn98LmifKjbtFqN77esJ3n55k97Dpi9fjWdvh5y/7M+g8YtX2waWvXzvoPWHtxzNzKsTe0GfB73l11bcxWyz/u8161xc+MKEQlxE1f/XNc3IDIxbmzP/i1q1Pnun3Xn7gWLePzFH38hEVv2nzvZ2kLsZue44KNxpqY61G9E8gaE/ubPVSmZmSIBf97IT+i70JTfVrCYzCmDh5+4ed3UCN2lK3dtWTV+alxa8jdrf90w7ds+syfV9vFTqtVu9o7j+w3+++h/a//b7e3sIlfKTU8w34bZW0lMjcenpa4/sp9eKPmy7+DuTVrsPHfSNFvdy+fvIwd5HI6/m8fI7+feXbuVVBz0xZ6myN0bfTMvBF05X+/pmdlRsfGers62DlY74q6TYmAzWMN8m7HyLpaV85ctfT3yeHz69sLnC0mV/0KLPm+HsDkcDpuLi2hQNAhAA0BZqKwZ6CO/Se+dVjQeG+Veg1lBxn7Gn8EAAACVjYVIsP/o+V6dW5Kq6gxNggUAABAASURBVBUZ6AXid5WBRvoZAAAAAAAAAADeIb1er9PpJl7dQqDkLKnbz1tow2Dw3nkclh5frVb7w51DdzPjCJQmL4HEnivicnkV5XNdHofLY3NlSsW9yPCFH31mwRem52RHJMYFeXjRpV0bNevZrNUXK5fS6Y979D1y7VKr2nV7z5p0cNHPKo2m75zJLWvWEQtFxqa4bM68kWMVKtX7332j7Kd+kpxwcOHyqKSESat//rLf4EA3zxVfTL766IGpKWP6mYpMjB3bs3/DgGord289dv1yh/qNpQr58WX/Oxl83byRZZ9MyLfxSelpE6fOk4jFrSZ8/GGXnhuO7j+4aHmmNLfHjBfWNN+wpWPHGxuXymWT1yzfv3A5j81+b8GMmt6+P23/xzT79/T5wzt1d7Kxre8fVLHSzyTv9R6VkzLpWgXb7KIIv0uKTcDiDHSry+XxOWwOKceMl7Q4HC6LxdZX3mh7wRneY/XE+M8rrqNB0SAADQBlpPJloI3p50afRLlXM4z9bGUpFgh45Tv9DAAAAJVTl3ZN0zOzbawtSVWVPwM9O+fwAlL2GWiknwEAAAAAAAAA4J3TajX0fnqDrh9Wa0qgeHJVqgbbFqmUCpVayWKzy8OFYJ1Oq9Vre3vXXtaiP4FScD89of9/vykUMrVaxWKxK1Amr2m1GsdvXHW2saXTLWrWOXDpvLu9o3GRv5tHvpVTsjJy5dLlO/6l096OLkmZGaYAtKudPb3nc7m5cnlcanKz6rXZLJafi1u2NLdd3QYX7t4a+f08N3vHml4++dq0EomXbtlgY2kVEhPdsUETWkJr0ft8jby85dZiS4lYbHhQHj8uNcXf1Z1uDL15Ojmbr2a+YabGEzLSa3r72YgN10dqevneePzQfDYiIZZUWHlfeDC8n//dcVQTJy8Cr/frnTO/3zsnleUy6YuWVd6vyDCeIWAGOwSKDAFoACg7lSkDbZ5+trYSW4otkH4GAACAd4XLYWfnSFPTMgN8PUhV9c4z0Eg/AwAAAAAAAADAO2ccAZpOcFksCw6fQPHo84bmVKtV9MbnCUg5QI8vPcocJo5vaRGwDHkGpVKh0agr1uCsTWvUWbZ1w5D2Xeh0y5p1p69dNbJzd+Mi88+omQwG7UL2VhJrC/HEQR/QRVtOHXGS2JhWiEyMp/fh8bEiHi/Q3XPX+VPGWXp/8/Gj+gHV5o4cu/jfv3aeO1nXL0Cvf76LVu3ZNqB1h26Nm8//+w/zx83XCI/LScnMoBO3wx4/W+35s3C3d4hOTqQTcpXySVKi+RM03zBT4y62djEpSXRCqpDfeBzySa8BfxzcY5r9asDQ6yEPScVE961GYwhACzgcvN7fjMsyBCBVKoVWI9JzK8bLFleOAEoKAtAAUKYqRwYa6WcAAAAob7zcnZNTM2RyhVBQdT8Fe4cZaJ0W6WcAAAAAAAAAACgXdHodgRKl1WmNsWPyrumfIVDKDAedvpQq1K5uWq3G3Yjw1V/Vp9P1/QOjEuOb16jz8moudva3wkOPXb8y7f2Rn61YolCpGgfVsBAITSvEp6Z8uPTb2xGP/5g4q0FA0I3Qh3T2TmTYglGfejq6/HviyPYzx+jrYemY8WqdhjZ18PL5Hk1bEkPqus6yrX+vO7SPzWJW9/Q1NUjbf6ERB2exSPTB4tneTi4vb55IIBzRqUfPmV9V8/B2kNiaLzLfMFOhkMefPGj4uOWLr4Y8eL9tJx9nV/NZZ1s705q1Ph58d+1WUrHgxV5geQNma/UE75AAVQ4C0ABQ1ip6BhrpZwAAACifHOwkF6/fbVS3Godddf/QeycZaJ2W7F6K9DMAAAAAAAAAAEClVa4SdfjUEV6Jx+FGb95vnKad5PHfu4zTq7+aYZxYNX6qcWL/dz8bJ1rVqvdyOw0CgkxVqHG9B9Kbafbnzyaar2xqinqvbSd6M19qaidfI2snzTJf7dDilcaJY0tX0fsh7bsYx7F+84aZptvXa0hvpvJ8s6bHrXjpZygkpJ8BqibE9QDgHTBloEVCga29oMesLCZP+c83WbkZ5f3ryEg/AwAAQHnWoHZQbHwKqdpMGWiRyMLRU9x1dk5StHLn4iyNipQGY/o5NhTpZwAAAAAAAAAAAAAAAACAsoMRoAHg3aiI40Aj/VwQFxNuR+fEEyh9jzKiCAAAwIt4XI6FSBD5JN7bw4VUYWU2DjTSzwAAAAAAAAAAAABQafg4u5qPslx+lNsNAwCAdwsBaAB4ZypWBhrp57eiB9RX5LQr5IRejx8WKSPuPDvaBRkM/NAVAAA8Z29rrVCq0jOybSSWpAorgww00s8AAAAAAAAAAAAAAAAAAO8KAtAA8C5VlAw00s9vRQ8li8Xc3Wx2VnauTKbQ6XTIQJcq42uHx+Pw+TykrAAAIB93F4eQsGiRSMAznmVVVaWagUb6GQAAAAAAAAAAAAAAAADgHUIAGgDesfKfgUb6uYBYLKZQwKcHlN4j/VwG6K6m/ZDP43I4CFoBAEB+3p6udx+ENagTRKq2UspAI/0MAAAAAAAAAAAAAAAAAPBuIQANAO9eec5AI/1cQHkjQLP4fAaHw9ZqtbSAQKnT037IMkBvBACA/LgcdqCfZ3xSqoujHanaXs5AH/mOsXNJ9oDplkXLQCP9DAAAAAAAAAAAAAAAAADwziEyBQDlgikDLRIKbO0FPWZlMXnKf77Jys3QkXcH6edCMYZx6UHk83l8Phe30r4JBHwej2vskIhbAQDAyyxEArlcEROXRKo8UwZaJLJw9BR3mZWdHK3cuSRboyKFhfQzAAAAAAAAAACUE79v3nU/JJwUiVan9Rved+C8acbbtxt+J0X199GDLxfGpSWP/H4uneg09QtSOjadOLTu0D5See06fPLc1eAi/+5u3zmT+8yaaDy+g+fPIEW189xJqVxWqCqmo/9ORCTEjVu++A0rGJ6RQk7KBH2RpqZnkndh0prlt8JCSQl55cv8dW6HPw5+HELeqfKwDYWy7Pe/YxKKeDXn+M2rDcYNN77YB307PTIxPt8KobFP8r0oun8zgbzq/Zm+r77yWL95f+6/dG7+33+YN/LymzN9YY79aSF5mx1njq/et4OuPOS7bwgAQMFgBGgAKC9eNw70iCVWQqt3EDhG+rkIjLkfpH8AAADKCV8vt8SUdKVSxeMVaazjSiTfONBdZmUf+c6ysONAI/0MAAAAAAAAAADlR0ZWzu9bdtcI8Onfpb2djTUpJFc7hx3zvifFtvH4oRGde7xu6bGlq0jpGNahG6nUZArljkMnLt+6+0G/Hs72tqTwfp8409GmKBXNbT5xpEO9RqQSoc+oY/0yekb3QyNCwqPbNW/UuWWTp0GIiunNL/N8jt+4XM3Tpx4JJO9OediGQolNSP7xj43N69fp3r6lhVBACqlLw6aLRn9OJw5fu7Rs69//mzC9ILUK/v5cqP1Z6d+cAaC8QQAaAMqRV2agN36TOXyRdRlnoE+skyH9DAAAAJWAk73NkVOXu7RrSqq8YmagkX4GAAAAAAAAAIByyJiw7NCicedWTenVTFJUN0IfLdz0565vl43/ZVmv5q2TM9NP3brhYe8YFh/zwydfcdicGWtXRSbF+zi5LB07PiE9bcpvK+il00B3z6jE+F/2bPuy73vGdiau/vlWWEiAm6dxttPUL44tXbX9zPFtp4/LlPJujVt80fe9v48eXPvfHncHx/jUlFM//TZu+WIW07DlH3fvu2TzerlK6W7v+OO4r3acPXH+7i0XW4f7UeFNqtfKys2x4AsmDx5ubHnTiUNKlbpt3Qb0EdvUaXA6+FrnRk3Ts3NSszO/H/PloydR5k3JFMpRS+fRWV9nVz8Xt8/7Dp791+qwuFhHieSHT7+yEAhJeRWbkLx0zfp2zRp1bd2sOAnaLGlOn1mTds//8fC1i+HxcUM7dKH7ra5vQGRi3Nie/VvUqPPdP+vO3QsW8fiLP/6CHtYe30xwsLaxl0juR0dM/X3l7xNnGttZf3j/+iP7Xezsx/Ue2KpWvXy18h393w7uOnbtCp1Y9PHnAW4exsIL929/sXIp7VoNAqrNGTHm6qP7M9etthQKezRp2bJWXWO/mjJ4+J3IMPO6tNYvu7bmKmSf93mvW+PmfWZPqu3jp1Sr3ewdx/cbvHrfjnWH9rnY2o3o0rOeX2BMStLoZfMjE+OnDB5BVzbfSNqx6TOavW7Nyi+nkDKh0WqPnbt87fb9fl3a1a0eQAqv24zx+7/7+VZ46Ne//nhuxdqd507mSKVikYgeCNr4l30Hd2/SwvQi+qhb78lrlluKLHRaw09tm++ZAa3aF/xBzSumZGUYX+ZWQtHxm1cyc3J7Nm8l4vOHdei248zxlKzMgW06jvt5sUylqO3j//WAIdvPnBDyL0osxJtOHF41fmpcWvI3a3+dOWy06eDq9Hrzo1m0rarl7bt0y99rJ89WazT95k6eMfRDU7/6ot9g4zY08A/ac+mMqSOxWaxXvl3cePzQvE+Sd0SvJxdu3L71IKRHh1bN69cu2nWHlMwMHocbGvtk5a4t5jv/SXLioG+n032+8KPP6vsHGVc2vj9/uPRbutTBWjJ18EhaePbOzf+uXJAq5Su/mOLt5EJL0nOyTfvzj//2mr/kX7kNxjdnHpdjeAO3safbMHnwCFbej1rTpkYvW7Dwo3G0A89d/xvtWm1r15/03vCMnJyPls2nD+oksWlWvbapqXyvdAIA8CoIQANA+VIeMtAn1sluHZMj/QwAAACVQ/uWDTOzcq2tLEiVV+QMtCn93KDbSQfPmkg/AwAAAAAAAABA8el0urSM7JxcmVKlft06Wq02Lkkq40tDIvKHm021NFrtkbOXbtx70L9z+2r+3qRgwuNj3QZ3N05Pem/41wOGVPP0nrxmhZ2VdacGTTadOFTd03viwGHXQh6s2ruNz+HWCwhc8/WMbaePLd+5ZXC7TlKF/Piy/9G610MfmdLPJ4Ovy5UKWn7g8vmd506YHistJ2vL7IUqjab1hDEjO/fYcPTAwUXLs2TS9pPGGVfo2qhZz2atdp47ueLzSQ4Smw8Wz34YHUXL/V3dJw76YNKa5a62dnQLB86bptKouewXcsAcFpsucrezv3D/zs+fTfxh68Yrj+6nZmWYN/XflfP9W7Yb2aXnnPVraJW/Du9rEBC07JMJW04d+XXPtmlDRr15XymUqsSU1LQsGZNZoM8DmQyGTq8nBcZisrT0I8gXZedIjRM6nf7Ehas37j58r3vHgh9fqsG4p2HxljXrbpm9aPJ7H0z9Y6VMId8wzZB3pLtx3sixCpXq/e++UfZTP0lOOLhweVRSwqTVP+9d8GNCetqGafPtrKwi4uKWjh1vbIdu5F9H9u+ct4xePl+x81+1Rmtea0L/IeZH/3b44/uRETvmfR+VmDBx9U+7vl1mbORU8I1RXXp93mfQnvOn6Etg9b4di0aPaxRYY+mWDQqV0tiv8tWlG79g458qCi+DAAAQAElEQVQHF/1Mu1DfOZNb1qyTlJ42ceo8iVjcasLH4/sNPnTl4k+ffV3XN4D2AfoQuTLZznlLY1KSF21ax+Nw8z21Gp4+Cz769K17TyqTxyWmsDk5TCbrrQedrqB/4xHPzM75a/u+AG+Pfl3b20ksSWG0qln3euiDayEP6XRyRvq5u7e+7DNoxPdz9y9czmOz31swo0m1muTZi4jun18nTPNycuk/15DwzrdnXic1K+vXPVvnjBhjeqbmFQe0ar/z7Kkv87664OHo/Pf0cXTCvDo93K1q15vQ//0dZ46nZmYOatOhmqePrVX+YemNB5e+hHvPmmR+NMVCURG2KsDNMz49Va5Snr51o0uj5ub9in58b9yGxIx08470w6dfvfLt4tydYPM+WdhYiFKpSkhJS8mUslj0/eHtdemTeUNfkcoV2w4cu3jj9sCuHd1dHEjB0CNCbwIev0O9ht999Hl6Tla+FeRK1bY5SxLT0z5fufTwkpXPH04hf/Qkavu877Nzc40l9HCsnTx747H/jt64/EmP/rTERmxp3J/3oyPzvZrevFVOEtvZIz6m/5ocu365S6NmOTLppz8v/n7slwFuHiO/nzv/w0897J0m/PrjmTvBF+4G923RZkTnHjP+/NW8hXyvdAIA8CoIQANAufPKDPSmmdnDFlqWQQYa6WcAAACoZDgcdkp6RnxSSvWAQnw4XlkVIQNtSj83/vCh+MEjMb8R0s8AAAAAAAAAAFBMdx9FPHz8hF6FtBSL+FzO6/JwWq02SyrXslTpWdkvLdKZz6ZnZofHxBU8IOvr4nbm59/NS77o816jz0b8t2i5cdbNzpC9c7W1j0qMtxAI++cNH9umdv3d50/TCT8Xt5fbjE5KaBJUk37+1rxGHfMAtFypmrh6uUyp0Op1MSlJAW4eYqGI3nxdXI0r+OcNDyzk8WetX8NiMBLSUjV5gWBbS0OGUsTnu9obNobNYskUCq7FCwFoW0srQ12+wM3Onk6w2GypXJavqcikhEFtO9GlLWrWvRfxOCw+lkEYcSnJcpWaxXz7R3wajTZXJmcotAzDILsFCUAzdXodKTA2k6V5KQCt0rwQi8/OzQ2LjilUAPrG6o2ONram2Z7NWi/6d/3wzt3pbqSzrnm7i8/l5srlcanJzarXpuX0sGZLDTlIG7GlnZVVvgaT0tPdHRyN5dOGjNp47D/zWvmO/uPY6JTM9B+3bTS2ZmpkbM9+c/5aPWDe1Hb1Gqq1GtofGgXWoOVT3x8ZGvvE2K/y1U3JysiVS5fv+JfOeju6JGVmWIstJWKxYft5fHo/d+TYH7ZtpHtsZOeedDbIw5vH4VqLxLS3vPzUCkit1uTKZISpzgu0vy0ATZh68vYjTl/OOl0hOoZR+/qNLt6/cy8yfEyP/lce3U9MS9UzGDW9/Yx7taaXb0RCLHn2IsrKzanmYegk9fwCyUt7xujUres3Qx/me5Tg8NBxyxev+fob4+wrK1J+zq944YfFxg5p34VODGzTkd4fvnaRvIrx4L58NI0B6CJsVa9mrQ5fvXji5rVvhn5IP64371fG9V/uhK98u8jXJ3nMAvxkpBmNVieVy4lCQxisgn1B4u3vDxq1lhTGiM49Fo3+3DT7cgC6rl+AiC+gb/sq9QtvLLTwqwFDvlr1o4DHm5o3vn5dX8M45dYW4tT4/I0U9tXklTeAtKXQIjkzk05cfXSfliRnptN/AiIT4necPk7y3oIyc7OjkxMHtO5A916LGnViU5JMLeR7pQMAvBIC0ABQHr0iA72QUQYZaKSfAQAAoFLy93aXyRUajYZ+CEiqvEJloE3p5yafR9k7iHQHI3nJKXxXd6SfAQAAAAAAAACgyG7dD0tKzRzUs81bP2Kin+mFsbPCpVnN6vnkW3T2ys3MZ6HoID+v/l3aO9rZFCFeabJw07rvPhz3zbr/Gcf1jEyIo/fn7gb7u3paCIWhsU+CPLzO3g12zQtGm7bc/Bn4u7kfvHKeTjyOizYVRiUlHL528fDilSmZGR2mjHO3d4xNTablao0mKjHhWSOGVr7d8Pvh73+xEln0nPmVefmbvXKVfE35OLk8jn3i7+oeFveE5AUxHW1s+7dsF52cYBxq+s0sRAI/T3crSwmPxy+zTwXDo2Mjn8QZp73dXQb36uJsb1uc47vpxKE+zVtvPXm0d/PWdDYyMZ7kDQQu4vEC3T13nT9lnDWubBrIln6Uahra2EFik5Fj6HMarXbG2lWD2nQ0r5Xv6Pu7ebrZO056bzjd5vVHDpg248i1S7SQHoK+sye1rd3Aw8EpPjXFxc7+h60bm9esY9y9+eraW0msLcQTB31Al245dcRJYpPvIBy6enHjjPlShazlhI/3LvjJfOnLT838Gb2BtZU40NNTbGHF4XCLfNC37DtinBDwub06tGneoA4herVGXahGGgVWX7Fzi5VI1LJWnc9WfN+2Tn0XW7uYvJCoVCG/8TjkqwFDybMXi62ldUpWpr2VdVic4fma7xnjcafa1W1Ib+YPQQ9oem7O5EHDTSX5Kpp2gDE4weWwE9LT6cSdyDBnGztDnjUxrkFA0MHL53lcLsOwh/U8Loe+5Ok6t8MeG+sat/Dlo1nkrRrQsv3ENT9z2RzafzYe+8+8Xxm34eVO+Mojma9P1vULIIUhEvL9PNzEYmv6/lDkYImpq3C5nK6tmrVt3pDFZNL3f1IkL+/86CTDm216TrYxT2ySlp2VkJG2Y973p25d/2H7P50bNn1lbzfuz5dfTW9m3hSd7lC/8ZTBIz78ft7xH/7n5eQ8rGN3JxvbC/dvSyzE/i7uITHRtP3HcU8EXJ5ZLQIA8Fa4+A0A5VT+DPTMzIMLrUs1A31infTWMQXSzwAAAFApCQX8nQdP9e7cisPBn4EFzUA/TT8/ljf94om9h9DK0po3cYqFfwDSzwAAAAAAAAAAUGQ37z3W6fRd2jQkJcFWYjWoe8dqfoX+8be41OSB86Y9bcTKqkeTljwud1TXXjEpyb8d2GUlsjh95+aVR/ezZdJtc5bwudxF//61/sj+zNzcNV/PMG/HwVqybOvfUwaPoNMta9bdd/Hs4Pkzang9j2u72NrR+0HfTmezWJZCEZPBGNm558jv57o7OEksXojitapd74PFs3kcwyd0xqBtkeVr6tNeA+du+G3vxTP00QM9vD7s2vu7TX8evHROJBB+2W8wKcfEFsI+ndo2rFW9CJ9Hjv1pIYf9dLTsKe8N33js0IGFPzetXnvy6hULR38Wn5ry4dJvb0c8/mPirAYBQTdCH9LZO5FhC0Z9at5IA//A8auWbZwxn+SNwD19yKjPV3yv0moGtu7QOKiGea18R7+Or//VR56jl83nsNkDWncwNVjTy3fFzs1JGen+bp50zW9HffLD9n9y5DJabmdlbVwnX10umzPt/ZGfrViiUKnog1oIhPmeaZCH5xcrl9JnNHHgB/kW5dtI4zOa8vvKPybOJGWlVqDfez06WYoN4xwXJHudD4vJoq/H2r5+Ps6uSRlpHeo3EvL4kwcNH7d88dWQB++37eSc9xIzmv/hJ/TF5engZJx9w54xp1ApvxkySmS2Y/NVNL7MHSVPBxRvXas+ffS7EY8FXJ6zjd3ILj0W/7v+8LVL9BVND6hKrf7fvu2rxk8Ti0T0ZeidNwywyVuPZiG2SmKj1eo6Nm5MXupX8Wkpxm0IcHtFJ8wnX13y7tQI8BnUvZPESkyKx9PBOd/OT0hNHfPTQtpzFn/8ufma9JDlyuQf//hdSmbGjKGjXpdsDnL3Mu5P2rVe+Uax/9K5OxFhdMLPzb2Wt+/rNsyQMm/RZtXurQtHf75ky4as3Bzae2cMGfVp7wGjly3Yc+E0j8Op7eNPAAAKg6HP+9eV3mu12vSYk7mP5/p0OEoAAMoH+u6k0+lUKrVUJk9LkR9caM1Q80ojA430MwBAPgnB01NzxLaB462trfl8fsm+H9L3doVCMW7NtTHdajTytyMAUCboH39qjYaLAPQzT081lUqpNDcpOufId5YOnjxTBtqUfm4+/omtq8DK0lpkIeYLBEg/A7xZ34VHp3V1ruXnYmlpidcLAAAAAAAAQD70I6m1m/8bM7RHAdc3jAAdnLV7YdaEf/LH8n5e9291P+8OzRvTa5qmQvp5l1whc905dU7jHp/UaEWKatOJQ1qtbkTngm5nwdE98OehvR937ytVyAfMm3Z4yUpS+oyDjFb39Fm1Z5uDteS9tp0KWDFHpQjaNO8bn7Yj/VuW8QjQ/+47zGGxe3ZoLeA/H7OBHl+lUtH+6LLq9i4rWxc9uh2RELds69+rv5pB4CV3UmO77V/1e81+HTzrFHME6HnLf+/ftV3toOeBTtr/1Rr1hpCzU4J33R0yx4YvJFAMH/+wYPnnk96Qoi5VKp3Ge8OsyV4txwa2LeYI0HN//u297h1rBL4QHabv/1fiQ3qc+XV7tzHNnXwJvN7Pt078cuvk5VZf2kjsRUIxfg0VoBJY9WFko6GKmi3t6MUmLvdN/xbjBQ8A5VrZjAON9DMAAABUBfQPw+iYhOS0jBaNahN44zjQTBbZ92PuK9PP2idP2J6eBAAAAAAAAAAAoPDCo+N9PJxJSfh06EDzaGxFQT+UkyoUH/+wICopcWyPvqRM2Igt/7d3R1JGul6v/2vqHFIR9OvcviIeXzA3Y9yHPB6HQOloMf6j99t3fVfp55L1zWcfoasAABQNAtAAUN6VdgYa6WcAAACoOvx93OmNwDMvZ6CPL7HcsTCbw2ckhMubf/k0/WwhtuTx+Ww2O2f1r7JDB532HyIAAAAAAAAAAACFF5+U5unmSEpCqaZjh3XoRkrNhP7vk7JVzcP7ly+nkAqlVI+vj7Mrhn8uA4i0lqoLK9eRygJdBQCgyBDvA4AKwJSBFgkFtvaCHjMz9RzlppnZsiwdKR6knwEAAKAK2vXf6ewcKYE8pgy0SGTh6CnuOD07LVGZEKFo9kWsnbvQPP1M12T7+GqiovRaLQEAAAAAAAAAACi8lLRMiZWYAAAAAABAsSHhBwAVQ2lkoJF+BgAAgKqpX7c2Aj6PwDP5MtBdZ0rbTcp08LSwfDH9TNfk+PgSnU4bHU0AAAAAAAAAAAAKLy0j21ZiSQAAAAAAoNgQ8gOACqNkM9BIPwMAAECVRU+rklLSL1y9Q+AZ8wy0k5elq7+ltcRG/GL6meIEBAi6dCU4YwQAAAAAAAAAgMJLTc9C+hkAAAAAoKTgqi0AVCQllYFG+hkAAACqODcXhwZ1gpQqNYFnTBloochCbGlF7/Kln41sf1rB9vIiAAAAAAAAAAAAhZSWmW1nY0UAAAAAAKAkIOoHABVM8TPQJ9ZJbx9H+hkAAACqOj6Pe+Xm/fTMbALPGE81ORwONw+LxcqXfgYAAAAAAAAAACiytPQsW2uMAA0AlcG45YsjEuIIAADAO4W0HwBUPMXJQBvTz40/jUD6GQAAAKB107oajZaAfwC9vwAAEABJREFUGUYeenJonHh5BdnuXRnz5hAAAAAAAAAAAIBCSsvItpEgAA0AAAAAUDLYBACgAjJloA0z9qTHzMyDC603zcwettBSaPXaKLMx/dxkXKRLAAvpZwAAAACKngtdDX7QuF51AgUmO7BfMm8+AQAAAAAAAAAAKIy0jBw7GysCAFBZxKQkzV3/W0pWRtva9Se9N3z44jmLx3zhZuewZPP6Or4BliLRL7u25ipkn/d5r1vj5uOWL2YxWbTWx9370hXkKqW7veOP4766HxUxec1ysUAoEgg+7/teA/9qs/9aHRYX6yiR/PDpVxYCIQEAAHgNZP4AoKIq7DjQZulnJtLPAAAAAEY21paBfh6ZWbkECobl5aWXy7SpqQQAAAAAAAAAAKDAsnNlPB6Hy8EodQBQ8aRmZX274Xe9Xp+vfNa6/80dOWbfgp+ik5PO3Anu36rdrnOnaPnxm1db1663YOOfm2Yu2D73++W7NufIpLS8a6Nmq8ZPDU+IXfH5pD3zf8jIzX4YHTV/49pfJ0zbOmdJjlxG1/nr8L4GAUG75y9rW7fBr3u2EYB3TZ9Hp9NptVqNRqOFcoweppffqaByw7k1AFRgBR8HGulnAAAAgNexElvcexSh1WltJRh+5u04Xt70XhMZwbKzIwAAAAAAAAAAAAWTlp5lJ7EkZWXV7VP/PLxMoHhMESp6YZqUH3pyOOp+q+RlBEqBUqch5e2Il7lTt67fDH2YrzA4PHTc8sVrvv7GvDAyIX7H6eN0gs/lZuZmd2vcYvCCGc2q12wYWD1TmpMrly7f8S9d6u3okpSZQSf83TzovZDHn7V+DYvBSEhL1ei02VJpNQ/DB++NAgw/VhkWH8sgjLiUZLlKzWJW6QNhNP7MVgGLQ+D1MlRyhuFFyyilV65er//loPSvE0o63bIGa+kowYk7mtkbFXT2pzHCZoGsL9bIb4RpHKwYe2aJ4tL1gxYb4v6fdOOObM9duV+15ayKzh761sJaxGj/TY5cRdrVZi8czj96UzNvs6GRFWMFjQPYn6yS3onSOUvIzm8sopP1Q5YZGvmsB++Dtpyf96q2nzc0cuw7Cws+o9W0bI2W0aEOe8EH/EM3tAu2yOmiXz4RNPRnj14pffBE5+HA3DJFGJ6oH/6joZEvenGHtub+uFu586Kazp74zkLIZzSfkqPXk8712POG8vdfVS/ebnh2qz8T1PVhf7Rc9jBW6+XA+HeKKDReP+pnQyNf9+YNasVZsl2576qhkdOLLbhsQyN0ukdD9szB/D2XNEt3GZ7O718Ia3mxhv+QG5ao93dmbpgopJv08S+GrzdM7sfr35yzcKvi4HXDO+2FZWKtjrSeZmikd2PO9EG8HRfUP+0xbMmf44XVPVhDf5BGJuqC3JjrJgjpzvn0V0Mj0wby+jThzN+iPHzDsCUXl1ko1IYdS6f7NeVM789jMdksFquKv41XKQhAA0DF9roM9AeLLQXip+FmpJ8BAAAA3qxmkE94VBw9U2LhBOltmBKJ454DHH9/AgAAAAAAAAAAUGBpGdk2ZRKAZjKY77nWVaoUOq1Wp9cRKAZ6Mbqmra2fhV05iVIx8nR1rh6dlaxWq3B8S0l9vqOTwJrFZJGqmp9rV7chvZmXaLTa9NycyYOG51vTy8l5WMfuTja2F+7flliI+Vyut7Prr3u2f973PXsribWFeOKgD2in3XLqiJPEhjxLln+74ffD3/9iJbLoOfMrOmttYZGWnWVrafU4LqZDg8Z+Lm6ONrb9W7aLTk54GB1Fqiq6r2z5FoNc69AXu0ajrtyD2mo0Wnqf905LioDBkfA5PDabXRoZaOPYz07W+rHdhR93ExoLuzSmNwvTOqsn8EzTni7k6i8C0+zEQfyJg563dubH52t2b05vzxtZO+n5Il+PFxqZMpg/ZfDzRi4utzdN92pBbyLT7PopzxsJ9HqhkWlD+NOGPG/kysrna/Zrze/XWmya3TDt+aLqPi80Mms4f5bZ28DVX56vObAdvT1/Ov/OfL6odgBdU2ianTuSP3fk02nOi42834H/fofnW7LVrJH6QS80Mn8Uf/6op9MW/OeNyDLSuRwej8FnMpnIQFcRCEADQIX36gz0rKxh31kJxMzTG2VIPwMAAAC8lbOj7f2QiNrV/Ai8DdLPAAAAAAAAAABQWGmZ2UF+HqSU0SunLBZraf0BudJspVKBgGxx6QmHw+HxBBw2l1E+ri8zWayvqnWUSnMUCplWqyUId5U4PWGzOUKBiN4zGQgVPKVQKb8ZMkokEOYrXzj68yVbNmTl5jjb2s0YMoqWDGjVbtrvvzQKNIzlPO39kZ+tWKJQqRoH1bAwq9uqdr0PFs/mcbh0OiMn+7sPx01fu4rP4cqVSg6L/WHX3t9t+vPgpXP04b7sN5hUVfT93FNsv6RuP5ksl76f60llDkBTUpk8NT1TwOfb21gzCjnyN4MwOBwufa+mL9tSyrx2r6vnWvIJlG9bT8sPX1X/OlrPZrGZTC6BqgEBaACoDPJloLvPyDi81Prf2dluQZx7Z+WNx0Yh/QwAAADwZkIB383JIS4hxdXZnsAbaWNitDk53OrVCQAAAAAAAAAAQMGkpmfZWpfJCNBMFo8noFdPBYJKPmJoGTBchmYw2WwOh8M1jAdcDtDN4HH5DMLg8wQIuJcG40GnR5zL5WEAUROLl6LPq7+aYZxY/tlE8/JWtepd/GWdaZreXq6y7JMJ5lW2nDry87iv6UMMWzTL2daOz+V+9+E4UuXRvkfffPh8IYvFFgo1lf79XGJN3Fzc45NS7ofFuLs4ebm5FLxuXmSIRV+z9N26lF6zcRl6ItP6uCBrVN7p9TqlUpGXhtfjDbyKQAAaACqJFzLQjqTr1MzDSyX3zmiafRbjEsiysrRA+hkAAADgzWwklk/iEtMzs23K5EpMxSU/dSJn00bnIycIAAAAAAAAAABAASiUKo1GayESkFJmHAGaweCx2GyC9HMJybsQzSwPWVjjNXFDGpvF1iP9XJrons57KSE8VxYshRaT16yITk6o7x/kbu9I4BnaCXkMPn3JV533c0uxdZCf//3QiOMXg+sG+ft4uhW0Zt5XF0rvjXr/dV1SjnzRRxwC5VgNL44yW6HVsfAFoSoFAWgAqDzMM9AMJ0b3aZkpT/R2PmyRUCCmHycg/QwAAADwNh6uTrfvPxYK+Hwefhnqtdhe3trYWL1KxeBiLwEAAAAAAAAAwNulZ2Tb2ViRMsF4FtclUHLKTxAWx7fMIP1cZro3aUFvBF7EeIZFysXw82Wpbo2gGoF+N+48PHDqYoOaQR4uTgWsWEovW8Pw2/hOUUVQ04ttpVEwGBZ4A69SEIAGgErFlIE2nAU6s6zt1AyGkMfl8PlIPwMAAAAUSM0g38gn8X7eBf5WfdXD9vSi95qICE5QEAEAAAAAAAAAAHib1IxsW0kZBaAJgpuVHY4vQNVRZV/vXA6nWYPa2bnSa3cePAiLbFSrup2NNXl3ejRgMPh8AuXbvShN8ANBz4ZMBsE/lFUIsoAAUNmYMtBCId9SLBJbCDH2MwAAAEDBsVhMK0uLB6GRBF6D7ekp6NIVwz8DAAAAAAAAAEABpRkC0JYEAAAACszSQtSheaN61QOv3Lp35spNmVxB3hFXG4aPM8aZLe/uR6lPPOTpCYbrrloQBwSASsj4OyAcDpvL5dAbm81G+hkAAACg4OxtrZ0cbHNyZQRew/anFWwfHwIAAAAAAAAAAFAAqelZthIxAQAAgEJysrft0b6lh6vTwVPnr96+r9eXdbyVwWAcuKFfe1hOoCLQUXodgSoDiUAAqJyMGWhmHvwGEAAAAEBh2VhbPgiNzMzOJQAAAAAAAAAAAFAMer0+MzuHfuBGAAAAoEi83VwGde8oEgo27v7vbkgYKUP03/H4dH1kopZA+dauLm9Uy2wCVQwC0AAAAAAAAPAKTerX0Gg0BF5Fum9v+pyZBAAAAAAAAAAA4G3SMrLtJFYEAAAAiqeGv8+I/j1Uas3WA8fComNJ2WAQFxvi7cQiUL45WDP9nPSGgTIJBsqsQhCABgAAAAAAgFezthSfvhhc9r8mVv4xmEzZ3r0EAAAAAAAAAADgbVLTs2wkGP4ZAACgZDSoGdSnU+uE5NS9x87EJ6eS0qYnPeozRnfhF2Td7BzFwhXHRn7177jp27fuv0VK2f3QxLuPEkipCY9Om7H4ACmSR2HJA8b8tWVv8BvW2XHw9r+7b5ISsvW0fNYOK0YeAlUGAtAAAAAAAADwamw2q23zeglJaUkp6QTMsL28iEatiYsjAAAAAAAAUO41btyY3m/evDk3N7fgtX7//XcCAFASUjOy7GwwAjQAAECJ4fN4rRrVbdW43r2QsGPnr2Rk5ZBSw2AwErOYUUm6t66p1eo/nLi5djWX9T8P/d/iQQeO3rv1IJ6UpjOXwpNSSvG5F8eV4OjhAxq+36feG9YZ2KPO0H71SYnS6XR6gqGdqhA2AQAAAAAAAHg9Fye7W/dDrcQiuUIpscZYNQZsb296rwkPY7u6EgAAAAAAACjfrl69Su/XrVvXrVu3gtdau3bt2LFjCQBAsaVn5Ph54kMkAHiBVKPkqjFsZQWm0r49DgulzcbKsnOrpvFJKWev3rSVWDWsVZ3P45JSsP+6LilHvugjzptXexiWJBbyenWuYZxdNqePrUSUla34bsXRJ3EZnm42s7/ucuT0w6vBT5zsxY/CkhrUds/KUYiE3M9HtZy+6ICzgzglXcrlsEQCXnauolUTn46tAujKa/+9JJWpRg9t2r6F/8jxm6oFOKnUGhcHq4E96+w7ck8o5Lg7SybN32Ml5rs4WU3/oqOtREjyBm+e/+NhBov5xaiWOp3e1Ii9rcW/u28sntFTKlOPm77t75XD/t5x7fTFcFpl5oRO3u42P/52+kFoolqtHfNBMzdna/MnmJYhm7Jgn1yhqhHgNPXzDkfPhGzZc1Or1dFm6abSp2BjLWQyGWkZ0rFDm23bF0yfC4/HOXMpbMk3PROScxauPLrquwFfztoVn5RlJxF98VGrkPBklUrbo0N1812UniGd//ORID/H+MSsvt1qtWnqSwrGXsLystMYAtD4bduqBAFoAAAAAAAAeIu6NQI0Gs212486tGoYE5vkYC8R8HlV+QekmCILp33/sX0L+pkLAAAAAAAAvEONGzdesmTJrVu3xo0b99dff02cODEkJMTJyWnNmjVxcXG0kMVizZo167///gsODlYqld98882jR49CQ0OXLl06fvx48/XFYjEBACiktIxsjAANAEaGz9XzgnlNt39PoFLQ5x3WqnzF5J1zcbTv06lNeHTsnqOn/b3cG9SqRkqUIU1bsEBtZpbczfV5YtjJ3vC3w/ptV2pVc142u/few/f++Oeih5vE28Nm3IgWc3847GRv+cnw5h9N3KJSa+mazRv6NKrr3mP473/88L6jnfijSZtbN/X96ffTm1YNV/fLeu4AABAASURBVGu0IydsalTXMyk1d+V3Laws+b1Grv14WNPeXWoG+Ngnpmb7etktnN4j+G6s+fbkylU7//iQNj5i/CZTI2t/HBIWlarW6I6eoVf9Au6HJoaEJa/76f2Y+MzZyw59P7NX9QCnKePaBd+P+3Pz5a/HtDVv8MDx+80aeI4Z1mz/0fv3Q5JW/31h0y8fcDjsMZO3NKjlTldoVNejXXO/6YsOSBXqgT3rOtiJ6eaduRRmakEmV4dFpvz585CcbIWpMN8uGtCjTo5USbchOjZj2ZqTBQ9At6/D9RPmMBgWBKoS1rx584xT9LUqz45UpZ+W+AwnAAAAAFC15SYel6l4QrsmfD6fzWaX7B/t9MxTo9EcvB7fwN/B1VZIAKAiYDKZvl6u9L0gJS0jMzuXzWYdO3vV3lYSE5d0+ea9AB+PI6evKBQq+o6x78h5bw+X+yERjx5H0Yk9h85weVyZTHHo5OWaQT7nr9yOT0p1dLDZsf+Uva11QnLaxWt3An09jp65KlMoeBzu3iPnvNydHzyOehAaSavvPXyWfnRCW/7vxKUagd6Xrt+LS0wxVU9MSacNBvp5Hj97LVeqEPB5ew6f83B1DAmPufsw3MfTdd+Rcyw2W6VSHzx+qZq/55Wb92Pjk10c7bbvP0UvOyWmZJiqZ+fKLETC3YfOujk7PI6KuX0/jD7f/UfP0ydueMs6fjHQz+Na8IMncUluLg7b9p208/ZMTss4d/lWkJ/nyfPXs3Kk5tVv3Xvs5+V28PgF+tmnVqs7cPxigK/HjTuPIp/Ee7g5bd17QmIlTs3IOnPxZpC/16kLN+gutbQQ7f7vjIuTfXhUXPC9UFN1nV5/4NgFfx/34LuhEdFxnm5O2/adsBJbpGflnDx3vVqA15lLwWkZWdaWFrv+O+PsaBcVk0AfyM/b7eCJi3rD19yJqTptmVbfceCUhVCYlS09dvZa9QDvs5dv0WMqsbbcdfCMs4Ptk9ikuyER3u7O/528pNXo6Pv//qMX6K64ff9xmFn1nFzZ4VOXawT6nLtyKzk1w87GeueB0472NrHxSVeCHwT4uNOlKrWG7j26D308Xe48DHscEUOP7K6DpwVCfu6L1WlHos062ErowS1sd6J9wN7uefWL1+8WuTvl640C3tu7U1JyhqO95OXulK833n7wlu5kY235hu70cm8scnd6uTcWuTvl643Hn3WnW49j63lbXw1+5Opk9yQu5cqth4E+7vuPP+1Ouw9f8Pd2Db73ODQiztvdacu+U2KRoTcePn2tZqD3qYuG3ki709Z9p50cbOj+uXTzQaCv+8EThu7EYjF3Hz7v5+Vy+2H4o7AYbw/nbftPC2l3ksroCrWCfE5fupVk6E75q/938opcoaKHfteh876eLncfRTwIjaLdcsfBMzzaneSK/ccv167mc+by7cTkdAc7Cd0qRztJbELKhev3gnw9zKv7eDjfC4269yiStrPzv7NcDpsu2n/sUq0g7/PX7sUlpNDH3bL3lIOddXxS2tkrd6r5eRw6ZehOfC5356Fz5tV3HTpHe7hKrd539FKNAM+LN+4/iU+mO23zXtobrRKTM+j20G525LShOwkFvB3/nfNyc3wYRrtTuJ+Xq3n1av4eV24+iIpN8nBx+HfPSVuJJX1Z0Z1Z3d/z2FlDd6I7efvBs3RpSGRM8L0wegjonmQxmWqNZu/Ri/mq21iLU9KzTl64WT3A6/i5GxnZuVZi0fYDZ9yc7R9Hxt24G+rv7bb36NPuRKsH0c58+1F4dLyXm9Om3SfMq5+8EEx7psTKYtuBM/SpRTxJoGsG+LjtO3Yx71cIyZ4jF+gBunEnlL69eLk7/bvnBO176Zk5dLNrBL5Q3cXRNiom6XJwobsTfXFt2/9C9Xzd6daDMPoiLXh3ylf9TiG7E92luTLFK3sjl8spcnfK1xvpYxW5Oxl7I31Dc7KX0OrF7E75qmcWozvl643h0UXvTvl6I33ownan6Ljky7Q/vNQbb90vVnfK1xulMnnB353e/OYWn5ha5O6UrzcmJKcXtju9rjfSUy/z7vQwLJqefhS8O+XrjTfvPi5yd8rXG+m/dkXuTvl6I2254O9Ob31zo0e8yN0pX28sTnfK1xvPXb1b5O6UrzcK+UXvTvl6Y/D9wr07veHNTaPRFqc7vdwbi9yd8vXGI2eK1Z0KdepV8H8r6TEqTncq1VMvuhMO7N21aNGiY8eObdiw4ffff/f39//pp59yc3MPHjxYq1atLVu2nD9/nsvlqtXq77//PigoaOXKlcuXL9+1a9f69evptPn6PLF98U+9PF0di9mdqtqpVzG70ytPvejj0l30zk+9TNUr0KnXifM36N/aZXPq9bre+G5PvWhnuB8a7ePp/PBxtKVYxGax3vypGn12UXFJtH1SJHS3pycqH51TNu0vIQBQ8dEXNZfB9OZZNRW70FszS7fmuFXYW2uJVxM7b1dLOx6Xz2KxkYF+t+j5Q81AX/r59pGzlzhsDr3uQEqIVqdVq1QezgIfl7cMNatQaE5fCuvRobpx9l5IolSuOnUxrE+XWrYSoa21aPvBW76ednweu2ag89Xg6FrVXFydrQ4ev9++hf+5qxEtG/nYWAv3HLk7+v0mTCZj297g1k39dh68nZ2rCL4XR6+w1wh0unAt8oMBDWjjuw/fea9X3Wu3Y2wlojZN/e6HJv69/VpSam6Tep4ioWEY7IwseXhkauc2gclp0nyN0HPCnFzl/mP3Phne/O6DhFv342LiM0MjUqRSZff21f/dfePitcjzVyLpyVvzRt4378Z2bBVgfEZ7Dt/t2CrQyV4c6OugUKojo9N6d6nJ5bAehCQ52IvvhyS2b+5Pn8KVm9E+HrZJKTkiIc/ORmRsIVeqOnclvE+XmhYi3uoNF2/ejWlYxyMlPVer1YdFpZrvolZNfEPDk+mW67T6I6cf9epckxRMcqYuPCbbScLl84QlnnCAMnZ1b6ZrLY2Dh5DH47FYrDccTYZxxG96r9Vq02NO5j6e69PhKAEAAACAqi0heHpqjtg2cLy1tTWfz2cyS/JHuOiHOwqFYtyaa2O61Wjkb0cAoGJSqVQsNlun1dELb0IBXyZXstkseslHrlDSK3xqtUar0wn4PKlcQS8NMhlMhVIlEvIVChWDyaAldH0+j0P/JKWX/cyqM+n1JPPqtJzDYT2vrlTRP3FfrE4fnUcflP71a6wu4HNpZfpHrrE6XZn+UUw/iDFWp1vO53GlMkX+6kwmJ69ZY3WNRkvLZYaN5xir01m6Mv3z2Vidk5Kszspk+Ae+uTqHzaafUj2vrtPz+cZH5+r0OloiEvBfrM7TaLUvVGcxFYZ9wqc76ll1OY/L1RO9sbr5PsmrThsw7rqXqj/deEN1uh+UKrpLBc+qc+j6tHG63+gBFQkEebuUSffqW6o/PaBPq5v6g7E6PaTG/vB81+X1BwZhvFj96QGlF1KL051eql6E7pS/N765O9EnwuNxXtGdXuyNb+1Oxv6gVmsL1xuL0J1e0RuL2p3yVVepjd3p/WUnp3Z19XOztbe3pU3Rg0KrF7Q7vdgbi9qd8lcvoe6Uv3oRulO+6gV9d3rbm1vJdKcXqxe1O71Qvejd6aXqxncnY/Widad81YvcnfJVL2x3oscxr/rbemPhu1O+3ljk7vTSm1sJdKdXVS90d3qpetG7U77qdJcW4d1Jk7frXtsbi9Sd8vXGIr87VdBTr2fVi/tvZUU89Srcm1vVPvUq4JtblTr1KlZ3qkqnXkqVplXL5levXu3UqdP27dunT59Oq7u4uMjlcrqjhg0btmDBgk2bNkml0gkTJggEgri4OLVavX///saNG9Nan376qfn6s2bPwalXhTj1emtvlCuVFs83/p2deplVrzCnXnQF+rlB2Zx6vb03vpNTL42WtmAh5IdHx9PPuukKrk5v+pQ74kkCXbNTqwakSDQaTVhw1u6FWRP+KWKEGgDKD/rmQ983lEqFXCFVyGUqtYqQAg0rC+UQ/QeLyWTxefT8UcTnI21ZjtBX2fW7D6PjEhvVru7l5kyKxziwl1SWw7eyYr7tW0/UB1/8M+2LDrWCnNMyZJ9O3zbn6y4Xr0V6utl0bRe078i9m/diawY5a3X6wb3qfv/riXbN/RvX8xg7ZesPc/os+uX4mGHNfD1tB32yfvtvo2hTQ8b9vWHlsA+/+vefVcNp59p96G6nNoFjJm3ZvHoEXWpcbc3fF3297ewkouTUnC5tg5avPWsl5n84uDFdITw67beNF5fO6qVSa/M1kp2rWLjcEBD9ddHA+6GJOw7cnjuxCz3z2bI3mM9jh0WlTv2s/emLYVv3BU8e137tv5cWz+hpfHYbd1yXWAl6dqpx7Fwo3TXrtlzZ/L8RMrl6xIRNtKmffz9tfAoLVxzr1r7a7QfxDnbiOtVdvv3p8B/LBh8/F7rnyN0Fk7tvP3Br7AfNzl+N3LLvZttmfiqVNidXYb6LPhzc5Nf15+mWp2fIpi/a//uywaRgtp6WH76a9dNwraVYwuOVcMIBytiqDyMbDVXUbGlnaWnJ5XLf8AbLJgAAAAAAAACFx827OmW8JEYn6OUfYzm9XJS3lPN0VsA3L6cXn8xnKXoB6Q3V85XTS1OvrE6vhL1QnX6okX+rWIWqzn1anW9enWd6UkK+9NL57N9WO586V7Tqhl1HmPTC4auqs1+qzn+xusA4Yaye70lxmRzCIQWpzmYLXq7OMmw85+Wtem11fv7qxv7w2uoC/puqs0hxutNbqxewO+WvXvrdibypP5R4d8pXvWS60/Pq9Foxw7CvaGcwfehf0O7EK9HuVLx3p9LqTq+oXrju9MreWG660wvVS6A7mTdreO6EFKM7vaV6wbpT/n1SyO4keLH8tdV55ejfynLSnV6qXqzuVPx/K0vk3emt1Yv27lRBT71I+fq3sky7U+He3HDqVYDuVLVOvcy3qtj/VlbiUy8e9+n1UHr9W6/XBwQEuLi4vP/++1FRUffu3TOW0/vt27dLJJJly5YdPHhwzZo1xPgL9YTkWx+nXqSCnHq9tTdaCF+x8QSnXgU49TLuuvLyb+U7OfXiPN2lvp4u9D4sKj42IcXN2Z68RlpGtp3EigAAPI3M0rcmw7sNfS/R6XXGYSuhgqJHk8Wi/yhw3zw6KZQxelwa16lRw9/n2t0H90LDG9Wu7mhnQ4qBHtybkQwFUXds8PYA9LI5fX7beGHtv5cv34j6bFTLWkHOfl52y/84s2VfcHaOfNnsPsH3YkmBcTmsL0e3nrZwv1yhrl/LzULIzbeCn7fdX1uuTP+iw/lrkfuP3dfp9HMmdnlrI/Qmlav7dalFl9YIcAr2jJ0wZzeXzerVqYaLk9X6bVcfhSVbiflSmSpfU+/1rrdi7ZkT5x9bWwmmftaez+NM/W7/zbsxfbvWdrSzeOVTcHO2shDyPpuxw8PVMCa3lSVtVvn13D3pGdLxH7eOjEmnhSMpd4oVAAAQAElEQVQGNTLfRS830rr/L2d3fUkKwPg9Ez2+W1KVYARoAAAAAHgFjAANAPBmysuXUkaPcrl2kykUEQB4pu/Co9O6Otfyc7G0tMSoJwAAAABQThjHcp47d+6tW7e2bt36zTffxMTE0FPWqVOn0oukCxcu3Lhx44MHDwYPHuzk5GRjY5OUlHT69OnevXs3aNBg2rRp5usHBgYSAIAXyeRK+uevKWadz+HTV2sEeLm7OJAiwQjQAJWPMZ9HGWbw4VmFpn8aamfkIVD+pKRnXL/70FIk8nJzdnV6+7/FJy9ea9esofnRNI4AvXxfdlIuZ9FHlgTehY07rg8f2PCtqyVn6h4+CKvhwbeyshHwhRgBukLDCNAAAAAAAAAApYjtbbjmpAkL49auQwAAAAAAAKAcu3r1Kr3/9ttvjbM//fST+dKNGzfS++rVq9+9e9e8fN++fa9cHwAgH6GAt/3AmQHd27wyZpOanmUjQV4KAJ5jMBgsFgvJvEoD0efyzN5G0q1N89iEpAdhkRdv3gnw9gz08TT94sTL9h47c+Pew/d7dXF3dnxeiiP8rvXuXLMgqzlYM1WOOsN3EnDMqhIEoAEAAAAAAAAKjeXoKOzajcHlEQAAAAAAAAAAqNr6dW2p1+sIyR9nlCuUOp1eJOATAIAXITULUGbcnB3pLVcmD42I3nP0tKOdTZCvl63EisvhvLxybELyj39sbNWoXq8OrbncpyuM6cjgW+HnQN8ZK8sCnUqdvK06e100oRtGZK9aEIAGAAAAAAAAKAqbH5cTAAAAAAAAAACo8nKl8rik1BoBXvnK0zKy7WysCAAAALxrFkJB/ZpB9PYkPvFheFRiShoheguh0EIkpItEQoGlxdOIs15Pzl4NvvMo7L3uHasH+DAIwzCoMDK15V5KhjY0kX36nrxdPR0vb/yicw9U96I17WtxA90MKdmYFN3lUFWQG7uWJ0KzlQeOJQAAAAAAAAAAAAAAAAAAAEARWVtZXL8TEuTnwWK+MAh0Wma2rcSSAAAAQLnh4eJEb3RCqVJLZfJcmSxXarjPys4xXy0zO+fI+cvVA3zo9Jqj2uTc3EUf4d/08k6r1cemqtUanXH2SYr2epi6thcnMG82LFGzcHtu9wa8WsPFdFauIgu357Sszu1aDz/3WoEhAA0AAAAAAABQFNK9e6T/bHDYvpsAAAAAAAAAAEDV1qZZHQbJPzZkWnq2h6sDAQAAgPKHx+XQm43181jz1gPHjBNikbBXh9aN69Y0jAet1xsGhYZyb3BbQXO3KAFfZGXx9Atpw9oI6M20Qrta3FvL7UyzOXJdtky//6rCFIB+kqL1sGcRqFAQgAYAAAAAAAAoCqZAoHr0SK/VMlj4NAQAAAAAAAAAoEqLikmMTUht17yueWFqela9mn4EAAAAKgg2i9W2WcNOLZvweVxiiD8T+p+rLUMkxpWgCoDBoJfsWEwGsyArO1gxV455Hn+PS9P1XpjR0I+z9gsrAhUHAtAAAAAAAAAARcH28iY6nTYqiu3rSwAAAAAAAAAAoArz83KVWInNS7Q6XXauNF8hAAAAlFtBfl6DunWys3kh/8pgMHrUZ/Ct+KTUHDj+oF1z/0OnHqhU2qH96pMScj80UafT1wpyJhXE1v23WEzGwB51SJFsPS0/dMVq+YgiDtftasv880urR7EaAhVKgdLuAAAAAAAAAJAP28uL3qujIgkAAAAAAAAAAFRtDAYjKTUjJ1dmKknLyLaTYARBAACACmPcsIH50s8GenIzknHylpqUml3/3dFqtQN71CnB9DN15lJ4UkoOqWK0Oq1h2O4iaeDLGdZGYJy+Ea5+b2nG8TsqAuUbRoAGAAAAAAAAKAoGl+u07z8M/wwAAAAAAAAAAJSAz4tPSgu0EBpn09KzbCWWBAAAACq4G+G6pFxVxwZvGgR63ZYrx86G2FgLU9OlW9eMnPrd/s9HtfR0k8z94fCgXnVp+ZJVx9MzZM0beX82ssXV4CczFh9wdbKqXd2lZWOfkPCkb3860qyhl0ql7dGh+ncrjj6Jy/B0s5n9dZf0DOn8n48E+TnGJ2b17VarRoDTqK/+tRLzXZyspn/R0VYiNN8G82Y/HtJ035F7QiHHWiz4Zd1ZBov5xaiW566EX74ZLRBwZ43vxOGwzFtu09R36/5bm3Zep9UTk7N3rxtNW1v77yWpTDV6aNP2LfzpM2IyGfRRlnzT0/hwf++4dvpiOJ2YOaGTvY3FiPH/bFgx7MT50OjY9JGDGi9ceSw1QyoScKd81p7JYMxddog+wQvXIts298vMkqdlyuZ83ZnuHPpc9HoilSm/m9bD2KxSpVmy6kTEkzQHG4u5k7s+CEk0PanJn7Z7wyGo4cVRZiv0epZeX8QAtDk/J3Z9X86TZC2B8g0BaAAAAAAAAIAiQvoZAAAAAAAAAACMvN2ddGaBm7SMbBsEoAEAACo6xttXUWt0Zy6Hb/7fiLjErGFfbHx5hUW/HJv+eUdXJ6tZ3x+8dD3q8s2o9/vU+/D9JodOPGxc1yPQ13HuxC5Hz4bQNddvu1KrmvOy2b33Hr73xz8XB/SokyNVThnXLjo2Y9mak6RnXV8vu4XTewTfjX35US5cizA1aynm9+5SM8DHXiIR5spVO//48NyViNiErE2/Do+Jz5y37ND8qd3NW65fy33bvuBNv47IkSoGjF6nUmt/+v30plXD1RrtyAmbGtX1pO23b+nfuXWg8bHuhyaGhCWv++l92trsZYfW/zzks1Etv/3psFyh/mXhgLsPE4YPalS3usvaTZdPXwxr38KfxWZ+Mry5i6PV1dtPFkzp9uv68zfvGJ5Cp9aBDeu409VOnA81tvzv7pu1q7nQHbL70N11W65oNVrTk6LnWYzXH46aXmwrjYLBsGAwCnDM3sZKxJg+wMI0e/KuKiZZ268Z31JYAo1DCWISAAAAAAAAACgSTVSUdO8eAgAAAAAAAAAAVR6Dwdi+/3RWjtQ4m5aZbWdjRQAAAKCC616fjO7ypuGf5XK1rbVhMGZXJysvV5uXV3gSm7Hv6L3Vf1/g8diZOfLhAxuFhqeM/npzQnK2WqMzXzM+KbtZA2860byhd0hEMp3wdJXQe7GIp1JqWjbycXO2/nLmzsOnH+l0+cc5fl2zPu629D4xJadhHXc2i+ntbpOdq8jXckJilq+nnVjEdXGw9HKzScuQ5UqVv/1zcd2WKx6uktT0XFM7RhFRaanp0v9tuLD/2H1rsWHndG4TGBKe3KS+F30ISzF//ZYr838+cu5KuE5r2BKbvP0jEHCcHQxfD6PrSOUqOuHiZDhZcnIQP4nLNLYcFZN++0EcbTkqJo0+R/MnpdHqXn8QyL0ozekHAiaDySAln1FWa/TrT8ouhagIlDMIQAMAAAAAAAAUkfL6tczv5hMAAAAAAAAAAABCundoymazjNOp6dl2EgSgAQAAKjg9cbNl+jiz37CKSMiNjsvIzlEqVZrYBEOQl8NhpWVINVpdaLghxOzhKhnYs85nI1t0bVvN18Pu1MWwcaNarl8x7PzViMeRKUwmMf2GhI+HbXhUKp24dCPSmBU2H8/4zsP42tWc//p5iL2txYHj9/NtRv5mGQxjq4ZIMCG+nk9bjorJMK5v3rKzk1V8YhbJG836SXyGrURoJeaPG9GCbnPzht704UztPN1OL1sXJyu69NPhzRvXM4wPvePg7S7tqu05dCchOWfd5su9u9Sc83WXWtVdXn4sc9Ex6fS5Xw6O9vN8mq72crdpVMeDtjyoV7061V3Mn5Rx377O/Sj1iYc8PdGTUtClHu/AbBt6b5y9FKJOztIRKAfYBAAAAAAAAACKhO3jo5dJtSkpLHt7AgAAAAAAAAAAVV5sfEqgr3tmVq5YJGCxMCYdAABAxcZgMA7c0Geq5GO6i163DovF+HpM27FTt/p42vL5HFrSpXXgij/O2NtaWFsJ6Ow34zut/PNsVrbCyV48/uM2SrXm938upqTl0vUDfR1qV3f9ZsmBdi386ZojBjVa/seZLfuCs3Pky2b3yfdA7i7Wuw7d2X/svk6nnzOxy8PHST//fvr3ZYONS4P8HMybTUzO/mvLlc9HtTQurV/L7faD+C9n7Xr4OHH6Fx3ztSwWcd/vU++LWTtdHa2sLQVcDuvL0a2nLdwvV6hpRQshN9/6NQKcgj1jJ8zZzWWzenWqEROfuePA7X9WfdCwtvu8Hw91b1d91bpzm3bdYLOYdEvI623ac2PxquPVA5xaN/Pduv8WLRnar/5Pv50+ejaEPujooc3sbESmJ0WfPnkbHaUvlWiyiP88w73umOxamPrgbBtXW5zsvWMMfd7XB+i9VqvNjDuderUvR1yNdoPXhe4BAAAAoCrQymM0tqNtAr60trbm8/kle3JIzzYVCsW4NdfGdKvRyN+OAABUWNr09IRWzew3/MNr2IgAACF9Fx6d1tW5lp+LpaUlm83G50sAAAAAAABQ1fx38kqXto2iYhIjYxI7tqxPikej0YQFZ+1emDXhHx8CAAAAZUuv19N/i5fvy07K5Sz6yLIgVQZ9sn77b6NIWdmw/drIQSVwiUqvJ//uvjGsfwOZXP3RxM1bVo8gpW/6ogNjhjXzfTb2c/E9efxAKLCwsrIR8IVMZulGk889ULWq/jQXnpqjtxPnvxqy/YJiUAs+gSJZ9WFko6GKmi3t6MUmLpf7hotNT0eAZuThWdUS1tqam5urVCp1OozRDQAAAFBF0TNDtoQttPZjs9ml/YcBAECFxrKxEXbvwRCKCAAAAAAAAAAAACHd2zeh96npWXaSAsWkAAAAoFxjEBcbIrRgkfJHqdIM7l2PlAQGg8jkqq/m7I5NzBrevyGpmJhMJovFYjLKIuFgSj9nSPUdZ6c1r8b53ydWpqWjf8kKT9C0qcF1sEbconSxTVMMBoPDt7JwaMYSy9VqNQLQAAAAAFUWPTOkfxjweDw+n48ANADAm9ks+4kAAAAAAEA5ozdDAAAAShPDDJ0NjYiNS0yVK5S1q2HMZgAAgIpPT3rUZ/CtCjqUb1kO/8zjsknJGTOsGSlbS77pSUrO1tPyQ1eslo8o6w8BJCLG1imSq49V5oU3wtX0ftGO3OUf4xtxpeuFADSbzRYKhVwuV6fT4fMgAAAAgKrM+OVIen5I7/Hj9QAAAAAAAABQgdCLXLsjzyy7uwlXuwAAoAzwWNzDHX/kcDjGj9P9vFzEIsGJCzdtMQI0AABAxUf/cU/MYhKFzselPA4CDflodVo9KeuPAgJdWYGuAuN0cITmi9+zjNOn76kO3VR2q88jUGpeCEAbBgBnMul5OT4PAgAAAKjizMerAACAN5D9dzDn99WOew4QAAAAAAAoH3Q6Xbo8q5aNz6S6QwgAAEBp0up1XfZ/LZVKRSIRk8mkH6rT+9SMLJVKI+Aj7AIAAFAZ7L+uS8qRL/qIQ6Acs5ewvOw073zkXx9HVq5Cb4pZfL8jt2kAV2KBG+ophAAAEABJREFU3EVpeWEUdGRcAAAAAAAAAAqFKRCoHz/Wq1QMLpcAAAAAAMC7Rq900uudGo3Ggiv0FrsQgEpHq9VlZkv1Oj2LxdJqtfQSL5PBoFf5mUwG7f/6zAw7Hw8CAGVFo9fSe6lUys1jLMzOkdFXJgEAAICKz5CmxWCyFUH7Olw/YQ6DYUHeqUU7cs3PAjNl+s9/y1ozzspSiJPDUsEmAAAAAAAAAFBUbE8veq+JiOAEBREAAAAAACgf9HkIQKWkJzYiS5lCIbEUp2dlc9hsC6FAJlcK+Dx5cnLaihVkxY8EAMqWSqUyH25QJBTUCPAiAAAAUPHpib6+N1EyMQhOeZecqYtO49b0ZDEZTFI6CvJRw5l7cjaTdhvCMIxHTARcxuME1Z6rsg9aC0jVVkqjMyMADQAAAAAAAFB0LE9PwmRqoqMQgAYAAAAAKCeMlyTxq6dQWdHurVCplCq1XKGk9zrDUNBMWsLQaXP37+V98ZVpzRM3L0z53wIfF8OA0Aq1amSXgYPa9qTTBy+f+HX3BguByNXO6csBH/o4e4z7aUazmg1GdB5Il56+fWn1no1b5/7P2IhOp1u9d+OJm+f5XF6Qh++UIeN2nv1Pq9WO7DKoIFv7z/FdSpVqdPf3CUDlpX/GVJKakRX5JD7Iz8PSQkgAAACgImMQRgNfBt+KQ6B8O3VLefiqxU/DtaR00L+MNp6Wn76notPNg1jD2nDOP9D+e1ZFP3yY0o/r5cBctF0ZnqSv480e24WTJWWsO6FisxhDW3EaB7C2X1CPXpVFK/7vEz5hMD5bI89rhDmsDffsA93Wc4Y2p/XnetgzF25TxmfoPe0ZU/vzopL0S3craPvD2rCbB7H/PqW6EqpjEP2vnwhMjbSpwXqvJefUXe2Oi2o6O3MQz9WWOX+rIjFD7+3AmNyPFxav+2mfkjYyoj23iT9zw0n11cdaLpssH81XqBkT1xkaaVuTOagF9/htze7LGjo76z2eiw1zzmZFapbe14kxsQ8vNEG/fK9hS0Z14DbyY647rr4RruVx9D9/JJCryKS/FLRWu9qsgc04x25p91wxbMmcwVwnCWvWJkV6jj7AlTmxF4/FZLNYrBL/rAYBaAAAAAAAAICiY7BYTnsOsH19CQAAAAAAAEAZYDB4HI5Wq+NxuVwOh8Nm8blcw8izF8+L/P11zs7m63Zq2Pr7T7+hE3KVosXn/Qa17Xkn/OEf+//9Z9ZKG7F1VFLs6O8nH1yy4buPp3aePKxjg1YSsdX89cvXz/jJ1MKsP5fR+81zfuVxuN9tXLn2wGaJpRUBgDdKz8ju1KohvogDAABQCTAYjJuRDAVRd2zAIlC+6fV6w49ykJL/PShjy5GJKrGINaSdwNaSyRayqvvrPrHi0aVOjmy2gDGwHUeu1At4jOoebKlC/7mFYZG7A0toyWxTn1vTT0dnWUJDkn5sT0NfsrMyNELLrawM44s70kb4hkYUKr2Qx2AL2U5O+k96Gdb3cGCxhcx2Dbh1AnSMFxuxz2ukdqDOxsaQ/Laz57B4ZFA7tlKlF+U14upCGzG075nXSPuG3LqBOibD0IjoWSMO1oZG6gbp7O2eNcIlQ9qzlWq9Bd/QiNuzLfGiGylkdGzEbVDtaSMWQtqIIYTsaG1onzbiYG9oxNbO0MjQjmyVWi8WMJVqKZup5RJeiWegEYAGAAAAAAAAKBaknwEAAAAAAKDM0EvvcqVSoVTJOAqFSqXVspgMRs716/ywMO2g93VKFd/iFZeAoxJieRzDZe91h7bOHDHeRmxNDFev3VrVbnz0+tnezTtNGjx21p9La3oFftC5v4eDq6nizrP/Ba89bKz7Rb9R9FL1/kvHz9y+/N/lU1KFbOX4+T7OHr/t33Ts2hm6wuKxM/zdvL9e9e2diIfezu5zRhqGo6aXt2+HP1iwYfk/s37hc3kEoLLTanU5UrmtjVVKaoYYI0ADAABUcPT0+0a4LilX1bEBn0A51q4uz4mbo9fzzX+XowTRZif1YvKsLU0lDlZMejPNVvd4/oeYiM9o4P981HAvRxa9mWbNFzlYM+nNNFvD83kjFoIXGvF2YtHbKxtxtGY6mjVS06wRsbCgjThJmPT2vBGv541Yil5oxMeZtvDqRpxtmPRmmq2V18i9aM03GxULBjPZLMMg0KREIQANAAAAAAAAUCzamBjFjeuivv0IAAAAAAAAQCljMAj36QjQHA6bzWGzuGol73GIcMQolV6v0b7wi8/Hrp8NnxMlVym1Wu3iT6bTkoj4aAeJrWkFVzunuJQEOjG0Q99dZ/67+vD25jmrTEtVGrXEwkrIExhnrS2eXuy3Elqum/rjxqM7j10/17R6vfuRITvm/x6ZGDPp1/nzRk1My04/tHRjSEz4tUe36coh0eFHr57d8M1ypJ+hikjNyLKzsRSLBCfO3/B0d2IxmQQAAAAqslIK1ELJcrBmqhx1TCaTQUrrdziiU3V8ldbDAWOBF062VH/viV6pUvD4AvonLEaABgAAAAAAAChHFDdvZMybjQA0AAAAAAAAlAG9nmg0WmVKSk7wDU3N2kSlyti5jdW0mYYw1HSBTme+cqeGrb//9JvHsZFTVn/XKLAOLfFwdAuLjfZ0cDOuEJeaWD+glnG6c6O2JG/AZlN1Lpuj0qi1Oi2LabjGn5SRQpuiE3X8qtF7KwvL1KyM0JiI5Iy0H7auoSXWYsvQ2IjG1erRirW8g+jtn+O7Lty/plKrZUqFiI+hcKFKSE3Pss0bGrBvl5YEAAAAKr5POrNYAu6if7MiErUuNoyZ7/NjU3VLtqvoooEtOG1rs7acUZ9/YPgi4qpxhlGix6+W6wijaSDrg/acCw80m89oaOHEflwfJ+bS7conqXrayDeDedHJumU7DY0MbsVpVZP172n1xYfPG/litYLeN6/GGtqWc/auZtt5QyNTBnA9HZiLtirj0/Uedoypg3hRSbofdhkaGdKG3aI6+5+T6ssh+RtpWZ31fhvO6buaHXmNTB/EdbNjLtyiSMggnvaMKQN5j+N1K/YaGhnWlt2sGnvDcdW1xzo2U7/8E4FCRSb/aWikTS3WoJac47c0ey4ZGpnxHtfVljl/syI5k/g6M77uywuN067cp6aLRnTgNA5g/XVMdSNMx2XrfxojkKn0U/9U0kXtarMHtGAfC9bsvWxoZOZgrrMNc94/itQc4u/CnNCH+/CJ9teDhkZGdeQ09GetPaK+FaEVcMmy0fwcuX7GekMjneuxezdlH76uOXDN0MjcIVx7a+asvxWZUuJmbTG+K5NZal8/23pBy+HLpw+2IFAYliJGNVetVqPR63Ql/nUCBKABAAAAAAAAioXj7U3Uak18PNvFhQAAAAAAAACULr1SpWJcOKuSy1h3bustLUmtOko3T4ZKpVKr6QVlQgT5Kvi7eXds2Gry/xasnrh4YNvuyzavaRBQy9rCMvjxvXN3rk4f+vkbHqxPy05/Htw6ttdQlUa9ZNP/Aty9xSIL85B0gLuPu4Pz5MGf6nS6vw5vC/TwvXT/Bi2PSordd/6ojZX1R93f53G4CzYsXzl+PgGoAtIzsu1srOhExJOE2ISU1k1qEwAAAKiw6Kkvi8WWZqQ5CZTEWivmaiNDsrPkbG8rsV6vV2fKIx8peUqhlyWXrhwZkskgDC9ra72e8DWqyBCpMoPnbSWka6bF5jCzdHZcMcuKZcnRRIbkZMieNqJMl0U+UvFVIi9LjqkRbytrOs1TKSNDZOosvreVgK6ZGpujz9A5cMU8K5YVWx0Zkpsh43hbWZga4amE3lY8OmveCFepiAyRazKfNpL8JFuTpnfgWfKtmJK8LcnMfaERgcawJSzmC1vCVigiH8l12QJvKz5dM+VJjjpV58gTi6xYEqZhSzJzud5WIrpIliKL1KmEamMjdEuyNFqWt5UlXcSSK2kj2uznW6JM0TsJxGImy5phaCQ7+2kjUtqIVmWhs/C2oo0Y9rlK87QRhtTQiD73aSPxUVlSAXEVWdlyWa62bDaby8hDSpqeYCDwIqrpyZ7WW1ZKWWUEoAEAAAAAAACKhe3rS++10VEIQAMAAAAAAEBpo9fy+Ynx0uxsm3GfJx05zMrIsGvWTK5Q8Hk8pYqdbwRok096fdB2wsDrIXfa1mmWlZvz+c8zVRq1k639uuk/8Lm8NzzctCGf/7jt9y9Xzj5x40KbOk3G9hq2+eRe8xXq+Fa/6n7rw+8ncdmcQW161PIOCnT3G710Mm124qCxlx4awtDDOvbbcmJfQnqSs40jAajs0jKyA/086ISXmyOTUVq/wA4AAABlgJ57M5lMLoer44v6NSFKlYKebjOZtjYS5kdOOorBEDGZ4nYS0iZvaFu6iK7/UXu9VqslhMtk8utbM+r56vPWtKKL+jclOsOabGMj3s7GRizoovYS0taskdEdjI3wmExBA2tGfb/njQxsbmyE83IjnSTGReTFRvhMprChNaOBv7ERa7poUPMXtsTP9XkjnZ82on+5kcYSRqOA51syuMULW+Jv1kiXBi808lF7wyJjI00ljMYBho00bsn7LUle+08bCXB/3kjXp1vCermRZhJGk0BjIxK6aEhLw8Fis1lsNodRaidgzfwJLy/pDoWSJdWHJHBquTNIKWTTEYAGAAAAAAAAKBamyELYqzdDbEkAAAAAAAAASpleo5EePUwGvK/V6dhNmrMZDI1Gq9XqDHeG/38egO5QvwW9Gac5bPaFX/cYp/u06ExvL7c8ttfQlwv5XN7MD740L/mgY3/jRO/mnYwTY3oOpTfzdkxN+bp6Gif2L/6LAFQNqRlZthLDx0TGn1+XyhUiAZ8AAABAxUT/QWezOXwBg8VmCzQiPdEbU5x6Km9IYCbD8C++Tp8X9jXkpZl0gs7SQvM184KfDPM1K24jdJaWmxrJ1755I6ZF+dckhhR1ARsxbaRpTeOifI3kha0NB4vJZJFSQDegWSBDZIsAdKHdj9Ys2SvY9IWClAIEoAEAAAAAAACKy2bJMgIAAAAAAABQBmQybuOmRGwYEY3DYbMMGIY7ep2fTjEx3CzAu5SRlWNpIWLlRZ8phVIVHhVfu5oPAQAAgArLcOLN4LCYLB0nL6f7bAhbQ1L32az59Jtni7bIOFvM9kukkbJ5pkVrJG98YUNqu1QGgdaTK48ZnARVq5rIQBeaIdeu0+X9n56UKASgAQAAAAAAAAAAAAAAAAAqBo6NhNOiUd6k3pIrMBYKuBx6z+fh4i/AO5aWkW1nY2WaDfLzIAAAAFDxMRiG7xwyn33HyThQsflS0+ybF5Fnsd3SaKRQ7ZefRkpjd5HScSFEx+EjAF1o7vbMPg1VelLy6WeKSQAAAAAAAACgeOTHjib26EIAAAAAAAAAAKAKS0vPtpVYmpfsOXI+RyonAAAAUPExnjGfzjf75kWl2kih2i8/jRSh/bc2Uhr0RF96jVdu7vasfo2UDFIqRwcBaAAAAAAAAIDiYggEmnEbu5MAABAASURBVKgonTSXAAAAAAAAAABAVZWWmT8A3aJhTa1GSwAAAACggpvYg0wfbPHmdT6auOWDL/6h9/S2ct05UjAJyTlfzNr5uqWDPllPCmnr/ls7Dt5+5aLo2IxJ3+59ZRXyGhevR039br9p9tf153cfunv3UQLd5jFTts7/+YhK/abT3XvRmqX7RYRhjECXcAYaAWgAAAAAAACA4uJ4edN7TUQEAQAAAAAAAACAqiotI9vG+oUAtFDAz86VEgAAAACoyBiG/woU3l0ys9e6n96nt/EftSIlYftvo0jJ8XST/Di3z8vlOw68NgDdrIHX7QdxCqXGOHviXGjnNkH/W39+yqft/1g2WK8nN+/GktfLluofxDL1dD16K2lsAgAAAAAAAADFw3JzI0ymOiKCW6s2AQAAAAAAAACAqkcmVzIYDKGAZ14oEvIPnrzs4mjHZrMIAAAAAFRM9DTvp/16Nj/3rYNAm1OqNEtWnYh4kuZgYzF3clcLIffvHddOXwyni2ZO6OTraTvnh0P3Hib4etmZ17oa/GTG4gOuTla1q7tM/rTdoE/Wb/9t1J2HCfN+OGQh4gmF3I8GN9l16I6NtZDJZKRlSL+d3C03V7lw5bHUDKlIwJ3yWftXtmMsjI7NWPnn2fGjW8//+UiQn2N8YlbfbrWiYtJj4jL//PfywJ51v1tx9Elchqebzeyvu4hF3LznTjq3Djp9Maxru6DbD+IDfB1EQs7qJYOMDer1eg67IAMx641IicII0AAAAAAAAAAlwGnvQVGfvgQAAAAAAAAAAKqktIwsOxvLl8vf69kW6WcAAACACi0vulug8G6P4b/X6biM3u6FJP67+2btai4blg9t3sh73ZYr90MTQ8KS1/30/reTuy5YfvTclQiFQrPjjw87tAwwb+HCtYj3+9Rb9/OQQB8Hne7pg/605tSSmb3++GFwbq7SWNKorsfkT9vRzQqNSImOyxg+qBF9oPo13U5fDHtDOyY5UuWUce2+GtNm+4FbIwc1cne1Hj206fptV2pVc966ZmSLht5//HPRtHLfrrWOnH5EJw4ef9CzYw1T+bVbMY8jUurVdHvDDmlenbN+XA4pHRgBGgAAAAAAAKAEsH18CAAAAAAAAAAAVFVpGdm21q8IQEfFJMYnpzVvUIMAAAAAQMWkJ3pXiV4gfvu32g5uHOvmbGWc3r7/FoNBEpKzlUo1g8mMiEpLTZf+b8MFushazI9NyKxfy43JZDSu63HgxH1TC8MHNvp+1YnRX29u0dhHrdEZC7OligAfezpRt6arscTDRULvxSKeSqWxshT88udZG4kwPDK1dVPfV7bD476w8Z6uz6orNabC+KTs7h0MZ63NG3r/d+qBqdzXyzYxOVsqU1++GTXjy47GwsOnHh07G7LyuwH0KZA3Y9Bnz6L/YzDetmYhYQRoAAAAAAAAgBKgiYuT7d5FAAAAAAAAAACgSkrPzLGRvCIA7eHqaG9jRQAAAACgInu/BXNIO0Ghqni52zSq4/HZyBaDetWrU93Fx8vWxcmKzn46vHnjep4+nnZhUal0tYgnaea1Tl0MGzeq5foVw85fjXgcmWIstBQLMjLldCLStLJZlnjd5su9u9Sc83WXWtVd3tyOSb4ssnHWx8M2PG+TLt2IdHZ44cy2a/tqi1Yebd/C31jv6JmQE+dDf5jTx1YiJG908YH6w9ViUjowAjQAAAAAAABACVDduZ0+Z6agdx8GCz9pCgAAAAAAAABQ5aRlZjexqf5yOZPJEPB5coWS3hMAAAAAqIAYhBGbweRrtR4OhbgOOLRf/Z9+O330bIiFkDt6aDMfD5tgz9gJc3Zz2axenWo0qedx5PTDMVO2Bvo6mNcK8nP4/Z+LKWm5Pp62pkUzPu+wYPkRHo8tV2jY7PwDHzeu67lq3blNu26wWUxaxULMf107r2MnEa366/zoIU2W/3Fmy77g7Bz5stl9zFfo3r76irVntv/+oXF21V/nBHzO6Elb6PQnw5vT5/KGxvV56P+RksbQl0KjAAAAAABvoNPpFArFuDXXxnSr0cjfjgAAVArqR4+SBvRxOnCY7e1NAKqqvguPTuvqXMvPxdLSks1ml/hvmQEAAAC8Fb3ypVar197fG6aKX9JkHAEAKCv0/SdHpZBqlHqdHlfhKzQui20rsGDkeevKGr02YNPgk41/sJZI9p+4Nvr97q9c7UFolEKprl/LnxSSRqMJC87avTBrwj8+BAAAAADeBXp6T8/KFmzNZvN50wdbkHdh96G7ndoEWgi546Zvn/11FxdHS1JBxKRo952OH9REY21lKxCIWAUYSWrVh5GNhipqtrSjF5u4XO4bTssxAjQAAAAAAABACWD7GK5CaaIiEYAGAAAAAAAAqIL0ev2S60dW3jlNoIKrZ+t2pOdnXC6XxWIV/Ju9GVm5Nlav/Wnv6gFeBAAAAAAqLgbRk3f5LUexBe/bHw/HxmfWquZSgdLPlLs9q19jFSGs0hg0BwFoAAAAAAAAgBLA4HKFAwYyJBICAAAAAAAAAFWMXq/XUVqdiMVd3KIfgQrrr4cXdWqtXCZnMBhMJrPgKY3MLKmt5E1JlEOnrrRsVEtsISQAAAAAUNHQE/73mjEE1gLyjnRsFUBvpAKKSdHuv8Z7r6mOFOwnVgoFAWgAAAAAAACAkmEzfyEBAAAAAAAAgCrJkH/Wavls9gDfegQqrKNPHkSlJSvkCj6fr9cXYpC/jOxcNxfHN6xQr4a/Sq0hAAAAAFABMQjD3Y4htGERKKSYFN2ea5xBTRSkFDAJAAAAAAAAAAAAAAAAAAAAFINxEOjS+FlnKGP0UGo1Wno0C1UrIyvXxlr8hhWsLEUqlZoAAAAAQAVEz/O3XyKbT8kJFAn9a4n+vVSobxgWBALQAAAAAAAAACVDcepkQpcOBAAAAAAAAACqJAaDUeJX9OGd0OcpVJWMrFw7idUbVhDweScuBGs0WgIAAAAAFQ09OYxJ00cn41yu0Gp4sqf3Ka3gOJsAAAAAAAAAQElgiETa2FhtejrLxoYAAAAAAAAAAEDVkJ0rF4sETOZbxv/+oH9HAgAAAAAVkJ7oXSV6vgWLQCFZiRhBrloGg234wmhJ/2AORoAGAAAAAAAAKBlsL296r4mKJAAAAAAAAAAAUGVk58okVhZvXe1JfPK1248IAAAAAFQ0DAbjveaMIe0EBArpXrTm+70CRimknwkC0AAAAAAAAAAlheXgwBCKNBERBAAAAAAAAAAAqoysnAIFoN2c7HlcLgEAAACACkdP4jKYT5K1BAopW6p/GMfS6/WkFLAJAAAAAAAAAJQQx6072D4+BAAAAAAAAADKBwYpxDBjelIqV+Wh0svOlQf6vT0AzWQyvNydFEoVn4cYNAAAAEDFkJWTq9VqNRrNit2p7h6c6YPfftYH5ixFjGquWr1ep9fpSjwGjQA0AAAAAAAAQIlB+hkAAAAAAACgXOHQ/wpMRf8rZSk5UaFJ5165SK/T+9g1dbEJIFDRZEvlBRkBmhLyuYfPXOvZoRkBAAAAgHJJq9WpNZpcmexhWFSrRnVv3nsU5OtFz+LsbSUECq+mJ3tabxmDsBmMQnw3tYAQgAYAAAAAAAAoMZr4eOXFC6KBgwgAAAAAAAAAwEtCEs+EJpyxFjpmypJyVRn5lmZLsxGArnA4araFgF/AQZ3ZbHbPDs2iYxMd7W0wDjQAAABAeaBQqjhsdmpGZnpmVjU/76Pnr9SvEchiMQO8PejSds0a6vV6tUbdMkjFs+TejdKo1HoxnxHgzs6S6sPiNXQdb0e2jSUjPEGbmatjMkk9X8OXMG88VtN7JwnL1Y6ZkK6LT9PS2ZpeHB6H3InUqDV6sYAZ4MbKzNWHJxga8XFiS8SMsHhtllTHYjHq+rCfN2LDcrVlxqfpEtINjTTwN7R/O0Kj0eothUx/1+eN+DqzrS0Yj+O02TIdm8WoY9aIsw3LxZYZl6ZLNGvkVoRGq9VbiZh+LqyMHH1E4vNGQmO1OXIdh82o7c1Wqsm9KEMjLrYsZxtmXKouMeN5I8Hhap2OWFswfZ1Z6dn6yCRDI/4ubEsRIzRGk6PQZ6dwankwCINR4hlo1rx58wgAAAAAQBmifx5oNJqD1+Mb+Du42goJAEAlorx6JX3aZPGYTxgsFgGoeracC2/pJ3a0EfN4PCaTWRrf5gcAAAB4K51OdzMlJF2b09GtEQGAKm/U8FFpaWkNGjSg08ePH//8888/+OCD162sJdqCtBkdm2RtmX+4X61WezIm5EFm4rhabd5Q90n6bSaDpEvjzNPP9iLP/rWnxmaF8Dm2Ac5NaMnNx4++/GXZxuP/Ldj45+lbNw5fu1TLx++bP3/t2bQVKYxNJw5dD3lYzz/QvPB2+OOEtFRnWzvyTnWa+sWITt2N0xEJcdP++KVXs9Z/Hz1Yx7ckI+CT1ix3tLZxsrEt4PoHou5myqSDPGoLhAIul0v/tn3z+jqi//fS8a5OjbzcnY1/C5MC4PO4wfce21hbRsUkWolFSpU6M1sqEvDTM3M0Wh2bxUxNz+JxuXKFKidXKs/Q376YXq+rlZ7o0zOzhQJ+jkyuVKnoCilpGWw2W6PRZuXk0vLM7By1oTorLT2Ty+UoFEqpTC7g82gtveHnxg3V6SytrlAq6TakpGeymExanVak1WkjGq2WlVfd8OhKVa5UZqpONzs9M+sV1bXajOwcuvFZ2blqjcYQHqKPzuHQJ5XzvDp5Vp2fS6srXlU9J1dlqM56Vl1lqq7T6+lHDGkZWXw+j9aW51WnqzEZr67O4bBNj56RlU1PDOgHFOl51aW0ulzB5/Foa/RgaXW6jMxskVCQnStVqjVcDjtfdbpntNpnj87jShVKmUxBy1MzsmibOp3+afUcWl3N5dCtyuBwOCq1Oif3FdXpcaMbQMvpLCEMulefHtBcGX1EesgMj86mj66h20PLM7JodZ3hiGRk0m2mz91UnT463at0lwoFghypVKlU83hP+4NarcnKeVpdo9OxmUy6vrE7yeRy2g59UGK4UvOsukxW5O6UrzfSTS1udzKrXqzulL83Fr075a/+qu5kqF6A7vRybyxOd8rXG/W6onenl3tj0bvTi72xON0pX3WNceOL2p1e3xuL0J1e6I2M4nSnF3ujrDDvTgV9cytSd3qpNxarO5n3xqzconen/L2xGN0pX2+k/9KWUHfSF7M7vVy9yN0pf2/MemV30hTp30pO8bpT/t5Y5O70cm98c3dSKFV08+ISk+nRlykUkTFx9jaSWw9C0zINm33myk03Z0e6mpDPF1uI/L3cLYT0ZJBP703nb/Sd1sVaayvI+Xy1YttZ1cPI7PpOMZfu5Uz/mxy8orTlJIpJwo+71b8f1h6/oWjnHRUVk/7pGhZdJM9J9RDFbTsj/36nns7Wd4zRyJK//I3svKB6/CS7rkPMxbvZMzYy6CI7boKFPmHZTs3aI5pTt2RtvKIiYzI+XcOkixS/XgbMAAAQAElEQVQ5KR7CuE2nFD/s1tHZuo5P1NLkL35n7LqgCo/JqmMfe/Z29sx/DI048hOEuoQlOzV/HtWcviVt4xUdHp057jdDI8rcFHdh3D8nFT/mNVLfOVqVmzJuDdl9URUZm1XLPvbUrZxZ/xiejqswQaBLXLRdu+6Y5uwtaSvP6IjozM9/NzSiV6S48OM2nlD+uMfQSGOXJ4qc5E/+x9p7SfkkLrOmXeyJ4Jw5mwyNeFjE87RJ87do1x/X3IhgDWqm5/MFbDanIFeOru7NdK2lcfAQ0hNsenzfUKVAJ98AAAAAAAAAUBAcL296r4mOJgAAAAAAAABQDixfvnzx4sVxcXFyuXzatGlr1qwhxbZs5dZtu0/LFSpSJDmKdPP0s5hn+0GD7+xF7jJVlqmwvn/Qjnnfrxo/tYanD51YN2UOKZJhHbp91K13vsLjNy4npKeS8sTH2fX3iTPpxMbjh0hFI1QIXBwK93vofB63WYMaHDYrLSNbplAmp2Zeu/WIlt8PiYyOTVIo1Rev36flT+KS7j6KpOVyUVJSanp2ruzq7fsajTbiSWxoxBNaTmfTs7JT0zNv3HtIZx+FRcXEJSqValouVyjjklLuhYbT8lsPQ82rR8XGh0bG0PLrdx7Q6mlZWcbqIeHR0bEJKpWhulQuj39W/fajx4kpaTnSV1RPy8yitxt3HxiqRz4xVFc/q56ccickjJbTezpNS2g5XUrXoWvSclorIzvbVJ22SVum7dPV6GPRR6SPS8vpNtAteVpdlVc93PDJG91muuV0++lm5KtOnyl9vvRZG6vT/UD3Bi2ne4buH7qXjNXpfqPVabmhesQTuldfWT02MUmmNFSnxyU2PulRuOGIBN9/RKtnZuXQcr1e/zj6SfiTWK3WUD0rJ5dWD34Q8orqickPwiIMR+RBSEp6RmZ2Li3X6fWRsfFhT2LoBJ2lhXTRrbzqdGVaRZ5Xnd6bV6cPQR+IltMHpQ9NN0BvrJ6VQzeMbp6hP4TThg3diZbLDNWTjAc0+MXqxexO+aoXpzu9onphutMbemNxulO+3vjK7kT3SQG7k3n14nanfNWfdSfalwrbncx7I61bnO70cm8sTncyr14C3cmsenG606t7Y5G6U77eWNh3pze8uRW3O71YvTjdKV9vLGZ3Mq9enO70yt5Y5O70cvXidifz6kXtTvl646u7U0paEf6tLGZ3erl6kbvTy73xzd0pPDqWlkfExMsUCrqXdHmRcxcHO283F7FI1L1dC5GA7+Hi5OJoT16FwWAwmUwOh8skjN8/ytr6WfzcPil6rbauu5xObxkX18wnl6HXT+meSaf//Cg2OztHLUvZPC5u86exQ5tkEp1uQMNc45oOFko6+/voFDo9s6ehkfqeCuOipl5S2sj0nhl0+o9R8XSRRKDe9nkCnR3SOIvWer9JjnFNO6GKzq4dnUynZ3RPpWs29n7aSEMPQyMzexka+X1UAl1kK1IZGxncyNDI0KZPG7Hhq+nsX2MMWzK1m6GRZj5Pn049dxldNLtPOp1ePdLQiIPl00b61TM0MqxZtnFNS55hS/7+JIlOT+qSRtds6fe0kVoucrro2/7p279M+uuTbDabw2SUfFyZYfzyAQAAAABAmdHpdAqFYtyaa2O61Wjk/45HGQEAKFn0D/u4ujVtf14p6NiJAFQ9fRcendbVuZafi6WlJZvNxgjQAAAAUPYMv0urVq+9vzdMFb+kyTgCAFUel3DXr1//33//1alTx8bGZty4cStWrDhw4ABd9MsvvwQFBQ0YMCAqKsrR0fHbb7+t06hOQdr8fMpKem8pFvbv1aph3UD6pw9981GpVDMv7N0edevO0DeFlc8/3nAv9mhTz76Xo3eptAp6yX5g7elBDs133112P+msr237HvW+NK0cnZww6X/Ld8z7nuSNkTx+1TJHa5vIxPgpg0d0a9z8t4O7jl27Qhct+vjzADcPY5VNJw6dunXDw94xLD7mh0++OnbzilKl7tW89bifF8tUito+/l8PGNJn1iQhX7Dwo3GbThxeNX5qXFryN2t/nTls9JTfVrCYzCmDh+v0+l92bc1VyD7v8x59IGPLCpVq9l+rw+JiHSWSHz79SsjjL9i49k5kmEqjntB/iIeDk6n6ks0bavv4KdVqN3vH8f0GX7h/27y1v4/+t/a/3d7OLuHxsedX/GlsnD67JZvX1w8I+nHbpvH932czmesO7XOxtRvRpeeAVu2N63SbMX7/dz/fCg/9+tcfz61Yu/PcyRyptJ5/0Hf//Jktl3as14julnHLF7OYhl/l+qhb78lrlluKLHRa3fwPP5Uq5V+sXEp3S4OAanNGjHnDAfrk1KbI1KRtLYZJbCUiCxHrbb/xdfzczW/urt7Wcaa9vb1YLKZ/C5MSpdFowoKzdi/MmvCPDwEAAACAd4Se8Gu1WpVaqVIqVGoVnWfk/QymTqcjeRlc4y+B3Lj7INDHk5ZbiESGUcnpUnrG/2xNOmtIUjOZLy8yb4Qu0ue1/8o1i98IfSLk9e0bG6GnwcZFxWzEuOvoOjwun8vjcwo2AvSqDyMbDVXUbGlHLzZxudw3VCnhk28AAAAAAACAqozBYon6D2Ta2BAAAAAAAAAAKB9GjRq1adOmCxcuHDx48MaNG3fu3Dl27FhERMTYsWP37t17796948ePZ2Q8HZJZoVDpSYEGEcvOka3/98jZC3eGDurgVJgBgDksXmuf93OV6TfjDrf1HVbNocWp8I0Pks6/tWKuTLZz3tKYlORFm9a52Nrfj4zYMe/7qMSEiat/2vXtMtNq1T29Jw4cdi3kwaq92wLdPWnJznMnWtWuN6H/+zvOHE/NzBzUpkM1Tx9bK+t87UsV8uPL/qfSqHvPmnRw0c8qjabvnMkta9YRC0V06V+H9zUICFr2yYQtp478umfbiM49a/v6zx051vBAe7bOHDbaWJ2umZSeNnHqPIlY3GrCx5/26r9g45+m1ur4+m84uv/gouWZ0tweMybk24BPew7YefbUl33f6z1z4k+ffV3XN+DC/Tumpa1q1r0e+uBaiGH8xeSM9HN3b00bPOLTnxct+PDTmt5+U35feeyGIQ7etVGzns1a0cf6dcI0LyeX/nOn0MJTwTdGden1eZ9Be86fMmQ43pa6UGs0SqWKyWa/MgCt0+myc+RyheLqjZCGDQJSozMIAAAAAFRq9ASSnhnyGHw2m8PXao0l5NnXsHOksmv3Qju1aNywTh0LodB8ab7pgi+qTI0YhtCmu4/5lu8WFgEC0AAAAAAAAAAlSfLtAgIAAAAAAAAA5UmvXr1I3gX4R48eJSQkLFhg+OPdxsZGJBLNnDnzo48+EgqF8+bNW7fpsL2tlVSmKHjLEdEJS37ePPnLQQ52VgWsotRIE3Mim3sNVGnlbXyH3Yk/eTFqp57o3loxyMObx+Fai8QyheJxbHRKZvqP2zYanojY0nw1NzsHeu9qax+VGG8MQIfFxg5p34VODGzTkd4fvnbxle37ubjR+5SsjFy5dPmOf+m0t6NLUmaGMQAdFh/LIIy4lGS5Ss1iMixFotO3b155eC8xPU2TFwExVqesxZYSsZhO8Hn8fK3di4rwd3WnDdKbp5Pz657p3JFjf9i2UaVRj+zc01TYvn6ji/fv3IsMH9Oj/5VH9xPTUp1t7aRKRW3fALq0Zc06D6INv7funzcYdlZuTjUPbzpRzy+Q3o/t2W/OX6sHzJvarl5DurWcN47TrNFoH4XGKDTRWh3jlVl4kUjAZjEl1uIenZsKRFwCAAAAAFWAIcWbh7A5psLLwXed7O2sLS16tGtFZ225PAKvV+I/HIoANAAAAAAAAAAAAAAAAAAAVAlBQUFeXl6zZ8/W6XRr1qxJS0uLi4s7lmf+/Plbd28tSCPnLt01Tft4OhtHgFapVKRgNDpVbObDxh69e1Yfn6vMOBr6h06vKUhF87SAv5unm73jpPeG0yey/sgB89UiE+IMG3k32N/V01gS4OYRmRjXICDo4OXzPC6Xkfcr1TwuJyXTMHTx7bDHz9o3PIC9lcTaQjxx0Ad0dsupI06Sp79z5efi5mhj279lu+jkhIfRUfsunpVYiOeNHHvk+uW/jx4gZmkG8+3M11odb7+fd2yi5XKV8klS4uue46GrFzfOmC9VyFpO+Lh389bGRY0Cq6/YucVKJGpZq85nK75vW6d+XvvWyRnp9taS8/duN6te69GTSONm2Fpap2Rl0qVhcbF09si1S3Rf0afQd/akXk1b+T7Lar8Sm82qVd1bYisRWYheOQK0OY1eSwAAAACgajCeamq1WqVKffDU+UHdO/p7edjZWBN4RxCABgAAAAAAAChJygvn02fNcD51jgAAAAAAAABAOdOgQYOLFy8OGjSIy+V+8MEHEokkJydn8ODBycnJ8+fPL1RTlmJh/16tGtYNZDCe/8pzAUWkBzfx7KNQ5264Pl2qyiSFV8fX/+ojz9HL5nPY7AGtO5gvOn3n5pVH97Nl0m1zlhy6eoGWjOzSY/G/6w9fuySxEH876hOVWv2/fdtXjZ8mFok+WDzb28nFvDqXzZn2/sjPVixRqFSNg2pYCITG8g+79v5u058HL50TCYRf9hus0+lW79txLzLcWizOlclet535WnO0sR3RqUfPmV9V8/B2kNi+vL6DtWTZ1r+DPDy/WLk0PjVl4sAPTItYTJaVyKK2r5+Ps2tSRlqH+o1o4eKPv1y0ef2NkAe+Lm49mrY8cfOqceX5H34y8vu5ng5OxtmaXr4rdm5Oykj3d/P0dHztyNMAAAAAAG+g1WofR8VI5YpAH8+e7Q1DPiP9/G4xCvuXGAAAAABAMdFPxhUKxbg118Z0q9HI344AAFQuqju3k4e853zyLMvRkQBUMX0XHp3W1bmWn4ulpSWbzS7x3zIDAAAAeCt65UutVq+9vzdMFb+kyTgCAFUel/5XYCpSoFGcv5i6snWz2r26NRfwnzZO33xUKtXMC3u3R926M3TOG+qef7zhZvQeDpPfu+bX9xPPPkq+YL7U17Z9j3pfkmLYdOKQVqsb0bkHgSL55NSmyNSkbS2GFXwE6IBNg082/sHe3l4sFtO/hUmJ0mg0YcFZuxdmTfjHhwAAAADAO6LVag+fudSuWcMcqczRzoZAaVr1YWSjoYqaLe3oxSYul/uGi00YARoAAAAAAACgJLH9/Oi9JioSAWgAAAAAAACASmnK+MGebkX8q1/IthMwDXX/u7eO3hunjfR6vTUfHyYAAAAAAJQXGo02ISU1Iiauef3aTerWFAr49Eag3EAAGgAAAAAAAKAkMYUilr29JjqK16QpAQAAAAAAAIBKp8jpZ6q+dw96I6VmWIduBAAAAAAAikEmVwj4vBMXrzWoWY3P47ZqWI/JZNjZWBMoZxCABgAAAAAAAChhzqfPEwAAAAAAAAAAAAAAAACoIFLSMgQCfmxCUkZ2TtO6tRrWrGZtJSZQjjEJAAAAeBEIzgAAEABJREFUAAAAAAAAAAAAAABApbN975nE9FQVURXwRgAAAAAAoCrRarXJaen3QsLpxN3QcAYhnq7OzerVYjAI0s/lHwLQAAAAAAAAACVMm5Qk3b6NAAAAAAAAAMA7olJrNmw52rVDYxsbSwIAAAAAAGCIO+v0en1SakZUXIJCqdp/4pxcoZTJlQ62EhaL1b5ZQ5FQIODzCFQQCEADAAAAAAAAlDB1aEjGvNl6FQaOAgAAAAAAAHgHsnNkW3edGjqwg9hCQAAAKg6VWk3v1WoNvdEJhUKl0+m1Wq1Spc5bqlFrNHq9oZze02lV3mp0KV2HrknLC1xdr9FoVXnledV15tWNm1HI6rrn5ebVablSaXxqhauuVNHivOoqY3W6iK6Q16yOVlGWRHW6DabyZ7u00NWNu+4NR6Qwj16QA1rM6mXdnYpU/TXdqcjVXzqg+aorS743FrE7vdwb0Z0qXHeqNG9ub+0PL1bXl1hvLF53UijVdAPo00nLyKIrZOXkRsXG0/JbD0Ki4xKS09IPnjqv0+vTM7M4LBaHzerWppmFSOjl5uxgZ0OgAkIAGgAAAAAAAKCEcbx9iCEGHUoAAAAAAAAAoGwlJmccPXV9+OBOHDaLAABUEOlZ2Q/DIv87dYFOX7v7gN60Wu2eY6eTUtMiYxMOnblIy89cuXH/cUROrpSW03s6TUtoOV1K10lKS6flGo32+r2HV+/c1+v1dDYhJTUqLvG/U+fpamev3LwfGpEjk9Hy7Fzpg/DIU3nVD5+5FP4k1rz6lVv3aDmdjU9KiY5LPHjyHJ09dzX4bki4VCan5ZnZOY/Co05evk7Lj5y9FBYdk5KWScvVGu2Nuy9Uj4lPOnHBsNqF67dvP3wsVyhpeUZWTkhE1IlL12j5sfNXHkfFpGVk0XKlSn3zfsjlYEP1fcfPGKsbH51WD34QKleojNVDI6KPX7hKy+k9naYltJwupetcunmXlu8/fjY2IZne6ASdpYX5qtPHpeV0G+iWPKuupFtIH4iW0welD003gG4GnaWbRDeMbh5djW4q3WDz6lk5ubSc7hm6f+heMlan+41Wp+V0lu4QulvozqGzdEfR3UV3Gi2nO5DuRrozTdXpMaLl9HjRo0aPHS2nx5EeTXpQNHnV6WGiB4seMroaPXz0IGYb+4NMRg+ueXXac2g57UVF7E4vVi9Cdzp+8eore2NxulO+3lic7pSvNxazO72qehG70yurF607vdwbi9yd8vXGYnanl6sX/N3prW9uRe5OL/fGInenl3tjsbvTC9WL2Z3MqxenO+WrXuTu9HJvLGZ3unLr7oOwSLpPbj8MlSuVdDNypHJabmNtZW8jsbW26t2xNYvJrObn5erkwGKx2Gw2gYqMQTsTAQAAAAAoQ3nfVVWMW3NtTLcajfztCABAZRRbt6bNd4uFPXsRgKqk78Kj07o61/JzsbS0pJ8bMhgMAgAAAFC26JUvtVq99v7eMFX8kibjCABUMZHRiQ9Co3t0akLKFn3zUalUMy/s3R51687QOQQqrE9ObYpMTdrWYpjEViKyELFYb4nRa/TagE2DTzb+wd7eXiwWl3iGRqPRhAVn7V6YNeEfHwKV14PHka5O9gI+n8tBDAsAAACqulUfRjYaqqjZ0o5ebOJyuW+42IQzJwAAAAAAAICSZz11OsvFhQAAAAAAAABAWbn/KDo5NaPs088AAMWhUKqcHWytxBYEAAAAAAqDSQAAAAAAAACgpFkM/YBXvwEBAAAAAAAAgDJx4/bj7Fxpu5Z1CQBAhXL8whWRQEgAAAAAoJAwAjQAAAAAAAAAAAAAAAAAAFRg5y7ftbQQNqhTnbxrMq36u2uHCFRYDzMSeXoCUGa0Wl3LhnW5XKR3AAAAAAoNp1AAAAAAAAAAJU955XL6tMnOp88TAAAAAAAAAChNR09d9/JwCvB1I++amMMTMjlbQ67Sab0eKdqKqpqFPTMPASh9Wp1WKpNbW4oJAAAAABQSAtAAAAAAAAAAJY8httSmpGhjYlju7gQAAAAAAAAASsfeQxfr1/Z3d7Un7xqTyfyqVtvRHg2kuVKVSqXXIQBd8TAYDCaLyePz6I3FYtFZAlDKsnOkd0LCXJ0cCAAAAAAUEgLQAAAAAAAAACWP4+dH79WREQhAAwAAAAAAAJSSLbtOdWzbwM7GkrxrhuAsk8nlcUViEYfL0Wg0BComehzZbDZfwGexEYCGsmBnY92tTXMCAAAAAIWHADQAAAAAAABAyWNwuWwXF01UJGndhgAAAAAAAABAiZIrVFt2nRzcr51QwCPlgyEAzeXSe76AT/REr8cI0BUPg8Ggh44eRFYeBKChDKRmZMYkJNWrHkgAAAAAoJAQgAYAAAAAAAAoFU7HThEAAAAAAAAAKGnpGTmHT14bNaRruYqnPh0Emsul00g/V2jG3DPSz1A2mAyGiM8nAAAAAFB4CEADAAAAAAAAAAAAAAAAAFRFppxuBcp6xiekXbn5cOiA9qT8Me1GZGcBoIAsxRZikYgAAAAAQOExCQAAAAAAAACUAm1ysnTbFgIAAAAAAABQ/uj1eoVUe+ZPpUaj0el0FWXE4rDI+DsPIvr1aEkAACqFsKiYG/ceEQAAAAAoPASgAQAAAAAAAEqFJjIi49u5OmkuAQAAAAAAAChP9Hq9PFe76Wv5ub80O2cplQpDDLr8Z6DvPoiMT0jt2qERAQCoLDxdnWoG+hIAAAAAKDwEoAEAAAAAAABKBdvHcOlC/fgxAQAAAAAAACg3jGM/b5msSAknbUcIH58nu+eqFXJFOc9AX735SK5Qtm5emwAAVCK5MrlUJicAAAAAUHgIQAMAAAAAAACUCpa9PUMg1EZGEgAAAAAAAIDywZh+3jxJmRJGhi6watKXP2iWOPoaa+88rSy3/Gagz1y4LRTwGtcPIgAAlUtKWmZmdg4BAAAAgMJDABoAAAAAAACgtFhPncZydycAAAAAAAAA5YAx/fzvREVKmH7wPEsnXxYt9KnP6T9d/OQGe998TfnMQB86ftXN1b5mNW8CAFDpVPf3DvTxJAAAAABQeAhAAwAAAAAAAJQW0Xvv8xo2IgAAAAAAAADvmin9nBpOBs+zdAlgmxYZM9AxNznlMAO968C5urV8fb1cCABAZXT7YWhkbDwBAAAAgMJDABoAAAAAAAAAAAAAAAAAoDJ7Q/rZqBxmoHU6/aYdJ9q1rOfsaEsAACopW4m1tVhMAAAAAKDwEIAGAAAAAAAAKC3KG9fjWzYlAAAAAAAAAO/OW9PPRsYMdPR1dnnIQEulir+3Hh3Yq7XE2oIAAFRelhYioYBHAAAAAKDwEIAGAAAAAAAAKC1MK2tdRob68WMCAAAAAAAA8C4UMP1s5FOf02+q5TvPQKekZR04ennUkC48HocAAFRq1+48SEpNJwAAAABQeAhAAwAAAAAAAJQWtrc3YTI1EeEEAAAAAAAAoMwVKv1s5N/4HWegn8QmX772YHC/tgQAoApo1bCuq5MDAQAAAIDCQwAaAAAAAAAAoLQwWCxu9Ro6uZwAAAAAAAAAlK0ipJ+N3mEGOiQsNiQsplfXZgQAoGoIjXoik+HDQwAAAICiQAAaAAAAAAAAoBQ5bN0h6tuPAAAAAAAAAJShIqefjd5JBvrW3fDUtMxObRsQAIAqQ4r0MwAAAEBRIQANAAAAAAAAAAAAAAAAAFB5FDP9bGSegZZLSz0DffHqA51e16JJTQIAUJU0qVtTbCEiAAAAAFB4CEADAAAAAAAAlCJtaqp0y78EAAAAAAAAoEyUSPrZyJSBPrC4dDPQJ88FS6xF9Wv7EwCAKmb3kdO5GAQaAAAAoEiK/ucuAAAAAAAAALyV5kl0xoJv+e07shwcCAAAAAAAAEBpKsH0s5ExA717afaBxZqeMxQCEZ/NZjMYDFJyDhy9XDPIy8vDiQDAq9DXdUaCduvcOOM0gcoll0j2XUhhYvhCAAAAgDz07830WI3xr863/u2JADQAAAAAAABAKeIEBdF7TUQ4AtAAAAAAAABQqko8/WxUqhnobXvOtG1Rx8HemgDAq9DXmq0rt8M4jkyWpVKpdDodgcpFpcoScjQl+8USAAAAgIqLnhc1HMq28xQW5A9PBKABAAAAAAAAShFTKGLZ2qojI3hNmxEAAAAAAACA0lFK6Wej0shAq9WazTtP9evZQmwhJADwGvSFZmnLbdhLLJUyEYCulA6dedygtQsC0AAAAABG9LyIw+EIBAJ6jwA0AAAAAAAAwDtmNe0bbrXqBAAAAAAAAKB0lGr62ahkM9BZ2dJ9hy8NHdiezWaREsUiLCZhkhKipv8BvFP0VUZfa0KhkMPhaLVa+mInULkMH9CJAAAAAMAz9ASYyWTSc2B6Akwn3vxXJwLQAAAAAAAAAKVL2KMnAQAAAAAAACgdZZB+NiqpDHRiUvqFq/eHv9eRlAImYTJIiQ2kSpvSE+RN4V2iLzEWi8VkMjkcDtLPlY9Gqz1z+U6HFvUIAAAAADzDMPPmNRGABgAAAAAAAAAAAAAAAACokMos/WxU/Ax05JPEByHRA3q1IgBQMAUMf0BFpNMTa0sL+kZKAAAAAMBMAc9+cRYFAAAAAAAAULpUd26nfvaJ8/HTDD6fAAAAAAAAAJQQU/o5KVQ/dIFVaaefjYqTgX4QEp2UnNGjUxNSanJycqwsrf7888+PPvqIzkZFRXl7e1+7dq1hw4ZvqLV58+ZevXrFxsZ+//33f/31FwEofxCArpS4HHbdGn44uAAAAABFwyQAAAAAAAAAUJqYVta6jAx1RAQBAAAAAAAAKCHm6ef355ZR+tnImIGOuMg+sFgjlyo0Gg3dmLfWun4rNDtH1q5VXVLKatWqdfDgQeP0/v373d3d31pl3bp19FkQAICylZkt3X/sIgEAAACAIkEAGgAAAAAAAKB0sdzcCIejiQgnAAAAAAAAACUhX/rZrXpZ//BvYTPQ5y7d5XLYTRtWI6WMwWDY29tLpVK5XE5nT5061bFjR1p448aNzp07N23a9Ntvv6Xlp0+f9vDwaNu27bRp006ePHnr1q1x48YZW/j1119XrVpFJ65cuXL82HECAFBqLET8Di0bEAAAAAAoEgSgAQAAAAAAAEoXg8XiVquuz7vyCgAAAAAAAFBM7zz9bGTMQIdfeHsG+uipG44Okto1fEhZ6d69+6FDh9LS0uzt7ZlMJt2wSZMmLVmy5OLFiwkJCXTR0aNHP/vss+PHj9euXbtt27Z169ZdvXq1se6wYcP27t1LJ3bs2FGteqkntgGgKlOpNGkZWQQAAAAAigQBaAAAAAAAAIBS57B5m2jQewQAAAAAAACgePR6vVKu3TxJ+W7Tz0b+jTn9pz3LQMtenYHe+9/F6oEeAb5upAz16dNn3759Bw4c6Nevn7EkNze3fv36TCazXbt2t2/f/uqrr+7evdupU6cnT56o1WrzutbW1hYWFgkJCdeuXXN1dS3wYxKtXkcAAAojV076LI4AABAASURBVCaPT0ojAAAAAFAk7/LvYQAAAAAAAAAAAAAAAAAAKCBj+nnrFEViyLtPPxsZM9C7vs8+tFTTfZqSLyBsNpvBYBiXbt51qnPbBrY2lqSs6PN4enrGx8efOnXqzz//3LFjBy13cHBISkqi97SwdevW+/btmzNnTkBAQLt27Tp16mQcJdrUyNChQydOnNi5c+eVd7dLNQp/K7cAa/daNr5veNwZV9bE5Cb/3naakMXLtz2meyifjN3V1GkBypKjnYTeCAAAAAAUCQLQAAAAAAAAAKVOm54uP3LIYsgwAgAAAAAAAFAkpvRzwkNSTtLPRqYMNIOh6TaVGDPQCoVq865T7/drKxTyybvQrl27yMhIFotlnF21atWsWbMuXboUEBDQr1+/e/fuLV68OD4+vlq1anXq1GnatOmoUaO+//5748q9evUaO3bswoUL5z/ZdCj2sqlNTwunAGv3QGsPfyv3ACv3mjY+pkX30yOD00IHHpn5Z9sZzkJbYyE9ZHGpsj2XYgyhbB0y0OWOMfTcwF/SONCOmYcAlK0n8cnxialN61cnAAAAAFB4CEADAAAAAAAAlDptfFzmd/MFrdqw3Mr0N38BAAAAAACgcjBPP78327L8pJ+NTBloQgwZaLkq9/iZ4A+Hdin7UXX1PObJkyfpxIwZM4wla9euNU788ccfptUaNWq0fv160+y3335rnPjrr7/ovVarbdOmjY+Pz1LXzz9I7/Io88njzJiw7NgHGVHRsYnHYq+ZKnqJnQOs3IMkng8zo+js3fTw3oembeo4lxaSvKMWk5K7+1J853ruBMql4IgUrVZTx1PM4/MYeQhAGRIJ+C6OtgQAAAAAigQBaAAAAAAAAIBSx/YxDAqlDg9DABoAAAAAAAAKq5ynn41MGWi1RiFu9WhQ71akDCXK07aFndweceqHJl+2cqpDiuHatWvDhw//3//+R6clPHFr57r0ZloaL0sNzXwSmhVruM+MCc2KicpJOBp71XxL+h6e/r9Wk9q61KcHTqPR2FpwP+1Wg0C59OvBuyplrkKhYHPYpvHCAcqMgM/jcpDbAQAAACginEgBAAAAAAAAlDqmUMRycFBHhPPbtCUAAAAAAAAABVYh0s9G/o05fSeJ9/xIAtk1Fa2UfAFhs9mlOqSuXKvcF3V+V8SZi0l3jSWWXCEpnkaNGj169Oh1S12EdvTW1qW+qSRGmvw4K2bkye9MJTlq2chTC/9sM72tUz2dTodBhcs5tVqtUWu0Wi19reFgQRkLi4qTyRVN61cnAAAAAFB4CEADAAAAAAAAlAWrqTM4/gEEAAAAAAAAoMAqUPrZKLA5ty8R7/kxhxBNt6mklDLQeqK/lHRvR/jpg08uyjQKWuIuchjg0/Y9vw7eIhdStuhD05tpls/i9vRsMcy/cwO7QGOmliJQjunyMAiiz/AOVPf3xFsEAAAAQJEhAA0AAAAAAABQFoTduhMAAAAAAACAAqtw6WejUs1Ax0iTt4Yd3xVxhk7QWSGbP8in/SDfdk0daxgDrBr6X5mbcWUNvQ+08hgW0HmAT1tLjojkHT4CFQRy6vCuxCWmMpgMDxcHAgAAAACFhwA0AAAAAAAAAAAAAAAAAED5UkHTz0YlnoGWauR7o87vCD91LeUhnWUQRkun2gN92nX3bCZg8ci75mfltrvL4ob2QQQAoDDkCiWfxyUAAAAAUCQIQAMAAAAAAACUBdX9+6mfjHY6dIwpFhMAAAAAAACA16vQ6WejEslA6/S6swm3dkScPhJzRaFV0RJvscsg33b05iSwJeXG6KCeBACg8IL8PAgAAAAAFBUC0AAAAAAAAABlgSmR6DIy1OFhvLr1CAAAAAAAAMBrVIL0s1FxMtCROfGbw47vjjibKE+js5Yc0UCfdgN82mKUZQCoTM5evu3saOfv7UoAAAAAoPAQgAYAAAAAAAAoC2wXF8LhaMPDCQLQAAAAAAAA8BqVJv1sVNgMdKYqd0/k2R0Rp26nhdFZJoPZzqX+IN/2nd0b85gcAgBQuQT6eoiEfAIAAAAARYIANAAAAAAAAEAZ4dWuo1MqCAAAAAAAAMCrVLL0s5F5Brr7NEL4r8hAa/TaU3E3t0ecOh57Ta3TGGpZeQzybdffp60935oAAFRSOr2ewSzQuPgAAAAA8DIEoAEAAAAAAAD+z95dADZ17n0cf+Ke1I16cSjuroMx35i7u3Lncud37u7uzpjABmOCDRhu9RZq1C2evKdk69uhhQaIfD/37Nznec5zTk7StER++ecQiX3nfQEAAAAAwO60pZ+3rfOedrclNNLPPm0ZaLnSMX3WvzLQ62sLPs2b/3XBb1X2eqkbpTEflz725KyJ2VFZAgBC3ar1uf16ZRp0FIEGAAA4EASgAQAAAAAAAAAAEO68Xm/bGgGrrWzwTvWDQ0D79PPJd4ZU+tmnLQMtkzmn3SBqZI3fFP/+acGCjbWF0lalTDEtZdjMzElTkodIbRFOpB/9+dfcLDX+Wrt+YHYfqXHfLdendEmUGp/N/t5ud54581jhb2UV2+9//LnnH7lHHHxf//BzdU3tBWfM9HXXbdzi8XgtZuNzr73z6D237s+RxEkXXPn5G8/v1y6nXnzNx68+I4BAdeTEYQIAAAAHigA0AAAAAACHiLukpPmbr8xXXi0AAAAABBK3o6Vp+Xsej8e7g0Cgkslkqthuuq4T5DuIULFT+jktOzTfw23LQG+sy/lu+AvV7kab19E3KnNm5sSTMidEqI0iLEn36reefURqTJ15rq/RZuYxR4qQ88uipT27ZVrMB/Lj3t/0MxD4/li+LrtHhtlkEAAAANh/BKABAAAAADhEvE5nwwvP6Y88SpmZKQAAAAAEBq/X62qpr/1mliapn5CrBHWgA5i7fpsibYw8eaRao5btIIJfmKSfff7JQHcd6zwv4ZzCo7PGdY1KDr163p300Zff/rp4WX1D44wpE4SQjRk++I6Hnhg9bPDvS5ZPGDOirr6hprb+rv9crdWopckPPvXiERPHDOjTe8SRJ3734RtyueJ/T79w1w1X3/fEc0Ul29JTutx14zVz5i3wHfDlxx94+NmX12zY1C0jXdq3qqbunCtnWcymLgnxt153eXRkhO8Evvrhp6++m2uz2aeMG3XRWaeedsm10VGRQwdkR0dGfvjFbLfbffE5p04ZN/rG//7vqovOSZMu4uGnTj7myPc++zoywiKXy2tqa++95Xpri+3q2+9pabHGxUQPGdDPd2Tp5L/+/qd5C3V333j11vKKq2+7t3jrtmsuPm/y2JFvf/zFgt+XSHPunHVVVnqqb/7lN95556yrkxLinn7lrb69erzw5nufv/H8lbfcva2sPCYq8pqLzjMYdK+889HDd93kq2n97EP/ffT51zZuyXU4nJede8a4UUMFENikX2SVitwOAADAAeKBFAAAAAAAh4giLU3I5c78PALQAAAAQODwer1ut1tqJJ/+usIULxDAtv94f111uc1qkyvkCoUiBIKzYZV+9vknA90vNbZ34g0ql8ulVCrJQO8kOSnxhUfu/Wz293a7U+pK9/bLzj0jMT7+z79W33/rDc++9u7KNetGDR0kbRo3Yuiff62VJsTHxCxftdbudI4bOfyNDz/N7t3jsXtu/fL7eS+/82FyYoLvgL8vWS79+nz51otzF/w++8efN2zKycpI+9/t/1m1dkP7S6+rq3/9yYccTudRZ1500VmnVlRul/bVqNUzL7jyw5efUqlUF153y+D+2bue9rBB/SeNGXHzvY9szsn/6dc/jpw84bTjj7r/if8v2xxhMR935JSe3TKjIiKampvfevbR0vKKx198PT4melNO/lvPPlK8tezOh594+9lHffOPPmLyt3PnX3LOab8sWnrF+We98OZ7zS22nLxCaWZ9Y9OuJ7C9urZvz+43X33JyrUbXn/3YwLQCHy9u6VpNRoBAACAAxI63wwFAAAAAECAkykUytRUZ36eAAAAABBIfAFoBAW3y223272eUKjS7fV6HbbwSj/7tGagZ5k2zFP++ITTbrO7XC7Kru8kPTW5fTcmMlJaG/TahLhYqaFSKVqsVt+mYYP7r1y9bsWqtZeee8Zfa9YvXrZy7IghpeWVI3fEo8cMG7w5J7/tgMXbSgf27yuXy6W9pO7o4YOTExOuuuXu735e6Gn3O2Wz2+986Mlb73/Uu+NvY0SEJSrCUllV3at7VoTFbNDrpEZ+Ucmup53aJVFam40Gu9NRUlo2ZEC2TCYbNrDfbq9jj6xMjVplMZusNlteUcn26urnXn/3mx9/kkba5kweN+q3JX+uWLN+UHYfX5Vc6Ua4/PwzbnvgsWdeedPr8ex0TKPB8MeyFfc+/uxr733s4g87gsFncxZabXYBAACAA0IAGgAAAACAQ8dy7Q268RMFAAAAgIDh3UEgSHg8Hq8nFH5kvvTzp7fYwy397EMGeu/k/y6JvZf62GqVymDQr1y74aipEzfl5Tc1N0dFWLIyUvMLiqWtf/y5MjEhru2AmWl/j+cWFEnrVes3DujT861nH4mLiZr948++A5ZsK/t54aIHbrvh9uuvtDtb60/L5a2hgvjYmG1lFVKjucW2ev2m5MQElVq9vabG5XL7Mtat59nutDNSU/PyWy8l799Raelovh91+yuVlZbSJTHhqgvPvuL8M4cPHNA2rtWoU5OTXn//k6OOmOQbqa1vqNheJZ3zmTOPf/71dzU7zkEaX795i7T+cf5Cs8l416yrTz72SAEEg+kThum0VIAGAAA4QASgAQAAAAA4dHRHTFP16CEAAAAABBKZTCYQJLz/EMFMOn+nozX9XLTKs5f0c2N9y0t3f3Tz6Y//9/xnv3v/V2nkkete31ZYKfZT/oaSq466b867C/cyp7666ffvVogO8J3J47PeKMktF51ABtpfhg8eIN2lFAp5Unx8/z69pJFzTjlx5dr1515945sffHbuqSe2zRwxZIDL477gult++WOp1E1L7vLb0uVX3HTXppy8GVMm+ObEx8VI6/OvufmW+x+xmEzNLX+XmtbrtFdfeM6N//3fMWdeOHH0iPjY6GkTxz798ls33ftQhMW861mdf/pJn8z+7qpb7ykoLG4/3j0r/Y0PPi2r+NfduG8vaTj16tvuvfGeh5KTEtpvOnrqpPzC4kHZvX1di8kondK1t9/38tsfnHfGTGmyyWC47D93LFu5Rtqa3afn70v+PO/qm776bl5zS4sAAl5pRbX0b4IAAADAAZHxNBIAAACHmMfjsdlsl7/058VH9hnaLUYAAIBQcfwDc2+enpjdNclsNiuVSoJEAADg0GvNlTqdr63/OtdR+tDwyzuyi9vtbqneWv1E36xZfypM8QIBbPuP91eWFutmPBkRFaE36H2FaYOOL/382W22guXeU++ypPbdffrZ7fZcd9yDJ1w4ZeLxw6Xujac+euEtM2e/s+DM647pkh4n9seXr/9ktBgayem1AAAQAElEQVSmzhy5lzmrF29e+tPqS+48RezLNcc88Mzs2x+f9cYpl89I6ZogOmfzIsdXjzf2nuqadoNKo9WE0vMI6Qct/Xn5fW3pC98Vv3rNJIGA9PyctW5r9YVT0yMiI7Q67QH8VXF53d3fP3X+sMdiY2NNJpN0HxZAx0h/JT7/7teZR40XAAAAOCA8+AYAAAAA4NBxrFldefopib8uUkRHCwAAAABAmGlLPxeuEHtJP0uKc0r1Ru2kE0b4urc8fXFEzN91diu31rx8/8d11Y2Dx/Q+49qj66ubXvjvB1JXp1NfeMcpaxdvXrZgbVND871vXCMdoay4as77C9VqZZfM+MXfr8zdUOxwuE67Yka37NSbTn3MFGmI7xJ96Z2nfvPWz3nrSwaN7aPSKD996Xtrs33mZdNHTul/w0kPRcaY+w7rfsKFU8SOLPW2gopPXvpBan/26o+VW6sNZv3NT19UsHHrO0985bC54pOjrn7wnPlfLVmzeHN0fERVWc0Z1x2bkrnHjxa01oEWpq8ebxTCOe0GIbSCz1ICCBPS3zrSzwAAAJ0RlJ+KBgAAAAAgSCmzsqS1qyBfAAAAAADCTPv08yl3mveSfpa0NFgT0mLbujGJkUqVwtd+8Z4PL7795Mc+ubF8a9Vfv2/cWlBx/AVTHv5wVu+hXZf9vFqakJga89gnN+mNWl/7yNPHnnrljPikqK790v73/g0X3nLSdx8szFlbnNo96b63rp18Ymtl6GPPmzxq2sD+o3q89fAX97xxzYPvXv/xs3OaG61V5bXXPHiOL/0skRpdMuJPuWy61M4e1l06mkarKtpSuq2w8oZHz3/4o1kNNc2Fm7ZKW6NjLRfeelL/0b18p7QXrRnoWaYN85Q/PuG02+wul4svMQYQDmw2xzdzFwkAAAAcKCpAAwAAAABw6MgNRkVUlCs/TzNkqAAAAAAAhI39Sj9LzNGm+qrGtu6W1YU6k87XLi2snP/FEqmh1qga65ozeka+8/hXlmhTcU7ZkIl9pfHkjIRdD6g361b+tmH9nzlV5XUel2fQuN5rFm2679IX4rpEZ/ZO8c2pq2psbrR+/Nx3UjspPa5me4Ml0mSJNu72DLv3S5fWJovB3mLXGjQv3fOxQiHbXl7rdnukcV9622jS1Vc1iH2hDjSAMCSXy7pmdBEAAAA4UFSABgAAAADgkFL26u212wUAAAAAIGzsb/pZkpKV0NjQsnlVodSur2p87o73Wxqsvk2JaXHTTht7xrVHjz1qSErXhE9f/mHSSSOvuv/M7v3TfRNk8t1Eh3+bs9xk0V9x7xnTThsjdTf9VdBjYMb/3r8hKs4y/6slcplMOsmIGJMp0nD6NUdJBx84pnd0nGXXFHLbQPtNr933ydUPnnXT0xdp9epdt3ZEj1HqY64zbZir+ulZ6kADCAsKhSIhNlIAAADgQFEBGgAAAACAQyr2ldcFAAAAACBU2O1OjUa1lwkHkH72ueXpiz96fs6nL/+w8tf1Z99wXI8B6b7xK+4+/Z0nvmqqa45NjDp71nH9RvR49/GvZ781X6GUZ/RMMZr0uz1aj/4Zn78yN29DicliaGmxdUmPnffZHz99sUR4PFc9cJbL5d6ytujPBWvPvv64R69/w2619x7SVW/U7nqcyBjze0/O3mlwwNhed1/4rHrH7dBU3ywOSO+xaq/H+O3TjUK4plxNHWgAIa62vvHXpWtOPHKsAAAAwAEhAA0AAAAAAAAAAADsw+YlCz9/+PaY5Ayp7XLaRhx/xqDpJ0jtdb/8sPDDVzU6Y0R84oSzLrPExT99/nFn3/9cfGZ3aesPLz+m1uomnXvlXo7sstvuOXp4Ss9+UtvpsKb1HXT01bftNKe5tjpv1bJ+E48UB8GH/70uc+Dw4cefLrVzlv2+8MPXLnryrY7v/uMrT8SlZQ6cdry9uem+Y0ac9+grXQePqsjfMu/NZ8+679m97/v5Q7cNP+605F79RDC7/7H3Zx43tn/frN1uPeD0syQ2KfLqB85qP3LTUxf6Gtc/fG7b4JSTRkrLXo5z0sVH+Bovz7un/fh1D53Tvvv4pzf5GgNG92wbfGb27Tsd7e43rm7fvezu06R1n2HdxO6MmTFY7I8+49VCmL59uknInFOuIgMNIJRFRZhnTBouAAAAcKDkAgAAAAAAHEKu0tKG558VAAAAAIJNr1GTLnn2XWm5+Ol3fnjlCWlk26Z1v3/y9vmPvHbRU29POvfK9+68WiZkJ9543ycP3Oxxuyvyt+SuWDzhrEv3eeSIuETfka98+bOtG9dWFOTsNKG8IKdo7QpxcBx7/V3z332xvrLMabfOef6hk266f792zxw4vHjDaqmRu3xRz9ETc/9cJLUL16zI7D9MhIeauoZX3p7z8lvfVtc27LTJl37+6r+OA0g/h60+49VHX2tc+63yp2dddpvd5XJJN6MAgJDT0NScU7BNAAAA4EDxHBsAAAAAgENK5vE0vPCcbsoRqh49BAAAAIAgVL21WKlSS41FX7x35BU36i2RUjsqKaXb4FEbFi3oN/HI+Ixuiz5/d9PiX078z71yxd/vx5Xnbvrm6QfaDnLGPU8Zo6J3OrK9uamptkql1brstm+evr+yKN8cHXvSzQ/8/ulbpVs2dB86Zt4bz1716ufSzKcvOO7aN77+8L/XyRQK377GyGiZTC7tPvOWBxU7Tk/y19yvF3/xnsftmXDWJX3HT3vx8tO69OzjcjgiE7pMPPsy3xxDRNSU86+WLi6pa8/hx54WmZj8/QuP5K5YrNbpj591t3Rdnrv4pPYX+vylJxmjYjMHDB17ams14oz+Q358tTUOnrty8bhTL/zmmfukduHalRPOvHjrxrXfv/iIrbmpx8jxR1x0XdvZjj7pnM8evlVntHg8bqmbt3LJR/fNikpITu0z8KirbhHBac36/E05JUcfMXzSuIG+isVt6efcJR7Sz/vlnzrQjUK4plxNHWgAocnhcDmcTgEAAIADxdNsAAAAAAAOKUVyslCpnPl5BKABAACA4LJx0fztVxc4HVaP23PCrHukkaqSAlN0bNsES3xiXflWqXHUlTc/c9GJg6cfn9S9T9vWhK49L3n23d0eua6y7JWrz/Z6PS0NtUOPPiUqMeXXD19N7TPgxJvuXz7ns1/ef2XMyedt+P2nHiMnzHtj5++T6TN2SvbEIz+6d1bmgGG9x06RGmW5m5J79ZM2OVqaf3rj2Stf/lSpUr96/TkZ/Yc2VFWee95LekvEY2cc0RaAlgw9+uS/fvymcM3KC554Y/OShTVlW6985dPqbcWf/e+2y1/8aKdLrK+sOO+hVwyRf6e3lWqNUqVx2lpKt2w87vr/anSGlvraqq0F8ZndX7z81GOvvTOpe+8vHrlj0x8L2s72pStOP/2/T0Ynp7581VnS4JYlv4464azxZ168at5sr8cjk+/tO2ydLlfl1oqSilqFQin8l4hVKhQut1t0jsPh/OLb35ev2nLaSRPTkuM9Hs9X99hzl3hPvoP08377JwPdJOTOqVfJJAqFggw0gFASFxMhLQIAAAAHimfaAAAAAAAcasrUVFdBvgAAAAAQVHqNmnTCjfdWFuZ+8cidaX0Hih1Vn7cX5kUlpvgm1FeUpfQdIDUMkdFdevTpO/6I9rvvpQJ0RFziJc++67C2vH7DBb3HTJJGthcVCFlhbXmpy26TKfYWCI5L7+prxCSnSWudyeRy2P8+n6qKpO59fAWqk7r2qSop0FsipEXqqrS6nY7ju1yZTFZXUZY5YJhcoYxNzbQ2Nex6idIB29LPPhn9h2xc9IslNl5qdx08cu2CH6ISkqW23drSpWdfqZE1eGRZ3qa2s21prE/Iav1EaErvbGk99tQLvnn6vpevOqvHiHEet0shV4s9kwmZSqlUqdUKlcqPcVi5XKg8/nnnVC6XK+QKr9fr8Xi8Hq/AgZIrhErvdTlddrtXqVIq/il2Hiyqaxq2V9flF1YIANidnIKtZZU144b3EwAAADggBKABAAAAADjULFdfp0xJFQAAAACCUFx6156jJ37+8O2n3/PUoGnHz339qdQ+A3VmS8mGNTkrFk275Po97biXCtA+ap3+qCtvef2GC//z4Y+xaRnmmPgBU4+tKSspz90sl8u83tYorcthd9parA0NjVV/pyr/PwS8Sxo4Ii6hdkdFaoe1pXjDqsnnXtGRxHB8RtdV82aLHfWtfSM7XeiuFZozBw6f+9qTQ48+WWpnDRr55RP/HXn8GVLbFBnTWL3dGBWTt2Jx5sBh5XmbfSdgjIhuqqk2RkVXFrZ+NHT97z9NvfCamNTMl644rc/YKfGZ3fdyekqlIikhOiIqQm/Qy/daK/rQi7SYTjhmzKB+3aRr6ft5TZnltN3v+eS++lPvslAEer9sXuSY/VRT6sj6/idbvZ4o3+DGnOJe3QL32XRNXWNVdf2O3LO0rpfuD9FRJoNek1dRPe3O2QIByeXxHD8oQvpjQn1xHHpxMZERZqMAAADAgeJpNgAAAAAAh5pu6hECAAAAQNAae+r5T5x1ZPH6v7oNG2Ntavjw3hvcTqc5Jv6c/72g1GhFJ6T2HdB1yIhfP3x93GkXfPfiI2sW/KDVGyeefalCrd66cc26X37oP/mo12ddFJWUEpHQZZ9HU2n1Uy+45sP/XlewdsWQGSeZ4xI6cAoivd8Q6aq9fetl2zavP/baO6SRfV5oRv8hpVs2dB86Wmqn9OlfvbUoc+BwqX38f+754eXHi9atjE3N6Dth2qZFv/jmH3vt7W/dckn0P5Wzk7r1/vntFxqrKuPSu8amZYogpFQoJo8fOH3yULVa1TYok8k0WtXkGxrmPer5+F5BBrrjNi9yfP1EU/LwmoGn12u1EUqVctOWkh8XrGhstN53+3kiYNTWNVbXNFRJS3X99ur6SIsxOtocE2XJykiKjY6QyYTb7W5qsvbLiGpqbLJZbb5YPAKH9EsqV8gjLQaVSiWTE4DGoeb1eEneAwAAdIaMZ1kAAAA4xDwej81mu/ylPy8+ss/QbjECAACEiuMfmHvz9MTsrklms1mpVPI2HgAAOPSkd76cTudr67/OdZQ+NPzyjuzidrtbqrdWP9E3a9afClO8QADb/uP9laXFuhlPBlQF6Odf+/qUEybERlt2GpdeBJPujdYWa31N40+Pacs3aP2egV7w9bLhU/rrDZq9zKmvblq7dPOYGYN3u/W793+VK+XTTx0j9sfPXyyZ/9US6ddt+OR+x503WfjVxt8d3zzRlDa2auApjUazqbKm8bcl64u3Vbk9nm6ZXa67/CRx+NTVN/nizq1LTb3FbIyOMsdIS7RFWu96h5TuAw6Hw2a1SYvL6eKt+QAkV8jVarVOr9NoNQf2NNbldXd//9T5wx6LjY01mUzSQQTQMavW50p/2QZndxcAAAA4IDz4BgAAAADgUHNs2FB58gkJPy9UJnSoABsAAAAAIGBdedFxux2Xy+UqkunxzQAAEABJREFUlUroW3P5k2c1/vy48Hsd6Lmf/D5kQt+9zyncsm3Dirw9BaAPgMvp/vDZb1/44W61RnnljHsnnTDSZNELP9m8yDH7qaaUkTUDTm6obbItWLJxa3mNzeFye9xCyMwmv13QPrVY7U1N1sbmltZ1k7XFZi8vrzEadb64c0ZqQky0WaFQ7P0gMpmstbSwTKbRaDweDwHoAOQrAq1UKqWfJh/ixSE2oE9XAQAAgE4gAA0AAAAAwKGm6tr69oa7IJ8ANAAAAACEMF8GWm9oje36PQO96o9NeRtKnrv9vVufu+TLN35a9vMaafCKe85oamx5+9EvH/pg1hP/eWvsUYN/+Oi3vPUlg8b2GTKhj9hREPqF/35QV92o06kvvOOUtqO9+fAXqxdt0ho0l999ulKtfP6O97N6pVRsq5568uihE/uuXrz505e+tzbbZ142feSU/q8tuF/apaXZrlAo5HK/ZUZ9tZ/Tx1X1n9lgjjDnba3+O/3sbk0/SxO2lVd/Pvs3vU6j02la11qNr+3rSre2Qi7b37rgVpvdF3FubLZKjabm1kXqajUqo1FnMuiMRn1sjCXCbJw0ZoBSqdivg7eGa+WtBYZ90WcC0AHIF3qW7SCAQ2tTbrFWo05P4eVBAACAA0QAGgAAAACAQ02mVivi4pz5eZqRowQAAAAAIHT5MtA6vU74OwM9YHTPrN4pVz1w1pY1RQUbt/7v/RvKirY/fes7D30wK6NH8rO3v2eOMg6dmK3Wqpf+tNqXfpZsLag4/oIpvQZlfvLi98t+Xq3Ta6XBFQvXl5dUPf75zaXFVc/e+u61D5/T3NBy4e0ztxVWvvbAp9IFvfXwF499frPL4br5tMf6De9uMOk8Hu8d5zx51NkTpLbwB1/t5/Rx1QNObjRZzGaLefoRIzIykt//7OcWq8c35+ZrTrXaHC1Wu9Vqb7HapEZNXeOOtl2hkNfVN+0osuxtTUIrpJWsNZ0tk+1oy33xaNmOQYlOp6mqrm9salGrlEaj3mjQGg266ChTemq8sTX0rFPsZ5B6T9rytQIA/k2lVGo0agEAAIADRQAaAAAAAIDDQNWzl9fhEAAAAACAUCeTydTqvyNufq8DLdmaV1a7vf6Dp7+V2iaLQVrPvHTamcNvfPbbO3adbI4wvPP4V5ZoU3FO2ZCJfX2D20trsod1VygVKZnxTfXN0kiXjHhpbTTpnQ5nXVVjc6P14+e+k0aS0uNqtjcYTLoVC9dlD+8x7ZTRwh82L3J8/URT2pjqASc3mCwms8WsM+ikG61/dtfU1IRX35pTvK1SmqZWq6TFYjbs/Whuj8fT+p9XWnl3rH3cHm9b1+sV/XpnmIx6hcI/QWcA2F8pSbEKxf7VlQcAAEB7BKABAAAAADgMYl58RQAAAAAAwoCv+u/ByEDL5DLhFclZiXHJ0Wdce7TH453z7i/S+FuPfnH1/We9dM9Hj3x8o1wm83q9bbt8+vIPk04aOXJK/9ce/KxtMLlr4q/f/il21IduO+m2rRExJlOk4fRrjpKuyLxPF0XHWaTBrD6pmb1ThT/slH6WFl/6Wb6jfnNUhOk/V5/yzfeLflq4soMHVLQWeybWDCDQ/bp0TWZaUmZqogAAAMABIQANAAAAAAAAAAAAAAfRQcpA9xyY+fisN+5+/aqNK3Pvv/wllUox6YQRv81ZodKojjp7fMW26i9f/2nMkYO2rC1a9ONfo6YNlHbpN6LHu49/Pfut+QqlPKNnitGklwb7Du26eVX+fZe+kLuu+LL/nrbTpajUyrOvP+7R69+wW+29h3TVG7XS4K9zlttb7KdeOUN0zq7pZ71B35Z+9s1RKOQnHD2mR/cUAQAhZGj/HlqtRgAAAOBA/evzvgAAAMAh4PF4bDbb5S/9efGRfYZ2ixEAEJZc5eUNjz8Scdud8shIAYSK4x+Ye/P0xOyuSWazWalUytoVjQMAADg0pHe+nE7na+u/znWUPjT88o7s4na7W6q3Vj/RN2vWnwpTvEAA2/7j/ZWlxboZT0ZERegNenmwVfn17uBwOKwt1vqaxnkP6yu3aE6505KWHaZVqzqSfgYCnMvr7v7+qfOHPRYbG2symaTnwgLomLyi0viYSKNBJwAAAHBA+OofAAAAAAAOA+mt3Jbv5jgL8gUAAAAAIDzIdlCr1Tq9zhJlmnJjS1x3+6f31RetdYnwQ/oZQJgr2lphszsEAAAADhQBaAAAAAAADgNFfLxQqdwFBQIAAAAAEDbaZ6AjYloz0NFdwzEDTfoZACaNHhgTZREAAAA4UASgAQAAAAA4PFRZWc5CAtAAAAAAEF52ykBPu9Ua29MWVhlo0s8AIPl+wbKGphYBAACAA6UUAAAAAADgcDBfcbUiMUkAAAAAONy8Xq+0Lnj1OIoHBTivvV6WOEbIRLDHZH3nr1arfd2pNzb+9Jjs0/vqT77TkpYd4m/gkn4GAJ+0LnFajVoAAADgQBGABgAAAADg8NBNniIAAAAAHG4ymUyhi1DPeK6lucVut3s9Xq/wCgQe6Scll8vV0ekqlUomD/qk7E4Z6Cn/afzpMRHyGWjSzwDQJi4mUqngk1cAAAAHjgA0AAAAAACHjauwUJmeLgAAAAAcPjKZTKnR6foe621uUTqcHo9HIFApFAq1Rq3VaaVGCORlwy0DTfoZANqbPW/xmSdOkf4ICgAAABwQAtAAAAAAABweztzciuOOiv/qW1W3bgIAAADA4aNUKnV6nUqlcrvdXm9Qln+2Wu3byqq7ZiaJkNZarluhUKqkn1iIvMu5pwz0aXdbknuH1Du5vvRzxsTK7OObTBYz6WcAOO24iWoVoR0AAIADx2MpAAAAAAAOD2VGhpDLXYUFBKABAACAw0gmk8nlcrVarVQqgzT9XFFZ++b7c2OjLf37hfiTC19S1heZDZnU7G4z0B/fW3/qXaGTgfaln7tNr+g9o8VkJv0MAEJ6xLFizZYxw7IFAAAADhQBaAAAAAAADo/WwmVdujgLC3QCAAAAwOEk+4cIQhs2F735/vdWm6OxuUV6khEOcdLQu46hnYH+O/08rbz3DKt5R+1nnV5H+hlAmHO73Va7QwAAAKATCEADAAAAAHDYqHv2Ek6nAAAAABAAgjGL+csfqz/7+tcdhatlzS327VX18XGRAkEoVDPQvvRz1vBNmcZlmsJk07gxeoNepVKRfgYQ5pRKxdSxgwUAAAA6QS4AAAAAAMBhEv3Us+YrrhIAAAAAsJ88Hu8nXy389KuFO9LPf8svKhMIWr4y5Gq1WqfXWaJMU/7TEtfL9vG99Vs3uERw+rv28/SKPid5jQq59813xM/zST8DgKSp2frxNwsEAAAAOoEANAAAAAAAAAAAABBk5HLZqjW5Ow3m5G0TCGY7ZaAn32AN3gx0W/q594wWS3xc/BmnJNx0g+WkE+RyuXvbNldhkQCAMKZWq0YO6SMAAADQCQSgAQAAAAA4bNyVlTU3zXJv3y4AAAAAYD89eNeFzz96zchhfbQatW+koJgK0EEvNDLQ7dPPZovZZDHpDXrjyOG+2s8Nz71UNu3o2vse9DQ1CQAIS16vV04tfAAAgM4hAA0AAAAAwGEjU6la5nzrys8TAAAAAHBAenZLOff0ac8/es3UiYOFVzS1WAWCXFsGWm/QB2MGerfpZ5VK5Us/SxMi77rNdMG5Te99WDZlhru6WgBA+KlraFq1npcEAQAAOoUANAAAAAAAh408MlKmN7gKCwQAAAAAHJD8orL0tHipcfyM0f+9+RyjXicQ/GQymVwuV6lUQZeB3mf6WSLT6yNu/k/ij9+azjpdER0tACD8xMdEHj1lhAAAAEAnEIAGAAAAAOBwUnfr5iwgAA0AAADgQGyvrtOoVWajXiAUBV0GOmeZc5/p5zbK9DTzVZf72tsvuaLp7feE2y0AIDxUVtWtWLtFAAAAoBMIQAMAAAAAcDiZLrlMf/QxAgAAAAD2X0FReWZaokDoCqIMdM4y55ePNHYw/dye12aTm0y1Dz5cdsyJtiVLBQCEAenvokGnFQAAAOgEAtAAAAAAABxO2gkT1X2zBQAAAADsv8LiivS0BIGQtmsG+qN7Ai4DfcDpZ4lMq41+/OG4D94RHk/zZ18KAAgDkRZTZlqSAAAAQCcQgAYAAAAA4DBzFRUJAAAAANhPldvrdDqNyaATCHXtM9BTZtmS+lkDKgOds8z51aONPY4uO4D0cxvN4IGJP8yOvOs2qe21Wusee9LT2CgAIERtyS9ZtmqTAAAAQCcQgAYAAAAA4HByFRWVzzjCsWGDAAAAAID9UVBcnkH557DRloE2RxonXW8PnAz0P+nn8p5H2CwRlgNLP7eRm83S2r7yr8ZX3yibNL3pw48FAISi9JSE/r2zBAAAADqBADQAAAAAAIeTIjlZeh/bVVQoAAAAAGB/FBSVEYAOK20ZaJPl/zPQpVsOZwa6Lf3cY6rVEmExmo3S6anV6gNLP7fRjh6V+NN3mmFDau++v/nLrwUAhJzGZmtTs1UAAACgE5QCAAAAAAAcPjKFQpme7iosEAAAAADQYRXba00mvUGnFQgnbRloqT3p+qb5T4qP/itOu8eS1P0wvO27p/SzbAfROcqUlJjnn7b9/od2zGip6yosEgq5NCiwO16vV4S0zt+jgEBTWVWnUMgT46IEAAAADhQBaAAAAAAADjN1j57C7RYAAAAA0GEFReXpqZR/DkcBkoE+qOnnNr70s6T+6edavvvBdMmFlisulel0Av/wut32jZs8Ho93BxFafHcnZWqK0mz2710LOOyye2YIAAAAdA4BaAAAAAAADrOox54UAAAAALA/CorKj5sxSiAsHfYM9KFJP7cXdf/d8tiYxldeb/ni68S538oMBoEdhZ9dTU3bTzpNhHAy2Os1PvmYfvIE6T5PABqhZMXaLRFmY1ZakgAAAMCBIgANAAAAAAAAAAAABJOyihqLxaDXaQTC1WHMQB/69LNEZjBE3naz8ZSZ1nk/k35u4/V63a7Wb5RK++JLZXKyCEWFM2ZYrVal3SHd5ykCjVASGxVhNFDPHgAAoFPkAgAAAAAAHFbumpqaW250lZUJAAAAAOiAgqKy9NR4gfDWloE2WYyTrrcn9LV+9N/60i0ucTAdlvRzG1XXLPPll/jaVRdd3vj+h8LjEeHNE+q3gNfrtdvsDocj5K8pwo3FzAeZAAAAOosANAAAAAAAh5lMo26Z/Y0rL1cAAAAAQAcUFJVnpiUKhL1DnIE+vOnn9rzNzTKjoe7eB8uPm2lfsVKEMa/XK0Kd2+X2uEk/I9QsXrGhYnuNAAAAQCcQgAYAAAAA4DCTG4yK6GhXUaEAAAAAgH0pLa+OijJrNWoB7JKBThrQcpAy0IGTfpbIDIbopx6LffdNr93e8uU3IoyFQwDaJ3yuKcLExFEDkpPiBAAAADqBADQAAAAAAIefMi3dVVAgAAAAAGBf8ovKMtISBPCPtgy0OcI04WrHwdcL3PgAABAASURBVMhAB1T6uY122JDEuXMsN88SO2pC1z3+lLelRQBAMNicV9zcbBUAAADoBALQAAAAAAAcfqaLLtEff4IAAAAAgH0pLCrPTCUAjX/xZaB1ep0vA91loNWPGWhf+rn3CeU9j7AFTvq5jdxkktb2ZcsbX3m9dNL0pk8/FwAQ8BpJPwMAAHQaAWgAAAAAAA4/7fgJ6r7ZAgAAAAD2altZVWxMhFqtEsC/tc9Aj7/K7q8MdFv6udtEm9liNllMAZV+bqOdOD7xx2/VfXrX3nG39Ye5AgAC2+ghfc0mgwAAAEAnEIAGAAAAACAguIqLvXa7AAAAAIA9yy8qy0in/DN2z+8ZaF/6udfxZW3pZ+ngAZh+9lGmp8W+/lLsS8/pph8hdV2FRa6Skv/fKpR7XwQAHEIfz/6FItAAAACdRAAaAAAAAIDDz1VaWn7kVOfmTQIAAAAA9qywqCIzNVEAe+DHDHRb+rn7JHvgp5/baCeO9zXqn3m+bMqMukef8DY3y4RMLt02e12kOQIADpVhA3rqtWoBAACATiAADQAAAADA4adMShIqlbOgQAAAAADAHpRs2x4fF6lUKgSwZ37JQAdp+rk90/nnaAb0b3ztzdLJR7oqKwQABBKv1xssf04BAAACFgFoAAAAAAACgiojw11UKAAAAABgDwqKyzLTEwSwL7vNQJfnuTu4ewiknyXq7L5xH78X+87r+qOPVMbFjxo16pVXXvFteuKJJ95++20RVLafe5GzuFgckPxFi548Yuo7F10kLW+ce86ab2fvc5dXTj1VHAR/ffHFnx99KAAIsXDJagLQAAAAnUQAGgAAAACAgKDq1l14PAIAAAAA9qCgsDwjlQA0OmSnDHTK0JYP7upQBjo00s9ttMOHRd5xq6/9+OOPl5eXi+BkW7K0fMbxDc+9KFz7V8zbp/u48ee89pq0nP3yK/OffXaf8y/5+GNxEAw88cShp50uAAhx/inTCUADAAB0klIAAAAAAIAAEPXI4wIAAAAA9qCopKJLUoxCoRBAx/gy0ELf2h53eeOvL4oP7hJn3GtJyNrjvSjE0s/tSed/55133njjje+++27b4G233TZ//nyj0fjMM890691NBDins/7ZF5q/+yHq/rs1gwaKA1JbUqKQ7hVC1JeW/vDoI801NVkjR4658KLXzjzz0k8+kcbfueiikx9//N1LLrnk448/vu7autJSQ1TUxKuuiu/W/YdHHqkuLDBGxxx9110ao9F3wNL16+Y/86zLYbckJR1z138rtmyefc890la1Xj/6vPPjunX77sEHm2uqVTrdtP/cWLxypTRTqdYULFtqiotvKC+fcMUV0enpAggzLpd7weJVU8cOFgAAAOgEAtAAAAAAAAAAAABAoCsoLs9Io/wz9k/7DPT4K5oWvtC8lwx0CKeffU4++eSPPvpo3rx5vu7cuXMLCgp+//33/Pz8Sy+99IvLLzWccqI0XnPbXZ7mZoXZLIuwmC++QG42u0pLmz//yreXKjNDf9SRUqPlux+cefm+QcMJxyqTkz1NTY1vvuMbkUdFms5sLXVsW7TYvuIv36Bu0gR1n95So+GFl73u1mrcMpXKfNnFUsOxdp31l1990zRDBmlHjpAaje994Kmt2+lauPLyK08/R9W7p/nM07UnHi86ZsuvC6svKnQ57B6X66jbbpdGvn/of9NvutnSpcs3d91ZtHx5cr9+JatWWRISNEaDzmJpPaWWlsqcnHNee93W0CB1//zoo+Ts7KPvvHPVV18teuutiVdd5TtydVHR8fffb4iJ+fCqKytzc+Y9+eSJ/3soKjX1nUtar1d1YeGIs85K7t//99de27JwodZk8u1ljI2desMNf33xhTQ4cl8BaGdNQfPqL3S9xmiSW2+9unkPtt5KKYN1Pae13krL3nTXl8mN0eaRl0pda+58e8ESqWEZf61MbXBW5zavbA12G7KPVyW02z15oK5X68+x8c+33XXb5IYo86jLduy+wF6wWGqYx10t15icNfnNKz6Suvrs49QJfdp2V3fpr+99lAAOlMfrNRv1AgAAAJ1DABoAAAAAgIDgqaurf/hB85XXKJKTBQAAAAD8W0FR2fhR/QSwn3bKQP/6YstuM9Ahn372eemll6ZPn37mmWdKV6q4uHjcuHFKpbJ79+61tbXawX/XVHZXV7uKih31De6aGuOpM+Vms7usvOG5F31bdZMn/h2A/v5H69yffIOaYUN8Aei2aaquWf8EoJc0vvqGb1ARH+cLQNc//ZxvRKbT/R2AXre+bV9pxBeAbnrvQ1dB4W6viHP9xoYPPu54ALr7uPFH3XFHVX7+t/ffl9y/vzRSU1Ky+tvZUkOp1ljr67NnzNgwb64hMrLv9CN9u6j1+nGXXPr1nXeqdNoJl19RVVgo3Wj15WVOm126U7UdWa3Tf//ww9JIQ0WFx+W2NTbGdWutpZ2y41J0Fsv8556TDrs9P6/bmLFte0WlpLTebkZjU3XVPk/e01LrrNzuTuvl69ryf5PWcn2EbkfXsW21s3KzMjJVjGztuqoLfRPMY66Qte5b5+tqMkepRO//311r8u3uLF3jKN+gjPj7pRhXTZFvgml0a5zaa63/e/cM6eh9/n939d/R1Zo5t8kjeBkH+02lVPTvnSUAAADQOQSgAQAAAAAICDK9vvmbr7VTp+kIQAMAAAD4t8Li8rTk+FDKoeJQap+BHnd5068vip0y0DnLnF8+0tj7hFBOP3t3SE5OvuCCCx5//PEHH3ywV69eH3/8sbQpJydHWiuzMr3CKzViX35+p301gwelbF6702DMs0/uNKJMSNh1WsR/rpeWnQZ3nWY8/VRp2Wkw8YfZbe2SHtltbf2xR1tmXStdnMfjEfsjJjOz25ix395374kPPRyZkjLoxJNMcXGFy5bpIiLiu3ef/+wzMoXizOfP8U1uqatrqKw457XX8hb9sfClF9MGDzHFxfY9ckbd1q2Vubltx/zx0Ucu+fAjjdn8xjlnix2JZ2lHfUREVUGBdFl/vPlG/2OO6TFx4rwnHm9/JjKxH/crTfIgy9SpGsvf1aMTLv2+/dboE55q3zUNv0Ba/n/flCE7zd+pG3Xcv07MNOw8aWnrqrsM3PvuCn1k7eybR6YOEMD+qGto/um35ScfPUEAAACgEwhAAwAAAAAQEGRqtfTmpauwQAAAAADAvxUWV2SkJQjgQO0lA+1LP/edua3reGcI135uc+2117733ntSY/To0UuXLj3ppJNWrlz51FNPiWCg6tkj6t671P0PvBj8iLPPfvGkE7euXj3jllsXPP+ctb7enJAw6cqrpE3pQ4c2VFYqNRrfTJ3ZbG9u+XTWrOaa6olXXd2lb9+fnn5qw7x5GoNh9AUXth0wc+SoD66+Sqlu3cvaUD/9xpvm3H+/SqtxWm1ypTJ96DDpUpZ+8IFcIU/o0VMfGSlCi2XijR6Pu7BooQD2h9GgnTxmsAAAAEDnEIAGAAAAACBQKNIznASgAQAAAOwiv6hswpj+AuiEnTLQv73q+eAuMfQY3aJPrH1OKgv59POiRYt8DYVCsXLlSl/7hh18baf0vwCmiI623HCN4cTjpR+k2E+Zo0ZJy9/HUamu+ubvwtLH3nNv+2kTrriyrX3JjtrYU667rv2E6TfdvOvBj77zzvbdVV99dezdd2uMxg+uvMKSkJA6aFD/Y48Ve9D7iCNE8DNNurHs/eUC2B8Oh6u6tj4qwiQAAADQCQSgAQAAAAAIFKZzz5eZzQIAAAAA2ikoKstMSxRAp7XPQI+9uEmIpkWfiOyTK7pNdJjMoV/7OaglzP1WbjSKgKc1m7+9797arVuT+/WzJCUJALvT1GItrajulpEsAAAA0AkEoAEAAAAACBTaceMFAAAAAPxbQVF5ZjoBaPhHWwZaJpONu7QpbWhNbA+PTmcxmAyknwNZUKSfJT0nTZIWEWbe3/yr0L8jJs4SQMfEx0RKiwAAAEDn7Pf34wAAAAAAgIPHvXWr12oVAAAAALCD1+st2lqRnpogAD/xZaC1Oq3JbOoxyhAZFWmymPQGPeln4MC0yBXC2SyADisurVyycoMAAABA5xCABgAAAAAgULirqsqmTXasXycAAAAAYIf8orKMNMo/w898GWidXmcwGYxmo96gl7ohnH72Cq9DOPa+SHMEcEDWGiK9Wqr5Yj8YdNqk+GgBAACAziEADQAAAABAoFDExMj0BldBgQAAAACAHQqKyjMo/4yDQC6XK5VK9Q5SQ+pS+xk4MM8k9Zb1Ok0AHabTaiItJgEAAIDOIQANAAAAAEAAUWVmugryBQAAAAAI4Xa7t5VWpaXEC+AgkMlk8h2IPgPAoZRbuG39lkIBAACAziEADQAAAABAAFH26OH18q27AAAAAFoVFJdnpFP+GQAC2vHVRWLpIwLosN7d0gZndxcAAADoHKUAAAAAAAABI+reBwQAAAAA7JBfWN6re6oAAASwKJfdW75CAB22rbxKJpelJsUJAAAAdAIVoAEAAAAAAAAAAICA43K5KyprU7rECgBAALPKFTJXiwA6zGqze9weAQAAgM4hAA0AAAAAQADxNDXV3nazq6BAAAAAAAhv+cVl6WnxAgAQ2D6MzRInzRZAh/XsmpqekiAAAADQOUoBAAAAAAAChkyna579jXb8RGVGhgAAAAAQxgoKy/v2ShcAsGcymUxab3/yCen1BBGKPA31vuvoWwOh4dclqxPjY7pldBEAAADoBALQAAAAAAAEEJlCocrMdBYWhOb7lgAAAAA6xuF0ba+q75IYIwBgz2RqtfyUk+tsNpfT5fV6RchRTJ2qSkmWKwL6q60T7C1i5Qti2n8F0DE9slINeq0AAABA5xCABgAAAAAgsCgzs9yFBQIAAABAGMsvKktPixcAsFdyrUZ33VWexmaPzeb1hFoAWiaTKZQKjV6nVqvl8sDNQEe57GLVi54xVwiTSQAd4PF6ZXKKmgMAAHQWAWgAAAAAAAKL5bpZXqtVAAAAAAhjBUXl/ftkCgDYM5lMplQqdTqdQqHQO/WhVwFauoIyuUylUqk1auk6Sj0RkKzy1tyF194ggI5ZtT63X69Mg44i0AAAAJ1CABoAAAAAgMCiTEsTAAAAAMKYze6oqWlISogWALBnrQWSFQqZRqZUKT0ejwhFrRHoHQI2/Swp1ejFka/LjQkC6JgjJw4TAAAA6DQC0AAAAAAABBz31q3yyEiZwSAAAAAAhJ/8orKMNIJ0APatLR8sQlogp58ldrlCJA6TqXkZBx31x/J12T0yzCbuMwAAAJ0S4k+EAAAAAAAIOp6W5rJpkx1rVgsAAAAAYamwuCIjLVEAQAfIwoAIfOUrPM3bBdAxWo1apaJeIQAAQGcRgAYAAAAAILDI9QZFbKyzsEAAAAAACD8tVnt9fXNifJQAAASLn6+x580TQMf07pam1WgEAAAAOocANAAAAAAAAUeZmeUqLBQAAAAAwk+DBvcIAAAQAElEQVRBcVl6arwAAAQRlUHYGwTQMZ/NWWi12QUAAAA6hwA0AAAAAAABRzt+glynEwAAAADCT2FxRWZ6ogAABJFBV6u7HiGAjpk+YZhOSwVoAACAzlIKAAAAAAAQYEznni8AAAAAhJ9mq62xsSU+NlIAAIJI12MUkbEC6JjSiuqYKIsQMgEAAIBOoAI0AAAAAAAAAAAAEBAKisoz0ij/DABAyPJ6vTkFW2Uy0s8AAACdRQAaAAAAAICA421pqb3tZmdOjgAAAAAQTloD0KkJAgAQXBbe2vDlhQLoAJlMNvOo8QIAAACdRgAaAAAAAICAI9Prm7+b49y8SQAAAAAIG03N1pYWW1xshAAABBeVwWuvF0AH2GyOb+YuEgAAAOg0pQAAAAAAAIFHlZXlKioUAAAAAMJGa/nnNMo/A0AQiumjVvcSQAfI5bKuGV0EAAAAOo0ANAAAAAAAgUiVkekqLBAAAAAAwkZ+UdmoYb0FACDodD9BFxsrgA5QKBQJsZECAAAAnSYXAAAAAAAg8Jivud504SUCAAAAQHhoaGqxO5yx0RECAACErtr6xl8WrxYAAADoNALQAAAAAAAEImVqqqpnTwEAAAAgPBQWVWSmJQoAQDAq+7P+o5kC6ICoCPOMScMFAAAAOo0ANAAAAAAAAcq1bZu3uVkAAAAACAP5RaXpqfECABCM3DZH0e9el00A+9LQ1JxTsE0AAACg0whAAwAAAAAQiLwOR/kRk+wrlgsAAAAAoa6+sdnldsdEWQQAIBipDApLqtdJABr75nC4HE6nAAAAQKcRgAYAAAAAIBDJ1GplYqKrsEAAAAAACHWFRRUZqYkCABCk4gdFXbZMrosQwL7ExUQMzu4uAAAA0GkEoAEAAAAACFCKzCxnYaEAAAAAEOryi8rSU+MFAAAIdTkFW39dukYAAACg0whAAwAAAAAQoHRjx8kNBgEAAAAgpNXWN3o8nuhIswAABK2W3x9zVucJYF/iYiJ7dU0VAAAA6DSlAAAAAAAAAcl49rkCAAAAQKgrLK7ISEsQAIBg1vzH48bUAbr4HgLYK6/HK5PJBAAAADqNADQAAAAAAAAAAABCTbPTWtRULoLBqpzcoSO6B8vZAgDa83g9voZMY3Rb6wWwL4Vby90eT0yURQAAAKBzCEADAAAAABCgvHZ77X13m848R9WrlwAAAADQMTKZzKI2/lWQc9oPd3m9XmnEtw5MKrsyriLmJddnAgAQhKR/dFK0sQqFwnL2HEvGEAHsy4A+XQUAAAD8gQA0AAAAAAABSqbRWH/4QdN/IAFoAAAAoONkMtkxKaPHW7IbGxvtdrvH4xEBLLe4Qm6RZybHCgBAEJL+0dH6WPoIoAM25RZrNer0lAQBAACAziEADQAAAABA4FJlZTnz8wQAAACAjpHJZHK5XK1WG41GpVLpcrkCufyzZOWmraMG9TQZdAIAEISkf3ekf250Op23erNbb1LEdhfAXqmUSo1GLQAAANBpBKABAAAAAAhcrQHovFwBAAAAoMNkMplKpZLL5RqNJsDTzzV1jUaDIT01WQAAgpYvA1351QMKfXTCya8KYK9SkmIVCoUAAABApxGABgAAAAAgcJmuvk5uMgkAAAAAHeYrAi1RqVQBHoDeVlHUPTNVq9UKAEDQkv7dkdZyjdFjqxfAvvy6dE1mWlJmaqIAAABA5xCABgAAAAAgcCkTeS8EAAAA2G++LFr7RmAqKC6bMXmEXC4XAIAgZxl0llzDh9ixb0P799BqNQIAAACdRgAaAAAAAICA5iotlZvNcqNRAAAAAAgh26vr1GqV2agXAIDgp+9+hAA6oKq2IT4mUqNWCQAAAHQOHygHAAAAACBweZ2O8mmT7Yv+EAAAAABCS35xWVZ6kgAAAOGkaGuFze4QAAAA6DQC0AAAAAAABC6ZSq1MTXXm5wkAAAAAoSWvqDQzlQA0AISI+qWv5d2XLIB9mTR6YEyURQAAAKDTCEADAAAAABDQVJlZrrxcAQAAACCEVGyv1eu0JoNOAABCglxjcjdvF8C+fL9gWUNTiwAAAECnKQUAAAAAAAhg2nETPC3NAgAAAEAIyS8uzUxNFACAUKGKTLMMPV8A+5LWJU6rUQsAAAB0GgFoAAAAAAACmuHkUwQAAACA0JJXVHrCkWMFACBUaNNGSIsA9iUuJlKp4NvaAQAA/IAANAAAAAAAAIKDV+LxeHcQAAAAQau8ssao12mUCpfTKQAAQGiRyeWyf+y6dfa8xWeeOEUtJwMNAADQWQSgAQAAAAAIdDV33mY89XR132wBhLHW8LPL9ftZV8l4jxAAAAS5PL1J63Yvevt9AQAIFXKZLSJufn3NSLczUiCMSS9fxE0clXHuKSqVSr4jCb3ThNOOm6hWkdUBAADwAx5UAQAAAAAQ6Gw//6zu3YcANOByuYRcPu6tZwUAAAgdXq+zVqY0C5lSeN0tJZ+ro4cqDRkipBV9/fNxR4zR6zQCABAqPPbG3AcTBt56gT5zkkAYK53/2/bcPKvVKpPJ1Gr1Tlu9XrFizZYxw3iVDwAAwA8IQAMAAAAAEOhUXbu68vIEEN68Xq/b7d7tt8cCAICg5HUJ2xJhXSCzFgmXVWiHu43Hu5qLmks+jR39qQhdZdurI81G0s8AEGLkGpPCECOTqQTCnsPhsNlsGo1Geiljp9cxpFc2rHaHAAAAgD/whaEAAAAAAAQ6ZWaWMy9XAGHP4/EIAAAQGlx13vp37JXf2xzpjd6j7fqZtvo8b87pGs8qdeSgtllLfvjpqIRuFSVbfd2fPv7i5O6D9nLU5268M2fV2p0Gv3/3w7kffiot3775vuiwz557pSQn78BOY+/yissyUhKkxnXTT2w/vlMXABB0sm4q0mWMFQh70ssXTqdzty9iKJWKqWMHCwAAAPgDAWgAAAAAAAKd+fIro595XgAAAAChwesWth9rc3+2WS7RpJ6njp+i7jJTFXlj88YMpdJj6XVT+7kZfXot/v4nX3vlwt8tUVHigBxx+slHn39mx+dvyytM6Zbl99OQ5JdUZCUnSo2nfvhCAACAkOP1eve0qanZ+vE3CwQAAAD8QSkAAAAAAEBgU8THCwAAACBkuGoclQvMAx51eMyFa5fqXbaIdTl2t8d8zlvOtWfLW9bJDP3b5g6aMGb5zwuPv+Q8u9XmcXt0RoM0uPCL2XPe+cDtcp181aUjpk/ZvHL1czfdZTSbPN7WUouVJdteu/t/ddXVA8eOPn3WVb7jzP3wU4fNodaq1/yxNDohfntp2ZmzruqSlfnMrDtyVq/tMbBfWWHxA5++7ZvcVN+g0qjan/JuT2PNoqWfPfuKtaV55hUXD582+bGr/iNXKHzzYxLj6yqrlWqlzmhsrm8YMnm8dJ7zP/3qx69/aNLqDdvyT7ry4uumn/jUD1/88N5H37z2bmJGmq3FKgAAwax+xRuqqCx9xngB7IFarRo5pI8AAACAP1ABGgAAAACAIOAqK/M0NAgAAAAgBHgaXVabXJukVqub66tWbChs/PFb2ZhxQq52qzJkTb+1n6vRafUmY0NN7V8Lfx82uTVSZm1q/vDJ5+9888X7P3rrsxdelTa9df+j/3n2kbvff83ldEoTXr7rgQvvvuXhLz+oKNm26rdFO114VFzs+XfcOGDsyGXzfln5y28Ou+3puV8OmfyvsNq6xcv6jhi299NwORxvPfDY3e+9Ip3Gx0+/2NLQKA2OmDb5hqcflhoDx4255okHVv++9Khzz7jiobu/frU1Wt1QW3fUNVdcesMV3739oe+w0l7fvf3RY998dOm9tzfV1wsAQDBrWPNR86Y5Atgzr9crl8kEAAAA/IEANAAAAAAAgc7rdpcfMcn2268CAAAACAFel8fe5HHam+ur5xTX/2lKWjVpnEevcrscHpdr1+kjjpi0dO7Py+f/OvLIqVK3pqIis28vU2SEzmjI6tNrW25BY31DWq8eGp22+8DW0tFlBUXzP/nqoyeeV2vVjbV1Ox0tMT1NWhtMJqfdUZpf1HfEELlc3n/MyPZz1i35c9DEsXs/jbrt1S2NTR8/9eIXL7yWmJFWu327NJicleGbHBETJa11Rn1cShe5QuGw26Suw2qb/fmcb59+zlepWrK9tCy5W6bebJKmJWWkCQBAMJOrTW4bn2bB3tQ1NK1anycAAADgDwSgAQAAAAAIdDKFQpWV5SrIFwAAAEAIkOtVinqZzPl97vY/y5uOjVdmTz7a4ZEp5DKVt0wY/5VF9nq9w46YtOi7eS6HU2cySiMxiYmVW7dJDVtzy6aVq+NSuliiIuurqqWRki2tiaLE9NRpZ55y+qyrxhw7I6Vr5s6XLvO2NbtkpW/NLZAaxVty20+pq6o2Wsx7P42I2GhTpOW0G66ULmjguNFRcXGtx5b/89bbLsUdy4tL/vh10YQZky+/7w6n3eEbjEvuUlFcIjXsVltZYbEAAASzuBmPxh/9pAD2LD4m8ugpIwQAAAD8QSkAAAAAAEDAU2ZmOfMpDwMAAICQoIrXRA2rX31dpuGyd686T2Zv1pgi7S11VaufilLJhWHwTtONERa309Vv1DBfV6PXnTHr6seu+s/6pSumnnpidGL8xffcet/5lyekpfomXHrfHe898nRjXV1Ml8Szb7x244q/9nQiA8ePWf37kv9dfE1SRqpC9fe7ZhUlW2O7JO46eafTUKrVZ9147eNX32hvsfYeNtiXit6LmIR4t978y+tvL3XajBaztalZtJaINhx59mk3Hndaes/u0QnxAgAQzFSRmQLYq8qqupKyysHZ3QUAAAA6Teb1egUAAABwCHk8HpvNdvlLf158ZJ+h3WIEAKADWr78wl1fZzrvAgEEsOMfmHvz9MTsrklms1mpVMp2KXzYGdJDiJamppWX3TLuzWcEAAAIds4qT8GVVptS3uUSl4hVa92ukjc1tkXKbi8JwwBxqFSUbC3auGXYEZM2r1j94wefXvP4/eJgevPzeWcfN0mpVAgAQChy1Ra5Wqq1XQYJhLHS+b8Vr12XdNpxUVFRer1eLv/XF7Nvr66rrm3o2TVVAAAAoNOoAA0AAAAAQBDQn3CiAAAAAEKGKkae9Zph+yve6pec1nqFWq8x9hKZnwl1sjiEjBbLnz//Mu+jz6vLK658+B5xMJWUVSbGRZJ+BoAQ1rD+8/oVb2dcu1oAexBpMVnMRgEAAAB/IAANAAAAAAAAAACAQ05hEgmzZAlCLQ4bg9l05cP3ikMir6Q8KyVRAABCl1xj8tjrBLBnW/JLauqbxgztKwAAANBpcgEAAAAAAIJBzV2321f9JQAAAAAEobzissyUBAEACF26lBHxRz8tgD1LT0no3ztLAAAAwB8IQAMAAAAAEBzsv/3qXMOXqAIAAADBp2hbRXJ8jEKhEACA0KVJyDb2Pl4Ae9bYbG1qtgoAAAD4AwFoAAAAAACCgzIzy5mXJwAAAAAEm7yS8qzURAEAAMJbZVVdK3YNwAAAEABJREFUbX2jAAAAgD8QgAYAAAAAIDioMjJdBfkCAAAAQLDJKynLTEkQAICQ5qjcuOW/Bmd1jgD2ILtnRu9uaQIAAAD+oBQAAAAAACAYmC6+VKbVCgAAAABBpaCkPD0pTi6nLBEAhDi52iit3bYGlQB2b8XaLRFmY1ZakgAAAECnEYAGAAAAACA4KOLjBQAAAIBgk7e1PDMlUQAAQp1cF2HKPlmhjxLAHsRGRRgNOgEAAAB/4LPmAAAAAAAEDfuypZ76egEAAAAgeOSXlGWlEoAGgNAn15gSZ76liswQwB5YzAa9TiMAAADgDwSgAQAAAAAIGlVXXm5dMF8AAAAACBL5xWVZlH8GAAA7LF6xoWJ7jQAAAIA/EIAGAAAAACBoqLKyXAX5AgAAAECQyNtanpmcIAAA4aHs8/Mb130hgD2YOGpAclKcAAAAgD8oBQAAAAAACBKqjAxXfp4AAADAoeL1et11da6mxrauCHsymUxaK/R6RWSUbAeBPZDuMIXbyqeOGigAAOHBUbHBEdVNAHuwOa84PTnBbDIIAAAAdBoBaAAAAAAAgoZ6xCh3ZYUAAADAoeL1equeear5888E/k09YWLMI4+qlCqFQkEGek/yisuyUpIEACBsKIwJcq1ZAHvQ2GwVAAAA8BMC0AAAAAAABA3DcccLAAAAHCqt5Z/dbo/HYzrmmJjrrhf4R+2bbzQUFbdYrQadTC6XE4Dek7ySsh7pyQIAEDaSz/laAHs2ekhfAQAAAD8hAA0AAAAAAAAAALB7Ho/H7XarlCq5mWqO/0+m1rjcLpvdptVoBPZAuudsLa+aNmawAAAA2OHj2b/MmDTcZNAJAAAAdBoBaAAAAAAAgsn2i843X3aFZshQAQAAEJgUMqFUiIPH7hKHkNfr9Xg8QnEwr1FwcrvdLldreWzpJhLYnbzi8syUBAEACCctufNcTeXmAWcLYHeGDeip16oFAAAA/EEuAAAAAABA8HCXlzlW/SUAAABwqMhkMoHdIfq8d3klZVkpiQIAEE5aiv6oXfqyAPZAevjEY0sAAAB/IQANAAAAAEAwUaalu/LzBAAAAIAA5nS5yqpqUpPiBAAgnMjVRo+9SQB7sHDJagLQAAAA/kIAGgAAAACAYKJKS3fm5goAAIBAVVxcPHXq1HHjxsXGxkqNmTNndmSvFStW/Pnnn7m5uaeffnr78WHDhgkgCOWXlFP+GQDCkLn/GWkXzRfAHpx/ynQC0AAAAP6iFAAAAAAAIHgYz7vAdMllAgAAIFClpqbOmzevsLDw4osvlhod3Ou7777r16/f0KFDP/zwQwEEv7zisuzuaQIAEGaU5iQB7IHL5V6weNXUsYMFAAAA/IEK0AAAAAAABBNFXJw8IkIAAAAEidra2rPOOmvEiBFnn312Q0ODNHLbbbdJ3SlTpmzYsME3p6am5t13373nnnsWL17sqwD96quvZmdnn3DCCc3NzRs3bjzllFOkQafTOXXqVAEEPIfTVVldn5IYJwAAYcZjrbMW/iqA3fF4PWajXgAAAMBPqAANAAAAAECQsS9bqurWXR4ZKQAAAALe448/PnTo0Pfee+/dd9/93//+N3HixIKCgt9//z0/P//SSy9dsGCBNCcqKurss8/u169fbGys1G1oaHjppZf++OOPurq6ESNG9OrVa9u2bVar9aeffpoxY4YAAl5eSVlmarwAAIQfx/bNJW8emXVjgcLIx2CwM5VS2b93lgAAAICfUAEaAAAAAIAgU3PjDdZ5cwUAAEAwKC4unjJlitSYOnXqmjVrpO64ceOUSmX37t1ra2t3u0tJSUnPnj3NZnNqamrXrl2lkZkzZ37zzTeff/75qaeeKoCAl19clpmcIAAA4UeuNUtrj71eALuoa2iaPW+RAAAAgJ8QgAYAAAAAIMgo0zOc+XkCAAAgGPTq1Wvjxo1S46effkpNTW3r5uTktJ8ml8u9Xq+vnZaWVlBQIDWsVmteXuvDnjPOOOP9999vamqKj0/48bcVi1ZuWLM5v6CkfHtNndVmF34iHVZ0jsftfmraEX998cVO42u+nb347bf31C3ftOnlU05e/vFHezrsKx2OfX9xy801xUUCh5XN7qiqbUhOiBUAgPCjNCXGH/e80pQkgF0YDbrJYwYLAAAA+IlSAAAAAACAoNIagM7LFQAAAMHg2muvveOOO1566aWampoPPvigZ8+eS5cuPemkk1auXPnUU0+1Tevbt+9jjz127733Sm2j0XjJJZeMHTs2Ozu7S5cu0kh8fLzb7T7qqKMUcnnPzOTGFltTc0tFdX1jc0tTs9Xl8Rh1WqNeZzLqWtd6ndGgldYGvU7sjze/mLu5YOuZx05Sqw7w3ZOCpUsyR45c9c3XA088seN7FS5bNuLMs/ofd5xASMjfWp6ZSvlnAAhTcl2EZdB5Atgdh8NZXVsfFWESAAAA8AcC0AAAAAAABBnNiJGKgnwBAAAQwNLT0+fNmyc19Hr9E0880X7TDTvsNP+4HaTGxIkTpfV5O7SfYDAYZs6cKWQirUv8Tvs6Xa6mZmtTi7TYGptbisuafMHoFrvdpNeZDHqjQWfUa426HcFog15aZLLdn/aivzYUlVZec/axURFmsf/Wfv/98NNOn/fUU9vz8mKzsqz19Z/ccL2judkYF5c+eMhOXd8utSUlyz/9RKFWx2RmbPx5fsHSJWqDYcYtt8Z27fr62WcZo6PTBg2Wztbr8Xx5+23dxowxxcZ9cdutkcnJyf36Tb1h1m5Po3Tdup+eftre1Nht7NgJV1wpXe53Dz5QU1wcnZZ21O13bJg3L/ePPyK6JFUVFh5z139lMtlbF5yvs1gsiYnTb77FEBUl0Dl5xWWD+3QVAAAA/yY9WC2tqO6WkSwAAADgDwSgAQAAAAAIMvojZwgAAIBw0rt37/POO89k2n21PJVSGWkxSctO4x6Pp6nZ2rgjGC01SrfXNBX9nZPWa9WtwejWctFao0Fnak1I/10ueltF1b0vfHDZaUf1zEwR+8Nlt5f89dfx993fd9q0VV9/PfWGGxa9/XafadMGn3zK9/97UJqwU9cnMiVl8MyTTXGxtsbGum3bLnz3vdqtW2ffc/d5b77VUFFx+jPP6iMj18yZ892DD3YbOzZ7xlE/PfXUsNNOG3Xe+et++N7r8cjk8l3P5MfHHp1+400JvXp9e999Ob/9WvzXqi59s096+JHV33zz22uvRaelxffoPu6SS0tWrfrjzTeyRo6Mzco67t77tq5ZLdBpLVZ7fWNzUly0AACEq9yHkmOnPWAZeK4A/i0+JlJaBAAAAPyEADQAAAAAAAAAAAhoGzZsEPtPLpebTQZp2XVTa8Voq7WxqTUPXVVbX7C1Quq2bW1usT3x5hczp4+dOmqg6LCNP82zJCQufOlFR4t10/yfJ19zTW1JSb8ZM2QyWfqQofVlZTt1d9q9vrQsbchguVIZnZ5ubWiQRvQRkfrI1ohMS33d9rxcQ1Rre+TZZ//w8MPvXHxR1qhRbqdTqdHseibSCST26SM1MoYNrdi8ub6sNPvII6Vu1siR677/LjotTTpPqWtJTKwpKZl6w6z8pUs/vu46S1JifPceAp2TV1KWlZIoAABhTK4xe2yNAthF8bbK0oqqEYN6CwAAAPiDXAAAAAAAgGBTdelF9iWLBQAAQADyePe0OGyOraXb9zKhQ4s/GA26hJiobuldBvbuOnZI9ozxQ10ud/sJcpmsuLRS7I8133577D33jL/s8qk33JAxfMSWX3+NzczYnpcnbaoqLJDWO3V3EpOZ6dtaXVTkG5HJZL6GISLirJdeXj93blVBweYFC8Zffvm5b7yZ+8cflbk5uz0TQ1RkU1WV1+stWPanJTExNjOzKj9fGs9fssSSmCQ1aoqLpXXBkiWxGZnb1qxJzu53zmuvmWJi186ZI9A5+SVlmSkJAgAQxqJGX6dN3I/PUCF8GPTapHi+JgIAAMBvqAANAAAAAEDwcW+vtP+1UjNipAAAAAg0XiGc7l2H7Q7nR3MWnnvClN1uPexq65t8Db1OM35o9qQRAyLMRq+3o3nr5urqltraiC5dfN0+U6cu++jD4+9/4JMbblj7w/cqjSaxV+8RZ5/TvrvTEVIHDdq2du3H111btnHj9Jtv2WmrUqM56vY7Zt9z9xH/+c9vr73aWLk9NjMrvnuPpe+957C2jL34kvaTj7rt9vnPPlOyenV0WlrPyVOE1/vzs8/8+ekn1vr6mQ8/UrJqVd7iRcWr/rI1NJ7z6isel/uvr79a/e1sr8dz9J137faA6KBmq62pxcpX2wNAmIsYxj+j2D2dVqNSkdIBAADwG1nHX7wDAAAA/MLj8dhststf+vPiI/sM7RYjAAD7r/qGa2VyedRjTwogkBz/wNybpydmd00ym81KpbKtbqVfSA8hWpqaVl52y7g3nxEAgCD0xuc/nn3cFJVSIQLSPc+973A6p4wcOHpQb7Va5RuU3kOx2+2V992jUypjb7tNBJ6Wurrc337rd8wxHd/lry++8Lhcg085pTMHrHnxxcr167R33R0dGanX6RWKAP2xHmJrNhe02Owj+vcUAAAgXJXO/6147bqk046LiorS6/Vy+f9/MfvqDXlWm2PEoF4CAAAA/sBnywAAAAAACD6q9AzrL/MFAABAkPj4u4UnTRsTsOlnySlHju2ZmerXD+8cCtIJ71f6+dAfMKzklZSNHthbAADCW81vj3md1uhJdwrg33p3S5MF3cNNAACAAEYAGgAAAACA4GM4/UzjOecJAACAYDB7wdIxg/tajAYRwHplpYogpLNEiP008MQT/XtA+DS1WK02e1w0NyAAhDtXY5lj+2YB7KK0oloul6UkxQkAAAD4AwFoAAAAAACCjyI2VgAAAASDBUvX9MxI7hIfLYCQlldclpWSKAAAYU+TkO31uASwi2arTa/VCAAAAPiJXAAAAAAAgCDU8v13ztxcAQAAEMCWrdkcaTZ0S+8igFCXV1KWlUoAGgAgLIPOiz/6aQHsone3tPSUBAEAAAA/IQANAAAAAEBQanj8EdtvCwUAAECgWp9T5HC6BvTKEkCoa2hqke7tMZEWAQAAsAe/LF6VW7hNAAAAwE8IQAMAAAAAEJQU6RmuokIBAAAQkAq3VWyrrB4zuI8AwkBr+ecUyj8DAFo5tm+sXvCAAHbRMys1MS5aAAAAwE8IQAMAAAAAEJRU6RmuggIBAAAQeLbX1K/ckHvE6EEi/Lxy6qkdnzz7nntK168T+2m/9urI+az45BNpaeu21NZumDtXYH/kl5Rl8o32AIAdXPVbq3950OuyC+DfvF6vTCYTAAAA8BOlAAAAAAAAQUgzfIQ8IkIAAAAEGKvN/sNvy88+brIIQi63u8Vmb7FKi01qNLfYmq0tltr61NgwqtVXmZNTsnpV7yOOEOiYuoYml8sdHWEWAAAIIde2vlzjsTcolLECaOev9bkD+nTV6zQCAAAA/jAQbs4AABAASURBVEAAGgAAAACAoKSbeoS0CAAAgADz3jfzL5w5TQQqp8vtCze3WO3NVptVavgSz7bWrsfj0Wk1Bp1Wr9PotRqpbTJEKg36fR52xaefLv3g/aiUFKfNKnULly37/fXXHdaW0edf0GPixNL16+Y/86zLYbckJR1z138rtmyefc89WrPZ63a3P8hOe315+22GyEiZXN5cUyPtVb55U/u9Fr/99rIPPzQnxA855ZTsGUft/XxK16376emn7U2N3caOnXDFlV/ccvOEK66ISk2TDjh45knShJzff/vr66/0ERHH3XuftGPZpk0jzjxLOluBDsgrKctKTRQAAOygTR7a/Z5mAexixqThAgAAAP5DABoAAAAAAAAAAPjHh3N+Oe2oCXK5XBw+Tqerxf53vtmXbP7/rLPV7vF69FqtQafR67Q7ss6aqAizXqvxJZ41alX7Q3m9XrvdXvnvwV257Pbln35y4Tvv2hobXz3zDLfD8dNTT17w7ntup/Ot889LHzKkuqjo+PvvN8TEfHjVlZW5OfOefPLE/z0UmZLy9oUXtB1k172kwfQhQ7tPmPDl7bdV5GzZaa9N838+9u67k/r0KVqxYqfzsTc2tj8faeTHxx6dfuNNCb16fXvffTm//brrVdBHRp769DOrv/76t9dfG37GmZsX/kL6uePyS8qnjBwoAAAA9ur3P9f165VpNu77w3UAAADoCALQAAAAAAAEq8rTTzGefKr+xJMEAABAAPj658UTh/c3GXTiIPB6vVa7w+5wSottR6Ntbfun7etGmI1ut1uv0+q1aoNep9dqYiLMbXWd1Sr/vzNib26OSc/QmEzSEpWa2lxTI4389uor0iap21Rdrdbpv3/4Yblc3lBR4XG5rfX1cd26SVu7ZGe3HWTXvaRGZEqKtNaaTC6bfae9ps76z8IXX3A7XUNOPnmn86kvL29/PtKIo8Wa2KeP1MgYNrRi8+Zdr0L6kKEymSx9yJBN838W2B+19U3SOtJiFAAA/MNa+Ksmrq9cHyWAdrQalUqpEAAAAPATAtAAAAAAAAQtt9uZnycAAAACwM+LV/Xtlp4QE7lfe3m9XpfbY3c42ueY26+lxZd7drrcWrVKq1Fr/ln7GiZja6pZo/r/TXK5TBxaWqOxdttWqeG02WpLSgxRUTqLZdyll8lkslVffWWMiXn/issv+fAjjdn8xjlnS9MMkVHNNTXStKr8graD7LqXNCi1/3/Cv/faNH/+6c8+52hpee7YY3pPm9b+fCKSktqfz46DRzZVVRmiowuW/Zk+ZHB1cXHT9qqIpC4VW/4OQ/vmV+bmxnfvIZPLpZ+LQMfklZRmpiQIAADaKXnzyKRT3zf2Pl4A7fTpnq7VaAQAAAD8hAA0AAAAAADBSpme7ioqFAAAHBzNVltzS+viIQr5D7lceDwinMnkwu32ut1uj8cr/beD1+V2bynYqlQpNWrVtooqady9Y5vb6/W4Pa3df2bu2PT/+7o9rXcti0nvcrn/ji//E242G/WxUZa2TLM0rlapRKBSqNVDZp78xjlnx3XrboqNk7oTr7jyy1tvcdpsqQMHaYzGzJGjPrj6KqW6Ne9ibaifdtNNH11zdWRy8k4H2WmvnS5lp73iu3X98vbbGsrLx19+udT95IbrR5x5VurgwVJbbTC0Px9p5Kjbbp//7DMlq1dHp6X1nDxFazbPf+5ZY0ysPiLCd7QNc+c2bq+Sy+WTr73WWldXun59bXFx5I7q0di7vOKyaWMGCwAA2pHrozz2BgH826ffLjzlmAnSg1sBAAAAf5DxIX4AAAAcYtKb3Dab7fKX/rz4yD5Du8UIAMCBanjhuZbv5yTM/l4AgeH4B+bePD0xu2uS2WxWKpXti1Z2nvQQoqWpaeVlt4x78xkB4GBqarZuzC8pLttutdmNel1MpMnmcAnsoFYqHC63CGMqpdzj8SrkrXasZdJ/W8ur7E5X76wUpUIakykUO/5PJnwNX0e+o+HrSv9AKP7p+vcfC7+T3kOx2+2V992jUypjb7tNBLDNCxbEde0amZIiDomaF1+sXL9Oe9fd0ZGRep1e+lGLsFRT1zh/6eqZ08YIAADasZUsU1qSleYkgfBTOv+34rXrkk47LioqSq/XSw+D2zZVVtfFRlkC/AEwAABAEKECNAAAAAAAwcpwymnG088UAAD4z+aCrWu3FGalJB4zcbhaxQvI2Lf8krL6puYTRg4UOKxSBw3SWSwCh1ZeSVlWaqIAAODftCnDBLCL0vKquOgIAQAAAD+RCwAAAAAAEJwUMTHyyEgBAICfrNqYV15VO3PamIG9s0g/oyMqquvWbimcQvo5AJB+PixaA9ApBKABAMC+uT2evKJSAQAAAP8hAA0AAAAAQBCzzpvr3LxZAADQaVsKt1bXNY4fmi2Ajmlqsf28+K/jJo8UQFiqqq1Xq5Rmo14AAPBv2z44pfzLywTQjkIuP2nGOAEAAAD/IQANAAAAAEAQq3/iUevCBQIAgM6pqm1Yt6Vo8sgBAugYr9f7wez5Zxw9UQDhKq+Y8s8AgN1T6CweR6MA2mmx2mfPWywAAADgPwSgAQAAAAAIYsr0DHdhgQAAoHP+WLlhyuiBAuiw92cvOPPYSQIIY/lbyzMJQAMAdsfU5yRjz2ME0I5CIe+aniQAAADgP0oBAAAAAACCljIt3blmtQAAoBM25BZHR5jMBr0AOuarnxYdMWaQQacVQLiqrK7TatQmg04AALALQ/fpAvg3hVweFxMpAAAA4D9UgAYAAAAAIIhphgzVDB8hAADohOXrtgzp200AHTP3j5UDemXFRUUIIIzlby3PovwzAADosJq6hl+XrhEAAADwHwLQAAAAAAAEMd2UqeZrrxcAAByodVsKs1KTtBq1ADrgj5UbkmKj0rvECyC85RWXZqUSgAYA7F7zlu9LPzxNAO3EREUcOXGYAAAAgP8QgAYAAAAAAACA8LVifS7ln9FBqzflKxXyvt3TBRDeKqpqjXqdQacVAADsjsfR0pw7VwDt1Dc05RaWCgAAAPgPAWgAAAAAAILb9rPPaP74QwEAwP5bs7mgW3oXjVolgH3JLSqtrmsc3r+nAMJefkl5ZgrlnwEAe6SKSNMmDxVAOw6ny+FwCgAAAPiPUgAAAAAAgKDm8Tjz8gQAAPtvxfqcM4+ZJIB9KdteszG/5JiJw0W4avplgXXzJoF/uCorRVaWTCaT2r51WMkrKTtx6mgBAMAeaJOHpJz/owDaiY+NlBYBAAAA/yEADQAAAABAcFOkpzsLCwQAAPtpzeaCXlmpahWvEmMfGppaFv659rQZ40VYkslk2mnTG5KTWxwOp4uifa1krZFnmTo1VaVSyuVh912jZdtrLEa9XqcRAAAAHbY5v2R7df2YoX0FAAAA/ISXtgEAAAAACG7K9Az7n8sEAAD7afm6LeccP0UAe+V2uz/54deLZk4X4UqhUOgGDfL07Kmw2Zwup9frFWFPJpPJ5XKNWqPVaJUKZbhVgM4vKctMTRQAAOyZ19Fc88dTlkHnKi3JAtghITYqOsIsAAAA4D8EoAEAAAAACG6GE04ynHSyAABgf6zalN+3W7pSoRDAXr0/e8FZx0wS4aot6dtaB1qj9Xg9BKB9pBtE+gOiUqoU4fdnJK+47JQjxwkAAPaq+pcHdWmjCECjjfQwMtw+NgYAAHCwEYAGAAAAACC4KWJiBAAA+2nFupzzTpwqgL36fO7vR00YptWoRRhrTfoqlXK53KtujT4TgBY7bhPxTzpctoMIG9sqqiMtpjD/pQAA7JNMbZDWHnuDAP6RX1wmPWaKjqQINAAAgN8QgAYAAAAAIOhZf/5JmdRF1auXAACgA1ZuyO3XI10hlwtgz374bfnQ7O58T7fsHwK7CMObJb+kLCs1UQAAsC/d72kWQDuD+nYTAAAA8Cte4AYAAAAAIOg1PPOk9ed5AgCAjlmxLmdI3x4C2LPflq9LTYpLTYwT2EGG3RHhJ7+kPCuFADQAANhvG3KKCkvKBQAAAPyHADQAAAAAAEFPmZ7hKiwQAAB0wIr1uYN6d6WaLfbirw15Wo26d1aqANDO1oqqmCizRq0SAADsi730L2ctr9Xg/6mUSukxtgAAAID/EIAGAAAAACDoqTIynQX5AgCAffF6vSvWbRnMly9jzzYXbG1oah6a3V0A+Lf84rJMyj8DADqm8sdb6pa+JIB/pHWJi42OEAAAAPAfAtAAAAAAAAQ99aDB2hGjBAAA+7Jife6QvgRbsUdbK6pyi0vHD+snAOwir6QsiwA0AKBjFNoIt61BAP9YuHRN8bYKAQAAAP9RCgAAAAAAEOS048ZLiwAAYK88Hs9fG3IvPuVIAexObUPT4r82njx9rACwi+Ky7QmxUWoV76wBADokZsrdAmhnaL8eep1GAAAAwH94mQYAAAAAAAAAwsLydTlDsyn/jN1zOF1f/bTo/BOPEAB2p6CkLDM5QQAA0DHq2F4CaKe6tkGhjFSrVQIAAAB+IhcAAAAAACD4bb/o/Kb33hEAAOyB2+1Zu6VwQK8sgU7w/kOEnA9mLzjzmEkCwB7klZRlpSYKAACAA1K4tdzpdAoAAAD4DwFoAAAAAABCgtvtzMsTAADswZ/rtgzp202gE7xeb8Eax+r5Nrfb7fF4QikG/cn3vx43eYRaxZdGArtXVFrZJT5GqVAIAAA6pvb3Jwue7i+Af0weMygqwiwAAADgPwSgAQAAAAAIBcr0DFdhgQAAYHdcLveG3OL+PTMFDpTH4ylYY3//NvvnDzj/+qnF7rCHTAZ6zsJlowb1jrSYBIA9yC8py0yh/DMAYD/IdRaPo0EA//hu/tLGZqsAAACA/xCABgAAAAAgFKgyCEADAPZo+focyj93xo70s+O9W+0JWcre49TfPCJWz7eGRgb6l2VruqYmJcfHCAB7lldclkUAGgCwP3TJwyOHXyGAf6Qlx2vVKgEAAAD/4fvsAAAAAAAIBfpjjtMddYwAAGAXDqdzU37JeSdMFTggHo+naJ3j/dvsiV1VJ99hVqiE19P03RNemdyWPV5o1Bq5XC6TyUQQWr4ux2zQ98hIFgD2rGBreWpirPSLLgAA6DB1fJ+o+D4C+EdcdIRSqRAAAADwHypAAwAAAAAQCuSRkYroaAEAwC6Wr6P884HzpZ/fveXv9LNSLWQyccz1xp6jNHMeU6xdaAveOtAb84qtNvugPl0FgL3KLynLTKX8MwAA6JTZ8xa73R4BAAAA/yEADQAAAABAiLD9ssCxfr0AAKAdm92RU1Tat1u6wP7bNf3sEwIZ6OKyyqLSyrFD+goA+5JfUp6VkiQAANgfrrri/Cd6OKo2C2CH04+fRAVoAAAA/yIADQAAAABAiKh/7mnr3B8EAADttJZ/7kP55wOxp/SzT1BnoKvrGv5cu2X62CECwL7kl5RnJCdIv/IAAOwfudJVv9VjbxLAjicXK9flCAAAAPgVAWgAAAAAAEJJ3h32AAAQAElEQVSEKj3DVVggAAD4R4vNXrC1vE+3NIH9tPf0s0+QZqClE/32l2UnHTFGAOiA/K1lmSkJAgCA/aTQRerSx8jkSgEI4XZ7rFa7AAAAgF/xaBsAAAAAgBChzMi0zvtRAADwjxXrcgb3pfzzfutI+tnHl4GWK8Scx+xC2LLHC41aI5fLZQFcLfb92QvOO2GqANABXq83v7hsysiBAgCA/SRT6VLO51Ua/E2lUk4ZO1gAAADAr6gADQAAAABAiNAMHKQdRTVHAMDfmq22otLK3lmpAvuj4+lnH5lMHHWNsffY4KgD/dGchTOnjVEoeGsA6JC8krKs1EQBAADQOQ1NLZ9+u1AAAADAr6gADQAAAABAiNCMGi0tAgCAHVasyxlC+ef9tL/pZx9fBlpqBHgd6NkLlo4flm0xGQSAjskvKe+e3kUAAHBAqn95UBPb09jnRIGwp1WrRgzqLQAAAOBXlHkAAAAAAAAAgFDT2GwtKa/qmZki0GEHln72Cfw60POXrOqZmZwYGyUAdIz0S1xcWpneJV4AAHBAmjbOtlduEID0uMLrDbSPRwIAAIQAAtAAAAAAAISOqssvaXzzdQEACHsr11P+ef90Jv3sE8gZ6GVrNkdFmLulUcgW2A95JaWZKQkCAIADJddaPPZGAQhRW9+0ekOuAAAAgF8pBQAAAAAACBVet9uZnycAAOGtoamltLJm/LB+Ah3T+fSzjy8DLTXmPGYXwpY9XmjUGrlcfniLva3LKXK63MP69RAA9kdecVkv6ugDADoh5fwfBLBDYlzUUZNHCAAAAPgVFaABAAAAAAgdqrR0d2GhAACEtxXrc4ZkdxfoGH+ln30CrQ50wdby0oqq0YN6CwD7w+V2l1ZWp3WJFwAAAJ1Wsb125docAQAAAL8iAA0AAAAAQOhQZmS4CgsEACCM1Tc1V1bXdUtLEugA/6affQInA11ZU7d6U/4RYwYLAPspv6Q8MyVRAADQCY7KjY3rvhDAjucIBr1WAAAAwK+UAgAAAAAAhArd9Bm6aUcKAEAYW752y+C+3QQ64GCkn318GWipMecxuxC27PFCo9bI5XKZtOFQabba5v6+8qxjJwkA+y+vpKxP1zQBAEAnNKz9pDlnrqnviQJhLyrCHGExCQAAAPgVFaABAAAAAAgdiqgoRXS0AACEq9qGppr6pq6plH/et4OXfvbxZaD7TdYerjrQH8xecOYxpJ+BA+F0ucq316QmxgoAADpBobV47E0CEGJTbvGfqzcJAAAA+BUVoAEAAAAACCm2XxfKo6LUfbMFACD8rFifM7hPV4F9OdjpZx+ZTEy/3CBa60Db5Eprn9GHrg70+7MXnHbUhENYbxoIKXnFZVkpiQIAgM4xZZ+iSx0lACEyUhMP5YchAQAAwgQVoAEAAAAACCmNL71g/W6OAACEn5r6xrqG5kxCe/tyaNLPbaZfbug3Wfvtw8r1f1gPTR3or39ePGXUQJNBJwAckPyt5fwtBQB0ntKcpE0ZJgDp9bqmlqYWqwAAAIBfEYAGAAAAACCkKDIznYUFAgAQfpavyxnSt5vAXh3i9LPP9MsN2ZMOUQb6p8V/ZXdPj4+OEAAOiN3hrKyuS06IEQAAdJqzOkcAQkiPLmrrmwQAAAD8igA0AAAAAAAhRZWZ5SoqFACAMFNV29DY3JLeJV5gzw5L+tnn0GSgF6/aGB8dQeVaoDPySsqy+CUCAPiDrXhpwTMD3I3lAmGvX6/MXl1TBQAAAPxKKQAAAAAAQAjRjh3vdbkEACDMLF+3ZUgfyj/vzWFMP/tMv9wgrb992CZutvYZLTRqjVwul8lkwk/WbC6QjpbdPUMA6IT8krJBvbsKAAA6Ta4zS2uPo1EhEgTC2/I1m6MizJmpfMgKAADAnwhAAwAAAAAQUlTdukmLAACEk+019S02exrln/fssKeffQ5eBjq/pLyyum7KqIECQCfY7I6ausakuGgBAECnKU1doifcJteYBcJebHSE2aAXAAAA8CsC0AAAAAAAAAAQ3Javy6H8814ESPrZ52BkoMuratduKThu8kgBoHPyissyUyjNCADwD7nWHD3xdgEIEWE2ajWH9XkIAABAKJILAAAAAAAQWqqvubLhlZcEACA8VFbX2R3O1KQ4gd0JqPSzz/TLDdmTtN8+rFz/h9XusEtn6PV6xYFqarHOX7KK9DPgF3klZVkEoAEAgL8tWr6+oqpWAAAAwK8IQAMAAAAAEIJcebkCABAelq/PGdKX8s+7F4DpZ5/plxsGHKHrfAZa2uvDOQvPOHqiANBpLVZ7Q1NLYlyUAADAT4pfm9jw1zsCYW/S6IFdEmIEAAAA/IoANAAAAAAAoUaVmeUqKBAAgDBQXlXrdLqSeSt9dwI2/ewz9WJ95zPQ789ecCbpZ8BP8reWZaYkCAAA/MfdWOm21guEvU25xS0tNgEAAAC/IgANAAAAAECoUWRkOglAA0B4WL5uy9Ds7gK7CPD0s08nM9Bfzls0bcxgvU4jAPhDXnFZVkqiAADAf/QZ4xX6aIGw19hsPZAvfAEAAMBeKQUAAAAAAAgthuOOlxYBAAh1ZZU1Ho83KY5Exc6CIv3sM/VivbT+9mGruNnaZ7TQqDVyuVwmk+1zx7l/rBzYOys2yiIA+ENzi62pxRYfEykAAPCf+ONfEIAQY4b2FQAAAPA3KkADAAAAAAAAQFBavj6H8s+7CqL0s88B1IH+Y+X6LvHR6V3iBQA/ySspy0ql/DMAADgoPvpmQbPVJgAAAOBXBKABAAAAAAhBtt9/s69eJQAAoau0slomE4mxUQLtBF362We/MtCrNuYplco+XdMEAP/JLynPTE4QAAD4VePaT2sWPiwQ9kYM7KXVBMmTEwAAgOBBABoAAAAAgBDU+Nor1tnfCABA6Ppz7ZYhfSn//C9Bmn726WAGOqeotLahaXi/HgKA/zS1WFtstrjoCAEAgF9Zixe3FCwUCHvSg3u5TCYAAADgVwSgAQAAAAAIQcrMLGdBvgAAhKit5VUqlTIhJlLgH0GdfvbZZwZ6W0X1pvySicP7CwB+lVdclpWSKAAA8De5LsLjaBQIewsW/SUjAA0AAOBvBKABAAAAAAhBqq5d3YUFAgAQopavyxnSp5vAP0Ig/eyzlwx0fVPz7yvWHTNxuADgb3klZZkEoAEAB0HMpLtSL/lNIOxdeNoMAQAAAH9TCgAAAAAAEHK0I0d7amsFACAUFZdt12hUcdERAjt4PJ6STc4QSD/7TL1YL12FOY9ahbD2GS00ao1cLnd7PJ//+PsFJ00TAPytoanF4XTFRlkEAADAQeB0uhYuWT1l7GABAAAAv6ICNAAAAAAAIUiZkWG+8moBAAhFKyj/3M7f6eebHaGRfvaZeK5+yNG6OY/+fx3o97+Zf8YxEwWAgyC/pCwzOUEAAHAQuJsq65a9IhDePF6vyagXAAAA8DcqQAMAAAAAAABA0CjaVqHTqqlU6tOWfo7PUIRM+tlnwtmtCYk5j1jFTdZiz4oZ44dqVCoB4CDIKymbMKyfAADgILCVraqcc71l4NkylU4gXKlVyv69swQAAAD8jQrQAAAAAACEpppZ1zW88JwAAISW5etzhvTtLhDS6WefCWfrhxzTWgc6ypph0Kml6+v1egUAv6praHK53NERZgEAwEGg0EZIa4+9USCM1dQ1fvvTYgEAAAB/owI0AAAAAAAhSiZz5uYIAEAIKdxWYTLoYyIJ6oV++tnHVwd64QvCaLD2GS00ao1cLpfJZAKAn+SXlGelJgkAAA4OTXyflPO/VxjjBMKYxWSYPGaQAAAAgL9RARoAAAAAgNCkzMxyFRYIAEAIWb52y+A+XUXY83g8xRscvvTzzNtDNv3sM+Fs/cBprXWg1/9htTvs1IEG/CuvpCwrJVEAAHBwyNQGXfo4gfBmszuqaxsEAAAA/I0ANAAAAAAAoUmV1dWZny8AAKEiv6Q8wmyMjgj38s++2s/v3er01X5WaUTIm3wBGWjgoKitb5R+myItRgEAwEHjaij1tNQIhLGmFmtpRbUAAACAvxGABgAAAAAgNOmmTU9etU4AAELFivU5g/t2E+HNl3721X4++Y4Qr/3cHhlo4GBoLf+cSvlnAMDBlf94t5aCXwTCWEJs1Ljh/QQAAAD8jQA0AAAAAAAAAAS63OLSKIsx0hzWZUrDNv3sQwYa8Lv8kvKslCQBAMDBJNdFehxNAmGsaFvFkpUbBAAAAPxNKQAAAAAAQIiyL/pDaLWaQYMFACDIrViXM33cEBHGwjz97DP5Ar20nvOoVQhrn9FCo9bI5XKZTCYA7L+aukbpNyjCbBAAABxM0eNvUcf1EQhjJoNOnhArAAAA4G8EoAEAAAAACFkNb76uSEwkAA0AwS6nqDQuOsJiDN+UHunnNmSgAX/JKynLSk0UAAAcZJEjrxIIbzqtRq1SCQAAAPibXAAAAAAAgBClysxy5+UJAECQW75uy+C+3US4Iv28k8kX6AdO0815VLn+D6vdYZduH6/XKwDsp7zisszkBAEAAHCQbcnfun5LoQAAAIC/UQEaAAAAAICQpcrq2vz5ZwIAEMy2FG5LjI0yG/QiLJF+3i3qQAOdVFVbr1YrLabwrawPADhktn9/k8dliz/mGYFw1ad7Oh9ZBAAAOBgIQAMAAAAAELI0I0ZG3HW3AAAEsz/Xbjl20ggRlkg/7wUZaKAz8kvKM1MSBQAAB5/bWuNxtAiEsZKy7SqlIjkxVgAAAMCvCEADAAAAABCylKmp0iIAAEFrU35JSkKMyaAT4Yf08z6RgQYOWF5J2dEThgsAAA4+TdJAV0OpQBiz2uwyrUYAAADA3whAAwAAAAAAAECAWr4u54Spo0T4If3cQWSggQNQWVOn06jD87MlAIBDL3LElQLhrXe3NAEAAICDgAA0AAAAAAChrPbWm+Rx8ZbrZwkAQLDZmFeclhRn0GlFmCH9vF/IQAP7K7+4LDMlUQAAABwSvyxelZwY2zW9iwAAAIBfyQUAAAAAAAhpzpwtAgAQhJavyxnSt5sIM6SfD8DkC/T9JmvnPKpc/4fV7rBLt6HX6xUA9iCvpCwrlQA0AOAQsW1bWf7lpQJhrKf0yCMuWgAAAMDfCEADAAAAABDKFJlZzvw8AQAINutzijKSE3RajQgnpJ8P2BGXGMhAAx1RUV1n1OvCsLg+AOBwcdbkN6z9WCCM8cgcAADgICEADQAAAABAKFNlZsnkPP0HgOCzfH3YlX8m/dxJZKCBjsgvLstMofwzAODQUegswu30ejwC4eqv9bkNjc0CAAAA/qYUAAAAAAAgdOkmT5EWAQAIKutyCrulJWk1YRQBJv3sF0dcYpDWcx61CWHtM1po1Bq5XC6TyQSAf+SVlJ0wdZQAAOBQ0Xed2v0ewq9hbcak4QIAAAAHASWgAAAAAAAAACCwLF8XXuWfST/7EXWggb0o215jMeoNOq0AAAA4VH7/c11DU4sAAACAHVN11gAAEABJREFUv1EBGgAAAACAEGdfslioVJrBQwQAIBis3VLQIyNZrVKJ8ED62e+oAw3sSX5JWWZqogAA4NBqWPWBPn2sMiJFICxpNSqVUiEAAADgb1SABgAAAAAgxDW+81bzpx8LAECQCKvyz6SfDxLqQAO7lV9SnplMABoAcEh5HU3lX17sqN4iEK76dE/XajQCAAAA/kYAGgAAAACAEKfKyHTl5QoAQDBYvSm/V1aqShkW391H+vmgIgMN7GRbRXWE2ajT8rcGAHBIydRGae2xNwqEq0+/XWh3OAQAAAD8jQA0AAAAAAAhTpWZ5diSIwAAwWD5upyhfbuLMED6+RAgAw20l7+1LCuV8s8AgMMg5YJ5utRRAuFq+sRhGrVKAAAAwN/Coo4IAAAAAADhTDN8ROS99wsAQEBauT53UJ+uvvaqjXnZ3dMVitCvW0H6+ZA54hKDtJ7zqE0Ia5/RQqPWyOVymUwmwox3B19DIAD47oTt14dAfnH5sOweAgCAQ06XRvo5rJWWV8VFRwgAAAD4GwFoAAAAAMD/sXcfgE1VCxjHT3aatuneu1D2XrKHsocIiCACIgICIooTJ0v0ubeiCKIoDkREQVmCbNkbyi6lg+7dJm3Gu22w1jIs0Ja2+f9e3vXck3NubpLTcJP75QQ1nCIw0DEwUAAAqqTUjKzxL7zbMCLksfsH7TlyauyQXqKmI/1cychAS0PuzWPfnc6MIQNddUgj0Fvj9lLj+5VKZeUMyJiLyZ5ueiZfBADcEhZDpsWQoXQNErA/ZovlzPm4Zn9/6xUAAADliAA0AAAAAAAAANwyeiedtDx66vz4F94N9PWUy2t4LJX08y1hzxloq9UqjbqNCQe0Gk1d11CBqiEqK+5Awp6nIoY5aLUqlaoSRuPZC/HhwX4CAIBbIfbbuzW+Tb37vCFgfxRy+ZC+nQUAAAAqAAFoAAAAAABqvtQXn1M4612eni4AAFWMzkFTXI65mFw8G7SoiUg/30I9Jzia8+00A202m6Wx1z2wzfCImj/DenWxJnrHW8mLc/JylEqFSlUZszKfuRDftll9AQDArSDXuFqM2QJ2KTfP+MfWfQN6tBMAAAAobwSgAQAAAACo+WRyef6JSAEAqHp0Gk2pmsSU9MizF+qF17QfyCb9fMv1fthO54G2WC1WYRWoYqxWq9GYb9ZZpIKoYBcuJvl6uqlVnBQDANwaLs1GCI5G7JVCIa8d6i8AAABQAfisBwAAAACAmk8ZXsuweZMAAFQ9emddcVmpUPTt0rpP59ZKpULULKSfqwKZzB4z0Na/CVQ9hdn0SnlqzkbHhwf5CQAAbhGnBncJ2CuFXO7t6SYAAABQAQhAAwAAAABQ86lq1RZqsmYAUBW5ODvaCvXCg0bfdYeXu6uocUg/Vx32mYFG1VSZwfQzF+Lbt2goAAAAKl1qeua2PUcH9e4oAAAAUN4IQAMAAAAAUPNpO3byW/OHAABUPSql0kXvOKh7+w41NJxH+rmqIQMNe3M+LjHAx1NV42bWBwBUI5kHv03768OQh7YJ2B9Pd9c+3doIAAAAVAAC0AAAAAAAAABwK7359HhRQ5F+rprIQMOunL0QHx7kJwAAuHWsBbmmjFgBu5SRmR2bkNKobqgAAABAeSMADQAAAACAXTDu3iUtNa2ZcgaAvbP+zbZqS3yWcfV621eF7iWXlYz0c1VGBhr24+yFi51bNxYAANw6Ko9aGr9mAnYpv8CUn18gAAAAUAEIQAMAAAAAYBeyv1ksUygIQAOwc1ar9eDRYz+v+VOlUknlewf19fX2+vL7n1PTM6RrO7dr1aJxgw1b/zp8/JR0be2woP49up04E7V6wxZpVaNRT7p/eE5e3vzFS21bK9W9420tWzVtuHHbzkPHTkrtw4IDB/a+/fS5C6vW/1nc3ZCfP2/Rd7buwwf19fP2+mrpL6lp6VKDUt1DgvwH9el+9nzMr2s3SqtKpXLK2BHGgvxPvvi7+119/Hy8v1m2MiklVWrQoU2L1s0abd6xZ/+R48Xdj0SeCvL18fHyUCgUlRxsJf1c9VVUBlqtEJUw2IwmAZTBuZiLQb6eCrlcAABw6+jCukoXAbvk4+UmXQQAAAAqAAFoAAAAAADsgiq8Vt6G9QIA7JjVarVYLJFnotvd1rJxg7pSjaOjg1WhGDKwt9lSOGuyRqsWKmW7tq1atSycnk2hVEirYbVCHvD3lVZlcunFVKlTOo0ddY9tg1fs3va2li1bNC3uHhwW+MDIocXdNUpFqe6DB/S8cneFXFoNCrnUXcis0qq6RHedzsGqVNzZr7vF1l1T2L1Nm+bNmjUq7n42OjYvL8/N1Vkjq9TJfUk/VxfMA40aLyY+OSI0QAAAANwiJ85eSErJ6Ni6kQAAAEB5IwANAAAAAIBdUNaqXbDgc6vZLFMoBADYK4vF0qJJfZ3eWa93Kq50dHIs2cbBQevg8M+qWqWSLsWrMpmsZN+K7q5SKVUqp2t0d/p3d61WI11K1uQZDEZjvlKhlFfWBKikn6uXmpSBjopJCAnwIbyNYumZOfHJqZ3IGwEAbjVTZmz8srF+g+YrXYMF7Iyvl7uHq14AAACgAvCbXwAAAAAA2AV1i5Zus+aQfgYAL3c3Vxd7Of3s7eWuUStNZpPVahWVgvRzdWTLQDfspF31hvLotjxjvlF6Hm9mzKSnpz/22GN33HHHgAEDPvvss7J0+eabb95+++2FCxd+/PHHkZGRo0aNKr5KWn3ggQfKspFVm3a9Nv/783EJ4voZ8o3NR3YdPXPSwKfu6zSh3+odf0iV3//x8+LffxCV4tu1y65xbUpm6m87yvmnPK7r3h05c/zQqaOizK59dyrNsTPnm9ULFwAA3GoymSIvaqspJ0nA/kjH1fy+CgAAQAVhBmgAAAAAAOyC0s9PedcgAQB2b9f+I74BPrXCQoQdaNm80cWYGFFZLBZL3CnSz9WSLQNtMllXvSFuch5os9ncvXv3adOmvfPOO9Jq165dmzRp0rZt27L0HTt2rChKPIsbdSY6fu4n33Zu3fiu7u2ddA7X1TfAx/+rmZ9IhXPx0WNmTenUvP2wO+4SleX7dcvv7Tnkateejj67P/JQ33bdRfm5rnu3ce+WusERTSIalrH9te9O5fjr4HGtRl0nLFAAAHCrybWF38C05GcJ2J+z0fHSIbWHG5NAAwAAlD8C0AAAAAAAAADshdVqTU5Nc3B2FPbhYkJydo7By0NWCVOO2dLPXz5p9AlTkn6ujqQx0n+qk1S4yQx0ZGSkXq+/7777bKtLlizx9vYeNWqUouhnKGbPnv34448nJib26NHjxRdfTEtLu/vuu7Ozs/38/Dp37rxw4UKDwXD77befO3euZ8+eUv27774rbc22qffee2/lypVS4YMPPqgXVvtqO2C1ik27Du85cmpQjw6dWzUS1y/ML7hd41a7ju5LTE/Kz8/v26H7rM/fSElP1Wkdnrt/mpuL66TXnjQYDWF+IWEBwX3b93jh01cUcsWUu8f9uW/b0bORRlP+pMFju7XsMPyFcW0btTp27kTjWvVzjYb4pIRH7hlXKzDMdisTX38yNiHe09Vj2vCH9kQeiL4Y++nyL9s3bv3Wt58Y8w3+nv6vTH7+p42//rlva3pWlt7J+cT50x2atv1u/U/FvYrjyLFJ8S9/8XZKRmqnprc9cs+Ew6ePXXEj/Tv22B952MfDOz454dFhE3ZF7pfunVqt3nloT3FlWEDIsx/NOXz2eNPaDS4kxNoS4WlZ6cv//E3noGtWt/Hk15/ydPNoU7/5qm3rlv1vkXTtXU+N/PmNry+/O4tWfTum372i0hWYzNFxidv3HevatkmQr5cAAKAKkKl0dWblCNilFo0iBAAAACoGAWgAAAAAAOxF8qQJCh9ft5mzBQDYK6vVKuzJ/oPHdBplWPDNToD62fe/dW3T5BoTqRann72vM/38zPA3n3z7QS9/N6n8w7zVejen3sM6ihuVkZJ9eOeJjn1bipuzdum2XxZtmDRrRMNWtYorY6MSv3rz52c/nHDtvtMGvfrO8mdFJfrtm8197+v81hML75nUN6i2r61Seig+e/n7tKRMnbPDg9OH+IWUKQYqkxdmoKW/krJkoM0Wi9lsMZkl0vNfVLYUllNSUmvV+udxCwgIsBUGDhw4qMg777wTEhIybty4P/74Y+PGjffcc8+ECRMeffTRkhvPzc1ds2ZNXFzc6NGjv/jiC6lm7969hw4dWrdu3dmzZ6X2z7zwak6uodQuxSemFJela79e8ceuQ5FPPHAj8xB7u3mmZqbZylFxFx7oN6J53cbzflq0Ye+WtKyMAR17jeh199wv3r50W3l5v7z5dUJqYnJG8vT7H9134tBnyxd1a9khNSNt0pCx0nL0zMlrP/hx55E9v2xZPe3eSYVdDHmnzp9ZPOuTjOzCmSDHDrjvl82/PzTo/l+2/P76lBlerh7jX3ns5PnT0lWBXoGfTn9C6rt+9+bWDZrPWfBGca9iUuXzY58I9PJ/5sNZ2w7uTMlMveJGvv/jZ293r2dGT5UK0h1xcnS6dGdLVNZOiDPmG3954+v1uzZ9vfoHWwM3Z9dBXfvWDY6QHpaElMRPn33LQ+++atu6fx7tK92d/0w/Sy/IJ8/FHj970SKkAfbfOXsHtSovv+AaDXQadUJKeoHJFOLv07draw9X5lkEAAC33rFT53VaTWiQrwAAAEB5IwANAAAAAIC9UIaGFRw7KgDAvgUH+nl6egj7YC1isVhuMvkdn5T2xoIfWzaKGNans5uLc6lrbzj9XO6iTsYe23vm5gPQO9cffHHeZJ+g6jFOVn+3pe99nS+r3Fy3Wfid93fb+tveX7/aOOHFe0TZyORiwKNOvxbNA30q6oxzrWyz2WoqzDhbSyaepbJCLi+8SP+Xy5XKwv8qFYU1/j76xMTE4g3u2bPHNoVz3bp1peXp06cXL14sFbRabWpq6tmzZ0eMGCGTybp06XL+/PniXq1bt3Z0dIyIiDAajbaayMjI+Pj4OXPmSGV3d/fm9WpJ+1Fq589GxyekpBevNqtfa3jfLuKGJKWlNK/TODGjMFHt6qR/+7tPPP50OxVztmuLjucvXhjctZ9U365Rq6PnIqVCuH+ItHTSOW85sHPXsQOJaUmmon1z1jlpVGqd1sHP01u6jwqlMteQZ9u+o9Zh8t0PTv9wllajnTrsoeLb1Wl0cxa+qZAp4lMSbRsJDwwuvvZqvaLiY37+c1Xho6rWpGVnXGMjwb4Bth1LTkt1+nsq/JKV5y9Gt2nUQnpOOzS7rTgAXZKb3s1D716q8mo7dm3SYxLg46F31jtoddItipsmbcRJ5+CgZf55AEBVlL5znsa3qUNIOwE7o1IqtRqOTwAAACoEAWgAAAAAAOyFKiwsb+UvAgDsmEwmaxARrnF2EvZBqVTIZOU27/XeI6cOnzjXt0ubXh1bSlu2VZZ7+jkrPfeTGUviohL9wxOVdpgAABAASURBVHwenjMiPSXroxe+qVU/KCE2pcfQDq27NVq+cP2uPw5JLSfPGhFU23fOQx8nxKS4eelHPjbwl0V/nDl6oUWnhq26NrzGTZw8dH7R6z/lZuW16tp45LQBv32zedfGw9mZObMXTtU5abev2X90z5k3n1z4zHvj57/8g7QDDg7qB1+4R1E0EXJmWs7cyfMeemmYk7Pu05e/l65t2bHBiEf7F2/cVGB+55kvo0/Ete7WWKr/46e//vhphyHP2K5H86ETe731xEInF0dhFTnZedNev//tJ78oufrqlPnDp/QNrx+4dN4a3yDPTv0Kk9yrv9+6b9NR70CPmLMJj746ysXD+YtXl50+Fp2fbxo+uW/M2Yux5xJ+mLdaavnj/DWJMSmOet0z740b9nBf2/5kZ+VpdRpxPYoz0CeXBneZnFW7tVKj1agUKlvKWfq/9F9pedX+akVaWtru3btbt26dlJQ0efLkjz76SBSFU6VlrVq1xo0b5+fn9+eff3p4eNSrV+/YsWMNGjSIjIx0cHAo3sbZs2elZWpqqtTGViO1DA0NffHFF6UhN2/ePE+3K0zuq1GrbAUXZ8f7BnRr3qC2KBqi4jolpqdsPfjX8w9MW7VjvbT66fIvB3Xu171Nl9e+ek9aDfULOhMTFR4Qeib2UmJbXjRD9m/b17k6uTw75rENuzcvWbus6KG86qzGqZlpCamJX838ZPP+HR/+8Nm86W/bptl+ZdE7y1//Su/oPPS5sX9vXF60Jbn0h3x5L1ubEL+AYd0Hebt77Tyyx8XZZfJrT11xI0XbucIulawM9QuW7rtUOH3h7L/byK3CWrSpSzX5BQW5xrysnKzEtJSr3Z3/5KjTurvonZ2cpCElAACo0TL2L3aqm0wA2g6FBHhzqAMAAFBBCEADAAAAAGAvlKFhwsHBajTKNNcXhAKAGkMmk0XFxLl6uPt4e4pqyyrdESFSrGYP2X+cR+9xe4f4CzFlTCKaTGZDfkF+QYHFUji/r8VcOOOvpWj6aKnS1ia/wPTz+u1b9x69785ujSJCrVZr3CmTLf189/M3mH4e1e7p4vJjr9+/bP6aiKahT783bv2yHd9/9Huv4R1zMnMffP7u2KjEz+cudfFwPnc85tVvHo8/n/Tes1/N+HzK+RNxr3zzeHZmrtT9zjF37Fx/8NrpZ8n8uT9MeOGeWg2DP3zh690bD0s1fsGeD730sO3a9r2ar/tx+yNzR8ZHJ981tnv9FuE/fPL7rj8Otu3RLDcr739TP5sy576g2r6zxn/00EvDfAI93nn6y/1bjzfvWN/WXdqTEVP6ewe6T+49e8Sj/TPTsud8+agp3zSx54yhE3sVbr9n88Zt60jb/GvdwVKr3Qa22bZ6X3j9wD2bjsz96rHiHQ6rH3jvI/2O7T2zdN7qIeN71m4SIj0gttUZ8x/e+PPOeyb2fuuJhY3b1On+Wrs3pi04fzKudqPCGX93rD3w+zeb5n79uLhOMrm4c5rTyvdlG96TOT9nathRq1Fryj5H75IlS+bOnfv666+vXbt21qxZrVu3Lr7q/ffff+mll1JTU4OCgmbPnj1t2rShQ4d+9913Dg4OzZs3L2524cKF4cOHOzk5Se1tNS1btty+fbvUWK1Wjxw58hq33qlV46G9Ozpor/toJzYhbvTMSVm52WlZGW89OttJd+mbEm0bt37nu3lf/f69Qq6sF1r7oUH3v/LFOyu3rVXI5LWDw4u7N4touGDF18ejTuid9Nl5Ode+LVcnF6nNlDefSclInXbvZKnG09Xjve8+7dCkzbhXHtOqCnc+PSujuL2fl8+hM8d2HtlbqpfNSw8+/fa3n6TnZPq5+zwxYtLVNlIWnZu323Fk98NvPh3iG6RQqIrr6wTVmv/L4vphdYtr+nboPn7uY4He/tK+XfHufLr8S+mxEgAAoIhco7cYswTsz6adh2qH+IcF+wkAAACUNwLQAAAAAADYC02b2/zWbhAAYN8iT50Lyi+o1gHowylmk0a5XJ3SxyBvr7/WHSkwmYSwyuVyk8ViyMk1GPLzjPm5eUaplGfIt1gsGdm5BmN+foHJmF8gk8m0GpWrs5MhP98227G0lBfN+FtQYC652dSMzBPnYhpFhEpb2L8m35AjWvS2hS1vxOIdr3v5u0kF2zTGSXGp3QbeJhVadGqw6ZfdUiEgzEdaOjnrCvILYs7EpyVlLHlvpVTj7OLooNMMm9LvnacXabTqkdPuLOMtGnKMEY1DpELTdvXOHo+RthMY5nt5M72r41dv/ezi4Rx9Kr5Vt0ZSzZFdJwPCfVMT04Nq+8ZFJW74qXCiXLVGlZX+T9rV1d3ZJ6hw0mKVuvDj93xD/vvPLs7LMZr/nofYJ7DwKfP0c4+NSiy1etcDdyz9dPXtg9oGhHkrVf+k27383aWlt7973Pkknd5h35ZjR3efSr6YbjH9a27jOk1CbQ+LMddoq/l18cbZXzzqpHcQN6RVP+3pXcZ9q6y1WhmVCqWsSFk6BgYGfvLJJyVrFi9ebCsEBwfPnz+/5FWrV6++fAuRkZElV7/44gtp+UiRS1VG0+W9vD1cnx43NCI0QFw/rVqz/+s/S1UOu+MuW2Fw137FlTuP7Bl75331QiI++/krT1ePWoFhb097WaqPCKq1+r0fSnZf9r9F0tLFSf/VzMJHo3X95tLFdpX0l/X0yEdKNp7/3Lvi6oK8A36Yu0Aq9Gnf/fJrA7z8/vfwS8WrcyY+d8WNFN+dvu2usBFb5YXE2FZ1mz0zauqBk0fSMtKLr+3Ztpt0kQo/v/G1rWbS4AekS3GD67o7AADYIe++b8iVfB3dHrVuUlfnwFMPAABQIQhAAwAAAAAAAKhp/jpwvE5ooLurc6l6a5H/7D7x8ZlyuUyhVAqrcHZ2fOaRsS4uelEGCUkpb3246PVZT1y72eQnZ01/bEJwYOEcYMb8/Acefu6bz96QyWQnTp/79sdVM6dPuUbfLJMsw6KIiTH29/S6zfM/0qh/bNyRmZWld3HLL7Co1WpHB62DVqPTahy0ak83vaOjg1qp1KiUGrVao1Eprj6/7479x9MyL81X1zAiZHjfLr5e7rYHs8sD1rTk/F/eyRqi1Ye3UImbFlzbL/pUfEgd//1bj3sHFgZ/RYnQbWAtP+9AjxGP9rdYrKsW/5mRmp2akPbqN4/v23zsm/d+Hfxgj7I8v66ezmlJmdLy4I7IRm3qGHKMMvkVHsnCLPKQdu26N/38lR8L90LI2tzR9L5pd7484eMPVr3oF+Lda3gnDx+XgztO6N0c/+lWYkvx0ck71h545+dn05OzJveZZauMjUrwCnCTbrpj7xbnT8SUXFWqFLUbhXz15s8DRnUruSdx5wuj0vu3RUoPzpZVe5xddOOeH7pzw6HfFm8q+fBcnk4e+8wQFw8ncUMSzpmXvJih98/t+FC2yexqsVhElTe0dydR8VydXeev+DoxLUl6Rfnk6TdEzeLi6Pznvq1L//wlMSVx9kPPCQAAUE40Po0E7FJKWqZC6aZWl8N7JQAAAJRCABoAAAAAADuSs+Jnhbu7tlNnAQA12rEzFxav+KN/19t6dmpZMtdrtVqdnRwdyjD/1pznpnq4F05L/NlXS9dv3jlkQA9Rfnp067B+819jRwySyhu37OzWua1MJtu6Y++SZavc3Vyu0THbLDuSq1Brxdy8P6ckt63jonW75ml06f56uuk7tGri7uqqVqvLOH3v1Xi6udx3Z7dGEaG2Vdt8wAqF/I5JBQUFpmWviiHPlkMGeuAD3b98c/mqb/7MSs+Z/v6EUtfWaRJyfN/plyfNU6kUtw9q6+zqmJtteGXyp+kpWaMfH+jp73by8Pnta/ZvXrmnz4jOLu5On8354ZWvp/365UZpayMe7W/byORZIxa9uTxy79mAcJ8OvZr/UTSR8+WatK27+K0Vvy7aoFDKw+oF2SqDwn26DGj947zVk2fe+9XbP2en53j5uY96YuAVt+Dp6yotnxv5jrQFJxddbk7hxMy/fLlh3qzvpDvSulvjzSt3l1yVru0yoM0bj30+/YPxJbezf8uxY3tO52TmzV08LS0pY9lna88cu+Ds4piba5CudfPUf/3Or1fcgRfHvPftnrfE9Us4Z/7m+Qwn3+wOk5M1WmeFQnGTg6cmqRtS+82pM0UNpXfUX20CaQAAcDMK0s5aDJkav2YCdiYq5qKbq5MQN/irLAAAALgGWVnmwwAAAADKkcViMRgMk+btHt+nYeuIavzL4wBQHaU+P92aleXx/kcCqAB3zV37TG+/xrX99Xq9Uqks37ScdAiRm529b+L0zl+8L4D/snDZ2h37j0kFPy+PEQO61gsvTK9Kn4UWFBRkZmdr9c7X7j7x8ZlzX3jUFoCe8b8P27Ro3L1ru3fnLb4QE+fm5vLM1HGpaRlvfvRFRFhIfGJS/55d2rdp/r935h87eSY0OMBgyH991hN7Dx79+vtfc/PyRg69s1P7lhOmzXB3dWnaqN69Q/pK28zMyn746ZcXf/I/qfzki29Mmzw6wM9n3Z/bQwL9vvr+l5eff/SKe3XGkPNnQf5Fq3FXVk6wTPGSZ4iX+j/+ylasXKfTKtu3bObirNdoNDf8V/nqZ983jgjt3amVUqkoWW97SKW7mZ6Zuf5j5YU9unLJQNdgbz2x8J5JfYNq+15xVXJ839ndGw+PLpGoXv39VovJ0ve+yvvyki397OyX035ygquro6vexdnJSaPWKBSKMvWXhplcVDhzWU9tFL4DNRoGbnnhrjrdhkf0Eqga1kTveGPXlz80ed7L3VMaYGUdXQAAVFspG+Zkn1od8tA2gZoubsOW6MNH/IcPdHd31+l0cnklHBwDAADYKWaABgAAAADAjihDw3JXLBcAUNOZTCZbIT4p5a2Fy1o3rjOsbxe9k04mk2Xn5pkVCkdH3bW38OIr7yuUyrS0jHoR4T26tf9xxZpG9Wo/M/XBVWs3LflxVe87OmZn5z4y4b7omPgP5y+RyWUGo3HRR69s3LprzR/bCgpMnyz4/tN3Z0qFh5+a07xp/eTk9NdnPOHqqrdtXO/sFBTge/rceXc3lzyDIcDPR6rs0bW9tLWr7c/pvOwX4o7mK+RpRoPRbFpQu52n+r/TzB3aNU9JSLRN1SxuwmOjBzlo1ZfXS5tVKpUOWq3Var1jUuYfn+SW1zzQ9mnNd1tXfLlhzhdTxa1zefrZydFRrVJfR27DahVmAQAAgJLkGr3FmCNgf37bsLPTbU2cHZkBGgAAoPwRgAYAAAAAwI6oQkJN589bzWYZ0+wBqCmsVpGclpGRlZNeeMlOz8yRyvFJqSXb7D58MjM794mxQ6Ty9t0HAoMDWjRteO3Nznluqoe728tvzmvTsrFapYqOuSiTXbyYmJxvzJcpCpOggf6FqWW9k2NBQUFcfGLjhnXlcnnLJg3W/LEtNT0jz5C3aEnhF04C/LxTU9P1esfi9LNN79s7btiyy1XJzlOGAAAQAElEQVTv3KNre/FfTuRlvhd/ymowbLTmNpZrPw9r4anWijJw0evzMjNvPgB9xfSzjXSvVSqVLU5OBvo/PfHW2Gus9hreUbqU6tJ7WEdRWa6YfrbN/Vy+k/oDAADYG4fQTkLGTMD2KCTQR6vmzREAAECFIAANAAAAAIAdUTdt5j57LulnADXG0VPnD5+KUquUrs5Ors6O4YG+UsFF7/jl8vUxF5NtbRx12sE9O3Rq2UgUpqULlX37j00aff/kZ2uHBQcH+np6uPXs1iE2PvFc1AVRNPlxcbOQIP9N23ZLhXPRMdLS3dXFyVE39r7BUptVaze5u7vKL8s6tG/TbMmPK5Uq5SsvPHbtfTidl/1s7JEUg2F/WmJzT9+farXzUGtE2WzdsUcps3p5eFZoepUMdM1A+hkAAKDiaANaSBcB++Pt4apU8kEcAABAhSAADQAAAACAHVH4+OgGDRYAUP2dOBez+/DJ0ACfwT06qFVX/ZyzffMGQ/t0ctIV/tyw9W+izJwcdQ+OHPLOvK/enP3Uxwu+3bhlp6NON+qeAaWatWrWaMPmXY89+2rt8GBpVaVSjhs9dOZrHxmN+U0a1pE2cvmWlUpl7VohOdl5emena+xAcoHxlfjILJNpf15Gcw/fz0Nblj39LMnMzNFplNd7r28AGejqLv6U6dsZmaSfAQAAgPL167odo+/uSQYaAACgIhCABgAAAAAAAFCdnI6O23PklK+n26Ae7R0dtFdrFuzvPaJft1ohfqXqb+/UWqd3Edc07+2ZxeW+PTpLF6kwbdL9JdvMmj5FWrq66t95ZbpUeHrq2JLXtm7eSLoUry788OXLb+XJhx8oVRMc6Pfy84+WrLlYkLcu/WK6uaCNk/viWm381Q7i+lkslooOQAsy0NUZ6WcAAICKZojZEz2/S60nzyicfQXsyb133U76GQAAoIIQgAYAAAAAwL6kTH1Ypte7v/yqAIBq6PfNe9QqRd/OrfVOums0u6Nt02B/78uzm3K5XKvWKpXV5nPRAJXDADf/HLNpdlCjG0g/168XnpORKSoLGejqiPQzAABAJZBrC3/4xZKfpRAEoO2IxWLZd+RUh1aNBAAAACoAAWgAAAAAAOyLMiQ0f+8eAQDVTUxC8m+bdvfv2sbf2+M/G4cE+FztqnWb/woM9m/aqL6oDtxUmo/DWogbFRYSdDEmRi6Xi8pCBrp6sav0c3ZBXrIhTaBqyCrIFQAA2BOFzsshtKPgC2Z2xmy25OUZBQAAACoGAWgAAAAAAOyLMiQ0+9slAgCqlZ0HI5PTMyfc00fcHKvVai5kEfbh2InTJoPBy8OzMsOsZKCrC/tJP0t3R2YVbx/4RroIVBn+ag+FnInGAQD2QqHzCHpgjYCdUamU3Tu1FAAAAKgYBKABAAAAALAvyvBwhZurNSdH5ugoAKDKM+YXrNq0q1aQX78ubcRNsxYRdiMqKtZRewtix6Uy0Bs/yyEDXdXYV/pZyD5p9lhKZmpObq7JbLKrF4GqSVZEp9FpNGqFQk4GGgAA1FRZ2blrN+8d2r+LAAAAQAUgAA0AAAAAgH3RtGjpu26jAIDq4Ex0/Na9R/t1be3p5iLKSdMGdV083YXdsFqtFoul8hOf/8pAT8z6Q5CBrkLsJ/1sI90vb0c3J7k237HAbDYTgK4KCl8ilEoHrYNKyWsCAMBexH13r0uL0Y51bvZnbVCNaNSqti0aCAAAAFQMAtAAAAAAAAAAqqJNuw8VmCz3D+ouyo9MJvP39VI72csU+J6ebjJzwa2Ke5bKQG+Q5ZKBrgoupZ8Ds9s/lGgP6WfpTkl3TavRKpVK0s9VivS8KOQK6XlhBmgAgJ0wXjySn3zasY6A/bBYrRzqAAAAVBwC0AAAAAAA2J3clb/KnZ21XboKAKiSMrJyftu0q3mD2vXCg0S5ks497zt8zNvPJzw0WNiBNi2bxF+4IJfLxS1SMgN9+0NZGwQZ6Fvsn/TzxARXF6can362kcahLQYtiuZEF6gaZEVsBQEAgB2Qa50t+VkC9iQ9I/vgsdOBfp4CAAAAFYAANAAAAAAAdse4e5c54SIBaABV07HT0YdPnRvQra2To4OoAAlJqWqdTtiHhKSUnFyDt6fsFuYLyUBXHfaZfrYpztoCAADcKiETtwvYGV9v936+bQUAAAAqxi2b+QMAAAAAANwqyrAw05nTAgCqnrVb96VlZg3r06WC0s8Wi0XYk337j8ZeTBK32qUMtIOD3sn59odMoW1zl72aeXZfgUAlsuf0MwAAAHBLJCSl7Tt8SgAAAKBiEIAGAAAAAMDuqEJCTXFx1oJ8AQBVRmJK2sJlayNCAzq0aCgqUpC/r5eHu7AP1iIWi0VailuKDPStRfoZAADglsuOXJl16AcBeyIdazvqtAIAAAAVQykAAAAAAICdUTVq7D7nFWG5xWE4ACi279jp6LjEUXferlJV7CeWMpmsUb3a8anpR48XzsLl4eHq6+2VnJKWkJgsrWo06trhIbl5hnNRF2zt60aEK5WK4ydPW8yFr5lBAX56vdP5C3HZ2TnSqrubi5+vd4nuqtrhoXl5hrN/d69TO0y6R5Enz5jNhTNPBwb4uuido2Pis7KypVU3N72/r881ukfUDlWrVMXdA/x9XF30F2LjMzMLu7u6Ogf4+aampccXzfGsVqsiaoUajMYzZ6OLu8sV0v+qyiwYlzLQReXbH8raIHKXvSqGPKsPb6ESqEiknwEAAKqC3LN/5icec25yj4DdcHfTS28bBQAAACoGAWgAAAAAAOyOwstLN3iIAIAqwGKxrvpzp6+X213d24uKJ5cXBoJPnTwdm5BoMpkC/bwzgwNi4hPPRcdK1zrqHMzG3Jzc3ANHT12aMtlkVKtVO3cfsEWQ02uHenm4HTt5LiUtXVr18/HMCg0q7q5z0JiNeTm5eQeOnrR1txYYNBr1rj2HTWaTVFO3Voi3p/uxk2dT0jJs3bNDg+ISks5ExVyxu7QzDg7a3XsPFZjMhd1rB3t7eESejkpKSZOulTaVUys9PjH59LnCwLSDVmvJzzMY8vcePl58603qhmrVGqVSWUVyrmSgKx/pZwAAgCpCoXWx5GcJ2JPI09FZOXkdWjUSAAAAqACyW/7ThwAAALA3FovFYDBMmrd7fJ+GrSM8BQDgVrDm5JjT05UBAQIoP3fNXftMb7/Gtf31en25By6lQ4jc7Ox9E6d3/uJ9gZriQnzimm37+3Zu5e/tISqFNJCM+cbsnJys7GypIH06KpfLpbFqKVT4SalCUbgq1dsSz9KVUgNptfBqqyhqWziwi2qsUrHyuxe3/8/u0qpWo9U5OEgXqVB1Aq/S7hYUFOTm5WVmZ234VBn1l44MdAWJiTT9MJv0MwAAVc6lr6txpv5WsB0F3ZJjIVN6tCknWRvQQqBGi9uwJfrwEf/hA93d3aW3cdJgc3J0EAAAAKgAzAANAAAAAIA9SpvxgrWgwOO9DwUA3CI79h/LyM4dd3cvUYmkc88qpUrn4KBQKEwmk7Qql8tFUSTXFkCxRYptmePiValgNpttaemS7cvevSijbLlG9xMZ0XX0QTfc/Wq3Lt1ZlfR/papKBV6ZB7pyxESavp+RqQ/MaDcmxtXFk/QzAABVhHSolvr5Z9JbcgLQt4TzoMFqX7/iI+3KpHQNli4C9iQrJ1cabASgAQAAKggBaAAAAAAA7JEyNCxv3RoBALdCbp5h1abddcMC2zVvICqXTCZTKBRajValVNkSJ7Y5la1F/nNV/D1XXMnVcun+wq5F3lqX6Q1HNnYLL8dbt2WmbfWiKiEDXdEupZ8D0lu0XStbE2VRKJyefJr0MwAAt1zRj3WYM+Z9omnYUK53EahceVu3yFu1Eh4eapVaOi4Slcucm5KfeNQhtLOA3UhKSVer1b5e7gIAAAAVgAA0AAAAAAD2SBkaVnD+vACASncqKu6vg8f7dWnt7qoXt0JxLFhUJammzBPJ0Zs3PXNnYIfnm4wK1vmIclJl065koCvOpfRzSHb7iSkuuvaaU57qiwm29LNx3z6lr68yIEAAAIBbxGw2S8ejXo9N0zRqJFC5zrRvl5uXp8ovUCqUlT8JtDF+f8xXAyNeTJEptQL2oXG98Kr23hMAAKAmIQANAAAAAIA9UoaGKT08zKmpCncmoQFQef7cdchqFaMG3iFuqSqYCc41Gy2icNrmFTFbf4v7a2ztvlPr3e2pqeGTApbKQG9U5JCBvnkl0s8Jri5OrnoXp+CQ4rmfU95723DggK5TZ5dhw3WduwgAAFC5rFarRfrf3z/ogcpnzM83mU235CmQFx3eW4xZCgLQdmPvoZMe7i7hwX4CAAAAFYCvmgEAAAAAYI/UjRr5/rGJ9DOASpOanvX1LxsCvD263dZE4DJmi7m4XGAxfXryl8k73xZ24FIG2sFB7+TcbZw5rEPOslczz+4rELghV0g/OzoWp5+lBgFffePzyv8sWZkXn5hmzcmRaixpaQIAAFQii8UicOuYzeZb9RSoXEM8uj4nU6gF7IaXh4ub3kkAAACgYjADNAAAAAAAAICKdfjkucizMYN7dNA5aASuJNdsLC77OLgd6r9I2I3ieaBlMlm3cZkyWS7zQN+Y/0w/2zj1HyBdzMnJMkdHaTXlw/dzNv3pMmSo/u6hCi8vAQAAUKNZ/yYqncLJ26Pb8wL2xEXvpHNgwm8AAICKwgzQAAAAAADYqZwfl2Z9+YUAgAq2esuerJy8ob07kX7+T9qi2eC6+7YWdsaWgXbQal2c9V0fNIV3zGUe6OtVxvRzMYWnp63g0LKVws099ZOPou7omn/6lAAAAABQTnbsPZaQzC+uAAAAVBQC0AAAAAAA2KmCE5GG9esEAFSY+KTUBT+uqR8e1L55A4GrM5jzZUI2IrTH+cFL23k1/Obc2hOZ0cLOkIG+Gdebfi7JqW+/oKXLAhYvcRl+r7p2hFSTt31b+hcLLWkENQAAAMrZyZlOWUd+ErAb3do3C/D1FAAAAKgYBKABAAAAALBTyvDwgnNnBQBUjL1HTu0+dHLMoO4hAT4C/+Xi0J/faT1FKrzWYqK0fHrfPGF/yEDfmJtJPxfTNm3q+dwLtnJ+VFTqJx+d69Ix8YXnTDEXBAAAAMqJ3MHNkp8pYDdOnLmQm2sQAAAAqBgEoAEAAAAAsFOq0DBLWpolJ1sAQLkqMJlWbNghk8nuvKOtQqEQ+C9ahbq4XFcfPDq8119JR1fGbBf2hwz09SqX9HMpLiPuC9u42fO5FwxHjthqrLm5lqwsAQAAgJvjWOsOhUYvYDeysnOtAgAAABWFADQAAAAAAHZKVa++++y5MjnZRADlKSomYfEvG9o2rdeiYW2BG/J849FOKoeXDi4ssJiE/SEDXXYxkabvyjv9bCNzdHQZfm/wz78oA4Ok1cwVP5/r2il+yuTslb9ac3MFAAAAbojf3YucGg4WsBsdWjfSO+kEAAAAKgYBaAAAAAAA7JTcS4p8FwAAEABJREFUzU035G6Zg4MAgHKydd+RE1ExYwf39PFwE7hRrmqnJ+oPi81NmndyhbBLZKDLwpZ+dilKP7u5Opdj+vlyzr37eDz8SP6ZMwnPTc9e87sAAAAAUAbf//pnTp5BAAAAoGIQgAYAAAAAwH5Zc3LMMTECAG5adk7eD79vdtM79+rYUuCmjY8YEOjo/dax75ONGcIukYG+tugj/0o/S49SxaWfRdGXplzHPhjy+xq/jz5xvKOHVFNw9syFoUMyly21GshzAABQnZjz878aN066zG3V0lZIu3BB3JzU6PM/PvXUtdsc+vXXxRMmSJed33wt7FjKxpdTN78hYDdua1ZPq1ELAAAAVAwC0AAAAAAA2K/0l2elvTJHAMDNOXEuZsWGHT3bt2hYO0SgPKjkyjlNx+aZjXMPLRb2igz01UQfMf0wp/LSzyXpOnWW6/VSwZScbMnOTpo181y3zlm/2OlU5QAAVEcKtXr0559LF2dvb1vBLShI3Bz34JC737hWqNdcULDp03n3fvDBqM8+2//zz4YMO/2On6QgPdoQt0/AblitVnkFH6IDAADYM6UAAAAAAAD2ShEaZvzlZwEAN2HDXwcVcvl9A24XKFd9A9q182q4JGrdgxF9G7mGC7tky0Dbyl0fzBQid9mrYsiz+vAWKmGvbmH6uSSHNreF/L7GePxY9to1qqBgW2XOurWOPXoKAABQrax/991zO/9SOzr2nf6sV+3apVZtbfb/9NO5XTudvX0yL17sOnmyR2hoyWYKtWrDBx/2mT590dgHHFxcXPz8ej8z/bdXXuk8frxP3brbFi50Cwh4ZOUqaTv5OTlyuUImt99p2hQ6D5lSI2A3Nu44WCs0QAAAAKBiMAM0AAAAAAD2SxUaZoqOtprNAgCuX0pa5lcr1gf7eXVp01igArzWYqK0fGrvJ8KOMQ90SVUk/VxMU7+Bx6PTtM2bS2XjoUMXn5gWdXuX1A/fN8XHCwAAUB2c2b4tPTb2wcVf93/hxVVzXy61WrKlk5dXj8cfD2/b9uSmTVdsFn/8mFetWvd9/EmzgQOl1cZ9+x5bv14qnN62te7thd+WtFosiyc+1Hr4cI2zs7BXXr1e9RnwgYDdGDustwAAAECFIQANAAAAAID9UoaGKby8LGlpAgCu08HIs3/uPnRP7861Q/wFKkZdffB9YT33pZ78NWabsGOlMtC1u2bbZwa6qqWfS9E0aRLy+xqnXr0zlnyT/sUCW6U5JUUAKC8aZeVdFJxABOxFRlx8SKuWcqXSIzQ0LzOz1GrJlu5BQdJS4+RkyjdesVl4u/auAQHfP/bYkdWrrRZLRKdOZ//akRp93j04RFH0mx6nt20NbdW6+aBBArAPBSbz+q37BAAAACoMn18AAAAAAGC/VHXr+m3YrPD0FABwPX7btDvPYBzSs6NWoxaoSM81Humg0Mw4+EWBxSTsWMkMdJcx1jp3ZC99Oev0HjvKQFfx9LONMiDQ85lnw7bvdJ/0sK3mfN9ecQ8+kPnD96a4OAEAAKoez/DwpDNnpELK+fOXr5YkE7Kr9bKJPXQosHGT0Z9/7uzpdXjVKoVK5Ve//oYPPmzSv7+tgV+9+m3uvVfYN2P8wdQtbwnYB4vFonfSCQAAAFQYAtAAAAAAAAAAyiouIXn+0tVN6oa2bVZfoOJ5alyeaDAsNjfp4xM/C/tWnIHWOzl3GmWtc0fW8tfsZR7oapF+Lknu5iYtrTk5LsOGG0+fSnp5dtzECbarzAkJAgAA+2A8ckRUecEtWrgFBH7/2KOLJ4zv9vCUUqtl7GWrdA8OPr1927dTH7l48kTD3r2lmsZ9+sYcPiQ1tjU4umbNgRX2fkybn3Imef1LAvZBrVI2qR8uAAAAUGGUAgAAAAAA2LGcn5dbUpKdHxwvAOC/7DoUmZSaOe7u3lUyclljTawzcNHZ1e8c/+G+8B6eGhdhx2wZaFu5y5gsuSJ76cuyIc85126lEjVXtUs/F5M5Ono8/qR0MRw4YMnKtFUmvjw7768dDq1aO7Ruox9yt9zFroc0UHZWq7Vnjx5SYfv27e3bt5cKn332WVhY2LV7RUZGzp07d/HixQLArXDxyWnaJk09n3pG4eUlqp6pv/1uK7S7/37pUlxfatWm+eDBtkKDnj2v2OzuN96QlnfOnFWyl0wub9Kvf/ERy20jRwq7p3DQS0trfo5M7ShQ06VnZv+1/8TQ/l0FAAAAKgYzQAMAAAAAYNdMJ0/krV0jAOCajPkFP63bplKp+nVtQ/q5kqnkyllNHsgzG+cc+lLYPXubB7r6pp9L0jZrpuvU2VbWDxrs1Ld//rmzKe++bTUapRrj8WMJTz2R+v67uVs2W3NyBIArkf7k1xUJCAiwFf4z/QygKshe/Xv0wP4Z330rLBZhZ/YtW7ZyzuzWw4YJlKANaB0+LZL0s51wdtTd3qG5AAAAQIUhAA0AAAAAgF1ThoYVnD0rAODqzl64+O2qTZ1aNmxev5bArdA/sH1LjzrfRf1xJJ1X7EsZaJ2Dg97JucsYa+2u2cterZkZ6JqRfi7F8fY7vGfNDlm9LnjV7wpvb6nGdPGi4dDBtM/nxz88KeXjD23Nkl6eLV3Sv1iYw9e0gKv49ttvO3fu3L59+xUrVly+WuzcuXM9e/aU6nft2hUZGTlmzBipMiYmZtCgQVJhyJAhLVu27Nu37+7du4cPH37o0CGp8o033ti1e5cAUE4s2dnJr7wcc++w/DOnhT1pMWTIxB+XORf9c49icq2L0jVIwD4Y8wtS0rIEAAAAKoxSAAAAAAAAO6YMDbXm5phTUxXu7gIALrNlz2FDvmnMoO4Ct9RrzSd2X//4U3s/+f2ON4Tdk8vlSqXSQauVyl3GZAmRvexVMeRZfXgLlagpamT6uSRVULCt4NjtduliNRgM+/fJnfW2yvwzp/NPnLBkZ0vl8N37ZBpN9prVCU89YbvWeeAg7zkvS4W4h8bn7dhuqwxc8r2mUaOCs2ei77rTVqNt1izgq2+kQtLsmZk/LrVV+rz2hlOfvlaj8WzrFrYahYdH6MbNUiH9i4Up77xlq3Sf+pjbuPFSIap7N3Nioq0yfNdemVabs3bNxScfv7Qng4Z4z5otFWIfGG3Yu9dWGbRsuTqijvH4sZhhQ201Dm1u8/98oVRIfOG5rF8uhVP93v9Q17WbJTPzXMd2thqlv3/I6nVSIW3eJ6l/Z8E9n3rGZdRoqXCuU3tLRoatstaho9Iy69dfEp9/1lbjMuI+z+nPSYWY4UONx47ZKoNX/qYKDjEcOBA7+j5bja5TZ7+PPpEK0oMpPaS2Sv9P5zu0a29OSoq6o+ulZyc0LPiXlVIh5d230xcusFV6vfCS/p7CWTzPtmkpPV8l9yRz2dKkWTNtNa4PjPWYVvhMXRg0sDjqF7L2D6Wvb95fO+ImjLv0vHfv4fv2u1IhfuqU3D832ioDvvhK27KlKebC+b69bTXquvWCli6TCsn/eyVjyTe2SunZl8aAVDjTpKGtRuboGL6jMLCb8fXi5Nf/Z6t0e2ii+8OPSIXzfXqZYmNslWGbtsrd3KRblG7XVuPUr7/Pq69JhbjxD+bt/MtWaRtO0v5L98JWo23aNGDxEqmQNGtG5rIfbZU+r7/p1LvPlYfTgs9T3nvHVvnPcLqjq/Q42yrDd+6ROTiUHNj6wXd7zZwlFWLvH2nYv99WeWk4HT0SM+q+WkePir9lZ2fPmTNn69atarW6d+/ezZo1K7nasWNHDw8PW8vc3Nw1a9bExcWNHj36iy++ECXk5OQcOXJk/fr1aWlp0uq99977008/NWnSZPXq1Y9PfUyqkcawNJJtjS8Np337YseMstUUD6eLT0zLWbfWVuk/7zOH9h2kvxrpb8dWowoLD17xq1SQ/r6kvzJbZfFwOtOymSgo+gaLSlVr7wHpv5lLf0iaM8vWzHXMAx6PPykVogcOKDh36StAoes2KHx8pL996RXAVvPPcHp4Uu6WzbZK23AquBAd3a+PrUZdr37QD4XPXfKrczO+XWKr9J4z13ngXcJqPdO0ka1G7uQUtn2nKDWcJk5yn1w4Zv41nDZvk7u6/ms49R/g80phlysMp9OnLgy+y1bzz6vTrJnSn4+t8tJwMhikPzFbjcLTM3TDJqmQ9vn81PfftVX+M5xu72JOTrZV2l6dslf/nvD0k7Ya/ZChXjNmSgXpz196EbBVXhpOR47EjLg0I2/xq1PCc9OzV/5qq/R97wPpZdmSnn6ucwdbjdI/IGR14VMsvTRJL1C2yn9endrfZnu5ltQ6eETIZFkrfk588Xlbjcu9IzyfLSxfuOfu/MjjtsrgVb9L/wpIL5vSi6et5p/h9PhjOevX2SovvTolJET1uN1W889wevvN9EWXxrPXizP0Q+8RVxxOP3yf9PJsW7PiV6d/Daf1GxXe3nnbt8VNnGCrcezR0/etwj/efw2nRYu1LVqUHE6a+g0Cvy987v41nF5+xfnOgSWHkyjxT7b013RB+hdKJgs7cFjglsrZ8EfBkm/SoqIU2dkyq1VUPs88ka4WJsXVrpf+qVI4OcudnRRu7ko/P+lvUBUQoK5dW/oTFqhWcvIM8YkpdcIDBQAAACoGAWgAAAAAAOyaqk5dt1kvy4syZABQUmZ27qpNu5rVC69fK1jgVmvsVuve0O7fRq3/5cLWO4M6CrtnmwfaVq55Gejzh01LX67J6efLybRah3bti1cDvvhKWloyM01xsTKNRio7NG/h++77lqws6aIKujRvonP/AdpmzWxlZdEEkwo3d7dJk201Kl9fW8GxS1eFl5etrK5du/DmNJriZnIHna2gbda8uNKhxaUAouvoMZac7OKdLNxsrVrFzTT16tsK+rsGObS5zVZWuBcGT5WeXv/sScCl1Ivj7XcoAwIuVYaGltoThZPzpVtv1fqfm2jS1FZwe+BBi9FQ8kHT1KlT3EzbuMmlPbl7qOnviK1C71K4J76+xc3UwSG2glOPnqrw8Et7UvR4ynW6f/bE1c1W0LVtZ3v8C2+uwaW0sdv4h6ymwoihTH4puaWp3+Cfh675pSiwfthwc1qqrSx3ciq8ocDAf/Yk7NKtO/fpq6l/6WFU+vkVNnbWFzeTHsZLe9Kxk9zF5dLN1a13aU/+biZTqS89Dk2a/rMnLVvZCq73jTRnZV5q6eAgih78fx7hv8NkzgPu1La4tPOXDyelj4+t4Ni1m+Lv2UyvNZyat7jycMrNKbkn0hb+eRLrN7j00EnDqe2lWPyl4eTl7TbhIVFCXFxcs2bN3Iu+wSgVduzYUXL1xIkT7dtf+oNq3bq1o6NjRESE0WgU/ybVP//882PHjtXpdDNnzuzbt+8bb7wxcuRIqbH0aiPMFv3Qsg2nnr1sD0VhA9twcnT8Zzi5Xfqapa5de9nfbzqKh5P7hIlWi1mUHE4NSgynZs1tBZd7R5QeTkFBVxhOfftpGl0KntqGk7TbVx5Orq6XbonKtEkAABAASURBVK5e0XCSyf5jOLVqbSv8azjZXhNKDqc6dS/tyeXDyd3jSq9OXRTe/3510mr/GU46x0u33qLlFYbT/Q/8M5yK9uTKw2nQ4OJX10vDydv78lcnpzu6F7+0qm2vTiX2RPH3t1McWrcpTvQWvzq5jh1nLcgXl3ZFZntU/9mTRo1tBZeh95iS/z2c/PyuPJwiIi7tnm04OTldeTgV/RGJojFjK1xpODW8/NXpX8PJsfBBVpYcTuGXfvDkX8Op6Cn713DyutJwqlvX9iAUN8v4erH0z5b4mzRadJ06C9xq0ouGY7Pmjnl5KrO58o+rrNb8lIQXXNweVGnqXrmBwSC99pqlS0qK4egRy7atxVcpAwKdevZ0vL27tmlTgerA28M1NMhfAAAAoMLIrLfkS40AAACwYxaLxWAwTJq3e3yfhq0jPAUAAKgp7pq79pnefo1r++v1eqVSWb4pPekQIjc7e9/E6Z2/eF+g4h0/E30w8mzfLm30TjqBqiHZmNFq1Xh3jX5Hn0808poz1fHNkF4ZCgoK8gyGzOysTYtkp/90qgEZ6POHTT++nKm3p/QzgDLRFM5qVKdOnZMnT+bm5vbo0WPbtm05OTldu3b97rvvRo8eXby6YsUKf//CuFVkZOQjjzyybt261NTUYcOGzZ8/f+LEiatXr5YaLFq06PPPP//ss8+effZZqcHHH3+8fPnyqVOnJiUlTZ48uVO7DsJsEQBuzvnePUxxcaIoQu31/Iu6Ll2F7X1NXm5C546Bn80vzljjuuRt32Q2m5063V6yMmfbRmGxOv678nJn2rfLnz3H47a20iGWWq2+JQdXJ2c6+d39pXOjIWVsb4qPLwxDHzyQvW6NYd8+UTQvu37gXfrBQxR/fz8HVUrchi3Rh4/4Dx+YazSnZea2a9lQAAAAoGIwAzQAAAAAAPbOmpdnSUlRBJbbL3Lavm5tLSJQncmK2AoC9mTd9v1ajWp4v64CVYmnxmVa/XteObL4kxM/P1Z/qEBNnAf6Uvo5mPQzgGvR6XQzZswYNWrU1q1bx4wZU6tWrZKrtvSzzYULF4YPH+7k5PT++++Hhoa6uLjceeedtYsmG3Zzc8vKyho2bFhiYuLs2bOlGqnlyJEjlyxZIswcxgPlRKFwHX2/+8TJxVNW4yYVHN5jWbUoI81sycrU973LVpm1dpVl22/pp6NlDjpdq7aiavMZ8L5D8HXspNLPT7poGjVyuW+kOSUle/Xv2evXpn7ykXTRdeioH3qP4+13CFRJjjppRPKNYgAAgApEABoAAAAAAHuX9urL5vh4r/kLRXmwWq0FqefSfn3EYrkUgxaonmQymcItxKXvu0qlUi6XE7yzE4mp6b/9ubtz68bhQb4CVc/EugO/Orfm3eNLR4b39NS4CNSsDHSJ9HMi6WcAV3Ty5ElboWeR4vpSqzb16tWLjIwsWfP999+XXH3llVdKrkqvqCNHjix6weEYHigH2qbN3CY8pK5VW1y/vIyMbyZPGvfNEql84Oefj61f1+OxaZs+/bTrpElbFy7oOPZBaXnXy3Ov2HfByPse/PqbUpVxR45YhTWgUeO9P/zQ8p57RNl8NmzYhH+/btyk5c8/12HMA94REWXvIu2wXKlsPniwbTXn4D7d+Bf9PL1iJo1y7HyHwsnZnJ2V8eM3/m9/6pCcmP3nuqofgHZpOVbcKIWHh8t9IwuT0ElJ2X+sz17928XHpqpCQl0feEA/+O5SjZP/94rnE08JFT8dc8topUN5jUYAAACgwhCABgAAAADA3kmnyox/7RDlpDAAnZNmOL3es/szQpDWqsaM8Udyorbk5eU6OOhUKhXZO3uw//iZqNiEEf27qtWcI6+iNHLVjMb3j//rjdkHv3y/zVSBIjUjA10y/ezq6kj6GUAlW7BgwYcffrhq1SoBoJz4vPaGuGnH1607vuGPYW+/o1Cr737jjeSzZ8UNObV1i0+dulJh77JlZQ9Al7tBc18RN0fpHZC9YbW+32Bzdpbx+BFd63bS0pSeZsnJyd6wRh0YIuyDwsvLZfi90iX/5Im0hQuS5sxOee9dadV1+Ai5m5utTcaSb2RarcdjjwvcImej461C1rZFAwEAAICKQQAaAAAAAAB7pwwNM8fGWvPzZWq1uGlWq9VkMkkF9w6TBYGt6izz0PKsuOOG3FyVUqViyqiaTvrLXfXnLm8Pl0Hd2wtUbXcGdZx3asX35/+YUKd/I9dwgSLVPQNdKv3sqnch/Qygkj1YRACoSk5v3bJn6dIRH36oUKtTo89v+ODDrpMmXd4sJzV12dNPFxjy/Bo06PXkU7bKz+8bYZtA+rNhw0Z99unBX35ROzomREamRJ/ftmBBoz59Vr/xutSxVrt2XSZO2vvDDye3bjFkZIz46GONk1PxlqXDEKvFsvz55yI6dmzcr/9fixef3LRJqu/73HOe4eGlVhfePzqgUaO8zEyf2hHt7r/ftoWoXbt+eu5Zt8DAwCZNejz+hG0GaGlXf501S7ohtU4nre5f8bOjm5tMLpf2Z8BLM4w5Ob+98kpOaorKwaH47hRz7NrD/MuPqV/NVwQE/XA+1U8fffZUQm/fAKlGE1ZLulZUeRe+6KPxaejd901RHtR16vr873XPx59MX/xlxuKv0hd87jxgoOvo0amffCxdm/7FQuc+fdV16wncCnXDAx0cHAQAAAAqDAFoAAAAAADsnTIkVOHtbU5JUfr5iZtmLSJQI0hPZX5BvsVq4Tmt2WIuJv2+ZU/fzq0DfDwFqoPXmk/svv7xp/Z+8vsd5TCtYI1RfTPQpJ8BlImlEo/HLBz7AbdeRnz81gULMuIv5uflOlzz68qHV64Mb3tbx3HjD638NelKU0Q7uLg2vfNOnzp1691++4lNmzo8+OB3Ux/p/fQzLgEBv7z04tkdhT8J5RYY2Pv9D0p1lN4I/vbKKxGdOjXu2y/uyJGEkydGf/55WnT0L7Nn9XhsWsnV+z9fYMjMvH3KIyoHB2njTQYMcHR3l7Zwevv2NsOHtx/zwJHVv1stFttm173zzuBX/+ceHPzVhPG2mtBWret07br8+ecSTp005xe0HTkysGnTrZ9/fnLTJvW/86Mytdrl7hGioMBsyMs5fCFepkj3CfCZ+brO2VlUky/uyjXOFmOGKFfSpzoeTzzlPnFyxrIf079alLls6aVvpFutCS88H7Tku+ry4NQwcQkpTk6OwQE+AgAAABWDADQAAAAAAPZOVbu238YtovwQlq0xCsPsFtLPNdxfByJTM7LGD+0jUH00dqt1T+jtP0RtWHFh68CgjgJ/K5WBVjtUgwx0zDHSzwDKpsAsANgTpUY74qOP9y5dunLOy0PfvNZswclRUc3uuksqNOk/QJRN6oULB1f+Wngrak1eRmEY1zMk5PJmuRnpSWdOO7q7Fd3KuaykpE3zPpHKDnqXUqvS0tHDQ1UUVnby9EqPi7UFoNuNGrX6tde+Gj+uVvv25oIC22YNWVneERFSIahpU1uNW1CQtNQ6O5sMRp2b24YPP3R0c0s6eyaiY6cr3wGVSqFSGUz5lqwcdycnpbQDSoWoJnQh7RU6d1EBZI6OrqPvly5x4x/M2/mXrTL/RGTKRx94PPa4QKUzGPO1zAANAABQkeQCAAAAAAAAuBKZTEb6uQbLMxiXrd2qc9D07dJaoLqZ0WSMg0Iz69Aio6VAoARbBtpBq9U7ObcbZm08MGvZq5ln91XRRynmmOn72RmknwEAwOUc3d3UOl3b0aMzEy4e+f23a7T0Cg9PuxAtFSL/+OP01ktfbzYXFBTk5WUlJmYlJUqrMrlcFL25sx1iuAUFtRg8pMvESQ179fIMDy+qv0JywNHVdeS8T4+uXZt87pxnaJhrQKDUpfOEh8LatC61KjXOSkjIz8mRbjT++DGP4Etx6hMbN3aZNOn+hV+c3rYt8fQpW6WDi0tuerpUkDZrqyl55LPti4VNBwzo9+KLAY0bi6s7n5admJUnU1jTjAXn07NF9eHW4TF989GiIhkO7C+5mv7FQsO+fQKVrk54YGgg0z8DAABUIGaABgAAAAAAIvfXX0zxcfoJEwVQs1j/JvBvZ6Ljdx6K7NWxpYer3myuWjNKyoqIf8cgUIqnxmVqvbtfO/rNx5HLpzW4R6AEWwbaNpBuG5wlRFbVnAf6Uvo5KIf0MwAAuBrpqGDQK68seuCBe956+2ptWg4duuGD9yM3bHRwde315JO2yoY9ey6Z8rBrQICrv7+06l07YvuiL3zq1HH09Pzz44/6Tn9240cf5mVk6H19b394SsyBA7ZePzw+re19I4NbtizeuFKj6ff8C7/OmvnAoi8vHDwgNVAoVU0G9Pdv1KjkqtRSrlQuf+H5+GPHOj74oFavt3X3qVd3y+fzsxKTvMJr+dSpa6vs/dTTq15+WaXVFOQZpF6l7k5o6zbSvu1cskSukPvWrad1dr78Llus1g1nYiO8PEY2qrU2JmXLufhaHno5R1B/sxqN/6xIB5ceHulLvvZp3lz8/R5Z4OpkfxM3bdueo+EhARFhgQIAAAAVg1l8AAAAUNksFovBYJg0b/f4Pg1bR3gKAEAVkPnu23lbNvksWyFumslkyoranbmoa50Z5wVnH6uzzEPL4ze8Jwb/6u7p5ejoJJ0z/c8ud81d+0xvv8a1/fV6vVKpLN8An3QIkZudvW/i9M5fvF/2LvM3nN5yPJlPwEoxW8zGfJNOqxFVUtcGnvd3DpOGnFwuJwZ6DUZLQevfJmTm5+zpN99T4yLwb9IrgPRPUp7BkJmdtfMn6+EVzlUqA036GQAA+1T4viYvN6Fzx8DP5msaNRJVzImNG71r13YLChLX7/P7Roz7ZklZWh74+ef63btrnJyWPDy53/MvuBRFtK9LfGbOgj0nhjYOr+vlejHftCIy+s5QHz+94392PNO+Xf7sOR63tXVx1qvV6lty3JV99Kes47/43b1IVIzMZUtlKrXSy0vh4aHw9FK4udk+nJHG3owfDx+NzbRloDnmvFzhRwdW8d6oZgEejjdzWB63YUv04SP+wweaLHIvT3dnJ50AAABAxWAGaAAAAAAAIJQhoQWLFgqgBpHOXErnd09fzArycWlbj9+crTa2Ho0/fTEzz2Bw0GrlcrnA1WnkqllNHpi4861ZhxZ90PpRgX+Txo9SqZQGklSuavNAk34GAABVU3CLFg4uFf7NOq1ev3LO7LSYmMAmTW4g/SzJLTC1DPCq4+kqlX3Uyi51gvJy80Q1YTZk5Jz5Q1QY/ZChl1dKb5DNZvP5pNxODQIahXoIXMULX/2Vnp3tpVdpZJqyfA/82vgyNgAAQEUjAA0AAAAAAIQiNFQUFJji4pQ3dOoRqJqk87sWqyXM27l9PV+BauJCUvaZ81l5hjy1WqW0KgmDXtug4M7zT//6Q9SGhyIGNHINF/i3qpmBJv0MAACqrJtJP5dx+mdJvdtvly7iJtTycJEutrJ0/FRPqxKmy+AoAAAQAElEQVTaqvJDH/9JoXVR6rxFpSt8g2yxhPnqm4URgL4qhVzk5uXl5zupVWpx0w6fiGrtoGUGaAAAgIrDHCoAAAAAAECoake4zZwj1+sFUIPYJoEWqG7MFnOBySSdnhcog9eaT5SWT+39ROBKijPQeifn2wbLGg/MWvZq5tl9BeIWIf0MAABg55waDg59ZK+oXNbCuYitTEhcFvn5BdJ7Uqu1HB6u7h2b+3kTNwcAAKhABKABAAAAAICQOzs7Dr1H7uQkgBqkXE5YovLxxF2Xxm61hoZ025d68ucLWwSupOpkoEk/AwAA4FYpfJPFIWcZWEW5vRvduT8yMztXAAAAoMIQgAYAAAAAAIWseXnmmBhR47xwR+PPHhlluxza+Pt3s5+4eObE1RrvW71887fzi1f3r12Rn5uTfCHq2xmP/ecN5aSlSNuXCh+OHyLKRtryNy9OFahIZAqrIwLQ1+uFxqMcFJoXDy4wWm7ZxMZVXFXIQBelnzNJPwMAANg5S15aysa55pwkgSqpHN+QajQqlVIhAAAAUGGUAgAAAAAAQIj0N183nT7l9eXXomZxdvea8MHi4tUm3fqUve/uX3+s17ZrGRtfPHfq/OG917V9z6DQ++a8LwDg5vg6eEypO/iNY99+FLn88Qb3CFxJcQZaKt82OEuIrGWviiHP6sNbqETFu5R+Dswm/QwAAGDnrCZDyp+vONbprXD0EqjR6tUK0mo0AgAAABWGGaABAAAAAEAhVViYKeqcqOlsM0BLy5UfvLLqw/99P+dJc0F+bkb6vIdHvP/gXYc2/Fbc8vTe7XGnj//0xotSOfVizFfPTX5ndN+jm9dJq1u+X2ibUjox6nRx+61LFx3ZtPbEjj9NBflLX5n+wbjB6xYUhpvP7Pvr82ljPnroblvfzd/Of3VIl08mDdu/doVtBujslOQ37+0hNVgy49Hs1BRp96QtCwC4Ho/UH+Lj4P5+5I8JeakCV3Gr5oH+J/08ifQzAACAvZM7uElLiyFdoKZbsXaHMT9fAAAAoMIQgAYAAAAAAIVUdevJ1GpLbo6oWdITYp/tXFe6vNSzWcn68GZt+k2ZbrVa409Hbv7282bd+z3y+XJXH//iBrVbtvevXX/wU3OksjEnZ8TMd0a+/OHe33+KOX44/lTkhA8WD5k+d/mbM4rbdxw6plGXnnXbdTVkZXV/YMqU+csOb/zdXJD/28evj31zwYT3F2/48mNjTtaRTeuGPvfq2Dc/1zg42jrGnDjiHRYx7u1FLfsMllZ9a9UtOWU1AJSFRq6a0XhMntk458hXAldX+Rlo0s8AAAAoSabU+vR/T+PTSKCmu6NDM426Mn5wBgAAwG4pBQAAAAAAsEuaf38qoGnXRr9x49UaG02imnL1CXhm6YbL6z0DQ6Slg7OzKd+YEnehea+BMpksvEXb9Isxlzf2rVVHqdbonF3yDXmJ509npSTZZnfWubhe3tjRzd3NL1AqKNTq7LRkY07WH4s+klY9AoMzU5L6T3lu3cL3TAUF7QaNsLWvc1unM3t3LJo+0c03wD+igQCAGzIkpMuCMyuXRm2cGHFnI9dwgasozkBL5dsGZwmRtexVMeRZfXiL8o8mkH4GAADA5VxajxOwAxeT0oID/QQAAAAqDAFoAAAAAABgl0okz7xDwhPOnfIJi0iKOq0qisRdaiKXWa3WwoIo2bi2m19AjwenWi2WHT99U1wvL25cYstObp4OepfuYx+RKves+lHv4b1n5Y8PvDHfmJvz5oiekz7+Xmpz4diBoEbN+j3y7OpP39y/9ufO944XAHBDXms+sfv6x5/a+8nvd7whcHWVk4Em/QwAAK7BdPGiXK8XqFy2t+1VgSF2X+7Zje6dnhAVIGHFw97935Ep1AK3jsViOXchoU1zvugOAABQgQhAAwAAAACAG2Q8eEDTtJmo/joPf3Dx8w8fWPerSq0JqNewuD64YbPvX35qwNTnSzYOrN846vDer56brFSqWvS6q7jexcc/5vihI3+uLtlYoVL3mvD4dzOn5ecbwpq01Dg6+daq893sJ9IT4ruPecTWxsM/ZPfKpft+/0k6ETv4qTkXz5z45d2XJ3ywWKDMdh2MrBsW5KJ3FIB9a+xWa3Bw55+iN0sXqSBwdaUy0ApVRvlmoONOkn4GAABXZjsYuPjsdIFKJys6DpTc8kMyS35Wyqb/ZR3+IWTyTmk1P/F41tGfpIK+6TCVe22ryZC65S1pVRvY2jGiZ2GDhKMytU7p7CdTav9z4xn7FhkTjwYM/1bhfH3TD2/ZsXvBkqUpqWkGY36An0/Lpo0fGTdKXL9h46d+P//9UpVDxj68bOFHV+vy1IxXp4wbHRIUIG7CS6+9O3RAn8YN6ooqQBpmA7rfJgAAAFCRCEADAAAAAGCnRo0a1blz5/HjC+cbXr9+/VtvvfX7779f1xaSRgxzHHiX/omnFR4eoqp6ZumGkqvDX3qreCkZOG2mrTDu3S8v79trwuO2wr2z3pWWjm4e495ZJBU63jNGupRq7O4XNHneUqnQqGtvW82jC1dIy9ot20uX4mbNe93VvERs+r45hWcE7372f8U1Lt5+pJ+v15HT0V//uuHuXh07tWpyY2exT587f+eoCb9/u/Dys63nL8S++9kX78x5oWRlanrGpCdf/P7zf07oDhw9ccm8dxx1DrZV6cxuRFjI/1582rbac+iY4YP6jx1xt2018uSZ6XPfuGdgvxGDB1xjr9Zv3jb56Rkbfvo60N9XWl2+au3L73y0d/0KcXNKnXW+xhniH3/93WgsuO/uO6+4nSue0j5y/KTFYm3SsEqcb7ZPM5qMWRmzfcahhf0C22nk5Tmfcc1TMgPdakCWEOWWgY47afpuRoY+MIf0MwAAKEU6GJAOQpx+XZWekZ6bl2e2mAUqi0zINBqNk4urUqG85UdlurAu4Y8dNcTusa2ac5JzozZLBceIXip3YTUZsyNXmrIvupjzbQHouKX35ycd1/g3D3loq7SasWdBfvJJuUbv3umJK0aiDTG7oz7tGDhyuca3iSizTu1aSxfpvWfsxYQpD95I9BnFDMb8NZv2DurTSQAAAKDCEIAGAAAAAMBOvfvuu61bt+7bt6+7u/szzzzz008/ieuXs+Ln3PXr9A8/4nzfKKHkcwbcMnmG/MUrNvx1MPL+QT18PNzEdVq5dsOQ/r2X/7b2sYceEOUkJu6i2WxRKOSRJ88Y840lr/pr34H7hw0e1Lfnf26kXkT4+s3bxgwfIpW37trj5uoibto15ty6eX9u3yntsxAEoG8ZXwePR+oNeevY9x9G/vREg2EC11QyA936zuxyyUDb0s/OAaSfAQDAlSkVSgdnZ6FS6QoKLBaLQCVSKhVajVatVlWFSaAVTt6Odfvayg5hnYLC1hRfJde6hEzaUbJxyENbTNnx1oJLby1lKp0x6YSwWmzp58yD3yb+/pTS2ddvyMKM/Ze+U23Ouhg9v5vvXZ86N75b3Khh46bavvpr+ybtM7Nfl96WSo9ealra7OnTklLSXn3vk9TU9PZtWlwemP559fqff1trMBi7d24/buSwgoKCx1+ae/b8hZF3D7x7QJ/Yi4mX99259+DTs/8X5O/XpGH9p6eML7XBX9ds+PanX81m8/jRw7p37vDUjFflCoVUP2LInS+99o7e2cliLvyDKrXl75av3LxjV0Zm1qdvzXVy1InKIj1KYUG+AgAAABWJE5MAAAAAANgpDw+Pl156adq0aU2bNh03blxISMh77723cuVK6aoPPvigXr16Q4YMiYqK8vHxmTVrVpPmra+2HWtOTsbr/8v58Qe3l2ZpWrcRwK1zKipu5gdfD+h6W69OraTT2WXsZbVa/9y+8+uP3x764JSp4++XTlI+PH1mbPxFT3e3qePGuOqdpfPi6RmZU5+f/eyjk+sXpnv/m3TbbVo03bXvYLvWzf/YuqNX107F59YvxMZL51+lM+7hIcHrN2/7a/d+naPDC49PiQgLGT7hUQ93t9bNGtsSz9JmOt7WetOOXdJqnsFoNlscdYUna0udzS0+6Svx9fZMTk1TqVSOOoes7JzO7VpLZ4VLnXW2nbc+eDSy5Blim+TU9NEPP+Gidw7w9Xn2sUmFeyArnNT5zY8/f3/uS8dPnfns6+9yc/OkjdzRqZ2tS8mdkU5jr/h9/bpNDk0b1v/qh+Ul79qoyU/Ur1M7v6DA38d7wujhAhVpSr0hX59b90HkspFhPXwc3AWuqXwz0KSfAQDAtUmHBNKBgYPWQTpot1gs0psRgUokHfsppLdPCoVUENWKTOWgcvvn3ai+6b3SpXhVF9zep+/bpuwEpbN/ftLJ4nqryRD/4/2G+H2u7R4VSmdRHqS3urd3bPvM7NdPnDo7b9ES6Z1jgJ/Pc3Pf2r57X/vWLUq2TE/PWPDO/6S3gf3uGye9i8zOzZPecXt5eN436bHbO7V/5e2PSva1ddm6a8+IwXc+eN89q9b/Kf2BlHyacnLzPv7i628/fVf623nwsektmzaWKu/o3L5n146jHn7i9RnTgwP8x0x5Sqq8fMuB/n4fvz5bVC5pkHl56AUAAAAqEgFoAAAAAADs15gxY7755ptt27atWrVq7969hw4dWrdu3dmzZydMmLBixYojR46sX78+LS1NahnTpIHzyNEuT0+XygmD7yw4caLUpkxnzyaNGaXwD/D6fa1ATSGdjj9y/HRewel8c5nOyzsbE7fvTj5+4ox0PrKMp5NVSmWByVSWltIemE2mXGe308tKj7FTUbHFZZPJvHz99iOno556cKgom137DtWPqO3kqGtUr87mv3a3btb01JmoRR+8npGVXXi7wpqdnTvtpbkznpxaKzRYlNkdndqvWL2+Xevmx06e7t65fXpGpq0+KMDvnoH9fLw8s7KyY+Liv/3svQtx8S/9753FH7+VkJgknZR1LzHNs4NW7eTomJaRuffgkS4dbjsXHSOudDbXdtJXOgPdoU1L6Wx072EPLHjvNV8vzwcefbp75w6lzjrbtvzmx/NLniG2ORZ5qlZYyKvPP3ng8LFLj+25qA1bd3z02iyVSvnWx59LeyttZ/TkJ9o0v/QzyiV3RrqnA/t0rxcRLp0IL3XXLiYmf/jqTBcX5373PkgAuqLpFJoXG42esvvdOYe/+rDNYwL/pbwy0KSfAQBAWdjmHlb8/SVGVDLbgVkNOzxTuoU4u4XYyvkpJ0te5RDaWRfayWrOL69sSHCAn7TUOzkaC/LPx8T+/Ps6aVWjUWdkZpVqaTAaX/zfO7l5eVazWVoN8PEODQqUCg3qRMTGXbxi3/uHDXn1vY8fmPp0h9taFpjMGvU/HywkJqfUr1PL1aUwUiwVzp6/IBXCQoKkpdS9bq0wqdCkQeGPEV2+5dDgQFHpMrJyTkSdHdrfRwAAAKDCEIAGAAAAAMCuDRgwQBSd+YuMjIyPj58zZ4606u7u7ujo+Pzzz48dO1an082cLUibEQAAEABJREFUOdPr8y8Uvn62Lm6z51pzc6VC0gOji7ej8PB0HHGftlMXgRpEOi/fsG64m7unTudYltPzPx1fe1tz/4a1/PR6vVKpLMsZZalNGec8s1gsudnZ+1et7nTn7aWu+vLn9clpGcWrrRrXGd73OobiqvUbpeWHCxar1aqff1vXtf1tkx4Y8dzcNx20mkfG3S9dtfvAIel0aVJy6nUFoOtF1Hrl3Y9j4i6GSadareLyexmXkNi6WROlUiE1yMgqPCnr6upSMv1sc3undhu2bD94NPLpKRMWfbtMXOlsru2kr8TdzVVaOjrqAny9pYLRkC8uO+tsU+oMsY10jnnH3v1Tps/09/WpG1FLqtm196CxoEDaQmZWdnZu7ieLvpEqQ4ICklPTbF2ueNL68rvm5qJ3cSmcb0zroBWoeENDu8079cvS8xsn1rmzkWuZpi23czefgSb9DAAAyk5WRAAVwJx1sfA/Mrlzw7vcOz6h8Wsmit5Qm4wGcf2MBfm5eYas7JyExGRbTcmhGxzof8/Avt6eHjv3HnRx+ddsxxdi4//YtP2HBR8kp6YPHD1BqklJS8/OyXVy1F2Ii5PeYl/Wd7vURnrz+/DYUdIbyVGTn+jQumXjEm9Xfbw8Y+MTROFU0AbpDfLE+++TyvKinXF3dZU27uHmevp89OV7deDwUfmt+HNzdXHq3tFfAAAAoCIRgAYAAAAAAIXq1asXGhr64osvSmfF5s2bl5KSEhsbu67I7Nmzv1u6vLilulHjf/WUyZxGjHR57HGZTicK598t02y+qC4UhaFAhUqlLNP8ZHKloqixdCljALrspJFZuFmZkJalb/bv2ab9vDxGDOhaL7wwDVzGXLXZbNlz4PBv3y6wrd45asLZ6JiEpORFH7y+defejxYsfuaRh7p1bPvIuPunPDPjpy/nadRlSkNai3agaaMG73226P5hg0+djbq8Ta3Q4N/W/ykVoi7ElLojxZuR7sTt7ds+M+c1N1dX6Tyxrfby88TFZ3Mvf8wvP+tsU+oMsc2Bo8ebNaz3zCMT3v30i1/X/KF3drzv7oEajfrNjz6f9cyjLnrnh8eOlG5i+aq1Xh7uV9yZc9Ex0j5ffteId1S+11pM7Lfh6af2fvL7HW8IlMHNZKBJPwMAAKCqkCtdWz7g3v5R5d9zQt+MPrd3mfjUC4F+fgF+V5jJ+PnHp0jvedMzs/y9vaZOGFPyKh9vT2n5wNRnpE8JXJydc3LzpM8Wpj4/OyTQf/Q9g52dHK/Yt17tWp9++W1CcnJ4aHC9iFqPPDf7/mGDWjUt/BhK56B95MHRT814de+hI4P69fLx8ii+remPTpr89EvB/n5X3KsDh4/a6qWtTR4zon6d2qJSZOfkJaflul32JWcAAACUIwLQAAAAAACgUMuWLbdv3z506FC1Wj1y5Eg3N7esrKxhw4YlJibOnj37ar3UDRu5vjSzdCS6ivlr+ZK2g0aI8vbd7Ce63jfBt1bdsnf5dsZjPcY95hkUKlDe1Cpl/6639ezUUlE6Q/wfIk+d6Xhbq+LVHl06/Ll1h3Rq9tHn56SmpRefhQ0LDuzTvev8xd9NeXCUrebM+fNjHnnaVv7s7bnSctLTL8plhbc+beJYW/3tndpOn/PGGzOnXzEA3bJpo4NHIx+ePvP4iVPPTZssrsLFxbnAbG7TsmlxzTXOMV/u8rPOtvpSZ4htQgIDlq9as2L1eovFMvPpx7bu3C1VDunf+6eVa45Enpo67v6nZ/4v12hs2aRRcRq71M7UqRW64Julr7/0TICf73/eNVSoVh517wrq9POFLcvObxoSwvT8ZXJjGWjSzwAAAKg6aj1+Qq5zFzdhUL+exeWH7r9XuhSvvvbSpXfBzz/+sK0w97knLt/C9/Pfl5ZLF35YsvKXxZ+VXA3w9S7Z941Zz9oKTRo+XVx5V58ePp6exasd27aSLpd3qVc7zHaLxUpuefig/sVbc3dzE5WlwGTOLzALAAAAVKSy/sYoAAAAUF4sFovBYJg0b/f4Pg1bR3gKAMAtormer0UbrzStc/biL53uGyX+nTc1mUxZUbszF3WtM+O8qBrBr/fGDnx04QpRBVSvAHTmoeXxG94Tg3919/RydHQqywzQd81d+0xvv8a1/fV6fUXMAJ2bnb1v4vTOX7xf6qq/DhyvExro7upcslL61Es65Hjuh0P1Q/wGtQ8XqCa+33I68sz5p/qGe7i56Rx08utMtKOki3kprX+b4Kpx3tN3vkZepsnLIWy/D24y5RkMWTnZu38xHfjR5RoZaNLPAAAAqPoKP5M3GsZ/vm9o53od6vuKaiIjI8vFxVmUk7JsbeCcVXPvCmwc5uvifOMfa8Rt2BJ9+Ij/8IHu7u46He9qAQAAKhAzQAMAAAAAgBvkNOp+caN2/fr9yZ1b3HwDk6LPDHnmlaOb10Xu2JibmXHvjHd+n/d6Sky0Z2DI4KfnFBiM86bc66B3cfMNuPPRl0z5eb+8Nzc7LTmidaceD04t3tqXz05Mi4txdvfqOX6aX606v7z3cuL5s3oPryHPzN218vuUmPN/fv2pXCHf9uPXrt6+bQeNaN5zoK3jX8uXyJWKNgOG7Vu9XNqs1klfcq+cPbxK7vOmJfMdnPVS41O7tp7YuTk7LaXrfRNO7tpccrMfjh8yZf4y8Xfqet/vP+39fXm+Mbdh515SY9t2Nn87//I9iTq0Z8W7c7SOzo279Gp/96j9a1fs+Olri9nSdeSERl16fTJpWK0WbWNPHgus17jAYEhPiO0+9hG5Qvnjq88G1m+cHBPVadhYZ3fPZa+9IFcoeo6barFYNy6eZ8zN7nrfQw079yj5+OQbcr+b84S7b2Bww+b9pkwXNULbZvUFgMv4Ong8XG/wO8d++OD4sicbDhcom7LPA036GQAAAKg45Zh+Lvet/afzsUmnzid269BCAAAAoMLwVTMAAAAAAHBr+NWq22/K9G6jJ/35zafSqrt/0OR5P+xc8W1Qg6aPLFhep23nPxZ9EnPiiHdYxLi3F7XsM1hq8/M7s/tPfW7SJz+kxcec2r3Ntp38vNyEMyfHvP5p38lPK1Wq7T8tDm7YbOJHS+rc1unPbz7rNOxBj8CQriMfOrJp3dDnXh375ucaB8ey71VJLXsNOvLnGqmwf92vzXvcaau89mZzMtMefGfRhPe/3vHTN8WVV+yy6dvP75r20kMffJ2dlpyTmrR+4QdjXvtswntfbVryWU56anZayu33Tx781KwDa3/pM/mp2wYO37/2F6mXQqXq/8hzI2e/v+7z96RVY17OQx9+E9yw+W8fvz72zQUT3l+84cuPs5ITSj4+J//a3H7QSKmZX+26/DIYUONNrXe3h0b/XuTShLxUgTIrzkA7Ozq1vlPZ7O6MZa9mnt1XULIN6WcAAAAAV+Ph5lw71F8AAACgIjEDNAAAAAAAdirfLG4tV9+AwqW3X0rMea+gcK/gWtJq2sXY5j0Ls8V1Wnc8sO7X3hOfOLN3x6LpE918A/wjGkgt9/62XLpWqdHkZqbbtqN20N0+5uEfXp6u0mp7jns06fw5IYtKuxhnMhpkin+++91/ynPrFr5nKihoN2hEGfeq1FVOHp5WqzUzKSEp+kxAvUZl2WyBwfDj/57LN+RaLeZr70lafGxI45ZSoef4aUnRZ/3rNNS5uEmr/rUbJl84p3XSK9UatdbRxdtPJpMplEppm9K1br7+RY+G1piXIxW8g8OlZXZasjEn649FH0llj8BgQ25Oycen07Cxv7w359MpI+u27SztlbQtAaDm0ik0M5qMmbr7/VmHF33c5nGBMrv2PNCknwEAAABcg/QJEm8NAAAAKhqnuAAAAAAAsFO3fPLf5AtR0vLUnu3eIRFSwXZayCesdkLUaZ/wOqd2b3X18b9w7EBQo2b9Hnl29adv7l/7s0dA8G13DtN7+ZzZ95ej3tW2nZz01MykhAkfLD65c/O6he+HN2ut9/Rp1uPO1PgLF0+fKN7y0c1rH3hjvjE3580RPZvc3tfWV6lWZyYnSIXYk0ddvHwu36tSmvUYsPytlxp07F5cU2qzpnxjgSE3LzMzKzkhNe7C0c3rp3z+U3Zq8rtj+l+ti63S3S8wIzHexdtv3YL3WvQamHYxRhRNbh197MAd90++2jmz5Avni5bn1FqH4nvq5ObpoHfpPvYRaXXPqh8VSlXJx6d++9t7PDjVMzh83uThLXrd6eobKADUaMNC7/js1Mpl5zdNrnNXI9dwgTK7PAO99GXZ0BectU4y0s8AAAAAriH2YopTTn6gv48AAABAhSEADQAAAAAAbo1Tu7dFHdqbl5054b2vDm343VbZadgDv897c8dP3+Rmpd836z2ds+vulUv3/f6T1Wod/NScJt36rJn/jnSVq7dv7wlP2Lro9K7GnOyvX5iSlZLce+LjQfWa/PbJ64c2rtbqnLqNekhq4Ozuufbzd31r1flu9hPpCfHdxzxSvA8RrTssmfFYTOQRtdbBFoAuuVdxJ4/+9skb495ZVNy+cZdeP789667HZxTXlNps0zv6LXhinLt/kKtvgG2D86eOlisVWkfn/NycK3axufPR59cteN+Qmx0Q0cAjMLTH2Knfznjs3OG9rfoO0Xv7Xu0xlDby5bMTYyOPjJzzYXGlQqXuNeHx72ZOy883hDVp6eYbUPLxUaq0f3z5cVZyondobb2XnwBgB15rMbHfhqef2vvJ73e8IXA9SmWgrdb0pS8X1ruH57SbSPoZAAAAwJXVqxXo7u4uAAAAUJFk1ls+3RMAAADsjMViMRgMk+btHt+nYesITwEAqFlMJlNW1O7MRV3rzDgvrh4F2/Xr9xaTue2gEaIquXyvtny/oNOwB0WVlHwhat3n7947611RMTIPLY/f8J4Y/Ku7p5ejo5NCofjPLnfNXftMb7/Gtf31er1SqSzfLKB0CJGbnb1v4vTOX7xflvbSp17SIcdzPxyqH+I3qD2z3lYb3285HXnm/FN9wz3c3HQOOrlcLlAexu14/deYbR+1mXZ3SFeB6yS9/kj/uuUZDFk52bt/McUe0rQdl6R30bo460k/AwAAoOor/EzeaBj/+b6hnet1qO9bli4//vq7yWQePujS71mdvxD77mdfvDPnBXETpI18+PlXb8x6Vlyn1PSM3fsO9rq9c8nK75avVCoLP6kwGgvuu/tOUR4Gzlk1967AxmG+0qH+DX+sEbdhS/ThI4YObb29POvVDuFdLQAAQMXhSAsAAAAAAODKTEZD27uqVkQbAG7MjCZj1HLlrMOLjJYCgetUPA+03sn5toGqfs8YPD31zP0MAAAA+xESFHCT6eebcepM1L7Dx6541d0D+pRX+rl8KRUKrVolAAAAUJGUAgAAAAAAoNK1GTBMVD2l9kqp0YoqzDMotOKmfwZQwwQ5ek+sc9f7kT9Kl6ca3CtwnS5loGUyhUJeUGCSyWRqtUqlVJF+BgAAQE21fc++dbYnDLIAABAASURBVJu35eUa/vfCU1Zhtc0A/eX3P23c+pd07YtPTJGWM19/T66QTxpz36btu46fPJ2fXzDx/hGd27cePuFRD3e31s0aq9Xqb3/6xc/b+4F77/b39Y65mPDIc7OjY2Knjh8TfzHRarWOuueuA0ePr1y94YUnHi6+6eTU9NEPP+Gidw7w9Xn2sUlfLV0ubTw8OHDbnn3vz31JOiAfPeXJgb27i6KZqo3GAo1GtXPPAW9vz4uJSVMeHB0WHPjCq28fPn6yacN60TFxiz54XVQ6Py9XDze9AAAAQEViBmgAAAAAAAAAqPmmNbjHQ6N///iPCXmpAtfPloHWarSOOp10Ye5nAAAA1Gx6J6cF77x6V98eG7f/Zas5cvxk5Kmziz54ffYz02a/9YFUk52b++UHb4QFBzWqV0eqf3LK+O9/XinVJyQmzZk+bdTQQd8u++XLD998/9UZuw8cKmyfk/PmzGffffnF5b+tvbPXHX9s2S5Vrv5jc79e3Ure9LHIU7XCQua//cpdfXpIq6OHDurRpeOwQf0TEpPzDMbNf+2+vWO7Unvr6enx1MPj27VqvnHrX1v/2mM0GJcv+rhzu9biFtlz+ExcYooAAABARWIGaAAAAAAAANRYVqs1ISMvMiZdoJpIysiTFREobzqF5oUmo6ft/nDmoS8+ue0JgesnK5wBWiGXy21lAQAAANRcDevVkZYuzk6p6ZfeU585fyEpJeXDBYsL6/XO0jI8JEhaOjk6btu1d++hwxcTk81ms1Tj6uri7uoirQb4+UgFqWbq+PvPX4itWytco1ZJffMMBr3eydHBITE55cjxE9OnPlTypjvc1nLH3v1Tps/09/WpG1GruL737Z03bNmxeceuaRPH/rntr5JdggP9paWzo2NyalrUhdhWzZtIx+3tWrX4eukKcSs0qhvs4+kmAAAAUJEIQAMAAAAAAKBmkslknk7qLUdjNh+OtlqtAtWB9Ky1C9PJ5WSgK8S9od0XnPrtp+jN42oPaOlRR+CGMDgBAABgDy4/6q0VEhTg5zvlwVEWi+XbnwpnepYXtVqzYZPe2Wn61Ic2bvvrO1t90ZcGPd3d0jOzpILJZJ7z9odj77271Db797r91fc+6XBbq1I3dODo8WYN6z3zyIR3P/3i1zV/NKpfx/amvn/PO1589S2lSuXr7XmNvQ0NDty6c7dUOH3uvLhF0jKyvTw9BQAAACoSAWgAAAAAAADUTNIJ14e7h4+8LTM7J6fAVEAG+oryDEbpgVJIF4X8lsc6bdPr6hwcNGqNXCYXKG8yIXutxcR+G55+at8nG3q8IwAAAACgzBrVr7Pv8NFHnputVinv7NW9uL5xw3oLlywdc+qMi945Jze3uF6pVDw6fszTs17LLygY2Kf75Rvs1rHdi/97e9pDD0rl9v2Gbl+11FYfEhiwfNWaFavXWyyWmU8/ZjKZjhw/uW7Tth5dOpjNlh5db7v2fna8reVfe/dPfX62tB1pH8StEJeYFhocKAAAAFCRCEADAAAAAACgZlIoFBqNWi+cNWq12WIm/3xFW/ceiYpJsJXlCrl0GlutVKnVit6dWotKJ5PJ5DKZWq3WajRKpZJ5ditCK4+6/QLbr4rZvvT8xqEh3QQAAAAAXObuAX1shV63d7YV3pnzgrQcfc8g6VLc7I1Zz0rLiLCQlUs+L9l92cKPbIV2rZtLl1Lt3V1dFrzzqlQwmy1tmjcNDvSTyg/dP6K4mae768vPPl5yg0s+vfQFTgedtle3wl0aPqi/uIxtb2PiLrZo0ujJyeMOHD2elp4hboW2zeq46h0FAAAAKhIBaAAAAAAAANRAhVFauVytUivkCgetlumfr6ZFg3q7Dp8pVTl32hhxixRloOUKhUJ6+ghAV5BZTR5YE7tz9uEv+wW21yk0AgAAAAAq3aGjJ56a9erMpx61rd7Vq/t/dukzfOzgfr2cHHXXbubi7Lxp+85lK1cnJibPeuYxcSts2XO8R6eWOp1OAAAAoMIQgAYAAAAAAEDNJJPJFEWkMgHoq4kIC/LycI+KuVhc06lVI61GK26R4tAz6eeKE+ToPbHuwA8jf/owctnTDUcIAAAAAKh0TRrWXfPDouJVFxfn/+zy+3cLRRk4OzvOevpRcUv5e7mpVSoBAACAikQAGgAAAAAAADUWadqy6N6u+fwffreVtRr1qIH/Pe0WqrsnGgz/9tz6DyKX3R/e28fBXQAAAAAAyo+7q5NCIRcAAACoSASgAQAAAABAObNNtZt58EeB6iwvZp/0VMrJDduBlo0iflyzJS0jWzo7+9qTD0o1+46ebtGwtkDNpVNonms86ok9H8049MW8254QAAAAAIDy8+fOo2EhQQIAAAAViQA0AAAAAAAoTzKZTKF2kHvVj9/8qbWIQPUkPZVWlzC5QiETZKBrOIVc3rNDy+9/2zRv1tRLNQp5Tp5BWIWjTitQQ90X1uPTk78sj948vvaAlh51BAAAAACgnPTp0kIu5+MUAACAikUAGgAAAAAAlCeZTKbyrKMZvjo7K9NgyLNYLALVk0Kh0Gi0arVGKsiYB7qm69yq0bHT54tXm9YLt1is67fva9u8vt5RJ1ATyYTsteYTB216/ql9n2zo8Y4AAAAAAJQHi9V68lysv5+PAAAAQEUiAA0AAAAAAMqTTCZTqlQODjq5XO7o6EQAupoqTDxLT6VSqdFopSeUAHSNp1arpo6+q2SNXC7r2bFlWmb2geNnGtcNU8jlAjVOe+9GfQPa/hb719KojUNDuwkAAAAANU6BxfRH3N61F3alGGsJVArpszCDsUAAAACgghGABgAAAAAA5UypVMocHFRqtbAWEqiebBloRREC0HbLTe8kl8mOn7ng5+Xm4aoXqHFmN31wbdzu2Ue+7BfUXqfQCAAAAAA1xZbEQysubFlxYVtOQZ6HwtnfGiZQKZQyWZumEQIAAAAVjAA0AAAAAAAoT7K/KZWFHzsQgK6+ikPPpJ/tnIuzo3SJjku8mJTWMCJEoGYJcvSeUGfAxyd+/iDyx2ca3icAAAAAVHP7U08tv7D55wtbE/JSpdXGbrWGBnXp79vu6diTApUi12L9Y/uhof27CgAAAFQkAtAAAAAAAKD8kZ0Faphgf+/ktMyo2AQHrcbHw1WgBnm8/rBvzq3/IPKnfgHtGrmGCwAAAADV0Jms2B+j//wpektUdry06qfzmFJv8IjQ7rWcAywWi8FoEKgsKploVCdYAAAAoIIRgAYAAAAAAADw3zzd9NJl58FIvaPOQasWqCmcVbqP2jw2cuvLY7a9urn3hzqFRgAAAACoJmJzk5ZHb/npwpaj6WelVZ1SOzS02z0h3Tp6NZbL5CVbWq3WzUfiohOzBK7CkG+WHrSb/zK/1cqMAAAAAJWBADQAAAAAAACAsrqtab38AtO3q/68t19XgZqih1/rB2r1/eLMb0M3vfh1xxfd1M4CAAAAQBV2LCNqS8KhX2O37U6OtNV08Wk2JLjznUEdHS77TqOsMI0r6xDhejYh61RUqsViEbiM9CB1inB0cVSVCo7fgByLiI2KrxcRJgAAAFCRCEADAAAAAAAAuA5qlXJwjw5SYdehE22a1BWoEWY3e3BH0tE9KSd6rX9yWZc5QY7eAgAAAEBVEpeb/Gfi/i0Jh7YkHkoypNsqG7iEDg3pOjSkm5fW9Rp9FQrFiHZBWTnZeYY8k8lsFVaBkormbFarVY4OOpVKKZff1DzQbkpZw5b1BAAAACoYAWgAAAAAAAAA10ejVklLrUZtMOabzGYnnYNANaeWK5d3ffnR3e+vjd/dac2Uu4I63V+rd3P3CAEAAADg1knLz9qScHBr0uHNCYfOZcfZKjVyVWfvpp19mnb1adbYrVZZtqNQKLRajUwmc9BqmQH6apRKpVqlUilVN5N+lqSbrZlnY9u7uwsAAABUJALQAAAAAAAAAG5Ek7phVqt107bD7Zs3cHYkA13tuWv0izu+8OP5P18/+u23Ueuli4NC46lx8dW5K2UKAQAAAKCCma2WHJMx12TIMxulS0Z+dslrm7tHdPZp2tmnWUevxuJ6yGQyuVyuVqmVCqXFYpHexwlcRlZEXuQmA9BSZwetWgAAAKCCEYAGAAAAAAAAcIOks8K9OrbMzM7dffhk8wa1lApistXe3SFdpcva+N2Lz6yJzklMLcjcnRwpAAAAAFQ8nULj4+Dh5+DuW3iRCkVlrUfRqrtKfuMBD+m9m0KhkMvlAv/lJtPPEie5zNeb6Z8BAAAqHAFoAAAAAAAAADdF76SrExpwJjrew1Xv6aYXqP56+rWWLgIAAABADXLz0V6URVyBJe10jI+3lwAAAEBF4ut9AAAAAAAAAG6Wi7Nj3bDAnDzD8TPR/J4yAAAAAMBueStltUN9BQAAACoYAWgAAAAAAAAA5SPE39vbw/VcTMLF5DQBAAAAAID9ybOKPEO+AAAAQAUjAA0AAAAAAACg3Hi46sODfGMTUrJzDQIAAAAAADuTabZmZecJAAAAVDAC0AAAAAAAAADKWcuGtZVK+fe/bRIAAAAAANiTYLU8NNBbAAAAoIIRgAYAAAAAAABQ/rRq9aAeHaxW644DxwUAAAAAAPbhjMEcl5AqAAAAUMEIQAMAAAAAAACoEGqVUiaTOem0+QWmjKwcAQAAAABATeeilDk7OQgAAABUMALQAAAAAAAAACpQ4zphKqVy+4HjOXkGAQAAAABAjaaTyzRqlQAAAEAFIwANAAAAAAAAoGLJZKJPp1ZWq/jrYKTZbBYAAAAAANRQJw3m9Ex+BAkAAKDCEYAGAAAAAAAAUBmcdNp6YYFRsYkJKWkCAAAAAICaqKGDwtNdLwAAAFDBlAIAAAC4FaxW66GoVEMB8/8BAFBz5BlNArgmV72TdImKTTh+9kK9sCCZTAAAAAAAUJPE5Vu9DPkCAAAAFYwANAAAACqbrEjDIKc9J2L/OnreYrEIAABQ/Un/vge5q5wc1DIyrfgvoQE+GVk5p8/HOjvpfD3dBAAAAAAANYXBahUAAACoeASgAQAAcAsoFIrx3cMzMzNzc3NNJpOVTwMBAKj+ZDKZRqNxcnJSqVS27zsJ4OpcnB2ly4HjZxw0aqkgAAAAAACoEepqFToHjQAAAEAFIwANAACAW0ChUGi1Wqng4OBgNpsFAACo/mQymfRPvEajUavVcrlcAGXQrH4tgzF/2dqtg7q3Z9gAAAAAAGqA7dmm/sZ8AQAAgApGABoAAACVTSaTyeVyjUajVCotFgvTPwMAUGPYMtASpn9G2Wk16jtvbycdFf518Fj75g0EAAAAAADVWYRGrlapBAAAACoYAWgAAADcArYMNJP8AQBQI5F+xvVSKRXSUu+kM5vNmTl5bnonAQAAAABA9WQt/GxEAAAAoKIRgAYAAMCtQTQKAAAAJTWKCJWWOw4c79q6ic5BIwAAAAAAqG6sQhw3mJtxBgQAAKDiMeUeAAAAAAAAgKqib+ez+hpdAAAL90lEQVTW0mniLXuPmMxmAQAAAABAtSIToouzSgAAAKDiEYAGAAAAAAAAUIU4aDVN64bHJqTEJ6UKAAAAAACqjwKz5WgeX+gFAACoDASgAQAAAAAAAFQteiddiL93niH/1PlYi8UiAAAAAACoDqzC6iCXCQAAAFQ8AtAAAAAAAAAAqqLwIF9vd9dT5+MuJqcJAAAAAACqPJVcHqQmigMAAFAZlAIAAAAAAAAAqiQXZ0fpcuRUlFatctU7CQAAAAAVSikXspuevLbALAB7lWEsOJBrChEAAACocHztDAAAAAAAAECV1igiVKtRr/hjhwAAAABQoeRyIZfd7AWwY05qZQMHhQAAAEDFIwANAAAAAAAAoKrTatQD72gnFdZt359fYBIAAAAAAFQ9BWZLrtkqAAAAUPEIQAMAAAAAAACoNprXD88zGvcfP5OakSUAAAAAVJapU6e2b99+1KhRR44cEQCuIjHHkEYAGgAAoFIoBQAAAAAAAABUE55uLtIyPNA3PinVZDbHJqQ0r19LAAAAAKhgO3bs2L17twBwTQHOOqFVCAAAAFQ8AtAAAAAAAAAAqhkXZ0fpYrFYE5LSpNU/dx2qHeLvrnc2W8zOjjoBAAAA4IYsWbLkh6U/pKWlrVy5cuHChdJSqvzggw9++OGH06dPT506NTMz88knn9y1a9fGjRsDAgIuXLgwY8aM4ODgxx9//MSJE76+vvPmzXNWOwjALiWnZp5Nz9IKAAAAVAbFzJkzBQAAAAAAAFC1Wa3Wgvz8+JXrQ+7qI4AiMpnMx9NNKngVTgttNZnNm3cfrhMWuOvwiczsXHcX58Mnzzk6aHPzDGdjLnq7u56Njs8z5mvU6qOnz+uddKkZWXEJqR5u+sizFwp/n9gqpIKnm0tcYnJqRrar3unQiXNajTrPYDxz4aK3h+vZCxfzDAapxtY9LSMrtqj7iXMxVqtF2kCp7tKta5QqgzH/VHSsj4fbuZj4nFyDg1Zz9NR5Z0ddWlZ2zMVkz6LuFqtFJmTHz15wd3WOT0xJSctycyndPSo2ITs3z9HB4cipKCdHh4y/u588F2u2mOVy+fEzF6S7nJCcmpSWKXU/cuq8SqnILzCdjIqVHqV/ddc5ZGTnXIhPkvZW6m6ymBVF3d2k7ilpSWkZbnpn6T6qFIqCAtMJW/cYW3ettNmS3U9FxUptlArFsTPR0l1OTElPSE6X7sWx09EKuazAZJbunfTQRccnZmblSvf68MkonYM2OyfvfFyCl3vp7kmpGQnJaYXdz0TLZTKz+VJ36bYysnKkx7ywu1YjdY8q6n76fJyxoECtUko3d4XuFovU3cu9sHt6VraLk6PUXXr8c3LzzsVc6m7Iz1erVFJ36drktIz4pFQPV/3xf3ePlR7T9EvjwUGjzskzXs9w0sclphR3v5nhVKr7uQsXc/Lybng4leqefjPD6d+jsfRwSsmQCv85nGKuMhpvZjiVHI3lMJxKdL+Z4VSq+3W+Ov1rOEmjMddQYjQajDc8nEqPxsybGk6lRqN09294OJUejemZbnqnMr46/cdovInhdPlovJnhVHI03uRwKtX9pobTlUbjDQ6nf4/GmxxOJbsnF3W/8eF0xdF4Y8Pp36PRSXdTw6nkaLyZ4XTF7jc8nC4fjTc5nCrp0Ou/htPJqBhpGFw+Gk+eL4/hVPZDr7L9W1mZh14Hjx4xGg3ffffdkSNHVq5c+eOPP3bs2HHSpEkLFiz45ZdfpNWff/65ffv2sbGxRqPxtddey8jIOHTo0O7duyMiIt5+++3s7OxVq1Z17di5XA69rnM43bJDL+mJu+JwqpqHXheq0qHX8Rp16HUhOj7JUadxz8rMSEx0blTPwcFBpVJJ71sFAAAAKgYzQAMAAAAAAACo3hx1WukiFe68o520rBcWnF9QUHjiWsgsFovJbJZOdUv1efn5CoXcarXm5hktVqt0wl46a15YbzCapEZKc1G9xZhfuFZYn1dYbxHWvKLuxvx8uVx2qbvFWmAy/9093+Rktpgtpbsb8qVT77ZCYXejSVgvdZfqC2/dWFgvLaWyWVPYvTDoX2A2Fu78Zd3zC8wKhbT9wlsxF94pW720DwUmjbQ/tu75JrPRtld5BpPFIrdIO28s1d1sNku7KN1rW3ddgdpitf596yZpc1K99IjZ7kVucXeLQno8L++u1ahsm7VaCrv/vfNG6dZlhY+81EyWn2+Szvpbhe2hsxSYTHnG/FLdC58pk/SMFHY3SA+puTCNYdsrY1HlpYeu6L4bLt33Ao1aKXW8vLt0E0qlorC7sEorUt9/dt5ise28tKsqpcJqsY2Hwr269IQa/9W98Ak1XXoopGfEfD3DSbrRkt1vajiV6l5Q4jG5geH07+43M5xKjcZSwymvqPt/DiejseCK3W94OJUejTc3nC7vfsPDqfRovInhZP73i5u8uPsNDKdSo/HmhlOp7jcznEqPRmOZhtPVXtyuNBpvaDj9ezTe/HD6p/tNDqdS3W9iOF1lNN7QcPr3aDRbbmo4/Ws03uRw+nf38hhOl7rfzHAqNRpvajj9ezTe7HC6vPvNDqdKOfT6r+EkFa48Gm9uOF3voVcZ/62szEMv6WGrU6eOVB8ZGRkfHz9nzhyp7O7uLi5Tq1Ytaeni4pKQkHD+/HnpRqOjo/Py8hQKRXkdepmqyaGX0VidDr2uNhpvyaGXtM815tBLpVTVDvbQO+niBAAAACqJrOiADwAAAAAAAKjSCmMf2dn7Jk7v/MX7AgAAAABQAZb8+EN2TvaECRP27t27YMGCjz/+WHovNm/evMmTJ7dv33779u1jxox58sknd+3aZTKZpGbLli07efKkRqPx9/cfPnx4VFTUkSNH+vfoLQB7FbdhS/ThI/7DB7q7u+t0OrlcLgAAAFAxONICAAAAAAAAAAAAAAD/aNmyZf369YcOHTpq1KiwsLBrN548efKuXbukxnPmzImIiBAAAAAAUPGYARoAAAAAAADVADNAAwAAAECFUyuFTNwso0kA9ooZoAEAACqNUgAAAAAAAAAAAAAAAAAAAABANUEAGgAAAAAAAAAAAAAAAAAAAEC1wW9tAAAAAAAAAAAAAAAAiVUAAAAAQHXADNAAAAAAAAAAAAAAAECIfLMAAAAAgOqA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qg2L2XxmyU9Wq1UmkwkAAAAAAICqJDs6Rjio+NQCAACgEhCABgAAAAAAQPUgVyi8BvZMy8szGo1Wq1UAAAAAAABUJXJvV11wgFKplMvlAgAAABVJxrkiAAAAAAAAVH3Sp1j5+fk5OTnZ2dkGg8FisQgAAAAAAIAqQyaTyeVyrVbr5OSk0+nUajVTQQMAAFQcAtAAAAAAAACoBqRPsSwWS34Rk8nEh1oAAAAAAKBKkRVRKpUqlUqtVsvlcgLQAAAAFYcANAAAAAAAAKoHWwbathQAAAAAAABVjC0DbYs+k34GAACoUASgAQAAAAAAUJ3wcRYAAAAAAKjKiD4DAABUAqUAAAAAAAAAqg9OIgIAAAAAAAAAANg5AtAAAAAAAAAAAAAAAAAAAAAAqo3/AwAA///hHsRlAAAABklEQVQDACeFYJIXhbxNAAAAAElFTkSuQmCC"/>
</p:tagLst>
</file>

<file path=ppt/tags/tag9.xml><?xml version="1.0" encoding="utf-8"?>
<p:tagLst xmlns:a="http://schemas.openxmlformats.org/drawingml/2006/main" xmlns:r="http://schemas.openxmlformats.org/officeDocument/2006/relationships" xmlns:p="http://schemas.openxmlformats.org/presentationml/2006/main">
  <p:tag name="MCDIAGRAM" val="mcDiagram:25d9e851-f712-4f1d-accf-4ee7e2a76413:1e77a8a7-ec42-47ea-8cc6-8fe03204785c:0:1"/>
  <p:tag name="MC:BASE64" val="iVBORw0KGgoAAAANSUhEUgAADwAAAAGECAIAAAAER0L5AAAQAElEQVR4nOzdBXwTZx/A8Yu1qRsFCsUpXtzdx5BtyHB3d3d3d4ehwzcYDHd3d/dS9ySNvE8b1nUt8MIGoS2/L/2EJ88999xd7nKS++cfpclkkgAAAAAAAAAAAAAAAAAAAAAgKVBKAAAAAAAAAAAAAAAAAAAAAJBEEAANAAAAAAAAAAAAAAAAAAAAIMkgABoAAAAAAAAAAAAAAAAAAABAkkEANAAAAAALMZlM8QoAAAAAkMzIZLJ4BQAAAAAAAACfHQHQAAAAACzBZDLp9XqtVivKRqNRAj6CTCaLDZdPWP6YobFBJx9TBgCL+fAe7H1l9mwAEj/2aYJcLlepVOJRIgYaAAAAAAAA+GIIgAYAAADwxZliBAQEREZGqlQq6T1JoD8yQiJxPkrJV5J4/b+pyL8ktC6SpST0jmCNJOa9U7JZL+ZlfF+Zd4Tl8Y5InFgjX8tX2UcZYzg4OIgLH4VCkby3bQAAAAAAAOArIgAaAAAAgCUYDAaTyeTk5OTo6CgBAAAAQHJkNBp9fX0jIyOlmEhrMwkAAAAAAADA50YANAAAAIAvzmQyGY1Gg8HAvX8A+KYEnlqtC74rl5ne10BlbXQo0lVhl0YCACC5EJc/Go1GqVSaf/0GAAAAAAAAwJdAADQAAAAASzDFkAAA35JnZ85rn510Tu8gUyjeMVgf6uD0xrFgM0kiABoAkHwY/mI0GiUAAAAAAAAAX4ZcAgAAAIAvz5wEWgIAJBobN26cPHly3JoGDRpcvny5atWq0r8SEhJSq1atuDVGk0ylt7Ut3/9p8REJ/1KX/dHOIfLf/TbA7du3ixUrtnjx4tiaPXv2iJqrV69+eMTevXtfuHBBev/Mt2nT5v79+9KnCAsLGzRokCicOHFi4MCBHz9ipUqVOnbsGPvUz89PLMLKlSslAEASJ659+P4nAAAAAAAA8EURAA0AAADAcggCAIDEo3z58nv37jUYDOanN2/eFHvpvHnzxouK/s/kb6yzbfBLvy0ggzxV/oeqnKJs/pM5ppf+VfSzWYoUKQ4fPhz79ODBg25ubtJ/1rdv37Rp037SKGFhYQ8ePJD+lWfPngUGBprLBw4c+CyLAAD4uoh+BgAAAAAAACxAKQEAAACApchk/yHSDQDwWaVMmTJLliynT58uVaqUePrnn3/++OOPUVFR/fv337t377179xYsWBAWFubs7Dx48OBLly4dOnRo9OjRUkwS5SZNmuTNm3fmzJkPHz589epV2bJle/Xq9d4pRf8IgCGHu03+lFaZnaRMzlY77gWH6v7TzwKIA4q7u7t4fPnyZZo0aTQaja+vr4eHh3nob7/99vvvv+v1+goVKrRu3VrUbNiwQSyUnZ1dQECAuc3KlStFjeihSpUqLVu2jO156tSpgwYN8vHxWbt2rXgaHBxcoECBPn36iJaik3379llZWYn6n3/+WXRuHmX+/PmvX78eP358uXLl3rx5M3DgQPHq5c6de9SoUWKs903IrHz58keOHPnpp5+kmBhu8dR8rDxx4sTixYsNBkO2bNn69u1ra2srnl68eNFoNIrVVKNGjXgrSDxKAIDEgaseAAAAAAAAwALIAA0AAAAAAPCNql69+t69e0XBYDAcPHjw+++/jx00f/785s2bL168uGTJkhcuXEg47pUrV7Ra7YIFC9asWXP+/PmrV6++bypySWNleqkzao4/C7rmqwnT6VzUcpNR/9+zY1asWHHfvn2icPjw4XLlypkrL168uGHDhjlz5oh5271794kTJ44fPy7mcNGiRd27dzenaj558uSZM2eWLl26YsWK+/fvHzp0KGHnjx49Gj169KpVq8S4N27cEJPYuXPnvHnz+vfvL5Y9bsvOnTunTp168ODBovzixYvhw4eL1+RWjP87IbEI5jzWfn5+arXa1tZWvCyBgYFTp04dN26c6Cd79uwLFy68fv26eIVFYfbs2UeOHJE+YgUBAL4W0j8DAAAAAAAAFkAGaAAAAAAAgG9U1apV58+fr9Vqz549mzt3bldXV1E2D8qfP/+UKVPKly+fN2/eQoUKHTt2LN64hQsX9vT0XL16dWhoaEBAQOyICZkM4RFBl+6GHzbKW0UZrcM1EfceHAgKum/0yvwfv5pfuXLlwYMHt2jRYt++fX379j169KioFI+1a9e2t7cX5Tp16ly4cEGn05UqVUqpVGbNmrVYsWKiXlRevHgxNoVz6tSpxTLG6zxXrlwpUqQQhQwZMohlPHny5I8//mhtbZ0xY8bYYOuE8uTJY2trKwpeXl7+/v6XL1+ON6HYcuxUnjx5Eh4evmfPnooVKz579kxU3rx58+XLl3Xr1o3ts2XLlj4+PsOHDy9ZsmTXrl2lBCtIAgAkGmSABgAAAAAAACyAAGgAAAAAlkMuNABIVGxsbEqWLHn8+PGDBw/WqFEj7qAWLVqUKFHi0KFDU6dOrVSpUo4cOWIH6fV68bhz584VK1Z07NjR29v7+vXrH9jDq0wvHXW7/ELDHymdPVLm1gSccTDud3HWyOWZ4rVs2bKl9H4eHh4TJkwwl00xRI1MJnv06FFQUJAox86eUvn2Iy+VSqXRiAnJY2fP2traXOjWrVvTpk1FwcfHx8nJSafTxZ9tlcpcEJMwGo3iMbbb2MI7FjbOWOaJxptQvPaijXh5j8aYPHny6tWrzfWlSpWaPn26KISEhIipOzs7i0FHjhw5fPjwjBkzNmzYEG8FiRUhAQASB656AAAAAAAAAAv4j3l2AAAAAOATkAsNABKbmjVrHj58+ObNm2XKlIlb369fP51O16FDh7Zt2z569MjR0fHOnTsmk+nVq1fXr18XDe7evVupUqXKlSs7OzvfunXrA5OwUssyeimK5XPMlmKXKmy8o2yPh4s+tZsq4cdSKz8oNvo5rooVK06cODFuSuaCBQseP35ciok/O3LkSJ48ecSimTNYR0REXLp0ydxm27ZtAQEBoaGh3bt3P3PmjPT/5M2b99SpU6Kg0WguXLgQd5BCoRCV7xzrYyYkFkG0sbGxiQ2PzpUr19UYRqNx6tSpYtkvX748cuTI7777TrwI4gX38/OLt4IkAECiwVUPAAAAAAAAYAFkgAYAAAAAAPh2FSxYcPz48eXLl5fL/xGQ3KJFi/Xr14eGhmq12kGDBqVPn97b27tVq1ZZsmQpXry4aFC7du2ZM2d27tw5KCgoT548z58/z5kz5zsnYaWyc3fMIpMktULm5CG3VcpFOdJolEsKo/RfVapUac6cOSNHjoytqVix4v379/v27evn55crV67vv/9eJpOdOHGiZcuWBoPBnCi6VKlS9+7d6969u6+vb4UKFcqVKxcSEvLhCX333Xc7d+5s06ZNhgwZUqZMGZtJWnB2draxsalbt27v3r3jjZVwQgl7FjPp4+PTunXr2BoXFxexRDNmzAgODhadDxgwQK1Wi0UYPHjw69evK1eunDVr1ngrSAIAJBpkgAYAAAAAAAAsQMYncQAAAAC+NKPRqNVqfX19HR0dHRwcJADAt+HyjJ6yZ+eyNCgSqYoST2Uxf9Hhz9H/m9RhvoY3x+yqHpQ55JQSvRs3bvj5+ZUrV06j0TRo0GDBggVp0qSRAAD4J3Ht8/Lly6ioKBcXF3t7eysrKxJCAwAAAAAAAF8CGaABAAAAWA7fwASAb4raVuZSKML0cq/6XUOjTJLS2kVKItzc3LZu3frHH3+8fPmyadOmRD8DAN6Hqx4AAAAAAADAAgiABgAAAGA5JD8DgG9K5kolZFHu/6eRylVKClKnTj1s2DAJAID/h6seAAAAAAAAwAIIgAYAAAAAAMAXYZW1vgQAwDeGDNAAAAAAAACABRAADQAAAAAAAAAA8HmQARoAAAAAAACwAAKgAQAAAFgOudAAAAAAJG9c9QAAAAAAAAAWQAA0AAAAAMshFxoAAACA5I2rHgAAAAAAAMACCIAGAAAAAAAAAAD4PMgADQAAAAAAAFgAAdAAAAAAAAAAAACfBxmgAQAAAAAAAAsgABoAAACA5ZALDQAAAEDyxlUPAAAAAAAAYAEEQAMAAACwHHKhAQAAAEjeuOoBAAAAAAAALIAAaAAAAAAAAAAAgM+DDNAAAAAAAACABRAADQAAAAAAAAAA8HmQARoAAAAAAACwAAKgAQAAAFgOudAAAMA7mU8SOFWAOXKU+FEkaezKAAAAAAAAAAsgABoAAACA5RDLAgAAEjKZTPrQ0LBbt4xGoykG5wzfJrlK5ZA/vzwG2wCSLrZeAAAAAAAAwAIIgAYAAAAAAADw1ZgjnsNu377btavKyYnMqd8sk8EgyeU5tm9XxZCIIkWSxX4MAAAAAAAAsAACoAEAAAAAAAB8TUajUa/XKxwcimzaKuFbFXLt6q2RwzUajSjL5XKlks+ukVQRuw8AAAAAAABYgFwCAAAAAEshFxoAAEhInCEYjUZCBiG2hMjIyKioKE4akaSxAQMAAAAAAAAWQBYNAAAAAJZDYBMAAP+CLIb0lRiNRukLMwdAEzIIsQ1ERUUZY4gyp45Ioth0AQAAAAAAAAsgABoAAAAAAABI7JJ3OJ0phgTEBNyzMSCpYxsGAAAAAAAALIAAaAAAAAAAAABfGfGCMCMaHskAGaABAAAAAAAACyAAGgAAAIDlEM4CAAAAIHnjqgcAAAAAAACwALkEAAAAAJZCLjQAAP6FLVu2yP6pWbNm0hcWEhLSuHFjCQDwibjqAQAAAAAAACyADNAAAAAAAABAola3bl1zPlF3d/dr166lTp1a+vJCQkKuX78uAQA+ERmgAQAAAAAAAAsgAzQAAAAAAACQxOh0ut69e5cqVapMmTK7d+9+Z02sIUOGtGzZsmrVqrlz5165cqW5cvLkyYUKFSpSpIgomEfv1auXaJM9e/Y+ffqYTKZhw4Y9fvy4S5cuEgDgU5ABGgAAAAAAALAAMkADAAAAsBxyoQEA8FlMnTo1KCjo+PHj169fr1y58o0bNxYvXhyvJkWKFLHt/fz8tm/fHhAQkCtXrpYtW+7du3f//v1HjhxRqVTt2rX7/fffHR0dIyMjRX1ISEiFChVOnz49ZsyYCxcuzJs3z2AwSACAj8ZVDwAAAAAAAGABBEADAAAAsBxyoQEA8Fns2LFj6dKl4sDq7e1dvnz5s2fPJqypXr16bPvKlSur1eo0adKIR51Od/jw4X379jk4OJiHpkuXbty4cV5eXtOnTw8MDPTx8YmMjJS+AN8dO9xr1ZIAIFnjqgcAAAAAAACwALkEAAAAAAAAIEmJiopSqVTmspWVVWRkZMKauO1Fjbkgk8mMRqMoTJ8+3RTj+fPnQ4cOXbt2bbVq1TJkyCAe8+TJEzd9afi9e9oXL/SBgdJ/82Lx4oejRok/o0YjAUDyRQZoAAAAAAAAwAIIgAYAAAAAAACSmLJly/7xxx+iEBIScujQocKFCyes+cDo5cqVW7p0qa+vb3BwcPXq1Q8cOHD58uW6MVKkSHH27FmTOY35aAAAEABJREFUyaRQKCIiIkTjW23bXv7xxwtVqlytXz+2h1dr1vjv2xd65Yr21Svp4+j8/KSYJNA3WrbUPH0qfT4rWjYfmi1L3L9zv67/+NEX1qvj//jxvaNHNvTqIX1u2wYPDHz+PPbpqVW/TChR9M8J4+I102s0E0sWlz7OJzX+oi5s3nhz315RWNKogc+dOxKAGGSABgAAAAAAACxAKQEAAACApZALDQCAz2L48OF9+vSpW7fu06dPx44dmyFDhoQ1Hxj9u+++a9GiRY0aNZ4/fy5GqVmzZrZs2fr161etWjVfX98SJUo8fPiwbNmy9vb2uXLlOjh2rO71a+3r1yoXF/Po2hcvns6cGdtbmhYt0nXrJgohZ874bNtm7eGhcnOzSpnSqVgxpZNTbLMof39zIeL+/WtNm2YZPty1cmXpc2i1cpV4fHXz5uYBfbvt2CX9K5558zml9pA+K3HmE/LGx8XTM7bmyo7tbX5ZkzJbNilZeH71auZiiSIUG0hUuOoBAAAAAAAALIAAaAAAAACWQy40AAD+C19fX3PB2dl52bJlcQclrIk1btzf+YZf/ZWwuX+M2Pps2bL9/vvv8Ua8fPmyeDQYDPHqrdOmLbRvn9bXN8rXV/f6tY2Xl7leHxoacft24NGjJp1OPM29YoW9t7coPBg2LOTiRX1wcGwPxoiIewMHulWtmr5bN1Xq1NLnFvL61c7x48J8fa3t7asPGpwic5aENfFGeX71ysVtWxvMmLWkUYM0uXK/uHHNZDLVGDLMM28+v0cPd00YHxkUaOPsUmPwULeMGR+fP3dk4XxNaKhMLhdt0ubxXtSgXtrcea7v3t1p81anNGnMfb6+dStllqyxkzi8YJ7vwwe/jxj2w8jRz65cvrrzj4jAANf0GWqPHa9Sq81t7h09snvKpNYrVyutrcREX928KQZV6NI1a+kycefWoI/aMXL482vXrGxs6k+f4ZAy1fmNG+J1OLtm9TS5c4e+eeOZN+93/QbIlUqxaKmyZ/e5c8chZUrxIhii9MtbNO194LA4Q7t1YP/NvXvqTpoSO4l4jR1Te8Rbar1Ge/fI4WeXLzl5RC/vmXVr/B49iggKFIMyERWNbxtXPQAAAAAAAIAFyCUAAAAAAAAA+BRKFxe7bNmcS5VKWbeuQ9685krXypXz/fZb0ZMnC+3fn2fdOtu/AqMdChZ0KFDAFBUVrxP/vXsv1awZfOaM9LltHTIoe9ly7dZvyFWl6rYhg99Z8wG2Ls7tf91UsnnLIwvmi6fbBg8q3rhJh41bqvbqs6lfH1FzdNHCWsNHddiwuXC9+gdmzzKPlTp7js7bfouNfhbuHz+WtVTp2KflO3VJkTFTnQmTnNN4XNi8seXylZ23bbdxcjq34VdJJhN/z69c/nPShJbLVti5uR1dvNjO1bXTlm2N587fN31a2Js3cecwMiioQJ26HTdvdU6b9urOP7ShIfE7lKSAp09KtWwlFlllY3tk0QLziM4eaURN0YaNtgwc4JIunXOatE/OnxP1V7b/nv+HH+O9DnEbJ1zqDIULZytXvlyHTukLFhRDXdNnaL1qTYlmzU+t+kUCvm1kgAYAAAAAAAAsgABoAAAAAAAAAJ+T0tnZLls2+V9ZjVPWrp117FhJ/o+PImVKpVPRomnbtbPJnFn6rLShIa9v3ylQt54oF/q5vt+Tx6GvXsWr0YWFfaCH7BUqRs92Vq/IkJCoiIgnF86vat92aLYsc3+s+fzKZVHTfMmyNw/uH5o35+6Rw3qNxjyWZ778jqn+kc360flz78yFbO3g2PqXNZe2bTmycP7r27ejtFrJZNJFRKzu1KHAj7UdUqYSbR6fO3t00cJhObwmlCj64vq1V7dvxe1B7eDgmTefTCZLl79AmL//OzqMiUhOVyA6NDl31e8enDhhHtG7eg3xmLlEyZc3b0RFRub/6adrO//QhIS8unkzc8lS8eYzXuN3LnWszMWjlzR9gYJh/n4S8G0jAzQAAAAAAABgAUoJAAAAACyFXGgAAHyzYjNAy6ysUv70U5oWLaxSRUf6itMDnU4nfT5Gg1GpUpoDEMWjQqnUaTTxavQ6ndX7e1AoVW/n2WiUYqKNh164bK7xf/xYYWU1u+b32cqUzVa2XIqMmc7+uv7tWKp/fNaqCQ1VWVsrra0T9u/36OHSJo0rde+RsXARvVYnxZwgGXTan6dO2z5ieP6ffjLHQHfa+lvaPN5SdC7npy6enlPKlQ5+9Uo8HXn1htL6bXB59EKZTO/sMK6E52AyuVzU5vmu2sE5sz1y5fauUVN0FTuJsXcfxGtsjIqa/XOdhEsd/0WTyTjfA3gXAAAAAAAAABZABmgAAAAAlkMuNAAA/gWTyWR8l/B794xfnvT5yNVqj2bNCuzYkbF/f3P085dg4+xs6+L6/OoVUX526aK1nb1bpkzxamxdXT+yN5Wtbaps2U+tWinKFzZt2Ny/T1RkhP+jR5W698xcouTj8+ek90Q6PjpzOmORIu8c5PfokXuWLEUaNvLMm+/+iePRsZIymY2zS85KlUs0a75z3FjRJmPhIseWLDYaDD537iysXzfc37/fkeNj7z6IF5r83g6jw6af+N6/Jwp3jx7JXr6CueW9Y0fF45Pz50VLsWjWDo6ZihY7NG9OgZ9qi/p4k4jbWJJJCZdaLpdHJUgFDYCrHgAAAAAAAMACyAANAAAAAAAAJHbx8olqX768P2hQ2I0b+bdvt06TRkoK0rZpk7pxY6WTk/Tl1Zs85fDCBZrQ0IiAgHpTpr6z5uPVHjd+9+RJl3/7Lczfr+mCxdYOjpW691zTqYMuMiJllqyBz5+9M9vr/RPHizdt9s4Os5QoeWPP7l/atg7z9U3p5SV6iI4njumkdJu282r/cP/4sbLt2++eMnlxg599Hz2sNXykvbv7+2fwXR3GBIKfWLki8PlzhZVV0/kLzS2fX7t2s3XLyKCgxnPnm2vy1qgZ/OqVW8aMCbuN2/idS53WO+/vw4cqVCoJQBxkgAYAAAAAAAAsgF8kBAAAAPDFGY1GrVbr6+vr6Ojo4OAgAQCA/8B/376Ho0eLQsb+/d1r1ZKSOPH5pE6n8zt16tXo0cW2/Cbhc9BrNFMrlh948nTcyiWNGvwwcnSq7NnjVh5bvMghZcr8MRmg/2/jLyrk2tUbw4e6LFni7OwszhitrKzkcn7AEEmPuPZ5+fJlVFSUi4uLvb292JJJCA0AAAAAAAB8CWSABgAAAGA5fAMTAID/KMrX9/6gQXY5cmQdP16dPr0E/AczqlRy8vBosWyFBODz4aoHAAAAAAAAsAACoAEAAABYDsnPAAD4j1Tu7jkXL3YsWFAC3k+pVsdL/yy0W78hXk2vfQfe10PCxgA+Elc9AAAAAAAAgAXwG4IAAAAAAABAombS65/Nnfti8WLzU6KfASAxIwM0AAAAAAAAYAEEQAMAAAAAAACJl/bly5tt275cuTLy6VMJAJDokQEaAAAAAAAAsAClBAAAAACWQi40AAA+SfDp03f79xdH0MwjR7rXrCkBABI9rnoAAAAAAAAACyAAGgAAAIDlkAsNAIBPok6Xzs7LK/PIkaIgAQCSAq56AAAAAAAAAAuQSwAAAAAAAAASk5ALF8wF67Rpcy1bRvQzACQhZIAGAAAAAAAALIAAaAAAAAAAACAReTZnzq0OHV4sXy4BAJIgMkADAAAAAAAAFkAANAAAAADLIRcaAAAfoH358lrTpi9/+cW1cuXUDRtK+JLGFMr/4ZowX98ljRoMy55VExLygX5EG587d6SPJnqbVqm8ZBEnli87NG+O9In+3VixXly7uqJlcwn4hnHVAwAAAAAAAFiAUgIAAAAASyEXGgAAH/B40iTNo0eZR450r1lTwtf2/NpVJw+PMXfuSwDwKbjqAQAAAAAAACyAAGgAAAAAAAAgUcg4cKApKkqdPr2UfIVrw4MiggLCA4MjgwPDAwMjgsI0YcFhwfb3XhWXPnPO1Mfnzx1ZOF8TGiqTy2sMGZY2j7deo9k9edLr27dcM2Q0GYyiTcIas6CXLw/MmhkeELB78sQqPXvvmTr5+dUrMpm8fMfOXuXK7ZkyKdw/4O6xo7WGj4htv7JVi7oTJ1nZ2u2fNUNM1M7F5YdRY2xdXN43ewadLl63CWv2TZsa9PJF8OvXCpWqQtduGQsX8blz5//2//DUycMLF0gmk7WdXZo8eUTNvSNHDs6fY9QbUufIUWPQECt7+/MbN1zd+UdEYIBr+gy1x463cXZOOFYsv0cPd00YHxkUaOPsUmPwULeMGZc0apAmV+4XN66ZTCbx2nrmzRf4/PmfE8aJV8z1rw34xp7d5zb+qo/UpM2b9/uBgyXgm0EGaAAAAAAAAMACCIAGAAAAAAAAvpqQ8+dfLFqUfe5cubW1tYeHlJT5h/kHRgQFRwQHRgSag5uDYv7MBVHzJtQ34VgKmSKVfcpikS7Sf3D74AHPPN72KVPGrTy6aGGt4aNc06e/uGXzgdmzmi9eenDeHJd0njWHjzi/ccPFLZtEm4Q1Zs5p0lTs1v3mvr3V+g+MjqIOCW23fuObu3eXt2zWY+du0cCgj+q9d7/JaDj1y8rIkOBN/Xr/NHZcugIF13bqULpNuwyFC1/YvPHxubO5qn73vnk+vnxpvG7Pbfw14YR0kZGtVq7ShIQsbtSg0+at+2dO/3D/4X5+f4wb037dBplctqhh/TR58kQEBOwcP7bF0uUu6dKdXrP6wJxZFbt2E6OLCYn2vw8fem7Dr4Xq1os3Vtw+tw0eVK5Dx2zlK7y+dWtTvz4dN20RlbYuzu1/3XRt5x9HFsxvsmCReAVqDB6a1jvv5n59zGNtHzWi/5HjCpVq59gxAU+fuibryH4gLjJAAwAAAAAAABZAADQAAAAAyyEXGgAAcT2dPfvVqlXWHh66N2/U6dJJiVJAeECoJjQkMjRMGyYKoZrox3BtuDnc2RziHBAeKCrf10MK+xSu9i6Z3TMXyVQ4pWNKR7Wjm72rq72bq62Lm71bCns3nU7nd+rUq4OjpX8rQ6HCG3r3qNKzd1rvvLGVzZcsu33o4JUdv/vcuaPXaETN/ePHG86cLQoF69b7c+L4d9YkdPvggdpjJ8hkslTZs2cqWuz51SuiMl2+/FZ2dlLM6c3WQQPcM2fJWKSoeU52jhuTq2pV0cBc8z4Ju33nhHJWqqxQqezc3FLnyPH8yuX/2/+TixfS5vFWOzpGL9RPdaK0mhfXrvk9ejitUvnY18rawbH1L2subdsS4uPz+vZtx1SpE44V22FURMSTC+dXtW8bt0Y8Zq9QUTymzOoVGRISGRQU6uNjfvGLN222b8b06JfIO+/azh2zlSuf/8cfiX7GN4WrHgAAAAAAAMACCIAGAAAAYDnkQgMAwMwQGnqrS5fwmzfdqlTJNHSoIiaU1hLTNRqCI4PjBTSHiT9tWEh0OTT07/roQZoozYc7tFJaudm5ZnBL7xx5L94AABAASURBVGrn4mrn6mbv5mLn4mbn5mrv4mornro62zp/uIdPihQ0GY2HF8x75yC/hw8fnTkTGwBt1Ovn/lQrW5my2cqWS5Ex09lf1/81OaN4lCsUSrX6fTXxGKL0ctXbz1EVKlVUTCy1KMQ2KNG8xflNG+8ePpStfIXSbdtlLV3m5r49O8ePzV21WqXuPaT3SNjtOyf0j8U3mT6mf/EqmQtiicyhzLmqVG08b4EoaEJCjAaD36OHS5s0FuNmLFxEr9VJMasg4Vix1A4OQy9cNpf9Hz9W2dpGz6FSFXdysaOr1DbmQpOFix+ePHFz396jixbWmzwlc4mSEvBt4KoHAAAAAAAAsAACoAEAAAAAAABLUzg4qFxcsowalaJGjXiDInWROoNOp4+KMog/UYguixq9QS9qdH/VRP3VRtRE/VWIM1ZUdDMxyBAlRgyMCDLHNIvKj5k9RxtHB7VDphQp7K3tHdT2DjYO4qn4i3nq4Bjz1NXOVfyJoZIFyeTyCl26Jax/eOqkvVuKIg0bxdZERUb4P3pUadNWlY3NjlEjzDG+2cqWu3P4UMmWmZ5fvRLu5/fOmoQyFily59ChFJkya0NDHp05U6VXn+fXrv49SzJZluIl0+bJu6lf7+7Fim8e0K9M23YVu/Vwz5L15t490vsl7DZhzcsbN+4dP1awbj1R4/vgfvqCBdd37/rh/jMWLrJ/9kxdeLiVnd29o0c88+VL6+29eWC/Z5cueubLv3P8WLHeRBv3LFnEyxUVGbl78iSvMmUTjhXbocrWNlW27KdWrSzRvOWFTRvOb9rYYeOWeBO1cXZ2TpP21c2bHrly3T16JOb1j1zUoF6HDZuzlCot1tqbBw8IgMa3gwzQAAAAAAAAgAUQAA0AAAAAAPB/HL177Oqzay+DX/mG+voEv3kT+uYjo0iBD3GVpPOnpPOjpC9MKVdGBzGrHVI7pTJHMJuf/l22+SuyOSbK2cbKRkpq3DJmjBdfa+3gWKl7zzWdOugiI1JmyRr4/JnJZCrfucvKVi3uHD4sGtincBePCWsSqti1+64J49d17Rz88mXlnr2c06aNO9QUI33Bgl6ly+yfNaNMm7anVv0SGRKi12h+GDVaNFjSqEHZDh2zl6/wf7t954REP6vatw3z9a3Wb4BYS/+3f1tX1wqduy5p3FBlozYnYxY1dSdM/nPyxIjAIDsXl5pDh8kVyht7dv/StrXoNqWXl3hxEo4VV+1x43dPnnT5t9/C/P2aLlj8zlfpp3Hjf+3R3c7VVaaQi6cqG5vSbdr9NnRwmL+/jZNTtf4DJeCbQQZoAAAAAAAAwAJkpCIAAAAA8KUZjUatVuvr6+vg4ODo6CgBQFIQpg378+ruY/dOnH10zhzunNLBPY1LmpQOKdO6pLFSWEnAJ9K+eBFw8KDMyip1gwbvbSSLjleO/lMoFXKFKIhHVWxZETNIlMUzmTy2meqvQYqYQcq/RhRla6W1lLiJzyd1Op3fqVOvRo8utuU3Kdm5+scO1/TpPfPm+xfj7ps21TF16mJNmn6h/hOVkGtXbwwf6rJkibOzszhptLKyksvlEpDUiGufFy9e6PV6FxcXe3t7sSUTDw0AAAAAAAB8CWSABgAAAGA53PsHkFTsv3lgyu5pvqF+dtZ2FXKUq5ijQulspW1Uagn4V0x6/bP581+t+sPKwyPb5Ml2OXNK+GY4pEz5RaOTv3T/AD4VVz0AAAAAAACABRAADQAAAAAA8LfXwa/H/THxxP2TKR3cx9cZU837Own4zwIPH361apVbtWqZBg1S2NlJ+JZkKlpM+req9On7f9v8l/4BfAn88CYAAAAAAABgAQRAAwAAAAAAvHXp6eVua3vqjfr25dq2Kt3CWmktAZ+Da+XKOefPdyxaVAIAJHdkgAYAAAAAAAAsQC4BAAAAgKWQCw1AYnb07vGOq7rYWNmsafdLx/LtiX7Gf6QPDLzdtWvIhQvmp0Q/A8A3gqseAAAAAAAAwAIIgAYAAABgOeRCA5Bo7bj8R69f+6RxTrOm3cqsKbNIwH8TfObM1QYNgk+f1jx9KgEAviVc9QAAAAAAAAAWoJQAAAAAAAC+bb9f2jFq+5h86fLObjzDQe0gAf/N8yVLXixapE6XLtuMGfa5c0sAgG8JGaABAAAAAAAACyAAGgAAAAAAfNNOPzwzavuYghkKLG25SAI+B7WHR4oaNTINGiRXqyUAwDeGDNAAAAAAAACABRAADQAAAMByyIUGILF56Puo38aB6V3TTW8wRQL+m+BTp5xKlBCFFDVrij8JAPBN4qoHAAAAAAAAsAC5BAAAAACWQi40AImKX5hf5zXd5DL5vGZzHG0cJeDfinz06EarVre7dQu9ckUCAHzbuOoBAAAAAAAALIAM0AAAAAAA4FukidJ0WdMjMDxwcYsFaZ3TSMC/YzS+WLnyxZIlksmUrnt3h7x5JQDAt40M0AAAAAAAAIAFEAANAAAAAAC+OUaTccCmwfd87k2pPzFfOiJW8e8Z9fo3W7ZYpUzpNXGiXc6cEgDgm0cGaAAAAAAAAMACCIAGAAAAYDnkQgOQSEzaNeXYvePdKnWplLOiBPwHcisrr8mTbTNlktvaSvi3ZDEkozHK31/Ct0ofGirFbgxAUsZVDwAAAAAAAGABBEADAAAAsBzCWQAkButOr990fssP+Wu1Kt1CAj6dSa9/sXx5lK9vpiFDxFP73Lkl/GfiJMEQFnau4c8SvmV2dnK5nDNGJHVswwAAAAAAAIAFEAANAAAAAAC+IUfvHp+2d2axzEWH1RosAZ8u/NathyNHRjx44FismITPRCaT2Xl7e65fHx4eHhkZaTAYyJ/6DVIoFGobG5VKJQpyuVwCkiz2YAAAAAAAAIAFEAANAAAAAAC+FTde3BywaVBGtwzTG0xRyBUS8ImCT5263a2bKKTv2dOjaVMJn4lcLlep1bYpUsjs7Kx0OqPRSPjgN0gmk1lZWanVaqVSSR5oJGlsvQAAAAAAAIAFEAANAAAAwHIIZgLwFfmE+HRb19NebT+/2RwbKxsJ+HQOBQo45M+foX9/u2zZJHwmshhKpdLa2loul9vY2BiNRgnfHrEZRIfCxyADNJI0rnoAAAAAAAAACyAAGgAAAIDlkAsNwNcSpg3rvLqbNkqzovWyVI6pJOBThF69apsli8LOTq5W51q6VMLnJs4QFAqFeFSpVKR//jaZzxLNMdDm9M+cNyLpYusFAAAAAAAALIAAaAAAAAAAkMwZjIZev/Z97P9kXtPZ2VJ7ScBHM2q1zxcterVqVco6dTINHizhy5D9RSJz6rctNmyU+FEkaezHAAAAAAAAAAsgABoAAAAAACRzY3aMv/D44qDq/YtnLiYBHy308uUHI0dqnz93KlbMs0MHCV9YbA5gCQCSMvZjAAAAAAAAgAUQAA0AAADAcsiFBsDylh5dvv3yjibFG/1cpJ4EfIrAI0d0r1+n79HDo1kzCQCAj8NVDwAAAAAAAGABBEADAAAAsBxyoQGwsAO3Ds4/tLCMV+leVXtIwCfybNfOrUoVu1y5JAAAPhpXPQAAAAAAAIAFyCUAAAAAAIDk6Mqzq4O3DMuVJuekn8fLZXwGgo8SeuHC9ebN9YGBoiy3tSX6GQDwqcgADQAAAAAAAFgAGaABAAAAAEAy9MT/afd1vVzsXOY0maVWqSXg/zFGRj6ZPv3Ntm1WKVNqfXyULi4SAACfjgzQAAAAAAAAgAUQAA0AAADAcsiFBsAyQiJDuqzpZjQZ5zed42LrLCVZ7Da/nITRaVcbNtS+eJGybt0MPXvKbWwkAAD+FQ7fAAAAAAAAgAUQAA0AAADAcsiFBsACdHpd9/W93oT4zm82J7N7JinJMsUwGo0SoVSflSyGXC6X/nlgStumjXXatI6FCkkAAPwHXPUAAAAAAAAAFkAANAAAAAAASD5MJtOQrcOuPrs2rs7owhmTcCSrWBCDwaBZ00wW/JLo588sXWFF9XFKpVKhUBhCQyMfP3bIm1dUu//wgwQAwH/GgRsAAAAAAACwAAKgAQAAAABA8jHv4IIDtw61Ldv6e+9qUpJlTvysO7fWdH2HdbmOEj4fk16rPTJb4/W9VZaSkRcvPpkwQdJqC+zcKVerJQAAPgcyQAMAAAAAAAAWQAA0AAAAAMshFxqAL+r3SzuWH19Zzfu7zhWSdtCw2FvqI0IMfw5RV+quLt9ZwmdlDPU17ujz0KZl2J491o6OXpMmEf0MAPiMuOoBAAAAAAAALEAuAQAAAIClkAsNwJdz/vGFMTvG5U3nPfrHEVJSZk7/HHVwqkwmV5dpJ+Fzs60+SBb4UP5sv+vPP+dcvtwud24JAIDPh6seAAAAAAAAwAIIgAYAAAAAAEneQ99HvX7t6+mSdnajGUpFEv7Bq7fRz/5PjUdn2NYcJilUEj43mZ2bTeUennaXnb+rZJDJxAtOqk4AwGfEYQUAAAAAAACwAAKgAQAAAABA0uYX5td5TTe5TD6v2RxHG0cpKTMHQOt3DValy6/K872EL0Nduq1coZQdn63T6fR6vSmGBADA50AGaAAAAAAAAMACCIAGAAAAYDmElwH47DRRmi5regSGB85uPCOtcxopKTOH4UY9PCld2WJbe5yEL0ehsqs1XH1+kc73kU6nMxgMEgAAnwlXPQAAAAAAAIAFEAANAAAAwHLIhQbg8zKajAM2Db7nc2983TH50uWVkjiTyWQQtvW0KtxAntJLwpekyl0tOs324XE6nS4qKspoNBKvBgD4LLjqAQAAAAAAACyAAGgAAAAAAJBUTdo15di9490qdamUs6KUxJlMJqPRqDu3xuT/wKZaPwlfns0Po6xubdc/Oh0VFWUwGAiABgB8FhxQAAAAAAAAAAsgABoAAAAAACRJ606v33R+yw/5a7Uq3UJK+qIDoDVhpj3DbSv1kNm5SfjyFB45rQo3VO8drNVqSQINAPhcyAANAAAAAAAAWAAB0AAAAAAsh8AyAJ/L0bvHp+2dWSxz0WG1BktJn9g9GgwG3YEpkkxuXbq1BEuxqdZPHvTYeOlXnU5HEmgAwGfB0QQAAAAAAACwAAKgAQAAAFgOudAAfBY3XtwcsGlQRrcM0xtMUcgVUhIXnfvZaNQHPDMenWH3w0hJoZJgKTI7N9tKPWyOTdRFhJIEGgDwWXDVAwAAAAAAAFgAAdAAAAAAACAp8Qnx6baup73afn6zOTZWNlLS9zYAetdgVbr8qlxVJViWdenWcoVSdmymTqfT6/WmGBIAAP8WxxEAAAAAAADAAgiABgAAAAAASUaYNqzz6m7aKM28JrNTOaaSkj5zuG3Uw5PSlS22tcdJsDyFyu6HkepzC7W+j3U6ncFgkAAA+A/IAA0AAAAAAABYAAHQAAAAACyHXGgA/guD0dDr176P/Z9MazglW2ovKVkQO0aDsK2nVbHG8pTJZKGSHFWuqtHptw+NMSeBNhqNHLAAAP8aBxEAAAAAAAAz9QhIAAAQAElEQVTAAgiABgAAAGA55EID8F+M2TH+wuOLA7/vVzxzMSlZMJlMRqNRd26Nyf+BTdX+Er4e29rjrG//YXh82pwEmtg1AMC/xlUPAAAAAAAAYAHKhFXc4AEAAEDixx1lAPjWLD26fPvlHU2KN/q5SD0puYgOgNaEmfYMt63aR2brJOHrkaf0sirW2LBnsDb9fqVSKZfLZTEkAAA+ETdZAAAAAAAAAAuIHwBtisEPfQIAACDRkv2TBAD4Bhy4dXD+oYVlvEr3qtpDSi7EZy8Gg0F3YIpMqbYu2VLC12ZTtb92YgnjpQ26ok1jY6AlAAA+EYcPAAAAAAAAwAL+EQAtbrxFRUW9evXKHAZtrhEf1X3MY2wP7yx/FR8555Z5lL4eXgdejfe9Du8rf/XXhHfNV99OEtVWwRaSCLeQRP468Mp8C1uI6N/W1tba2lqhUBCZlOSY+KYlgE935dnVwVuG5UqTc9LP4+UyuZQsmGK+f64PeGY8OsO+6UJJrpDwtclsnWyr9DYdnaDJ86NKpRJnGrIYEgAAn4KrHgAAAAAAAMAC/g6ANsXQ6XTivo6Hh4cEfDOSVjwZAACIiCGOyFZWVoQlJTmsLwCf6on/0+7rernYucxpMkutUkvJxdsA6F2DVZmKqXJUlJA4WJdsoTm9Rjo2U1d1qDkJtMTBCwDwiThwAAAAAAAAABbwjwzQ4sabwWAQBYWCtEMAvhUX3kRpDe++J2GM0ucyBbqmdJZsbCQAQKJh/tqeUqlUxODrSQCQjIVEhnRZ081oMs5vOsfF1llKLszfQo96eFK6us229wEJiYdCZVtzmHFtx/ACTZUeWcWZhjjlkAAA+BRkgAYAAAAAAAAs4B+3cMzJh/hsDsA3xWCSFfdQGowmmUwSu0BRo1Qo5DKZ3mR6c/aKat1qU6mSsuo1JDs7CQCQOMhkMp1Op1KpOHcFgORNp9d1X9/rTYjv/GZzMrtnkpIRcfwyCNt6WhdvKk+RUUJiospZSelZwOrQWF29xeJ8Qx6Db1sBAD4eRw0AAAAAAADAAuTxnhuNRgkAEpPHjx8Xi6N79+6+vr7S5yOXSVFR+oiIiLCwcE2kJjJSI5NMCrnsVWjwNZmVn41N5MkTxtBQ6dOJPeqUKVNq165drly5Vq1aHTp06J3NwsLCBg0aJH06vV4/efLkDh06DB06NDw8PGGDEydO9O/fv1KlSs2bN1+6dKnJZAoJCalVq9Y7e5s7d+6GDRskAEgKzL9bInDumhQRsw7gI4ndxZCtw64+uzbqp+GFMxaSkhHz989159bIgp+pK/eWkPjY1Rmnuv2H/tlFnU4nTjk4eAEAPgkHDgAAAAAAAMAC5BIAJHqenp5nYpw8edLZ2Xnp0qXSZ2VjbeXs4ODi6ODkaO/saK+Qy01Rfs4vx4QoA4793OZ2q84mNzfp0+3fv//WrVszZszYs2dPq1atRo4cGRERkbBZWFjYgwcPpE936dKlZ8+eLVq0yMbG5ujRo/GGiprp06c3a9bsjz/+GDFixIkTJzZv3vyB3n766afy5ctLAJAUyGQyUwwJSRC50AB8pHkHFxy4daht2dbfe1eTkpfo9M/aCNOe4erKPWW2ThISH3lKL3XxptZ7Bmu12qioKH50AgDwSbjqAQAAAAAAACxAGe85H8wBSMwUCkXZsmV/++23iIiIVq1aubu7h4SELFu2bPbs2deuXZPL5W3atClVqlRoaOjUqVNfv34tarp27Zo7d+4TJ04sXrzYYDBky5atb9++tra2cbsNi4gMDY+UJJNKqXR3dfYPfCP3X2Xns7Na4C/PXHq7F+quUKmkTydmw9nZOU2aNFZWVmK2+/fvb97Hrly5cu/evaJcpUqVli1bzp8/X8zq+PHjS5QocejQodGjR4s2vXv3btKkSZ48eerXr589e3Y/Pz9R7t69u1L5937b09Pz5s2bt27devToUbNmzeJN/ddff23durW3t7coZ8mSZciQIcHBwbFDxRRnzJgRFBTk7+/fokWLWrVqiVdVvJ6izzVr1oipiPry5cuLUa5fv54xY0YxulgKCQASByKQACDZ+/3SjuXHV1bz/q5zhY5S8mJO/xy1f5JMqbYu3kxCYqWu0kczsYT28kZdkSbiEklcXfKhGQDgI3HRCgAAAAAAAFgAGaABJCV6vf706dPZs2cX5cePH/ft23fKlCm//PJLSEjIihUrBg0aNGLEiMDAwG3btqVPn37RokXdunU7fvy4qJk6deq4cePWrFkjxl24cGG8bq1UKntbtbODvauTQ0hYuI3hun3gTmP4GylQ4ZE2j7udrfSv1KpVy9raukqVKt27dxczWaxYMRsbm5MnT545c2bp0qVihu/fv3/o0KHOnTunTp168ODB7+zk9evXTZs2Xb58uVqtFo9xB7m7u+fIkaNly5Y9e/YUyxtvxEePHuXNmzf2adasWQsV+vt3w3ft2lWyZEnxEk2bNk28hnFHFC+sqBHTEnNYpEgRMefiBbx06ZIEAIkG4UcAkLydf3xhzI5xedN5j/5xhJS8vI1+9n9qPDrd7qcxklwhIbGS2TrZftfP5uh4XUQoSaABAJ+Ei1YAAAAAAADAApQSACR6z58/L1asmCikTJmyRIkSrVq1EmUHB4eMGTOKwrFjx4YNGybuK3h5eRUsWPD69eu5c+ceO3ZscHBw4cKF69evf/PmzZcvX9atW9fcW548eeL1L5fLFHJ5dCyCuJ9tCpO9XGj0v2UIiPLLPjDSqYqL9C9ZWVlNmDAhKCjoxIkTO3bsWLVq1bp16y5cuHDx4sUKFSqY26ROnTpnzpwf6EQ0MMcxV6xYccqUKe3btzfX6/X67t27Fy1a1BzS/fPPP4eGhtasWfOfy/Xeb7m0bt361q1by5YtE7Mn7uUbDIbYQeLVU6vVomBraytebSnmZRedSwCQaBB+lKSx+gB82EPfR71+7evpknZ2oxlKRXL71MIcAK3fNViZtbTSq4yExM26RHPNyV9kx2fpqgwxJ4GWiGkDAHwErnoAAAAAAAAACyAAGkAS4OnpuWXLlrg1ERERKpXKXNbr9eJWtLksKrVabZkyZRYtWrR///61a9eKyubNm5cqVWr69OmiHBISYjQa4/UfFh4ZrtEoFHJjmMkueLzC57whNEyT4nu/TF1tZfFTsrVs2VJ6Pw8PjwkTJpjLc+fOLVu2bN68eWvEGD58+NmzZ0V9t27dmjZtKgo+Pj5OTk5BQUHm9nHvo4uFkj7o+vXrvr6+YmZEyy5duojO4+WQzpkz5/3799OmTWt+umfPnitXrnTs+PYHxMeOHevn5/fzzz+7ublt3bo17l2Z2BdTUCjISAcgMSLwKElj9QH4AL8wv85rusll8nnN5jjaOErJiylG1MOT0tVtdr0PSEj85Aq7n8aYVrUJy99E6ZFVXB/FvVwCAOB9uOoBAAAAAAAALIDbNgCSvIIFCx47dixjxoxhYWEXLlzo0qXLmjVrRH3Tpk2rVq3asGHDXLlyjRgx4urVq3ny5Jk6daqrq2vPnj3j9qBWW8nkMoVCbiMLMD27a9QFRRgy+WTu6WCtMhjj52tZuXKl9HHc3d1nzpw5ePDgrFmz3rt37+7du2KWxNSnT59evXp1lUrVvXv3zp07i9nTaDSivaOj4507d0wm0+vXr69fv27uRJQfPnyYOXPmEydOlC5dOrZzDw+PkJCQoKAgtVqdIUOGy5cvx0vS3LJlSzH1dOnSpU+f/vTp0/PmzWvXrl3sUDEz4oUqVqzYnj17/m+wNQAkNiTTAoBkSROl6bKmR2B44OIWC9I6p5GSHXH8MgjbelqXbClPkVFCUqD0KiPPVMLq8Dhd3UXiIk4eg7A2AMCHcdEKAAAAAAAAWAAB0ACSvHbt2k2fPr1Pnz6vX7/u1KlTmjRpqlevPnv27L59+wYEBAwbNszFxWXkyJEzZswIDg52dnYeMGBAvB5kkswq5ueMgwPDXDx+1hkz69IVd0+bX65UvAj998HB9evXFzPQpk0bjUbj4OAg5idbjHv37nXv3t3X17dChQrlypWLioqysbGpW7fupk2bvL29W7VqlSVLluLFi5s7sbOzW7NmzatXr8S9dnMSa7NUqVL17Nlz9OjRd+/ezZUr1+TJk+fNmycW3NbW1twgb968TZo0ES9IUFCQmKgofP/99yEhIeahbdu2Xbt27fLly8Wd+3Tp0j179kwCgKSDqCMASH6MJuOATYPv+dybUn9ivnR5pWTHZDIZjUbduTWy4Gc2lddLSDrsfxhlmFYh4lkHXeZiCoVCFkMCAOD9OFIAAAAAAAAAFiCLTUUgCnq9PjSGp6enBADfhvNv9NntozQanSSTTp844pnGPluuglYqeyuVVZDW9DwkKrfbV/uuiFarrVWr1t69eyUAQBwhISFv3ryxs7NzcnKysbExhyJJSNyMRqM4rvn6+jo4ODg6OkoA8E8Tdk7adH5Lt0pdWpVuISVHYjcYFRmmm5TLpkJX6+JNJSQpkX+MCn9wKar1LnH6YW1tzbkHAOADxEH/xYsX4m6Li4uLvb29lZUVRw0AAAAAAADgSyADNIBvndEUnWVZEOUaNX+S/rofYTBJeiO/VgkAiRE3j5M0Vh+AhNadXr/p/JYf8tdKrtHP5vTPUQcmy20crYs1kZDU2FTuo71QSnt5o65IE2XMzwdxOAMAfACHCQAAAAAAAMACCIAG8K1Tykz7HmveN7Rwyq+5n7S2tib9MwAkFPsbJgCAZODo3ePT9s4slrnosFqDpeTobfSz/1PjkWkObdZIXywiKnzvypA1I98+Uajsq7d3+Lmf9N+YIkKCFvd16blYe+lAxJENohA7KGHNBwRMaWH3fTspSvvxoyQuanubqn2MB8drcv+gUqnMGaAJbgMAvA8XrQAAAAAAAIAFEAAN4FtXMKVKAgAkKcQbAUCycff1vQGbBmV0yzC9wRSFXCElR28DoHcOVnmVV2YqJn1JNqXrOrefFj1RbaT/pMbyvSvsqraS/gNjRGjUi7vvHKTKWtDBLY30Kf7FKImHdbEmmtOrZcdn66oMNieBljgnAQC8BwcIAAAAAAAAwAIIgAYAAEASQzKtJI3VByCWT4hPl7Xd7dX285vNsbGykZIjU4yohydl13+z7XdEshSZtY3DD91DNk+xq9rK4P8y+JehxiBfmY29U4sxyjRZ9S8fBK8aZgwLkts7O7cYq/DIrDm9I/zAGlOURpU5n1Pz0bH9hGycaAh4FbS0n02haqIQOLN91PPboo1Lp9lR9y+a0zm/b1whfPeyyNPbZWp7Y4ifeBo7iu7W6dBtM40RITK53KnFWFWW/IY3T4NXjzAG+6ky5NY9uOQ+fo/v0OpWGb0jL+5xH74t7M+l+hd3xYJY568oJqG9fDBs50JJoTQG+6oLfScWRIyiSpPVue0Uycpa+kLkCrufxhqXtwjP31iVxkuhUCiVfKoGAHg3rnoAAAAAAAAAmMx01gAAEABJREFUC5BLAAAAQJJCMq0kjdUHwCxMG9Z5dbcIbfi8JrNTOaaSkimTyWQQtvW0LtVa7pxWsiBluuz6Vw9EIWhhL3X+SilG77Ap8r0oR9cs6mVXtaX72F2ODQcHzO0SXfPLULcBa1KM/F3S6w2vH8d24lh/oMLVIzqwWJIMfi+cO0x3H/tn1KNrUQ+vxLZ537iaC/u0N0+kGLbFqfFQ/cv7cect9LdZzq0nihmwrdA4ZNNkURMwo61NiZ/ETJqiNH8vQoZcKcf+qfd7Lirdhm5yH/en7tYp3b3zYpD+1UPXXstSjNwetnOhdZ7SoitDiL/29mnpS1JmKqbMXMLq8HitVqvX641GI/FtAIB34qoHAAAAAAAAsABy1QAAACCJIdgIAJI6g9HQ69e+j/2fzGs6O1tqLymZEgcso9GoO7dGCn1hU7G7ZFkyQa4wRYREPb/rVqGxqLGt1CxkyzRj4JuoR1cDZ7aPbWnSRKgyevtPaa7OX8m27M+K1Bnf2aEqc16ZjX10IV0OQ/AbmUzxtv4942qvHRaVkkKpTJ/TOlfJuF25DVqvOb8n4timqGe3TbpIY8ArY2iATckfxSD7Gh0DF/QwN7PyKix39bB29VCmzhy2Y74xPMgYEiDm9u3MqG2jF9Pa1jpfBVFQuKY2RoRIX5hdrRGGGZXDn13UZS6mUChkMaQvQy6XJ9r4OYPBIAEA3o+LVgAAAAAAAMACyAANAACAJIZkWgCQ1I3ZMf7C44sDv+9XPHMxKfmKTv+sjTDtGW77XT9JbS9Zlu7hFWVaL5PBIFMoJfOhMzokWmnS62TWth6rHpv/Uk46KFPbuvVfbV+9Q9SLOwHT22ivHnlnhzKlVWxRihPW9aFxjca3BZX670qD/k2/8tqbJ61yFLMpVjOmP7mkUCaYiiirxGPk0c3+Exsr3NOp81cSS/R2kEL1dzOF5b7eL0+R0bpkS6s9g0kCDQD4AC5aAQAAAAAAAAsgABoAAABJDJFGSRqrD8CyYyu2X97RuHijn4vUk5Ivc/rnqAOT5TaOVoUbSpZlDPIN3TTFtnQ9uYOL3N456v4lUam7c16mtlW4eyrTZA3fuUjUROxfHTCvq0kb+WZAJascxZzbTlEXrKJ/cS+2n+gc0jrNByb0gXHVBapoLu+PbhMZprt3Ls4oEQbf544NBlp7l9XePCWZJLlzSjEh/dNbYqjm4r54k9A9vqYu/L1N8VpyR7eoJ9elr30csanUUxX40HR5k1arNRgMHNcAAAlxdAAAAAAAAAAswHI5cgAAAIDPgmRaSRqrD/jGHbh1cN7BBWW8Sveu2kNKysJu3LDPnft9Q99GP/s/NR6Z5tBmjWSpXV/k8S3iT1JaqTyzWxeoYlupqah06TIndOsMY2SoMSTApfMcUePcYXrImlERx7cYQwNc+6yQWds41OwUtKiXIdhXbu/iWGlUbIdyR1eZte2bPmWcmo585xQ/MK51vvKaKwd9h9WQDAaFa5q/R7F1dPixq//kZiZthCqtl8H3uah0ajnOf2pLVSZvuYOLzEoddxJ2lZuHrBnpP66BMdRflSmv3uex0j2d9BWp7W2/H2DcP06Tu5ZKpVIoFLIYEgAAf+G4AAAAAAAAAFiALDYVgSjo9frQGJ6enhIAAACQKIWEhLx588bOzs7JycnGxsYceCQhcTMajVqt1tfX19HR0cHBQQLwTbry7Gr7Xzp5pcq6tOUitUotJWWXa9Wyz5cvY58+SheXhEPFTs9gMESubqYyhNs3XSDh/wnbPs+ucnOZrUP4nuVRT246t58qJWYmU/DMquFZaqiqDLa1tbWysvoSMdArV65s27Zt3JqmTZuuXr1aSgTE5i0BAN5DnAa8ePFC3G1xcXGxt7c3HyYkAAAAAAAAAJ+bXAIAAACSFG4eA0BS9MT/afd1vVzsXOY0mZXUo58Fo1brv3v3lZ9/9tu5M94gU4yohydl13+zrTlUwkeQO7gELRvgP/bnyFPbHRsOlBI5mczup7E25xZqfR9HRUV9oWjg1q1bm7elFClSvHr1ShQSSfQzAOD/4qIVAAAAAAAAsAACoAEAAJDExP6GCZIiVh/wjbj2/HrcpyGRIV3WdDOajPObznGxdZaSPqNOJx71QUEPRoy43aWL9tWr2EFiR2cQtvVUl2kvd04r4SPYVmjs0m2+29BNKUb+JndMISV6ykzFlFlLWx0er9Pp9Hq90Wi0wAFOTKt3796lSpUqU6bM7t2731kTa8iQIc2aNatevXqePHlWr15du3bt4sWLT50anVo7NDS0Xbt2hQsXLlu27L59+0TNtWvXRIOKFSvWr1/f399f1IwePbpKlSqiZs2aNWLRMmXK9PDhQ1EfFBSULVs2CQDwQVz1AAAAAAAAABaglIBkhE+W8WEkXwGSEHbp35RP3T+zP0/S/vXqY7eAD2PPkNice3y+y5ruRwceFGWdXtd9fa83Ib7zm83J7J5JSpoMoaERd+/+/TzOTin4zJmrdeu6//ijW8WKtrlzS9bWUefXSqEv1BW7SUi+7H4cZZhSLvzphagsxZVKpVz+L7MMGI1G6a/E4bGFd3Y4derUoKCg48ePX79+vXLlyjdu3Fi8eHG8mhQp/g4fj4iI2LVr1759++rXr3/lyhVXV9ccOXJ079590qRJotnZs2f9/f2rV6/u7e09bNiwfv36lSpVavny5UePHvX09Dx9+rQYMTIysmXLlk2bNm3WrNn69euHDBmyZs2ahg0bSgCAD+LUFAAAAAAAALAAAqCRTJj+SQLikP0l9qkEIBEz78bNWfRio0AkJC9x98nm4J5P2jmzSXxrYncFlsmviSQndk8icaaXmNx9fS9MG1Z0bMmzQ08O2Trs6rNr4+qMLpyxkJQUaF+9Crt+PfzWrbArV6zTpcsycqSojHz8+GaHDn83+ufGZtTpfDZter1xo/eGDVYZMhgeHFelyy9Z2UhIvqLTe7tnCTz/24GbvhqNxmAwxD1gid2RObL5nfHNsWe85r1W7BWr+dHZ2TkgIKBevXqZMv3jCwM7duxYunSpaOPt7V2+fPmzZ88mrKlevXps+7Jly4pHd3d3MTR9+vSi7OjoGBIScuTIkePHj0+cONHc7MqVK6VLl+7Ro4c5S7QYKygo6NmzZy1btqxWrdq4ceNEm1atWomehwwZsnbt2nXr1kkAgA/isgUAAAAAAACwAAKgkRyY7x3O2fN8z9WA2BoJiBFz/9jUpZJHlbyuCoXiXyflAmBJLx6FLRl522iIjggRu3Si2ZIlc+BP496Zsno7m/fPH7+i2SS+QTde3JyyZ5rJyFfd8A45PXL0rtLTnC2V/UPi8dj/sXjUG/QFRxU1SaZ2Zdt8711NSiJutm6t8/U1l608PMwF26xZcy1a9HebuMHQglzuUrase40a6rRpo8Ngy/eLmlnA8PSSIn0BCcmU7vwGQ1iArFaHUvZOtra2VlZW4pRG+udXcGO/6PXOp3G/qZtQwqvXqKgolUplLovJRUZGJqyJ2z52kNhDxuvq/PnzhQpFfyHh4cOHGTNm/O6776pWrbpt27aePXvWrVt35MiRZ86c2bFjx++//967d+9r165lypQpderUW7Zssba2FmWDwSABAN6Pk1IAAAAAAADAAgiARjJhNBof+kRYWamq5EshAf+0fP+TV4ERWq2duFP74RvMAL46c8K8KJ0+yE9XqFxqB2crCcmUJlJ/eu/L0JBIrdbmU/fPhMAmaZ+6+sy7hZCIkHuv73es3F4C/unK0yv33zzQaDRiT2JlZcXXZhIJo8n4zP9Z7FOZJHsd/FpKrKL8/Hw2b/bfsyfnggVWqVOLmgx9+hgiI63TpLHLkUNhZ2duJrexcSj07gzWTiVKZOjd2yYmWa/YCA1RUSaH1LqincN/G+rY7Q+JbTJZ0kWG75roW7i3ysZesLOLvt780l+4LVu27B9//NG7d++QkJBDhw6NHTs2Yc1H9jN58uR169bdunWrYsWK165d69q1a//+/UeMGJEzZ86tW7eeOHFi7ty569evb9CgQb58+V69euXm5takSZNevXoNHz5cAgD8P1y0AgAAAAAAABZAADSSg+gbzAaD0WjMksq2TvHUEvBPv595rdVqdTqdUqlUKBSExQCJnHmvLgpFKnh4ZnGQkEwF+mpO730pds5RUVGfun9mN56k/YvVZ94tWKusquf/XgL+KcoQdTTwmDjZE7sRcxJoCYnAE/+nkVGauDV/XNn1IvDlslaLpcRE++LFswUL/HfvFmWbzJl1/v7mAGjXypU/sgebjBkz9O7tVLJk3EqxHYqtUVOqu/7aet35TVZF6ktIdiIOzNLYpY30quEUcxpjmZ3P8OHD+/TpU7du3adPn44dOzZDhgwJaz6mnwEDBvTv379kyZJ37tyZO3duqlSp+vXrN3v27MDAwMjIyAULFmTJkuXPP/9s0qSJ6Pbnn3/OkyePGKthw4a9e/cWjxIA4P/hohUAAAAAAACwAAKgkUwYY0jAu5hMJnOAncFgIP8KkPjFBkDjW2DeP1tbW3/SWOzMvzXiNI/dAj5AbB5ardac/llC4vDgzYOElZeeXm67ssPSloukry0qIEDl6hpdksvDr19P06qVa5UqdtmyfVInKhcXz06d3H/4QaaM/9GKTCZTKBRWtg4RpQfKd4+1yldLsrKRvipj0JuAGW2jHl2zLddAlTGPbaWm/3eUqPuXNBf3OtQfIP0rprDgN4Orppp95r0NdBqfnsVTz78s/TfGEP/glUP1rx7IrG0df+5nlbuU9OUZA59rjy15U32FdQyVSiXW+JeLdfP19TUXnJ2dly1bFndQwppY48aNMxfy589/8OBBc/nmzZvmwsKFC+M2Llq06OrVq+PWJEwmff369YYNG9rb20sAgP+H81IAAAAAAADAAgiARnJg+osEvIfYPIxGIxsJkCSwS/+mmH/D4VNXOsm0vkHsFvABYvPQ6/UcPhKVB28exn2awS1DhRzlymcv5+2ZR/p6TDqd3549b7ZujXz8uPD+/ZJCYe3hke+336R/Jd+2bYp3RYKKg5Q5A7RKpdLm+1l/fknkgdk23//LMOLPRXf/osIldYpR24NXDf/IUfQvHxiC/aVEL3TbTJnazn3cbsObJ37jG6SadkxSfdoXq/6F8J3jQjNUMqX2VqvV5gDoZJ9+vm3btgcOHNgv3jgAgI/ARSsAAAAAAABgAQRAI/kg3AHvE7NtyNhCgCSEN+y3498FLLKFJGn/bo2z0oGk5ZHfY5lMli9d3vLZy5bPUT69azrpa/Pdvv3JtGmG8HCFg0PK2rWNWq3c1lb6DxQfzIOrUChUKpVarY6sMlaxsaF18SZyF0/pS9JeORy+Z7n+1QN1wSoOdfsErxoW9fiGzNrGoXYvZVqv0E1TjKGBIatH/t3+4v6QrdMlo0GVPqdTi7EyG/uIIxvD/pivcEmtypDL4cfuoX/MM0WEhe9dYVe1lfpd6DcAABAASURBVHmUkDWjjCH+mmvHnFuMllnZxB99/6qIk78Zw4KUKdM7d5ghk8UPCDaFBQfO72YIfK1w87Cv2UmVOb+k1wct7Rf18KrM2ta12wK5a+p4ncgdXHR3zoZsmGDSaVVpvZxajJHZOoZunKy9c0YyGe3KN7Yp+7NYXmXKDJJcrkiZQaa2M0aGyb9wALTh6SX97f3+tX+zUattbGysrKzM6Z+Td6zb0qVL4z79/fffPT09PTw80qRJIwEAEuD6BQAAAAAAALCAzxkAzYd6SMiS9//Iq4EP+CqBU+wVkRB7KiCef/em4K2UpLH6kDxwpvdh33t/1//7vi62zuanX+vl0r1+rXn50rFgQVFWOjnZ5cjh/uOPKapXl74w847OnARal7G4Nmu18J3jHJoukL6wqOd3Uk0/bgwLDP19ttzB1X38HmNYgP+Exm79VzvU7RN57k/HZiPNGaCNIf7Ba0a6DVirSJUh/M+lIRsnOf7cP3TLNPdR2+UuqYKXDdTdv+RQs4v2ztnY6Gczk0GfasZxY5Cv/+Sm/xy9X/jhX91H7xBtghb3iTiwyq5yy3izF7ZrkdIzm2v/VQa/F4ELergNWGPShNmVb6xqMzlwfveIk9vsKjZJ0EmLwDld3PqvUqbLETi3S+hvs2yK1tTdv5hi2BaTNjJwfjebsj9be5c19x+ydrRVRm+5o5v0RZlMYduG+OVqrnDxVKvVVlZW5vTP39rRLXfu3L6+vocOHRKP6dKl8/T0FI9fNBiavW4yxskhkiU2bAAAAAAAAMACPlsAtDm40PwL5hIQ8yFvXBLwLTHFIQF/ibtLZMcI/BfsXQF8RbHneOL6V8J7lMpSUjwaDAbpqzAYgk6efLN9e8j583bZsuVctEicejmVKeNctqxkKWKKcrlcpVJZW1uHlx9ivbSM4eklRfoC0pekyuQtKVVy55S6W6ejHl8L37PcXB/1+Hq8llH3Lxn8nr/pV+6vEfPq7p5XeWaXu6QST53aTBSPkUc3J5yEVZYCMrWd/uWpeKPLbB1TDNsScWi9IeBV1NNbChePhONqb550ajpCFBQp0qYYttmk08isbVVZo18TK6+ChjfPEnaivX3GKmsBZfqcoo19rS5By/rb1+xkCHwdOK+bOl8Fp4aDYzuPOLBG/+qBS/dF0hemu7A5KuRNaJU2DjY2cdM/S19AYt7JZI1RokQJvV7//Pnzp0+fHj582MfHxxwJLaRNm/aTOnz9+nXq1KkT1pv3t1xfJ2NiV2kucI2MZIZdFgAAAAAAAGABnycAWnycpwl54HO6rslklPh0DzE3LUwmmUf5M0ql8svdCwQSJ7EP1EUZeq+5b/5aSMzbgb0iJLERVM7t8mPhFGKvGHuLF8C/w6kFgK/FHIG3/syGGy9uEI2XaIXfvKkPCpLkcqvqaaw9HBTbRnil8mpSrJEihmQp4mglJmdlZRWVIkNk4Y7ybUOceuySviSZQhVbTjHiN1WW/KJgeP1YkTK95vzueI2t85Zz7fuLKJjCgk0mQ9STG5L87eHVGOQrU9u9expK1TtH17984De2rsNPPa1yljDpde9+a4gX/68juOH1I7mrh6Syip130dM7OjFExU5RJgo6jdwxhfuYXZoLezTn/gxeOybl5ANyB1cxNPLcLsd6/WRqW+mL0kWG/zn+Tf4eVrYO33L657jExz4ZY0gx33l4FuPo0aOvXr0yR0J7xvi//Sxfvrx48eIVK1aMW2nezQafPu27c2fsRsWONzkR7x3PXr2snJ3NO2dO8pGcsD0DAAAAAAAAFvAZAqDNEX4GfaQu5IaVQyaVdUoJ3zxd+FN95CuNRmNtbU0SaHxrogOg9Yat5/zqlkjtZPPZEu0jqTt+M8DVJqiat4M5ToK9IvBfEPiSpLH6kNSJ69/zj8/7RwTkSptLQqLkXLxU3Kd3Xt/1fxhQL38dcRpmTsxsmTMx87SUSqWYbljJbvrrv+rOb7YqXE/68qxyFAvdPte1xyL98zt+4xumnLg/XgNV1gK6xb11d85beRUMWjVU4eDmULtX8Iv7pogQmbVt8KphVlkLyR3dpCjNO/tPOLpVzuLK1JnsqrY0aSND1o2xzls+4VjW2YtprhxWZckf9fh6wOTmKacfj9dA//JevE6svAoFrxtrigyT2dhrzu9WZSmgu30mfPcyl56LbUrVftO/gjHwtTkA2m3gOunLizw4R2ubVpO9lqM6mjn6WcJfFApFbDC02FU+e/bs+fPnx44de/nyZbq/vC8YWrTcvDk66XjCGOiwBw/CL112r1BBQvJijNK/2rrZrU0bmZ2d+RsjEpCMcNUDAAAAAAAAWMBnywBt/l1Ot0yNnDPUkfDN87kxI+Dh2sjISPPtXu5h4NthzlBl/rHvZuXTpU+hloAYfiE6vV6j1WrNqQf5ZgjwX/D2SdJYfUjSzGd64rFApgLNSjWRkBRsOrPlwv0LGo3GfH0qWVBsEmi1vVNE6QGK3eOt8taQrGykL8zhp+7Ba0b5Dq1hePPEqflouXP8b6rLHd2c200LWTvSGBYkt3dxbjleZuvg2HRk4KI+UU9uqNJlt63YRP/yfvDaMUGL+zi3n/Z/R5cUysgzO/3HNzQG+yrTZjO8eZpwruxrdgpeOypgcjPdwytidClB6LC1d7l4nchdPZyajQxc2FNMSCaTu/RYJLdz1FzaHzirg8H/pU3RGsr0b7+H4Dv4O8ef+1sXqCR9McbA55rjS3yqLVP/Ff0sNqdvPP3zB4hXJkOMUqVKic8Mnz9//uzZsxMnTojHdOnSpU+f3tPTUxTijZUwBlqMK3a5ag+PDG3bS0heDOFhr7ZujoiIUOp05h9K4t2E5ITtGQAAAAAAALCAzxYAbY72A+ISN5jFTUHzzSo+88W3I/Y7IUBcYjeo1+t1Op21tTV5gID/iDcRgK/FfKbHyV6SIz6y0Gq1VlZWYt1Z8gu6cZNA6/I30F9Ypjk8T121r/QFWOcrL/7eTtfWMV7UsrpodfEnCk7NR7+tKVRF/P2jzT9rVJnzpl5wKW4Dx6Yj3tdYcOkyR/qnVLPPxH0qs3Vwbjc1bk3q+ZfNBbuqLd/XibpwNfH3j9loNERKwH38HukLC985PjRdBVNqb3MAtFinfNn7I4l3QfoYUsxe1JwZ+sSJEy9evEibNm26dOnu3LkT2zhuDPTbH53jI8dkTVwji1XMgRXJDxetAAAAAAAAgAV8ttRHfE6NhAwx+LQX3yB2iUgo9uY9mwfw3/HFKgBfERc4SZFYa3q93vxrLZLFKRQKlUqlVqsjq4xVbGxoXbyZzDGVhCTF8PSS/vY+/9q/2cSJfuZHXf4F8YqZg6FLliwpnj6Lcfv27bhtNm/eLF5kc4Ov9baFxYidMx8eIlniAAEAAAAAAABYwGfLAC0BCbBh4NvEDVq8jzkG2mJbSGRkZHBwsHjU6XTipnJUVJQ+RmzBXFapVKKBlZWV6i9WMeIWrK2tnZyc5Al+pvw/Mk9XAj4du9kkjdWHpMu89XKylxTFrjvJ4szxT0qlMvqkK2NxbdZqYTvGODSZKyFJCds2xC9Xc4WLp1qtFufGYm2Kc2OC2/67dDHWrFkTr37t2rXisXjx4hKSu9ijKsdWJDNs0gAAAAAAAIAFfLYM0AA+yZ0HT+q26LFx2bRc2bOIp+ERkZVrtz21Z23ClqFhESMnz5s2ut/xUxe27jowfUx/6Yv5uXWfqaP6PHv+yjyhkZPmdWnb2N3NRQKQiIWGhoa8i0qlcnR0dHJyEnfdzDE3grlga2trLph/kD0qhi6GKISFhYlHrVYb9RfR5tmzZ3Z2ds7OzqJP86NTDAcHB+nfmjNnTr169TJkyCAlNaP6T9+747C57JbCecCYbqXKF3lny82r/1i5cEOl78sc2nN8+7FV0qf4Y/O+CcPe/gq8s6tjtpyZew/tmC5jGvH0zPFLotsHdx5lzJK+cIl8jVrXdnCwGzd4lq2dTa8h7c2j7Nx6YPvG3QvWTfrskeuJAfFGSdo3svo2Hdky8dfJ5rJcJq9btk7fn3udunVmx8kdk9tPjNd41ta5qVzcG1ZoIH0mv+xbHamJbFmtRfXBtQ5O2Svhc2MvlBR9xTgkscGIw7H5S2Xh5YdYLy1jeHpJkb6AhCRCd2FzVMib0CptHGyixaZ/lvBliNc2a9askZGREgAkWRwmAAAAAAAAAAsgABr4asQt8EFjZm5aMcNK9aF3Ynh4xL0HT0QhT65sKVOlkL682Amdu3RDApCY6HQ6Pz+/gIAAf39/8WgwGJ48eWJvb+/4l1SpUnl5eZnLSuVnPsqb46qDgoLEo5iueAwODo6IiBDTcnNzE48p/vKReZ0fPnw4Y8aMli1b5s+fX0pqRkzuXbVWeVF4/eJNm/q9Zy0fmzV7xoTN9vxxePbKcRmzeFasXkb6dDXrVRk0ppsoBAeGbly9ffGsNWNm9L945trIflO79GlZrmrJ4KCQdUu3juk/ffKCYd0HtW3+Q9dqP1TI6e3l6xOwZPbquasmJMvoZ4lkWkgifihZa0SzoaIQHBbcelr7fRcOlMhVzMMllWQpVkrVtA6TJQCJgEwmUygU0V88S5EhslAH+bYhTj12SUgSdJHhu8a9yd/DytZBrVabfyCF9M+f0aZNm8wFGxubXLlyeXt758mTx9bWVtQYjUYJAJImLloBAAAAAAAACyAAGvg6xK3S7FkzpXJ3W7pqc+c2DWPrdVH66fNWXrlxV9xO7diifpmShWYtXvPi1ZtRUxZUKl3UnJj59z8PLVuzJVXKFDm8MvVo31Sj1U2ctfTW3Ydqa+vOrRuUKvZ3IrEpc1cEBAUfP3VxWN8OXlkyTpy5LCg4xNnJcXCvthnSpTl3+fqiXzaHhYaLaQ3u1T5Pzqzmsa7fvCsmVDhf7ldvfHsPnVyjSpkrN+9OGNpTDJo0e1nWTOk9UrtPX7Bq8/LpEoAvKSIiwhzrbCbKWq3WLYarq2u+fPlSpEhhb29vsQhXc1y1p6dn3EqDwRAcHBwaGurn5/f69evr16/7+vra2Nik+Kd3zqS4HajT6RYvXly/fv3y5ctLSVPqtCl/rF9tz/ZDWfu1OnXswsp5vxqMxqzZMnYf1HbT6h1PHj6fMnJet4Fth/WYsP3YqoUzVvu98fd7EyAeG7WqU6NOpfCwyDkTl969/dBabd2qU8Oipd4dC+7k4mAQ/caEgKxduqVdtyY161URZQdHux6D29Wr3Pbxg+cZs3j2G9ll5rjFi36dMm30guYd6num9zh/6srCGauWbpwmJS+EHCFpcbJ3Kpy90Au/F9ce3zBngN5x6o8Ve1alck2ZPW22rj91NjfT6XWdZnatUqhSbCpoTZS23qiGudJnfxPk6+LgUsa79O8ntttYqwc3Gpg+Vfrj144v/GOJ2A9nS5dtQIO+tmrbM7fOLtm1TOxd7dR2uTLk1Omj+izqf3DK3ikbp2dJk7lO6Z9En6V6lDsx68it3Z7BAAAQAElEQVSsrXNfBb4ODg967f+6dbWW+y8e9A32rVq4SsuqzU/fPDNr65z1Q9dIAD4fcxJo849vhJfsqr+xQXdxq1XBOhISPc3heVrbtJrstRzV0czRzxI+H3GZU6FChbx582bNmlWhUEgAkCxw0QoAAAAAAABYAAHQwNc0sn+nH5p0rVyhRNrUKc01y9duDQ4LW7d40t0HT1p3G7pj/fwe7ZveuH1/RL9Ox09dEA3CwiPnLl23bvFkdzeXsdMWnblw9eyl6y7OjpuWTwsMDm3fe2S2rBnFoNhJGKIMezYtNhiNHfuMbt+ibrmSRW7ffdhvxPSNy6cu+WXL8D4d03um3vrHgTlL1i2aPjzuvDWuV2Pt5p3Tx/a3s7GZvXitRqtTKZX7j57u1raJLko/om8nCcBnFRYWZo5yjs3xbDKZ3P6SOXNm8ejg4CAlMgqFwjVGhgwZYiuDg4P9Yjx69Oj8+fO+vr4uLi5x46FF+7idbNy40cfHp379+kn0BmGGLOkO7joWFBAye8LSaYtGpkmXasvancvmrOs2sM2xg2eGjO/pnsottnFQYMikeUNDgsOa1Oxco06lNUu3OLk6Lt04LTgwtG/HUVmyZXBz/3sf/sfmfeJPFJRKRZES+fuN7iLKjx8979yvVWwba7VVgaJ5rl+6lTGLZ8lyhQ/uPj5+yCx9lL5Oo+piaLZcWfoM6yglOyTTStK+wdUXEhF69f7VLj92NC95uCZ8wfZFvwxc4e6UYsK6SWdunxN7P/GyDFgyuGSeErHRz2av/F9O7TAxR7rsLae0efjq4cr+y1buXbXj9B+NKjactGHqgh7zPN3Trj/467ztC1t/13Lihikr+y1TKhRNJ7bMlSHnh+dKo41c0H3uiRunBiwZtHHYemc7px+G12lcsWHO9DmGNB0kAfjcYpNA6x1cwkv2U+yeaJXne8nKRkIiZgrxiTy6yKfaMvVf0c9KpZL0z59Xhw4dJABIdrhoBQAAAAAAACyAAGjga0rh5tKnS8uhY+csmz3afP/00LGzY4Z0EzdTs2fNWLSg97Wbd7JnyRR3lCvXb3tleRviPLRP9G3C+ct/vXDl5pJVm80N7tx96F6iUGz7vLmz29qqIyO1F67c6ND7Rmy9qFk8Y8Sh42f/2HP47sPHWp32fTMpRi9bsvD+I6ft7dQFvXOKp7aS5OzkJQH4D4Ji+Pn5mYOexaNKpTLHOru7u+fMmVMUbGySakCMU4wsWbLE1ogFNIdE37p1SzyGhISEh4fHHeXIkSPBwcEtW7YUr4OU1MgkmVwhv3Xj3tNHL36u2s5cmbdQrnc2LlIin7Xayl3tam1tFaXTXz537erFW2uWbDEPvXfnUdwA6Jr1qgwa083XJ2BU/6mlKxVLlTqFqDTo9XZ2/9g24t5X7T6gTfWSTTfsWWR+6uhk7+idDPfYRB0lad/O6tt+cof4E4WsabPUKl6ztHfpY9dPiKeXH1zNmjaru1P0O3pQ4wHi8fydC6v3rwvXhE9oMzZeJzbWNjnSZRcFV3vXYjmLiVdPjHgt0Ofm45sv/V/9OPxt+tg8GXNffHApd4acTnaO4umPJWtptJoPz17hbNFnjG6Orlk8Mqdx8xBlO7VtWGSYq4Ork72TBOBzi5sEWlewkf7SCs2RBeoqvSUkYmE7xoSmq2BK7W0OgBbrjhTFAICPwUUrAAAAAAAAYAEEQANfh8kkRf+TpLq1quzce3T1hu3mer3BoFK+fWOKgkajizeiuNsq/+sDdL+AILuY+MjNK2bkyZlVFJ4+f+2ZJmXc9irV294cHezO7vvVXH7y7KWor9W4a5niBcuUKJQhfdqNv+2W3q9WtfIbf9ujtrb64fsKEoB/S6PR3Lp1KygoyNfXV61Wu7m5ubq6pk2bNm/evKJsbW0tJV/m2O7s2bObnxoMhpkzZ8Zrc/ny5enTp3fp0iXJvRR3bz7ImCW9KJStXHzCnMGiEBoSbjQY39k4NsJb7MuNxug2yzZNz5Eneh/+4tlrj7QpE47insq199COHRr1K162cGqPFLnz5bh57V7qv1pGRmivX77VomN981NHZwdxoHBxTebBiyTTQpLwQ8laI5oNTVhvpVDK5HJz2T84wDbmdM47U24HG4f5Oxb2rtvzH41VVrFllfwfl2+lvUvP6jxNFILDQ4xGw/l7F42mt3sea6VV3ADouNEX5j2PoPwrho9gPsCSxDtOnAyIU8HIKmMVGxtZF2sic0wlIVEyPL2kv7XHv/ZvNnGin2UxJAAAPoiLVgAAAAAAAMAC5BLiMRpNQSGS7u+oU1N4hPGN/98NtFrjmwAJ+HzGDO62asN286fiRfLnPnT8nCiEhkWcvngtT04vuUIeqf07PXPObJnvP3wqhur1hkmzlm7Zsa9w/tzL1mwxGIx3Hjxp2LZPQGBwwknY2Fh7Zc64amN0DsLN2/f2Hzk9UqN9/OxF9/ZNShTJd+HKjXd+KC+XyzWa6EmXLJL/7v3Ht+89EgUJwL8l3miurq7FihVr06ZN27Zt69SpU758eW9v7zRp0iTv6OeEFApFYGBgvMq0adOWKlXK3t5eSlJuXbv3x5a9VWuWzZnb69rFW9ev3DEajbMnLl2zdPPHjJ6vcJ61y7aKffiDu0/aN+wbGBDyzmaZvdJX/r7M8nnrRLl5+5/nTlm+a9uB0NDwOzcejOw7JX3GtFmzZ5S+JQQeIUnLli77g5cPwyLD9Ab95E3Tth3/XWzSBb0KdKvdddeZ3fdf3P+YTnJlzHX1wZWrD68ZTcYpG6eu2LOykFeBW0/vRGojxNAT10/Fbexo63j76W1ROHj5sE6vkwB8JebYWaVSqVKpFBmLa7NUCds5VkJiFbZtiF+u5goXT7VaLU7XxVoT18ichAAAPgbHCwAAAAAAAMACCIBOwGQ0PnhiOHHI5O/3tiIgxLh/mxSTKc0UHKLf/4fJx08CPp+0Him7tG1kLndq3fD+wyfdBk5o2W1Izw7NxCBnJ0dbG5saDTubGzg52g/u1XbExDmiRqvT161VpW2zeo6O9g3b9Wvaof+Anm1TuLm8cypjBnc9fe5K3Va95i5bP3JAZwd7225tG3fuN7Zh235are75S5+EMdAF8+WsUrfdax8/8ZF9pXLFK5YtZv7s/uS5y/Va80vNwCezsbFJlSqVi4uLUskvMEghIW8jfcWrUbRo0b59+w4ZMqRMmTJSEjGq//RSOX+oUarpwum/DBjdLVPW9M6ujkMm9Jw3aXnTWl2eP3nZslPDj+mnabu6Yh/esXG/Tk0GdB/Qxi2F8/tatujc8NCfx58+epE9d5Yh43qsWrzp+2KNp41ZmD131glzh75vrPOnrrSt30dKdkimlaSx+pzsHAc06D1q1ZifhtfTRWlrl/7RFEPU96zTfcQvoz/mJXJ1cB3dcsSUjdN/Gl736ZvnHWq2FzUdarRtPrlNswkt40U51ylT+/7LB11n97j68Fr6lOk+3PPpm2cajW0qAfgyxCWVXC5XqVTW1ta6CsP0N3Ybnl6SkPjoLm6NCnkTmr+NTYzY9M8SAAAfgaseAAAAAAAAwAJksZ/EiYJerw+N4enp+fFdiBGjoqJC/a76nyjukXewc4Y6UhJnCg4y7F0hM7ySsjVQ5C9gvHXXdH6oVGSs3CO18cw64/2HqvbjJau/f4o6KChgzqzxt25cNRj1Xl4523XsnSFDFukT9e7RsnvPoRkzZZWSBZ8bMwIerpXy3XRxcbG3txd3duXyLxhtbzAYtFpt37UPbOzs+/6UWcIX0Lnf2EE926ZLm1pKgprNuPh9dqlBcXcnJydx6/qL3rc270uDQiPyDrn226Ai6VOopcRkw7bdIybNM5etrFQdW9Tv3Ob/x2iu3rhj4YoNtapV0Gg0Xdo2dn9PkP1nNGn2sqyZ0tetVSVevUarq1yn7fGdq6QkaPj6Ozb64D7VUort0NbWVqVSfePxE507d06RIkWZMmVKlCgRN+uz+bziwU3/hYMfdhxZwDOLg4RkKtBXM6332RrtHfIUTeHo6KhWqz9+/yzOV318fOzs7CywY8fnYjQaxQmbr6+vWN0ODp/w1ha7BZ1Od+LOyTG7x23qsUEC/un3C9sPXj40ptpIZ2dnsVuwsrL6omd6YksWZ0SDtg3JlCZzs1JNPmasKENUlf7f1y1dp1vtzu9scOz6iR0nd0xuPzHhoB7zetcs9n2VwlU+UNN7Qb8zt84cmLpXbfX2zPOn4XU9U3jO7T4rts2FexdH/DLGQW23fuga6SOU610pm6fXkt4LzU/9Qvy/G1C9y4+dWldrKX0mCZf6+uMbs7fOXdx7gfnpmVtnp26esWnY+tgGE9ZNSpsibfOq0QH6lx9cmbF51i8Dln/MtDad2XL61ukRVYZaYCP5GGJDEtewYs8WHh5u3DfW7ukhpx67JCQqusjAKWVf5e1i9K4rTjbEyao431AqlZxvWJjY5Yp3yst167QnTuaZOl36fIZmi//BXY8/97hn+Zwfyi1p1OCHkaNTZc/+8aMEPn9+eP7c2uPfcTgYUyj/sAuXpc9NGxry+4jh9afPvHf0yMVtWxvMmCVZkCE87MxPPzjOneuaKZM4ORQfHoqzeglIFsTu6+XLl+LDDfNn41/93AMAAAAAAABIrshA+Q4yJ2d5vprSyT7Sw2H65/Ukh/SKDEb90SWSu4dMv1vu3Ttu9LOwZvUiFxfX2fNWW1urd/y+Yd7siZOnLZGA5OL5S5/Kddp2aPFzEo1+RjwNalcbNaCLKGg02o59R7tuc25Yu9qHR9mx+8iKeeOyZc4Qm4n8a7FSKWeNHyghWejUqVOePHm4BYh/h2RaAJKQQ5cO586Q67dT2zv90F6p+CLX4HY29seun6hSsJIo33t+P0IbGa/B4ctHmlVu1KB8femjPXvzLCA0wNXBVZT3X9jv5ugmfVbeGXN7uKT6QIOiOYqEhofcfX4vm6eXFBNHvu/i/s3DfxXlrcd/m7d94YdHT8zMSaCVSqWVlVV4yW76Gxt1l36zKvCThERDc2SBVp1Kk71W9De01GqVSvVFv9QNyxt794F4PLVqpd+jR7VGjJK+gBpDh7l8SoIJ4f7xY1lLlZYsSBMW5nPvrih45s3nlNpDAvD5cNEKAAAAAAAAWAAB0O8mz+alv99crliucDxouKqXlUyp8LwhWd0yBqRRpM9sCgqWOTvFNg4LCc2QMXMK9+ibrz/81ChtugyisHzp7Dc+r3x9fZQqVbNmHfLkLej75vXiRdODgwIDA/3rN2hZ5bsfli6aERQUeOHCyc5d3sbziVEG9u/Yb8CYnLnySkDi4Jkm1e3TOyQkO2q1dbtm9WYvXtuwdrWGbfvlzpllz8GTm5ZNO37m0q79RwOCQtKn9RgzqOv6rbsePX02atL8wvlzv3rj23vo5CUzRopxzZ38/uehZWu2pEqZIodXph7tmxpNpunzVl65cVcul3VsUb9MyUJT5q4ICAo+tazD8gAAEABJREFUfurisL4dbKzV85b/qjcacmTNNKhnWztbm9iZuXX34chJ862trTxSpejdqUVs/abf98adGTHdHoMnHt+5asaCVa9e+waGhL5+7du2eb29h076+gVWq1SydZM6J89dnr5g1eblnzM9GL4Eb29vCfi3CJ0HkIT8cXrXT6V/XLNv7ZGrxyoVqCBq9l3Yv+XYVo1OmydT7r4/945tOXvbvCc+Tya3n6CQf0IKTLFLrFigwuHLh80B0Psu7BNPX/i+iG1w6PKR/RcPqK1tbNV2RbMXnvTrVL8Qf3u1Xb8GfTKlzth0QotcGXLuv3Rw7aBfPFw9Yvssn7/84StH65SOjsrdf/FghQLlzfve49eOL/xjicFgyJYu24AGfUVNs0mtUrq4B4cFd/qh4+p9a5VyhV+IX8X8FYLCg68/up7JI+PQJkPEqNM3z3r46tFL/1fl8pbp+3Ova49vmDNAv/B7MXnj9KDQQE/3tPGW64eStf48u8ccAH3kyrF8WfK5OroFh4eIhZ3YZuysrXOkJEssnUKhsLKy0ju4hJfsp/hzvJX395LSWkIiYArxiTyy0KfaUvVf0c9KpVIurnA4/UjWnl64sH/WjChNZMqsXtUHDbZ2cExYY26p12hm16yeLl++wBfPbZ1d6kyYZOviEvL61c7x48J8fa3t7UXjFJmz7Bw75oeRo0V70YkmNNTOxeWHUWNuHdj35PyFOhMnifo/J45PmTVroXp/fzXlwckTP42bEPtUTGj35Emvb99yzZDRZDCKGm1Y6K4J41/dvKlSqyt06Zq1dBlNSMiWAf1CfHycPDxKtWqToXDheLMtk8kXNarvmCp1ZHBwu7Xr90yZ7HP/XtCLFzkqVKg2cPD+WTMDn7/YMXJ4joqVLm7bmqFgIbFQ3w8cLKa1feTw9PkL5KxcOd4UJQAfh6MGAAAAAAAAYAEksEkgSm+4edt45bQsjafhThrJ0VFZPZuUMpu8YCVZukzi7oN+/y+Gu4/jjtG8ZafTp482ql95/NgBp04eKlGyvLleo4mcNHXxoCETpk0dGRYacmD/zsKFS06etmTkqBnz504yt9Hr9St+2VGocHHxmWhoSPDwod179R5O9DMAy8iaKf39R0/N5exZMm1ZOcPe3m7z9r1LZ47eunKmk6P9pt/3dGrVIEP6tOOH9ujVqblHSvfpY/vHRj+HhUfOXbpu2ewxS2aMjIzUnLlwdfnarcFhYesWTxrer9PAMTMCgkJEM0OUYc+mxTmyZR0/c8mUUX02L5+e0yvznCXr4s7JlDkrurVrvGr++NLFCm39Y7+5MjQsIt7MxB0lUqsT0x3Ys+246YuG9G63Yu6Ylb9u10Xpc2XLOqJvJwlAskYyrSSN1YdvSkCI/5WHV8vkKfVdkaq/Hf/dXDlh/aQ53Wat7L8syqB/5vtcFmPD4Y23nt2a1G78J0U/mxXLUfTC3Ys6vU6Uj984WTxnsbhDK+QvV7FAxWaVm9QqXmPEL6PK5C21asDyigUrjvhltLlBNs9s64esiY1+NqtcsNLhy4dFwS/E38bKxtbKVrx5A0IDJm2YOrHt+PVD1+RIl23e9oWiwePXj/vX7zuj01RRfvTq0bROk38ZsHzZnyuK5iiyZtAvgSFBl+5dunL/ijZKu7jX/F+HrD5359zVh9diJzRw6dB21VuLUYwJ9g0/lqy159zbM8Dd53bXLF5DFJzsHGd3nfnZM1JbWNwk0PKCjfTWbpGHF0hIHMJ2jg1NV96U2tscAC3WkULxye9KJC2RwcEb+/SsOXR4+w2b9TrdkUWLEtbEbR/w9Enh+g3a/7rJycPj4tYtombrkEHZy5Zrt35DripVtw0ZHNty/8zppVu3bbN6rVfZso/PnfX+vsbtwwf1Go3RYLi1f594GttSr9XqNBq1g0NszcF5c1zSebZd92v6AgV0EeGi5ujixXaurp22bGs8d/6+6dPC3rw5tWplyqxenbb+VmPosINzZ79ztn3u3KkxeEjjOXOfXLwQpdW0WvFL5y1bH5458+zSpco9erp4pq018u3hwPv76jf27BZ7ezF7d48czlW5SsIpSgA+Dlc9AAAAAAAAgAWQAToBufh4UjJePSS3uarwkkmaSCljGcmuYPRrZb1HkeKQwTm7smCeuGOkSZtu1pxVz548unDx1Lq1S3ft3DJ91kpRX6JUBXE709nZNXNmr9u3rzVs3Ob+3Vvr1y4NDgrU6/XiXoJokzOXt9omJgeqyTR1yvD06TN75yskAYBlyCSF4u03YfLlzpbKPTqO5Jd5437bdcDnjf/t+49SpfxQZMmV67e9smR0d3MR5aF9OojH2YvXjhnSTSaTZc+asWhB72s374jKvLmz29qqn1y+8ejpiyp125nHLZQvd2w/Gq3u2q27pYuLPa1Uq1o58Thp9jLx6GBv+4GZKVwgugdXFyevzBnTpE4Z3d7ONiw8wtXZ0dnJSwKQrJFMK0lj9eGbsuP0ztJ5Sqqt1N8Vqjpzy+w3Qb4pnd1zZ8jdY27vMt6lahWvkc7d87HPk6sPr+2/eHBFv6VKxb+5SFfIZcVyFj9766ybU4osaTIrFIp3xtyERYbde/FgQY8fRblu6Z/m/z4/QhMhynkze6dyThmvce4MOR69fhyuCd99dk/FguWf+jwXlTcf33zp/+rH4XXMbfJkjD4fc7R1yJQ6oyjcfXE/T6bcNlbRV7i2atuSuUuIgruLe2hESJXCVdKlSvfLvtUhYaEBoYEancbcQ1BYkF+wr7mfxhUbzNk2L+48pE2RNq172kv3L2f2yHz90Y0JbcdJyYtYUyqVSq1WR1YZq9jYSF20kcwxlYSvyvD0kv7Gbv/av9nEiX42f0tBQvL15OKF9AULpcyWTZTLtG2/feSw9IUKxauJ217t4JCpWHFRcM+SNczXVxsa8vr2nRZLV4iaQj/X3zdzui4szNwyQ6HCO8eNyVW1arp8+TMWKSre89nLlb+5f5+1vb3o38rOLrbPZ5cvpcuXL+5U7h8/3nDmbFEoWLfenxPHi8Ljc2efXDh/dNFCc4NXt289OHWq2oDon5Vz8kjTauWq24cOJpjtTnZubikyZxE1jqk93DJkOLF8WWRwcLi/v16rifc62KVIkTpbdjEVY1RUBjF79vYJp+iVMqUE4CNw4AAAAAAAAAAsgAzQCSiUilzZlT92NmiLSWEvZY4pJGtPSZlRUmaWRUQZHljLUhaQlP/I/TNkYGetVpMuQ6afajdesWq7v5/vG59X8XoVd59nTh+9atWCLFlzVK5aSy6Xm6ToG9JKpSq2zU91Gr958+rMqaMSAFjEjdv3s2XJZC4rVdHRNo+evqhct51ebyiUP1epogU+nK5GoVDI/7qd4xcQFBmp1RsMKuXbqB1R0Gii0xCqVG9rKpcrcfv0DvF3Zu/6uZP/zomlVChiY300Gq1/YLC5/OGZUf2Vhk2pJB8b8M0hmRaApGL7qZ27z+0t1KlY1YHfG4yGzUejE4XO7jqjWdUmD14+7Dm/z5lbZ6Xo0yHloEYDpmyc/i/2b6aYcSoXqnjoypF9Fw5ULljpfS31Br1SrjCH44hHhVypidKYp/6OPk1S5YKVD185eujy4Yr5KsQOKu1d+sKCM+Lv4NR9MztPixn976taVZyulHFSWf9xemenmV3TuKQu7V0ya5rMcRfTaDSaC9Yq64TzXLN49T3n9+27sL9q4cqqOBNKBswxtUrxoYBKpchYXJupcsSfEyV8bWHbhvjlaq5w8VSr1dbW1mLtiA9wCGJL9oxRUfK/LjAVKmVUpCZhTdz2Smu1uSC2DZPYixmM4oL6772rUqnX6cwNSrdtV2fCJKNev3P82MML5oua/D/8eGPvnmu7dhb48ae4fd4/fjxryVLxZsxkit5DijlRqt9OsdPW38befSD+eu8/lLV0GYVKJZO//XQ34MmTd862aGOuubL991/atnZOk8arTNmU2bzeecTxrlnr+p+7buzbKwrvnKIE4ONw0QoAAAAAAABYAAHQ7yLuWMjkstTpTGFqU2SwFHpdCjsnRT2QrGXyjGGG0+sNN+/FbW5rZz9vzsTAQH9xy+P8uRMKhcLNzV3UXzh3QjxGhIc9ffooT578D+7fqV2nSdFipZ8/e6zXR8X/CFQmK1iwWM9ew+bNnaRNkIIFAD47v4CgOUvW/VS9QtzKR0+eZ8mYrkHtavlyZz9x9lK8uzXi3r9Go419mjNb5vsPn4aGRej1hkmzlm7Zsa9I/tyHjp8Tg0Tl6YvX8uT8OxNz7lxel67evHz9tthVTpy1dMmqLbGDlEqF6OrClZuivGn73rFTF37MzAD4lhGH9OVo9REH7/6y/drMP67N/u3q9G1XpsT723p5yol729knAx/j6ZtngaEBJ2cfM0cMj2458vcT2yO0ET+PblggS/6hTQdXzF/+4auHYp+WK0POemXr2FjbrD+0QfpXiucsevH+5TO3zpjzLr+Ts72zs4Pz9cfXRfnqw2u2ahtXB9cP9Fm5UMUtx7baqW2d7J3MNbky5rr64IoY12gyTtk4dcWeldLHufPsbuWCFasUriLm4caTWyaZKXaWPNw8bj+L/tmQEzdOJhyxSsHKYqEOXjr0Q4laUrIjVr04wVapVNbW1rpKw3XXdhpe3pDw9egu/RYV8iY0fxubGLHpnyUkd5758j29dNGctvn2gQPp8udPWPOB0W2cnW1dXJ9fvSLKzy5dtLazt3V9u3dd372rXqet2K1Hhc5d/R4+EDWZS5byuXPn1a2bmf8Z7vz82lXP/AXi1mQrW+7O4UPRg65eCffzE4WMhYscW7LYaDCIHhbWrxvu75+xcOH7x4+LQa9v3VrSpFFa77wfmG0x0dxVq+Wu9r2dq8vzK1ckk0muUERFRsZtk7NipYenTz84ccIrJtY54RQlAB+HwwcAAAAAAABgAf/m13WTOaPR9PiZ/uwBuf6ilLqg6ep1ye+oMeKoIqun8fkb0xtHVa2OsnQZ447Rq/fwGdNHN2v0vclk9EyXcfio6cqY3CparXbooK4BAX5t2/W0sbVr0qz9lk2r169dKj79TJM2/asXz/4x3ZgMWzlz5ytUuPjK5fM6dOojIYHIyEhxD1ICEoHHjx9nyJAhKd7M2LBtt/hTq61zZ89SoUzRurWqxB1askj+vYdOtus10s8/0CtT+hcvfOIOLZgvZ5W67Q7/viJ1qhTiqZOj/eBebUdMnHPj9sPsXplEV7qoqEmzl3UbOOGlz5ueHZql9fj7t3FdnR0nDOs5efbyoOBQF2fHIb07xO15WL+OC5dvmDp3ZXhExJyJg3/d9uf/nZn3OXnu8vQFqzYvny4BSL6Ivv1yIqNCzzz6zcPOSxzjngbfcFKn1OrDQ3R+sQ2sFLZ3DNeKZvpOpbSW/pX3rb7nD8I8s9hLQOLwWS49zt05/0OJWtYqK/PT7wpXmfvbvLO3z7f4rvmIVWMCQvyd7Bx7/9xLNDeOsOEAABAASURBVDO/L4Y3HdJ8cquqhaukcHSL7WTgsqHiz1zeNnLTO2uk6NTLqryZ8hpN+g+nSR7feszincvCIsMCQgPHtxkrfVDuDLl8At7UqtEqtsbVwXV0yxFTNk4PDg9ytncZ1GiA9HHqlqkzffOMjjM7i+l6Z8zz/M2L1G6pzYNGNh/ed/EAV3sXufwdp9a2atu8mbyfvHmaNW1WKTmKTharUFhZWUWlyBBZsK182xCnLr9J+Cr02vBd497k72pl66BWq8VKIf3zt8MxVerqg4duHTIoMjhYJpc3mD7Txtk5Xs2He6g3ecrhhQs0oaERAQH1pkyNrS/Tpu2pVb9EhoToNZofRo2WYt71OatUUShVcTet4Fcv7VOkiLexle/cZWWrFncOHxZl+xTRqRbKtm+/e8rkxQ1+9n30sNbwkfbu7iVbttozdcqaju2fXblcd8JkJw+PD8x24foNdk+auLJNy3D/gPQFCgY8e5axSFErW9tZ339XfdDb32iysrNL6+1tbWtrzhudcIoSgI/DRSsAAAAAAABgAbLYT+JEQa/Xh8bw9PT8+C7EiFFRUaF+V/1PFPfIO9g5Qx0pSTPoTS/eSDKNZG1rDPQ37Zkg8/7OGGySR241pWopPT0gqb2UDbv/326WL52dwj3VDz82kL5JPjdmBDxcK+W76eLiYm9vb21tLZd/hnTjAwcOrFOnTtGiRePVGwwGrVbbd+0DGzv7vj9llr6w0LCIkZPnTRvd72Mab9mxz8nRvnK5EtKnCA4Jq9eq174tS6QvZuSkeV3aNnZ3c5E+q0mzl2XNlL5G1XKV67Q9vnPVv1v8z67ZjIvfZ5caFHd3cnKysbH5LEm8Fi5cGBYW1qRJEw8Pj7j15n1pUGhE3iHXfhtUJH0KtQTEGL7+jo0+uE+1lGI7tLW1ValUxFK8k/m84sFN/4WDH3YcWcAzi4P0WdWr3O5VTDC9UqlInzFt1ZrlmnX4OWGzsLCIqSPmj5zWV/ryNJG6tvV7te7SqGK10uaa8UNnOzs7du7bUvpEOm1UjVJNfzu80s4+OmivftX2ufPnGDG5tyifOnZhy5o/pi4a8TH9rF/5myZC06pzQ+lLCvTVTOt9tkZ7hzxFUzg6OqrV6o/fP4vzVR8fHzs7u3+3Y8+WLduuXbuyZn0bSydOLebPn58nT55MmTK9evUqYfuyZcuaGyQctHz58jZt2pjL7u7uBQoUmDt3rpdXdP77vXv3jh079sqVK7ly5apcuXLfvn3F3LZq1crBwWH27NnmUVauXLl48eLjx49//JlSSEhIx44d161b95HtO3XqNGLECGdn5/ctXbFixdauXRv7agRH+iw+1s3dNmN2txIHH68s6FHttt/JAM1L81CZJPdOWfHem5t9v19ipfi0Y5zRaBQnbL6+vmJ1ixchYYNRrc5nL+D8Y5tMNnaKuPVit6DT6U7cOTlm97hNPf5lctwPK9Wj3I6x22JT4WqitNUH1zo4ZW/ClrO2zk3l4t6wwked5PeY17tp5cZFshfuNLtr44qNyuQpJX1W1x9fP3r1eOcfOn5M49vP7jQZ37xt9dadar39DtLuc3uGLB++ot/SvJm9pc8k4evzy77VkZrIjrXaS1/M7xe2H7x8aEy1kWI7F7sFKyurz3KEFZcedevWLVKkSNxKsTWKLVmj0QzaNiRTmszNSjWRkBRsOrPl9K3TI6oM/bwbyeciNipxBREZGRke6Gu7pIxjreGqfMkw3XXipzkwK+jyvpe1fhHHKfMJhthUCID+usS7Q5wDvFy3TnviZJ6pyec7rms6tq8xZJhLunTSt80QHnbmpx8c5851zZRJnByKDw/FWb0EJAti9/Xy5Uvx4Yb5s/HEdu4BAAAAAAAAJBufISY1uVEoZenTyNJllqVMbbz9SirUUVGuiapKPf2TYsqKPynrTTZEOBmu3ZXwNYSEhKxcuXLmzJnvDN+xmPDwiHsPnnxk46s372p1einxOXfpC/62spVKOWv8QCkRL/5n8fDhw3Hjxm3btk3ckZUAJB2b9y05cWv7wctbhk3qvW3j7vt3HidsEx4W8eDex+7q/yO1jdXgsT3mTlkRHhb989Onjl24fe1+u+5NpU9nZa3KWyDnrZgTlZfPfFKkcrty7rr52243Lt8pVCKflFx8iWRa4p705s2bpU/Xpk0bU4xbt24VK1Zs6NDotKyHDx9u3Lhxy5Ytnzx5smbNmjdv3jRr1kzUi9MYceA4f/68KIs74qLx6tWrP+l7YuJ06Pr16x/f/siRI9InLl2UUfci9HakPjRfqip6oz5A8/d5l4OV6xfMZGaSTu32Gd/h4pXjX/nX1a2UqmkdJkuJ3uPXTwJDAxPWP/N97hfyjtcwhaPbocuHY58euHjQLU6a4c+iTpmfKuQvLyUL4r22YsUK8Z719fWVgC8pNgm0tYNLRKl+4TvHSHqtBMsyhfhEHprnU6y/OoZKpVIqlUQ/47MLfP58aLYsqbyyEf0MJHtkgAYAAAAAAAAsQCnh/RRF8snTxPy2o52tVaPm0QV7G+vWLUxv/n9MRuu2/z9LNP6du3fvjhs3rmLFijVr1hQ3iSWLm7V4zYtXb0ZNWTCiX6elq7fs2n9MJpd9X7F022Z1b9y+36nf2D0bF2l02gZt+vbo0OzIyfOXr99JkzpFAe+csT1cvHpr9uI1kZHarJnTD+zRVtxa/aFJ13y5sz1/+cbF2XHc0O5yWXQglPigvHKdtivmjEvvmTo4JKx+6z67Ny2Mvf86cdayY6cupPf0qFyueN1aVRq27Zc7Z5Y9B09uWjbt/sOn85b/qjcacmTNNKhnWztbm02/7921/2hAUEj6tB5jBnXdte/oqze+vYdOXjJj5LmL1+M1nrd0/YUrNw1GY51alX+sViF2tmcsWPXy9ZvXb/zFreBObRoUyZ9HF6WfPm/llRt3xX3hji3qlylZyNxS1PcYPHHm+AGxi++VOePEWUtv3X2otrbu3LpBqWIFpGTBaDTu27fv/PnzDRs29Pb+bNkTAViAQiF3dHYw6A0mo1E8XbN0y4E/j8nl8grflWratu7S2Wtfv3wzdfTCDj2btarTc/P+6JT85rzIDVr82LHxgJSp3IKDQwsVz+f3xt/vTYB4bNSqTo06lWL7j9LpF0z/5eaVO+IY0bxj/RJlCi2csfp9jXPly1bxu9IrF/zaqnPDmWMXj501UGWl/GPzvp1b9+sN+jKVSjRvX+/YgTNH9p8aOqGnaD+w67j6zX6IjNTs2LT38cNnZSoW69Kvlbmr/IVz37hyp3CJfBfOXC1aMv+lc9dvXbufK6/XtUu3OvdpmXCu5k9dGRQYfPrYxd5DO9g72K9evFHcpbW1s8meO4vo7fDek9s37dFodLnyeHUd0FpKNL5ENJJOp6tXr96rV68eP37ct29fHx+fAgUKnD59+uzZs2LovHnzxBmIv7//zJkzy5cv/84e3NzcDDFEedKkSaNHj27dOvpFc3Z2njVrVsaMGW/fvp0jR45FixZ179795MmTnTt3HjJkSJYsWWJ72LNnz7Rp08zJDlu0aGHOLb08RlRUVO3atQcOHDhs2DAxh126dBGzNHny5A0bNojt9ueff+7fv78Yffr06eLF8fPzK1u2rOhqwYIFz549Ewepbdu2mZfu2LFj48ePDw4OFmOJuSpUqFDCBdEaIhys3BRyZdG0tS6/3mevcg6Lehtl62KTxi/ymfQlhQTolo+/nb2Ac8PuWV1TWUtfg04f1WdR/4NT9raY1DpH+uw3H98ySaaBjfrlyZjnrwa6TjO7VilUqWGFBst3r9x9bo84eatauErrai3F0F8Pbdh9bq+92t7/n1HImiht3RH182TO89L3hYuD86gWI1wcXOIOypkh+5sgP+9MeXrV7a5UKC8/uDJn2zyNTpM1TZZ+DfrY29gv2LHo4r1LBqOhdumfKuWvsGLPqrCIUC9Pr/rl6sWd0NZjv2VJk6lm8RpxK2WSLKVzSvHmeen/Mo1bGtGtT5Cvh2tq89Dj144v/GOJ2Hqzpcs2oEF08vtmk1qldHEPDgsulqPYq8DXweFBr/1fiwXcf/Ggb7CvWNiWVZu/Dnw9beOMwLAgsaStvmvxQ8laYtLmDNBnbp1dsmuZOJu1U9vlypBTSrLEG3/MmDFVY3yVSw98C8R+W+yTlUql2MZ0BRrpL66IPLLIphIfKVhUxJ8TQtOVN6X2NgdAi3VBJlp8CS6enmPvPpAAfAOS8VdoiO0GAAAAAACAZXzMh2wEQH/I2+jnGLIMaf8up/zMmdLwqYxG4/79+y9evFivXr38+fNLltWjfdMbt++P6Nfp+OmLp85dWb1ggrhXPXz8nP1HT1cuW7xmlbKzl6x54xfQqVWDGlXKnL14tWjBvHGjn4OCw/oOn7pw+nCvTOkHjJy+ZPXmzq0bPn3+asygrsUK5R09deG2nQfq1qwixbyHf/i+ws59R0RXO3Yfrl61TOy7+vT5q3fvP966apZKqWjSYWClsiVEZfYsmdo3/1mlUo2fuWTxjJHp0qZeu2nnnCXrurRptHn73nWLoxMZjpg0b9Pve9o1r7d2887pY/tHaLTxGteoXObyjTvL54zRaLSDxsyMGwAtRERql88eExIW3qT9gA3Lpq7fuis4LGzd4kl3Hzxp3W3ojvXz4zYunC93uZKFzYs/Y+FqF2fHTcunBQaHtu89MlvWjO5uLlJyERgYuGDBgjx58jRp0sTR0VECkLjVq9LOXEiZ2q15+5+9cmY+c/zS+VNX5q2K3p9PHD732IEzbbs3uX39ft/hHUNDwhP28ODu4zEzBtjYqreu3xUUGDJp3tCQ4LAmNTvHjWlev3xrWGjYgnWTHtx70rPVsDU75onK9zUW2nZr0rFxPz/fwBp1q3jlyHTl/I3N63bOXTVeDOrUeIBXzkzvXBYxJ+t2LRAdxtbkL+a9etEmUbhw6kqdpjUUcvmFU5ez5cr87NEL8SgGJZyrqCjDr38u8vcPGNxl/Py1k+RyecdG/cwB0NNGL9x6aLlKpZw5fsmLZ6/TpkstfW6RYYY3zyODlQqFXCeTKT7yJnF4eHhQUJRarbGzU1hbR31Sgkb3tGrx6OXl9b4G5mBi8diuXbvYyqxZs4pd/bJly2bPnh0vAHpZDFEQh+DKlSsvXrxYlG/fvj1lypTYNmq1Wox18uTJHDlyVK9efePGja1bt9bpdJ06dYo39bt37164cMHBwaFWrVpZsmRRKBRz5849fPiwGFS6dGlx2jNmzBjRYN68eXv37hWnQ0eOHBHTFbP6+++/i6ncvHnz3Llz7u7uhQsXPn/+fOfOncXov/76q42Njbn/iRMninEzZ868cuXKESNG/PHHH+98EbSG8PsB59M75nkUdEVn0MTW21u5PA66Ikm2AT7aUN9PS1Aqzt+ioqKCgjS2tnI7u3fcMtfrjLHlO5eCJnS8WL1Z+vI/pZW+auSAs73z6kFi6+noAAAQAElEQVQr/zy7Z/Efy2Z3nSG2NHG/f8CSwSXzlGhYocHxGydP3zq7st8yhUI5ctWYA5cOWSmVZ2+fX9pn0ePXjxuNaxavt9eBr0eWGVYke+FxaydsP7WjRdXmcQdNaDs2b2bvub/NX7preaMKDQYsHjSv++wsabIMWj5s6Z8rKhescPXRtSW9F2p0mqErhtcqXqPVd82vPLgaL/r5wyoXqrjn/L5W37U4eOlwxQLlD106LCoDQgMmbZi6oMc8T/e06w/+Om/7wi4/dBTzP7XDJFtrm18PbdJoIxd0n3vixqkBSwZtHLbe2c7ph+F1GldsuPP0n+J1qF3qpyc+TxqPa/ZDyVrmqfgHB0zcMEW8LOKd3XRiyyQdAC3o9fpdu3adOnWqYcOG4nxPAr4MscMX+3OxJ4+sMlaxqYm6eBOZHZ88WIjh5Q3dtV3+tbfZxIl+lsWQAAD4V5JrlLD554/ExR1h0AAAAAAAAPhyYoNA/u/NGgKg8QVdunQpPDw8IiJCr9d//Eeibm5u/v4f9bvnAQEBixcv/vHHHytXrix9DWcvXT9x9lKhivXNT1OnSlG5bPFu7Zr80LRr5gzpateo9M6xLl27WSBvjmyZM4hym6Z1Rk5eILWWHB3sihXKK2qyZEjnG/D3T5nXqVG5Q+9R0QHQew5PHd03tv70haulSxS0tlKJ8volb3+iPV/ubKnc3Y6dvPDo6Ysqdd/GbBXKl9vB3vaXeeN+23XA543/7fuPUsWJ4L9x8168xu2a13vt4zdw9IzSxQv17Bg/aqdS2eIqldLNxSm7V8ZrN+8eOnZ2zJBuYkeTPWvGogW9r928I73H+UvXL1y5uWTVZvPTO3cfupcoJFnQq1evDhy4GhkZqdPpzLk5P5K9vX1YWFjC+pcvX8aruX79+sSJE8ePHy8BSNw271vi4Zlqy9qd+3cdrVKjrKi5dO7auZOXqxRuYG6QMnWKbLmzfKAHF1enDJnffjOqSIl81mord7WrtbVVlE6vsnp7cnX88LmBY6L3kFmzZSxQ1PvmtbsfaCyobaxad2k0b+qKYROjczwfP3T2h5+r2tvbivKP9b+7fPZ6nvw5Es5Jjjxe0bvlFM6xNTnzeN2/+1gcdq9fuTNiah+VUrlk9pqCxfLmLZRLzMw75yp33my2dupzJ5/k8PZycLQTNd/XrqTVRMe25vT2GtR1XImyhb+rVf5LRD8LT++F3r8aGvRaHhEi6XWS9OVjXet3ySoe7927lzVrVnNN0aJFY4eK3buPj8/PP/8syr169WrZsqW5vkKF6G8ElSxZcvny5fE6bNOmzdKlS8WITZo0Eaclnp6eUnRYeZSDg0PcZnHPhaZPn+7u7i7mIeHsVapUSZwLiUKNGjX2798vDlvt2rUzf7umffv2hw8fjo2/FOV9+/bFTiVdunRly5YVy5I6dfSayp49e1BQUML+d+7c+ccff6xdu/batWvisCi9h86g9Y14EqT18Y98rjfpZJJMrbQ3GPVySaE3Rskl6cx+n31rX0uflemfq1+nNf629PH1swFdJ3zNkNNy+aL3ElnSZA6JDJFi1uPq/evCNeET2owVT8/fuXDh7oUyvd5+YSy1SypNlKa0dymlQpk1bdYSuYrF683G2qZI9sKikNkjk19wQNxBqV1S580c/WsSlQtVmrh+co70OfJnzSc6ETWtv2sxZvW45pUbvw7wGbJ8WKncpbr/1PWdcyuG7j6311we8cvojrXat6veJm6DKgUrD1gyuNV3LfZe2Ne/QV9zAPTNxzdf+r/6cXgdc5s8GXOLR0dbh0ypM5prCmeLPm1zc3TN4pE5jZuHKNupbcMiw9p83+rm01tLdi0LDA3S6aMMxrenWBcfXMqdIaeTXfR2+2PJWhqtRvrCxDvuzJkz4tJDbNXiTO/jLz1SpEjh5+f3MS3NX3hr0KBB6dKlJeBzM392o1QqVSqVLmNxXaaKEX+Mt2swTYJFhG4d7JermcLFU61WW1tbi7XwSd+tAgAgoWR5HDGHPt+9e1ccLi0WAG3+Duo38hj7Or+znKiY5/l95W9qfSVyrKmksqbMvqn1ZV401lRSXFNJdH19I/s61lRSXF8Jy4lK3L1cwnrWVOLxja+pJLS+WFNJZU2ZxV1fCcvf1Pr6KsQNX0dHR/EZlLh3Jv2/j9oIgMYXlD9/fmdnZ3t7e7E5ituHHznWB95CXbv+I9TD1dXVnAH6k+JZP68BPdq0avSTKPi88XdytBeFKL3eSqW6efdBUHCYs5O9udnDJ8+rN4hO8Vi8cN4m9Woo5W9/S1epUmq00RFmsT+oLRZdfJAc23+6tKlTuLnsOXjCykolyrH1KsXfOTJfvn6Tyj2FuTdzTeVyJeZOGiwKwSFhRpPx0dMXzToN6ta2caH8ubRRUfEOqPEauzg5blw27eDxswePnZ40a+n2dXNFjfROJpPeYFAp305UFDQanfR+m1fMyJMzOojn6fPXnmlSSpaVOnXqisW9nZycxC1thULx33fTixcvvnr1atyaPHnyNGzYUAKQRNRtUuP6lTvL5q3vNaS9eNptYJuGLX4UhTev/R2dHIKDQ962i7O3MOjfHm7iBi6rVKq3DWXRCW5j6/V6vVL5995eG7OHfF9jMycXR2dnR/MR02AwKv/awSqtlFqt7h9zYjDG9hyvEzHRbDkz7915NE++7GJflz13liePXty4cqdw8XzvmyvlX4sTO0vW1lbmAOhJ84eeP3XlyP7Tq5dsGjqhd+ESeaXPLb2XQ4ZsjtZKe4Vc9YkZoIPELt3Ozs58mvHxO3ZzBuj3EV3FHpRjC7Hl912XCmnSpJk7d26JEiWqV6+eLl264sWLnzt3LkOGDOahERERJ0+eHDJkiPmpOIcRB6OUKf/P0VBMS6yy2M1GzING849A0unTp/fq1UsUXrx4Ifo8evRonDMKWcJtTPRWoECBatWqff/999myZVu0aNH7Jm006cOjgrbfna6QqVRy65R2mQqk+u6Sz54wXYDOEKGWnIpVTpUrXyrpU/yVATpIrDVbW9uEDX6ZeDskKCpuTYEyKep0yCR9VSp59Osvk2Qm49tV750pt4ONw/wdC3vXjf66Qo/a3ZpXbSoKPoE+TnZOs7bNjd1IrFXW8XqzUsVZQSbj+yYqeogyRMnlf+0EFEqNXuvq6LZu8KrDl48evnJ42uYZm4f/mnDEca3HiL9ZW+dmSZOpZvEa/+hT9CqZ0rh5iEk/fPUoMDTQHMpsVtq79KzO0aGWweEhxpg4ZqVCFTtUqXi731D8VTAbtXqsf7Bf/XL13JxSbD22Le67I3bprJVWFgiAFm+TokWLijM9sXWJd8HH7xA+/tLDxcXFnAE64TsL+CzEpiiOQWJjFse18IrDrZaWVZdprUiTW8IXFnV5uz7wRWjFBQ420WLTP0sAAPwHpuSYIFkslPgcXhwrYy91AQAAAAAAgM/O399fo9HIYsRGzrzPx8akAv+C+Q7upxL3Gt83KLZnUa5cufLw4cPz588vWZxcIY+MiVoumj/3lu17/QODQ0LD2/ceeer8FVE5YeaS2jUq1axadtr8FeZZ1Wp1mTN43j69Q/ytnDsub+7sF6/fCo+Izrl46NjZfLmzfXhytb4rP2HW0h+qVYhbWSh/7pNnL4uCmHj7XiPvP3wSOyh3Lq9LV29evn7baDROnLV0yaotj548z5IxXYPa1fLlzn7i7CXz5+9ixjQabcLGF67cHDJ+Vo0qZaaN7ufq4vTGLzDudI+fuSAeQ8MiHj56lj9vriL5cx86fs5cc/ritTw5veK/VjGLLwqF8+detmaLwWC88+BJw7Z9AgKDJcuS/UX+mcTt3MXFpVOnTp07d3Z1dZUAJB1tuzXesXnvy2c++Yvk+WPz3kD/4NDQ8L4dRl04fUUciswRwDY26pDgUJ/XfmIPdnT/6Y/vPH/hPCeORO8hw8IiLp29mjNPVulT5C+c+2TM6GKnffzg2Zx5szk62t+79VA8ff3S9/rl2x8Yt2AR79/W7SpUIjriWeyv8hbMdXD38ULF8354rvIVyn33xoOI8Og4xdPHL4pHTaSuZe0e3gVy9R3esWzlEk8ePpO+ABt7RUpPm3TZ7DLnccya92P/MuexT+ulSp9DLQriqVc+p4//c05h/YH5SZUqlTgVuXHjhijv2rVL+hS5c+du2LDhyJEjRXnw4MF9+/b95ZdfgoODL1682KhRo+zZs+fN+/8jyA8fPmyOct69e3eNGjXKli27c+dOKWZL2L59e9GiRcXsRUREiJpy5cotXbrU19dXTKJ69eoHDhx4Z4eifWymZzHi3bt3R48eXbFixWPHjn3glrxcFh3nmtouaynP+llcCmd1KXLZZ09m5wL+mhem6EzNkmsq60962c1/WbwdxFrLlNvunatVafX34TV1etuuE/K0HJTd0dVKSkzEuURBrwLdanfddWb3/Rf3C2UruPX4toAQ/5CI0M6zu5++dbZs3tJHrx0XLSM0ERfuX/r4nl8Hvn7w8qEoHLt2vGy+Mnkze195cEV0ImoOXzninTHPpfuXR6wc9X3R7ya1m+Bs7+wX7C9Wk1anlT5R5QIVx62dULFA+diaXBlzXX1w5erDa0aTccrGqSv2rPzIru48u9O4YqPS3qUfv34SZYgybxtCIa8Ct57eidRGz/yJ66cki/hylx7iolq8xUaMGOHt7S0BX5LYjMU2aSWkyBBZsG34b0MlfGl6bdjOMW/yd7WydVCr1eK1J/0zvgqTJlJ7/njguuUR508Z4/xGh0mnjbp1OWjDytCDfxojIyQASUfyO5SYYnzSz60AAAAkG2H6yHVPD+qNXy0pGwAAwLdGq9VGRUUZjcb/+2EUGaCR9GTLlq1BgwYeHh7SV+Ls5GhrY1OjYeedv87/6f7jDn1G+fj4Va1YskLpogeOnr7/6NnYwd3FO/DHpt3PXbrunTPbiElzlUrFD9XKm0dP5e42qEfboeNmB4eESXLZ9NH9Pjy56lXKTJy1VDzGrSxeOO/VG3e6Dhh//tL1Fo1+zO71d3JEV2fHCcN6Tp69PCg41MXZcUjvDkqFfO+hk+16jfTzD/TKlP7FCx/RrGC+nFXqtjv8+4p4jW3U1kdPXeg7Ysqr137VKpbOnuUf+Tw02qgOvUf7BQT27dbS3s6mU+uGk2Yv6zZwwkufNz07NEvrET+TZezit21Wb+q8FQ3b9Xv89PnQvh1TuLlIyYK4NV6pUqUaNWrEzRIKIKlImy719z9VWjxz9chpfe/fftSv0+g3r/3KVy1ZqkKRKJ3exlbdpGbntX/M79yv5YBOYzJ5ZShQNM/Hd96qc8M5k5cN7j7B55Vvu+7NUqf9tMz3ZSsXf3D38ZAeE/3fBGT3zlq1RllxVpcnX45OjQdk9spQrFSBD4ybv0ieWROXjpz+9vhSqKj32uv3PDxTfXiunF0dW3Zu2LnZQLW1lbVNdIiw2saqcevak4bPCfAPsjFzNgAAEABJREFUcnRy6NK3lZRofLkbruIu9bx583744YfChQunSJHCxsbmk0YfNmxYrly5BgwYULBgwRUrVnTs2LF169ZFixb9/vvv+/Tp8zE9pEyZskmTJq9fv65atWrJkiVFzbVr1+rVq/fq1SsxS40aNRLnGPb29mIqN2/ebNGihTgGPX/+vG7dujVr1tyzZ0/CDkuVKpU5c+Z79+6JsqOj46hRo8TShYeHix4ePXr0zlfSWmHrYe8lXmbxeOzZr1ldCoXq/J6H3gnSvgnR+kr/2YdXn9pW8X3T9GVrecgVFo0YqNL/e3MhpbP7ttFb3tfMfNffyc6xZ53uI34ZvWbQL/dK3usyu8ebYN9KBSqUz1dWig75PdlsQkvxaXga1084X7VT263at/aV/0uVUjWry3SlQtmvfp/hv4wMCQ+VyWWT2o53sHU4du3EgCWDXwW8rlqospdnVr1RP23zjFGrx45o9o8oyR51un5gQpULVZq1bc6YVqNia1wdXEe3HDFl4/Tg8CBne5dBjQZIH6dDzXar969d+uf/2LsLuCiaNgDge31HHt1d0ggiIWG32N3d3YHd3WIjdncnggEKSIkgJd1wR13zDazeh6C8qKDE85ffOTc7O7t3t7u3s/Pc7Am042grayVnpYgrnNxjwqit4+lkdDj5tZ2ooUFND7RLKikpYQDUPzyOn0wmo8ZFicts4eGL/LA7FKueGKg3nJdHeHRFjkkvGXo5PPoZA+Cv430KE4QHUjSNi9/4C9ls6XadsYobj5SGhQgiAqnahkWhQQQyVcqtAwYAaCSa8AjQEAANAAAAgOamVMj1ir29+fMlYhk2QMtdfKtnAAAAAABQT9AFKA6HQ6PRanNv3v/fxRu/xXZhBU1NTazWym/QzOcX5oTlvnJUs1rG1OlXm7k+RYXPnzN27fq9dvbONZc8cWyvopKKR+/BVfIf3LsuLS3TxvU3L/3zeNxRw7tfuPwUq1PitZo3e8ysOSt09X463OPHiA/Hju7euce7cqZIKDzt4xUWGiQQ8KdMXWBqbl2bHKyOXL3sU1paOmLU5Cr5rIL8Qwe2JScn0OmM0WOnW1nb/WdVmZG78uLPYtYf5eTkpKSk8HvTY39syZIl/fr1a926dZV8dOGVy+UuOBvHkJRa0Ecfa1o+RHy6evvxuqUzsX9t1yEfFSWFYQN6YI3NyF3B3UywwY5KsrKyDAajTu5o7OXlVVRUNHz48Cqx+PixtKCwxGp5+I2l9tqK9JrriY770n/07EvHd5iZGKCnxSWlHftOePPwbPWS4ZExvm+CZkwYWkNtT16+fer7dsnsCQPGzn189WgNJX/2aaKNTVZGqqO7E9bwiNdt+OQlKxdNrRKdX0Vtyvye6Ys2jBrcy8Huv4dxrWLl+WiGgDW/qzLaDiUkJCgUCgws90P4eUXcx1yvZfFTVrfUNJDGQBOVn83ZMS+wxyRpi9aKMjLlcUe1Pz6j89XMzExJSck6PLCL7dixY9KkSdLS0uhQHxoaeujQIexvefjwobe39/nz57F/h83JufZ+K0bAeEJOCZ+VW5pCJUmgN5cr/P+ggwxMfUG3o1QS/ZdqRo0TdMKWnZ2NPm709lYvsGbMex0T6X6T9aqM+owOCzwe71X063UPNlyefRFrijh8bvdlvZ5te4SBX3cz6NazD8/XdV3NZDLRYYFKpdbJAQE1Pfr3729vb185E22NaEtG7e2l15frqeuPbDO8NlU9+/AiOTt5dKeR/1nyacjz5x+erx+7tuZi9bfBRCRGvAzzn+YxpfqkHHbu/EMLIxIjB7cdpK2sOaTd4BrqWXt6w1SPyUqyitgvGr1l3Irhy4w0//u2CRn5Gbuv7d88fj1WC5cDrr6Neruq04q63UjqA76NoYNeSUkJ96239Ns9zEXPMTINA/WgjJ1ZsM09ueN+sp4T+m5C1y7Q2QiZTIaz9IYD3x3Szp3jvnptsX0nVneODh3ssXqtiokJ/vTxju0yqqrWvTwO9PWY//TF/c0blQ0N7QYM+tnsXgP6Ddy+U0FXt0o+t5B9c9XKQTt3ixNY7RQ+uIkRSdIdu3PjootePpUbOo4oIYFOgFi3L1M1dSQcXEreveYlJTD7f/3eEXA429u3XfL6F25Q80v+sH70BmpaWVt2/4/LR8LiooA+HjL798vr6aGTQ3TxEJ3VYwA0CejwlZaWhi5u4NfGG/K5R+3h0c+o+wA1xvX09DAAAAAAgL8lLy9v8+bNYWFhqAfW1NR0zpw5BgYG/znXjRs3UGO/ffv22J9h84uPJNzbF3U1oyhbS0ZtqcWIoVptJci/dm28ig8fPqB+h0+fPqFLVdbW1kuXLiUSib169Xr06LvLfePHj0eTDA3/+0JZZGTk+vXr/23PAgAAAABAHcrJyWGxWLKysrW5dPzPBrZ5+uSurZ3Tw4c3/7Nkt+79nJ3bVs//9CkcXUPEfheZTPFctQOra7Vcqwf3rq9buxBdMayS/+jhrU9REdt2Hhs3Ydae3RtqmVPfLpw7zpBg7Dt4dv7CNdu3eJYUF2H/yKpVq6pHPzdtyzfsne+5bcKIARhoYLp27Tp//vw6GYkctWmXrtvN4wtqLpaQnJZXwMLqSP9enTu4OVbPD/sYw+UJsAbpl9Zt2dwJWmoqGACgiarXEacUFBSmTZvWuXPnCxcurF27FmtmUFd9XE7kx/TAz1mhqfmJHI6AXcxmFbNRAv8rKeGXiVArou7bEWOXmYxZalIl+hmAfwU1PapEP/8egVBw6qHPkLaDscYgMeNLfmH+DyeFx0eoyqsEHQoY2n5wO5u2NdcT9DkI+y2Lhy7UVFKvTUlVOVUtRXW/cD+saak8CDTBdpiQzix9eRQD9aPk/pYiLXeRhl3F6M909J5D8GWzZTdwkGmHOhhcmVNUlPk5pnKilkiKypyYKBGnRJCZwYmK4GemoUwhu6Ak5J0gO7OMyy0JektRrdXhsU6QqNShe/djAIA/0ISHSYYRoAEAAADwlx09elReXv7UqVNXr161srLaunVrbeaKiIj4k2ASsYzCLN/wx8XJ8WUUUnZ6/MuPzzKL/vQ2iZs2berWrdu9e/cOHDhQUlLi4+Pzw2ILFizQ0NDAAAAAAACaH1GFWl6GImP/goDP9/d7sn3niZnThhUU5DGZ8uJJJ47tzcpMz87OJFMoI0dOtrCyvX/vGj4C9JNHty9d8lZSVNE3MGnVus37wFefosJVVNQO7N+ydPlmDU3tmOjI48f2btl2ePaMkUbGpv5+T/ceOJuYEHv29GGhUKhvYDx12iKGhMTXdRDw162Zf+Hy04T4z6dOHigqLpSVlZs9e4UMk4kXmDZp8PKV21C1a1fP09bWHzNuhv/Lp8FBb2bNXfHg3vUH928IBYI2ru2HDBv/9o3v/bvXkpISjI3NIiNC8LVCNdy8cT4l5UshmzVtxmIr61bi11hUyH79+vnS5ZuOH91T5Z0JDn7bvWc/1N9pbWPP5ZRmZWXUJkdZWRXNi97JGVOGnrnwEH32QwZ2WLR4vZ2986EDW01aWLi5dTp2ZHfUp3AigTB0+MTWDi7HDu8qKMgPCno9bfoSKWnp82ePlWFlEgxJI2MzVNVpH6+IsGChSNi1W9+OnXo6OLmpqqqjJaqqaaA3EC2xhpGt69Wv3oa+CdiwfBbWYMydOgoD3+hWG+rp9xAImImhnoqSwjGfK9PGDxHn8/iCnQe8QyNjiETClNGDbG3Mjp+5WlhUYmygO6RvV7xMRmbO1n3H81mFOTn540f279P9pz9i3nXIJy0jKyMrl0ImTx0/2N7G4urtR/gI0DfvP0c1qygrtjDSc3G09X39/kNEtLqq4oZdR3esWaCjpR7+8TOa/cS+ddv2n8wrYPm/CfZcMJlBox84cUEgErYw1Fs6Z4KkBOPAsfNBoR+FIlG/Xh17d20nXnRRcenmPceiYuLpNNq0cYPbOLSsvtqVaz514baZsX7Ep1h0KFs+d6KluTFez/vQSPG6oafnr9xJTE5DlSybM8HBziohKXXz7uMFLDZTVmbZ3AlotTfuOrZy0dT0jMxLNx/HJyS3d3NYNHMsmvHR81fP/AI3r5z7MTpu8IQF755cpNOo/UbPObTNE03duPtoTm6+pITEkjnj9XU0h0xYaG5q8PDZ68vHdzz3D7z3xF9KUiInvzwqiF1YvGnPUfRaCBgB7RqWZkYYAOAvqtfRs8ZUwP6FLhWwf0qCKtvTckZOYVoNZXSVzMikug9T1jZuviO+0yk0GP65oamrpsfzkOeOZg40CvVpyPNnIc82jFuHMmcfmDei4zB7k1YXnl988P4RjVI+vu8g94H4LCnZqRN3Tr638TY61j378OJp8FN8rsoEAsH6MxsjEz/SafQtEzcpM5U+xIXuu36Aw+MYqhssHDyfTKb0XzXIQt8iLTtVTpq5ZvQqOWk5/3B/rztHUevYWMt48eAFEnSJQ7cPB38OQU2/vi59Oti0O/nQp6ik0EjTaJD7d7/ATMtNP3jbK78wf+eVXSQiRUVOycOp18gtY5XllFhFrNWjVh64eaiwtFBOSm7F8KUP3z/KLshZeGSx1+wDdOrX4XAqL6iNmeOQDSMfbbmHzvfaL+i0fty6NuZOWy5ut9A1v/Ti8orhyzIKMs88OYsO9PlFBbZGtosGzUdvRZX3qkPLdn3a9N56aaerpSvW5JBIJAqFQqfTSzquI14eTncYSpBUwECdEqZF8sLv5PS9zqgU/UyogIFmoyAtzXvs6P6bt3x69gwfAfpnJe9v2hDz8qWCtrZpp07ikaGjnjz++PhR/y3bUPrstCnOo8cEX7+Wn5J6e/VKHoeDJ3qtXut35HDYvbvoqppF126ukyZHv3j+/uKFrLg4044duy5aglfFsLTlf0lI95wvKi3Ooku//JxmxpAPiU405oq07l4tfHafYd1KotUP7tT0+aXvg21bxnmfJtOo9zZtTP/4ER072k2fYejiyi0qrJLzeMf2grRUVkYGOsS0mzFTt9X/f+eTGR39ZM8uTmGhpJycx5p1VAbj/KwZS16/zU9JebBlU1FOjpqpWXLoh6lXr6NK2FmZ7KwsdmaG6/iJtv0HsNLTHmzZXJyfX5ST7TphUsu+tbo3IABNHnyhAAAAAADUFTabra+vr6JSPuzRkCFDdHR00DWlnj17Hj58WFNTE00dOXLkjRs3jh49GhwcLBKJevfura6u/vr16/DwcFVVVVlZ2Z07d+IjCC5YsEBbW3v//v3p6ekoJyMjA/UFPHv2LCcnp0OHDqNHj66+9M8l6VkMrEhOCisu5pKJIYIMv7yP2rLqJMLv/4garTPqaJasMHny5JKS8rsvost9Gzdu/PjxI7osiRJKSkrbt29funTpgwcP0tLSsrKy0MWiiRMn2tra1nIp3t7ejx49QuelnTp1Qi+Tz+fv3r07Pj4evXY3N7e5c+f6+fldv349ISGhbdu26L0yMTFBS0fv7cKFCzFc/1YAABAASURBVC0sLDAAAAAAgH/nl66t/ZsA6FevnunpGWtoatu2cnr04NagIWMqT+VwSrdsP1JUxJ47a8y+A2fwzNKSYp9TXrv3npJXUNy/b5OAx2vVuo2NTWtTc+sfLkJf32TosAmo09fr4LaNmw+oqmneunHBx/vg5GkLqpT0PrF/0JCx5hY2D+5dDwsLcnH7OuILqj88LEhdQysuNrqwkI1yQkIC7Fu7RIQF37xxYceu4yhnzuzR+gblt8tMSIg9cepmIbvglPdB8VppaGjPnut5/+6161fPVg6AlpKWWbt+b/KXhOqrnZebo6z0dUBZJWXVrIy02uTgAdBMpjx6mpqSVFJShM7sIyM/2Nk7o3UeOWrKpYveRUWF6N1LTIhdsmjykWNXsYpz6JOnbufmZa9ZOXfn7pOoq2/2zFFGxmbRnyI+fQxDHwGXy9m2xbNjp542Lb8Ounz8yG4jI7N/Ff0MQBO2etFUj+EzOrZz0lBVxnNOnL3GKio6d2RLTNyXcTNX3D5/cPyI/h8iPomjn5FbD563cbTr37NjYnJq/9FzawiARkpKuSf2rmMXFQ+ftPji8e14ZlFx6f5j584d2aqkILd+x2EBX+Du3Kq1rVVLS9MfViLkCx9ePpKTz5o8d9WRXau1NFTPXr677+i5Hh1dP0RGn9i3jsPhLl23u3IA9NHTV+SYMpdP7MhnFU6at9rYUPeHq43XLBSJTl24zZSVPn90693HfodOXT64dTleTytr88rrpq2lvnrx9Cu3Hp2+dMfBzmrFhn2TRvd3d7b/FBO/cNXOSye2i1fgc1zivQuHWOxC/KmTfctt+71RIiA4XEpCIiQsykBPCx0AVZQVxs9Z1b2jK1qxyzcfeW7cd/bwFlTMxEBv0qiB0Z8TUHnv/evjk1L6jZqN8q/cfqSrpbFpxZyIqNgXr95BADQAfxmMOFV/qGSag0E3rD7BxweaFf+I153tO/9w0rMPL269uXNi4bGM3IzB64eJA6A1lTRU5VWDPoe0Mra9F3Cvv9sPIsmKOcV9XDyWD1+64uTKB4EPezv3Wnxk6YFZew3UDZae8Dx2/+SUXpMy8jNWu3ram7TacHbTrTe3ezn13HJx+6HZB1D9559dOHDLq1vrzmEJ4UfneXF4HFRPL8ceY7uMCo0LqxL9jKgrqE3pOelZyLN5A+buufZ1TNDEjMTtk7dI0Bgbzm4e23V0S0Oba/433n8OHtJu8PnnF7dN2iKOfo5IjKiyIPQCkzKTCjlForKy0NgPbcydAqIC0SIuvbiMzxKflnBu+Wl5abnB64dHfonMKsip/l5pKGrEpcYJRUISsUmN2otf0yGjyxkUCk/XkafXvuTeJsmB2zFQpwqvLcs1G0mS06TT6TQaDb3bRCIRgtWapKArl1r27U/8fnhv9FmXslmXF87rs36DVkvbT8+e1VBD/Ns3GdHR02/cIlEoR4cNNuv005+rdZw9Jy0yotfqtaz0NDwR6/cy9s3riWfOESmUGyuWRT15TCSTM2Ki5zx4XFpQ8P/1odFk+w+TbNdJWFiUkZKRXCaZnpaTyREqdx9gq61KlmWSFZWx718A+ksJ/XB/y6axJ09JKig83rlDUl5+6tXrJfn5PhPHqxqbvDlzukoOmo9XWjrW24fDZh8ZOnjqlWt0GRm8vie7d7qMn6jTqhV6uxLfBRq7ueP5F2bNcJ0w0aJ7j+vLl4oXXpyfP/LQ4RJWwZ7uXW37Dwi9dcvIxdV2wMDcxIQDfftAADQAOGj1AAAAAADUlSlTpnh6el66dMnW1tbZ2blz586oTdejR4/79+9PnDjx3r17Xbp0iYyMDAsL8/Ly4nA4K1eu3Lp1Kyppb29vbW09fvz4MWPGuLq6RkdHr1ixAh9uGRXbv3//mzdvli5dev78eVlZ2X79+g0bNgxdH6iy9Jufn3yKDxYRyzASSUTAvuQkhmV+HKLT/k/uIrV8+XL0iiQlJVu2bIlWzMnJicfjFRcXe3h4oPVZtWrVw4cPR4wYIS6P1ha9NDabPW7cOLT+Mt+acjV4/fp1QEDAsWPH0CWmtWvXPn/+XFpamsvlHjp0qKioaNKkSejtQsViY2OvX79eUFCwePFiJpPp7e2NFn38+PFdu3ZhAAAAAAD/zi9dW/s3AdDPntxzc++EEm3bdj1+dHeVAGinNu3QeRiTKa+vb/TpUzie+TEyVE/PUF6hfODPGTPLr7n7+T2pYREtzCwVFJUDA/wzM1LHj+mDZ5q0+MEv1SwsbQ/s2+zi0t7U3NrSyk6c38re+f7da3r6RpaWdh8/hvJ43PCwoImT5p4+dah7z34SklKoTI8eA8JC31tYtjQ2MUPrLCevWLlmG5vyuGFzc5sHD25gtUMik7HK3W0EQm1yxEm7Vs5hH94VlxT17DUoMuJDTnamjAxTSlrm7Rvf+QtXo5ZA+cuxsvsUVf6umppZ0hmMhLjPRsZmqAzK6dTZg8vlqKiqZ2dnbt28wr51m7HjZoorf3DvenJK4vIVtbqnDADglygqyM2fPmbF+n3H967F9+nnfoHrls9Eu62JoW5rW8vwj9HV55o0emDkp9jDpy7n57O4PJ5QKKphER3cHCkUsoKcrImRbvjHr7fiDY34ZGSgq6Qgh9Ir5k9Gj49evK6hEitzEwkJ+pcPkQlJqZ36T8Qz7azNJ44akJGZs2TtLhdHuzlTRlae5X1IRFDox6M+V/Cn0THxP1xtvGa8TFuX8mGoDPW0CguLfrYmDraW6NHG0vTq7Selpdyg0MjJ8yLFU1GOOG3RwhC9cMWK14hIS0loqaui9X8XEjl0QPfg0I9ZuXluznaFRSUxnxOO7VqNygzw6LTn8OniklKUtjY3VlFSOHn2upuTHZlMMtbXcXMq/0GLuYnB6i0H8wvYjq0shw3ogQEA/i6IT2rU4OMDzUpceryqnPIPJ72KeNXPpS+dQtNV1Wlr7V55Ui+nng8CHxhpGH5KinFs4VB9XgaNYaFb3ry1NrBOzUkNiQu1MbQ21Cj/qeq4LqPXnd6A9SovY29Sft6ir6aXw8r7mPgxLTe998qvcWkWuubju47OyMtcfsKzjXmbWX1mYL9IRkJaT1UXJWyNW26+sLV9y/bWepZ2Jj8YhEZdXq3KgpzNHANjgopLCwe590crn5mfyZSSlZX8f+eNua6Zkmx5+1pPRYdVXPiz9wrNlcPKUZFTwZoWdJwkEomoy41Go5W0W8E73o4ffAUDdUogoczuPE2aUU48/DMGmiIlfcMLs2f2WrlKWvn/xwp08fTa0sVK+ga69q3/s4b4N2+MXN3ItPIR6CdduIz9iviAgLhX/mttvw7fIKuqpm1np2FhSaJQpJSUqhQmyyuhPwUZBUp0soQkQ4kno6WnSlf50QDwZWW8kpLTUye7jBmHv67Ed4Ffgt6/POyFT0//FFU9Bz2aduiIFi2poKDaokVK6AdDVzd8qo5dq7sb1pl17qxlbYPekzKhEGWyMzOKcnMsupc3eNuMGXt1yWK8sKGzM5lOl6GrovdEyOO5TZ6SFhnh63WoOC9XwOWIKuYFAMDXCgAAAABAXdHS0vL29k5ISHj79u3x48evX7+OHj08PGbNmjVx4sT79+9v2LBBQkIiMzNz5cqVzs7OM2b8/zIXh8OJiIhYsGBB5Rz0iI+jLCcnZ2BgoKZWPvacpKRkUVERyvl/SQFnQ/SFCG66iEzGhDysTITRGSKM+LoobmfMlblG/WhkGvZbXFxc0HqGh4e/evVq+fLlffv2nTx5MrpAgY+7bGVllZb23R0a3d3dyWSyvLy8kZERejlo3v9cRFBQUHBwcLt2X4esUlVVRW+Lpqbm6dOnCwsL8/LyuNzyvlRTU1NUs6Ji+VU4V9fy26zp6+ujAhgAAAAAwD/V0EeAZhXkB71/8/7dq317NuA5H0ICxWMMVyEO5iZXDMaDp/PzcyUYkuIyhG/hwMJKV9gppK8/zmvt4LpqbfkP1IoK2aIfRQcOHDzazt7pld/TQwe2urh2GDVmGp5vYdFy7+4N4WFBltblUdHPn95XVdWgMxgCoYBM/Pq+kckUXsWpIZlEqV4zueIHguWfR61j0uWYCrk52Xg6IyNNUVGpNjni2e3t21y/dq60tHjq9IW+Lx6+fePbunX5eapAICCRvq0zicLjc/GVx3PKRF/fFtS3yuVymEz5fQfOvnn94vXr50e8dhw+ckWGyURT/f2ejhw9hUanYwCAuoMOD+X/MKx/r053H708ffEWni8QCinkr7stSnA4vOrzrtpyIDsnf2jfbgoKzPPX7//Cz1++lUTd/MRv3xk5eQWSlW71/v9Dq6jSoZXydZU6ujvt37IMJVjsIlGZSE5W5tLxHc/8A5/5vd2y59itc/tRjniuKyd3WZiWh+MkpWRoqiv/cLXFNWPfDp7o6CkS/fQVfTvAfv3Rj4y0ZODjC/ikL8lpDMb/rziI30YxF8eWAUHhySnpS2aNX7P1YEp65pB+3dA3CIVCwb9BCeU/NSFxefyKBZG/vWdfV4ZOK1+0g52V94END5+/9j5/E8Nueu/fgP0ZYWFh5rVr/KwsnYULMQDAf4HBtAAAjQU6XpVwyn9VVbmhjjddiQQiOhfDc8jfjxnT2a6j1+0jLXRMu9p3/mELn0qh4gl0zoZOJvlCPlHcSiWROQLud2XQaVVZeaPPxdJlz7QdKMEqZotEQjlpuXPLfF58ePki9MWOK7uurLyA/QpxK3hM51HOZk5Pgp9uubS9U8v203pPrVJSXkahyoLaWDiffXahpLR40eAFD9498g196Wrp8t0L/NZcxVf+Z+9VCbdUKBJhTVH5GSmJRKVSBcr67KHXOPnpqF0vaqIvtp7kFLMKOcUMCk1FWr7KflT+VEYddW3i0c8w/HPTUMpivT3jUz1fyOPHv32TFRtbOQAacRo1+v3lSzEvnhu3bVdzzSQKmUD8unkUpKXJqHyrp9I2IxIIfjZ7t6XL2owdjxLsjHSGLDM+4C2JQqlhcWyuIKWArUYm84SifC7/Z8WEPO7A7TturVpp06cP/tKmXruhYVH+U+G8pCQ5Tc0Xhw5WyUl8965yDZXPqF0mTDR0cf34+OHdjevNO3d1n1T+A+nyY++3VSV9+06pnC7/DhKJbq5cUZiV5TB0uJSSYuCF8xicqANQARqtAAAAAAB1ZcaMGdu3b9erMHTo0J49e6anp2tqaiooKDx58gQ16lEaFTt9+rSvr++LFy927dp18eJF8eyo7Y8y8XRSUhK9ItqB/K33sIaBnClESlpSdFhqGI8phXG55d25kpJcviAxPSaAxSMY969ceNOmTdHR0TW8it27dzMrgi4SEhIuXLiwdOlS6wq9evWaOXPm5MmT0QUKvCS6QFHDyWTtzzNRtfgw0pmZmbKysnfv3j158uSUKVMsLS0jIiK+9c/+v31K+RbcAqeyAAAAAPjnGvoI0M+e3rNt5bh2/V786d5d6x/cu1E5ADq07i1VAAAQAElEQVTo3asuXXuXFBclJSVYWNiEhwWhTAMDk8TEOJRJo9MPH9xuamZFJJK4vPJuXSlpmdjPURqa2i99H1dZlomJ+Y5tK6M+hpm0sDh0cBtTVm7ilHlVyqxbPX/QkLEjR0/V1tb3938qzkf9q3r6Ro8f3V6zbg96evmid+++Q7Dyn9zZocxuPfujN/rN6xftO3x3i3DxWv0eu1aOjx/fdnR2R6+aRqOpqmnWJkc8u3EL8/j4aAqFijLNza1vXD/vuWobvs4Bb19qaumiNzAs9P3Y8TOioyLwWSytbH1OHeSUltIZjHeBr9AbFRnx4eb1c8s8t7Zt33XyhAF5+Tl4APT6TfsxAEB9WrdsZv/Rc/B+d3sb8+f+7/SGaRQWlbwNDp89ZWRI+CcO57vDS1R0wpypI5ztbe4+9uNyeTUf/f0Dgvr17IBqi09ItrEye/ehfLxkU2P92PgklMmg07bsOWZt3gJ1/KOq0CQZGanI6HgdLfWHz15VqcrczChk3a4PEZ+szIw37zkmx5Tt4OZw9sqdnesW9ejk2nvEzKycfHEAdCsb8+Nnrm5fuzA2MXns9GW3zu7/pdWuTLxuVTAYNCN9XZ9Lt0cN6nXl1qPLNx9dPF7TLcLbONguWr3DytxYW1M1Mzsnn8VGLwS97XJMmfDIGEtzY/TSpCQk5Jn/j+F2dbY7f/X+AI/OxSWlgSGRg/t2O3m+fGj/sUP7dO/ggl4y9gdKExMzzp3LuXdPxOGoDh2KAQBqAUKUAACNhaq8amJmoqW+haykTHRyDDrzSc/LCEsovyePlYGVX5hf3zZ9Snml76OD2rdsL55LiiFlZ2x35M7RY/O8arMUK33LXVf2lHBKJOgSL0J9LXV/cO8jM12zMO/VYfHhFnrm2y5tl5eWa2fT7vyzC1snbe7Wukv/NYNzWLlEwu+0Z+cdWjiu2+hpHlP01fSeBj/DqrWLQ2I/VFmQha55dHI0jUzVVNJoaWBz7tmF7ZO31LCIH75XPAEvKSsJvRCsKRIPAl3eLadrV6ZSSuDxRCIRdEHVniSn5G30O46AKy+UaGtkK46qxypaFqink14BH/4ZA40fQ1a23fQfNM1eHvYac8Jb08q6cibaxQwcnTUsrC4vnDfLwbHmmnVa2fsdO9pm7PiS/PxTE8YO3rlHvMT0qI9or2Slpyd9CMEqriXyS0srJ/Rat763eaONRx8SlXpq4vhO8xbUfB7LEQgTWcUUMklFllZQSklhl7K5PBkatWo5AoHBlDPt0DE7NvbuhvVD9uzTRSt59MignbtRzvHRI2bdvlc9B8332d/Ptv8AbiE7Oy5W2/b/Y/afnzXDdcLE9jNnKxkYfnz0EM+UVFIiEElZMTHKxsYxL1/8bJ3To6I6zZ1n4Nwm/O4dAYcDhykAcNBoBQAAAACoK5KSklu3bp0+fbqcnNzbt29RK16p4o463bp127lz54QJE1D6w4cPFy5c2Lx5c5cuXQYPHpyTk4Pa/hwOBzX8DQwMzp07N2zYsOvXr9+4cePUqVO1WShq2nwpzrDQa3kt2ZdXVIQVFmLS0lh2NiYQyklr9GnZN7koU09Gg0j4+ov9pUuXYrWjqanp7++PVmnAgAECgeDZs2empqY1z/LmzZvevXsXFRUlJCTY2NhgtWBra4venO7du6OLS7NmzZo2bVpMTEyHDh06duyYmJgYFRWFAQAAAAA0YA19BOjHj26PGTtd/LRv/xEzpg5lFeTLMr92W3K53BVLZ+Tl5UyYOIch8XWkZylpmanTFu7auTY2JkrPwKhrt74vXjzcv3cjmUQeOWry/r2bfH0fGhubV1kWqnP+gjWHD+0oLCyQkWHOmLmk+voMGjz2+tVzRUWoQ4Eze86KypPs7JzQ4lTVNLDyQO11Tk5tUaKNa4eEhNi1q+fl5uYYG5u169A94O1L8SwmLSzwtcJ+xbvAV2d8vPbsP41qi46OmD1jpKys3JJlG9Gk2uSIoc/e0MgU77qztLIL/fBeR7d81NURoyYfPrR9zap5WZnpo8dNV1FVr/wWDR8xae7sMVQajU4vH/zV1NQyMEBr0/olWVnpbu6ddfUM8ZIzpg4bPXa6fes2GACgfmioKU+fMPTg8fKx96aOG7Jl7/GZSzalZWbNmTwSTWKxC7fsObZqy4E1i78eQqeNH3Tq/K2jPlcIGMFITzspNb2Gyjlc/uR5a3Py8hfMHCMl+XWkZ1kZqWVzJ6zavC/yU7yJkV7/Xp3uP/VftWU/mUyaPm7I+h2HHzz1t2hhUKUqeabMJs85W/eeKGAVyjFlls+bzKDTXr4JWrBqW3pGTtf2LiYGOuLCE0YO2H7g5JCJCxOTUlYsmKKoIPdLq12Zpakxvm7VJ61bNmP7fu+b95/l5hUc2uZZcz0mhrp5BexWNuVfGdYWLdAlDPyLc/OquYe9LxYWluYVsLas+u7XMm1at/R/Gzx04iKBUKipVj62lkfXdjsOeM9aujk3L3/dst8KgBYKC16/Tr9wgR0YKM7TmT//h2XxCBiscRL+4h2QuenpJamphRHZaAvFAPgJiKto1ODjA82Ku5VrYkYSSrQ0tLHUtxy1eayBhoGTWXmwXTf7Lnff3h2zdbyOiq6ynAqNSqscNNzNvlNGXrq2ijZKj94ybly3Me5Wbj9bigpTeeGg+StPrWYXFxKIhC0TNlYvIy8tv3bMqm2XdrKKC5hSckuHLqZT6X7hrxYfXZael9HZrqORpqFAJNhxZdea0+vbt2x3+PaRM0tr1SE0tuvoM08vFBazOTyO54jlKMfGwLr3yn53N95UlVPFKuKzqywIZZppt8DvrWRnYvsu5r2hhmENi6j+XqHMpMwkO2Nb9CqwJko8CDSeQOdUMAL0L2FizD4y7Q+/uh6fmZlUnD3FpZ8UXQKfhE6t0VtKJpNRLyB6JFTAQBNl7eEhq6ZeJbOsgratrZGL65M9u8gUag016Ds6pYSGnps+NeFdYJux41RbtMDzdWzttGxaHh06SNnI2Mi1/BAtwZSjSkjs6dZlxs3beGL2/Ye2nz75TJrAysiw6NKlRbv20S+e17AsNpefxC6yUVPqpaMRzuF/SMzIKeH+IAC6/GZS5SdULuMnHOjrEevv5zZp0oNtW48MHpidEN9r5WopJaXqOai8gMNBK1OUnd114WKalLS4PtfxE974nCpls1EBjzVr8Uy0X3isWn166iQNC0tJOTkK7cc3d243fcYr75O+h71QeWUjo7ykLxgAAFo9AAAAAAB1x9PTc926dT169ECnWLq6utu3b8fHKu7atevu3bvRI0pbWlq+evVq2bJlGRkZHTt2NDQ0NDc337JlC2r1o9lRsbt37+bn5+/cubOWCxWWCc9E3z33+T5BUgojCDCBsPwuQBKSGIWSIeJtCDraW915veNMGpmG/SK08vv27VuzZs2ePeU/r3Vyclq7dm3Ns3C53FmzZuXm5s6ePVtSUhK90iNHjlSJ5I6Pj3dwcMDTXbp0QXV+/vwZzZWdnd2uXTt3d3cdHR30PkybNq2goMDCwiIlJQWPI/+ZHy4FAAAAAODv+KVra/+/gQVKCASCwgr4XUJqvzw+n1+YE5b7ylHNahlTpx/2B04c26uopOLRezDWnKD38IjXzslT52NNRWbkrrz4s5j1Rzk5OSkpKRqNVq+he6gnGJ33Lzgbx5CUWtBHH2uuTl+67XXyYq+u7ZbMHl9zyV2HfFSUFIYN6IE1DyN3BXczwQY7KsnKyjIYDNTVXX/d2/ixtKCwxGp5+I2l9tqKDSIgo7l94g3TyvPRDAFrfldltB1+mT+fn5wszMurUsbh/fsfzttUA6BL4uJKoqNLYmLoWlrK/ctvFpb35Enijh0UPb08RfNr722mrG6paSCN/ReBQLhi9uaVW+dLSH63x/k9DXj59O3yjbNrmPetf/D960/X7Fh458pjGaa0W0dH7A+Ia/uluaLCP3vt8tlzYh32W0LfR27y3CclLdm1Vztvr4tderWdueSn3wJFRSXbVx1cvWMBVtfEb+C+zce79mlv1ELvP2fJz+bsmBfYY5K0RWtFGRkZOp1e++MzOl/NzMxEV/r+woEd1BWRSIRO2ND1VvRxS0v/964thr5beTzeq+jX6x5suDz7ItZ0tZnt/mqP755r+1XklIa0a14Noj9xM+jWsw/P13VdzWQy0WEBjxbF6gfaGtGWzOFwll5frqeuP7LN8P+chSfgjd8++cTCIxQSpcqkiMTIHFZuW2s3Do8zYM2QI/MOqiv8P0TvxANvJVnFXk49UfpewANtFU2LH43rXE/QK91xZdeCgfOwhuGH79W+6wct9Mzb2bj/5+yXA66+jXq7qtOKv7CR1C08RhNtdXj0M4RS/QY2p3jV3SMJuWlKUnIbek1RlpbHKs6u8bByYgU4i2iw0GaPzgHSzp3jvnptsb22vdSN2uuU7LCsvB4GmlqykkUikW9mvpRQ6KKuSKqL9uDjHdtlVFUdho+o/Sz+x4/ZDx5Mk5IOPHc2I/qTx5rfbLP8kLC4KKCPh8z+/fJ6eujkEF08hOHYQZOBDl9paWmo0wS/Nt6Izj1qgM5D0AlJaWlpRkaGvn7zvQIPAAAAgIYjLCzsxo0bK1euxOpHXml+WmGWf2qQb0aIFIv/Li7I0tSumEZwVbFqr9laQ0ZNUUIeq3/79+9XUlIaPPj/l4vRidmuXbvmzavfC3d/ZykAAAAAAD+UnZ1dUFCA+vVkZGT+89LxPxgBGlSXk53Zy2MQBsCfuf3A9+SBDcb6Ov9Zsn+vzjQqBQMA/CNybm45Fy5UjwtmvXkj6+SEVYyCjB5pampYI1CG8dllvNwyTjZWxscosgSqAoGmhBG/O8hwkpJKYmKKo6JI0tLqY8agHHZw8OdFi+gaGjR1dclvt/eS79hRrkMH1EcY9zEXex9fyzW4dfmhU9tWVaKfa8nMwkhZRRGriEJu6WCJ/RlxbX+T37PAQaM8+g3tPnHwgr3eG/SNtGsoXFxUEve5XoZkE7+Bo6cO9py75bfjuWsJIsBAE9bPtQ+VDOdpTQeVTB3deeTF55dHdBxWZZKirMKVl9duvb6dmps6qtPwytHPPZf3UZFT9pp7AH+qzFT6m9HPSGZB5iD3gViDUf29yszPTM5Omtl3Gtak4cFSeJwuBl9/v0WJRtsxYO7cq7vC02KnXN5yYNBiXQU1/I2t/AhAA5FaWGKjLK8lW35DPCkisaWyXGharqis7F/FBUswmbdWryrKzRXyeEP37scAALUG39oAAAAAAPVqzZo1gYGBXl5eWL2RZ8ihPwtlkynYsMenjxvFpndy7NayQxfsX8vMzBw4sN4v3P2dpQAAAAAA/NAvXVtrcAHQ4ybMwpofJWVVDIBKWOyipev3ZGbnqCkrjRnWu5W1+dXbj9EfXyDs5O44afRA/zdBJy7cRD21BQVsexvzxbPHe3lfSkhKXrPl4Lxpoxev2fnk2jFUz4lzNzilmV3UPgAAEABJREFUnGnjhxw4dj4o9KNQJOrXq2Pvru2u3n6Ejwf8n9VCZ3DTMHfqKAw0JKpDh6p5eMQuXcquPOQzgUDT0MCT2bdvpx45ghJ0TU2DdeukraywhkqY9VqYcaOsMEAkysUIGBGjEagGRPkOJPXeBImvAdycpKSI0aPpWlo0NTXZ1q3xTBlbW7snT7C68PDm8z0nN6DE56j4bWsOUWkUFTWlyXP+v9nfuvzo6b2XBflsDW21JWtnyDClJw9ZaGJh+OLhq6kLx771fd9vWI83L99HhH4ikkkHt568/PgIOvr5PQvwffxmxaY54nqunbv39IE/lVp++tRvaA9HV7uDO7wTYpMy0rLauNvPWDzuY8Tn+9efLtswe1TvmWZWxukpmbJyMuiprJx0UkLq3i3H2QWFaOlzlk7U1FFDU1FO+Vpp/eA0oJBd3NVhqG/4dTL5u2iHKvUkxiW/ePSawaAFvw37Ep+ybfWB+aumlhSXHttzlsPh6hlpz1w8nkggTBm2WFlFgcUq1DXQQmu7fa3XgpVTvi6osHjf5mOZadloC5wyd5SppdHUEUv0jXTiYxIVlRXQ7MqqCtVXHpUxNtOPDo9F552zl03i8/n4G6iirmRp0wI9RkfGmZgbYPUGvp5Ak8Hhc3dd3h2dEqOtpIU35K753VCRU+rn2nfnlT3x6QlpuenuVq4LBs5Fm/2F5xcfvH9Eo5TfV3GQ+0AnU4eRW8Yqyymxilg7p27bcWlXflFBLjt3bJfRHs699lzbn56fwSouyMjNGNd1zJPgZ9ms7M6tOo3pDGcFf1tH2/Y/zFeVU109yvOHk+5suFH5aSsTO+zvQuuGNSTV3ysVOZWtkzZjzQAE6f45KYbEgSGLFt7Y5x/3Ydy59QcGLbRQr8ezFAD+RHtdFQbp/1drlUkEJxUmmVg38c+d5v/yfWBs+w9AfxgA4NfBdzcAAAAAQL1atWoV9he1cGgjLSeva2mN/XUzZsyokqOq+jcu3P2dpQAAAAAA/NAvXVurg/snAgDq3JlLt430tK6e3LVi3qSDxy68+xBx5vKdwztXn9i77s4jX7/XQahMXELSZs85l47veBscHvHx89Sxg3W0NTaumG2oV3Xsz/DImA+R0Sf2rTu8Y+ULv0Bxfm2qxQAA9YPMZJoeOKA2cqQ4h6aqStf+uv9qTprk8P695blz6hMmUFVUUA6TyczJycH+jL6+Pn6/byqVamlpuWnTJjyfxWLNnj3byMhISUlp0KBBjx49QpkfP35ET5OTk/EyPB7PzMwMnyQmTH/J/7RGVHifwMgnyRJJsiSCFL+MECVIP8SP3llWkokXQ6+r1fPnFj4+Rlu2KPfvj9Wp9JRMMpVCZ1BRev+2k+NnDNt/amNrF9t7179GVxcVldy5+njnsbUnru6WkZG6efnrSzAw0T1+ZbecvCxKW9uZObm1GjlpYPvOzqoaSqHvI1Hmo9u+XXq1FS/I71nA/ZvPdh5ZPXf55A8VBcKCP/I4vN3H1x67vDP4XXhEaLS4cEpSeq8Bnb3Ob1VWU7x3o3xNNnnu6ze0+5EL2ybPGblm0Q6Us3bRzlGTBh46s1kk+u63a7nZ+W1MPbo6DEVpd8u+KM3l8MRTq9Tj0r61e0fHwaN7r9+zRFtPY/nGOcoqiqsXbJ+zfNLh81t5XP6Zo1fQXHExiTOXTNiwZ+mEWcNV1ZXF0c/InSuPtLTV95xcP3Xe6Dcvv0bkq6gpHTq7pfegrhuW7f7hyiOysjLoBQ4c5eFz+JL4DbS0aYEmmVkZB/gFYfUJBtNq1ODjq8zr1mENRQ3vRcetDK25fK44PzQ2FD09MvfgheWn30W/C4sPf/bhxa03d7zmHFw6ZPGH2FC8WGJG4qJBC3ZN3X737X1nC6dj8w/vnrZjy4Vt+FQOt/TQrP0LBs3fcnH74iELj807fObJOZ6AhwEAQDNDJVN29Z/TuYVDEbdk0vmN7758xABokBQYdAnq/wOgyRiBSaVAFCUAjRG0egAAAAAAmhIt4xaOPfvKwah2AAAAAAB/ReMeARoAgLwNCls0YyxKqKoonti3buu+kwN7d5GWkkA5g3p3DQgJd7S1tDIzUVKQQzn62ursouIaalNXV8nIzFmydpeLo92cKf+Ptnzu9+5PqgUA/CkSSXv2bElT07iVK8sEApq6epXpEsbG6A+rUwkJCbq6ukKhMCwsrG/fvj169LCyshowYICEhMTFixeNjY39/f1Hjhx569YtBweHBQsWzJgx4+bNm2hGT09PNze3zp07i6sq47G4IQuJzGKiJIFAJxAoBAx1zAsJZbwyEVEoZD8hpJpQDMdj9Sw+NklJWR4luBxeVPhnB5eWKN2lpzt69HsagB6lpCT2ntxw//rT7Kzc2JhEJVUFfEZzKxMlFfm4z4lVKuzaq92T+/4GJnoxUXGtnP7/a/63fsE9B3Si0anaehruHZ1Qjp2jlaau+nnvG4WsovzcAm7p/2MKpaQlbR0sUUJXXys3J7+0hBsW9HFh0Fpxgcz0nOysPFNLI5QeMKzH4T2nxZMUlOReRd364YutXg/KqVImPDjKysZU36g8mH74+H7bVx8cNWmgnLysjn75+OKZGVXD6E3MDLetOViQz7Z1tOo3tAee2bGbK3ps5WTlOW9Lfl7hDxfapq19+Qs01CosrPploaSsEPouEqtPMJhWowYfX2Vvot5um7QFJfq28dh5Zbc4376FvZaK1qnHp9lFhXmF+Rwe51XEq34ufekUmq6qTltrd7yYjIS0nqouSozvNvZjUtTRe8fzCwt4Ar5QJESZrYzLhw1WkJE3UNNXVygflV+SLlFUWiQvLY8BAEAzQyQQN3pMY0pIXwp+MuPStk0e09ubtMIAAACA+gGtHgAAAAAAAAAAAAAAfg+MAA1Ao0chkwnEr7vnl+R0kVCIcr5OopB5XF5F4tstUAmEMpFIPG/lQwCaET0qyMleOr7D1anVc/+AEVOW5LPY4qm1rxYAUE8UOnc2PXKEoqhIVVP7pRlfv37doUMHJyenCRMmsNnsa9eujRkzBuWHhITQaDQOh4PSdnZ2qamp1eclkUgKCgp8Pl8kEvn7+8fGxl68eNHW1lZKSqpr166LFi3av38/KrZgwYKcnJw7d+4EBgbeuHFj+/btlSsRpjwiMAoJdMKr96WeGzMJRIJIRLh9v3DPkVwijUig8YUFgSJuPlbfyrCS4tLyF0Umkb8dwTilvPxcFp5OSkgd1HmCQCS0tjO3d24p/p0Ymfzjn4G17drm9fPA5w9fdezuVvmISiQSxPeeJlPK5310+8X8iatV1ZQdXO30jXTKV+UbGo2CJ1AN+ADPUtKSr6Ju4X8XHxxmMGiisq/HWGrF8NVVFLKL25h6CATCKvlV65GgVSkgEAiIZJL4NXLwYzv1p795s3Ww3Htyg6q68kXvmyvnba0yFb1qrKzshwvF3wQChl5g1S+L0hKOqJ6/QWAwLdCUlFUcDUhEEp3y/6PBnbd3p+6eoS6n6mLpbKiuj7Z5IoFIIn09PySTvu3mpK9HmzWn13vdOmyqZdLLqQeqCt9HxMVI3xIAANCcoROzxZ1GTXcbgM4MF97YezvcDwMAAADqBzRaAQAAAAAAAAAAAAD4Pb90bQ0CoAFoiOyszV4FhqDEp5j4EVOX2NqYvXj1DqvYvZ/5BVqamdQwrwSDzmIXZmTmCIWixy/eoJyg0I/LN+7p0cl1x9qF8nKyWTlf4xFbtTSvfbUAgPojbWVlefq0werVtZ8lPz9/2LBhe/fuff36NZfL3bx5c8eOHf38ymM4Xrx4ISMjg/LT09PJZLKGhkblGfX09AgV2rRps2zZMhsbm+joaEdHRzqdLi7TuXPnV69eYRUBc0ePHl25cuWiRYuOHz8uJSVVuSpR0WcChUggYwQKRqcR0OlHeXweCaNVjAaN8jFeKkFYgtUzZTXF5C9pWHmwL8mohX5ocBRK37nyaOf6w3iBpIRUHQOtPoO6mlmZvHsd8rPzJAKJyOWUxwpLSUnYtLb0PnihW+/2lQtYWJsEvi4/MpeWcIMDw1EiJiqhbWfndl2cmUyZj2ExNZyBMSRo+sY6l31uo/TtK4/XLt4pw5RWVVf+HBWPcgL8gn80C32f9wZxsOPP6qk+I3qZESFReFC4//MAc6vvBhEnEdHL/G7Q6Aunbj594DdwVK9V2xfEf/6CZwa8Kl+l0KCPppbGcgoy/7nQym8gVv6ep6ioKWH1CQbTAk2Gi7nLyzB/lIhIjGAVs8X50ckxHW3bd2rViSnFjPwSVUYoszKwehP5Fk0q5ZW+jw6qUk90cvSw9kNdLF0SM77whfwyDOItAADgx8Y5eazuPhElVt87evz1LQwAAACoB9BoBQAAAAAAAAAAAADg9/zStTUyBgBoeEYP7bP9wMlpC9eHRnza5DnHzblVbFzSrKWbs3PyLFoY9uzi9upt8M/mJZNJC6aPnbJwnbGedms7S5RjY9Hi5ZugBau2pWfkdG3vYmKgc6+iZEd3p5jYL7WsFgBQryhKvxYt+urVK2dnZ3Nzc5ReuHDh1KlTN27cqK+vHxMT4+vrO23aNH9//7S0tG7dulWZMSEhQVdX98CBAxcuXBg6dChWMWBwlcjmyoG8ZmZmbdu2LSgocHFxqboSIk7FD6kILVvQjVWp/KzysYqdWzAcW9BFgrKKUeR5ZWVCrJ4ZtdBDK8zl8Gh06nzPKd5elw5tO1lcXLpp37KE2CRUoJWTzYvHrxdMWpOTk69nqJ2WkvnDekwtjLatPkChkDr3atuxu2tWRramzndjcnfo7vbw9otpI5fq6GqoqChSaVSPgZ0PbDs5b+Kq/DyWhU2L1JQMVXXln63nkrUzD24/+eD28/ycgi0HV1TkzFg5b6usnEyVKGccOpjbOljWpp4qlFTkZy2ZsGnFPjarkEgkrNm+sPJUWaYMQ4I+vOe0s3cO4jlderY9tOvU8tmb83Lyl6ybiWdGRXx+OeENm1W0Ye+y2iy0yhuYFJ/aZ0hXrD7BYFqNGnx8lU3qOWHyrql+4f5lWJmslKw4v79rv51Xdk3ZPS2vMN9S1yIlK7WvS++7b++O2TpeR0VXWU6FRv1uAPjJPSeefnL22P0TqDWorayVnJWCAQAA+Ilelq6SVMbSWwcO+l3JKS5Y1HEkhKk1ZKWlpTB+AwCg0YFWDwAAAAAAAAAAAAAAv+eXrq0RxKVRQiAQFFbQ1NSsfRVoRj6fX5gTlvvKUc1qGVOnHwaavczIXXnxZzHrj3JyclJSUjQajUisx+4qoVDI5XIXnI1jSEot6KOPAfC9kbuCu5lggx2VZGVlGQwGiUSqv+5t/FhaUFhitTz8xlJ7bUU6BkCFleejGQLW/K7KaDuUkJCgUCi13w5RSXl5+djYWEVFRTznegUfHx+U/vTp07Bhw4KDg7dv3y4tLb1///6bN29OmTJFQ0MDPTo4OIjr0dfXf/bsma6uLkqPHDkSHfvLds4AABAASURBVKL37t0bEhIyfvz49+/fiw/Uu3fvfvPmzcWLF/GnmzZtKigo2LJlS5W14kXuE+V5EaS02LSpXIomU0aSnV9Ak5As5nAVRPEk1toygTHN5kAZXRn7Ffh5RdzHXK9l8VNWt9Q0kP7PWS773JaQZPTo3xGrI2eOXVVUku/au13lzKjwz3k5BW3a2XNKeaP7ztxzfJ2qxq+9tMZi6oglC1ZONTDWwX4Lu6BwxZwte73X/2fJ/GzOjnmBPSZJW7RWlJGRodPptT8+o/PVzMxMSUnJv3BgB3VFJBKhE7bs7Gz0caODVe1nRIcFHo/3Kvr1ugcbLs++iDVXEYmROazcttZuHB5nwJohR+YdVFdQxwCG3Qy69ezD83VdVzOZTHRYoFKp9Xqmh7ZkDoez9PpyPXX9kW2GY6AxuBxw9W3U21WdVvyFjQQ0Iu++fJxzdSeHz+vcwmGDx1QiAYJsG5CsrKzk5OSUlJSMjAzt+HjdnFyL7Tsx0LQIi4sC+njI7N8vr6eHTg7RxUN0Vo8B0CSgM8a0tDR0cQO/Nt40zj3QmTC6CF9aWoqOzOj6EgYAAAAA0GzMmzeve/fuHTvWWScUAAAAAACoWXZ2dkFBAerXk5GR+c9LxzACNAAAAND4ODg4LFy4sKioCHWk3bp1C49y7tKly4gRI1AadUSlpqbm5ua2bt36ZzWsWbPGwsJi7ty5LVu2bNGixZAhQ5YtW6arq3vt2rUNGzaIo59rQFJ2FqYd5dEZWQQmj8MtEZJKSkQUPoeLSGqpc6gk6RZEGrPeh4DGsD5Dui2atrZjDzcanYr9scFdJ6uoKu04urpKvryS3O3Lj+7ffJqWkjlkTJ+mGv3853wOX56xaBxWz2AwLdAMKcoqXHl57dbr26m5qaM6DYfoZwAA+EP2OmbHh6+YfH7zo08BJXzutj4zqWQKBv6drKyspKSklJSU5ORkWVlZTU1NU1PTtm3b5l69ys15jQEAQKMCjVYAAAAAAAAAAAAAAH7PL11bgwBoAAAAoHFQUlLCE3p6evHx8bt27Ro/fnxeXh6RSDx//jzKt7S0zMnJcXV1RWknJyd0QlDDCEP6+vpjxoxZvnz5uXPnTp06NWPGDDs7O0VFxbZt216+fBk9Yv+FpNiSpNAXK36oTT8vpMszJBlcModEJPNIPAlBplAgS1brhpEZmLDeQ6ApVPKuY2uxOnLxweEf5quoKi5aOx1rBg6d2Yz9gRmL6z36GasYFh0DoJlRlVNdPcoTAwAAUHdaqOh6j1w55fwm/7gPUy5sPjBoEYNKw8BflJGRgUc8I3JycpqamhYWFt26daPRyj8IkUjE4/EwAABohKDRCgAAAADQhCUmJu7cuZPFYsnKyi5YsIDD4axbt+706dNo0v3799+9e7dy5Upvb+9Hjx6h08JOnTqh/riXL19ev349ISEBdcC5ubkdP368qKgIdfAtXLjQzMyMy+Xu3r07JiZGRUUlMjISVUUikXbs2BEdHU2n0ydMmIB6/TAAAAAAgGbjl66tQQA0AAAA0AgUFBRUyelVoUpmamoqnjh27Fj1SuLj4ys/PXjwIJ6gUCiHK2A/snTp0h/mYwQi1XIhN0aGlHWOQuNghUQaOgMRlRGKeHyuCt1mI1kFLseA+gKDaTVq8PEBAABoOPQU1E+NWj35/KbQ1M/jz64/OGQRkyGNgfqUkZGRlJSEWi7oUV5eXltb28rKqkePHlRqHdzOBQAAGgho9QAAAAAANGHr1q0bM2aMq6trdHT0ihUrfHx8+Hw+auSiFu7z58/79+//+vXrgIAA1FVHJpPXrl2LMkkkUmxs7PXr11F/35o1a1DXm6am5s2bN728vPbu3XvgwAGRSHT8+PG7d+8+ffoULcLb25vJZJ4+fRqVnzlzppGRkaKiIgYAAAAA0DzACNAAAAAA+CsoUlSzeUK1bvz4c8L8gDJBCYGqRdbyYBgNhbGOQL2CDaxRg48PAPBPwMEH/IyqjMKpUasmn9sUnfVltM+aY8NXKEkxMVCn0tLS8JGe0SPqskW9vNbW1hD0DABowuDEAwAAAACgqeJwOBEREQsWLKic061bt4cPH44cOfLjx49btmzZv39/cHBwu3bt8AKqqqpWVlampqZkMhk1ivft2+fr63vv3r3Y2Fgul4sKvH79evv27SjRvXv3vXv3okRQUFBkZOTZs2fxGqKjoyEAGgAAAADNx78cATr/y/Wi7EAMNHvcws8YXOcFzRWhAkpcfZMuKwG/MwFfxaYXWyp93Tya0uERvRayvBlZfj0GwF8Eg2kBAP6Jyt/gEckRF95exEBjEJ4UiSfwT7CgoCA1NZVOpxsaGmIAVGAypE+M8Jx5eXto6ufRPqsPD12qJaeCgT+TlpaGRzwnJSUpKytraWm1bNmyd+/eqLv3l+pBJ37czMzU8+cw0LSIBHys0iUUuIoImhhotAIAAAAANGEMBuPFixd4GrV50VWmLl26zJ49W1NTs2PHjnjrZubMmSNGjECJzMxMWVnZwMBACoWCngoEgqFDhzo7O7u4uOjo6Fy9ehVlEolEvLGM5sWLISdPnjQzM0MJ1LJWV1fHAAAAAACajX8wAjQ6DyMSqRhVtbQkr6Q4F4MLfM3b1x4LsiqVREIn69CBAZohMpHQroVUfHK2UCgUiUQYaN7QYRB9LTLJRANlBolEgqMiAH8O9iMAwD+EDkEmyibhqREfYkLRmR40fhsFTQmNyMjI9PT0L1++FBQUoA/u4MGDGACVSNIYXkOWzL26621ixGifNYeHLTVS0sLAL0pNTU2ugHpnVVRUtLS07OzsfiPoWQwdcqkaGkRtrfSwD9C+bkrw83lSy5ZkBuOfXzwUf5XDdzqo7rcD9KHRCgAAAADQVNHpdAMDg3Pnzg0bNuz69es3btw4deqUqqqqvLy8j4/PypUrURlbW9udO3d2796dQqHMmjVr2rRp4vNDDoeD2s5Tp05F9WzatAlvhlhaWr5582bgwIGfPn3Kzs7Ga/D29kYFEhISJk+efPHiRRgBGgAAAADNxz8YAbr8h2hS+rKOQcXFxSUlJQKBAK4XN3MkEolGo1GpVBLEQIPmp7yDlkLaO1yzqKgINWL5fD4cEgH+0210LQM/MP7qURFtQqizHwMAfAPH1UYNPj7QqKEvcfRVPsx+SLFZcWlpKY/HgxjohiwvLy85ORmdkJewS8JSwgoLC9ElC/R5KSsrYwBUQyVT9gyc73nb69GngHFn1u0buMBG0xgDNUKHwYyMjMzMTNQjm5KSoqampqmpaW9v369fP3S0xP4MPjawrLMz2doaHXJR+xo1i+CQ2zRUjKZBRA1kOoOBGssojf0jaIsSFeeKCrPhCx1Ugf+anSilWP5XcX37ly7mwOYEAAAAANCULK+Apy9fvuzp6bl79+67d+/m5+fv3LkTz+/cufOZM2dMTU1Ruk2bNp8/f541a1Z2dna7du3c3d1fvnyJF5OSkpowYcLcuXPRRSp9ff20tDR06jhp0qRp06b5+fnp6uqiAqg/ccyYMWgR6DEpKWnRokUQ/QwAAACAZuXfjACNLlXTaDSUplAo0BsB0EVhtCWgU3P0+A/7MAD4+/DuEPEhEXXmwSERYN+CpdAhEW0Y/7ZzF4CmAX5b1ajBxwcaNXHAFjrBQ9/pAoEAhiNtyJhMZnJycm5uLo/HKy0t5fP5eHzb6tWrMQB+hEwkbfSYxpSQvhT8ZMqFzdv6zHQ1bImB76Hu2/RvWCyWmpqalpaWg4PDgAED6rylg19fYlQMEoyOvXDIbUrw3wmjNjL6iP/VvZLKKvD8DgoersUA+BFC+yWkTsvxS9y/tJVCqwcAAAAAoMkQhzhXtnv37io5fSuIn46pIH7qVgFPj6tQed7w8PDNmzcbGRnFxsa+fv2aWmHFihUYAAAAAECz9LdHgMY7gPGBLfFxfyHUD4i3CojzA80QHuqK2qXi4Bg4KgI8Mh5tGOioiPfsQk8YAH8CjqsAgH9IfKZHoVCa+WiRV65cUVNTc3BwQGc4WEPVoUOHkydPstlsQQU8erKwsFBaWhoD4EfQifriTqPkJWS8/K/Nvbp7g8fULqaOWPNWXFycnp6elpaWkZGBHplMpnoFOzu7+h6DCr+4hP/MGD/kwnlg04C3iBvCxUOhUIg2LbJZV6nh+zEAvld0fnYpj0fkcstvgEmhoONP7S/mwMEKAAAAAADUnoKCgo+PD4vFysnJ8fT0xAAAAAAAmrd/MAI0VtEHjPdGQFcEwOHhfb9xf0AAGjt8y8dHMILjIahMfFTEAAB/BvYjAMC/gh9/0Gkefr7XzE/2CgsLIyMj371717dvXzMzM6xBkpSU7Nev35EjRwQCAX69Qk1N7dy5c4qKiubm5i1atMAA+JGJbfooSjHXPzix7NbBgpLCwXadsOZEJBKJx3jOyMhAu49aBScnJ1VVVXT0w/6Kyodc/JIjBpoWwvewvw5tVGhrFwqFRLRwYsP9MQ/4ZwgEPp9P4PHwSP1fnBUarQAAAAAAoLZaVsAAAAAAAECFvz0CNFZp0A4MgO/BpV7QPIm7aTEAqoEDIwB/DsJfGjX4+EBjhwdpwZaMVQRA83i87OzsI0eOmJubDx48WF5eHmt4WrRo0bNnz6tXr+JP8XF0EhMTw8PD379/Ly0trVcBxoQGVfS1bitLl1p668DWJ6fzSthTXftjTVRRUVF+fn5ubi56zMvLQ480Go1MJquqqhoZGbm7u8vIyGD/CBxym4N/20bGY6AxAH5CIBBgfP5v3PQDDlwAAAAAAAAAAAAAAPyefzMCNAYRXQCABuzvH6DgkAgAAPUHjrGNGnx8oGmALRkpLi4WX4CIiIiIiYnp1q1bx44dG+DvADt06JCcnBwYGCglJYXn6Fbg8/mJiYkJCQlv3ryh0WgoR19fX1tbGwOgQnuTVvsHLZx9Zcex1zdzigpWdB3X2Pd9gUCQV0Ec64weqVSqvLy8nJwcetTR0UGPTCYTa0jgkAvqD9zMENSsPD7+16OfMThwAQAAAAAAAAAAAADwu/7BCNAANBBJOaWPP2RjAHyPVSLAMAp0PADQiOA7bOjrrMRoFgaaqNIiAfa7IEahucFHf+QJ+L5RLzEAvhebGYdvIRj460pKSio/5fF4N2/eDAwMnDx5srKyMtbADBs2LCkpydTUtHImhUIxqoDSOTk5CQkJb9++vXr1qp6eHh4M/Q8HvgUNhL2O2ZGhy6Zf2nYjzJfFKdrcewaZ2NBv9YN2xuLiYrSHih85HA4e7oyeimOd0XZuZ2eHElQqFQOgGYOzCPAzqOGJNg/RbzU/odEKAAAAAAAAAAAAAMDv+WcjQAPwD6GL0aqylA/JrIP3WPg+AFeZAQ5tG0QMk6bTiEQi9GkB0CiU77ZEApVOCHqZhsHxvEmj0AgUCgn51eBFOJ43QxI0CSVpxVO+Pvg9yuHIAHD40cBI3hA/04ODw9/E5/OFQmGVTG1t7SX16otIAAAQAElEQVRLlmANEpVKnThxopqa2s8KKFawt7dHryuhwrt37+Tl5dF2JSEhIfkNnkaPdDodA82DhbqB98iVU85veh4TNPvyjh395tApfztiGH39CQQCtHHijwiPxysqKiouLi4tLUUJcbgzSqNDonhbxRPKysoGBgZoe4aYfgAA+DvgvLQ6aMSB6mBPAQAAAAAAAAAAQHUwAjRodipC5YgzO6mMc5ZCvX1cLhf1BcIVVYB92zYoFAqDwUCPEAMNQGOhric5/6A+HsMhEAjgkN4kkUgkKpWKjs9kMhkdn39pXtgkGrXfu3+0mZrp4UEHi4qKOBwOOizgYdAAoKMHOpjQ6XR0PMF/TYGBv4XP51d+Kisru2nTJqxhqyH6uTK0LRlWwCqGhS4sLMSjSwsKCtLS0sSRpuhYJA4tRU8xgGHo3agyLnhTMlTZ0SfZ721ixMCDC4drtqERKVidQi1W/NRXHOUsqICHO6MC+CkTpeLXYyiNNj906MOjnJWUlCoH6KMyGAAAgH8KGq1VoDdEKBLiF+3hzQGo4UYmfb0WBI04AAAAAAAAAAAAVAEjQINmBw9yRT1/aOtHCRqNBhdSAQ4fCBB1D6OtQhwWAxdVAWjg8Gg2tNtiFXEeEObYJOFf2ejz/b3jMxzJG7Xf+PjEWwtWMYYr/NQNiOFnehQKBW0e6BEODn+TOABaXl5+2bJlJ0+exJoifFjoH04SCAR4JDSHw6k+GHbzhPbHpv1WWJpZrPM7nczOupAV6Ok6UpYuidUdPKyZ9A25gjj9q78WAwAA8G/BeWllqPmGru2MPzkpPDUCA6DC2fE+Bsr66DwHhiwBAAAAAAAAAABAFTACNGiO8LiH8pEDKkLlICYGiOERdeRv4HIqAA0cvs/io9ahfZZOp8MhvQnDg93xgQx/6fgMW0WzUvmwgP86AjYAUBkeA42f6UHf+d9UWloqJSW1detW/KmFhcW7d+/s7e2xZgNtcjIVMNCcnDUynnpxS2R6/Cq/U0eGLVWXVcIAAACAaqDNUln58M9CoahMNMp1pHsLVww0e+OPTkKtCR6Phxr48CsvAAAAAAAAAAAAVAEjQINmB49yEN8NFq4vgyrwwCkIiAGgsRCP648O7DCifxNG+AY/Pv/SIRqO582N+LCAn+nBYQFUhh8QfuNIAv6QqqqqOPoZcXd337FjR7MKgAbNkySNcWTosvnXdr9NjBjls/rosOV6CuoYAAAA8D04L60MD4BGj/KScloKWhgAGMblcvl8Pn6/C9hfAAAAAAAAAAAAUBmMAA2aI3EQFQbAz8EWAkCjgB/PUccYjAHTfPzq8RniXxu13/j4xIcFDICfgzO9f87V1dXX19fd3R0DoEmjU6h7Bs73vO316FPAmNNrDwxaaKFugAEAAACVQONFDH8r4J6NoAoej8fn8/FbPCHQmgMAAAAAAAAAAIAYjAANmi+4TAYAAE0GHNJBDWDzaNR+++ODzx2ABq5169YHDhxAjwwGAwOgSSMTSRs9pklQ6TfCfCed37hnwHx7HTMMAAAA+AYaL5XBbXxAdQKBAMLiAQAAAAAAAAAA8EO/dG0NBlYEAAAAAACNDPSQAQBAw+Tm5ubr64sB0Aygq2+e3cZPbtOXK+DPuLTtWfR7DAAA6hQ/Jih9lC73w/Nfmit7WVdhevzPppYVsTJnOaAE+9z64gfHqxfghjzN3z2pSmbBkQWi/Ezs50qenuEE3q2ezwm8l39wJkrkrPIQJH3EmhNotAIAAAAAAAAAAAAA8Ht+6doaBEADAAAAAIBGBgbTAgCAhsnS0jItLS03NxcDoHmY5NJ3RddxApFw4Y29t8P9MAAAqDsl/leoZm1KXpzH6oFk+xF0+261LMyLDviPAnEhZXxeDQVkR68jKetgzQk0WgEAAAAAAAAAAAAA+D2/dG2NjAEAAAAAANCowGBajRp8fAA0bW5ubn5+fn369MEAaB76WreVpUstubl/9b2j2UX545w8MAAA+HMCXum7B0orr2Z5dhexc4gyimU8TtaidhQdc1F+JsXARnbEqjKhoEoORqq42l9WljnTXnH5ZZKqblkRK2tFN5Vdr7Dv+wyKn50hyatJdh1f/OB46dvbBDIVZUp2HkOg0IR56fm7J/FTPlH0reWm7i1+eEKYn5W3Z7LC0vMEGgOfvfDSVm50AFYmkmw7jKSsxQ3z5cWGoKWzz61T2ROAlsV5d7808B7jW4w165Qnc/zmEv9rwvxMUX6GsCBTqscUiXbDytfk+xWgt+6ONQnQ6gEAAAAAAAAAAAAA4PfACNAAAAAAAKApg8G0GjX4+ABo2gwNDTkcTkpKCgZAs9HepNWegfNpZMqBl1e2PPbBAADgj5UG3qdomZDU9GnmLiXPvw4CLcpLl+o+RXHtbQJNovDarh/mlCMQGG36lfhfRcmSl5cYjr2wn5yBc97dL/G7orDsguy4Tby4EDxTmJPKnLxTaf19fkI4Pz5Usut4kpyy/OzD4uhnfmwILzZY0fOqwuJzpUEPqS0caVbu0r1nogWRFDR4UW/Kl+t/VcKlf/Uligpz5RedVlx2kX123c9WoGmAVg8AAAAAAAAAAAAAAL/nl66tQQA0AAAAAABoZGAwLQAAaMhcXV1fvnyJAdCcOOlZHhm6TIJKvxT8ZNXdI6IyEQYAAH+g1P8qw6EnSkg49yn+FgBNlFejmrRCCTSJG+n/wxycZLthpa+vo0TJ6+uSFQMt/xDnw1OJtkMIVDpZ3YBu0x7PpOhbERhSBLokRauFkJVVfS6SspYwPyP/wEzOu/uyQ5ZVniTh0h8tsayIxf/ykWblXn1emoUrWhxabYxCxQS8H65A0wCNVgAAAAAAAAAAAAAAfs8vXVsjYwAAAAAAADQqMJgWAAA0ZBoaGpKSkjExMcbGxhgAzYaFusGJEZ5TL2y+E+FfUFq0rc9MKpmCAQDArxOxc7iR/tyIl6xTK/AcbvhLqknr7wpV7wOolENS0SHKKpW+vU0gU1Ea+ykigfStg4BMxf8nfEugJPajjgaijKLSunucoIecd/dZZ9cpb30qnsRw8ii8vrtU1/Jnw07/v3ICoUwk+uEKNA3QaAWgyYPfOTQfcEgHAAAAAAAAgL8MRoAGAAAAAABNGXQyNWrw8QHQHLi6uvr5+WEANDNGSlo+o1arySj6x32YcmFzKY+LAQDAryvxvUQzb6Pmk4j/MVwHlLy4gPJFeemClGiU4IQ8obfs8MMcMYk2fdln1ki49KthQTQTe26YL0qUcUp4UW9/Wo5IKuNxxM94nwIKvOYw2vSVm3OEKM0U5WdgRGIZrxRNIkjIUFs4FN7YK+k+GKuF2q5AIwStHgCapLIKIpFIKBTij6BpE32Df/QYAAAAAAAAAIC/AkaABgAAAAAATRmMvNKowccHQHMgLy+vqakZHh5uaWmJAdCcqMsq+YxaPfHchtDUz+PPrj84ZBGTIY0BAMCvKPG7LDN4mfipVI8p2Su6i9i5BLpU0R0vQXYygUJVWOhTJhRUyalcCaNNP9b5DeixhgUx2vQt8buSs7o3WVWfJK9CoNKxH3UtUI3ssha6K+98RVLUKH9q3IoT8iR/z2RhbhqjdQ+ythnVoCXr1EoCicpwG8Bw7o3ySWr6WC38YAWaCmj1AND04CGwSTGFEYH5ovIx7EFTJu5rJ5EInQZrEIlEEomEweEdAAAAAAAAAP6KX2p8QQA0AAAAAABoZGDMFQAAaPjc3d2PHTsGAdCgGZKXlPEeuXL6pW2R6fGjfdYcG75CSYqJAQBArSlvfV75KVndUO1ETPkYzGQyc8qu/08QCqrmYJjSxgd4gp/0iWHfncCQqjyVICWrsjcAJWSGrSgvExsi2WUcvVWXMm5p1uIOZHUjkrIW7dtI0nKzDuEJ5qQd6O//tRBJMkOXV65Wot0w9IenBUmfJNoOxdP01t3RH0oorrlVsVAz8SyqBz/8cAWwpgIarQA0PWi/FgqF53bFcopFTCUa6ouFPb3JQ59y4ic2mVrm2kuVSqWSSCQIgAYAAAAAAACAvwBGgAYAAAAAAE0ZdDYAAEDDR6fTraysAgICHBwcMACaGWm65JGhy+Zf2/02MWK0z+rDQ5dqyalgAADwtxQcms39+Fpx+aWaixGZysVPT5e8vCjMSpbqNoGkrIX9mcw5ziR5FcVll2pZvs5XoOGARus/NHPfnEJOoffC4/jT7Zd36qvpKzGVbr++vXXSZqxhiEiMeBnmP81jSi3Lt5nt/mqP755r+1XklIa0G4yBvw71vIpEope30zKTOTM3tVLRlMBA83D71OcnFzPMHaXklaRotPLAdzjCAwAAAAAAAEB9gxGgAQAAAABAUwZD7DRq8PEB0Hy4ubnt3LnT3t6eSCRiADQzdAp1z8D5S27ufx4TNNpnzeFhS42Umk5gHwDg7yNQ6fioyTXkiDGn7sFqgaSowZy8E6s7Krtf/1L5Ol+BhgNaPf9KLisvOTsZdZLFpsYaahiK8y11zdUa0o+REjO+5BfmY7+on2sfKpmCgb+urEJxIe/R+fRW7dQg+rlZ6dhf78OrrMcXM/pM1EINW3R4wR8xAAAAAAAAAAD1BkaABgAAAAAATRl0MzRq8PEB0Ky4ubn5+vq2a9cOA6D5IRNJ2/rMWv/gxI0w33Fn1u0buMBG0xgDAADQDECr51+5E3DHydyJTqFff3Vr4aB54vzwxEh8BOjUnNTtl3flsvNMtUzC4sPPrzgzesu4FtomHxOjyrCyJUMXWuhaiOdCkww1DD6nxikzFRcOmq8ipzJi02gzHdMnIc/OLj2VmZ+17/oBDo9jqG6wcPB8KYbUoduHgz+HCEXCvi59ejn2KOYUb72441PyJ7Q+k3pObGPuhFdbwik5+dCnqKTQSNOoTxuP3Vf3hceHE4jESd3HuVi6iJfO4XN3Xd4dnRKjraSFd/td87uBjwB9xe/6g8AHBUUFmkqaq0d5MqWYAVGBxx948wU8dQU1ppTcdI8pI7eMVZZTYhWxvBcd33llT3x6QlpuuruV64KBc/0jX59+fBadqOSwc9rbtCsoZkUkROip6a4YvpxEJDrMaPNs+2NZSRkMVCIUCh+eS8FEWJdBehhoThhS5I79de+di7Nrz9Y1JiEwCDQAAAAAAAAA1LdfanbBIEwAAAAAAKCRgcG0AACgsWjVqlVUVFRxcTEGQLOELtJ5dhs/sU2fEh5nyoXNbxLCMQAAAM0ANFr/lVtv7nay7dCtdZc7b+9y+bzqBeZ7LeraqrPP4hMcPlecyZRinl7qPbzDsCN3jlcpr66gjgoPdBvgeXI1nmOsaXx++RkJqsTiI0uXDl10ZukprpB/7P7JiMSIsITwo/O8Ds7a5xvqi0oev+8tJ8VEhXdN3bbv+v5sVg5egwRdYmyXUW5WroPcB3g/9CksZfssObli+FJP79V5hXniRXvdOqyhqOG96LiVoTW30toWlRZd97t+eO7Bi57nZCVlQbOsdQAAEABJREFUr/pfzyrIXnbC03PEsoOz931OjcWLJWYkLhq0YNfU7aGxoWj2I3MPXlh++l30u7D48rORhPSEHVO3nlp84vj9k61b2KNXkc8uCPkcQiKSvOYckKTDCMf/h3ZnkUiUkVz0+n62e28dhhQMLNXsOHTSYCrSHp7O5vF4AoEAHxEcAwAAAAAAAABQb36p2QUB0AAAAAAAoJGBcVYAAKARcXd39/X1xQBoxqa49FvRdRxfKJh9ecfDqLcYAACApg4arf9ERGJEKbe0paGNsaaRkqzi46DHVQpkFmTlFeZ3se+M0qM6DRfnu1u7oUcDdX12KbvKLF1alRd2MG39KTmaw+OgtJW+pQpTOSQu1MbQ2lDDEH3W47qMDooOUpdXy8jLXH7C81nIi1l9ZqCS72OCTj85az/NqdPi7p9TY1EN1dfZN/Tl6E4jUSVone2MbSMSIsST3kS9bWvjjhJ923jQqHRxvhRD6viCIzdf3z5693hMcgyXy3kX/d6+hb2WkiaDyhjg2g8vJiMhraeqqyKngiZN7jnh1OPTJx/4oJePvwoLPXNUGP1J0CWcK4amVpJTKixhozWxN2lFJkGM7/+hPlehUHjreLKMHNW5iwYGmh8iEes50ig1lvfxXYE4BhoDAAAAAAAAAFBvYARoAAAAAADQlEE3Q6MGHx8AzY25uXlWVlZOTg4GQDPW17rtRo9pKLHs1sGL1eKxAAAANDHQ6vknbr+5m5mf2Wqao91Uh4SMxBuvblUpQCQQxaG9FBJFnE8hlqcJGKFM9NMPjkgklmHlU/Ea+EI+kfi1KpTDEXDlZRTOLfNxsXDxDfMdu31ifmE+muSz5GTQoQD0d2Pt1TYVccZVCEQC8rc1IZOpXB638tSyMhF6JBFJdApVnJmY8aX7cg+hUGhnbOtk7oTWCr0uCon0rZJvtX2r9s7bu1N3z1CXU3WxdDZU18c3TkqlEGcykYSBn8CHf/4cVhATUthzpBGJDL9taKZMbOT1zZlPLuRyODw+n4+2CjjOAwAAAAAAAED9gRGgAQAAAABAUwaDaTVq8PEB0Ay5ubm9fPkSA6B562LquGfgfAqJvPXJaS//axgAAICmC1o9fx9fyH/4/rH3ouN4wPG9jbfC4sO/ZH6pXEZRRoFIJMWmxqK0X/ir2lT7OvI1egz+HGKuY8agMsT5VvqWoXGhJZwSlH4R6mupaxES+2GV95purbtsmbiJKcXMYeXaGdmefOAtFAk/p8SO3DwmryIkGkckkPBYZzsjO9/w8vPkotKi99HvzfXMxWVczF1ehvljFSNbs4r/PzR1QkairorOQPf+lnoWbyLfoA5BlAiKDubwyyv0r/a6opNjOtq279SqE1qryC9RZQSI2vwFqMOVzxdeP5yk20LW1E4BA81Y77FG7FzBm/vZfD4fBoFuMsoA+C8YAAAAAAD4F37p2hrcxwoAAAAAADQycOURAAAaF319/Xfv3iUlJWlra2MANGNOepZeQ5bMvLz96Ksb2YX5K7qOgwg5AP6CxxcTOg7UI8BIIOAvap6N1i9fvujo6GD/yIuQF1pKWpZ6FvhTFTmVDrYdrvp994sj9LW7fPjiWfvnmumaMiWZNCrtP6uNSIh8+uE5q4i1a9r2yvkqTOWFg+avPLWaXVxIIBK2TNgoLSHtF/5q8dFl6XkZne06GmkajlcYs+PK7hGbxiRlJS0ZukhR5v/hs3pqujuu7Fpzev2cfrN2XNo55+D8jLyMGb2nqiuoi8tM6jlh8q6pfuH+ZViZrJSsON/JzOFJ8JOpe2fksHIN1A1SctM0lTT6uPQetmGksZYxeo00ynevq79rv51Xdk3ZPS2vMN9S1yIlK1VVQfVnr1cgFDjMaPNs+2NZSRms2SurGP75zf3M7FTukE2WGGjeFFQYDh00/G+m27gyySpkEolEqICBRgsPb8XH84arzaAyfNdGj0QiEYMftgEAAAAA/Au/dIpOEJdGCYFAUFhBU1MTAwAAAAAAoEFC56uZmZmSkpKysrIMBgPvcsBAw4a6E7hcbnZ2toyMjLS0NAYAaGbS0tKeP38+fPhwDIBm73N28tQLm/NLCtsZ223uPQPuOw9AfRvndFfXlDlygbmeGbNyPn6Cyn24npYdKjXCC/u7yopYWcs6q+wNwBqe7GVd5WceJKnpYw1AWWlR1gJ3lQNB7HPrSfJqkl3HY39L4dnpeVQtUdtFqOEpISFBJpNr2fBEmxY68+Hz+XJyclJSUlQqtQm0WFH/kVAoLC0tzcjI0Nf/8bYxffp0Nzc3Dw8P1E6vMiOHw5l8dloXm87dbbph/9SpRz4D3PpL0iUvvbj8KTlm5cjlNRQevWXciuHLjDQNsYYtrzDvwbtHw9oPQenFR5e5Wrr0dOyONWCdN3fb1m2zubYZujhAp9OJRGID3EfwgEh2QenGSWGWDip9xhlhoNkrLRJsnxdgYk/vM1ELfS+gw3vD3HpBbaAdnFPCX9TvBQZjbYBq0CaB9u7hC1q0dFNBZ4CwpwMAAAAA/H3Z2dkFBQVMJlNGRoZGo5FINXWjwAjQAAAAAACgkYGr0o0afHwANE/q6urS0tIxMTHGxsYYAM2bkZKWz6jVE85ueB4TNPvyjh395tApVAwAUJ8SowrWT3jVYaBu/yktaAz41UFjQqAx5GYdQgnJ9iOwxnO0bJ6tHvSqfX19Q0JCBgwY0KpVK6xBkpWUXXd2Ux47jyfg7py8FWsSpBhSuay8JcdXpOWk6Spr93D4x1HmTYZQKHxwNoVQRug0QBcDAMMYUuQO/XTvn4+za8/WM4FBoBu38oHhhIJiNl9NR0pDH8a8B98pZvOignKKi0p5PB7hGwwAAAAAAPxFv3RtjfwnMwMAAAAAAPD3iW9Ch4FGCD44AJotNze3K1euQAA0AIi6rNKpUaunnN/0NjFi0vmNhwYvlqQxMABAfUKXvZ9cSgx5mTl0jrmtuwr2L7BOeXLDXpCUdRj23Rite+KZwpxU1unVosJcETtXqudUibZDBF8+si9tEZWyiVLyzInbiNLyhZe2cqMDsDKRZNthDLeBZSWFLB9PfmIkgcaQ7juXZtOu+iw1rEaJ76WiOwdJcqoUHTOZIcuEBVmsUytEBdkEhpTs6HVk9f8Pdlvy7GzJi/NlAgHDvqtU3zmcoEclT88I0uPotp0k3AbVfonc4CfsazsxkZCibSo7ej1GImcv7kDRMRcWZKIZ6S07lvheJFAZzHGbSGr6vOhA9sVNZTwuRcMIrQ9GIObvnapyIKj42Zm/PAL0n2jOrR42m33ixAl/f//hw4crKSlhDUyfNr3RXy0Ln1p8AmsMqGTqzL7TMFB3UFepSCTKSC56+zCn8yA9SRkKBkAFx84abx6nPDqTM9ZTikKhkEgktLXAla5GBx/iHe3mKG3eWqnHyIY+0j/4y758ZkcF5XC5XB6PR6oAezoAAAAAwF/2S2dfVQOgiUQiOpn7/PkzfuqP/Rm0KuJKak7/hUd8cbVJ14kG9dpr/z40vddeecXgE6+ernOwtTeo1/7P34EG9Yk359de5xr4a/9ZTr2+6gb1DjTt1y5eHLFC/W3nAAAA6hyTydTR0QkNDbW2tsYAaPaUpJjeI1dOv7QtMj1+3Jl1h4YskZeEgccA+H3xkQXsPG5JEb+kUIAeS4sFJYX80vKn/MrFcjNK9y9539JNZeRCCxn5vzqcMDfCj58UpbzpCUamZK/qRTd3xfNL/S7TrdtKtB8uSIvL9uwu0XYI++JmKY/p1BYOJc/O8j6+Jilo8GKDFT2vlnFL8w/OZLgNLLy5lygtr7TxoagoL3fTMAUdsyqz0B16ipebPs5Edd87wrcjTFlJYeHVHUprbhHlVFjHl3DD/YruejGcPNAKlDzxKfCaq7j2Nl6SF/W2+OEJxVXXUTp7lQdFxwIl+CnRKjv9RUX5BUcW1HKJInYu68xqhcVnSSo6xfePsS9tkRm6XJibKjfLi6JnmbO6D6pTcfXNolv7i30vSfeckr9vusIiH7JWi/z90wtv7JHuOxf7d1BfSV5mZn5+PplMJlSozVwikSg3N1coFObk5DAYDHxerN5UbpvXn7KKQDH0hrBYLPT4n+VjYmLWrVvXpUuXzp07Q8sdVMdms9PS0igUCn5tp/JGgnKoVCqNRqPT6SiBHtFOhP1daINHu/Dt4ymycjTnLpoYAN8QiVjPkUand0REBubbtCkPgEabMRzlGiO0mwsEAgyAn+PxeHw+H30f/YUTLQAAAAAAUMUvnYN9d9UAtdDQ1QRZWdmioqLS0lJ0SgfncwAAAAAAoEHBe8IkJCTwcVagjwEAABoRNze3w4cPQwA0ADhpuuSRoctmX9nxPilqlM/qY8OXq8ooYACA2slJL42PzI+LKEj4WJD4iSXgi2o/b+irLG3jpF5j/+pof9wIP7p1O4xKQ2mldXfLilh4vlTfOfz40MJru0TsXEwowERCaovWLO8V9FZdqcataGbOohKWMD8j/8BMNLvskGVYRWgyPzG8+OHXsWn5iRFVZqm8XKX1dwmVfl/Bi3lP0TQhypWPgS07fnNZCZt/OEah3TD0VKLDSPbVHWWlRXhJzvsHEu2GEyTK55VsN5z78TXV1JGiZ4mRKUSmcu2XyI8NEeakZC10x59S9KzQI4EmUV4Vat/JyNMt3VHPBElOTZgbzP0UQDVsSdY2LX9nek0vOL5Iui/2D6Euktzc3LJvg0TWEirP5XI5HA4evlnf7VYymfwXQrjKKvArFBcX12YWtFYvX740MDAwNISRNUFVaCvKEmShPQvftCrvI2ivYbPZ3EpQMXxvkpGRYTAYyhWUlJQkJSWx3yIUCtGO+bOp+C4fFZQXHcIeNsecRIbrTuA7Jjby+ubMpxfzjG1k0BEYP8jD9clGBz/4YAD8HP5jGNhOAAAAAAD+iV9qZFUNgEZNNXQdAau4xACndAAAAAAAoKHBT1lpFaCPoTGCJgYAzRk6dNva2r5588bJyQkDAGAYnULdP2jh0lsHnscEjfZZ7TV0qZ6COgYA+Im0hKLwN1nRH/Lw8Z7F+VqGMkbWcvLKdAlpSvmfFIUhRZaUKU/IyNPGOd2tXEkLO4Xh88w19KV/KaT1zxGI5PJxIysIs1OINAk8XXBkvqggS7LjaCJTueTlJXS6LOUxg2bVjhN4h3V6FaNVN+nBi5XW3eMEPeS8u886u05561M0l+KqGxQDm/KqMhJJytq0lh2qzCJeLln9+9hTMlqNrw0oUUF2mYBPIJExvElVfqsdchn/6xtbJuQTxKOukillPE55ERIFz6i+kj9dIjoBsHKXX3CqvM4iVlmZsDyLUmn4bVKlTgohHy3r6zuGEhUL/YekpKTMzMxkZWUlJCRqP5Az2rRSU1MFAoGcnByqAXW1NIFGKx4DVFpampGRoa+v/8Myd+/+f19Db1eHDh26dOmCTv/QjBgA31NTUzPXNpOWlkY9kv95gy+0CeE/KqAjZlYAABAASURBVODxePn5+dnZ2UFBQVlZWWiS0jcqKioKCrX9IdmJEyfGjRv3sxjoilh/4fUjybotZM3s4Mdp4Ad6jzXatTAw4FFu2z40dLiDm9Q1UnCJEtQMouQBAAAAAP6h3xwBGr+TOGrw46Ek6KLDX74EDAAAAAAAwH/CI57JFWAE6MYIPjIAmjkXF5fdu3e3bt26hkHXAGhWKCTytj6z1j84cSPMd8zptQcGLbRQN8BAjaAfuvH6jVNBoaDsU3Bu2OusUP/MrNQSPFNCimzhqGRoKYf+9M2ZdAlybaqSV6YPmW3Wqr0a9i9QzZyKbh2Q6jlVVJiXu2UYc9xWPJ//5aPM4CU0K/fSV9cxAQ9t33k7x0l7zJQetJisaVIacJf3KaD4wXG5OUcYbfpmLWonys+gtnAovLVffvZhQUp0zsYhypufFJxYUnmWmlZD14qVGltWwibQJFg+nlRDO6IUkx8bQjFsyYt+T6BLEL8NRU8zcy7xvSTRcRRaJU7wI4k2/SrXU2Ula1hiec1H5qHKqUa2BT4rSNIK0oOX/HT1jOxY59aXlRYRGFKc9w8oBi2xxqmZt3rMzMwGDx6spKSEwREb1AXUcJCogNKqqqqmpqZ4fklJSVaFhISEwMBAtN+hMloVNDQ0aqgwJCTkZzHQ+PDP/nfT8zN5I+ZYYQD8iIIKw6GDhv/NdBtXJlkFBoEGANQNOGtq2v7y1wRsTs0NbGDg34IzYVAffn8EaKziOgIeUAK/aQMAAAAAAA0T3qmAD68CbSoAAGh0XF1dfX1927dvjwEAKqDzGc9u4xWkZI+/vjXp/MY9A+bb65hh4EfKKsFAY0P4BqvFJezCfF7wy4zQV1kfA3N43K/Dx5q3VrR0UkaPGvrS2K8gU4hdh+v3HG1Ipf+zn9/QLFz5n4Pyto/mxQRJdh5L0f4awCfdb27RvcOFN/agN4WkrCPISJDuNaPo/lFRcUEZr5Q5YTtZVZcT8iR/z2RhbhqjdQ+ytpl0H03WmTXZK3oIs77IjlpLZCpXmaWG1SBIycqMWJ1/eD7/SyRFy0Si/XCapWvhtV2i0kIRO09u2j5xSXrrHvwvH/N2jBUWZFH1rBgu/TnBj8VTa79EoowCc+IO9tnVoqICopQcc8zGmgrLq8mOXJ3vNQcVRm0+udmHscap2R6jVFVVBwwYYGYG32Lgb5CQkNCtgD8VCoXJFV6+fJmeno5HQmtWqDyXl5cX9pMYaPwEg53PeXIxo1VbVRVNCQyAn+jYX/fDq8znV7J7T6Tjg0DDONAAgN9W9j0MNC2E72H1DDanZqXKdvWXNzAMgG8boTiNAVB3fnMEaOzbtkj8dic+AAAAAAAAGjJoSgEAQGNkZ2fn5eXVunVrKSkpDADwzTTXAQoSslufnJ5xadsmj+ntTVph4HvooqeQncW9v1rc0QLdLY1I+S8YmZrkDotIFX5WLDGqIPR1Vtjr7ISPBXiOorqElZOSpZOyaSsFKu13wpet2ygPnWOmrCmJ/WtSfedUfqqyNwA90u06o78qJeWMDlZ+KjN0eeWnBAkZ5qQdlXMoRrZVZqkB3a4T+hM/JWu1qBJnrLTxAZ6QHrjw+xn/v6p/skRE9eAHPCE/7wSeYLgNQH/lhVt1RX/ikqKCbAKNgRIyw1ZgjUfzbKv27t27Y8eOf36Xj57L+xyctVdbRRt/OnT9iOUjllromv/njH4Rr26/vr110mbsD1zzvyEjIdPRtv3oLeNWDF9mpGlY+3nrZAXqStDn4FWn1knTJc+vOIP9IlGZ6NKLy88++H788tFM23SAW7/OrTpN2jkV1Vm52JIhiwa69w+PjxizbfzeGbvbmDth/xTa9sTx0CKRCA+G9vPzS09P19TUFMdDx8bG4uV/GAMtFAofXUjFRFingXoYAD/HkCJ36Kd7/3ycXYdCXWMYBBoA8Pvw5u3rBynPrnyBFm6ThL4dRi8xV9eTxk856vXLAt+c7p+JC3qRAZtTM+HSS8Olhyb+cyysnqGNildQkHroEDrZhutyAPt2QFMaNEhSX/8vHOJAc/NHI0BjsDkCAAAAAAAA6g1cEAEAIO7u7r6+vj169MAAAJUMtuvElJBefuvQwht7V3ef2MvSFQPf4N14wpJ80dujVIcRBNI/G8cX/B5hbqIg8TWnzSwajSa+nQs+iccRRgTkhL3ODH2VxcrlohwSmWDaSsHKSdnKWVlN909/LTN7uz0GGidBSkzervE0K3essWmerZ4uXbpgjV94QkRrk988aFjqmqvJqWANw4sPviM7Dh3cdhD263Zf25uWk7Z48AJ1RbXIhI+Lji3VVdU9Mu8QmvQpOXrZcc9rqy+JC98JuOtk6njr9a1/HgBdGfqW0amAfQuGTklJ8ff3T01NLSkpERerHAONdltUMjOl+O3DnM6D9CRlKBgANXLsrPHmccrD09ljPSUpFAq+FUEnOwDgN6AvoPys0sQotpaRDIkEh5EmpaSQn5VaUpBXpKhBo1KpZDIZq2f4+cyXT2wdE1kMNGkiYVnSZ7aJXRGPx0NP0dkIVp/xfvh1OX5hYfa1ayo9ehLwjRnOfJq9zPv3JNu0oWppofRfOMSBZuX3R4AGAAAAAAAAgHoFXUEAAMTU1DQwMDArK0tZWRkDAFTSxdRRgkJbeGPf6ntHc4oKxjr1wsA3ogooIdFzJUamYqBR4Yfe5j3Zz+FwiEQiiURCjznppaH+mR9eZUYH5wn45Z+svDLdvbe2lbOymb0ijQEx7gAjaxor7/DDGiFo9dSHa/43rvvfFAgFHW3bj+829oc5uL3XD3zJ/LJ10iYS8deOJMGfQ15FvA6PD1dXUENPzz+/iOphFbMWD1lob9IqMePLtks7CooKmFLMxYMXaKtoPw56ctXvGofHtdAzXzBwXnhiJD4C9KHbh1FVQpGwr0ufXo6/85O/Pdf2p+WlZ+ZnUEnUyb0m2hnZ7ry6O78w/3Xk2yVDFioxlfZdP8DhcQzVDRYOni/FkPoQF1o551100JPgp3QaQ4Iu+asrgCq54nvt6uqLavLlb0IrE7t1Y9bQKD/+2uUJeE+Cn51ccHTIxpF57Fx5GQWs4akSDD1jxozKU8Ux0Gi3FQqF1w9/kZWjOXfRxAD4L0Qi1mOE0ZmdEZGB+TZtygOgKRQKHP8BAL8BfT2h7yCUmLDCRkaOhoEmJPhlxunt4Vwul8fj4XdDqu8RoNG2hLYoEoUwe2trDDRppUX8ZcNe8Pl8tIGRvsHqE9q0BAIBSuhNnkpkMDAAMCzH7yW61oc2QvxyH5wMgzr0pyNAAwAAAAAAAAAAANQrNzc3Pz+//v37YwCA77katvQasmTm5e37X17OKspf3GkUBirgPXkYaLTQJ4j6RDK/cGKCi0L9c1LjilAm6hwxtJKzrBjsWdNAGgOgSYD73vyhvqsHVskJ+hx8/vnFkwuOovSoLeNMNI0YdIkqOYSKoeUvvrgUlRy1b/ru/4x+vuZ/o7dzr8rFbI1atrFwbm1ib21ghZ7qqGitHLn8qt/1M0/P25u0WnVqzfhuY9ys3KKTY5YcX35u2elN57c83HKPQqJsurA1OTsFryQiMSIsIfzoPC8Oj7Pi5Mr/jD9+/sHXQs9cSVaxSj6HW4oqKSxmj9o64ezSUyiHLxTeWX89v7Bg7LYJB2btNVA3WHrC89j9k2M7j1p8ZGnlnDn9Zr6PCTJQ1//PpVd/E9Jy05mSsnj0M66GoZ2fh7ww0jTUVtF2NnO4+ebO2C6jsYbtyJEj1TOTk5M/fvxoamoaGZgXG1Y0bLYZiQzd9qBWWrSU1zWRfXYpz9hGhkwm4zEfEPYBAPgl+KCq+G99QVPF5XL5fD6NRsM/7nr9phD/dBw0EwKBgMfj4VsXVs/gYAWqQ1sF2gLRdoi2jb9wiAPNCowADQAAAAAAAAAAgAZNT0/v3bt3X758wQdjAwBUZqNpfGKE5+Rzmy4FPynhcVZ1n0AkEDFQ0ZMHF9EbLx5XeMc7Oi1OUJBRRqNT3Dy0LByUzB2UGJJwjRo0NdDh94eur76sraKNp4euH4EefUN9B7j2lWJIofQAt37vYoJQ53uVnFYmrcLiw8sHJF54jEz67wOLgZr+fK9Fy4YtUWYq/bCAfQt79GhjYH3D/2YprzQiMXLuoYXiqSjHXMd89v55rpZtejn20FLSTMz8gvLV5dUy8jKXn/BsY95mVp8Z/7katoY2i48tndFnuoWueeX8djbuFBJFXkbBWMMwPDEC5VjpWTBoEgGf3tsYWhtqGKKccV1Grzu9Aa1hlRys1n74JhBrPXL23YD7ne06oUQX+y57ru5r+AHQCQkJ4rSGhoaNjY21tbWmpiY6weBy+TePJ+u2kDVrpYgBUGu9xhjtW/buzf3s9v1pZDKZWPFLDAyAupZVHPcp/4WgjI82L4GIj74EqxQglJEMma56ctYYaITwoDEMNF3i0ECsnpVVgoHmQVjhr8Ulw6YFqhNvhLB5gLoFI0ADAAAAAAAAAACgoXNzc3v8+PHIkSMxAEA1RkpaZ8asmXB2w50I/4LSom19ZlLJFKzZKx9HBAONFbpqraBGN7aUa2GtpqEnRyRCWD8AoLb4QiGJ9PV7kEKicPhcIoFYJQclyCTy0qGLt13a6bP4hLirLDHjy4N3D39Qp0AQ9Dk4Pi3+ZwHQFGJ5/aieMqy8H5dBY/jvfoFPSspMYlAZe2fsevsp4GnQs+MPvDeMXYtPkpdROLfM58WHly9CX+y4suvKygty0nIonyfgnbjv/cMFoTV8HxNUJQC6MrwjmVLxevlCPpH4tWsPvV6OgFs954eLqOWboKOiXcIrYRWzZSVl8Jztl3eaaJlUH0w6j537+uObV5GvN5zdhOdEJEZY6FpgDVhhYaGurq6VlZWtra2ysjKeiQ9l53crPT+TN3RGg15/0ACpaErYt1V/dTvdxq1YWQ0GgQb1Ja34UxzrtTRNoZiXzyrNEZbxxZPkGerSdMWE3DBMSIcA6MYLgsaaNohIBvUHti7wz0HoM2gIIAAaAAAAAAAA8PdAMxgAIKaqqionJxcdHW1iYoIBAKpRl1U6NWr1lPOb/OM+TLmw+cCgRQwqDWveIJqkUSORCa3aqzGZTCkpSQyAJg1aPXXOzsj29ps7A1z7ovf2Rahvt9Zd6VR6lRz0HWGmYzrArd+joCfnn18c1n4IPq+uqs6UXpOq13n8/slDs/dVCdglEYhcPqd6YQaVYaCmf/bJ+eEdh171u37N7/rxBUdGbBp9ZukpJ1NH4jlifHq8prIWKhkS++H8swtbJ23u1rpL/zWDc1i5eAA0lUz94WoERr1TkFEY6N6/Sv7ryDd92vQuKi1KyEiwNbR5F/0Oz7fSt9x1ZU8Jp0SCLoFeuKWuRfWc6kup/ZtAIpLGdBq18/KuWX1nUiiUR+8f33h1y3vhserz3g6452zmuHfGbvzpujMbnoX4NvAA6I0bN6Kvoco5eMgIO5/z+GKGrZuECLcqAAAQAElEQVSKuq4UBsAv6jxIL+xt1tOL2f2nMfBBoGEcaFD3ykQMqjSLk13EzROVCcXZsnTl9kaj1WWMTgQsrrLNje53aePurhraX3/NMm3UjdlLXHT15Ub2vnjp4bDqS5g74c6sJc56hvLVJ92/Gb1jnd/XJTIZhi0UZi5y0tSWRU/fv0k5e/xD3Oc8HX2mrb3GoJGWktLUratfSkiSZyx0xmd5eDvm7rVPu4/3QnsGBkCzBF8KoMmApi6oDqLwQT35pe0KAqABAAAAAAAAfw9c7AMAVObm5nbhwgUIgAbgZ5SkmN4jV06/tC009fP4s+sPD10iTYfIUQAAaOig1VPnOtq2j02NnXtoQU5BjpmuaQ+HbuhNrpLjH/ka7x5bOWL5qK1jO7fqpCijUEOdPRy7qcqpVsm00DPfeG4LmfSDvrPVo1fuurL79ts7eYX5e2fsolPpo7uMWuWzLo+dKyspM2/g3HfR77GKAGW/8FeLjy5Lz8vobNfRSNMQq5G2qlZrU/vq+Rwed/reWTnsnLn9Z0lW+vZXYSovHDR/5anV7OJCApGwZcJGphSzSg5Waz98E0Z1HnHg5sFuy3qSiKSWhjaHZu831PjBq7j1+s6cfjPET0d0HL7Sew3WsFWJfsYJhcL7Z1JEQlGXwfoYAL+OIUVu21v7wfn4Vh1ZBmYwCDSoL6W8okJObhkmEueQibRWmt1bKDunsj6hSVgtWooUKnHllg7Yr+vW22S+pytKsAo4189Hnjz43nNzhw/v0zeueDFxlr1rO10Wi3vJJ3TzyhfrdnWePt9x/JCrnXoYm5gp5mSVnDj0fufhnhD9DAAAAAAAau+XmlQQAA0AAAAAAAAAAIB/Q0ZGRl9fPyQkpGXLlhgA4Eek6ZJHhi6bfWXH+6SoMafXeg1dqiTFxAAAoBZyVnkwx28ma5th9aPk6RmitBy9dQ8MfA9GP/oTdzbcqPz0/IozeKL6AMZVclwt2qA/lNBU0ni27RH2X6oH/iJ92vRGfyjR0/Hrhq2vpndm6SmU0FPVFY92jOvl2KOXY4/qKzCr73Ss1n64GoizueOQdoPFT+f1nyNOt7NxR3+VC1fPWThoHvYHS5/eexr6q57fQsvk2upLePrqqouVJ6H35/SSk1ijgnZVkUiUllgc+Di30wBdSRkKBsBvce6i+fZR6kOfnAlrpSkUCj4CNMRAg7rF5mTrylsJRYLkgo94GHQLZUd77V45xclXwjaLMEFtKuHzRGsXP730cFhGWuHh3QH5eaWGJgofw7MO+vRBU29d/piSxGazuFPnOdq0UvthDbJMulCEDp7lpzoXT4WOnmLXrXf5b9qlZGjT5juP8LjwJaFAR485d2mbA9te7z3psXeL//BxLTW0ZLy9gjklvCnzHDEAAAAAAAD+yy9dWyNiAAAAAAAAAAAAAP+Iu7u7r68vBgD4OTqFun/QwnbGdol56aN9VqexsjEAAKgF2dHrSMo6WL3hxYWU8XkYqAaC3gBoFFB/qlAovOaVyFSgtemuhQHwu0hkQo+Rhhlf+KGv8rhcLtqu4JcwoM6RiJQ+Fgt6mc+SY5T/dkWbadHJeHwJj/30s3chN++Hs4zud6ljq2P4X8zHnMqT1i1+2razwe5jvdAGK85U15Lddqh7n0Fm1y9EVKnq/s1ovJ6ujifionOnzXdCmUmJBVYtVcRlaHSStZ3ax7BMlHZw0dbQlt225qWAX+YxwBTldOll1GtAff0qDwAAAAAANDEwAjQAAAAAAACggYIeIABAFRQKpXXr1q9evWrTpg0GAPgJCom8rc+s9Q9O3AjzHeWz+tCQJUZKEKYDAPhOWTGbdWqFICcFIxBlhy6nGLZknfLER4AufnC89O1tApmKikl2HkOg0IruHkY9CaLCPGqL1rKj13M/PCu661UmEmJCgYTrQImOI1HJkmdnS16cLxMIGPZdpfrOqVJ/mYDLDfPlxYaQlDRFeRnFT8+U8TkUfWvZUWuxZg9aPeAPze43AwP1DB/+Oex1bmJU8eDppmQK/G4B/BGzVoq6JrIvLueb2TNRI5dEIsEg0KBuCUX8DHastpy5lpwZiUjpYTqdRpZ4EXcuIe8DOqT9cJZT1wZpaMvg6Wmj/n+DhZyskry8UveOeig9YJjFltVff5RubVc+6rO5tfL9W9FVqurW22S+pyuacZPncyd3HSUVSZQpEIokJKmVi1U+BZo6z6F/xzOnrg/Cn6ppSGMAAAAAAADUDowADQAAAAAAAGigoO8HAFCds7Pzu3fv+Hw+BgD4OfQd6tlt/ATn3vklhePOrItIi8MAAKCS4qenSar6iiuvyQ5bwQl+JM7nvLtf4ndFYdkF2XGbeHEheKYgPU5u2l6ljQ+4H9/y4z6U52Qkys89puh5pfTtbW6EPy/qbfHDEwpLzimuuFTy+gY3+EmV+qktHGlW7tK9Z1KN7QtOrVBYfEZx9U1MIBBmJGLNHrR6AGj4UGcqjyu4dTxZ00Da0lEJA+CP9RpjVJgv9Ludidq2AoEAfgwD6lYZVhaS+ohGljRWdOhiMlFJSic6K+Bd0m2B6Jdvx0EgYhQKCU+TySRxPoVCrFgQ4ScB1ZiissTMRc5H9gRkZRSjp2YWytGR/789EadUEBmeZWyqiD+VkaWTSESmPAMDAAAAAADgF/3StTUIgAYAAAAAAAAAAMA/5u7u7uvriwEA/stU1/6LOo4s4XEmnd/4JiEcAwCAbyj61qX+V1inPIUFWZJdJ4jzOR+eSrQdQqDSyeoGdJv2XwvrWRLlVDAiiaymLyoqQDk0MyeitDxGptJbduCG+3LeP5BoN5wgIYP+JNsN5358/bP6y2vTtczdNqr4/jEJt4EkVV2s2YOgNwAaOHz4Z9+baaxcvscYIwyAuqCiKWHnrhpwvzAvu5jP5wuFQvg6AHXrc05gCZ9tquKsr9AylRV9L+qgsOx3fkkuryBBJBIS4/JROvBV8i/Nq2sg166Lgc+RYJQeOtbm8O6AR3diigt5MVE5G5c/09KWNTBWwAAAAAAAAPgzMAI0AAAAAAAAAAAAGpOWLVvGx8ez2WwMAPBfBtt12ugxTSAUzr6841n0ewwAACrQLFwUV1wmK2oW3T2Ut7tygDKRQCJ/TZK/3qacIE4QCFiZqGpdqJNByCeQxXNRynicn9ePKSw6LdV9Mj81Om/neG4Y/KIJRoAGoEErq8DK4zy7kmXjoqKuK4UBUEc6D9IjYISnF7N5PJ5AIBCJRBADDeqQsEwQnfWGQCBmFibcjNzJFRZjvwWdp8xa7Ow579G6JU+TvxTQaeRfmn3E+Ja+j+OTv7CMTRUXrHI7dyK0T3uffVtfG5kqrt3Z6WdzeXsFe+18iwEAAAAAAFALMAI0AAAAAAAAoIGCjh8AwM+4u7u/fPkSAwDUQhdTxz0D5xOJxIU39t4O98NALaSP0q3yJ0iJwepUydMznMC72C/6vbm+I+CzTizLWds3f//0spLCKhOzl3UVpsdXn4kT9Ch/79Qa68U4gffyD87EQCNRdOdQyesbkj0my886LEiLE+fTTOzxoOQyTgkv6qdxJ9xPAWU8DkpwQp/T7TrTzJw5IU/LJ5SVcYIfUY1sf1A/kVjGKy3jlmYt7kBt4cCcsI1u20mQ+hlr9qDVA0ADJxQK751OFglFnQfpYU1Oypf0NqYe+F8nu0GThix89eIdPik5MW3ZrE0924wc3nPa1pUH0FOUeefK43ED5gqFX38Mk5KU7uE2Oicr72f1e+06fe3cPexXcDk8D9dRWDMgKUNp11c38k3JlxgWj8eDQaBBnQtKuR+e/uJhzNGc4pSaS566NkhDW0b89KBPHxMzRRqddOnhMPQ07nOe17m+nps76BnJ6+gzUc6uYz31DOVRQkePufekR+WquvU2me/pKn6qrCp522+0lo4sSre0V/e+NvDxuwn7TnqMnGjLYFAqz/jg7TgJia85Y6bYTpnniIE/dv9mdMdWx/C//h3PLp7xICWJhf263m19al/4xoXIAZ3O7t/6ZlCXc7WcxWtXAFrVH066cjb8zLFgLkdY+9r+3NwJdxJi8zDwV2z2fCHeSgd2PvuzLaG6PZv8c3NKas6pDm3MrPxS8dMaNq3jB97fvByF1Q6+oaLEslkP371OwUDDEHTl0gpjA/xvo6O997gxuYkJ2K9bZ2eDNRjoRX18/AgDAHzvl1pSv/Z7PgAAAAAAAAD4EzAWGgDgZ0xMTAIDAzMyMlRVVTEAwH9x0rP0GrJk5uXtq+8dzS7KH+fkgYEaqfkkosfiu4f5aXHMiVuxesCLC6GZu2C/6Pfmqowb9UaQmaC48nrBkQWc4EcMl/4YaJYk3Aayz6zN2zFWxMphTvj/Rs5o07fE70rO6t5kVX2SvAqBSsd+1IVAlFHI3ztFyMqmW7pRTVqjHP6Xj6g2YUEWVc8KbVeiwtwq9VMNWrJOrSSQqNI9pxYcnovmJUrJyXRYgzV70OoBoMFCfagikSg1oej907wO/XVk5KhYU6Spo3bxwWGUKC3hvn/7YYvnvhu+3oWs4mkjlvQa2Hn2sok0KvXZQ//po5ZeuO/Vc0Cn5w9fXT5ze8jo3ujN2bBk94yFYxWV5THwW1y6aQY+SX3okzN+jRSFQiESiYQKGAB/QCAsD+kTlQnjOR/jsz5WLyAUikRCrPZkZGn7Nr/OyysV8EUrt7THQKMiDklnFXCun488efC95+YOWH168iB2u1d3bT1m2876WB2hUIkrt9Tvalc2db6jqoY0Bv6WJWvbduxuiBLxn/Nmjr1p76ipqCL5n3OFBmWMmPgfOf/pL29a4O+zGzCw78bNKFGSn//6lPfjXTuH7NmHNWYpYWH6DvAbIQCq+qU2FARAAwAAAAAAAAAAoEFwdXX18/MbOHAgBgCoBRtN4xMjPKde2Hzg5ZXsooLFnZrFuHp1iBN4r/Tdfbnp5d0kedtGS3abiPG5RXcPo8urosI8aovWsqPXo3TRjb2lb29hBCLDoadUn1ni2cuK2axTKwQ5KWiS7NDlZQIuN8yXFxtCUtJk+ayi6lqWBj9UXHIud/sYlb2BqHzR7YNlnGLpgQtLfC8V3TlIklOl6JjRbTr8fy7vFfIzD5HU9PmxIazzGxQ9r7DPrBGxcznhfszRawlUBvvaTkwkpGibohUjMKTEa0JW1ed/ieTHhwrSYqV7TfvxqxXwWKfXCFJjhLlpNJv2sqPWojxhTkru5mGigmyahYvMiFXlK/mTF8t5e7v46ZkyPoeib43PCxogoowic9reyjmKa26hR7RFSXYZR2/VBR+qmaxuRFLWorX82iUsN+cIeuSGPCUrauJpMbS51ly/RLth6A9PM9zg6/v/YLxPABostHsKhcIbh5NkmFTXHtpYU8eQoFGoFIGwPC7y1qUHtg6Wk2aPwCf1G9o90D/k0V3fPoO6Llo3Y/KQBR27uT6576eootC5V9vKlTy4+fzs8WsqqooGLXQnziqfIvxiIwAAEABJREFUPTQo8t2bD7GfEgaN9Bg4qldxUem+zcdiPsXT6LSxU4e0bmNTyC7esHR3dlausqrikDF9Wpgb4lW99Q8+uM17z4l1cTGJXrt8jl3agTU5JDKh6zCDi/ujQv3zWrWjkEgkPAYaA+APGMjZ8/n8Un7hzwqQiVQTJQes1rr0MkZ/GGjkZJl0oahMJCo/80z+wvLaFcBmcWRk6dPmOWpoy8ydcMeghULMx2ysDJu2wKmFuRKXIzy6LyA+Jk9dS1YkLJ+ruJiH5or7lEOjU0ZMsLFz1Dy6N7Agn/P+TfKMRW1c2+uiMmdPhCQnsnZv8p8yx3Ht4qeXHg47fuB9TlZxbk5JTlbJ4FGWaFvKziw+vDuAVcDJyy0dPNqqcw+j6msb/C7t/IkPWPl3E9nYVJHPE+G1VZ9XvJ6KKpLRkdkHTvU+7x0qXiv0qs+f/FBcxCMQCdPmO5qYKaFXqmsgl5LM5nL4g0Za37z8sbSEN2qibes2WuKlH9rxdtYSZ7TCl8+Gk8nE/NzSNm212Szep4gsLV3m7CVt0HH66L53ifH5WelFji5ak+c6opybl6N8H8dTqCRUg8cA0zZtdS6cCvV9nEAkYK4d9YaMtsbAf9E3ktfSkctIL5KVox/b/y4qIgt9Kw4bZ9PaWSv+c5734aCSIp4Mk44+ghePE9DGsGHZ8417u9Dp5ZFs6P0X58RF53p7BXE4Al19uSlzHSSlfvobNvGmVX1D/VZAuGz2Q5f2er0Hmga+Tj5zNEQgFBkYK0yd5yghQamyoYqrRZvlpKFXW1gop6eymUz6/JVuaFNcMOVu3yEWaMPAwL8gISeHzuzRQRCluUWF9zZtTP/4kUKnt5s+w9DFlZWe9mDL5uL8/KKcbNcJk1r27SfgcB5s3ZLxKUpeR7fs281PcBw2++rihezMTFk1tTZjx+u0apUUFPRkzy4+p1TZ0Kj70mUkCnWfR091c/PCzExJBQVjd/fgq1cpEoxenqtlVVV/NklBV/ezr++zg/tEAqFqixY9li4nksl7e3bXsrbOT02RYMr127QlOy4uxvdF8ocQWTX1wuysd5cuCEo5GlZW3ZYsE69e9dfCKSy8t2F9QXoaOsnsPH+BhqUVBkCTAyNAAwAAAAAAAAAAoPHR1dUNCgpKSEjQ02uCt6IGoD4YKWn5jFo96dymS8FPSnicVd0nEAlEDPwBQXqc0vp7RFnFrCWd+XEfREX53Ag/xVU3CCRK/pF5nMB79Nbd8ZLFT0+TVPWZ0/aiYpygh9KDFtOs3GnmLlRjezSVrGOm3G8OgSpRpf6yksLCqzuU1twiyqmwji8p4/Mqz1VdmVCgsstfVJCdu3WEwuKzJBWd4vvH2Je2yI5eJy5DklelaJvlrO6t6HmNpPbjEbm4nwLK+ByFFZfLStg5a/vxPr9Hmfy0z8rr7pGUNHO3jOS8f0AgU6u8WPHsBadWqO57j5EprBPLhBmJJFVdDDQeRKYy2lxLXl4UZiVLdZtAUtbCQD2DQDcAGiZ8+OeQl9kJUUUDp7YgU5rsrpryJb2N6dfbgxib6W/cs5RIJCYmpFjbmVcuZu9sExHyqc+griqqihNmDN+98UhiXMoBn02VyxQXlR7ff87r3FYFJbldG44EB4Rj5TFAvM0HlqPCU0csHjiq15ljV2XlZY5d2sHKL1wwZY2Bsc7NSw91DbVRmcyMnI3L9mw7tBIdGT+GxuzfcmL38bVyCrLGZgbzPadgTZSlg9Kr+ylPL+abtWZSKOUx0DAINPhDcgxVJ51+GAAV7t+MRn8oQSYTbVtrzF1efkOhnev8hoyxcnDRjovJ3bTy+X7v3ihTVpa294TH80fx506ErN3R+cyxYFUNmRkLne9d//TgVnkNF0+FMZn0/T592CzO8lno0F0+/L9QIPK+PgiPkEaGj2v56sWXhSvdFZX/P4Ivm8Vdt6NzIZs7ftCVLr2Mn9yLbeWk0dXDJCWJNXXEjeoB0Pl5pQe3v9l9tCeBRJg97nbluNLq85489F4kKtt5tOfju7HPHsThxcRrtWH585mLndU1ZR7ejvE5ErJhd2c0VVuXOXtpm5MHg66dj9i4t0vC57zjB95VDoAWS0os8L5S/tPNPu18Vm7pOG2+44o5DyNCM9BRmscVbD3QrbiIt2DKvajwrIJ8zuO7MTu8emZlFk0eds1jgOn7NynBgWk7jvQgk4i7NvihtwUiX/9TUkJ+dmaxtp7s5dPhRYW8Pcc9EmLzFk27f/xSP2+v94NGWlvYqKDtOTw4o/dA05sXI5dvbIdHPyPiHD5XuHH58w17uujoy21Z+eL8qdAJ0+1rs/QqGyr6KkZngxtXPLd10ECVs/JLD+14u3FvVzUN6RuXPvp4BQ0eY/2zDRVJTWbPXe5q00pt75ZXj+58HjjCcvIcB+VajGwN6lbQlcvoDyWIZLKBc5s+69aj9MsjRyTl5adevV6Sn+8zcbyqsUnorVtGLq62AwbmJiYc6NunZd9+zw7sk9PS7Lly1ftLF4OvXq5c5xsfb2VDo+GHDrPS064tXTJkz75L8+eMOnJcycjoysL5vocPt58xE9UzZPdeNTOzY8OHZsXGTjh3wf/Y0Q83b7hPnvKzSU4jR93duH70sRNyWlpvz5x+um9Pp7nz85K+9N2wUc/B8faaVcHXrrqMn2Ds3lbfwVHb1naTs8MiX38ShXJ3/bq8pCR57a8/16z+WtBLUNDV7bd5S2pEePTzZxAADZokGAEaAAAAAAAA0EDBWGgAgJq5urrev38fAqBBc1BXMRAaTOUL4zaceXcvq7DgasjzQXYdsX+tUX/dU/QsiXIqKEFW0xcVFXA/vuLFvMuYbIFPJcmriQOgKfrWrBNLRIW5NAtXya4TqtRDNWpFlFcrK2JVyefFvKdomuCLkB1ffsvO0sA7NawP1aAlgS4pSHsjzEnJWuj+bSUrdWwI+Lmbh9MsXCjaZuzLWyU7jxUVsyTcB1WpB60kWVW/6PZBUXGBiJ1XxilBmXTr9njANM26HS/qLUYiVXmxVEPbr0vUtczdNopu00HCbSBEPzc6JEUN5uSdNZehtewgHhMa/Dlo9QDQMKF9k8cV3D2Vqmkgbe2sjDVdmjpqFx8c5nJ429ceIpNINvblX+4ioYghQa9crPLBqueATtcu3Bs6po+snHTlMpGh0QbGugpKcig9d/kk9BgcGN6ydXmFugaaNBqlpJjz4V14WHDUmaNX8Vk+RycEBYRNXzAWpVVUFfecWIfWpLSEs3j6+sFjeisql0fXychKyVgaYU2Xxxijg57B/rezOw2mksnkPxwEGoKnawZfu6C56dbbZL6na05WySbP507uOkoqkpxSQfiHjPA5GeIyKAc9OriUB8/p6DGLCvkoEfQ2Zfmm8nP+Lh4mXrvL71MUFpwe8SHzvHcoPld8TB56bGGhzGBQal4HW3t1Gp1Eo0tQqSQ+Tzh0rHVMVM65Ex9YBRz0VCisuldGfsg0NlWSkqGhdOeeRujrWDyp+rzv3qSs2lq+nh27Gx7bH4gXE6/Vxj1d3vh9efYgNj42X1yPRcvyJjZTjm5urUKnkxWVJfGXXJ2puRKdUR4lJSlJtXPQQAlUuLiQ59pBT1Nb9srZ8EIWLy+vhMMVvHud3M3DBL1MLR1Zl3a6qOSH4PTggFQPt1N4VYoqUhAA/TObV75Af+jdMzFTXrrOXUaW/sY/af4KV/SFpm8kb22n+iky28JG9eD2123a65paKFu1VKuhtoiwDDNrFV2D8rORgSMt92x+hdVOlQ0VfV1cOxeBPu7Fa9uiqdFROclfWCN7X8QLW9qo1rChIpLSVJtW5euprSeXn1OKEkYtFDHw19kNGNh342Z2Zsbl+fNMO3SUVVNHmYnvAr8EvX952Asvk/4pym3ylLTICF+vQ8V5uQIuRyQUxvr7D9ldflcr2/4D7m/eWLnOuDdvui5eghKotrHePp+eP9O2tVM2Lh813HXCpFurPVGCLi2tZmaGEpIKCobObdDpmYyKSkpYWA2TUsPDcxLid3Roiy9Fx64VXljPwREllAwMi7KzK6+GlqXV2WlTjN3b2vTuLY5+Rqq/Fg0Li5srPUvy8/SdnB2Hj8QAaIpgBGgAAAAAAABAAwV9NgCAmikrKysqKkZFRZmammIANF3oC5FIrLOhmmUlpKZXC3j9h4QVt1lvBCqdlpQJv3ZrEcjUbxMJWFn5DTGlBy2W6jkVJYS5aUQpOfEsNAsXxRWXS9/cKrp7CD1VXHn9u7rJlCqLwPBFkMkY8WumqCCbQK88VhDh28pUegPJXzueaVbu8gvK+1nLilhlZf8vwIsLEbKypPrMQvXnbBiU7zWbOW4zVk3pyyuFt/ZJD1hANbLjx33t3ibQGN9evwij0DERv8qL5YY+x6crLDrNDfMtfXe36PZB5pRdaGUwAMDPQasHgAYIH/75xY10Vi5/+BxLrBmg0akLVk4d6THj2QP/9l1dTC2MPn2M7dan/bfp5aHMtq3//1bIyckyFWSx75FIRMK3U5e8nAKGRPnJA4Xy9fyk4nBX3i19/PLOFhaGWPngiBlqGsrnT1wnfpsrJSldSVmBz+Ov3Dpv+5pDXT3a4THQTZu6rlRLV5WAB5l27ZkU9T8dBLoOGw5NEtq1IQYaNEOKyhIzFznPHHvLoY2WjCxNUpp68/kofFJqEhuP8aVQyo8eFU3br/sIvrOgYxKNRsJzDvj0NjFTQom0FLaquvSH92lk8n8frMjUr7OjI5tIhO3e6J+XU9JzgKmcPOPOtagf7pLiTCqNXDmutPq86BuETP665hTK1wXhayUQiKYMv27vpGnfRktDm3n3WtS3qV+Pk+hrC6t5zcn/L0Cq9Eqf3Is97x06ZrJtC3OJ6I/ZaHUJxP8XEFc7ZZ7jgGHlvwLKySyWkqVh4CeWrG3bsbth5RwhX0j69uajj5XHFQ4aaWXnoPHqxZeDO966ttcbPdn2Z7UJ+WVk0tfPglw+rwirnSobKmJiriQtTT19JHjirNboaZu2Omu2d0KJIjZXKCoLD8742YaK0Kjk/9cG3zv/moyKaq+Vq70GDzRxbyurXh4DPfXaDQ2L8jPbvKQkOU3NmytXFGZlOQwdLqWkGHjhPFbxkZVVXOgjkkhk+nc/CyRRKIRvp1t5X76I+HxU5tskMr+UgxJk2v9nIZK/C7asYZJZp87DDpRfNuSw2aKKy33iwmhDKhN9tzEP9zoS//rVx8ePXh72GrB1m76TM55f/bXoOTiO8zkd+fDBqxPHUYFxPmcwAJqcX2o9QXsJAAAAAAAAAAAADYi7u7uvry8GAAD1jCglx/8SiboNhNkp/PjQH5ahmTqXvDgvYueUFbNztwznhr8UTyq6c6jk9Q3JHpPlZx0WpFXclpdILOOVVp6dQJcoKykU5qRiImHp+wcoh6prJUiNLSthY0IBy8ez5NlZ8VxESVleQvnIMaUBt6qsBsWwJS82hBf9HhOJCupKM70AABAASURBVHxWFN3YK55EUtQUFbFEhfllAj5Z3QDjcURF+dVfCC8xnN6qG8OxF1FGgf8lAu/44X0KKCsqQGlu6AuaRZufvdgybmnW4g7UFg7MCdvotp0EqZ8xAECNIAwLgIamrAIrj/P0crq1s7K6rhTWPNDo1HHThx7de1YoFPXo3ynQP+TEgQvZmXnpKZlH9pyJCIlq19Wl5hqMzQwSYpOKikoEAuG+LcfvXntcvYx1K4uzx6+hRcTFfJk0ZEF+HtvazvzdqxA06fOnhOkjl6I3X4Yp7dreof/wnns2HcOah65D9AkE4pMLOVwuVyAQQJAuAKDO6RrIteti4HMkmM4g6xvIXz8fiTLv34jevOrFD8vbO2sH+CWjxKfI7Py88kaoZUu1Sz5hQmFZQmzezDG3C/JLsd8SG5PbZ4h5a2etlCQ2lyPEqh3tLFuqfP6UU1paPirz+9fJNc9rZqkUFJCKlX+J5GSkFVYuzOUIUpJYo6fY2dqrh4ek1+FhNS4m17W9nmsHPRkm7VN5ADRmaqES9LZ8NTilgrCgdJSwbql273o0epeKC3nL5jwMeZeKgVqztFUL8E9CieIiXkhQmrGZ0prFT/l80ahJtiMmtExOLMDKw1IJPO53v6jHc1pYKEeGZZWUlG8/b15+MbX4zXGXCQS0KaqOm9bqyYPYxLh8E1PFyNCsj+FZ6Cv64M6Ai6fCathQQQOkbGxs1aPH033ll8h0W9n7HT0iEgozo6O9BvUvzs1Nj4pyGjXayN09JyFBwOGg0zBjN/foF+W/808JCy3OyalclW6rVrH+/iiRERV1dPhQDUurpJBgXlERyvn09KmWjQ32WzQsLb8EByWHBJeJRHc3rn959PAPixGJRD6Hwy8tPdC7p7atXa/Va806dcqKixMXqP5aXp08Hn7vrtOoMYN27Mr8HIMB0BTBCNAAAAAAAAAAAABorKSkpIyNjYOCguzs7DAAQDMTmR5vrqaP/RVUk9ZUw5bZK3tSNE1o5m1+WIbWsoPEl8jczcOF+VkMu870Vl3EkyTcBrLPrM3bMVbEymFO2FpeoUFL1qmVBBL1//OTyNKDFuduHUXRMqGZlt/gkiAlKzNidf7h+fwvkShTov3w0jc38LmkB8xnnVxW+uYmVd+6ys16iTIKzIk72GdXi4oKiFJyzDH/v1MnSUFddviKgsNz+ElRFF1LuVmH2Rc3SbgOJDC+C+2S7DiKfWZ17obBosJcip6VIDMRzUiUU8nbOwX1KNLMnWkWruUv6vsXywm8h1UMFC3dc2rB4blCVjZaukyHNRgAoEYwAnQVFaOeEk68OHXp7RUMAsSbN3zvQH38fzIa7u8RCoV3vJPKRFiXIX/pTKOB6NzL/dyJ6zcvPeg3tPueE+s3LN11fP85XQNNO0frIxe2Kygya55dWkZy9tKJW1fuj/4YZ2ii16Nfp1OHL1UpM2Ji/0PbvKcMW/glPnW+52RU5+DRvQ/u8F48bX1kaPTyTXMqbqxRvuMPG9d3bL85ga8+oE3Aa5fPsUs7sKZLUobS1kP7yZXEpM5sA7M/HQQaANDYffnyRUdHB6trI8a3HD/wyuDRVnNXuBzbG/jk3ue8vNJ1Ozv9sPDw8TZLZtx/+6o8rFNeQQI9DhltdXRv4Kxxt1K+sGYsdMYzf2c1JrS8ei7y/MlQ9E2voy+XmsKuUkBWjoHKzJ1wl0oj0uiUmucdOcF20YwHb/2StbRlZGXpVNr/g5okpaijJ9l5znvMLeWjwhmphXV1Xtm9b4ujewKWzHjAKuCYWSqnpbC79jZ5ej923sQ7mrpMRRVJGo3Uykkz7nPustkPc7OKXdrrObnW/QdaS6WlpQwGA2tURk5o6bU7cPXCJ9kZReOmtlJRkxo80urGhcjCQh6PK5i1pPyajIW1ysjeF8/fHaqk8vVmWeKcKfMcd6x9yWbz0CnE8g1tq1Tev9NZPKGqLn380oCfrQPaWtCflAxt0szWO9b77T3hsWi12+HdAewCrqwcbfpCR0lJ6s821B9aMOVu3yEWbdr+sy2hPiQkJOjp6WGNRLtpM/Z07+o2aRL6e7Bt65HBA7MT4nutXC2lpNRu+oxX3id9D3uhsy9lI6O8pC9tp033Hjs6+sULNKOUolLlepzHjH24fduZKZOSQz/037RVVk2t+7IV15YvLWWxCETi4J27sd8iIS+Paru/dXNJfoGknFzPFZ4/LKZhaXVz5QoSheIyfuKNFcuKcnMZsrJdFy35/8us9lpsPPqgFT4/c3pRTk7fDZswAJqiX2o6EeBKEwAAAAAAAKC+iUQiLpebnZ0tLS0tIyODAQBAjYRC4b59++bMmYMB0ESh63ctWrS4d++eoeHXW4K2bt364MGDrVq1wurCu3fvUOWrVq3C6t/Dhw+9vb3Pnz8vzhEKhdjvGnpyhYq0/PwOw7XkVCrno2uYAoGgNPUjYbcdc10MRqZioFHhh94ueLgnb/gdJpMpJSVFpVL/+c3c8RNU7sP1tOxQqRFeGADfKzw7PY+qJWq7SFZWVkJCgkwm17LrBW1aqamp6JAlJyeHb+1NINwNHYTRsb20tDQjI0Nf/9eCR9GMaFcLiA3MKshCCT6fD91SzRk6+KO9yV63lbK8MtqzaDTaX/g6QJsc2jG/xLD2zI9q30+nfd8mFaQCGjIBv2zH3LeSTGz8Gl38GwEPg/6lStBRtGXLlqtXrx44cCCeM378eEVFxS1btmANhpubG2rLaGtrT5ky5dy5c9jfVcPo2iVePegD9hEVv/vmwlsWBfmFi3u/6ThQr8dIQ+yPDelxPiezGE8bGCus3NJBQ0uGyxGO7H3x0sNhWLP3KTI78FXyqEm2xw+8V1SW7D3QFPszoUHpF7xDBQKRx0Az1/a6WJ368pm9e35Az8lKrTuqo/NABoPxG3tudfPnz7exsfHw8EB1Vs7HWyV3fT7f805ec8pNRo6GNXt+TxM0tGX1jeQTYvPWL3t+/FJ/7F+I/piTl1vs5KrD4QgmD7u29UB3FbVfvoNE8MuM09vDR3pqtGipgrpF6HQ6/jMw7M8sWbKkT58+Dg4OVarCT7xPb4t8/zRr+9VOGGjSSov4y4a9cPKQ7TJc+1cbrTXYtWsXqmT48OFKSt+FCOPfnqyEhLhhwxxv3SU2thB8UE8CBvWnTpyo6OKCH+Lq5BsTAFxWVhaLxUJXktHWhS4doK2rhsIwAjQAAAAAAADg74GmLwCgNtC1DHQR39/f38XFBQMA/LqYmJjs7GyscfKL+/A2MWKMY89xTr2opP8ecQcAABoaaPVUht4NdGrXUtumVKmUw+GgXvOyChhoftDGgAdAo65x9Fhz/2UdwiP4rx36Ii1LceupjQHwt5AphG7DDS8djPrgl2ffvnwQ6N+Ie0NznTx5ctCgQV27dpWWln7w4MH79+/fvXuHNSS7d+/W09PLz8+PiIjAGhLhp4fFmy1p7eZROy3FqL85tG0tiYcsfeuftGzWg2MX+1OoxJVbOmAAw1K+sAryS1GiW29jKqUODv5njoWMmWKnoiq1eOaDOg+Arj9v3rwJCQnp1atXu3btMPBzTHnG5TPhhSxObk7p/BWu2D8ir8C4dz3q0Z3YzFT2gOGWvxH9XH/YbLaPjw+6cIq+HbS14dwG1DF0UXHdunVdKqCTdgwAAP6FX2o3waEKAAAAAAAAAAAADY6Tk9PevXvt7e1pNBj8BjQvr1+/9vT0LCkpMTc337lzJ5VKtbS0dHBwSEhIUFRUPHHihIKCwoMHD9auXSsQCKytrXft2iUlJYWe+vn5CYXCcePG9enTZ+vWrSwWC804efJkvNrCwsJ58+ah3lYJCQlUf6dOnZYvX56ampqWloYeFy5cOGbMGB6Pt2TJkoCAACKRiKZ27dp1/vz5aDVQnagGJpNZUFCAEgcPHrx06RK+b06bNo1Op6ekpAwdOjQsLKx169ZoDbE/xhcKjr66cT/y9Yqu4+x1zDAAAGhUILq3MjwAGn1roAT6UkNfVfD+NGf49kAmk/FbAfyFXwvgwz8H+2Ynx5YMnNqCTIHfJ4C/yspJ6fXDlGeX8s0dmBQKBR8V71e3fHSOPXDgwHXr1q1cuXLmzJlXrlxBexA64b948SLaj9CkRYsWoZP/uXPnJiUloco3bdr0wxvLxMTEoBZBbm4ualDs3r3b0NAQtSA2btyI5kX17Nmzx87OztnZGT2iRWzbtu306dOotpycHDc3tx07drDZ7J8tYs6cOaiNgMokJiZOnz4d1fmzkteuXTty5EhpaSlq7G/fvh01Or58+YJaE+jNQa/O1dUVpRcsWIAWmpGRgV7XqFGjsIqhc+/fv49WGLV0UNukSmsINXBqevsEXO7jTbx3Z+i9t5JbDsTqn6OL9iWf8PcBKbb2mmsXP730cFhYcMb5kx+Ki3gEImHafEcTM6WMtMLDuwPy80oNTRQ+hmcd9OlzdG9gQT7n/ZvkGYvaFLI4zx/Fs1lcNQ3peStcaDTK5GHXjFoo5GaXyMrRW7fRenT7M41OnrnIWUP7//fZO300OCwkEx3yuvQy6dTDMDuzGC2CVcDJyy0dPNqqQ1fDYT3OHbs4QFqWlpdbMmf8HZ8bgwJfJ585GiIQigyMFabOc5SQoFSpRFz58QPvszOK0CplZhSh2vyfJ+bllLh10Bs00qq4mOe1KyDuUw6NThkxwcbOUbNKjqmVyqXTYcWFvNuGn7IyihSVJbv2Mp409GoLC+X0VDaTSZ+/0k2WSQ9+l3bBO1QoECmrSsnK0qbMc/zZyiCa2rIvnyYYmChYtVTBGgl8x+dwOJcvX87MzOzZsydqyGPgRyxbqqI/7F9TUpGcu/yfhV/XRnx8/JYtW1xcXHr16gWbE6hb6Ev27t27gYGBw4YNMzExwQAA4K/7pWtHEAANAAAAAAAAAACAhsjd3f3ly5edOsEdG0GTZWRkVCUnPz8fdS2gPgYzMzPU2b958+aVK1fGxsYePXq0bdu2M2bM8Pb2Hj169Jw5c+7fv6+np3fgwIFVq1YNGTLk7du3jx8/Li0tHTNmzIgRIxYtWvTmzRtx9DOCesUUFRVR10Vubm737t0tLS1RZk5Ozq1bt/Ly8tDi0Izbt28vKCjw9/ePiIjo2LFjZGRk9XVG5X18fF68eJGUlGRtbT1t2jSsotcNrQ/q0HV0dAwJCeHLUbHfVcLjiNMpBVlTLmzu3MJhWZcxUrT6HbANAADqEIwAXQWRSKRQKOhRJBJB9DPAY6CJFbD6hzY5LkdwzydVTUfK2lkZA+Cv8xhjdNAz2P9WduehNDKZ/Huh/2vXrnV2dk5PTx8/fjw6CX/06NGTJ098fX3R0XXixIk3b95ETQbUuDhx4kRQUNCdO3d+GAA9YcKEJUuWoLZAaGgoajKgFgRqbqAGhb6+PmploGYFmhEVs7KyWrp0aXh4+MePH9+9e6ekpIRqe//+PWqe17yIdevWoUmowh07dvysJGo+JCe2NfLWAAAQAElEQVQno9VGLRrUiEA5xcXFqCGDmiEuLi4BAQFnzpzp0qXL2LFjP3/+bGdnh9pEz58/DwsLQ60MNJerq6ubm1uV1tCWBRPKBDyiugWqTRD7koCVf9GQDN0rr1tZQXLpqaFkv4Pk1iOJOo6YohFWn3T0ZJMTWbb2mvjTC6dCZy52VteUeXg7xudIyIbdndctfjpotLV7R70d6/3EcwkFIu/rgwrZ3HVLnu0+1gvl7N7kf/d6dL8hFilJrBWb2hmaKM6bdPdLfMHOoz0vnQ57fC92zBRbfN5PkdlR4dnbDnbjcATbVvt26mH45F5sKyeNrh4maN6pI2507mHk3sng5dOEHv1avHyc0L6rISu/9NCOtxv3dlXTkL5x6aOPV1DbLgZVKqn8olDmxr1dgt6mrF367Mi5ftKytLEDLvcdbH7xVBiTSd/v04fN4iyf9VDXUP7mpY+Vc9bu6jxopNXH8Mxe/VscP/Aery01mT13uatNK7W9W149uvO5XRf9LZ7Pdx3rJa8gMXfiHWtb1eqvqPLKoPLorbB30tywpwvWSFT+1kN7E9o7evfu3aZNGwyAP4DOc/z8/IKDgz08POA2eqDOZWdn47+PGjBggIyMDAYAAH8RjAANAAAAAAAAaKCgtxsAUHuoW/fYsWOoH5TJZGIANEWoU9/Q8Gs/buvWrdHjq1evnJ2dzc3NUXrhwoVTp07FKoZebtu2LUqYmppmZGS8f/8+OjpaX18fn9HV1XXJkiXJycljxozp2rXrhg0bfrgsX19ff3//zZs3409DQ0PRY8eOHel0urq6Onrk8Xi3b99GOx26tmhpaYmWGBgYWL2eBw8ejB8/HpU3Njbu168fnuno6IiPNoR22/SM9OUPzmG/DZ0qfH9x89GngA8pMfem7cYAAKCRgFZPZXiXFR7wisGbAyqIR8Ct718LlFWICMhj5fJ7j22BAfAvqOtKmbSUD36a6yx1tIyTIVTSkeizFW38pcf6Yhw2KkAbeoyooMd7sJb7YC16SnGaSB98qKwkv2iZEnpKUreSXhrKYDBWrVq1aNGiU6dOocwXL148fvxYWloaX4SWllanTp2mTJmSk5PTvn376dOnV1+NkpISvwqVc+7evXvnzp2zZ8+Gh4eXlpbi+Q4ODqiBgHJQC0VVtXwQVhMTE9Qwt7Ozq3kRYjWURHX26dOne/fuI0aMwFs0vXv3plAoSkpKVlZWqAGCmjbBwcGbNm3Kzs7mcDhCofDZs2eomYPffwY1l1B7pEpriPecJWJnMibeQE9LD3bGRAKUkFwZR5TXqbJigng/QZwfyaQTZeItrH4RiKT/R7tu3NPljd+XZw9i42PzeVxBTlZJXl6pe0c9NGnAMIstq33xYi0slBkMCvrbdqj7ozsxudnFcTG5ikqS5S9HmmpooogSsnJ0OwcNdOxUUJSIjsoWL0JVXSors2jLKt/WzprjptmjnKFjrWOics6d+MAq4PB55TdgaNdZ/6RXUHkA9LPE+Z6u0VE5yV9YI3tfxGuwtFEdMta6SiWVWVWMyItWQN9AXkWtvPUnKUEtKeaFBadHfMg87x2KF4uPyaueU/0NQq/IppUaSmjryeXnlIYFZbS011DXLI+u697XJPULq/orEgt8lXziYNDuY73WLn4aGpT+8knC+OmtpGTq+O5haWlpL17EoI0QtZTR21fLLyx0woMK/3CSeBfDFRcXnzt3DrXuZ82ahYGmLiEhISW3/DArEAhqvzmhg3xhYWFtSqLN6fz580FBQTNnzsRAM5OXl+fvn4S2LvxgVfsZ0Zcvn8+vnp+amlolB21acXFxP7veCEBSUlLo06foGxNtUVUOcfLy8lwuV1JSUkJCQrJC5QQMXQ9qBiNAAwAAAAAAABooGAsNAPBL3NzcXr586eHhgQHQPKArxWTy1+t1VCoV7yKl0+l4DvoaFYlEKNG3b99r166hREFBAbqyrKCgEBAQcPv27Zs3b86bNy88PPyHlaO+VTs7O6xiwGZdXV20c6FFVK4ZLR31f1ReeuUvbrxfhEgkitewcmFxPehxkktf7HddCXmWV8yqnNO5hcPMtoMxAABoPKDVU0XlUFcIgAbY391H0CbXwk5GVoEc4p9hbC2HAfDXFbP5cZH5lo5CAZEqJFLKsB9v/wQ5HXLFoMVEZePypyQK/pSg+DXSV7GCeBDZnTt3zp07F6sIVJKXl2cwGM+ePbty5QrKR5lPnz6tvggmk5mfn4+nY2Nj0Tm8paVl165du3XrZmxsfPjwYXyS+Ny+SmOhbdu2/7kIXA0lUYMFPb1+/fqmTZt8fHyqzIh22ClTpqSnp0+dOlVFRcXLywvl4PcQwAskJSWhNanSGqLyssoEPLwAY9ojfATo6tHP5ZkqLajuc4h6ziKsfkVHZbdp+3UFBALRlOHX7Z007dtoaWgz716LIhBRS4qETyWTSeK5yOTybSP5C2v+pLujJrW0sFHj8UT41yaN+v+gDhL5B5sQU46x37v3G7+k175fvHa9PXKh/8mD7/NySnoOMJWTZ9y5FoXeSVNL5ZzM4uiPOXy+UENLJjWZhVZyzfbym24VsblCUZksk16lEpTz/+V+W+fqK3DAp7eJWXm8floKW1Vd+uyJkCo5zx7EVZlF/IrKt66yMgKRQCITv70PxB++IvHK3Lj0ccgYKwsblUWr3VYvfILqr/PoZ0RVVdWujYqMjAyNRiORSLX85kLv889Kenp6FhcXV86xtbUdOHAgBpoBHR0dIytFKSkptDn93n0AqkBXfqrkODo69u7dGwPND/pyd3S0kJaWRhcP0fW6P9+6Dhw4EBf33UEbHwEaA+AnNDU1LZ2c0EaITh2rfGOir0X03VdSUlJcASVyc3Pxp+gUjsfj6X0jvtpcg6ysLGVluKVPMwIjQAMAAAAAAAAAAKApQL2w7969S0tLU1dXxwBoBhwcHBYuXFhUVIQ6xm7duoWeVi/TqlWr0aNHv337tnXr1nPnzlVSUkK9XPv37z9//vzgwYPLx2BOT0eXm6uML+Xm5rZ169Zz585FRUW1b9/+h0HSqMydO3dQRxqbzX7+/Pn69eujo6NDQkLQJLQy6PI0VtGpdvfu3bFjx6KnL1686Nu3aqwzASNMbvP7AdAvYoLEAdCaTOUVXcfZ65hhEDAHAPjrUEdLDSEsNYNDVg0gOhz8fSQy1nag/E2vLKcuGtqGcPNu8LfdPx9HoZbZdlOkKMyhycjQGAw8nzHheuViFIfR6O//z2lSjBk/jTB2d3dHJ+0jRoygUqndu3ffsGHD58+fUT5qHaAWgZWVVfVZJCQkLC0t9+7dO2vWrOPHjx87duzhw4cxMTGBgYEMBmPGjBn/+eW1a9eumheB2iB4k+FnJVELxcnJ6c2bNx07diQSiahhgjLRaowZMwY1QNBTZ2fnVatWoZfToUOHixcvovJorVxdXbdt24Zqy83N7dat28GDB1+9elW5NbR582bxypMN3X689lRJWteV1LazMSIZFRYJBFi9uXk5qriIZ22nVvHbVYzLEaQksfaf6k2nk/dueYXWVF5BgkgkJMbl6xrIBb5KrjJ78heWtp5sz/6mHI7gyN6A1k5atVloxIfMm5cil29s366z/qSh1/JySmJjcsdNa2XbWuP5o3guR1gRFo6172awa4N/p+7ltyEyMVXcGpr1MTyrhbnSwZ0BTDm6s7tOlUoqB0D/jGVLtUs+Ycs2tE9KyF8w5f7Ri32r55BIBB63prBztA4nDrxD60mjkwJfp6ioSFZ/ReKVUdeUTvlSgBISklQajSwUiorY3DqPgUabKIVCQbsYnU6vfQB0DSrvYmpqaoMGDTIxMUFp/EfOoGnDNycajYY2pzoJgK5MW1t74MCBBgYGKP1LAwCDpgEfpwA/WNVJALT4R0cI+pIdNmwYfrCCRi74mZq/MRnfTn2rKywsTEhI+PjxI7rUjL4Z9fX1dXV10Vb3s/LoDHPy5MmoDAaaBxgBGgAAAAAAAAAAAE0E6uz08/ND/aYYAM2Auro6upg7fvz4vLw8dPn4/Pnz1csoKip6e3svWLAgNzcXpffu3SshIXH//v3hw4cnJSWhfi8LCws+nz9v3rwpU6Z4eXnhcy1evHjRokXOzs7R0dH79+9XUVGpXvPKlSvnz5/fv39/VM/69et1dHTQmgwdOrRXr16Wlpbm5uaozJAhQ86cOePu7o76PzQ1NdFV7ProAqGQyGMce45z6kUlUTAA6pkg8T37eHm8EfTngcrKMj8RTfqX/Vb/McT4AtBwoP0RnVNZOMoG3M+/dfLzjA12GAB/UVpi0Qf/rDb9KbTyqCRyXcW9denSZfTo0T169EhJSUFn7z179szOzl6yZMmAAQMyMzOPHTuGVfy4ETUBUBnxXEePHkUtgtOnT6Myt27dkpGRWbNmjYeHR3FxsZmZWUJCQs3nQiNGjKiyiCoUFBSkpKRQVb6+vj8sidoOqBUzceJElC8vL79t27Z169aVlpai9c/IyNi6dau0tLSnpydqEG3atAm9UagBEhcX165du4CAgH79+r18+XLu3LmoJVKlNYT9F7JZD/rA/QS5WkUS/7ahPcrbbhpaMjp6zJWbO1CopPKwYwyTlKKOnmTnOe8xt5Svoy+XkVqIMmctdvac98jYVFGWSafTvgvYsG2t7vc0Ydmsh3m5pbr6zIy0wtos3dRSOfB18sYVz7Myitw66ukZyo+Y0PLqucjzJ0PRcRAtNzWFjVasfReDU15Bm/Z1QbPIyjEWrXY7vDuAXcCVlaNNX+hIp1OqVFKbRQ8ZbXV0b+CscbdSvrBmLHSWV5ConqOpI+u16+3ujf7Ssj+OqFbTkO7mYTJjzE0DI3m0i1Dp5OqvSFwYvTSvnQHoLfqSkD9hln1IYNqDO58HDLPAGjZ8/6LT6ah9jXZPEomEAfBnJCUl0THcxcUFWh+gzqGTls6dO3ft2rU24/IC8HvQiZ9VBaziLh+JiYl3797lcrl6enpGRkbosUp5Fot1/PjxpUuXoivhGGgGfunbjQBXdQEAAAAAAAD1TSQSoVYr6oxBDVrUv4IBAMCvuHbtmo2Njb6+PgZAU4HH4mCN0Pv37zMyMnr27FlaWmptbf348WMdnap3l/6TMYeGnlyhIi0/v8NwLbnvQrTRNUyBQFCa+pGw2465LgYjU7G6U3RjT+G1XXhaqs9s6X5zsb+l6PbBMk6x9MCFWD1jn1tPkleT7Dr+ZwXKeJzMOY6qBz9UzsyYYKp6LAqrC/zQ2wUP9+QNv8NkMqWkpKhU6j/fBdAJKp/PL415yfvsx+PxULqsAgaaPbQZoO2zPCpFuzXNyFVSUpLBYNR+5D+0aaWmpqJDlpycHL61N4GIBPSeoGM7OvKjrwA4JQONC360LykpifuYd3pDxoApLWza/I37Jp8+fLmklDt5zoifFSgqKtm+6uDqHQve+gffv/50zY7/nwxUz6kZl8Mb2GnCLT8f7NcV87rEcwAAEABJREFUsovH9Z9z+fFR7M9sW31w3PShUtKSP1sT8UreufJYhint1tERqx9R4Z+9dvnsObGu+iSvXaeD3n4gEUlderfrO6Qb9lccWhVcUlLcd7YkuhomKysrISHxG2dBvxcoeeHCBQMDA3t7e6wBW758uYaGxrRp07A/gHbzn53CFa3Wow/cTzbvUTkTb1kU5Bcu7v2m40C9HiMNsb/u8pnw7n1NJCWpt69Gxcfkzl7qgjVvrPzS548S+gwuv/nPxhXPHdpodej2Dz4X3JfP7N3zA3pOVmrdUR3ttr90HliD+fPno0tbHh4eqM7K+fhl87s+n+95J6855SYjV8dDWddG77Y+N1+Mwv4AlyMc2fvipYfDsN/yKTI78FXyqEm22L9z/MB7RWXJ3gNNayjzG+sZ/DLj9PbwkZ4aLVqqoC+CuhoBevr06S4uLr169ULNjcr56IwdbU6nt0W+f5q1/Wqn/6zn/s1oaRm6Szud/yxZXMTbvenV8g3tsNqZO+HOrCXOtfwdRX27fj7ywI432w51b2n/9QaD+7a+fngz5s6rMVjdqf6SVy543G+IhU0rNfzpqxdf0N+i1W4/e3NqsxFWVlrEXzbshZOHbJfh2vg5Rp2MAL1r1y5UyfDhw6sMxIt/e7ISEuKGDXO8dZf482F9/8Qbn1MvDh2w8ejdbenymks+3rFdRlXVYfgI7A/8SSUcNvtAX4/5T1/UUEbI5z/YsjkzJlpGRaXXqtU0KWmsYfAa0G/g9p0KdTGUcsCg/tSJExVdXPBD3J9/Y+LDQsfHx2dmZlpYWFhaWuJ9yl5eXmFhYShhZWU1ZcoUDDQDWVlZLBYLXUlG2wCNRqu5TQS/1QAAAAAAAAD8PTAaAQDgN7i5ud25cweibQBoCFRVVY8ePXrq1Cl0MXrevHnVo5//0Iqu48zV/vbOzk+MlF90hmbRlMMOJNuPwCg1RY0TyFT5WYexZqY8yFXXsUzZSlBayufxaoieAc0N2jbKyGTUv0KlUn+jAw9aPQA0HGh/RHsx2pe1jaRNHVgPzsdZtFYiU/79TlpcVBL3+csPJ5lZGCmrKGK1RqGS1+1Ziv1TH95H1FxAvJJR4Z9bOlhif53f04Cgt6G7j69H6YVT17YwNzS1NMLqWXhAdmp8UdeJFHoFCoVSJ2GUtaSmptbAo5//Aqml4RhNCmt4ZGRp+za/zssrFfBFK7e0x5o9CUlqfm7pZs8XGemFmtrM9l3/WfRz/Zk1a1adN5+RtBQ2nUGWV/jHY2FSqMSVWzpgvyvlC6sgvxRr8BrOei5atKhONqfoyGzrVuq1KVlSzE+My6+ez2ZxCvI52rrMKvlT5zuqavyDWM+YqBxdfTkqrWqQnJKK5Fu/JDwAWigs+xiWhdW12r/kf/Xm1FKfPn2qj7z714TevjX+1BllY+P/LGk3cBCZ+qd3jauTSmrw5f273C+J43zO3FrlGf38uVUvDwz8F/Gw0IWFheHh4RcvXpSVlbW0tIyMjMQLhIWFPXv2rH17OH1q+n6p3QQB0AAAAAAAAAAAAGjQFBUVVVRU0EUuc3NzDADwT2lqah4+XI9hsnUV/Sz48pF9aYuolE2UkmdO3EaUludFB7IvbirjcSkaRrKj1xEk/n9LCv6XyOIHR/P3T6NbtZUds77ypMJLW7nRAViZSLLtMIbbwLKSQpaPJz8xkkBjSPedS7NpV1bEyj84U5ifQVJQk+o5ldrCscqCMDI1a1E7qr61IDuZJC3PnLoHrQw3zLfwxh4MKyPSpSl6ltUXhC+9rLSo6M4hXvQ7ip4FzdyljM8lq+qRtVrgU9nn1gtzUkVF+cK8dKle0zmBd4UFWQyHHlIeM1A+6/RqUWGuiJ2L1kqi7ZDiZ2dI8moS7YdXX5mvyxLw8vZOVj34oYzHYZ9ezU+OIivrlIlE5ZOqverq9WONED4QO4VSHpNEJpMFAoGo4vUCgFXaPBB8GK1f6neBSHoAGg58d0Y7MpVKbTdQ3mtJqu/tpA796j4E7WdePHp96/JDDodnZmE0Y/E4cf6xvWcz0rK2r/Vyad86KyNn1fxtcTGJppbGyzbM+hjxGR8B+mfzes7d2vl/7N0HeFNVG8Dxm51071JWadmrAyibIgLKRhQRUUABURCVoYKKgqLIhwiCiAgOBFEBRVH2UAGRvWfZo4XSvUeapN9pL8TaItJCSxr+v6dPenNzd869ueecN2+6t21zfzMx/GT3Ee/Pfv3Nl97/ZevC0yfPi8Wmp2W4ubu8/NZwpUr59MMjf9iYl935uwU/Z2VkPT287y/L1m9avSUpMaVSVb9x74xQ/DMVcWJ88uDeo5b//qW4jnVvPeCtqWOatgqZNeWLOg1qhjSpP2vK/PjYREcnhxfGDvEPrPRs31dqN6jxx7ptvfp1i7kS99aYDybPej3HZBY7deLIKb1BN/GDl718rt1p5BhNYiMnfTRu+5Y9Rw6e8K3obXDQF9xaV/drkUBPPzJy0vSxlf393nhpin9g5aEvPbl5w/Zdfx14ZcKwlT9sWLV8o8lsatO+xYChvbf9sfvXZevPn70kDsXDj3eZ9b8v8varSoUbHvkq1SqNeHWQo1NetsLAmv6RF6+UdgC0KSd37XdnqtaTKtcwyAHQ8pdqpLLStm1byea99957Uqmyyehn4cHutcSfhOs0WtXTwxtLdq00op+lvAy+J/0D3Dp0KRwyvn7VqWWLDnv7OFav5THwuca5ltzPZ+8+fiRGqVT0GxTStGWV7Czz/I93nj2ZULGKq8Wcd++anm6cO2PnmRNxOr3mySEhjZtXti7t7KmEBZ/tzUgzurjpXxrXSq/XDH38xzoNfK5Epbi56ce8FS7GvDN209J1/b74ZE9MdFrs1XSVWtl/SGhQowpFxxRaUd0g36WLDqWnGn+tcaL7I3VuuEZXN32hPfpqzp6kxKw92y+NeLWVTq/6Zv5+k9lSvZbnsNHNHRw0u/66VHCMSqkstMFigYvm7zu0/6qo8z7YvXbHrnkH8Mj+K/t2RopVP9y3Qa/H6+cYzQUPWoOQCkW38265I8UpLjZ957ZLx4/E+lZwcnbViTclJTnLxVU/fHTzSlVd3hi5PqSJ36NPNhQHKjk5OyMtJ/py6qwp214c16rgQiKOxm374/zI1wt/n/zTD3e8OK7lb+vOxkanpSRnX41Oe2xg0J+/n0+IywhvH9Cnf5A4vPM/3n3+bGLMlbTmras8O6q5qG+tWHZ884az4oIgltCjd91W9/l///XBzRvOKRVSmw4BfQcGi+M/Z/oOUaLEHd6QEWG163kVXe/r77Xz9nUsOFIsuUV41e1bLorCIJ4e3HelYWiFyAvJ0o2K/fxZu6xFa/m3R6pVd4+8lJKdldOnf/CKZccyM4wDnmnUtFWVQ/uiv/vqQHqaUaFUDB/TvHY9b3mXA2p45O3F+jMOjpqEhBuHy1sPTlxMenxcRlxMxmMDGlo/FMSRef2lda3vD7j1VNB31p2Kfs5KSflx7CspV6+6+vm1enqwf5MmF/fu3ThzRk5Wpk+Nml1ee12l0c7q1qVKcHBiVKSDm/vD7/9v1/ffxp49s2LCmz0mvrP89XF9PpzhWa1a1OFD6z+c9vSChUfXrd299HtTZlaloKDO417fu2ypnLz5Pxfr4O5u3arfZ886v2ePxWxu3PvRkJ4PWRdydvtfm+d9ZsnJcatUycHNreOoMUUXsmfpkkOrVmYkJnhU9e/17mTrXfTViAixAVmpqY7u7j3enlRwdR7+1SIPH7p89EjM6dPiIBQ6RPMff6xivfpRRw+LG++ub7xZOSg47tzZ1e9PzkxKNLi5d319fHTEiRO/bXrkfx9cOXZ07qOPvLn3gFqv/+ShHv3nfuZS4Vpm8UJbJVq4im55ob2zZtfOTksVq7ty7JiYq93zI2q0bnOTfSl7zs7OLfNduHDh8OHDBX9v8KeffgoMDKx2JzJYw5YVq22tXP7UJgAAAAAAuKeIvtvNmzdLAHBrUpZMceo+3Outn/Qh9xuP/ZWblpT48fNuT032nrQq15STH3x8TW52psq3mlO3Yd7vrDSnxKWt/NT6Us7p/cbT+7ze/NFz7LeZe9eJMakrZimdPbwnr/MY82XKkvctiVfTVn+mrlzL+/31rk9NTlk27YYrsiRccbj/STFG6e6X8ft3lqTY5EUTPEd/5fnyQlPsxRuuSGaOj1J5VnR8YKAlNSFhxpD0DV8rXf/RvZdrzPR8/XvXJyemfDPR9an3vMYvS1/7pWQyZm5dpg++z+ut5R6jvxTrKjhLoY0peuhSl01V+fp7TVyhrdVEMmXfcK9vsvxyRA5pVatF/5HewcHBycnJGbhOlAdHR0eDwSD/yCYZoIFyTb7aa7VaTx+nZp2cN/9yISXRKJWVD9+Z+785b85Z9L7JbI66FG0dP+TFJypU9Hn5rbyfb74ceXXsOyPmff/hicOnIo6e+c9523du/dvabWLg1Ilz7p6u1nTRn89c/Pighz9e8F6zVo1umJI5LS1j5Y8bpn/+zpc/fuTi4rRi2fpCE4il+Vb0jrxwRWyGJddyeP8xMXL3XwdahDee8uasFm2afLr4f+EdWohhefrqtat98cNHTw/r4+Pn9c6Hr+j12pSk1C4PtZ+/ZJrYu41rthZafnDjei3Cm/Qf+mjDkDr/trXNWjc6sPuI6O0+dfzskf0nxJg9Ow62aNP44J6jP3y76oN5E2Z8MWnDys3bt+4VL505eX7RL7P7Pt3rnVenDxj66KffTLFYcm949KpVryzWLsZv+333ob3H2tzfXCpl29ZcSk3KbtZNXzD6ubjfqAGAEkhPNy6at2/K7E6TZz2YmZlzcM/lZYsOp6UaZ37R48WxraZO2JKcmPnN5/sqVHKZPr9bvYbeYhox15KvD7m56WcvfGjCB+2//GRPfFyGdYEL5u7p82TQtLldw1pUPrwv7/Mo6lJK5561Z33Zw8vXcf3KUwXXLpY29ZPOb7x33/R3t6alZBcdU2hFmRk5ffoHNWtTpWBUcaE1Ft0jMY3ZZFnwU58atTw+/XDHa++2m7Pwoeq1PBfO3Sv2rtCYoht84mjs8cOxH8zp/O5HD+7Yeu0HGbKzTW9P6yjGLPp8v3ha6KDlZJuKbme55uXt2KxVlb5PBdcL8pk+aWuP3nU+/qrHoOGN33/rd/HqyNda/fz90b82X9z2x8VnRjR9eljjChWdC0U/34qsLJN414aPbvbJtO3Pj2kxdU6XH787kmM0Hzl41ZhtEgXjk4U9D+6LPn44Rqxrw6qT78/qNOKVFof3XxHz7tkeuW/X5Q/ndZ3xefcLZxK3/XFh9YqISlVcPvi0y5ARTXb+efHWN8PBQVuthrtYixj+c9O51u2qyeNvWOzlotWoaV666KrV3EQ5CW1Safl3RyZN7yh2YemiQ2L8918ffGFsy1lf9ejyUO2F8/ZbV7Rr26UDey5PFVv4QtOzJxNuvlUpydmTPnxAHA/yQOsAABAASURBVIQ5H+6Q8gO1xf3P5PG/N2pW6W5FP99B2xcu8KlRc9jyn7uOf/O32bMyk5OXjhnZbfxbQ5f8YDIaN+fnVki4eKFJn8eGfr/M1c9v3/If7xv2vFe1gIff/59v7dpFF/jL2xP6z50/5NvvLSZzwsVr7/6tLNa6hMhDBy8eOPD0goUD5n1+4rdN1vGpMVeXvjym59uTxPjoiAh5ZKGFZKem7P1h6VNfLhj+0y8GV9fdS763zr7xo+mtBw0ZvGhxzfDw87t3FdxmFx+fSg0azOnVs9OrYz1vFK3r4O4mVtFywFObP50jnv70+mvN+z3x7NIfHxg1ZtkrY2q0bHl+z24x/uzOHTonp4v794lNVanV1ujnG25VoS2/4d7Jtsyb5+jhMezHn/rNnrNh+odpMTE32Ze7yN/ff+fOnQXHmM3mL774IiMjQ4JdIwM0AAAAABtFLjQAJePg4FCvXr3du3fzG76wD7n5JJQabZ2myQvG65t00tZqoqvXMuvAb9oaoeqqeR1ITt2fT/riVeuUCp3Bc9xiedip63OpP82w/hCpyqeKOTE68ZMX9MHtXPu+LsYYj+/IOX84fd2X8gQ5549kH/vL9cm8CGCVVyWvN3/I2rOu0Iqc81bhoGuQlw9JU7mWOTnGGLFTE9BQ4eQqxji06Z0XgV1kRTJ1xZpZ+zZm/rVCF9TWb/7xnIvHLMlxShevAruZF7ujdPVSV6yh8s5L0KUwOFoyUp16jcw5ezB1+QxLSrzou5Ms5gL7+4+NKXrosg9v9Rg5L2/b7n8i+fvJN9zrGyxfWXbpDO8g0ZKuUqmUSiWnJIqyxqiVIFiN4gTYlIJJoFt18zq0JX3td2f6DC+jsJK6DWu+NuK9FuFNHux+nzU5cSH1g2s7OOZlJq5RJyAhPkmpUt583lbtms54b15WpvGP9X+179zGOj6ocb2Zk+e17dBCLDC4Sf2szOxCK3Jycpj11XtrftoUGxN/+uR57wqeRTemaavQfbsOp6elP/x410P7jsdEx7t5uCiUitMR5z+cN1FM0L13x/kzv8lIz0tqWD+otrevxz9W4exYLygvs3KDkDpXIq9K/67Q1v69AS1DVy7fGFirWkhY/cP7T2RnGQ/sOjJs9FNfzfmux6MPiF0Q0/Ts86AYKZZQp0FNjUatUatiYxLkjM69+3X9bOaifzt6eUmyZy+eMvsNvUErlab0lJzfV1yo21Lp7p0X/azT6TQajSiHJYt+5mPl5jg+uDf9b8LmDauuRR5PeeuPQcOb9BsUIj89cTgmoIa7p1feBXPEKy3F44LP9o0Z30ZcgQJregQ3rnDiaOzeHZFvvN9evPRgj9pzP8qLcju078qRA1e/W3BQXsjZkwnyEqS8S3qFOdP+anV/tboNfIJC/czmXEdnbUiTvAi8qgHuiXH/SHPbqq2/WqN0czcE1PQQKyo6puiKiu5doTUe3Hu50B7t23W5TgMfg0Fz+GL0pQvJ/XsukWdsGFIh4nhcoTHisdAGV6joFHM1TRzDpi0rDxp+raUxuFFewKt/gJtGp8zMzNn+58VCB02yU1mZpsMHog+PjC44xtvXsc/A4LfGrJ+9oKdOr5KSC8+1ZkXEh5OufdNp5fITYS0qv/9xp6ILDwrNO/6u7vrA6h6+fnlZ+R0dtBnpxtCwipWruv6w+HBqsjEhISMr27T7r0ude9QW66ri7yoHKB/Yd2Xfzqge4V/Li/LydWrcrNLM9/9MScoKaVqxUIjwkz2WRF9OFQOPd837pveM+d0ahv7jvkssc9uWC7XqeZ84FvvcqGvfg7phaZSLljymQaiveHRz19cP9tXr1V4+jmmpeV8YmDzzwe1bL/y29vTZ04nGbJN1LXt3RolCpVYrq1V3FwPSTTUKqyj2V6d30GpVOUaz+DRb/u2R9FTj2Hfuk8q/M9u3dxo7Tgy4+lV8esHCE7//VrVRY59aeYmu2wwZ+svEN8WA3tk5oFnee+FdvUZa7H+cYlUaBi0e/lyttveF9OzpUbWqPPLCvr23vlj3SpWTo6/8OPaVmm3CO44aYx1/bufO6i1ayMsM6/NY/IXzRReic3YZ9PU3+3/6MeXq1egTJ1x8/y5d/o2brHpvUr0HHqgSHFItrKl1vDknZ9Gzz1Rv3qJCnbqbPp7V7Ikns5KTQx7qVXCnare7Xzz61KiZmZKSk5FxYe+ehUOHWF9VqtQeVarGnTt7fteuZv2eFK+mxMTUDP/7Jz5uuFWFtvyGeyc7v3uXWOaWz+bKT6+cOP5v+3LXxcfHF3wqbqoTExMXLVo0ZMgQCbbNWv0p7bY1AqABAAAAlB3y3AAosfDw8I8++ogAaNgNi8UiodQ49RihC2qXtWtl8qIJhiadNdXqS+pr3VcKMWDMsk5pjo3MPrLFoV2/vJc0/wiFUbp4eU9anbV3XdbuNcmLJ/lMzUsP4zXhZ031vH5lc/R5lU/V1JVzpOu3N+boc6J/4wYrsi5WTCm/79dzEyo0+tzszKIrUjrnxRKZIiPMsZccO/TPOrDpyjN11VXquA//uOAWKq6vS/rnz6knzRtjSYpx7DBQ6eaTsWWpVLC9uOjGFJErj1eqFBqdPKbQXt9s+eWKNbyVuBn8m5LVX6j1ADZIpVJpNBpHJ334I65rvopt3aVKxWpOUun735zxe7Yf3Lxxx6L5y8a/P7pJi6Ci02g017tr//mR9G/ziulbt2v65+87t27aOfvr96zT9xvUq2mr0C0bt8+cPP++B1v2GdjT+pLZlPdtqIvnokYMeG3QC/2CG9c3Gk03/PRr1qrRssUrM9MzXxw3ZNOardv+2NW8TWOLyazWqK2fm2qNypidF/2jVhfuaNbprt+cKP6jx7rQ1g4e0U8eH9yk/vR35x7ceyS4cQPxdOOqLX6VfR0c9Wazxbo6tVadnZ2Xxlt9/dBZcq/d1WivRzbf8Oht37z3gW5tK1bxlUrZ+iXnxG1aaHtDofTPUolQcQBQ1Ni324q/Lz7Z4x/g1qFLjYIvKVV/f90iMSHTYNCYc8wq9bVv12jyruF5HwryVVpcnHS6a9XJTxb2rF3PW8r7aYKUChWtXw2W+vQPatys0rY/Lsz5cEeb+wP6DgzWaa9dfsWKLP9+tS/6ijym0Ip+W3um0GSF1hjUqEKhPZLyPoOujWl1n//b0zqKgbSUbLMlN+JYbKExYqDQBru5G2Yv6Ll968W/Nl+YO2PHvO8fyVugVmWdRmznDQ+avXJ01q74fYA8HHUxRW/IO1w5OWYHR+3+3ZfrNPAuOkvnnrXF3+6/Irf9cX7k663/bckqzbWjqlL/40Nw4+rT3y04+NSzjerUdxBvmSgZCuXf06iufxnsudHNe/fLux+Iu5ru5KrT69UffNp166ZzPy7O++2IDz7tYl3gN788Jh5HDVn5+nvtvH0dC65LvJuitLcK9//hm8MhjfxCm1TMG3O9WaZQaTyw57K6wKaqr5cB6yYJJpPluSd+CmtROaxVlUpV3VYtPy79Y33X/mt1/xGPV7DIyR/1tet7OztrF83b98yLNhR7WjLizluhvHbQEi5csOTkKK+3XKk06pzMvOYytU4vj8k76f55t2M95S2ma/HlT8ydd/avbcc2rN/y2dzeUz+49mpxFuvo6Tls6Y8nfv/t+KaNq9+f/OLK1dcmUypV15vXVNprA4UWEnfu7OdP9Gv/4kvVmoSZxF1ogatb6yHP1Gjd5tiGdasmv1v/gU5iGnl81KFDKTFX2wx9VuzCgsFPLxsz6qF3J0uFjtL19crbqXd2Hr/3gDwm/vx5jYNDzdZtzu7YEX/pYufX3lgx4c2EyMimfR+3zn7DrSq05TfcO6thy3+u1KBh3nt08aJ75co1w9vecF/ursWLF1uHxU5V8nINcU50d3d3dk7I2rdMgm3LO5eVak3DHsp8xaoQkQEaAAAAAADYG9E+0qpVqy1btoSHh0sAcFMJ0wc593jBuc9YdeXamTtXOXYckPztu7mZaQqDU9aetZrqodYplY4uqT/O0NVprvKpmrbmc31oR+tLxhM709d+4T5ynqFVr5hX21kSo7V1mqX+Mtvjpc9MkRFxk/v6TNmoq90s6+AfmuohOeePJEwd4P3Or/+2Iitt3RYpP0zLzUpX6B2zDv6urR5SdEVyALS6al3XwVPEgL55d7fnPpJuWc6FYy6PjdMFtc3c9pNkMhYrQFkX0i5r33qnisNyTu/PTc/L8lR0r29n+baJcFXcWYTUA7bGmgRao9EEt3bftyl1xVcnh73dSCplWZnGZx9/+bPvpoW1DBG9vRfOXrIGMauUyuys7JLNK3ToEj5zyueV/f1c3Jyzs4zyyPEjp/Qb9Mig5x/3D6yyecNfBoM+JTn1anScl7fHlo07WoQ3vnguyr96lYf6dBILn/Phgmatb3AE6gbVPD3+rFavrVjFt2Gjuj8uXvnO9LFiLW7uLscOnaoXVPPIwQgHR4Obh0vBuZQKsTtGJ2dH6b8oVEp5gwttrXUClUoZWNN/zc+//++TN8TT775a/nC/rmIgpEn91T9v6vHoA+Ia++dvuzp2+zv7ndi8ChV9Th0/W7Nu4M6t+25y9Po/84hU+i6fT9u7JbplL7WT8x1I/wwAxVWztueFs0npaUadXj13xs66DXwaNvLb+efFKv4Nxcj9ey8/PbxJWMuqO7deqvyE64mjsYkJeSmcG4b6LV146PX37r94LvHl59bMX9LLw/NaBui3x256bEDQgKGNqga4/fnb+Zuvfc/2yAe71xIrunguqV6wz6H90YXGFF2RSqUwZv8j9rHQGh95vH6hPbJOWbuu19SDMccOx9Sp7z1n+k43d/1jAxoWGjPw2caFNvLIgasrlh59Y/L97R4IHPr48oS4jKI7UvSgHTt0tdB2lnfio8mYbdIb1IHVPX767mivx+uv+Tli9YqIj7/qceFs4sofjn/0ebdxI9a2aufv4KjJzjJJd86Zk/Ft7g9o0z7g4vmkE3kB0FLdBr67tl3s1KN2Vqbp0N4rrdtVCw71+3TGzg6dq2vUqtdHrnt6eOOoS3k5nnv3a9D2gYChfX8q1hodnbV+lZyXLDw0eMTfyTWKlsZbWZQ4FJEXk2d/3VOvV8/637aClb9mraqsWHas80O1MzJyDu2L7vZIMX5yRNwmNAytcP8DgYP7/tixa81q1d2l8qxakyan//yzUoOG0cePf/3M4OeW/bh26hRjWprWyenEpk1VQkJuPrve1eXysaOe1aodWbdWPM3JzPzssd7PLvmheqvW4rY+5sy1b01UDg6+9cVe2LNnx+JFj82Y2bBrt4+7d0mNufaraJWDgtdPn2bKylLr9Se3bHHz8ys6b9y5c97Vq4f1fVxsydqp/6vZ5u/uie9eHNFmyDP3v/CSd/Uax9avs453q1QxIzEpMylJrdN5BwSc3f5XZnLyTTZP4+DgW6v29oULWgx4au+yJXuWLX126Y9iRUtfHlUlKNj1dp9/AAAQAElEQVSjatWUq9EZiYmVg0NuZausbrJ31ZqEbZ0/r8/0j2JPn/5i4JMv/rr610lv33Bf7i6z2dy5c+cK+Xx9fXNjTxk/CFZkBuZ93/KkBBuXm5NtSYs3T7yi1WpFfbxYdSIyQAMAAAAAADvUrFmz2bNnN23aVPQiSwDw75y7j0hbM9+SnpRrzHQbMk3p4efaf2Li3JGWtCSFQun+0mfWKRUOLu7Pfyxeys3O1NYKc+oy1PqStlaTrP0bE2c+a46/bGjaVV21nvNDlZO/eTt2fFdzzAXXAe8o3Xycug1LXvx2wtT+xrMH3Z75UOlV6d9WZKV08XTuNTJuQg9Jq1doDTdckXR7nB8elbb6s9SfZ4oONJWPvyn63K3P6/LwmLjJfbL2bxLtzAont7ylPfRiob0uunx15VoSgOsIcQNsk5wEWlQlOj7p+c3kqwf/iglu6SOVJr1B229Qr/+99XFCfJKLq/PzLz9tfcnVzcXgoH+i2/AXxg0p7rxCSFj9pISkJwY/XHBkv6cfXvbNr6kpacYs48sThqnVquGvPDV22KSAmv6hTfOyJzZpEfLHhr9eHvp2XFxiQI2qlyOvFl2vuILVblBDpc7LpRfSuP6+HYcDa+b9ZPabU0Z9PXdpWlpGcmLym1NGF5orqFG9Rx945vu1c6X/UrdBzQ8mfqLRqAptbcFpmrYMjTh2xq+ybyNJmvzGzNbtmomR4R2anzl5/o2XpsTHJNRuWOOBruF/bd5jnWXcOyPeGj3V1d1FTtD4b0fv4ylfaHTa50b1l0rTiq9OuldQ1GmaF/osypsc/SwBQCkY/HyToiOdXHTDxzSf8d6fpyLiAmt4dOpRy5RjnvvRromvbIyNThs0rImvn9MTg0PGjVizY9slMb0c6Nx3YND8WbteHPRL5IXkEa+0tEY/C4/1D/r5+6OpqUZjtunFca1uukVSdrbpjZHrE+PSh74Y5uioLTqm6Ioq+7vOnbHjo8l/WhMJF1pj0T1aNH+fPKWru+HVieGffbQzJSnb1V33/CvNxSoKjSm6kXUb+uz669Lk8b/HRKeFdwgIqOEhrTtbaJr+Q0ILHbSU5KxC21ne1a7vPWPyn+Kjc9T41p/P2rVx9amEhMxJ0zuaTJapEzYPG90ssKbHgKGhM979c+qczgYHzaDeP3z5Q++CSwhrWVn8ScXXpVed+TN3jhuxNjkpq15Dn8uRKZ161t605vToZ1ZWrubm5euo06matKh85lT86y+ti49Jb31/QIs2/kmJmZ9/vOftVzcmJmSOfrNN0cXO+LzbTVbaql21xZ/vr1PfOzvrWj7vmxT7m3B00g4c2vjN0RuyM3P8A92jo1KtQXqNmlXa9VekWKDZnFuhYvF+bCQ/U3Xe+Tv0haYfvrv14696SOVZy6eeXjftg2+eG3rp4IFH3p/q6ufX5fXxy994LTM5WaFUPjb9P77kf//wF36d9PaRNavl/MQag6H14Gd+Hv96Wny8wdW106vjfv9kthjv4lvh1hdbJTT05JbNS8eMSr58uWHnLr61a0srfxXj3atUafJon08ffbhC7TqKAhmUC6reouXRdWu/HjIoLTbWp2bNxMhL1pfaDB6yfeHXmSkppqysHm+/Yx3vUsGvy7jXfnrjtSvHj4m9ePKz+RumTwvp3kPr9K8Fo9d7k9dO/d+Bn39Oi4978tN5YozYyIzEpGpN8qL2q4aEihJSsLXhJltldZO9Cx86dO0HU+c99mjsubPd35ro5O39b/tydw0YcC0/fW5ursViMeZny3YdvV5SEvJaDpgjD6XM7ZOVlSV/J7lY1aLipYsmFQEAAACA0iYqpdnZ2bGxsc7Ozi4uLhIAlNThw4cvX7784IMPSgDuJaIN02QyZUYdU3zU2G3SSUmtlVCu5Bz8NWndzIQnVrq5uTk5OWm1WiKBYK9E3ScqKkpcstzd3eXSbgfx0OIibDabMzMzo6OjAwMDJaB8kkuyaJ1IT0//YfalqFPml2c0V2v4xgLupKO74r77+FinZzSB9VxFC5j4INDr9Wq1mu/G2A65ZpGUmDq25/YOjwZ07V9Dwq0ZNWTli+Na5oWK2rULp1I+GrOz27PeTTtUdHV1NRgMKpWq9E5hudl81cJTqxdcevvrcBd3nVSeffHJHi8fx56P1r3JmHvKvi3Ri6Yd7v9mpTqhvuJDQXwilOoPAsj3OYs+OLpnU8y0HztK5UrEsbiE+PQWbfyzskzP9ls+9ZMuvn7FCyC+12Sm5bze748WPVwffKKquFg5ODiU6v2G/OmZfO7cmX79mv+ySmkwSPYiIyHh0KqVzfvnRdkuHTOq9n3tgruX7+jzgkp773b2eUT7zDNerVvLl7hS/cSUC2F21NHcj5q4vXeaAOhyQQ6ATnrpmLOzs7hMFauJLCYmJjk5WbQki9Kl0+lE6brJxJQGAAAAAGWH/h4At6lhw4a7d+9OSEjw8LDzLjcAAFBOUesBbJOcdEqtVotu13aPes5/I2rrqovtHvKXgDvEbMpd/e3pqvUUlWsY9Pk0Gs3Nu+oBAICUl4ncsPqn4+tXnr4aldL7iYZEP6PM6Jyc0uLilr08OikqyrNaQFC37pIdsb+9I89vuSPespycHIvFkpvv1lvMitW2RgA0AAAAAAAoT9q0abNly5aHHnpIAgAAsD10yAE2S/ShygHQ3n5OTR5w2vLrpcZt/Vzc+WUJ3Bnb1kSmJmV3fNrBGv0s52LkizEoexkZOSMH/+rl7ZiSkjV7Qc/vvz64ecM5pUJq0yGg78DgYU/+PH7y/ZWqurz96saq1dyfHt74z9/O790ZNXxM889n7z5+JEapVPQbFNK0ZZUdf15c/dOJi+eSW7a99nWRq1fSxo1Y88rEtvUa+kjAPw1+vsl/jgFuyNvXcdQbbSSgzKm02g6jRkt2ys72TjS2WCwWflGu3LHkk4qpWG1rlAoAAAAAAFCe1KxZMzMzMyoqSgIAALA9BLoBNqtgEujW3b20emnd92cl4E5IT8n57efzdZorPXx1er1ep9NpNBpR3vhQwN1y9lTCc6ObTfxfhz3bI/ftuvzhvK4zPu9+4Uzitj8uNG5R6dD+K7m50pmTCccOXxUT79sdFdaqyrJFh9NSjTO/6PHi2FZTJ2xJTswUL507nfj5kkd6P9lAlOXUlOy3xmwY9UZrop8BAADwn0RtSA5lLm6ygGJVowiABgAAAFB2yIUG4I6Qk0BLAAAAtodaD2DjVCqVRqNxdNK37uV68K+Yy+fTJOC2bVh6Tq2RGnU0yOmftVqtnP5ZAu4SN3dD1WpuXr6OB/Zd2bczqkf4111afbVh9ekTR2ObNKt8aO+ViGOxDUMrxMWkZ2eZD+2LDg3z2/7nxUefbCiKbWBNj+DGFcSUYjm16nqpNUoPTwdxgzPtna3ePg5BjfwkAAAAoNSQARoAAACAjaLjB8AdUblyZYPBcPr0aQkAAMDGUOsBbFnBJNCh4e5eldQrvjopAbfnamTGns3Rwe2Vjk46a/Qz6Z9xd6m1f4eCPDe6+cY9Q8Tf96sef2JwSMPQChHH4w/vjw5qVKFekO/v60/7VXQ2GDTmHLNKfW0ujUZlzDbLA9bl9HqsfszV9J1/XpQAAACAUkMGaAAAAAAAYOfCw8NJAg0AAGwQGaAB2ycngdbr9R2f8Ig6m3ZoR6wE3IZfFpx09VbUbaa3pn8WZUwCbENwqN/qnyKSEjPTU42vj1y3f3eUSqUIrOG+YdWp4MZ+QY0qLF10JKxVFTFlw0Z+cnBzeppx/97Ltep5F1yOQiGFNq048rXWsz/YnpVlkgAAAIDSQQZoAAAAAABg5zw8PCpVqnT48GEJAADAlpDvE7BxinxqtVqj0QTUdanZSLf6m9OmHL66gBI6tifuQkRKs+4aBweDQPpn2JqwlpUf6Fbj9ZfWDXp0WcPQCi3a+IuRjZtXys42VajoHNzY7+K5xJZtqoqR/YeEnj+TNPGVja8OWz1oWBNfP6eCy8nNzYtEqRfk06R5pQWf7pUAAACA0lGsypRaAgAAAICyQi40AHdQeHj4F1980bBhQwkAUM4lJiaeOHGiRYsWElD+UesBbJ/oTFUqlRqNRqfTtX/Ma/4bUX+uvnRfz6oSUExmU+6qb05Xqi1VqSVKk06v14tyRfpn3HUODprvVz1ufdp3YLD4KzhB5561xZ8YqFDReeOeIfJIJxfdy2+1KThZ89ZVxZ88POPzbvLAS6+1lgAAAIBSU6y2NQKgAQAAAJQdkt8AuIMMBkNQUNCuXbuaNm0qAQDKm+Tk5FOnTp08eTIiIiI2NlbcKBIADftArQcoF8SpqlKptFqtVwXHxh2cNv96Maydn6OLRgKK4691kSmJxg5P6Q35NBqNWq2Ws4xLAAAAAIDiIwM0AAAAAAC4J4SHh3/44YdhYWH0LgNAeXH27NlDhw6dPHkyOjq64PiAgAAJsAtkgAbKBTkJtFqt1mq1rbp7Hv4zY+33Zx4ZWkcCbll6Ss4fP1+o01zh4ZuX+1mn02k0GlGuqJ8CAAAAQIkVq21NKQEAAAAAAJRb4eHhW7ZskQAA5YSjo+O+ffsKRT8LL7/8sgTYBeLegPJCTgKdkZERFx9dq2Xmvi0xl8+nScAt2/DDeYUqN7R9XvpnvV6v1WpFieJTAAAAACinMrf8cGVANevf1ZEti06Tm5Z89cVmhUZGD6lb8GnKt++mr/1CugX/NmX2/k2JHw0tNDJp3suWxKv/vjApbkIP08VjRcfnZqQUXZotIwM0AAAAABtFLjQAd1xYWNicOXPEo4ODgwQAsHm+vr7PPffcxx9/nJ2dXXB8REREtWrVdDqdBJRz1HoAG2cymS4X4OzsLD6bGrT0iDxiWfHVyWFvN5KAW3A1MmPP71eadVc5u+rl6Ge1Wk36ZwAAANw77PLWV9/oAfeR86Tb43j/k5JGe2enFIwRO28+gevASSof/6LjLRmpOVEnpfKjWG1rBEADAAAAKDt0AgEoDW3btt28eXPnzp0lAHZNtHuKO4nsHd9ISn7XrpwxXz6iKKBatWrDhg2bNWuWxWKRJ3B0dDx16tT69eu9vLwCAgICAwN9fHwkoHyi1gPYoKSkpMuXL1+5ckU8xsfHV8wXGhoqKhE6nc5oNGZmZlqejPtuasyRXXENmnpJwH/5ZcFJV29F3eZ6GemfAdymn+dHqHUqCXYkITpTKvPagWg5sZikb2celWDXzKZrzSllWcDkdUWv/FWhJtoQeSyZmXJDn2TvjBG7Upa8n2vM1lSq6TpwknV8rjErZdHEnEvH1T7+udcbOWXpv32j8vBzuP+JmFfbaQODTbGXVM4ebsNmKp09UpdOzY7YKeVaHO/rZwh/VJ7SsdPg9LVfZO4Q51deMLTjA08pNDpzwpXEj4bmRJ7QBAa7D5uVvu5Lc2JMwsxnPV/7Lm3FxwUXYl1v8tdvug2eYo6/krbqM3HSWlITtHWaug58N2XpFLG0pM9fK+hNvQAAEABJREFUcRvyQcZvizP++C7XZDKEdXLqNVKySWSABgAAAAAA95D69evv3r07Li7Oy4tIBcCeqXROpmptkg9usOSTUH6INmuzb4hKpVJeD16vVavWwIEDFyxYIOfzCA0N7datmxiIioo6e/bs2rVrMzIy6tat6+7uXqFCBYKhUb7cTgboOXPmTJs27dChQ05OTuLpqlWrxGmybNmyolN++eWXHh4eDz30kHTLUlJSnnvuuW+//VYC7gFGozE+Pj4yMlJO86xWqytWrFipUqWGDRsW+lgR56x4VaPRBNR1qRGSvObb03UbearUhLHiZo7tjb8QkfLAIK3BoDcYDKR/BlBi4rqh06sNTqrj+2Nz83ElsSc6B4VKoyyzb8iItegNKr2j6tD2K5L8NXKKk/3SGiS9oUxvP1Tivick5PL2bWazmXY55AU+BwSo3dzkS5w9XW2y9q2/MqCaPOw+Yo6uXsvEj5/3fHWhukqdxNnPp/4807nHi/Krqcumqnz9XQdPydi4MHPHLzdcmiXhisOQD3QNWifNfzXj9+/E0oyn93m9+WNudmbinBessctZu9dkbP3Ba8JP5rio2Dc6OUpPiZFi2PO178Sxjn2za87Zg3lB0hsWeLz0menSiRsupCDTlTPe765WunrFjHsg58wBlz7jcs4ddhvygfH4jvR1X4oViWliJ/TQ+DfQNeog2R4yQAMAAAAAgHtLmzZttmzZ8vDDD0sA7FReO7qrn7HfkvT09KysrJycnNsJMURZEm+d6AvR6/UOOp0cAy13ioSFhWVmZn7//fdiuF+/fvLElfKJq3paWtqlS5ciIyMPHDgQHx/v5+dXoUIFv3wuLi4SYMNus9vvypUrY8eO/eSTT24+2a5du9q1aycVR0pKypEjRyTAHhmNxri4uPjrxHB2dra/v7+rq2u9evU6dOjg6Oj4b/OKc1Z8Nmk0Gp1Od38fry/eivpzTWTb7lUk4F+YTbmrFp2qVEtRpZZOTv8syo+4yZEAoPjEZ1CbnhUbdXAVVV3x4WUymajq2gf5BkOr1To4OFi/JFOqAYLyGnsODWzfzycjI0MUJ7PZTHGyS3JZErcfonTJNyFlEHuat0Z394rvvy+aa2iXgyAKnlwI5UucZEf0jR5wHznP+jRrzzptjVB11bpi2Kn780lfvGoNgM4+vNUjf0qH+59I/n7yDZem0DnoGrQWA5rKtczJMSqfKubE6MRPXtAHt3Pt+/rfazmwyeG+vgqtXl2xuj7kfnmkJjBIYcj7erymSh0xr+b6xP+2kII0AQ2V7r5iQO0XaElLUrr5XN+dtQ7tnlA45DWuOrZ7IvvYX7YZAE0GaAAAAAA2igYRAKWkevXqu3fvvnTpUpUqRCoA9km0pIv2dJ1OJ4ZF87rFYuG+ohyRO0VE1694LNh+HR4enpqaunbt2qKzODk51c0nhkWv7ZV8ERERmzdvFk8LxkOLxUqALbmdq5M4QZ566qk1a9Zs2bJFnCDW8VFRUSNHjoyOjnZxcZk+fXpsbOzq1at37NhRtWrVFi1aiAnOnTvXvn37M2fOiCX88ssvy5cvX7BgwdSpU5csWSKun48++uirr7765ptvnj9/ftq0aS+//LIElGdyuHNCQoIc6yyHO3vm8/Ly8vf3FwPF+raM/F0d8YHiU8kxtJ3jHysuNGlbwdFFIwE38te6qJRE4/0D8qKfDQaDuL0Rt6n3yM9/A7izrF/CEReTvFTQOh1VXXsit2PI35Mpg+hAa3FycHAQA2K9FCc7Jt5i+fZVd/2r5lIpk8uzWKOjoyPtcpCuF0JRAuXfQrHnm2FzjqS+VjdUiAFjVsEXc+Vs6EqVQqO78eya6+2W4vhYLEoXL+9Jq7P2rsvavSZ58SSfqZuuT6dUqK7H8aq111dnbfNUSAVOuKILUTp7FFqtdd689yX375TtueYchdq6Ik3uP3fHdpABGgAAAICNoisIQOkJDw//448/rDlEAdgT+RZCziIsh0HTy1K+yIFlQtGsMF27dvXw8Lj57GLGyvnkp+np6XI89M6dO6Ojo52cnPz9/Q0Gg5yCUQyIEqK/zs6S0KBcuM1aj+hOnjdv3jPPPHPgwAHryMGDBz/22GNPP/30559/PmTIkK1bt3bp0qVdu3Zy9LMQEBAgTgQxXtwRLV68WMy+fv36jRs3bt68WXROi6crVqyYNGnS3r17iX6G7TOZTEajMTs72/ooiJGJiYlymuesrCxruHPVqlWLG+5clBwwJId0hPfyPrr94vol53o9U0sCishMM/3x8/naTZVeftfuOuSwNpq8AJSMnCRYXEPEx5DZbJZgX+QbDKFscvTKEbFyGDTFye7J1w1ZGeQXlwq0y8nh9RLubXKpk0ugfd8Ma2s2Tv723dzMNIXBKWvPWk31UOtLupB2WfvWO1UclnN6f2568q0szXhiZ/raL9xHzjO06hXzajtLYvS1RdUOy9q3weH+J3KzMozHdxjCOt94fqUq15hVdCFFA6ALUeTPmLeiei0zNi916DBAys0VG+/QykZ/VZUM0AAAAAAA4J5TsWJFJyenkydP1qpFpAJgn+T+Qrk/T0J5o/ingi9ZIzhvkaOjY4188tP4+Pjo6OiUlJSkpKSs6zIzM+UBUVqswdBykLSzs3NOTo4ElI7c3NzU1FSj0ejg4CDKW7ECHUQRlQc6dOjQsmXLt95667777hNPRfE+dOjQmjVrpPxI6PHjx6elpRWdvX///kuWLAkKCtq/f3/79u3feOONDRs2iAIvv1qlSpXGjRuLgcTExCNHjkjFIXZKdG+LEycjI+Py5csSSkqUByJRrEQfufzj7IIoXQXDneUUmNrr5GHHfKIke3l53Wa48w1Z7zGcnPWtejpvXBzdsnNl38oOEvBP65aes0iWRh0N8n2FKDNlE9MGwC5ZYwrFgEajkb/oy9d97Ya1/iuHBpb2h4W8fDkSkeJk9+S3Wy5dZfbFbznVtHikXMGqzC5xd5HSw8+1/8TEuSMtaUlid91f+sz6ksvDY+Im98nav0lcbhVObreyNG2tJln7NybOfNYcf9nQtKu6aj1JWi7GG1r1ytj6Q9zEnuoKgSoPX4VWL93oRNPWbBzzSlufaVtUvv7/XMh/7YWLh0LnEDOmjc+HW3MuHEv48GlzUow2IMjQ+hHJJpEBGgAAAAAA3IvCw8N/+OEHAqABuyQ3o5PNt7wrje4QOQnov72anZ1tDYaWh81mM5mKUHpED41arTaZTKrrbr3Yi0tcbj4xPG3atIYNGzo5OYnZxdLkvIBS/kmk0WhEeS46e+/evSdOnBgaGtq3b1954unTp48aNUoMREVFeXh4xMfHS9ejPKXiEJsk5hInTgnmRUFqNb1yf5N/n12Oby4U7nxXilnBJNCN23nu25T+y4KTz4wPkYACrkZm7Pn9SpMuSmdXvfX3vkn/DOB23PA7orA/ZfMWU5zuTWVWuuQBqoQoyp4uO4bw3uKv0Eh9k07ir+AY31k78/5pdV4TV9xwOS79xssDFeZc+3Uvx06Dr730+BtFp8w5vd/xwUH6Jg/mZmfGjG2vrlhT5VNFF9pensb9xU/lAbehH4q/ogux8nr7F/Gorlrv73lHzpMHfKb+Jg84P/qKZPPIAA0AAADARvG9cAClys3Nzd/f/+DBg8HBwRIAe0Q3HopLjquTgLJisViioqJMJpO7u7uTk5M1cPkW7dixQx7w9PScNWtW//79u3Xr5uHh4eXltXv37rCwMDGBs7OzeCp6nTMzMwvO6+Lict99973zzju//ZbXp9W2bdvRo0c/+eSTYhu6dOny3nvvNW7cOCMjQ9wvtWzZUioOUY8zm81iddHR0YGBgRJgv8SZpdFoDAZ9+8fdl82IPbo7rn6YlwRc98uCk67eigatHAz5SP8M4E7hSoI7iOKE0kPpAkqJ0s0nfdOijC1LzDGXnDoPUflUke5tZIAGAAAAYKNoHAFQ2sLDwz/77DMCoAEAwN1yp2o9vXv3/vbbb+XhhQsXvvfee8nJybGxsYsWLRJjwsLCnn32WY1G88QTT1hn6du376VLl2rUqCGGH3zwwYEDB3bt2jUyMvKRRx7p1q2b0Wh0cnJ6/PHHv/vuOwlAEdYfjhdnVs0g18CglNWLT9cJ9VSpacpAnhP74i9EpDwwSGsw6PR6PemfyzX5XTt/PGnD0rMSUEByfLY8wKkNAADKjMqrktuz0yVcRwZoAAAAAABwj9LpdI0aNdqxY0fz5s0lAACAMnc7v3szfPjwgk+XL18uD9SrV2/x4sUFX3oqX6HZjxw5MmjQIOvTV/NZn2q12gMHDkgA/p3oZFUqlRqNRpwvHR/3nvdG5La1keHd7vXkWxDMptyVi09VrKmoUisv+lkQ5YSfgC+nFPnEwOkjieJPAoqQPw6IgQYAALgryAANAAAAAADuXa1bt54xY0ZYWBi90QAAoOzdrViZWrVqValSZe3atRKA2yBOYVGP0Ol03hUdGt3vtHnFhcbhFRxdNBLubTs2RCXFZrd7Ii/02WAwaDQatVptjaNFuaM3aN76JjQtLS0zM9NkMt3Ol5dgZ+Svwbh5OJHiHQAA4G4hAzQAAAAAG0V3AoCyER4evmXLlnbt2kkAAABl627Vek6ePCkBuG1y1k+1Wq3Valv38Di2I2PDD+cfGlRTwj0sM8302/LztcNUXn55AdA6nU6j0RAZWU7J57hKpXLzdNA5KLKztRaLhRZLWMnFQ5zm4lNADPA9BwAAgLJHBmgAAAAANor2YgBlo3HjxnPnzg0LC3NycpIAAADKELUeoLyTk0BrtVpXd4eW3Z03fXelxQOVfCs7SLhXbfjhnEWyNOpokFnDIiWUT+K9U6vVOp1OqVTq9frcfBKQT454FiVEo9FwpgMAANwVZIAGAAAAAAD3uvDw8M2bN3ft2lUCAAAoQwRRAeVdwSTQTdp77v89/ZcFJ58ZHyLhnnQ1MmP371caPah0cdfLSWFF2SD9c3kn3kH5rbRYLBKf3ShAPrWV10kAAAAoc2SABgAAAAAA97p69ert3r07JibGx8dHAgAAKCuExAH2QaVSaTQag0Hf/nH3ZTNij++Nr9vYU8K955cFJx1cpYatHQyiNOj1pH+2A3KK39zcXKVSSegzbkg+xznTAQC4pyTNe9nl0VeU7r5FX0r7dU5uVrrzo6/ETejhNniKumo9qRzK2PSN0tld3/S20gblZqSIA+U+cp5UmsgADQAAAMBG0akAoCyFh4dv3br1kUcekQAAAMoKtR7ADsi9rWq1WqPR1AxyrdYgeeWiU7WCPVRqguHuLRH7Ey5EpNzfX2Mw6GSkf7YbRLgCAACgIGPEzv+cxnXgJJWPv1SGcs4e1FSuI2l10m0zntmvq99auj2WjNScqJNSKSMDNAAAAAAbRacCgLIUEBCwe/fuCxcu+PuXaYMUAAC4l1HrAeyDOJeVSqVGo9FqtQ/0854/Pmr7+qjWXSpLuLZn2dEAABAASURBVGdYLNLKb05VCFQE1NfLRHlQqVQSAAAAABuW8u275sSrlsRoc9JVp67PObTrl5uRmrzwzZzzRxU6g3OvUbqQdmkrPzUe2+7x6kLj0W3JiyY6hPc2J8YkzHzW87XvxDTycrIPbU79eaYk5Sr1zpqAhmJM8tdvug2eonBwFbNYUuMtKfFO3YY53Nc315iVsmhizqXjKvcKxnOHfN5dmx2xM2PTN6YrZ/SNOuqbdEr96SNLRoqoZLoOfFdTPSRuQg915Vqm6PO5xkzn7sPT1n2Vl2H64dH6xh0L7YtYo/sLn6q8KhUcmb1/U9qqz0St1ZKaoK3TVCxTDKf9PCtzxy+SQmlo1s3poRcL7aBr/wlid4yn96u8K2trhcnLubYZlyKU7r6uA95ReVY0x19O/nq8JSlWYXByHThJXbFG1o5f0zd9k5uTpQkMFtOkLJ1iTriS9PkrbkM+kEpNsdrWlBIAAAAAAICdkpNASwAAAGWFDNCA3RB9riqVSqfT+VRyDGnr+PtP5zPTTBLuGTvWRyXGZrXoqdXr9QaDQavVqtVqRT4JAAAAgA2zpMZ7vLrI6/UlKYsniaepK2YpnT28J6/zGPNlypL3LYlXnboMNSfHZv75Y/KiCe4jZjt2eVbl7uPx0mfW6GdLUqx4yXP0V54vLzTFXiy48Myty/TB93m9tdxj9JdiGjEm5fvJuRaL18QV+tAOloQr8mQ5kRE+H/zh1H146s8z3QZN8X53tUO7finLpsqvairW9HrzB139Vmmr53u+usht4Ltpq+ZIt8x05Yz78Fnek9dmH9uRc+ZA9oHfso9s9Zrws/fbv4r1Zu1aXWgHtfVb64LaOvd8wRr9LFN7VfZ651fH9v0T57wonibNHaUPaS/GGMI6i+G8MV+P9xz7jdg1yWQyR5936TNO5eFXqtHPEhmgAQAAAAAAZBUqVHBzc4uIiKhdu7YEAABQ+giMA+yGnARarVZrtdq2D3sd33lx7tv7nd20Eu4NUedSa4WpvPzycj+LMqDRaER5kAAAAADYPF2DNgqtXuHhJ2m0ksloPL4j5/zh9HVfyq/mnD+iC23vNmRq3MSezg+PUle+Qf+RMWKnJqChwslVDDu06Z2bnWl9yanXyJyzB1OXz7CkxEtmk2QxZx/a7DH6C/GSoU3vlO/flyfLSxqt1ijdfDxf+y5rz7qMrctyLp3INV5bjrZuC/GocvbU1mqi0BmUHhVy01MKbsDVF5takmLEQMzoVuLR8/XvtXWaW18VC1e6+4oBtV+gJS0p+9g248nd0c82kF9Vefjpm3a5+Q7KDC175R2uoLaJs58Xq8uJPOnZrl/eLrfvn/Ljh7mZaZpqDeM/GKAPae8Q/qiqQjVzXJRU+orVtkYANAAAAICyQy40AGWvTZs2S5YsIQAaAACUDWo9gD2Rk0BrtVoXN8N9fdwPbE7OyMziNL9HePgpmnZydHBwMBgMOp1OlATSPwMAAADlgkJ9/ZurCkWuxSL+e034WVM9RAyYo8+rfKrmvZRjVGj12Ue3OfV84cZLsVyr+ik0+oIB0EnzxliSYhw7DFS6+WRsWSpagvK/PquWVyepr0XkKlSavH9mU8y4DrqGbfWh7dUVa6RvWnh9C68H7ipvHMHrO2uXeIyb0MP9hU9VXpX+bQfzaii5eTvo3GesU7dheSuMv6x0cr+lHSxIqcw1mRQqtSRXefL3KDcn2/PVRdmHNmfuXpX26xy352aIXZBKHxmgAQAAANgoeokAlD1XV9fAwMADBw6EhIRIAAAApYxaD2BPrEmgdTpd4/s864Tps7Ozc3JyiIG2e+KtF++7Xq+Xo5/FsCgJXOEBAACA8khbp1nqL7M9XvrMFBkRN7mvz5SNCgeXxPljPEZ/mbz4nYzNSx3a9pGUqlxj1t+z1G2R8sO03Kx0hd4x6+Dv2up/dzDlXDjm8tg4XVDbzG0/SSajlJurrdEo6+BvjhUG5Zw9JKdttsrNzjDHRorpFTpD0vxXpdKpSurqtkxe/LZD+KMKlTb+f0+49MnbvCI7qLTmn7bKOrDJ8cFBxhM7NNUaqLwqKp3cck7v19QINUbsUegdFDqHmLHtvSet0gXfl/z5WFPUKU3l2gWPUikhAzQAAAAAAMDf2rZt+8knnxAADQAAygBhkYD9UalUGo3GYDAolUqdTmc2m3PzSbBf4r2W33ddPjn9swQAAACgHHJ+6MXkb96OHd/VHHPBdcA7Sjef5C9f1zVoo63b3P3Z6XHv99U36qCt2TjmlbY+07fJ6ZaVLp7OvUbGTeghafUKreEfS3t4VNrqz1J/nikpFCoff1P0OefeL8e/3zdr/0a1X3WFwVmh1VsnVji4OPccET+1f252hqZSTXNspFScuqTX27/cymS60PYOF47GT3nCnBhjaPyAvsmDN9jB6qHJX7+lUGkN4b2tM+acORD/bh9LepLHmC/FU/fnP05dPsOSmWpJSXAf/rFCZ3DuNizps1Hm5Filk7tL+7cVSmVeVPSYNj4fbpVKTbGq2woq5wAAAABKm8Viyc7Ojo2NdXFxcXZ2lgCgzG3btk10V7ds2VICAAAoNaLuc/ny5ZycHHd3dycnJ61WawcBc6IjyWw2Z2ZmRkdHBwYGSsC9R5wF4uwWJ4LJZBKPYpgOVrsnJ/9W5SP9MwAAAHAXifqXaGnJvHRY+XEzt/dOS0qby/mbueNXjV91tX8908VjCbOG+UzbLJUHcRN6uA2eoq5aTyoF5shDKXP7RD+7T24i0+l0olZ1i/PGxsYmJSW5ubm5uLjI30e9ycRkgAYAAABQduggBHC3tGrV6qOPPmratKnoupYAAABKDbUewP7IsbDiUXS7kvv5nmJ964l+BgAAAPBvVG7eqb/OsaQlWpKuug2dJuH2FKvSTZ8fAAAAgLJDdxGAu6ht27abN29u3769BAAAUGqo9QB2SQ6BJfT5HsRVHQAAAMDNaes0F39SeeP19i+STSpWLYwAaAAAAAAAcE8IDQ2dN29eWFiYi4uLBAAAUDqIjwTsGLGwAAAAAACUqmK1rSklAAAAAACAe0N4ePiWLVskAACAUkN8JAAAAAAAAFAyxWpbIwAaAAAAQNkhFxqAu6tOnToJCQlXr16VAAAASge1HgAAAAAAAKBkyAANAAAAwEaRCw3AXUcSaAAAUKqo9QAAAAAAAAAlQwZoAAAAAACAG6tWrZpoOjl37pwEAABQCsgADQAAAAAAAJQMGaABAAAAAAD+VXh4+NatWyUAAIBSQAZoAAAAAAAAoGTIAA0AAADARpELDYAt8PHx8fT0PH78uAQAAHCnUesBAAAAAAAASoYM0AAAAABsFLnQANiI8PDwzZs3SwAAAHcatR4AAAAAAACgZMgADQAAAAAAcDPOzs61atXat2+fBAAAcEeRARoAAAAAAAAoGTJAAwAAAAAA/AeSQAMAgNJABmgAAAAAAACgZIrVtqaWAAAAAKCskAsNgO1Qq9XNmzf/888/W7duLQEAANwh1HoAAAAAAABKgyXmjKRUSbB5lsRLoolMDmUubrKAYrWtEQANAAAAoOyQCw2ATWnRosWsWbOaNm2q1WolAACAO4FaDwAAAAAAwB0kGluUSqUYSJn5oITyQqVXqVTyG1csZIAGAAAAAAC4JW3btt28eXPHjh0lAACAO4EM0AAAAAAAAHeQQvCumTYuMj09PSMjw2Qy3aT5JTWfTqdzdnYm/c3dolKpxFvgqNGUIAaaDNAAAAAAAAC3JDg4eP78+UlJSW5ubhIAAMBtIwM0AAAAAADAHSQaW9RqtU6ny83NFQMWi6VojKzZbL58+XJUVJSvr2+NGjUIfb67lEqleKcMBoNGoxHDxWouIwM0AAAAABtFLjQANqht27Zbt27t3r27BAAAcNuo9QAAAAAAANwpinxqtVqv14vHoumf09PTT548ee7cuTp16nTs2FGlUkm428RbJsdAywHQxZqXDNAAAAAAbBS50ADYoFq1au3atevKlSt+fn4SAADA7aHWAwAAAAAAcAfJ0bRarVatVufmk8fHxsYeOHDg6tWroaGhrVu3lmAzFNfJ6Z/JAA0AAAAAAFBawsPDt27d2qdPHwkAAOD2kAEaAAAAAADgDpIjaEWTizWX8Pnz5/fs2ZOVlRUWFta1a1cJtqoEmQLIAA0AAAAAAFAMVatWFS1lZ8+eDQwMlAAAAG4DGaABAAAAAADuOLnJ5cSJE7t27TIYDE2bNvX395dgd8gADQAAAMBGkQsNgM0KDw9fuXIlAdAAAOA2UesBAAAAAAC44/bt27d79+5KlSp16tTJx8dHgp0iAzQAAAAAG0UuNAA2y8vLS7SXHT16tH79+hIAAEBJUesBAAAAAAC4U3Jycvbs2bNz586GDRs+/vjjLi4uEuwaGaABAAAAAACKrW3btl9//TUB0AAA4HaQARoAAAAAAOD2RUVFHTx4MCEhITAw8Pnnn9doNBLuAWSABgAAAAAAKDZHR8fQ0NADBw6EhIRIAAAAJUIGaAAAAAAAgBIzmUwHDx48dOiQXq8PCgrq0qWLhHsJGaABAAAA2ChyoQGwcS1atPjqq68qV67s5eUlAQAAFB+1HgAAAAAAgBKIjIw8fPhwREREUFBQ9+7d6am5N5EBGgAAAICNIhcaANvXq1evpUuXDh06VAIAACg+aj0AAAAAAAC3Lioq6nw+pVIZHBzcuXNnCfcwMkADAAAAAACUkJub2yOPPLJw4cIBAwZIAAAAxUQGaAAAAAAAgJtLTU09d+6cHPfs7e0dEBDQqVMnT09PCfc8MkADAAAAAACUnGhiCw8PnzNnzsCBAx0dHSUAAIBbRgZoAAAAAACAopKTkxMTE8+fP3/u3Dmj0RgQEFCnTp1OnTpptVoJuI4M0AAAAABsFLnQAJQX1apVGzhw4MqVK/V6fUhIiL+/vwQAAHALqPUAAAAAAAAkJibGF5CQkGAwGKpWrerl5dW9e3fxKAE3Uqy2NQUtcQAAAABKm8Viyc7Ojo2NdXFxcXZ2lgCg/Dh16tSBAweUSqW4lLm6uoqLmIODgxiW8E9qtdpkMkmwSXIBlmDzVCqV2WyWUHwcOtgOcb1NTk42Go1OTk56vV58PpZqQuiyucKLjiSxFrFTKSkp3t7eEkqKT+TbIU4l+jTvFoouYPe4nb4juFreIsrbraA4FQuHq7i4tb5NXMcKEociJydH9AIbrxPDYow4KxMSEkSXiud1Hh4eXl5eop1EAv5LbGxsUlKSm5ubi4uLTqcTJ91NJqZIAQAAAAAA/Kua+RITE5OTk1NSUlJTU+Pj42lSL0qv12dlZUmwSYSnlxecRyWm1WpF/4oE2ADRi5yZmSnOZdHbJ/fQlGoAdNlc4XPziT0S+6VUKiWUFJ/It4MojbuIz1nA7ombluzsbAm3h3i4W0R5uxV8+BYLZ19xETJ+m7iOFSROQHFAnJycxIVLDIhHjUYjDzs7O9OGgJIpVvUnJlYHAAAF2klEQVSfAGgAAAAAAID/4J5PAgAAuCnRi3z58uWcnBxx5yD3/5VqAHTZEN1OZrM5MzMzOjo6MDBQAgAAAAAAAEpHsRrTCIAGAAAAUHZI1wQAAADAvlHrAQAAAAAAAEqGDNAAAAAAbJQdJD8DAAAAgJug1gMAAAAAAACUDBmgAQAAAAAAAAAA7gIyQAMAAAAAAAAlQwZoAAAAAAAAAACAu4AM0AAAAAAAAEDJkAEaAAAAgI0iFxoAAAAA+0atBwAAAAAAACgZMkADAAAAsFHkQgMAAABg36j1AAAAAAAAACVDBmgAAAAAAAAAAIC7gAzQAAAAAAAAQMmQARoAAAAAAAAAAOAuIAM0AAAAAAAAUDJkgAYAAABgo8iFBgAAAMC+UesBAAAAAAAASoYM0AAAAABsFLnQAAAAANg3aj0AAAAAAABAyZABGgAAAAAAAAAA4C4gAzQAAAAAAABQMmSABgAAAAAAAAAAuAvIAA0AAAAAAACUDBmgAQAAANgocqEBAAAAsG/UegAAAAAAAICSIQM0AAAAABtFLjQAAAAA9o1aDwAAAAAAAFAyZIAGAAAAAAAAAAC4C8gADQAAAAAAAJQMGaABAAAAAAAAAADuAjJAAwAAAAAAACVDBmgAAAAANopcaAAAAADsG7UeAAAAAAAAoGTIAA0AAADARpELDQAAAIB9o9YDAAAAAAAAlAwZoAEAAAAAAAAAAO4CMkADAAAAAAAAJUMGaAAAAAAAAAAAgLuADNAAAAAAAABAyZABGgAAAICNIhcaAAAAAPtGrQcAAAAAAAAoGTJAAwAAALBR5EIDAAAAYN+o9QAAAAAAAAAlQwZoAAAAAAAAAACAu4AM0AAAAAAAAEDJkAEaAAAAAAAAAADgLiADNAAAAAAAAFAyZIAGAAAAYKPIhQYAAADAvlHrAQAAAAAAAEqGDNAAAAAAbBS50AAAAADYN2o9AAAAAAAAQMmQARoAAAAAAAAAAOAuIAM0AAAAAAAAUDJkgAYAAAAAAAAAALgLyAANAAAAAAAAlAwZoAEAAADYKHKhAQAAALBv1HoAAAAAAACAkiEDNAAAAAAbRS40AAAAAPaNWg8AAAAAAABQMmSABgAAAGCLiAMAAAAAYPfIAA0AAAAAAACUDBmgAQAAANgcOfo5JycnKytLKufEvljrXfKwjT/Km1pwGIAd4xoFwPaV0ysVcCssFotSqbTXYiPOCDuo0JWqcnd9u7N3cVwzAcAG3VOfTbQ2AEC5UPSzqeAwn1AABJVKdYvnCAHQAAAAAMqCqKKo1erk5OS4uDiz2ZybTyqm22wHkWekTeGO432xNbwjton3wtZwptgmeg5sDe+FreHaZZvkI6xUKuVHUd/R6XS33k9TXohdE3W6yMhIcz7pjua6Lli2C465g58LlHy7pyidKAp5IZQfO1ZKJadoKYIdK9WSQym6R5TqJxelyO5RflAy3D/j9nEXhNtXtBQpr5Pb1v6zGBAADQAAAKDUyZUTR0dHMZyenm7Jl1v8zvKCs8jDxX0suhwAAAAAuCNErUf0zej1ejsLgJYrdKLnydXVNS0tLTMz02w2izqddOcUraOVrMZ389ofNUEAAAAAAACbJTdAabVaR0dHtVothv9zFgKgAQAAAJQFUT/RaDQGg0EMiEc5YRgAAAAA2A25k0ZUfHQ6nXi8lU6a8kKO7Rb7lZubK3ZN/lUfCQAAAAAAALhz5J8g0+a7lfwCCpqoAAAAAJQBOeuzyWSSU4Xd2WxhAAAAAGAL5N/oFP00qnx2kwRa9CWJSpyozcl1utx8EgAAAAAAAHDnyPkFRKua3Lwm/y7ZzaaniQoAAABAGbD+ErHoNacaAgAAAMAuyV0yop9GHrCbAGgpvzZXkAQAAAAAAADcaYp/+o+JaaUCAAAAUGaogAAAAAC4F9hT6HNB1OkAAAAAAABQ2m6xbY0AaAAAAAAAAAAAAAAAAAAAAADlhloCAAAAAAAAAAAAAAAAAAAAgHLi/wAAAP//1Vm01QAAAAZJREFUAwDGOkwvO6WHogAAAABJRU5ErkJggg=="/>
</p:tagLst>
</file>

<file path=ppt/tags/tag10.xml><?xml version="1.0" encoding="utf-8"?>
<p:tagLst xmlns:a="http://schemas.openxmlformats.org/drawingml/2006/main" xmlns:r="http://schemas.openxmlformats.org/officeDocument/2006/relationships" xmlns:p="http://schemas.openxmlformats.org/presentationml/2006/main">
  <p:tag name="MCDIAGRAM" val="mcDiagram:25d9e851-f712-4f1d-accf-4ee7e2a76413:b40280fd-8ef3-4992-bbe3-9dbfce6fe603:0:1"/>
  <p:tag name="MC:BASE64" val="iVBORw0KGgoAAAANSUhEUgAADwAAAAM8CAIAAABlQcLIAAAQAElEQVR4nOzdB2AT5cPH8Wt2mu5F6aLsvffeQ5YCAgoioOJAcTBEEZzgwgkKoqgsUUBBRZaDvfcoe9PSUrpXdtL3SQ/79l+GjBY6vh9ifO7JcyOXu/Qu+eU5VXZ2tgQAAAAAAAAAAAAAAAAAAAAAxYFKAgAAAAAAAAAAAAAAAAAAAIBiggA0AAAAAAAAAAAAAAAAAAAAgGKDADQAoHBlZ2dLAAAAKNHc3NwkAAAAAAAAAAAAALhbCEADAApL9r+cTicxaAAAgBLJzc1NoVC4/UsCAAAAAAAAAAAAgMJHABoAUCjk6PPR6NTJiw+RfQYAACipKgYbJj5YU6VSKZVKia6gAQAAAAAAAAAAANwVBKABAIUlOzs7NdMc5OM+qnddCQAAACVOptk2+ccdZrNZp9PJ/UBLAAAAAAAAAAAAAFD4CEADAAqL0+l0OBxajcLHQyMBQDGVna0yH1EYj1v9+0oAgP+lVLhlZ2ebTCalUqlSqRQKhQQAAAAAAAAAAAAAhY/vJgEAhSI7h9PplACg+MrO1mSsM0RPtHs0kgAA1yKO96xWq8PhEMd+EgAAAAAAAAAAAADcFQSgAQCFRQ5AE4UBUFw5rRrjJo/Lb5v8Bjq1EVc/3mPI83Hxif85meV/bfxwxlxRmLN4ed5BACgZxMGew+GQj/o48AMAAAAAAAAAAABwd6gkAAAKjZubmwQAxZCbPc09a6ku8TubFGHz7irdgV6d24ibKCz4ZcWwAb1yBwGgZBDHe+SeAQAAAAAAAAAAANxlBKABAACA/+Uwe6Z9rkn9Mzvrki2gt8pyRDJnO9RhTl3k1W0zs0zPvfb+5cTkmlUrHj159o95n/d9fEzTBrUdDmdicsobo5/auGOvqA8M8I2NT5j0wYwmDWqJwZdHDv1yzuK1m3c6nc6hA3o/0K3d6x/OdGY7PT0MMbHxTw/tX7NKBQkAAAAAAAAAAAAAAADXopAAAAAAXJGtNB32iRupTl6ZnRXnptIaUr71OjfcEP2y0nzqmiN8u3BZrWqVVi6Y3r1jK7vNJmqMRtP93dpPeP4xrVaz//BxudnwAb1DygS+M36kPLh9z6Htuw/Onz5F3BYsXXHyTLSorFKh3Phnh7Vv1XjF35skAAAAAAAAAAAAAAAAXAcBaAAAAOBf2U6FLdGsaZbl+YjFs6vkEZbtdNhVlTLCP7P5dLzmGOeiY1s1ricK7Vs0yq2sGBEq7r08DBar7ZpjXYi91KR+LXe91sOgb1i7+pGTZ0Rl+XKusXw8PazXGQsAAAAAAAAAAAAAAAASAWgAAADg/7kpbV5tzUFPWgKHKT39JWOcTVMrveI8h2cT8dg1x6hUPvzUOVf/zUdPnv3/ybi53Xg+NSqXP376nChkGk17Dh4JKxt0M2MBAAAAAAAAAAAAAABAIgANAAAAXE1j3qFK32bWtc6I/CJbHXCDlsMG3n/4xOmRr763ev1WpUp1g5bVK5Uf+/ancrlWtUotG9d78fWpHfs/Vad6lQa1q0kAAAAAAAAAAAAAAAC4OW7Z2dkSAAAFzel02my2rUfiVh5IHN+/kQQAxYjT5HN2sMXzPlPAEEmhu3Hb3QeOiiPqxvVqHD5x5tOvF8z+6HUJAEqNDKNt9Nfrpw4s7+vr6+HhoVarFQp+aA0AAAAAAAAAAACg0KkkAAAAAHm4X55l9nzAHPTIzVwvxd/Pe+bcJV/NX5KYnDrpxSclAAAAAAAAAAAAAAAAFDIC0AAAAMD/MAa/ePONy4eHfDjxBQkAAAAAAAAAAAAAAAB3Cw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C3LDs7Wy64ublJAAAAAAAAAAAAAAAAd5FCAgAAAICblp2d7XQ6zekOcS+Xc8PQAAAAAAAAAAAAAAAAdwEBaAAAAAA3y5V4djhiDli+H5p+YoPRbrOKwewcEgAAAAAAAAAAAAAAwF1BABoAAADATZHTz9EHLH+8brIZpT/ft53YYLTZLA6HnQw0AAAAAAAAAAAAAAC4awhAAwAAAPhvV/p+PmT543WzX6ji+e99I2op//lIOrXVZLeSgQYAAAAAAAAAAAAAAHcPAWgAAAAA/yE3/bx8ojkgXDnoHR+9t1v/id4RtZTrPlKc2mqykYEGAAAAAAAAAAAAAAB3CwFoAAAAADdydfpZo3fVqzRS/4ne4TVU6z5WniYDDQAAAAAAAAAAAAAA7hYC0AAAAACu63rpZ5mcgY6oqSYDDQAAAAAAAAAAAAAA7hqVBAAAAADXcuP0s0ylkR58zWvJ5LR1H4shU8UWkqSRlErXiYabm5sEAAVE/mUFv68AAAAAZPJJN6feAAAAAACg1CIADQAAAOAabib9LJP7gSYDDaDwiHekLKPZZrM5nU7xxkIMGgAAAKWZfEis02q0Wo1CoXDLIQEAAAAAAJQyBKABAAAA5Hfz6WcZGWgAhUe8IzkcjtkLV6RlZKqUKt5VAAAAgEyjsXbVyAe6tVKpVEqlkoNkAAAAAABQChGABgAAAPA/bjX9LCMDDaCQyAFo4YlBvQL8fSQAAACg1NsfderEqTMWi0WccSsUCnHMzKk3AAAAAAAobRQSAAAAAPzr9tLPMjkDHV5Dte5j5emtJpvV4nDYs3NIAHBb5PcQh8PBOwmAUictzW3lCtsvix2ZmRIAAFex2Wxms9lut3OoDAAAAAAASicC0AAAAACuuJP0s4wMNIAC53pryiEBQGmiWr3SvuJ327JfDl+4mGG1SwAA/C+Hw2Gz2cRxMmfcAAAAAACgdCIADQAAAMDlztPPMjLQAAocV/QGUNqI9z3jzu1ZWVnHez94QqNNTdkuZVtv0N5ssX7w1Y+9n5gw4Lk3x0yecTkp9cbTf3/mwo6DRm/ZHbXwt7+lO7B0zabJ0+eLwjc//iHdLRM+/Gbtlr1X1ze5/xkJAEoT+YeCnGsDAAAAAIBSiwA0AAAAgAJLP8vyZaDtZKAB3DHeQACUKm5ubs7nXjjw0PD9tZoGJ/1SJvpVZfKXkiP9eu0HPf+OuP955tuLv3izQa3Kkz6afePp//rn5jXzpnp5uq/buk+6A327tp44aogofLdk1X82Phd9af22/RIAoOBwog0AAAAAAEozlQQAAACgdCvY9LNMzkAvmZy27mPJaTdVaSNJGkmpdJ2A0I0rAADAf9JElg/3K1Nm63Mh6Wv0wUbnSZOyktPhN1JS5D9QO3EmOjouYemsh+XBB7u369SqkSh0HTKuUmSoOPZ6bugDk6fPz8g0Gtz1r44c9Nem3bHxiYNfnOztYdiyJ2rOz6uHPdjtmsuwct2O7fsOvz36sQ+++vF8zKUZk1+a/dMKjVq1/+hpk9F88XLi4Ac6nzwbExTgc/FSwrh3v/rglSff+nzeoWOnxbhvvjSsTrWKead2PjZ+/Y797ZrXy1v58nuz1CqlWq2KOnG2ZcNaaRlZCclpU199WhygTpg6++jJ8zqd+q2XhtevWfmX1Rs//npRmUBf8VCnlg2dTucN5gUAAAAAAAAAKPHoARoAAAAo1eT084V9BZl+luX2A73hc9WJjfQDDQAAcAsUbm6R3oaqLcZ6uQdZkyWl9WT2uQXKlDmS05ivZUp6pivo/C+tRl0mwFcU0rOMIx7u+eXbL5w4HfPWi8N/n/1u68a1l67eNGbEwNDgwEVfvDFqeN+WDWtdL/0stG9eb9veI6KwJ+r4uZhLorB229772jcThdrVK4gJqtWun7c9+XAvMcGpE56e+8sab0/3pbPe+eyNUc9O/Cx3OvsOn/Sv17vvU5Omz1kqCtO+/yXvXOrUqPjmi8PKh5U1uOtEITjQb/OugzMX/Bbg571m/oefTnr2+TemGU3md79c8MtXb//w2SSnw3Uweb15AQAAAAAAAABKCXqABgAAAEovOf18fq955ZvWgIiCTD/L5Az0z1PSN3wuhugHGgAA4NZke9eUmn+l3jbKdOmUrsyF7DNfK8tnOvyelhSeuW3KBvpdvJSYO2iz2Zf+uWlgj/aiXKNypLj39jJM/mJ+gK/36QsXa1WpcL15nTwb8+SrH4vCYwPuG9K3iyjoddrQ4IBT5y7qtdqw4KD9R05ZrLZAP2/XlCtFXj2Fo6cuZGRkTZ31kyiHhwYZTRZ3vVaU69esnLT/9w07Dqzbtu/NF4flG6uMvyuubXDXiVmIglqlzDSZz1289FCvDuKIsWK5UIO7Pur4ufCygWWD/EWDJvWqX3NeEgAAAAAAAACgNCEADQAAAJRSedPPZSqoBr7hVbDpZ5lKIz34mhcZaAAAgNuTHdBMaj3XsKZl1mWnvsxpx6lFyip6h98zkqSUG0SElgkO8v39r629O7ew2x3T5vxy4ky0HIBW5BxuTfro29kfvFy1Yvg70+dbrbbcKYtH816ao3L5sHU/fZpv7t3aNnn90+86t2rk4+054cNvenduKde7Ka5xIFetYrjRbHnu0T5isl/OW6bXaaSbcM1jwpqVI4+fvtCqUe2zF+JiLiXUqFwuPjHVZrOr1apjZy60aFDz9uYFAAAAAAAAACgxFBIAAACA0idf+vmhtwol/SyTM9ARNVUbPled2GiyWy0Ohz07hwQAAID/ku1Tw9ZlvUZXxZKkUNhjFJmXJactb4NZU8buOnjs+Ten1+v+xJbdUe+98lTeRzu3afzcG5/3e+b1IyfPJadl5NYHB/lfTkr9ct6vN5h159aN/ty4u0vrxu2b1dux/2j39s2u2axW5chnX/98aL9uaelZw8e9/+QrH4WVDcqXbG7btO7V3T9fz+MDe1y4eHnIS1P6PDVpwrODPQz6SaMe7fX4hGcnfWa3O0SDG88LAAAAAAAAAFDiuZE5AAAUBqfTabPZth6JW3kgcXz/RhIAoCi5Ov2s1kqFzW6Vfp6SfuGwve0L9ipt9CqNVqlUueWQABRPGUbb6K/XTx1Y3tfX18PDQ61WKxQF/ENr8X7lcDhMJtPMecsH9+sat+8SswAAEABJREFU4O8jAUBp5ZayX7nj6ewKHVVBjU4lRYRXbCgBAEqr/VGnDhw63KVNAx8fH4PBoFKpOLkGAAAAAAClDT1AAwAAAKXLPUk/S/QDDQAAcGeyfevZu27OLvfUkfOqxUv/kgAAAAAAAAAAKMVUEgAAAIBS416ln2VyBvrnKekbPhdDpiptJEkjKZWusxK6qgIAAPhvbiqnNqJi3YgxdXtJAAAAAAAAAACUYvQADQAAAJQW9zb9LKMfaAAAAAAAAAAAAAAAcIfoARoAAAAoFYpC+llGP9DFFzn1Eoy9DwAAAAAAAAAAAEAxQgAaAAAAKPmKTvpZRga6uJATz3TRXUrIe1/eewAAAAAAAAAAAAAomghAAwAAACVcUUs/y8hAF32u1LPTadu+5d+ik5emxFNUqabyD3RTKCT2RAAAAAAAAAAAAABFGAFoAAAAoCQrmulnGRnoIs618Vgt5lEjJJQayilTpfadVSq1m1IpAQAAAAAAAAAAAEBRRQAaAAAAKLGKcvpZRga6yMrO4bTbRTnkyxn6Ro0klHRn2raxWsyS1aJQKNzEjX0QAAAAAAAAAAAAQFFFABoAAAAomYp++llGBrroEpuQ0+EqiBdCoZBQ0ok3DZvVorTbHA6NQqkSg+yDAAAAAAAAAAAAAIomvsMGAAAASqDikn6WyRnoiJqqDZ+rTmw02a0Wh8Mu90As4d7hJSiFnOKNQ+x9TqfESw8AAAAAAAAAAACgCCMADQAAAJQ0xSv9LCMDXTSx/ksdeaej32cAAAAAAAAAAAAARRsBaAAAAKBEKY7pZxkZaOCeczqd7HEAAAAAAAAAAAAAij4C0AAAAEDJUXzTzzIy0AAAAAAAAAAAAAAA4D8RgAYAAABKiLzp55CqymKXfpaRgQYAAAAAAAAAAAAAADdGABoAAAAoCfKlnwdM8i6O6WcZGWgAAAAAAAAAAAAAAHADBKABAACAYu/q9LNKIxVrZKABAAAAAAAAAAAAAMD1EIAGAAAAireSl36WkYEGAAAAAAAAAAAAAADXRAAaAAAAKMacQklMP8vIQAMAAAAAAAAAAAAAgKsRgAYAAACKK6fTme10ltT0s4wMdAmzb+nS+U8+OW/EiJ/HjYs9HHXNNjsX/iAVmpVTpqTHx0sFIWrVynVffCEVDnklFOosAAAAAAAAAAAAAKD4IgANAAAAFEty+vnMTlMJTj/LyECXGBtmzji2ft2DU6c++s037UaOXDJmrNNuv7rZzp9+kgpNhebNT27YIBV5hboSAAAAAAAAAAAAAKC4U0kAAAAAipvc9POqt61h1VUlOP0skzPQP09J3/C5GDJVaSNJGkmpdJ3OuLm5SSgmdi9Z8sQPC/Xe3qIcUL78kK9nKVSq316fVLdnr8gmTY78+efFqENeZcqkX7q04p13ekyaJI+1Z/Hi9V/N9AsPr9y6dasnRsQdPrzqg/fFCx9YoWK3l19OjY39+7NPs5KTvcuGdH/1VbFf/Pj8qPD69U1paX5hYW2fGZmZmLjmww8zkxINfv7dX3stslGjFZMnNxwwIGrVysN//ukfUS45Orpmly41u3U7vnbt9h8WWLOyyjdt1uH550WDqNWrbSZTh1HPh9erJ5bEkpGxdMKr6fGXxcJ0GDVK1MQdPbLoxRfEMrQYNqx29x7H1q7duXCh3Wb1CQm575VXT2/dkm8WB5cv3/TtbIOvr87Lq1a3bjW7dvvr008uHT0mJtV59OiyNWrIT3nHDwvklVCuUcN8sxCraP2XX5ozM8s1bNTxhRfY/gEAAAAAAAAAAACUTvQADQAAABQzedPP4TVKfvpZRj/QJYDVZPIuWzZ30C+i3NVtmg5+xCs4ODf9LBz+668uY8cO+36OZ1AZp92+bcH8Jg8//NjceZGNG8UdPbrq/fcbDxz4xA8Lq3fssOajqaK93WLpOu7lPlPejTt27PLJk2s+/LDRwIFDv/2uavt2a6dN03l5SW6Sw2oVLZUqdaeXXuo6btyOHxeKsVZ9+MEDk6c8sfBHq8m4f9ky0UChVIoR5fSza0nWrBHL/+RPP7V56qnzu3eLGqfDMeDTzx767PNdixaJwZTo6IenTx/+/Ryr0Ri9f3++WVizstbP+PLRr78ZPPMra5ZRPLpnyWK9p+ejs2f3fuutZa9NuOZKyDsLseP/+tpr/T/6+LF5880ZGVErV0gAAAAAAAAAAAAAUCrRAzQAAABQnORLP/efWCrSz7Li3g+0yk3S37sXy5ktZVmle8vdxzcrOdng5ycPHlmzpmKLFv85VtexY9d++cXuxYtFY7vVmnD6dPdXXVnh2t17iPvUmOiKLVuJQpU2bTfMmiUKPqGh8vbgGxaWePZs/MkTp7ZsObdrp91qk3Lqw2rXObtrp+RKYEeIe72Xl91syYiP9wuPkPPZlVq2OrFxY0T9ekEVK+VdksunT1Vs1txNoShTpYq4Ra1aGVKzlpiX3tvbanQFmhUq5fK33nQ6nGlxl5wOR75ZpMfH+4SFewYFiZpyjRqK+/iTpyyZGRu+mikvts1kUuv1+Z5+3llkJSVZsrK2zZ/nmpdCYcnMlAAAAAAAAAAAAACgVCIADQAAABQbpTn9LMubgXbazdU6FKcMtEopae/dGVhRCEA37Nd3w1czu094TZRPb93y9+efVe3QQePunh4fL2piDx++5lgH/lje7/0P1Drd3McfC6lZs0zVqglnzoTXq3diwwZLZoZr8NSpoMqVT27a5BMSItonnD6dnZ1tM5mi9+9v2O/BoEqVq3VoH1qrtpjL+T2ubpsrtmix55efQ2vVyrvNeAUHZyUnOWw2hVIpls0nJwntpvifiyaVqeKatVjm9EuXdixcWLZ6tbxTyExM3DZ//qjlfyhUqjnDhsqVeRt4ly2bFhcrdmEx2csnT/mXKxdUuZLNZG4xbJhY4G1z5qh0uqufft4puPv56b29WwwbLtbGhb17i0XuHwAAAAAAAAAAAAAKAwFoAAAAoHgg/Sz7/wz0tGxJMldtn52t0apUaqmY9ANdmrUY/tj2efN+e31SbFSU3WJ5cOpUpVpds0vXtdOnHf3nb52np7uvr2gWXLXarxNfe2DyFHms8Dp1/3j7rczEJN/w8HINGopHN8ycuX3+fNG+80svlWvUeMNXXyWePWPOyOj1xpuivZjy4tEvXTx0qPmQRwMqVOg2fvz6GTM2f/utWqdrNvgR0UBUpsXFhdaqlXfZlBpNj9cm/v7G62JEMaO2Tz9zasvmfMtft3fvdV9+uWTMGJVOKyYuZpr3UbHwXkFBPzzzjNzPtCk1Va3/n0CzWq8XC7Nk7Fidl6fVmKVUqRs+2F9MUCytQqmq3rFj3g1YXgmVWrbMOwWFUtn7zTfF2rCaTB7+Ae3EvAAAAAAAAAAAAACgVHLLzs6WAAAoaE6n02azbT0St/JA4vj+jSQAwJ0h/ZyP3Sr9PCX93EFbm1GOah10qpwMtFsOqajSqSQPrXSvOLOlZOO1H9p38Ej5cuE+3p55K8WposNut2am2zq2CJkxU9+4sVQcZCYk/Dz+5WHffS8VSdvmzm02ZIibQrHopRdbPfZYaO06UlFyulXLzOde0HbqZvD01mh0CqXyP3eoDKNt9Nfrpw4s7+vr6+HhoVarFf/bbfadc22KDofJZJo5b/ngfl0D/H0kAAAAoNTbH3XqwKHDXdo08PHxMRgMKpWKnwQDAAAAAIDSpoC/mAQAAABQ4Eg/X03uBzqyjnrjdOWxtWa71WK327JzSEVYmzZtjh07Jt2uXr16NWvWrHOO9u3bL1++XK7/5ptvWrVq1a1bt6FDh27e7Oq3eM6cOaJB7toYMGDADwsWXG+yp06f//SLb9dv2uFwOiUUJoVKufSVV2YPHuTu7RNSq7YEAAAAAAAAAAAAALgtKgkAAABAEUb6+XrkDPQv72Zs+sKW7TBX75xTqVKL+xLc8dVnn33WrFkzUTh//nzXrl179eq1cOHCVatWrVixwtvbOy0trXPnznPnzh02bNiyZcs++uijcePG/fTTT0ajcfAjj1yvB2jBarOv+WfTvgNH+vbuWi4iRCq2PAIDi2z3z0LTwY80HSwBAAAAAAAAAAAAAO4QPUADAAAARRfp5xsTa6PfBM9ytVWbZhSnfqBzZWVljRgxolmzZu3bt9+9e/dvv/02duxYUf/WW28NHTpUFL788stvvvnmmuMeO3bM3d1dFD7//PNZs2Z5e3uLsrh/7rnnZsyYIcqiUjy0Y8eOqVOnfv/9TWWCLycmffXdwp9/W52emSUBAAAAAAAAAAAAAFBU0QM0AAAAUESRfr4Zxbof6E8//TQwMHDbtm2nTp3q16+fKLz77ruifseOHenp6aKwZs2ab7/9Nu8oL774oqenZ0pKire396xZs0RNVFSUmEhug3Llyi1ZskQUgoODxfQ7d+68ePFi0SDLaPlj9dZrLkZMbFzewT37oqKOnHigZ+da1SpJAAAAAAAAAAAAAAAUPQSgAQAAgKKI9PPNk/uB/nlK+qYZ2W5Kc7UOOZXFIQN95syZoUOHioWsXLmyh4dHWlpaeHj4iRMn9Hp9RETEnj17LBZL3nCz8NlnnzVr1mzp0qULFiyoW7euqKlSpcrJkyfFFOQG0dHRkZGRcrl///4jR47s1q2bKGu16maN6l1zMVJS0y8nJOcOKhRuTRrWrV6logQAAAAAAAAAAAAAQJGkkAAAAAAUMXnTz2WrkH7+b3I/0JF11BunK4+tNdutFrvdlp1DKsLq1Klz+PBhUTh9+vSFCxeCgoJ69+49duzYzp07d+jQ4YUXXujevfs1R+zbt29gYKBoKcpPPPHE+PHjMzIyRPnkyZMff/zxc889d/UoCoUiIMD3mjed9v83r4rlI55/elj3Lm01GrUEAAAAAAAAAAAAAECRRA/QAAAAQNGSL/380Oukn2+KnIH+eUr6xuliqOj2A/3EE0/o9XpR6NChw5gxY1577bU+ffrs27fvnXfeUalUPXr0GD58+IwZMzw8PAYOHPjDDz9cbzoffPBBjRo1hg4d+uyzz2o0GtHYZrMFBgbOmjWratWq0q3z8HDv3qVd/To1JAAAAAAAAAAAAAAAijYC0AAAAEARcnX6Wa2TcJOKfgZ648aN+WqmTp2ad9Df39/hcMjlq7uvXr58eW7Zx8cnNjZWLo/IIV1LQkKC9F8USkXrFo07tGmu05G1v+LIn3/GHT3adNCgxWPHPDZ3ngQAAAAAAAAAAAAAKEoIQAMAAABFBennO1dc+oEuUnp27aDVqiVcxSMwkPQzAAAAAAAAAAAAABRBBKABAACAIoH0c0EpghnopOTU2Lh4nUpq3qCqVPSU+PRz1KqVh//8s2y1ame2b6/Spq0pIyM1Jqb1iBFBlSsfXL58/2+/2SzmpoMG1bqve8KpU0snvKpUq73KlPEvF5mZkCD3AD2t+33Pr1wlJrXq/fcqNm9hNWZdb4ISAAAAAAAAADDS9U0AABAASURBVAAAAKDwEYAGAAAA7j3SzwWrKGSgbTb7xdhLF+Pixb1erwsNCa5SvpyEe8Td26fNU0/7RUQc+evvAZ98cmrzpgPLf6/bq/eB5csfnT3bZjbPGT4srHadNR9N7fjCCxVbtPzzo6m3McHOo8dIAAAAQAHJzs6WUJpw2SIAAAAAAIBbQgAaAAAAuMdIPxeGe5WBTkpOuRjrCj2npKaHhJQJCwluUK+WXqeVH03MknBPGPz9xb3G3eBdNlgUFEqV1Wi6fOqk3WLe8NVMUeNfrlxGQkLiuXMVm7cQW0jFFi3O795zqxOUAAAAgIKQfRUJJZpbDoVCIRckAAAAAAAA3AQC0AAAAMC9JKefT28zr55C+rmA3bUMtNVmc3X2HHtZ3Bvc9aEhwQ3r1w4K9JdQZFzzFQ+qVFnn7d326WdE+dCKP3xCQ8tUrhx/4kRwtWqXT57K21JjMKTFxXkGBV06dqxi8xYSfbMBAACg0MiJZ8uBA+kffpAtZUt0BV3SuU4usiWvL79Ue3krlUqJ0w0AAAAAAICbQwAaAFDk8KVOKXQXvtdhuyptisuXhXnSzxbSz4WhUDPQScmpMbGXYmPjU9PSQ8q6OntuWL+mXsdLWGwEVa5cvUPHpa++YjOZQmrW9AgI6Dbu5WWTJnr4B2gM7p4BgbktGz74oGjmFVRG7+UlAQAAAIVMnCra01Jthw76jnhSQknnSLic/uuvFqNJ0undtFo5Aw0AAAAAAID/RAAaAFC0XLmup9P5/9f3pMeTEkl+bf+9wKdcV0iJ1f+/XGxugY2qpMq+shW5/XvR2CIegyb9fHcUbAbaarVdjIt39fccF29wdw8tG9Swfi06ey7iat3XXS5UadtW3EShQvPm4iYK9R54QNxyW/pGRDw2d17eceXBxgMfErerp3z1BAEAAIA7Jz67cNjtouD3JAHoks9yOCr911/NZpPCblOp1YqczzQkAAAAAAAA/BcC0ACAIiQn+eyc9vuhM3HpcvqZXntLMNd3OW5Sm5pl+jQvr1AoFYXTvY2ceN51In7BupPZzmy2qNJAfFf4wdDGSqVKUbSvG0v6+W668wx0YlJKbFx8TOyl1LT0sJDgkLJlGtWvrdNpJQAAAAAoUPLnY4KE0sRqtWrtDl53AAAAAACAm0cAGgBQhOR8weM4cTFFpVLXjaQ3zZJv7YHo6MvpVotZo9XJ/UAXRlZVbFXJ6aYTF9MebFVJQkl3MSlzU1Sc1WJSa3RqsT0V1evGkn6++24jA22xWmNjXaHn2Lh4g8E9NCS4cYM6gQF+EgAAAAAUMoKwpc2V1Ds/3QcAAAAAALhpBKABAEWF3FOv0+EQ9w0qBgzrWE1CSXfiYorDbrNZLa7OehXKwsiqyt0mOex2jVr5RJfqEkq6bcfjNx6KtZpNYouSs61FEOnne+UmM9CJSckXY+PFLS09IzQkODSkTOOGdXVajQQAAAAAd4X4NKPIXs4IhcThcEgAAAAAAAC4FQoJAICiIyesSk8npYrDbnfYbeKFzy7E111M3ckXh6WHeK1tVovDYRfblVT0kH6+t+QMdGQd9cbpymNrzXarxe56C8o2WyxnzkVv2rr7p5//2LHrgHhDatyw9sP9e7Vp2bhi+QjSzwAAAHeBI6f304uXEtIzjTab/UJsvNliNZosoiAeSk3PFA+JZknJaZcTU0QhLj4xOTVDHMuJBplZJmvOKBarLctoEgVnnlESk1IT/h0lJS1DHJKLBllGs9VqEwWraxRzzijZ4lHRRrQU7cVYoiCmkJqWKabmGsUklihnFJtNzFEURAOxDJfik0RBLFVS8pVR0jKyHDmjGE1mMY4o2Ox28byir4ySHn85WRTEvXg6ohATl5CeYRTnx6KlmIm4iYIYFJXiIflZ544iRhcFManbXVG2KyvKZL6yotLu/opKuzJKeua/K8pyZUXZCntFmaMvXhbLmZ6ZFZ/gailerPSMLFEQz040k3I+nZKKgCKyGAAAAAAAAECRRQAaAFC0OItkYBGFxJV4z3Y6nI5Cva6r6yvDnP7FJZQOOb+kcIj/sove6076uSjIm4HevzLt8JFja/7a8Nsff0XHxIWWDXqgV+ce3drXq1M9MMBfAgAAwN2yfuu+YyfP2+yOU2cuJiWnWay2Q0dOZ2Ya09IzRcFms19OSDly/JxoeS7m0pnzsaJw4nR07KUEccgvGiSlppnMFlHIMppS0jJEweFwxl9OFtO8Mkp0nCgcP3XhUnySOE0QDZJT04w5o4h7URYFUS8eFW1ES9FejCUKYgqXE1PE1ESD1LQMMX1RMFtsSTmjiAZiGU6cjXaNcj72fMxlURDLGZ+QLJZZNMjIMIpnIQpWq008r0NHz4gGMbFXRjl1/mJ0rCu2G3XszOXEZOu/o4ibaxTxrBOTxUOSK8WbIBq7nvXZ6JicUcSkbm9FiYWXV1TqvytKPMG7vKLkUcRyiqWVV5RYfnlFWQp5RYlRTpyLFlua2DzkUY6fOr/v0ElR2LLz4L6oE6Kw6Ld/jp48LzakP/7akpSSFhOXsGHbPpvdfiEm/ugJ17q9lJCcmp4pCmI6EgAAAAAAAIB7xI0wEACgMDidTpvNtvVI3MoDieP7N7qZUVyZRYfDYjG9NHtHsxphwzpWk1DSjftui6/GOqJTBYOnj1bnrlSpCryfZrEp2m3W1bvOfvPP2d8ndZdQ0m07Hj9x7vb5T1f38PLVGzxVao1CUVR+8kf6uUixW6Wfp6SfO2irMSihZmdDYFCQSqV2yyEhh/i77LDbrZnpto4tQmbM1DduLKGkO92qZeZzL2g7dTN4ems0OoVS+Z97RIbRNvrr9VMHlvf19fXw8FCr1QX+ruvaFB0Ok8k0c97ywf26Bvj7SACAkmX3/mON6lW7nJQS5O8rAUWD/HvazEyjTq8ThyLxCckRoWXiE1ISklLq1Ki0++Bxu93erEHNpSs3lA8vW6NK5KYdB+vUqKjVauIvJ5UvF+JwOJVKpVqllG6LOHm0Wq2Z69eZx46puGu3hJLOcjgqZtgw84IffELDxEG1Rqu9mYPq/VGnDhw63KVNAx8fH4PBoCqET9UAAAAAAACKOHqABgAAJR+/+CptiuArTvq5qMntB/rIwsD4vVq71WK324pgr+EAAAAlm93u8PYyiALpZxQpbm5uCoXCy8tDo1bpddrI8LJisGwZ/zo1KolHG9Wp2qxBTVHo272tqNFo1DWrlnfX6xRubkkp6Tab4+yF2N/XbBINdu0/JvcqfS46LiPTKAEAAAAAAAAoOASgAQAAgMKVN/1cpgLp56IiNwO9cbry2FozGWgAAIC7LDk1PTrucuUK4RJQbCmVCjc3t7Jl/D0Mek8P9+aNarnrtdUrR/br0U48WqVCWKCfK9x/6XLy+ZhLNrv9ux9XXLgYLzb+nfuOWm22LKPZZLZIAAAAAAAAAG4dAWgAxU/2vyQAAIq8fOnnh98i/VyEkIEGAAC4h3bsORwc6CcBJZe3l0dYSKAoNGtYs1a1CmqVanDfzoH+PnqdVqVU2GyO2PjEZSs3igY79x3dtf+YKJw5H5uekcUpCQAAAAAAAPCfVBIAFB/yR//i3pzl1Lq75ZIAACiSrk4/a/QSihQ5A/3zlPSN08WQuVqHnEqVWsq57LUEAACAQnNfx+YSUMpotRq50KBOVXFfuXyYuIlCjSqR6ZlZopCYnJplNFWICN61/2htCQAAAAAAAMB10QM0gGJD7o7RZrMvfjNj7ouZGakWm83mcDjoEAUAUDSRfi4u8vYDffQv+oFGqUbuHwBw1xw8cjom9rIEIIeHQR9SJkAUmtSvUbNqeaVS2bBuNamAbPrm68+6dnHYbPnqV73/3qktm3MHjSkp3w19NG+DdV988fXAgbFRUdebctSqlf98/rl0x66e9fV80buX027PHbRkZOxbtiw9Pn7llCnSnVkxeXLetXE9uU9558IfJAAAAAAAANxT9AANoHiQQ0h2u/2Xd7KOrHWlkX4Ya35wipuXr06UxVcCZDUAAEUK6efiJbcf6E0zxJC5euecSvqB/lfqjwsz//5bQolnt1+5vgrhfwBA4UtJy6hWuZwE4DoUBXQmIj5TPbRyZfmmTY/980/Nbt1uadzDa1aPXParQlUAXySJE+R9S5c2ePBBqUClxMSc3rq1fp8+afGXxDO9C6dvte7rXus+V2HnTz81GTRYAgAAAAAAwL1DABpAMZAv/VyzrcavrHLTT6bFExwDppg9fbM1Gg0ZaABA0UH6uTgiA301VxJWqcxu0SrdYnVeOC82bAkll+vlrt9AERikUCgVCoXEoTUAoJC1bV5PAlD4zu3YEVKrVsN+D6794gs5AB21auWGr77yCAwUn7pWbt3ampX188vjMhOTgipXyjvixq9npcfH/zjquf4ff7L6g/fjT5xQ63Rdxo4NqVlr9qCH/cuXF8ePlVq2FC0zExOXjB3Tddy4uMNH1n810y88XEy21RMj8k5NnCPvXZY/AH31rI+vXbv9hwWivnzTZh2ef/7g8uVpl+LaPv2MMSVl4XPPPvHDQtFmxZQpcUeOhNaq1fXllzd/99253bt2L14UVLFS/LFjwdWrzx48KLJRY6fTkZWUdN/4V05t3XL4zz/LVqt2Zvv2Km3amjIyUmNiWo8YEVip0qavZ53btduSlVmxeQsxL3kBovftW/vF9AenfiQWeM2HH2YmJRr8/Lu/9pq7j4/cQKy9+BMnPQL80y9dWvHOOz0mTZIAAAAAAABwjxCABlDUyelnm82+dLLxyNrsGm00PUYZ3BRuar3b2u+Ni16193/X6e0nkYGGMGPu4qUr/ykbFBAbnyA2hrfGjmzZuO7VzdZs2PbZNwse7NFpzfpti2d9KN20uYuXDx3Qa/lfG0+du/DSiEdufsRVa7dEHT817pmhN2523+CRy777TKfV5K18/aOZnVo2adO84Y3HHTnh3RnvTpDuTI9HR/3yzce5C/D3ph1VK0aKwRde/3Dhl+9JuMqQUa9Vr1xhwvOPi3Jaeuag515dMW+6dMdOno2+dDmxddP6YpNYPne6SqW8pdGjY+MnvD99/rTJ+epvvC298fHMZ4YMCA7yv/qhx8e8lZyS5mFwBXjtDsfjD/fp1LqpKO8+cOTTb+aLgq+3d7vmjR7s2Uks+aMvvCaWOcDXW9Qv+GXF7oOHP3vrZamUIf1cfJGBzk88bbXG7e337aYsq8XsdNjFUZmEEspNoRBbu1bnrhYvukJxpStoAAAKx679R1VKZf3aVSQAhWzfr8tq9+gRVrduWlxs8oXzXmWC/5k2/bG5c3WengueeVo02LHwhzJVqg768oVja9dunTsnd8Q2Tz518I8/Bs/8auOsr9x9/Z5Y+GPyhQuLXnzhmV+WmjMzmz48KKRWrahVKzMTE5aMGd37rbf9IyP//uzzLmPH1up2nxjRabfndh39XvNmlowMUXizVs0qbdsO+nKGXJ9v1nbLI9aeAAAQAElEQVSLZdWHHwz/fo5XmTKr3n9v/7Jl1+x8unb37j1ff33l5Mn7f13W6rHHRE2jAQNjDhw4vXVrcPXqVqOxTs+eQZUrL3/zzZioQ+JRd2+fNk897RcRceSvvwd88smpzZsOLP+9xbDhHv4Bj86ebTOZpvXo3upx12c7F/bsjT18+OFp0zUGwy8vv9xo4MByDRseWrli7bRpYo55l6Hp4Ed2LVpE+hkAAAAAAODeIgANoEj73/Szs3prdc/nXeln8VDjXjpxv/Z745IJjv7vmshAQzbw/m4jBvURhV0HDo+a+MH6n2fnyxNLrlzv9jdGP92sQe3HH+4j3YoFS1cMHdBLKjSrfphxdeXbY5+RbkJomaBT56IrRYZLBWfpqn+ef3zw1SsQef3+14YubZs3qltDKjibd+1TKRStm9aXCtSNt6WWjeuv3bJzUJ/7rvnopNFPNqhVTRRi4i4PfWFip9ZNo2PjJ039csZ7E8qHh4o36jFvfeLMdg7o1UXsVuMnf/btx2+cj477ftFvv373mVTKkH4u7shA55Lzr8qcSKzkCkJrxbZNALoEEy+3QqlUqTXiplDc2m9vAAC4VYH+vmXL+EsACpkpLe3c7t2+YeGxhw8HlC+/86efmj70sE9IWc+gIPFoRP0G4j7pwoW6PXqKQqWWLfMGoHMlx8TU632/OFz0L1dO4+6emZgoKstUufIDhlNbtui9vTOTkvwjI7uOHbv2yy92L15csUULu9Wq+Te+/Oq27U67/buhj8pdOOfKN+uM+Hi/8AjvsmVzalqd2LgxrHbtfAuj1ukjGzcWhfJNm0Yf2B9W50rfB6F16myY9VXLnByzWBJxr/PytFusomDwd73baNwN3mWDRUGhVFmNJq3BcOn48eVvvSVWkTjNEYsnHjqzY3tWcorDbhPl+JMnxFM7t2un3Wrj6igAAAAAAABFEwFoAEXX1ennXi94yOlnGRlo3EDjujVrVK6w99CxZg1qvf/lnKMnTovKV557LO5y4qYd+06diR4/avgnX83/8t1Xnx4/uX6taiaLxd/Xe/STQ5xOZ972NatWlCc4Z/HvsZcTJk2d0aRerahjp59+ZUpMXPyIQf3u79r2wOETn83+ISMrq0n92uOefjR3Czxx9sLoNz/SqtVlgvzLh4eKmqWr1y5b8Y+Y19D+vXt1bhN17NRbn85yk9wqV4h47fkR/Z54adl3ny1d+c/n3y6MDAtp17zhM0MHyL32Nqxb853Pvj5+6pxOp3n1ucfr1Kjc74kxTRrUdjicickpb7z0VOsm9Tft3FcpMly0F0/B08NwMS7+6SH9q1cu/8X3i3buO5SZZWrVtP6Yp4bka1CjSoX3vvhu44695ULLZhlNuStw+95Duw4cee396Z++NTYlLf3FNz6MvhjfqF7NV597LCEpZcq0b8S9v6/Pm2Of8fP2kkotN7dJL4549b1py+dOy607fub8RzPnZmYZ3fX60U8+EhTg99TL77Ru1uDAkRP1a1bLMhrTMrLat2jUrX3La2456RlZC5euFMUaOdvee9O/PXb6rJjUp2+Oc9drr7lxCu9Om71x+96IsLIPP9CtUmSElPMWevVLL7altMyslWs3i71j6+797Vs2FrOLibv0zNCBzerXfv2jLwf1uW/5XxtFg8jwkAsX47p3aNWjY+u8z/jMuWidTisK839ePmr4w/KGLZZ89FNDRox7yxWAfuiBdVt2Lvp9zZr12yaPf87Twz133CfGvmXJ+epRqFW98viRw6QSh/RzyUAGOpcrEatQqjVapVLldDrEGwvHWCWVHGxXiENthSsFreCIGgBQmOwOh0at0mrUEoBCdmjFHw379Wv7zEhRtmZlfd79vrZPPpWRkOCw2ZRq9eXTp8o1ahhUoaIolG/WLP7kiWtOJLhylYTTpyIbN06OvpAWF2fw85Nyrh8i5Zwy1HugT80uXZaMHfP0z78c+GN5v/c/UOt0cx9/LKRmzUotW9148fLN2is4OCs5SSybOBw9vXWLT9myGnf39Evx4qGLOX05C3aLOf3SJdEy/uTJkBo1xGLIv9IUS6L38jKnp0tXnbhd88j22Np/TOlp/T74MCspaXqvXnKz9s8+m3j27Mp33xX1QZUqV+vQPrRW7fT4+PN7dksAAAAAAAAoeghAAyii/jP9LCMDjRsIDvJPTk1b+Otqb0/D/OlTYuIujxj75qofZqxat2Vw3+7hZcvIzeISEn98drj48rXjgCefeXTALyv/yddebjZsQO8flq58Z9zI5X9tdDgds997PTY+4aU3PurVufW4yZ8s+/ZTd71u0tQZv63Z8EC3dvIo706b/fLTQ1s3a/De9G+lnFzsslVrxZRNZsugka/Wq1n1u59+e/TBXr06txFjHclJtQpi8SaMekJM9tc16+12h1z53U+/+vl6L/3243MxsSNfmbJi/hdGk+n+ru2rVSw34f3pBw4fb9ao7rLVa+XGVSuUG/Jgz6Wr1674Z1NQoH+gv6+YqdFk6TBgxNNDHszXwGgyHzl++tdvP01ISuk5dFTu2mvWoHbjujWef3ywXqtNTEn7acxIby8PsYpefGLwlGnfDOrTvUm9WmKxP/5q3pTxz0mlWLVK5R/o1v6DL75/ccRgueb02ehXRz1eISJ09o/Lfv9rwxMP90nPzHppxCOXE5N7Dn1+869zHA7HI89N6NK2+TW3HC9Pw6C+3VUKRcPa1cVgtw4tJ7305KvvTdt78MiFuPhrbpxnLlzcc+jYz998rFIpP5o5Vw5AJ6WmX/3Sy3y9PUc99lC5sLJrNmz9csqrG7buWbryn1efe8xNcrPaXD0eqVXK8SOHxV5KePGNqXIA+p1PvvYw6FMzMr083N8d79pOTp6N7tq+Ze40w8oGnb1wUcr5vvC9V1948MmxD/bs3LxhnbzravZHb0glGunnkoQMtCwnAK2QY9ASfT+XEm7/TwIAoHAcO3k+JS0jJDhAAlDIdi9Z8tC0K7/Z1hgMlVu3PvLXX51efOn7YUP9IyPlbo+bDBq0ZOyYU5s3B1e/9uWtGj/00D/TPv/p+VFxx451GPW8QpX/e6XgatVqd+/+z+eflWvQ8I+338pMTPINDxflvG3EWPm6f7561kqNpsdrE39/4/WLhw6JKbR9+hlxPrJr0U8/vfC8d9myCqVSns5vr78eWKmiRu9eq3sPU1paZmLCtrlzmw8dWqVt21NbNks3J6x2nY1ffz3viScUKqVnYIAxPe3fRRp89J9/Tm7c2G38+PUzZmz+9lu1Ttds8CNXTyG4arVfJ772wOQpEgAAAAAAAO4RAtAAiqKbTD/LyEDjeuITkn29vXbuj8rMyJr27Y+iJrRsGaPJkq9ZudCyGrXrD6KPl6fVajtx5ny+9u56bb5R6lSvLDYw0T7LZEpKScs0mr798VdRr1QqMo3G3GZnzse0alpftGzVuP6O/VEnTp+3WmzylMuHh8QnJp84e/7NMU+Lwfu7ts0da8Koxz/9ZsGPv65s1aS+xWqTKy/ExvXr3klMqnx4qLten5CUIiorRrg63/X0MJhtNvEUsqXs9IwsUROZU+/j6SGejoe7/uipM6998EVqeobT6ZQT1XkbnI2+2LBuDa1GHVY2qEr5ctdck5XKhXl7eciryGi2HD91buP2vdv3HLLabKV9R8t5s3rm0f59nhi9fd8heW14ehqmzpzr7+t9Lvpi9UoVpJyLO4t7g7u+bJkA8UrZ3dyMN9xy8qpXo6rkSkV7ZJnM19s4T5w+17B2NQ+DK2w78cUR0bGuvpGu+dLLAvx8XA0M+pCgQNfc1UqT2bVf1KlZdfvuA6IQGR4i7sWLbrFd6bB50ugnG9SqtnrdlmWr11Wv4npSkWEhp85ekFPaQuylhPI525UQERpctUK5nv/bdbRU0nuAJv1c8pCBlslB2GzSz6UJR9EAgMJWpWK4MifICKCwjVz2a97B3LRutQ4d8tY/PP2La47+3O/LpZxccpex466uF2p2u0/cRKHdyGflmuqdO0s3TaXV5pt1RIMG4pa3Zui33+UdfOaXpXkH3X18hs+ZK5dr3dc9917oPHpM3pZV2rYVN1Go0Ly5uElXrZzur70mF4Z9971c6Pn669JVxPRruZ6x9ODUqRIAAAAAAADuKQLQAIqcW0o/y8hA42pHT5w5fvpcwzrVz16IMVosTw7qK7arbxYu1es0+Vrm206qlI+4cft8o/j5eHt7eY4Y3Fev0+4+cETK81DVipHHT52rXqXCsbPnxWDlCuW8vTyef/xhUf519frwskHVK5c/ec4VIV27ZWd6xpX867LV6z59c5yY7+DnJtSpVlmurFap/Mkz55s1qH0+Ou5ifIK/r8/VS96kXu3t+w7lq/9r4/b09MxP3xqXkJza+aGnrl7+SuUj1m3dJQpWm/3U2Qt5J6hw+/+riP7PKqoY2bl1s7o1q1y6nLRjX5RU6ikUio8mjXl87JueBncx+O7n30yb/Grl8uEfzpxry4mwX/O96AZbjkJyy40a5h33ehtn1UqRi5f/JQoOh/PlKZ+NGv6QdJ2X/upp5tW6Sf1Fv62pU6PK9Rp0a99y4469706b/eaYp/v36vzSG1ObNahbLiw4PSPrrU++GjGor3RDJbgHaNLPJRUZ6FwcUwEAgILizM7evf9Yi8a1JQAAAAAAAAAA7gABaABFy22kn2VkoCFb9Nvqjdt2x8Rd9vBw/+bDSTqt5uEH7vv0mwUjJ7yrUiq7tmvxn5vEDdpXr1x+7Duftm32P1fwVCoV770y6rUPvjCZLYH+vqMeezj3oYkvPDnunU8CA3zd9bogf79qFct1bdt89JsfG83mOtUri8YvPzNs2nc/fv/Tb16ehvEjh8+av1iM1aBW1UkffJGQnBIRWrZRvVp/b9kpKof06/nRzLlPvfzO4RNnxjw1RKW6Rl9ZHVo2mZkzhbzq1az65fc/DRn1mlKlDPL3TU3LyNegfs2qFcuFPzzylcoVypUJ8s/7UN2aVd+YOmPyK8/lG2XiCyM+m/3DVwt+1mu1wwfeLxUZZrNVd63A+l1QuXz4I327/7ZmvSi3a9lEvO6engaNSu3r43W9UW6w5VQqH/H57B8qRobnG+V6G2f58NCenVq/+MaHbpJb5zbN5a7U/vOlv1qlyPCL8Zfr1KhygzZiQ+388NP9uneqXb3S66Offv/L7zIzs/R6XfcOrR/o1k4qcW5moyL9XLLJGeglk9PIQAMAABSIS/FJCoVCAgAAAAAAAADgznAtYwBFyG2nn3PtWm5e+70xsKKj/7sKbz89Gegb27hx4xtvvLF27Vp5FQ0YMKBjx45PPfWUVBCcTqfNZtt6JG7lgcTx/Rtd3WDuwqX39+js4+2ZWyNefafDYbGYXpq9o1mNsGEdq0ko6cZ9t8VXYx3RqYLB00erc1eqVHeyw7770czuXdvVq109b6XYFO0266qdZ2avPff7pO4SSrptx+MnxKMe2wAAEABJREFUzt0+76lqnuLPgMFTpdbcSbrij9XrzBbLfZ3bGtyvHWq+w/RzWlLmuAEffv3P29dr8Puctb2HddiwfNf5k7GPjr7l3xt8OWlh0451G7WreUtj/bVka0Js8qAXekq3JSvDtHnV3q4DWoq5t+hav36r6vkaiKdz5mjMgGe6yc2kgvbVmz81alc737M2Zppnv7sk9txljUbddWCrlvc1uKVp2q3Skslp5w/ZW490VO+sU2m0KpXaLYcElG4ZRtvor9dPHVje19fXw8NDrVYXeKZNHCI6HA6TyTRz3vLB/boG+PtIAAAAJZo407RarZnr15nHjqm4a7eEks5yOCpm2DDzgh98QsPEQbVGq72Zg+r9UacOHDrcpU0DHx8fg8GgurNP1QAAAAAAAIojOtsAUFTcefpZyukHusNw94TTyiUTnGnJJvFVgcPh4Jce19OmTRsvL6+PPvpIlH/66Sej0VhQ6eebcezEmU+/+Hb9ph12u0MCCoLJZF70y4rZcxcnJadKQEEQf0H27Iv65Itvd+05ePUfk7vQ9/Py+eukO/DsO4NuNf185y5dSNy78fANGrTt1Xj4y33+s1nBWrN4s6e34f2FY8Z88tjXkxff6ugqjdR/one52qpNM5RH/zLbrRa73SYfukgAAAC4FUtXbrBYbRIAAAAAAAAAAHdGJQFAEVAg6WdZ4146cb/2e+OSCY4B75m9fCX6gb6BWbNmNWrUqE2bNlOnTl29erXT6XzllVf27dsnHvrwww/r168/fPjwbdu2hYaGjhkzpnv3Au4912qzr/ln0+59B/v06lqxfIQEFITTZy989uX3bVo1aduyiUajloA7ZjSaly7/c8/+qF7dO4aWLSNXuv5uFVz6eeUPG3/4/PeykUGN29UeOPI+ufK3Of8kxqZ8MfGH2k2rnD504Z2nZsTHJPV7smv7+5sc339uwae/Z2UaazepMuzlPrl/494dOev+xzrVbFTxwLbj//yyTavXNO1Y18PH/d1nvwoK9Q+JCBr59qBNK3bLHTynJWW++cT0T5e9uu3P/b/PXWu12oPD/J9+4+F8y/Z8rylTFryk1Wn613nhy9Wvh0YGiZoPFo2d9fai88cuanSaJyY8WKVu5EsPvBdWUawcN5vVfmjHiRULNohx/1m67Zdv1hgzzc9NfqRC9TB5gnIP0PHRiXIzsfBXP3exSFE7T46Y2H/Bp8svRSeM/eSx3+euU6uVNRtX/u79X9KSMwJD/Ee+9ZDN6nh35FfiCTZpX8fT17Dw8z/8ynhnZ0uN2tU+tv9s3mfd57FO8pQz0416g066dXIGesnktE0zxJC5euecSpXrTYZjDAAAgJuUZTRXr1xOy5kaAAAAAAAAAOCOEYAGcO/J6We73f7LO1lH12XfSfpZlpuBXvyq46EPLR5eZKCvKzg4+NNPP+3cufPixYsDAwO/+uorHx+fv/766/z587169dq7d+/q1av//vvvsLCwdetcvZBarDazxSpuVqvdme28wZSdTqd4TZOSU2zG9Itx8TdomZScNnvu4jo1q3bv1t5DfzuhNBRrDrsjLT3DaHUqVZluipvcT0Wba/S6mtsTq93hWLth2559UQ/06FSlcnkJpU9mltimFKoss0KhclPc3DVPxAZ01eaXlWXMLZ+Pjv3y6/lNG9br2qmNVqsW73InNpj+/MAWXEn10Fted9j38+ZVe554bUDbXo3XLtsudgqlSikq7x/W8Y/565+bPHjD8l3iLXfiV88lXEz54KXZotnHY7777PfX9O6aLyb9sO63nR0eaCpPp3P/Fht+31GzUcV/lm7r1K/FppWuayXv3Xi4ZdcGQ8f2ObTjRFaG6eq5x56//MY3z2l06slPzzyy91S+R5t1rntgy1F3D31o+aCo7ScyUrNqNqr067d/+/h5vvjrqxfPXZ781MwZq9/IzDD2GtqxSp1ypw9Hiz/rPR5p++WkheEVg8d+8tjfv2wTTyE3AC3r/3Q3udmERz69+rk3aF3jpy9WiMLxA2fkZd67IeqlD4d98OLsPo93bty+lpjgN1OWDBvXN/5i0gc/jRUNnuryxkeLXzZ4uU8a/vnVz1rnrhGVYmknDvl03GdPSLdFpZEefM375ylpm2e6OZ2Wmt3E0YpCqeKUCgAA4GYplYrI8LISAAAAAAAAAAB3jG/rAdxjuennX98zFkj6Wfb/GegJ9gHvSp7ergmSgb6m/v37jxw5slu3bqIcFRWVlpb2zjvviHJkZKTVav3yyy9Hjx7tcDiGDx++Y9+R/VGn9DqtVqP29fUymcw3mGxO16jOiwkZDqPlyLGT/7kYUUdPBAb4tW/dVEIpY7HaLsUn2LOTHdluOQHm/95JdTqd2XyNzS87+39S0WnpGX+v30oAunRKSk6xZ6fbnW7ObDfp5t75Rbvsq4L1yalpeQfFJrb3QFRI2aBGDWqL97iolXZRWbejTqu/0z8uT7zWf97Hv61cuKFBqxpWq12fEwLOq3LtSPEnzMPXYM4ypyamm4zmX2f/JeqVCoUp4/93h4Zta33/wdKMNOPJg+dHTx0mB6B7Pdph9rtL3nxielCof/lqoVfPXaVWTpsw32F3JMQmO+35f9zSrFPdFT9s0Bt0Q8Y+sOG3nYmXUpt1rrd22fZO/VqIRQorX0Zv0KZcdq2oqydeuU6kuPf0NViMFulWnrtWrwkI8Ys+E6/RqgND/E4cPG+12b0DPC9FJzRqV1M0aNyhzsLP/xCF0AplNDp13PkE8ez8g31ETY2Gla73rH+eteaF94fWaFhRul1qrdTkfvcLURlHVmZX7WhVKlUKpWuBOcAAAAC4Gcv/3NKhVUPxwYIEAAAAAAAAAMCdIQAN4F7Km34+9KezRhtNz+cNd55+lv1vBtrs6e2qJAN9YzVr1jQajWPGjBGvy8cff2yxWHbt2rVmzZqUlJTIyMiEhISm9Wvc5KScTqfNZtt6JC7mQGLn9o2ubrB2w/bccrnwkD69ugYF+jkdDgmljLu7rmrlCgZPH63OXalS3ckeunHzLue/W5BWq+ncoVWLJvXzpaJRSpQLD/X09tMbPFVqjeIme4C+FrPZGh0TlztYrUqF+3t09vH2FG9x2VJ2l1cVf7xuXTMrS2twq95KI92BdUu3j5/2hFaneeXhjyvXjpQzvv8jz57h7e/p6W3o92QXrV4TtetU3r1GoXBrdV/Daa/Ma9/n/39Psv2v/d0eal29QYW5H/26fP76yrUiEi6liPoTB8+K+5SE9GWz/569brJSpRg3cOrVy1ahRvj5k7E6veaJCQ8umbEqIS754VHdzx6LOX/iYp3mVWLPJVyOTfYJ8JTn7lpShVvubneDPTq32fWee7NO9b6dvLhx+zqevu5fvfVj6x6uPyXlq4WdPxEbWTV097pDZcL8XTPNmYV/GZ/ky6l2m0OlVooGtZtUyfesh7/cR3KlotuHVQiW7sCZvbZl72d4BdvajMlwOrzkQxkOLQAAAG6GOIru0Kqhv6+XBKD0mdHngaeX/KwouEvoHF+3rkzlyj5hYRIAAAAAAABKKwLQAO6ZQk0/yxr30jls2RsWmMhA36Qnn3zyjTfe6N+/v0ql6tu3r6+vr6en58MPPxwTEzNp0iSN5o7ifdfk7q7r1rFNowZ1xGtCUBUFpWH9Wl06tvbyMEgS2xUKhr+fd8+uHapVvdJzsJvrD4mbWufW6VXbn5Mdv3+SKUked5KBrtagwvQJC1IS0sqWC6zVpHJufYXq4R+P+b5Ru1p5GyuViufff3T6awtMRotfoPfgF3rmfbRj3+aPtXvtucmP/P9EaoT/+t1fP01f4XRmP/3WQ16+Hsvnr3/7yRlBIX4KpcLLz8M/2GfSsM/lP45pKZnKqyLjVWpHZqRmiULVeuWNmWalStlzSLu5U5e9NeLL00cuPDrmAWWeLqv9y/ikJKb98s2f0g3lNrvec2/SofYnY79/dvIjOoP23We/Hv/ZCFH5zJsPL5z+R/TpS1lpxlHvDcltrNGpHxvfb9yAD8MqlHHaHVc/a7nZl68vfOLVB6s3qCDdljN7bUvfy9D7W5q/cFnn4eHK1nNEAQAAcNNSUjMsVpsEAAXhwPLf2z0zUgIAAAAAAEAp5kYqCMA9cRfSz7m2LzVtWGAqU9Ux4F2Vp7dOrVaTgb4LcnuAXnkgcXz/a/QAPeGtj5o2rNepQ0uDu16uEZuE0+GwWEwvzd7RrEbYsI7VJJR0477b4quxjuhUMD1AT3jr40B/v769u5aLCMmtFJui3WZdtfPM7LXnfp/UXUJJt+14/MS52+c9Va1AeoBevmrtzt0H2rRq0r51M1WejK/8fmWzWa1mY0ZK5j8faFPOanuP9rjDfqBRlOWmn5s9H+vl7+7u4aVz99Do9Eql6k62MaC4yzDaRn+9furA8r6+vh4eHuJIu8D3CPGW63A4TCbTzHnLB/frGuDvIwEAiqe/NuyqUSUytGygBOCGxEcZVqs1c/0689gxFXftlkqEGX0eqNCsWfyJExp3977vve+mUKz+4H0xqNbpuowdG1Kz1uzBgyIbNXY6HVlJSfeNf0Xr6fnXp59cOnpMjNt59OiyNWr8OvG16P37vcqUaTF0mFqv/3ncWN+wsEdnfyumIBVzlsNRMcOGmRf84BMaJg6qNVrtzRxU7486deDQ4S5tGvj4+BgMBtWdfaoGAAAAAABQHPFVPYB7IF/6uWrzQkw/C8366ts+oo8/rlw8wZ6RZrbZbA6Hg59/3HMjRzxyf89OuennUmjV2i1TZ85NSEoZ8NTLEgpCj67tnh85NG/6+e6bNf/njgOeHDLqtSHPT3zwybFfzll0zWZzFy+XCpPZYu380NPb9hyUB4+eONNt0Mgso/lWpiHtOnD4mVfflcufzf6h/YMj5PLKfza/8+nXNzOFtz+ZtXHbHqk4i4wIe/HZ4Z3bt8ybfpbkHqAVCpVKrdbq3L307V82+VWw/v5J5tHNVgklUd70s6e/XufuIV75nHg9P6kCAAC4WZ3bNib9DJRmNTp1HvrtdwZ//+gD+7fPn+fu6/fEwh97vfnWrxMnZjudVqOxTs+eXcaMVWm0MVGH9ixZrPf0fHT27N5vvbXstQlOu/3U5s0DP/1M3Bw2W2TjxhENGvR6480SkH4GAAAAAADAbSMADeBuuzr93Ht0IaafZWSgrxafmHL89AXp3gkLCZYgSYH+votnfSihILRs1lBZBPphHdCry/zpU+ZPm7xk1tSlK/+5eOny1W0WLF0hFSadVvPRpNHjp3yWmpZptdnHTv70o9dHG9xv7UvB+jWrRR07KZe37T5Yu3qlo6fOifKu/YdbNqknlQ61a1bx97t2V6OuCLRSqRJfzOrdPbwN7cYZyUCXVPnSz3p3T527Qa3VqVSunm4JQAMAANyMuMtJuw8ckwCUYqF16oh7vZeXNcuYHBNTqWVLcT7lX66cxt09MzFRPOQfGSnudV6edos1/vffWE8AABAASURBVOSphDNnNnw188Dy331CQx02W4/XJq6ZOnXR6JesJqMEAAAAAAAASJJKAoC76JrpZ4XybiSHmvV19TS8YYFp8QT7gHfNnt6uSqWylHbcuGHb/kuXk3t2aiGhoB0/c/6jmXMzs4zuev3oJx/x8vSY8N60+dOniId6PDpq8VcfXoxPGP3mR1q1ukyQf/nw0ISklGcnvLd41ocHDp/4bPYPGVlZTerXHvf0o3/8vWnl2s2R4SEXLsZ179CqR8fWS1et/fbHZX6+3q2b1H9ycL987UngFUHxCckZWUaNRiNe5SnTvhH3/r4+b4595vc162MvJ0yaOqNejSoXLyU8//jDSanpT45965fZH/d9fHT5cmHi1WzbrGG+DSB3sjPmLv5n885sp/PR/r0f6Nbu9Y9mOp1OTw/Dxbj4p4f0r1Glgtysbs0qfbt3fPuzWVUrlLuvfcta1Sr9tXH7nMW/ZRnNzRvVHfvUo7+uXnu9uX806SUxBZVKWaNyhaOnzgX6+2q06paN623Yuqt6pcjdh46MfWboybPRH874PjklLSQ48PXRT9tt9mcnvOvl5dGxZRNvL88vvv8xKMBPvOG3a95o/+Hjz732fmhwUERY8FtjRrrrtVKJIO90StX/H063G5e1fqr0+yeZkuRRvZVGQolwzfSzRqt3pZ9L61EEAADAbUhLzwwNpvtnoFTLewIVXLlKwulTkY0bJ0dfSIuLM/j55WsQVLmSzWRuMWyY+Gxh25w5dqvlYlTUkK+/NqWlfda1S43OXdzcFFziDwAAAAAAoJSjB2gAd889TD/L6AdaOH0+9ss5vwYH+Q+8v4PBwDUiC97ps9Gvjnr8xxnvN29U5/e/Nlzd4N1ps19+eujP33wUFhyUW+l0OsdN/uSLKa8smTU1PSPztzWuEdUq5fiRw14b9cTcxcvF4FfzFn855dX5n082miwJyalXt0cRsXj5n0NGvTbgqZeffmXy2KcfDfTzmTLtm0F9uv/wxXsdWzX7+Kt5wwb0DgkKfGfcyKvHzcgyDuvfW84f59sAZNv3Htq25+D8aVPmTZvyw7IVJ89Gi8qqFcqJlu1aNl7xz6a8Uxs5dODp89Gbd+0fOXSAxWp757Ovp04cvXT2xyaTeckff9147rLmjeruPXR00469bZs1bNe80aade5NS0308PQzuurc/nfVInx6/zP64S9sW7037VjSOuXT5q/cn9u/V5eOv54kl/PrDNxwOp6jftGNft3Ytvv/07Z4d2mRmZUkliFsOpUqlVmvpB7pEIv0MAABQUKpWjChbxl8CgByNH3ooJSbmp+dHzX388Q6jnleo8nfW0/DB/qb09MWjX/rl5Ze9y5bVe/toDe4/jxv346jn2j71tEqrDatTZ8WUycbUVAkAAAAAAAClFT1AA7hL7nn6WVbK+4Fes36XeAmeebS3QsEPYAqLp6dh6sy5/r7e56IvVq9U4eoGZ87HtGpaX2xyrRrX37E/Sq5MSknLNJq+/fFXybVBKjKNRm9Pj8jwEDHo7eVhsVmT09Ld9Xq55sUnBiUkpeRrL6HIGNCry1NDHjwfHffcpPfbNW8kao6fOrdx+97tew5Zbbb/fLepWilSLuTdAHIfjY691KReLbkT5Qa1qx85ccbVMiJU3Pt4elittryT0qhVHVs2Fduk2OUvXb5cLiwkJKfHtTbNGqzdsqt+zao3mLusReN6X81bIkZ/6pEHywT6i61uw7bdrZrUl5ekTfMGotChZeMvvvtRFCpEhOq0mvMxl8KCg0RjUdOwTg1xP6Rfz/e++PbJl98KKROUb/olwA36gXbYDLXal5Durksn0s8AAAAFJT4hZeuuQ326t5EAlFYjl/0qFzqPHiMXuowdd+MGHZ9/Pm+D1k8+lXew+dCh4iYBAAAAAACgFCMAB+BuKCLpZ1np7Af6jKvj52WR4cE9OjUn/Vyo3v38m9FPDpn88rN1arjSpe7u+suJyQ6HMyEp5eKly5Kr16vI46fOicKxs+dzx/Lz8fb28hwxuO/zjz/cq1PbapXKS/973U8/by+r3W62uIKwM+YuTkhOvbo9ipRy4WWHP3T/Y2PeFK9+lYqRnVs3Ey/WI317NK5bK7eNu15/KSFRFA4dOZFbqfj3db9mvLJ6pfInzpwThSyjac/BI2EhQddrmU/ZMgGJKak2m93pdG7avi8sOOjGc5dVKR9xOTHp7IWLlcuHi8HmDev+sHSlHIAWW93xMxdEYf223aFly7jGzXlvKRPodzkxRcxIlE+edTX4Z/P2gfd3XTD93TKB/vN/+UMqca7XD/SK6VlR6ywSiifSzwAAAAVIrVK2b9lAAgAAAAAAAACg4NADNIBCV6TSz7LS1g/0nxt22eyOp4fcr1QSfS507Vo2GffOJ56eBo1K7evj5e/j1ahezaEvTgwpExQeEiwaTHzhSdEgMMDXXa8L8veTxxIvzXuvjHrtgy9MZkugv++oxx6Oi0/IN+X3xrsaWK3WyuXLVa8Uma+9hKKnb7cOy1au/XbRrxNfGPHZ7B++WvCzXqsdPvB+8VD1yuXHvvPppBdGLFj6x1PjJ4eWCVTc3O5Zq1qlFo3qvfTG1G17D/Xo0KpBrWq/rVl/MyNq1Kp3xo4c/+7nB4+ciAgt+9zjD6sUipuZe9kygXqdTi63alL/19XralatKMpvjn56+vc/nj4XnZaZ9e4ro3Lb67SacSOHPfTM+MiIULvdkfNkK3z7069ffr/I6XS+MfopqSS6Xj/QK6a7yvQDXeyQfgYAAChYJos4dfWRAAAAAAAAAAAoOG4lvtNTAPdWEUw/59q+1LRhgalMVceAd1We3jq1Wl3yMtBnLsStXrujY+uGVSuGS3eX0+m02Wxbj8StPJA4vn+jmxlFbCpOh8NiMb00e0ezGmHDOlaTUNKN+26Lr8Y6olMFg6ePVueuVKkKfB8Um6LdZl2188zsted+n9RdQkm37Xj8xLnb5z1VzdPbT2/wVKk1d63be/lPnsNut9nEO5kxMy1r/VT35DOaHqMMZKCLEdLPwC3JMNpGf71+6sDyvr6+Hh4e4oi6wN91XW+tDofJZJo5b/ngfl0DyM8BQHGTmWX6dfWmR/p1kQDcHPFRhtVqzVy/zjx2TMVduyWUdJbDUTHDhpkX/OATGiYOqjVa7c0cVO+POnXg0OEubRr4+PgYDAZVIXyqBgAAAAAAUMTRAzSAQlSU089S/n6gTSWvH+g/N+yyWu1PPdpbqaDjZwAodPQDXQKQfgYAAChw7nrtoD6dJAAAAAAAAAAAChQBaACFJTf9/MfHRTH9LMvNQP/yur3f2yUnA332QtyqdTs6tGxQrVKEBAC4W8hAF2uknwEAN8Al1Eoh/voXlKjjZ8OCA/18vSQA/2vdlr0xcQkNalWpVrmcUkn/BQAAAAAAAMCtIQANoFDkTT/v+6OIpp9lJS8D/dfG3WaL9cnBvVQqpQQAuLvIQBdTpJ8BADcgn+E6nU5i0KWB/HdfkXMlJY4B7pzYa85HX6pTvaIE4CrtWzZ4bsKnO/Ye0eu0dWpUJAkNAAAAAAAA3BIC0AAKXjFKP8tKTAb6XPSlVWt3tGtRr3rlchIA4B4hA13skH4GANyAHH1OmTQx22QUBQklnfjTr+vbT9esufhYQKFQcCRwh8QK7NWlpQTgOsR7THa2ZDJbduw9kpuEFh/uBfp5SwAAAAAAAABuiAA0gAJW7NLPshKQgf570x7xZckTg3uoVby3A8A9Rga6GCH9DAC4MXGG63A4LGv/0VWrpgkJkVDSZf7zj1S3nqJBA41G65ZDwh3YtudwoJ93pfJhElDEqAu/o2W769IB/9EmwM8nISk1d1B8uHc5IUVUir8/EgAAAAAAAIAbIiQHoCAV0/SzrPhmoF0dP6/b0a5F/eqVIiQAQNFwzQz0ug+zyUAXKaSfAQA3Jp/kOux2Ufbq29ejcxcJJZ1x1y6b1Wqz2lRKVbZSKTYADgnuhIdBXy48WAKKHoWi0HdtheTmcFwjxxyfkByfmHLpctLlxFSn838aVKkY/tSQ+9UqpdVqlQAAAAAAAADcEAFoAAWmWKefZcUxA/33pj1Gk3nEoJ4qlVICABQlV2eg27+cte5D+oEuKkg/AwBuhjjPdWY7JZQmNrtN3DQOjSqbHljviN3uiAgJ4kJVQEamMT4h+XJiSnxCSnxiclCAb3CgX8VyoS0a1fYw6J+b8KncrE6Nio891EN8xOd08ncHAAAAAAAA+G98+gygYJSA9LOsGGWgz8fEr1q7o02zOjWqREoAgCLpBhloh12q25kM9D1D+hkAcPOcTmc2QdhSwxV5dzidrl5bedHv1N5DJ1RKRYM6VSWgVEpITN25/9jlxBSlQhEU4FsmyK9iZFiZQN9rNm5ct9oj/buKlvJg7imJIyFBQknnSE2T8rzoAAAAAAAAuEkEoAEUgBKTfpYViwz0P5v3ZBnNjz3cXaPmnRwAirTrZaBXz3SVyUDfE3L6WetnrvPEWa2nB+lnAMANyNFn/jqUKvKnHBLuWNVKER7uegkoesQ+3rlzZ1GIiooKDw/39vbu0aPHiy++eDPjLl++vHbt2jqdbsCAARs3bsytb9CgwdatW0V9bo3d4ahaMbxNs7ruet0NJqhWqerVrPTogPvy/amR//Sc636fhNJBfP6sUCgkDjkAAAAAAABuGrE5AHeqhKWfZUU5A33hoqvj59ZN69aoUk4CABQHZKCLlNy+nxs+E+1QZZ+Ljredjw8uExwaWjYwMIB823+SA2G5sbDcNZY3KHbzlbn1d1h52wtQXCqlwlxRbPYAgMJgs9ljYi/XrFpeAooecfzz119/iUL//v2fffbZdu3a3fy48+bNe+ONNyIjI/Omn6+pbBl/V2/y/+WhPh2b1KuR94jMLYe6bl3r19+YTSazxex0cC2CEku81gqFQq1W6728FEoFB+cAAAAAAAA3jwA0gDtSItPPsqKZgf5n897MLNPwh0p4x89iJZutjtQsq4SSzu5wSncldyVmId6s2KhKA6PJJhXJMN81M9CbPiUDfbflpp+bPR/r6e+pd/es4m4wW+2xlxJ37j1kMlkiwkPCw8qGBAdJuBbxXmoyGS0WS7bTlcBQqdR6d73YvK1Wq8Vslo8MNRqNTp+/0vV1vru7qLTbbEaTST6IFHuEwWDIqbQbTcYrlUqlwcNDVDodjsysLLlSDHp5eYkdScw3IzMzt9LT09NNoRDljIyM3EoPDw+FUimWNj09PbfS3WBQ5eyAmZmZYspyfMTd3aDWqEUhKyvLYbfnqzRmZtkdVyr1endRKaZjyjKKSqfT9fdLp9VpdFrXcYt467Hb5Geq1Wi1ep2oFGvJKlbUlaevKZorSqlUiXq3f0kAABScs9FxRpNZAoqJo0ePvvLKKwkJCREREdOmTQsKCnrvvff++OMPceA3atSoQYMGyc02bNiwefPmp556asGCBUOHDt24ceP48eMJAxotAAAQAElEQVTXrFlTsWJF14GWJD2ao1OnTnv37t2ydeuTTz3zn7NuWr/G1ZWuRKyXt65adTeLWWm1Op0EoEusK3l3tVqr1Yl7hYIMNAAAAAAAwM0iAA3g9pXg9LOsSGWgz8fEr16/s3WT2jWqREolmrx6F206JW4SSoGuNX3c3Ar/qx03t0yzvc+UVRJKAfGHSCHeq4veV4ZXZ6DbjM7a8HE2Gei75n/Tz3q9u6fO3aDR6t0N6oCAwLq1axiNpgsxcVGHj6/fuD08rGxEeGhEWFm+e84lDvycDseWTRujoo7INZUrVujZvZOb5LZ7z+7tu/bIlRHhYX3vv0/hpog6cmj9xq1yZaC/3+CH+4nKU6dPrv5zrVzp7e01fMhAUXnx4oVlv195i1arNc89PUxMMzbh0k+Lf8ud+wvPPiEOw1LS0ubN/ym38unHH3E3GIwm07w583IrH3moX2CgvyjMmzM3t7J/315hoWVF4aeFP5rNV8JYvXt0qVghUhR+/eWXlNQ0ubJrp3Y1qlcRr/uS5cvjExLkytbNmzZqVFfKllb889fZcxfkykYN6rVu2URU/rNp49HjJ+TKOrWrd2zXWlRu2bF13/6ou7+iRj0zXDx0MytqyMMPBgQGWGziLVMlR8bZ2gEABahKhXAJKD5eeOGF0aNHd+vWbdGiRWPHjn388cfXrVv3119/ORyO7t27169fv3r16qJZ27ZtW7Vq9cYbb+j1ro8Nt2zZsnfv3h07dly6dEm0ETXDhg378ccfO3XqtHDhwsFDhki3S6FQqNRqnesUUqnT6eWPYSWURFd+jKhwU6vEP7Uy58gcAAAAAAAAN8ONT80A3J4Sn37OtX2pacMCU0hNe7+3VZ7eenXOx9B3OR2S0/Gz8b72TTU5/REWC06n02azbT0St/JA4vj+jW5mFFesSoxltZyNTUpNS7dazQ67Te5hESWS+DJPqVT5eRnCyvi5MoganaIQdi6xCTkc9qSU9AvxyRaT0W6zigqOf0oq1zeGSqVapaka7q83eGr17iqVuqjl+eQ/oA673WaziG0yKz1rw8e6xJO6bs8YyEAXquuln8VGcvWbj81mvxATGx0Tdz76YnhoWblbaK1GI5Vu4h01MyN91sxZk155XkKJcPjoSYVGXzYkVK3W3N5f4QyjbfTX66cOLO/r6+vh4SF3WScVKNd7psNhMplmzls+uF/XAH8fCbiL5NNes9mU3rlT0IQJHp27SCjpzvbqaerV271/f08vL51Of8+vBFVMiX3n9z+33N+1lQQUVVq1K2bav3//Z599tl27dpUrVz5x4oTY3zMzM5s1azZmzJiLFy9OnDhRtBk/fny9evUefvhheUQxyhtvvBEQEDBgwIDhw4efP3/+zTffFPVt2rT5888/tVptw4YNt27d2rFjx/UbN972x1rymaMzB+nnEu9KBDrHzV+bZX/UqQOHDndp08DHx8eQc8Ub/mABAAAAAIDShh6gAdyO0pN+lv63H+j+U8wGD1flXfsG9MLF+FVrd7RqUrtmqwZSSSd/vi/WbUSQV7C32ma1OP69xDxKpJyvdZRqjVbclEqVVDj7VE4fOgofD71e7WezuDvsNgcB6JJLfrmVKrVWl5NqdSvgEF6BuLof6LZjsjZ8LNEPdKG6pfSz5OpbV1WxfIS4iXJ0TNyFmNhdew76+npHhIVEhId4GNyl0kfOX9htNgklyKHDxwLLBAUGBiqLZMf5AIDiKzk1vXL5UAkoPurUqXP48OFatWqtWrUqMjKybt26a9asEfWZmZlbtmx54IEHcluKzzJyP1WoUaPGypUrRcFqtR454rpMijigeuihh5566qmePXvmHFzd5ucPV84cc/AhRmmQeyjOMTkAAAAAAMDNIwAN4JZd6brS4Vg1zVTi08+y3Az00jfsfd+6exnotVv2pmcYhw28T1t8On6+QzmdnbgSseJ/arXWme3kO54S7N/Iu0qpUov7m+/h5pZn5Nqq1Fpx3KNSO50OUvUlm/w2Il5r8aK7KYpiAFoiA33X3Wr6OZ/wsLLi1rJZw0vxCRdiYtf8vVGj0US4KkP8fL2l0kTuhI4/zSWJ6zeNNqvr10EOjXjvlAAAKCA+Xp6+3p4SUHxMmzbtnXfeOXbsWGpq6qxZsxo0aNCxY8dHHnlk/fr1/fv3b9asWW7Lpk2bPvvss1999ZVcrlatWvv27WvWrBkaeiX0P2TIkMjIyHPnzkl3hkQsAAAAAAAAcGN8wQng1uSmn1d+bty9zFEa0s+yu5yBjo69vGrtjhaNanVoWfI7fs7LlVxUKqWc/KJT7ZSIWJV08hU+5ct8uhVaD9CSa29VuToGzlZLXDe2pHO94jn9QLvdynVj7z4y0HfNHaaf8wouEyhuTRrWTU5JvRAdt3nbLrvdER5WNiIspExQgFRqEL8oYbKdTofDLh90iT+RvL4AgAKx4Jc1A3p30Os4rEVRt2TJErkQGhoqZ5pzjchx9Sijc4jCxo0bxf0777yTr4E4oOrZs2fZsmXt/AAbAAAAAAAAKEwEoAHcglKbfpblZqB/ed3W722p8DLQ67bsS8vIerR/V51WI5U+OVFYhXw9UQmlwF3o0EiespvYW7OLaH/AKHBXXvSiHeMjA30XyOln9zLmpiPj7jD9nJefr4+41atTPSMz60J07L4DR1LT0iPCQ1x9RYeWlUo0jUYz+KG+EkoKf18ftVYjH+TzwzOgkLzbtElY7TpyWalWdRk7LrBiRekWzejzwJM/LUqJiUmPv1SxRcvrNUs4fVpuINo/veRnharQP/dbOWVKqyee8CpT5uqH5GVWabV5B2f27TNqxcrf33i9To+ekU2aXHOaN34UxYLFYu3SrgnpZ5ROc+bMef/993/44QcJAAAAAAAAQCEjAA3gZpXy9LOssDPQVzp+blyrfcv6UilWLJKLKF7YqFA0kYEuVLnp52bPxXn6uev0HgWSfs7L08NQs3plcTNbLNExcSdOnl2/aUd4aNmI8JCIsBCVSimVLGKlqVSqoNLU3XWJ17Z10wsX4xTydRj4KwkUDpVa/ejs2XL5wG+/bZs/r/ebb0m3aOSyX8X9mW3bFCrlDQLQ/9mgwFVo3vzkhg0NBwz4z5byU0ApkWk0azVqCSiVhuWQAAAAAAAAABQ+AtAAbgrp51yFl4Fet3Vfalpmqe34GQBKJzLQheTq9LPe3UOt1RVg+jkvnVZbuWKkuDmdzgsxsRei47bt2BsY6F/O1S10iLteJ5UUdBFcwuTsCzk3fikE3BUJZ86oda4/ChejDq3/8ktzZma5ho06vvDCNw899OjXX6t0ug9atnj6l6V+ERFfDxz40OefLxkzWuflVbVdu12LFj36zexdixeJ/TS4WnWFSpl3dHnnNaen5zYQg39+/FH8iRMad/e+770v7v/69JNLR4+J+s6jR5etUSN3kTZ98/WJDRuync6mgwfX7tFzxeTJTodD5+lx+dSp7q+86hsRcXD58v2//WazmJsOGlTrvu6igfhwQOfhkRob2+qxxyIbNRI1DQcMiFq18vCff/pHlEuOjq7ZpUvNbt3k6e/66ceYQ4fuf/udrx7s9+RPi665WuIOH171wfviPSiwQsVuL78sV4pFyrvMCpXqr08+fuSrWWJw3hNP9H7zzQv79uVdsOVvvWUzGdPj40Wb3G6nca+s3bynQ6sGEgAAAAAAAAAAhYkANID/Rvo5nwLPQMfEJaxau6NZgxrtW5Tqjp8BoHS6QQbabstu2L3kZGfvmrucfs5LoVBERoSJmyjHxsVfiIk7cOiYh8E9PMzVLbS3l6dUzJlM5pnfzXnt5ecklAhnz0Vnmsye3n5uOSQAhcBus8174glRyExKDChfvsfESdlO56+vvTZi4Y9qd/cVkydHrVxRrUP7Mzt2aD0MfuXKnd+1y5SWFtGgvtgrU+PiXvx+jkqr3bVokc7Ts/GAgQqVMqxOnRl9Hsg7eu0ePcX0dV5ecoPwevXEYI1OnbuNf+X3N9+IPrA/NSZG7+n56OzZqRcvLnzu2dzOmM/t2nV2565Hv5ntdDh+GPmMnJwu36Rxrfu6xx0+/M/06W2efPLA8uViRJvZPGf4sLDadUSDMpUrNX7o4YPLlx/+88+OL7wguUkOq1VyHcyoO730Ulpc3C+vjJcD0Nvmzc1MSuoz5d0br6JtC+Y3efhhMdNDK1fEHT0qV+5ZsjjfMluysrKSk21Go3jUajJdvWBlq9fo+/4HEoqAB3u2488Kij6LzXHNevEp6IKfV/fu1sbb0yABAAAAAAAAKMIIQAP4D6Sfr6kAM9Drt+5PSct4pF9nvY5OqgCglLpeBvrv2a4yGehbcg/Tz/mElC0jbs0a10tITL4QE5uRklix7D0OQDuzpWSjdCfcJNdhoYSSYu+Bw76+3iGh4eKAXwJQOFRq9aOzXX/RV3/wvoe/v8HPLzMhwZKVtW3+PCnnlzOWzMwqbdvtXrxY62Ho8NyoQytXpl+Or9auvXjUv1y5qzszzkpKyjf6NecbWseVCdZ7eVmzjPEnT1kyMzZ85brAhE9oqM1kUutdp7QpMTGRjRrK5fB69S4dd3W37Bvm+hmPb3h44rmzl0+dtFvM8ohiYTISElyFiHJSTt7abrWIQljtOmd37RQFv4gIeY52s0VehjPbtyuU//3ZY8Lp091fnSAKtbv3EPf7f3Pls69e5voP9Dm4fLk5M7PeA/dfc8GCKleSUATExF7OMpmrVoyQgGJIHBQt+X3tgPs7aTVqCQAAAAAAAEDRds8C0Fd/vXrNL1yvDijQfQhwN5F+voE7z0BfjEtctW570wY12rWoJwEASjcy0AWi6KSf8woM8BM3d41U3InDQqfTyRlZCZNzJp4tH/dLAApTpxdfmj14kG9YePXOnfXe3i2GDVfrdBf27hXvq8HVqiWcPqXW6TuPHrP529np8ZfaPPlUZmKim0KRdwpuCjexq7r7+eUbPV+DK+U89UGVK9lM5hbDholHt82Zo9JdOa4IrlLl1JYtomDNyrqwb1+1Dh0v7N2XcOp0aO06p7ZsDqpYMahSZZ23d9unnxFtDq34wyc0VJ503qWq2KLFnl9+Dq1VK98fCDE4eMbMJWPH7Fm8uOGAAdL1lalaNeHMmfB69U5s2GDJzLjeMtfq1u2Hkc9YTabH5y9IvnDh6gVzc1NIKAJi4xPLR4RIQPH03Y8rHh3QTa2i4xgAAAAAAACgGLirH+TJ38HI9+KLc+nfbKVccNrS7ObLDkuCm1Kv1Aaq9KHyFye5l+KV7xU53/3krQFQSEg//6c7yUBv2LY/KTVjcN8uel3xz0MBAAoCGeg7VDTTz8WRxWLTaq/d4x2rsUTKjUuKQt6XODsry83Ald+BAqPSantMnLRk7JjKrVv3fvPNP95+y2oyefgHtHvGleINqVXLlJYm5fTcbMnMVFwrexdYoeK6mTMCy1e4evR8DfKN2PDB/uu+/HLx6JcUI+1jiQAAEABJREFUSlX1jh1z9/SyNWtWaNr0l/Evn9u1q2bXrmF16x7844+DK1bs/XWZNStr8IyZnkFB1Tt0XPrqKzaTKaRmTY+AgKuXKqBChbS4uNBata75rHu/+da3jwyu3LatdH2dXnhxw8yZ2+fP13l6dn7ppbM7d15zmTUGg3/58mqtVqzJoMqVr7dgv70+qVyDhvUeeEDCPdKkfg0JKJ7mLVn90AMdST8DAAAAAAAAxYXbXejkKTfiLHcYZrekZMQss6QdzrYl2s2XndYEhyXRaYm9ekQ3lbdCE+CmDlDpAhWaQJU+TB/UXu/fTPGvfNloAAWI9PPN277UtGGBKayOvd/baoOHTq1W3zgDHROXsHrdzib1q9epXkEqucQbvs1m23okbuWBxPH9G0kAgJtz5U+w3W6zWSwmY1Z61oaPdYkndZ2ecCcDfQNFP/3srpHKhQQmJCTIg4sWLdq0adMXX3xRp06dnTt36nT/8+JeunRp0KBBa9euvXo6vXr1EhPx9PQUZbvdPnr0aFEjylu2bHn99ddFISAg4L777hs2bNicOXPmzp0rJiI//QEDBvTo0bPHg49K/2XW9z/WrlG1aeN6yjw9j8qbpcmYeTkupma1SjeewpyFy9as3RIQ4JuQkCzmPvrZYY3r17pB++iLl9784MsaVSs0qV+nQvnw0LJBcn1mlnH9ph09u7WfOv27ti0bNWlQR/ovjzz18pwZ76mUSunm/LV+66kzF5557CF58NW3P3nv9dFSgRKL9O30yVrNbf7mTTz3Vs0aNG98axcMuRh3+YNps6e9N+HGzVauWafVaqrVqOFu8NJodXl3Fvu2zabJkzxXrLvxFDKMttFfr586sLyvr6+Hh4c4ElYoCrgHVvmsxGQyzZy3fHC/rgH+PhJwF4ktULzZms2m9M6dgiZM8OjcRSrRVkyeXL1jxwrNm0vF1vk9e8TLVq7R7Z+Enu3V09Srt3v//p5eXjqdXsnPqG7FhZj4U+diOrRqKAHFzaLf/unSromvt6cEFBP7o04dOHS4S5sGPj4+BoNBpVLxBwsAAAAAAJQ2hdiZwf937ex0intz+onMi7+bLq20JG++Zns3pV6l9VPpApw2o92S7LAmZdvTHPY0STrtusuRfuIdN5WfNrCzR1g/Q5mOCpW7/CWEHIaWSEIDBYT08y25pX6g12/bn5ySPrhvJ71OKwEAcBX6gb4Nxbrv54MHD0q36LPPPmvWrJkonD9/vmvXrr169Tp37tzIkSN//vnnypUri6O4oUOHirOwxx57bNmyZR999NG4ceN++ukno9E45NFHk43/PX2L2bp81doduw707d21XJ5L2Is1Kb5TLxcRJt2EXt3aDXqwpygcOHTs9fe/XPz9xzdIAB84dLRl0/qPDe776tufPDHkwdz62Lj47XsO9uzWXrpbgoMCz52/GFkuVLorYmLjY2IvNWtU9wZtxo16TCo0Hdu1uHAx7spPi//dU7JTUkwfv2tb+bsEAMVQYMWK7j78UuKeUSoVDWpXlYDiZunKDe1a1Cf9DAAAAAAAABQvhRKAlqPPzhxZlzdlxa00xv1uzzqZ20DvV88Q2ESl8Vdp/V2hZ62f2nCNL9Ed1mS7xXVzuO6TrFkX0mPXiUpz3CJxS3TTavzb6svc5xnWR60voxSfr+eQiEEDd4b0821o1lfvsEmbF90oA33xUuKqtTua1KvWrvmtdeAHAChtyEDfkmKdfhbkHqBPnTo1fPhwcfBQvXp1g8EwceLEpKSkwYMHnz17tnXr1h988ME1xz127Ji7u7sofPHFF5MmTapcubKUs/288847vXv3fuyxx2bNmtWoUaM2bdpMnTp19erV0q24nJj01XcLG9av1aVjay8Pg1x5G9cPqlu7WqXy4YeOnEhMSvl7/XazxTxi6IA9+w/vO3TUaDQ3blDrge4df1q2ym532Oz2w8dOf/D5t9M+eE2ndaWl5y1efvDIiaV//C3Kq/7a/OPPK7NMpnGjHqtcodyqvzet/GujxWrtf3/Xzu1a5J3j9K8XnD57Qa/TvTH+WXGG+NnMeafPRWs16udGPFKjaoWNW3cv/nWV0WRpVK/mU8MHyqMkpaROmvL5cyOGNGlYe8feg5HlQqdO/86Zne1pcI+9dPnRgb3LBgc9P/5dN4Wbj5fnC8886uGue+WtT2tUq2i12ny8vZ4aNuDMueiZ3/2UZTS56/Ujhj4oKl9753NPT0PLpvXlWfz8+59Hjp16bezTefvVjr0Uv3tfVL4A9LIVf89Z+GtIcGDzRnUfffgBuQfooAC/yR/NUigVkeEhOp32scF9brwAHgbDzbw6OTuI6zfF0r+/KLat/N308bvZKSkSgFKpx8SJUjFH+vne0mjUXp7uElCsrPh7a+N61csE+kkAAAAAAAAAipUCDkDnjT6nX1iSfPh1u/G0/JBC5eER1MIjuLVnYEuFxutmpqbU+ImbNk+3C8G1XzWnHcu8tDEjfpMoWBP/FLfUqNHuYYN8qr2u9QhXqVTKnIsdk4EGbg/p59vWcqDeZs3escyck4HOzpeB3rDtQFJK2qA+Hd31pNYAAP+NDPRNOr3H9vOUDK8Qc9ORxSD9bLPZ8i7Ss88+m1t+6aWX3n333U6dOk2YMCEjI0PUXL58+csvv/Tx8alWrdqbb76p1+tzG7/44ouenp4pKSne3t6zZs0SNUePHu3Xr19ug3Llyp04cUIUgoODP/30086dOy9evDgwMNDhzE5OSf/P5bQ7nLnlPfuioo6c6NKhVbPGrl9wmU3m739aNOa5x6VbEejvm5rmelJKpeKLDyelpKadO3dx+vuvmczmhx4fN2RA7wEP3JeWnjFkYO9z52OeGPKgnH4WHh3Qa96i7L49O02d/l258LJvjB+58q+Nf6/fplQoVq/dPP2D18wW67Pj3qlRtVJo2aDc2XVo1fSlZ4a+9+nXh46cOHrijK+35+zP375w8dJr73w6e9o7n8+aP2Pq64EBvp/MnPvHqvXuBl1ScurEyZ+/+uKIiPAQm82+6u9N8nQqRoY/2LuLGPxn446mjeq4u+veeW1UYlKqyWT2cNclJqc+98RgtVr10ONjhj78wNkLF0eNGCymsPCXFX+t29r/gW6Xk5K+/GiiVqP5dcXfP/2yMikl9fWXR+Yu5JHjZ0aOfUsu//z7n48/0k88fXlw3eadIx9/uHO75qv/2Wx3OOTKz76a/9TwAU0b1pFTzqLmxgvQp2dn6SbEXIzLzDJ6ePlKsRezdbqsKW/Yt2+5ull2Zqblh+9zB7UPD3Xzcp3Um2dNz7Y5uxw4J9l9nAMHSh6uI+CUGTOy/11sz/vvV0dEiELqd985s7LkSo+uXTVVqohC2g8/OJKT5UpDu3ba2rVFIeOXX2yxsXKle7NmusaNRSFr1SrTiRPVDxy3p8eYmzXVtWolKk1r19qOHZVbqqtW03fsKAqWrVst+/fJlapy5dx7uLoht+zdY9m+Xa5Ulilj6OfqZdx6OMq8YYNcqfDx8Rg0WBRsp06Z/lwjV7rpdJ6PuTZ1R0xM1u+/5T59r5GuPdeRmJi1eFG+SmdmZua8ubmVHo8MUeSsqPQZX+ZWGh7srwxyba7pX80Un55ceaY9e6lyVlTGnO+zjVf6add37qyu7FpRmT8udP4bSde1aaOp5VpRxl+X2f9dUdomTbSNXCvKuHqV/cwZuVJTp+41VlSVqvpOne58RdlPnzauWX0bK8rz8SfctNr8K2rwIwpv71tbUXPnZP+7ReWuqKyffszdom5hRdWuo2vd+gYryrx/n0OhsGo0uYsB4HouJ6Zs3nmwb/e2ElB8/LlhZ7VK5cJDgiQAAAAAAAAAxU1BBqBzc5NZCdsTD7xgS3N9l6ZxD3eFnoPbuPvVk9wKYHY672riFlD1SYclKSMnCZ2ZsN108QdT3C/6iKf8qo3X6HyVOa5cxhfATcvdi9fMyNq9zEn6+Va1G+Lq5WjHMvOv79gfmGSSM9DxiSmr1+1sXK962+Z1JQAAbhoZ6P90Zq9t2fsZniHmpsWk72e1Wi3/ZFRYtGjRpk2bch86duxYp06dxDJ37dr1559/FjXVqlXzyenD0s/PLysrK28A+rPPPmvWrNnSpUsXLFhQt67rAKNSpUpHjhxp3ry53CA6OrpKTsBU6N+//8iRI7t16ybKVqtt87Y9/7mcxn/zlzKLxbpxy67QkOAwV8g4OysjU7pFicmp3l6eSckp5SNdV/5xd9efOHv+/c9mp2dkZEtOx79h2RurXrWiuPfy9DCZzafPRVst1m8X/CJqwkPKJCen5g1A16xeSdx7ehhMZkts3OXuXdqIFVsurKxepztx+nxoSJkyQf6iQbOGdbfs3NegTvVd+6I8PdyTU9MjwkPUalW2lJ2R6QpWhocGy9MR661+7eoN6tZ44/0vtWrNsEF9RH3ZMgGi8b8NrB4G95nfLfLx9Yq+GFe5fDlRL1aXVnMlyb1r36G8+7JQo2qF9cvn7tx7cOeeQ8+NGJz3oVEjBn89Z8lvK/9u1KCOmLVcGX3xUtOGdcQTadqoztqNO25mAW7Gjt0HfH29g8uGOi5G2xbOde7cnq9BdkaGm6dndmaGZdYXuZWann3cvLyyjUa5sov474Dk7NhRKl9eFJNnzJBsVxZbX79+bgDakZBwZfQKFeQAdPrChdZTp+RKpZ+fHIBO/+UX854rW6mbQiEHoI2rVhn/+aeGJNl3bDA7bFdyvevWGpctlVsaet8vB6DNW7dkzLmS1da1aXMl17tnT26yVlu3npzrtR05klupKl8+N9ebW6nw9ZVzvfaLF/8/mOvmdiXrnJSYN63rMeRRhaenMyPjfyK8ve+XxIoymfJWiqW6kuud9VXuihJLJed6M+fOyV1RYqn+zfX+ZDt9Knep5Fxv1rJllj275UovNzc512tatdL0zz+5i3SNFdWrt5zrNW/bmvH9d7e8oiIjryTFb3tFPTJEDkD/z4rq1Vvy9r7lFXX5cu5SXUmKixV16uQtr6hHhlwJQK9fZ1z6y9UrKn3O906dzh4YqCMADfwXL09Dj04tJKD42LBtvzhmqxgZKgEAAAAAAAAohgomAC2HJp1OpzntWMLB8eb4laJSbYgMrvmSR5mWUuFQav19yvURN6ctM+HE10lnFpnOfR4bM99QcaxvxafVWnelUqlQKIhBAzcpb/p5x2LSz7cpbwa6z+vmQyeOJiVnPHR/R4M7MTUAwC0jA30DZ/balr6X4V7G3KyYpJ9vrGbNmkePHq1Ro0ZUVJRc859PoW/fvmvWrBk7duy0adOGDx/+yCOPtG/fvkKFCmlpac8///yYMWOuHkWr1fTu3kH6L+fOR8t9DAsqpbJNqyZtWzZRq1UOu10cLt7quj1x+tyZczF1alZZt2mHwk0hajZu3Z2Rkfn2q6OSU1MHjxift7GbQpEtZf/P4L+R8byzrVAuzMNgePwRV6fXq9duDg4O/J9Z5gCaITMAABAASURBVGlasXyEmHuDOjWiL166nJhSuUK5lNR0u90uThV37DlQNihAPJ37OrXu0Kbp6+9OnzPjPZ1WIxrvPXAk3xyPnjgTFOA3/f3Xtu8+8MU3C6ZMfCHfepj+9YJ3Xnu+fETYzG9/tNrsOaMr/l0ct0+mvPLaO58tW/F3nx6dpP+y+u/Nb736nFiS516eXL1yebkyMjzk7IWYCuXCT5+Nzp3sjRfgJuWs4WxV42aq5q0dy5eZv/g4OzU191E3T9clmRTBZb33Hs83opu7u6jMMNpGf71+6sDyKl9fub7iv9twXpGbN19dGb5ixdWVoQsXXl0ZOG2ayWSaOW/54H5dffx95Eq/dyaLW76W3mPHiVu+Sq8RT4pbvkpD/wHilq9S37VrWNcj+Sq1TZuGReWvVFetdnWlqmzZqyvd9PqrK4WwfQeuriy7bsPVlWV++/3qysC5866u9P98+tWV115RY8aKW77KW1hRXbpc/aRuYUUFB9/pilq7/urKMr/+dnXlLayot98Rt3yVYi15jR4j3jTMZlN65//ef4FS7sz5i5HhZcWuLwHFwbY9h328PGpUiZQAAAAAAAAAFE8FEICWo882Y1xC1BsZ5+e4SU6l2iew6lO+kX0lN6VU+BRqjzI1R/tFDog/+nlG3LrM4xOM52d5VpnkXW6gWq3JjUFLAK6P9HMBys1Afzs6ud3zmqYdXYGh20gLAQAgkYG+jhKWfhamT5/+9ttvixMrnU7n5eV1k2N98MEHNWrUGDp0aMOGDadNm/byyy+npaUZDIYBAwYMGjRIumMVy0f06dXF38+VN80NIt+k5avXb9t94PLlJL1e9/6bL+X2hSy5Oj+uNPfHX0e9MkWlVPn5eqWl/3+X0rWqVfpo+vcfvDHa29u1EoL8fVNS0xb+/MfVC9auVeM3P/jSbLZUq1zev5339Rbjwd5dvvr+p5ff+PjUmQsjhvTV67Tjnh0+5eOvj508ExIc9PjgfrsPHBbNqlSM7Niu+czvfnzpmaEtmzaY+1P+GGVocOAfazZs3bkvNS1j6MMPXD2jFk3qvzP1K09Pg1qp8vbyuLrBq6NHPP3SW2LiQQF+uZVNGtQRt3wta9Wo9OHns5NS0kLLlqlXu9rm7XtF5UvPDvtuwS/ObKdWrTEY9LexADcgnwtICoW6T391+86mzz+0/b5UAgDgVhhN5tPnYmtUKS8BxcGeg8eVCre6NStJAAAAAAAAAIott1v9GjsfOTGZcWld/PZ+2fYMNze1X4WHA6o8rlAZpHshK2nP5aiPzeknRFkT0MW/wVyt3lutViuLZwwCuDtIPxeG9fONO5aZyzW093ld7W7QlcI3ItdvY2y2rUfiVh5IHN+/kQQAuANX/ljb7TabxWIyZqVnbfhYl3hS1+5R96YPlLoMdDFNP7trJPfr94f4448/tmnTJjQ0dNq0aVardezYsVIhcGZLycb/bjZt5tyMrKzuXdrVr1Mjt1LeAo3GzIvnz9avU13C3bVm7Rax2oMC/BYtW2W32QcP6CUVhKW/rfbwcK9Zu7a7wUuj1eXuQfb9e03vTHSePX11x8/55PYA7evr6+HhIQ56FQqFVKDkU5XcHqAD/u0BGrg7xBaY2wN00IQJHp27SCjpzvbqaerV271/f08vL51Oz4eKQMlz6NiZtPTMVk3qSEBxtj/q1IFDh7u0aeDj42MwGFQqFX+wAAAAAABAaXP7PUDnJiZTTn+XuH+km+T0DOkYXOMllT5YuncM/g3Lt/0hLWbl5aNfWBP/jN/cwb/xz+7ekbnRQz4AAvIh/VxIcvuBXva2rc/rknvOr0L43hQAcHuu1w/0+nmucqnKQJe8vp9l/v7+r776alxcnCj/8MMP0j3VuGHd+nVq6HSafPVi9aqUysqV6NnxHvDyMsz49seklFQpW3rr1WelAtKjW/sLF+OunCnn2X1U9Rp4Lvrd8uM8CUBxs2Ly5Krt21Vq2Uq6M1GrViacPtP+ueekAmLJyDjy99/1+/SRUEJt3nmwUmRYcJCfBBRtx09fSEhM6dCqoQQAAAAAAACgmLvNALScmLTbrJcPjMs484VCoQ6p/65XSCepSHDzDuvhUaZtzK4xxqQ9CVvb+jZY5BnUVKPRKJVK6d/4CACJ9HMhIwMNAChAN8hAZzulZn1LRQa6pKafhS45pKKheZN6132M35TeI80b1RM3qaDlvJriTiGnn//nxVWptEMekwCggKTExJzeupUAdEklPlxSuLkVSPrZbLHqtJqUtAxR9vX2TEpOFR/qenq4x19O9vIyqFWqpOQ0X19Ph8OZnp4VGOCbZTRZLNYAf5/cURKTUrVajcFdn5CY4uXlIQ4SU1Iy/Hy97A6HGCUo0Dczy2S12vz9vMUo4m+fj5dHQlKqXqd112sTElO9vT0UCkVKSrqfn5fN5sjIyCoT5JeekWWz2cUoSSnpSoXCx9tDTNzdXa/TaRJzRhHTSU3NEIthtlqzskxBAb7pGUa7w+7n4yVGUamU3p6GywkpBg8xH9coPj6eYmldowT4mM0Wo9EsnktqeqZ4Xv6+rlHUKqVXzigeHu4atfysvZxOZ1paZmCAj3jSJrM10N87NS0zW8r+zxUlP+v/X1HZkq/P3V1R4lkn5Yzi5pZyt1eUJdDfR6woZ3a2n4/n/qgT5y5efqBrK7GiPL0MYhTxkLeXQTxBsRmrVbffXwwAAAAAAACAu+92Lk0rPgoUnyHazGkXN3XPOPOFUuNdruXsIpN+vkKp9ohoPsMn4gHJlpiyq3vKuSVms9lut4slF8svASD9fFe0G+LetI/u/B7VsrdtxiyzTXwj5HDwLgQAuD1yL61KlUqt1mr17gYvQ9sx5oDK5g0LjLuWm6WSrgSnn4sRs8n8/fzFEkqKhMRkk9n17sHlkoASJnrfvrmPP5aVnJyZmPjLyy+L8s/jxhlTU8VDB5cvn/fEE98OeSRq1Uopp8fo5W+99dcnH/8w8pmUCxfyTiTu6JFFL74wa0D/QytXiMHja9eK6Xzz0MC/P/3U6XCI0Re99KIoLx49+vDq1aLBxahDPzzztJjy3599Jk57Lx46+GmXzt8PffTXSRNtJtPm7747t3vX7sWLJJRE4gPXhnWqSncgNS3D4XRu3nlw/Za9YvDo6QuHj58Vhb1RJ89eiBNb1Jbdhy4lJGcaTaKQmWVKSE4VBYfTcT7m0u6Dx0XLYyfPiZsoiMFz0ZfEQ6LB5cRk0dg1itEkRhcF8dGwmOCeQ65RxCzkUXbtPyqmY7O7RklMTk1PzxQFo8kSdzlRFESDM+dj9x8+KQpRx06fOBstCjv2HYmOvWy12kQDMUZKaroomMyW2EsJ2/YcFg1OnYs5cPiUKBw6evrk2RhR2L7viHjUbLaIlqJ9ckqaKIgpXIxLEFMTDUQzMX1ROHD4pJijKGzdEyWWwZgziliqpJxRxHJGX4w/eNS1PMfP3NSKstnt4gnuOnBMXlFH7vqKEgsgr6jUnFHEioqLT7w7K0oss7yixCixlxI3bD9QPixYXlHiWZtMFtEgOSU9Lj7pt9WbsozmqGNn/t642zWXM9EXLsaLgtVmkwAAAAAAAAAUSW63msOT08/m9HOxm7vbs06oDeXKNf9SrQ+WiqqUc4suRX0sFtq9wgS/6uO1Wq1KpVIoFHy5i1KO9PPdtH6+cccyc7mG9j6vq90NOrVaXRr6gXb9VMZm23okbuWBxPH9G0kAgAJy5Y+43W6zWSwmY1Z61sZPdQnHdR2GuzfuVWL7gS4B6WeNUtLe6x7lnNlSllW6Pa4zQYcjLSV59uzvXn/1BQklwo9Lfvfz86lTt57e4KnR6sSZsnSLMoy20V+vnzqwvK+vr4eHhzjQvY2J3Jh82mIymWbOWz64X9cAfx8JuItcF0Cz281mU3rnTkETJnh0Liq99V/PismT9V5esYcPD/jkE43B8MvLLzcaOLBcw4aHVq44v3tPk4cfXjN16pCvv7aZzXOGD+s/9aMtc+aUa9ig1n3d4w4fFuUHp06VpxO1auX+334bPPOr9Li4X1595dGvv/ni/t7Dv5/jVabMqvffC65SVWNwP7Z2nWifJhq8Ml48NKPPAyMW/qh2dxfLUK5B/ZSYGGNaWsdRz5/fs7tMlapZSUmbv/sud/pF2dlePU29erv37+/p5aXT6bmO081Yv3VfcJBftUrlpNuSZTRt2Lq/W8dmNptdq1FLQCFISEoVG2r/Xu1v3MxitaVlZAb5+569EJeRZaxTveKvqzdViAipXCHs1NmYKhUj2ERRdOyPOnXg0OEubRr4+PgYDAbxzRd/sAAAAAAAQGlza9/Ay+nnzISdcVt6Z9sSDUEtwhq+r1C5S0WYb+RAjaFczK6XTWffvZx1IrDhbK1WK38py4dBKLVIP99l7Ya43id3LDMve9vW53XJ3eCq5DtUAMDtkf98KPNcnbntmKwNH0trv3eVS2QGumT0/Wx1uG7FmusIUsrmAKaEEef44rV1y3l9JQAlwpkd27OSUxx2V5el8SdPnNqy5dyunXarTRxDXD510m4xb/hqpnjIv1y5jIQEUfANC3Pdh4cnnjubdzohNWuJ93y9t7fVaMyIj/cLj/AuW1bUV2rZ6sTGjZGNGvpFRIhBvZeX3WzJSkqyZGVtmz9P1IjP3CyZmY0fevjPjz9aOOo5n7JlgypXkVCiVa0YERToK92WA4dPVa0Y3r1Tc1EmWopCkp6R9deGXYP6dv7PlmIjDPJ3bczlI8rKNQ90a22xWMXneFabPSPTeC4lLfri5U5tGmVmmTwMegkAAAAAAADAvXMLAegrfT9nnL+0tVe2LcmvwqAyNV6U3Aq4b6fCYAhsFtl6zoXto2yXf0484OFf51Px/Q39QKPUIv18T5CBBgAUoHwZaDHYdkxmSc1Al4z0M1CUyScIcoF9CijuxF7c/tlnE8+eXfnuu/0++DCoUuVqHdqH1qqdHh9/fs9uMajz9m779DOi5aEVf/iEhopCwqnTobXrnNqyOahixXyTyi17BQdnJSc5bDbxx/f01i0+OUnovA3c/fz03t4thg1X63QX9u4VDx1ft65hvwfD6tZdO23arp9+qtWtGz+0KKnMFqvVZlPe1hUATp6JCQsJ1Om0ElBoTGbLLys2DH+ou3S7tFqNuG9Yp6q4D/Dz9jS4PuWLOn7GYrG2bV7/ckJyUKCfBAAAAAAAAOCuu9kAtPyFqN2acXHTfU5rkl/5h8rUHC0VH1rPCpGtvj278RFr7JxUj1puFZ/Q6XRqtatPEb7fRalC+vkeIgMNAChAeTPQcrlEZqBJPxc1KpWqQ4fWEkoKhdIVVrsSgCaYCJQgTQYNPvrPPyc3buw2fvz6GTM2f/utWqdrNviRoMqVq3fouPTVV2wmU0jNmh4BAaLxwRUr9v66zJqVNXjGzOtNUKnR9Hht4u9vvH7x0CHf8PC2Tz9zZvu2vA3E3+Xeb775x9tvWU0mD/+Ads/6WSLPAAAQAElEQVQ8I+a4bcH8jV/PynY673v1VZ2Xd2Ziwra5c5sPHSqhZDl87KxC4VYuLFi6RbGXEv19vfx8vSSg0DidzvlL1jw5pLdUcEKCXW+ezRrUNJktorD/yOmK5Uz+ft4KNzcvT4MEAAAAAAAA4G5xu5nOV66kn+32mA3dLEnr3P0aRLT4yq049P2cjyn18PktTzidDs+6i33Cumi1WvH9vVsOCSgF8qWfKzVW93nZg/TzXbZ+vnHHMnO5hvY+r6vdDa5fYpTUDLT4hslms209ErfyQOL4/o0kAEAhkP+4Ox0Om81iMRmzMjI3fKxLOK7rMNy9BGSgST8XKfKWZjEb1W52Ty72XVJYLJbzMbEeXr7uBi+xc93GVZIyjLbRX6+fOrC8r6+vh4eHOLhVKAr4swL5FMZkMs2ct3xwv64B/j4ScBfJH4iZzab0zp2CJkzw6NxFKllWTJ5cvWPHCs2bS/jX2V49Tb16u/fv7+nlpdPp+d1yIUlOTd976ESn1nxcgML1zQ/Lhw28T626hSth3gab3W40mjduP9CjU/PE5LSgAF8JKHz7o04dOHS4S5sGPj4+BoNB/rZLAgAAAAAAKE1u6otJ+evGhAPjLUnrNIaIsCafFMf0s6D3qRlS/x03yZl5aFhm8nGr1SqeV+7VfoGSjfRzEdFuiHvTPrrze1TL3rYZs8w2m01+I5IAALh18m/5FEqlWq3V6t0Nnh5tx5gDq5rXfm/ctdwsFWekn4sosb0piuXJIK5JfgtxneDn7FPsWQCAW2UyWzZu3y/dOj8fL9LPKGzzlqwe3LdzYaefBTELby+PXl1aiqOp+MSUjdv286UDAAAAAAAAcBf891fXcmIy5cyC9NOfKdVe4c2+UKo9pGLLK6STf6WhkjMzbd8AY2aCzWZzOp0SUNLlpp/Xfmsk/XzP5c1Am4xkoAEAd6REZqBJPxdZVov1pyW/SSgpUtPSxbGo278kAKVPj4kT6f4ZdyIhKTXAz1u6RWkZWX9t2CUBhenHX//u1aWlu/6uXhhHHFDVrlahaYMa4oO+WfN+S0vPtNntEgAAAAAAAIDC8R8BaDkxmXl5S9L+pyQ3RViTzzTuIVIxF1jtOUNgs2zz2ZS9g00mI9FDlHi56eeN802b5ztIPxcFuRnoXyeTgQYA3KkSloEm/VyUOR2O2NhLEkqKf9ZvvRATKwEAcLsiQsvUqFJeukXJKekN61SVgEKzdOWGjq0a+np7SveCVqtRKBRPD31AqVSeOB29a/9RCQAAAAAAAEAhuNHV37Kzs51OpyXzQvy2PlK2rWzd19396kjFn5ubW1ijD89uGmpN35YS9bKizsdXIiMKBXEKlDy56edNC8zrv7WTfi462g1xF/c7lpl/nWx7YKIkuYYkJbkuAMBtkf98uDLQklauaTsmc8PH0trvXeXGve5qt2d3gvRzUecmObOzY+PiQ8qWEUNJyalJySnyI3qdLjysrJTTqfDlhCS5UqPRREaEikJGZmbcpQS5UqVUVigfIQpZWcaLcfFypTgbq1QhUhTMZkveSG6lCuXEmZrNZj97Pjq3skJkuEqlEqerp86cz62MCA/RaV3b/8nT53J/VxYWEuzurheFM+cu2O0OubJscKCnh+u6RmfPx9hsNrmyTFCAt5crInMhOtZssciVAf6+fr4+onAx7lJWlkmu9PXxDgzwE4VL8QnpGZlypbeXR5mgQFEQz12sAbnSw+BeMCvKaLr4b+68YFdUZpbR188n+18SAAC3QhwVzPlpxWMP97ylsewOh7te5+frJQGFY/mfWxrXqx4U4Cvdax4Gfc2q5c9ecB2zrduyt0n96oacQ1MAAAAAAAAABeK6Aejc0GT87iez7akeZVr7RPSWSgqFyj204XvnNg6yxX2fEdRLGdpRTj+TqEAJkzf9vG62jfRzUUMGGgBQgG6QgVap3ep300pFHunnok+r09WsUW3H7v316lRz2u2nzlwQN/khHx/PJg1ri5fpQnTc0eNn5EoPD3db03qiMu5SwsGoE3KlRqt2OBqLyoSE5L0Hjorj1Zzfo7plO22ikJaWsX3XQblSNHbam6rUqiyjafPWvbmVbVo21Ot1Nrt97foduZXNm9T18vIQg3/+s8WV1M7RsF6NgABfUblu006b9cr1x+vUrFK2bKCo3Lxtr9F4pZf06lUrRIS7csnbdx1IS7sSa65SMSIyMkxMf++BIwkJVxLM5cLLVq1SXlRGHT55Me6yXBkSHFghMszg4X7s2JnzMXFyZWCgb/061UXL02ei72RFJSWl7t53uGBXlJQt/bl2i1qliQgP48fAAIDbk5Vl6tKuqXSLNu84WCbQV9wkoBD8uX5njSqR4SFBUpFRPsJ1Uc2qFSNyfiiXZbFa5RoAAAAAAAAAd8jtep08yaHJjEsbLm3uJEmKih1+0RjCpZIl7sDbqRd+l9zr+Df7y8PDQ6PRkDtESUL6ubhYP9+4Y5m5fBP7AxPVenedWq0uGe9FTqfTZrNtPRK38kDi+P6NJADAXSEfADgdDpvNYjEZszIyN3ysSziu6/KkoYhnoEk/F3HyBYJsVovVYhKbltjAxGbmqsp2ypudfFUdN8n1T1Tnr3R1Evn/lVLOFXikbNc/MZHrVYqxXFWFWpnzxOTKnF/Euv1P5f8+qRtXmi3Wy4nJkRGh13j611wn93RF5SyAm1KpEnuZTm/Q6vSi6Gp8izKMttFfr586sLyvr684rRaHsrcxkRuTT2pMJtPMecsH9+sa4O8jAXeR2ALtdrvZbErv3ClowgSPzl0klHRne/U09ert3r+/p5eXeIvk08IbSEnL0GrU7vpbu9iIw+FUKgv4jwUgW791X5lAv+qVy0lFlcVi3bTzYKfWjc5eiCsfUVYC7sD+qFMHDh3u0qaBj4+PwWBQqVT8wQIAAAAAAKXNtXuAzs1NJh4cKwZ9I/uWvPSzEFjtubSLf2YbD2bGrtBE9hHfZ9DxFUoM0s/FCP1AAwAK0PX6gf7za1e5yGagST8XffIFc1x5WY1WFDQOnSu8K2XnjfBeCeZK0h1Wyvnj/4nwFnSl/HTkVLck/yo4Z+43qMyfir6q0lOh0Bu8j586V79u9Xwt73ydFMaKkouu11StEZNkRwMA3KrfV2/u37vDLY1y7NR5nVYTGU7uEwVv665Dvt6eRTn9LGi1mk6tXd0EZBlNO/cdqV29okqlVKtUEgAAAAAAAIBbd91P1sTXq+kxf9jT9yvVHoFVR0olkUrrF1Dx0YQTX1vOf2gOvi+311W+90VxR/q52CEDDQAoQMUuA036ubhwpXnFduWmVSpVriitfNCZ878rDaQrJ1M3qHRzFfJU5kzhSqWc7XVzc3WrfFWlK8Gb7bzJyiudO19VeSUBfIuV8hO5caWgcFO4G7y0esO2PQc7tGl+8+vkP1fU9dbJHa6onHlJOXFopXhlJQAAboXD6ezfu4O7/haOLcVfrsTktFZN6khAQdtz4Lj4eL9uzUpSMVGrWgWxE1kstnmLVw/q21nU6HVF+oo9AAAAAAAAQBF0jQC0/C223W5PPfq6GPSvOEyp8ZJKKL+KQ5LPLXGYjmVd/EVT/mGVSkUn0CjuSD8XU2SgAQAFqBhloEk/FyM53RkrsnNi0LmxXSm38G+je1+Zr/7uVgYE6lo0a7xm7Zbe93WSbm/57+aK+vftgl8CAwBuVeylRPGXw10fdPOjWG32xvWqS0BBO3jktNlibdmktlSsKBUKd7328UE9xa6xP+qkVqOuU6Mih2QAAAAAAADAzbt2D9AOhyM9eok984hKF+hbYZBUcilU+qDqo+IOvG05974lpI9Go7mbnUBn5/sSGsVQUftImvRzsUYGGgBQgIpFBpr0c7GTe67EucwN+Pr4dGjXaunyNQ8+0F0qDtjXAAC34ejJc03q17ilUeYuWjViSG8JKFDHT11ISklv37K+VGxp1Kom9atfupwsjrGX/7mlS7smOq1GAgAAAAAAAPBf8geg/01P2lOPTBKDZWq8oFCW8M/avMN7Jp1eYM08kxX9g7bS42q1+i50Ap39vyQUQ27/SyoCSD+XAGSgAQAFqIhnoEk/F2u8QDfm7enRvUuHxUtXDOzXUwIAoCTq0rbJLbW3WKyPDuim4BACBershbhz0XFd2zeVir/gID9x36hutSyj6Xz0Ja1WHRleVgIAAAAAAABwfdfoAdrpdGZe+tthOq/zruoV2k0q6dzcFMG1X76w7WnbpfnWiCFarbawO4GWU6pbj8b/vO2CWNsEoIspsYVMfLCWr6dObDBSEYiAkH4uMchAAwAKUJHNQJN+RolnMOjv79F54eLfBw2gq0sUsHw/pS46P8otqXLX8KUJE9wmTpRQ4jmdrs4RCr9/hGLt9LmLqemZDetUvflR9kadbFyvmgQUnItxCYeOne7dpZVUgoQEB4h7d73u0NHTkeFlj5w4V6NKpAQAAAAAAADgWq7RA7TD4ciKXSHKfuUflkoHQ0AjtSHSlnXInHVJp9Op1Wo50lp4nE5ndGLW5qMJHeqESiiG0o22zUfinu+W5aFzBXQKe4P5T//H3n0ANlH2YQB/s2eTdO9BS6FQVtl7yt6yZCuCin4uEGUIoqio4ABUHICyQWXIHrL3boEyWyiU0r3S7Pm96UGsLaNAR5o8P2u4vLm73F3mvffkf0g/OxlkoAEAoAw5YAYa6WdwEUKhYGC/7ivWbhwxpB8BKCPMrt+lvcZrR029JvM5HDYDb57lis1i82Z+rFUqDQaDyWQq45+ym4z0QaUf2EzUmtz/s2o0LImUQAWijyx9NXF5XH6NmlwOlz7uBB7CZDKHhwaUfvzbKelyNzG3sjvQwJlkZucdPxs/oGd74oxEQkHTmNp0QKc3XLp208/bUyymXy2d/FydAAAAAAAAAAAAT+oBAWiLxaLL2EaHJT5OVTvh0dx8W+bcSDJkbjfKxtJDiVwut1wrQNONTO9FJuZPej6GQBWUkKo8fClVp9MZDEL6bKncg81IPzslZKABAKAMPSIDzeaR+p0qNAON9DO4FD6f98KA3ktXrR8xpB+HgyAdPCtLoXNbdTu/NdOrVqLt/h6Hvn9SyECXE7pVbQFzDoffvLlFp2Pp9VyzuczP5VWw9HdScp5Wq7hXL463D4EKRB9x2s/DFwh4fNs3E/rgE3iQAD8vN6m49OMH+nnjcxDKUL5StfvgqWH9OxNn17BuDVK4vn9u3jdyYFelSi2TSggAAAAAAAAAAAAU+k8AmolR6vLiLbpkgawWV6AgLkPq0yrnxipT9j/GkNFms5keUCzXc8gyAegyP2AGFUyv15tMJvpokspjTz8fWaPZt8iM9LMz+U8Gevq9RmSgAQDg6TwsA73jB9twhWWgkX4GF8TlckYN7b9i7d8vDOjF43EJwNNiehLObdHvmmeu0YwfGMXdt1RjNhm7T7KFoZGBLj9MIlYoENItLOALyqMTgOPuoTt5olij8I5tbAAAEABJREFUpFcfUfUaBCoc3e/mcDk8Lo/ZAcfLqqSbt1OvJt7u1qFZKce/diP5zt2Mjq0bEYCyoNXpN+44NHpwd+Iy5DLpyIFd6cC5C9d9vd2rhwXRb5gEAAAAAAAAAADA5RUPQNOjOOpUW/lnN7+WxJWIPGJYbKFVddRk0JpMYrodOOV8Tkakn50Ak36uxIfSnn4+ula75yekn52QPQO96QtDn8m2Fqb8GI6/AgDAU6j0DDTSz+Cy6NN75Av9Vv7x98C+3QU4dzk8FSb9fH6nLf1Md/36vkd3/YhAytrxg3qr2dT9fS1BBro80Q3L5dk+rWzp53LoBJC8Nj5t6xar0Whv4Tdq5Pn88wQqnNVe9rsQgQfxULi1a9Gg9OMrZNLwkAACUBbo+/Dyv3a+MqIPcUn0pZeXr9JodXsOnendtRWXgxg0AAAAAAAAAAC4tOLVp+jhNF3GDjog9XatADSbw5d4N1WlHzTkHDRJezOp1vI7asjkVglUfQ6Sfv5noQnpZ2d1PwNNmAw0fV9CrAEAAJ5aJWagkX4GGD6475q/tvTp+ZxYJCQAT4JJP8fvMWyfy/zw1Y1dmHei79sWI9n1i3r7V8hAlyPWfeUXh9Xs2slVKv8NQLPZXq+N5wkq6PwM8EDM6wivpgdKy8yJCAss5cj5SpVKrfXxcicAZWHxqi1jhvYkLkwhl9LLlk3qGo2ms+ev+vl4hgT6EgAAAAAAAAAAAJf075EbpvyzyZBvzD/J5kmF7vWIi5H62DLfhuzdRqORHlms3Mq+AI/2pOnnPjVfnzL8m/cGfzWo3tvzpy43GkzkGWz6fS+9PLD51LJv/i7a/lqXmQadkZS1w9vO/PbVhofdqi7Q7vzjCHkSx/6JS0vOKv34dE3pH6k87UeKm/UXJh7hbf7SqNFo6XsU3qAAAOCp3YtwcTg8nkAgEkvcpO0m6rxr6nb8oI7boyflA+lnAMYLA3tt2b6nQK0hAKVmTz9v+cJUvfG/6WdGTDdBl1ckN45xd8yxarXYWShHRasClz2zWdy+A1ciYRmN9E/atZugRk02VCrmKxOBErJz868m3C593dkz56+6K9wIlB2mV9Byn0sV2li6dvvwAV1R9pjy9XYXCQX1aldXqbX0UMbpuCv49AcAAAAAAAAAABf0n9I1tI9MfXcLsZql3i1dsItf6tvG9k/+PyaTiR5cRI8hOKynqP0sFAtmr5ww94/3V56cq8xVb1q6lzyDzcv3PbD9p10z+UIeqVhpt7POHox/okn2rDum0zxBwKtRuzon9pwnlYrJQCcc5iIDDQAAz66CM9BIPwMUNfj5njv/OagsUBGAUiiefv7gP+lnBpOBTjzKQQa6ajFcOJ/xwhBzdjYdFvfs5fHVHP/DR+kwi8+Xvf4GAXBUnu7yPl1bl378jq0bucsRgC4zTK+gOt+4coIm+aKeKeThIhno1Rv+6de9jViE6vj/Egr4tWuEcThs+gRITc++czdDo9URAAAAAAAAAAAAl8G1DzF1I/R5sXRYKK9JXA9P5MvmullMmUZdpkkiYY4XIpABjuYp0s9F8YW858d2Xv7N3wPGdTm2O3bjkj06ta5+y1qjJ/Wjz/bfZq9LuHSbjvbylIHV64R8PfG3y2cTPf3c6chNO9Zl5vD373uy7uZ+/+HKus1qJF64PevVH9PvZA94pWuHvk1f6zJz/qZpC6atKDlVTkY+HTMqJtygN8o93EZN7Jubqfxl1tqcTKXC0+31T4bJPaR71h//Z91Rvc7Q98VO7Xo3uXXt7px3F/P4XDqrwGr/nsnxSuzNz9/4ySfQMyDEh0745087Lpy4tnXFgcRLt3UaQ1Zqbse+zXIy84e93Ss/WzVz7IJvN0z5Z92xDYt3yz3dYlrXrlmvWvyp6/OnLH/ny1ELZ66ZvXICnecbPT6Z8+cHiz77g5nDJ7+9tfLbTUU3hSpPTTc7XeZia/HD9FVcLofD49y8cqdesxoF+Zr87II3Zg23EutPH6+5dSWFL+SPnTqwRv2wd/vNDoqga8F6d86LxbZzKR+79iPF9PLEBt1mYuz9ARGLcXprAAB4eszHhy0DTe4FCNpPVB+cT3b8YBuu36nMUgVIPwOUNLBvtw1bdrVv3dxdISMAD1ea9DMjppvtfXvXL+odc8zdJmnpMHYWHJklNzdv7hzN3xu54eF0mOPpab+JF1Fd2L49JyiIADiqo6cvRtcIk8ukpRl5x74T9aOr+/t4EigLTAe+Os+4drIh/bp19STT87NIUDSPx+dzCosiO/Hb/rot+zu1aVTKJ54LatKgFr3Mysnfc+hM7y6tsnOVnu74ngkAAAAAAAAAAM7vPxWgaf+pSZdGB7hCL+KSuCLbipu0aagADY7pGdPPDC8/97ysAoPe9PPHayfOfenbjVN1Wv3uP45sX3lQIhfPXjnhnS9Gz52wxGwynz5wcfrPr9M/k9Fkn7zvi528Atz/9+lwOmyxWj78afyMn9/YsmI/c+vDpqKy0nLHTB7w5mcjDm45pdcafpm1tufw9l+unti8c4NlX2+8de3ung3H6L3PXjFhw6LdaclZiz7/88VJz3+zfrJv4H+Ok509GN+qa8NPf3+nTc/G6gLtoNe61W1Wo+eIdvSm6nVCvlr7HodXPBTwx4/bp/742ufL39VrDKE1AqKbRL41eyRfyC+5cZg57Fl3rOimoO11mte4cu5mybWwTVI3dOzUgf4h3kKJgA54+Mjjjl+hq6DwcPt245S3vhj5zaTfLRarqkDTe3SniV+/VGw7kyeBOtAAAFCGitWBFrtJ2r6l861TlnWgkX4GeJj+vbocPHwyOyePADxE6dPPDNSBrkJypk3R7topf2+S36YtvOrVi97k+/cmt3GvEABHpTcYTSZTKUOoOr0humY1pJ/LCpN+1uQbV7+vz7pp6fW21MOfu+Ejcuu8zmDQO3cd6M27jjRrWNvHy53AI3l5yHt3aUUHTpyNT0pO0+rK/vQ+AAAAAAAAAAAADuVeBWjrfRZDBnHlADTfy0BumvXplkI4UggOpUzSz1R2ep7cU5qdlhsQ5uMT6EFbGrWLPrn3PJvFVhdoV83bQlv8gjyNBvP/Zg3/edZai9nSZVCrB84qsm4Yi8WSukt06ntnV+RwOQ+byj/Eh8e3vee4KSQGg+nmlZTTBy+eP37VYDASFkm6mmLQG5l7D6jmm52en5yQ1rBtbTr/mNa1L5y8Zp9P71EdF33+58yxC3wCPatFBRa9i7AagSUXMj9HJZIIAsN86PCId3uTR2LmkHQtpeim0GkMjdpEH9x6uu+LHYutBR1w97bVUxGKBT4BtkN6HB5Hp9an3c56bkBLuvBB1Xzpvedm5NObmKUtOXOhmE9KDXWgAQCgDJWsA932LVVZ1YFG+hng0fr2em7L9r3NGjfw9vYgAP/1pOlnBupAOzjdoUPCNm3ogPzdCWy5guPj88DR2FLUNwXHJeDz2jZvUMqRc3KVHjjXQRlh0s+qXOOaDww5t60vzJQH1eaGN+Stnq78eybpM1MbWo/w+QKnrAO9a//J6JrVggJ8CJRaj04t1BqdskC9bc+xAT3bEwAAAAAAAAAAACf1bwVophfVokunw1yBI1bmsBpNluRUYjHfv261pqQR/b0yBtZ8lTUlnTwbJvltNWba08/IQIODKKv0M7Vh8T8tujTw8nfPy1KajGb6ZD974JJvoGdoZEB47eBhb/ca+lbP6GY1DAbj1bikz5e/O+3H8d9/uNKgMz5gXiXuX6XUPGyqYgdfwmoGtugcQ++u14j2dZrUCK0RIJVJ6FX617h9Hb8gTzpC0pU7pDAxXHTC47tju73Q5otVEz19FZuX72exWfaXKR2mlyKJIDMtlw5cO2+r2Sz3kBqNZmZJ1v6w7da1u2wWncQqEgtz0vPNZktupjLjTnbRORTbFAIRL7x2EJ2w5FqQhxxVqlaLjm9b7LtJmRl3cxRebnSY/ZCZkyeEOtAAAFCGStSBlpZJHWiknwFKo1f3jqfPXUhLzyQARTxd+pmBOtCOyXDxQvqA57PGv2pKs514jRdZ42HpZwAHt33v8STaPVsKefmqM+evSsRCAs/Mnn5eNcGQc9vywke29DNtF7mxhs6SuftyN83k3Tqvdco60PuOnA0J8g0PDSDwhOirz9fbo0OrhnR494FTd9OyCAAAAAAAAAAAgNPhFr1i6xw12o68cgUOWQGazbLeTjKd+JvT6QWWu4LQA4LnDrMbNWP7B1szMk1/LeT0ffUZkxS8wgC0RZ/BHCB89s7ifw6d6dS6IRIe8FhanUEkfGgZ4GdPP+s0+inDvzEaTTcv3en38nO9RnbgcNivzxr+3QdLr8TeDAjxHvZWL6lCvPybvz8d/xO9qVW3hjKFRCwVzv7fL1lpuUPf6sUX/pvTDa8V/PXE3xq3r1PyjqQy8cOmKubVGUNWfLfpj5+2C0X8vi89F1YzsFXXmDnvLqaLWqNemLuPnI4w973fPLxkIomQXv333msHb1yye82CrfRl+trHL9B7zM3KX/frLvsI9VvV2rx8/yev/OgT4MHm2H7m8fbsUQumLdfrTGE1AkIi/WvGVPt++qoZP78e3bT6tJHf+gR6+oV4F1227sPbFt0UzEvYJ8A9J7205yjvNbL90jkbPh73Q+Kl26Mm9uNwOY+e+ZNqP1JsNlpPbyGoAw0AAM/uEXWguVxWdLsnOFMBA+lngNLr3qXdzn8O0m+2Af5IQ4LNs6SfGagD7Whypn+o2bCeGx7uvWw518+PAFRl1cOCwoL9SzOmQi7t3aUVgWdmTz+vfFefn2a1p58ZTAZ61Yf5m2Zana8O9NFTFzw95FHVQwk8LaYKe9vm9dMyc3JyldduJjeLqY2vBAAAAAAAAAAA4DRY9jrH9ACbRq1M2e5JWJxavU6QZ3P86IF165YTW2iZ3affC61adyz9tDnZWZ9+8t43835/wG16g3HFZDYrj9XmXVZgdcvuL62cYG6zXua9cyxaBe/FD8mzyU5ckXHpO4vnaFnULIVCIRKJOM8W0Rg3aW5okO+Lg7sF+f8br6R91nq9fs3BxGWHUv74oOsjJs/Mzp0wcy4dOH7uQvOYunTgtVGDWzWp/7DxC1SaHfuPDOrV+WEjrNv6T0pa5lsvDyVPq/vw1zcs+U4oeOIcDJV8N33qFwuWz/+UmQm9mpaR1aZZDCkjt5JT3/loToPomh9NfPURo23effBKws1J40eTZ5CQqhy3YN/iMdXDArxkMplAIKCHk8kzmPjJj4N7d2gWU6vkTWVY+xmczJ4l6tNb9NVbm3p/wBOLRY4Wa6DvdUaj8eil1G1xWR8MakwAAMCxMV85LGaz0ajXazWaAtXB+cL0i8Jeb0ufKAON9DPAU9i970hUZHhwUKkiZQ6lQGOc8Mv+OUOqubu7S6VS5hspKVPM3pBWq124bPPwAV29PBXEeT17+tnu3A79rl/UES3N3SaxaOcGMtCVKDm+0R0AABAASURBVGf6h7ywMLeXxxKAKk6r06vUWu9SvA+rNboDx8716NSCwLO5l37OMa2coCuZfrbTFlhXfZifl2HqM9MUWk/EZKCZM72QKutU7GW6/I3rRxEoO+cuXq8RHnQnNTPQz1sqERGo4mIvJsRdiO/StiE9mCWRSLhcLr7sAQAAAAAAAICr+bfD1HZMUZduaxJ6k2dDZ7Xo1+8W/ryWx+drNerxrw5p0rQV7Xglz07A53Z/37L3XXL9C0tiM0JyWeoL5gNxLE4Sp/Vc8syYCtDEmMV0LpfJ6QJv3Un/9LvlXTs07dO5JYfzZEeCvT3dly/4jA406jqUGXi05Ltph06cfUQA+tltX/kjeWbMTA6fOsdls8swAH0y7mLH1k3fHPPCo0fr3bkt/SMORlmgWbRq6+GTF0YN7FL0SBLSz/AIncZI6CXqQAMAQJl4WB3oLfPoYGkz0Eg/Azydzh1a7T1wzGy2hIUGEnBV/0k/23b9nj79TArrQNN9yd2/arbPMfZ4H3WgK5bVql67Rnf8mOd38+k1j1mfEgCncCr2sqe7vDQB6Ozc/GYxtQk8m3/Tz+/q8tOtgz58cPqZFNaBHvapvLAONHGOOtDnLyUYTeaWjesQKFMxdSLppUImjY2/3qJxnYzMXH9fTwIAAAAAAAAAAFBl/ScAbdKlEXsI+NnQztkjh/e2aNVeJJb8vnwLbdm/d8eB/TsDA0NuJ9/s1q1/y9Yd6Aib/l5rNOh9fQNe/98HJ08cpiNodZqBA0bS8c1m05efT23UuGXX7v2KzpkV4MeKGkX0f7BDssjdHCL2JOZcc3wwiTtmScnltmtGngGXWXdTFpN+LpMANGW2WLbtOR4Xn/DikG5hQc90ttO4+GvfLVpZoFY3jak76bVRS//cfO3Grc8nvzlh5tdd2rfYvvfw8bMXVm7YPrx/d2b8XQePL/9zs95gDPL3nfHuv3WRf1z6x57DJ2kn+qhBffp1az9j7kK6ym5SSUpq+msjB9WuEb5+x94NW/do9frRg/oUjQszxZvXb9szb/GqsKCA9i0ajR89mLkpMzv3lUmzGtWrlassCAnwe3vssOs3k7/68bec3PwAP+8ZE14rOpOl8z9btX4b7YGvXTOCy+YUXSl7v/zFKwkff/szi7Aiw0OmvTUuJS3jP3OzWl/74NOYOlF0IenRlyF9ui5etcFoMoUE+n/364p9f/1K5/DJNz+3bhbjoZD/b9oXgX4+IUF+H098fc/hE0wF6MduBFLhriTcnjHnt24dmvbs1JzLvXesmx4CP7JGs+cnM9LPUFLRDHSfybbnBmINAADw1J4xA430M8Cz6Niuxb5DJ6xWS7WwYAKup2j6OTzmWdPPjIbdhfS9d9cv6u1fmbtNQga6ghguXsj75BPDpXjJgIEEwLk0axjN43EfOxrtCKWdWp4ecgLPoGT6ObTuoza+M2WgryTcyskraN+yzKpmQDG+3h70jx7/OHHuUqsmdenrWiGTEgAAAAAAAAAAgCroAQForuBZA9C0U3X+98u3bP5zyvu2zGv9Bk1Gv/QGHfDw9B776rtGg+F/rw9r3rJdWuqdT2bN4/H5s2ZOjI+PpSPQPtk5Xy/Kyc4ymUyffzq5Q4furdt2+ne+BRrjzu0k7wxLRFjcPHbtWqTxS4Qlseac4aT+bU4Xc3q8QJ4Nl29bd4sh8/rNO4SdxmJxCKtUNZv5PK7BaHr0OClpWZ/PX9GxVcPBvduTp0J7vSd9+s2Gxd+KRcLpc378e+eBFwf3efHdGR9//bOXp3u39i1DAvzo42hPPxNb/enUn7+aIRTwxk/5/OzFS0zj8bMXjp05v3z+Z3SGL02YEV0zgjbWDA8dObDX+h17t+45xOFyNmzfu3zBZ1qdftjrUxpE1wwO8C26JNv3HZn65tjendts3LnfZDLbo7o6g37a22PpE+DVDz69euPWp9/9OvaF/u1aNtq8++Ds+YvffWWEfQ4yqWTY8z24bHZMdM1uw18vulL9urVnxlmy5u9RA3v37tyWNl66ljhv8aqic5vy5pjUzKzVb7xEN36nwa+MHzV4zNB+uXnKvl3bfffriqJLe+jEObpxJrw66tS5iyq1upQboTQB6LtpWcr8fBabW/g8KdWxBHqwmd7jI0Ywmc1b/jlGe59f6NOxbq1wOvKxP3R7fjJHNuE9P8WNAJTQaYyEw2Gd+Fu3da6xzwdsJtCATAMAADydp85AI/0M8Ow6tGl26Ogpk8USGR5KwJUUSz8/P7kM0s+MmG62N/Ndv6h3zEEGuiJYNZrMl8cImzf3m/0FNyKCADgRlVpL+0uZ8rGPduJMvEQsCvAtgxIbLotJP+emGv6YbChN+pnhHBnoG7fu3rqT3rV9UwLljH4b6NetjcFopF3cR09e6PFcCwIAAAAAAAAAAFDV3Os5ZUod23KcdJhYyLPRqFV5eTkvDHuZ/tHhye+/1rxFO9ru52c7mS+Pz+fzBAXKfA6X++3Xn1gspvT0VHqoj94UGnbv4NDNG9d5PP7tW4mEFAlAu4l5PbpbrnhYr/3ODqKLySG8KMIJYPGTzCofdswolkhAnlFhXzC9cJOK+QIRXYZSxjXYLLbF+vjtRmfFYZcqUf1A2bn5Ko128eqNxBYWZ6s0Gjrw5pihA8e9t23FDw+chMflfPjFApPFfDc902S+t4TJd9OaNqgjLtxcDevWunTtBh0IC7E9Ogo3qcFgvJZ4y6A3zl+8mrZUCw5Iz8opFoCe+ubL3/66YvXGba2bxugNRnsAOsjfl9lcoYF+N5Lu0Dtq26IhvdqxVZPvl6wu/Uoxrt28NXOiLUPft2s7ZrGLzS000J9fWHhGIXOji00eYuSAXrO/X/zK+x8H+PrUrB5Wyo1ASkEsFrrLJXyBkMPhlvJAAh3riQqL29LSbNsEWclmda5V4o6j1FCcyUDSbth+gGGxmA0GA4/Howe36Ls6Mg0AAPB0niIDjfQzQFlp07LJkeNn6A5yVGQlnJEGKkXJ9DN9/y1DyEBXAEturinlDr9OXZZY7L9jF9vdnQA4nTupGUJBqd6eWjSug3eYZ2FPP6+aYKCdgaVMPzOqegb6TmrmpWtJvTq3JFBR+DxeWLC/t6ftk2vNxj2d2jTy8pDjJQwAAAAAAAAAAFXFfzpPWTxbZQ6TLps8G41G/cnMibO/+snT01sskbq5yTgc2x0VBppJ6t07ao3KZDKt/3PFkmWbaA/sxHfH3FuAwnLLtHstsmbtz2b/8Norg1q17RQaWqRkjljMbtjBdPsq0e8kHBMxJhOWmHD4bO8cw4a5PM6H7FKUIXkEk75w3Xle3h5yd3d3iUTC5/PLqr8vIjRg1KCuAb6ejy4A/AgeCrlc5jZu+PMioeB03CW6pUwm8zc/L/ti6ltTPp/31y9z6aJai6RrM7Nzl9Buy7W/cLmcF8ZPtrfXql7t4PEzdECt0Z45f6lLuxZnLlwqupqR4aFymfStl4fS4Y079gf7+xRbkg079n07c5JIyB/+v6n1oiLbtmjEtCfcTKYLoNHqz5y/PLhP16jq1a7euB0VEbr/2OlAf99iM2ETurQPWKl/lzOy2vWk243q1tp75KSyQFNybg97aMRi4d20TF9vz0vXb7RuFrPn8PEhfbs2rBP19c/Ll6/bQudTmo1QGgqZNNjfSyaTCQQC9jNE24vicjjdOjTt2ak5fdSYR7NBT6I3GA7+wl85LX/YZzKpe9ncETgHk8H656cFty+agpsUtBhjsFjk1ieK2AMAADzIE2WgkX4GKFutmjc6durcpSsJtaOqE3B25Z1+ZiADXa7U6/7K/+Zrjp+/77r19CrSz+CsoqqX6uwE12/Q3lpWZLUgAk+laPpZlU0Gz3iC9DOj6magM7JyT5yNH9CzPYEKJxEL6eWAXu1y8wpu30lPSc9q2bgOAQAAAAAAAAAAcHj/6T9l873ppVmfQ56Nl7dv/+eHT3n/NbnCPfXunZ69BlaPjLqTnHT1WvzM6e8kXL/8/pTP3N09PL28p015g+l2LVDm83j/CVIIRaJ3JsyY+8WMed8vYxd20RKz2ZKQZD66ge2WYL6r4Gq3WiTX2X4KS2qB5a4nf/xXLF9f8myYALSV41m23cG0A3FAj7atm9Z7xrlyOOzZk9+c9uX3Wp3e29P9zTFD5/y0tF2LxkP6dE26k/rdopVjhvbLzM79ddWGccP6k8LAtK+355gJHzGp4rx8JVN/uk5U9ZaNG7z70ZxjZy/07Ni6YZ2ov3fuL3pHURGhXdu1mDDza41OV69WJFMBoqiGdWpO//L7zJzckED/xg3+7QzVGfSvT50dd+nqmBf6VQ8LnjnhtQW/rU5MSs5XqT+f/GaxmVSvFjJv0cqIsOBiK2Uf4f3xL85fsvq3NX/L3CQfvP5S84Z1HzG3oob27Tbh47l+Pp5yNymxBanDF6/Z+MNva+nxg48mvHrhSkJpNkKliKoeMmpgF29Phb2FPhXpYem6XYnBoDr+u3TVNCUy0GBnTz8HNspv9pKSy5VxkDMDAIAyUsoMNNLPAOWhRZOYk6fjLl66Vqd2DQLOq2LSzwxkoMuDKS0t5523DRcvSF4YKn/jfwTAedFeu+17jz/fo91jx8zIymvRBLnJp1Qs/TxgituTpp8ZVTEDnadU7T185oV+zxGoPDwu18fLdiBApbF9VThz/mrNiBCpREQAAAAAAAAAAAAc1b2CwfTSaDSq1eq0nR4sNi+q5zFS1vbv3XHr1o3RL71OnprRZM3MJjwLYfPMu38g6nwS1Z2V+JM1/A1yc4eVFcgb8TZ5Njk316RfnGtUDHerOUuhUEgkEnpE8Fn6hV95f2675g36dmslFf/bUUg7svV6/ZqDicsOpfzxQVfiLDKzc9+e8dWqH2YTF5CQqhy3YN/iMdXDAsqmAvTET34c3LtDs5haRRuZwx70tanValUq1bmtplPL5e5+bIfKQKsLtIe3n+06uNUP01e17BoT07oWqZp+mrmmcfu6jdtHF228de3u8m83qZUaiUw8/O1e1aIcqIKRPf0c0DCv2Ut5boXou5ZQKKTHtMqqJPmzYJ69Ry+lbovL+mBQYwIAAFWQtZDFbDYa9XqtRlOgOjhfmH5R2OttWwYa6WeAcnX67AU+n1evThRxYAUa44Rf9s8ZUs3d3V0qlTKZWlKm6LuQ2Wym+0QLl20ePqCrV5Hfi1ZpFZl+tju1Wbf3N01ES3O3SSyRSIQM9LPL+/ILt+EjOEEodgtOLisnX6PVhQQ+pvaETm+gb9oioYDAkyuZfg5v+EwfDNoC64opecpsc5+ZptB6IiYDzSpEHIxWp/9j097Rg7sTeCrldDq4lNTM3DxlSLBfXr7qsS9/KI0yf/XFXkyIuxDfpW1D5mAWl8vF9zoAAAAAAAAAcDX/1pC41/vJUVjNeRajis2TEkfD47ICbB1tlowcq6I5b2An2rNnvHaH37qjtVEr45ZtlsRb7IhSnY3xYZg1IO21AAAQAElEQVQK0CyeN+s+8mymvjUiLMiPADzOp++PFQn5xRqZ8s+041IoFNKO7AY9VCyW8uQymUPVgU67nXX2YHzXwa2IM1r2zd/dhrRp0qHOib3n13y/bcr3rxDHUCz9LJVKaR+3SESPZvFRBBoAAMpQyTrQ7d9VHZxn3TKPpN8UntqkkwVpm45PQ/oZoDw0blj3bFx87PlLDerVJuBcKiX9TDXpbTvB/d7fNKgD/dTMd+7kL5jPj46WjhpNryo+mEwAXIBIKJC5SR472qr1u4c/35nAkyvz9DMprAM9/FPFyg/zHLwOtMlsXvHXznEj+hB4KsyTx35Jyo63p5z+mUymS1cS5W4StVrr5Skn8OSYI03sQsSBC7EDAAAAAAAAAFRF/zmJnq0bhu9t1eaZ9Nn8sg5At+/YjZQRto8Hu5utcDLtKOK/9JJtQCTgD+pPnplJZwtAE55XWR3/c6n0s7enu4uUfy4PJdPPDPo8ZI5MMP3X9burCHGsDPSfP+24cOLa1hUH6PCe9cfW/bpTo9L979MR4bWCju2K3bR0r8Fg8gvyfO2joWcPxR/cejowzDf1Vkabno3b9rpXEjgnI3/WKz/GtK19/XxSVINwOrlKqWnaoW6r7g2P7Y7duGSPTq2r37LW6En9Dmw6eXDzKa3WMPq9fqm3Mv9Zd1SvM/R9sVO73k2YWdF7vHjy+rgPB634dnNacuZ734zZtHQfj8dReMseNp+MlOxV87Z4+MrpBm7cvu6V2Jufv/GTT6BnQIjP658Mm/7TeGbOqjyNUOIoFYxKpp+ZALRQKGTqfKAbHQAAylDJDHTbt1UHvrOe2kTkwbpm4zOk7kg/A5SXhvWj4y5cPn3uYuOYOgScRWWlnxnIQD81S26u8uefVCuWs93cBE2bEgBXsvzPHa+O6vvocYxG07DnOwsEfAJPqDzSzwyxogpkoJes3jp2WC8CT4V58mS/Md545kw51YGm6tKuUdt9kQxixReGpyMaOUry6mu055Z5AQIAAAAAAAAAQFkpXgGaxfOyaq+b9Dl86TOVUq6izIUVoNl8b+YX+ejOA0fAZKD5/HsHkBwtAz3otW60e73niHY/TF8VHOH33jdj/ll37MDmU+G1gu7eyvjo1//xhbxPX1t46WwCHZn28Y6Z/HxGSs6X7yyyB6CpAqVm1IS+2en5b/aatfTIFxazZfKwr5t0rPfzx2u/WjvJy9/9p4/X7P7jCJ0Vm8v5cvXEW9fu7tlwbPbKCXqt4YMX5tZsUM0v2IvOp2Gb2mu+30oHrsbdUBfYjuWfPXDxjU9HTBr81QPnY9AZ57y7eO4f70tk4ukvzbONfzC+VdeGo9/rf+HENToHodi22fdvOrlh8e5Pl75NHMCj08944wIAgPJQLANNr7afoI79UxP5nEroJhUIxfQP6WeAclK/bq0L8VdPnTnfpFE9AlVf5aafGchAPx1j0k31n3/Ixr0ifXksW+p4p00DKDd6g3Fo/+ce+xZx9sK1BtHVCTyh8ks/Mxw8A730j+0jB3ZlyuLCU6DPH/q9wqLViZs1c+veg4BDyl640KBWcfU6QoQ48AQAAAAAAAAAULaKV4Bm870thJgKc8Au6N6Kc73QCQUOxcEz0HaR9cLopZu7RK/R0wEujzN/6nKzyZx5N8diom8tJLCaL72UKiRGnbHohB7etvMniqRCLz93Hp9LJ9Gq9dlpuQFhPj6BHvSmRu2iT+49H92oemiNAHo16WqKQW9cNW8LHQ6o5pudns8EoAUivleAR/KNdL6A5x3gce38LYPRZDKaHjaf7PQ8n0BPTz8FHa7dyHaUrveojos+/3Pm2AW0vVpUILN4Gxf/8/mKCTL3x5/stbwh/QwAAJWlaAaaRWzHbJsMN1gtbmwOl0c/d/kCpJ8Byk/d6Jrxl68fPxXbvEkDAlWZI6SfGUUz0F0nakViK4/H4+Bt/EGMV69wfHzZ7u6CmIb+/+ylAwTAxWRm54keV9f5blqWSChA+ecnVd7pZwaTgV41I3/TTFbvGbqwBo6SgV61fne/7m3pM4fAU7EWot8t6CUvJETSsSMBh5S7ZjXtozboDTwuz8rlEgAAAAAAAAAAKDv/yU3aQpYCWzxRr7xGXI/VYtQXJJLCCtBMjhBH/sBx2DPQQqFQKpXW785uOkqZm2ZZNU2pyrWQysNis+znVyz6ksnNVG5Y9M+EOS9OXjBOIL5/AOwhL6kHvtS8/N3zspQmo9lisZ49cMk30JO5O3oZWiNAKpMMe7sX/Wvcvo5fkKd9qubPNVj86R8NW0c3aBn108erm3So+4j5ePoqcjLy6E10+Na1u/Ty+O7Ybi+0+WLVRHrT5uX7mXmO/3gY0s8AAADM12M2pzDyLBQLxVKRxE0okgiEIqSfAcpbdK1Ihdzt6ImzBKosx0k/M5r0FnZ8SZx4lLPza6tOozcajebCBBWB+yxKZe7Mj9IHPK9as5ppQfoZXNOx0xdFosdEVH283OvWCifwJCom/cwQK1jDPpHLPNmbP+HcOq81GPTMe34lvu3/tWV/53ZN5G6V3+FWpTEVoK0EH9+OzmQymc0mswXftQAAAAAAAAAAyti/AWjm3Ftcme2kugXpR4jr0WSdslqMFrYn634AmjjGqQABGI6Zgfb0VeRm5a/7dVexdpmH1NNPMf3FedNGfkev5ueqyBPi8bmvzxr+3QdLX3luRuqtjK6D29hvCqsZ2KprzJx3F8969cfMlGx3H7n9pqYd657Ye6Fpp3oxbaIvnU5s2TnmEfPhC3ljPhgwafBXX09cYjHZYtDhtYO3rdz/0UsLEi7c7jK4FW0x6IzvD5lDKhvSzwAA4AiKZqDpVxK+QMQXCDlIPwNUiKgaEV6e7oePnSZQBTla+plhz0Bv/QIZ6OI0WzanPtdR/defsjf+Jxv/OgFwYYN6dxCLhI8Y4catu3sPn8G3wSdSkelnBlMHWu7N3TSTmxSrq9wM9OZdR1o0jvb2VBB4diyCz27HZyVWfMsCAAAAAAAAACgPLHufC+1y1ev1BXmpWfsjaH91ZJfdXIFrFbZJvzg35+Yao2yAKHK2u7u7VCrl8/lsNpuUNWZTrzmYuOxQyh8fdCVQBSWkKsct2Ld4TPWwAC+ZTCYQCMrjqfJATGEPg8Gg0+lUKlXcdsvJZTJ3P/awz2RS9wpaBqhgVTT9TN/rjEbj0Uup2+KyPhjUmAAAgBMpduAWeReACpN489adlPR2rZsSx1CgMU74Zf+cIdWYnWgej1fme0bMHpBWq124bPPwAV29qmBYikk/x23X7fjG4jjpZ7tTm3V7f9OENjb3msIWigX0QeTgZy10L+zWLdWa1dIRI7mBgQTAhV2/ccditdSMCHnEONm5+TI3CY/LJVA6TPo5P8O44m19xaSf7TR51pUf5imzzX1mmkLrifh8AfOeX5Fv+zv2nagZEVwtJIDAs2G+I+l0WuXr42V16ni++RYBh3TnlXEFYWGCV19zk8lEIjHtzi2rV1zsxYS4C/Fd2jZUKBS0r7gM5wwAAAAAAAAAUFX858CkrQK0QMF2a0KHVekHiYspyCisey3rQPuJaM8vKqqCY3LMOtBQflD7GQAAHBDrvwgAVJSIaqGhQQH7Dh4nUEU4ePqZ3K8Dfes0Z8tsi4vXgdYdOpQxZLD5zh06zA0NVXwwGelnAGWB2t/H8xEjFKg0ObkFSD+Xnj39vPJdXQWnn8n9OtAyT86mmdxb57UVXwd635Gz1UL8kX4GAAAAAAAAAACAMvFvANp2Mms2m8vl8r1tNYlVmUeJKzFoUozqZCtLwJa1ZALQSHKAw3pwBjodGWgnZE8/BzXNRfoZAAAAAKiwsKCIaqH/7HetffYqyvHTzwxkoA0XL2SOeTFr/KvEarWoVQQA7mtQJ1LmJnnECHHxCQq5lEDpFE0/F2SyKjj9zKjEDPThk+e9POSPLigOAAAAAAAAAAAAUHrFK0BzOByhbx86rE4/arWaictQpR+ilyZRCy5fxOPxmGQhAXBUJTPQzV/KZzLQmnxkoJ2E2fhv+rnJyHyknwEAAACAERLsHxUZvmvvYQIOrKqknxkunoFWrV1rzsjw/OY7nz/+5NWMIgBQ6PL1pEMn4h49Tutm9bw9FQRKwRHSz4xKyUCfir0sEgrq1oogAAAAAAAAAAAAAGXkPxWg70UqpdWIoJrFrNVmxxKXocqwVc+yurXnFWKShQgXgiMrloGu25nDZKBXfliADLQTMBut62arkH4GAAAAgAcKCvSrU7vmjt0HCTikqpV+ZlT1DDTdQRLwOI/9s49vunFD+f0CZlgx6X2/LdtEXboQACjCXS5r0qDWI0b45+Dp23fSCZSC46SfGRWcgY67lGAymRvVq0kAAAAAAAAAAAAAyg636BUWi8Vms7lcLs+zi/Huz6rMo2KvRsQFWC1GTdYp28EyeQem/DOHwynXcCGzqXML9KO+3k0Ke8CRZaxC6ONlLjwWwC5EKo89A808f+p2VhGSf/w3+coPC4Z/6iaWo4p5VcWkn2/GGpF+BgAAAICHCfDz5rDZW3fs69mtAwFHUhXTz4wmvYX0cu9vmi2zzb2m6InY1ljePSQVz3T3bsH3C9Sb/ub6+UmHj2C7u7NlMgIAJWh1ej8fj4fdajAaa0QEhwT6EngcR0s/M5gM9MoP8zbNJL2m66rFED5fQN/zSWGXIyk7l68n5eYVtG8ZQwAAAAAAAAAAAADKFLfYdSYALfDpZrz7c37yFq8ar7A5AuLs8m5ttFqMJkE9vsibCUCX97E9Ov+6IfIx7QP1eltRJdoDTqBKoY8gjyeRS4X0qIAjZKDtV5GBdgIl089ubm5isRjpZwAAAAAoxtfHs1njBpu27e3ToyMBx1A0/Rxal1uF0s8MV8hAp/frw+LzFVOnSYcNJwDwELdT0i9fT6oW4v+wEbJzlAqZlMDjOGb6mWHPQG/+mNVrhja8IeHx+LT3iZRdBjoxKeXO3czO7ZoQgKrJeClWc/qYlS+SPteT6+XNNJrS0wzH9+qycsStOgijogkAAAAAAAAAAFSSB1SApoe1hJ6t1KKaJu3VnMQVXjVeJk7NYtJmXvuFDpjdXxDxbJhIa/kd22O2c41AeZA7T6vVGgwGenCUQJVCH0E+ny8S2Z4ylR5IRQbamSD9DAAAAABPxMvLvXWLRhu37O7XqzOBylYs/TxwmqxqpZ8ZTp+B9pr/Pb9+fZZIRADg4YL8vYMDfB52q1qjO3bm4vM92hF4JEdOPzPsGegtn/B6zdBWi7Gd9q6sMtDJthj9rV6dWxKAKqtg/UppnyGGrOz8das8xv6PdsRbTaacJQvlnToJfUOyfvwmaP5iAgAAAAAAAAAAlaR4BWgmScnn84XhM7XxQ7MTl7uHDeTw5cR55dxYaTbkmng1OJ69BAIBE4Au76N6bDab3pFIJKK9ySaTyVqIQNXB/FSgMDDPq9wK0AxkoJ0D0s8AAAAA8BQ83OXtHX9YywAAEABJREFU2zRft2nHgD7dCFSekulnLp9UUVU0A925c+cGDRrMmTOHDufl5XXs2PHs2bMlRxM0b04A4HFOnL3UsG4NgeDBb2QSsRDp58dy/PQz478ZaF21GFvjs2eg0zNzT8dd7d+jLQEHYDYY5nXvNmHPXjqcdfPm2nfe7vfpp7F/b6rZob0qMys/LbV+r96bPv541K+/PnDy2I0b6TjtXhtfrD0zMVGZnhbRstXVfft8IyMVQUEPW4Btn33WeuxYma9vyZt+7N/vlTVruYIyPhPp0802786dYttBl6OUh0VKatVXHz9kURVw5Apzbo4pP4ffsKU5P8+qUhIAAAAAAAAAAKg83JJNbDab9m+KfDpob7eyFBzJur7EN/pd4qTMhvzshKV0wOjzgZT26PP5FZBnZSpA041MB+jd0X5wUtghTqCKYLr+mcxxedcLLz1koKs6pJ8BAAAA4Kkp5G6dO7b5c8O2Qf17EKgMzpR+ZjTpLTQbyYEVVSwDvXr16n79+rVq1YoAwDPIV6r0BuPD0s/0pu17j/fr1obAw1WV9DOjzDPQefmqfUfOvtCvEwEHk3Xz5l+T3hvy7Xde4eGBdeuRwnAzeVo3jh1jczkRLVvFbd7UfvzrjxgzvEWL6wcONBo8mFSU1zc8/XoVJWnTKXf5YhaxKq9eybxyPaR+/dtxF0S3bub8+r3VqFcMGkkAAAAAAAAAAKDyPKACNJPNFQgEooiPtLFdcpPWeoQP44l8iTPKurbIYtYahS14iiZCoZCuNZNLLu/jecx2Zu4F0ecqyh6DJg4DGeiqC+lnAAAAAHhGMqmkR5cOa9dtGTKgF4GK5XzpZ0bz5211oKtQBpou2Lfffjtu3LiihZ8vX748efLkzMzMkJCQ+fPny909CQA8jlwmbd8y5mG3Zufkt2pSl8DDVa30M6MMM9BqjW7TzkOjBncn4GAyExP/mvTeC/PmuwcH06tbP/20Zof2Dxt555yvEo8epWM2HjiIabFVR545c9SiRXT4p0EDhy34/tQfa+nTgx7fuH327OaP6U2LL+/eHfv330a9rtmwYXW699j88cdGrUaZnj5wztydX33VaPDgi9u3xe/a5RkSmpOcHN2lS3S3eycwObVm9Z0LF/p+Muvitm1F56DKyqITqrKzJB6ePaZNsxiNq996MzgmRpuf7xEU1K5I6nrjh9OSY2Nlvr4tR78Y2bYtUwE65/btjR9+yGKzvCMieEJRu1dfXfPO20H165t0erG7e8c338y4fn3P/Hl6lYovFnd4438imazYdpD17GdISjBlZORbefvyzOZjF5U5xuHN2gvrxfD8A3gh1QgAAAAAAAAAAFSeBwQimQwlj8cTuddjufexWkyZVxcSZ2TUZuTe+tNqZZl8JwkL8fn8CjuSx2Sgoeqyp9gdMANte/2KRFKptG5nTvOX8nPumld+WKDJtxBwSEg/AwAAAECZkEhEfXt2XvXHJgIVyFnTz4zmzwvbjRDfOs3ZMtui0+iNRiNdWUf+IXe9evVGjBjxwQcf2Fvefvvt8ePHHz16tH///u+99x4BgFLYtudYdm7+A2+y2t4CrN6eCgIPURXTzwwmAy31YG/5hHfznM5g0JtMJmuh0s/EZDKv3rAb6WcHpNdoNk6batLrs2/feuzI2UlJd+LiXl6+YtCcuYnHjz1wHKGbW5PBQ5oOHUr/Qho27P3RzNzk5LjNm0ctWjTq10XHli3Lu3OHjuZfq/aLv/0u9fIiLGI2GGgLh8t77t13u06adGL1KmZWx5YtzUpK6v/Z51k3bhSbw86vvmo8ZMjoxUtqdmi/d/58OjJdha6T3qcjp165knH9OjMHi8mUcPjwkG+/o39mo9G+kDu+/LLT22+NXbVa6unFtCjT0zu/826vGTPid+4w6nT0HrtMfI8uYbWmzS7u2F5yNVl8vqBGbUnr9gEjX+ZJJX4BPl5+fn7j3pC0ascPj2RxuQQAAAAAAAAAACrPgwPQbDabx+MJBAJx9Q+thKu8s02vSiJOJ/PK91aLySDtwXeLrMjyz8WwoMoiDomFDHSVgvQzAAAAAJQhums7sF/3FWvL5pTf8FjOnX5mVKEMNJPSmzx58rFjx/bv38/sTN28ebNr1650oGfPnkUrQwPAw5hM5tAgP093+QNvPR13JS0jh8BDVN30M0OsYI38/Jky0EtWbx0ztCcBhzT0+x/6z/7i7+nTVZmZjx4z4/r1oPr1BVIpVyDo9v4HpHQyEq6b9LoDPy08+vtvnqGhBYX34hNZnbk1qG69m6dO0gGPkBB6KZLJTDo9c9ON48ezbtx84BzSr19LOHKEtmQkJJLCT3ZFYCDzEe8eFJR18yYzBzaX23PahzvnzFk74V2DVmNfpKybN8JbtKTjV2/VimnxCA7m8G1f10RyuVmvF7q5/TPvuy2zZl07dJB+q3vE2hnNlqwCVV6+isPhosMWAAAAAAAAAMBBsB/YygQo+Xy+SBbG8R1Nu21TzkyzmHXEiRSkHVCmbLcSvtX3TZFIVMHlnwHKFTLQVYU9/RzcLA/pZwAAAAAoE3w+74UBvZeuWm+x4Mt/+XKF9DPDYTPQVp1Os35dwe+/FW2ke1JLly6dOHEis4T16tWLj4+nA9u3bw8LCyMA8DgmszkkyPdhtzZpUKtRvZoEHqSqp58ZEvenz0D/tmbbyEFd6fswAccjEIulXl5B9eo1HTp044cfPvoB9alRg8kW0+86G6ZNtVpsyWC+RFKQlUlbVFlZeSl3aQuLzWLmw2Kx6YBP9UihXN7utfH0L7JNG0VgIHMTM8+Ili0Tjx4tbPlPhye9OvzHhVwB/8wff5ScA22J6tiBXm0yZEhoo4Z0/MzERHpfBo0mOTbWp/q9dLUuPz/l4sWRv/wy+Otvtn76qUl/L1rtHVE9KzGRFEar7fdX9N53zPmq4//e7DV9emCduuSRkvJUWoOJy2fpLNYbOSoCAAAAAAAAAAAO4MHn52IVFoHmcrkCgUBafWpe7j698mrK2WnBTb4mTkFfcOPu2am0m0zn/aHILcRe/hlxQ3AaTAbafrVuZ9onm3/8N/nKD5XDP5WJ5TgOUfns6eeQlrmNhiL9DAAAAABlhsvljBraf/majUMH9ubxcGLucuE66WdG8+eF9PLACs2W2eZeU/REbGusxJ+RW7XaguXLVL//ZlEqRZ06kRdfKnprrVq1xo8fv2rVKjo8f/78WbNmXblyJS8v7+effyYA8Dj7j56rGRHiJhGXvCkxKcVgNNWKDCVQgnOknxlMBnr51Lwtn/B6zdBVi7E10t4qUiK6WtSq9bsH9GwnEgoIOLbWL4+9fvjwsd9/f8Q4nqGhdbp2W/f++4RFanXsZNBqaaPY3T0kpuHyV19R+Pu7BwXRFu/wiH0Lf/SuFh5Ur97Wzz59Yd58OvL6KZONWm1AdLTUy6voPL3Cw/NTUwPr1HngPfaZ+fHiEcNfbLe02By6ffDB/h9/PLx4MU8obD58BB3TpNf/MeHdlAsXWowcRefJTC6UywUS8V+TJinT09q9+ho9ssW095g27cDCH60WK1fAF0ilJe+3Rtt2G6dNFcrkHB6XriB5CLPFcikjNybI//nosH2pObFp2TEBHhxk/QEAAAAAAAAAKhvrYT/0Z3psDQaDRqNRZl3Tnu/JMud61xzvVeNlUsWZDcqbB4catela6QvckCmyQmKxmM/nswoRAGdBX8j0kLzRSHuMtWq1+vwu0/Hf5B4BbGSgK50rpJ/phwh97h29lLotLuuDQY0JAAAAAFS4lX/8PaBvd6GgvJK5BRrjhF/2zxlSzd3dnX6n5fF4ZV70kdmpoXs0C5dtHj6gq5engjgAV0s/2x1frzuwQhPa2NxrClsoFtBHvLIy0MYrlzOGDZUOHSYd/SLHx4e20IXg8ziPnVBvNBMAeKScXKWHu+yBN508d7lh3Rpc7uNfa67GmdLPdupc6/KpeaocS68ZxmoxQj7fVkDkYf3nf23Z175lQy8POYGKwnxH0um0ytfHy+rU8XzzLeICVJmZf33w/otLfivl+Be2bQ1t1Fjm63tixQraS97ypZfIU7mUnrs3MfX5OqEBMkmmybzt2p1WvvLqpfteeueVcQVhYYJXX3OTyUQiMfM6ImUh9mJC3IX4Lm0bKhQKiURShnMGAAAAAAAAAKgqHnpgsmgRaLEinFdjMWHxs679VJC6n1RlVosp+eS7Rm26gd+YFThJXIgp/4z0Mzgfpg40PSYtEoloH2i9LtyWY/Ny7lpWfqjU5ON02JUGtZ8BAAAAoGIMH9x3w6adGq2OQNlx2fQzKawD3W6E+NZpzpbZFp1GbzQa6aZ42E/ry5YlN1e1ckV6v77G69foVV5ULf89++ST3mfSzwBQVvIL1Dl5ygfepDcYo2tWQ/q5JKdMP5P7daClHuwtn/BuntMZDHqTyWQtVGzMv3cebtm4LtLP4IDECsU/3327bOzYq/v31+/ThzyttAJtowDPAJmEDntxOc2rBWRrjAQAAAAAAAAAACrboyozMdFJPp9vi056N2OFfkU7N1POTdMpE0iVdTf2Y21unIkbagr+ViyWUHTtmCJVSByCUyqWga7TiYcMdOV6YPqZPjRIPwMAAABAeRg6qPeW7XsK1BoCZcGV08+MSslA53w47W6bVvnffM2rU4fF4TKN7Iefpx4AntrVhNsPe0H/uXlfxfzgoWpx1vQzozQZ6B17T9SvXT3Az4sAlD+pt3fpyz9TES1bPT/7i1GLFtE/iacneVodqwe0CPNlhmnXbU0Rr1mwNwEAAAAAAAAAgMr2mFPTMtFJWxFosVgaNID4jrea9XdOvm025JMqKDdprTJlu4UtNwT9KJZ6SqVSul58Ph+nBgPnhgy043hY+pmpQ4/0MwAAAACUh8HP99z5z0FlgYrAs0H6mVExGWjTjRuGC+eZYZZQKHv1Nf99Bzw+/YwbHv7A8endW6zWx/4RAHikpjG1IsODSrYbTaZBvTtIJSICRTh3+pnx6Az0nkNnwkMDwoL9CAAAAAAAAAAAAECFe3wAms1mc7lcJgMtiZhslXcxatPvnH7fataTKkWddSLtwhw6oPX7WugWyqSfmdAhqxABcF6PyEBrC5CBriBIPwMAAABAZRnYt9ueA0dz85QEnhbSz0WVXwbaUlCgXrsmY9jQtD69lAt/ZBrdP5wue/Mttkz26GmNJstj/wgAPFy+UrXvyNkH3hR7McFkMhMogkk/K7OcOf3MeFgG+tDxOF9v9xoRwQQAAAAAAAAAAACgMrAfOwaTgebxeEKhUCKRiGvOtwhqarLP3Dw8xqTPIVVE/p3tySfeoQMan9kC96a2FRGL6RohdAiu42EZ6FXTkYGuCEg/AwAAAEDl6t+ry8HDJ7Nz8gg8OaSfSyqnDLR2547cWZ9wAwO9fvzJ4/MvCABUoPwCdXhoQMn2jKxc2nUhEQsJ3MeknwuyTasn6p07/cwomYE+de8c9f4AABAASURBVO6SWCSIrlmNAAAAAAAAAAAAAFSSxwegyf3cJJ/Pt2Wg3TxEddZYRI30yqs39g/T5V8hjs6aHv/d3XPTaZe0xmsmz6uHtJBIJOLxeHS9EDoE1/HADHRWMjLQ5Q7pZwAAAABwBH17PXfsxNnMzCrzY2YHgfTzw5RJBtp061b+t9+k9+/HXBX36Bl44pTHnLnCtm3ZCgUBgArk5+MZEuhbsl0hd2sQHUngPnv6edUEXV4q6TfJydPPjKIZ6KM7UkwmY91a4dZCBAAAAAAAAAAAAKAylCoATe7Xgebz+SKRSCoPEEavNsv7mg1ZSYfHFKQdII7KYtLcPvF2zo0VFpZM4/8Tz6e/m5ubVCoVCoU8Hg+hQ3BByEBXPKSfAQAAAMBx9Ore8fS5C6npmQRKB+nnR3uWDLQlNzdj6AtpPbtrNm8Stm1rVatpI0ssZkkkBAAqnFanX71hd8k+ijupmbv2n0TfhV3J9HNkU+dPPzPsGegzP/vJDEEGg95kMiEDDQAAAAAAAAAAAJWltAFoUqQOtFgsdpPJJVHfmv2mWiymO6fey7q2iDgeg+buzUOj1BlHTdxq2uCVQs/mTPpZJBIJBALUfgaXhQx0RbKYkX4GAAAAAMfSvUu78xcu303NIPA4SD+XRvPnha2HiEqfgdYfO2ZOT6cDbHd3ft26Xgt/9t+7X/7uBOSeASqXyWzu9VzLku0SsbBL+yYECrly+plRtA70zXM6ZKABAAAAAAAAAACgEj1ZAJricrkCgUAsFttifNVesYYvsbLEmVd/Sj45wWLWE4ehyYm7eXCEQZVkEDTXhywTK8LdCtElt6efkTsEl4UMdMWwmK0bvkL6GQAAAAAcTtfn2sZfuZ58J5XAwxVNPwfWQvr5UVoNETXrL3x0Btp0+7Zy3nepnTpkjntZd/DeycQUU6cJ27QhAOAAVCqtUCgo1qjW6NIysvk818r4PgzSzwxkoAEAAAAAAAAAAMBBPEEAmtzPQHM4HIFAIJFIpFKpzL8jO2q9hResSj94Y99g5d3dpLKZ9dmp5z+7dWScxajUyUaYQhZIZV729DOfz0f6GYAgA13+mPRzwilb+rnxMCXSzwAAAADgUDp3aHUt4WbSrRQCD1Is/TxkOtLPj9F+pPjRGej8b+aqN24Q9+jpt2mLZNBgAgAOZtPOwyJR8QD0+UsJCpkbAaSf/wsZaAAAAAAAAAAAAHAEXPKEmMSePUPMtolWC/42Xh1n1J5JOTMlJ3G5T/QEsUcDUuGsJm1W4rLsxBVWs9ZKuBqvT7hePd0Ki1UzhZ95PB5dcvtaALg4JgNtv1qnk5qQvKOLFKumK4fNkoncnuwHElCUPf0c1ja74WCVRCJB+hkAAAAAHE2n9i33HTphtVqqhQUTKKJk+pknJPBY7UeK6eWJDbots8093sxmnz1p2L+PJ5F6fD6btiumf8Tx9CQA4KheHdW3ZGOLxnUIIP38IEwGevnUvC2f8HrN0FWLsTXSXi+CvveKRbe27flZoDKl4FdtDspqMBIAAAAAAAAAACgfTxyAJvfrQDP9mPcz0GxtnTXqO2vYmQu1eZduHRkr9W3rW/ttvjSUVAyrOffWxsyrv5gN2VYryyDpbPJ6XeAWIRaLJRKJSCRi0s8IHQIUgwx0eSiWfpYWQvoZAAAAABxQhzbNDh09ZbJYIsMrav/d4SH9/CzsGei/37jVmr1U7OkubNPWSntq6L4n0s8ADuxqwm2JWBgU4FO0cd+Rc6FBvuGhAcS1If38MMhAOwJW4eEa5Yb19I+Ao2LVqEE74Wm3MAEAAAAAAAAAgDL1NAFoBpObtNeBpj2bnLCRGq8+pow1nKxfVekHVRmHFSH9fGq+yhGU7yGugtT9GVe+N6iS6LBe2Mro9T+upKZUZCMWi4VCIZ/PR+gQ4GGQgS5bSD8DAAAAQNXSpmWTI8fPmM3mqMhw4vKQfn529zPQdY7X/an3TBFfLKCblOlBIgDgqFLSMls2qVu0xWQyR4QGhAT5EteG9POjIQNduZhDM4IPp2tycrRajdFotFqs5BncTE5l2c7/yaYf3PSAD5dj+6P/S0T4PvSUbMfOeFyBpxfdjmwWeoYBAAAAAAAAAMrY0wegyf3+NaayMkW7wuiwTjRW5z3QlL6Unf173q31ecmbJR4NpX5t3Hzb8cT+pKxYTOrs0wVph1Tph4zau7TBwKtr8JrAcasnEQpFIpGwEFP42R7UJgDwIA/MQB9bjAz0E0P6GQAAAACqolbNGx07de7y1cRaNSOIC0P6uazcz0CTLbPNvaboie0aQQYawJF1bN2oWEtWTr6bm5i4NqSfSwMZ6MpyrzYNh8P397co3NkGvclkok9a8gyMBpKemUvoPEyFf8RM/4IDfX1rViPwVJiOdz7tHRYK2PguBAAAAAAAAABQ1p4pAE3ud2LSHhzagcMEoAWFdKK3dN7DjGm/cnJXqbNO0L/0i3P50jA3v7ZSnzZij/qE9TSRSrM+tyD9kCqD/p2wmjVMo5EXZfAYz5a3FtNOpPvs0WcmcYh+JYBHK5mB5vLzDi1EBvoJPCL9TN+O8EYEAAAAAI6sRZOYE6fjLl66Vqd2DeKSkH4uW/cz0DpkoAEcX+zF6xartWHdf9//DUbjoRNxg3p3IC4M6efSYzLQyz5ABrqiMRVq+HyB7VLAt9JX8rMFoDu0bvb9b+uKtshlkqYN6/K4z3ogyWUVptRZhRW1eSiQAQAAAAAAAABQ5sqg34p1H1MEmnbi2GPQeskUvXa8IfcoKTjM0Rw3qJKyE+jfMjoVT+TPFflwBd48oQ9XVHgp9OEJvXmSILM+z6hLN+uzjdo0oz7LpE036jJN2gyjPtNiyLffr4HfyCxuZpW2Yktqifh8e+7ZHn1G4WeAJ1IsAx3VxlYHGhnoUkL6GQAAAACqumaN658+e+FC/NW60TWJi0H6uTwgAw1QVbhJxf6+XkVb+Dwe0s9IPz8RiTtrxOfyFVPzkYGuSEx37v0TdfKfMf1M3bqTZiEclUpzf/7khX5d5XI5gWdgP3yG1wIAAAAAAAAAQJkrsx/u20tB22PQfD7fYDDohUKDpJfB0MVoNBq0d6zKg2z1EY72lFGbSv/IEzJzQ42i5mZxSyJtwuWJ+IX3wuSt+YXoMPMzeoqgdxXgCZXMQFsseUd+kq/8sGDEZ25CKTLQD2YxW9d/oUo8Y4zqlRHdXSeVutnTz/QdCelnAAAAAKgqGjesezY2Pvb8pQb1ahOXwaSfz23V7/rOElCDM2SGjCcgUCbajxRbLeTk37qtX5h6TkYGGsAR0fdAmZtELBIUbVm39YArB6CZ9LMq17jmfQPSz6Xn5sVmMtBbP+H1+FAX3sjWiAx0eWOStczRkGcJQMdfvRl3KcHbQ/HqiL6fzV/GNLZr3iCiWhCBZ2N//uOFAAAAAAAAAABQ5sryzGVMyI/2sjEZSl4hgUBgLGQymYxSqVERYTKNNBoNRn2GRX+XZcogxnSWKZ0YM9imDLYlk23KtLJEZo63letj/7NwfVg8P5YggMUR0zkLC1POvCK49yH6DPCMimWga7dTE5J/5Cf5imnIQD9YifSz1M3NTSwWI/0MAAAAAFVRwwbRcRcunz53sXFMHeICiqSfzQE1OC98LEf6uWx1GG1LPSMDDeCwriYmp2fmtG8ZY2/JzM5v27w+cVVM+lmdZ1w1UZ+TTPq/j/TzE7BnoLd9igx0xXmWfK3JZD4Xf/18fELNiJA+XdvIpLbPaW8v94zMXC9PRe8urZmjLQAAAAAAAAAAAI6pLAPQDHsMmski83g8Pp9vLmQqwmyWm83htJF2KDPdyraDjhaL6X6VAlsKk10cpxCTdaZz5hRhP4MY+lIBnhEy0KWH9DMAAAAAOJ/6dWtdiL968sz5po3qEaeG9HPFQAYawJGFBvlVrxZYtMVgMAQF+BCXZE8/r37fln7uO0GK9POTQga6qlAWqOMuJVxLTK4XXX304O5c7r+9wTPeffHNad+NGNBFIMDzHwAAAAAAAAAAHFrZB6AZTG8mUx6AXtIuTqb7mEk8F70sGoBmhu1zsOee7cNM0LnoJasIAgBl5IEZ6MMLkYH+D6SfAQAAAMBZ1Y2ueelKwvFTsc2bNCBOiumXuLDLgPRzBUAGGsBhxV+90bh+lP1qXHyCVq8PDvQlrqdo+jnrpi39XLMln8CT+zcD/RmvxzRkoB1ORlZu7MXrmdl59aOrvzys1wPH6d6xWfWwQAIAAAAAAAAAAODYyisAzbCXZGZizUwSmkk5M4oO29mnLcYed7YPFL0XAChbJTPQVlPBkV/dkIFm2NPP1TqkR3fXI/0MAAAAAE6mdlT1K9cSj54427JZQ+J07Onn7XNNSD9XDGSgARxQanq2Vqsv+jKsH12duCSkn8vWvQz0NGSgHcutlLS4iwkms7le7Ygu7Zs+YswenVoQAAAAAAAAAAAAh1e+AWg7exKaFOniZLLOJS8fMRVCzwAVqVgGOrqTmhBkoG3s6efwjulC74K7F9wadUH6GQAAAACcTVSNiGuJSYeOnmrTsglxIkXTz/6RSD9XHGSgARyNv68n/bNfvZWcplSp69aKIC4G6efyYMtAf3YvA937I11YA9tbPTLQleVqwu3Y+OtuUnGj+jUD/bwJAAAAAAAAAACAU6iE/GLRis4UPdDFXFLc/2Ia2UXYpyUAUCGYDDSPxxOJRBKJJLoTp+VYZXayacW0Ap3KQlySPf0c1SsjZoDe3cvt+kH+qT9ZSD8DAAAAgPOpEREW4O+7/9AJ4iyQfq5cHUaLm/YVJp3ibv3CrNPojUYjfTiK/R4eACrM9j3HtTq9/Wp2bn6NiBDiYpB+Lj9MBlosZ2/6mJsUqzUaDcx7Pt72K1LsxYSla7elpGU+17ZJj04tkH4GAAAAAAAAAABn4hAFXFmlQACgkhTLQNd5juvKGeii6efo7jqpVBrTySOivtvZTdZ/fjLg/QoAAAAAnE9EtZDQkMC9B46Rqg/pZ0eADDSAg1BrtIH+XiLhvfdBvcFYIyJEwOcRV4L0c3ljMtASOYfJQBsMemSgK4ZWZzh+Jv6nZRt1ev3gvp06tm7k6S4jAAAAAAAAAAAAzsUhAtAA4OCQgWaUTD+7ubmJxeIuryhiuomPrdVvn68lAAAAAABOp1poUPWIsN37DpOqDOlnx4EMNEBlOX3+6mfzlm/efZQO8/m8dVsPbP3n3u9bNm4/aDSZiCtB+rliFM1A34rTIQNd3rJzlfuOnP3j7z1CgeC1Uf2aN4q2/84BAAAAAAAAAADAyXBmzpxJAAAex16Onc1m00v3YLNAob22n5dw2lS7DZ/Ld/6yxw9LPwsEAi6XW7OFID/demqj3mSwRjRxrWpJD8McR0zOVF1P17SODiAAAAAAUJXJZW5CoWD/oRM1qlezn/bEYLTsPJPUpY67SCTi8/kcDqc8zohCv1iaTKbTcdfq1a4uFgvJU0H62dF3NZx3AAAQAElEQVRUa8Az6qzxey2ZN83hzc3MnqYjn1QHQT1X46znd1LIpBu2HUxMStm25/iBo+dMJsvl67d2HTiVk1fwfPe2UomYuAyknyuSQMyKaiG4csRwYSfxq2V0877XwUic97VWKVLSMg8fP38l4Vb1asHPtW3s5+NBwKmlZeSkZ2RGhPoLhUL6Vdz+sgIAAAAAAAAAcB1cAgBQOkwdaPvVOs+pCVEeXSRbMa1gxGduQqkzV5R/dPqZOUjfb4qEjnlohY4vZLV/SUQAAAAAAJxLoL+vSChcvmZjz64dPD0UpOpA+tkxdRhti1qe/Fu3fa6x+3s6UrjX6ZjZHaZSqaUQ01J0Ie3Z6NI3Fm13kUZSdTYU67+IcxGLhIF+3ilpmXRYpzcSugFYxGQyHz114djpi43q1njxhR7EBSD9XPGYOtArpuX/PZP0nakLrU/4fAHT04jI5rNLvJUSF5/A5XDqR1cPDfIjAAAAAAAAAAAArgEBaAB4Aq6ZgS5N+pnYNg7pN0ViMlr3LNLyxayWQ56yNB0AAAAAgMPycJePGtp/y459NSOrRUaEEQfw4+8bunVoFh760FOOIP3syO5noAmTgab7Vjwez9Ey0ExQcuv23SfPXGQV7hcLBLx3//cyvSn5TuqKNRtpC5Oj/WDCq3Ths3Pyflmy2t741usvSsQilVqzYOFSe+MrL73g6elOZ/vlNz/bG0e80C8k2PZM/mbBIr3eyDQOHtCjengYHfjhl+VKpYpp7NW9Y706UXTg9xV/paZlMo2dOrRo2qgBnduqPzfdupXCNLZs1qhdm6Z0YNPWfy5dSWAaGzao0/W5NnRg157DZ2MvMo21o6r37dWZDhw8fOroiTNMY1hY0NCBvenAqbNxe/YdY7ZGgL/P6OED6PDFS9e2bN/LNMrlbq+PG0GHE2/e+nP9dqZRKOSXfkO9OX60VCLWaHXzfvitcjdUSlrGsMG9PT086C4/ccZoZmR4EBOAtimycnRTnD5/lf41qFN97LDexHkh/VxZimag+3ykDWuADHQZiL9yMzb+ureXonXTej5e7gQAAAAAAAAAAMCVsHAGTwB4UvR9w2w2G41GrVarVqsv/mM6ukjmGcx1ygy0Pf0c3T896jn9w9LPdlYLWTtdFb/f0P0tsYtnoOnRRPokOXopdVtc1geDGhMAAAAAcCJnYy8m3rxdq1ateTsS5gyp5u7uTr8qM9FVUqaYvQ+667Fw2ebhA7p6eRavPD3jq8U5ecrmjaL7dW8jFRc/E8uzp58/HvfDwHFdoptG0uGcjPypI779adfMx071w/RVzTrVb9w+ulj72PYfLtr/KSm1w9vOXL94+6X3+xdt/HHGqsHju3v5PyDk9FqXmfM3TeMLeQ+cW+rtrCWz/yrIVys8ZRPmvsQX3PtV/O4/j2bezek2tM1nb/z89Z/vkyd0bHfs9pUHjUaTb7DX2KmDpLInPh/OvqWak3/rwlsau7/HEYlFjpaBps8ik8n0wy/Luj3XLtDf19bEIiKhkLlJrzfYxxSJbI30SavT6e2NQqGASe6WbKQDWq3O3igQ8JlXkFanI9bijXRyeycej8/jFkYG6b3bi1LzeFwmsKs3GCzme420hbbTAYPBSF8L9xs5dCPTAbrLZjLda+RwOHw+00hX18Q0sjlsAd8WDKUttP1eI5tNl8rWSHsGDEamka4OXani26RqbqjfV/zVolmDmpER/Ps7/sS5xMUn/Lpy88NujQwPGvF8F08POXFSSD9XuoIsy9IP8nVqc5+PTGENREwG2ikLrpcr+lYdG58QF3+9Rnhwg+hImZuEgOuJvZgQdyG+S9uGCoVCIpE45WcWAAAAAAAAAMCjoQI0ADwx16kDbU8/1+6XFvWc4bHpZ4rFJoM/kf4xQ7V9vobLZzXtj+JyAAAAAOCEGjaoE1Uj4uip8xLtncRbopo8Af22TCrP8TPxFy4n9uvWpnmjOvYv6c5a+zmmde2Tey/0GN625E2PDmev+X5rp4Etm3eq9/Mna4/uPNu+T9Oit3r4yJ8i/WyxWBfOXL1g03S5p3TR53/t23C89+gO5AnZ60Dv+NrUbaKWiInjZKCthegziQ7RPUEmuWtHF7JYCyncZS5lI7kfBS7eKHxAIxMvLoYJIhdv5D+gsTDcXDwZzytUovFeFLgoLvdeaPg/jRwOV8Qp1vjAbVLVNhQxGAxGk5HD5TK5TOJcIsOD7MMBvl5307OYYQGf17dbmzbN6jtxfA7pZ0dgqwM9W75iSv6mj1EH+mkUqDRx8QlXEm/Vj44cPah7yXdsAAAAAAAAAAAA14HeMQB4Gq6QgS6afq7VuVTpZwabY8tAr55asHku3SwEGWgAAAAAcEpisahZk4Z/ns4qUGt3HTwrFArDQwM83WVikVAsEohEAiGf/7CzTjF1XktzL/fPP2MqPMHIvzVoi4xwb0Ct0a1cv/vY6fih/Z/z9/VkUm4XdxvLI/18+3rqki/W5ecUeAd4vv7xCwov2doftp3Yc95qsfZ+sWPHfs2Y0eJPJy77euPUBa/IvdyKTn7r2t3fvlyvUelEYsHIiX09fOSzXv0xKibcoDfKPdxGTexLR5jz7mIen+vp5x5YzVel1E4d/jXdaDJ3t1dnDqnbvOYPH67oMbztgc2nDm49HRjmm3oro03Pxm17NWYqQH8wdG7dZjWtZktutvLVj15wk4uZ+333q9HMgE5rEEmLJ0dzMvKZCtDv9p9ddHKJm+i32esSLt2m47w8ZWD1OiFfT/zt8tlEumwDxnVp2rHusiNf3nsICrRCyVOeBud+Blq3k2XuNlFHV5YJ5jpIBpo+CXEKNdfRvGkDIZ9rNpmJkz7o9F3a39crNT2rZZO6tSJDFq/aSlyg8DNB+tmRKHyQgX4aGZm5cZcS0rNyG0RHjh3WmwAAAAAAAAAAALg8BKAB4Ck5dwb6qdPPDDaHDP3cjclAc3ikUS9koAEAAADAOVk4/Aa1q7m7uxvN1rvpOXdSM7U6vVqj0+kMXC5HpdE+cCoOm222WEp5F0z8NCs3f/32gwJB8Wq1Ko2m6NUbt+9++f3K915/IcDXKzfVtPUrI20cMFn2LOnniYO+sg+H1Qyklz99vKb/y52bdKhzYPOpXz/7s+vgNnHHrn6+YoLFYpn+4rzq0SHEln6+fv1C0keL/ieWFL/v29dTX542KDjcd/2i3fs3nXx+bOestNwxkwfw+NyxHT4c8nr3RZ//+eKk5xu1q73os79sKxWfLJIIp3z/Sk5GvlalC6rmS/dHjAZbFpxu5DGTn89IyfnynUVtezVm5q9V6zv2b0YXdd6U5VfP3WzcPvrfzaXU/vzx6pSbGS9PGfiw9S02eXpylkQunr1yQnpy9kcvL/hh2/TTBy5+sWqip5/7+WNX7FP9OGOVXqN/bkBz8rQ6jBanXDElHCZxtY2N+xrZbHbJksOVhkU83RUCVNl0DdXDQ7Ozs5w78h5TJ7Jh3cjuHZvHxV+nb8gDerV37sLPBOlnx4MM9BO5dSct7lKi0WiqXzuic7smBAAAAAAAAAAAAArhyA0APD1nzUAXSz+7ublJpdLSp58ZTAZ6xaSCjbNtdaCRgQYAAAAA5+Yud/Px8mCzy3gvgEk/a7Xahcs2D+nT0ctTUWyEGV8tzslT2q/WiAge1KuDv6+nxWJx8yad37H+M4/112zl0E+evgL013++H900khTWSJ464ls6kJacyaSKm3Sst2relnotMus0jRSKbVm6Wg0jEi8l04HYI5fzsgtMBhMpEYCWyES/f7Ve4eWWciM9vFYwbfEP8eHxbV00bgqJwWBKTkhr2LY23e+IaV37wslrdZtH1j8Z9eXbiwQC3pA3e9pWs0G1uKNX6UBgNV96KVVIjDpj0bsICvez3ZGbyGj4T7tUJpr49ZjNS/f9OH3l+/PGPmyVi06edC1FXaClq0lb/II8jQbz/2YN/3nWWovZ0mVQK2b8jJScW9dTv1w9kTyDfUs1KVdNIc201duYzGaetZCjxOCspE/P5+iOIQGXYStUTypC0aS1/QlfLH7NtJdhY/eOzZjGGhEhk98a4eftwdz+wAV4ikZHw6SfdQVmpJ8dStEMdN+ZutD6yEA/wLXE5Nj461KJuFG9GoF+3gQAAAAAAAAAAACKqNolWgGg0jEZaB6PJxKJJBJJnee4Lccqs5NNK6YV6FSlrejmUMok/cxgc8jwL93CG3E3zlbH7TQQAAAAAAAoNzI38ajB3d56eaC/r6e9sUZbS+tXNKnXTWs+Uhr1pKxUiwq6de0uHTi974JvkGd4raCkq7arGrX+0pkE2kJ3Gka806ffmE4/zVxdcvJfZv0xemK/Nz8dUbN+Naal2E5GWM3ApCt36EDStRR6eS3uloefYvbKCX1e7LToc1tN6EZtos8eii+c8sFL+MC9lm8m/R57xFaz2T/UhzxS0clDIwPCawcPe7vX0Ld6RjerYTAYr8Ylfb783Wk/jv/+w5WGwuC1RCb636fDyTPYt1Rz8m9dQENl09G5LAfrrKL7gGw2G2k817Fj98GMjGxS/hFMJpVLmQvZBx42XB6NfB7X20NecoQHLkmxxmI3MevC/HSBOJIi6Wcd0s+OhslACyWcv2dybl/UGQx6+lxywGdRpYiLT1i6dvud1Mzn2jbu0ak50s8AAAAAAAAAAAAloQI0ADwrZ6oDXYbpZwaHR0bOlS1/T7lulooQaf2uOMYGAAAAAFDG2GxWh1aNunVoJhLy/9vO5vK4UR30RpPy+GLZmo+UL3ws45XFqVnGzxy6asGW5MQ0db7mzdkjI+uGxrSK+urtRXHHr7bt0bhWw/D9f5+go/UZ3XHyjq9P7r3QtGPdopM37Vjv64lLJHIxj8uVeTygqPCrM4bMfe83Dy+ZSCJ095H7hXjt/uvIp/sv5mUrh75hqwAdXN0v425OzQbVyJOgy/Pt+7/L3KXKXNWUH14t5VTdh7dd/s3fn47/icNht+rWUKaQiKXC2f/7JSstd+hbvfhCHh3n8pkbm5fu/fi3N8lTYdLP/jH5TUbnCkVuPB6fy+E6SObYvgzXrt+sERkukYgJOLvMrBx/Xw9b/rI8I5hMKnf/wWNanY7JetaOigzws/044cTp2AKVmhmtRvVqIUEBdOBs7MWcvHymMbxaSHiorXj8hUtXMzKzmcmDA/1rRobTgavXb9y5m8Y0+vl616lVgw5cv3Hr1u07zOQeCnnDBnXoQFJySkJiEtMoc5M2bVSfDtxNy7h05TrTKBIKWzVvRAcysnIuxF9h5km7R9q1akpfGrn5SrpU9qDqc+1bsdhs2kHELkQco4hv0fRzeoIV6WcH9G8d6JmsPjN1IXVcvQ60VqePi78eG59Qv3bEoD4dxCIhAQAAAAAAAAAAgIdgoZoCAJQJ5szURqNRq9Wq1eqL/5iOLpJ5BnOrUAa6zNPPdiYD+e1tZfIF05BZ0ugOrnKkjR5ipM+Ho5dSt8VlTrne0gAAEABJREFUfTCoMQEAAAAAp1OgMU74Zf+cIdXc3d3pl2cej8eE3soQs6NB9zIWLts8fEBXL09FsRF+X7Ota4dmRas+2yek30gNBoNer9Oo1fF7zCeWyANq8MoqAw1lxZ5+bjwq203mJpbY8PkC+nR6lr2wsnLviaTXL1y0ol/vbsGBfgSc3c+LV9WpHR5dK4q+rfEFgqI/+S4rTIFbk8l09NgZveFedfraUZF+vrYKr6fOxNkD0NUjqoUE+dOB2POXcnLzmMZqIcHVqtkC0BcvXcvIzGIagwL9a1S3/Sji6vUbKXfTmEY/X5/aUdXpwI2k20m37gWgPT3c69etRQduJd9NvJHENMplbo1ibD/VSE3LuHw1gWkUi0TNm8aQwlD4hfgrTCPtIWnbqikdyCsMQNtXqmO7lvn5BSqNhq4FHYduNwd5/SL9XCXkZVhWTlXqteY+M00hdYRMBtoRPgUqUm5+QdzF60nJaQ3qRNaPro4zD8BjxV5MiLsQ36VtQ4VCQb8+MT3YBAAAAAAAAADAlaACNACUjapeB7r80s8Ul09e/Fb2+7vKtTNUQz5xoQw0AAAAAEB5e/GFHg9sp1/g2Wy2LURLr1hJdCe6h5J/Yom8DOtAw7MrmX6me2F8fhnshZUhJqtKwJUUPuTl+6BbLJar1xNZbFbHdi2L3dSksBJzMQ3q1S7ZWKd2DUJqFGusGRnOlIIuKjwshP4VawwNDqB/xRr9/Xz8CwtRF+Xt5VFyORVyWbHGS1cSUlJTe3brwLwDk0qt4Iv0c9Wi8GEP/1y2cqpy00zignWg76ZnxV68rlRpYqIj27dqSAAAAAAAAAAAAKB0qkZZVgCoEpgMNI/HE4lEEomkznPclmOV2cmmFdMKdCoLcWDlmn5m8IS2DHRgFHftDNWVQ0YCAAAAAADljNlD4fJ4QqFQLJZEd+I0G5N/95pxzUdKo55ApXtg+lkgENK9MDab7VCJt/LOwoJDaRQTrZDLWaR8n4FWqzU3N/9uajpxLkaDUa/Tm00mi6UyO4KQfq6KmAy0QMTZNJN7+6LOYNCbzWan/wlKYlLK+m0HTsVeqV0j7IW+nWpWDyEAAAAAAAAAAABQaghAA0BZqooZ6ApIPzN4QvLSPJlfdc7qaQXIQAMAAAAAVABkoB1WFUo/M+geLo+LbjSXUKtmdZmbhHUfKQdMPLdyI8LlxGK1mExGs8VciaFVpJ+rLpfKQF+6mrRy/e6EpJRWjev27do6LNifAAAAAAAAAAAAwBPCkRsAKGMPyUCbHTMDXWHpZwZfTMYskPlG2DLQ148jAw0AAAAAUO4ekYE2aAlUiiqXfiZWMqhfNz9fHwIuwB59LtfEpVNmOm0brTB8jPQzPDWnz0CbTObT568uXr0lOze/d+dWXds39fXxIAAAAAAAAAAAAPBUEIAGgLJXMgPddHSeA2agKzj9zBBKWWMWyLxDOSs/QAYaAAAAAKAiPCwDvXpGPjLQFa/KpZ/pIrELkYoSd+FKp74vJd68/cBb5yxYcuxUbMn21ybMTLqVYr9Kx/noi++LjvDGpFkvvzXdfnXtxh0d+75UdIT9h0+NfO2DzTv2kcc5efZ8+96jDx09w1w1Wyy9Xhj/+6oNpCwUW8G8PCVdNVKB9h08npWdRwofelKevL08IsPDiBNp3rRB6+Yx5Vc5+7GQfnYOzpqBLlBpDp+I+23tVovZMnJg1zbN69PPQAIAAAAAAAAAAADPAAFoACgXxTLQDbrzHC0DXSnpZ4ZQynr5B5lXiC0DfeOMiQAAAAAAQDl7YAY6LdGEDHQFq4rpZ2bgzp1UrU5HKsTmnft7dm23YdseUtaMJtOdu+nM8NGT5yRiUdFbDx8/8+7ro3t361CaWYUGB+4/cpIZPn3uIp9XZjHTSW+OadGkAak8d1LSdDqdLWpZnmlL+tQKCvCrE12DOBcWYTGv5Yp/OSP97EycLAOdmZW7++CpjTsOKWRu44b3aRpTi8/jEQAAAAAAAAAAAHhmXAIAUD6YhIH9av1uKkLyTi5VrJhWMOIzN6G0Mn+AUTT9XLuLUSqtuPQzQySzZaB/eTV/+XvKkXNl4Y3wbgwAAAAAUL7seyjCwqvRndSE5J9YIl89I3/oJ3K+iEB5q3Lp56J27Tvcr3e34EA/Us5Uas2V6zcWzf90+CuTVC9qpBJx/JWE6Z8t8PXxCPT3nfi/F5nRLsRf+3np2llT33JXyEs5Z7qBO7Vptu/QiZFD+qRnZLvLZXz+vwm8Q0fPnDoXf/N2yrSJrxw8cvroyViLxTqwX5duHVt/8d0inU6XkZXz7eeTBXx+4axY1asFJyXfNZlM9OHbc+B45/bNmUdw+z+Htu0+qDcYBvXt2rl9S/u0vbu1P3jkTGT10NPnLrZqGlOg1qSkpb80tH+10KDfVm04d+GyRqNr0rDOay8OmbNgSevmDetF1/xo9vc5ufnVQgNJhbNYLdb7SDm41+3AIlW9om0xarVGrdXSVzfSz/DsmAz0yqnKTTNJn5m6kDqEzxcwn+MO/nlR1O2UtLj4RL3B2KBO9c5tmxAAAAAAAAAAAAAoU6gADQDlqGgdaKlUWr8b1xHqQNvTz3UGMulnaQWnnxkiGWvsj3KFH3v5e8pbcagDDQAAAABQ7lAHuhIx6WfPqNzw3jd1JrPRTIQCUVmln+n0T/RX+jkz+dSKTKnu3n+0ZdMYoYDftFG9XfuO0pYTZ863adnwm88+6Ni2mVpte6bGxV9dsnL9lzPfK336mdG6ecOjJ8/RgT0Hj3Xt2KroTW1aNmpUv9Y7r43Kyy84e+HyvC+mfDd78obNu2/evkNvrRFZ7ce5M5j0s12LJg2Onow1mUwZmdl+ft50K91ISt6x9/CCL6fN/2LamvXbU1Iz7NPSB1ouk44Z/ny/np3irya89tKQ7p3abNt9MC9f6alQLPhi2vdfTdu++7Bac++l+NffOyOqBS/5/tO2LRuTClcYfC73Bz35TurZ2HjiRM5fvHru/JWKT3Uj/eysyqMO9JN+Xjz1X3pmzqnYS3n5qjbN6w3u3aFGtWACAAAAAAAAAAAAZQ0BaAAoX46WgS6afo7qWGnpZ4bE3ZaBlnmzl77rtBloJytnBQAAAADF0O97VagQI0EGupLs/tWWfvato2wyJlsqkxqMlms3UjbsOLxxx6F9R85duHwjNT3bZDKTp8Xjsp/o74lmzmRhK2zXZvs/h3R6/eIV69hs9t/b9tKWAb27aDS6SR/N3XvwhKVwMc6ci79zN81oeuK9SD6f7+npnpaRdTbuctNG9R44zt276Q3qRImEQqlEXLd2jWsJt2hjeGhQyTG7dGi599CJ46fPt2rekGlJTEo26A104Vf+uTk4wDcnJ6/otO7utri2WCTy9faiA1wuR6vTi8WiazdvffHdollzFlrpLrv53tMgOSWtcUw0HWjepD6pWHWia8ikUlL+snPybt+5S5xLuVbOftg9Iv3sxMo8A/2knxdP/RcS4N26Sd0m9Wv6eiqYFk6V+r4EAAAAAAAAAABQJXAJAEA5s59pmlG/m4qQvJNLFSumFYz4zE0orbhfYjhU+pkhcWeNWyj/+ZX8pe8qxyyQBUU71dsy3Z70mP2hS+lXvt7NHJqqWuEYAAAAAHg0s9XKZxP6bZ/5mldVvuzZ91CEhVejO6kJyT+xRL56Rv7QT+R8EYGytftXzdnttvRz05ezpW4yuhcmsu2F2Wo/5ylV2TnKzOy8m7fv0kupROztKffyUHh7Krw8FXyeA+0f8Xk8dvnvvF6/cYvP5014/UXm6psffBZ74UpKanqf7h3r1o786fe16zbtos/gMSOfv30n7Zsffv9kypulnzmT436uTfPfV20MCvDlPGR9qkeEHTsdRwfUGu35S9fatmpy7vxlNpv131nZhAT5p6Zl7Dlw/K1Xh+8/cooUZp2lEsnLIwbQ4R17D/v5edMB+7QPfIs4ePR0QYGKrkhOXt7wcR/Y26uFBN64ldIkpm7izWRSsRrUrZWdncUi5fi2VsER4YrExJGpillBpJ9dAZOBXjlVuWkm6TNTF1KH8PkC5nMcvUwAAAAAAAAAAAAuDgFoAKgIjpCBdsD0M0PqyRq3UPbreOVvbytfmuc8GWhmkzYM91jzvwYajUan05lMJnpgkgAAAACAU6Bf9ugXaZFQwOfz6QCbXZXOMYUMdIX5b/pZwqSf+XwB85zxdJfTvxoRwczIefmqzOy8zOzcpDtpWdl5ErHwfhha7m3LQ/NIebqTmuHv6/WwWPDwIX3d3NxIOduyc3+nts3tV7t0aLlx6z/DBvZcs3770tUb6f7UO+NHrd24g940uG/X/x05dfjEudbNYuzjf/7dLwKBLf3ZuH50jephsReuvDn5M+am6e+NZwZat2g4+7tfv/188sOWISqyWpOYujNmL4i7eK1968Z1a0Vu23XwYSO3bBpz8XKCu0LOXI2oFtK+dZOZX/6g0+npfDzby8nj1K5Zna4aXU4uh+vhLstXqpj2gf26fvjpvBOn4uiKkIrF7MzS52eZ9BLcSkkLDfQr2e6sGegy7Fp52KazQ/rZdRTNQPf/VBcYhQw0AAAAAAAAAAAA2LCctdwIADgg+oZjNpuNRqNWq1WpVHE7TCeXKjyDORWQgXbY9LOdMsPy8ytKncry8g/ygJocUvXZH269Xq/T6QwGQ4WVgAIAAACACsAEBHk8nrAQn88vq7xgUcy3SroHsXDZ5uEDunp5KkjZYWZuMhrp91WNRh2/x3xiidwvgosMdFl5WPqZZ6um/PhnS55SlZWdn5mTl2VLRecJBXwmCe3tofD2chfw7+Wh6ePYsEG9H3/8sX379vRqXFzciBEjjh8/LpFIHjZnvdFcsvGvLfuvXL89uE8HeyCb3E9Y6gv3aB4xQ3Amu/cc8vFWVAsLFUsktNPgGX/d8ea0b1s3rd+zcwup+N+3Ffqkos+oK1evq9W6po3rP3oO702fk5uvFIttv9cwm8xDn+/ZpmUjUmrf/Ph7iyYN6N+jR9NodS+8PPHP378V8G0ZYvrMH/HqBz989aFCIcvJy3tn6pfLfpxNHoe+o95Muilzc5PJ5UKhiOlvIU9r9vwV7grpwJ7tH/jOfy/9rDKtnqRPu2bt994Tp583/rZn8+97fYI8matDXu9xZMfZZp3qN24f/bBJNv2+t8+LHUu2H9525vrF231f7PjZGz9//ef7pDw9bBmKOfZPXLWaget/3TV4fHcvf/eSI7zWZeb8TdP4wgf8sCQnI59ZEWYmfsFej76vtOSs+VOWf77i3UfM895S7Y7dvvKg0WjyDfYaO3WQVPZkn7V5GZaVU5UGnanvJ6agWiImA/2kfXq9enSjlxcvXgwODpbL5T179nznnXdIWahXr97JkyfpN6KHjWAy0e5JdItBWYq9mBB3Ib5L24YKhYJ+S3nGd10AAAAAAAAAgKoIFaABoOJUVh1ox08/UzIf9tiFskXjldmB4WQAABAASURBVEveVI5ZIHOCDLQ9EMOUBqTHQZn0MzLQAAAAAE6A+QrNfOXjFnKQ79VPBHWgy9Uzpp8phUxK/6pXC2Su5heomST0uYvXs3LyPRRuPB6XjiCXSZcuXTpkyJAzZ85IJJKXXnqJXn26sHJaZvb8xX81qlvj+V7t5W62Odif6ukZ2YGBPCYbCs7tRlKyVCKgu65l8o5G94APnYg7e+Fq366tWzSua3/i0ydVWEjQI7KSRb3z2qi6tSPpQGp65rtTv3iiAHQpiUXCFk3q7zt0olunNvTq6dj4aqGBCoXsTFz8mnXblPcrcz8afUflcjjMC7xMPhEuXrl55frtzu2adG3flMv9t5/Enn5eO8WWfu719lPWfu70fIthb/eyX23QKurR429evu8R4WMPH3l5p58fuwx2e9YdG/FO75jWtU/uvdBjeNuSI/y0a+bDprWvCDMTUmqPmCex5f6tC2euXrBputxTuujzv/ZtON57dAfyJOx1oP+eQfp+og2q9TR1oHfv3k0vBw0a9MYbbzA/mykr58+fJwAAAAAAAAAAAFCxEIAGgApV8RnoKpF+Zrj72zLQv7ySv+RN5biFMt8I58lA003trKf3BQAAAHBlrP8iVdDDMtCrpucNm6VABvqpPXv6uSS5m4T+RYTdy0MXqDS5+QV5SlVuXkGn1k1GjRr1zjvvREdHDxgwoGHDhqdOnZo5c2Z+fn7btm0/++wzenXw4MGhoaERERHff/89hyd4xB2duXAt/lpSr84t2zSvz7lf/Xfrzr39encLDvQj4AIsVov1PlIW1Brdqg3/HD9zaWj/5/x9Pe+9Z7Ke+BfCSbdT+AJb0vfS1cRFy/5SaTQxdaJeG/PCPweO7T1wIjjI787dtI5tmz/XrsWufUeWrt7o7i6n99GiSQOLxfLDotXXbiQRK/nfuGE1q1cb+9aMkCA/uhjTJ41nZt6rS/vfV29kAtDbdx/s2bUdHShQqj94e+wbk2aVZvF0er3BaCrbswGYzObte4+firs8rF9npjo787jo1eY1k3Wpl0mvt6XR7crmlwk/TF/VrFN9ZW7Bwc2ntFrD4PHdl85ZT9dF5u726swhZw5czLqb+/2HK//36XBm/FvX7s55dzGPz/X0cw+s5ssUTp77x6TVC7ZeOHFNq9LFtKk9+r1+SVdTvnnvN7pZgqv7C8UCOtvPX/9JqhA37VCvXouav325XqPSicSCkRP7evjIZ73yY0zb2tfPJ0U1CKftKqWmaYe6rbo3ZO7x79/3MMvw+ifDfpu9LuHSbdr48pSB1euEfD3xt8tnE+mSDBjXRSgSxJ+6Pn/K8g8Xjv/1sz96DG97YPOpg1tPB4b5pt7KaNOzcdtejZlqzQumrbBP1bRjXeZemBUZPaEfM5PZKycIRLYtrC7Q/vzx2vSUbPp06jOqY5uexYP4zDxTb2cWXSm5h5t9fZcd+ZIZk85KKClV+r+YohnofrN0gTUJX/DEGeiiLl++PHny5MzMzJCQkPnz5/v4+MyePXvLli10Hd98881hw4bZx2zZsmW7du3MZnN6evq8efPoxxn90Llw4YJIJJozZ07jxo2ZCtDLli37+OOPq1ev3r179/fff7927dqnT5+mH4LfffddTEzD5i1bEQAAAAAAAAAAACg7CEADQEWryAx0FUo/Mwoz0PJfXs1f/Iby5R+qfAaa2cLIPQMAAAA4vSqafmYgA13myiP9XJKbVEz/QgJ9matTp05t3bp1amrqjh07LBbLiy++eOLECYlE8sYbb6xevfrGjRvPP//8p59+evDgwfz8/KNnr7M5bD6PJxYLjQYjM4c7qRn2mev0hr+27D984sLQ/p3Cgv2wU+NqMrPzLl29Sdj0nYFtLd1bHH2CG/TGR49z4/bd2QuWd2jZsF93W8j4bmqGRq2rX68WeZzvflpGn6sFBWqpRDT57bH0Gf7Z1z/98t0nYpHwqwVLdu47wmGzOVz26y8PTc/I/uiLBW1aNPp16Z8/fv0RHX/ih7bI6Yate2h3yIIvpqWmZ06aMWfFz19ptJpB/brVqhFuv5e60TXSM7Ny8/Jpn8m1xCQmGN2+TVNSaudiL8VfuVorqgaLzbUSFtMr8NipaP+MyWQq2a7SaO3DWdn5THX2vt3busulWpX5jyllkH5e9s3f9I8OREQH/7Bthr2dzeV8uXri+WPXRBLhlO9fycnI16p0fV/stGX5fnv6mVr0+Z8vTnq+Ubvaiz77y96ozFZ5eMtnr5yg0xhe7jBt0PjuP3+ylo4W06bWb19u0Kp1dJz0lOwv17zHF/IObT3z8rRBweG+6xft3r/p5PNjOxcoNaMm9M1Oz3+z16ylR76wmC2Th31tD0Dbl2Hr8gMSuZjeS3py9kcvL/hh2/TTBy5+sWqip5/7+WNX6nWsG90kcsQ7vT185fQhMBpMhduZM2by8xkpOV++s6htr8a0xWwyF52q2Map16IGMxMm/UzdSUxv36dpw7a1r52/tfCjVSUD0Izb11OLrhRdZvv6MiP8OGOVXqN/bkBz8lQUPuxhn8pWTcvf8CGp+/INsZ+BsEr7ZKPjdG77n8V+++23J0yY0K1bt7Vr17733nsvv/zyvn37du/ebTabe/ToERMTU6vWvVeoSqUaPnx4nTp1Xn31Vfr5curUKW9v72PHjiUkJAwYMCA2NpYZ7a+//po7d+6QIUNWrlxJX6pDhw5dv379qFGj1q1b9/LL4wgAAAAAAAAAAACUKQSgAaASVEwGusqlnxmeQeyxP8oWva5c/IZy3M8y71BnqANNAAAAAAAcGDLQZahi0s8l8fn83r17y+Vyei9paWkFBQXffvstbaePrFKpfOONNyZNmtSnT5/Q0NC6des2rFfTaDQZTWazxUT3HJk5iIUPLkdaWAQYJ7RxIZHVwzhsInOT8PgCNptDStd7wOaw7M+lR5C7SSOrBTHDGZnZqWmZpQlAv/PaqLq1I/cdPrHjn8OR4aG5efkarX7N+m22+2Wz1WotXdrgQH96lXZ7GAymzKxcXx9Pb0932lK3dk16eSMpWa3WLF6xjg77+XhrdbYYbvVqIcXuqFfX9tv/OSQWiZ5r1+LpXq0cNlsmFdNNx+HwSrnpWGyW1fKATcflPLg/5P4r0jZJ8iXjswSgR03oO+ztXiXbQ2sE0Mu6zSPrn4z68u1FAgFvyJs9S46WnJDWsG1tuo4xrWtfOHmNaRRJhTcuJ8+furwgV03Xy2wyJyemxbSpRUdr1C768LYzdJzAcF8mDSyRiX7/ar3Cyy3lRnp4LVt9aw9vOTMTLz93Hp9LJ9eq9SXvOulairpAu2reFjrsF+RpNJj/N2v4z7PWWsyWLoP+U2O4RoNqcUev2u60mu3nIlKFxKi7l9TncDkPm+qBZO6Sdb/sPL4nLicj32yyPGy0kitlX18qIyXn1vXUL1dPJM8gO8WsyrVyhSyJkO+uEHBsvXzs0gWgi7fcvHmza9eudKBnz56zZs3q0KFD27ZtaechKSz5HBsbaw9AUzVr2l5NCoVCp9PduHFj9OjR9E4jIyPpJx393GHGmTt37owZM37++efOnTvr9foXX3zx9ddfb9KkCR1NJBKZ8VECAAAAAAAAAABQphCABoDKUd4Z6CqafmZ4h3LG/ij79VXloteVr/ws9wwqy6rYAAAAAABQEjLQZaKy0s/FeHt7e3h4vPfeeyKR6MiRI/R+N23aNHbs2ObNm0+fPv3HH3+cMfOTklPFX0uyDwsF/F6dW7ZpXp8utNlsJvhhpytp1rh+dnaWTCanT2C+QMDhlM3PkrkcTud2TTq3bczn8ywWy1NE6ju0bnbi1Pl5vyx/d/xo2sMxfFBv+kQ9f/EqfXKmZWYVfYp6e7nn5OabTCbaAXIj6U6DulHhYUF6nWHYoF70flf9uUUoEJDC5HGxu+j2XJv3Z8zl8bgfT/4feSpcLsfX291NJhOJxEz3C3ladO3sw16e8mH9OteIsKVp6dbjCCy9Z1g2TLfG7dZbzKT7G5KyfYEyW+Za3C0PP8XslRPOHry06PO/vv7z/WKjhdUMTLpyJ7x2cNK1FHvjsd2xqnzN+/PG5mUpx3WcTgrj1Levp9LLW1fvjca+v7i/zPpj6g+vhkT6//bleqZOcylXJDQyQKczDHylC31A//pll8FgvBqX9PnydwvyNKNbfdC6eyP2/fNxNWoTvX31wZoNqpESc1YpNcWmsseU7ctZ9Im6ftHu+i2jeo5od2rfxeWFlbMfqORKsYuslUQmKlpF+yncOGvc8EUBT2zp+F5WYE2p1M1NKBTRT5mne7LVq1cvPj6+Tp0627dvDwsLq1+//s6dO0lhvWf68dGvX7+iIxe9C2bCdu3aJSYm3r5928fHh2lfsWLFypUr6adPp06dGjdu3LVrV/oe8vnnn7/66qsEAAAAAAAAAAAAyhoC0ABQacovA12l088M71DOyz/IFr+hXDQ+f+xCZKABAAAAAModMtDPyEHSz6Sw6vMvv/zy2muvqdVqPz+/GTNm0P3B77777rPPPrNYLPPmzSOP1Khujed7tZe7SQhTa7bQ6GHPy2QyAi6A6TRgnrRl9bytERE8rN9zXp4Ke4vV+jRlxV8fO3TEax/07Nxu8ttjv/xukU6n9/CQvzzy+bTMrKKjCfj8V18cMn7iJ8GBfvQ5T1v69Xzu16V/TvnkG/rqaN+66cPWSyFz8/P1MpnNXoXVo59Cmb/SmeB41/ZNuVxO0Xvhi1jdpmq2zuJf2Gtr6fE/CSlrfiFeu/868un+i3nZyqFv2CpAh9cK/nribxO/fokZ4dUZQ+a+95uHl0wkEbr7yJnGmg2qrZq/Zcrwb7g8jru3vCBXPf7joavmbbFaLDwBTyL9z2dJ0471vp64RCIX87hcmYe0NEvFLMM7X41e/s3fn47/icNht+rWUKaQiKXC2f/7JSstd+hbvfhCXs2Yat9PXzXj59eDq/tl3M2xBaBLkMrExaYqNoJ9JvLCZYtpXWvp3I2Ht59xk0t0Gv3DlvDRK3X5zI3NS/d+/Nub5KncOGtcN7uAzTe3+t9d92A+m67/s32+zJ8/f9asWVeuXMnLy/v5558bNmzYqVOnESNG7N+/f9CgQc2bN3/YhK+//vq0adP69+9/7tw5Ogfa38i000nop09aWlpERESbNm1oy8iRIz/55JPWrVubHl42GwAAAAAAAAAAAJ4OC2fwBIDKRd+FzGaz0WjUarUqlSpuh+nkUoVnMOepM9BOkH62S080/zpeyROQV36Ru/sjAw0AAAAALofZX6A7CwuXbR4+oGvR+GC53qPJaNTpdBqNOn6P+cQSuW84BxnoR6vc9LOA92Q1evVGc8nGv7bsv3L99uA+HZgqswz6fLBYLHqdzmAwSCRln7AEB3Tg8AlPd7eQ4CCxREJ7EugTmDyDqbN/7t+jXZP6UUUb6ZOKPqPiL11VKlWtWzYhzkKn19+8edPTw10mlwuIjhi7AAAQAElEQVSFomesAD17/gp3hXRgz/bF3vmZd2mDXk8/GvJz1Ts+F+XcFMR0E3R5xUFfofv+Plm3aaSXv/vG3/YYDaZBr3Yl8FTs6eeWb9zxieC6ublJJFKhUMjj80v/QfOknxfP7q+//qKvi0mTJplMtM8Sx2KgLMVeTIi7EN+lbUOFQkG/pTzjuy4AAAAAAAAAQFWEOB0AVDKmyho9KC4Siegx8vrduE1H52Unm1dMK9CpnrgyijOlnynfCM6YBTKD1rpovDI3FXViAAAAAADKHbOHwuXxhEKhWCyJ7sRpNiY//YZ51fQ8vQa5pQdznNrPz6J5o9pT3h5RNP1M7pezpZfKApXRaCKVZ8Sr7+sNhofd+vk3v5yJiy/ZfujomZTUDPI4c77/LSMrhzyVIS9PIE/OZDK9N33O6+99QgcePeYfG3eQinXlamJBgYoOlMkTd/q7LxVLPzPokyqiWkiLZg2JExEKBCKhoKyKZw8b8Nxro/qV/N0LU5+bx+cLRUI3uajrFI1nuOHcDv2uX9TEIckUkt++Wj9l+Dcn/onrPKAFgadSNP3sG8GVSCQiUWF3n2N/0EyYMOHrr78eO3YsAQAAAAAAAAAAgHKAADQAVL6yykA7WfqZEVCT89I8Gd0Oi8YrlRnIQAMAAAAAlLuHZaBXfpiPDHRJzpF+poL8fTgPr/X718btaRlZpKrZ9s8BnU732NGaxtQ5cuIsKR8Wi+XvrXuLNaZlZBtMxh/nzqB764+efOPWf0iFsxJb5W9rIfJsREJ+ycZ7HRQs4mSn5jObzXSzldULPzTQ72E33e9H4ovEIplC3GWy2pEz0I3aRU/69uXZKyfQP4WXjMCTK5Z+FksoKe1FZNLPxIF98803x44dc3d3JwAAAAAAAAAAAFAOuAQAwAEwx67sV+t3UxGSd3KpYsW0ghGfuQmljz+YcS/9fNap0s+MoGjuS/NkS95U/jpeOW6hTOaD364AAAAAAJQv+x6KsPBqdCc1IfknlshXfpg//FO5QIzTi9/jNOnnh2HyqZWSUp01Z2H8lQQvT8ULA3q1bhbDNP61adelKwnT3ntt194j23Yf1BsMg/p27dy+JXOrxWL5YdHqazeSiJX8b9wwtUYbfyXxy3mL5385bc26rUdPxlos1oH9unTr2HrOgiUWq9VNIr6bljFqSJ+G9Wt/tWBx/57P7d5/dO+BE8FBfnfupnVs2/y5di2GjJmwdsk3dObf/Ph704b1GtSNmvH5gqzcvBrhoQk3b//+w+fM/Q4bN2nxgk8lYtHqddv4fN6A3p3tK0LvaMuu/X17diy6dt8tXHbjZvKPi1d369R64ZI1dFHFItG40QMD/Hze+uBzFpulkLm9PX7U8dNxWdl5X81f8v5bY0gFKgw+l/uDnpGZo9Pqa0VVJ87i5OnzN5KSunduS8oZ895SND3fZbJ61xfkXGG58C6vSAg4kUekn+kndZXu8QMAAAAAAAAAAIBnhAA0ADiKZ8lA29PP9Yak1mhrcqb0MyMomjv6W9nSd20Z6Fd/kUs9cWgHAAAAAKB8IQP9WI6TftYbzaTcMFnYCs5Am8zmU+cufvf5ZG8vjzOxl5jGNeu2ZefmzXj/9RtJyTv2Hl7w5TSd3vDGpFm1a95L0G7YuofuCi/4YlpqeuakGXNW/PxVdFTE2JEDL11NOHvh8rwvppjNlokfflmzehgdOSIseGCfLtv/ObTn4InxY15gEZbRaKLtHC779ZeHpmdkf/TFgufatSi2YGvWb68RGfbNi0OOnDh35foNppE+3J3at9h/5GTPzu32Hz4xd9b79vG7DXpFp9PTgfa9RzduUGfurElM+1uvjpj/8wp6R3sOHn9z3PCQ4IBV67bu3ne0ZbMYsVg4a9qbWdl5Wq1uSL9uf2/9p4LTz3RhxEIhKX93U9NT0zKdKQBNCl8vTPFsUs6QgXYRZZ5+LtfPCwAAAAAAAAAAAKhgCEADgAN5ugx0YfpZnXjWWP+FtMg2Tph+ZoTWt2Wgf39H+ev4/HELkYEGAAAAACh3yEA/wo6F6rjdeieu/VxMBa8Rl8N59/VR835ZYTabe3VpxzSeOneBUxj3TExKNugNi1eso8PBAb45OXnMCDeSktVqDdPu5+Ot1emY9rt30xvUiRIVhnrr1q5xLeGWbcJAP3rpJpUYDEY6EB1V/XTsxcJ2f3pJ96oNBlPJBUtOSe3bw1bLuVWzmIVLVtvb6ULOmb+kds0IOjmdp719x5+/mMzm8RM+/nXeJw9cU6lEvHDJWoW7jM45slpoTN1aDevX/uiLHwQ8/ovD+pPK0LZVk+zsLBYpx0fcarVWSlnxCsAEoJGBhjKB2s8AAAAAAAAAAADwaGwCAOBImIQBPWROj2fQI+j1u3EbD1dmJ5tXTCvQqSwlx7+ffjYUpp+Nzpp+ZoTW546cK8tPt/w6Pl+d65zHSgEAAAAAHAqzh8Ll8YRCoVgsie7EaTYmPzPJvPLDfL3Gdb+Tu1r6mRrcv0egvw+pKMoC1eWrN+Z9PuWzae98t3CZ3mCgW/WbzybzudwNW/8JDw2SSiQvjxhA/5o3beDn581MFR4WVCMijDaOGf58TN0ooUDAYrOtxFo9Iizx5m06glqjPX/pmn/h+MUepWYN6508c4GUiHoLhIL0jGyzxZJwwxabDgsJvHkrhQ5cL7xq5+/rTR/631dt7N21PXkSC35Z8cpLgz546+XoGhH06uVrN3y8PBZ8MW1g3y7f/7qCVAamJ4F5Jpffk9lZM9AV/PJnHiPa/0Pff0RikUwh7jJZ7RluOLdDv+sXNYGqDOlnAAAAAAAAAAAAeCwEoAHA4RTLQMf0Yj8sA+1S6WdGeCPu8C/d8tMti15HBhoAAAAAoCIgA12MC9Z+ZhGWVCqha0cqisxNKhIJP/xs3vsfzRk5uI+Az2fap0wYt/qvrW5u0vatm8z88ofJH3+Tlpbp6S5nbu3X8zmlSj3lk2+mfz7f19eLLnidqOpzF/zm7+PZJKbujNkLho17v1aN8Lq1IkveY1hoYFpGZsn2vt07fPzV9zO//F4qkdKrQ/p3v56QNHXWt/sOn6Qvi6JjdnuudeLN2/XrRhWbA5fDeVj5Z6pl05hZc356e+rsxKQ7ygJVoJ/35Ws36SosXb1x9NB+xJbqDp41ZyGpQOcvXlUWFGZny/nJLJWIPdwVxInUq1OzQd2apGJj0MhAOyWknwEAAAAAAAAAAKA0WM56vkUAqOrou5PZbDYYDDqdTqVSnd1sPrNK7hnMGfGZm1BqO+rsgulnu+vHjSveL/AIZL/ys1wkwyEfAAAAAHBazH6BVqtduGzz8AFdvTwrLSzILInJaKR7KBqNOn6P+cQSuXcYZ/incoHYhb6Tu2DtZ9ueqV6fr1S6KxQVmYF2TBfir9HXQr06Na8l3Px12V9zPplkv2nPweOpaRkjBvchVdzPi1fVi64eXTtKIpHwBYLyeNAtFovRaNRqNEKhkMPhECeSlHSTvi24yWRCoYgJqpIKwVTUNplMBoNeq9Eq8zS7vpBk3+DHdBN0eUVCoEpB+hmglGIvJsRdiO/StqFCoaCvE6ZLnAAAAAAAAAAAuBJUgAYAB8VUWePz+fRwID141rA3p9GwfHsdaHv6ud6QVFdLP1ORzXlDP3PLSbEsfkOpVeJ3LAAAAAAA5Q51oIlLpp/tVv2xKSU1g7g8udxt8879702f88W8xaOG9LW3f7tw6eq/tvXu1pE4BSuxWiwWJlNLysG9XgtnfMXQtaqUdwPUgXYaSD8DAAAAAAAAAABA6XEJAICjsmegmasNe6tYLOXplbKVHyoVfpzEM8a6g9JqtDW5WvqZEdXGloFeNbVg8RvKsQtlQikO/wAAAAAAlC9mD4UOCAuvRndSE5J/Yol85Yf5rlAH2jXTz0z+FedPswsJ8p828dWS7e+OH02cSGHwudwf9OzcfIM+s3p4GHEWx0/G3khK6vZcG1IZmHch2i9kb+kyWb3rC3JuR+Ew6kBXBUg/AwAAAAAAAAAAwBNBBWgAcGjF6kDH9GI3GVGQdduScNJY/4X0qI4umn5mRLXhDflEmpFkXvKmUqfC8XgAAAAAgHLnsnWgXbn2M5OFRQbadfj5eQt4fFL+7txJjbtwhTgRaxGkMqAOdJWG9DMAAAAAAAAAAAA8KVSABgBHV6wOdEwvNYul0quttTtZRSI3cSEXTD8zojvwh3wiXTtdteRN5dgf5HwxAQAAAACAcuWCdaBdOf1sh+Cd63iufcusrEwWKfdHXCQU3E1NW7pyXY8ubaVSicVi+XPDjn8Xo0NLTw+F1Wpd//cuk9nMNLZp2SjA35c2bt25X63WMo3NGtcPCw2kjf/sO5qTm880xtSvXaN6GG08ePhUWkYW01inVmR07UjaeOJU3K3ku0xjZERowwbRtPFsbHzCjdtMY0iQf4tmMbTxwqVrl68kMo3+ft5tWzWhjdcSbsaevxfd9nCXd+7YijbeSk45fe58kL935b5YUAe6irp1wbRudgFXaG4+HulnAAAAAAAAAAAAKC3OzJkzCQCAY2OOc7Dv86luDahlFRVy5fQzw6caxyOQc3K9/sYZY73nBBweAQAAAABwJlar1WQynY67Vq92dbFYSBwA677C+C/bPdjEV2iv7eMnnjXUbiPg8pxqxwTpZ/oMNJtNIUH+fj7eHA7Opeb86BuOTqelHQ58Pp/pbSDlgD6v3BUyoYAvEQtYVouyID8vL89iNsukYqlE6CYRcdhWlapAqVTSRtpyv5FoNKr8/HzaKBEJmEY+l800Go1G8f1GHpet02loo8FgEAn59xp5bL1eSxv1er1QwLs3OY9DG5XKfJ1OJ+BzmUZ6q8Fga9RrdXSEe418rtGop41ajZbOn2kUi/gmk76gQKnRaGVu4rp1agoFdLUEHC63st4imDtl3p/pBYfDCmqsSY3n3DhFNPmWiEYVUd4bnsitC6a/PlNyBOYW/7vjG25LP0ulbkg/AzxWWkZOekZmRKi/UCikn1mu87M0AAAAAAAAAAA7VIAGgKrBXmWNOZmpxWKhw7xCOBZSvyvfZJRsnK3+7W3lmAUynkNkQp6J/Wy5OM2002NeuTg8AwAAAFWOi9SBRvqZMHl3wnJXyHk8dKO5hGvXbwr4HLlcQcrzGW7r3OBwo2pE6PU6o9HI9HLQO7UWskd46WXtWjJyf+/YvgMlk8mfsZFpoZfMvdBGeu/MYjys0f7bD9oYEOBXsjE4KJDL4/EFfHZhRw2pPKgDXYUw6Wc2z9zyzRSvUC79pJFIpEKhEOlnAAAAAAAAAAAAeCwcuQGAKoNJGDCXzIE6piA0joVQjXoJ6OXG2erf31W++G3VzkDTB9dgMmk0eqvVIhUL6VWVRkcfcLGQz+GwtXp6o4XP4wj4PKPJrNMbuVyOSMCzWKxqrZ5O7iaxrfy9SUR8DptNx6FjCvhcPo9rMJroDHhcjlDAM1ssGq2BPnekhXUEVjhwrQAAEABJREFUlSotfSJJRAL6nNLqDCazhY5Dx9QbjAajmctliwR82khvos82aeG9FNjOOMxi7kWjM5jNFltFLA6b3gW9IzpArzKT0HnSORdOoqOXzL38d5LCe2EmMZm1eiOdJ50zfaKrmEnEAvpcp+tI11QkpMvFYdaLWReT2azVGZl7sVitao1tU9CFpItK15GuKbMuzCTM1mMWjMOmy//vJMzWu3cvAh7dtsym+M8kHDZ9LIptcDo5nQmzLkUnufcYFa7XAx8jupB0XfBCBgAAgKrI6TPQSD+TIoFR/DjTdZw4HVcvunpgYEC5Puj0RcThculeIofLsdCdJea+rIQJQJP7leYJq9wbj6Yltg6IfPZ52uvic+iKVV75ZztkoKuE/6afOdL76Wfe/Vq26CgAAAAAAAAAAACAR+DMnDmTAABUEfbDaYVH1BCa/I+AGlypB/vUBv3NWGP9LgI2h1RF9AAqPfR7/lLSqYtJqZm5oUHeFis5fObazeQsT4WUx+deSkiJv36XHsKUuYmS03LPxiepNXofL3mBWnfk7PW7mbkhAV700PHhM1dv3sny9nSjY164lnw5IZXH47hJRcmp2Wfjb6m1em9PuVKlPXo24d9Jzl5LupNFZ0UPP8ddTb6SmCooPCPwrbs55y7dMhhNnu5uufnq47GJGbnKID9POsmBk1dupWT7ecvps5GOc/VmmkjIE4uFN+9kxl6+bTTbJsnJV9FJMnMKAv08zFbr/uOXb9/N9vd1p8/ec/FJdBKxWCAWCRJvZ8ZdSTZZLR4KaXae+kRcYmaukk5C7/fAyat0EjpMn+qnLyZdT0qXSkQiIT/hVsb5q8l0+7jLJRnZypPnb+bkqQN83Q1G88GTV5NTc4L9Penh6JPnE+mYcrlYKODTaS9cvUNfSQq5JC0r/9T5m7kFGn8fd73BdPCUbZKQQC96CJsucOLtDHeFlM/nXU1KvXgthb7q5DJxakbu6QtJ+Sqtn7dCozcePn2NThJme4ysx+IS6Cp42CbhxifcuZRAHyOOzE18NzP/9IWbKq3tMaKXR85cT0nPDg20TXLkrO1h9XKX8u5VdEIpaAAAAHgw+hXRZDKdjrtWr3Z1sdixfupnL31auG/Cdg828RXaa/v4iWcNtdsIuLwq/N0G6Wc7+gw0m82//r4mwN9PLpMScHZnzl3w8XH38vTk8/lMzwMpa/YCz0znBt1vpffFo3u8PB7949FhPr+wxfbvYxt5TNMTNjJXY/NSxh1eeSjzRvew+jKRxD7Ov5fFrj6qkc/l8gr/uA7SXWPfzsybNIfDCmqsSY3n3DhFNPmWiEZ8ApXqEeln1H4GKI20jJz0jMyIUH/6wuHf/9kAAQAAAAAAAABwJShgAwDgVE5u0G+eqw5vxB39rawqZqCZdMuFq7c9PRV+XgoCzk5ZoDHo1QqZm0Ag4FT2WZIBAADAATHZU61Wu3DZ5uEDunp5OuJXRGYhTUajTqfTaNTxe8wnlsi9wzhDP5GLpFXy6w3Sz3bMTzT1Ot1Pi1f2690tONCPgLP7efGqOrXDa9eq6SZ14xfup5DyYe+VpQPMy6pYP+0DG8lDSpI/XePiy0feP/aXlVg9hdK5zQf2DW9AHudh83zE1crFFKumXQ0Gg16r0SrzNLu+kGTf4Md0E6AOdCV6bPqZAMDjxF5MiLsQ36VtQ4VCIZFIuFwuXjsAAAAAAAAA4GrKvoQJAABUoqb9BV3fEN84Y1o9tcBiJlUOEy+oHuqD9LOLSLiVdjsly2AwmM1m/CgLAAAAqigWi2Wr4crjCYVCsVgS3YnTbEx+ZpJ55dR8raqKfcOh38iQfi7Glp1kLsA1eHjK+VweKX//LSH/7wmv7B7YyLSXVaPBajIR2nlgzdAVjNr/2+h9v2XrNexHetg8iyKOhFmkwjLbApFYJFOIu0xWe4Ybzu3Q7/pFTaAyIP0MAAAAAAAAAAAAZYJLAADAubQeJqRHL3f/pFk9tWDo525Vrg601WrVanUcroDLrYIlrOEJcblsg9FsMpksFgsBAAAAqLKYDDQdEBZeje6kJiT/xBL5yqn5wz+vMnWgrVaybYHq4n4D0s8l2dc9Ny8/JzePGRbw+UGB/nQgX1mQlZ3DNHK5vNDgADqgVqnTMrOYRg6LExYWRAc0Gm1qeoZ9nuFhIXRArzfcuZtqv69qocF0a9MvybeSU+yNIUGBPB6Xfm2+eSvZ3hgY4CcUCOjAjZu3reReRNvf10csFtGBpKQ7Zuu938X6eHu6SaV04HbyXaPJyDR6eXjI5W50IOVumk6vZxrdFQoPdzkdSE3L0Gi1TKPMzc3by4MOZGRmF6hUTKObROLj40UHsrJz85VKplEkEgb4+T71hmKz2NXCgukA3Su8m5ZeKRuqZ5cOOTnZHLZLpDDTtQVFr268GXs4NeGbloP7h8cQJ8I8lFzuvz3hXSard31Bzu0oHEYd6IqF9DMAAAAAAAAAAACUFQSgAQCcUNuRQlWO5dgfuj9mqIbMkrKqWrn/iwl3gwPMoYHeBJxd7epBybduWiwW5qzEBAAAAKDKquoZaKSfH8ZW75bF7ta5LZdtTb5z++q1G5evJTHfXT3dZc2b1qcDycmpFy4nMo1Sqbhdq0Z0ID0960zcFVL4I0+hUNCpXVM6nJWTd/L0xXtzJtZunVvT+SuVqsPHY5kx6WWXTi14XK5Ob9h74KS9sX3rRhKJ2Gy27Nxz1N7YpkWMTGaLNe/YfcRS2ELbmzaKZsLKew6c1OsNzJgN60f5+9n2sA4dOVOg1jKNdWpFhIbYIsgnTp3PzlUyjTWrh1aPsKWNz8ZeSsvIYRrDQgKia0XQgQsXryXfzWAagwJ969epQQeuXruZmJTCNPp6ezRuGE1sUePkK9dvPdGGovhcTqcOzek2yc7NP3HqQgVvKHoXDRvUCgn05/P5HC6H5QJP+1R1XrEWs9XiZOlnBjLQDgLpZwAAAAAAAAAAAChDLISNAACc1bZ5mmN/6Op14Q+cIa0qh5AsFoterz967lpwgC8C0K7AaDTeuZ2kUChkMplAIGAyQwAAAAB2tNfCbDZrtdqFyzYPH9DVy1NBHBuzwCajUafTaTTq+D3mE0vknkEcB89AI/38CHQnxWh7QLX0MdVptaZC1sITmNg2C4tFtw8z2gMbyf1f+tmaijTSSxaLZW+0jVT4s8CiY5amkVXosY3MIjGNzAI8rJFZqnuTF95QtLHYmj6w8bHbxGE3lO1nDFwu3TERicT0P4FA6PSJzO5b5x9Ovc4Mc1ns3JfnEafGPKnpS9hg0Gs1WmWeZtcXkuwb/JhuAmSgKwDSzwBlK/ZiQtyF+C5tG9KONYlEwuVy8ToCAAAAAAAAAFeDCtAAAE6rx9tis9F6coOey1P3n1qVjuTVqxHoJncn4ALOX71t0KjpcRoCAAAA4BSqYh1opJ8fjXlMBXwB3RR8Ht9kMpktZiYvawvaFkZz7Vnhoo3kftiXSdY+OtdbtNG2zYtEeO2NpEha94GN1pIJ5nJoZJaTFEkwP6yx5DZx/A3F5nDoo8wX8Hk8PnOPzi1dq6SXkQrf/tVi2vpHEmeHOtCVCOlnAAAAAAAAAAAAKHMIQAMAOLPe70lMBnJ2q57Ltw2TKsJ2GJuAa7ASnIwCAAAAnEzVykAj/VwadDtw6dbgcHg8W06X/m//EssqjNGSe19s7zcWpoCfrLEwRFy2jRRd1JKN9gV4YKNtfVnsko0PXtNnbHTADUVY9IHmcrns+/WhiVMLEMvPDvyQGT6efmPqiQ2fN+tPnNojMtAcLqvTGDGBcoD0MwAAAAAAAAAAAJQHBKABAJxcvym23PPJDXoOj9Xj7apxJO9SYmqgnznQz4OAs4uKCLh7x0QAAAAAnEtVyUAj/VwarPvY9mLD//0J371cbxVpLNZe+kZHXqmybWQeaFdIP1NberxpH/70zNYUdd5bdTv5iWXEqT0sA316i20YGegyh/QzAAAAAAAAAAAAlBMEoAEAnBw9kNRvisRktB77Q0evVokMtN5gNJnNBFwAn8floN43AAAAOCPHz0Aj/fxE7HFYnMDE6bnsM39Jhxd9RG5pGiVxAchAVxiknwEAAAAAAAAAAKD8IAANAOD86OGkgdOlZoPq2B86kRurwxgRcWw1wnxlMjkBF3DjdnqBUuvu7k4AAAAAnI4jZ6CRfn5q2DLgrHxEbl/H7pp5evO2nm+18Y8kzg4Z6AqA9DMAAAAAAAAAAACUKzYBAAAXwGKTwZ9Io9vz9y7WHl2rI45NIhKIhHwCLkCl0RuMFgIAAADgpJgMNJfHEwqFYrEkuhOn2Zj87DvmldPytapKKySM9DMAPJC/VPFSVKtojwDiGpjK7lwul777icQimULcZbLaM9xweotuzxINgWeD9DMAAAAAAAAAAACUN87MmTMJAAC4ABab1G7PT7tuOv6nXurBDqzliCcBsFqtZrM54XYGh8sVCwWkHMTFJ6xct+vY6YvHz8QLBQJ/X0+tTn/i7KWQQN9SzuFk7OUTZy/Xigwl5Wzhso1N6kc98KaSa0GX6lTslajq/y7VzK9/a9mkLofz4B872dd6xbpdXC7H21NBKgO9a7NB7SaVCAQCetSZzcZPswAAAKA4+hXRZDKdjrtWr3Z1sVhIqhrWfYXBYrZ7sImv0F4/wE84bajVRsDjV3QCDOlnAHiYuh6B3UPqrE08Td8H/MQy4gKYdzzm/ZlecDisoMaa1HhO4gmrXm0Nj+EReCr30s98U8s37yL9DFBO0jJy0jMyI0L96YuLz+fjWxwAAAAAAAAAuCDEjAAAXAibQ4Z+7hbZjLd5rvrMFj1xVDn5KpW6XMpUW61k/faDb40bOHH8C+Nf7L9+236D0ZSZnXfpWlLpZ9K0Qa3ne7Ql5c9DLktNzyrZ/sC1KDnazIkv8XkPjbk/6VqXE3eZWCTAEWUAAABwcg+uA51cCXWgkX4GgEdblXDyzUOrNyXFEZeBOtBlrkj6+Q7SzwAAAAAAAAAAAFB+UAEaAMC1sNikTkdBymXT0TU6zyCOX3UOcSRMBWiTyeShkAsFfFIO9h05K3OTeHso6Pw7tm7E4bDXbtqbmJTC43J5PO6yP3YcPH7+9Pkrfr4e5+MTzl28HhUZajZbPv1uadvm9ZmjdEwF6AK1ZtPOw7dTMg4ej7USEujnxcw/T6n69uc/UlIzT527nJyaWTMiZPmfO07HXdl7+GzjBlE79p1Yv/XgoRPn6X0F+XvvP3rup6V/n7twPb9AFRkefPP23WV/7jhwNDY9M7dWZBjdHDdvp4aHBqxYtyvuUkLCzZTDJ897eyrkbtKSa5GSlhV/9eaZ81d37D9JG+nMmQrQqzf+Exd//frNO/8cOh0eEiC5XzTRvtZKlebWnbSDx+MOHIsNDfKTu0mOn4n/Y9M+2sLn8wL9vEl5SsvIy8vPl8ukqAANAAAAD1PVK0AzHKEONNLPAPBY1WU+Db1CxtVuQ+zxqusAABAASURBVFwJ6kCXIXv6udVbKd6hfKSfAcoPKkADAAAAAAAAACBmBADgcjg8MvxLt/BG3HWzVHE7DcTx+HnJFTIJKQf0KMDkN4dnZed99+ufX/2wauP2Q7SxW4dmEWGB7VvGpKZnD+rV4b3xL0RFhJw6d6VZw+hz8dfpCOcvJ9atFVHyEAI9dDegZ7tBvTvuO3y2aLvBZBzSt9NLQ3sm301PScukLcEBPnS2N2/dvZaY/O6rg995ZfDBo7F307POXbjev2fb915/wV3uZjKbf/9jx6sj+77/xnCNVnfi3KWoGqE3k1OZeQb6edH7qlcr4nTc1QeuBSnMBo0f3f/1Uf0OHI0tujw1I0MH9mrft2vrDTsO2hvta02Hfb093h43qG3z+qdir9AFPn4mfsJrQ959ZfCeg2eysvNJeUrLylNrjQQAAADABVRuHWiknwGgNERcXhPfsHH7l3148m/iSlAHukwUTT97hfAkNkg/AwAAAAAAAAAAQHnhEgAAcD0cHhk5V7b8PeVfn6iCass9gx2rDnR2ntrK5rtJRKSsqTRatUrbo1ML+qfV6b/75c/60RH0IBxzq0goXL/9gFQizsjKC/L3Fgh4ESEBCUkpJ89dGtizfcm5+Xi600uJWGg0mYu2eypkzEE9bw9FakYOscWXbXWUM3PyqocHCfi22lHhYQHJdzMG9m7/985DB4/F1YoMzclVGgzG3QdOkcK6U1qtjlu4YBqtntgyyp6FSygwGk0PXAt6a2igH71fiUSkN/wnUuzlIbctjKd7embuAzdLWLA/vRSLhHq9ISUty2g0b951xLaCXoq8ggIvTzkpNx7u0nyLlgAAAAC4BiYDTQeYQtbRndSE5J9YIl85LX/4Z3KRtLySYUg/A0DpSbiC89l3XvOLIC6GeSfkcv/tMO8yWf3PHMvpLbbhTmPEBB4J6WcAAAAAAAAAAACoYKgADQDgorh8MuIrWVgDLk/gcIegbqdm5+SpSDlQq7QLl/+dm2+buUgoEIsFbI4t7WG12kru/bllX99ubUYO7BoW7MeM36pZ3b2Hz+gNRk+PB4WAH7Ll0jNz6fz0euONW3cDfW3BZRbbNmpwgM/dwoLQOr0hMSnF011+/Ez8uGF93hv/wpWE22npOXSRurZv2rtLq6YxtYIDfeiYkdWCribcJoW1qx+9Fo9YntS0LHp58eqNgMKFubfs99e62MwDfL1EYj5dBvoXHRVOF5KUpyBfD5mETwAAAABcxqPqQOeXSx1opJ8B4IlIeYITA6b2qxaz584V4mJK1oHu/L7WO1KHOtCPdecS0s8AAAAAAAAAAABQ0VABGgDAdfGE5MV5MoOm3E+3/aTcJCKhgEfKga+PR8dWDect+tNNLMrOzW/VtF5ooJ9KrVUWaHbuP1k3Kvz3NdvFIlue2E1iq+0UERq4/K9d3Ts2e6J7MZpMPy3bcDslo0PLGH9fL3t7aJBfVPXQX1duTryZUr9OJJ15vlK1Yt3OfKXay0NeMzJkhFuXFet26Q0GN6mkd5dWdJJ6tatv33u8NGvxsOrO1Ilzl4+cuqgzGN4cM9De6C53Y9a62MhB/t4xdWosXrVFbzDSBVbE1CLlSaXR6Q0mAgAAAOBKHlYHevnUvJGfK0TyskyJWa1k87eqy4eRfgaAJ9Por1n0DeTmiNnExZSsA935fc3urwjqQD/CnUumPz5B+hkAAAAAAAAAAAAq2r/VHwEAACpSyhVzYBSnWKPFYtHr9RqtVupWvoWHS8lisX77yx9vvjyAzyvtT4bylKrFK7dMHP8CcQwr1u1qWLdG7RphxCGduZCo1yhrVQ+SyWQCgYBJAgEAAADY0V4Ls9ms1WoXLts8fEBXL08FcRbMqpmMRp1Op9Go4/eYTyyRu/uzyzADjfQzADy1fSlXG3gFuwtcNO9rLWQymQwGvVajLcjX7P5KlHld2LiXEBnoYpj0MwvpZ4AKF3sxIe5CfJe2DRUKBX3hcblcvOIAAAAAAAAAwNWwCQAAuLajR496eXndvXuXuTpx4sR169aR8vfz2PzNc9WaB53m22A0m8xmUtnupGZ+NGdR05io0qef4Unx+fToDL6NAAAAgCti6kBzeTyhUCgWS6I7cZqNyc9NtSyfmqfNL4MfqyP9DADPokNgzU1JcS3Xf1Fg1BHXwypE91fpe6ZYInaTizu/r/WO1J3eotuzREPgPqSfAQAAAAAAAAAAoBIhcgQAAEQgEIwZM4ZULKuVnNyg/+6FvNOb9MXORhCfkJKSlkMqW5C/96wPxrVpVv+JplLIpI5T/pkaMaCLw5Z/pqLCA7zkIgIAAADgkso1A711vi397BNd0GxcFtLPAPAUbigz63oEqox64pLsGWgej48M9APduWRai/QzAAAAAAAAAAAAVB4EoAEAXB09ItWxY0eZTPbrr78WbZ89e3arVq1atGixatUqergzN9WiKyiDQnTFaJXWv79U//qaMuPmvyWf2SwEMlyF7aTCBAAAAMB1lUcGmn7B2vSNKv6AwbuWsunLmRJb+BnpZwB4Yh836fNz+5G3CrK1JiNxSchAPwKTfmbzkH4GAAAAAAAAAACASsMlAAAAhPz0008tW7bs0qULc/XAgQP79u3bvXu32Wzu0aNHmFfj7R97kXKTfNH0w+j89i+K2r0ooFfrRwVJ3eQEXMCFq8kGrcbD3Z0AAAAAuComA00HhIVXozupCck/sUS+fGreyM8VIvkTZ8i2fa+21X6uo2w+LsuefhYIhFwuF+lnAHgiv1w6OPHonwvbDh9RozlxScx7Jn3/pJdiia2l8/ua3V+R01tsw53GiIlL+jf9/DbSzwAAAAAAAAAAAFBpEIAGAHB1TAVeDw+P77777qWXXoqJiaFHqm7cuNG2bVux2HYkr2XLltm6xFHfVFNmWAqyLRYzKRP7lmiLXq3dnt+kr5AuDgEXgxrQAAAAAGWVgaZfrDZ/q7p8uLD285isorWfkX4GgKfQyDv0+zbDXDb9zEAGuhiknwEAAAAAAAAAAMBBIAANAAD3dOvWbW2hli1b1q9ff+fOnbRRpVIdOXJk2LBhkfV5pEzZA9Aegey+H0jDG9k+kiwWKz1UFp+QGuRvDvTzIODsakcGptw2EQAAAACX9+wZ6KLp52bjstxkUolEwqSfeTwe0s8A8BQaeYfWVPh9f2FvbY+AjoFRxFUhA22H9DMAAAAAAAAAAAA4DjYBAAC4b968ecxAw4YNO3XqNGLEiKioqCZNmtSrV4+UA56AdH5N/OYKBZN+ZlitVoPRaDKXUaFpcGxcDofNxvFRAAAAABsmA83l8YRCoVgsie7EaTYmPzfVsnxqnjb/MSfNQPoZAMrJxZyUKSc2xGYlE9fGKsTl0jdpvlgidpOLO7+v9Y7Und6i27NEQ1wD0s8AAAAAAAAAAADgUFg47zwAAFSKFZMKer8nkfv+56c4FotFr9dn5eTJFe4CfhnXnHZKJ2Mv303L6tetDamaLl1P1hTkRoT6y2QygUDAVD0EAAAAsKO9FmazWavVLly2efiArl6eCuLsmFU2GY06nU6jUcfvMZ9YInf3Zz+iDvTD0s8CgRDpZwB4dplalbdImq5V+opkxLVZC5lM9E3aoFFrCvI1u78SZV4XNu4ldPo60Eg/Azia2IsJcRfiu7RtqFAo6AuSy+XilQgAAAAAAAAArgYVoAEAoHKMmONWLP1sJxYJkH52EVqdwWBEtW8AAACAfz1pHWiknwGgvNF3kXp/fDxs9yLi8ly2DvS99LPAiPQzAAAAAAAAAAAAOA4uAQAAcDC3UrJ9fFjeHlWpslSeUrXw943VQvy1Wp2np6JPl1YpaZkbth3U6Y18Prdvt9ZuEvHPyzaJxYK6UeE1q4cUvSk00G/N33uuJNz2ULgVFGjeGPP85p2HDUZTbr5q3IjeG7YeyM5VWqzWDq1iGteP+mLBiurVguitao32xSHd6V3fTkn/8fcN2XnKLu2aNIupTaqUkECvjFQ9AQAAAIAimAw0HRAWXo3upCYk/8QSxYpp+cNmySXu/+bMkH4GgArgJZT2CWvQM7QOgcK3aHrJ5dr61cUSW0vn9zW7vyKnt9iGnbIOtD393PrtFM8gPtLPAAAAAAAAAAAA4CBQARoAABxOjlKt0Va9UKzBZBzSt9NLQ3sm301PSctMTc8e1KvDe+NfiIoIOXXuCrGFpAvGj+7fsXWjYjdduX47LT172tsjRwzoQsdh5hYc4ENHyMnNb9Kg1sTxLwzq3f6fg6dpu85g7NSm8bD+z4UG+R0+cZ4UnoGXzvb1Uf0OHI0lVY3CTSwS4OdYAAAAAMU9qA50Xs5d8/Kpeerce3WgkX4GgArzadO+RrNl1pmtBFysDjTSzwAAAAAAAAAAAOCwEDkCAACHE+jrrnCrejWTPBUy5sCft4ciNSNHJBSu335AKhFnZOUF+XvTdi8PBZ9n++QtdlNaZnZEtSAel+uhkPn7ejFzC/SzTSIVi3ceOBV7KUGpUpsttqSLgMdzl0tt9+KpuHL9VkS1wNBAP3q/EolIbzCSqiYtK79AY3B3JwAAAABQzIPrQP8mXz41b+TnCpGMtWUe0s8AUHGmndhgsJjerttJxhcSl/eIOtAcHmk/0knqQCP9DAAAAAAAAAAAAI4MFaABAMDh+Hi4yWUSUtWkZ+ZarUSvN964dTfQ1/PPLfv6dmszcmDXsGA/ZgT2/UODxW4K9PNOy8imA2aLJSMzlxmHxbaNvPPAyaiIkOHPd27dpB7Trjcas7Lz6B3FX70Z4FeYlq7KBxwzsvLV2qqX2wYAAACoGCXrQLcYm5+fbl35Yd6mb2zpZ586yhavIf0MABXhr26vnRgwVW82ESj0sDrQJzbo9i93hjrQSD8DAAAAAAAAAACAg0MFaID/s3cX8E1d/R/HTzxNUncDqrhr8QlzZ+76zI3t2cbc3Y0ZTJgbDLbBcHcvWqVC3S1pG/mfJNB/H9ggsBYqn/cry05urv5y781N8u0BQJtTUlHjUGi9TV6iXWm0Wj/6akb2vqKTRg4MDw3q2yP2i+/nGLx0SpXS2/g/nT8d9FRCbFRKRs6HX8wI9PfV6bVqVz9/br0Sus2av3JTcorBoG9o3B8UnjF3eW5+cWRY0NgR/ddv3S3aswA/U6XDLAAAAPAPDuoHuuf4WuGoXP2Zb3l+Q1i/muE3lxoMJknv5UX6GUCrCvXyeWnTnBc3/bniwof7B0YJ/HM/0GtnONvtuh9o0s8AAAAAAAAA2j4C0ACANicnv0yhbH8B6OAAv9uvu7Dp4cSzxx00wgO3X/63T5VXVgcG+J59alJ9Q+OOlEyjQX/NJWe4nxrUL1HeDprPjVecrVLu/zcchg3o6W7oddon7r9OtDdRYQGO+koBAACAf3ZwBvqkWiGqcjapk26p1Oq8vQwGedNqdaSfAbS2foFRb468JME3ROCADpmBJv0MAAAAAAAAoF0gAA0AaHP8TAYvL63n9ffoAAAQAElEQVToNAx6fWZW3ubkPaVl1SePGtSpfkqsqjHXN9gEAAAADut/MtAK0WdCfY/xjUJ4a7U6nV4n/1Or1aSfAbS2s7v2lfef7Fx2UkT3BL9QAZcOloFuSj/3uzElMMqf9DMAAAAAAACANosANACgzYmJDjJ5+4p2xc/H1NTB89HS6TRXXHiqhyM//cANogPZm1tcX2cJ43dzAACAI/n/DLRCoVarbTbnX5GpnTSknwEcN5/sXPbAqp+eGXreJL8JAgd0mAx0876fzcrGBqs9hPQzAAAAAAAAgLaKADQAoM2x1Ddq9Vathjepjk+v09galAIAAAAecGeg3fd2u13h4h5CKA3A8XFJ3JA4n5BTonoI/K8OkIFunn4OjNJqtNEbtqXGx8aQfgYAAAAAAADQNhE5AgC0Obsy8vOLygU6gcSY8CBfLwEAAADPKBQKpVLp7PZZo3F1/6wm/QzgePLXGRL8Qq5dOO2lTXME/pf7hOw6RWsNRoO3r2HCQ+bgBMvaGZYl0+tE25aX8j/pZ6PR6O/n1zU6YnvKXtLPAAAAAAAAANomAtAAgDaHn9Y6D7vdYbPbBQAAADzmDtgpXUg/Azj+jGrdrvL8rj6BAodopxloZ/r56f9JPxuNJr1eP7h/z10pWXXmegEAAAAAAAAAbQ8BaABAm9MvMbJLRJBAJ7A9JaekwiIAAAAAAO1EoN64/uLHJkT2WpaXKnCIdpeBdqefhebg9LNGq1WpVOOSBi5dvVkAAAAAAAAAQNtDABoAAJxIDodDAAAAAADalX4/Pn378q8F/k47ykAfPv0st6JrdJi835uTLwAAAAAAAACgjSEADQBoW+TvattT83LzSwU6gd4JUaEBRgEAAAAAaFe+PPnG1RdOFvgH7SIDfcT0s3u0cUkDlq3ZKgAAAAAAAACgjSEADQBoWxwOR6PVarPbBToBlUp54BdVAAAAAEC7cVp0r29T14769RWBf9DGM9Aepp8lg5e+d2LM+i27BQAAAAAAAAC0JQSgAQBtTo+YsLBgP4FOICUzv7TKIgAAAAAA7c2eisLBIV3L6msF/kGbzUC7089K/f70s8lk+qf0s9vg/t13p2XV1vH5HQAAAAAAAEAbQgAaANDmeOm1Oq1GoBOw1DdarXYFvUADAAAAQHvz1qhL3x19+fK8NIF/1gYz0E3p51H35LrTzwaD8TDpZ7dxIwYsWbVZAAAAAAAAAECboXr66acFAABtg8PhsNvtu9P2ZeeV+fmYtBp1XlFZbn6pHG406Cur6zJzCuvM9X4+xoZGa0pmXklZVXCAj5wwNSu/qKTSoNc6Jykszy0olT/YGbx05ZU1e3OLzJYGX29DfYM1NTOvtLw6yDVJyl7nJCaDXqNWyUXsKyxTKhUGva68qmZvTpHF0ignsdQ3pu7NlzMJ9Pd2TpKZV1T6P5Oo1Uovnba0ojort7i+vtHH2yCXldZskt3p+4rLqnxMBrVKmb2vRG6OWqn00mtLyquy9hU3Ntq8TV5yi9KyCiqq6wL9THKSXWm5crvk0lUqpRwnv6hcLk6v0xaXVco5NFqt3kav2rr69KyCypq6AF+TQy7FNYksi0qp3JvrnETWQa/TyLXNziuxWm1ykuoac0Z2YVWNWU5is9v3pO+Tk/j7muRWy+EFxRVeOvlbp6aguDwnv9Rms5mMXjW15vTswppai7+v0Wqz78lwThLgZ1IqFHJ4oXMSrVarlos76DWqrbPIlWm02lIynK+RLLj8+TQtu0BOIiss1809iXzBA/y8HVazt8nonJGsppI/zQIAAAeTlxlWq3XD1pR+veINBr0AALQZD63+5dG1v/b2j+zhHybwD9yRYvmBVzbkJ335wTdqiLlgtyJlpbA2OLr1P65/Ad687+eACJ2H6WfJ18eUkZUn19/f11sAaAMKisoKi4rjuobLQ1h+seY+yQgAAAAAAIDORC0AAGhL5Jf1XSMDd2XkZ2dlCLu1rMpSa7GWFasKDRpzva2itlGjElUluTa7o6ii3pmGqS2WUxVX1lttjtqKAp1GVVHTYG6wlxer8g0aS6O9vLpBp1FWFue4JxHC0VhTJCeRbTmkrqJAq1GVVdXXWx2Vpfl5enVdva2ytlGvVVYUZ8t5yjkrFaK+qlD+hFBQZrY7hLmyUKNWyjWR6yMnMR6YRKdWlBcdPEl+mdnhEJaqQrVKWV7TYGmwV5bmGfWa6rrGGoutRKssLdA2Wu0lVQ0qpbBU5MtJ8krNcvXck5RW1TdYHVWl+Qa9utrcWGN2TZKvbbDaS12TmMvz5cj5Zc5/hba+ulD+kFpa3dDQaK8uK/DSqeQi5IJKdaqSfE19o72sukGtUtSV58mfX+WKyUkaqovkjyMlVfWNVkdNeYFeq6qqa6y12EqLlMV5WvckGrWipmyf3IqCcudSGmuK5Y8pcoXlarsnkdsuK1Beoi7MVcsNlJupUSmqS/fJWhWWW+RrJAsut+vQ16iqXBvkZ/L1Nrqjz/xIAwAAAADty8Vxg4aEdD0/pr/AYbk/8MoPv/LeYHQOmfBQ3fxXxdoZzvb4awziuGiefvYP13qefnYblzTgx1mLYrpECAAAAAAAAABoAxQOh0MAANA2uLv3a2hoMLs0NjbabLamtyr5U9wR2wc52kncv/Z5ssSm0Tyf5N+s5DEsxcNJjm3z/82KNQ1RKpUajUb+1GowGHQ6nfwlmAw0AAA4iLyEkBeE8spwylezr5p4elCgnwAAtCWVDebPdi4fGR6XFBoncFgOF/m9R2NjQ11tXXVl3fxXvYpT9cMv1B+HDPSh6Wej0SQ/jHuYfnbbtG2P1WYfNrCnAHCibdmetjV5x2ljB/n5+RmNRr5YAwAAAAAAnRA9QAMA2halUim/r9fr9fLenX7mb3U6KvmrjNpF6/q1VQAAAAAA2pt1hZlPb5j9etLFBKCP6AT2A90i6WdpUL/uX/8yr1diN5PRSwAAAAAAAADACUUAGgDQhrh7BZa/Bbr7BnZHnwlAd1QKF/lau39tpZcaAAAAAGh3JkT3Sr/qxRAv7xJLTZDeJHBYJyQDvW+P9cdnq5T6htH35P2b9LPbuKQBS1dvPvvUkQIAAAAAAAAATigC0ACAtsWdiJXIPXcS7p9aST8DAAAAQDtlsTX2+eHpXv7hP552q8CRHOcMdF6K9cdn3H0/t0D6WYqOCNmVsjcjKy+2a4QAAAAAAAAAgBOHADQAoM0hEQsAAAAAQHvRxRRwVpe+VyYOE/DMcctA56VYf3janX7e1yLpZ7exSQO+mzGfADQAAAAAAACAE0spAAAAAAAAAAA4Vq8mTSwx17y6ea6AZxQuarVao9EajAZvX8OEh8zBCZa1MywrfjCLltBK6WdJr9MO6J2wZuMOAQAAAAAAAAAnDj1AAwAAAAAAAAD+lQdX/+Sj8Xpo4BkCnvmnfqBX/iDUGsWIi/TiX2i99LPbwL6J3/w6r1diNx9vowDQOTgcDgEAAAAAAHBcePgdJgFoAAAAAAAAAMC/8tc594V6+RSba4K9TAKe+acM9NKvne1jzkC3dvrZbVzSwGVrtp4zYaQA0KE5XJo3AAAAAAAAWo/7C0zFAYcfmQA0AAAAAAAAAOBfCfXyeWzdzHe3Ldx8yRPxviECnmnxDPTxST9LUeHBu1L2pu/dF9ctUgDooNyh52m7VtrtdgLQAAAAAADg+Ag3+J7ZtY/8PlOpVB7+K00C0AAAAAAAAACAf2twUNf3x1xJ+vlotWAG+riln93Gjuj/za/zCUADHZjD4bDZbE+sm3XHgHHuhwIAAAAAAKA1ma2NX6euPzksQavVajQaceAb1L9FABoAAAAAAAAA8G9dFDtQ3r+5df7E2MFdvQMEPPa3GeilHxxdBvo4p58lnU47sG/Cmo07RgzuLQB0OO4un61Wq6/W656BJwkAAAAAAIDWV2KuWbp3j9lsll9pqlwOM7JSAAAAAAAAAADwr726ee5T62dtLM4SOEoKF7VardFoDUaDt69h/N11kQMsS7+uW/Or5YiTu9PPKq+G45Z+dhvYJzEjO6+yqkYA6IjcPUDT8TMAACdS3u8O25E/EQAAAHQk8ruI+vp6q9Vqt9sPPyYBaAAAAAAAAABAC7i2+8h1Ex91dwWNo3VQBtrH13v83XXRQ+qWfl23fvbhEg8F6bb96ef78o5n+tltXNKAZWu2CgAdFOlnAABOrIa0qTmrvhJ2MtAAAKATsdvtjY2N8v6I30sQgAYAAAAAAAAAtIAwg49Opb5s/icfbF8scPSaZ6D1XnpnBvqu+ughdYs+/8cMdEG67bun9qef/UKPd/pZigwL9tLr0jL3CQAdjsNFAACAE8dgshpqfs1d96vDbj3iyBOfePiU+++84NH/ytuVzz5eWF4mjsbsVctH3XHz9Hl/irbql6WLnv3yM8/H/3bB3Fe//UoAAID2Rn4d0ZR+PvxXEwSgAQAAAAAAAAAtQ6NUZ1QWRxj8BI5JUwZaq9XpvfQmk+kwGej96WddvbPv5zCdO/2s1+uPW/rZbVzSgKWrNwsAAAAArcDHt9GnZnr1jumN9UfuB/r1O+6Z+eJr8ja2/6A3fvhGHI05a1a9evvd15x2lmirJo47+cnrbhYAAKCj8/yLTbUAAAAAAAAAAKAlRJv811/8WF5t5cqCtFFh8QJHz/39vkql0mp1wtW/yfi7apa8LxZ97mwPPVfvHu2g9LPRyZl+Vms0xzP9LGk06iEDeqzesD1pSB8BAAAAoEUFBtrrvCzz/vh1jMZijbtJrdEecRK73Z5fWuKl1eWWFF33wjP+3t6nD0uKCAz86LcZNZa6cf0HPXHdjZaGhkc+/mDH3gw52vM33ybHX7Jl4+6crA/vf7hHl65/O9uqutpbX3spr7Q4JjzysWtviAgMaj6HgQndT3/wnpMGDs4uLJAfSYL9/Cz19SYvw6PX3PDAB+9Y7TZfo3F31t5XbrtbfoJoWqvBid1f+vrLytqaUX37P3ndTZtSd1//4rNRwaEx4eGv33nvrqzM5g/nrFklF/fAZVcdtFw5f7vD7ms0yUXff+kVfWPjD1rtRz56P6eoyGa3/efcC3vHxt77zht/vvq2fOrq55586sZbqmtrm6/Dj4sXzFi+pNZs+eShR8MDAgUAAGjDCEADAAAAAAAAAFpMZYO5349Pd/UO3Hjx4wLH5P8z0Dqde8j4u2qWTnE0ZaCd6ecnK1X6hhOefnbr3yv++5kLeiZ28/MxCQAAAAAtSqPRnHd+VW7WLHuDX2CfiUL5jxno0x+8R94H+vieMTzpuZturait2Vdc/Mcrb8mPCMP+c/3vr74dGRj08McffD1vTlF5eZCv38I3P0jPy732hWdWvP/JrJXLbzr7vH9KP0szli2OCgn95olnd2XvXZW89dA5VNfVXXXamdHBISNuu/Gzhx7rExsn1+eeiy+T047tN2DiuJO3pqU8/9W0Z276j3uttGp10h03LXzrA6Pea9IHMulFOAAAEABJREFUb/+0ZGFWQf45I0c/cd1NK5K3VtbWLtq4oflD92p8OOPng5YrB/bqFnvLOed/v2j+jOVLDgpAp+XmTBx/8imDhm5JS3nww3cXvPm+SqnKLSky6b3kPOPCIw9aBzmJWqma/fIbAgAAtHkEoAEAAAAAAAAALcZX6zX9lJvGhCcI/At/k4G+o2aZytkPdGWRPXmRRW2oH3V3QVtIP7uNTRqwbPWW804fLQAAAAC0qAbvk80l6Sbv1Kq8r/ZW1HQbdbVQef3tmH+9/u7AhO5NDytqa2IjIvRabWZ+XkxEZHRwiBx48uAh89atqW9ouGrCGfLjQ3xktEGvLygvO2hWj37ywYrkrfIjxuK3p7iH7MraO37AQKVS2btbrLzd8eYrh84hzD9A3psMhqgQ57I0anWN2Swb3cLD3fcpOdmy4V6rgrLSWrP5wxk/yyEqpaq6ru7mc85/YurHlz/9WHRIqFzEQQ/dqyG35dDlxkdGyXtfk0lu10Eb4u/t8+4vP85du6aorNRms8khV512xk+LFxr1XpedfGpRRflB62Dy8urRtZsAAADtAQFoAAAAAAAAAEBLOrNLn1c2z52TvX3J+Q8KHKvmGWh3e+ytNQql2PiHMAY1jL6nyDdU20bSz1JEaJDRoE/NyE2IjRIAAAAAWo7aFK3r+kj9xlu6dE2pKP8hbZk2fvxVQuFR4EepVMr7yODgkoqKRqtVpVQu3rShS2iYTqPZmbV3VN/+Gfn78kqKQvz8D5rwxf/cedCQPjFxKbk5ZwuRW1L06ayZfWLjDp3DP30k2Z2VNTix54IN63t07dq0VsF+fn4m77svvsxLq1uzc7ucdM7aVdedcfbQHr2e/2ra1D9+i4+Mav7QnYE+quVK7//609j+A24867x5G9a+NP0LOeSC0ePOfvh+b4Phu6ee16rVB63D3vx85Yn7YAUAAI4KAWgAAAAAAAAAQAvLrCoZEBRd3Wjx1ugFjlVTBlpote6H426tNfrXxI2pMwbqJYPB2BbSz27jkgZ+8cOfBKABAACAlqW0Fqssu7RdLjbnfVRfXxVk/aFmt1Ibe4lW5+mnLa1a8/qd99719mubUvbEhIc/dMU1Pkbjs19Mveq5J7alpz169Q1q+aHjSK449bQXp39x/UvP6rXauy68JLFLF8/n8NPihdPnzak11/347Ms2u809UKVUvXPvpPvefdNcXx/s5//wVdcadPoPZvz8+vdf2+2Ol2+7s85iaf5wS2qKnOrmc84/qjUfP3CQXO1ZK5b7eXvX1VvkELn+gxJ7WG1WL63z39s5aB325ucLAADQTigcDocAAAAAAABoe+S3FjabzWw2T/lq9lUTTw8K9BMAgHbl14zNF8UOFPh3HC7yPbGxwam+od5htytVKp2k1bWR9LPbtl3pNTV1I4f2FQBa05btaVuTd5w2dpCfn5/RaFSr1S1+EpCnHavVKi/Fh856bd3VjwgAAHAiqDed62WsEUovh8L5J5EOa61SYbVYxMKFphGnnyTi7/A8A30CPfDBO+eOGjN+wCDRZjz00XuXnnTqkO49BQAAaGNKzDVXzvz0m6GX+/v7m0wmjUbj/rcj/pZSAAAAAAAAAADQ0m5b+vV1i6Yt3rdH4N9RuKhUKo1Wq9frjZLJJO90urbS93OTfj3jcvKKyiurBQAAAIB/zaYwNdiMDY3KxgarvFntOvlQqTGeepqjMneVI3eWwNE76b7ba+rqSD8DANABqAUAAAAAAAAAAC3tioRhZ3Tpc1Jkd4F/zR1xVqlUSqVSZVe7h8i2Oxst2pKxIwYsXb3lgjPGCAAAAAD/jmPgd/X/8FRwH9FevHHnvaItWfz2FAEAADoEeoAGAAAAAAAAALS8cRGJw0Jirl/0+aJ9uwX+NXfiWVK7uDt+bmvpZyk8NNDbaEhJzxEAAAAAAAAA0GoIQAMAAAAAAAAAWsWKgtQ/spL31VYItBDF/xJt0viRA5eu3iIAAAAAAAAAoNWoBQAAAAAAAAAAreDSuCGnRPYM1BtLLbXyXqBzUKmUI4b0XrFu2+hh/QQAAAAAAAAAtAJ6gAYAAAAAAAAAtJZSS0337x5/aPXPAp1J3x6xeQUlZRVVAgAAAAAAAABaAQFoAAAAAAAAAEBrSfQLPatLv0kDJgh0MuOSBixdvUUAAAAAAAAAQCsgAA0AAAAAAAAAaEVvjbo0s7Lk7W0LBDqT0OAAPx/vPWnZAgAAAAAAAABaGgFoAAAAAAAAAEDremD1j3Ozdwh0MmOT+i9dvVkAAAAAAAAAQEtTCwAAAAAAAAAAWtOKCx4J9jIVm2vkvUCnoVIqRw7tu3zt1jHD+wsAAAAAAAAAaDn0AA0AAAAAAAAAaF3BXqa7l38X+83kvNpKgc6kT4/YgqKy0nJedwAAAAAAAAAtiQA0AAAAAAAAAKDVDQ+L/Xj8NRFGX4FOZlzSgKWrtwgAAAAAAAAAaDkEoAEAAAAAAAAAre7qhOFjwxIeXvNrsblGoDMJCfIP8PPZlZolAAAAAAAAAKCFEIAGAAAAAAAAABwPn+5a/uH2xZtLsgU6mbFJA5bRCTQAAAAAAACAlkMAGgAAAAAAAABwPNzcc8zWS588LbqXQCejVChGD++3bA0ZaAAAAAAAAAAtgwA0AAAAAAAAAOB4iDb519usF8z94Ms9qwU6md7dYwqLy4tLKwQAAAAAAAAA/GsEoAEAAAAAAAAAx4laodxXUxHm5SPQ+YxLGrBsNZ1AAwAAAAAAAGgBBKABAAAAAAAAAMdJgl/o+osfO71L76V5KQKdTEiQf3Cg386UvQIAAAAAAAAA/h21AAAAAAAAAADgOBr403P5tZVpV71g0ugEOpOxSQM++mpmr8RuAgAAAAAAADgsh8Mh0CEoFArRCghAAwAAAAAAAACOq/v6nToouEu9zZpbU97DP0ygMxk7YsDS1VvGJQ0QAAAAAAAAwD9wNLHbHQ7C0O2PQuGKPSsUSqVStE4GmgA0AAAAAAAAAOC4uq57krxP+vVlu8O+duKjxeaaYC+TQOfQK7HbL78vKSopDwnyFwAAAAAAAMAh3MnnxpS0mlvuFq70cyt1IYzW48ysKxT6Zx/TjhqhUquUSmWLv4iqp59+WgAAAAAAALRJ8ssRq9W6YWtKv17xBoNeAAA6kHCD78Vxgwvqqgb+9NyV8cN2lOf9mLZhZFjcH1nJKwvSBgZ1+WLPqpya8u5+oa9t+UulUJo0uje3zY8w+JVaaj7euax/YPTmkuwf0tbLSWbv3ba2KEMO+Xz3SjnDBN+QVzbP1avVerXmrW0LupgCCs1Vn+xcNji469rCjBmZm0eExs7I2LypJLtfYNSnO5eVmGvifUNe3PSnUaNVKVTvJC/s6h2YW1v+2a7lQ0O6rSxIn7136/DQmJ8yNm4r3dc3IHLKjiVVDZZYnyA5iY/Wy+5wvLd9UZxPSEZ1ybTdK8aEJyzM3f1XznY57Xdp63dXFPT2j3gveZHF1hhm8Hl1y18BeqNsf7B9cXe/sD2VBZ/vXiUn+St7x+J9u+Uafp2yJr2yuKd/+Ftb51sd9kC96fWt84L13tWNFrncXv4R28v2Td+zZnR4gizUivzUgcHOQmXXlMm5vb5lnvwRQa7Sm1vny/KW1dd+tHOp3EZXoZy1nbV365rCzAFB0dN2rcivq0zwC3150xydSq1Xad/etiDK6F9YV/XJrmWy+GuLMn/N2JQUFvdrxuaNxVlyJp/8b6GUCuW7rkLl1JR9tmuF3NgV+Wmzs7Z5Uiizl+PF5bMm9h32t4UyWxvCjL6yUP46g8VmlYVK9AtNaVaoRQcKlXbYQu04UKg/s5KXuwr15Z7VnhdqdWGGu1B5dZWJrkJpj6lQLbVHzc1OHhoSIwu1qzy/d8DRFCp1rbtQcs0b7bYgL5PcfFmomkbLh0dTqDAvn/L6OlkoucKbS7O/T1s/Kize80KtK8r8xVWoGQcKdVSH3tbSXHehKhvMsT7BchJvrd7uELJQ8mHmkQrVzVVbWah6m81dqNTKQnm6kJPMy9m5cN8uDwv11Z41Y1yFWpafOshVqKzqsh7+zkLJc5onhZILzat1Fkqeo7QqlZda+5arUEWuc9QRC2VQa9VKZ6FMVk1Kcd7yxpxhoTHryrJ/y9yaFB4n994tJTlykveTF1c0mON8g59d/7uPzkv+2vjW1gXxfiEZVSWf7Fg2LjJxQe6uP/Ymy9p+m7JuR1len8DId7YurLM2xPgEyUnkOarBbntn28JE35Bdpflfpa27Z9BJC7J3L85JGRQS/d2eDekVxT0Cwt7fskQWKtDL+PbGRYEGY21j/SfbVvQIDJWTfLN7/aiIuLl7d6zYlz4gJPrrXeuyq8sS/UPf3rRIFspbp3930+JQo3dFvfnT5BV9gsK3lez7MWVjUnjsn5nb1xRk9g+O+mrnGlmoBL+QNzYucBZKo3lv85JIb78ic/XU5FX9Q6I2FGbNSNs6PDxmVvrWjUU5fYMip21fWWyujfMLfnX9PIPGWagPtiyJ9gnYV1v5+fZVg0K7rMnP/CMjeWhYt1/Ttsgl9gmM+DR5pdyjYnyD5CRyrRxCfLhlaYxf0N7qsi93rB4VGbckN+WvvTuHhHb9KWXT7rKCXoHhH21dJgvV1SdQTuKnN8hCySHx/iGyJnKd5SSyUIuy98jFeV6ov7J2rtiXJgv1ze512VXOQr3jKpR87WTjiIXaV1OR4O8slEapNLgKFeHtW+wqVL+QyI0eFyqvtspdqLX5e393FUpOeAyF2nWgULXOQ89ZKN+jKZQ89N7auFAWStb5423LZaFk5eUu5HmhersK9cOeDUkRzkKtzs84qkLNzti2sTBbFurzHauKzTXOQm2YJw89jVL1/tEUyqTVCYWzUN18A7P+RaEWHijU93s2pLkK9cHRFCqrqrS7q1AO4fB1FSrE6F3pcaHkyfndzYtloeRZaGrySlmoTUXZM9K2eF6ogaHRslBy5GGuQm0tzu0T5CxURX1d7NEUSm5jbeP/F6rxKAsV4GUyuwrVPSB0d3nB9F1r3YVavi91oAeFSv7nQr25cYHa40LJM1i8q1Beas2BQvl7XiiFQuEuVHZ1+ReuQi3NTXUX6ufUzTs9LtTC7D2DXYVKrSju6SpUg80WZDiKQsmNtQuHn35/oaoazJ9uO4pChZt8SyzOQvUNdhbq19TNI1yFkif2fkdTqJlpW7e4CvVZ8sryoy9UTWO9u1A+ei+rq1Bx/sHHUKg95YXuQs3L2rXMVahvd6/f+y8KpTrKQr22Yb4slHyvfH+zs1DyCn+aq1DrCvbOTj/qQs3N3DEkzFmoHaX5vY+mUD+kbEwtdxZKzlNebgUbvA8UqtGTQtkcdvmuKgsVbDTJq2JZqF5BYdtL8mT9Rx5NoTYX5fziKpQ8P693FUpuWqHHhdpcnNvXVaiyQwrV9WgKJTdniqtQGZUlX+5wFmpRzp4Fnhdq51o5iSzU0tyUgddXpOcAABAASURBVCFdZKEyK0u6B4R5XihZaneh3tq00PU5en+h5Ofoz46mUFHefvLDtSzUgNCo9QVZs46yUMtyU+e4CvXLvyuU/KQT4iqUv5fRXajEgNAUjwtV3eC89JKFkuvwnatQc/buWJ3naaF+PlCodQVZ/YKdhZI1kdfVslB6lVqnVh9toZRKxQeuQuUcZaFi/YIzq/6/UPOzd7sLlVJe5Emh5h8o1HcHCvWeq1D+euPbR1MopULhrdHJQoWZfMostXLr+gRHbCnK9bBQhXXVBxXqt/T9hZq6fZWcoYeF2n6gUHK1Y3xdhdIdRaHkdeObrkLJb2Y+3uosVGpF4VdHU6iegc5Cyb1uZEScLNQq16ceWajcmnJ5jdq8UIc/9ORpzVWoYHnp5foKS/2e6xwlv8KS16jyHLW+YK+7ULNchZInc3kxX2bZv0cZtVqV62K+i2/Avhrnp57BYV1W52fKs8HQsK7yU09ySZ4s1CfJK+QZo6lQ8guHKVuXykLJk7D70kt+0JufvUsW6seUTfIsJAslKymL0yKFqqi3bCvJ7eIdII90+dKEG33FUXL+QpRX0PDlN0G33mYaOdI4ZAi39nYbWjt/nmP0KGXXaGf6WanwJAAtP+b8snvTxMg+Xl5eWrmrq1SHmUopAAAAAAAAAAA47s7u2ndYSExGdUn/wKhuPkE/pG14L9mZZPozK3narpWy8eXu1b/v3Sobr2+Zt6Ywo7LB/NKmOelVxWlVxbIhH8qBb2ydL0eQo321Z41syAnnZG+Xjec3/rGhKEv+fibHzKou21NRKBu1jQ0r8tPeSV4oR5iZufnb1LWy8cnO5X/l7pQNOcLm4pwic5VsyF+tdpTlyYbF2rgkb8/7250r9nP6xh/S1snGhzuWLty3S/6mKEdILs0tMFfIhryXbecktkb57JQdS+WYcvxf0jfKhpzD0rwUi2uSneX5cv6yUWyplkuUDTmCXAe5JrLxTeo6uW6y8fa2hXJt5Q+fcgS5/nurS2WjzFKzvmjvK1vm7i/U7v2Fmn2gUKsLMirqnYVKqyyWN9mQD+VAd0BTjvblntWyMXXXyj+zk2Xj5c1z5QzlD3JyTLkId6HkQuWi5Qq4CyVXqalQ8qeyA4Wq3l+o8vz9hcpPcb+CslDfp+4v1IIDhdpWmptf5yyUvM+xVc6q3b1xZ6p89kNXoeT4P7sKJecg5+Mu1I4DhZLLchdKLt3DQpW6CiW3zlmo7OSp7j1qz9EUarezULLCss6yIWsuZ1jmcaEcwlmoTcXZ7j0qp6bMvUeZXXuUh4Vy71HyV5+FBwol96ifD+xRnhYqZc2MzE2uQi1Ynp/qLtTuigLPC+U+9ORxl1554NA7UKjfPStUdaNFFuqtbQvchfo6Zf+hNzdnhyeF+uVAoeRhtSB3lzzE3IVyH3qeFMq9CdvL8nJry2RD/py8uThbNuQPtH/l7Ph45zJPCrWhOOvlzc6jVZ5kpu5aIRtfOQu1RTbe2CoLlX74Qn2xe5X7HPVH1jZnoTbPXVeY6T5HZVaXeFyoLHnecG5CfVW+veb9tFUWe+PSvFT3Tvhj6oZv9jgneX/b4nnZO2Whnt/w55aSHFki2cirrdhakiMbtdb6+Tm73t3mrO23Keu+T13v3OqtCxfm7pbrLEdILt0nXwjZKDRXby3bV9FgloVakLVrarJz9/h+9/rf0p27x/ubl6zcl17X2PjahvkpZYXZ1eWyUWqp3ViU8/oG55l53t5d8gd1Z213rfsjw7l7vLNp0dr8TPnruxwzraJY/gQuG/LQW1ew962Nzk34M2P79J3OTfhyx5q5mTuctd2wYEOBPJnXyTHlL/Sp5UWyIV8d+bv+u5uXOI/WjGT5o7tsfL59tfwZXjbkCJuLsovNNbKRW122u6xANiy2huW5aR9ude4eM1O3/LTHuXt8um3Fwuw99TarHGFb8b7C2irZyK+p2F6SJxuyUItzUj7e5jyOfk7Z9Guq84QzZeuypbmpslByhJ2l+Xk1FbJRVFe9tThXNqx2+8Ls3VO3O1/rH3Zv8LxQX+wv1Prf9xdq8RrPC7XX+Rb25oaFGwqzyy3OFdtbWZZWXuwsVEODh4XKOVAos7Vh+b60D7Y4CzUjbcuPnhdqq7NQv6Rudhfqo23LZaHcm+B5oVY4C9UgR9gjC1XlLFSJuXZjYc5r6z0qVOaBQq13Fsq5h8/J3DF9p/Ps8dXOtZ4WKn3bt7vchVo1z12o9fM3FeUUm2s9LFSD3VWokgOFqq3c4SqU3G+X5KQeVaEa7TZZqM9ch94PezbMTHMVaounhZIb8nu6s1DvbnYWqvooC7W+IKu83nnoZVbuP/SqG+pX52XIsh9VoVYcKNTMA4X6LHnFIo8L9UuK88z80dZlS3JS5ElSjrCjNM9dqMK6Ko8LVZDjOvRKLDWbmhdqu4eFynrTdejJQn3lOvTk/RzXOUoO97BQcllyifsLVZgj18RVqPI9nheqzlkoue2yAs6lNFpkTWRlnIVK2eRhoeQM5Wydbxl7NsoFyYZcqFy0XAFPCiU3x33oyQ2UmynHlJssN1w2ZBE8LlSJLK+rUJY1zkPPWSj5EnheKPniugq1Vb7crkKtlDuA3Do5gtxSjwvlfK93FqokT+5+zkLVVsk6y4asuYeFkju83O33Fypr1+eu05rnhZKHm7tQ8gB0F0oekvLAlHvdURVKHv4lrkNPnhDkaUE25J4v938PCyVPPrIhT0TydPSR611PnqB+cZ2j5JHoeaFmHCjU8gOF2u0sVJlHhcrPlKdi56FXXixPzs5CWczydC3PRZ4XqspVKPehJ98mvnEXasfRFGq3s1Dy7UkWSr5VuQslz8lHVSj55pjvPvRkoYqdhZJvoPLdQb5HeFIo+db8muvyYL6zUM5DT759z85wn6OWeFyotfJSwVWohesOFCrjaAolL1SchaouT9lfqEZ5MfO+641Svmt7XqgprkNPFupn16EnL6vkNYO8cvC8UPLiTV7CyQs5d6Fy9xeqxsNCyUNPXkDKhryYlJeU8sLSWajMHfIKyuNCOd8o/3AWap3r0mt/oeRVnLyW87BQ8kJaXk7LEbYU5RS6CrWvptxdKHlV6Wmh6iqTXYeevMhfdKBQ8ppWXtl6WKhprkPvu90bZrkOPVmoVXkZ7v3Ww0K9vXHRuvy9la43yoyKknTXG6Us1FrPC1XuLJT8ZmZlXvp77kKlbfvedY0qP2t4WKgZqVt+TnG+UX6ybcXinD11ruNoe8m+Avc56kiFWpabKj9HyxF2lebnuk7mcu/dLM9RG+bLz1weF0peemW/sdFZqL8yd36501mor3euO7RQ8hzlLlS1q1Duk7kslPtkLo9Zd6FeXveXfNdzX6PKtxj3Nao8Rcid2X15IHdv9+WB3OHldgnXxfyWolz3xfy+6gr3pVe9tVHuCVMOfOpxF+pTV6FkQdyFkiVyF2r7gULJZ92FkuO7CzXFtUfVuwol5yzn796j5BLde9SC7N3uQ+/7PRvdh957m5fKta1t3H+Oyqoqc79wcmMv+O0jV/GXTVrys2yc/9uUW+Z/LRvXzf1SHrlyBV5dP29nWYHcl+RNHMJht9usNtkwnXGG9/nnc2uPN6FU1lvqGxvkZYjN3au3aFH0AA0AAAAAANoueoAGgA6vt3/EjT1Hy0aowbu7X9ig4C6ynegXOjCoi1CIAUFduvuFyiGjwuKjjP56tWZMeIK/zhCgN44NT9Sp1HLgyLA4IRTd/UP7B0YrFEJOmOAbolIoR4fHRxj9vFyT+Om8AvWmsREJGqWqiylgRGisnGcP//B+gVEKIQYHdY33DZFDxkTEhxv8jBrt6PAEX51XsJf3GNckXb0Dh4fGyPXp5R/RNyBSTjI0OCbRtWJyzFAvX2+tbnRYokmrDzX4nBTZQ65PrE/Q0JBuDqHoExgpt1GOKefQzSdQrVTK9ZFz9tV6yYZcVrjBVzaEQ8T7Bg8O7irf/eRa9fQPl40RYbFy0VqVSo4QpDf56QxjwhPlFkUa/ORynYXyDRkY7C5UtKyeHDIyPC7aFCArIyeRVXIWKiJBr1bLga5CCTmaHFlugrNQ+zchPtLof6BQhiAvk2zIhcpCJYXFyR8levqHyVUSrkIl+DUVyteo0TkLpdWHuAqlVii7+QTtL1TAwYUac6BQchO8XYWq2Fo4uG/3OF9noYSiWaFCZKGCXIWKP6hQYyMSmxeq72ELZZCFMh4olJ+rUEL097xQ/qGyULIhJ3RuguPoCnVgj0pw71FjDuxR7p2wW9MeddhCufeok/fvUYFDQ2Kce1RARO+AoymUQtEvwF0oIfd8WSi5AsdSqLB4d6HktPJIjDL5y6PS4Vmh5NHaVChxoFDOQy/Yo0I5DhRKjin3loMPvfAE7yMVqod/mLu2IV4+Plq9bJg0ujCD77iIRIVQeFgouUURRv8xrkLJY8d9spKnHffM5W5zpEK5Dj3XOSqx6dAz7S+UPK05z1FHLFT4/kLFqwJrSqsGdOsiN8Gg18f6BCeFx8k9qndghHMnVIhhoTHyFZQ/4Y+LTJRbKrdXNry1XvJMOyG6l1yNOJ9g504oRN/ASHn0yaXI40huvnsSWU9nocLidEI5Kzv53kEny/rE+gUPCol2Ha0RPQLCnEsJ7xbt4y8LNTIyLkhvlK/dqMg4uUeFm/xGRciDwhHvFzIgxLl79AuOTPR3bvWI8Jgobz9ZKDmmrJLc8NGRcbJQkd5+SeGxcp4J/iH9g6PkGvYPiXKecBRiZERspMlXr9LISfz08mRulA2tUhXt7T88XG6Co3tAWN8guXs4BoZ0ifMLdr5lRMaHG30Nau3IyHgf5x5lGhURr1HJk3nA0LBuco/qERgmt0Juy+DQLu7TmpxnqNFHFkpO6+06rZ0U3V2uhjxvDwmVJxzRKzBc3pxHa1jX7q5tkZMEG7xloWRDTiiLNiYqXg6P9Q0aFNpFLsXDQskR4v2CnYVSiH5BzQvl70mhZG1lWw5JCo+J9HYXKvZAoWI9LJRsyLUK8pKTxDvf9XychZIH1FEUytdZKMeBQskxhxwo1EiPCzU8vFsXnwC5AnJMeeqQpzW51QZ5WjP5el6oUe5CmXyTIpzv9Qn+wbJQ7p3Qo0IpRPeAUGeh5NEaEu0slEKMjogLN/p4WKh4d6Ei9hdqZESct25/ocRRFmpsVEJToWSjT5CzUHInHOZxofoGR7pnPvzoC+U69Pzch56/3nnpJRtyDkdZqDiNUt3Fx3+Yu1ABoXIrZGNQaHSCh4UKinAeegqFLFTi/kMvPsTg7e0sVLyHhZKnArkyslBycc0LJVd7oKeF8jtQqBB3oeS9s1BCJHlcKPmixLsKJUc4cOjF+TjfKD0qVJhRXno5J5En8xAv08nOQ0/hLpTc9/afozwoVIx815OHnrNQkT0DnG9hw8JiPCxUP1ehFM6jNUZuoFbpLFSgl9Gv6Rx19IWSb5QjXIVKDAjt51mh5KH6b1mxAAAQAElEQVTnKpSQL7SrUGJQ06EX6XmhuiQeOPTkjud9yKHnSaHkVstlhZl8nIUSB+9RRyyUfKM8UCjHgUI5jqlQsREmXy9XoZyHnt7kfKOUVxTeHhZK7yxUl+5yeDefALkLOS9rA8J6y3OUQnhYKOE6mfd0H3phzkNPXqOOchZKnqP0Ry5UmPONUhZqZGSsu1Byo2QRIrz9Rh5tobz9nIWSl7UBIc5CCVmoKA8L1T1QvlE2FSq46V1PrvxIjwslJwkx+Hg73yjjTFpZKO9xUQlyG2N8gzwplEFeoxp95LSuQgXJt2zn1VpQRHfXTuhpoRQHDj3nu15slLyYPcpCyUPPWaiIWF+9u1CxWpU8Rx1doRTCdR0V5ryO6hkY3vvAu577StjDQjmv/+XJ3Nv5Odp5HeX81OPcCY2eFcp56Dkv5p1Hq9yiCJOzUE3XUZ4Vyn9/ofxD5TnQeVpzFsp9Zj6wR3lcqNGR8XK1ja43SvmOL69RT+nSw8NCjYyIP1CoRHGgUPI6qnfQMRZK4XzX6xbtHaB1XVF4WKgRETH/XyhdU6E0nhbK+anHfTF/oFDON0pXoRQKDwvlaF6oUPmuF/L/73oeFEpeHsj3Efn1hZwk2GDycR568c5zlMFHNjws1ChnoeTHQ195ASNnntB0jer+1HNwobyancwPPvRchQpWyRcuIjbc5OM+rfno9O5CaZRK+T7i2qMcifsvD+TFfLS87Gk6mbs+9cT5aF2feiLj1M5r1ED5mcX5qScg3H2OGhza9cDFvCyU+9JLFkof4i6UcL5Rut71FL2Cwl2FUsg5dHEVyrlHuQo1yn0yN+zfo2L3F8rRZ/+h55Dr6XrXUznPUXp5jvIa49wEVTffILnVNY31cjcYH524Jj9Tlksu7j/zv5nQradcmZvnfX1BfP/0iuLxP751Zc9hC7P3fL9nw0nRiXurSuUurRbKxvxC24xZftdco/TyEmiHyj77zDZqpLJbF7VWrVKrFYojdwJ9VD1AK1o8Ug0AAAAAANAi5LcWNpvNbDZP+Wr2VRNPDwr0EwAAoKPYnZZVUFQ2fuRAAeAobdmetjV5x2ljB/n5+RmNRrXrF0TRotx/iCgvxYfOem3d1Y8IAAAAAABaVEV93e8Z28/o1mttQebU5FW/nnfrA0t/WZefufzyBy/9/VOtQjXt1Kuf/vj1SR/83O2veaqAAIF2KC1phOWhB/QTTjL6mLT6I6SZ3UrMNVfO/PSboZf7+/ubTCaNRqNUKv9pZLUAAAAAAAAAAAA4vnrEd92VklVYXB4a7C8AAAAAAADQmfjpDFf3HCYbZ8f0lTfZeGH0eTnV5cL1z0f4aZ3/KGihuUqgnXM4HC38R9vNKAUAAAAAAAAAAMBxN3ZE/6WrNwsAAAAAAAB0enqVJsEvRDbuH3TKdb2SZOOppHME8M8IQAMAAAAAAAAAgBMgMMA3PDRw++4MAQAAAAAAAPwvP52XAP4ZAWgAAAAAAAAAAHBijBnef9X6ZJvdLgAAAAAAAADAYwSgAQAAAAAAAADACTMuaeCy1VsFAAAAAAAAAHiMADQAAAAAAAAAADhhusd3qayqLigqEwAAAAAAAADgGQLQAAAAAAAAAADgRBo7YsDS1ZsFAAAAAAAAAHiGADQAAAAAAAAAADiRAvx9IsODk3elCwAAAAAAAADwAAFoAAAAAAAAAABwgo0e1m/Nxh1Wm00AAAAAAAAAHls5dep755z91c03f3XLLVOvuXr5Jx//7Wi7Fy6cctGFm3/99fBzK05PT1+1Unhgy8yZSz+acujw2c88k7F69WEmnPXUk3vXrWs+pKqw8M8XXhDHaue8eQvfeUd0PmoBAAAAAAAAAABwoo1LGrh01ZZTxgwWAAAAAAAAgMcGXXjRqJtukg2Hw/H+uef0O+dc34iIg8bZvWTxmZMf7TZ06OFnlbF6tVKtihs5ShxHPqGhlYUFcuUVCoWAxwhAAwAAAAAAAACAEy8xLnpn6t78wtLw0EABAAAAAAAAHKXqoqL62lq1Tuew2+e/9WbBrt1y4IRJk6oKC9NXrixOSzv/2ed2L1q4d/2G+tqauKSRJ99zT/6OHXNeeVkoFMGxceNvv339jz8oFIqwHj3rysrWfPN1Q21tzPARcrTtc/7cPnduo9l88t33RA8Y0LREh8Ox/JOPm89QDtw8c8ai99/z8vE554knfSMits2eveW33xrrLcOvvLLPmWe5J9z4449LPpoSEB2dMGbM6JtvCYmLL9y9O6xnz8+uurLbkKF2u622tPTMhx9RajRzX3m5MCVFo9ef9uCDEb37fHblFYExMXIlR11/w6+PTlZpND6hoYFdu8l5HrSg2c8802iuk9t+9Ucfy5rIEfYlb/vxgQf8wsP9u3Q5+9HHSjIymrb9jIceqsjLW/D2W7VlZb7hEWdNnixr+N09d0cPHGiurAyIihp3+x01JSV/vfpqTWmJMSDwrMceM/j5iROKADQAAAAAAAAAAGgTxiUNmLdk3WXnnyIAAAAAAAAAz2ya8Wv66tXWxgZbff0pd99jDAzc8MP3Xt7e1372WcW+fd/edecdM2buXDB/6KWXyadMgUFyeKPZ/O7ZZ42+6abVX08fdsUVfc48K/nPP8pzc+U4SrUqvGfP988/74bPv/AJDZ3z8ktbZsxQ63VKleq6qdMOWnRdeflBM5QDg2JiJr7yqpzhgrffHnPLLVtnz3aOYLF8ccP1UX37uSfcMX/+aQ8+2OeMM7f9/rvdau0+fnz6qlVhPXs21NX1O+eckISE2U8/nbs9OW/7doN/wM3ffleWnf3Dfffe/suvlpqa4VdcGdGnz9e33XrKvffGjRw17/XX5AyLUlMPXVB4z14XvfxK09rKRfQ89VRZoqyNGyzV1c23PX/XriVTpoy87tr40WO2z/nzr9dfO23SA9b6+tP/+5BCofj+3nvk/Jd/+umQyy7rOniwHH/Ru++e8+ST4oRSCgAAAAAAAAAAgDbA39c7OjJ02840AQAAAAAAAHhm0IUXXfvZZxc8/7zd7ogfPVoOKUxNK87IWPrRlK2zZ/lFRjaaze4xdUZjwZ49s595ZsZjjzkcDrvVWpyeHj/KOUnfs87uMmiQe7TqwsKA6C6+4eEKpVI+m7drlxwYEhd/6KIPnaEcGD9qlLyPSxpZlp1VlJZqrbfINVn1xeeBXbtWFxe7Jzz9wQe3z537xY03VBbkWxsaIvv127txg/upwG7d5L3ex9ta31CWmyvnplAo5LRag6GmpEQ+FZqYKO9L9u6Vi5BPxY0cKR/+7YJCEv5nnYdefkV9Tc23d9+146+/5NoetO0VuTlxroeJY8fluzZZlk7OXzb8o6JKMjMLU1PSVq6UiyhKSxeu4ScWPUADAAAAAAAAAIC2YuSQPlO//b1nYjeNmp8wAAAAAAAA4KmA6C5J11zz7V133vLd9yEJ8Y1my8jrr3c4HKu/+EKt17vH2b1oobmqcuIrr9aWlr537rlySGj37sUZGdEDBqQsXVpfU61QKuQkPmFhtWWltsZGpUqVvmqlX3i4HFOh/Jsehw+doVSalRXZt1/hnj3hvXqHxCfofX3H3Xa7HJ78x+9+kZHucbb+Pnviy69o9Povb7oxonfv+FGjvXx8LFVVzgU1yxaHJSQWp6d1Gzq0LCe7Mj/fGBDQtCahCQmFKSlhPXoUpTp7E/jbBSkU/7POexYvHjzx4qj+/Re9++76778/aNudD9PSQhISUpcv94uIkOMXp6fLajSazTlbtsgJ5SJ6nHxSZJ++VYWFWQfi2icQ3x4CAAAAAAAAAIA2ZOyI/ktXbTl17BABAAAAAAAAeKzfuedumTVrzfTpI665ZvEHH/w46X6lSt3zlFOaIsVRffst++STr26+WalWeQcH1VVVnnrvfUunTJGT6L29J9x/f/6uXYunfBgcE3v2Y4/PeurJfcnJ/tHR4267PW3lir9d4qEzlAPXf/+9nNBmtZ18990Gf/+eJ5/y6+RHGs3miN69TUFB7gmj+/X//dlnakpK5fy7DhoshySOG3foUoZefvnCd9/5/p6783fvPvnue5TNugw4478PzXjicVNgkNZo8A4KDklI+NsFNRfWvfvqr6cv++Rjh91+5uTJWoOx+bZ3HTJ06UcflWRmWKqrz33qaTm+tb5e1lBuS9I11wbFxp7x8MNLPvxwxdSpGr1+xFVXixPNmVUXAAAAAAAAbY/81sJms5nN5ilfzb5q4ulBgX4CAAB0Dr/9tWJo/x4RYUECwCG2bE/bmrzjtLGD/Pz8jEajWq1WtPQ/Oysvxa1Wq7wUHzrrtXVXPyIAAAAAADiO7Ha7tdFq2ZLccO0t3f6ap3J1e4zjrKa4+OeHH7p+2ufiWKUljTD/d5LhtJMNPiatXqtSqY74DUaJuebKmZ9+M/Ryf39/k8mk0WiUf9fxtptSAAAAAAAAAAAAtCXjkgYsW7NFAAAAAAAAAMDfIQANAAAAAAAAAADaFj8fU9eosK070wQAAAAAAACA484UHPxvun8+DghAAwAAAAAAAACANidpSJ8NW3Y3NloFAAAAAAAAAPwvAtAAAAAAAAAAAKAtGpc0YMmqzQIAAAAAAAAA/hcBaAAAAAAAAAAA0BbFx0SZ6+v35RcLADihHC52u93dEAAAAAAA4EQjAA0AAAAAAAAAANqocUkDl67eIgDgBHHnnm0228YfGkuzbDarVbbdSWgBAAAAAABOHALQAAAAAAAAAACgjfL1NsZ2jdi8PUUAwHG3v+Nnm239N7Yl7zl+vNtemN5ga7TKIXQFDQAAAADAiUUAGgAAAAAAAAAAtF0jBvfenJxaX98gAOA4ako/r/vGtvIT0T1Jq3QoZj6gKkyrb2xoJAMNAAAAAMCJRQAaAAAAAAAAAAC0aeOSBixbs1UAwPHSPP286lNF/wm6C/5ruvplX5VS9fsjuqL0BjLQAAAAAACcWASgAQAAAAAAAABAmxbXLdJS35CTVyQAoPUdmn4+43ajHO4XorzqRR8lGWgAAAAAANoAtQAAAAAAAAAAAGjbxo0cMPuvlVdNPE0AQGv6p/SzmzsD/c2jVb8/Is55uT4kTmi0QqlSyacUCoUAAAAAALQc95+b2mtqFGqSru2V/LDcen80zG4BAAAAAAAAAADaOh+TMT4malNyyqC+iQIAWsfh089uzTPQ571WH9SNDDQAAAAAtDCFi1KplO3siRcJtE/yQ7LSpZU+LhOABgAAAAAAAAAA7cDwQb0+//7PngldvfQ6AQAtzZP0s1tTBnr2w+LcV8hAAwAAAEDLk5+ulDFdxZR3LXXmhvoGu83u7hD6qBQVlTc22poPUamVXnqtr6+paUidub7e0uCO6apU7ryu/IQn2yqBf0GWUa1Ra+JjVGqVKwPd8p+XCUADAAAAAAAAAID2YVzSgOVrtp42fpgAgBblefrZbX8GenLl7Id1ZKABAAAAoOUpFGqTUTugr8NsUTY0Tll5YwAAEABJREFUHlsA2pFVkJWe97+zFf36xumDfJsG6IVYsmSL3W4XNiGahaWDg7379o0VOFbOHLlapdVrNVqNM1HuIloUAWgAAAAAAAAAANA+xHaN2JW6NyevKDoiRABACzna9LObMwP9ki8ZaAAAAABoDUqlUrjis0qVUmezOwPKR6+Pv8/ajanNhwwZ0j0mIfqg0YLDA3fs2Nt8iEatPvWM7kajl8CxcuadlQqVWq3WqBVKBT1AAwAAAAAAAACATm1c0sCZc5dfPfE0AQAt4djSz25koAEAAACgNbg/UsmPV2qFQqVWORziqLp/liMXFZbl5JYMGdJd66UvLq5wD4+Pjxoxqt+h45906tANm9MbGhqbhpw2YUhQaKDAv+OMQCud/znj7K2AADQAAAAAAAAAAGg3TEavxNiojdv2DO7XXQDAv/Nv0s9uZKABAAAAoDW4P1Kp5Mcrlcrz9LPZXL9yRfLYcQOsdtG3X5xGq7nzroseeeQT+VRwsN/ES8bJIQdNUlxUvmlzakCg7969Be4hkZFBI0b2VSr5TNcC3K9jK31AJgANAAAAAAAAAADak2EDe335w5yeCd0MXjoBAMfq36ef3chAAwAAAEBraPpI5clnq7Vrd/r5mUJC/Hv1jtHrtbGxEc3no9Wqr7vudKPBq/kkZWVVGzbuqbc0DhnS/cwzRzzxxFSzpUGOPHHiOLVaJdDmtUq30gAAAAAAAAAAAK1nbNKAZWu2CAA4Vi2VfnZzZ6CVQjX7YV3J3obGhkY5Z/ciBAAAAACgdcjPXDk5RQsXbRKuDp4TE6P9/b2jooIPGq1nz65XXHlqSIh/05DKytpFizYtXbq1R/eu5547Mjw8UA587rmb5P3oUX0OnQPaJgLQAAAAAAAAAACgnYnpEm6327P3FQoAOHotm352IwMNAAAAAMeHzWY3m+tnz15lcXXYPDKptxwYGxvxTx1FX3/9Gb16dnW36+osy5dvmzd/fbeY8AsvHNOlS0jzMcNC/c84Y7hAO0EAGgAAAAAAAAAAtD/jkgYuXU0n0ACOWmukn93IQAMAAABAa1u5cvvu3dlWq2348J5eXrqoqGB578mEDQ2Nq1Zv/+23laGh/pdcPD42JvzQcR588HKdTiPQThCABgAAAAAAAAAA7Y/RoO8R33Xj1j0CADzWeulnNzLQAAAAANDibDZ7dnbhn3PWyHbXrqG9e3fz9jaEhPh7OLnd7li3btcPPyz28zVdccUpiYnRAh0CAWgAAAAAAAAAANAuDR3QY0dKZp3ZIgDAA62dfnYjAw0AAAAALaKhwWo21//8y1KLpUGv1004dYgcGBUVfFQz2bw59cuv5uq9dNdcc1qvXt0EOhAC0AAAAAAAAAAAoL0aN2LAklWbBQAcSVP6eeVn1tZLP7uRgQYAAACAf2n58m1pabnyQ9Sppww2GvUhIX4ajfqo5rAtOePzL+bID2I3XH9mv76xAh0OAWgAAAAAAAAAANBedY0OUygUe3PyBQD8s6b085L3beu/VrZq+tmNDDQAAAAAHK3GRmtWVuGMmctlu3uPLr16dTN46fz8TOIo7dqVNX36PIu5/tprTh80KFGggyIADQAAAAAAAAAA2rFxSQOWrdkqAOAfNKWfF79n3fKz4jikn93IQAMAAACAJyyWBnn79tsF9fWN3t5eF14wRg4MCfYTRy81Nfe77xdWVNRcdtlJw4b1VKmIyHZkvLoAAAAAAAAAAKAdM3jpeyfGrN+yWwDAIZqnn7f+ojxu6Wc3MtAAAAAA8E8aGqzyfsmSLRkZeQqFuPDCMSaTV0CAjzgmGZn5P/28pKCg7LxzRyUl9dZqNQIdHQFoAAAAAAAAAADQvg3u3313WlZtnUUAQDMnNv3sRgYaAAAAAA4iPxClZ+QtXLRRtgcOTOjVq5tOp/Xy0oljkpNTNHPm8r2Z+adNGDpmTD+jUS/QORCABgAAAAAAAAAA7d64pAFLV28WAHBAW0g/u5GBBgAAAIAm+/aVVFTU+HgbzjxjuHzo63vsn9Ty80tn/75q9+7ssWP7n3zyoH8zK7RHBKABAAAAAAAAAEC71yUyVKlUZmbnCwBoS+lnNzLQAAAAAOCWl1fi7+8dHOwn/oXi4oo5c9du2ZI2fFivCROGBAT4CHQ+BKABAAAAAAAAAEBHMC5pwLI1WwSATq+tpZ/dyEADAAAA6ORqay0ZGXlDh/YQ/0J5efWCBRtXr9nRr2/cmWcODwn5V0FqtGsEoAEAAAAAAAAAQEfgpdf17RG7bvMuAaATa5vpZzcy0AAAAAA6s23b0iMjg8Sxqq6uW7xk85IlWxITo847d9S/mRU6BgLQAAAAAAAAAACggxjUr3tKRk5NrVkA6JTacvrZjQw0AAAAgM7JbncMG9ZTp9OKo2c2169YkTx37rquXUIvvHBMly6hAiAADQAAAAAAAAAAOpJxSQOWrt4sAHQ+bT/97EYGGgAAAEAntGLFtoKCMnGUGhuta9bsnDFzeUiI3yWXjI+NjRDAAQSgAQAAAAAAAABAxxEdEaJRqzOy8gSAzqS9pJ/dmmegS7PIQAMAAADo+Lp0CQ0LC/B8fLvdsX7D7u+/X+TjY7jyilMTE6MF8L8IQAMAAAAAAAAAgA5lzIj+S1dvEQA6jfaVfnZrykDPekhflF5PBhoAAABAB2a324OD/VQqTwOrW7akffHlHJ1Wc801p/Xq1U0Af4cANAAAAAAAAAAA6FC89LoBvePXbNwhAHQC7TH97LY/A61Uzn5YX5xBP9AAgI5DKzQGoTviTQAAOo2aGvOff672ZMzt2zO/+HKu3W6/8Yaz+vWLE8A/IwANAAAAAAAAAAA6moF9E9Oz9lVV1woAHVr7TT+7+YUor33ZV61RzXpIRwYaANBhaIRKI9RHvAkAQKeh12vHjOl/+HF2787++pv5dXWWa64+bdCgRAEcCQFoAAAAAAAAAADQAY1LGrhszVYBoONqSj8vfNPWHtPPbt6BZKABAAAAdHDyA45K9Y9p1dTU3B9+WFRWVnXJxeOHDet5mDGB5thRAAAAAAAAAABABxQVHqzTatL37hMAOqLm6efkWYp2mn52IwMNAAAAoGMrKCjfti39oIG1dZYtW1LnzFmbn196zjkjR47so9NpBOAxAtAAAAAAAAAAAKBjGjui/9LVWwSADqcjpZ/dyEADADoYhUIxd+5cd/u333677777BACgE4uICBw1qm/Tw/SMvLlz186etcpms48e3Xfs2P5Go14AR4kANAAAAAAAAAAA6Jh0Ou3AvglrNu4QADqQpvTzkvec6edBZ7T79LMbGWgAQEfi4+Nzzz33lJWVCQAAhKisrC0trSoqrli5MvmLL+bkZBf17Rt3+eUnDx7c3dvbIIBjQgAaAAAAAAAAAAB0WAP7JGZk5VVW1woAHULzvp+3/KIYdKZ+wn86QvrZjQw0AKDD8PX1nTRp0r333tt84EsvvTRq1KikpKRvv/1WAAA6LvkRpqqqLj+/NDU1d8uW1BUrtv05Z82ChRvXrtkZGOh77bWnjx8/IDIySAD/jloAAAAAAAAAAAB0XONGDli2esu5p40SANq5g/p+Hnqu/uQbOlpXYe4M9FePVM56SHfeq/XBsUKjFUqVSj6lUChEO9TQYK2pqauuNpvN9Y1Wq81qb2y02mx22XY+arQ57602nVZTU2sWnZuXQWeuqxc4EoVS4bAf9V8FGI362lqLQDPUxHNeep3ZwuF5FE4fPVTe33bbbTNnzvztt9/cA5cuXbp48eL58+fbbLazzjqrX//+6/dkCxzC4KWrM7O/HZlCKRx2AU9wwvec0aSvraFWHlGrVfIy/m+H19ZZLOYGWUyTyctk9JJ7YHCwX7du4fKhn59JAC2HADQAAAAAAAAAAOjIIsOCd6VkpWXui4+JFADareZ9PyfPcvb93PHSz27tNANts9mrqmpraszVNeaa6rqme/mqeZu8TN4Gk9FLrr9Go9LqNBq1Su2kVDsbzpscRDfXci8X7TPmfpzJneoYjgWFq74CzTiD5Ar+2XDPOAS7z1HxN3m7//mCadOmjR07dvLkyfKwzcjIkG2Dwfn2PXLkyF07d44/dYzAodjfPMPbpuc44aNV/PNBqNNqjEb9QQNTUnJVKiUBaLQsAtAAAAAAAAAAAKCDG5c04Kuf5hKABtqvQ9PPE27pmOlnt+YZ6HNeqg9NaKMZ6PLy6uLiiuKSyuKiioaGRrVa5e1tMJm85H1IiL+7odNpBACgk9EcyCNFREQ8+uijTz755MUXX9y/f/+//vpLDqypqVm5cuXEiRMD/L0FAKBzqK6u9fb2EkCLIgANAAAAAAAAAAA6OI1GPWRAj9UbticN6SMAtDedLf3s1pSB/v0R/TkvW0LiHVqd9oRnoGvrLCXFlUVF5SUllcUlFSajV3CwX1CQb4/u0YGBvgIAgEPceOONP/74o2wMGjTolFNOufrqq5csWXLJJZcMHTq0StQJAEDnMHhwdwG0NALQAAAAAAAAAACg4+vfK/77mQt6Jnbz8+GfWwXak86Zfnb7/wz0w/pzXrGExIsTlYHet684O7uovLy6qqouONg3KNhvwID4oCBfjYafmwEAfy8nJ6epPXfuXHfjFhcBAOh8li7d0q9fnD99/6NF8YkUAAAAAAAAAAB0CmNHDFi6esv5p48WANqJzpx+dnNnoKdPrjr+Gej6+sbs7ELnLacoIjywS5fQ/v3jDAa9AAAAAICj5ONj1Om1AmhRBKABAAAAAAAAAECnEBEWZEzRp2bkJMRGCwBtHulnN+9A5TUv+Ry3DHRlZW1WVkF2TlFFRU2X6JDYuIjx4weqVEoBAAAAAMdq4MAEAbQ0PqkCAAAAAAAAAIDOYvzIgUtXbxEA2jzSz825M9Aaver3h/VFaY0N9Q2yMu4SiRZSUVGzaVPqX3+tW7BgQ31945DB3a++asLYsf1juoWTfgYAAADwL02fPs9qtQmgRdEDNAAAAAAAAAAA6CzUatWwQb1WrU8eObSvaNtaMNeItq81+vFt10g/H6qV+oGurbNkpOelp+dZbba4uIikpN4+PkYBAMC/UyssAgCAA+x2x9ChPeR3MgJoUQSgAQAAAAAAAABAJ9KvZ9wPvy0sr6z29/UWbZKjGYGOTuHS1BY4cAjYrNZFb9lJPzfXghnohgZrevq+zMz8qqq62LiIMWP6Bgb6CgAAAABoBfLzSnh4oABaGgFoAAAAAAAAAADQuYwdMWDp6i0XnDFGtD0Oh6OgvG7p9gK73S7oB7pzOH9YtF6nUSqVggx0s/TzgtccO/4k/Xywf5mBttsdmZn56en7CovKY2MjBg1KDAsLEAAAAADQmqqrzX/NW3fpJScJoEURgAYAAAAAAAAAAJ1LeGigt9GQkp6TGBct2hKHw2G321PzKl+buSvMz0sQh+3oGqy20ur6k3sHq1UKjUbDy/2/6WdB+vlvNc9An/1ifWh3jzLQWVmF6f3tMCsAABAASURBVOn79mYVxMVG9OrV7bTThgoAAAAAOC68vLQnnzRIAC2NADQAAAAAAAAAAOh0xo0c8Pl3f7S1ALRw9s9qt9tssvHdQ6cJdHS7csrvmLKsvt7S2KiS3J1Ad1qknz3XlIGePVl37kv1od0VWp342wz0vn0l7i6fI6OCY2MjTj6ZzAEAAACA481qtTU2WgXQ0jr11ygAAAAAAAAAAKBzUqtUI4b0WbFum2hL3AFQq5UfBTuXuro6m9Vmt9vlqy86K9LPR8udgdZ5qWZP1hXuaWyob7TbbO4yymeLiyvWrNn57bcLtiWnh4T4XXXVhFNPGRwbEy4AAAAA4LgrKqrYsXOvAFoaPUADAAAAAAAAAIDOqG+P2B9nLSqrqArw8xFtRlN+EZ2Hq9dvZwBadFakn4/NIf1Aizpzzd6swoyMfL2XNi424sILx3h56QQAAAAAnFBRUcGRkUECaGn0AA0AAAAAAAAAADqpcUkDlq7eIoATyt33s0J0UqSf/42mfqBnPaL964edK1ckq5WK008feu45I3v3jiH9DAAAAKAtKC2rys8vFUBLIwANAAAAAAAAAAA6qdDgAD8f7z1p2aLNoAfoTqgzv+Kkn/89dwZab1Bn/9Cnb3S/xMRoo0HHmQQAAABA21FSUlleXi2AlkYAGgAAAAAAAAAAdF5jk/ovXb1ZADjuSD+3lP0ZaC/V74/qC3Y3NNQ32m02MtAAAAAA2ohePbv26xcngJZGABoAAAAAAAAAAHReKqVy5NC+y9duFQCOI9LPLcudgdaRgQYAAADQ9uzenb1vX4kAWhoBaAAAAAAAAAAA0Kn16RGbX1haWlYpABwXpJ9bAxloAAAAAG1TfUOjSkVUFS2PvQoAAAAAAAAAAHR240cOXLpmiwDQ+kg/t57mGei8HWSgAQAAALQJ/fvFhYUFCKClEYAGAAAAAAAAAACdXUiQf4Cfz67ULAGgNZF+bm1NGeg/yEADAAAAaBsWLtpUWsq/u4WWRwAaAAAAAAAAAABAjE0asGw1nUADragp/Tz/VTvp59bjzkDrTWSgAQAAALQJwcF+RqOXAFoaAWgAAAAAAAAAAAChVChGD++3bE0HzEAvW71x0lOvNx/y5OtT5MCDRisuLb/yzsnNh6Rm5ixfu1n8sy9/nH3owF/+WPDu1O/k3C699SFxJLPnL5O3v31KruSK9Vuar54nM/SEXOJbn34tcHy5A7jWRmf6eeccBennVkUGGgAAAEDb0atnV51OI4CWRgAaAAAAAAAAAADAqXf3mMLi8uLSCtHRPfvg7WOTBh9xtBXrN+/N2XeYEb7+9Y9/eio40P/Hj18VRzJuxODFK9YJD3g4wxaXlVtw+BQ4PNGUfv7rBRvp5+ODDDQAAACANuLbbxdYrTYBtDS1AAAAAAAAAAAAgMu4pAHLVm+ZeM540aE9+fqUU0cNCwkJeuj5N1UKVVxMtMFLf/cNl5dXVt331Ks5+wqHDOh953WXffvrnwqF6NU9bnDfnnKqquraq+95VKlQ+vv6PDnpP0tXb8wrKn7itQ9ra80XnnXymGEDt+9O++y7X8cMGyRcHTbf+ehLP3786sSbHxg2qK/NZi8pK3/q/ltVKtXdj79cVFrWOzFuV1rm7C/eqaiucTgcJWUVtz38/MA+Pcz19YH+vpP+c42cya9/Lvz0219ra+ue+++dQQF+7hn+OnfRjD8WytGuu+S8cyeMfeyV9811lvzikmlvPvPZtzPWbU6uqTWPHj7wgVuvaXrq3ecfefSldwuKS7tGhk+61Tnn7bvTb3vkhdz8wluunNi3Z7x89vspr8jhtz78/MN33hDbJbKpVjn5BSvWbx4zfKDAsWqeft6zUEn6+bhxZ6CnT67641H92S9aInoLrU4oVSr5lEIe2wAAAABwXIwa1VejIaqKlkcP0AAAAAAAAAAAAPuFBPkHBfrtTNkrOoEX3v7kv7dd/+vUN4ID/d1DSsorn3ngjl8+e2PBsjXyt8krLzrrmonnuNPP0s7UDJPB8OnrTz10+3W1tebrLz0vIiT4uf/eMfHsU/9YsFyOMGvekolnTThoKXVm8/mnn/To3TfqddqtO/ZM/W5Gnx7xf3z13lknj7Y2NsoRhg/ss3nHHtnILy556M4bXnj4Ljk3s6VeDonvFv3lW89eeeFZvy9Y5p7bnoysGXMWTX/vhenvvjDtu5k5eYVyYK8ecd99+HKt2SI3RD71zQcv/fT7/No6c9NTC5evjQwL+W3aW3fecPm6zdvlcJvdNuWlRz9+5fFvfv0jtkukSqXMLyyprKqpqa1tSj9v25kaM+Lsa+5+7JOvf5GNj6f/LHD0SD+fWPQDDQAAAODEkp8+fH2NAmgFBKABAAAAAAAAAEDnolErD3M7dcygkEDfw49zmJuy/fSrmpaVM3rYAIVCMXb4IPeQ+K5Rvj4m2fDz8a5zRZCbGz6wz4hB/SY99dobn0xvtP3/v107cki/5N2plvqGjcm75QwPXVCcK1LsbTJaGhuzcvJGDXWOM37kEPezY4YPWrh8rWx0jQzXunqEkktvaHBmo/v2THA9NJnNFvfIKelZDfWN70797tNvfo2JjigsKZMDu8d2k/cmg9eutIzHXnn/v8+/abfb3f+6rvup1IwsuVClUtkzvtvl558uh/TrmSA3XC6o1uzMSU88Z8Jvfy3+7a8lF5xxctNq9+uVkLnmj+nvvfCfqyfKxq3XXCxwlEg/twVkoAEAAACcQDU15kWLNgmgFRCABgAAAAAAAAAAnYtSoTj8LTIs6Ijj/NOt/eSfRUJs19S9OcKVKnYPOWjtlULRPCG5bWdqWEjg9PdeuO6S8156d2rTcDnVeRPGPfrye6eMHva32998YFxMdJprobtSM91DeibEpGZmH7r0vx0i19nXx3TPTVfI29ikIdHhIc7RlM7R5i9bU1VV88LDdz39wO0Nrr6lm57qkRCT7lpofmHJyx98fuiczzpp9Lylq+cvX3POqWMFWgjp57aDDDQAAACAE8XLS3f66cME0ArUAgAAAAAAAAAAAB3ayo1br7n7MXf7tScmuRvPPHDbe599Zxd2rUbrbfybZGp8TJd3Pvsmrlv0qKH95cPoqLCf/1ywZPWG0rLKu66/TLiyyw8+99brT9x/4Zknj77whhUzPj/imlx/6fkvvPvpnY+9lBDTRaV2/lClUCjCQ4OKXH05H1GPuK6nj0ua9PQbdRZLv54JwYH+TU8N6N39g8+/l5upUqtCAv0rKqubnrrozFPe+vTrux57WafT3nz5BWlZuQfNVq/T9uuVaLXZvPS6g54aPXTA6KEDBI4S6ee2xp2Bnj656o9H9We/aInoLbQ6oVSpxN/9pQHQFlRV1fn4cN4AAABo9xoaGisra3x9jQJoaQr+rhcAAAAAALRN8lsLm81mNpunfDX7qomnBwX6CQAAgJag06hEq7Ha7Db7kX98+eL7P08/aXh4aGDzgXa7vaGhYVnyvsnf7Vr84vmilf3219LhA/uEhQR+/uOsxsbG/1w1URyr4tLyJ1778KOXHzvimBu27ZLXeUP699qZkvHWp19/+tqTom145o2Pzztj/MDe3cVxtCun/I4py6bdGB8ZGmgymbQ6nVJ55H++dcv2tK3JO04bO8jPz89oNKrV6hYPsDqzy1arvBQfOuu1dVc/cugI06b9eeFFY/39TP80Oenntqm61D59cpWlxnbms+ao/jqtTqNUqRSKdtV3PTqHqqq6jz6e9dB/LxcAAABo57Kzi3bvyTptwlABeKDEXHPlzE+/GXq5v7+//KpEo9Ec5quSI3+HAgAAAAAAAAAA0JG8+uqrPXr0mHDACy+8IFrIoEGDGhsbPRkzIzv/pfemz5iz3GxpECdIgK/3qx9+cc3djy1avvbCM08Rx+rn3xdcfvvDd153mScjB/n7/vT7/JsffObRl9+79ZpLRNtwwY3315jrjnP6uV3buSvrtVe/W7Rok9VqO+ipFkk/N1gaP3vhp/vOf/Hpm97/4Ilvi/Y5OwhfNGPNV2/+dpipbjvtaTmhOFZHnPyus5+bfNWb8vbxMz+I1vfR099vWLLjoIF1NZZ3H53+yJVvPHn9uyvnbBJHyd0PtN6kmvOkV+7W+ob6RrvN5n7JBNBm1NVZPvp4VlFR+W+/rfjbEWpqLJWVtXa7fceOzJKSyqqq2pUrt1dV1e3LLZo3f73d7tizJ3vVqu1yzI2bUrZuTZONZcu2pqXva2i0yhEKC8vKyqtlo7bWnJNTtGDBBuE8re1ds8Z5xK1fv2v79kzZWLx4c2ZmvtlSL8csLqkoLa2UDbPZsjerQJ795Ahy6evW7ZKNtWt3yrZsLFy4UT5bV2eWY8rx5SY4J7HUZ2TkybnJEZKTM+T8ZWP16h1yibIhR5DrUFNTJxtyrQoKymRDrmda2j65znKELVvS5FbIxoqVyXK7bDa7HGHfvmJZAdmoqKjZl1cqG/JsnJqau3xFshxz85Y0eZMN+VAOlE/JEfLzS+XIslFdbZaTuwsln22lQskiyFLIgrgLJUt0nAslt85dKLm97kLJCnhYKFnbFSu2lZZW1dSYy8qqBAAA+Heio4NPPWWIAFqBWgAAAAAAAAAAAHQyN95440MPPSROKLvdsXD5hvVbdl5w5thhA3qK427MiEHyJv61i885Vd48HLlbdMQrj90r2piZ094SOEoNjdY/56xdu27XJRePj4+PdA9sqb6fP37uh8AQvzdnTFYqFWnbs5+79cM3fn74iFN9NO9p8S8cfnJLXYNWr3npm0nihPrrxxXevsaXv32gsqzmnnOfH3XmUR/C7gz09MlVc570cvUDLbQ6oVQ5+8Vva/1AE8vuPJrve/X1jZ988ntRUbls796T4/7XEEpLKwMDfXfvzi4trRo1qs+aNTuiooKNxsjGRptGo5a36OhgvV6rVJl6dO8iZxYc4u/j4/w31qOjguVpRDbkacpg1KuUSjmCt49BLlE2tFqNn5+pe48ucoSw0IAAfx/Z6NIlVK12HhEJiVHe3gaNWi3HNBn1wjWJWqMOCPBRq5w9zYWHBza4/uqpa7cwrcYZvUhMjPb1M2m1WjmmXJxwCNmQc5Arr9VpnJNEBNpcfzfSLSZcp3VOIkeQ66DVOSfx8tLqdRrZkOsZFORrMOjkCJGRQe5jITY2Qm6je819fY0arXNML4NOo1E5J1Epg0P8nAsVIioqyF3M2Nhwo9xqlXOrfXwMcuVlQ6dTy8ndhQoK9jGZvFqjULIIslCqxKZCWY97oYS7UFqt+mgLJfcouao6ncZms2/YuGfc2AEVFdWhoQECAAAck4KCMoulISYmXAAtTcHnRgAAAAAA0DbJby1sNpvZbJ7y1eyrJp4eFOgnAAAAWsI7b70h7w8KQP/222/vv/9+fX19t27d3nnnnT///POHH36ora29//77X3zxxREjRsjLkuDg4GeffbawsHDSpEkFBQUhISFyksBoiUU0AAAQAElEQVTAwIcffvivv/6Ki4vbJiVvV6qO3AHNk69OLav4/z4FE+Oir7zg1AB/n4aGhmXJ+yZ/t2vxi+cLdHS7csrvmLJs2o3xkaGBJpNJq9Md5t91bbJle9rW5B2njR3k5+dnNBrVanWL51adIWarVe7zQ2e9tu7qRw4d4cH/Tmn+cED/uPPOH+3jbWhKP+9eoDjm9HNdbf2DE1/+cO5TTUPeevjLwWN6WRtti2eua6hvaLA0Xv/wRT7+xmkv//LcF848/eSr3rz35Wufvun9d2c9VpBTIodXllUHRwTe8czlFnPDO4985Q4u33nWs6/99PCSmWu/eWdWeLeQoeP7XnbHmU1Lue20p+XkD1/xet/h3R02e3lp1a1PXe7tu38TdqxL/fi5HwaP61Nvbjj9stFdEyPcw2uqzI9e9YZ8CXz8vW99+rKIriGfv/RL2s5s+dRNky+O79NlwS+rZ0yd7xvoPXB0r0tuPX31/C0zpy201Fr6j+x53X8vWPHnxmV/bIjsFpqfVTTm7CFjzxmyZNa6b9/5PSDUV/6Ke8mtZ5j8DC/e+VFIZGBEl5A7nr1Sb9C6l7tvb9Fz//nwmDPf1aX26ZOrLDW2s5+vj+yn0Wg1qlbYkY6N+/frpn6p+Tm7Y3PvdQoX2WhosE6d+mdGZl7TCI8/dk1RUXl2TtGppwwuKCzz0ut8fY0COI7sdkdKao7D7khMjFap+FfWAQA4art3Z8vfenr3jhGAB0rMNVfO/PSboZf7+/vLr0o0Gs1hviqhB2gAAAAAAAAAANDpPOzibk+dOvXGG29MT0//7bff9Hr9xRdfvGrVKjlcrVYvXLiwoKAgNzf35ZdfdvZT2KPH5MmTJ02adNttt40ZM+a77757/PHHr7766k2bNq1du1aOOXDgwG070jbvSD/iClTXmps/TEnPeen9ryf959JAV6+K6FR2p2XtSc2sb7Db7MKTpGd5ZU1VVfWMv9bIfVKlUnmSmZYMXvo6s0V4zG63y5+oYwr1X38974gjb9manplZ8Pjj18ipds1z7F6gCItTHVv6WSotrAgK828+JDQysCC3NCjUT6lUPPflfcX5ZY9f+/bny16srTZXllSbzfVynLDo/R15fvTM9xfeNGHoSX2Wzl7/6Qs/XTPp4L8lWDFn482PXTru3KGLZqyxWW0qVw+mTcy19SdfOLxb98h3Jk/fszlzyPje7uE6g+6Ke85JmjAgKyXvxTs+/njBM+7hGTtyvIz6ye//p6yo0lxjmfPNMqOv4aVvJhXmlD5103sfzXv6xw/nPDX1rshuIV+/Nbs4v+LjZ3549Yf/BoX7y/Wc/+NKL5NerVbd+MhFRfvKXrnvsxGn9v/y9Zmv//iQ0cfwxA3vyPlvWrZj1OmDrnvwwuS1KXJ73QHofXuLHr/mrf++fbM4Vt6ByomTvb96uGLeC9qrv2pQyh1J5dz7TngG2p17zi6sTc6slA/kHkUAumOTu5xGrZowOFSpUtrs9k8//X1vVkHzEby8dPHxUYmJ0cLV97AAjjv51tOje5faOktGRl58fGRb6ywfAIC2r4fr35EAWgMBaAAAAAAAAAAA0Om88sorB/UArdFobr31VqvVmp2dLe/lkN699wcf4+LitFpn6DAgIKC+vj45Ofmvv/5asmSJbCsUipSUlFGjRul0uq5du/bp06d3j9iePeKOuAIZb31ZXtnY9LB5D9ACnUxCbHR4sL/BaJK7mSdp5m0705OTd54yZqCvr+/R9ADtEMLTzFZTD9Dv/775kktPOnSELVv/J+Xv7gHaPWH8eGvmWnvqIrFwWt0pNx5LBto/yCcno8BudyiV+1e4OL984Kge1kZbnxGJWp06sluIwaSvqTKffsnoBTNW19VYJlw8smnygpxid2p56Mn9vn3n90Pnf/Njl3z1xm9/frt00OheDQ1Wr/8NQEtRsWHy3ujt1djw/wdpfJ8u8iYbXRMjFEpFdUWdt59z6/qOSOi/rscr936m02kuu/vsvSn7aqvN7uWGRQUW7SvzMurkCsuHV99/bn5WcUS3kJBIZ4hz8Lje6xZt6ze8e2RMqHxo8jM2WhpLCytCIgMDw5z/+k2vwfHy/txrT/7sxZ+evvk9OTymR6R7ZX7++K97X76u1+Ajn2r+SW25Y8arVQqFY9Rd5TarzuHKGbedHqA3pZS99Uuqn1FH+rnDa3D+5YdjXG8/tVbzx59r9mblH3Sm+vGnxddcfZoATjSjQZ+QELVhw57+/eM0GpI2AAAche3bM318DF26hAqgpXFZBgAAAAAAAAAAOrvCwsK33nprz549arV6/Pjx7oFNUdSDQoF9+vQ5//zzhw4dum/fvmXLlsXGxv75559yeENDw86dO1UqpUZ15N9fmuYZ4Oc98ezx/Xs7k452u12g81EplRq1WqdRa7UaTwLQcmSVWqXVqHVajbx5HIA+Cg6HQ6VU2G1Wu1rIRRxmzMBAn0suHh8fH+meSrh6yhxzV72t0brBlT0+hgy0yccroW+379//44q7z5abtn5xclpy1u1PX7Hizw35WUVyhNpqs1yUHG3MuUOfvOEdS239m7880jR5TI+orJS8bt0jNyxODo0K9DLoyworbTZ7VVlNUW6pHGHxr2sefvdmnV77yBVvyAU19fHc5G/LOeuLRZXlNdfcf152an69pcHk6+UenrI1KyDM76VvJm1atvOzF38+6dxhFkvDxf85TVbj50/mBUf4NzbaGiyNWr3mhw/+HDK+T0VJlbXRplQpNy3dGRoZ6Fpes3qG+pUVVcgR1BqV3Iq+wxLXzN9yxuVjeg6K/fL1mbOnL7nhoQuFMxV9kjulfWxqyx3TH62oKbMNvyM/IE4lFHrRZjj7f3Z2P24P9NH/+PDpAh3dkuS813/dVG+2yAPv3HNGDhrcfeeOvdu37y0qLnePkJGeJ4A2Y9CgxOzswm7djv0MDABAJyQ//uh0GgG0AgLQAAAAAAAAAACg05k2bdr8+fPd7bi4uA8++CAyMvKss85yB0lLS0t1Ot0/TfvWW289/fTTr7zyisFguPfeewcPHtyjR4+TTjqpd+/ecibCY0ql4qRRg88+ZYRWyw+BaH+0GvWppw4eO7a/ulkPykq5WyuVaq066fY6m81+zBno+1697scP/3z06rdUamV4l5Bnpt2t1Tl/1ty1MeONB6YJoZj02vXyocGoi4oN0+m0Wv3/H0S3P33Ft+/9npNeUFtZd/dL1/gGmnoPi3/smrdCIgPDugTLEXoMin3v0a/LiyvDuwb3GZbg4SqdcfmYJ29898FLX83Ynv3oh7c3hc7DugTN/3nl80u2V5RWXXHn2QPH9Jz+5m/P3/6RSqUcdcYgOdq9L1373mPT6y3WbokRsb2i73juqrcf/nL3lsyILsFX3nPOllW7mi9FbsiND0/876WvRsWG2q02OUROMnPa/O/f+8Nud9z2zOXu0T548tubJ1/cc1CsOHq15Y6vH6usKbMNvTU3tJfQ6LxUapVSpWoj3T8L55+COGw2m0Cn4XA4GiwNavlWqNN27RLarWvYWWeNKCoq3749c/uOvdnZhQJoM+S7nPPdbcOeIUO6CwAA4JlePbsKoHUo+GeDAAAAAABA2yS/tZA/e5vN5ilfzb5q4ulBgX4CAACgJeg0KtFqrDa7zX7kH1+++P7P008aHh4a2Hyg3W5vaGhYlrxv8ne7Fr94vuhMzrzqjtlfvtc8SnvE8WdMe1uv04r2bFdO+R1Tlk27MT4yNNBkMml1Ok96gN6yPW1r8o7Txg7y8/MzGo2t1AO01WqVl+JDZ7227upHDh1h2rQ/L7xorL+f6dAJ7TZbY0Ojpc5SW1W7aooha5VxyDn6Y8hAozW4089VxY1Db9sX0ddh8DZ6mQx6g16t1ajaRgZangbl/jNzWfa3Swt+euQMgY5uSXLea79s/Pz2eG9/H7k3qjXqg06DlVW1vj5GAQAAgHZr3rz1AwcmBAfzEw88UmKuuXLmp98Mvdzf319+VaLRHO4fy6IHaAAAAAAAAAAAgOPt+svPEvgX5nzzocCJc+ONf78DKySlUq1R67x0Dodj5O11Nqs45n6g0bIOSj87o89GL/lKuSOnbacHaIdL21kftDbnH064/G3fbaSf0QaVl1dv3px68smDBAAA8EDXrqHe3nweRKsgAA0AAAAAAAAAAICW8evcRTP+WGiur7/ukvPOnTD2ydenaFQqtUa9Ky1zxMC+ldU1peWVzz54x8IVa39fsKxbdERGVu6l5542YewIOe1L703dnZ5p8PJ66+n/OhyOZ9/+OK+gyGazX3vxuWedMvrB597anLwrLCTw5isvOmnkUHcP0I+/+kHzgQJtgDMCrVJpDvTNPeauuuXvk4E+8Q5NP7v7ftZoNcq20fczALQX/v7evfvEVFbW+voS0AcA4Miiu4TqdBoBtIIj/ytaAAAAAAAAAAAAwBHtyciaMWfR9PdemP7uC9O+m5mTVygH9u4ZP/muG7tGhhu89LIREhSwZtNWOTw0OFA+fP+FyW9+Mt1ut8shZ5w86pv3XwoK8Nu0bWdGVu55E8bLh4/dc8vU72ZYrbalazZ++PJjU156vKHR6l7c3w7ECadwcWWgNXqD3uBjGHNXXdSw2g2/WxZOqxM4EY6YfiYADQBHJTjILz+/VAAAAA/88vPSRj6zo3XQAzQAAAAAAAAAAOhc6httAq0gJT2rob7x3anfyXZMdERhSZlsBAf4y3uDlz4iLEQ2NGpVbZ1FNqLCnQ91Wo1Oqy2vqpHtAb26y3sfb1Ot2dI1OvLTb39duGJtUWmZ1W5Tq1XPPXj78+986rDbJ549wb24vx2ItsCdpnX3A+1wOAT9QJ9QpJ8BoMUplQqNRrUtOaNf31gBAAAOa+zY/lotPUCjVRCABgAAAAAAAAAAQAtIiO3q62O656YrZHvm3CXRrojzP2Ur0zJz5H1WbkF1Ta2/j+mgMad+PyNpSP+rLjxz6aqNb342vbKqZuuu1OnvPF9RWTPmouvPPGmUHKey+uCBep1WoG1oykBrD7woZKBPCNLPANBK4uIiBQAAOBK73aFWqwTQOghAAwAAAAAAAAAAoAX0iOt6+rikSU+/UWex9OuZEBzof5iRk3el3PrQc8l70t548gGlUnnQs6OGDnjr4+lzF63w9fE2my2+PiaTweueJ17JLyq5+8Yr3EFnX++/GYi2gwz0Cbc//VxiJf0MAK2hoKBs69a0008fJgAAwD+oq7OsXJl86aUnCaAVEIAGAAAAAAAAAABAy5h49qny1vTw2Qdvdzcm33Wju3H/LVfL+9nzl502fqS77Tbnmw8PGvP0cUnN53zn9Zc1f+ge/6CBaGvIQJ9ATennwTeTfgaAVhEWFqDT9bRYGvR6/goLAIC/5+WlO/vsJAG0DqUAAAAAAAAAAAAAgFbgDtq6M9A6L53BxzDmrrqoYbUbfrcsnFYn0Dqap58j+9tIPwNAILTGfgAAEABJREFUK/H2NuzanS0AAMA/qK9vKCgsE0DrIAANAAAAAAAAAACA4+rcCWObd/+Mju1/M9B6g49h9J11kQPrNvxumf8pGeiWV1vhmP5oZVXx/vSzwdvYIdPPdrt9+DnXyHvZXrl+a8Lo8/bm5Ml2cVnF2dfe3TRacWn5pbc+JBsLlq/NySsUx9ecRStfm/LlocNLK6rca3XmVXdY6htESysoKn3qjSmejPnLHwvenfrdocOffH3KstUbBYAjUatVvr6G9Ix9AgAA/J2ysqqsvQUCaB0EoAEAAAAAAAAAAAC0omYZaI3OS2/0NYy5rzZyYN2mOWSgW5gz/Ty5srrE2u+GrPC+1o6afpaUSmXfHvF70rNke/m6TeeeOm7Zmk2yvX7z9tHDBjaNFhzo/+PHr8rGr3MW1potoo2Z882Hep1WtLSwkMD8whKHwyGO1bMP3j42abDn4xeVlK3bsl0AnVJsTERkRLDdfuxHHAAAHVhUVMjJJw8SQOtQCwAAAAAAAAAAAABoTe7crSsDvX/ImPtql78tNs1xtifcYhD415rSz32u26uPrEjNsCg1moBA35CwwLDwQL1a3WHSz27DB/Vbv2VHz4SY1Ru3vvbEpFfe//zaS86RQ04ePWzG3MV/LFhmtlhuuPyCT6b/MunWa9Zv3fnYy+99/d4Lc5asnPHHQnN9/XWXnHfuhLFNc5u3bM30n2bXNzRGhYc+ef+ti1evd89h0q3Xrt2UvHDFOofdfu0l511wxviHX3jngjNOShrcb86ilVt27rn5igtve/j5gX16yHkG+vtO+s81KZnZk55+XafRhIYExkRHNi2its58zxOvlpSXJ8R0dQ8586o7Zkx7O2tf/utTvqyprTN4eU36z9W9u8c9//anK9ZtjggLkSNPff3ptz/7xlxnyS8ueff5R1798PO8giKbzX7txeeedcroS27976ihA/cVFKpVqgA/3/r6BqPR6/5brk6I6bIrNbNXYuzEmx8YNqivHL+krPyp+29VKpWTnnm9oLi0a2S4LIt7NRwOx/uf/7Buc3JNrXn08IEP3HrNk69POXXUsMqa2j8XreiVELtqw5aTRg2tqq7NzS+4/brLusd2Pei18NLrl67e+MoHX5w0cshFZ54SERYsgM6kqKg8JSX31FOP4s8GAADoJPbtK6mrsyQkRAmgFdADNAAAAAAAAAAAAIBWRz/Qraop/Tz4ln2xQ5WxCdEjx/QfMCjR6G1Iy8j7+eclM2euWL1mx969BRZLg+gQRg/pv3n7rsLi0rCgwMSYLnkFhXXm+m27UoYN7COfValU37z/Uv+eibI9YlDfof17vfDI3dl5BTPmLJr+3gvT331h2nczc/IKm+aWlZv/8atPfj/l5VqzedP2nU1zaGy0rt64TY7/1bsvfDPjj9TMnEPXJL+45KE7b3jh4bv+WLDcbKl/8d3PHrrtup8/fT0qLKT5aF/+NLtHfLffpr192rik5sPTM3Mm333Tdx++nDSk36z5S1dt2LYnM+u3L96RM8zLL3KP06tHnBxBPjxvwni5Vo/dc8vU72bI4TU1tZeeM+G1x+/ftG3XOaeMefy+W1Zt2FpbZz5lzPDla51dYteZzeefftKjd9+o12m37tjzx8LlkWEhv017684bLl+3eX+fzaUVVcGB/rIs33zw0k+/z5eTN62bv6/33TdefsUFZ27dmfLgbddeePopv/658NAKeJsM/739uu8/fLlrVMRFtzzw/W9/CaAz6dIldNSoPlarTQAAgP9lNtfbbHYBtA56gAYAAAAAAAAAAABwPNAPdCtpnn6O7G8zeBu9TAa9Qe/tpwkND+rdJ1ZWvqysKj+/LD0jb+XKZINBHxrmHx4WGB4eqNdrj2pZaqHSCY3n4zcIa6OwilbQMzF2T2b20jUbxyYNkQ9HDhmwYPkaXx9vnda5eomH9FIspaRnNdQ3vjv1O9mOiY4oLCmLjgh1P6VRqx5/+T2r3ZZXWGx1RTTcc8jJKxg2oI/By7nLDurbc2dKxqGz7RoZrtU4f3n38/FuaGjMyModPXygrPnooQPXbtneNFpmzr4LTj9ZNsYOH/TZN782Dff2Nr425ctAf9+9Oft6xsfK+2H9+8itCA8N6pkQ6x6ne2w35/x9fT799teFK9YWlZbJVXU/FRzoL+9NRkOEK2+tUavrzJaBvbu/P+37W6+5WA6J6+LshdrbZLQ0NqZmZI0aOkCpVPaM7yZvv/yxwDmtwWtXWsZjr7xfUVVtt9ubhziDAvxcM/eKCHF26qzSqMyW+qZnn3/70zWbk9Uq1cxpb1VV1/4yZ+GGrTvuuv6ycyeME0AnIw/5DRv2jBjRSwAAgGbi4yMF0GoIQAMAAAAAAAAAAAA4TshAt7h/Sj9rtBpZZ3fH23K0gAAfeevdu5tsl5dX5+eXZu4tWL16h16vDQ0LCA8LCAsPdMd8D08plGqhEh6zCXujaC094rrNnrf0pUfvle3Rwwe+//kPZ586xv2UUqloPqZSoXQ4HAmxXX19TPfcdIUcMnPukujw/T00F5eWT/t+5sIfPlGrVZff/kjzOfSMj1m2ZqNs1NaZN27bedq4JKOXPr+4RA7ZtjvVPaa7wk26x3Xbk7a3Z2Ls7sys5sMTYrqkZmaNGtpfPtt8+IvvfPru85MTYqJfnfJlY0NjfEz0ui3JcrjVakvJzN6/CNfKTP1+RtKQ/lddeObSVRvf/Gz63y69aaCft6mquvagEXokxKTvzZkwdkR+YcmXP89O6BYtB85ftqaqquatZ/5bXFYx4fJbD5qP+GeP33eLu5Gelfvu1G8vPmfCDZeeJ4BOSZ5LIyIC8/JKIiKCBAAAOGDr1jRvH2NsTLgAWgEBaAAAAAAAAAAAAADHDxnoFlRdav/m8aojpp8P4u/vLW+9enWT7YqKmvz80qyswrVrd2m16rCwwLAw/7DwQKNBL9q8pMH9pn03I8qVYx42oO+2Xc+9OPnuvx2zf+/uT7324UevPn76uKRJT79RZ7H065ng7jtZCvDzDQ0OvHHSU8JVrorKKo1mfy/XfXrEjxwy4P6nXlu9Kfnsk0cP6tPDYXe88fFX85as9jEZ/f18Dl3W4/f+57/PvRkc5G/w0ocEBjQNv/bic+9+/OWlqzf27h7XfPzxo4bJ8b29jVq1Rs5w2IA+67fsuO2RF6LDQ+UiVOr/j5uPGjrgrY+nz120wtfH22y2iMM6afSwpa7odnMXnXnKW59+fddjL+t02psvv2BnqrND6wG9u3/w+ffX3P2YXFZIoH9FZbU4SnFdo9559iEBdG5duoSWlFTa7Y6D/gADAIDOTF52epu8BNA6FA6HQwAAAAAAALQ98lsLm81mNpunfDX7qomnBwX6CQAAgA7Nbrc3NDQsS943+btdi188X6Cj25VTfseUZdNujI8MDTSZTFqdTqlUHnGqLdvTtibvOG3sID8/P6PRqFarD99F6zGQl+JWq1Veig+d9dq6qx8RrcPhYrfZGuob682W2sq65W8b9202DDpTTwbaQ9Wl9umTq2rLjy79fBiVlbUFBaX5+WUFBWUqtTLcGYYOkDdTs8iCVmi85J3H6kWjRTQcOnzatD8vvGisv5+p+UDnabC+Yeay7O+XF/348OmiUyosLl29MfmCM8bXmevPu/6eed9N8eTM0E4tSc579ecN026L8/b3kTuwc9ftuBuLziA9PS83t2jcuAECAAAAx6TEXHPlzE+/GXq5v7+//KpEozncZwR6gAYAAAAAAAAAAABwvNEP9L/U4ulnydfXKG/du3cRrjB0YWHZvn3FGzbuUSoVXaJDjSZ9gL+P1m4/aeTYTZs2BQcHy9GmTJmyYsWKb775Rhylnbuy0l797tRTB48d21/drJNjmIzGbTv3/LV0VW5+4Y2XX0AgGGhH4uIi5E0AAIAD5sxZO3BgQlhYgABaAQFoAAAAAAAAAACAtuLYMoto1zrzK04G+pi1Rvr5IO4wdGJitGxXVdUVF1eUlFTm5qZ3CQ2dNGnSjTfeOHv27PT09HfeeWfdunXimDQ0Wv+cs3btul2XXDw+Pj5SwMVo0D856VYBoH2qqqrdvDmVTqABAHDr3j3a73//1RegBRGABgAAAAAAAAAAaHMmfbpC3jscDoGOq67eKu+VSqUzq9pZY9BkoI/BcUg/H8THxyBv7m5NtUKTNKDX77//PnXq1BkzZnz00Ucmk+mhhx7avHmzfPbVV18dOHDgDTfcsHr16sjIyAceeGDsqSc1KqwazT/+MF1aWvXRx7MG9I877/zRJqNeAEB75uPj/NORsrLqgABvAQBApxcc7HeYzwLAv8S+BQAAAAAAAAAA0FYoFIqIQMPEYSEN9Q02m9Vutwt0XEqTMjHY10unUblCq6KzIgN9VI5/+vlQchGfffbZqFGjrr/++vHjx3/00Ud+fn7z58/Pyso699xzN23aNHfu3AULFkRFRS1evHhvVsGSNVsaGq0GL/kC/+MfdWzZmp6ZWfDYY1cLAGjnwsICMvcWEIAGAED67bcVl1xykkqlFEArIAANAAAAAAAAAADQJriTi91CTP85JcZsrmtsbLTZbHQC3YEplUqNRuNl8FKpVfv7ge6syEB7qC2kn91iYmJ69+596aWXyvb27dsrKyufe+452e7WrVtDQ8MHH3wwadIkeQa74YYbEhKiohNC5KmsoaHR1uyPOjZuSm0+Q3cP0AIA2j95KrZZbZs2pQwalCgAAOjcTjllsE6nEUDrIAANAAAAAAAAAADQViiVSrVao/dyqFQqq9Vqd9gJQHdU7qyqWiVfcLVGo5UvvejcDs1Aj763ZtmbZKD/X9tJPx+kd+/edXV1DzzwgDxfvfHGG/X19evXr//rr7/Ky8u7det2/qUXCo3z9dXptH87eWCgzyUXj4+Pj5Rtur0H0DEkJEQJAAA6PbvdYalvEECrIQANAAAAAAAAAADQJigUClcAWu3OxdrtpJ87OPcrLv9TqTp7D9Buh2agx04iA71fm00/S//5z3+eeuqpSy65RJ6+LrroIn9/f29v7yuuuCI3N/eJJ57QaDQ28fehB61Gfeqpg8eO7a9WqwQAdCxFxRXbtqbLs5wAAKCzMlvq167ZFdMtXACtgwA0AAAAAAAAAABAW7E/EatQOFTOOCAB6I7NnVg9sdHVtuagDLQ8BMZOqln6hqOTZ6DbZvp5/vz57oZKpXr++eebP/Xoo482tetF499O3qtn1wsvGuvvZxIdzl9LV7/96dc3XHb+peee5uEk1TV1c5esvOScCQcNLy4tv/PRl378+FUBoL0JCfYbODChts5iNOgFAACdksFLd+GFYwTQaghAAwAAAAAAAAAAtCHuLCPR586D9PNBDu0HetwDtUvf6Lz9QLflvp//jRtvPEt0UAuWr3lq0m0jBvU99Kk5i1aeMma4VnPwz/Q5eQXL1246NAANoF3z9zft2LG3b99YAQBAp1RbZ9mXW2tAcy8AABAASURBVNy9excBtA4C0AAAAAAAAAAAAG0OoVh0ZmSgm3TU9HPb9+TrU2w2m8loSM3IfmrSbVqN+s5HX/TxMZ0yalhYSNAXP/5WW2dJGtL/wVuvtdQ3PPf2J3vS9ur12sl33VRUWrZ87ea0jJxXnrgvMebgqEdpReXltz3Uv1f3888YP6B396bhH3/985pNyd/MmDOkf6/Xp3xZU1tn8PKa9J+rQ4IC5LNWq23SM6+PGT7oknMm/Dp30Yw/Fprr66+75LxzJ4zdk5HVfPyZcxcPG9hnwtgRV9/96LkTxl123ul3PfbyfbdcNWfRynWbk2tqzaOHD7z/lqsmXH7brC/eMRq8pn4/U6fVXn1Rhw2jAyeWUqk0GvUpKTmJidECAIDOp7qqrrCwnAA0Wg8BaAAAAAAAAAAAAABtCxloQfr5RBsxqN+5E8Zu35325idfPXLnjbkFRcs+fFnWfMLlt37/4SthIYHPvvXJT7/PLy4tD/D3/XXqG3tz8+545IU/pr8/auiAqy4669D0s3T1RWfJ29rN219+f1pEaMibTz/gHn7r1Rc7HI6rLjzzz4UrJt99U2yXyM++mzFr/tKbr7jQarXe+9Sr504Yd8b4kXsysmbMWTT9vRfMlvor75g8oHf39Myc5uOfMmb4vCWrRg7pX1ldu3bT9ovPnlBUUubn6xMc6C+nqjPXn3zpLbddc/G5p43/a8mqi846Ze7ilVNff1oAaDWxsRFWq00e4JyxAQCdUHh4oLwJoNUQgAYAAAAAAAAAAADQ5nTyDHSbTT83iEZ5E51AdESovO8SGZ62N0c2YrtE6nXarNyCrlEREWHBcsjYEYMWrVxf39Aw8axT5csREx1p8PIqLi0/aD7Pv/3pms3JapVq5rS3rFbbX0tXzV+2euiAPn/b77K3t/G1KV8G+vvuzdnXMz5WDknek6bVatIys8X4kSnpWQ31je9O/U4Oj4mOKCwpO2j8of17v/z+tLWbky888+Tf5y1du3n7yKEDTAavXWkZj73yfkVVtd1ul+tw8dmnPvHqB317JnaLjvDxNgoArSk/v3TnrqzTTxsqAADoZHJzi2tqzD160AM0WgsBaAAAAAAAAAAAAABtUafNQNP3c1uQlpkzoHf3pWs2do/pKh8qlUp5Hx4aVFJe0dhoVamUy9dsjgoLkS9KakbWiEF9s3Ly9xUWB/r7HTSfx++7pal971OvnpQ09JXH7tdpNc3HkS+ow+GQjRff+fTd5ycnxES/OuXLxgZn0HxQn55T33jm7GvvOm38yITYrr4+pntuukIOnzl3SXR4yPX3PdF8fLlWPeJjvp0x56E7b8jKzXvzk6+eeeD2+cvWVFXVvPXMf4vLKiZcfqucNio8RI455YsfrrjoTAGglUVHh/gHeMvzhkZDRAcA0Lk0Wq1KJZ9c0Iq4ugIAAAAAAAAAAADQRh2agT7podqlbyg3zREqjTj5+g6YgSb93Eb89tfiH2fPqzGbv3jzGZvN7h6o1aife/COh198Z9vOlC6R4XfddIW30fD6lC9vfei5HSkZD9x6jVqtOsw8P3hh8t8ODw0JLC4t//TbGeNHDfvvc296exu1ao2/n4/7WaNB/8LDdz/03Fu/fPrG6eOSJj39Rp3F0q9nQnCg/6Hjnzx62PPvfJoY0yVpcP9lqzf17h7n42364PPvr7n7MZVaFRLoX1FZ7etjuvDMk9+b+t3Q/r0FgNanUas3b04dNqynAACgM4npFi6A1kQAGgAAAAAAAAAAAEDbdWgGesx91cvedKyfJWyNHa0faNLPbcet114yeuiApofffvCSuzGkfy95az7mo/fc1PzhG09OEkcpwNfn+ymv/O1TP3zkHD5qaP9RQ9+SjYlnnypvTc8+fMf1B41/2tgR8iYbZ4wfKW+yER0ROvfbDw8aTSEUF511igBwXOh0mtBQ/9zc4qioYAEAQKexaVOKr68pLi5CAK2DADQAAAAAAAAAAACANu2gDLR8OP6/NUvfFB2sH2jSzzg+nn/7003Ju6a9+awAcLx07RpWUVnjcDg4kwMAOg9fP5Ovj1EArYYANAAAAAAAAAAAAIC27qAMtMPhGHNvzbI3RYfpB5r0c5vy7IO3i47r8ftuEQCOu7LSqs2bUk86aaAAAKBz6NolVKVSCqDVsHsBAAAAAAAAAAAAaAfcIWBXBlqjN3iZ/IxjJ9WE96vbNMcy/9M60Z5Vl9q/fpT0MzqpzMz8lD05mRl5RUXljY1WAXRQsbERY8b0czgcAgCAzmHevPWFheUCaDX0AA0AAAAAAAAAAACgfTi0H+ixk2qWvuHYNMf5sJ32A+1OP9eQfkZnFRzs1+gQJSVVqWl55RU1er3Wz8/k7+/tH+BtNOi9vQ0mk5cAOgSLpWHzltQxo/sJAAA6gT59YuRFnQBaDQFoAAAAAAAAAAAAAO3GQRloadwDtUvfEO00A/3/6eebST+jkzKZvLz9feTO79ztlcqaGnNFRU1ZWVVJcUVKWbV8WF1j9vb28jYZTM57L5O3Qa/TajQqtVot7yW12nnjH1hH2yf39phu4cXFFcHBfgIAgI7OaPSSF2kCaDUEoAEAAAAAAAAAAAC0Jx0mA11ZZP/2CdLPwP8wmbzkLSoquGmIw+GorjbX1NTV1Fiqq2v35ZaYLfXWRqvVZrc22pz/t8p7mxzTx9tYX9+g02lk2yjnY9RHRATFxkYIoM2Q+3ZubrHcqznDAwA6vDlz115y8Xj+Sg2thwA0AAAAAAAAAAAAgHamA2SgK4ucfT/XVZF+Bo5AHgs+PgZ5O/xoNpvdJtkd8tCptzRWV9fV1pqzsotWrd7Ru1e3gQMTBNA21Nc3rlu3a/jwXgIAgA7trDOHu/8yDWglBKABAAAAAAAAAAAAtD/tOgPtTj/XVliH/If0M9AyVCplU/+Cep3W19coG927d6mvb0xLy509e9W5544UQBsQFxchbwIAgA7N4XCUllUFBPgIoNXQuzgAAAAAAAAAAACAdskdFHZloDV6g5fR1zDugdqwvrWb5ljmf1on2qqm9PPgm/JIPwOtTafT9O4dM3xEr6+++svhcAigDSgrq164aJMAAKDjqjPXb9yQIoDWRAAaAAAAAAAAAAAAQHvV7jLQzdPPUYOspJ+B4yMk2O+cc5J+/nmJANqAgADvvn1iqqvb7t/qAADwLxkN+ssuO0kArYkANAAAAAAAAAAAAIB2rB1loEk/AydQQIBPjx5d163fLYA2ICjILze3WAAA0EFVV9dt35EpgNakFgAAAAAAAAAAAADaFZKyB3FXw5WB3j9k3AO1S98Qm+Y42xNuMYg2gPSzJ9x1qKxtePSrNQIdXUmVxfnXC0rlcdv/+/aNXbhoU2FheWiovwBOKLnja3Wa7dsz+/SJEQAAdDh1dZbKihoBtCYC0AAAAAAAoE1z/wj68dez1GqVw+EQAAAAQCcmr43r6sxx0SEqV15WoJk2noH+2/Szzov088FkHbqGGk7p42dtNFsbG10fA6lMR+WI9lYmBBnVGrVS5fzHq4/PUdCnd7f163edc85IAZxocbERAgCADio0NEDeBNCaCEADAAAAAIC2S/72qVKprrxgfGVVVV1dXeP+H78BAACATkqpVMorZG+jUaPRkIE+VJvNQP9T+lmrI/18MKVS0S/WLzFMZ6mzNNY32O0OPgZ2YCqVUqPTyptKrZYvvTguQkMDtFpNbm5xVFSwAE60/PzSrVvTzjhjuAAAoGPJySmqqKjp2zdWAK2GADQAAAAAAGij3CEAlUrl423SqFUNJqPVauWXbwAAAHRm7itkrVar1+sJQP+tNpiBPpB+tg26cV/UIBvp58Nw1kKpVGnUsj6yODYvvd1upzodlcP9Rx1qlUarUWvU8qUXx8vgwd2Xr9hGABptQXh4oMGgt1ga9HqtAACgA5G/5ngZdAJoTQSgAQAAAABA29UU75C/iep0OoeDrr8AAADQ2bk7gVa7yDbZ2UO1qQx0ZZF9+uSqukrbgGv3RQ8m/XwE+/8OVu2sjFqjtjv7fxbowOTu7zyPOc9ryuN5QgsM9PHxMWZm5sfEhAvgRDMYdNu3Zw4cmCAAAOhAunQJFUArIwANAAAAAADaLlfnX0r3v+6t1WpJPwMAAACKA5THsbfUdqeNZKCbp5+7Drd6mQykn4/InYKV9/wFbCfRdE4Tx9eQwYnz5m0gAI22QKNR+/qZSOQDADqYjRv3GI1ePXp0EUCrIQANAAAAAADaNPePoCqVSgAAAABohuzs4Z3wDDTp52PmLg7p587jhBwLPj7G0FD/1NTchIQoAZxosTHhdXUWu92hVPLWAADoIIKD/UwmLwG0JgLQAAAAAACgrSMWAAAAAOAYnMAM9N+mn/UGL9LPnqNEaG2DBiXOmr2SADTaiMKi8oz0vFNOGSwAAOgQQkMD1Gq6tkHr4h/GAgAAAAAAAAAAANAxuaPGrgy0Rm/wMvoaxj1QG9a3dtMcy/xP60TrIP0MtAtGo75r19CdO/cKoA2I6RY+alRfm80uAADoEBYu3FhUVC6A1kQAGgAAAAAAAAAAAECHdZgM9NwptaKlkX4G2pEhg7tv3JgigLbBbrevW79LAADQIQwcmBAY6COA1kQAGgAAAAAAAAAAAEBH9k8Z6K3z61s2A036GWhftFpNjx5dtm1LF0AbYDDoIyOCCgrLBAAA7Z9CqVAqiaeidbGHAQAAAAAAAAAAAP/H3n3AyVEWDBye293rd7lL75feK0kgEHqJVBFpCiII0kFAeu8dFARBujRBQaSJSBHpLQQSEkoa6b3netndby6n+WKAkJBczfP8lmV2dnZ29ua93fsl/3tDE1cHDbT6GRqj4cP7jP3YJNA0FAUFbcMPi2QyGQBAI/favz6uqooHUJsE0AAAAAAAAEDTV6sNtPoZGqlIJGXo0J4ffzwlgIZh1arid96ZEABAI7fffttlZKQFUJsE0AAAAAAAAMAWoZYaaPUzNGpbDe316adTE4lEAA1Ar56ddthhcAAAjVkikZw9e3EAtUwADQAAAAAAAGwpNnsDvXJR4tEL1c/QuI0Y0fejjyYF0DCsXFn8xhvjAgBotMrLKz7/YkYAtUwADQAAAAAAAGxBNmMDXVM/F69QP0PjNnBgt8lT5pSXVwbQAOTlZffu3XnFiqIAABqnzMz0Qw7eJYBaJoAGAAAAAAAAtiybpYFWP0NTMnxY74/GmgSahqJduxZLl60KAKBxWrWq5JNxUwKoZQJoAAAAAAAAYIuziQ20+hmamH79usyevaioqDSABiD8EEnEE+OkYwA0ThUVleVl/m0Nal0sAAAAAAAAANjy1DTKqxvo/6zZ+aziN34TjH+lenmvk7K/7YE19XPR8vhWR6mfoekYMbzP2LGTdt55aAANQK9enQIAaJxatcoLLwHUMjNAAwAAAAAAAFuo7zEP9Jr6ecgR6mdoUnr27LhkycqVK797DnioGwsXLnv1X2MqMvnWAAAQAElEQVQDAGhsZs5cOG781ABqmQAaAAAAAAAA2HJtVAO9dv3cbZT6GZqa4cP7fDR2UgANQ9u2LYYO6VlSUhYAQKMSi0XzmmUHUMsE0AAAAAAAAMAWbQMb6K/Xz1nqZ2haunZtV1RUumTJygAahvz8nGlfzQsAoFHp2LFVt27tA6hlAmgAAAAAAABgS/edDfQ31s/p6mdockYM7z3WJNA0GLFYNCszfcqUOQEANB4ffPDF55/PCKCWxQIAAAAAAACALV5Nwby6gf7Pml3PLX79pmD8K0EyEUz/pLJoWWLIz9XP0MR17Nh6/PhpCxYsa9euRQANQI8eHauq4slk0mcNAI1Fx46tcnIyA6hlZoAGAAAAAAAAqLbOPNCZOVm7nFPcYUjJp/8qL1yW2Oqoeepn2BIMG9b7I5NA05DMm7fk1VfHBgDQSDRvkZudnRFALRNAAwAAAAAAAPzHOg10Vm726ga6dOtjF3ffIRHeVD9Dk9euXYvU1Njs2YsCaBgKCtput92AysqqAAAagzffGL948YoAapkAGgAAAAAAAOD/rd1Ap2emZ+Vmj76ovM9ukexm2eGy+hm2BCOG9x47dnIADUZqanTc+KkBADQGW2/dt3Xr/ABqmQAaAAAAAAAA4H+s1UCnZWRlZOZkZa2un8Nl9TNsCVq2zGvWLGv69PkBNAzp6WmtW+XPmbM4AIAGr7y8IoDaJ4AGAAAAAAAAWNeaBjqWVj0PdEZWZnpmRrisfoYtxPDhfT7+2CTQNCBdu7bLyclMJJIBADRsb7wxPh5PBFDLBNAAAAAAAAAA36A6gI5EoqFYLJYai8aqF9XPsIXIy8tu3SZ/ytQ5ATQYS5eufPPN8QEANGwHHrhTRkZaALVMAA0AAAAAAADwrWoy6BrqZ9iiDB/eZ+xHJoGmAenRo+MOOwwyCTQADVn4OfXFFzMDqH0CaAAAAAAAAACAdWVnZXTp0lbBQ4NSWlr+7nsTAwBoqCoqKmfMWBBA7RNAAwAAAAAAAAB8g2HDeo8dOymABiM3N6trl3ZLlqwMAKBByshI+/GPdwyg9gmgAQAAAAAAAAC+QXp6au/enT+d8FUADUanTq1LS8sDAGiQVq0q/vDDLwKofQJoAAAAAAAAAIBvNnx4H5NA09CUlpaPGfNlAAANT2VlVUpKSgC1LxYAAAAAAAAAAPBNotHI0CE9P/548rBhvQNoGHr37hwAQIPUsmVeeAmg9pkBGgAAAAAAAADgW221Va/xn06LxxMBNBhLlqx8/fVxAQA0MNNnzPfPFFA3BNAAAAAAAAAAAOszYnifsR9PDqDBaNUqr1+/gqKi0gAAGpLMjPS2bZsHUPsE0AAAAAAAAAAA6zNoUPfJk2aVl1cG0GC0bp0/Z87iAAAakjZtmnfu3CaA2ieABgAAAAAAAAD4DiNG9B07dlIADUYkEonGIp9/PiMAgAZjzJgvfDZRNwTQAAAAAAAAAADfoW/fglmzFhWXlAXQYPTq2al//64BADQYXbu179TJDNDUBQE0AAAAAAAAAMB3Gz6899iPTAJNwzJnzuJXXvkoAICGITMjLSMjNYDaJ4AGAAAAAAAAAPhuvXp1Wrx4xcqVxQE0GJ06td56677l5ZUBADQA7747ccmSVQHUPgE0AAAAAAAAAMAGGTa890cffRlAQ5KVlf7FFzMCAGgAtttuYJs2+QHUPgE0AAAAAAAAAMAG6da1fWFh6dKlKwNoMNLSUvPycmbOXBgAQH1btmxVMhlAHRBAAwAAAAAAAABsqBEj+owdOzmAhqRbt/YtWzZLJBRnANSz997/LB6PB1D7BNAAAAAAAAAAABuqU6fWFZVVCxYsC6AhWbx4xetvjAsAoF4d9tPdMzPTA6h9AmgAAAAAAAAAgI1gEmgaoG7d2m8/amAikQgAoJ4kEskxY74MoE4IoAEAAAAAAAAANkK7ti1iscjcuYsDaEiqquLvf/B5AAD1pLKyctGi5QFsmpSUlA3aLJlMBgAAAAAAAACrhX+BGI/HS0tLOzx20dDWnUwkCfCNUsuClgsjC7p4k6RhySxKSUST5ZkBAECjU5WIB1XJv4w6Ii8vLzs7OzU1dT0xdCwAAAAAAAAA+F+RSOTdvU8vLi4uLS2tqqpKrhYAsJYvq+a1zsxt2TI3gIZk5cqSZs2yNmzmRADYnEpLK+bNW96jR9sANlLKatFoNCcjKy0tLVz4znmgBdAAAAAAAADA/wv/ijESicRisYK8VmXpOeXl5fF4XP0M8HVts1q8O/aLbfv1DaAhmVGxaOmiwuGDegQAULdWFpZEK2K92nQMYOPV/HFEampqRkZG+IcS3xlAp/ijCgAAAAAAAGBt4d8hxuPxqv8y/TPAt3nzgwkd2rXs2aVDAAAAbII1k0DHVgsXIpHI+rb3RxUAAAAAAADA2mr+DjGRSIQL4fWaNQCso6i49JmX3jniwD0CaEiWrSj8ZOKU3XcYFgBAHZo6Y+6CRct22GZQABuvZsrnmnmgU/5rfdv7owoAAAAAAADg69b+m0R/qwjwbV5/d1zLFnmD+nYLoCGZu2BJVmZ687zcAADqyoLFy8rLK7t0ahvARlqndV5/+vyfbfxRBQAAAAAAAADA91NeXvHQX18+/mf7BdCQJBLJyV/N7tuzIACAulJZWZUMgrTUWAC1LxIAAAAAAAAAAPC9pKen9e/V5ZOJUwJoSCKR6nkTPxo/KQCAuvLBJ198Nml6AHXCDNAAAAAAAAAAAN9fPJG4++HnTv7FAQEAwBZs8dIV6elpzXKyAqh9ZoAGAAAAAAAAAPj+opHI8MF9Phz3RQANzLwFS/7+ynsBANSJlJSUWFSVSh0x1AAAAAAAAAAANsnIYf3GjJuUSCQCaEg6tGu17fD+JaXlAQDUvrc/nLBk2coA6kRKMpkMAAAAAAAAAADYBB9PmFxSWr7DNoMCaEgqq6o+/Xza8MF9AgCoZUXFpZkZ6VGTQFMnBNAAAAAAAAAAQFNWZ2nEPY8+f9She6WnpQbQkEz+anYikezbsyAAgM0nJSVlnTWfT57RvUuHjPS0AGpfLAAAAAAAAAAAaKKS/yuoTdts1ffdMRN2HDk4gIake0H7ispqXy/VAOB7CD9QIpHImuU16z8aP6lLp3YB1AkzQAMAAAAAAAAATVMymUwkEm89WrZkVrwOAujQxLLXe6dvm5aSEUBDsiK+cHl8fre0oQEAfF8pKdXFaXjde1S0746psVgsEon47RrqixmgAQAAAAAAAICmKZlMxuPxL9+uHHlwdmZOXdQ5+YuHLF41a3CPYQE0LDkl5e3TU9OjkWgAAJtg1qeVsz4r7bZNIlxOTU0N/jsJdPhz12vvfLL7Dn4Koo4IoAEAAAAAAACAJqhmyud4vHru5459Y1n5dRFAdwq6PfHClNwuZXm5OQE0JKVl6RMmTdlm4MCAIIhEgkR1uRfEly+JT5lQ9tkHhcVlHU+9PADguxSvSMz4vKK8PB6LxaKr1ayvrKwqKi4NoK5EAgAAAAAAAACApiiZTCYSifA6qEMjBvUf8+lnATQwmRnprZrnz12wKCAIUiJBSkqwYFXh0mcfLrz36sLn/jjl+WcCADZMPB6vqKgIr9demZaW+qM9tw+grgigAQAAAAAAAIAmK1Ezy2sd6l7QqbCoeOnyFQE0MOHgzMhIr+NfCWiYKiuTc1es/HjxwgkZOUXL5i0rrmq2w95rbzB72sJLf3bbBYf89pwf3/ToTc+Ha954ZszDNz679jYn7nJ5RVllUGvCZ/zjtU8HtemWMx8a/86kAGAjxVdb59fMlq8sevmNMQHUlVgAAAAAAAAAANB01X3uWTMJ9F47mwSRBmfp8hWfTZ660zbDgy1SSkr4hhBUxRPTly35YsWKZTOmlqU1K9r154lPPtr958etveWjNz57+Fk/7DusW7h80U9v/ezDaV/f212vXx40HvNnLA4vw3bpHwBsDsnV1l4Tvse2apEXQF0RQAMAAAAAAAAAbE6dO7T75PMvFyxe2q51ywAakt7duvTs0jmZTKakpARbnqqVK0u/+OyrxYs/btE6mUjM+WpasrJ8XstuI36xY05B17W3zMhKf+f5se27ts5rkXPNn88IqudjXjbt01lXHX3nwtlLDzp5z10P3ObEXS6/7Z8X3XvFk/GqeFZu5qxJ80665rDwId/27G88Mya8dOjeZs7UBXsevsN2ew1978Vxzz3wWkVFVbvOLU+8+rBIJOWmU+9fOn9FuJOfn39AzaOWL1p17Ql3H3fZIR27t737kr8snLM0kUjsf8xuO/5w+L+efP+J21/Ma5mbk5e18wFb77j/iD9e9dTUibPCR/3y0oN7DipY+9kXzFry8Zuff2MAXVpcftclf575xdy0jLRjLzu499Cu7/1z3DP3/qusuGzIDv2OuuCAt58fu86RBwBfk98sZ9ig3gHUFQE0AAAAAAAAAMBmtvXggR9N+Gy/3XYKoIEpLC6ZMGnKDiO2CrYwhR9/9MU1Fy2a+dXS0y9aGA+a5eR27T940fLlFRXxXUeMiEQia2982s0/f+3J928+9YGiFcXtu7U59fqfhSsTicTFD5y6eM7yG069b9cDt1mz8ZDt++58wNZTPp350PXPnH/Xces5hpbt84+99OCK8qrT97pm5A+GzJu56LKHTk3LSL36mD98Pmbq8oUr23RueemDp8z8cu5n703OzMlYvmjlNcffdfpvjurco+2kT2bs8uNthu3Sf/L4mX+48LHhuw7802+eu+npc3Pysy4/8vfhzl98+M3svKzrnjxz4ayllx15+5oJqiePm3HantfULP/1jpeOueSgQ0/da+2jevruV/Jb5p7xjwvmTl8UHsmtL1509yV/ufHpc1p1aH7XJX9+5fF3wiNZ+8i33XPIlhnQA+s3adrsOfMX777DsADqhAAaAAAAAAAAAGAza9+mVTQSmTN/Yaf2bQNoSPJyc7p07LB0xcqW+XnBluSrxx9YsHBOxjbbpqWmths3ZvbgETMLC9s1zz9hzz1yMzPX3jKRSE4ZP3P0T0eFl3D5rosf/8ejb7Zu37zXkK4pKSk5zbPLisrW3r5tQavwun2XNrOnzF+z8u5L/jLhvcnRWOR3/7xozco2natnhU9Lj4WXwuXFsVj0tnMeiVfFF89dlqhKzPxy3lY79otEUrr17xRe3nhmzNh/T8zJz165aFXnHm2bNc9+6s6X3n9l/LIFK+NViaXzl7craN2yfX64w0HbVk+5OmPS3OJVpY/95u/hcrvOLctKKjKy0sLl3kO7/nPhvZ+8+cXY1z879tKDv/6VWTBzyR6HjgpfWqfubTOz06dPmNWhW5s2nVqEdw3fZcCHr346eLs+ax95VWU8NU11BqyrZfNmOVmZAdSVSAAAAAAAAAAAwOa2ehLozwNoeDq1a1NUXBJsYQZefcteT97c8aCC9g/+IZmXt3jpsryiVcfuumuL3Jx1toxEUm46+b4vPvqqqEdFywAAEABJREFUZrll2/xodHVk9S2zHs+aPC+8HvvviV36dlyz8oSrfvL7Vy9Zu34OzZ5cXUjPn7G4eFVpVWX86btfPfPWX5x/13Hp2dWlctcBnWoS6sVzl99/1VMpKcHon25/3h3H3nrWQ+WlFX+7+5UhO/Q9+ZrD9jx8h3Cb1h1bLJqzNJFIhsszvpwbXnfp3aH7wM6Hn7XfYWfuO2C73umZqcGG6Tag08xJ1XuYN33xornLug3stGLJqvDwwp1//PrnbTu1XOfIY6nRAOBrsrMyWjRvFkBd8bs4AAAAAAAAAACbX6sW+dlZmTPmzOvaqUMADUlKSkpZRcVHEz4fMah/sMWIxkoSy8bH7303befesVXzhr764rCdd8nKzEyJBMnEuhufeesv7r3iiUg0smjO0oEje59+88/ff2n8t+3530998NLj75QWll312OnrP4bJ42ZccdQdUyfMPPv2X+a3zm3ZPv+Sw38Xno7wrpXLi0b/ZNQjNz577XF3p2em/vj40XOmLQjXdx/YeZcfj3zwmqe32qnfQ9c/8/bfx+bmZ5eVlGdkpZ1w1U+uO/7u7Lys0uLyWGp07yN3Ch9+9S/visYi2+87rGa3a4QPDy/feFT7/WKXh659OjywaZ/NOvK8AzKy0k++7me3nvnQlx9P79C19eFn7jfurS/WPvJ19gxQ4+MJkzMzMoYN6hVAnUhJJpMBAAAAAAAAAEDTkkwm4/F4aWnpw6dXHHJZi6z8eij2VqwqfOXt9w/ZZ3QA1LeUigmlXz5aVpKb1SqYcv3HiS9nNDvh5C4/PzbYNHdc8Niovbf6trZ4bW88M2bm5HlHnvujYDN56q6Xf3z86Egk5apj/nDIqXv1HdYtqB2b/ciBRm3S2xWTxy0YdUQyLy8vOzs7FovV/F7EshWFaamxnOzMAOqEGaABAAAAAAAAAGpFfrPc1i2aT50xq2fXggAamEVLl02YNHX3UdsEW4aUZDyrx7aZQUoitmvzrjctTs9rf8AhQWMWi0VvOuW+BbOWdO3Xqc9WXQOAelVRWZmWKkml7pgBGgAAAAAAAABoghrCDNChouKS5//1xmH77x1Aw7No6bKsjIyc7KwAADbMt80A/dzL7wzp37NLp7YB1IlIAAAAAAAAAABA7cjJzurUvu0XU6cH0PC0zM+fNX9BAACbbM9dtuncoXUAdUUADQAAAAAAAABQi7YePHDMpxMDaHii0UhqNCbQB2DTTf5qdll5RQB1RQANAAAAAAAAAFCLMtLTenfrMuHLKQE0PL26FfTr2S0AgE3z2aQZQZASQF0RQAMAAAAAAAAA1K7qSaAnfB5AgzRr3vyX3nw3AIBN8NMf7ZaVmR5AXRFAAwAAAAAAAADUrmg0MqRvr08++zKAhqegQ/uRQweVV1QEAPC9JJPJf7z2QQB1SAANAAAAAAAAAFDrhg/q//FnXySTyQAansyM9M+mTAsA4HupqoonE4kA6pAAGgAAAAAAAACgLowYNGDMp58F0PCkp6Xl5ebOnDs/AICNl5oa23eP7QKoQwJoAAAAAAAAAIC6MKRf7y+mTa+orAyg4elR0Kll8zyTlAPwPSxbvurvr74XQB0SQAMAAAAAAAAA1JGtBw346NPPA2iQFi5e+vr7HwUAsJGi0UhBx7YB1CEBNAAAAAAAAABAHenfq/v0OXNLSssCaHh6dOm83bAh8UQiAICNkZuTPaB31wDqkAAaAAAAAAAAAKDujBjUf8ynnwXQIFVVVX0wbkIAABtjyvQ5/3p7bAB1SAANAAAAAAAAAFB3+nTvumDJkpWFRQE0PDnZWR3btlm4ZGkAABusTcv8Qf26B1CHBNAAAAAAAAAAAHVq60EDPjIJNA1Vl47tE4lEAAAbLD09NTc7K4A6JIAGAAAAAAAAAKhT3Qs6rSwqWrpiZQAN0qriknfGjgsAYMN8MnHqpGmzAqhDAmgAAAAAAAAAgLo2wiTQNGB9unXZfvjQAAA2zOD+3fv37hZAHRJAAwAAAAAAAADUtYIO7corKxcuWRpAg7R0+Yo3PhgbAMAGWLWqpKKyMoA6JIAGAAAAAAAAAKgHW1dPAv15AA1Sy+b5Pbt0XllYFADAd/l44uTlKwoDqEMCaAAAAAAAAACAetC+TauUSMqcBQuDupX8XwF8i3ZtWi1etjwAgO+yz+7bdunUNoA6JIAGAAAAAAAAAKgfIwb1r+NJoGui55WLqpbMqYzH44lEQgbNt4lGIlVVVRO+nBIAwHqNmzi1tKw8gDokgAYAAAAAAAAAqB9tWrbIzsqYMWdeUCeSyWQikVi5qPLP5xf95YKiJXPKqqoq44m4Bppv07dHt0F9ewUAsF4z5y4MgpQA6pAAGgAAAAAAAACg3owYNOCjTz8Lal9N/bxiYcVfLixeuTBZvCz468UVC2eWVFSUa6BZj7kLF/3r3Q8CAPh2B+69Y1ZmegB1SAANAAAAAAAAAFBvmuc1a9kif+rM2UFt+v/6+YLSlQuCH5+bc+hluWWrUp6/MrlkbmlVZYUGmm/TsW2bwX17l5aVBwDwLZ7559sB1C0BNAAAAAAAAABAfartSaBr6uflC8ufuLCsaGl1/dx727RuQ1IPuiindFXkucuDxRpo1iu/We7UGbMCAPgmlZVVOdmZAdQtATQAAAAAAAAAQH3Kzc7q1L7tl9OmB7Wgpn5etbTyyQvLC5ckDzi7un6uuaumgS5bFX32Mg0065Mai2Wkp0+bVbvzlAPQSKWmxvbYcXgAdUsADQAAAAAAAABQz0YMGjCmFiaBXlM//+X8knXq5xo1DXR5oQaa79CrW0Hn9u0MDAC+bvnKwqdffCuAuiWABgAAAAAAAACoZxnpab26dZkwaUqw+axdP69aFHy9fq6hgWYDzZ6/4LX3xgQA8L9i0WifHgUB1C0BNAAAAAAAAABA/RsxqP9mnAR6A+vnGhpoNkSPgs4jhw6sqqoKAGAtWVkZPbq0D6BuCaABAAAAAAAAAOpfLBod3LfXJ599GWyyjaqfa2ig2RCRlMgnn08KAGAtU6fPff298QHULQE0AAAAAAAAAECDMGLQgLETP09sWnP8PernGhpovlNWZkbL/Lz5i5YEAPBf7dq0GDaoVwB1SwANAAAAAAAAANBQjBg84KNPPwu+r+9dP9fQQPOduhd0SktLDQDgv1JSUtJSYwHULQE0AAAAAAAAAEBDMbRfny+mflVZVRVsvHXq54Mu2Lj6uYYGmu+0ZPmKNz8cGwDAahO/nD5l+twA6pYAGgAAAAAAAACgAfl+k0B/vX7uMXyj6+caGmjWr0+3LjtuPSwAgNW2GthrcL/uAdQtATQAAAAAAAAAQAMyoFePr2bPLSkr2/CHbMb6uYYGmvVbWVj01piPAwAIgkVLlheXbsTPLbBZCKABAAAAAAAAABqWjZoEerPXzzU00KxHfrPcbp06Ll+5KgBgi/fZ5BkrVxUHULcE0AAAAAAAAAAADUufbl3mL1qyqqio5ubzr7354fhv7qFrqX6uoYFmPTq2a7OisCgAYIu3z24ju3ZuF0DdEkADAAAAAAAAADQ4Iwb3H/Pp5/9698OLbr79tXc/jMWiX9+mVuvnGhpovk1KSkpFRcXYiV8EAGzZ3v/486Li0gDqlgAaAAAAAAAAAKDB6VHQ+aW33v37a2+WlJWHNzMz0tfZoA7q5xoaaL5Nn+5dhw/sFwCwZVuybGVKSkoAdUsADQAAAAAAAADQsFx35/2/vvrmysqqNWsy0/8ngK6z+rmGBppvs2jpsn+980EAwBZsvz22y87KCKBuCaABAAAAAAAAABqKeQsXX3PHvYuWLV9n/dozQNdx/VxDA133ko1B6xbNB/bpWVRSktySBACs5S/PvhZAnYsFAAAAAAAAAAA0DB3atj7vhGNeeef91979sCoeX7M+M+M/Eysm66N+rlHTQD91TdGzl8V/dEVp645BkJoWjUTDu/zD95tXTWIbnuhEMhGsXm7I0W1uduZXM+f07t4laNKqB/nq/yKRSGDMA/xXVVW8fduWAdQ5ATQAAAAAAAAAQAMSi0X33nn7rQcPeObl1z6b8lXNypoZoOuxfq6hga4zVStXrDj64PB8B41By3hiaRBEo03936JPScm++c60Lt2j0VhgzAOsFv7cstO2QwKocwJoAAAAAAAAAIAGp1Xz/GN/cuBnk6f99Z+vFhWXpMZi9V4/19BA17aaE52orEjMnZN/5FGxdm0DGoBEcfGyO+4oLy5MqawIx3osKrsCqLZ8ZeFLr4857IDdA6hbPokBAAAAAAAAABqoAb179Opa8PbH4xpI/VzjPw30tYXPXpbQQNeG8HRXxavChZzdd0vvPyCgAYgvXlwdQFeURasqYrHUZCRptAOE0tNShw/uHUCda+r/8AQAAAAAAAAAQGOWlpa668gRDad+rtFtSOqhl+SWF0WevSxYPLe0qrIinognVwvYZMkgmUjEAxqeynCoV1UlkokAgNXSUlM7tmsdQJ0TQAMAAAAAAAAANFwNau7ntRUM/P8Gesm8Eg30ZmRi4QYrkYgnkgnjHGCNr2bNe/vDCQHUOQE0AAAAAAAAAEAD1WDr5xprGujnrkhZOr+0UgO9+fgaNkzOC8A6OrRrtc1WfQOocwJoAAAAAAAAAICGqIHXzzVqGujSlZFnLw+WaaABYAtTVRmPxxMB1DkBNAAAAAAAAABAg9Mo6ucaGmgA2GJ9MXXWjNkLAqhzAmgAAAAAAAAAgIalEdXPNTTQALBlGj6o15ABPQKocwJoAAAAAAAAAIAGpNHVzzWaQAOdkbVxFwBgzvzFK1cVB1DnBNAAAAAAAAAAAA1FI62fazTqBjolJYilbtwFAJg2c15JaVkAdU4ADQAAAAAAAADQIDTq+rlGE5gHGgDYcKN3GlHQsW0AdU4ADQAAAAAAAABQ/5pA/VxDA73hPhg/cVVRcQAAjdY7YyasKvRZRj0QQAMAAAAAAAAA1LMmUz/XaIwNdDwe79+//+uvv15zc/z48YMGDSourt2ia+Lkqdf94f43P/z4e39l/nnD9Q8fe+zv9//hbfvsHS48c8nFa+564eqrp77zdlBrSpYvf+CoI9dZOfHFf4SX4HtZPG3atHffCWpBeEj/+t3vAgBqQUlpeSwWC6DOGXYAAAAAAAAAAPVp7fq5cHGjr59r1DTQT1xV+OzliR9dXtqifRCkpkUj0fCulJSUoOGJRqMPPfTQT37yk7Fjx2ZnZx999NHhzXAhqGVl5RVPv/zamE8nHrjnHt06dwg20l7nnR9ef/Doo2VFhTufeNLad+178cVBneu5/Q7/uPaagXvvE2y8r957LxKL9hi1fbC5hcczcO8AgNoweqcRDfOTnSZPAA0AAAAAAAAAUG/WqZ8Pvji325DUoElodA301ltvfeSRR55xxhkDBgw46KCDhg0bNmbMmMsvv3zlypU77bTTNddcE9489NBDu3Tp0qNHjzvuuCMIMoPNZGMXPiQAABAASURBVM6CRbc99NjIIQP322Pn7IyMYBPcd/hhLbt1C7/CqRmZfXbdpWzVqs9efrl9375fvf9+7512Li0sXDFnzo7HHdemV6+a7e/5yU+OvOeeWEbGDduPOvGpv7UoKAjXHP+Xv7x9372T33gjHJ0jf/azQfvu9/wVV1SWlqxauPDQ3/72mYsvLlqytE2vnjV7eObii2aPG9esbdtRR/2i1047la5aFY7q4iVL/nzG6Z2GDKkqK89q3ny3X/3qhauvDtdn5OSsmDdvh2OOadev31v33rPmKXrtuNOYJ/4SHna7vv06Dx0a7rZo8eI/n35aj1Hbz504ofOQIWVFRWWFhb133Knf6NHhmtfvuCNc02X4iN1PP72iqOjFG29YOW9eIh4fedjh/ffc876fHd51xNaJRLx46dK9zzt/6rvvLJw8ZeThh69zSIumTAlfS0okpXWPHjmtWu9xxhkBABvp0b+9csSBozXQ1D0BNAAAAAAAAABA/WjC9XONRtdAX3jhhTvssMP8+fP/+c9/hqfmF7/4xQcffJCdnX3KKac8/vjjX3311YEHHnj11Ve/+eabK1asXL5iZUlZaUVFVaiy+ipeGa9a/f/wf/FYNFpSVrb+p5u3cPHaNz8YP3HC5KmH7bdX3x5dgu+rrKho5GGHdxg48IWrr65Zk5WXv9MJJ7YoKPj8lVcP/e1vp7791vjnnxt95lk19/bdbdevPvggPSe7RZcuM8eMKV25smDYVjM/+mj6h2OOvPe+RDz+p5NPate3X7hl+379D7z+hrfuvadt7z6H33H6l6+99u5DDyaqqqa+/Xa4ZbO2bWeMGRNu1nX4iLmffprfocOqhQtHn/HraFra7fvtu+Nxx4V3te3Vc+ufHvbp889/9vLL4XGu8xRbH/qTSCxaUz//57UUFu566qmFixbd/ZNDf/3Sy+EZeeiXx/TdffdnLrrouMceT83KCl/jxH+8EB75oL337jFq+3kTJ/7jumv777lnRUnJ4P32a9Or1/OXXz5n4oQ1O1znkP55ww27n35a9+1G/evWWwMANl74zty9c3v1M/VCAA0AAAAAAAAAUA+afP1co3E10GlpaT/84Q/z8vIikciCBQsKCwtvueWWcH00Gl21atUpp5xyzjnn7L///l26dOnXf8AXU2c3z88Lz2IsFs3MyEiNhVtFU2PVqpdj0ZTgO17gwiXLlq1YueZm+KAdRmzVp3vXcHQEm6Bt795r38xu2bL6pWVl57VvFy5EorGKktI19/beeZePnngiPSd7t1N/NeEf/1i1aGHfXXZdPmdO1xHDUzOrp7juPHTogklfhgs1Uz4vnTVryL77hQs9t9/+3YcejMRi+1508Us33ZRIxLc64IBwfY9Roz57+eWRhx/eonPnaFpauCYzLy9eXh4utCyoDrszmjWrqij/xqdYR06rVuF1enZ2szZtw12lVFVVlJQUL11aXlz83iMPV7+WSKS8qCirWd67f3xw0uuvFy1ZkqiK1zy2Zdeuq58rt6q8Ys0O1zmkJdO/6r7dqHAchq9l6rvvBgBspPB9eOSw/gHUBwE0AAAAAAAAAEBd20Lq5xqNbh7oGq1bt27RosXZZ5+dmZn5zjvvhIf63HPPHXvssdtuu+0ll1zy0IN/PPP0S4NNk5b2/yd9QK/uB/xgt1bN88OxEY9XBZsgJRL5n5vr/SK369t38bSpqRmZo8886+3771u1cMFOx5+QMWnS1HfeCe+tKC6e9cknfXfbPQg+Skmp3m2b7j0WTZvabdttF06ZHN4sW7ly7sSJP7/nntKVK2/d8wf9R/+gbd++//7DnTVP/LUj+/817Xr3XucpSlesCF/7t22/RlaLFpl5eaN+cXRqRsasjz8OX927Dz/cbeQ2Iw79ydS333rt9t+v71X/78rWPXoumTatdc+ei6ZOCQDYeCtWFr30xpgjDvpBAHVOAA0AAAAAAAAAUKe2qPq5RsNvoJcsX57drPnaa6LR6D333HPiiScWFxe3a9fu0ksvzcrKuvXWW6+55prw9N1+++3BZpLfLPfgvfYY0LtHUE86DBxYurJ6IuqOgweXFxVFYrH2AwZ0HznyqfPOnTFmzIA99+w0ZMi4Z5+t2Xibww9/8uyzpr79drt+1VN+ZuTlpWdn/fWcc1YtXLDzCSfG0tPDlXlt2xUuXrz+J/36U1SVlf37D3e27ta927bbrueBkWh0/8sv//uVV1SUlua0bLXLSSf12G67135/++cvv5KZl1dZVhpssH0uuuiNP9yZTCRj6Wm5bdoGAGyktLTUUSMGBlAfUtb9xSkAAAAAAAAAgMZv9TS68dLS0odPrzjkshZZ+Q1lpuGa+rl4edVj5xZvIfXzGrMmVj5xVWFmXuJHlwct2memrm6gU1YL6snMufNnzJk3e8GC9q1b/WjvkRv12KKVwSZ66G/Pt2nZYvfttll7KuiaGaBLFs4r/fEPOj30UHr/AQG1Y8I/XugyfESztm0/ePTRSGps65/8dD0bxxcvnrHP3iW/uS23/5Ds7GZpqenRaDQA2PJMerti8rgFo45I5uXlpaalVVTGm+flBlDnzAANAAAAAAAAAFBH1tTPf75gi6ufgwYzD3R4FqbPnjtj7rzwunP7dt06dRw1fEhaaj1UND/dd6/09C1oADQ0Wfn5r956S9HiJeHywTfdFACwkWbPXTx99oK9d9u43yCCzUIADQAAAAAAAABQF9aun1cu2OLq5xr12EAnksmvZs6ePmfujDnzu3XuGF52HjkiGokE9Uf9XL96jNo+vAQAfF8d27fq0K5VAPVBAA0AAAAAAAAAUOvUz2vUfQM9d+GiKdNnTZ8zt1unjr26dhm9w3YBALDJSkrLgiDSLDc7gDongAYAAAAAAAAAqF3q53XUTQO9srBo8vSZU6bPzM9r1rtrwS7bjljPxslkULQyAAA23NTp89LSUtu2bh5AnRNAAwAAAAAAAADUIvXzN6q9BroqHl/dPc+qqKzs1bXgR6N3zc7KDACAzW3EkN6pqX6qoX4IoAEAAAAAAAAAasua+vkvF5aon9ex2Rvo2fMXTP5q5sx583t367LtVoPatmoZAAC1ZuqMeS2bN2vXxgcu9UAADQAAAAAAAABQK9aun1fMT6qfv26zNNDLV66qnvJ5xqxWLZr37lqw+/YjAwCg9i1cvCwnOyuA+iCABgAAAAAAAADY/NTPG+h7N9AVlZVTZsyaMn1WPBHv1bXLQXvtkZmRHgAAdWXHkYNjMRkq9SMSAAAAAAAAAACwWamfN0pNA126MvLs5cGy+aWVlRXxRDy52jduP3PuvFfefv/x5/+5qrBohxFbHbTXHoP79lI/A0Ade/298StXFQVQH6T3AAAAAAAAAACbk/r5e9iQeaCXLF8xZfrMydNndmjbplfXgtE7bBsAAPUnEklJTZWhUj+MPAAAAAAAAACAzUb9/L19WwNdVl4+dcbsKTNmBSlB765dfvrDvdPTmv6XtCb7TlZUJsvKAhqAZHl5sFaOD0Bop5GDYzEZKvXDyAMAAAAAAAAA2DzUz5uopoF+8ur/NNAlwYLpc+YvWrq8Z5eCXbYd0SI/L9gyJP+7MPe4YwMakpSUSEgGDVDjkadeOfLgPWOxaAB1TgANAAAAAAAAALAZqJ83i4KBqT+9PPfPlxc+cWH5gF8s6dmv026jRkYj0S0qOQ1fbDS3WeTm28vKSioqy+NVVYlkIqD+RFKqo+e0tPS0TgXRaCyl+hRpoIEtXfiTT79e4btiJID6IIAGAAAAAAAAANhU6ufNqGPfmgY6mPpYj0FXpVRWVgSpadFI9eySW0h1mhKkRFLT04dunSgviVRWVMWrwgEWUH9SVs/8HIuGZyUjvI5GzXUKUG1Q3+4B1BMBNAAAAAAAAADAJlE/b3b/baALn7ksccAVZc3bpgSxYAtpoFNWi8ZiqUF6SiSSSI+Ho0sAXe8ioZRIeFrCS8rqCaEDgC3bqsKSNz748OcH/yCA+iCABgAAAAAAAAD4/tTPteR/G+jS5m2DLaqBDl9pSiwlFo0l/yug/tQMuZSaiaBTVrfQAmhgi5eRkbbTtoMDqCcCaAAAAAAAAACA70n9XKu22Aa65tVFo+ErjUqfG5Q1JXQAQDJIS9WgUm8MPgAAAAAAAACA70P9XAe28AY60NoC0FDNW7R07oJl+7ZtFUB9iAQAAAAAAAAAAGyk/6mfFyTUz7WnpoEuXRF55rLk8oWlVVWV8UQ8uVoAANSTjm1b7jhyUAD1RAANAAAAAAAAALBx1qmff3JpM/VzrdJAA0BDs6qoZOWq4gDqiQAaAAAAAAAAAGAjfL1+Lhiofq51GmgAaFDmzF8yf9GyAOqJABoAAAAAAAAAYEOpn+uRBhoAGo6hA3oMG9QrgHoigAYAAAAAAAAA2CDq53q3TgNdWVmhgQaAejF1xrz5i5YGUE8E0AAAAAAAAAAA30393ECs3UCvWFSmgQaAerF8ZWEy4cOXeiOABgAAAAAAAAD4DurnBkUDDQD1bushfTq0axVAPRFAAwAAAAAAAACsj/q5AdJAA0D9euP9CStWFgVQTwTQAAAAAAAAAADfSv3cYGmgAaAeZWelp6f7oYh6I4AGAAAAAAAAAPhm6ucGTgMNAPVlxODemRnpAdQTATQAAAAAAAAAwDdQPzcKGmgAqBeP/O1f4U9KAdQTATQAAAAAAAAAwLo2sX5evnjVBT/7bXjZt8eJNQvj3vlyQx64YPaSC4+4Jdh4V590V/B9zZoy/+M3Pw++l1P2ubKirDLYZE/84cXwq3TJL373+O0vbGy7rIEGgDoWfsgOG9gzEtGgUm8MPgAAAAAAAACA/7Hpcz83b93suj+dGV6ym2XWLAzdvm9Qm9p0aDF76oLge/n47c/nTl8Y1J+pE2d98K9Pw6/SVQ+e/uFrny5dsCLYSBpoAKhjBR3bBFB/YgEAAAAAAAAAAP+16fXzN3rvlXHPPPCvsuKyIaP6HXXOARXllXdd8eeZX85Ny0g79sKDew/puv7t3/7H2Ddf+Khj17bzZy7acd8RO+034l9/e/+JO1/Ma5mbk5e18w+3HrbjgLFvfda5Z7s7LnkskUxk52QtnLPk0JP27jGg81/u+McH//o0mUj+8Be77XbAyNsufKSspGLJ/OVXP3R6WkZq0arSFx59PSVI6TGwYOWywg08yPuu/evHb37Wvkvr0uKyYPWM1/dc9Zdli1flt8w9+crD41Xxq064s+9W3cM95LXIPfKsH/3jT2/+6XfPte/aZutdBv3k5L3X2b7nwILf/PW8cD+lJeWJeCKWGg02Xk0D/efLC5+5LHHAFWXN26akxFKi0e+zKwBg/YpKyt4fN/GoQ/YMoJ6YARoAAAAAAAAA4P8lk8mi5fEnLipZuSBx6CV5m6V+riivuvuKv5x189G3PHNhWWn5K0+88/R9r+S3yL3lmQtOu/7nvz3nwUQiuf7tw5WxWPTEA1epAAAQAElEQVSY8w887uJDn33otZLi8j/97rlrH/31VQ+eVpMgDxnVZ/K46TUP79qrY7jlNrsNfvOFjz59b/L49yZd++iZ1zz66xcefX3WlPnhBj0HFtz4l7PTMqpfWk6zzH2P2OWHR+7ac2CXDTzIiWOmTvts1q3PXnT8xT8pXF4crrnnqr/s+7Ndbnj8rG1HD334N8+Ea5YsWH7M+Qf96poj3vz7mPLSirdfHHvsRYfe+OdzWrbNj1fFv759qKoyft5Pbt79wO3yWzULvpeOfVN/cmmzspWRZ69IrlhYFo9XJcKDNgk0AGxumelpO287KID6I4AGAAAAAAAAAPiPmlg2WZ36JoOUcGHztLNLFyzv0LVNm44tIpGU4TsPmPLZzAWzlgzfaWBKSkqnbm0zs9OXL1q5/u3DlR27tQ2vc/KzK8sql85f3q5z65bt8tMz0wZt0ztcn5oWq063V5VWb9m9ZsusyvLK+bMXD9ymV0ZWWlZORr9hPaZ9Pju8q2vvjptykHOnL+w/omdaeqxt55YFfap3Nf3LuR+9OfGx3/195uS54dct1L6gTXhI4UJufnZFRdWxFx3yxvNjzjvs5sXzloU3v759KNxg690G7f+L3YJNk5aVEiSSlZWV8XhV9XkEADa3qnhic/2YBN+PABoAAAAAAAAA4P8lk8mMvOR+FyVyWiWfvGbVrImVwSZr1b75iiWrqirjiUTy4zc+b9uxZbd+narb3yCYN2PxonnL8lvlrn/76rUp/79B6w4tFs1dWjMl84xJc2tWDhrZZ8L7k6o3TPn/Tbv36zRj0rxwoaS4/POxU9t2qt5VSiRl7aeLpKQkN+YgC3q1nzm5ep+VFVWzplQvdO3TcbvRWx1++n77HbHLwK17rz6G//kK/Ptv759327E3PH72J29/8dmHU7++ffXxb9M7vBlsgrlfVv75ipXJSMUuZy3LyI8nq0+mNgsANr/Fy1ZOnDQjgPoTCwAAAAAAAAAA+K+U6nw4JSs/sud5Rf+8PuMvV676yaXNCgamBpsgNS128lU/u/W8h74cN71DQevDT9svKzfjoZuevuK4O6Z9PuvIsw6IxqLr337cu1+svUFGVtoJl/7kulPuzs7LKi0uj61++Da7DXriDy+u89S9BnXZavu+N55+3/j3J+20z4h+w7q/+tS762xT0KvDI7c+V9Cz/QYeZL+tunfu0e7cn9zcpXeHVm2bh2vCg3n01ueeuOvFjMy0Hx29x9e/An2Hdb/9wkeXL17Zvkvrgdv06jGg89e3f+GxN7KbZR564l7B91JdP19emJZbucPpCzLzsqKRaEp1hp0SAACbW/s2zXv36BJA/Unxi24AAAAAAAAAQNOTTCbj8XhpaenDp1ccclmLrPwNDWHDB1bFqyorykvLipcvLH7lppyiJdFNb6A3u6fuffnHvxwdiaRcdeIfDjlxr75DuwVbsJr6OTWnYofT5uW1zsjOys3Kyk1Py4jFUiPh1yhFBg0Am8ektysmj1vQZ99VaekZfXp2icViPmepF2aABgAAAAAAAAD4H9FINEhNSwbJ/DbJPc4ufPXm3M0yD/TmFUuN3nTGfQtmL+nat1OfIV2DLdia+nn7X83Na52ZlZmTmZmdlpYejcbUzwAba+05Vc2v2uSt+ZTc2I/LxctWZWZWBlB/zAANAAAAAAAAADRB33sG6JrHVs8DXVVZUVleVlayfGHxqzfnNsx5oFm7fs5vU10/Z2XlpKdnxqKp0WhU/QywUao//xKJRGVp9f+TiUAD3XTVfESmBJFIWmbN7wtt4IdmzQzQo45I5uXlZWdnmwGa+mIGaAAAAAAAAACA/1HT8cRi/2mdm7cNGuw80Fs49TPAZlTz+z+Vc8atvOfggC1DMiXS7KJPw595otHqmnTDPzqnzpjfoX28Z7fsAOqJABoAAAAAAAAAYF0a6IZP/Qyw2SUSiaqqykhms85nPxHQ1FUunzv3jmNLy0oyM7JSUiLhp+eGP7a8otJHLfVLAA0AAAAAAAAA8A3W00AffFGzbkM00PVJ/QxQG5JBMh6PJ1NSonmtA5q6REVx+IlZXl4a/rSz+geejQigB/QuyMvLC6D+RAIAAAAAAAAAAL5JymqxWGpaanpGRlbzttl7nF2Y0yr+16sLp4+vDKgn6meA2pJMJhLxgC1GMpmsileGJz252oY/8N2xXy5bURhA/RFAAwAAAAAAAAB8q29uoFtXaaDri/oZoJZsbAJL05CIxxOJxMae+vy87KzM9ADqTywAAAAAAAAAAODb1TS1q/9p+GrN2wZ7nF346s25f7268OCLc7sNSQ2oK426fpYVbplqe1gaV1sgg4rN6/ud8X49OmWkpwVQfwTQAAAAAAAAAADfQQPdEDT2+jlUPcVmkAzMsboFqB6QKSmRlEgoqLVitWZQJZIJg2pLUPMvEoT/DwfVf5eh3vz1xXd/ceieAdQfATQAAAAAAAAAwHfTQNevJlA/PzLtnQs+/qtKdctxet/df91vz2g0Fg7RoBaEYykej3d/+pyqRMK42kK0Ss/5cO+LU2OpkUj1oNJAU1+SQXL4oJ6x2nlzgw0kgAYAAAAAAAAA2CAa6PrSqOvnGvFEvKKyoixemZeelZuaHtCklVZVLi0rKq0oq6gsT1v91lEzZW+wWa0OoKtKqipSgpT22XkBTd3cohWl8Yry8tJwOTWWEtWeUq+aN8sJoF4JoAEAAAAAAAAANpQGuu41gfq5ev7nRCIerwqXzxy+x/GDdgpo0p6dNu7EVx+trKyoqCiLRWPJ5OZvtFaPqVA8XOjSrOW7h50f0NQNeOiyZDxRXl4ajcbCcRUEAmjqTUWi7J2xX3Qt6BBA/YkEAAAAAAAAAABssJTVYrHUtNT0jIys5m2z9zi7MKd11V+vLpw+vjJgs2oC9XON6gY6SAZsSeLxqvCSSCZq69SnBOHOG9F3AZsufCOprKyoCd+r31SgnqSmpO24df8A6pUAGgAAAAAAAABg42ig60aTqZ9DyaB6vt6ALUnNSa+9814zCXTAFiaeiDvv1Lt4EC8pLQ+gXgmgAQAAAAAAAAA2mga6tjWl+pktkzl6gaaqJL5q2sz5AdQrATQAAAAAAAAAwPehga496meALVlledmT9956xUmHXffro++9/qKVSxcHdeKjN19ZPG92UPvOOGT3oDFrFm05anjfAOqVABoAAAAAAAAA4HvSQNeGmvo5ll0+4KhJ0eyE+hlgS3P9WceG1xfd9tAFt/yxZ/8hD916TVAn3nzxmbLSkoDvUpJYNX/xigDqVSwAAAAAAAAAAOD7qulxY7HUmpvN2wZ7nF346s25f7268OCLc7sNSQ3YGGvN/TwvlpO9fGXJ5BmfdmzXvkeXgratWqmfAZq8uTOmLVkw75Dfn1Fzc4e9frTVqF3ChacfvPPjd15LJhJ7HXrkDnse8O4rz7//2otdevWbOObdYTvsWryqcNG82T8++uTZ0yZ94/rO3Xu/9eLTr7/wVGVF2V6HHDVq9A9r9tCuU9eFc2duu/s++S1aTZ4w9p7rLzrr+jtuOOv4lEikWV7zo359SfuCbjVHcu/1F5aXli5dtODCW/8YPnDNrkbuutdZh+1106MvpKZnPHX/bS3atC/o0efJe28tKV7Vb+jIn550dllJ8YO/vXLx/LmJRHyvQ44Mnyto5EoTxcUlyQDqlQAaAAAAAAAAAGCTaKA3l7Xq57n5bTKzMnO6ds6JRlNnzl34/icTq+JVvbp26d2tS2ZGegBAE1VcuKJDl+5rbqampee3avPFJx98/vH7F9/+cCKeuO7Mo7v1HhjeldMs/6BjftWuU5cPX3/p19feMe7d19984W/d+g74xvU77Xvgmy8+c8nvH60oL73i5MN7DRga7iEaix1+yrlLF8677dIzrrj7id6Dhh9y7GnzZ83IzMo+/arfrVi6pKykeO1j69Z34KlX3DL7q8nr7GqbXfYc89ar2+2+77uvvnDNfX+96JcHX/PA39Izs+6/8ZJ3Xn62fefuo0bvN2Tbnb76YsIDv7m8CQTQrVI79O4mgKaeCaABAAAAAAAAADaVBnrTzZpY+eTV/1M/Z2XlpKdnxqKp/Xv1GNC754pVhZOnz3zqn6+2bJ7fu2tBjy6dAwCanOYt2yxdOG/NzXhV5buv/L2qqqrv0K3TM7LCNX0GDp8x+bOUSCSvRavwZmZWdsu27cOFaGpqWVlJuPCN62dPm1RZXvbU/beFa9p36rp86aJwoV2nruF1dm5eZUXFmmfsO3SbAcO3vf3yM9PSMw78xSlrH1unbr3C66/vatcfHvzo7dc3y2/Rd8jwstLS8OleePz+8N5INFpaVJSTl/f8n+75+O3Xli9dnIjHg8ZvceXc+Ysy8vLyAqg/kQAAAAAAAAAAgE2WsloslpqWmp6RkdW8bfYeZxfmtK7669WF08dXBqzXeurnaDRa05fnN8vdZsjAIw7Yd1CfnrPmLXjgyWfeGvPxgsVLAwCakNYdOjdv3fb9114Ml+PxqmcfufuTd9/o2qvf7K8mh2vKSoonTfgo3Cao/uT95j184/rO3XtnN8s76JenhZeho3Zu1bbT17eMRFKSyeRXX0xo0brdxbc/sufBP3/k9mv/Z4No9Bt31b6ge2VFxT+feGiX/Q5p1rxldk7uD484Lrx3+x/s36V3v78/dv/A4dsdffblu/3wkKCJSMZipt+lnhmCAAAAAAAAAACbh3mgv59ZEyufuKooLXd99fPaOrVrG152TgyfNH3mh+MnlJaX9+7apVfXgpzsrACAxu9Xl9/ytwd/P+7d1z/98O0OXbqfcfVtOXnNB40YdfulZ3wxbsw2u+7Za+BWSxbM3ah9du7RZ5td9vz95WeWl5V27zuo+ejWX9+m54Ch99906YkXXvfVlxM+ee+NVcuW/Ph/Z4Bez6522HP/5x69JzywcPn4C66797qLy8tL81q0OviYXw3aevsn7rnl/X//M6dZXnlpadD4tU7t1LpFMoB6Vf37CgEAAAAAAAAAQNOSTCbj8XhpaenDp1ccclmLrPyUoK4kV6uqqqyoLC8rK1m+sPjVm3OLFsc00N/ov/Vz+QbWz1+3srBoyoyZU6bPapab06trQe9uXYIGJpFIhIPh/i//fclnf79i1P7HD9ppox7+0Zef//zqS/p37VZzMz839/7zLgu+r8mzZ8xZvHi3YVvX3FywbOkvb7jihRtuC2rHuX/43RmHHN6hVetvvDeeiB95zSXn/+yYQd17fv3e595549Npk4/d78BaPcKve++zT+9/4Zn7zr00+L6enTbuxFcf/WXH4Wf2GZ2Tk5eRkRWLxjZkMG+46jeZeFX4DtPt+Qu75LZ897DzN+rhh1523sqiwpzM6t8ZyMpIv/mUs9o2b7H+h6wzcjbcd46x6x994PdPP/Hpg39pkZsX3pz41bQfnHXS367+zbYDBgWbbMdTf/nKb/+QkZZWc7NmUF18TPsyEwAAEABJREFU5HE1Nx//1z/nLlrYo2Onz2Z8tWblGufceeue24zaY8Q24fK8JYtvffKxG086PdgES1auOOraS7/3YB7w0GWJqvi/tzupWW7z7KzcWCw1EokEm1X4ZhV+eBVPe7/qb6d3u/K1gKaucvGMWTceXHrci82atQgHVWpq2oYMqklvV7z0/qv7HNK1a0GH7OzsWGwzv7/BBjIDNAAAAAAAAADA5mQe6A236fVzKC83Z8SgAeFl7sJFU2bMevPDsb27denVtUv7Nq2CpmKr3r0fu/S6YHP49ydjY9FoEPwnY23XomWttsU7Dx3+ykfvH7XXD79+1/T586595L4ps2etfw+1fYTreOSlv//5tZfb5DcPmrobTjx9aK8+4cLdzz11yxOPXn/Caevffp2RUyM8idPnz11/Fb0hZ7BXp4J/vP/OEaP3CZeff/eNNt9VY2+4t35//3du8+Oddg8v69+mQ6vW85cuSiaTQk8I5UZbZGWmBVCvBNAAAAAAAAAAAJuZBnpDbJb6eW0d27YJL7uMHDF5+syPJ36xqrh4dQld0CwnO2haCkuK9z771EcvvbayqvLUW2947rpb9r/g16MGDCmtKFu+atVtZ5xbFY9feM/vv5j5VUZa+pXHnDS0V589zzq5R8eCynjVZ19NCb+2g7v32rrfgGCt2Xn3OfdXuwwdPmvhwlg00io/v6y8Iicz8/wjjvly5vSrH75vVUlx9c2fHTO4R6+L773j9XFjO7dps2j58j9dem24t0vvu3Ph8mWt8/OvP/G0WDR64EVnRyIpLZvlX33cKTsMHnLunb87aq8fPv3mv559583u7TvOWDBv/x12PmCHXZcXrjz5gENve+rxdV7dpFkzTvzNtWmpqR1aturRsdOaI3zhvbcfeOGZssqKgjbtrj3+1NRY7NgbrlywbNmg7j0+m/HVa7feXfMaw+P51YGHrn3MbZq3OOqaS3bdasQnUyeP6N2vsLRkRVHh6BEjf7j9zt/wxU1JuebYU37318eCLUMikViwdGlmWka4/Nsn/vTymPeSicRxP/zxwbuMfuifz9/8+CNd2rXfY8TIo/f54UMvPrf2yKkxa+H8t8Z/vE4Afc6dt8YT8bzsnC9nTb/2+NMy09NrzuCeZ5+y/cAh4TMuXL78uhNOzc/Jrdk+3O2PdtjlhXffrAmg3504ftv+g8KV4ZZXPnjPhK+mJoPk5UefGI69Nac4Kz09HADpqakTp08bNWjIqqKiRStW3HTy6fF4/IK7fz9n8cLwAI7d78fhbmtmgJ65YN7ag2qdL0I4OMMhdOx+Bx517aUj+vQvKy8PvwUuOOKYmns//GLitY88cO95l/Qp6Bo+3aDuPdd5IdFIZJ0nXWeD8Jvi+JuuCr9f+hR0C6BJaB5rk5a6mScgh40lgAYAAAAAAAAA2Pw00Ou32evntfXu1iW8FJWUTJ4+88XX387KzKgpoSORxlprvf7J2A4//kHN8gE77nbnmeffdMqvf337TeHNe8+9JD01raSs7IQfHdSuRcs/PPvkn155cfmqla3y8l+6+c5p8+Ycfd3lb9x2b2FJ8Qn7HzikZ++7n3sqFo2u3bDWKCwpOXz0Pp1at9nh5KPvOvvigd177HPur04tLZk0e+blx5zYs2PnPzzzxNNvvraquOjL2TP/detdS1au2P2ME8MHXnrfnb/YZ//tBgx+6o1Xr334gYN23i08l+FRLVq2vLi0NHxg+N1QUVUZbhme2kt/cfycxYtOuPnqA3bYdVjvft/4Yi994K6Lfn7s7sO3vuyBu9ZeP3PB/EcuuTojNe0X11324ReffTp18uAevf58+S9fHvP+uKmTV7+E/7zGZ99+fe1jPuFHB68qLj7/iGMWLFu6xxknfvzAY/FE4oALz/zGAPrnP9h3wldTgy1AeH7D65bN8vfcZtvwy/XuhHHvTBj3t6tvTiQSh152Xvi1fe6dNy8/5vgf77jbk6+/mp2RddTe+689csZNmVSzh2D1HNLhl/e0g366Zuc7Dh764512Hz918nWP3n/lL0+uWRmO0kN23aNfl+6/vv3mj778Yo8R26zZvlV+fkVVfFnhylkLFozsP3DOouq5lh/65/O52TlPXX3zrEULfnblRW/9/v41p/icO28d2qvPobuOPufOW7IzMn99yM+ueujet8Z/0ia/+YE777bbsK3Dpz73rt/9aIddavb/bYNqHQuXLrns6OPTYqnbnnDkGYf+LKiunyeEo+vRS67Oyczaa5vt//3JR4O691znhbRs1mydJ11ngwnTp/Tv2v2xS4974b2373zmiQAavy9KPtwuvk0A9UoADQAAAAAAAABQKzTQ36ZW6+c1wp0OG9AvvCxYvGTKjFlvfzSuW+eOvbsVdGrX9tsekpoWpGd+956LVgZ1bJethj926XVrr9luwOCMtLTM9IyCNu3Cm5npae1atAwXurRp/9ann1TXzHvsGX4le3bsnJWRsXD5svCufl2/Y/bZts1bhNfZWVmd2rQJF1JjsaLS0rzs3Ksfvq9Vs7xp8+YM7NYzvN6u/8D01LSOrdoM6No93OzzmdNfG/vhO59+Ul5ZGZ667QYO2XHQ0JNuvjYjPe3MQ38ebjCsT983x30SLnTvUD3zbn5OTnlFxXoOY8rsmbsNGxEe/E5Dhr//+fg162Ox6Jm3/yaeiM9ZvKgqHg+P5Mg99w3X/2Drba966N6abWpe4zrHHK5p3bx5eJ2TmdmuZcu0WGr48JKysmDL9o8bbx/aq8+am9MXzB81YFBWevVU0CP7DZzw1dQrjznp+j/d/+CLz++y1YjyynVPWfjYeU+//Ma4sa9/8tFlR5+wzr1d2nUIr7u2bz959uy11/fsWBBUj4Hcr+/wh6N2/Mf770ydPeuwPfa65Yk/hWs+nzG9sKT45scfCpcL2rYtKa8+ZWuGcZv86uGak5kVDsVgdV5fUlaSn9vl90//5aUP31u0fGk8Hl+z828bVOsoaNc+bfU7dl5ubs0ofWP8x0tXrqgp+If36febvzxc03mv/ULyc5t9/UnX3mDanDmH7rZHeHP34dsIoGkaOqf3Dt+TA6hXJiEHAAAAAAAAAKgtKavFYqlpqekZGVnN22bvcXZhTuuqv15dOH18ZbBFqpv6eW3tWrfacethvzz0gIIO7T79csqfnv3Hh+MnrlhVGDRmL3/4XstmzYvLyp5/583wZml5xYwF85PJ5L8/+ahfl24Dunf/YtaMcP1X8+fOX7K4dX51/htJqS6FIpGUcLNv3Oc3fvEvuf/OC484+uZTzqyZsLl35y6TZ88KF6ri8ZqFfl267rPtDmcfdtTR+/xou4GDx02Z1K5V66euvvmX+/740gf+EG6w61Yj3hj3UfX+gw3Sv2v3z2dMDxcmzZ6xZuXC5cvueubJ2884755zLqmJdHt17jJp9sxw4bPpX63ZrOY1rnPM3/bSWNvAbj1qxkxRacn7n08oaNP+yX+/fNfZFz977S1vjBv73sQJ6xk5X/flrOpT89rYD/sWdFl7/TeeiJrd7jtqx2feen3mwvl9CrrWrO/XtdugHr3CoXXWT4/cbsCQzLT04L+nePWuvuF573z6iR0Hb3XDiacdPnqftdd/46D6unUOL7x57mG/OH7/gy646/c1N/Oyc1cWF66z5Tc+6dob9O3SteYL8sWMrwJo/BLJRCwlLYD6ZgZoAAAAAAAAAIBaZB7otdV9/by2nl06h5eS0rLJM2a+/PZ76WlpvbsWdOvcKSN9s4VcpWUVmRmbPwv7ZPLkgy4+e83N60887dpHH3j++luLy8r2P//0bQcOClde98j9E6dPHdCtxxE/2KcqEb/mofuPvObiT6dNPe9nR8ei/z9PZ5/OXW547KHenQt2GjJ8Q5569IiRp9xyfV5Os7RYtHlu/nYDBr878dOjrr20oE273KzM1Fj0qmNPufFPD/7uqccz09JP/NHBndq0eezVF//10QeLV6z49SFHBKub6TmLFw7r3SfYMOEOT731+rbNW2SlZ7Zr2aJmZau8vHYtW/308vNrutflRatO/NFBF997xzHXXx6+orVf4NePeT3Pddrvbtxu4ODDdt8r2OIN6dl7p8HDTrjpmvc+G7/fqJ1G9O2/YNmSs37/20UrlnVt12HUoMFpqdGvj5ydhw4PL1/f21Ovv/qnV/5RXFr658uvDzZM67zm0UhkRN8Ba9Yctdd+1z/6x6Ovuyw8v/uO2nFD3h/Cg7n+T398/p0383NzS8v/f5LvbxxUG+i4/X78wntvvfzhez/YZrs9t9n2tbEfbuCTrnHsfj8+9oYrwgcO6t4zaDDKyyvT07fcf4iATVFaUbqoYlYQDAigXm3E7+UAAAAAAAAAADQWyWQyHo+XlpY+fHrFIZe1yMqv5/lfk6tVVVVWVJaXlZUsX1j86s25RYtjW1QDXb/189ctWrpsyvRZ0+fMzc7M7NiuTXjp2rnNfvuPHjp06E033RRusGLFit122+3jjz9e54FFK791n3c99mSXjh1Gb79tLPb/SW4ikQjP+/1f/vuSz/5+xaj9jx+0U7C57XjqL//9u3vW6YBrw/ylS96Z8MnBu4wuKS/b/fQT3rnzj5FI/fwT9B9+MTGZDEb2Hzjhq6k3/OmPj15yTbDx3vvs0/Abc9TAIcFm9ey0cSe++ugvOw4/s8/onJy8jIysWDS2KSP8vr/87aC9RjfPy12zpvr9JF4Vvpl0e/7CLrkt3z3s/KDBOOfOW/cbteM3htFsigEPXZaoiv97u5Oa5TbPzsqNxVI35bvvN/c9vP3woSOHDlp7ZIZvVuHnVPG096v+dnq3K18L6sOHr7/05L237vOTo3fd/9D1bHb/TZcO32H3odvtvN6dBb+94JQzr7sj2DTnHbnf1ff+NXX13PO1Z9Xypb85/6Qr7n4iqEOVi2fMuvHg0uNebNasRTioUlPTNmRQffp64efjZ44+KjcvLy87OzsWi5lln3phBmgAAAAAAAAAgFpnHuiGVj+H2rRsEV62HzF06fIVcxYsHPf5pPlLFoTrH3/88QMOOGD77bcPNl5VPP7yW+99PPHzA0bvNqB3j6DJaZadPXbSl39/7+1ZCxeceMDB9VU/h1rm5f/uycdue+qxRcuXXXPcqcH30rtzQctm+UGD99mUr6bMuP8HO2y388gRa7f18L0Vl5b95YWX3xk77tD99uzcrm3QYIx961/HnH15v61Grn+zX55zZbABWrVrP3fGtI5dm+C7cT2qjFekRtIDqG8CaAAAAAAAAACAurAlN9ANsH5eW8vm+eFlSL8+sdRkeDC33HLLcccdt/bEz88999zvfve7oqKi3Xbb7eqrrw6C7yhQlyxfed8TTw/o1X2dWXtrz1u/vz+oE9kZmded8KugAejRodNtp58bbJpGUT/XqKis+vu/33p/3KeH7rtnr64FQQN208lnBDQScxYsuuX+R0YNG7rvrjtlZqQFtQcVn1MAABAASURBVODNf/zthT8/0Cy/5eCR2//wZ8d/9MYr//jLg2VlJQOHb/fTE896/7V/vP/ai+06dV04d+a2u++Tmpo2Ycw7c2ZM+clxZz73p3suvv2RYPUEzFfc9Ze3X3r2qQd+37ZD56223/VHR55YMwN0v6EjHvztVbO+mpSWlvHzX13Qvf/gi489qP9WIxOJ+MqlS35x5qWDt9nx0w/e6ti1R7h9MpHIymm2eMGcH/38xC69+v3tj7//4pMPS0uKBm+9409OPHOdDbr27v+n268f/8GbbTt1KSsuXvsVrfMUWTm5f7rjhhmTP08mk+ExLJ4/98tPx/z8tIuevPfWRXNnn3L5b1568pFYamz3Aw6refi0zz8N7yopXtVv6MifnnR2eWnJ7y45feWyJZ269arZ4K0Xn37m4bua5bfIbpY3ao99t9t937X337XPgKBerSwqmrFkelpKmyBIBlCvBNAAAAAAAAAAAHVky2ygG3j9vLaagxk8ePARRxxx3nnnXXHFFeHN8vLyM84444033ujYsWO48Mc//rFjl63S0tIy0tOzMkLp6WlpyeR/OrDKyqo1e1sza+9OI4cHbHmqquKFxSUVVSmpqeWRyAYN9XCbNWPpGy1ZvvLOR5/Yqn+fH43eNSvTDKxbopLSskSysKQsHg6qDZmCPeVbMtV4PFGzEI64d8aO+3TS5P1332Wr/n2Dze3Zh+8+56a723Xu+uS9ty5dOP+h3111+R/+3KJ1uwd/e+W///5kZlZ2NBY7/JRzly6cd9ulZ1xx9xMf/vul0Qf9LL9Fq3X288G//3nEqeeNGv3Dt/75TDz+n3favz/+QLPmLa++728LZs/47QUn3/jIC+WlJTvu9aPOPfrcc92FUz4bN3DEdm+9+HTNxgU9+v7g4CPCm+//6x8tWrXJb9n64tsfKS8r+fWho3905AnrbFBeVjp98mfXPPD0iqWLL/jF/msfyTpPsXje7OycZuGuFs+fc+PZx13zwN+efvgP4WZTPx9fWlwYLoz/4M0TL7zuP1/tROLOK88Jt0nPzLr/xkveefnZJQvmd+nZ96cnnT3m9Zf//vh9ZSXFf73vtsv+8OecvGY3nHVc+JBXn35s7f3f9KcXg82ttLy8WRCsWFWYlprePL/Z4mXLszIzM9LTlixbkZebE74vrSwsbJGfF76njZ34xcghAwd2HDx58YIA6psAGgAAAAAAAACg7mxpDXQjqp9rJFc7//zzt91229dffz08wrlz5/bs2bNz587hvXvuuecLL7yw9TY/KCkrLyktW7GqsLS8LEgG5RUVNQ9fVfQ/E4VWVFa9MWZs5w7tCjq0CdjClJaVzZgzt7IqiCdSksEGDfX09PTy8vLv3Gz8l5PbtGyx+/bbBGxhEsnk3IWLKqsWV8WDRKL6E+U7H5KZmVFaWvb19RWVFWvfLCwqeenNdzq2a9Nys05aX7hiWXpWVrvOXcPlQ447Y+Hcme06dW3ZtkN4c8i2O378zr/7DxsZrglvZufmVVZUrGdXP//VBX+555ZXnn588Mgdqir+822yaO7sXfY7KHyjbl/QLT0za/mSxeHKDl26V+8wp1lleXksNS2ZDEoKV4Vr2hfUPFGzioqyzOycmVO+uPf6C4tWrUwkEvGqqnU2mDfzqz6Dh6Wmpbdu36lj157rHMzaTzHrq8mlRYVP3X9buCbcOPwEadW2/fxZX6WlZ4QLX30xIXxdzf7bc69ctqSsrOSFx6vn7I9Eo6VFRfNnTd9x7wPCm0O32+nvj9+3dNGCNh07t2jTNlzTf6vq7/F19l9eVpKekRVsVouXLW/buv3kGTMy0rO2zh8w5tOJPboUFLRv9/4n47cZMigSSflw/IQdtx4WDrj2bVrFYtEgiAfQAAigAQAAAAAAAADq1JbTQDe6+nmNSCTy0EMP7bfffnl5eZ06dVq0aFFlZWV4zC+//HKXLl16dCn4tgfOXrBwxarCmuXw9Y0aNnTfXXdKT4tVVH531UoTk5uTPahPr5ycvIyMrFg0tikD/vUPxq5Z7tapw6H77tm2VYuqeFXAFiaSktKra0Gz3ObZWbnhh8iGzAD9bcZ/OaWs/D/BcVpq7Ac7bLfzyBGRSEpVVWWw+eTmt4hXhu9/ZanpGU8/eOfQUTuvXLYkXlUZiUTHf/B26/bVv1jyjd8Zq2vmRYl4fNWKZUsXzgvXvPnPZ0678pa09MwrT/lZ976Dajbr0qvv7GlT+m01cuGcmcsWLchr2TL42h77D9vms7Hvr7N+zJuvFK9a+asrb125dPFZh+/5n7VrbdC5W69P3n09XKiqrJg3c9q6x7f2lt17V5SX7nf4cclk8u+P3Rse4fAd9njktuu22m7n7Lz8B2+5Ytvd912zcbPmLbNzcn94xHHhZpM+HRvupqysZM60KQNHjJo1bXK4Qat27ZcsmJdMJFIikdlfTW5f0O3r+w82t4L27cLrbQYPSk1NCxf22WXHmvU/Gr1rzcIPd9+lZiG/2ebs42ETCaABAAAAAAAAAOraltBAN976uUa/fv1OOumkxx57LC0t7Y477jj22GM//PDDHj16XHLJJRvy8G6dOvx4r907t6uexTNRPVMrbKqszIwf7rbTyKGDw++eZDIZwOYwoFf3g/Ya3Xz1xM+18WZ1/AXX3Xv9xRWV5Z279eraq/8vz73qrqvPn/rFp+06Fhx0zKkTP3r3Gx/VrHnLvkOGX3Paka3ad2rdrlO4pteArcL9LF+6uG3Hgn5bbT327X+FK39w0BF/vuvmm889Ycbkzw857oxo9Bt6yGGjdnvmkT+ss7LXgKF/++MdV//q59FYLK9566JVK9bZoOfAoR279LjipMM6de+V33J9U/jvccBhT9xz628vOCUai26zy57hp9uw7Xe59/oLf3nulRkZWXdecfavrrh1zcaRaLT6C3LdxeXlpXktWh18zK+69R5w68WnjXv/ja69B4QbpGdkHXn6Rbde/KusnGZlJSXRaOrX9x8Aq6X4LAQAAAAAAAAAmp5kMhmPx0tLSx8+veKQy1pk5TfEYCi5WlXV6ukxy0qWLyx+9ebcosWxJtBAN9L6OTUt2JC5NYtWfutdv3/kz/MXLdlvt522XV2p1kgkEuEpvv/Lf1/y2d+vGLX/8YN2CmjSnp027sRXH/1lx+Fn9hm9WWaAPvOam0cNG7rXLtvnZP5ngFa/dcSrwveNbs9f2CW35buHnR/Q1A146LJEVfzf2520WWaAvvL2e6KRlANG7zagd481K8M3q/AjqXja+1V/O73bla8F1Ie/P3bfvj89JiUS+e0FJ+9/xAk9BwwJak3l4hmzbjy49LgXmzVrEQ6q1NS0DRlUk96umDxuwagjknl5ednZ2bFYTJZNvfj+74AAAAAAAAAAAGyKlNVisdS01PSMjKzmbbP3OLswp3XVX68unD6+Mmi0Gvvcz5ti+IB+F5z8y+22GiwG+0a7nHZ8WUVFwEY645gjDt57jzX1c9Nzwd23v/rRh99274JlS/c977SgIZk8e8ZrH48JGrNdRo4474Rj1q6faSDCz8rbLzvz4mMPymmW36P/4AD4FrEAAAAAAAAAAIB6UlMDx2L/me+5edtgj7MLX705969XFzbSeaC35Po5tN2wWpyqky1WQft2wRasXYuWL9xwW9CQ/PuTsbFoNAi2DhqtnbYZFtAg7fWTo8JLAHwXATQAAAAAAAAAQH1qSg30Fl4/b7HGT518wT23h+e3T+cuVx93ypxFC6588N7FK1d0btP22uNPbZPf4oo/3v3ax2O6tu9QXFoSbr9w+bJL77szvG6dn3/9iae1bJYf0LDtedbJPToWhKf4VwceevXD960qKc7JzDz/Z8c8+e9XthsweJ/tdvjxRWceuPPuP//Bvr+84Yrzf3Z0r04FNQ+89P4/hKe+W/v2P//BftsPHnrhPb//YuZXGWnpVx5z0tBeff725r9+8+dH2jRvkUwGuw8fmUgkrnzwnglfTU0GycuPPnFwj141O1mwbGm42xduuG3Ps0/ZfuCQcLOFy5dfd8Kp+Tm5NRusfwQmEsmjrrlk161GfDJ18oje/QpLS1YUFY4eMfKH2++8z7m/2mXo8FkLF8aikVb5+WXlFdWv64hj1hmilVXxo669dESf/mXl5eFmJ//4kIdefC58usHdez34z7+P/fKzdi1bnXzAIT/YZrsAgLoSCQAAAAAAAAAAqFcpq8ViqWmp6RkZWc3bZu9xdmFO66q/Xl04fXxl0Eg0gfo5EQ+qKr/7wjruevavx+13wAs33Lb9oCETpk294J47jtp7/5duvmPfbbe/7P67Pvh84qfTprz82zuvOvbkFcVF4faX3nfnL/bZ/5lrf7vXyFHXPvxAQINXWFJ8wv4H3vHr8ybNnnn5MSc+d92tOw7e6uk3X9t75Ki3Pv2kqLRkZXHxuxPGxxPxBcuWrqmfp86d/eGXn/3z5t/fe+5lb4z/+K5nnmyVl//SzXf+9tSzfvW7G0vKyq595IG/XnXzny69NnxguP1D/3w+NzvnqatvvvW0c0655fqvH0b4kEN23SM8gIy01I++/GLN+vWPwHCDVcXF5x9xzO9OO+ehf/794qOOveGk03//9BOrX1fJ4aP3+f2vz/voy88P2GG3q4875c3VL+frQ3Th0iWXHX38b04989m3Xk9LTQv3f8y+B2zVu+/rn4x58MIrHrroioqqqgCAOmQGaAAAAAAAAACA+tfY54FuGnM/x+NBvCRgY305a8b1J/4qXDho5z3C61kL5u8xfJtwYfTW2/3mz49OnTt7m34D0lPTCtq06925Oo39fOb018Z++M6nn5RXVpoWvLHo17VbeJ2XnXv1w/e1apY3bd6cgd16jhww6LI/3vXOhPGH7jb66Tdee2/ipzsPGbbmIV/M+GqbvgNyMrPC5WuOO+XUW244fI89w3eDnh07Z2VkTJw+rVPrtu1btgrvHdl/YHj9+YzphSXFNz/+ULhc0LZtSXlZVnrGOofRs2P1EMrPyS2vrFizcv0jMFxo3bx5eJ2TmdmuZcu0WGpVPF5SVlbz2LbNW4TX2VlZndq0CRdSY7Gi0tKvD9GCdu3TVr8/5+Xmllf856lj0ej1J/zq4vv/EI9XHb7H3gEAdcgM0AAAAAAAAAAADcJ65oGeNrYiaMCaRv3M9zaga4/Js2aFCy99+N5fX3+lf7fuX86aHt58dewHndu27VvQ9ctZM8KbFVWVU2ZXb9avS9d9tt3h7MOOOnqfH203cHBAYxBJqS7NLrn/zguPOPrmU84c1rtfeDMaifbv2uPhl57fdeiIIT37XPPI/XuN3H7NQ/p17T5lzsxwIZ6In/zb6/t17fbF6pHw1fy585cs7t+1+6LlSytXT5w8afX6cINBPXqFA+Osnx653YAhmWnpXz+Mb3w/Wf8I/LZHrWeHXx+i62wWiaQkk8kVRYWfTJn01ytvfOD8y8+/67ayigb9Rg1VuhvCAAANiklEQVTQxJgBGgAAAAAAAACgofi2eaCfuq7ooAtyegxPCxoe9TOX/OK4mx9/6K7n/tosK/uyo08YNXDozX9+eMqcWauKi3976lnD+/Tr1alg/wvO6NO5a7sWLcPtrzr2lBv/9ODvnno8My39xB8dHNB4jB4x8pRbrs/LaZYWizbPzQ/X/GDr7S69/84+BV13HLzV65+MGdyj15qNe3bs/KMddj3hpqvD97Z9ttt+7223v+ah+4+85uJPp00972dH52RmXnTkcfudf3qPDp2r4vFw+6P22u/6R/949HWXxaLRfUftuOHvHusfgcHG+84h2qdzlxsee6h354LszKzjbrxy7pLFv/7JERlpDfEtGqCpqv5NlAAAAAAAAAAAoGlJJpPxeLy0tPTh0ysOuaxFVn5jynCTq1VVVVZUlpeVlSxfWPzqzbmFi2INsIFWP2+IRCIRnsr7v/z3JZ/9/YpR+x8/aKeAJu3ZaeNOfPXRX3Ycfmaf0Tk5eRkZWbFobPN+O1S/RcSrwveHbs9f2CW35buHnR/Q1A146LJEVfzf253ULLd5dlZuLJYaiUSCzSp8swo/eoqnvV/1t9O7XflaQFNXuXjGrBsPLj3uxWbNWoSDKjU1bUMG1aS3KyaPWzDqiGReXl52dnYsFvNxT73YzO+AAAAAAAAAAABsopTVYrHUtNT0jIys5m2z9zi7MKd15VPXFU0bWxE0GNPHVz5xZVFqTvmoU+bltc5QPwMAUDdiAQAAAAAAAAAADUxNPRyLpdbcbN42GH1O0Ss35Tx1XVEDmQd6+vjKp64pSs0t3/7Ueflt07OzctXPADRMb/7jby/8+YFm+S0Hj9z+hz87fszrL7/01COVFeWt23f6xa8vXTBn5q0XndqqbYe2nbocc87lpcXFD996zYqli/NatjzmrMuj0dhVv/p5SiTSLK/5Ub++pH1BtwBoAATQAAAAAAAAAAANUUNuoNXPADQizz589zk33d2uc9cn77111fKlC+fNCm+mpWX85oKTJ08YO33y51vv8oOfnnjWFx9/WFJY+Mht1/3goJ/1Hbr1Oy89++e7frPDnvtnZmWfftXvVixdUlZSHAANgwAaAAAAAAAAAKCBapgNtPoZgEakcMWy9Kysdp27hsuHHHdGeB1+YN173UXxRHzpgnnxqvieB/380duvu/Gs41q171TQo+/sryaNe+/Nz8a+V1lRGX6o9R26zYDh295++Zlp6RkH/uKUAGgYIgEAAAAAAAAAAA1VymqxWGpaanpGRlbzttmjzynKaV351HVF08ZWBHVO/QxA45Kb3yJeWVFZXhYuP/3gnZ998sELf7n/pEtuPO3K36VnZIYrx779r90P+Okld/ypRau2L//t0c7de2+98+iDfnnaDw78Wb+hW3/1xYQWrdtdfPsjex7880duvzYAGgYzQAMAAAAAAAAANGgNZx7omvo5llWhfgagETn+guvuvf7iisryzt169R00vHnrttf9+piaj62iVSu69R34j8cf+Nsf70gmEr8489KMrOwn77312UfuSkvP2OcnR7du3/H1vz/5yXtvrFq25MdmgIYGQwANAAAAAAAAANDQfWMD/fINuXXZQK+pn0edOlf9DEAj0qP/4JMvu3nNzSvvfnKdDda+N3Tc+desffOX514VAA1MJAAAAAAAAAAAoMFLWS0WS01LTc/IyGreNnuPcwuzW1Y9dV3RtLEVQS1bu35u0eE/9XNaWob6GQCAuieABgAAAAAAAABoHNZpoFu2yx59XlEdNNBfr58zM7PT0jJSY2nqZwAA6p4AGgAAAAAAAACg0VingW7RNqu2G+hvrJ/T0zPVzwAA1JdYAAAAAAAAAABA41HTHMdiqTU3W7QNRp9X9MoNOU9dV3TQBTk9hqcFm4/6eTOq+XJNWb7oX7O+DGjSPls6L6hDJVUVBtWWoCIeV/sBrOEtEQAAAAAAAACgkambBlr9vDkl//P/R794P7wEbAHC75FIJFJ73yk188GHCwtLVh3x4n0BW4D8WEatDiqARkQADQAAAAAAAADQ+NR2A61+3rwikUi/Zu2P6rx1VbyysrIiXJNMJgOaqOr0OSUyLL9zJBINF1KC2vl+SQbhzo/psm1ZRVlVVWUimTComrCad9289OxoNFY9qP6bvwNssQTQAAAAAAAAAACNUu010OrnzS4SiWzTpsfgZu3LykoqKssTCa1qUxae7mg0lp6WkZaWHqm1b5nqzDoavXDAPqWlxRUVZVXxKoOqCQtPdzQSTU1NC8dV9du+92FgiyeABgAAAAAAAABorGqjgVY/b3arp2qNxKKp4ZcxEommxzMTiURA01Xdqkaj4RlPTU2LRWO1MVlvzT7DnaelpocLaWnpqvomryasrx5UsdRISiQA2LIJoAEAAAAAAAAAGrHN20DX1M/RDPXz5lTTqkZXh7DhmUoKVbcAKZFIJKW6Vw3/q8UZoCPR1LT0cGgl0hJJVX1Tl1JzyiPVg6p6fHlDBrZsAmgAAAAAAAAAgMZtPQ30AWfn9N52QxvoNfXz9r+ar37evGpqxfA6uVpAU7dm1ufamP55zVOE19HqyDpqXG0J1h5R3pABBNAAAAAAAAAAAI3etzXQz9y8oQ30/9TPHVOzsnLUz5tXTbOoUt2i1PY3zpoQ1rjactTBu7E3/C2NM04jJYAGAAAAAAAAAGgKNqWBXrt+btkxNTMrJyszR/1cG3wxqQ3GFZtR9XCqKFv+zz8ENHXxkpXV/zOnOI2TABoAAAAAAAAAoIn4fg30t9bPqWnRiPoZYEtRM6d4JKdlstduS2bNqKyqDD8AkoH5xZuoZJASiaT02iP8sSESLsigaWwE0AAAAAAAAAAATcfGNtDqZwDWSIlEos0LYvteXllWEq8oS8TjAugmLDzbqbG0jLSM8MeG8NQH0KgIoAEAAAAAAAAAmpRvbKBfuvYbGmj1MwBrSwlSwo+PtGRGSkokLTU9kUz4JGjSqk93+KEfi6ZGUgTQNDICaAAAAAAAAACApuabGujCV27IXbuB/k/9nFm5/anqZwCqPzsi1dMAx9JTUqLRWDKRSCZN/9yUpaw+5eGHfvVVJOKjn8ZFAA0AAAAAAAAA0ASt00C3bJ8cfW7hyzfkPH1j0Y/PzUnNTPlv/TxP/QxAjZoGuiaLVT9vCVL+K4DGRgANAAAAAAAAANA0rdtAdwh+cF7RqzflPn1jUXgzLady1Mn/O/dzTP0MsKWryWHVz1sOn/s0UgJoAAAAAAAAAIAm6+sN9B7nFL56c25lacr2v1rUslNaZmb2/9fPUfUzANV8HAANnAAaAAAAAAAAAKApq4nYotFY2uqbrTqm7HleaVlJvFm7jPS0jIyMrOr6OdXczwAANBoCaAAAAAAAAACAJi4lJSUSiQRBdQOdEqTEOqXG41XhytRYWiw1Tf0MAEDjIoAGAAAAAAAAAGj6ahrolJTU8DoaiyUTiXBVNBINb6mfAQBoXATQAAAAAAAAAABbhJrKORKJpqZEksnk6uVIymoBAAA0HgJoAAAAAAAAAIAtRU3uXFM/r1kTAABAoyKABgAAAAAAAADYsoieAQBo1ATQAAAAAAAAAAAAAECjIYAGAAAAAAAAAAAAABoNATQAAAAAAAAAAAAA0GgIoAEAAAAAAAAAAACARkMADQAAAAAAAAAAAAA0GgJoAAAAAAAAAAAAAKDREEADAAAAAAAAAAAAAI2GABoAAAAAAAAAAAAAaDQE0AAAAAAAAAAAAABAoyGABgAAAAAAAAAAAAAaDQE0AAAAAAAAAAAAANBoCKABAAAAAAAAAAAAgEZDAA0AAAAAAAAAAAAANBoCaAAAAAAAAAAAAACg0RBAAwAAAAAAAAAAAACNhgAaAAAAAAAAAAAAAGg0BNAAAAAAAAAAAAAAQKMhgAYAAAAAAAAAAAAAGg0BNAAAAAAAAAAAAADQaAigAQAAAAAAAAAAAIBGQwANAAAAAAAAAAAAADQaAmgAAAAAAAAAAAAAoNEQQAMAAAAAAAAAAAAAjYYAGgAAAAAAAAAAAABoNATQAAAAAAAAAAAAAECjIYAGAAAAAAAAAAAAABoNATQAAAAAAAAAAAAA0GgIoAEAAAAAAAAAAACARkMADQAAAAAAAAAAAAA0GgJoAAAAAAAAAAAAAKDREEADAAAAAAAAAAAAAI2GABoAAAAAAAAAAAAAaDQE0AAAAAAAAABAU5aSkhIAALD5pKwWQP0RQAMAAAAAAAAATdbqNCf56DnLk0EyAABg01SUBt22S4lEBNDUs5Rk0s/3AAAAAAAAAEBTk0wmE4lEeXl5UWFJYWFhaWlpVVVVPB5XSgAAfA8pKSmRSCQ1NTUzMyO3WU52dnZ6eno0GlVCUy/MAA0AAAAAAAAANEE1/zJ7LBbLzEpPiSTTM1Jr6mcBNADA91ATOoc/XKWmpqanp4cLkUgkgHpiBmgAAAAAAAAAoGmqmQS6arV4PB4uBwAAbIJIJBKNRmOxWHQ10z9TXwTQAAAAAAAAAECTVTPlcyKRqAkkZBIAAN/PmtY5XIhEIjU3BdDUFwE0AAAAAAAAANCUSSMAADY76TP1KxYAAAAAAAAAADRd6hwAAGhiBNAAAAAAAAAAAAAAQKPxfwAAAP//lxoScQAAAAZJREFUAwCx44q9zLSTmAAAAABJRU5ErkJggg=="/>
</p:tagLst>
</file>

<file path=ppt/tags/tag11.xml><?xml version="1.0" encoding="utf-8"?>
<p:tagLst xmlns:a="http://schemas.openxmlformats.org/drawingml/2006/main" xmlns:r="http://schemas.openxmlformats.org/officeDocument/2006/relationships" xmlns:p="http://schemas.openxmlformats.org/presentationml/2006/main">
  <p:tag name="MCDIAGRAM" val="mcDiagram:25d9e851-f712-4f1d-accf-4ee7e2a76413:54541ba0-3c57-4065-bf53-c698123747bc:0:1"/>
  <p:tag name="MC:BASE64" val="iVBORw0KGgoAAAANSUhEUgAACDIAAA8ACAIAAACUZCjsAAAQAElEQVR4nOzdBXwcRcPH8TmPey1Jmzp1paUOVGiB4u7u8GAPzoM7L+7u7lCkpRSot7TU3T3ucn7vJttut7ebdGvZS/L7fo6wNzt7scvddP4j9lAoJAAAAAAAAAAAAA49uwAAAAAAAAAAAKgXxBIAAAAAAAAAAKCeEEsAAAAAAAAAAIB6QiwBAAAAAAAAAADqCbEEAAAAAAAAAACoJ8QSAAAAAAAAAACgnhBLAAAAAAAAAACAekIsAQAAAAAAAAAA6gmxBAAAAAAAAAAAqCfEEgAAAAAAAAAAoJ4QSwAAAAAAAAAAgHpCLAEAAABEhFAoJAAAAIBGwWKxCKAWxBIAAACAmepOI8gqAAAAEOF0Ewh1O5aIAmEs/DsHAAAAMIW6Ka5tltNQBwAAQAMSlj1oowjCCSiYLQEAAADUN91AQj4gnwAAAEADooQNSqu1tnxCqkAyARmzJQAAAIB6pc0kQjXEnskEDXUAAAA0IHLkUPdHwZwJ1CCWAAAAAOqPdm5ESUmJUlJHICH9+00eX6b9KHYNPTsUH5WvjWFuDcUheiYcyPMHEUv+TamPeeagNtpni/rY9GcLz5wIF1GvLTxzDiL5pUD7M3TUUNIImSCZgAqLOAEAAAD1TYkfgsFgdnZ2Q+yea+i9RQ29n5Sv3yz70TMrV4iQ7+KgfP0R+700kVckEUl4LTJXE3xF4hl1SB3Erz8qKspqtVpqSAdhjy8AIawCAAAAQL0I7bl8k6Luf/IJvcWdQnozKkJ17qEt9hyYVvfxXj8a/PeqUM3k2Os3EoFf/z79Ivb69Rv/XiLq69+P30U9f/31+V0o/Sm6x4fur+Bg/UUclK9f93upn6+/7u/F4LOoob8iib39LdT/b8HEr9/49xJRXz+vSPv99e/Tb8TgV278u9jrx4P7jKr76z9Yz6JD9/UHAoHgLqFd6v760aQwWwIAAACoV8o/2EI1syXkf9RlZGTEx8cLAAAAoMHKy8vz+/2BGlITV5kqoRyIPSMTNFnEEgAAAEB9UycTyvBAAAAAoKGT27dyLKEul5d1EkANYgkAAACgPoT0VnBSZksIAAAAoOGTGrdSJuH3+202m1IStj4V+QSIJQAAAID6o6yrK2cSIiI3XwUAAAD2j9zWlWIJ+a5lF6npq54wQRu4iSOWAAAAAOobsyWAyBcIhgLBoNNuEwAAwDB5toScOshphPRR2VuCNAIyYgkAAACgXoVtec2/zQCzZBeXry8sTXA5uqWnWff8Myz1+v/NL1m8dF1qXPSQTq3bpiXydwoAgBFyW1dKJuRYwlpDDidkAiCWAAAAAOpfSIXZEkD9k/LA2RuzC0Ihl8s5a+m6ueu2nTOoR7TTLp9aXVq53e0tqajKKy0vd3s35ZdI4UT3jGb92raKcTkEAAConTJbQk4j5FE46r0l5I/kE00csQQAAABgGiWZEADqSyAYnLMpu9RhtwdDCxet8fsD2R7f61PmX35U3/goZ4nXt6msctOO3Pd++cPr86XGxfds08YfCBSUV81Zv/20w7tkMXMCAIDaKXOClUBCOrDZbEomwdsoJFYBAAAAoH6p13FitgRQz2ZvyilzOLxe/4qVm6RMQi6s8vo+nbm00uuTUot5C5dMnDnXV7NXZ0F52V/Ll/2+dMnmgny31/fl3OU//LvaX7NfPQAA0JL3k1CoZ0gACv4JBAAAANQH9cJNgV28Xm92drb0j7f09PT4+HgB4JAJ+H1bF8/csCN3niXTYrd63D5tnay0pLMHdbdZq0dxev3+jXmFS7Zm/7Nu06y1myo93szU1B6ZraOdzi7paeN6dYhxsqATAAB7yMvL8/l8Ho/H7/c7ajidTumjfRd5qwn2mQCLOAEAAAD1ShkYpKyry1Ah4FALBvxzP39+3exJfmesd8TNwm/TrbaloERKI6Jr8gan3d65VXPpdtqAXpvyi8575aPN+fkxLlf3jMyV2/ODwdCpA7pY96U/ZcGCBVdffbXYd9dcc83FF18sHfz8888PPfSQdNC7d+8333xzrxcOHjw4WDOx46uvvmrTpo1Sft99902cOFHsi9tvv/20004T+2Xjxo0fffTRqlWrioqKiouLk5OTs2oMGjRoxIgRBh9ECnH//vvvRYsWSY+Tk5NTUFDQokWLtm3btm/fftiwYX369Kn7cuVHce6559544411V/7+++8ff/xx6eDkk0++66676qgpfTtffPHF3Llz8/PzpWObzdaxY8fMzMyePXuOHz9e6oar+/GNGz169KOPPqrclX6eL7/8cm2VpZA7MTExISFB+mKOOuoo6ecsfWHK2QN/Hm7YsOHss8+WDqRvcPr06Xu98Lrrrps3b550IP0wpR9pHTWlp8pZZ50lH59++um33XabqJP0Y5R+mNLBBRdccP311wsAkUFu3IbtJyGj0QsFsQQAAABgGvaWAOrH8slfSplE0Ooo6HW6sNpqqxYMhfwBnR6TbYXF/mAwzhXVqUULuWRNTuGU5RtHdWvHn28dtmzZ8sILL0ybNk1dmFdD6qf+5ptvpFzhyiuvHDVqVN2PI9V85513pChCXbitxowZM6Q++pYtW5566qnnn3++uv9d16effip9uh49eogDU1lZ+corr0h94v6axb4Ui2pIAdLrr79+3nnnSSmI3V7fHS9lNaSD5cuX//jjj6mpqQ8//HD//v1FxPvhhx+U499++00KkJxOpwDQ0CiLlOomE4CMvSUAAAAAMzFbAjjUAsHg+k2bPPEt8/qe40lpW0fN1PiYaGd4J/L2opInJ0yx22xDDzvMad85/t3t9f67YcfG/GKBWkyZMuWiiy5SMgmHwyGFBz179szKyoqKipILN27cePfdd3/xxRe1PYjU6X/fffc99dRT6kwiNja2e/fubdq0cblcckl2dvarr7563XXX5efni725//77fT6fOABr1669+OKLv/76azmTkF7G09LSunbt2qlTJ2U5vuLiYim3+N///hc0eycS6Ud38803SxGRiGzSD+rXX3+VDhISEqSP5eXlUjIhADRA8t4Syl0autDFbAkAAADATMyWAA6pYCg0bdWWpS2HC+lWJ5vVMrZnB7ttj9F7bp/vmve/3l5cOuKwLnE1nenS32x2ScmiTRuP6dX7h39XXTd6gMNmaMBf375958yZoy1XFuQ5+uijn3jiCVGPrrzyyssuu0wcAlLS8Oyzz8rHbdu2vfTSS8eMGWO17vxBST/DiRMnSt91Xl6edFeqKQUVJ510UtiDSNXuvPNOJdhITk6WutelH2Pz5s2VClL48c4776xbt07ULE904YUXfvjhh1JIUMfXtnXr1jfeeGO/1/xZunSplH+43W7pOCkp6fzzzz/99NOjo6OVCsuWLXvuueeWLFkiarKZhx56SApCdF/nDz/8cCm6EAcgbHEnNa/X+9VXX7344ovSscfjkT6R/OyKwOehTPpFFxUVSQfSs0X6sqU+zR9++OHEE08UABoaZbaEAGrHbAkAAADATPyzDTikJi1ZP3PN3seJS33G5w7u2TYtMaz8jSmzthWW9GrdJnXXKPhyt3vO2jUVHs/UFStKK91/rdgksKfly5e/8MIL8rHUb/7pp5+OHTtWySREzeveuHHjpPKsrCy55Mknn9ROdHj77beVTEKq/+WXX0qPo2QS8uOMGjXqk08+USKNgoKCRx55ROyNdMnKlSvFvistLZWSEjmTaN++/eeff37BBReoMwlJ9+7d33rrLWVlql9//fWPP/4Q9c7pdJ533nnKNhJ//vmnkakkJvrll1/kA2WzECkBWrt2rQDQ0NC4hRHEEgAAAICZmC0BHCLBUGjKsg3/btyx15oxTsfFI/q0Tk0IK89Zt7T4q6eHbpzcMlAql7gc9rMG9bziqCFJsdGFFeWbC/JX7sj3B0xepSei+P3+u+66KxAIiJpx91JIUNt+DwkJCS+//LK86pFUX0od1Ge3b98uxRLysdT1/+CDD8pr+2hJL6F33323slXyrFmz6tjQu3PnzqJmvSDpAcO2hTDiqaeekmd4ZGZmvv7668nJyaKWL+mhhx7q2bOnfPezzz4TJjnnnHNiY2Pl45kzZ4pIJeU98u7Z0g+2devWI0eOlMu/+eYbAaChoXELI4glAAAAADMxoAw4RIoqqv7ZsD0QDEq3uv7KAr64pb80j4sKv3zruj9fvTvRW5TiLnDN/EQEA1aL5fjeHftktbxi5BGvXHia3WpdsHHj1oKiueu2Cewybdq07Oxs6cBut990001190w1b95c6jeXj//880/1r+njjz+WD7p06XLdddeJvfnPf/7TtWtX+VgbAyhfxj333CPHJOvXr1diD4MKCwunTJkiH1955ZWJiYl1VJa+fWWdqLVr15q1tUNUVJT0A5SPc3JyRKSaMGGCnBKNHTtW+njMMcfI02t++eWXqqoqAaBBoXELI4glAAAAADMxoAw4RIorqn5bvPjXRQv/XLbM7fPq1gmFgv4/3tw257cfn77RXbZ7/+qcNYsnPXez31MVG1W9x3WoqsxWuPnY3h0PS9+5aUGXjBavXXJ6QnTU0i2b527Y4fEHBGooMxXGjRvXsmXLvdY/++yz77jjjs8///yrr75SXgzlzSfk4zPPPNPIi6QUA9x8883y8YoVKzZt0l9cS+qjv/DCC+XjDz74YJ+Wcvr999/lWSCZmZly73nd+vTpc/fdd7/zzjtS4tK6dWthEmVSSFJSkohUP/30k3wwZswY6aMU+QwePFg6cLvddcx9ARCZaNzCCGIJAAAAwEwMKAMOEbvN6vV5PT5fSVXl7LVr3T5feA1PRWDSq6Gc9dJh6eaV09971F1aveNu9uoFf71+r89TPUbbWtOxktGx2xVnnta7TQt1L0vftpnXjRlWVFGxvag4r7RCoMb8+fPlg0GDBhmpHxsbe+qpp7Zr105dKKUF5eXlouYVcvTo0cKY3r17K5tdh/Vlq19mL7/8cvnTBYPBBx54wPhSTv/++698cMQRRxi85KSTTurRo4d6X4165vP51qxZIx937NhRRCTp171+ffWfYbdu3ZRnwvHHHy8ffP/99wJAg0LjFkYQSwAAAABmYkAZcIi0Tk0a2KGNfFxYXv7PunXqs9Jf3ZC4ylDuBunYZrXYbNbs1Qsnv3xH/sYVf762M5OQ+ANBhyvqnDufTYmL0X6K0wf2vmjEwKkrV2zKLxYQQsoSSkt37sNhvO9ea968efJBp06dXC6X8QuVjaaXLl1aWx273S6lEXJUsGHDhvfee08Ys337dvmgf//+ooF44YUXKisr5WNlkatIM2HCBPlg3LhxSuGRRx4ZFxcnaua+sPE10LDQuIURdgEAAADAPAwoAw4Rq8Xy5NknPPz9778sXC7dzS0tkZKJfm3b2mw2h8129qDuGUmxsdbgb+8969q1JXPx9g0Tn7kpFNq9hbUlKv6qh16JTUyu7bOcPqDXD/OX/rN+89DObUR9WbRoyvvjwgAAEABJREFU0YF0+iverLHXahdccIGyTULdlB0UkpKSatuhep8eZ1/XPurQoYN8oKQjurp06XL++ed/+OGH0rEUS4wcOVK5sA5ShiEftG3bVhwMUvpi5PfYo0ePd955R+yLwsJC6cG/+eabhQsXyiVjx46NiooSkcfv9//666+iJi469thjlXL57ldffSUdf/nll3fffbcA0EDQuIURxBIAAACAmRhQBhw6Trv93pPGBILB35esCoZCWwoLop3OIzq2P2Ngt/TkeKnCgLGnFWZv2TT9B+USdSbhikscceHdqel15Q2p8bFPn3vS//38l4AQO3bskA9iY2PFAfB4PPKBPF7eOKXnve5YQtTsWT1lypStW7cGAoEHHnjg/fffl7fCrk1JSYlv1zpgB/jdHURS9nDNNdeoS6T3FCnUyc/PVxempaXddtttIiL9/fff8oJdQ4cODYuyxo8fL8cSEydOvPnmm6OjowWAhoDGLYwglgAAAADMxIAy4JByOewPnnas9Fc2ackq6eO2ooIT+42VMwnZmPNvmOeyrJ4+QXvtoHNubt2t314/Rbf0ZhcNHyAaoFY19lotPT1dGKMsuFRRcUCbbdSdENTB7XYbfASHw/Hggw9edtll0vHq1as/+OCDSy+9tI766ihC7kY/cFLo0rlz571Wq2NyRnFxsbLjRW1atmz57LPPxsfHi4j0888/ywfqFZxkXbp0ycrK2rRpk/Rr/eWXX0477TQBoCGgcQsjiCUAAAAAMzGgDDjUHDbr42eNv+GY4RUeb0ZyYozLqT5rtdmSMsMX8AkEQ4XuUHRahjBA+hM+qms7UY969+5tZPGlwYMHB4PBOiqccMIJcr/8wZKamiofSN3lB/Li1qxZM/lAWc3JIKV+8+bN91q5R48e55577qeffiodv/POO0ceeWQdSznZ7XYpRZADiZKSEnEwSN3ur7zyijg0WrRoMXDgwCFDhgwdOnSf9ufYK+XXarDbsY5qhYWFM2fOFDUJzYgRI7QVTj755BdeeEE6+Oabb4glgIaCxi2MIJYAAAAAzMSAMqB+pCcn6pavnzv5ny9eUpcEQ6GCMneZ2/ftC/875/an4tP2Pp8AsrS0NOV406ZN+70HgxIqSA+yL9eJzZs3hz1C3a699tqpU6du3brV7/fvdSkn6buTY4mNGzdGyK7Xo0ePfvTRR0X9UhZTkn5oUu4lbx5eByl7CLtQMWHCBPkdUPrBSvFJHQ+ybt26pUuXSkmSABDxaNzCCKsAAAAAYB4GlAEm2rpk1qyP/0+9n4Qkv7Q6k5AO3DkbJz5zY1VJoYAxUsd9ixYt5ONFixYZvOr111///vvvi4qKlJKePXvKBwUFBfu0YpIyW6JXr15G6stLOcnHq1ev/vjjj+uo3KVLF/lgyZIlwpiff/5Zijr2NVyJcImJuxO+ve7hIcnLy5MPtAtJSbGEMEx6kggADQGNWxhBLAEAAACYiQFlgFlW/f39X2/eHwoG1IVlHr+cSUhio+zusqKJz95YsGm1gDHDhw+XD5YuXWqkfn5+/gcffPD4448fe+yx06ZNkws7d+7cunVr+fiHH34Qxixfvnz9+vXSgdVqHTlypMGrevTocdZZZ8nHb775pjLfQktZZch4LPHhhx++9tprZ5555qFbrKn+RUVFKR2O27Ztq7uy3+9XgqWwWEJ6hsiBjfSA/Wp32GGHyfUnTZpUWVkpAEQ8GrcwglgCAAAAMBMDygAThELLfv/in69eEXv2m7Tq0v+Ue96IjqseDC79WTrt1ev5lBdkT3vnoZKcfdvkoMkaNmyYfPDHH38UFxfvtf7EiRPlDTBiYmIGDNi9c/jYsWPlgzfeeEOKLvb6OIFA4JFHHpGPBw8erB7Rv1fXXntty5YtRU0f+gMPPKCUh704Dx061G6vXgp769at8+bN2+vDrlixYuPGjcq1ohHp1KmTfCBFQXXXVKImSceOHdWnlKkSUiL1Wu3eeustKbeQqnk8HmV/bACRjMYtjCCWAAAAAMzEgDKg/q2e9tOiCe+FFSantxt+6b0t23Yef+Ud0t0oh03pVSkvzJn8wq0l2ZsF9mbQoEFy73NFRcU777xTd+Vt27a9997OX8Txxx8v9z7LzjrrLHkDbakz+oknnqh7727JRx99tG7dOvn43HPPFftC+rz333+/fLxs2bJvvvlGPg57cZaqKbsuP/vss3V/SV6v98knn5SP27Vr16dPH9GIKAHS999/LwVCddT8/PPP5YOePXuq95aQfq2///67fDxu3Lg6HsHlco0aNUo+/u677wSAiEfjFkYQSwAAAABmYkAZUM+WTvxs7pcvBffsS3XFJg656C5nTJx03G3wqPFX3ml32NUVqkqLJr94W/7GFQJ1kl7Q7rrrLvn4yy+/fPvtt2vrnMrPz7/lllvKysrku0qPvywhIeGee+6Rj6dNm3bJJZfUtrxSaWnpfffd99prr8l3pUzi8MMPF/uoX79+yhewenWta3ZdffXVclgiRSC33XZbbfteSJnEI488smLFzmeLskhUo3H00UfLB2vXrn3sscdqSyYmTpy4cOFC+XjMmDHqU3/99Zf802vevPleM5sTTjhBPpB+7IsXLxYAIhuNWxhBLAEAAACYiQFlQL0JBQOLf/5g4U/vhpVHxSWOv+et5Ix2Skn/Maf0H3um1WZTV6sqLfz7zQeYM7FXPXr0OOmkk+Tjt95668orr/z999/9fr9cEgwGpX7/p59++uSTT1bWOPrPf/7Ttm3bsMcZOnSolFvIxytXrpTyhldffXX+/PlSp7/8OMuXL//kk0/OPPNMqftbrtalS5frrrtO7Jfrr79eXsqpDjExMTfccIN8PH369PPPP/+LL75Qb/u8ffv2r7766pRTTlG+pKOOOkrpVW80evbsqcxgmDBhwqWXXvr5559LMUxFjS1btkhpxJ133inFRXKdzMzMsNhJWY7puOOO2+un69u3b6tWreRjNr4GIh+NWxhhFwAAAADMw4AyoN4s+fXjpZM+Dyu0WKxDLrorOiE5rHzE2df+Yw2unv6TulBKJn5//paR1z2R0rqjaPh++uknI3skSJxO5wsvvCAMk+KE8vLyP/74QzpeXMNms7Vo0SIlJWXNmjUej0dd+cYbb6xt2aWzzjorKirqsccek459Pt8HNaSH6tSpkxRpuN1udeUjjzzy7rvvlrd/2A9S5PDAAw9cffXVdVc79thj8/Ly5C2sd+zY8WyNtLQ0qd9806ZN6ohC1GQSjz76aG1fkpS1XHPNNcKYO+64Q5vcmOimm25atWrV1q1bRc03IqmtZkJCwoMPPqj+IeTm5s6ZM0c+NpjZnHjiiW+88Yao2fj65ptvDts9WypctmxZ3Y8gZSRKtgHgkKJxCyOIJQAAAAAzMaAMqAfSX9niXz6UYgntqWGX3J3etb+23GK19j/1Sr+3av3cyepyd3nJ5JduG3bR3endB4gGbkcNIzXVuz4YrC9lCZ988sn7778v99QHAoHtNdTVunTpImUS/fr1q+OhTjrpJKlf+8UXX1SulR4qrBO8c+fOZ5xxhtRzLQ5M3759pU/3ww8/1F3twgsvlHIRKY1Q1pXKr6GuIwUVV1xxhfQlWa21LlMhJTf//vuvMKaiokJEkubNm3/66adSPPP999+H5Uxq0q9YeiZkZGSoC5XNrqWzmZmZwoDx48fLsYSUTv3yyy9h62Ll1Kj7EcJCLACHDo1bGEEsAQAAAJiJAWXAoRYKBuZ+8dKaGT+HlVttth5jz8vqd2RtF9qcUQPP+k/h1nXF2zeoy72V5dPff+yYm59LSm8rULvzzjtPSgukXv4//vijqKiouLi4rKwsNTW1TZs2Umf0wIEDlYWA6nb00UcfddRRU6ZMkR4qNzdXeiipQ79ly5bt2rWTAonRo0e3b99eHCQ33XTTzJkz8/Ly6q42ePDgr7766q+//vrxxx+zs7NLakRHR0tfUnp6eteuXU899VSHwyEaNZfLdcstt9xwww2zZs2aP3/+hg0b1q9fL/12kpKSkpOTO3TocPLJJ0tJj/ZC6YcmHxxzzDEGP5eUghxxxBHyHAvpJ9/4tusAGhMatzCC8AoAAACoD6FdgjUCgYDf7/d6vVIXm1SYkZERtiQFgINC+vua+/kLa2f+Kv3xhZ3qNuqMfqdcuddH8FaVT3nlbu1m186YuBGX/q9ll34CAADUkGJdqYlbWVnp8/mcNaSMVv5ot9ttNaxWq2UXgaaKLa8BAAAAMzGgDDh0pL+vOV+9unr6BG0m0XHwsX1OvMzIgzij4wadd0tscvOwcm9l+V9v3r9l0XQBAAB2oXELI4glAAAAADOx/C5w6CydMWniVx9uLSz3B/aIJZq16zbgzOutNpvBx0lq1XbkdY+7YhPCyv1e94If3xUAAGAXGrcwglgCAAAAMBMDyoBDp1lme4vV6vWHthVWeP0BubB5h55SxmBzOPflkURiyzYjLr9fexV/vQAAqNG4hRHEEgAAAICZGFAGHDot23YacsJ50oE/GMordYvqdCFryIW3O6JixL5r0anXEefcLFRdLa7YhF7HXSQAAMAuNG5hhF0AAAAAMA8DyoBDatR517kry/6d/IPbF7C4Yo+66sG41JZif7UfODoY8M359PlQKChlG0dd80iztl0FAADYhcYtjCCWAAAAAMzEgDLgkJL+xI677Lb2vY7YsW5F3yPHxTfLEAem/cBjnDEJZblbW3U9PCWzgwAAACo0bmEEsQQAAABgJgaUAYea1WbvNmikdBMHg9Vma9N7qAAAAHpo3MIIYgkAAADATAwoAwAAQKNB4xZGEEsAAAAAZmJAGQAAABoNGrcwglgCAAAAMBMDygAAANBo0LiFEcQSAAAAgJkYUAYAAIBGg8YtjCCWAAAAAMzEgDIAAAA0GjRuYQSxBAAAAGAmBpQBAACg0aBxCyOIJQAAAAAzMaAMQGNSxwsavVQA0BTQuIURxBIAAACAmRhQBiBiHdx+pf14NF4eAaDBoXELI4glAAAAADMxoAxAJNiPF6KD9dpVR++V7qegtwsAIhmNWxhBLAEAAACYiQFlAOrZXnuL6q5w0Dub5Aes+5VQfZasAgAiGY1bGEEsAQAAAJiJAWUADqn9yBjUhXVcflBeu5Suq7BHM9KlVXdWQacYAJiCxi2MIJYAAAAAzMSAMgAHXW39QdpypSTsVG3JxIGnFLW94oWVq++qe7j2b1IFL7MAUG9o3MIIYgkAAADATAwoA3BQ7HXeg9ALIbSRQ9ipoL885K8IBauC/kpR8zEo3Q1UhgJVUmHNQeWuUxXSgVQopFMiaLFGW2zSLabmFm2zxwnp7q5Cqz1210GMxRojnbJKx44E5YtRurTkg7C7wlhWoTsVg84yADikaNzCCGIJAAAAwEwMKAOw3+qY/aC+W1sascfdkJQpbPJXrPVJt/K11QflawJVW6VgQtQjW1Qre2xHW0wHR1wne8vVu5kAABAASURBVEz7mo/thNWhm1LoZhVhB2pyIREFABxSNG5hBLEEAAAAYCYGlAHYJ3VHEXXkEOpjf9WOQOU6KXiovlWsq0kj1ltCPmG2gHuHdBMF03YXWWy26DZSPmGLllIKJbFoXfPyuTuECDtWb6NNRAEA9YnGLYwglgAAAADMxIAyAEbsde8H7UwI+SDgK/WXr/aWrZayB39NAuEtXyMCFWGPH7kvQ6FAoHKDdFOXWaxR9tj2UkRhj5VuHaVbdWLhaq6dS6EkFnI3mfb1VrvQE6/JAHAgaNzCCGIJAAAAwEwMKANQh7rTiNqiCF/lNnfBVE/+NHfBtEDletHohIJuX9ly6aYutLpaOlOGRaUOd6YOd8R2UAcS+xRRkE8AwIGgcQsjiCUAAAAAMzGgDIBW3VtVh32UD/zubE/+1Kr8v70F030Va0XTE/Rku3d8Ld1E9R4V6Y7koVFpI6SUwhbTTh1LaCMKoUkgyCcAYL/RuIURxBIAAACAmRhQBkCx1zQiLJAIeHKr8v5y50/zFk73la8W2CXg3h7Y8ZV7x1eiehZFujNlmCt1uJRS2GPaqmOJ7du3X3HFFdJPMiMj47333lN3pY0ZM6ayslJ+iVb/2G02W9wu0lXHHnvssGHDrFar7pexYcOGs88+u46vU3q05OTk1NTUrKysvn37HnXUUSkpKcpZ6cs799xzq6qqpOOBAwe+9NJLwoCrr756wYIF0kFmZuann37qcrkEANQjGrcwglgCAAAAMBMDygAYTyMkQW9eVd7f7poFmvzlq8ShZ7XHWm3RFnuU1RpttUdbbFHWncdR1eW26o/SscUqlUdXH9uihNUW9FWGgu6gvypY8zEU9AR90nFV9XFAKXeHAlVB6a700VcmDo2gZ7t7x5fSraQ6omjlTBmuRBTBYNDpdEof7XZ7IBBQplNIP2cpaZAyA1HzY5cqKPmEdFxSQzq1atWqKVOmdOzY8e677+7evbvYd9Inza8hPdSkSZOef/75Sy+99OKLL5bPpqenX3fddf/3f/8nHc+dO/fXX3+VUpC6H/Dbb7+VMwnpC3744YfJJADUPxq3MIJYAgAAADATA8qAJmuf0ghf5baqHd9Ubv/WUzRPKhOHgMUe44xp7Ypt44xr7YzNcsa2dsa1sTmTRH0J+as8FZu80q18i7d8s7dys6d8c9BXKg6eoGeHElHYYg8Lxo/ObObZURgTFktIbDWqL6nJJIQmnxC7flNr1669/PLLn3zyyREjRtTxqfv166fz9QSDOTk5eXl5fr9fuuvxeF577TXpU1x00UVyhTPOOGPy5MkLFy6Ujp977rnBgwcnJdX6G5Ee6sUXX5SPL7nkkm7dugkAqHc0bmEEzxIAAACgPoR2CdaQ+r+kTiiv1yv1Ikn/eEtPT4+PjxcAmoD9SCMqtn3rLT6YaYTF6nTEZLri2jhj5Vt1AmGPaiYiT8Bb7K3YmVJ4y2qyiootIX+lOHiyi+M2Fh12woVvOOI6KrGElAe43W7p5frNN9/MyspS9qKQSoqLi8vKyioqKubNm/fee+9JWYJU7nQ6X3rppT59+qgfWVnEyeFwTJ8+vbYvQHo7+Pnnn6VPlJ+fLz+UdDchIUE+u337dulB5M8yduzYhx56qLbHueGGG+bOnSsddOzY8YMPPpCyFgEA9UvKWX0+n/T6KbVynTWkF0D5o/SiJCe+VqtVvdkPmibeogAAAAAzMaAMaDrUf+wG0ohvK7Z9cxDSCIvNEZPuit2VQFRHEa0dMa2kE6IhsDmToqVbck91od+d7y3fVB1XSFmFlFiUSwdbQkGv2C8tk8pbJs3Pm3a4PbZLdKuTo9PPsMd2kDrRpPxYCiGUSRKKlBrSQffu3Y8++ugrrrhCSimkbrhnn332ww8/FPtO6qo76aSTOnToID2U9LmkvrxJkyadfvrp8lkpt7722mufe+456XjixInHH3/8EUccoX2QX3/9Vc4kpEd75JFHyCQAmIXGLYzgXQoAAAAwE8vvAo3evqcR33qL/zmgNMJii07qFps2ICbt8Jjk3hZbY9tgwB6VJt1i0vrvLgoFqopXVOTPrcifV1W4KBT0iH3nr1hZtvYJ6SblE8f0ss5b1yK3JFqe32bRkF+927Rp8+CDD956663S8Zo1a+bMmTNw4EBR0ysn9lGPHj0GDBggPYKomWahPnXWWWdJQcWyZcuk44cffvjrr7+OiopSVyguLpZzC1Gz5XW7du0EAJiExi2MIJYAAAAAzMSAMqARqy2QUEcRchpRuf1b6XZgaYTFldA5Nu3w6jQitZ/VHiOaFCmJSe4h3dI6XRoKequKllTk/yPdqoqWiZB/Hx+rOp8Y2V2M7L48uzheZL/qTbrUHttBCSSsVquoefWWSTnE0KFDZ8+eLQUYP/74oxxL7N8Le9u2beVYoqioaI9vzmJ54IEHzj//fI/Hk5eX9+qrr95yyy3qCk8//bS8C3evXr2kagIAzEPjFkYQSwAAAABmYkAZ0ChpAwnt9Ai/O7ti61cVUhpRNHe/0whnXJaUQ8SmVk+MsDkTBWp2zohJ7S/dmh12dchfVVm4QI4o3CWrhQju00O1TCoTua/k5r5ij+sa1fLk6FanOeI6SvGDemF0ydixY+UFlP79999AICCfFfseTmzcuFE+yMzMDDvVpk2bq6+++oUXXpCOv/jii3Hjxik7Wk+bNm3y5MnSQVRU1P333897CgBz0biFEcQSAAAAgJkYUAY0MrqBRNj0iKrcSWUb3qzK+VXsF3t0i7hmg+Q1muyuNIHaWezRsc2HSDfpOOgrq8ifV30rmOst27BPj+MvX1G+Vro97kgaGJt1dXSrU+RpE3Is0atXL7vdLgUSlZWVq1at6tq1q/I0kOoYfJFfuHChPFVC0qFDB22Fc845R4of5KWcHn300Y8//lj61G63+8knn5Qr/Oc//9HmGQBQz2jcwghiCQAAAMBMDCgDGo2wfSOEJpAI+ErLN30gBRL+ynVi39mjWiRmjE3IGBuVeJjAvrM64uNbHS3dpGNf5Y6Srb+UbP9tX/MJX/Hc4uK5paseiGt3bXTGeTZHvPQanpCQEBcXJ2USwWBw48aNhx1W/QtSXtutNeRngvYFXwozpEumTZv2/vvvyyXt2rU78sgjtZ9aXspJCif8fv/atWu/++67U0899a233srLy5PO9uvX77TTThMAYDYatzCCWAIAAAAwEwPKgEagtkBCvit1VXvLVpWtf6Vi6+ehQIXYR1ZHQkL6qMT0cTFp/aTXDIGDwRHTKq3zZdLNU7q6ZOtvJdsm+t05xi8PujeXrrizbM1j0RkXxmZdZY/JTE9P37Rpk5QxlJeXS79xuUtOOrDZbNKBFCRcf/31ylNCJh1LicKOHTukq5TCli1b/t///V/YjtaKNm3aXHXVVa+88op0/Oqrr3bv3v3zzz+XjmNjYx966CEBABGAxi2MIJYAAAAAzMSAMqBBCwskwhZrCgX9FTt+Kt/4pjv/b7GPLDZXXPPhiZnHxjUfYrE6BA4NV0Ln5t2k2w2V+f+WbP+tdPsfQV+pwWtD/tLKTS9XbHotqsVJ3dql5uRESfFDVVWVvL2EXEeKJeRnxaJFi6SUQuwZWYUZNWrUvffeGxNT13bl55133l9//bVs2bKysrIrr7xS+oxS4R133NGsWTMBABGAxi2MIJYAAAAAzMSAMqCB2lsg4Svb9GHp2mf9lfu2RpAUR8SmDUjMGBffaqTVHiNQTywxaf2lW8set5fnzizZ+mt5zrRQ0GPoShHw5Hw7rr3ompA2bWUH6XcvxRLyttjSE8Fut1ev3xUIKE8YeS6FOpwYMWLEsGHD+vfvb2RnCCnnuOeeey688EIpkHC73fLlY8eOFQAQGWjcwghiCQAAAMBMDCgDGpy6A4lgwF228d3Sdc8Hqrbuy6OKqKTuiZnjEjPG2pwpAiaxWB3xLY+UbkF/ZdmOKVI+UVEwT4QCRq7NSsvPGpbvDm0o21AY2/qCoC1GSiCcTqf88ccff5T3x5aeJDt27Fi9evWkSZOmTZsm3ZWOTz/9dOO7VXfo0OHiiy9+++23peO4uLh7771XAEDEoHELI4glAAAAADMxoAxoQMI2BhDq6RHVKzZVlm18u2Ttc0HPPuxS4IjJSMo8PjHzOEes0V5p1AOrPSax9Xjp5vfkl26bVLzlZ0/pKiMXRllyy1beWb7m0aiMC0Ixp0uBRCAQkF7q5UkSsvT09IyMjJEjR77yyiufffZZbm7ujTfeeNddd5100knCmI4dO8oHrVq1SkxMFAAQMWjcwghiCQAAAMBMDCgDGoS9BRJlJeteLVv3ctBXYPghLbHNBqW0OzOuxTA2so5kdldaSvtzpVtl/vyC9R+X50yXfvl7vSoUKKva/KrV+vbJA9v8saRTlW9nOGG1Wi0q11xzzebNm6dPny6VP/HEE1LGMGDAAN4UADRoNG5hBLEEAAAAYCYGlAERru5AIhTwlm54rXj1UyFfkcEHtNpjk1qfkNLubKZHNCzy5hPeii0F6z4q2fKzoZ0ngt6hndf2zdo0bXU3v6/KanPJvXVyOCF/vPPOO88///zS0lLp1H333ffpp58mJyeLmncHAQANEI1bGGEVAAAAAMzDgDIgYik7Egv11hG7Bcq2fLZtSu+iZXcZzCSc8e1a9rij85jfWvT4L5lEA+WMbd2q192dxvycdtiVNmeykUtiXL6xPRflTRtYvvVrv98fqFH9BKqRkJBwxx13SBGFzWaTwomnn35avopOPQANFI1bGEEsAQAAAJiJAWVAZNINJJSDqryp2/8aUvDvZf7KTQYezBrX8sg2g1/pcNRXye3OsNijBRo4mzOpWecrpXBCiiiccVlGLgm6N5ctvaJg9ih34Vx/DSWcGDJkyAknnGCrMW3atBkzZsiXqIMxAGgoaNzCCGIJAAAAwEwMKAMiTdgkCbFnMuEuXpI755ScmeN8pYv3/lgWW2Lr8R1Hfdd6wDOxaUcINC4WqzMp69QOR3/deuBzMan9jVziL11YNHds8cKLfOXrlJkTkiuuuCIlJUWKJaxW64svvujxeMKCMQEADQSNWxhBLAEAAACYiQFlQESpY9Umb8XWvH+v2PHXoKqcSXt/IIs9qc1JHUf9kN7nAUdMhkBjZolrMTxryBvtRnyckD5WyqL2eoEnd0L+jMEly+/wufPkWMLlcl1yySV2u11KJnJycj766CPlGShfwjsFgIaCxi2MIJYAAAAAzMSAMiBCKF3AOttIBLxFq57aPqVXxZZPhAju5YGsjqSsUzuN+qFV7/85olsKNBlRiV0y+j/aadSPKe3Pt9pj91I75HNvfTt/Wv+ydc/7fVVSMjFy5MiuXbs6nU4pnPjqq6+2bt2qPCF3XsG0CQANAY1bGEEsAQAAAJiJAWWA6fayalPBrG1TDi9Z+UAoUFX341iszuSsMzqN+qlVr7vt0S0EmiTpV9+i+00dpXCi3TmyoXAxAAAQAElEQVR7nTkR8pdWrH0of9qAiq1fBAL+q666ylFDeu49//zzcijGtAkADQuNWxhBLAEAAACYiQFlgLnqWLXJ78nPX3BV9vRR/oo1e3sYS2LGcR1H/dCy1x32qDSBJs/mTGzR49YOR30V12L4XisHPVtLl15dMOe4VqnBMWPGuFwup9O5bNmyv//+W44llHBCrs+0CQCRjMYtjCC8AgAAAOpDWI9nIBDw+/1erzc3N1cqzMjIiI+PFwDqkfqfw+oB6TV/p4HSje+XrLwv6C3c6+NEp/Ru2eP2qMTDBKCnIn9uzpJnPOXr9l7VGhPX6f6YNpdardV7XyssKqJmJLJcnY4/AJEmLy9PauJWVlb6fD5nDYfDIX+Ut8+RqF/WBJoqYgkAAACgPtQWS+Tk5Ej/JEtPTyeWAOpTbas2STylywsWXO0tnrfXB3HGt2vR5Ya4liMEULdQsGjTd3mrXg94i/Za1544MLHnm/aY1rrJhHQs9gwk6NcDEDmkWEIKJNxut9TKJZZAHewCAAAAgHlYfheof9qFm3amhv6q4pUPl65/WYT8dT+CzZna7LArk7NO3uvmAUA1izW57WmJmePy17xTsP4zEfTVUddfMjd/5pD4zg9GZ14s9d/JT065F0/6KAXbYbMlWC8FQEShcQsjiCUAAAAAM9GdBNSnuiZJFM3Lm3eRv3JD3Y9gsUWldjgvrcPFFnu0APaF1R7bvOt/ktucmrPixbIdU+qoaQlWlq+8zZ39XWKPV+0xrZVkQtT090kH8l3lHUR+PvNuAiAS0LiFEWx5DQAAAJiJAWVAvaktkwgGvEUrHtox7ei9ZhJxLYZ1PPqbZoddQyaB/eaIzcw8/Km2Q992JXSuu6a/eGbhrGGVWz7w+/2BXeSVANX7YIc9sQHAXDRuYQSzJQAAAAAzMaAMqAe6u1vLvGXr8uef7y1ZVPcj2F1pLXr8NyF9tAAOhuiUPu2P/KRky4TcFa/4Pfm1VQsFystW3OLO/iahx+v26HTleStvOCHXkXsAmTYBIELQuIURzJYAAAAAzMSAMuBQq3UniWCwZP1bO/4etLdMwpLc9rQOI78hk8DBZklsfULHkd+ldb7cYnPVUc9XNKNw5pCKLR+qp00oMyeUaRNKfd5WAJiIxi2MYLYEAAAAYCYGlAGHVG2ZRMBbkP/vZVU5k+q+3BnfLr33fdHJPQVwaFjs0c0Ouzopc/zW+Xe4S1bVVi0UKCtfcbM35/uEPp/a7FHKQmTqaRM7H5B9sAGYitcfGMFsCQAAAMBMDCgDDpGwNffV3AWztk05vO5MwmJ1NetyXYcRn5FJoB44YjPbDf8grfMVwmKro5q38O/C2Ud5S5cGAgG/3x9UUZ7wbDUBwFw0bmEEsQQAAABgJgaUAYdCHQs3Fa9+NnvG2KAnp47LoxIPa3/kZ2mdLhFW1hhAfbHYmx12Vbth7zpiMuqoFaxcUzhndPmGl2qCCX/Yak5hCzqFLe4EAPWAxi2MIJYAAAAAzMSAMuCgCxstLqcREr+3JGfOGcUr7hUhf60XW2xpnS9rN/wDZ1wbAdS7qKTuHY76IqnNSXXUsYR8lWsfLFlwbsBbot5tQskkFHJ93mUA1CcatzCCWAIAAAAwEwPKgIMrbJy4Mn7cW7pix1+D3Dm/1HGtIyaj3bB3mx12jbAwSQKmsdiiWvX+X+sBz9qciXVU8xZMLpwzylu+VjtnggWdAJiIxi2MIJYAAAAAzMSAMuBgqW0zCamXtmzzZzumDvNXbqzj8qQ2J3c46ouopO4CiABxLUd0OPqrmLSBddQJVm0onjO6KmdiQEW9oJMgmQBQ72jcwghiCQAAAMBMDCgDDoraNpMI+N35C68rWHBZKFBV27U2Z2LrAc+26n2vxRYlgIhhc6ZkDX61Zc/bLTZXrZWC5WWLLyhf/3z1MmU10yakA2VBJ7aaAFD/aNzCCGIJAAAAwEwMKAMOnHYzCblD1ufOy54+umLz+3VcG53Su/1RX8S1HCGAiJTc9sz2Iz5zxXesrYL0NlK1/tHiRZcG/VWBmo2ww1ZzCksjeNMBcEjRuIURxBIAAACAmRhQBhwg3c0kJJ6yNTv+HuItnl/HtSntz2875E27K00AEcwZ16b9iI9TO15cRzeOL++n4nnH+So2a1dzYhNsAPWJxi2MIJYAAAAAzMSAMuBA1LaZRGXu39l/DwtUba3tQqs9tvWAZ1p0v0lYbAKIfFZ7867Xtx36VnRKn9qq+MuWlPwz2lM4W3erCTbBBlA/aNzCCGIJAAAAwEwMKAP2W60bXG/5LHf2+FCgrLYLnfHt2h/5aVzLIwXQoESn9G475M2U9ufXViHoKyz595SKze/JO0wosYQykUiQTAA4xGjcwghiCQAAAMBMDCgD9k8tmUSgcOmdhQsuF6FAbRcmZIxrP/wjR0yGABoii7VF95vS+z1c20Qfi/BXrr69eMn1wYA3bNqE7ibYAgAOKhq3MMIuAAAAAJiHAWXAflAvR6NMkggFKnP+udCd80sdF7bseVty27ME0MAlZhzrjE7f8s8tAW+JbgVfzhdF3u2JvT8OhWJstt0BhtW6e3yq/O7D2xCAg4tXFRjBbAkAAADATAwoA/aVbibhd+ds/3tEHZmE1ZHQdtj7ZBJoNKJTercf8YkrvkNtFfxF00r+PVXKLcL2mWAHbACHFI1bGEEsAQAAAJiJAWXAPgnLJORuVm/5xuypR/rKltd2lTMuq/3wD6OTewigEbFHt2w3/IO45kNrq+AvnV887wQptNNugq1NJuhGBHBQ0LiFEcQSAAAAgJkYUAYYp84klK5Vb9m6nBmj/VWba7sqOqVPu2EfOGIzBdDoWGxRrY94Pq3TpbVVCFauKP7nWG/FJnkTbOWjNpkQTJsAcDDQuIURxBIAAACAmRhQBhihdJ4qmYRc4i1blT19VMC9vbYLE9KPaTv4dasjTgCNlqVZl2sz+j9hsbp0T4c8W8r+He8pXa2eLUEyAeAQoXELI4glAAAAADMxoAzYq7AV8OW+VOmjp2RZ9rTRQW9uLddZmh12TUb/x4TVLoDGLiF9dNth79icKbpng57s6mSieLEUS/j9fnU4wVYTAA4uGrcwglgCAAAAMBMDyoC61ZZJuIsW5sw4Jugr0L/M6sg8/Mm0zpcJoMmISuzSbvgHjpgM3bMhf1H5wlPchXPkdZy0yYTQ/LkBwH6gcQsjiCUAAAAAMzGgDKhDbZmEt2RJ7sxxQV+R7lUWW3TWoFfjW40UQBPjiGnVbti7zrgs3bOhQFn5ojPc+X+RTAA4dGjcwghiCQAAAMBMDCgDalPrPInCOdnTx0gdrLpXWR3xbYe8GZPaVwBNks2V2nbIO66Ew/RPB91li86tyvk5sEtwT4JkAsCBoXELI4glAAAAADMxoAzQVWsmUTArd9b42jIJmzO57dC3o5K6CqAJs7mS2g55PSqpu+5Zi/BXLL2kctsXAZWw7a9JJgDsNxq3MIJYAgAAADATA8oArVr3uC5enDP7pFCgUvcqe3SLdsPec8V3EECTZ3XEZw1+LSa1f20VqlbfXLXjB3kHbHlNJ+UPjWQCwIGgcQsjiCUAAAAAMzGgDKhNWCbhK1uZM+s4EajQreyMbdNu2PuO2EwBoIbVHtNm0EuxaUfon5byvZXXuvP+kP64tMmEvJrT7rq8TwEwjMYtjCCWAAAAAMzEgDIgjHqk9u49rsvXZ88YG6plj2tXfKe2w961RzUTAFQsVmebI16Ib3W0/ulQ9WpOnoJp2mRCvaDTzrp0MgIwhsYtjCCWAAAAAMzEgDJATZ1JKB2jvorNubOODXrzdS+JTu7ZduhbNmeSAKBltWf2fyIh/Rj9syFP+ZILPEXzlGRCpptMAIARNG5hBLEEAAAAYCYGlAGKsExC7hv1VeXkzh4fqNqqe0l0Su+sQa9aHXECQG0stoz+jyVmHq9/NlhVvvgcT/FiebaEPGEiLJyQK9LPCMAIGrcwglgCAAAAMBMDygBZ2HIxcpeo31OQM3Ocv2Kd7iVRiV3bHPGSxR4tAOxNep/74luN1D8XKK1YfKandFVgF5IJAPuNxi2MIJYAAAAAzMSAMkCo+jrVS8f4vaU5M471l6/SvcQZ3y5r8GtWe4wAYITFltn/sdhmg3RPhvxFFYvP8JZvIpkAcIBo3MIIYgkAAADATAwoA7SZRHVXqN+TP/cMX9lS3UscMRltB7/J2k3AvrHYWw94Jia1v+7JkDenYvFZfncBqzkBOBA0bmEEsQQAAABgJgaUoYnTzySCwbwFV7oLpuleYo9u0XbIGzZXsgCwjyw2V5sjXohK6q57NujeUL7kAr+3Sp1MhPYk16TPEUBtaNzCCGIJAAAAwEwMKENTprt2k6Rkzf9Vbf9K9xK7K63tkDft0S0FgP1isUVlDXrZldBZ92ygbH7Fqpv8fr8yVUIdTog9/2wFAGjQuIURxBIAAACAmRhQBih9nfJUifKt35asfFC3ptWZmDXkTUdMhgBwAKyO+KzBrzrjsnTP+nK/q9zwjJRMaJdykj4KAgkAdaJxCyOIJQAAAAAzMaAMTZZ65LXS4+kunFew4DKpWFvfYnNlDXrFGddGADhgNmdS1qBXba5U3bPezc94cyfImYQ6nFCSCRnvXwC0aNzCCGIJAAAAwEwMKEPTpM4klHkSvooteXNOFSGv3hWWzP5PRSV2EQAOEnt0i6xBL0uBn+7ZypXXewrnqFdzCttnQq5G5yOAMDRuYQSxBAAAAGAmBpShCVI/5+VAQvoY8Jbkzjkp6CvQvaRF95viWgwVAA4qV0KnzP5P6PcOhbyVyy7yVWwM7EIyAcAIGrcwglgCAAAAMBMDytDU6G5zHQwG8ued5y9fpXtJUtapKe3PEwAOgbgWw1v2vF3/XKCkYukFfm9Z2CYT6nBCrkgXJAAFjVsYQSwBAAAAmIkBZWiaVIFEteJVT7rz/9StGZs2sFXPOwWAQya57ekp7c7VPRWqWlux8sawTSbUmQRvYQDC0LiFEcQSAAAAgJkYUIYmRbulhKQqf1rp6kd167viO7Ye8Iyw8E9X4NCqWSdtuO6pQMEv7q3vhM2WUG9/TT4BQI3GLYygbQcAAACYiQFlaDrUT3WlT9NXuS1/3rnSSW19mzM1a/ArFnu0AHCoWayZ/R+PSuqme9K9/iFv8QJ5+2vtPhNKNd7OAAgatzCGWAIAAAAwEwPK0ETobynh9+TNPSPkK9LWt9iis4a8YnOlCgD1wmKLajPwRXtUC51Twl+5/FK/J19OJrR7X7PJBAAFjVsYQSwBAAAAmIkBZWhS9tzmOli49L++0kW6NTP7P+6K7ygA1CObK6nNEc9brE6dc76cyuVXBvw+3e2vBYEEgF1o3MIIYgkAAADATAwoQ1Ogu6VExdYvKja/q1s/tcMFcS2GCQD1zpXQqVXve3VPBUtnV65/THf7azaZAKCgcQsjiCUAAAAAMzGgDI2euqdSiVxUgQAAEABJREFU2VLCU7KkcNG1uvWjk3s273q9AGCSxMzjktqcpHvKv/11b95E3e2v2WQCgIzGLYwglgAAAADMxIAyNG5hPZWygK8y/59zQkGPtr7NmdJ64DPCYhMAzNOy5x2u+E66p6pW/cdXuV2ZM6HdZ0KuRqck0GTRuIURxBIAAACAmRhQhqYgbEuJomV3+Ss36NSz2KRMQkomBABTWazO1gOftTridc4Fy92rb/D7/epMQj1hgjc1oImjcQsjiCUAAAAAMzGgDI2Y7pYSVbmTKza/rVu/eZfropN7CgARwBHTKrP/47qnAiWzPFvfCttkQsknlGr0SwJNE41bGEEsAQAAAJiJAWVorLTLN1X3YHoKCxZcrls/rsWw1I4XCgARI7bZoNROl+ie8mx63Fu6srZNJljKCWjKaNzCCGIJAAAAwEwMKEPjFrZ8U/6CK4PefG01uysto+8jAkCEaX7YNVGJXbXllpDPveo6v8+tTiZCexIAmiQatzCCWAIAAAAwEwPK0Chpl2+SuizLt3zqzv1Vr7olo9+jVkecABBpLNbM/o9bbNHaM6Gqle5N/ydvMqHd+1rs+ToAoOmgcQsjiCUAAAAAMzGgDI2PujNCWW7eV7G5eOl/deuntD83Jq2/ABCRHLGZLbvfqnvKv+11X/FcZZOJsGkTSjU6KIEmhcYtjCCWAAAAAMzEgDI0Muo15ZWx0lKPZcG/F4UCZdr6zris5l2vFwAiWFLWybHNBuudCbpX3xDwlkmZhPSXrp0zwRsc0ATRuIURxBIAAACAmRhQhkZJFUhUK133orf4H516Vkfm4U9arA4BILJl9H3I5kzWOeHd7l5/X9g6TuoJEyzlBDQ1NG5hBLEEAAAAYCYGlKEx0S7fJPFVbChd9bBu/eZdrnXFdxQAIp7NlSwlE7qn/Llf+otn+P1+eSmnsDkTSjXe7IAmgsYtjCCWAAAAAMzEgDI0Pnsu3xQsXHRtKOjRVotO7pna4XwBoIGIbT44KetU3VNVq28L+Kt0J0ywlBPQ1NC4hRHEEgAAAICZGFCGRiNswRa5d7Ji29eegmnaylZ7bGb/x6W/AAGg4WjZ/VZHbKbOCe8Wz5aXWcoJgKBxC2OIJQAAAAAzMaAMjUPYUi0yv7e0ePmduvVbdLvJHt1SAGhQLDZXRp8HdU/5t73mr9ggxxLyx7BkAkATQeMWRhBLAAAAAGZiQBkaE/WaLVJ3ZMnKB4KeHG216OReSVmnCAANUHRK76Q2J+mcCHk96+5QJkwoyUTYUk685QGNHo1bGEEsAQAAAJiJAWVoBMIWaZEzCW/xgopNb+nUttjS+9wnADRYLbrdZHMmacuDpbN8ud8r6zipN75m72ug6aBxCyOIJQAAAAAzMaAMjYmSSUgfChZeJRVo66R2vNAZ11YAaLCsjvgW3W/WPeXd8EDAV6qeMCEnE2LX64MA0NjRuIURxBIAAACAmRhQhoZOO1VCUr7xTX/5Cm1lR0xGs85XCAANXGLm8TGph+ucCBR5NjwuL+WkbH0fFk4IJkwAjRqNWxhBLAEAAACYiQFlaNB0d7oOeApLVj6kWz+9z30Wq1MAaPjSe9+r++ccyP00ULEysEttSzkBaKxo3MIIYgkAAADATAwoQyMQvtP16ieC/lJttYT0Y2JS+wsAjYIjNjOt4yV6Z4KeDY+oJ0woH9n7GmgKaNzCCGIJAAAAwEwMKEPDpZ0qIfU8+is3l218U1vZ6ohv2fN2AaARSet0iTMuS1seLJnqL56hO1uCtzyg0aNxCyOIJQAAAAAzMaAMDZ16noT0sWj5PRbh11Zr3uV6mzNJAGhMrPb03vfpnqne+9rvkzOJ2va+puMSaJRo3MIIYgkAAADATAwoQwOlu9O1p3ihO/t7bWVnXPvktqcKAI1OdErvhPRjdE641/hyv9bufc2ECaDRo3ELI4glAAAAADMxoAwNnXq2RPHSW3TrtOp5h9RNIQA0Rs27Xi8sdm25f+uzAV9l2GyJsO2v6bsEGh8atzCCWAIAAAAwEwPK0BDpTpWo3P69t/gfbeXYZoNj0tjpGmi0HDHpKW3P1Dnhy/Fue0PJJMI2mVBq8SYINDI0bmEEsQQAAABgJgaUoUHbPVUi4CtZcY9eFUuL7jcLAI1aWufLrPZYbbl/++t+d05tyQQdl0CjROMWRhBLAAAAAGZiQBkanLBJEvKqLGUb3wy4t2grJ7Ye74pvLwA0ajZnYlqnS7XlllCVf+vz6h0mdDMJ3geBxoTGLYwglgAAAADMxIAyNGg7OxcDVaWrn9SetVidzbtcKwA0ASntzrZHNdeW+3O/8FduVu8wwYQJoHGjcQsjiCUAAAAAMzGgDA2L7lSJ8s3vhfyF2sopHc6zRzUTAJoAi83VvOt1OuUi4Nv2qpxJyK8Y6mRC7LlXDYBGgMYtjCCWAAAAAMzEgDI0UKpdJTyla57VVrA6EtI6XCQANBmJmce74jtoy4MF3wTc2fJSTmFTJei7BBofGrcwglgCAAAAMBMDytCAqKdKyAdSD2PFlo+D3hxt5bSOF1sdcQJAU9K86/XaQkvI59/+etjG10yYABorGrcwglgCAAAAMBMDytAQqZZw8pWu/T9tBasjPqXdmQJAExPXYrgrTmfChD/3s5CvUEkmmDABNGI0bmEEsQQAAABgJgaUoaHQnSpRvuWzoHurtnJq+/MttigBoOlpdtiV2kJLyOPd9oayjpN2woSMN0SgEaBxCyOIJQAAAAAzMaAMDZGyrUTZume0Zy32mJT25wgATVJ8+khnbBtteSD346CvOCyQYM4E0PjQuIURxBIAAACAmRhQhgZBPVViZyQRDFZs/yZQuV5bObX9OVZ7jADQRFn0J0wEK/073t3rhAkADR2NWxhBLAEAAACYiQFlaHCUYKJs7dPasxabK7X9+QJAE5aQfozuhAl/9vsBX1ndEybozQQaOhq3MIJYAgAAADATA8oQ+dR9hcpUicrsif7yldrKKe3OsjriBYCmzGJN63SJTnGwLJD7mTxbQn4lYcIE0PjQuIURxBIAAACAmRhQhgZEPai5YtMb2go1UyUuFACavMTMYx3RrbTl/uz3ggG/spQTEyaAxofGLYwglgAAAADMxIAyRDj181OZKuErX+/Jn6KtnNzmVJsrSQCAxZ7a8WKdYl+2v2iyMkkiLJkQABo+GrcwglgCAAAAMBMDytAghA1nLt/4ilSmqWVN7cCuEgB2SmpzgtWZqC0PZH8Q2EW9jpPY9VIjmDABNGQ0bmEEsQQAAABgJgaUIZJpp0pIAr7Sii0fayvHtxxhj24hAKCGxepMzjpV50T57EDlaiZMAI0VjVsYQSwBAAAAmIkBZYh86h7D6s2ut3woglXaasntzhQAoJKSdZpu11Mw5331VAn1rtdMmAAaOhq3MIJYAgAAADATA8rQIKi6C4Nl61/WVnDEZMSmDRQAoGKPbhnf6ihteTD/u5C/TL3rtXopJwANGo1bGEEsAQAAAJiJAWWIWNqRy5Kq7F+Cnu3ayqnt2VUCgI4U3XlUIa8v+2Mph1DmTLCOE9Bo0LiFEcQSAAAAgJkYUIYGQRnLXLH5Te1Zqz02qc0JAgA0YlIPd8a115YH8z4OBvy17TDBOk5Aw0XjFkYQSwAAAABmYkAZIpPuZtf+yo2e/L+0lZNan2ixRQkA0JPS7ixtocWXHSiaot5bQp1MCAANFo1bGEEsAQAAAJiJAWWIZGGDlyu3falXy6Lb5wgAsqTWx1vtsdryYMEPYbteK9tLEE4ADReNWxhBLAEAAACYiQFliHDqLsLKrZ9oK8Q2G+SIzRQAUAuLLSqp9Una8lDpn0F/WW3rOO2sQ+cm0NDQuIURxBIAAACAmRhQhggUNlpZ7iv0FC8MVG3UVmZXCQB7lZSlE0uIoNtfMFE9W4JFnIBGgMYtjCCWAAAAAMzEgDJEOLmLUOoxdO/4WnvWYnXFtzhSAECdXPEdXPGdtOWhogm1bS/BxtdAA0XjFkYQSwAAAABmYkAZIpmqbzBYsfUzbYWEVqMsNpcAgL1JzBynLQyVzgh6i9j4GmhMaNzCCGIJAAAAwEwMKEOkUa/gpPAWzgz58rWVEzLHCgAwIDFD5+XCIoKBgp/CNr5Wz5OgcxNocGjcwghiCQAAAMBMDChDxFJ3C1Zs+1JbwepIiGs2SACAAfboltEpfbTlYes4qSdM7K7DGyXQcNC4hRHEEgAAAICZGFCGiBLWj7Bz0HLA687+QVs5MWOcsNgEABhT/aKhVfFvyLO9tu0lBICGhsYtjCCWAAAAAMzEgDJEoLAVnNx5v4f8xdpqukuyAEBtEtOP0c0ygwU/1pZJEE4ADQ6NWxhBLAEAAACYiQFliEzqDsHK7V9pK9ijWkSn9BYAYJjVqb/yW7DwJzmTqGPXa3o5gYaCxi2MIJYAAAAAzMSAMkQO3RWcAr5Kd84v2sqJrY8TALCPEjL11nFyrw5UrNLues1UCaAhonELI4glAAAAADMxoAyRJqxDsCr7BxHyaKslZhwrAGAfJbQ82mJzactDRT/VFksQTgANC41bGEEsAQAAAJiJAWWIQMoKTlL/YNWOr7UVXPGdXPHtBQDsI4stKr7FkdryYMEP6uWblAOhmsjF2yXQINC4hRHEEgAAAICZGFCGCBHW8bezZ9Bb5C34U1s5UXcZFgAwIDFD5wXE4ssOlM7TnTAhADQoNG5hBLEEAAAAYCYGlCGiqDMJiTv3FxEKaKvp9ioCgBFxzYdYHQna8mDxZPXG16zjBDRQNG5hBLEEAAAAYCYGlCHS7LGCU57OVInolD726BYCAPaP1Z6QPlqnvGwW6zgBjQCNWxhBLAEAAACYiQFliChhsyW8BX9p68S3PEoAwAHQ3V5CVK0M+opYxwlo6GjcwghiCQAAAMBMDChDJFCPR1b6AX1ly0O+fG3luGYDBQAcgNjUfsJi0xQHAyUzdNdxErtemgSAiEfjFkYQSwAAAABmYkAZItCuqRJ/a09ZHXGuhM4CAA6AxR4dk9Jb50Qt6zip3yh50wQiHI1bGEEsAQAAAJiJAWWIKOrhyd5CnVgirtlQAQAHLDZNZ95VqGyWHEXobnwtADQENG5hBLEEAAAAYCYGlMF0YQuk7Oz/C/rc+dO0lWObHSEA4IDpvphYvFuC7i1sLAE0aDRuYQSxBAAAAGAmBpQhoijJhLd4nghWaivEtxguAOCARSf3sNiiteWh0pm6u16TUgANBY1bGEEsAQAAAJiJAWWIHOqOP0/+X9oKzrgsmytZAMBBYInTnX1VPkv6oLuCk/J2yfsmEMlo3MIIYgkAAADATAwoQ4RQ9/dVxxJ6+13HprGCE4CDJraZ7vYSM5XtJZgnATRENG5hBLEEAAAAYCYGlMFc6jHIuzv//BXe4n+0ldlYAsBBpJt0WgIlgfJlusmEUO2CAyBi0biFEcQSAAAAgJkYUIaIsnOqROF0iwhoTlri0gYKADhInHVQxmoAABAASURBVHFZ9uiW2nJLxWyhWsdJPhCs3QQ0EDRuYQSxBAAAAGAmBpQhQqiHJLvz/tRWiE7uabFHCwA4eOJ013EqnVnHbImddXjrBCIVjVsYQSwBAAAAmIkBZYgEYUs5+YqmauvorgIPAAdCfx2ninki5FcnE4Llm4CGg8YtjCCWAAAAAMzEgDKYKCyNkD8GvXn+8hXayux3LQtm50kdpftwQfWqWB4BQE9c8yE6pSFPoPQfbSZBPgE0CDRuYQSxBAAAAGAmBpQhcuzaWGKO9pTFFh2T0ks0Lr6fpoQCgX29yv/HrNCWHftUX1S4BQA9Vke8K6GztjxUsVCo0gi2lwAaEBq3MIJYAgAAADATA8oQCdSrt/vLlmorxKb1l6IJ0bhY27fx3Pt8YMnqfboquG6Lf8ocQ1UDfv+Pf/hnL7SkJAoAtYhrpjcTq2ol20sADRSNWxhBLAEAAACYiQFlMJ2676B6Ywm9WCI6qadodGzdO1oS4933Pu99/1tRZXSdpcDGbb4JU0KFxXup5w/4fvzT8+63tr5dBYDaRSfrvbxUrVIyCbaXABoWGrcwglgCAAAAMBMDymCusHXbq2OJUp1YIiqhk2iMnLdcbGubEZz9bdVNjwQWrtj7BR6vKCi2ZeR5P52wl4qvf+b/6RNh99kH9xMAaufSe3mxeDcFAx7tlhK8YwKRj8YtjCCWAAAAAMzEgDKYJazLYGeHX6Ay6N6krexqpLGExem0n3VssMrp6Dzb++oz3ve/CxWX1VE/VF4pfXT23hpYvFDUsi9FqKLS8/gbobU/OnpstQ8fwgpOQN2csa0ttmhNcVBUrar+n2oRJ/kE+QQQ4Wjcwgi7AAAAAGAeBpTBdOrOPm/JYm0Fiy3KEdNKNFL2If2CS8cGcz6KGrXIO7+wavLfrjuutXXvKKx6w/jKKqSfkyXeY09f6ftmkuPMY8POh0rKPY+9YrXOcg7d6pncx3nPGGFMVWXl6aeMEPtuwMBhDzz8vHTw15Tfnn7yXqX8qmtvO/Gks3QvWbpkwR3/vUK5e+bZl150ybXK3T9+//nZ/7tf7KM33/k2I7ON8frSk+2fOdOXLPl39apl+fk5hQX5TldUy1YZLVq0Sk9vPe7Yk1u2ytS9sLYvz2qzJSWlJCWmJCWnJEn/pTbr0bPf4QOG1N01tmjhP3ffcY265I23v85s3VbU6crLT9u2ZVNtZ202e0JCYkJCUmpa846duvbs1a9f/0Haal6v55QThip3+/Uf/PBjL+k+4JbNG2+9+ZKK8t2BmfTNPv3M2126Np6l1aISOlQVhc/TClWtDMb3DmnsUYfeTyDy0LiFEcQSAAAAgJnoUkEk2L3fdfky7dnopEa+O4LjrOOrbphrSytzHr45WFjgffkZa8cBzuvOs8SEj+AOSrFEjNdiFfaswqovf7UdfYS1Wcrus8WlngdetqfMsHfJCRbGBC0Z1uZpAhrr16164blH1q7ZY9UsqZt+bVnJ2tXLpeNvvv5o3LGnnHv+FcnJqQYfMxgIFBbkSTel5OsvP5CyjfsfeLZN2/a1XTVp4o9hJT9P+Oaqa24VByAQ8BcVFUi3TZvW/Tt/1pefv9u33xG3/PfBlNT9eTIU5Ofefec1e2QSVtuddz/emDIJUT0fq7M2lpC3l6gNb51AxOIvFEawiBMAAABgJgaUwVxhG8nqbizhim+cKzgpLIlxrusu9C1uJx3b0iqijlxgKfnRfduj/unzw2qGyipszcqE1WJN8tuztgVm/KucCq7d5Ln9MXv6X45uOVJu4d+Y4hgzVES5BPaUvWPbXXdcE5ZJhJEyhl8mfH3j9ReWl5WKA/pcW++4/araZja4q6pmTJ8SVjj595/8fr84qBb8O+eO264sLi4U+6iqsuKuO69RZy0Wi/W/tz80dNhI0bhEJXTUKdWLJQSAiEfjFkYQSwAAAABmYkAZTKRkEsrdQPlybTX9HsPGxXZEb2vXkb6lraQfhsUZdPbZ7jp8ivfNl9yPvSbvJ7FTWYU1uUo47CI9zXnEJt+vE+UdJoKrNlTd+6SzzyxH+0Lhckg/0EB+K/uJRwtoPPrQ7QbDhoL8nGee3uflpMKUlhS98fozuqem/PGLz+sJK6ysKJ8+dbI42LZv2/zWG8/t0yV+n+++/90YlqncdOt9Rx49VjQ6+tln1TI5ipC3l5DLlHCClAKIWDRuYQSLOAEAAABmYkAZTBHS3e86FPKV6c2WaKT7XYdxnDu+6uZ5traFtgSPiI2y2n3Rxy73r89137rJcfJx9mOrN34I5RVaUyuEXYolmlm25FpjNnq/n2xNS/Z99HHUyCXViUWzJCm08M8I2rodYXE4jH92l8v1+FOvhxW63e4H77tJudupc/dLL78hrE58/KHdUvukU84dNHjvm16kNWsuDJg5/c/161cpdx1O1ymnnjds+MiMjKzKyoqtWzf+PumnKZN/VirMnTNt7ZqVHTt1EYa/vM2b1n/5+fsFBblKyfx5M1etXHpYlx5h1/4+6Ufdx5z42w9HjRwnjImOib3vAZ3Yo7i48Ldfvl+0cK5SMu3v3y+/8iaDy1JJHfGPPXrH8qUL1YVXXXvb6DHjRWMUnajzK7aEqkLe7SF7G+UFSvqx2Gw2QacnENlo3MIIYgkAAADATPStwFx7TJWo2iCCVdo6UU0jlrCkpTivutj3aYl1xHKL2yf6drZsznY4cq3NZnh/2OZfsd559nHBvEJHapVwRYvEZKnfxdEt2/Pdb8JW6hqy2pZSJaJdom16aO4K35Lurmv77tNnt9psvXofHlZYVVmpvhsfn6Ctc6hlZLQ5iJ906dIF6ruPPPZyj547f1BR0dEpqWnS55I67r/56kOlzoJ/59QRS2i/POnumGNO/O8tl61ftzv/mDt3elgssXnj+tWrdu+kIn3SoqIC+Xjxon92bN/aKj1TGGC322v7+QwfMebm/1y8ZvXOzxII+KWIZcDAoQYeVbz4/CNzZk1Vl1x6+X9q28O8EbDYo+3RLf1V2eEnKleGolurV3DSTpLgbRSINPxVwggWcQIAAADMxIAymE7p5vOWLNGedcRmWmxRommwD+4dSurjW9usemmmDdvE4T1En8NszTzRo1fYvJ9V3Xh/YMEia4yveraEq4Vo28qWXGXvuDb6uMU2KatwOsSQniK7IFTuFNZU24AeAhqFBfnKcUJispJJqJ1++oUWy+7OCvWEA4NcUVGnnHrunp83L6zOpIk/KMcOp+uW2x5Un5342/figEkv7337HaEuycvNNnLhF5+9+/uee3Gfdc6lp51xoWjUdOPPUJ27XgsAEYnGLYxgtgQAAABgJgaUwUTqXgPp2F+2TFuniUyV2Mlmi7rtUvfdW4JtCq2iVGzeIdoPF4lpYsVye6jAllbhW9miuprdKqwJonN7sSXH2WNHTYlNHN5TOFwip8C/oZnzvFNFzVIzspDfb5Hu8pcuRFbb9tN2zQEoLSn66ccvTjgxfAZAQlLSM8+96/G65bsO+z6shaVo1WqPuQ6lpSXqu36//48/di8VNWjQkf36D8ponaVs5CDFEhdefK3VepCHcsbFx++1zh+///zh+6+qS8afcKb0xYjGTnqpKc+ZFl7qZtdroOGhcQsjmC0BAAAAmIkBZTCLekUUWaBCZ7/rJrKxhMKSnGg/drxnWsdQwCLWbhbeLSJloBg4ytKlrbWZ3zWopts6yimEU7g6iuRdvcw9DhNp3cTqTaGKoH9ze9uAXqHS8uDqDb5fproffNn32c8CNTp17qq++/orT99wzXm/TvgmN2eHuvywrj169T5cvnXt3lvsuy1bNqrvxsUlqO/OmfV3aUmxcnfUmOOlj+PGnaKUSGdnzfhTHBgp/Phn7nR1SVZW+7ovWbhg7vPPPqQuGTvu5Guuv100Aa6EjtpCy56xhFxIOAFEOBq3MILZEgAAAICZGFCGSLBzv+tSnUWcouI7iibGceJI35+zAznb7emlYv48MaS1cLYXXTNE2wVi9nxRUlE9E8KaIqyxIj1D5BWLPp1F1hBRsUVsyQ5sThYBp/v+l4Ibt4porzXebWk10HnBSaLevfHq09JNHLBXX35CutVd5/GnXje4/0S/foOkmosXzVNK1q9f9fJLj0sH6Rltevcd0LVLr36HDzK4L3RtSoqLPvv0HXVJamqa+u7k3ycoxympzfofPlg6GDX6+PfffTkQ8Mvlkyb+OHT4KLFfqior161b9d47L21Yv1opbNe+c+s2dcUSq1cte+iBW4PBgFJitdrOu/Aq0TRExeskoBbvplDQK/1RqveWkE8pJbyHApGGxi2MIJYAAAAAzMSAMtQ/7YaxNf/zB91btZUb62yJwPxlobJya3KCSEywJCVYEuPUiyxF3X6F+55ca9w/VkuJ2DFfpB8prNEi5nAxNF1smC0cdmFJEJY4kd5deCpF1hhhiRI7pgifP1DusrVZbWtWbu1TJSwh9x99XJeeJrCL1Wa7654nbrjuvPy8nLBT27dtlm6/TvhGOu7dZ+AZZ10UtjFD3dxVVbk5O/LystetW/3j958p+1fL+vbd/VBSaPHP3BnK3aNHHisv1pSYlDxw0HBlksS8f2YWFOSlpjar+/OWlZYcP9ZQJHPRJdfVsSpUfn7u/f+70ePeY895KaJ46/Xn7rznMdEEOOOyhNUhgr7wE56NIWc31nECGhAatzCCWAIAAAAwEwPKYCL1AOSgR+om1nYiWJyxmaIxsnZu6337K8/UeRaXW7j8ImixJqSKuERLYqolMdGSkmiJSfUuyIw6cp1YvFIktRJxvYUlUUS3FF0PE555wpomLA4R3Vt0aSnsh4nyqWL1ZulhXb23V8cbDluoMuj5u5vzsoutbTMEVBISk154+aMP3ntl0m8/6j3lqi1aOFe69R8w5OZb7ktOSavj0YxM5pBCjp69+yt3J/72g/R8V+6OGXOCcjx6zHjV2k2h33757rwLrhQHw6mnXzBg4NA6KmzetE63fNrUSWOOGS/9KESjZ7FKrzbesg1hxSFvTijUVR1IaJMJ3kmBiMKfJIxgbwkAAADATAwog+nkZ6DfvUN7yh4l9Qg3zp4FS3ys68YLo+66UlhjHYflRB+/1DV8qqvPT862H9iiX7XkPGtrOcsS6w1V2oXbK1YuEsEKYYmpvtnaipizqxdxsiQIexfhHCIs0WLzfOHzV8+i6JIljuwrrFbfquYira99eH8BjaSklBtv/t/Lr316+pkXZbZuW1u1+f/MvOk/FxXk54oDkJra/NbbHlCXTJ78k3J8WJcerbPaKXcHHjFcSk2Uu7/+8u0Bvj5bLNZ27Tvfe9//XXbFjcavioqOUd994flHqyorRRNgd+nNTfHlagMJpk0AkYzGLYxgtgQAAAAANEXqLgPp2F+6UFsnKrGLaMSsVtvAXlGP3+H7+DvPrKnO/putMT5ht9nS7MLrFu7S3TW35YqsuaJZprDGVIcQ1fmEq+Z2+XVfAAAQAElEQVQf1NLP0CMqfxFJ8WLkSSK+pShbIv5dHNhmDxT2iXroUmEz7R/dV11724knnaV7aumSBXf89wphzLXX33n8CaeLQ6Bd+07S7ZLLbti2dfOSxfPXrl0hfWFbNu8xWD4/L+epJ//35NNviP3So2e/O+56LEW1scSypQu3bdmk3B01ery6vtVqHXPMid989aF8t6gw/5+5MwYeMUzs72d/4KHno2NidM9aagn82rbr9MBDz/3n+gtKS4rkkoL8nA/ee+Xq624TjV10YpfK/LnhpVXLQqHTWcQJABoZYgkAAADATMxzhynCRhxLAlVbtNUc0a1EY2fNSnfdfpXn/eae6X86+y+1plRaol2iR3uRGCc8FuH2C7dbVFWJ/GKRskHYWu+MJazRQjiF8ItgQDh6iYxjRKhMlP4sFiwJ5VZ6pvZyXnOKJTFewICMzDbSTYhTpONVK5dKqcCM6VOUs0sXz9+0cW1WW6Nbr9ts9rRmLVq3bnvscacOGnJk2NlJE39U393rGlCTJv5QdywRn5D4+Vd/lJWWFBTkLV3y73vvvuyu2jmzQbp7262XP/jIC7obVIT0FrBq3abd40++lpCYdOFF17z84u4tJX768cvRY8Z37NxVNGq6LzgW3w5tIEE4AUQyGrcwglgCAAAAMBPz3BEhAh6dpXJqFnFqAhx21xVnBEcdUXXfc45265yW7SKnUMRFix4dRbPDhL1NzfSIpJqPjppblBCx1flEyC8sNuHsKwL5ovhnMXWS8Hh9i1rbjz3BPrSfwJ6CgUB+fm5Bfm5efk5Bft7IUcclJiWH1TmsS4+7//fUO2+98O3XHymFixbOqy2W2KfJHO6qqmlTfxf7YvbMv0uKi7RfZxgpnJBubdt17N17wE03XqQkExvWr/7vTZe+8NJHCUlJYm/SM9o88fQb8ipS44475YfvP9+yef2uk6Fn/u+Bl1/7xGZrzN04ui84IV++2DOWCJvpJWreSQWAiEHjFkawtwQAAABgJgaUwVy7e/t8edqzdleqaDKs7dtEv3B/KOVUz5+HBcucorxKzF4iZv4uNv0uvOtEyCvFFzU7bUj/jrbVhBP2mo/W6nCi4HMxe4qUSfi3JfrWZlri4kL5hQJ7+vnnry+58IT/3nLZk4/d/fabz82a+VdtNY86eqz6bk72dnEw/P33JI+7ap8uCYWCE3/7wXj91lntbrr5PnVJbu6Oxx+7a689dKmpzZ98+s2kpBT5rvS+cP0Nd6orbN607puvPhKNmu4LjiWw80+ptkwCQKShcQsjiCUAAAAAMzGgDPVM+3yTU4mgVzeWaBqzJXaxpia5br7YNv4q98R+/m0J1UUFJeLfJWLBZOH9u3qZpuqFd4LVazeFPCLorf4oZRK+FcLqF60yRGKcvW1F1OjFgSlvVN16h/uRl/1zFoXyyCd26tPnCPXdyb9PCAaDujWzd2wTh8Dk338S++7Xn7/Zp/rDjxx99Mjj1CWLF/3z809f131VVtsO6j0wJD169Rs6fJS65JOP38resVU0XvYovRzUnx/SIwBEKhq3MIJFnAAAAAAzMaAMZgnrMqhlEacmNFtCEbLbRCAobDU/H6tV9OogMvoKZ8/qba4DO4TFWTNtQup38dZEFB7h6CQSHaJbW9FhmfCV2bbkWJtvEF5LYPsm71PLLZkZrtsutWY2/l069qp1m7apaS0K8nPkuyuWL3rztWeuuPrmsIWJKivKP/pwjz2uW6W3FgdMijqWL929r/ux40+7/oa7aqv8xKN3T5s6ST7Ozd2xaOE/vfsMEIZdd8MdixfPV75TyYcfvDpsxChlMoRBl19x05zZ0/w+r3xXOnju2Yf3ewPwyOeIaqEttIR8QX+JcFRnNuoJE2GvYLyZApGDv0cYwWwJAAAAwEwMKIOJVGu1B0PMlpB+DhWVnre+9H/7puuYJfaWZSKzmRjRT7TuJoU2YsdvYvVLwju7eoaEf73wzRPBchEsrr4FckXBZ2Lmx2L6bPHn/NCKzYGtCZ4ZHfyFxzivOT/qif+SSSjOPudS9d2ffvzi8ktO/eyTt/+a8tviRfOk268TvrnmqrNUeyoIp9M1WLNz9X749Zdv1XeHDh1ZR+XhR45W3/3tl+/EvoiOib351j2WcqooL3vnzefFPmreotWpp52vLlm6eP6kfVlUqoGx2q2OOJ1yf0HYxhLqva8FgAhD4xZGMFsCAAAAMBMDymC66r4Df2HN8kRhLE1qtkRw83b3029YXUujjt5kiXaIbp2FyyE27xD5K0RpRXWNtq2EPUv414lNn4uEDNGsjQisFeVTRdwxInGAiF4rcosCRdHeOR1FbEfnpafY+nUTDd+rLz8h3fZabdxxp95w4917rXbc+NOmT/tj0cK5SkluzvaPP3y9jkvOu+DK1LTm4sAEg8Epf/yi3I2LT+zd+/A66h8xaIQULVRVVsh3Z0yfUl5WFhcfLwzr2++I0WNOUC8bJX0Bxx53arcefcS+kIKc3yf9WFSYr5S89eZzgwYdaWQP7YbI7kr1+srDS33St985bO0m+S5voEAE4m8TRjBbAgAAADATA8oQCfzuHG2hzZlcs8Nzk+D7bZr7gaednaa6Bm6ySP9QDobEknVi9rLQum3Bbb7qGlIPS2Y74dso5r8sFiwVq/8Vwe3Ct1JMmyyWvygCOaLroOoYI2gJeZtHPfifxpFJHAq33vaA1ONvsPKYsSeefuZF4oD9M2d6YcHu+UCDhxxptdnqqG+32wcPOUq5Gwj4J0/e530prrjqlsTEPVZtev75h/1+v9gXrqioiy+9Xl1SWVH++mtPi0ZKd4aWJVCoTJJgbwkg8tG4hRHEEgAAAICZGFAGU4T18envdx3VJFZwChWXul/9JDDhjagh/9halYWqHP5tid5FqZ6prd2Te1X+NMS3omV1vaQ4Ya0ScyaGNu4I5MaIgmLh+VPkrgpVeELL1okZE0TJJjGgm625x952pe+XvwRqkZrW/NXXPx99zIlWa13BgNPpuvyqm2+8+X/iYJg8eYL67pA6V3CSjTjyGPXdXybs28bXonpORvyNN9+rLtm2ZdN333wi9tHoMeMP69JDXfL3XxNXr1omGiO7S2eGlvQCFbaIE4BIRuMWRhBLAAAAAGZiQBnqn7Z3L6i737Wrsa/gJOUxuQXue54Ti362t8vxr2pV9fMR7snDvWuOCrW40H7eA67nXrO2SLe3L6iu3Ka5mL00uKnC/Vs374zOoQqf2L5c7FgfcturJvQMrPGHZi8UeUWidXN75xzfDz8G1m8WqEXzFq1uvvW+19/66vQzLxo2fHSnzt0TEncvSdS6Tbszz7701Te+OOXU8w5Kx1ZJcdGcWVOVu9ExsYcfPnivV/XvPyguPkG5u23rphXLFol9dMTgEcNH7BFvfPrxm4UF+WIfXXfDnWEl33/7qWiMdGdLWAOFQrUXjow5E0DEonELI3iWAAAAAPVh97D0GoFAwO/3e73enJwc6R9v6enp8fuyajmw37RPRZ/PV77h5Yo194fVTGw9Pr3PA6Lx8v8y1fvhdyIYtHZtZ+vdzdqlgyU10RobI2KjRU1veHDzDvft90WfsNjiCoSslsCmRO/Cw5xXXOafMstm/dnRq1A4HIG1Du+WsRavW/iXO4dssCbYQx6vf11KIHh61J1XCgD7omDtB7krXgorDCadYmnziNPpdNSQDmw2m91ut9WQ3kOt1upBt4zOBiJBXl6e1K5wu91SK9dZQ/6zlT4qf7bS36xlF4Gmii2vAQAAADMxoAwmUoYb1zJbojEv4hTcsEVEOaOeuNWa3kI4Hbp1AktW2TILqzMJn9W3olWg4nDX7WfbuneyJMb5XvjH0SVXeP2Brc2dZx5v697R++0k95RJjo5r7e3zHe0LA39MCywcbuvTVQAwTH+Slr96xpLuOk7yWjGsGANEFBq3MIJFnAAAAAAz0ZmC+lRbN0HQX6IttDka8wwea7vW9pGDrG0za8skJIFZ/zp6bg+6bZ5pXYPWMdGP3CZlElK5rWfnUHqfYIUjFBT+ona2Hp1FdJTzvBNjnnvKX3qMZ2KvYJnL3m2r57VPRWWVAGCY/stOoEx57WKHCSDy0biFEcQSAAAAgJkYUAbTVY9ADri15RabUzRhoZz8UN7iUGmUFDPYT7w86r5rpexBOes8YZRnasdATry1RWvh3LUOQXxM9APXO6660T31iMC2JFv8av9f/wgAhllsLp3SkFdoZkuwtwQQsWjcwghiCQAAAMBMDCiDKcKGHsu9fmEsliYdS3i/+z1UYvesHeX63932ccOFdY9/Plu7dQhVpnkXtLYN6rXHKafTNrB39IsPi47nBXLSvB99F8zOEwCMsVh1XnYsIW/4SxaACEbjFkYQSwAAAABmYkAZIkEo6NEWWpvwbImQxxNYuNLao1/MC/daO7fTVrDExjguPCVUlGAb0k/nbHys6/LTo574n0iM9333hwBgjG4sIXa9QLGCE9Ag0LiFEWx5DQAAAJiJAWUwyx5LoOjFEk15EadQRZXj9LGOEYfXUcc+Zkhw7SZrcmJtFawZLWOevcs3bX5wa7Y1s6UAsDdW3UWcxM5FnJT7uis48X4KRAj+GGEEsQQAAABgJgaUwXTVz0DdWMLiEk2VJSnBMXrIXurY7c4LTq67joiJdowdJgAYU9tsCd1FnJTJE3SAAhGFxi2MYBEnAAAAwEz0p8BccsdBUG/L66a8iJPFaugfy5akeAHg4NGdLWHZtfmN7gwJASDC0LiFEcyWAAAAAMzEgDJEgpBeLGGxNd3ZEgBMYbHqvOyEQnss4qS7ghOAyEHjFkYQSwAAAABmYkAZIkJIdxEnhwCAeqS7pY0l5BMAGg4atzCCRZwAAAAAMzGgDBEh6NWWNeUtrwGYwmrVn6QVClTtPNDbZAJARKFxCyOYLQEAAACYiQFlMIt6IZSQ3pbXtfUPAsChYtXvp7KEvKzdBDQUNG5hBLMlAAAAADMxoAyRIBTU3VuC2RIA6pvFFqVTGvIKAA0EjVsYQSwBAAAAmIkBZYhcFpsAgPpl0X/lCSpHdHcCEY7GLYwglgAAAADMxIAymEt++lntsdpTQX+lAID6FfRXaQtDFtaUAxoMGrcwgr0lAAAAADMxoAyRwGIjlgBgvlDArZ4YsbvcEi0ANBA0bmEEsQQAAABgJgaUIRLoxhKhQJUAgHqkP1UiZBEWhwDQQNC4hRHEEgAAAICZGFCGSGCxxWgLdfsHAeDQCQZ0JmmFrHECQMNB4xZGEEsAAAAAZmJAGSJByKoXSzBbAkD90n/Z0ctNAUQsGrcwglgCAAAAMBMDymAu+enH3hIAIkHQpzdbgo0lgAaFxi2MIJYAAAAAzMSAMkQE/dkSxBIA6pXubAkpN6WLE2hAaNzCCGIJAAAAwEwMKEMkqGVvCbcAgHqkO0mL2RJAw0LjFkYQSwAAAABmYkAZzGKpsfNYdxEnZksAqF/6kNC/JQAAEABJREFULzs107mUlyy6O4EIR+MWRhBLAAAAAGZiQBkiQS17S7DlNYB6pfuyo54twTsmEPlo3MIIYgkAAADATAwoQySw2JktAcB8uos4Cb1V5uj0BCIWjVsYQSwBAAAAmIkBZYgEFv0tr5ktsZ9+/OGLN159OqwwIzPrzXe+0a1/3llji4sLwgpv+e+Do8YcL5q2O2+7asni+crdnyfOM37t0iUL7vjvFcrdBx5+YcDAoQKRTf9lxxoT9kbJ+yYQyWjcwgirAAAAAGAeBpQhElgdcdpCFnE6uLZt3VRUmK8t37RpnTaTAJom/dkSu/aWkO/R3QlEOBq3MIJYAgAAADATA8pgrp1byOrvLcEiTgfZ/PmztYWLFu7DDACgcatttoT8f+2cCd5AgQhE4xZGEEsAAAAAZmJAGUxX3Xegu4gTsyUOtsWLdBII9SJFQBOnm4bWveU1vZ9ApKFxCyPYWwIAAAAwEwPKEAmselteh9hb4mCb/8+ssBLpFUA3qwCapmBAfxEn3iiBBoTGLYxgtgQAAABgJgaUwSzq9U9YxOngCuuNadEyQz4oLi7YsX2r+tT6davKy0rDquk+CNAUBH06aailJjcN21uCTk8gYtG4hRHMlgAAAADMxIAyRAS9RZz83iIR8ks9ggIHpkfPvjnZ2+TjhQvmtkrPVE6pN5ZQV6uNu6rqi8/f27hhzebNGwoK8lq2TE/PaN2mTftTTzs/ITGptqvycrN/n/jj2nUrt2/bumPH1qio6MSkpNSU5qPGHD9y5LFWm033qqrKyt9//2nVyqU7tm/ZuGGtxWpNTExOTk49YtDw8SecERO7e5v0/Lyci84fL72eyXePGDzivgee1T7g22889923nyh33/9oQrPmLcUBW7d25c8Tvtm8ef2G9WsSEpLad+h8eP/Bx44/zci127dt+eH7zzZvWr9l8wa3x52e3jo9vU3nw7qdfMo5tf1YJLm52d98+eHy5YtKiouKiwujoqOlH0uLluk9evQbPmK0+veLfeX36Gz/HrJEy2+Tde96zZspECFo3MII2pcAAACAmRhQBlMoTzx5zoQtqpVOpVDAV5ntiKWP9UB179H3j98nyMdSDnHs8acqp9QbS/RQVdMl9aE/cP9N27ZsUkqkznTpNmfW1CmTf7nnf08d1rVH2CVer+f5Zx+e+tekUCioFJb7vOVlJdLjLF70z2efvPXwoy9L2UbYhV9+/t6XX7xfVVmhLnRXVUrBycoViz//7N3b73hk0JAj5fK0Zi169T5cejT57vx/Znk8bpcrKuwxZ8z4Uznu2q33QckkfpnwzZtvPOvzepSvMDdn++yZf61ctWz06OPVNbVdZPP+mfHEY3erv0cp4ZBu06ZOmjnjz7vvfTIlNU37Gb/56qP33305GAwoJRXlZdJt65aN8/+Z+fGHr19w0TVnnHWRwH7xVW7VFoZsqXUHEgAiCo1bGMEiTgAAAICZGFCGiGCxWVwZ2mKvXhch9lWvXv2V4wULZivH1RtLqGKJXr371/Egq1ct+8/156szCbWCgtz/3nLZ339ODCt/47Vn/v7zN3UmESZ7x7a77ri6oCBPXfjXlN8+eO+VsExCzeOueuyROxYumKuUHD1ynHLs9/vmzJ4adsnGDWulwEC5O+KoY8QBk7KTV156XMkk1CZP+vHFFx5Vl4R1kf3687f333tjbd/jiuWLrrvm7E2b1oWV/zrhm3fffkGdSYQJBPzvv/vS3NnTBPadvyo7FPRqy0OutkK17hwRBRDhaNzCCGIJAAAAwEwMKIOJ1L0G1uh22gre8i0CB6xFi1bJyanycXlZ6aaNa+XjlSuWuKt2buDRJqtDXFyC+ir1C4P0KvHyi4+r+9B79R5w6ukXDB0+ymbbuQqC1Ff+wvOPFBbkK3XWrV352y/fKneHDht52RU33f/gc1dd89/27Q9TyvPzcqQQQrkbDAZffeVJ5W6Xrr3Ov/Dqu//31M233j946NFKudT//tILj0of5bvDR4xxOF3K2ZnT/xJ7mjVzd4nVajv66HHiwBQVFXz2ydvqkqysDsePP0O6tW3XSVRPLtlc27UF+blvvv6MctfucA4actQpp50v/VSVwtKS4heee0T9+uxxu9999yXlrtVm69Gz3ymnniddm5SUqn78yZPrmvWC2ujmoEFbmrA4tRtL0OkJRCwatzCCRZwAAAAAMzGgDOZS+visUW0DYnrYWW8lscTB0afvEX9O+UU+Xrjgn6y2HaWDxYv22Fiijst/++U7KWNQ7t7zv6eHDNuZEGxYv+beu64vLq5ekd/jrvr803euveEO+dSyZYuUS6SucylaUO6OP/HMB++7ed4/M6Tj5JQ0r8fr9/vt9uougs2b1leUl8nVEhKTnn7mLWWXhdHHnPDl5+9/8N7L0nF0TGxGZtaO7VszW7etuRszaNCR06ZOkmvOmf233+ezOxzKZ5w962/luHefAfEJieLAfPrxW17VPIljxp10w3/ulr/UYCDw8ktPTPz1u9qufeetF5RrpcToyf97KyOzjXz37z8nPvXEPfLxqhVLpk+bLCUu8t0pf/xSWVEuH0tp0DPPv9upczf5rvRKfvN/Ll6zepl8V/qlCOw73Rw05Ni5wlgd75W8jQIRhcYtjCCWAAAAAMzEgDLUJ93nm9x3YItp79PU91awiNP+CPsZh0RISh2UWGLRon9OOuUcsS+xxGTVnhNHjzxOySQk7dp3uuraW5987G757u+TfrzsyhvlfR2KCnfPnFizarnUqz58+GiH0ymq5ytYr73+jhXLF3fp2rNlqz3W7ypUXVVeXvbdt5+OOeYEZT/t08+8MCYmtlv3Xu3adw7rdTp65DgllpA6/efNmzlo8M7NJwoK8tauWaHUPPJgrOA09e9JynHzFunX3XCXEp9IB9ded/vsmX+XlBRqL/R43H//tXu1qwsuukbJJKq/tqPHLl264JcJX8t3f5nwjRJLjB4zvn2HzlLksGHDmqSkFCWTEDV/RH37HaHEEpUVta5/hTro5qAhZxv5mSZ3dCrks3R9AhGIxi2MIJYAAAAAzMSAMtQ/ub9A/cSrni0R3VZbk9kSB0vPnv2U40UL50k//2AwsHTpQqWwb98j6rh8w/rVynHvPoeHne3evY9yLOUBmzau63xYd+m4c+fuSnlBQe4zT9338guP9ejVr3fvw/v2H9S+fecWLdO1n6uzqrc9GAi8+/YL773z0mFdevSSruo3sEePvuNPPEPoGTBwaGxcvDLTYtaMv5RYYsb0KUo1m80+bPhocWDKy8rKy0qVu8ced4o81UNhdzjGHnvSl5+/p71244a16rt9+g4Mq9C1Wy8llli1aplSLiU60s9Bumkfc+3qFZtVG1FUVpYL7DvdHFSeLaFdtUm71QSACEHjFkYQSwAAAABmYkAZTKE88ZSuPZv+3hKbq8f6CzoXDlRG66zk5NSiouqlltxVlatXLfN6PH6fVzmbkJik7mdX27F9q8fjVu5+9+2nkyf/XMfnkrrd5VhiwBHDunbvvUK1lJP0OPP/mSndxNsvZmRmDRl69JhjTlTPFZDExSecdsaF33z1oVIiZSgrVyyWbl9+/m58QuIRg44cM2a8FG+EfV6rzXb0yGMn/PilfHf27KlSqiHPYJg9c/cKToMGj4iOiREHJnvHHv3XzZq31NZp1SpT99qwWOKZp++3WPfYd1NJVkTNuljZO7aFTSiRFBbkL140b/Xq5evWrly/frWyuJMsGKx1j3HUQX96lquNem4EfZ1A5KNxCyOIJQAAAAAzMaAMJlI/92wxOrGECAX8VTn26JYCB6xHz/7KGkeLF81XJw09ute1gtP6davUd5Uds2sjhx8Su91+z/+e+s915xcW5Gmrbdu66asv3v/um09OP/PCc869XL0PxMWXXi/1ti9cMFd7VVlpyeRJP0q3YcNHX33dbcpW3rKRI49TYonyspLFi+f36TtQ6rJfsni+Umf4iIOwgtOOHdvUd1NTm2vr6GYVQrPxw7KlC0SdigrzlVhCyht++P6zyZMmbNxQ1+4RYTkHDPKWb9QWBh2tbazdBDQoNG5hBO+UAAAAgJkYUAbT7VwIxeqyuHSW9PFWsr3EwdFTNb1g8aJ5xjeWKCkpFvtCPVRfig1efvXTM8++NK1ZC93Kfr/v80/feXLXJs8yq9X64MMvXHPdHfKsC13Tp02+9aZL3VVV6sLDuvZQTyyYOf1P6eOsmX8HgwG5JCo6ZvDQo8QBC+vw8nrd2jqBgF/32uLiIrEvArt+nsFA4H93X//2G8+FZRKHdelx/oVXjx5zglJiJZbYd35Pfijo1ZYHnW3Fnks20d0JRDgatzCC2RIAAACAmRhQhkgg9/TZotv5PdvDTnnLt8SkHi5wwNTbSyxbttDv273FeJ86N5ZIS9tjKsCjT7yq3Q6hDolJyRddcq10W7Z04eTff1rw75y83OywOjOnT5k14y91YGB3OMafeIZ027F966SJP86ZPXXTxnU1K3rtlpO97cMPXrvy6lvUhaNGj//kozd2PuyMKddcf/uc2btXcBoy9OiwTSD2T3rGHgs0leolN7k52brXNmu+O6GxWm0/TJip7JVdt6++/EA9g6RHz34jjjxm0JAjU1ObSXe//vID1cMSS+wzb7lOAhq0pVYnpntmEmEEgAhD4xZGEEsAAAAAZmJAGUwUtiiKJaqtEDPC6rDr9cHSpm37uPjE8rISUbNjgVLeslVGSmpaHRe2bLnHxgY7tm3Zp1hC0b1HH+kmajrxV65Y8ttv382ZNVU5K3W4685jaJWeKacaHo97zeoVs2f9/d03H+++6t85YfWPGXuiEksUFRUsXfzvP3N3P6mOHnmsOBgyMrPUd5evWDxy9PFhdRYsmKN7bYsWu2cFBYOB7du3ZLZuKwyYNPEH5VjKJJ54+g11v1tVVaXAAfDpvdQo+12Lvc2ToA8UiBw0bmEEsQQAAABgJgaUwSzaXa+t1bFEOP1NaLFfevXuP3P6lLDCHj361X1Vi1Z7LK71++QJ444/Vf268dOPX3zz1Udtstq3ad2udVb74cNHxcTGuauqpv49aevWTZs3rd+8ecO4Y08+8+xL5PoJiUkDBw3vP2DwheceX1y8cyMKZamo2TP/Xrdu1ZbNG7Zs2disWYsHHn5eLne5onr07Cvd8nKzp0+bHHaVIq1Zi249+ixfulC++8brz3i9Hvk4MTGlT58B4mCQvhjp0UpKCuW7U/+adM45l6WqppXk5mbLS0hptWi5x89z0sQfL738P+qSJx69e8OG1VlZ7aUfpvRxxJHVm2H4fb7sHbvnEvXqfXjYS7f0QxY4AN4KnVgi6GhtqZ0AEJFo3MII5hUCAAAAZmJAGepZWE+BenUUW0x7bX1vObMlDpoePXT2kKh7YwlR0wU/bPho5e6qFUveePX/lNeNstKS77/9VIoK5v8z87tvP/n8k7edriip3OF0fPm4OikAABAASURBVPzRm9989eE/c6fnZG/7ecLXYWs3lZYUuz27J210PqybfPD3XxM//fjNaVN/37hhzfx5sxbsOR8iGAjk5e1+nM5ddDafOOqoccrxhvWrlePhI0YbXC7JiNHHjFeOK8rLbrnpklUrl8p3pe/04ftvDVtySiGFQ+qdNr79+uO//5yo3F2zevnMGVO2btk4Y/oU6Yc5e9eEEqvVqt4VfMXyxeo9PKQfvjoFCfj1t7VAHXQTUDmWEHu+UoXVofcTiDQ0bmEEsyUAAAAAMzGgDCbaYwUni8Ua3VZbx1u5WeAgUe96rSrsv7frxBVX3Tx3zjRl2sFPP36xYsXibt37xMTGTpn8S27O7lH8Z51zqbx5g81mP+nks999+wW5PD8v55qrzho79qSu3XoHAv5161ZN/O0H9651h5KTU8ccs3PH5lNPP3/q35Pk42Aw8L+7bxhx1DG9+wxITEzavGn95N8nbNu6Sfl0p512vvarPfKoY9547f+0O05L5eLgOe+CK6WvU8lapG/wlhsvlr6RhMTkLZs3KJtsa0kxz5VX3/rYw7fLd0Oh4FNP3PPHHz+3a9fJ7/P99tv3qq/ccu55l8tHUqDStl3HtauXy3cX/Dv7v7dcdvzxp0uX/zt/9rSpk9UpiPSbkh5KHWNgr3RnSwhXG7HnK5XQvHAJABGGxi2MIJYAAAAAzMSAMphC7i8IW8TJHttBWzMU8Pjd+faoNIED1rZdp6joGLdqEwKpG71lq4y9XpjWrMVd9zzx8EP/DQZ29ravXbNCuoVVGzps5DHjTlLunnTKOatXLVMWXKqqrPj+u0+lm/bxb771/viERPm4U+du11x3x2uvPCX3s0vd7n//+Zt001512hkX9tALWuLiEwYcMWz2zL/Uhalp1Ys7iYNHShekL/vB+272eNxKYVFRgXSTj48aeeyC+XOUhZ7UpB/UKaedr94kY/4/M6VbWLVrr79Dve3EmWde9Ngjdyh3V61YIt1ELfLzc438ZqHwVugloM42ugs3EUgAkYzGLYxgEScAAADATAwog7nUTz+L1WVxttLW0R/FjH1ntVp79T5cXdKn7xEGrx04aPiDD7+QktqstgpDho284+7HpE+hlNjt9rvufeKCC69RIgctKfC49bYH+w8Yoi4cf+IZd//vybBtpdVcUdFnn3vZhRddU1uFo48O39r66JHjxMHWu8+AF17+uE2WTpx2woln3frfB+p4db38ypsuvfw/dodT96zFYr340huOP+F0deHQ4aMuuewGm01nfKeUkdx2xyNOp0spWbNmuYBhAU9x0F+hLQ8626mXbwoLJwBEJhq3MILZEgAAAICZGFCGSKB09lmj2wa8O8LOSrFETGpfgYOhR4++c2dP3X235z78YPv1H/TaG1/+/dfEhQvnbtq0Li8n2+5wpKSkZWW1P+XU87p276171dnnXXb6mRf+9edvS5cu2Lpl05YtG6RfdEZGVnpG625de40Zd5K86FOYocNGSrcF/86ZO3va5s3rt2zeWF5emp7RJiOjTbt2nY4bf1pCYlIdX+qgwSNi4+IrysuUklGjjheHQOs2bZ9/8YMpk39esHDuwgVzY2Pju3fvc8y4k3r13vvSWKedcaH0Pf7158Qli+dv37alsDA/JjZO+nl27d7r9NMv1J3rcPqZF404auxPP1QvorVm9Qq/zyt9m/36DbrokutapWdOm/r77Fl/yzUnT5owfMQYAWO8lXr7XVtThMWpm0YQTgCRjMYtjOBZAgAAANSH0C7BGoFAwO/3e73enJwc6R9v6enp8fHxAqgX8j8D5Wej9FF+NsrKVtziyw5f5Ce57Vkte94mAMN8Xu+5Zx9TWVEu323brtMrr38mgFoUbfw6e8kTYYWBqD6+rHedTqejhnxgr2GrYbVa69gKG4Ap8vLyfD6f2+2WWrnOGuq/37A/Xv5ymzIWcQIAAADMxIAymChsoXaJLba7tlpl4UIB7IsJE75SMgnJyFHHCqB2lQULtIVBV2dL7dQ16dkEIgqNWxhBLAEAAACYieV3Uf+0PXoKe5LOVgee0jW6y74DumZMn/Lhe6+qCiwjRx0ngNpVFMzTFgaj+2o3llDOMkkCiFg0bmEEe0sAAAAAZmJAGcwVNmHCHtfNYosLBcr3rBWsLFgY12KoAGqRvWPrA/fdkpiYtH37lsKCPPWpIcOOTk5JE0AtfJXbAp4Cbbk/eoBTlUnIhep8gn5PIDLRuIURzJYAAAAAzMSAMpglbBiyUmhN0JkwUVn4rwBql5bWYsvm9UuX/BuWSUTHxF5x1S0CqJ2UemoLg45MqyO5+hVpzzXoeccEIh+NWxhBLAEAAACYiQFliBC7t5dIGKg9y/YSqJvd4UhMTAkrtNps9z3wTPPmLQVQO93U0+/qI/ZcYk43SQUQgWjcwghiCQAAAMBMDCiD6cI6+xzJg7V1qoqWhgIeAdSuZ69+Ug4hH6c1azHiyGP+79l3evU+XAB10k09QzH9lHkS6gkT6qldAkBEonELI9hbAgAAADATA8pgLvkZqE4mbHG9hMUlQnuGEKFAVfHSmNT+AqjFXfc+IYB9FPCWeMs3acuDMX1tllqpa9L7CUQaGrcwgtkSAAAAgJkYUAZTaJ91uzv8rA5rfD/tJZUFCwQAHFSV+fO0hUFrQtCeGTaRSztVgndPIDLRuIURxBIAAACAmRhQBhPpjkGudXuJAna9BnCQVei9sASiB8gLN2n3u1YfCwARicYtjCCWAAAAAMzEgDJEDmUZd3vSEdqzlYWLRCgoAODg0d1YIhDVZ/f0LU0yIQBENhq3MIJYAgAAADATA8pgOu2cCVv8AKlLIaxaKOipKl4uAOAgCforPaVrtOWhmH5hgUTYrtf0eAKRjMYtjCCWAAAAAMzEgDJEiD1iCUeMLb6Xto7uuGYA2D81O9aEz8EKWqKDzo7q6RF1TJjgDRSIQDRuYQSxBAAAAGAmBpTBLLpde7vHJscP0F5SWcj2EgAOGt2XlOoVnKw2ZW8J+UBoNpag0xOIWDRuYQSxBAAAAGAmBpTBXGHdfMqxPVFve4n8+QIADhLdCVjB6L6WWggADQGNWxhBLAEAAACYiQFliBBhS6bo7nod9Fd4ytYKADhgoYCnqmiptlyKJcKmSpBPAA0LjVsYQSwBAAAAmIkBZYgEYRMmqreXcKZaojtqa1YWsL0EgIOgqnipFE2EFYaELRjVI2wWV9jeEgrePYHIROMWRhBLAAAAAGZiQBlMpN1eQp1M6K7jVJ47XQDAASvP0XkxCbh6WKwO9VQJ6aOoZbk5AJGJxi2MIJYAAAAAzMSAMpiutu0lbAkDtZXLc2cF/RUCAA5MyfZJ2kJ5YwllekTYPAneLoEGgcYtjCCWAAAAAMzEgDJEFKUHUOoNdKSMEhZbeI1QoHT7ZAEAB6CqcJG/KkdbHowbzsYSQENH4xZGEEsAAAAAZmJAGSKEds6E1ZlsSxyqrVm6bZIAgANQuv13bWHQ3iIQ1Sts4abaAgneOoGIReMWRhBLAAAAAGZiQBnMFba9RNjCKfa0E7WXVBTMC3hLBADsp1DJNp1Ywh87Rnn9UX/UXWgOQMSicQsjiCUAAAAAMzGgDJFAt9dP6hC0px0nLI7w2tXrOP0uAGC/VBb8G/AWaMv98cfUnUkIAA0BjVsYQSwBAAAAmIkBZYgoYRMmbI4Ea9KR2mql21nHCcB+Ktk2UVsYsGcGXV3qmC3BPAmgoaBxCyOIJQAAAAAzMaAMkSNswoTMobeOU2XBAr8nXwDAvqqebjVZW+yPOyZsm+uwTEJdmfdNIJLRuIURxBIAAACAmRhQBtOFbS+hHMjdgo60ccIapbkoxMbXAPZDRd7coK9UW+5POF5+zVETe9v4GkAEonELI4glAAAAADMxoAwRQru9xE62aHvyaG191nECsB9K9F46/Pb2IUdr7fJNyoQJAaDhoHELI4glAAAAADMxoAwRJSySkAcs29JO0NasKlrqq8oWAGBc0F+2Y4q22B9/jHrhptqWchIAGgIatzCCWAIAAAAwEwPKEAnC1nEK6w20J48S1ljtVaV6+9YCQG3Kc2cE/RXa8kD8ccrCTUogqk4jtB8BRCwatzCCWAIAAAAwEwPKEDkseus4VfcO2l22lLHa+qzjBGCflGz/XVvod3YNOVpa9WiTCQCRj8YtjCCWAAAAAMzEgDJEGovhdZzcJau85ZsFABgQCrjLsv/UlvvjxiivNtJdVnACGjoatzCCWAIAAAAwEwPKEJnC+gSdKUcJW6K2GhMmABhUnjMjFPBoii2B+GONz5OgrxOIfDRuYQSxBAAAAGAmBpQhQmiXb9pjwLLVbks9TntVydZfBAAYULJdZzeaQFTvkD3VyApOvFcCDQWNWxhBLAEAAACYiQFliEC66zg5mp2oremt2OwpWysAoE41KzhN1ZZ7Y0ZrN7tWjlnBCWiIaNzCCGIJAAAAwEwMKENk2mOqRM1HW+IQYU/T1izZ+psAgDqVZv8pQn5teSB+tDr+lF9whCYclSvzdgk0CDRuYQSxBAAAAGAmBpQhcoQtlqKdM2FPG6+9qmjzd6GgVwBA7Yo2fq0t9LkGCHvKXldwEgQSQINC4xZGEEsAAAAAZmJAGSKTeqqEMpDZnqazjlPQW1K67XcBALVwl6yqKlykLffHHxOWQ4St4CQIJIAGiMYtjCCWAAAAAMzEgDJELKVPUOkltCceLqI6amsWbvhUAEAtCjd8ri0MWaIC8aO18yQEKzgBDRyNWxhBLAEAAACYiQFliCh1rOO0c+PrVhdrr6oeCl20RACARqB6QtVEbbkv7niLLU67dpN68oRck3dJoGGhcQsjiCUAAAAAMzGgDBHLotmHVuJscbqwxmkrF274UgCARtGmb3S3n/ElnadeLE53Vwl6NoGGiMYtjCCWAAAAAMzEgDJEsrA5E9U9hrYYW7MztDVLt08KeEsEAKiFgoXrv9AW+6MGhpyZujtdq5MJ8gmgIaJxCyOIJQAAAAAzMaAMkSZsHaewrWglroxLdJ6zoUAREyYA7Klsx58Bb4G23Jd4pvpVRTtVgj5NoOGicQsjiCUAAAAAMzGgDJFMu+t19UFUli3pKG3lwo1fi5BfAMAuhRt1pkoEbc39scPk1xObzSa9tkgfw6ZKSNV4cwQaKBq3MIJYAgAAADATA8oQgdQ7ze6xgtOuZMLe8iLtVQFvQemOKQIAanjLNlQW/Kst9yScpTdTInztJvIJoIGicQsjiCUAAAAAMzGgDBHLsufGEuqlnOwpRwlXG+0lBWs/FABQI2/Nu9rCoHAFkk4N20xCN58QABomGrcwglgCAAAAMBMDytAgaCZM2HQnTLhLVpbnzBAAmjxvxZbSbRO15b64Y4U1VlnBSfko9gxBBYAGi8YtjCCWAAAAAMzEgDJEJu1UibBxzfbmZ4asCdoL81a9JgA0eflr3queGrEn6R3Pl3Se/Eoi7yo0nrrzAAAQAElEQVRR2zwJVnACGi4atzCCWAIAAAAwEwPKEPl0kwmbI8HR6hJtZXfJyoq8OQJAE+aryi7Z+rNOeexI4cpSZkgoBxY2uwYaERq3MIJYAgAAADATA8oQ4bR7S6g2vr5YWGO1l+StflMAaMLy17wrQgFNscWbfJn0AhKWSbDZNdDI0LiFEcQSAAAAgJkYUIaIpe5TCEsmdvYnOpNtLc7XXlhVuKgyf74A0CT53fnFm3/Qlnujh4ZcHax1YmMJoBGgcQsjiCUAAAAAMzGgDA2FeraEsjS8vdXlIYtLWzlv9dsCQJNUy1QJ4U2+XAk1lXkSYSs4EUsAjQCNWxhBLAEAAACYiQFliGSWPfeete6563V196Krmb352doLKwv+qSpcJAA0MX53ftHm77TlPteAUFRX9WYS6nBCd+0mujWBBorGLYwglgAAAADMxIAyNBTqiGKPHSbSrw4Jm7Z+zooXBYAmJn/N2yLo05Z7Uy5Vh5phgYRyLAA0fDRuYQSxBAAAAGAmBpQhwqnTiLBMYudgZ1dLW7PTtRdWFS4qz5kuADQZ3ootRZt0pkr4XT2D0f2sBraUCJswAaAhonELI4glAAAAADMxoAwNSNiu10o44ci4TvdflznLnxOhoADQNOSueFF3VwlP4qXKqk3yPAn5QL2rhCCKABoLGrcwglgCAAAAMBMDyhD5tBMm1OFEtajW1mZnaC/0lm8q3vKTANAEVBUtKdvxp7Y84OoRjBuyx540qv2uwyZMkE8AjQCNWxhBLAEAAACYiQFlaFjCA4ldo56dbf4rLC5t/dwVr4QCHgGgscte8oRueVXqbWFTJdTTrYgigMaHxi2MIJYAAAAAzMSAMjQgFj07exgdabZWV2ovCXgLC9Z9LAA0amXb/3CXrNKWe2NGhqK6aIPMsHyCqRJAY0LjFkYQSwAAAABmYkAZGgT1s1SdRqiXiXekXxWypWivzV/7fsBbIgA0VqFAzvLndYqF1ZNygzxVImztJvVUCSWQANA40LiFEcQSAAAAgJkYUIaGSH/ChD3WlnGjtnIoUJW36g0BoJEq2vSNr2qHttwTd6pwpmsjTKZKAI0bjVsYQSwBAAAAmIkBZWgoLJqNr3UmTLQ4xxLVTnttda9l5XYBoNEJBdy5K1/XKbfE+lKuDNtVQj5gqgTQuNG4hRHEEgAAAICZGFCGBko/n7A5rBm36dQOBXbUsh0ugAYtd+VrQV+pttydeIGwJ6rnRqgnSehOlQDQONC4hRHEEgAAAICZGFCGBqS2CRPqzWztqWNFbF/ttRW5M0u3TxYAGhFP2drCDZ9ry4O2NF/SuerMUlHHVAneDYHGgcYtjCCWAAAAAMzEgDI0RBYNdc+jo+0DuldlL3066K8QABqJ0PYFD4pQQHvCnXSV1Ral3UmijqkSdGICjQaNWxhBLAEAAACYiQFlaFjChjarJ0woi8hbY3tYUk7WXhvwFOSueEUAaBSKNn7lLlmhLfc7DvMnjFfvKhGWT+hOlQDQaNC4hRHEEgAAAICZGFCGBmovSzm1uTtkjddeVd2PWbxcAGjg/J78nBUva8tDwlrV7H/qdZvUU6nCgkymSgCNEo1bGEEsAQAAAJiJAWVocLQTJpRwYvf4aFeaLVNv72sR2r7wId1VXwA0INlL/i/kr9SWe+JOD7k6quMHJZyQXx/kA0EUATReNG5hBLEEAAAAYCYGlKEhstS597XcC2lvca4ltqf22tr2yAXQUFTkzirbobODfcCa4k29Wj09Qj5WPsqZBFMlgMaNxi2MIJYAAAAAzMSAMjR0Ybteq5MJW9vHQ3r/6sxd+aq/KlsAaIBCAff2RY/onnKn3GqxxapnSIQt36TOJASARorGLYwglgAAAADMxIAyNFBhEyaUrkb14GhbbFdLs4u014YCnm0L7hcAGqDcFS/73Tnacq9rYCB+lHan67C9Z8L2u6bvEmh8aNzCCGIJAAAAwEwMKEMjELaOk7pf0tH6lpA9TXtJZcH8oo1fCgANSmX+fN1F2ELC4U67W7t8kzqZUKcRABoxGrcwglgCAAAAMBMDytBw1bbDxB7jo+0xtjYP6F6es+wFX8VWAaCBCPrKt/17j+4pd9KlwtlSO1VCWb6JqRJA00HjFkYQSwAAAABmYkAZGo2wfGLnxteS1HEiYYS2fijo2Tr/Lul/AkBDsGPJE35PvrY8YG/jS7qg7qkSzJYAmg4atzCCWAIAAAAwEwPK8P/s3Qd4U9XDx/HTpHsPoC2j7L0VFAFZIqACigNEX/dERRHFvbfiQMX1FyeKWxwoGxmyQfbelNKW7t2kSfqe9sr1klEu0Pa26ffz9Mlz7s3NbUaTnpzfGbWapwET2mETZeFEs5eFKdT15sU5O9L2TBMAarzcowtyk+a47pfNj4X1n/Ux+bnNJJTxE06ZBEMlAO9G5RZ6EEsAAAAARqJDGbyDp1jiX4FxPgnPu71h+q5pxdk7BIAazFacnrzJ/Vu4OOLG0sD2zm95l3ESjJYA6g4qt9CDWAIAAAAwEh3KUNtpmx4qWPvat95wEXmJuxM4jvzzaKndIgDUVEn/PO6wFbjut/m1KYm+xTWQcFrpWs0k1BvSZAl4MSq30INYAgAAADASHcrgBSpe+/q/ZKLZ86Xmeq43Lyk4krptigBQI2Ud/K4wY73r/lLhX1j/RR+T379ztZVTCqx0DdRlVG6hB7EEAAAAYCQ6lMH7eJrNyeQXbm7xptubZB36IT9lqQBQw1jy9qZue9vtVUVR40VAE9eVrv97y7PSNVAnUbmFHsQSAAAAgJHoUAbv4DpgQkkmtG2Uvr6+pvBeot71bs9wZMMT1oJEAaDGcJTkH149odRhdb3KGtCzJOJK10xCeac7BZOsdA3UKVRuoQexBAAAAGAkOpTBy/i4W/ta217pm/CwCGjhesNSW2Hi2oml9mIBoEYoPbLuIVtRiusVDp+w4gbPqm9t3+OUt7myqIxTIEEbJVB3ULmFHsQSAAAAgJHoUAav4br2tdM6E/92qTYHmJq/VSrMrmew5h1I2vi0AFADpO/+tCB9jdurCmOeEL7R8n2tRhFOq157mr6J/3dAXUDlFnoQSwAAAABGokMZvInbta/VNkp1wIQ5tINPo4fdniHv6MKsAz8IAIYqzPgnbddHbq+yhF5mD+13wuRs7qZvcprSTZBJAHUGlVvoQSwBAAAAGIkOZfBK2lhCmdFFCSfUvtW+cTeWRgxxe9uUbW8UZ+8QAAxiK05LXDdJCIebq/zaWGIeMJ/I7fRNLHYN1FlUbqEHsQQAAABgJDqUwcu4TuWktE5qF5lQGjH9WkwudbfIhCi1Ja59wG7NFgCqn8OWuOZ+hzXH9ZpSU2hBg8k+Zn/tG1lbZvomAILKLfQhlgAAAACMRIcyeB+3UzmpszmpPax9zMGmlh+U+gS6nsFWfOzIuodFqUMAqF4pW98oztnp7hqf/Hov+PjHquOfnIZKaAdJOCUT/JsD6hQqt9CDWAIAAAAwEh3K4MWcYgmnZEK2ZvoGt/BJeNntbQsz1qdumyIAVKOcxFlZh9wv7lIccbMj+Fx1KjanS9OJxPG3vwBQ91C5hR7EEgAAAICR6FAGr+Q6lZN2zIS2h7VvvUtEvevcniTzwIysgz8KANWiIH310U3Pu72qJKBHceTNru9fbSbhNIOTelv+xwF1DZVb6EEsAQAAABiJDmXwVq5TObldYaKs3OQREdzN7UlStrxWkLZaAKhi1ryDiWseFKV216vsppjCBi/Jt6zTMhKu60lo525i+iagzqJyCz2IJQAAAAAj0aEMXs81k9AmE2Vdrc3+Ps3fLTVFuLu1I3Htg5bcPQJAlbFbMg6tuqvUXuR6laPUXLbMtW+4On2TNpOQl+pSE66ZBIC6icot9CCWAAAAAIxEhzJ4MdepnLTzOJ0wIUxgrE+LD0qFn+tJZFPpoVX32CzpAkAVKLUXH1p5t634mNtri+o9URrY3u30Teq7WLvYNdM3AaByCz2IJQAAAAAj0aEM3s11Kid1shfthDBlgyYieoiE19yexG7JOLxyfKmtSACoXKWOI+setuTtdXtlYfhNJaFDtSMktCtduwYS2omb+NcG1FlUbqEHsQQAAABgJDqUweu5TSbUTtYntHXWu7g0drzbk1jy9iSudT/xPYDTlrzllfxjy91eZQm+0Bp1m/Z9qpTVZMJpWjambwKgoHILPYglAAAAACPRoQx1RwWLTPyn4d2OiIvd3rwgfXXSP0/JN40AUBnS93yWfehnt1fZ/DsV13tSzSG04yQUTktKiONvcOXm/F8D6jIqt9CDWAIAAAAwEh3KUBfoWWTiv3bPZq+WBvdwe57co3NTtrwiAJyx7EMz03a+5/Yqu7lxQYPXfcz+2rER2jep65IS8lK9Oc2RQB1H5RZ6EEsAAAAARqJDGeoIT1M5OS2lWzYzjG+AT4v3hX9Tt+fJOvjTsR3vCgBnIOfIH8mbX3J7lcMnLD92io9fpOsy12omocYSLCkBwBWVW+hBLAEAAAAYiQ5lqDtckwmncOK/HtkBkaLltFJTpNvzZOz9In3PpwLAaclLXnx0w7Nu50NzlJrz608W/o20Y5i0kzip1DevazIBoI6jcgs9iCUAAAAAI9GhDHWQ69rXrlM5mYMSfFr+r1T4uT1D2s73c478IQCcooL01UfWPywDCLfXFsY87gjq4jSASY0inJa51uaLAgCOo3ILPYglAAAAACPRoQx1iradQp2S3nX5639bQsO6imZTSj18bz264dnco/MEAN0KM/5JXD1RlNrdXlsQOcEWNqyCZa61IaIaS6g3pxUSgILKLfQglgAAAACMRIcy1DVO09A7jZnQtoGWbURdIJq84qFxw5H0z5N5yYsFAB2Ks3ccXn1vqcPi9tqi8BtKIka7jpNQR0s4JYjqMtdM3wTACZVb6EEsAQAAABiJDmWogype/tp5Nqd6I0Xjp9yfqNR+ZN2DeUcXCgAVKs7efmjVXaX2YrfXFoVcbom6o4JxEmpqyDLXAE6Kyi30IJYAAAAAjESHMtRlnpIJp57apvpjHbH3eTrJkfWP5iTNFgA8KMrceHDFHY6SPLfXWoMvKI6ZqLz7nMZJ/PsG1ESGrstcA4ATKrfQw1cAAAAAMA4dylA3qX/5SsuFbOh0OBzKnDCivEVDvfy3EH+nw5bhk/GVu5M5jv7zVKndGplwqQBwooK0VYlrJpY6rG6vtQb0Kqz3jMwgnMZGuK53rWSHrstc0/gIwAmVW+hBLAEAAAAYiQ5lqLO0zRbqgAllU7aBykvZJKpsKm+TksaPOex5puxf3Z2sNHnT8w5bQXSLawSA4/KSFx1Z/6inNa5L/LsWNHjFbPZzHaWkHSqhXePaaaVr/n8BcEXlFnowiRMAAABgJDqUoS7TTkyvNnqqLaRuJnRq+lJpxMWezpa67c20XR8IAOWyD808su5hT5mEza9tQeybZt9A7XoSiuLinSuWggAAEABJREFUYqXgdu4m9Qw0OwJwi8ot9GC0BAAAAGAkOpShjlMaL9RLUZ5PCM08TtoxE2WXzV4vPWD3yZ3r9mzpuz+xW/PjOk8SQN0m3wsVpHQlfu0KYt82+YZoMwk/Pz8lCJw5c6Z8u9WrVy8uLq5RucjISHU8E8tcA6gYlVvoQSwBAAAAGIkOZYA2k1C4zuZUWk7ZaWv2huOQrynnD7dnyzr4XamjKL7rk/LEAqiTUra8lnXwe0/XWv27F8W+7pRJaKdvkjnEjh07srOzd+7cabfb5VsvJCSkcbmm5cLDwwUAeEDlFnoQSwAAAABGokMZINwlE9qlJoRmnQlR9q7xK236aumRUJ/M79yeLfvwbzZLVuOzX/ExBwigbik9uvHZnMRZnq62BvYurP+yyTfAUyYhyeBh69atNpvN4XDIN6a8zMnJkSnFli1blKbGqKiohIQEJaKQBRlaCAA4jsot9CCWAAAAAIxEhzJAS23I0GYSbtkaP+UQfqbMr9xem5+67ODyWxPOfdccECmAOqLUdmT9Y3nJizxdbwm6oLDeM2ZfP9dMws/PT11Ponnz5jKTsNvtaiyhTqqmnCer3KZNm5TNmJiYhHLNmjWTl0FBQQJAHUblFnoQSwAAAABGokMZoFBbMU4lmXjUbo40p011e21xzo79y/4v4dx3AsJaCMDbOay5iesmFWas93RAUcjlxTETzWbfijMJuRkVFdWgQYOkpCRtJiELns6cUW7Dhg3KZv369ZWUQhlLERgYKADUJVRuoQexBAAAAGAkOpQBKtdkQp3KyXUFbIUtfpzDL9J09EV5pesJbUUpB/6+MeGcN4NjegjAe1nzDh5ec29J4VFPBxSG32KJvFlGDm7nblJWulYyCaXQqlWrI0eO6MkkXKWVW7/+34BEJhxt2rS55pprBIC6gcot9DAJAAAAAMahQxmgpQ0klExCuVSbU50aVSWfemPtjV/ytMB1qa3w0Mq7cxL/EICXyk9dvv/v6z1nEj75kZMqyCTUsppJSO3btz+9TMJVZmYmmQRQp1C5hR6MlgAAAACMRIcywIn2TaFkErJVVF4qO2WzqThxBWzJFj3S5hNiTnzQR1jdnLHUfnTj05b8Aw3a3yMA75K+59O0nR+4HS0kyvaaC2KeLAm5UE0dnOZu0o6WUDMJZXkJuamsei3OgDzVO++8IwDUJVRuoQejJQAAAAAj0aEMcKW8KdRLdcyEdpIZbafvspnxowfbW3xZao72dM6MvZ8fXn2voyRfAF6h1G45su6RtJ3ve84k/PLqvWYLHeI0MMJpPQmnTEIZqCSvbdWq1RlmEtLUqVMFgDqGyi30IJYAAAAAjESHMsAt12RCpTSwapOJf5tcw7rYW35T6t/U0zkLjq3Yv/RaS95eAdRytuK0g8tvzkte4OkAhwjMa/C2I+Q8pxhPSSMqyCTUZKJ9+/bizFx66aUCQN1D5RZ6EEsAAAAARqJDGeBJBcmE0syqdgBX56LxDWriaPmNI7inp3OWFCYdWHp9btIcAdRaxdnb9i+5tjhnl6cD7KbYvLiPHUHdXDMJ7bAJ7fAjp0xCnqRDhw7iDAwZMmTo0KECQN1D5RZ6EEsAAAAARqJDGVABt8mE2pCqnSv/vz7gAVGlzT92RIzwdM5ShzXpnydStrxS6igRQC1TmpM0+8DyW+3WTE9HWP3Pymv4hQhs5XayJp2ZhBQfHx8dHS1Oy/nnn3/ZZZcJAHUSlVvoQSwBAAAAGIkOZUDFPK0zYdbQzuZUtukXUNrkJVu9u+UtPJ026+CPB/++0VZ8TAC1hM2SfmjFHUf/eVJ4TtSKQkcXxL7t4xvhNrRTIwqnTEK7qoRynjMZMNGjR4+xY8cKAHUVlVvoQSwBAAAAGIkOZcBJ6V8BW214lZem+HG2xq+X+vh5Om1xzq59S8YWpq8XQI2Xn7J0319XFWb84+mAsgWuo58pjr5P5nJqJqG8HVzXu3bKJHyOU06lFjp27ChOUadOnW6++WYBoA6jcgs9fAUAAAAA49ChDNBDaeNQL2VDqsPhkJfaY2R7q9O7yRY11ObXyDfxXh+b+1ERDmvOoZXjYlrf0KDNHcLEF2TURA5bYcrW13ISZ1V0jCkmr/7rjoA2akqnRhFKQd1UwjzXQRKumYTUunVreRObzSb0kcffddddAkDdRuUWejBaAgAAADASHcoAnSpYAdup4fWEpSbCOtta/ugIPtfziR0Zez7bv/T/rHkHBFDDlK1uvXhMxZmEzb9jTtznpYFtndaBd91UMwl1tEQFmYQUHBzcvHlzoU9MTMz9998vANR5VG6hB7EEAAAAYCQ6lAH6OSUT2qmc1Eu1BVZtk/ULrOdo/j97vTvlu83TmS15e2UykXngOwHUEKW2tF0fHvj75pKi5AqOsgQPzYt938cvxvXvXzutmTaNcAokPGUSCp3LS8j/ZRkZGYsXLxYA6jwqt9CDWAIAAAAwEh3KgFOizSSckgm1vVWdVV/TPusn4u62N/uw1BTq6cylDkvq1smHVt5ls6QLwFAlBUcOLLshffc0UWr3dIyj1FwQ9UBhvadMZn8leFD/4P8bLXTiYhLq9E06MwmhL5aIjo5u0KCBLHz//fe//fabAFC3UbmFHsQSAAAAgJHoUAacKm1Dqms4oTbCattn/51VP7xPSYsfHAFtKzh5YfqafX9dlZe8SAAGyT40c9+SscU5uyo4xmGKzIt9zxp2uZo3OEUR2gWu1TfFqWYSUuPGjSMjIyu4JxERES+88MKkSZMaNWokN+fMmfP111/TIgnUZVRuoYf5mWeeEQAAAACqS+lxDofDbrcXFhbKcnh4eEBAgACgj9vmVKe4QhbUNbH/G2PhG26PGClsmabi7Z5OXuqw5h6dX1JwJKReTx+zvwCqi92anbT+scz9X4nSilaZtgaem99gigho/t9MZS6ZhDp3k+s4CTWZUM5WceuhvDYpKenIkSNurw0JCXn11Vdlwd/f/5xzztm1a1d2dnZiYmJqamrXrl2dFqUHUBcoNduSkhJZ0TWfSF0RyjUcRR1ELAEAAABUK6dYIj8/X34lCwsLI5YATkkFyYRTk6vzihQmX0fo+Y6AViJvhY+wejq/JW9PzpE//YPiAsJaCKDqFaSvObRinCV3ZwXH2M1xRZF3FEdPMPmGuF3m3Wk9CXVVCW0mITy8fTyRjYybN2923S//bb3xxhvqpvxdPXv23L9/f0ZGRnJy8sGDB88++2ySCaCukZ8Y9uOIJVABYgkAAACgWjFaAqgsTk2rTpmE24K6Werf3B4xQlj2mkoSPZ3fYSvITV5QlLUlJOYsk1+oAKqGrSg1efNLx3a8U2ovquCwouCRBQ1eswd2Vtv4tDmEdtiEdhF4J+IUMwkpNDR00SLnac3kb3n77beddsrfKJMJmUmkpKSkp6fv3r1bJhPySAGgzmC0BHQilgAAAACqFaMlgErkNnJw2qNcOjXIlm2agh3hFztM0T4Fa3yEx4WFSwqPZB362cfHHBzVSfjQ9RuVqdRenL7nk6R/HrPk7q7gMIe5Xl69V0oirjKZ/T0tneJ24ia1KdDpfSF0ZxJSUFDQpk2bcnNz1T3yhO+++67bg+VVZ511VmZm5pEjR7KysrZv3y6TCXnHBIC6gdES0IlYAgAAAKhWjJYAKp3bHMKp1cPHHbm/NKijPWyoT9FmH1uax19QaitIX5N7dH5QZEe/oAYCqAw5SbMT1zyYn7pUphMVHFYcNCS/wRsioJnrIAnXcKLiBa59XGY50ykjI2Pfvn1KWd72vffeq+BgeUDXrl1l6H7o0CEZZmzevFkGFfyPA+oIRktAJ2IJAAAAoFoxWgKoCq7JhHC3CLbboEKYw+3hI0uF2adwg48o9fQr7Nac7MO/2oqPhcR09zHzhsXpK87ecWTdpKwD3zlsBRUc5jBF5sU8b428zmQOVAMJeakucK0te1rg2qnt7/QaAeWpVq1apZTff/99PTfp1KmTvNXu3bvlv7kNGzZ069YtKChIAPB2jJaATow/BQAAAIwkv4/JiEIAOGM+7kZFKDPsa5t0nZYF/rfsH1ja4E5r0+mlfgkV/pLS7MO/7Fl0Web+GcJhE8ApshWnH93w1IFl1xdlba34SEtgn+y4rx0hfdS/Xj8N7TgJJZ9Q/9SdFrg+80xCatGihRIqXHrppfpvddFFF11zzTWifLDF5MmTjx07JgDUAVRuoQejJQAAAIBqxWgJoOr4uCyC7eN5zQnXa3386pdEjJJtKWVzOgmHp99SarcUpK3MSZrtG1gvIKylAHQodVgz9nx+ZP2jxTk7Kj7SYQrPj3zIEj3O7BusnbVJOypCm0xoUzenZEKc1mISruSpDhw40LVr1+HDh5/SDRMSEmJjYzdu3FhcXLx27dp27dpFREQIAN6L0RLQifAKAAAAqA7aNEIJJGw2m9VqPXbsmNzZqFEjmUwIAJVE+aqrXmrffep7ULlUyPej3JSXyqaj6KBfyrOmon9O+osCIzvEdZwYFN1NAJ7lHp1/bPs7JUXJJz3S6n92QcxTPv711fY7p9RB2eO0gISW2/a+M2/7S01NlQGDOC1btmz5+OOP5fvL39//nnvuadWqlQDgpdLS0uSbXYYTJSUl/uXKRiSWX2o/uIglQCwBAAAAVAdPsYRs6JFfyRo2bEgsAVQuT8mE9m2oTSbUcEIpyEuf7Fm+x940ObJO+rtC4/rHtr/XP7SpAE5kyd2dvOXVosxNJz3SIYKLou+1ho5wCiTUWMJpj3qM20CiUgZJVKK9e/dOnTpV/teTD2TcuHHt27cXALyRjCVkIFFcXCzf78QSqACTOAEAAADVymkSp8LCQlkODw9nEiegcjnN46TudJ2+SWkfcdosmxo7sI094rJSW47Zsqvi32XNP5R16Ce7JT0ospPJl3V9UcZuzUzd+nry5ldsRSkVH1kqTJbgSwrqv+wI6q7NIbSzNqnzOGlXSXGdGqWyFpOodNHR0R06dFi/fr1sqVy3bp0M4+Pi4gQAr6PUbGUyISu6TOKECjBaAgAAAKgOjJYADKF+53U7oZMsKGMmPA2bUJQWbPZLecZk3X/SX+djDopqOqpeqxvMATECdVVJYXLGvunZib+X2otOerAl4JyiyPGlAS30DJKQm0pypo6T0AZpPprVU0RNyiRUKSkpb731Vl5enixff/31vXr1EgC8C6MloBOxBAAAAFAdWFsCMJDbCZ1cV5uQe9TlJdQpnpQ9pQ5bacYPfhn/MzkyT/rrfEz+kQkjYlrd5BdEf/C6pThnZ/qez/NS/hKl9pMebPNtXhg10R50lmyYk+10yqVTz2LtkAjlGDWTcAokauYgCVcZGRlvvvlmVlbZ3GijR48eMGCAAOBFWFsCOhFLAAAAANWB0RKAsSoeNqFNJuyeOUryzZmf+2Z95VNafPJf6WOOaDSsXuub/EObCXi50vyUZRn7pxdmbNBztMNcvyDslpKwS4I3K88AABAASURBVGS+4HaQhPn40tbaQRLqFChqOFFbBkk4ycnJkcmEbLuU5aFDh1566aUCgLdgtAR0IpYAAAAAqgOjJQDDVZBMaPMJp3BCGS2hndNJlKSbjr3jmzvLx0fPF2pTWMOB9dvcFhDWSsDrlDpKchJnZez/2pp/UNfxPsFFYdcUh13tYw5S2+ZccwgnrpmEj8sqKcr5a0sbX35+/rvvvpuYmCjLvXr1uu6662idBLwDoyWgE7EEAAAAUB0YLQHUENpwwonjRM5DJTR7ZFkU7zMfe8O3cKXO3xsc0yO6+ZiwuH7CxyxQ+zmsuZkHf8g88L3dmqHn+FJhKg4eXhx5m/CN1q5Q7WmEhGsgUetWkqiYxWKZOnXqvn37ZLlbt2633HKLfKQCQC3HaAnoRCwBAAAAVAdGSwA1h85hExWHE0rBp2Cd37FXTdZ9On+1b1BsVNMroxJGmQMiBWqn4yta/1Zq1zGXVzlrYO/CyHtK/Zuq6YJrCKHdVFe01nJdRqL2ZhIK+X/wgw8+2LFjhyy3b99+3LhxstVSAKjNGC0BnYglAAAAgOrAaAmgpvG0DrZrMuE2nNDstJnzFpnSP/Yt2aPzV/uY/MMbDo5uPiYwsqNA7VGcvT193xd5R/8SwqHzJiW+rYqiJ9oDu6rrWquRwykFEp4GSYham0ko5Pvnk08+2bhxoyy3bNnynnvuCQgIEABqLUZLQCdiCQAAAKA6MFoCqIE8DZvQJhPKOhPqahNOoyW0ZXP+UnPG/8yWHfrvQGBE++jmV4fHD/LxDRKowfKSF2ce+FrnitaKkoCzisPG2IL7qitUa2dt8hROmFx43yAJJ/LNNX369FWrVslykyZN7rvvvuDgYAGgdmK0BHQilgAAAACqA6MlgJrJbTKhFNRYwmkpbNdAQptV+BSs8k3/2NeyUf998DEHhjU4P7zRkNDYPj4mf4EaotRRkLEu9+j83ORFDmuOzhs5Ss0lwRcUR1zr8G+lBhKu61o7LSzhmklUvLS18JZMQvXdd98tWbJEFuLi4mQyERERIQDUQoyWgE7EEgAAAEB1YLQEUJNVMGzC7ZxOTmMmXDezkxaG5H0Zbtp6KvdCmHxDwuL6hzccGlr/XLkhYJDCjI25R+flHl2oczlrhV2EWMMuLQ69Svg1cAok9KcRTpmEKI8fnBrvvLUhb+7cub/++qssREVFTZw4MSYmRgCobRgtAZ2IJQAAAIDqwGgJoIbTfjv2tBS2U0ThNpCQl7ItZuPGjWVv7ej8WNN83/y5PqV610ZWmPwjwuMHRTQcEhxztvAxCVSL4uztOUnzcpPn24pST+mGNlNccdjokrCRwhSkzRXcztrkFEtUPELCK2dtqsCqVau+/PJLWZD/E++///64uDgBoFZhtAR0IpYAAAAAqgOjJYBaoeI5nZxiCe2cTtp8Yv/+/QcPHpTtL126dJGXpbYcc85vvjk/mm1HxCky+8eEN7wgotGQoOiu8iu8QBWw5O3NTZqXc3ReScEpv0Alfh0s4WOtQf19TGanQMJpAQnXiMJpzYm6NmuTJzLSmzZtmnwfBQUF3XfffQkJCQJA7cFoCehELAEAAABUB0ZLALXISed0cl0TW40l5Ft7zpw5shAfH9+xY0dNbmE35a/wy/3BXLDCx+eUv4n7BsWGx18o84nAyA4ClUGGEDlHZuckz7PmHRCnqLTUxxrUrzhsjD2wixoqqPM1ucYSrptOgUTdnLXJkx07dnzwwQfyrSSbMu+5555WrVoJALUEoyWgE7EEAAAAUB0YLQHULhXM6aR9L7tO67Rz5841a9bIZpfBgweHhoZqh1MofEqSzVnfmnN/M5fmiVPnF9I4ouGQ8EZDAsJoqz0dtqLUnKQ5OUnzLLm7xKlziEBLyCXFYVcL/4baBSS02YM6GMLtgAllv9NtxYlpRF3OJBR79+6dOnWq/C8p2zHHjRvXvn17AaA2YLQEdCKWAAAAAKoDoyWA2sh12IRwt+aEGlHI9/X06dOLiopk1ihjCW0aoS2XsRWZ8hf65s3zK1ouTotvQL2g6G4h9boHRXUNjGgn4Jk1/2Bh5qbCzI1F2VtPY2zEvyfx61wSOsQafKEwhzmNcnAaEuFpwITrrE0VLCMh6mogoTp8+PDbb78t303yubr11lu7desmANR4jJaATsQSAAAAQHVgtARQe510wQn1rb1jx45Zs2bJdpZRo0bJuFGNImRBnevJibDnmfLK8glz8Tof4RCnxeQbEhTVJTi6W3BMt6DITj7mAFHHldqKsnfIKKIoc6O8tFuzxOkq8WtvDb7AGnKh8K2nXf7BKXtwGiHhFFFoj/c52brWos4HEqqUlBSZTOTk5MjyNddc07dvXwGgZmO0BHTyFQAAAACMI1sq+UoG1HDyTarkEOq7Vd0jm1eUTEJpa16+fLmMG2NjY5s1ayb3yz1K9iAPk5mEuqkdQlFqjnREjbJEXCpsWeb8BTKf8LVskp8Np3IHhcNWUJC2Uv6U3znfwIi2ZRFFWUrR3ewfKeoG+SSUjYcoGxWxqSh7a6ndIs5AiW9LS9CgktChwi++7MV1F0iY3K0V4ZRSOEURBBKnJC4ubtKkSW+99VZGRsaMGTPy8/OHDRsmANRsVG6hB6MlAAAAgOrAaAnAC3hacEIp7NmzZ9q0abIx+qqrrurQoYPr4hNuR0u48rGlmWU4kT/f17pdnDH/kISgsoiiq/zxD20mvIutOK0w45/CjI0ykLDk7ROnO9zkvxOaEyzBg0pChpX6N1FDCDVCcE0gPE3idNJAQhxPIMgkTiovL08mEykpKbLcv3//MWPGCAA1FaMloBOjJQAAAAAj0aEMqEWUd6unkROLFy+WhdDQ0E6dOinN0P/GDOVl7eCJE0ZLnLhodvnYijiH/3XFUdeabEfNufPM+fN8S/aK02UtOCx/chJ/K7urvsH+wY39QxrLS7/gRv6h5YWgOOFjFjVdqa3omLXgiLXwSElhklKQl46SXFEZbKa4kpDB1uALHAFt/k0gjq9Erc0htHM0OQUS2qBCm0kQSJw5Gds/+OCDb7/9dmJi4pIlSywWy3XXXcczBtRYVG6hB7EEAAAAYCS1QRNAbeE2nDh69OiOHTtkYcCAAX5+ftqZndQxE8r7/YQAwmzWDqpwTinMTWwxN5VE32gqOWzKne2Xv8BsOyTOQKmt0JK7W/6c+Hh8/YLjy+IK+aMEFWW5RSMfc6AwhMNmlcFDWfxwxJqfpMQPMooodZzRpExu2U31rMGDytKIwE5KZmDWpBGuwyOcdjplEk4DI0ye52sikDhVwcHBEydOnDp16r59+1atWlVcXHzLLbfI518AqHmo3EIP/koAAACA6uBpEqfU1FT55a1hw4ZM4gTURup36s8//3z9+vWhoaHPPvus0lqqfddr3/7asivtVU6HlY23KEnyKVxvLv7Ht3iDyZYsqpKPOcjsF2b2DTP5h5p9Q02astxfvlm+06980zfU4zrbpQ67Ncdekuew5dtteQ5rvizbbfkOW57dmucoyVfLZYWywwpPdWmNU2L3ibIFdrMFdLMHnWX3a6GdoEm4SyPUERL/5hYui0k4DY/Q7hHlzXPaiUoIJM6E/L/5wQcfKPlf+/btx40b5+tLd1ugZklLSyspKZHZoazlMokTKsDHNwAAAGAkOpQBtZrSpJKVlbVu3TpZ6Nevn2x5EcensFASCLWgHTmhLbsmEB7zCXNCaUATq2OkVf5qW5qp6B+TTCmK1vrak0RlK7UX2eSPOKb/Jmb/aLN/eURh8rNbs5Uo4gyXnq4UDnO9Ev+utoAutsCzHP4tRPkLJ18C3+ONYq4jIZySBrecbqidskmcGEg4Nb3REnd6ZJvmXXfdpUSAMpx4++2377777sBAg4b1APCAyi30IJYAAAAAjMT0u4AXmD9/vnwvy0Cif//+rg3Q6rLY6jxOSiahXrodP+GaWDgHFaZYh98we9hQq/wYsWeaCteWDaEo+sf3zCZ6OhN2a6b8ETWD3RRrC+xeEtDNFtit1K+JcIkiXOdcqjiN8HG3YoTJ3QIS4ngmIQgkKpvZbL755ptlFLF8+fJ9+/a98cYb9913X2hoqABQY1C5hR7EEgAAAICR6FAG1HaFhYWyhVQWzj///JCQEKc1J4QmmZAtqurMTkoaoZ3TSbtHTz5xwqW5fqnfRdbwYWXnsmX7Fq03F28wl0UU+6t0QqSaxmZuaJdRhH83W1DPUt/6QpM9aNMC12ihgnxCG0u4DSS0BIFE1ZPP5LXXXhsWFjZnzpykpKTJkydPnDgxIiJCAKgZqNxCD2IJAAAAwEh0KANqu7/++qukpEQ2Ug8ePFi4WxBbeZsrzTRqROE6v5N2cienpbBdYwmnZOLEiCKm1P/CkvDBZaMoHPkmGVEUla9FYdktf5vwOjZzgi2wuy2ga1kUYY5WJ2WqOIpwCiHE8emYTO6mcvJxGQ/hNu3wcbeAhCCQqBojR44MDw///vvv09LSXnvtNZlMxMTECAA1AJVb6EEsAQAAABiJDmVArWa1WhctWiQLPXv2jIyMVPe7hhPaq9RpnUpPpB0woeQTonzqpwrGTCgHaJOJExOLiFLfgSWhA0rKfpnVx5okrEd8So6YbUd9bEnmkiQf21GTMH7tBz0cwrfUN95mji/1bWT3bVjq18jh26jUr3GpKUgooyJOHLLgOr7hpOGEU0FoVsD28UAwPMI4AwYMCAwM/PLLL7OysmQycf/998fFxQkARqNyCz2IJQAAAAAj0aEMqNWWL19eVFQkC8OGDXO9Vn13n3TwhNBEFNqRE075hJvpmzSXwnNEoUwiVWpuWRrYQm47jv+6sntlz/ApyyqSzLYkk4wrZMF+1GTPMHD2J4dPhAweHOU/5QlE47JLcwPhY3JKAkwnZgNuRzNoC+LEpMHt3E1CM9jCUyAhjr+aBBLG6tWrl0wmpk2blpeXN3ny5Pvuuy8hIUEAMBSVW+hBLAEAAAAYiQ5lQO0lW/znzZsnC506dYqNja3gSB8dgyfUTwNtOOGaTygLVLidwckpovAQTjgT5galfvVLRXfb8XtYdlnq8CnNE7Y84cj3ceQJe76ptEA48nzs+T6lco/8KduUO//dIwulJW4fu/wFpT4hDp8QYQ4tNYXJcqk57PiesFJTqLJHmEKP7wkXPmb1yfk3J9CUhSYMcMspVBDuoggfHbMzuY0inHIIAgnDdevW7e677/7www9lQPjmm2/ec889rVq1EgCMQ+UWehBLAAAAAEaiQxlQe61fvz4nJ0cWLrzwQj3H+7gbPKG9SptPqAmBmk9oAwZlpzhxCEXFEYVrPiFOnEVKaIZQlF9Gl/pGqffQfryNSdvYpC37lBbL9EImFmXphbxG5g1K0mAK9vQ8OBVMJ+4ULiMSnOKB/0ILz5MsVbA+hDJ4wnW/2zRCuMtFXB8RDNG+ffsJEya88847FotFXt52222dO3cWAAxC5RZ6EEsAAADZ7wgIAAAQAElEQVQARqJDGVB7zZ07V14mJCS0bt36lG7ooxk8IVwmdxLO8cAJ4YFTSuG06Zo9uJaFy5oW2j1uf7v23pZ6zCdChG+IEP+OGvEp/zFV+AxUUHCbB7imBRWEEyeNIiomdKQRgkCixmjevPmDDz44ZcqUgoKCDz/88KabburRo4cAYAQqt9CDWAIAAAAwEh3KgFpq+/btR48elYWLLrpInBYfD4MnXPMJnxPnd3LNElxjBk/JhKfjS10CiVNKJlxboEpPDF3cPnAfDxMiVZxJqMd44rrYtThZFCFcJmgijah1GjVqNGnSpLfeeisnJ+fTTz8tLi7u27evAFDtqNxCD2IJAAAAwEh0KANqKWVViQYNGnTp0kWcmVPKJ4RLeFDqLqJQR1EIDzM4lZ5sEqfSE6eTEqcVTrh9mEJfMuFzfFVwHx2TOCk7tYGE8BxFuD1bBXfG7UNADSTfj0oykZGRMWPGjNzc3IsvvlgAqF5UbqEHsQQAAABgJDqUAbXRoUOHdu/eLQtDhgypxLewznzCRzN4QrhM9CQ8j6Iwm83idGdw8hRCaO9qqbtlJ3zcLaEhTmuohPAcTvi4W4Wi4ijC7aUgjajloqOjH3roIZlMpKSkzJo1Ky8vb8yYMQJANaJyCz2IJQAAAAAj0aEMqI2UVSVCQ0PPPfdcUQU85RNOB5R6mGep4sjBbdJQerK5m0rdDZVwm0PouecnLbiNDZz2Cw/LTlR8K51RhCCNqLXCwsIefPDBqVOnHjx4cMmSJRaL5brrruPVBKoNlVvoQSwBAAAAGIkOZUCtk5GRsWnTJlm48MILlfEHVccpnxAuQyiEjohCuAQSwsOq2k6/q7TC6ZtKPczd5LY1yumDzqfCSZzcpgU6swqnoML1tE7nPOldRW0UHBw8YcKE999/f/fu3atWrSouLr7llluq+t0KQEHlFnoQSwAAAABGokMZUOvMnTtXvm0DAgLOP/98UV20TTyuAxEqiCiEh+Ch4mtFhdmD208tnR9lJ00CKsgSPA10qGAAhM4oQpBGeB1/f//x48d/9NFHW7du3bhx47vvvnvXXXfJnQJAFaNyCz2IJQAAAAAj0aEMqF3y8vJWrlwpCwMGDAgMDBRGqGAIhethpcfXotAmFuJU1q/WOV+T26vc3m09ZU8FH33jKgRRBIQwm83jxo379NNP169fv3v37ilTptx7771GvW2BuoPKLfQglgAAAACMRIcyoHZZtGiR3W6XzZ2DBg0SRnMdQuG632lPBfGDdtNT0uD6eaVn5ISeuZIqSBEqjhkqSCbcorGsTpEv98033yyjiOXLlx88ePCNN9647777QkNDBYAqQ+UWehBLAAAAAEaiQxlQixQXFy9evFgWevXqFRYWJmoSp0+SigdSCHdBhXD5RNITQpx221MF2YmeA056sP5r4d3kq3/ttddGRkb+8ccfSUlJkydPnjhxYkREhABQNajcQg+TAAAAAGAcOpQBtciyZcssFossDBs2TNRsPhqe9rsyaThtemI+zqRPBce73gG3e5SdTve8godP6xikSy65ZPTo0bKQlpb22muvZWRkCABVg8ot9CCWAAAAAIxEhzKgtrDb7YsWLZKFbt26xcTEiNrjlFrwK2j6dxtUVHCVWxUf7/q73N63U32MgChfD+bmm2+Wfx5ZWVkymUhKShIAqgCVW+hBLAEAAAAYiQ5lQG2xZs2anJwcWRg6dKiozXQ29IuTDa1wShd89NF//Jnff8BJjx497rzzTrPZnJeX9/rrrx84cEAAqGw+VG6hA7EEAAAAYCQ6lAG1gnyrzp07VxZat27dtGlT4XVOIx7Qf4bKPZsAzkDnzp3Hjx/v5+dnsVimTJmye/duAaBSUbmFHsQSAAAAgJHoUAbUClu2bDl27Jio/UMlToOPEQRQZdq0aTNhwoSAgICSkpJ3331XvrsFgMpD5RZ6EEsAAAAARqJDGVAr/Pnnn/KyYcOGHTp0EABquebNmz/44IMhISF2u/3DDz9ct26dAFBJqNxCD2IJAAAAwEh0KANqvr179x4+fFgWhgwZIgB4hUaNGk2aNCkqKkr+F/7000///vtvAaAyULmFHsQSAAAAgJHoUAbUfPPnz5eXERERZ599tgDgLRo0aPDQQw/Vr19flmfMmPHHH38IAGeMyi30IJYAAAAAjESHMqCGS01NVaaeHzJkiNlsFgC8iIwbJ02a1KhRI1mWscR3333HP2XgDFG5hR7EEgAAAICR6FAG1HBz586Vl0FBQX369BEAvE5oaOgDDzzQrFkzWV6yZMmnn35KiypwJqjcQg9iCQAAAMBIdCgDarLs7Ow1a9bIwqBBg/z9/QUAbxQYGDhhwoQ2bdrI8vr16z/44AO73S4AnBYqt9CDWAIAAAAwEh3KgJps4cKFDofDz89v4MCBAoD3krnj+PHjO3XqJMtbt2599913rVarAHDqqNxCD2IJAAAAwEh0KANqrOLi4qVLl8pC7969g4ODBQCvZjabx40b16tXL1nevXv3lClT5IeAAHCKqNxCD2IJAAAAwEh0KANqrMWLF5eUlMh36NChQwWAOkC+36+//vr+/fvL8sGDB9944438/HwB4FRQuYUexBIAAACAkehQBtRMNptt0aJFstCjR4/IyEgBoM4YM2bM8OHDZSEpKWny5MmZmZkCgG5UbqEHsQQAAABgJDqUATXTihUrlF7SQ4YMEQDqmIsvvviaa66RhbS0NJlMHDt2TADQh8ot9CCWAAAAAIxEhzKgBnI4HPPmzZOF9u3bN2rUSACoe/r27XvzzTfLf9M5OTkymUhKShIAdKByCz2IJQAAAAAj0aEMqIE2btyoTNvCqhJAXdajR48777zTbDYXFBS8/vrrBw4cEABOhsot9CCWAAAAAIxEhzKgBvrzzz/lZUJCQps2bQSAOqxz587jx4/39/e3WCxTpkzZvXu3AFAhKrfQg1gCAAAAMBIdyoCaZteuXUePHhWsKgGgnIwnJ06cGBQUVFJS8u67727ZskUA8IzKLfQglgAAAACMRIcyoKZZsGCBvIyIiOjWrZsAgPKxUw8++GBYWJjdbv/www/XrFkjAHhA5RZ6EEsAAAAARqJDGVCjpKSkbNu2TZQPlTCZ+MoM4F/x8fGTJk2SgaX8x/35558vXbpUAHCHyi30oI4FAAAAGIkOZUCN8vfff8vLoKCg3r17CwDQqFevnkwmYmJiZPnbb7+dPXu2AOCCyi30IJYAAAAAjESHMqDmKCkpWbFihSz06tUrICBAAMCJoqOjH3roofj4eFn+/fffZ86cKQCciMot9CCWAAAAAIxEhzKg5li/fn1xcbEs9O/fXwCAO2FhYQ888EBCQoIsz58/f9asWQKABpVb6EEsAQAAABiJDmVAzaHM4NSyZcsGDRoIAPAgODh4woQJzZs3l+U///xz7ty5AsBxVG6hB7EEAAAAYCQ6lAE1xNGjR/fv3y8Lffv2FQBQocDAwHvuuUcZM/Hrr78uXrxYAChH5RZ6EEsAAAAARqJDGVBDLFu2TJQ3NZ511lkCAE4mKCjovvvua9SokSx///33ynArAFRuoQexBAAAAGAkOpQBNUFJScnq1atloXfv3n5+fgIAdJDJxIQJE+Li4mR5xowZJBOAoHILfYglAAAAACPRoQyoCdatW6csdt2vXz8BALqFhITcf//9yoI0MpnYuXOnAOo2KrfQg1gCAAAAMBIdyoCaQOnj3Lp1axa7BnCqwsLC7r333uDgYFn++OOPMzMzBVCHUbmFHsQSAAAAgJHoUAYY7ujRowcOHBAsdg3gdEVHR99xxx3yH3pRUdEHH3xgtVoFUFdRuYUexBIAAACAkehQBhhu6dKlgsWuAZyZ1q1bX3HFFbKQlJT0+eefC6CuonILPYglAAAAACPRoQwwlnwPrlmzRpQPlTCbzQIATtegQYN69uwpCxs3bly0aJEA6iQqt9CDWAIAAAAwEh3KAGMdOnRIWeyaoRIAztx1112XkJAgCz///PPRo0cFUPdQuYUexBIAAACAkehQBhhr+/btonwGp6ZNmwoAODO+vr533nlnWFiYw+H44osv5KUA6hgqt9CDWAIAAAAwEh3KAGMpsUSnTp1oQwFQKSIjI2+44QZZSExMXLBggQDqGCq30INYAgAAADASHcoAAxUVFe3fv18WOnToIACgksiPlLPPPlsWfv/992PHjgmgLqFyCz2IJQAAAAAj0aEMMNCOHTuUQseOHQUAVJ4xY8YEBQXZ7fYvvvhCAHUJlVvoQSwBAAAAGIkOZYCBtm3bJi8bN24cFhYmAKDyhIaGXn755bJw4MCBJUuWCKDOoHILPYglAAAAACPRoQww0ObNmwVDJQBUjT59+rRo0UIWfvvtN4vFIoC6gcot9CCWAAAAAIxEhzLAKEeOHCkoKJCF9u3bCwCoAqNHjxbly9iw9jXqDiq30INYAgAAADASHcoAo2zfvl1e+vv7t2rVSgBAFUhISOjWrZssyFiisLBQAHUAlVvoQSwBAAAAGIkOZYBRlFiiXbt2JhNfjQFUlREjRshLi8WyaNEiAdQBVG6hB3UvAAAAwEh0KAMMYbVa9+zZIwsdOnQQAFBl4uPjzz77bFlYuHAhAyZQF1C5hR7EEgAAAICR6FAGGOLgwYNKo0nnzp0FAFSlESNGyP/1FotFJhMC8HZUbqEHsQQAAABgJDqUAYZISUmRl2FhYVFRUQIAqlKDBg169OghC4sXL7bb7QLwalRuoQexBAAAAGAkOpQBhkhOTpaXcXFxAgCq3gUXXCAvi4qKNm7cKACvRuUWehBLAAAAAEaiQxlgCCWWiI2NFQBQ9RISEpQcdOXKlQLwalRuoQexBAAAAGAkOpQBhlAmcWK0BIBq07dvX3m5ffv27OxsAXgvKrfQg1gCAAAAMBIdyoDqZ7FYcnNzBbEEgGrUs2dPs9ksC6tWrRKA96JyCz2IJQAAAAAj0aEMqH5HjhxRCkziBKDahIWFderUSRaWL18uAO9F5RZ6EEsAAAAARqJDGVD9lBmczGZzTEyMAIDq0rt3b3mZkZGxZ88eAXgpKrfQg1gCAAAAMBIdyoDqp6x33bBhQwEA1ahTp06hoaGysGnTJgF4KSq30INYAgAAADASHcqA6qfEEszgBKCayX/6Xbp0kYXdu3cLwEtRuYUexBIAAACAkehQBlQ/ZRInYgkA1a9NmzbyMikpqaCgQADeiMot9CCWAAAAAIxEhzKgmlkslqysLFmIj48XAFC9lFhC/uvfu3evALwRlVvoQSwBAAAAGIkOZUA1UzIJKSIiQgBA9YqMjKxXr55gHid4Lyq30INYAgAAADASHcqAalZUVKQUgoKCBABUu9atWwtiCXgvKrfQg1gCAAAAMBIdyoBqZrFYlAKxBABDsLwEvBuVW+hBLAEAAAAYiQ5lQDUrLi5WCoGBgQIAql1CQoJSSExMFIDXoXILPYglAAAAACPRB93ikAAAEABJREFUoQyoZkziBMBYsbGxSuHYsWMC8DpUbqEHsQQAAABgJDqUAdVMGS1BJgHAKCaTKSYmRhbS0tIE4HWo3EIPYgkAAADASHQoA6qZMlqCGZwAGKhBgwaC0RLwUlRuoQexBAAAAGAkOpQB1UxZ8prREgAMpMzjlJ6eLgCvQ+UWevgKAAAAAMahQxlQzZTREsQSAAykjJZISUkRgNehcgs9GC0BAAAAGIkOZUA1U9aWCAgIEABgEGW0hKwAZGZmCsC7ULmFHsQSAAAAgJHoUAZUM5a8BmC48PBwpZCTkyMA70LlFnowiRMAAABgJDqUAdWMWAKA4QIDA5VCSUmJALwLlVvoQSwBAAAAGIkOZUCl2LBhw+LFi/UceeTIEfm+27p161tvvaXn+Kuvvjo+Pl4AQOVR55GzWCwC8C5UbqEHsQQAAABgJDqUAZWic+fOP/74Y1ZWlp6D5fsuu9xJj+zSpQuZBIBKp8YSVqtVAN6Fyi30YG0JAAAAwEh0KAMqha+v7+jRo0Wlku2GlX5OAJD8/PyU//6MloD3oXILPYglAAAAACPRoQyoLF27du3SpYuoPMOGDYuOjhYAUAWU5SWIJeB9qNxCD2IJAAAAwEh0KAMq0ejRo9WpUc5QbGzsBRdcIACgaigfVkziBO9D5RZ6EEsAAAAARqJDGVCJoqOjhw0bJirD2LFjfX1ZjhFAVVFGS5SUlAjAu1C5hR7EEgAAAICR6FAGVK4LLrggNjZWnJlevXq1adNGAEAVczgcAvAuVG6hB7EEAAAAYCQ6lAGVy9fXd+zYseIMBAQEXH755QIAAJw6KrfQg1gCAAAAMBIdyoBK16ZNm7PPPlucrhEjRoSGhgoAAHDqqNxCD2IJAAAAwEh0KAOqwqhRo05v7eumTZsOGDBAAACA00LlFnoQSwAAAABGokMZUBWio6NHjBghTpF8M1599dUmE9+UAQA4TVRuoQeVLQAAAMBIdCgDqsiAAQOaNm16Sjfp06fPqd4EAABoUbmFHsQSAAAAgJHoUAZUEZPJdPXVV+s/PjQ0dOTIkQIAAJwBKrfQg1gCAAAAMBIdyoCq07Rp0169euk8eNSoUax0DQDAGaJyCz2IJQAAAAAj0aEMqFKXX365nrBBBhjnnXeeAAAAZ4bKLfQglgAAAACMRIcyoErJTGL48OEVH6OsdC0AAMAZo3ILPYglAAAAACPRoQyoan379q14IevTWBwbAAC4ReUWehBLAAAAAEaiQxlQ1ZS1rz01kURFRY0YMUIAAIDKQOUWehBLAAAAAEaiQxlQDZo2bTpgwAC3V40aNSowMFAAAIDKQOUWehBLAAAAAEaiQxlQPUaMGOG69nWbNm169OghAABAJaFyCz2IJQAAAAAj0aEMqB6BgYGjRo3S7vH19WWlawAAKheVW+hBLAEAAAAYiQ5lQLU577zz2rRpo24OHTo0Li5OAACAykPlFnoQSwAAAABGokMZUJ2uvvpqX19fUb7StYwlBAAAqFRUbqEHsQQAAABgJDqUAdUpLi5u0KBBsjB69GglnwAAAJWIyi30oBIGAAAAGIkOZUA1GzZsmMVi6dq1qwAAAJWNyi30IJYAAAAAjESHMqCaBQYGjhkzRgAAgCpA5RZ6EEsAAAAARqJDGQAAALwGlVvoQSwBAAAAGIkOZZWIZxJAVaOtDQAqRuUWehBLAAAAAEaiQ9kZOun3Xr4YAzg9bj+ctR8pfHoDgCsqt9CDWAIAAAAwEh3KTpvT8+b6NPLEAjgTymeIU+OadtPtAQBQx1G5hR7EEgAAAICR6FB2GtwGEupO8gkAZ079ZFY/QDzlE3yMA4AWn4rQg1gCAAAAMBIdyk6V9ulSAwltMlFBPgEAp0ppXFM+q9VLp2tpgwMAFZVb6EEsAQAAABiJxqzTpnzj/WdfRkaehVgCQFVQP59loVmDkJZxYdpkQlvmwxwAFHweQg9iCQAAAMBIdCg7JdrIQfHRvL1r9mQIAKhiNw9qfvuFwT7lTCaTstN1/AQA1HFUbqEHsQQAAABgJNqz9HPNJPjSC6DayA8cu90uAwnlQ1ubTKgH8HkOAHwYQg9iCQAAAMBIdCg7bcQSAKqTvZz82FEDCbUgXBbEBoA6i8ot9CCWAAAAAIxEh7JTpR0q4XA41P1N6oU+MvosAQCVx2Yvve+jZUpZ+cxxamtTB08AABRUbqEHsQQAAABgJDqUnR7XeZwC/c3tmkQJAKg8Jbb/sk+ZSdhsNrPZrGyqn97qpxDNcAAgqNxCH2IJAAAAwEh0KNNJ+/1WbQpkHicA1cZut8tYQin7HCezCu2ACT7SAYBPQuhBLAEAAAAYiQ5lp0TNIVwncQKAKqUsee2joa4tQRscAKio3EIPYgkAAADASDRmnQbXGZwAoKppYwkZSCjJqBpRCABAOSq30MMkAAAAABiHDmWnh2QCQDVTYgnHcdrBW0IzlgsA6jgqt9CDWAIAAAAwEh3KTpX6RZdGQADVSZ07TpuJlp646jUAgMot9GASJwAAAMBIdCg7DU4rTAgAqHpKJqEOlRCkEQDgDpVb6EEsAQAAABiJDmWnjUwCQHUq9UAAADSo3EIPYgkAAADASHQoA4BaQRtCaD+3+QwHAC0qt9CDWAIAAAAwEh3KzhDfewFUG9dVJQAATqjcQg9iCQAAAMBIdCg7Ddo+y3zvBVD9+NwGAE+o3EIPYgkAAADASHQoA4BagZUkAEAPKrfQg1gCAAAAMBIdygCgVqCVDQD0oHILPYglAAAAACPRoQwAAABeg8ot9CCWAAAAAIxEhzIAAAB4DSq30INYAgAAADASHcoAAADgNa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DDJAAAAAAYhw5ldY3d4SgstvJ1HQAAeCUqt9CD0RIAAACAkehQVqcUWqzTFi6xOUqbxURdfl5PAQAA4F2o3EIPRksAAAAARqJDWZ2y9XBiobUkMy9v5a69AgAAwOtQuYUejJYAAAAAjESHsjolPDh4/9FkR2lps9j6AgAAwOtQuYUexBIAAACAkehQVqfERoTHRUWWOBwxoaECAADA61C5hR7EEgAAAICR6FDmNfKKihdv25lbVHR2y2btGsa7PWbzocRG9etn5eVvPZyYW1gUHhzkekyJzT5/09aDaekNwsNG9ephNjH1LgAAqDWo3EIPYgkAAADASHQo8xpLtu1IzMw5kJJyIPXYE1deqr3KarMVWawpOTk7k1KEyVRiK7GU2L75e9WInt3DAgODA/y12UNKdvau5NTsgoKthw4P79Hd7H/KscTTkz/46sdZnq41m01RkRExkeH1oqPatmrWrXO7C/ud5+938u+GhUWWFWs2zFu2cs/+w2npmZlZOZER4bENYlo0adStU7sBvXs0aRTn6bar/tly7bhH1M17b73mvtuuFacuLSNr4bLV67fs2HcgMTk1rbCoqEPrlm1bN2vfukWfnt0aN4zVf6p3ps14++Ov1c1GcQ0Wz/zEVGEItGHLzitvfUDdHHfD6AfvukGcrt37Dy1ZsW7Ttl0HjySnpqabzKaO7Vq2bdlcPhb5ZIaHhbi91Q+/zXvkxbfVzdeevP+K4YPdHjlr/tL7nnhV3Xxm0rjrrhyubv7vyx9ffe8zdfOzKc/1O+9soU9l3QdVYWHxgmWrN2zdsX3XvtT0zGNpGfViohIaxcXHNWjbotnVlw0LDQkSAIBagsot9CCWAAAAAIxEhzKvERIYsPNwYpHVKl/RrILCqJBguTO3sGjx1h0bDxxKz8srtFgbxsTERUel5eTKq9bu2bd+7/6woMDYyMjzO7Q9q0WzgPJsIDOvYE/SUZlkhAcHVcW3ervdkZ6RJX927Tu0fO1G8Y1o3Tzh1ScndO3Y1tNNcvMK/jf9x29nzs7KzdPuT03LkD+bt+3+Zc5fMu244pILJ9x+bWz9GFEFiootUz/99ssffpNN2Nr9azZulT+y4Ofne+PokeNuHBMRfvIJsuSb7sdZ87V7klKOLVq2ZnD/XqLqHU1Je/2Dz3+ds9hp/5IV6+WPLNSPibr3tmvHjBwqn1Xh7WYvWv7y29Pk86/dmZR8TP4o5Y+//umuG0ePHXWxnvAMAGA4KrfQg3/qAAAAgJHoUOY1zm/f7ueVa+ULmplf8Oj0b+OjIotLStJy/m3HN/n4xEVGHs3ISM7MVL6ryz0RIcFZ+QU5hUW7jyZP9/WtHx5mtdvUmzSOiQ6olnbYPQcOXz/+8c/ffqF753au18r24lvvf2b3/kMVn0SmHd//NnfZ6vWfTnmuTYumolLl5OaPe+j51Ru2VnBMSYnt469//vnPhS88On5I//NEhWQeo7Z6q2RQUQ2xxM49B26a8NSx9MwKjknLyHrylalf/fD72y8+2rp5E+G9/vp7zfjHXq649UpGaM+98dGKtZs+mvykAADUeFRuoQezlAIAAABGokOZ10jNySmylsiwQf44HKWJ6Znpufm+JlOgv9+ATu1fv+map68e5Wc2qy93aGDgK9dd/eRVl7WMa+Dv52uz25Mys+RNlAmd5B+GTCxK7HZRLfILiiY+M9nhcDjtz8jOvf6ex0+aSaiSU9OvuePhvQcTReWxWEtunPBkxZmEKiMr5/6nJm/Zsbfiw2b+sdB156LlaypOC87cgcNJ1939mM7fsmvfoXseeTE3r0B4KZm+THjqNZ0fgAuWrvr8u98EAKDGo3ILPRgtAQAAABiJDmVeY8vBxLjIiPjoqJzCwuv69y20Ws3CJzjQPzo0VCYTyjFj+vb6aslyWagXHnr/8IvMJp+mDeo9esXI3KLinILCIqtVRhqFFusHcxfUDw8PCwq02R0yyRBn5rUn7m/UsIHTzmKLddGy1V///Ke65/CRlIV/r7mw3wnDBSY88crBxKPaPRHhoQN792zbslnbVs0Tk1N27Tmwcv1m2dquHpCVm3ff46/88PEbwcGBojK89Pa0zdt2a/c0bRI/qM857Vu1iI4KlxHI7/OWbNu1T722uNjy0HNvzv7mfU8nlA3985audN1vtzt+nDX/rhvHiKohn/MJT76WWT6Fl6p753a9zurSpWMbq7Vk38HEb3+Zow0t5KN7/YMvnnvoLuGNpn39k8zD1M3GDWPvvmnM2V06ysKxtIyd+w5++dCjPeUAABAASURBVP1vK9ZuUg94Z9rX11813MQi8ABQs1G5hR7EEgAAAICR6FDmNfYmp3ZtnpBTWGQSPvXCQoMC/F2PGdCp/bzlS3bv2z902LDYqAh1f3hQoPxRypsOHO7StElmQUHnpk22Hk7s2aqFODOdOrRu29LNrEoDevcICQn+3/Qf1T2btu7SxhJ/Lvxb2ygsytvQpzz3kNPK0tYS2yczfv7g8+9lsKLs2bn34Idf/jDxzuvEGdu8fY92+W75frnlmssm3H5dUGCAsmdg33NuvfZy+etef/8L9bDd+w+t3bStZ9eObs/5+/wl2gUq4mPrJaemK+Uffp837obRVdSY8tWPf2zd+d8wjvCwkEfvvWX0yKHaY277vysffOb1uYtXqHtmzV/y2H23Brr7c6rt1m7crpblqzDzsynRkeHKZpNGcfJHhk833Pv4ynWblZ05uflbduypYBEUAEBNQOUWetDLAAAAADASHcq8RlpubrtGDUXZmhBRGw8e9nRYaL34yKZtAsMiPR2wNfHIwE5l7eltG8Yv2bpTVKW+53bXbianpmk3P/1mpnazd8+u3374mlMmIfn7+cqm/Ocevlu786ufZslGZHHGPv/uF+3m9VeNePTeW9VMQiHfQfIOXH7JBdqdv87+y9M5Z/753wxO53TrdMPokerm4SMpf6/eIKqAzWb/8ocT5iB68dF7nTIJKTgo4I1nH9QuziGfxjl/LRfe6Fh6hlo+p3snNZNQmc2mG0dfqt2zct0mAQCo2ajcQg9GSwAAAABGokOZd8jML4iLjlSml2nVMG793gO92rQ8ve/k+1OPXXneObIQHRpyMC0tt6hYHUhR1SLCw9TysfTMDVtOCEUeGX+Lr6/HGaUuGzbw0xkz1cmUZGP6gqWrrhg+WJyBYov1z4V/q5vBwYF33Tja08H33DRWtll3ad+mc4fWndu19tSnfueeA9rHNXLYgCED+0x+/3O7/d91NX6cNf/8XmeJyrZ6wxbtItud2rW6+IK+bo+UoctNYy/9ZMbMzu1byx/5iDq2ayW8UesWTdVxKguWrpZ/PB3btnQ6pl/vHl+//7K6GRMdJQAANRuVW+hBLAEAAAAYiQ5l3mHxlu1tG8Yr5TYN4/9Yt9Fqswf4nfIXrkNpGb4mk6+5LN4ICw4KDwo6kp7RoUkjUTUWLl2t3WzRrLFanr90lfaqq0YMcW0ydnLpsIHaNR7WbNh6hrHEP5t3lJTY1M2e3TrWi/HYKt20Sfzfv30hTuanPxaoZZlzXHzB+RHhoYPP76XOmzR/ycqM7NwYl577Z2jdpu3azWGD+lRw8OiRQ10HUnifTm1bLV25XikXFBaNvP5eGW4N7n9e7x5d5Yui7Pf38+11dhcBAKg9qNxCDyZxAgAAAIxEhzIv4CgtXbhlW9P69ZTN6NCQ0MDAIqtVnLoN+w80a1DfXD7qwuTjc36HtgeOpYnKJtv6d+458PjL737x/X/TCsk2+iH9z1M3d+05oL2J9ipPWjdP0G7uPnBInJl1m7ZpN1s2bSLOjHzgv/y5SN0c0u88pfl7lGYCKIu15GdNdFFZ1m884bG0aNpY1HnXXnFJ/RNzpl/m/HXPoy+dPeTqq257cPL7X/z19xp1wRIAQG1B5RZ6MFoCAAAAMBIdyrxAZl6+1WaPj4pUI4QuzRK2HT7Sp30bcYr2JKcO7/Hfeg992rf9dOEScWYuvuYuPYfdcNXIBvWi1c2snDzttTHRESc9Q6sTY4ljaRnizCQmp2o3myWc6aiR+UtXZebkqpuXDhuoFC7oe45sH0/LyFI2v505+7ZrLxeV6vDRFO1mc2IJIeIaxHw0+cmxdz4soyDtfvmp+M/mHfJHlgP8/S67aNDt113ZrElDAQCoDajcQg9GSwAAAABGokOZFziald21WUJwgL+6p12j+OW79ohTV1BsaXN8MigpPCiwyGqxaCYyqiL9zjv7zhtOWLYhOzdXuxkTFXnSkzSMqx8eFqJupqZlnuHftq3khNbq5mc8mdXM2f8tdt0ovoG64rfJZJJt3+pVBxOPrvpni6hUFst/o2fku75FlU3MVbt07dj250/fOveszp4OkInFd7/OHXr1nZPf/8Ja9W8EAMCZo3ILPYglAAAAACPRocwL7DpydGi3E6a/jwkLPZqRlXuK88+k5eQl1I8xm074e2gQHr7zSJKoMk2bxN9/x3WfvPlMaEiQdr/1xA7sxfrmpPL381PL8m/bZrOLM+D01rCc1rxYqtS0jCUr1qmbI4cMUJYoV1w1Yoj24J9mzReVSvtY5DPj9PSe3nlOifbBnqHKvQ/tWjef8cErn0157torLvG0doj8Q/rwi+/vfOj5M/yLAgBUAyq30INJnAAAAAAj0aHMC+xKTrmy9znaPaFBgQ0iww+lZXQ+lbl65m7c3LlpgtPO1g3j1uzd37V5U1HZmjSKk23BzT3MjBQaGqLdTExKadXsJEs75OUXpmdmq5sR4aF+fmf0lTMsNFS7mXpms0L9/OdCu92hbl528SDttS2bNe7ZtePa46tZ/Lnw7yfvv0M7+OMMRYaHau9/8rH0ls1OZx4nP03wIzkcDk9Hah+s5O9baV//q+I+9DvvbPnz7KRxG7fu2rR999ade1au25Ry7IRXXKZKH3zx/fhbxgpUI9oWq85ZZ52Vm5vbtGlTnuQqQv3KKFRuoQexBAAAAGAkOpTVdkmZZQsSOL2IJh+f3u1aH0g9pj+WKLHZV+zYPbBzB6f9beLjF27eZrHZAk63WfnPGe83bRyfnJq270Diq1M/3X/437EXMmm4+o6H3nv58R7dOrjeKio8TLt55GjqyX5P2dxH2s3oyJMvR1GxiLATY4n0THEGfpp1wkLWQ8fcWcHBxcWWX2Yvun70CFFJIk98PmVEcXqxREDACZGAze5x9EDJiVNg+fn7iUpSdfdBvo+6d24nf0R5pLF4+dr3Pv9u07Zd6gEzfv5z3A2jfX3NAtXCbOaprkKXXnqpQFWSoSmN44agcgs9mMQJAAAAMBIdymq7jQcONY2Jcd3fq03rXUeThW7J2dk2h6NBRLjT/rioCD+zudhyRvMXBQb4N09oNLh/r5mfv92l438LcadnZt9w7+NrNm51vUnL5ieMjZi/ZKU4Gadj2rZsJs5MixMb7lev31zBwbIV+5L/u+fZNz5csXaTUyd9adU/Ww4cPrW5sL6ZOVtUnhYnjjVZ/U9Fj2Xrzr3Drxv/9rQZO3bvd7oqwN9fu5nveaKwgqKiCm54JirlPlisJfIVWbV+8y9z/vrqpz9cb2s2my7od+73/5t8TrdO6s5j6Zl7DyYKAEANRuUWehBLAAAAAEaiQ1lttzsp2e0MS4F+vjJmKNIdJySmZZzXrrWfu77J7Rs3OngsXVSG0JCgt597WDs3kQw8JjzxWnpGltOR53Q7YRXi5Ws3Llv1TwVnzsrJ++y7X7R7ep/TTZyZ3j26ajdX/7PFtZletXTlup17Dnz5/e/X3fNYr4uv/eCL77XXzvxjoThFu/cf2rh1l6gk53Q/4fn8/rd5FSyTMGv+UvlI3/n4axlOXHDlbQuXrlavchqDkpmV4+kkObn52s2oiDBRSSrlPjz8/FuDr7r92rsefeDp159+7f1Die4zPF9f89BBfbR7jiYfEwCAGozKLfQglgAAAACMRIey2i67oLB9k4Zur2oYFbl+/wGhz86ko0NOXDdb1Smh8d87dotKktA47vH7btPuSU3LeOmdaU6Hde/cttWJAybenva1xfNCze9M+7qwsFjdDAkOumhQX3FmGtSL7ntOd+2eGT//6fZIa4ntzY+mq5uZ2bnBQYHqprxjfy5aJk7dj5W38PWgvudEhP83J9Wx9Mw/Fri/S0eOpn4z87+HeTDxaILmD6xJozjtwfMWrxAerD1xEEx8g/qiklTKfeh19gl/7T//ucDTSZKSTz6BGACg5qByCz2IJQAAAAAj0aGsVsstKoqPjvTzMP16q/i41bv3CX2SMrIaRUe6vapeeNielJRiz5HAqbpyxIXDBp7QA/3XOYuXr92o3WMyma4fPVK7Z8OWnVfeMnHfwSNOZ8vLL7zr4Re//P537c4xlw6NjnSekOo03Dx2lHbzm1/mvPbe5zKE0O602x0vvzNtu2YgRVho8JXDL1Q3Zy1Yoo1M3nnpkX2r/3D7s3fVrLgG/03JNWv+CTc8E6EhQWNHXazd88KbH/0y5y+nw+STOfHpyfkF/8191Kdnt9aafEg+q40bxqqbMrR488Pprr9u5p+LVqzdpG4GBvjHx1VaLFEp96F3jxMG00z99NtZ85e6nmTnngNO4VCTxvECAFCDUbmFHix5DQAAABiJDmW12l9btndq0sTTtW0bxv22Zr2lpCTA7yQr/e49mhoeEuTp2vDgoNCAgMT0jNYN40QleXbSuNXrN2fl5ql7nnv9w9+mvxugWZT46kuHzVu84u/VG9Q9sul/5A33Dunfq32rFq1bNj1yNHXn3gPLVv+TdOK8Oi2bNr77prGiMvTvffalwwbI1ETZlG+Wj778YcGSlQP79mzXukVYcPDeg4dnzl6098AJ6w3ITCIk+L/nc+Yfi9SybBwf1OccT79Ovh8vGdzvkxkzlU0ZEvw+f4mMWERluPP6qxYsXane1cyc3Aeefv3bn2f36tGlS/s2eQWFu/Yd/OG3uZnZudpbXXPFxU7nufziC96ZNkPdfO+zb7ft3nfDVSP8/f2Kii0HDifJhGnJinXam8gUyt+vMr/+n/l9SGgcN2JI/9/nLVH33PfEq9/MnD24X6+EhnEh5W+HVes3f/7dr/JVUI/p2rFtq9NaKhwAUG2o3EIPYgkAAADASHQoq70cpaUrdu65ftD5KVlZuYVF9lLH3pSUrPz8rYcP+5nN/r6+kaGh0WFhhRarGkvsTk5JzcqRV+1OSinuZgs83kq7JTGxSUxMWk5udkGBzWEvLikpLLZsOXTI12wO9PUNCw7p0rxpYkZmJcYS9WKiHr//9geffUPds/dg4rSvf7r7pqvVPWazacrzD199+yTtIsPFxZbf5i6RP57OHBYaPPWVxyIjQkUleeGRe2VT/rZd/4072XfoiPzxdHzr5gl33/xfKLLv4BHtmt4D+54TFBggPLtoUF81lhDl8zh5iiU++OJ7pxUsXL325P1XDB+slMuemZcfH3P7g9oVF9Zu2iZ/PN38smEDhw7o7bTz+tEjp3//uzZSWrx8rfzxdBKZxNyleVndumnCU+Jklsz8VB0kUSn34ekHx63btC059b91U2QOscrzwua+vubH77uND0wAqOGo3EIPYgkAAADASHQoq72KSmw9O7ad/vuvh48csVqKHQ6Hb2BwYET0iqULTD4+JpO5QWxc61ati23/zTi0cPP21o0byxc9My//++Wrrh9QtvpCaXlIsGj58t8XzMnPyXY47PJUUY1bPDXlTXmk2WwODglt1qzFJQMGiEo16uJBv81bvHQVC41oAAAQAElEQVTlenXP+59/P+LCAQmN/ws/oiLCvv7w1dseeGbzNl2LWzSoF/3JW8+2adFUVJ7goIDpU1+6ZeLTG7bsPOnBjeIbfPHuC9qllZ2mABrcr1fFZ+jeuZ18Bg4fSVE2/9m8Y+feg+1aNROVoXXzJjPef+WG+550XWPcVd9zur/65P2uLTvy0b3w2Ph7Hn1Zz0dHYGDAW89NalnZIwwq5T7Ik7z4yL0333/yRESUf1S+9dxDZ3dtLwAANRuVW+hBLAEAAAAYiQ5ltVewn1/TyCj72ef27nN+ZlaOtaSkoNiSU1DY8KyzTL5+AX5+jtLSmJCQeqH/jhsoslgPpKbVj4wosdlSMzOPZWeN7Xuen69ZvvxNI6Latm3f4+yzc/IKCouKHXbboWMZ53XtInxM/v7+Jhlx+Pg0iYwUle3lx+676JpxuXkFymZxseXJ16Z+8c4L2mPqRUV8PfXlr3/+4+c/Fu7ef6iCs8mc4/47rmsU10BUtojwUHmvvvzh9+9+nZuYlOLpsIsu6PvQXTfF1v9vcQgZ8Mz8c6G6GRjgP/j8k8QS0iUX9NMOg/jht7lPTrxDVJJ2rZv/+PHrn3/3689/LlSfeScB/n7XXzVi/K3X+Pq6X7Zk2MA+b7/w8ItTPk5Ny6jgd3Xt2PalR8fL3yiqQKXch/69z/5x2htvfPjFynWbKziJTJtee/J+p1WyAQA1E5Vb6EEsAQAAABiJDmW1l/zG3bNls/DgwEPZ2XENYpKPZQULc3BgcGnZIsyldpOjVVyDPm1aqV/MLbaSzLw8+aNsBvr7ldjsfuXtzgn1o0MCA1buP1A/OiIt0yevoCghNlb5s7DbHJHhQUM6dwwO8BeVTd7th++5+fGX31X3/L16w9zFK5wmDgoODrzt/66QP1t37p2zaPn6TduT09KPpWWEh4XKMzRPaNSlQ9v+5/Vo0bSRqDIhwUHjbhh9x3VXrly/eeYfC3ftO5icklZktcZERkRGhDWMrX/7dVee1cW5K/2iZWvSNOMS+p57VqjnNTxUFw8+XxtL/DZn8UP33KxddeMMNWkUJ3OOB++6ccHSVb/PW3LoyNGjqWlmkyk6KiIiPKxD6xZ33TTmpOnOJYPPH9yv15KV69Zv2rZj94Fj6ZkZWdky1IptEBNXr177Ni16du80pP95ZrNJVJlKuQ/dO7f76r2XV6zd9NfyNUnJx5JSjh1OSlYCG/nx2LtH14F9z7niksHhYSECAFAbULmFHvyVAAAAANWh9DhHObvdbrPZrFZramqq/PLWsGHDsLAwAc+Uby7KE2g/Tj6HE7/c+s+BHHlV64YRH44fIIxgtdkLLdZDGRnHsnMdpaUhgYFN60VHhwYH+/trews6HKW3f/CJuhkU4Pf2LdebNAfIh5hvsSRn5xxKyyibEspsbhQd2TAyMjQowESvQ8AIJTbHsCd/V8qjukeOOSfG39/fr5ws+JYzlzOZ5Nv0X8JbyMclUEnkf3z5t+HnV2kBJ05K/iel2bP6paWllZSUFBcXy795/3LKB6a89O4PTJyqKuw3AQAAAOCk6FDmBfx9zZEhQV0TGl/YpcPQrh37tm3ZJCYqJCBA+2XbUmL7ff0G7a1KbPath444NK++PDwsMKBNXIMLO7eX57mgU7t2DePCgwPJJAAYaN26dT4ehISENGnSpHPnzn379r3nnnu2bNki4I58Znr37p2Tk6Pd+euvvypP44QJE0Qt8eabbyr3eezYscI455xzjnI30tPTBWoeKrfQg0mcAAAAACMx/a53k69vfrFl6+Gk71eszCss1l5lszve+WNus9j615zfu1F0VIAf384A1DKF5Y4cOSLLy5cvf++998aMGfPWW2/Fx8cLHPfBBx9MnDixuLhYAHUDlVvoQcUXAAAAMBIdyryYfGV/Wb0+KSvbXiqaNogttloz8/Oz8/K1IyQOpqa98tNvsZERo3r1OKtFMwEAtdl33333999/L126tEWLFgLlpk+fTiaBOoXKLfQglgAAAACMRIcyL7YtMenPfzZFhoaEBQUH+fsHBQQ0CQpMqF/fUlJSaLEcSj2mHCZTiuSs7J9XrSWWAFCTNW7cODExUbunsLAw+7hPPvnk008/lTuTkpIuuuii5cuX16tXT8Cztm3bPvfcc7LQo0cPAXgRKrfQg1gCAAAAMBIdyrxYTFhYSEBAfmFRTn6Bw/OrbDaZ5E9sRIQAgFoluFzDhg1luXfv3iNGjBg1apQs7969e/Lkya+++qqAZ+3atXvyyScF4HWo3EIPYgkAAADASHQo82LxURGTbxibnpeXU1CYJX/yCwosxTa7Q7nW39c3IjgoKjQkIjg4MjQkOjREAEBtdtlllz3++OMvvviiLH/88cdPPPFEWFiYAFDHULmFHiYBAAAAwDh0KPNufr7m+KjIdo0bnte21cVnd72q97ljzz9P+bnivJ6Du3Y6u2XzVvGx9cJCTXyBB1D7PfXUUw0aNJCFrKysr7/+2u0xW7duvffee4cNG9a8efOoqKi+ffvecsst3333XcVnTkpKevnllwcMGNCkSZOgoKCWLVv279//22+/reAmS5cuveuuuwYOHFi/fv2EhIQhQ4bI37tu3Tq3B3fo0EH+R77wwgtl+ccffxw8eHBERMQ555wzadKkw4cPq4fl5ua+9dZbN95446BBg+T9Dw4Obt++/cUXXzxx4sT58+c7nTM+Pl6ec+XKlcqmvBs+5ZTNX3/9VdmcMGGCsueTTz5R9tx0002eHpR8Yv39/eUxjRs3ttvt2qscDse777577bXX9uzZU975tm3bXnrppY899tixY8dEFZNPiHLPFy9e7PaAq666Sjlg1apV6s709HRlp0yz5GZGRsYHH3wg73+zZs0aNWo0dOjQRx55JDk5WZwKeRPlnDIS27Nnj4ARqNxCD0ZLAAAAAEaiQxkAwGvIFvOrr776nXfekeWFCxfeeeedTgf89NNPss09Ly9P3bO83Keffjpz5sz//e9/4eHhrqedOnWqjAe0C0fvLyeDh6+++kqGE6GhodrjZQP3ww8/LFv5tTsTExNlcvDRRx898cQTjz76qK+v+zaxBQsWjBkzRjbxy/LacrLNXblK3vz//u//nFr5d5abPXu2jCtkk/qXX35pMp1mJ2D5e++55x75MGViUVJS4ufn53rMDz/8IK+ShbFjx5rNZnV/ZmamvLm88+oemaDs3r37t99+++yzzz7//HPZyi9qsNTUVHkPN23apO45evTovHnz5B+GjKxktqTnJDK4UqYOk8HVL7/80rp1axrHDUHlFnoQSwAAAABGokMZAMCbnH/++UosIZvIZeO+to1etho/9thjSnnAgAEdOnSQMcayZcvWr18v98jW582bN8uybFPWnvC55557+umnlbKMH/r06dO1a1eZBMg2a9mC/8cff9xwww0//vij2gwqm7NlK7ZskVc2u3Tp0r9/fxlU/PXXX8nJyVar9amnnpJByJw5c1zvfFFRkYxSlExCIX9Xx44dZUHeseHDh8ubi/JW7wsuuKBt27byyIMHD86dO7ewsFDu//rrry+55BIZGCi3lfdKRgjjx4/funWrKB8e4TZ0UclHd9lll8mUJSsra9asWcpCHU5kLKEU1N8iyoeSyMe4b98+UT5EQz63TZs2lc+AjG3S09NTUlKGDRsmQ5qbb75Z1EjyHg4ePFg+S/Kp7tWrV7169RYtWiQDIXlVWlraFVdcsXfv3ujo6IpPIh+g8tcl/6hk+iVfIO3riOpE5RZ6EEsAAAAARqJDGQDAm8gGcaWQnZ0tm8ubNGmibMpGZ5kHyIJsdJ42bdqll16q3mTjxo133333ihUrduzYIaMLmUOoV+3fv/+VV15RyjIwkNdGRkYqmzJjkBnAhg0bfv75Z9kkfeuttyr7r776aiWTkInC+++/37t3b2W/bKT+8MMPn3jiCdnoL4OE6dOnX3fddU53XsYV8rJHjx6TJ0/u3r37/PnzlbxBevDBB5VM4uKLL54xY0ZERIR6K/kw5alk7CHKwxU1MJAJirxUF9iQ90Q+dlEheeeVmalkpOEaS6Smpsr2elno1q3bWWedpe5/5JFHlExCtuB/9NFHMTExyn55h+UDefHFF2XcIu//yJEjT3oHDPHpp5/KSxkqPPPMM+oYEflijRs3TpTPWyWfk7vuuquCM3z11Ve33367LMibf//99xdddJGAcajcQg/WlgAAAACMRIcyAIA3adasmVrOzMxUy/fee6/NZpOFL774QptJiPJGdtna3rp1a1mWzegyilCvevXVV2WTuizccccdH3zwgZpJiPJhAd98841Slq3SSkGeZ9myZaI8/FiyZImaSUgmk0k2batHPvzwwzI4ES5krDJ79uwBAwbI4OHKK6+8/vrrRXkEoqyaIDOGr7/+WptJSI0aNXrvvfeUsjLy47TJzKN+/fqy8PvvvysPXEu2zisjAMaMGaPulFGK8qBkUCEPUDMJUT5u4PHHH1cGr8jGfXWoSg00fPhwGZ9o562SKZTMkJSyuj6HW7/++utNN90knxlfX1/5VDj9daH6UbmFHsQSAAAAgJHoUAYA8CayVV2dqkht9z98+LAymGDo0KGy5d31VgEBAcrKz8XFxd9//72y0263yxZnWQgMDHzkkUdcb9W2bdvzzjuvb9++bdq0UVZc+PLLL5WrHn30UafwQCF/+6BBg0R50vDHH3+4HiCjC9chBfLuTZs27YEHHpAt+9poRNWuXbvg4GBRvoyzOAOyXV6JHPLy8n777Tena3/88UdRnq/83//9n7pTxjxKYcqUKW4XzLjlllsaNmwoyueYEjXVs88+67pTXQ8jJSXF0w0XLlw4evRomXjJp+Wzzz6TZQGjUbmFHkziBAAAABiJDmUAAC+jjIoQ5bmCUti8ebNS6N+/v6dbnXvuuUph7969SmHZsmWpqamifByAdhCG1ooVK7Sbs2fPVgqXX3658OCKK65QpkJSf5Hbu6EVHR0tG/eFZzLkkLFEYWGhjFWcVtQ4VVdfffXUqVNFeQihHRWRmJj4999/y8LAgQMbN26s7t+yZYsoX5dCJjRuTyhrGvJBzZw5U969gwcPenomjdWlSxfXnXFxcUrBdeCIQj4h119/vTK51ptvvqlNa2AgKrfQg1gCAAAAMBIdygAA3kS2y6vrMagDC5Smc1G+fsBJpxJSlkmQtm/frhS0rfAVyMvLO3bsmCgfT1DBTdTlLvbs2eN6batWrcTJWCyWHTt27Dxu/fr12oTjDGOJPn36NG/e/MCBA7NmzZKPSF2aQh3rIHML7e/auHGjLOTn52tnQPJE3s8aGEs0bNjQ7TgPmbUoBWUojKtrr71W/WNToy8Yjsot9GASJwAAAMBIdCgDAHiTgwcPquWoqCiloAYMesgWeaUgEw6loDOWyMrKUgotW7Z028ytUNvl1fxDy+0cTYrMzMzp06cPGDBARgXdu3cfO3bs8LR7jQAAEABJREFUs88++91337kddXEmbrjhBlH+8GfOnKnuVGZwCgwMvOKKK9Sdu3fvVp8lPbSvTs2hjorwxFNNSckklNm6Pv3004ULFwrUAFRuoQejJQAAAAAj0aEMAOBNNmzYoBRkY7E6LkEZxCDdeuutCQkJFZ8hICBAKahrVOhs4gwKClIK6uRRbimrRovyQRWu15rNZre3kgnBtddeq51NKDg4+KyzzurYsWOPHj369evXv3//CpZAOCXXXXfdM888Iws//fSTsua2TFCUxbRHjhyphj1C88S2adNGzxRGnTp1Ekao+BX09Jx7olac5Cs4Y8YMGUeNGzdObt59993yz0/9M4BRqNxCD2IJAAAAwEh0KAMAeJO1a9cqhYEDB6pDFtQBCn369Lnxxht1nqpFixZKISkpSc/x9evXj4mJycjIOHjwoM1m8zRg4tChQ0rBdWlrT+RN5N1WMgmZtTz22GODBw+Wd08bbHha/+A0yDOff/75y5YtmzNnTnZ2dmRk5FdffaVcNXbsWO2RzZs3Vwoya3nyySfFGcvMzFy8eHFaWlqrVq0uuOACp2vVvEdZ39uVp0AoJydHVB614vTll1+OGTNGbk6fPn3FihW7du169tlnX3nlFQFDUbmFHkziBAAAABiJDmUAAK9hsVhkS7FSHjFihLq/devWSmHbtm2ebpufn7979251KIPQLPNQQSzxxRdfjB8//sMPP1SOadOmjShvoz9y5Iinmxw+fFgpyBhD6PP+++/n5ubKgmypX79+/Z133invmzaTKC4urtyWd2UBCavV+ssvv8jCt99+Ky8bNGhwySWXaA9r3LixsgDD3r17K7gDe/bsUe7/Se3bt++KK66QD1B9HbXy8vKUgtNUV+pwB0+LQMisSFSBoUOHivJGcPkHoLwcb7755j///CNgKCq30INYAgAAADASHcoAAF5DNgorDdBhYWFXXXWVul8NGH788UcZXbi9rWxZbtu2rWxkv//++5U9TZo08ff3F+UjMJKTk93e6quvvpo6deq4cePS09NF+aoSyn7tqgxOfvrpJ6XQq1cvoY/a0n3bbbe5DTNWrVqllrXJivAwVdRJjR49Wnnss2bNkiffuXOnLMun1Glda1mLaNeunVKePn2621MVFRX169cvIiKiefPmu3btEhVS591yuwqFmuhER0dr96vzbqWmprreSoYZ6prnVaRz58733HOPKM9Fbr311opn8UJVo3ILPYglAAAAACPRoQwA4B1kc/8TTzyhlB9++GGZTKhXDRkypGnTpqK8sfv11193vW1OTs4777wjytvQzz//fGWn/P+orKxgtVonT57seqtt27b9/fffsiCb5rt27SqOLxYtvfbaawUFBa43ka38ixcvFuVrRztNiFQBebBScHtOSXv3bDab9ip1qQP5KIRu9erVUwZGLFiwYPbs2crOMWPGuB557bXXKoUXXnjB7ZCI9957T1n0IjIyUgY/okKxsbHKHV6zZs3+/fu1V8mXRnnqpC5dumivatSokVJQD9B69913nZ6TqiAffnx8vChf3UTGYwLGoXILPYglAAAAACPRoQwAUKspqxHceOONV155pTJQoGfPng8++KD2mODg4JdeekkpP/vss0oCobJYLNddd11iYqIsy/Ri5MiR6lXPPfecEm+8XU57qz179lxzzTXFxcWyrJ588ODBo0aNkgXZED9s2DCn2Z8WLlx46623KuVHHnkkJCRE6KNkHqJ8SIdTC7u8A5MmTfrzzz/VPU6LTKgjCVavXi1OhZKayMDmf//7nyifCKtv376uh919991KSJCamnrhhReqAxoU8iE/+uijSllZF7pisloiX0dR/rhkJqSebe3atfK5VZblkK/moEGDtLc677zzlMJXX331xRdfqPvlK/vqq68+/fTTourJvxM1HHrmmWcOHDggYBAqt9CDJa8BAAAAI9GhDABQK6Snp8tWb+2e7OzsgwcPKrMnqVq1ajVz5ky1LV4lI4Qvv/xy7ty5JSUl9913348//tihQ4eGDRuK8rZsmTHIQnh4+PTp07VLVcfHx8sm5gceeEAGHhMmTPjll1/at28vD9u1a9cff/yhrGQgz6ZEEYo33nhj6dKlGRkZf//9d48ePQYMGCCjDhkVyHbq33//XTlG7nz88ceFbjJ0kaFIfn6+bJ3v3r27bK/v2LFjWlraxo0bv/32W3UsgnxCRPk6CjExMdonRCmMGTOmX79+8p5v2rTJaRIkt0aMGKGcUzm/vLnbCoOfn9+UKVNkBmO1WtesWSMzoYEDBzZr1kyGLvLV+fTTT5XDrrrqqptvvlnoIJ/wb775RqYvy5cvb9mypXzC5ZOvXRTkiSeecEp0+vfv361bN/lsyFvJ5+q9996Tj1Q+P/Pnz09OTo6NjZWxk9tRMpXr2muvnTZtmgzJCgsLb7/9dvnHJmAEKrfQg1gCAAAAMBIdygAAtUJxcfGCBQsqPmbo0KEyV/C0lPSsWbNeeOGFl156ScYJy8ppr23evPlnn32mzuCkmjhxYkJCgmxlzsrKWlxOvUq2yN97770vvvii03lku/+tt946Z84c2aCvLBatdccdd8iMQRt+nJSMFl599dW7775blrdu3frQQw9prw0MDJQn3Ldv32uvvSY3t2/frqy8rbjrrrtkNpCXlycf9cKFC+WenTt39u7d+6S/VJ5WZgkff/yxslnBlFMyh5CBhMwDZDBw7Nix7777zukA+ey9++67Oh9yixYtZIAkn1gZOMmYwWlZiBtuuEGmRE43MZvN8nkePnz43r17RfnQCkm5Sr4c8+bNkwmHqBYffvihDEiUv1X5S/U8z6h0VG6hB5M4AQAAAEaiQxm8Q2FhsUCNx8uEyhUUFNSxY8dLLrlk/Pjxsl1+6dKlMgnwlElIsln8mWeeWblypWzylreSbf3yDM2aNevVq9fzzz8vW/P79+/v9oZXXnmlbByfNGnSiBEjWrduHRERIY+8//77t23b9vrrr7uOzGjUqNHs2bM/+eQT2YYuc47w8PDY2FjZQi0Tjs2bN8uWa9ebnJRMFzZs2CBzgk6dOkVGRorytazbtm0rQ44dO3bIdn91XqMZM2ZobygjCpnHqIsxyNvKiELoc/XVVyuFc889t0OHDhUc2bVrV5lMvPHGG//3f/8nH2lYWFhMTIy8q6NGjVq3bt1HH32kLKCtk4xAZHby9NNPy5epcePGys4BAwbMnDnz888/d3sq+VTIUOSxxx5TFhGJj4+Xz8yvv/4qXyN1vEg1kHdDnUDs559/FjAClVvoQXgFAAAAVIfS4xzl7Ha7zWazWq3Hjh2TO2UDinZpULhSvrkoT6D9OPkcTvxy6z8HcuRVrRtGfDh+gKidrCW2n/9Y8OeCZanpGZmZOYUWS7tWzZo2jm/XsvmVI4dER4a7vdWk59/6eVZZz+WvP3il11mdRVXKyc0/68KypVY7tGnx+/R3na6du3jF1z/+8eXUF0XdU1BY1GXglfqPb9WsydzvPtR58Pylq+6c9Lws3Dhm5JMT7xBnxu3L9NLb0z6ZMVMWpr782EWD+gicqMTmGPbkv9P+jOoeOeacGNkg61dOFnzLmcvJFmqf44S3kI9LALWWrDDQ7Fn90tLSZPWssLCwpKTEv5zygSkvvfsDE6eKSZwAAAAAI9GhDNN/mPXeZ9+mZWRpd27cukv+/CoWvz3t67GjLrrzhtH1oiNFzWO3Ox556W2Zjsi4QqCm4mUCAFQbKrfQg1gCAAAAMBLT79ZlObn5j7wwZd6SleqeejFRsfWiQ4KCEpNTUo5lyL+NYov1s29//Xv1hq8+eKVeVISoYYotFmXEBmoyXiYAQLWhcgs9iCUAAAAAI9GhrM6SmcTo2x/ceyBRlgMD/K++bNjN14xqFNdAPSA1LePND6f/OGu+LO85cPjWiU9/8fYLEeGhwggBAf4Tbv8/WYiuedFIzbFm7jcxHmbcOj3NExopT3vn9q1F1eh7Tvew0BBZaNm8iQAA4IxRuYUexBIAAACAkehQVmdNfOZ1JZOICg/7ZMpzXTu2cTogtn7Mq09O6NG1wyMvvi03t2zf8860r898gYHTI4OT8beMFaherZo1qeqnvd95Z8sfAQBAJaFyCz1MAgAAAIBx6FBWN33369zFy9eKshVlTV9MfdE1k1BdNXLInTeMVso//D4/OydfAAAA1FRUbqEHoyUAAAAAI9GhrG765pfZSuGayy/u2LZlxQePu2H097/OyczOtVity1avHzGkv9Bh7aZtC5asPHD4aFLKsaTk1AB//yaN4po2im/XpsXllwx2nWto6Jg79x5M7NOz25dTX/xz4d/fzPxz8/bdzZs27tW983WjR4QGB5914Rh5WIc2LX6f/q4s7Np36OJr7lJvvn33/pbnXiIL8gzvvvToeZf8n8Va4utrXv7bF/Viotzew0deePuH3+fJwlfvvXxejy6eHsj3v8199MV3ZOHy4YMnP3m/22NkWnPuxdfYbPbY+jHLfv1chj3K/iNHUz/68odN23enpmUUFhcnNIxrFB/bpkXT0SOHJjSOE0b7Zc5fDzz9uix8/f7L7Vq1mPz+Z3+v2VBSYuvYruXwwf0vHTZg/tJVd056Xh5w45iRrgNl7HbHstX//D53sXzy5asc4O/XoH5Ml/ZtHrjrBnUZkgpeJvlCy8JLb0/7ZMZMWZj68mMXDerjeidXb9j6x7wl8m9jz75DAYH+LZs2adGs8aiLLujSwc28UiOuGy9/Rc+uHb/932vy7s1ZvHz9xu3rN28/nJTcrmXzVs2bXDniwq4d2woAgPeicgs9iCUAAAAAI9GhrA7avf/Qlu17lPJt/3fFSY8PDQl6/ekH/fx8z+rSPjDA/6THFxVbHnzmjTl/LdfuzBOF6ZnZG7bsFHP++ujz7z9+85nundu5vblsGb/38VeUBgV5P+WPzANkLCF0iwgPHTKg9+/zlsicYPZfy6+7crjrMbLxfe7isnvYuGFsr7M7V3C2Swb3e2byBzLkWLh0lbyVfB5cj5m9aJn8XbIwckh/NZOQd+CRF6YUW6zqYTv3HpQ/C5etnjbj55cfv2/URYNEzSCf7Hsee3Hlus3KpgxRQoKCZCxRwU1kDnH/k6+t37xD3VNQWCSzq517DsgnVj66oQN6izMjz/ba1M+U6OhfOSI5NV3+hXwzc/bdN10tAzOZPLm9rXw5Jj49+Y8Fy9Q9azZulT/f/DLn0XtvueWaUQIA4KWo3EIPYgkAAADASHQoq4NWr9+iFNq3aaFd47oC/Xufwuz/k557U80k2rZs2rFdq7j69VLSM7bv2ifbrOXOrNy8x19+Z9ZXU00m53l9iy2WJ1+dqv2bbNe6eZsWTXNynSePahIf+/X7L1ssJTff/5QoX5z5hUfukYXwsLJFuUdc2F+mArIwe+HfbmOJRcvX5OYVKEdW3HgREhx0Yf/zZs1fKu+DvJXb1nb5W5TC8LClEXYAABAASURBVONDSWTT+YQnX1PK8r5169g2tkG9w0eSV67dKB++jDcefv6t9q1btGvVTNQA3/4yW80kFEMH9qngeJkwXX7T/fJS2WzVrEnP7p18ypv+9x5IlE/UxKcmT5/6ksyxKn6ZKiCjkWvvevTA4SRlUz5R55zVOTsnV97PtIws+QRO+d9X6zdv//zt511vW2K33f/U5D8XLqsXE9WnZ9eGsQ127D2gzFom/7ReenuafOZ79+wqAADeiMot9CCWAAAAAIxEh7I66EhyilI47+wuorLJ5niljd5sNr33yuMX9uulXiX/2Gb+uUiGFqJ8bp8tO/a6rmmh9L7v3L7VI+Nv6dCmpTxbcbHF7S8KDg7sdXaXgsIiZTMoMKCX5uEM6NMzOjI8Mzt39T9bjqakNYyr73RzNUi4VMeQBRk2yFhCFuYs+ts1lkjPyFqxbpMoj3k6tWul7Pzoyx+UwiP33nLrNaPUd1lhkeX+p15bsHSV3e6Y9vVPrz/9gKgB5KOT93DC7f93zeUXH0vP/OXPhf3P61HB8TISUDKJpk3in3lgnLpmtXyJZ8yc/dSr7xVbrPc/PXnRj9MqfpkqcN/jryqZhMylnpt099ld2yv7HQ7H1z//+dZH02X4sWzVP/IvatTFzq/gxq275M/Avue88sQEdTqpfzbvuOPB5zJzckXZ2ipziCUAwFtRuYUexBIAAACAkehQVgclJqUqhWYJjURlm79klVK468Yx2kxClP+xXX7JBX+v+efXOYtF2TID+9wutd0orsEnU55XFp+4+IK+4rTIUOTSYQM/+/ZXWf5jwVKnuapkK/m8xStkoXOH1q2bNznp2Qac10MJORYuW1NUbJFt69prf5+/VHkTDR98vrpz6869onxwwG3XXq49ODgo4MVHxy9btd5aYtt/KElUqvGPvuRrNldwwGtPTYxrEOP2qgfHXa+sbS4fqYxSKjjJkeRj38wsW5tEPslfvvNi44ax6lXyJb728ovXbdz629wlR46mrly3qe+53cWpW7F209pN28ruTET4Nx+8Gh4Wol5lMpmuu3J44/jYWyc+IzdfnfrpoL7nRIQ7j72IrR8z5bmHQkOC1D1ndWn/1vMP3XDvE6Is/douAABeisot9CCWAAAAAIxEh7I66GjqMaUQHBQoKtvFg8+XDd979h+6csQQtwe0a9n8V7FYFnJy89we8H9XXOK6IPZpGDFkgBJL/Lnob6dYYt7ilRZriSifwUnPqfz8fC+5sN/0H2bJPGPhstXDL+ynvXbOorKBF/J9dOmw/7rt+5rK4oGMrOz0zOx60ZHa4+XmL1++07RRfIC/n6hUq//ZUvEBxRb3Q0/CQoNvueZyoc/CZf8mT1dfOkybSaiGDOizcduuNi2aWcuf5NMwc/ZCpXDHDaO1mYRqYJ+e5/Xookzo9NeKtZcNG+h0wK3XXq7NJBS9e3YNDAwoLrYkp6Y7HA7XOcQAAF6Ayi30oBIAAAAAGIkOZXVQgP+/y1arU+tUonO7dxp3w+g3n53UON7NqhXWEltufoFadnuGLp3aisrQtWObFuXDQTZv230oMVl71Z+LylZCLg8SBuo82/DB/wYYSgihOpqStm5TWdd72UoeH1tP3d+9S9mkQ7l5Bdff89jn3/12+EiK9lZtmidUeiZxJrp2aOt2KW+3Fi5drRQG9j3H7QEXDerz10+ffDT5yUHnnyNOy5IV65TCsIEe181WV784dCTZ9drWzRNcd8ocQo2Iii2nGZkAAGo4KrfQg9ESAAAAgJHoUFYH1Y+JUgrZOXmiiqWmZew7eGTvgcP7Dh3Zd/Dwhi07iy1W5SqHw+H2Js0aNxSV5Irhgye//4Us/DZv8fhbxio7s3Pyl65cLwv9zjvbaRxDBXp069C4YeyRo6mL/l6TX1Ck9sT/be5fSmH4iQMv7r/9/5auWl9SYtu179Dzb34kf9q1bn7+uWed3+usc7p10p8BnJI1c785vYEmCY3i9B+8a/8hpRDfoJ6oAvLpzcjKEeXtSnGef0XDBv+uF3Io0c1cWLGx7m8YcnyEkM0mU7EAgZpNfkrwH6rqJCYmWq3WqKio6OhogSpAy7hRqNxCD2IJAAAAwEh0KKuD6h2PJQ4cOiKqgGxJ3LZr/w+/z5u/ZOWx9ExxisJDQ0QlueyiC17/4Ev5Fz5r3hI1lvhz0TKbzS50z+CkuvySwe98/LXFWjJv8YrLL7lA2Tl70XJRNgDFb+iAPtqD27dp8eFrTz78/FvK0tDSzj0H5M/HX/0kIw2ZT9w45jIZdYiaIfRUnnPL8Zmg4mPriyqQk/dvWta0cbyvr8elMhodnz/K7WiJelEnCZz43KsVSssJVI1PPvkkJSVl2LBhI0eOFIAXoXILPZjECQAAADASHcrqoE5tWymFDdt26rzJ1p17X37303Ubt5/0e35hYfGN9z552Y33ff3TH2omkdA47sJ+ve697dov3nnhkfE3V3wGk7nSvifGNYjp07ObLOw9mLht1z5l5+yFZTM4BQcHDhlw3qmcTIw6vnTEnL+WK4VDicnK0tYXnN8rMsJ51eUBvXss+OHjZx4cd1aX9topm/ILimSYcfWdD8mIQtQM5lNZZSE89N9H6qiaRp+AgH8HMdg9jKdRlB6/1u0SEWbWjQCAuorKLfRgtAQAAABgJDqU1UEDzz9XKchW9dS0jNj6MSe9ycw/F37+3W/TvvqpZ9eO3/7vtQqOfPOjL5ev3aiURwzpf80VF7dv1SIsNFg9YOfeg6IajRwy4O81G0TZmhDLO7ZtmZyavmLtJrk5dEDvkOCgUzqVDFfkw1+7advSVetzcvMjwkN/OT6D04ih7gdeyAd+3VXD5Y/d7ti17+Dm7btX/7N53uKVxRarfN+98u6nPbp27N65nahVmjaJT0opWzU99Vh6VESYqGz1oiKiwsOycvOOHE212eyeBkwkJf+7cntURCUskA4A8BpUbqEH/RcAAAAAI9GhrA6KiQw/t3snpfztL3NOenxJie23uYuVcv8+PSo4MjM7d8bPfyrld156ZMrzD53TrZM2kxBlSzvkimo07II+wcFlywnMLl+qev6Slcp+GVeIU3fJkH6i/AlZsGSVLPwxb4m8jImKGNi7Z8U3NJtNHdq0uPqyYW8999Cin6a1adFU2T9n8QpR2zRp+O9CFClpGW4PkM/PfU+8+s60GcoaHqehWdOytcrlp1PKsXRPxxxNTVMK0ZERAgCA46jcQg9iCQAAAMBIdCirm24eO0opTJvxc8qxjIoPfv3DL2XeIAt+fr5XX3ZRBUfu3nfQYi2RhbYtm15ywfluj9m8fbdScDgq4Q/Px+ckXypDgoOG9u8tCwcOJ+07eGTB0rI4IbZ+TJ9zuotTd/Hgfspq1YuWr9mwZee+8sU5LrrgfKclrDdu3XXv469cNPautz/+2vUk8rePu3GMUk5LzxC1TZPj62MvWbnO7QHrNm2fNX+pfOzf/z5P2XPSl8lJ00bxSmGu59hGnUqr1g03AQBUKSq30INYAgAAADASHcrqpsH9ew3u10uULwVxy/1PySZ7T0d+9dMf044vgTD8wn4VT9oT4O+vFAqKit0esG3XvhXrNillm90uzlhgwL9rNpSU2DwdM3LoAKWwcNlq5bePGNLPfForWMREhisDI5av3aA2yl9yoXMAEx4W+seCZbv3H/pzwTKruzumDgKoX+/kM2jVNBcN6qvEMN//OtftkuY//D5XKSh/Y0Lfy6Q16viK4v/76if5J+p6wKJla1b/s0WULzZ+qkuXAwC8G5Vb6EEsAQAAABiJDmV11uP33RYYWLa28M69B6+4ZeJr732uDSdy8wrmLl5x+c0Tn37tfWVP6+YJD99zktWq27VurjQEHDmaqnZmV23YsnPCE6+qf29Wq1WcMZPJFBhQloUkJqemephTqM853ZX1M6Z9/ZPy20ec1gxOiuHly0jk5Rd+Uz7/VbMmDXt27eh0TIumjTq3L1tXfO/BxMnvfeb0Ftt94PDH039UykP7n7Ds9re/zFF+lMUbaib5kG8cPVIWii3W2yc9dzQlTb3Kbnd88MX3v85ZLMtdO7ZVR8zoeZm0+p7TfUj5M5OekXXThCedBvQsX7vx0ZfeVsp33DBamaQLAAAFlVvowZLXAAAAgJHoUFZnJTSO+/j1p+974pXM7Nyc3PyPvvxB/tSLjmzaOD47J0+ZnkjVpkXTL6e+WD8mquJzBgUGjL1s2IyZs2V54lOTl1+yoXvn9lERYXsPHVm2cr2yFHZ4WIjMPETZIhN5ojK0aNp4++79xcWWkTfc1zKhbE2CGR++qj3AbDaNHNL/469/zsjKkZstmzbu1K6VOF0X9D1XeQiyxVxuXjK4n9t30FMT77xu/OPyXn36zS8btu7sf17Zmhxp6ZkyqFC6+UuXDx98Vpf22ls9/vK7SmHam880imsgaqpxN46Z/ddyGT5t2b5n1M33n3d2l0bxsVnZOf9s3rHnwGF5QER46JTnHtLObXXSl8nJY/fdunbD1qzcvHWbtl964329zurcMK6BxWJNTE5ZtGyNcsy5Z3W++/h0WAAAKKjcQg9iCQAAAMBIdCiry3r37DrzsykvvPW/+eUrLkjpmdnyR3tMSHDQLddefus1o2RBzzkfuufmVes37z+cZLGWyHxCiShU53Tr9OJj9144+nZRNpLgsKgMN18z6sFn3hDlPevlj2wKdzgcJtMJQ/NHDhsoYwmlfPnxCYJOT2CA/0WD+n7367/zFCmDJ1zJvEGmPk+/9p58KjZs2Sl/nA64dNiAFx6+R9ROMnX4+bMpT7787tzFK+Rz/nv50t+qti2bPvfQPTL30u7U8zJpNWkUN+vr9x596e2lK9fL42fNX+p0wNhRFz058Q5fX7MAAECDyi30IJYAAAAAjESHsjquccPYDyc/ufvA4c9m/LJr38Hs3Nys7Fyb3d6mRdMmDeNaNU8Ye/nFMZHh+k8YFhr8x4z3v/z+97mLl6cey0hJS7fbHeFhIe1bNR9z2UUjhvSTLdE9u3Zcu2nblh17t+/e36FNC3FmRl00qKjY8s7HX6eVD1+IiYrIzMmrFxWhPUb+FvmIdu8/JMvDz2AGJ8XwC/srsUTXjm3bNE/wdJhMfeZ9/9Gcv1YsX7Nh/8HEHXsPBAUGNmsc36Nbp4sv6NuudXNRm8m/ivdfffynWQtWbdhy4NCRfQcT60VFtm/T4tyzu1x96TDXpTv0vExO4hrEfDbluR9+m7dm49bEIyk79u4PDAhIaBzfvVO7yy8Z3K5VMwEAgAsqt9CD8AoAAACoDqXHOcrZ7XabzWa1Wo8dOyZ3NmrUKCwsTMAz5ZuL8gTaj5PP4cQvt/5zoGxqoNYNIz4cP0CgRiq2WHsPvy4nN//8Xmd9/vbzAqglSmyOYU/+rpRHdY8cc06Mv7+/XzlZ8C1nLicDP5/jBKDDc889l5KSMmzYsJEjRwrAW6SlpcnqWWFhYUnlHXddAAAQAElEQVRJiX855QNTXvKBCS1GSwAAAABGokMZ6oL5S1bKTEIWLh06UAAAAO9F5RZ6EEsAAAAARmL6XXg9+Rf+7S9zRPlq28MG9REAAMB7UbmFHiYBAAAAwDh0KINXcjgcytrdhYXFz7/5v1XrN4uyVaYHBgUGCAAA4L2o3EIPRksAAAAARqJDGbySyWS6cPTtuXkF6p4Af7/rr2L+dAAAvByVW+jBaAkAAADASHQog7dqGFtfLcs/8mcn3dWiaSMBAAC8GpVb6MFoCQAAAMBIdCiDt+rWqd2ufYeiIsJ6dO1467VXnN21vQAAAN6Oyi30IJYAAAAAjESHMnirFx8dL38EAACoS6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CDWAIAAAAwEh3KAAAA4DWo3EIPYgkAAADASHQoAwAAgNegcgs9iCUAAAAAI9GhDAAAAF6Dyi30IJYAAAAAjESHMgCoFfisBgA9qNxCD2IJAAAAwEh0KDs9PGkAqpn2Y4ePIADwhMot9CCWAAAAAIxEh7LToP2uy7MHoNr4lBMAAM+o3EIPYgkAAADASHQoO0Pqs7c/Jffy52cLAKgaPhqCARMA4AGVW+hBLAEAAAAYiQ5lp83pG6/dUZpTaBUAUGWUT2xtMsH4CQBwQuUWehBLAAAAAEaiQ9mZ4KkDUG3kB46pHGkEAFSAyi30IJYAAAAAjESHstOg7ap8XpvoBuF+8jl0HKeUS4/jGYYTi8Ui/0J8fX39/PwE4Jn6UaNEEc3rBXiax4kGOABQUfWCHsQSAAAAgJHoUHaq1O+6SsvgVb0alpSU2Gw2eWm3223l7OVk07Mof4b5bgyt5ORki8UaHh4YHR0lAA/U+EFmEmaz2becUnYaM6Gd0EkAQJ1H5RZ6EEsAAAAARqJD2enRtgYqTYSyrVA+k/JSvVYdNiHKvyELoJxMsCwWiwyulL8WwJU2k1BUnEkAAFRUbqEHsQQAAABgJDqUnQZtg6BsH1TSCHVUhLqfTAJuyUBCJhOy4O/vLwAPnEZLyIJMJszHKftJJgDAFZVb6EEsAQAAABiJDmWnSnnGtJmENnuQO2Wjs3KMlgCOU0ZLyNSKtSXgidPUTEoyoXIdMEEDHACoqNxCD2IJAAAAwEh0KNNJTSO0l2oyIQ/w9fV1GifBaAm4ZbPZZCwh/yqIJeCJNpNQp3JSAgntpRJOCJa8BgANKrfQg1gCAAAAMBIdyk6D2lCobKpPoLJfSSO04yR4hqGlxBLy74RJnFABp9ESaghh0tAOlSCfAAAFlVvoQSwBAAAAGIkOZadKHSqhlJVwQg0kPE3fxNdjqJjECSfllDQ4DZvQZhKCKAIATkTlFnoQSwAAAABGokOZftrnSikr8zVpkwnGSeCkbDab1WplEifo4eNCHTPhOlQCACCo3EIfYgkAAADASHQoOw1qJqFeaodQEEugYjLKKikpkX8bvr58I0ZFPI2ZcKU9HgDqOCq30INKGAAAAGAkOpSdEvXp0uYQ4sQFscXxNIInFm7Z7XabzUYsAZ20sYRrgUwCAJxQuYUeVMIAAAAAI9Gh7FS5JhNOe9Qj+UoMtxwOhxJLmM1mAZyMU/DgwwLXAFAhKrfQg1gCAAAAMBIdyk6DNocQx7/9qmX1kq/EcMtRThaUVUmAk3IdEuH08cKnDQCoqNxCD2IJAAAAwEh0KDs9Picuf60U1CeTpxQVkH8nxBI4Pa6fLXzaAIATKrfQg1gCAAAAMBIdyk6bdniEdg9QMXVRdP5gcCb4+wEAt6jcQg9iCQAAAMBItI2eIe2zx3dg6KFM4sRfC04Pn9gAUDEqt9CDWAIAAAAwEh3KKhHfgaGHOtMXfzAAAFQ6KrfQg1gCAAAAMBIdygAAAOA1qNxCD2IJAAAAwEh0KAMAAIDXoHILPYglAAAAACPRoQwAAABeg8ot9CCWAAAAAIxEhzIAAAB4DSq30INYAgAAADASHcoAAADgNajcQg9iCQAAAMBIdCgDAACA16ByCz2IJQAAAAAj0aEMAAAAXoPKLfQglgAAAACMRIcyAAAAeA0qt9CDWAIAAAAwEh3KAACog+x2u7w0m80C8C5UbqEHsQQAAABgJDqUAQBQB1ksFnkZEBAgAO9C5RZ6EEsAAAAARqJDGQAAdRCxBLwVlVvoQSwBAAAAGIkOZUA1U6ZMcTgcAgCMQywBb0XlFnoQSwAAAABGokMZUM38/PzE8QZBADCE1WpVCv7+/gLwLlRuoQexBAAAAGAkOpQB1SwwMFAQSwAwlBpLMFoC3ofKLfQglgAAAACMRIcyoJopjYDEEgAMpH4EMVoC3ofKLfQglgAAAACMRIcyoJopjYBqV2UAqH6MloAXo3ILPYglAAAAACPRoQyoZsokTsXFxQIADJKXl6cUwsLCBOBdqNxCD2IJAAAAwEh0KAOqGZM4ATBcWlqavPT19Y2IiBCAd6FyCz2IJQAAAAAj0aEMqGbKJE7EEgAMlJ6eLi/r168vAK9D5RZ6EEsAAAAARqJDGVDNGC0BwHBKLBETEyMAr0Pl9v/Zuw8wqaqzD+BXlqUvIF1ApKOAqKioWLDXRKOxRRNbYhQbaab33kwCRlPwM9EEE5OYYouxN7CjAorAgoL0RXpZYMHvsAPjsI0L7O6dnfn9Hp55zty9Mzs7Zffl/N97D3GIJQAAIEkayqCeiSWAxKViiQ4dOkSQcxS3xNEoAgAAkqOhDOpZKpYINmzYEAEkIbW2hKMlyEmKW+IQSwAAQJI0lEE9S8cSDpgAErFu3bq1a9dGjpYgRyluiUMsAQAASdJQBvUsteR1UFpaGgHUu9ShEpGjJchRilvisLYEAAAkSUMZ1DNHSwDJmjdvXrhs1KjRXnvtFUHOUdwSh1gCAACSpKEM6plYAkjWzJkzw2XPnj0LCgoiyDmKW+IQSwAAQJI0lEE9a9u2bWqwatWqCKDepWKJ3r17R5CLFLfEYW0JAABIkoYyqGeFhYVt2rQJg0WLFkUA9Wv16tWpXz5iCXKV4pY4xBIAAJAkDWVQ/zp27BhlrDoLUG9Sh0oEffv2jSAXKW6JQywBAABJ0lAG9U8sASQlFUuE30KtWrWKIBcpbonD2hIAAJAkDWVQ/1KxxOLFiyOA+pWKJXr16hVBjlLcEoejJQAAIEkayqD+derUKVyuWLFi48aNEUB9Wbt27TvvvBMGffr0iSBHKW6JQywBAABJ0lAG9S91tERk1Wugfk2cODE1XTto0KAIcpTiljjEEgAAkCQNZVD/unTpkhpYXgKoT6+88kpUfgandu3aRZCjFLfEIZYAAIAkaSiD+ldYWNi6devI8hJAPVq7du306dPD4KCDDoogdyluiUMsAQAASdJQBolILS8hlgDqTfoMTsOGDYsgdyluiUMsAQAASdJQBolILS+xZMmSCKBepM7g1Lt379TRWpCrFLfE0TgCAACSo6EMEpGKJRwtAdSP9BmcDj744AhymuKWOBwtAQAASdJQBolIncRpxYoVGzdujADq2IQJE1ITtWIJcp7iljjEEgAAkCQNZZCIDh06pAYLFy6MAOpS+EP/+OOPh8HgwYOdwYmcp7glDrEEAAAkSUMZJKJbt26NGm35H/HcuXMjgLo0ceLE5cuXh8GJJ54YQa5T3BKHWAIAAJKkoQwSUVBQ0Lt37zAoLi6OAOrSo48+GpWnof37948g1yluiUMsAQAASdJQBknp06dPJJYA6tisWbNmz54dOVSCvKG4JQ6xBAAAJElDGSSlb9++4bKkpCR1chWAupBaVaKoqOiQQw6JIA8obolDLAEAAEnSUAZJ6dOnT+rTN3PmzAigDoTU89VXXw2D448/vqCgIII8oLglDrEEAAAkSUMZJKVZs2bdunULgxkzZkQAdeD+++8Pf+ULCwtHjBgRQX5Q3BKHWAIAAJKkoQwSlDqPk+UlgLqwYMGCCRMmhMEJJ5wQctAI8oPiljjEEgAAkCQNZZCgVCwxf/780tLSCKBW/fWvfw2XrVq1OvXUUyPIG4pb4hBLAABAkjSUQYL69++fGkyfPj0CqD2TJk1KnSDurLPOatKkSQR5Q3FLHGIJAABIkoYySFCrVq06duwYOY8TUKs2b958zz33hMFee+01fPjwCPKJ4pY4xBIAAJAkDWWQLMtLALXuqaeeKikpCYMLL7zQX3nyjeKWOMQSAACQJA1lkKxULDF79uyNGzdGALuttLT0gQceCIPBgwf369cvgjyjuCUOsQQAACRJQxkkq0+fPlH5J3HmzJkRwG67++67165dG/64n3vuuRHkH8UtcYglAAAgSRrKIFmdOnVq2bJl5DxOQG2YPHnyCy+8EAannXZa+PUSQf5R3BKHWAIAAJKkoQwSN2DAgHA5ZcqUCGA3rFix4o477giDHj16hFgigrykuCUOsQQAACRJQxkkbvDgweFyzpw5S5cujQB21e2337527drGjRt/8pOfLCgoiCAvKW6JQywBAABJ0lAGiTvwwAMbNdryv+PUqVcAdsHjjz8+Y8aMMPjoRz/asWPHCPKV4pY4xBIAAJAkDWWQuGbNmg0ZMiQMJk6cGAHsvIULF/7rX/8Kg/3222/EiBER5DHFLXGIJQAAIEkayiAbHHLIIeFy3rx5ixcvjgB2xrp16377299u2rSpRYsWl112WQT5TXFLHGIJAABIkoYyyAaDBw8uLCwMgxdffDECiG3z5s0hkwiJZviDfuWVVxYVFUWQ3xS3xCGWAACAJGkog2zQpEmTAw88MAxeeumlCCC2v//976klJc4666wBAwZEkPcUt8QhlgAAgCRpKIMsceihh4bLkpKSuXPnRgAxPPfcc0899VQYHHDAASeffHIE3gLnJQAAEABJREFUKG6JRywBAABJ0lAGWWLgwIHNmzcPg1deeSUC2JHp06f/+c9/DoOuXbtefvnlEVBOcUscYgkAAEiShjLIEo0aNRo6dGhkeQkghsWLF//2t78Nf8FbtGhxzTXXNGnSJALKKW6JQywBAABJ0lAG2SN1Hqdly5a98847EUA1Vq9efcstt5SWloa/4FdffXW7du0iYBvFLXGIJQAAIEkayiB79OvXr6ioKAwmTpwYAVRl/fr1o0ePLikpCeNzzz23b9++EZBBcUscYgkAAEiShjLIHuHDeMghh0TO4wRUo6ys7JZbbpk3b14Yjxgx4rjjjouA7SluiUMsAQAASdJQBlklFUusXLly5syZEUCG8Pd67NixxcXFYTx06NDzzz8/AipR3BKHWAIAAJKkoQyySq9evTp06BAGEyZMiAAyjBs3bvLkyWHQv3//yy+/3J9vqJLiljjEEgAAkCQNZZBtjjzyyHD50ksvrV+/PgIo98ADD6TSyr333nvkyJEFBQURUBXFLXGIJQAAIEkayiDbhFgifCrLyspeeOGFCCCKxo8fH2KJMOjcufP111/ftGnTCKiG4pY4xBIAAJAkDWWQbVq1ajVkyJAwePrppyMg702aNOmuu+4KgzZt2owaNSr8ioiA6iluiUMsAQAASdJQBlno6KOPDpfz58+fPXt2BOSx4uLisWPHhj/WzZs3D5lE27ZtI6BGilviEEsAAECSNJRBFtpvv/1at24dBs8++2wE5Kt58+bdcsstmzZtaty48XXXXdelS5cI2BHFLXGIJQAAIEkayiALhU9l6oAJC19D3lq6dOmYMWPCb4DwC+Hqq6/u1atXBMSguCUOsQQAACRJQxlkp6OOOip8PDds2BCSiQjIMytXrhw9evSqVavC+NJLLx04cGAExKO4JQ6xBAAAJElDGWSnNm3aDBo0KAzGjx8fAfmktLR0zJgxJSUlYfyRj3xk2LBhERCb4pY4xBIAAJAkDWWQtY466qhwOXv27Hnz5kVAfigrK7v11lvnz58fxiNGjDj55JMjYGcobolDLAEAAEnSUAZZa/DgwamFr5955pkIyAPhj/LYsWOLi4vDeNiwYeeff34E7CTFLXGIJQAAIEkayiBrNWrUaPjw4WHw/PPPb9y4MQJy3bhx4yZPnhwGAwcOvOSSS0ytwi5Q3BKHWAIAAJKkoQyy2ZFHHhkuN2zY8PLLL0dATnvggQcmTJgQBj179rzqqqtCMBkBO09xSxx+wwIAQJI0lEE2a9++/X777RcGzz77bATkrvHjx4dYIgw6d+583XXXFRYWRsAuUdwSh1gCAACSpKEMslzqgIm333578eLFEZCLJk2adNddd4VBmzZtRo0a1aJFiwjYVYpb4hBLAABAkjSUQZY74IADWrZsGQZPPvlkBOSc4uLisWPHhr/FzZs3D5lE27ZtI2A3KG6JQywBAABJ0lAGWa6goMDC15Cr5s2bd8stt2zatKlx48bXXXddly5dImD3KG6JQywBAABJ0lAG2e+YY44Jl6WlpRMnToyAXLF06dIxY8asX78+/C2++uqre/XqFQG7TXFLHGIJAABIkoYyyH7t27fv169fVL4obgTkhJUrV44ePXrVqlVhfOmllw4cODACaoPiljjEEgAAkCQNZdAgHHXUUVH5OegtfA05oLS0dMyYMSUlJWF8wQUXDBs2LAJqieKWOMQSAACQJA1l0CAMHTq0WbNmYfD0009HQENWVlZ26623zp8/P4xPOumkESNGREDtUdwSh1gCAACSpKEMGoT0wtcTJkzYtGlTBDRM4W/u2LFji4uLw3jYsGFnn312BNQqxS1xiCUAACBJGsqgobDwNeSAcePGTZ48OQwGDhx4ySWXREBtU9wSh1gCAACSpKEMGopOnTr17t07DJ599tkIaIAeeOCBCRMmhEHPnj2vuuqqRo1Mi0HtU9wSh9+/AACQJA1l0ICkFr6eMWPGe++9F1GN96sXQXLGjx8fYokw6Ny583XXXVdYWBgBdUBxSxxiCQAASJKGMmhADj74YAtfVydO9iCfICmTJk266667wqBNmzajRo1q0aJFBNQNxS1xiCUAACBJGsqgASksLBw2bFhk4evtVUga4hwtIZygPhUXF48dOza85Vq2bBkyibZt20ZAnVHcEodYAgAAkqShDBqWo48+OlyuWbPm9ddfjyiffsocp816Y+XmDFXmE8IJ6sG8efNuueWWkCM2adLk+uuv79KlSwTUJcUtcYglAAAgSRrKoGHp1q3bPvvsEwbPPPNMlPcqBAxBSCDKNm7+7TfevPVrb059eXnm9vRlVCnMiKBuLF26dMyYMevXr2/UqNHIkSN79OgRAXVMcUscYgkAAEiShjJocI488shwOW3atDxf+LpCJpGKHEImcdt335r+2spNZe//4YfTQzKxadOmzGMmMg+eqHxXUItWrlw5evToVatWhfEVV1wxYMCACKh7ilviEEsAAECSNJRBg3PooYc2adIkDJ599tkoX1U+TiLYuGHT/31vWsgkUl/KTCbSKpzQqfIdQq0oLS0dM2ZMSUlJGF9wwQVDhw6NgHqhuCUOsQQAACRJQxk0OE2bNg3JRFQeS4RJ9ij/VJlJhKfi9h9MT2cSKZs3RX/84cw3X16WziSqXG2iwt3CbiorK7v11lvnz58fxqeccsqIESMioL4obolDLAEAAEnSUAYNUeo8TmvWrJk0aVKUZ6pcT2Ljhk1jvz1t+qsrq7zJXT+f/dYrKyocM5EOJyrcZwS7J7yLxo4dW1xcHMbDhg0766yzIqAeKW6JQywBAABJ0lAGDVHPnj27du0a5d95nKrMJII//nDGjNdXVXerTWXv//mns6e+srysrKzKpSYiyQS1Z9y4cZMnTw6DgQMHXnLJJRFQvxS3xCGWAACAJGkogwbq6KOPDpdvvvnmihUrovxQ3XES//fdGdOqOU4i092/nDtt4spwk1Q4kbnOhGSC2vLAAw9MmDAhDPr27XvVVVc1amTiC+qb4pY4/HYGAIAkaSiDBmrYsGGNGzcOg2eeeSbKA9UdJ3HHj4orrCdRnc2bor/ctDWZSGUSkglq1/jx40MsEQZdu3a95pprCgsLI6DeKW6JQywBAABJ0lAGDVTz5s0POeSQKD8Wvq4uk7jtO9OrPE7iwKM6j/rJIS2KGlf+UiqZCIFEWVmZZIJaNGnSpLvuuisM2rVrd8MNNzRr1iwCkqC4JQ6xBAAAJElDGTRcw4cPD5crV6584403otxV3bmbQiZR5XoSIZP46KcHdOza4sqvH1RlMvG30fOmv7oqdTYnyQS1ori4eOzYseEN07Jly1GjRrVu3ToCEqK4JQ6xBAAAJElDGTRcffv27dixY5TT53GqLpP4ww9m1JBJpH6rdezavMpkYvOm6O9j5ksmqC3z5s275ZZbwruoSZMm119/fepTCSRFcUscYgkAAEiShjJo0EaMGBEu33jjjZxc+HpnM4lDju2SziRSqksmNpW9L5mgVpSUlIwZM2b9+vWNGjUaOXJkjx49IiBRilviEEsAAECSNJRBg3bEEUeEydDwQX722Wej3LILmcRHPtm/8u8zyQR1Z+XKlaNHj161assb8oorrhgwYEAEJE1xSxxiCQAASJKGMmjQmjdvPnTo0Kj8PE659FnetUyiunuTTFAXSktLx4wZs3Tp0jC+4IILUp9EIHGKW+IQSwAAQJI0lEFDd9RRR0XlXdtvvvlmlBNqN5NISSUTrVoXVtgumWDXhHfLrbfeOn/+/DA+9dRTU6dTA7KB4pY4xBIAAJAkDWXQ0PXv379du3ZhkBvncaqLTCIlJBOf/pZkgloQ3gZjx44tLi4O4+HDh5955pkRkDUUt8QhlgAAgCRpKIMccMwxx4TLSZMmrV69OmrI6i6TSGnXqZlkgt03bty4yZMnh8H+++9/8cUXR0A2UdwSh1gCAACSpKEMcsDw4cNzYOHrus4kUiQT7KYHHnhgwoQJYdC3b98rr7zS7CdkG8UtcYglAAAgSRrKIAe0atVqyJAhUfl5nBroXEz9ZBIpkgl22fjx40MsEQZdu3a95pprGjduHAFZRnFLHGIJAABIkoYyyA1HH310uFy6dOlbb70VNTT1mUmkSCbYBZMmTbrrrrvCoF27djfccEOzZs0iIPsobolDLAEAAEnSUAa5Yd99922gC1/XfyaRIplgpxQXF48dOza84i1bthw1alTr1q0jICspbolDLAEAAEnSUAa5IXyWhw8fHgavv/56A1r4OqlMIkUyQUzz5s275ZZbwtugSZMm119/fceOHSMgWyluiUMsAQAASdJQBjnjyCOPDB/nMGmeWo83+yWbSaRIJtihkpKSMWPGrF+/vqCgYOTIkT169IiALKa4JQ6xBAAAJElDGeSMNm3aDB48OAyefvrpKOtlQyaRIpmgBitXrhw9evSqVavCn8srr7xywIABEZDdFLfEIZYAAIAkaSiDXHLUUUdF5QtfT5s2Lcpi2ZNJpEgmqFJpaemYMWPCByqML7rooiFDhkRA1lPcEodYAgAAkqShDHLJoEGDUivxZvPC19mWSaRIJqggvNy33nrr/Pnzw/j0008/8sgjI6AhUNwSh1gCAACSpKEMckmjRo1SB0y8+uqr2bnwdXZmEimSCdLC6zh27Nji4uIwHj58+Ic+9KEIaCAUt8QhlgAAgCRpKIMcc/TRR4fLMFf+/PPPR1kmmzOJFMkEKePGjZs8eXIY7L///hdffHEENByKW+IQSwAAQJI0lEGOadOmzcCBA8PgmWeeibJJ9mcSKZIJHnjggQkTJoRB3759r7zySn8loWFR3BKHWAIAAJKkoQxyT+o8TiUlJTNmzIiyQ0PJJFIkE/ls/PjxIZYIg65du15zzTWNGzeOgAZFcUscYgkAAEiShjLIPUOGDGnZsmVUPsEaZYGGlUmkSCby06RJk+66664w6Nix4w033NCsWbMIaGgUt8QhlgAAgCRpKIPck174euLEievWrYsS1RAziRTJRL4pLi4eO3ZseMmKiopGjRrVunXrCGiAFLfEIZYAAIAkaSiDnJSKJcKk+XPPPRclp+FmEimSifwxZ86cW265JbyOTZs2veGGG9q1axcBDZPiljjEEgAAkCQNZZCT2rdv37//lvn9p556KkpIQ88kUiQT+aCkpOTmm29ev359QUHBtdde261btwhosBS3xCGWAACAJGkog1yVXvh65syZcfa/5557brnllqiW5EYmkSKZyG0rV64cPXr0mjVrwl/DK6+8sm/fvhHQkCluiUMsAQAASdJQBrnqoIMOSi3Yu8OFr3/5y19ec801jz32WFFRUVQbcimTSJFM5KrS0tIxY8YsXbo0jC+66KIhQ4ZEQAOnuCUOsQQAACRJQxnkqoKCgiOPPDIMXn755SoXvr7nnntuvPHGEEjMmDEjtaVz587Rbsu9TCJFMpF7wut16623zp8/P5FDdlsAABAASURBVIzPOOOM1OcFaOgUt8QhlgAAgCRpKIMcdvTRR0flc68vvvhi5vaf//znqcMj1qxZk7l97733jnZPrmYSKZKJXBJeiLFjxxYXF4fx8OHDQywRATlBcUscYgkAAEiShjLIYZ06dUqdKP+ZZ54Jl3fffffnP//5EEjMmjWryv13c6Xf3M4kUiQTOWPcuHGTJ08Og6FDh1588cURkCsUt8QhlgAAgCRpKIPcljovzfz580Ma8dRTT1V5NqeU5s2bt2nTJtpV+ZBJpEgmcsADDzwwYcKEMOjfv//ll19uBhNyieKWOMQSAACQJA1lkMPGjRv317/+NebOXbp0iXZV/mQSKZKJBm38+PEhlojKz1o2cuTIgoKCCMghilviEEsAAECSNJRBTvrxj398zTXXhOnX9evXx7zJLp/BKd8yiRTJRAM1adKku+66Kww6dux4/fXXN23aNAJyi+KWOBpHAABAcjSUQS4ZN27cyy+/HD+KyNS9e/do5+VnJpGSSiZ+/51XV6/cmLk9lUycd0PX/gcVhWSiceOtUx+NGm1pzQzPTxikf/f6JVyfiouLx44dG57zoqKiUaNGtWrVKgJyjt+rxOFoCQAASJKGMsgN3//+93f28IgKduEkTvmcSaQ4ZqIBmTNnzi233BJeiKZNm95www3t2rWLgFykuCUOR0sAAECSNJRBg3bnnXe+8sorGzdujHZb586dd2p/mUSKYyYahJKSkptvvjmEdgUFBddee+0un7IMyH5+oxKHoyUAACBJGsqg4XriiSdeeumlWskkioqK2rRpE39/mUQmx0xkuZUrV44ePXrNmjXhT96VV17Zt2/fCMhdilviEEsAAECSNJRBw3Xcccd97nOfq5Vz0ezUGZxkEpVJJrJWaWnpmDFjli5dGsYXXXTRkCFDIiCnKW6JQywBAABJ0lAGDVqvXr2+8pWvDBw4MNo98c/gJJOojmQiC4Un/NZbb50/f34Yf/jDHz7yyCMjINcpbolDLAEAAEnSUAYNXcuWLa+99tozzzxzdz7L3bt3j7ObTKJmkomsEp7JsWPHFhcXh/GIESNOO+20CMgDilviEEsAAECSNJRBDggf5FNPPXXUqFGtW7eOdkmcWEImEYdkInuMGzdu8uTJYTB06NDzzz8/AvKD4pY4xBIAAJAkDWWQM/r37/+Vr3ylX79+0c7b4doSMon4JBPZ4P77758wYUJU/rm4/PLL/aWD/KG4JQ6xBAAAJElDGeSSNm3ajBo16pRTTtmpWxUVFbVo0aKGHWQSO0sykazx48c/+OCDYbD33nuPHDmyoKAgAvKG4pY4xBIAAJAkDWWQYxo1anTWWWdde+218U/oVPMZnGQSu0YykZRJkybdddddYdCxY8frr7++adOmEZBPFLfEIZYAAIAkaSiDnDRo0KD4J3Tae++9q/uSTGJ3SCbqX3Fx8dixY8OTVlRUNGrUqFatWkVAnlHcEodYAgAAkqShDHJV/BM6de7cucrtMondJ5moT3PmzLnlllvCM9m8efMbbrihXbt2EZB/FLfEIZYAAIAkaSiDHJY+oVPNS0dUGUvIJGqLZKJ+lJSU3HzzzevXr2/cuPF1113XrVu3CMhLilviEEsAAECSNJRBzhs0aNBXv/rVnj17VvnV8Bug8gSuTKJ2SSbq2sqVK0ePHr1mzZrwfr766qt79eoVAflKcUscYgkAAEiShjLIB+3atfvc5z537LHHVv5Sp06dKqwJLJOoC5KJulNaWjpmzJilS5eG8aWXXjpw4MAIyGOKW+IQSwAAQJI0lEGeaNy48fnnn/+pT32qQghR4QxOO5tJHHZSV5lETJKJuhCesVtvvXX+/PlhfNZZZw0bNiwC8pviljjEEgAAkCQNZZBXhg4d+pWvfCXzrE1dunRJj3chk/jwJX0jYpNM1K7wVIwdO7a4uDiMR4wYEWeBdyDnKW6JQywBAABJ0lAG+aZTp0433nhj+oRO3bt3Tw1kEvVDMlGLxo0bN3ny5Kg8bzv//PMjAMUt8YglAAAgSRrKIA81adIkfUKnVCwhk6hPkolacf/990+YMCEM+vfvf/nll5uFBFIUt8QhlgAAgCRpKIO8NXTo0C996UtdunSRSdQ/ycRuGj9+/IMPPhgGPXv2HDlyZEFBQQRQTnFLHGIJAABIkoYyyGcyiQRJJnbZpEmT7rrrrqh8wfbrrruuwiruQJ5T3BKHWAIAAJKkoQzymUwiWZKJXTBt2rSxY8eGn7pNmzajRo1q0aJFBJBBcUscYgkAAEiShjLIWzKJbCCZ2Clz5sz5zW9+E56K5s2bh0yibdu2EcD2FLfEIZYAAIAkaSiD/CSTyB6SiZhKSkpuvvnmDRs2NG7c+LrrruvSpUsEUIniljjEEgAAkCQNZZCHZBLZRjKxQytXrhw9evSaNWvCn62rr766V69eEUBVFLfEIZYAAIAkaSiDfCOTyE6SiRqUlpaOGTNm6dKlYXzppZcOHDgwAqiG4pY4xBIAAJAkDWWQV2QS2UwyUaXwI996663z588P47PPPnvYsGERQPUUt8QhlgAAgCRpKIP8IZPIfpKJCsLPMnbs2OLi4jA+4YQTTjrppAigRopb4hBLAABAkjSUQZ6QSTQUkolM48aNmzx5chgMGzbsox/9aASwI4pb4hBLAABAkjSUQT6QSTQskomU+++/f8KECWEwcODASy65JAKIQXFLHGIJAABIkoYyyHkyiYZIMjF+/PgHH3wwDHr27HnVVVc1amQGCYhFcUsc/qgAAECSNJRBbpNJNFz5nExMmjTprrvuCoPOnTtfd911hYWFEUA8ilviEEsAAECSNJRBDpNJNHT5mUxMmzZt7Nix4WG3adNm1KhRLVq0iABiU9wSh1gCAACSpKEMcpVMIjfkWzIxZ86c3/zmN+Fnad68ecgk2rZtGwHsDMUtcYglAAAgSRrKICfJJHJJ/iQTJSUlN99884YNGxo3bnzdddd16dIlAthJilviEEsAAECSNJRB7pFJ5J58SCZWrlw5evToNWvWNGrU6Oqrr+7Vq1cEsPMUt8QhlgAAgCRpKIMcI5PIVbmdTJSWlo4ZM2bp0qVhfMUVVwwcODAC2CWKW+IQSwAAQJI0lEEukUnktlQy0XrPJhW2N/RkIjzmW2+9df78+WF8wQUXDB06NALYVYpb4hBLAABAkjSUQc6QSeSDLcnEN3IqmQgPZuzYscXFxWF80kknjRgxIgLYDYpb4hBLAABAkjSUQW6QSeSPth2b5lIyMW7cuMmTJ4fBsGHDzj777Ahg9yhuiUMsAQAASdJQBjlAJpFvciaZuP/++ydMmBAGAwcOvOSSSyKA3aa4JQ6xBAAAJElDGTR0Mon8lAPJxPjx4x988MEw6Nmz51VXXdWokTkioBYobonDnxwAAEiShjJo0GQS+axBJxOTJk266667wqBz587XXXddYWFhBFAbFLfEIZYAAIAkaSiDhksmQQNNJqZNmzZ27Njwfdu1azdq1KgWLVpEALVEcUscYgkAAEiShjJooGQSpDS4ZGLOnDm/+c1vwoNp2bJlyCTatm0bAdQexS1xiCUAACBJGsqgIZJJkKkBJRMlJSU333zzhg0bmjRpcv3113fs2DECqFWKW+IQSwAAQJI0lEGDI5OgsgaRTKxcuXL06NFr1qxp1KjRyJEje/ToEQHUNsUtcYglAAAgSRrKoGGRSVCdLE8mSktLx4wZs3Tp0jC+4oorBgwYEAHUAcUtcYglAAAgSRrKoAGRSVCzrE0mwje99dZb58+fH8YXXHDB0KFDI4C6obglDrEEAAAkSUMZNBQyCeLIwmQi3NvYsWOLi4vD+JRTThkxYkQEUGcUt8QhlgAAgCRpKIMGQSZBfNmWTIwbN27y5MlhMGzYsLPOOisCqEuKW+IQSwAAQJI0lEH2k0mws7Inmbj//vsnTJgQBvvvv/8ll1wSAdQxxS1xiCUAACBJGsogy8kk2DXZkEyMHz/+wQcfDIO+ffteeeWVjRqZBQLqnOKWOPxBAgCAJGkog2wmk2B3JJtMTJw48a677gqDrl27XnPNNY0bN44A6p7iljjEEgAAkCQNZZC1ZBLsvqSSiWnTpt1+++3hhu3atbvhhhuaNWsWAdQLxS1xiCUAACBJGsogO8kkqC31n0zMmTPnN7/5TbiHli1bjho1qnXr1hFAfVHcEodYAgAAkqShDLKQTILaVZ/JRElJyc0337xhw4YmTZpcf/31HTt2jADqkeKWOMQSAACQJA1lkG1kEtSF+kkmVq5cOXr06DVr1jRq1GjkyJE9evSIAOqX4pY4xBIAAJAkDWWQVWQS1J26TiZKS0vHjBmzdOnSML7iiisGDBgQAdQ7xS1xiCUAACBJGsoge8gkqGt1l0yEW916663z588P4wsuuGDo0KERQBIUt8QhlgAAgCRpKIMsIZOgftRFMhGujh07tri4OIxPO+20ESNGRAAJUdwSh1gCAACSpKEMssHOZhJHnd5dJsEuq/VkYty4cZMnTw6D4cOHf/jDH44AkqO4JQ6xBAAAJElDGSRuFzKJUz/WO4LdUIvJxP333z9hwoQw2H///S+++OIIIFGKW+IQSwAAQJI0lEGyZBIkpVaSiWefffbBBx8Mg759+1555ZX+oACJU9wSh1gCAACSpKEMEiSTIFm7mUxMnDjxL3/5Sxh37dr1mmuuady4cQSQNMUtcYglAAAgSRrKICkyCbLBLicT06dP/+Mf/xj2bNeu3fXXX9+sWbMIIAsobolDLAEAAEnSUAaJkEmQPXYhmXj33XfHjh0b9mnZsuUNN9zQunVrf0qALKG4JQ6xBAAAJElDGdQ/mQTZZqeSiZKSkttuuy1cbdq06bXXXtuhQ4fUzuYBgWyguCUOsQQAACRJQxnUM5kE2SlmMrFq1ao//vGP69evLywsvPLKK7t16xZt/66OABKluCUOsQQAACRJQxnUJ5kE2WyHycS6devuvvvuNWvWFBQUXHzxxb169cpcATu1s9lAIFmKW+IQSwAAQJI0lEG9kUmQ/WpOJu6+/ekVK1aETOKMM87o379/5grYkWQCyA6KW+IQSwAAQJI0lEH9kEnQUNSQTLzzXLfNqzsOHz58//33z1wBWzIBZA/FLXGIJQAAIEkayqAeyCRoWKpLJqL3Gy17Y/89m+6buQK2ZALIKopb4hBLAABAkjSUQV2TSdAQVZ9M7PHXX8yf8fpKyQSQnRS3xCGWAACAJGkogzolk6Dhqi6ZeH9zJJkAspbiljjEEgAAkCQNZVB3ZBI0dDUnE2+9sjWZ2FROMgFkA8UtcYglAAAgSRrKoI7IJMgNNSQTfx89L5VMbNpGMgEkTnFLHGIJAABIkoYyqAsyCXJJtcnE+3tIJoBso7glDrEEAAAkSUMZ1DqZBLlHMgE0FIpb4hBLAABAkjSUQe2SSZCrUslE2w5NK2yXTABZRXFLHGIJAABIkoYyqEUyCXIhqvFqAAAQAElEQVRbSCaulEwA2U1xSxxiCQAASJKGMqgtMgnyQZt2TSQTQDZT3BKHWAIAAJKkoQxqhUyC/CGZALKZ4pY4xBIAAJAkDWWw+2QS5BvJBJC1FLfEIZYAAIAkaSiD3SSTID9JJoDspLglDrEEAAAkSUMZ7A6ZBPlMMgFkIcUtcYglAAAgSRrKYJdVmUkEf/xRcZWZxIgze8gkyDGSCSDbKG6JQywBAABJ0lAGu6a64yRu+8706a+urLz/Uad3P+m8nhHkHMkEkFUUt8QhlgAAgCRpKINd4NxNkEkyAWQPxS1xiCUAACBJGspgZ8kkoDLJBJAlFLfEIZYAAIAkaSiDnSKTgOpIJoBsoLglDrEEAAAkSUMZxCeTgJpJJoDEKW6JQywBAABJ0lAGMckkIA7JBJAsxS1xiCUAACBJGsogDpkExCeZABKkuCUOsQQAACRJQxnsUJWZRPDHHxVXmUmMOLOHTII8J5kAkqK4JQ6xBAAAJElDGdSsykxiw/pNt31n+vRXV1be/6jTu590Xs8I8p5kAkiE4pY4xBIAAJAkDWVQg+oyidu/59xNsGOSCaD+KW6JQywBAABJ0lAG1akhk5g5RSYBsUgmgHqmuCUOsQQAACRJQxlUqepMolQmATtNMgHUJ8UtcYglAAAgSRrKoLLqMonff3u6TAJ2gWQCqDeKW+IQSwAAQJI0lEEFNWQSs99aXXl/mQTEUXMy8cYLyyUTQK1Q3BKHWAIAAJKkoQwyySSg7tSQTPzz1oWSCaBWKG6JQywBAABJ0lAGaTIJqGvVJhObI8kEUCsUt8QhlgAAgCRpKIMUmQTUj51KJtLhhGQCiElxSxxiCQAASJKGMoh2PpM47ux9ZBKwy3aYTGRmEimSCSAmxS1xiCUAACBJGspgFzKJE87ZJwJ2Q83JxNSXVkomgF2juCUOsQQAACRJQxl5TiYBSakhmbjnlgWSCWDXKG6JQywBAABJ0lBGPpNJQLIkE0CtU9wSh1gCAACSpKGMvCWTgGwgmQBql+KWOMQSAACQJA1l5CeZBGQPyQRQixS3xCGWAACAJGkoIw/JJCDbSCaA2qK4JQ6xBAAAJElDGflGJgHZSTIB1ArFLXGIJQAAIEkaysgrVWYS67dkEtOqzCSO/vDeMgmoN1uSia8f2LZj1cnEGy9IJoAdU9wSh1gCAACSpKGM/FFdJjF2SyaxpvL+IZM45fxeEVCP2rRveuXXqk4m/vUbyQSwY4pb4hBLAABAkjSUkSdkEtBQSCaA3aG4JQ6xBAAAJElDGflAJgENi2QC2GWKW+IQSwAAQJI0lJHzZBLQEEkmgF2juCUOsQQAACRJQxm5TSYBDZdkAtgFilviEEsAAECSNJSRw2QS0NBJJoCdpbglDrEEAAAkSUMZuUomAblBMgHsFMUtcYglAAAgSRrKyEkyCcglkgkgPsUtcYglAAAgSRrKyD0yCcg9kgkgJsUtcYglAAAgSRrKyDEyCchVkgkgDsUtcYglAAAgSRrKyCUyCchtkglghxS3xCGWAACAJGkoI2fIJCAfSCaAmiluiUMsAQAASdJQRm6QSUD+kEwANVDcEodYAgAAkqShjBwgk4B8I5kAqqO4JQ6xBAAAJElDGQ2dTALyU83JxLRXVkkmID8pbolDLAEAAEnSUEaDJpOAfFZDMvH3MfMkE5CfFLfEIZYAAIAkaSij4ZJJANUmE+/vIZmA/KS4JQ6xBAAAJElDGQ2UTAJIkUwAmRS3xCGWAACAJGkooyGSSQCZJBNAmuKWOMQSAACQJA1lNDjVZBJlMgnIZ5IJIEVxSxxiCQAASJKGMhqW6jKJP/5gpkwC8pxkAogUt8QjlgAAgCRpKKMBqSGTKJ68svL+MgnIN5IJQHFLHGIJAABIkoYyGgqZBBCHZALynOKWOMQSAACQJA1lNAgyCSA+yQTkM8UtcYglAAAgSRrKyH4yCWBnSSYgbyluiUMsAQAASdJQRpaTSQC7RjIB+UlxSxxiCQAASJKGMrKZTALYHZIJyEOKW+IQSwAAQJI0lJG1ZBLA7pNMQL5R3BKHWAIAAJKkoYzsJJMAaotkAvKK4pY4xBIAAJAkDWVkIZkEULskE5A/FLfEIZYAAIAkaSgj28gkgLogmYA8obglDrEEAAAkSUMZWUUmAdQdyQTkA8UtcYglAAAgSRrKyB4yCaCuSSYg5yluiUMsAQAASdJQRpaQSQD1QzIBuU1xSxxiCQAASJKGMrKBTAKoT5IJyGGKW+IQSwAAQJI0lJE4mQRQ/yQTkKsUt8QhlgAAgCRpKCNZMgkgKZIJyEmKW+IQSwAAQJI0lJEgmQSQLMkE5B7FLXGIJQAAIEkaykiKTALIBpIJyDGKW+IQSwAAQJI0lJEImQSQPWpOJt56eWX4BSWZgIZCcUscYgkAAEiShjLqn0wCyDY1JBP/uHn+1JdWVEgm0r+7IskEZBnFLXGIJQAAIEkayqhnMgkgO9WQTPzz1oXTX10lmYAGQXFLHGIJAABIkoYy6pNMomxT2YaN69dvWBf+hUG4GgFZo7pkYlPZ+38fMz8zmUiFE5IJyEKKW+JoHAEAAMnRUEa9yedMIvywa9auWFDydmnpmjCrGe1RPmkS7dGoUUGTJs27dOzZpqh9BGSBVDIx9gevLS9Zn7k9lUycd0PX/gcVZW5v1GhLx234bRYG6clQs6KQIMUtcYglAAAgSaZOqB/5nEmsW79y6fL5CxbNnT9//qJFi1auXLlu3brwDDRr1qxNmzadOnVasfK9NkXtOnfcp01RB59HSJxkAho0nz7iKPj2t78dAQAA9SVzUnjTpk1r164N49atWzdt2jSCupG3mUT4SVeuWVwWrZo+461//vOfs95+e8XqNWUFzTr0O7B9/4Pb9By8oaDp3Hnzp74xuXnzJhvLVoebtGzRxmQKJK5Zi8aDDun45itLStduytz+/uZo6kuru+zTtF2XJumNe5RLj9OXmQOgfqQq240bN4ZKo2B7jbbZI0NEvnK0BAAAJElDGXUtn4+TWLl24YbNa+6+669vv/12o8ZNhp51efte+zVt3irK/NC9/37ZxvXrViyZPPnpsrKyDRvX9ew+KAKS5pgJaKB87ojDqb4AAKA+ZM4Ip46T2DIBumHD4sWLw8Zu3boVFRVFUNvyOZNYsXrh6nXv/elPfwqfsr0POPKw0y8Y2KVl5+ZbZkoWr3t/xorNK7ab6ow2byrbsGB6h7KSLu27de/SLzXFCSRrxXvrKycTQUHjPVLJRPioZvZip/qvU59fx0xA/SspKQkl7tq1azdu3NikXGFhYeqycePGFT6qPpv5zNESAACQJA1l1J18ziQ2bCyNCtY/+OCDi0tK9j3+nOEnnH7kXo02bo7Wb4o2bHq/sCDap6jRlA2bN2f06TUqaNys+8ANa0uWlLz5/ubG+3TvE9WqG0d+b8KTL6WvPv7qP5o2axLtknVr17/8/GvPPPb828Vz3lu8bNmyFW3aFnXs3L77Pt0GHzDgiGMO6bp35/j3Ft4VL4x/9eH7nprz9txlS1cse295uLe9unfp0rVT9x5dTjx9xD69u1V328988psvTXgtfXX81Htr+EYvPzfp1ZcmvzV5xsIFixcvWNKu45799+vdd0Cv/gP7HHbUQbufA61dU/qRYy9bs3ptessXvjXy7AtPq/lW55545YJ5i1Lj7vvsdfdDv6tuz0+cef2sGbNT4/Yd2t77zJ3pLy2Yu+jck66s8lbhN3ynzu0779WxQ+f24TXab/9+x548PMzOVbnzqy9Oue7Sr6avXnHthZ+87qIwuOrCG6e8Pi3aSS1btXj4pb9GDVzMYybSf0kdMwGJ84kjDrEEAAAkKfy3zRHM1IV8ziTCT7pm/aKXX3lx2rRp3QYdNuSokw7u2Kh0Y7Th/RBLvL++LFq/+f0QURTsEW2u9OHb0LxDQctO8xZMLyxo0nWvvaMss2rVmnG3/fM/f3to5fJVmdtLFi0N/96cNOPh+54sKBh7+kdO+OT1F3fs3G6Hd/jMYy/8+qe3z52zoPK9TXrlzTC+/Za/DjvywIuuOOfQ4QdGu2rSq1Nv/ekfJr/2VubGtbMXzJ294PGHxodx/4G9r/3C5YcccUC0Gx7/7zOZmURw3z8e3mEsUdfCR2/RwiXhX3pL+457fum71x157KER8cRJJsrKyho33jrHJZmAZCluicNBqQAAkCQTJdSFKjOJDes35UMmEW05VGJNo4LohRdeaNGu89CzrhjcoUnZ+9GaTe+v3vj+mrL31256f93GaM3GPTZXeeM99li3Z++mLVtMK349yjIL55dcc9GX/vT7v1fIJCrYtGnzffc8ctWFX5g1Y04Nu4U7+c4Xf/Hl635QIZOo7MXxr332U9965IGno10Sbnj9JV+tkElUMP3NWaOu+MbXRv143dr10a566L4nKmyZ9sbMqZNnRFnmvZJlX73+hw/fv4vPZ35KJRNt2lU8wCiVTEx/dVX4FReSidQ5EsNl+vdetP3vwwioe4pb4hBLAABAkjSUUeuqyyTu+HFxPmQSQdn7pUuWLFm2bFnPQ45vVrhHi8bR6pBGlEVrw+XGKPxbUxaFiGLT5mpu36jJ5sbNlq1YvHzFsihrLF+6ctQVX59VPCfm/osWLrn2kq+8M3NulV/dsH7j9Zd97eH7noziCe+i73/5l+MzTkIV0+MPPfvtL/y8rGxTnJ2ffHjCj74+Otols2fNe/XFKZW3P/jvx6LsE56QH39jzIypsyJiC8nEp74umYAGQHFLHE7iBAAASdJQRu2qIZOY/mpeZBLB5vc3jB8/vkmLVt2HHNGzaI8QSGzY9H75GZz2CIPS8uUlVm+o/vZ77FHWslObNnPvfeCvl1w0MsoO3/r8T+fO3u6whqLWLY8YcWif/vv0GdBzwdxFM6e988oLk959Z356h5XLV33zcz/97V0/bdGyWYV7G/3DscXT3snc0rpt0eFHDe3dt0fvAT3Xrlk3/92FD/zz0XnvLkzvEGbSf/KNm+957PbCJnFnEsKD+fE3fp25Jfy6O/LYQwcfMKDvfr2XLln+1hsz7r/nkZCRpHd47L/PHn3C4SedcUy0k/77n6rjh//d++TIz11W+RmoU0ccffBFnzwnc0uYKH/2yRf//Zf/phOa9aUbvvWFn93xr5vjPJ+f/fpV4UWpsPGX3/9dOqZq0rTwpt99u8IOBQW51oq6Z8dmIZm47fuvrVi63QfY2Zwgq/iUEYdYAgAAkqShjFokk0iZP//d2bNnd+5/UGGTps0L91gbMolNUWlZtHHz++vLxyGo2Fzjx25D0zYtWrSY9fb0tWvXtGjRMkra4w+Nf/n5SZlbwsz+t3/+hb26b7e09cYNZX/9w7/uHPuP9BT2zOnv/Pm2f3x61Mczd3v60ef//beHMrecdd4pV476+J7t22RuvPhTH73rtnt+N/rP6S3vLVn+zOMvHH/qkVE8t/z8D5mLPfTs189ukwAAEABJREFU0/2L37nugIMHpreccc4JF3/q3M9+8htz3p6X3vjQvx/f2VgivM//d+8HZ3Dq3KVDei2H8ACe+N/48I2ietS2fZuhh+1fYeOhww888fRjPvepb6Vfndmz5j107xMfPvekHd7hvoP7Vt7YomXz9LhRoz0qf8ecJJmA7Ke4JQ4ncQIAgCSZHKG2yCRSNpZtXLtu7fLlyzv1HliwR7Rmw/tryk/ctG5TtGbjlvHqjTvIJILNjZs3bdp0/frSlatWRFng7j/+O/PqIYcPueXPP66QSQSFTRp/4qrzbvzWdkd4/POuB1atXJO55Z5x92deveSq87/43WsrZBJB48YFl1x9/mUjL0hvCb+s3qhxiYhMbxe/+8xjL3zw2Aob//K272VmEild9urw419/PXyv9Jbnn524cMGSaGc89/Qrixe+l776+W+NbLNnUfpq9pzHaf8D9/3s1z6dueXvf7ovYielkglnc4KspbglDrEEAAAkSUMZtUImkdZojy3/zy0oKGjSqm20x5ZAonxViWhLOLHl9E1x7yc8oWWbykIyESVtyeKlU16flrnl2huvyJzHr+DkDx/bf2Dv9NWQSTzz2PPpq+++Mz/zwIu9unW+5NPnRdW74JIzTzz96Ou+ePktd/7w0Vf+fv2XPxnF89h/n8m8es5FZ3Tq0r7KPffp3e2Us44bdMCAj158xld/MOpP9/66czV7Vueh/zyeHnfp1umIYw4++UPHpre89tKUzKMxknXqWceFnzd9deb0d95bsjxiJ0kmIJspbolDLAEAAEnSUMbuk0lkCoFESCZat24dPllhEjIEEuvK3l+98f11G98v2xTFnCZptHFd+/btw4RmWdnGKGnPPP5C5tUPnXtSZupQpVPOPC7z6muvvJEe3//PRzK/dNwpw5u3aBpVr3Xbou/cdOPHLj/7wEMHN2veJIpt8sQ3M6+OOHl4DTt/9fs3/P6vP/vc168645wTevfrsVO/FZcvXfnsEy+mr550xohGjRqddtbxmfv8++6HouwQHtvBhx+QuaXCE0VMkgnIWopb4hBLAABAkjSUsZtkEpU1a9ayW7dum8s2bn4/Wl0Wrdmw5SCJnfqYFTUqLV23LswgN25cGCWtwtrUxxx/+A5v0rPP3plX354xOz1+c9L0zC/17rdPVAfWl254/ZXtZtv7Daird91D9z2RuWj2qeWRzIBBfTLXY3jo3scz90lWnwE9M6/OnbMgYpdIJiA7KW6JQywBAABJ0lDG7pBJVKlVi7Z9+vRZtXhuGK8ve3/TzsyNFBZEe0TvdyjcuGDBgsLGhU2bNouStnL5qsyre7Zrs8Ob9OzTI/PqksVL0+MK60z06d8zqgMli9/buLEsfbVDp3YtWtbVM/nAPY+mx0MOHtizT/fUOPOAiRXLVj35yHNRdigqapV5dfWqtRG7SjIBWUhxSxyNIwAAIDkaythlMonqFLVq16JFi9K3i6PohPi3ClMorQqjLU/qxo2tmzaaOnVqyCRaF+04A6hrK5dv92pWXpu6si57dWhV1HL1qq0JRMmipelJojWrtoslevXrUeG2C+YuOvekK2u487sf+l33ffaKarRxw3aHJvTs3T2qG2+8Nm1WxrEgp5x57Afjs4675ed/SB8k8eC/Hj35Q8dEWaBFy+aZV9esXhOxG1LJxG3ff23F0g2Z21PJxHk3dO1/UFFIJho33joD1qjRlg7d8NsyDNKfC7OoUIsUt8ThaAkAAEiSqRB2jUyiBq1btWvWrEXXNs1WLJwd8yZhorJD8z2KCvcoez/qtGnxogXzi4uLB/Qf3KJFyyhpG7af4l8f72RETZp8cPqp8PYoK9u62Hfjwu3aE9fUVav+dr/W1pduiOrGf+99Ij1u0aLZCacenb5aVNRyxIlHpK++NOG1hfMWV76HRo125TfwHo12Yzpl+29Y4fVlFzhmArKK4pY4xBIAAJAkDWXsAplEzcLHqk+PA3ru07Px0nd2uPOWQKJZ1KPVHq0Lo9JNUbP1yzs13fyf//wnBBIfPu38KAu0LNouGpk/d+EOb7J69dql7y1PXy1q3bJwWxrRqXP77e9tUVQHWrfZ7jxFixcuiepASDsevu/J9NWjTjg8/KSZO5z6ke0Xvv5bFQtfN2n6QX6zedPmqHrhc5YeFxbu+qIja1evy7zasmWLiN0mmYDsobglDidxAgCAJGkoY2fJJOJo3qxlh3bdNpTNXrV6yR6tOlS3W5eWUcdmjaI93t/8frR8fbRu7Zp+hateeeWVtWvXDj/s2FatiqIs0LrNdg9jQYwgYe478zOvts1YjqJdx3aZX1o4f9HAIf2i2lbhTFOLF21ZaqKwsJanIJ58ePya1R8c7REiisyUorIH//XYJ6+7qMLDKMw4rCRMW9dw88xFs5s22/VY4r2MpT6i8tAoojY4mxNkCZ8j4nC0BAAAJElDGTtFJhFfty599yzqtOfSqYVrqj28oGOzPVoURuvLouLl7y9ftmxgs+VvF88oKio644wzBg7aL8oOvbZfmOHpx57f4U0q7JO5rvXgAwZst+ejFe9tr+6dx0+9N/PfiacfHe2kMM+bXno6Kn+7vvbSlBr2//ud94264hv3jHugZNHSKLb//ueJaGe8V7JswpMvVdjYtMkH/fWZIUdla9Z88NXCJk2iXTVn9nahUfd9ukbUEsdMQDZQ3BKHWAIAAJKkoYz4ZBI7JXyyevbYr22rji1KprUoebNg/YrK+7yx9P2XFm2euXhl44VvdN+08NGHH3733XcLCwvDc/vUM4/88c+3THnz1ShpBwwbnHn15edef+HZmh7VyuWr/n7nvZlbDjnigPT42FOObNy4IH31kQeenvHW21EdOPDQ/TOv3vv3/9Ww86MPPh1+rl98/3cfOfaykR//8tzZC6IdWTB3UbhJtJMe+OejFbZkHkqyZvW6tWtKq7xhmMResWxV+mqbtrt+JM3Mads94QceMjii9kgmIHGKW+IQSwAAQJI0lBGTTGIXFDYu7L3PoDYtu+yxfEHL+ROLFr7SbNW8gtIVBRtWh3+N169osnJeywUTW857efnsqXfeeeeECROaN2sZntgnnnji9ddfnzTlldvvvPnZCY9FiRp8wIBefffO3HL7r+/aUP3C1/93y1/Wrv1gbr1Fy+bHn3JU+mr7Dm0PHX5g5v6/H/3nTTWuqbBrTjxtu2MsnnrkuYXzS6rc8+lHn5/y+rT01bnvzO/SrVO0Iw/++7Fd+OU54amXl2x/DqW9unfOvPrs41UfjPLqi1Myv12nLtWeGaxmb00pnjRxavrqwCH9OnZuF1GrJBOQLMUtcYglAAAgSRrKiEMmsTv69h44ZL+j1q1+/503X4/mTyla9FqrhRPL/722x4I3Zrz+0n333ffII4+sXr3m8o9fd8KIs1u37LhkyQdLNP/ngb/e+8DdUXIaNWr00Ys/lLklTOJ/+mM3zp41r8Keq1ev/eoNP/rHn+/P3Pjhc09us+d2rf2Xj7ww89fOhCdfuu7Sr857t4pTXa1Zve5Pv/v7M4+/EO28g4YNHnLQByfCCtO/X7jqO1Mnz6iwW/gpfvSNmzO3nP2x0zOP56hS+Ag8+O/H01f7DuhZ4cRTmf9u/M41mTe89+8PZ95Vn377ZF797a/+NP/diqt3rF1T+uuf3Z65pXuPvaKdF16gn3zr15lbzvv4hyPqgGQCEqS4JQ5LXgMAQJI0lLFDMond17x5i6OHn7Rs+dI3p7729rx5S5eVrFi5rLS0dMOGDUUtW4fcon/fgfsPGtqixZbFh7t16dO0abO1a9ekbhtmLZ969uGCgsYnn3BmYeGuL3S8O84875SnH33uxfGvpbfMmDrrinNHHX384X337dW73z4L5i6aOe2dFya8unDe4swb7tO722UjL6hwb4MOHHDFtRf+36//kt4y6ZU3Lz/nM0cee2jvvj367te7adMm7y1Z9vSjz49/8sX1pRuiXfW5b1x1zce/nD504+3iOVde8IWjTzhs0AED+gzouWTR0smvTf3ff54oK9uUvklhYeOzzj9lh/ccnorMn/SYEw+vYefjTznql9/7Xfq73P/PRy4beX5queNgxCnDx/zkthDApK4uml9y5YWfv/TT54cnNnzWFi9cEh72Iw88tXjhe5n3OeKk4dHOCFHHs4+/MO72f2Yeq9G5a8fjTj0qom7UvAL2hZ/r2md/K2BDnVDcEodYAgAAkmTKg5rJJGrRnm3bHXnE8TvcrWXLVmedceE//n3nxo1bT5QUnvbHnnxg+Yql559zWW0lE8cfdG7NO3TfZ6+7H/pdalxQ0Og7P79x5Me/9M7MuekdStdteOSBp8O/6u6hZasW3//VV1q3aVX5S5/49HkTnno589iFNavXPnz/U9GOHHLEAe07xj3pUL/9en/hO9d+98ab0lvCMxnSjsrrbKd95mufbt9xz2hHHvrP45lXjznxiBp2Ds/AsKOGphe7DsHD889MHD7ikNTVoqKWH7v87Ntuviu9//KlK0f/+LYa7vCMc07IXNC7sv/++/H//vvxqEaNGxd840efDTFMRJ2pIZn46y/mXfi5bpIJqAs+NcThJE4AAJAkDWXUQCaRlEMPPvLDp51fYePE157/zW0/K11fGiWhdduiX9/xo4FD+sXcv0Ondrfc+cPe/XpU+dUwG/7z335r+LGHRrGFafQLLz3rpt9/u3mLpvFvdcqHRnzzZ58PsUqcnT953UUfueDUHe62atWaJx+ZkL4a8pt+++7gbX/cydsd3PDff2+3XsjHLj8n83xTNTvsqIM+89VPR7unWfMmX/vhqIOGWey6zlV/NqcoJBMzJzubE9Q+xS1xiCUAACBJGsqojkwiWcMPP+6k4z9cUPDBIgfhJXhndvGf7vrN8hXLoiTs2b7N6Nt/cO2Nl/fu26PmPU8967jf/eVn/fbrXcM+bdu1/tlvvvH5b169d8+uUY0GDOoz8vOX/uepO67/8id3uOpDZSGZuPmOH55w2lE1hBPtO+4ZHskV114YxfDwvU9mrvh93ClH7vAmI04a3qTpB4e5PPXIc8uXfvAhCiHBT37zjRNPP7rmOwn38KnrL/rZb7/VomXzaDeEYOOP/xxz8oePjagXkgmoZ4pb4nC0IAAAJElDGVWSSSSuUaNGJ59w5ntLSya+tt0Zh6ZOm3zbH3913dVfada0WVTvWrRsdtEVZ4d/096Y+cTDEyZNfLNk4ZIlJUuLWrfq2Ln93vt0Hbh//8OPObhHr24x7/Ccj51+9oWnPfv4iw/d+8SCeYtWLl+9YvnKMP/eb9/evfvtM2Bw30MPP6Bdh7bR7jng4IHh35LFSx958Onnn35lwdxFixcuaVnUok3bojZtWocHfN4nzgw/Wsx7e+je7c/gdMIRO7xJy1bNjzz20Cf+t/UYizD5fN89j3ziyo+md2jdptV3brrximsvev6Zl9+cNH3+3IVL31uxdMmykDEwmJIAABAASURBVEB07NR+r+6dhwzd7+jjD+++z66sdJ0SopeDDz/glDOPPfyooRH1q/qzOUXO5gS1TnFLHN4lAABQHzInl1MtmWEGZMOGDYsWLQr/eevatWtRUVEE5WQS2WPjxo13/+P2ia+/UGF7m9ZtR175xU4du0RAA7GspLRyMhEUNI5SyUQIIUIyES4LCgrC5R7lUhFFOpCQTEDNSkpKwp/O0tLSUOU2KVdYWJi6DJ+vgnLpz5cPVD5zEicAAEiShjIqkElklTCN8pEPX9SrZ8UVHVasXH77nWPmzpsdAQ2EszlB/VDcEodYAgAAkuSkEGSSSWShVq2Krv7kF7p0rrgAw/wFc0ff8oN1pesioIGQTEA9UNwSh1gCAACSpKGMNJlE1iosLPzUpZ/p0L5TesuaNWsWLFgw593ZGzdsiICGQzIBdU1xSxxiCQAASJKGMlJkElmuXbsOl1w0skWLlmG8bt26JUuWhBfo0IOHt2plVRhoYCQTUKcUt8QhlgAAgCRpKCOSSTQQ3bvt84VR323apOl7770Xrvbq2XfUtV9NLYcLNCySCag7ilviUD8BAECSNJQhk2hA2rbZ86ILruzXZ9+PnX/5t776s8LCwghomCQTUEcUt8QhvAIAgPqQOeOcmuMIkx0bNmxYvHhx2NitW7eiIqeCyUcyCYAELSspve37r61YWnGRmILG0YWf69Zn/6JGjRo1btw4XBYUFITLPcqlBumdzcBCWklJSShx165du3HjxiblQoSfugwfpYJy6Y+Sz04+c7QEAAAkSUNZPpNJACRr146ZSImAqihuiUMsAQAASXL63bxVZSZRtlEmAVCv4icTKZWTCX/HIZPiljjEEgAAkCQNZXkuc3prU9nmO38yUyYBUM/iJBObylUOJ1J7moSFNMUtcYglAAAgSRrK8lPqRU9fpg6VuOMnxVNfXlF552NkEgB1bGsy0b5phe0hmbj7l/NnTVmdmUxkZhL+iEMFilviEEsAAECSNJTludT/2zeVbf7DD2ZMfamKTGL4Kd1OlkkA1L0tycTXDqh8zETZxvf/ctPc4kkrN2/PChNQJcUtcYglAAAgSRrK8lDmK56a1brzp1UfJ3H0Gd1P/3ifCIB6EeeYiXQmEVU69C0CFLfEI5YAAIAkaSjLW+k2201lm8s2bq5yn9kzVm5YvzkCoL6UzF+3esWGytvTJ9xLHyfhgAmokuKWOMQSAACQJA1leW7Lf90bRZd9tc+gw9pU/uqc6Svv/PlkyQRA/Zj++rJxv5qyqazi3+WCxtG5N3Tu3r9JKopIHy0ROUgCKlHcEodYAgAAkqShLJ9l/qf9/Bv27ndgq8r7vPPWij/+dJJkAqCu1ZBJnHn1nl37Ns5c7Dpz1Wsgk+KWOMQSAACQJA1l+abyy52a2NqjUfSxz+3d94CWlW8yZ/pKyQRAnaohkzj9U0UVMoko40R8FcaA4pY4xBIAAJAkDWV5LvP/7SGZOO+GvfoMaVF5N8kEQN2pLpNoVPD+KZe32KtPQbRtptXq1rBDilviEEsAAECSNJTluQr/b29UsMfZ13TsNbhZ5T0lEwB1oYZM4sRLmnbutfW3tD/WEJPiljjEEgAAkCQNZfmmupd7j3LRlhOGNDrzqnY9BzWtvI9kAqB21ZBJHP/xwr36FOxRjSjj93l6CxApbolHLAEAAEnSUJbP0hNb6SmtRo0ahUHjwoKQTOwzsEnlm0gmAGpLDetJHHdx41Qm0Wh71SUTQJriljjEEgAAkCQNZXmuQvtteuaroHGjD396zx77FVa+iWQCYPfVcJzEsRcVhExiy6/icqk0QjIBMSluiUMsAQAASdJQls8yj5ZIz3alJsLCZePCgg9d2bbXYMkEQC2r4TiJkEl06b01kEhp3LhxOp8Il6lf1JnJBJBJcUscYgkAAEiShrI8lNlgWzmZSM+ChXFhk8anXN5GMgFQi2o6d9MnGu3V54MEIv3bOJ1MpDOJ1GVkYQmoRHFLHI0jAAAgORrK8lw6kAhvg9RlEGa+3t+mSXky8dDty995o6zCbVPJxGVfHNKkafY2nG3evPnUwy5as3ptGP/2Lz/d/8B9q9vzI8deVrJoaWp89/9+173HXlXutr50wynDLty4ccuzcd8zd7br0DbaeXPnLLjglKvC4NDhB/7q/76b3n7eSVfOn7soDMZPvTcim7z5+vQrL/xCGLRo0ex/L/01fFiq3G32rHkXnTEyNe7avfPfHxlb3R2+OP61z37qm2HQu2+PP93364jqhY/bA/96dNIrU2fPenfO2/M679WhR6/ufQf0PO8TZxa1bhk1NDVnEp33+eAIiZQKR0tUPpVT+h7Mw0KK4pY4HC0BAABJ0lCWn2o+VCLVmZueEQvJxKlXtO05qIqusuw/ZiL8LEMP2z81fuP1adXtVjz9nXQmEbw04bXq9pz86lupTKLffr13LZOgIdpvSL+WrVqEwdq1pdPfnFXdbi8/98E7JyRMbxfPqW7Pya++mRocfMQBEdUb/8RLl519w8++dev/7n3irSnFa9ese7v43aceee7/fv2Xi88YGTZGDUrMTCLz3E2Zv40zw4kKK0wAaYpb4hBLAABAkjSU5bkK611nri2Rng5r6MnE0EO3xhJvVh9LVMghXn7u9er2TM8mH3LYkIi8ET4ahw4/MDWuId966bnt3kgvja8235o0cWpqcPDh3kjVev2VN7907fffmTk3jNu1b3vS6cdcctX5Hzr3pN59e4Qt7y1Z/t0v/fJPY++JGog4mUT6d29hYWHmcRIOlYD4FLfEIZYAAIAkaSjLWxXmsyofM1GhS7fhJhNDt037vvbSlOr2eaU8hwjznv327RWVpxRlZZuq3HPSRE3ueeqgQwenBlOqiSXCe2biC5PDYNiRWwOMV16YVN2eqZCssLDxwYd5I1Vt+dKV3/vSL1Nzi2ecc8JfHvrtt2/6wlWf+fhXvnf9H/41+vJrLkzt9rtf3hnSiyjr7dS5m9KZRFrm0WzpCDna/tA3IEVxSxxiCQAASJKGsnyWOZ+VnufKvWSi74Ce7cvPtvTekuXz311UeYfSdRsmvrhlNvngw4YMLT8GYs3qtVNenVp5zzCbnOqUD8/HAQcPisgnQ7cdH1PdYTevv/xGahWTo084fMCgPmEQ3lcb1m+svOebk6evXVsaBoMP2rdFy2YRVbnvnkcWzNvyge3Tv+eN37q2VflJtFLCB/BT11908SfPicrnH/98W7YfMBH/3E0xMwlpBNRAcUscYgkAAEiShrI8V+vJxMYN2ZhMHHzE1u71KvvcX3/ljfWlG8LgoMP3P3Rbn/vLz1fR5z5tSvGa1eu27Dlsf7PJ+aZ3vx6durSPylcsX7J4aeUd0u+Zgw87YNiRB4XB2jXr0ofXZJq87QxOhxzuUIlqvb7t8KYLLjmzsEkVv3M+8enzUoMpr70VZbG6yCQyz+DkjzhUoLgljsYRAACQHA1lpN4Dqcsw57V58+bUuUGq06RJFJKJh25f/s4bZRW+FJKJP/18yie+MLiwSXa1oB106OCH73sy2rIqwFsnf+iYCl99afyrqcHBhw3p1LlDYWHjjRvLwsZPXX9RhT0npZcpHrZ/5vZNmzY/9uDTr7/y5oJ5ixbOX7xoQUnbdm27du+8d4+ugw7c96QzjmnStDDaVb/64di//+m+MHjohb+0bNX8kfufeuT+p6e/NSs8yL26dTrquGEXXnZ2DRlJeFTPPPr8u7Pnhwe2YN7ipk2bhAfWtcde/ffrddpZJ7Rt17rC/ped85kZU2ftt3+/2/5208oVq/9990PPPfnSzBnvNG/RfO+eXT90zkmnnHlsDdM9q1at+esf/j1rxux335m3aH5Jtx577dO7+76D+5778Q+HJ7bCzuFF+c4XfxEGN//xB3337fXbm+54ccvpszb236/PCWccc8qHRkTxvPbSlEcefGb2rHfD923WtGmP3t3DNz31zOPCT1F554s/dM07M+cecsQBo2//3uMPjf/P3f+dOmVGj17dDzxk8Lkf/1CXrh1r+EYHDRuSWmM5hA3Hn3pUha++/NyWN1LHzu326d3tkMMP/NPv/xGuvjj+1UMqne8rHUscVNUKJeOfeOnpx59/95354ScKT9o+vfcOP87pHzkhPI1RNVavXnv/PY8Uv/V2eO/Nn7to2XvLww/StVuX8FQcfvTB6ZNKpT3xvwlf/8yPw+DHv/7a0SccNvGFyff94+E3J01fumRZ566dBh7Q/4qRF3bp1imq3k4956k31ZCDB/7mzz8OH5anHpnw+sQ3w5Mwb87CPgN69uqz9xlnnxi+aYVbrVixKoShZWWbDqn0+FOKWrfs0avbnLfnrVy+6r2SZe077hlln/jnbgqXMgmoFYpb4hBLAABAkjSUEdVqMjFr6vIsTCaGbksRqlys+OXntyws0W3vLt177BVtmXoe/OL4196YNH3VyjVh3jNzz8mvbm3KPjijyX3B3EVfuvYHM6e/k7nnwnmLw78w2/ufv//vb3f+55e3fbdd+YmkdsfKFau+ePV3J2WcXSrMxk57Y2aYUP72z2884OCBFfYvXbfhe1/+xZMPT8jcuGb12qXvLZ/y+rQQCdz5+3/87LffHHzAgCq/3ZuTZnx91I8WLVyy7Ybrlixe+uqLU/5z90PfH/OV9lX9OMXT3/na9T+aO2dBesuMt94O/x598JlHHnj6Oz+/MQQbVX6v8Mb7+qgfp1diKFm0tEWL5nFiiRXLVt36iz/e/49HPtgSrQqP+aUJr4XHeenV53/i0+eF+d4qbxv2+ebnfpqaupo6eUb4d/rZJ9T87YYeOjgVS7zx2rQKscTSJcvDMxYGw485NFwOGbpfs+ZNwktQYRHsIHy+Xi0/DqBlqxaDhmw3Fx+m7H//qz9VOCVReDZefu718Cp/8rqLLrri7MqfzfB2/e4Xb1q2dEXmxtmz5oV/zz3zyt13/OfkD434xk8+W+WHOvz4P/3mLeFdmt7ydvGc8C+kX9d/8ZPnXHR65ZvsznMeMobwUB/777PpLa+//Eb495+//e+6L11x4aVnZe489u6fb9xQNvvtuZ27dIiqsXbNutSgZauWUfaRSUAiFLfEIZYAAIAkaSgjJbeTie777NWpS/vFC9+b/ubM9aUbmjZrkv5SmE0O8+ZhcPgxB6e2hMghzPOG5+G5p1+pcGjFK+Vn6WnbrvV+Q7a2hIdZ0c988pvpifihh+3fo2e3ojatFs5d/PrEN8J3DBuLp73zf7f85cZvjYx2zw+/NiZkEi1aNj/5jBEHHzFk3ruLnnx4/FtTisN3+cwnv/HjX3/9sKMOytz/B1/9ZTqT6N1vnwGD+nTs3GHJ4i1PQnhIUXmq8ZNv/PqOf4+u/FqvWrH6G5/7SZhr3qtb5xPPOHq/wf3enDz9kfueClvCY7jygs//ZtxPKkwWh1npL137/dTpsHr37RGeorZ7tpn2RvHk194KG0N8ctlDypHsAAAQAElEQVQ5N/z2rp+lFhWv4N6//6/C6tAjTh4e7UiYr7/+sq+++8781NU+/XuGSGnFspUTX5z8XsmyjRvLbrv5rsmvTv3F2O9Uvu2G0g0/+/atmb/9+g7o2btfj5q/4wfLS0yaXuFLL2+LH1JroTdpWjj0sAMmPPnS9DdnhfdYZig1c/rs1avWhMGhww/MnL4PDyY8gc899XJUvhT24UcfHHKylStXvfbSG/PeXbhh/cbf3HRHCAy+8ePPZn7f8Ab44sjvhh82jMMbO7x79+nZbfP77y+Yt+jF8RNDLhK2P3z/U0eMOLTycULB3Xfem1oKfsRJRww/5pAweObxF5594sXw7W763m9DEnbZyAsy99+d53xT2abv3HjT4w89GzKt8Dg7d+1UPO3t1M8bfvabf/x/ffv3OuSI7Q4fKWzSOLwuUTXGP/FS6mxa4XMXQqAoy8gkICmKW+IQSwAAQJI0lJGW28nE4UcdfO8/Ht60aXOYM808qU6YOE4NDt22/kQY/Ca6I9pyFMVrmTO5xdPfSc0mH3L4AelPzbj/+2cqkwjT978Y++0evbql9w8zwr/95R2p8y+FqdjPff2qMMEY7YYwfdy1e+cf3vzV9Mz+hZed9bPv3PrAPY+GSeSffOvX4+67tXmLpqkvhZDg8YfGh0H4pj8Y/ZWjTzgsfT/h9X3oP098/yu/CuNZM2a/NWXmwCEVT7yT+qEOOXzId3/xpTZ7FkXl09bnX3LWV6/7wZTXpy2aX/Lrn/zf9375pfT+68tn+VOZxKdHffziT300PeEeJuVv+fkfwncMT8ivfjj2ljt/WPlHe/TBZ8JT+qnrLzr7wtNLSt576N9PhEn5aEe++fmfpubHw8z15781cshB+6W2h7fuv//60O9H/2nVyjUvPPtq+NannnVchdumDjrZd3Dfa79web+BvV8a/9r60vU7/I5d9+4cooLw5EydMqNCvvXSc1uOuQk/RWpVidSzl3p3hXzrjHM+OA5j0ivbTgW2/Rmc/vP3/6Xm6MOP882ffr5P/33SXwrvn1//5PaQCW35Wc48LuQZ6S/9+me3pzKJI445+Fs//0JR0QcHDYS86ntf/sXEF7Ys5/74f5+pMpYIb6owof/VH3zmhNO2HvzxoXNPuu8fj/z8O7eWlW0KGcNRxx+WGQzsznP+xuvTwr/hxx761e/fsGf7NqmNIbX60jXfW7FsVRjf94//VYglahBehZu+/9vU+PKRF0ZZRiYBCVLcEoclrwEAIEkayshUiytgp5KJ7FkB+6Bhg1ODCudxSjXpFxY2Tp+XacCgPqkVF158dmLmnun1AIYe/sHM6dOPPp8afPl712VmEkGY7b32xss7l69VsHL5qnSD+e74/q++nHm0QXjYYYY3dRamEBX8+2///eCBPbb1gV1y1fmZmURU/vqe9pHjT952iqTpb82s8nt16NTuJ7d+M5VJpLTv0PZHv/5aixZb1rEImcdbU4rTX7r7j/+e9+7CMDj/kjMvvfr8zIMA2nVo+40ff/aUM7dMUodJ8DBhXeW3+/RnPnHZyAvCt+vbv+d1X7w8na9U5+XnJqXm98NNfv2nH6Xnx6Pyt+45F50eZvZTV2+96Y9hrrzyPYSX5qbffXvoYfuHqfzjTz0yPCdRDKlFqkMSMHXydgdMvDRhy8IS+x+4b/rEX4cckV4+/fXMPSdvOw1X5qnAwiMcO/rPUfmZnX7ym29mZhLB8aceddPYb6ee1V/+4HepHCJInVYrDFq0bP6tn22XSQSdurT/3NevTo2nvVkcVeNTN3w8nUmkfPjcky4oP59S+Otw283j0tt3/znv2Lndt3/2hXQmEZU/Y9/+2Y1bn5mJU6N4QtbyqfM+F97zUfk7PLyIUTaRSUCyFLfEIZYAAIAkaSijglxNJg7eNkc8JSOWCO//F1OzyUP3y1w1etiRQ6Py89WkTnaUMmnbnOkh22aTw80/8enzwmR6mNGuvKxxVB4b9OnfMzVeuXJVtHuOOfHwEJlU3h4eQ2rw3JMvpzeecOpRV3/mEyF7+NA5J1Z5b322tcCvXL66yh0+dsXZlU+MEzKGsy44LTUe/+SL6e3/LV9xoWWr5ld/9pIq7+3iT56TGjz64NOVvxrm4j92+UeinfHQvY+nBuHHrzAdnzJ8xCGpwxHeK1n23FMvVd7hnI+dXnnF7x06cFu+lflGmjF1Vni3RNvO4JQSooUwCx9tWfthYuYEWepUYN327rJP7w9yrPFPvLh86cow+Pgnz+myVxVLKfTq2+PY8hNbzZ41b+qUGamNTZoUfvl713/sso9seRJaV/Ek9OzTPfUiLl+2MqpKiJrOubCKBSQuuuKcEHWUP/hX163dehzJ7j/nH7v87PAmqbDxkCOGpB7kooVLNm/e8a+LF5599UvXfC8Ve3zkglM/PeriKJvIJCBxilviEEsAAECSNJRRWU4mE2H6NXWcwZTX3kpPfU6dNCM1F3zo4duFCodum1ye+PwHCx68/sobUfk8b5hQTm0Jz8zJHzrmyhsu/vqPPlPlN129em3Zxo2p8cb1G6Pdc/Txh1W5/cjjDg35R7TlfDgfNJsfeOjgT1x13rd+9vku3TpVvsnGDWWrV61Njcs2llV5tyNOOLzqb3fsoanBtDe2HmYRpq3nvD0vDIYcNDDzvEaZwhx9apr73dlVHDUycEj/1I8Q3/NPv5IaHHviEdXtc+y2BSoyV+FOGzRkQLTzhg3feo6mqZNnpDemzuAUZbxzUg4rPxVVeI/NmPp2+pEsfW95lHHSsJT0kukHDKu28X+/betjz9125E3rtkUfPvek6750xSWfPrfKmyxZvKxpsy3HnWxYv7HKGf8jjj20ypcsBDaDyo/CWV+6Yda2x7b7z3nPPlWs3hF+sezZbs/UeH3pDj4mW5YwueZ7a9eWhvG5H//QF741MqsmH2s9k0gnE6n7MdMKcShuicPaEgAAkCQNZVQpJ9eZCDP1M956e+XyVbOK5/QtP4ghvUzx0O1nk9MLG7z2yhvnX3pmGMx/d1HqjDFDD6v23PfhWQq7zZ41N9z/nLfnli/b8MGZc3Z/iqRr985Vbg8vU8ge3n1nfph6XrFsVeZpl9JKFi0ND+ydmXNmvz139sy5U15/K7UOROphV94/zJruVc2322tbzlGy+L3UYPpbs1KD55555cj9zoxqNHf2gk2bNldYZiOd9MS0ZvW6ZUtXROU/e8cuHarbrdO2L1V5Bq1uPfaKdl54evvt13vG1FmvZJyaKfVGatmqxaAD983cObxb7v/HI2Hw6kuT+w/sHQavv7x1YYmDtj/v0Nsz5qQG11z8pWhHUufLqiy8AWbPevedWXPD2y+83CE3yswGNm9+v/KHuGu3ql/loMteHVOD1AtdK895py7tq7xV8xZbj1Uq2xR+gVR7/q5VK9f88GujU+ewGvn5Sz/+qY9G2aQuMokoI4rwxxpiUtwSh1gCAACSpKGM6uReMjF02P6pBajfeH1aKpZ4qXxmeUtj+LY+9JR2Hdr2HdCzeNo7E1+YlPrBJ02sepniqLyd/LWX37j37/97acJra1avjepMtx5dq/vSXuWxRFQ+g5yOJcIjn/7mrPv/+egzjz2/ZPHSaGfs3bNbdV/qtFeHMK1aVrapZOHWWOLt4tnRzpg3Z0GFdThaVXVGoBqsWrn1xFPdenTJXMeigi7dtyYoVc7j7+w3TQtvpBBLhCny2bPm7dO7WwgDUstKH3LEARUeTPoonEkTp6ZWa5iybWGJw44amrnnjGlvR7EtmLc482pI2iY89fJ99zwS7jy8LtHO2Kt7l+q/tDWxSL15auU5b9d+z6hmNf45+sef71tc/q477SPHyySA6ihuiUMsAQAASdJQRg1yLJk46LD9w6Tfpk2b35w0/azzTlmzel1q/d5Djziw8qfg0OEHhVgiTD3PnPZOv/16T37trbAx3Pzg7Y+reGfm3C9c9Z0F8xalt4R9+u7ba5/ee/ffr9cBQwf95Y//evyh8VFtqOGTWrrt0If0GZnWrin9yvU/ePm57RZb7rZ3l9799+m/X+/BB+5XPO3tW372h2q/V1StDevLUnPf6YWXVyzdum7BocMPPODggdGOtGzVouK3a7Rz74qmTbeed2jzpprOD/b+5q3TUo2qeu4qHLERX4im7r7jP9GWfOutEEu88uKk1FMRfvwKe4Z8a+CQ/uH99upLk1Mfn9QbadABAzKXgghfWlZ+ZqfgU9dftMMHkBkaPfXIc9/54k3pY1+i8rXW++/Xp3fffQYM7nvgIYOuu+Qr7y1ZXt1d1fCmWrdu65ISZZu2vNy18pw3Ktitj/+LE7Ye3nTJtvVUsoRMArKK4pY4xBIAAJAkDWXUbNeSiUfuXDHz9YrniE88mSgqajlw//5hXvjN16eHq6+9PCU1vX7w4VWsVn3wEUP+8od/ReVn3dkSS5Svdz3owH0zV/oNCcf3v/LLVCbRpGnhBZd+5ITTjtqnV/cwTu+zsZqVG3bBwgUlHTq1q/JLi7a1z+/ZoW1qMHbMn9OZxEmnH3P2x07rs2+vVhl5wMwZ70TVq3IFiK3fa0FJatCh09bO9y5dt57tp9NeHS6/5sKo7u3Zvk3rtkUrl69aMG9xeBGra95fOH/r09Jmz51e2roGBxw6KDWYOmXG6Wef8Gr5oRJRxlromQ4+fEiIJVYsWzVz+ux2HfZ8u3jLyZoqnAosfKa677PX7Flb1uc45cPHdd27cxTPwnmLf/DVX6Uyic5dOnziqvNCxhZunvkhLc1ILCpLv5o1fKlduzZR0s95ytIly6LyWKvC0TbJkklAtlHcEoclrwEAIEkaytihXVgB++RL2/Q5oLDyXSW+AvaB5esJz5oxe+WK1VNem5baeOiRB1Xec+ih+6fShalvbFkWO7Ui8SGHbzeb/Pwzr6TWPe7Upf3Yu2+6+rOf6Ldvr8xMIlixfFVUSxYvWFLl9jBHvHjRljPbhJemXfstsUSYBP/33f9NffV7v/zit2/6wgGHDGq1/TEKYZ+oeiFNWfbeiqofxsJts9UdtsYSe++zdY44vUBClYqnv7Nht9f9Tuuxz5ZTWoXfYCULl1S3T2o5kKBt+zZR7QnP5JDyg0JSr/6U17e8kUKusHfPKs6ydcjhWw+heGtK8eRtpwKrHGCkn8Pw5oyqsWTx0sXbTpyV8s+/PLhm9bryOxzyf//45dkXnhYeRmYmERKLmk8sll4gpIovLdr6xKZf6ASf85TS8gM4WrcpirKGTAKykOKWOMQSAACQJA1lxLGzyURhYZYmEwdvW2d4+puzUstF9O7bo8teVazf27RZkwMP2dIU/87Md6eUn3gn2rKowHaxxPQ3Z6YGRx1/WN8BPSvfSem6DdPf3Lrq9ebNu/tBe/6Zl6vc/sxjL6Q+xfsP3S8882Ewc1sA0LvfPsefelSVt5o6efq2B1b1azHhyZeq3D5+2/ZBB2xd3nnvba3rb06aanaJWQAAEABJREFUPmPqrCpv9ebr0y8964YTDz7vk+d9btOmWnj1u25bsPqpx56vbp8nH5mw9aEOGRDVqqHl+VZ4A6xevfbN8lhiWFXhVjBk6H7Nmm85/dHbxXNSSVi4GjZW2C29/vb/7nuyum/6s2/fevZxl592xMUPb9tn2rZ34IfPO2XPqmKAN16flh6/X9U78PmnX6lyOYoQgYRXMwxatGg2YFDf1MZkn/PgP0/9cfzUe//x6NgoO1SbSRS+L5OABCluiUMsAQAASdJQRky5kUwccPCg1MT91Ckz3igPGw6tZjY52nZypzDP/mb5DH7LVi323342ubDJ1p9u3drSKu/hX399ICQTqfGmTTu3FnFlD9/31MLt1zqOyj/Cd/7+b6nx6R85ITVo0qxJzQ8spDKvPD+p5gf2lz/+u3JiUbJo6b1//19qfNpZx6cGRa1bjjjpiNT4lp//scp7+8Nv7y7/XpuHDB1YUFALUwGnf2Trd7/rtnvWrqnixxz/xEuvvjglKj+/1omnHxPVqoMO3RJLhB/n/nseSZ2nq8ozOKW++9DDtnzp7eLZb70xI3XbCofUBCd/aERq8PhDz74+cWrl+3lz0oxnn3gxDNauXps+7ViTbes9lFbzQt91+z/T4yrjh7mzFzz24NOVt//5tntS54Y65qQj0stgJPucZ5saMonjZRKQKMUtcYglAAAgSRrKiC8HkokwW3pA+TEQD/3nsa2zyUccUN3Ohx6x5fQ7Yer5kfufisoXCahwPv1++/ZODZ5+9LnKgcED/3zs9lv+mr66vnR9tHvCA/7ydT9YOL8k4z43fOfGm0LGEMb77d/vjHO2xhJ9+/dKvUwL5i168uEJFe5nyuvTvvWFn6U/+NWdWOnt4jnf/sLPM9dSXrhgyRev+W5qywWXnrVP7w/O73/tjZenjgl4acJrP/za6HQYk/KHW/+aPvbirPNPjWrDocMPPObEw8PgvSXLP//pb1U4u9HLz73+42/cnBp/4spzW7RsFtWq/Q/aNxUt3Fce0oQ3xsHVv5FS5/6aOX32tClbDp05pNLK2MG+g/t+5IKtz8w3PvPj1OR+Wvjpvvm5n6bGx592dPuOW8+q1HdAr9Tg3397qELqEF6mX//0D889/Up6y4b1VS8yMfrHt6UzqpS77/jPv/7yYFQexV392UvT25N9ztetXR/eSKl/i6o/i1T9qDmT6NSjsUwCEqS4JQ5LXgMAQJI0lLFTdnYF7CAkEw/fkUUrYA8dtn+YP31n5twwDsHJgYcMrm7P/gN7t23XevnSlfPnblnUeuih+1e+q3779prx1ttrVq+78oIvfOjck/cd1GfTpk3vzHz38YfGpxY3blXUcvWqNWGwcsXqaPc0bdYkfK9PX/D5gw8/oEu3zkvfW/bGa9NS3yU8zq/98DPp1yIkBGedf8q/734ojL/zxZtCVDD4wH1bty2a8/bc55+ZmFoKO/3Aqlv9Iny7x/777KwZcwYdOKBd+z0Xzlv0yvOvh/noqDwC+fSoT2Tu3G3vLpdefeHvfnlnVJ7HvPH6tH0H9+vStVOYlX3t5TfSi2/f8OVP9uzTPaol13/xk+HOVy5fNWni1E+d99mDhu0fvmPp+vUL3l2UPtPUQcMGX3LV+VFtS53j68Xxr6XeSIMO3LfC0h2ZUgc3vFeybOvVYftXudunrr94wlMvhbn+sOf1l33tqOOGdenWqU3borVr1v3nb/9LLRHRq2+P6268PH2TM84+4R9/unft2tKpk2dcfvaoUz9yfNhh+dIV4X3y2INPp16sjBd6ZZs9iyr/ICuWrfrsp7555HHDevTstm5d6awZs9OhyBe+dU3Hztutsp7gcx6Cvdtuvis1PvTIgzp36RAlJH4mkc5oZRJQnxS3xCGWAACAJGkoY2c19GTiwEM/yCEOOGRQDT3d4WccduTQ9Hn8K7fDFzZpfOO3rvnsld8MscTS95bf+bu/Vdjh3I9/KEQXX73hR1H5GhXR7hn52Uv/8od/LVq45OHyozfS2nfc8xe3fadX37232/kLl018cfKct+dtWL8x5BOpiCIt/OBf/u51Hzt9ZBjPnlX1A/vit6/98TduDrFHKvlIG3LQfj/97TdTx0ZkuuTT5+69T9ebvvubZUtXhMn61Hx9WouWzUd+/tJzPnZ6VHu67t35jn+N+ck3bn7+2YlhCv7RB5+psMNHzj911FevrHCMS20JMVWIJVLj6s7glNJ3QM8wuV+yaGlUHiD12693lbvt2b5N+HF+/t3fhDQofLieefyFCjuEt+43f/q59KESUfk62yM/f9lN3/ttGM8qnnPr9mfQatK0MPz48+csHPd/W07lFN6BPXp1q3CfH/roSbNnvvvy85OefnS75SLCm/+bP/nsyR+qeCKmZJ/zbCCTgOynuCUOsQQAACRJQxm7oEEnE4MOGBCm1FNnGTrksCE17xx2SMUSYVq5d78eVdzbgQP+8uBv7/jd3ya/OnXJoqUhnEjtvO/gfh+74pwDhu63auWaps2arC/d8Nh/n7n6s5dUXlQgvi7dOt1+z69+/6s//e/+J8Lj79Cp3d49ux51/GFnnHNiUVHLCju3atXizn/f/I+77n/qfxMWL35vyaL3Nm3a3KqoZd99e515/iknnX50eMmGHDxw0itvvjWleMbUWZXnyo88btjv/vKzsTePe+6pl8Mk6l7dOu/Tu/uJpx99/GlHVzfpfNwpww88ZNDf/nTf28Wz57+7aO6c+eE7hmn0/Qb1u+K6j4UHHNW2Tl3a3zT22/f/45HXXnlj3rsLZ057u2nTpt327hJe5dPOOaFv/55RnTnwsA8OeqjhDE4pw4486IF/PhYGhx11cA27tW5b9N1ffPGo4w9/9YVJ8+cufGfW3LWr17bv1K5zlw6nf/SkU7atP5HpnItO3/+gfe/8/d/fKX538aL3Vq9aEz6Y4Y0RUpOPX/nRvbp3DvlBKpZ45IGnUqdgylTYuPFNY79z1233/Ovu/y5e+F5R65ZbbnvYkLMvOC2836p8kAk+54mTSUCDoLglDuEVAADUh/e32Vxu06ZNZWVlGzZsWLx4cdjYrVu3oqKiCHZG6n9zqcvwpkq/u1JvsJSybcJ448ayKpOJoPd+bev/bE4Nxa9+OPbvf7ovDH78668dfcJhUR277JzPhJQiDB564S/ptY7JMU/8b8LXP/PjMLjw0rOu//InI2KQSUCDUFJSEqqOtWvXbty4sUm5wsLC1GXqg5n6GO6xTUS+UnQCAECSNJSxy3JgBWyAOGQS0IAobolDLAEAAEly+l12h2QCyHkyCWhYFLfEIZYAAIAkaShjN0kmgBwmk4AGR3FLHGIJAABIkoYydp9kAshJMgloiBS3xCGWAACAJGkoo1ZIJoAcs8uZRGplXZkEJEVxSxxiCQAASJKGMmqLZALIGbuTSaSiCJkEJEVxSxzeJQAAUB/e32ZzuU2bNpWVlW3YsGHRokXhP29du3YtKiqKYLel/ouXugzvtPRbLvWuSynbJow3bix7+I4VM1/fWPmueu/X9hNfGFzYRDcbUK9kEtBwlZSUbNy4sbS0NFS5TcqFD2bqMvVpTX0299gmIl+pLwEAIEkayqhdjpkAGjSZBDR0ilviEEsAAECSnH6XWieZABoomQTkAMUtcYglAAAgSRrKqAu7lkz0O7hJ5buSTAD1QyYBuUFxSxxiCQAASJKGMurILiQTJ17cWjIBJEImATlDcUscYgkAAEiShjLqjmQCaBBkEpBLFLfEIZYAAIAkaSijTkkmgCwnk4Aco7glDrEEAAAkSUMZdU0yAWSt6jKJxk1kEtBQKW6JQywBAABJ0lBGPYiZTIRpPskEUG9qyCROuFQmAQ2V4pY4xBIAAJAkDWXUjzjJRHkgIZkA6kMNmcSJlxV06CaTgIZKcUscYgkAAEiShjLqjWQCyBI1ZxLtuxbIJKDhUtwSh1gCAACSpKGM+iSZABK3C5lE6peSTAIaBMUtcYglAAAgSRrKqGeSCSBBMgnIeYpb4hBLAABAkjSUUf8kE0AidjmTSI1lEtAgKG6JQywBAABJ0lBGIiQTQD2TSUCeUNwSh1gCAACSpKGMpEgmgHojk4D8obglDrEEAAAkSUMZCZJMAPVAJgF5RXFLHGIJAABIkoYykiWZAOqUTALyjeKWOMQSAACQJA1lJE4yAdQRmQTkIcUtcYglAAAgSRrKyAaSCaDWySQgPyluiUMsAQAASdJQRpaQTAC1SCYBeUtxSxxiCQAASJKGMrLHriUT+x4mmQC2I5OAfKa4JQ6xBAAAJElDGVllF5KJ4y6QTAAfkElAnlPcEodYAgAAkqShjGyzC8nE8RdKJoAtZBKA4pY4xBIAAJAkDWVkoZ1NJsKlZAKQSQCR4pZ4xBIAAJAkDWVkJ8kEsFNkEkCK4pY4xBIAAJAkDWVkLckEEFN1mURhs0gmAflGcUscYgkAAEiShjKymWQC2KEaMomTLpdJQN5R3BKHWAIAAJKkoYwsJ5kAalBzJrFn50YyCcg3ilviEEsAAECSNJSR/SQTQJVkEkBlilviEEsAAECSNJTRIEgmgApkEkCVFLfEIZYAAIAkaSijoZBMAGkyCaA6ilviEEsAAECSNJTRgEgmgEgmAdRIcUscYgkAAEiShjIaFskE5LmdzSQCmQTkFcUtcYglAAAgSRrKaHAkE5C3diGTyDxmQiYB+UBxSxxiCQAASJKGMhoiyQTkIZkEEIfiljjEEgAAkCQNZTRQkgnIKzIJICbFLXGIJQAAIEkaymi4JBOQJ2QSQHyKW+IQSwAAQJI0lNGgSSYg58kkgJ2iuCUOsQQAACRJQxkNnWQCcphMAthZilviEEsAAECSNJSRA3YtmRh0ZNPKdyWZgOwhkwB2geKWOMQSAACQJA1l5IZdSCZGnFskmYCsJZMAdo3iljjEEgAAkCQNZeQMyQTkDJkEsMsUt8QhlgAAgCRpKCOXxE8mAskEZCeZBLA7FLfEIZYAAIAkaSgjx8RMJsL0pWQCspBMAthNilviEEsAAECSNJSReyQT0EDJJIDdp7glDrEEAAAkSUMZOUkyAQ1OdZlEk+bvyySA+BS3xCGWAACAJGkoI1fVejJRttEnBepKjZlEY5kEEJ/iljjEEgAAkCQNZeSw2k0mwpypZALqQs2ZRNtOMglgJyhuiUMsAQAASdJQRm6rxWRixqRlkgmodTIJoHYpbolDLAEAAEnSUEbOk0xA1pJJALVOcUscYgkAAEiShjLygWQCspBMAqgLilviEEsAAECSNJSRJ+IkE6npTskE1AOZBFBHFLfEIZYAAIAkaSgjf+wwmQgDyQTUg93MJNJkEkBlilviEEsAAECSNJSRVyQTkLjdzyRSH1iZBFAlxS1xiCUAACBJGsrIN5IJSJBMAqhrilviEEsAAECSNJSRhyokE5kkE1B3ZBJAPVDcEodYAgAAkqShjPyUmUxkHjAhmYA6IpMA6sqlmXoAABAASURBVIfiljjEEgAAkCQNZeStXUsmDji2WeW7kkxAzWQSQL1R3BKHWAIAAJKkoYx8tgvJxJFntZJMwE6RSQD1SXFLHGIJAABIkoYy8pxkAuqUTAKoZ4pb4hBLAABAkjSUwa4lEwceL5mAHZBJAPVPcUscYgkAAEiShjKIdimZGP7hVkNPaF75rkIycdfoKRHkPZkEkAjFLXGIJQAAIEkayiBlp5KJ1ODwD7Ws8piJMBt7x88mO2aCfCaTAJKiuCUOsQQAACRJQxmkxU8m0oZ/2NmcoCKZBJAgxS1xiCUAACBJGsogk2QCdpNMAkiW4pY4xBIAAJAkDWVQgWQCdll1mUTTFlsziVT2IJMA6o7iljjEEgAAkCQNZVCZZAJ2QQ2ZxMmf3JpJVP7syCSA2qW4JQ6xBAAAJElDGVRJMgE7peZMonV7mQRQTxS3xCGWAACAJGkog+rUnExUOccqmSA/ySSA7KG4JQ6xBAAAJElDGdSgymQiPXm6C8lEBDlHJgFkFcUtcYglAAAgSRrKoGaVk4lwmXkep51KJu742WTHTJBLZBJAtlHcEodYAgAAkqShDHaoymQiPZfqbE7kLZkEkIUUt8QhlgAAgCRpKIM4di2Z2P/oppXvSjJBbpBJANlJcUscYgkAAEiShjKIaReSiaPPKZJMkJNkEkDWUtwSh1gCAACSpKEM4pNMQFQbmUQ6mZBJALVOcUscYgkAAEiShjLYKZIJ8lytZBKNtpFJALVOcUscYgkAAEiShjLYWZIJ8tasN5bLJIAsp7glDrEEAAAkSUMZ7ALJBHkoZBJ33jRZJgFkOcUtcYglAAAgSRrKYNdIJsgrqUyi8rtUJgFkG8UtcYglAAAgSRrKYJfVnEyk8wnJBA2dTAJoQBS3xCGWAACAJGkog91RQzKRnoqVTNCgySSAhkVxSxxiCQAASJKGMthN1SUT6XBCMkHDJZMAGhzFLXGIJQAAIEkaymD3VZlMpE/lJJmggZJJAA2R4pY4xBIAAJAkDWVQKyQT5BiZBNBAKW6JQywBAABJ0lAGtUUyQc6oLpNoXiSTALKd4pY4xBIAAJAkDWVQi6wzQQ6oIZM48fKCNh0KZBJANlPcEodYAgAAkqShDGpX5WQiTTJB9ttBJtG+cZXvYZkEkD0Ut8QhlgAAgCRpKINaJ5mggZJJADlAcUscYgkAAEiShjKoC5IJGpxq17huKZMAGhLFLXGIJQAAIEkayqCOSCZoQGrIJE6+orFMAmhAFLfEIZYAAIAkaSiDuiOZoEHYQSbRoUAmATQgilviEEsAAECSNJRBnZJMkOVkEkCOUdwSh1gCAACSpKEM6ppkgqwlkwByj+KWOMQSAACQJA1lUA8kE2QhmQSQkxS3xCGWAACAJGkog/ohmSCr1JBJnHR5Qev2jWQSQAOluCUOsQQAACRJQxnUG8kEWaLmTKJNh4Lw3pNJAA2U4pY4xBIAAJAkDWVQnyQTJE4mAeQ2xS1xiCUAACBJGsqgnkkmSJBMAsh5ilviEEsAAECSNJRB/ZNMkAiZBJAPFLfEIZYAAIAkaSiDREgmqGcyCSBPKG6JQywBAABJ0lAGSZFMUG9kEkD+UNwSh1gCAACSpKEMEiSZoB7IJIC8orglDrEEAAAkSUMZJEsyQZ2SSQD5RnFLHGIJAABIkoYySJxkgjoikwDykOKWOMQSAACQJA1lkA12KpkIV1PJxKDhkgmqJZMA8pPiljjEEgAAkCQNZZAl4icThYWFqWRixHmSCaomkwDyluKWOMQSAACQJA1lkD0kE9QKmQSQzxS3xCGWAACAJGkog6wimWA3VZtJtIhkEkA+UNwSh1gCAACSpKEMss2uJRMDj2hS+a4kE/mmhkzixMsaySSAfKC4JQ6xBAAAJElDGWShXUgmjj2/tWQiz9WcSbTtJJMA8oLiljjEEgAAkCQNZZCdJBPsFJkEQIriljjEEgAAkCQNZZC14iQTqUBCMpHnZBIAaYpb4hBLAABAkjSUQTbbYTKRIpnIZzIJgEyKW+IQSwAAQJI0lEGWq5BMZIYTkgl2P5PIzLpkEkAOUNwSh1gCAACSpKEMsl9mMpGeO5ZMUCuZRDqZkEkAuUFxSxxiCQAASJKGMmgQJBNUIJMAqJLiljjEEgAAkCQNZdBQSCZI22EmkcobZBJAHlLcEodYAgAAkqShDBoQyQRRvEwi9erLJIA8pLglDrEEAAAkSUMZNCySiTwnkwComeKWOMQSAACQJA1l0OBIJvKWTAJghxS3xCGWAACAJGkog4ZIMpGHZBIAcShuiUMsAQAASdJQBg2UZCKvyCQAYlLcEodYAgAAkqShDBouyUSekEkAxKe4JQ6xBAAAJElDGTRokomcJ5MA2CmKW+IQSwAAQJI0lEFDFz+ZSM1Tp5KJfQ+rOpm442eTJBPZ4+03V1SZSRQ2i064tGCHmUT6bSCTAPKH4pY4xBIAAJAkDWWQA2ImE4WFhelk4vgLq04m3p66QjKRJUImccfPJ1WZSZx0ecGenRvtMJNIHy0hkwDyh+KWOMQSAACQJA1lkBt2LZkYdGTTynclmcgGMgmAXaO4JQ6xBAAAJElDGeSMXUgmRpxbJJnIQjIJgF2muCUOsQQAACRJQxnkEslEDpBJAOwOxS1xiCUAACBJGsogx8RPJgLJRLaRSQDsJsUtcYglAAAgSRrKIPfETCbCRLZkIqvIJAB2n+KWOMQSAACQJA1lkJMkEw2OTAKgVihuiUMsAQAASdJQBrlKMtGAyCQAaoviljjEEgAAkCQNZZDDJBMNgkwCoBYpbolDLAEAAEnSUAa5TTKR5YqnLJNJANQixS1xiCUAACBJGsog50kmslbIJO78+RSZBEAtUtwSh1gCAACSpKEM8oFkIgulMonNm2QSALVJcUscYgkAAEiShjLIE5KJrCKTAKgjilviEEsAAECSNJRB/oiTTKQmviUTdUomAVB3FLfEIZYAAIAkaSiDvLLDZCIMJBN1SiYBUKcUt8QhlgAAgCRpKIN8U+vJxMb1myPikUkA1DXFLXGIJeD/2bsP+CbKBo7jT7pbSkvZe++9l1D23iqyFBEUEVEQN4gLF24cvMpQUUERWcree8neeyN7dNDd5H2aB86QNGlaMprw+3741OcuT66Xy5lenv89zwMAAOBO3FAG3Iccm0z8OI5kwi5kEgDgAlzcwh7EEgAAAIA7cUMZcH8ySyZMZTaZOHM0mmQiQ2QSAOAaXNzCHsQSAAAAgDtxQxlw3zJNJkw7TJBMOByZBAC4DBe3sAexBAAAAOBO3FAG3M9IJlyATAIAXImLW9iDWAIAAABwJ24oA+5zJBNORSYBAC7GxS3sQSwBAAAAuBM3lAEgmXASMgkAcD0ubmEPYgkAAADAnbihDIAgmXACMgkAcAsubmEPYgkAAADAnbihDIBCMuFAZBIA4C5c3MIexBIAAACAO3FDGQANyYRDkEkAgBtxcQt7EEsAAAAA7sQNZQBMkUzcIzIJAHAvLm5hD2IJAAAAwJ24oQyAGZKJLCOTAAC34+IW9iCWAAAAANyJG8oAWCKZyAIyCQDIDri4hT2IJQAAAAB34oYyAOkimcgUMgkAyCa4uIU9iCUAAAAAd+KGMgDWkEzYiUwCALIPLm5hD2IJAAAAwJ24oQyADSQTGSKTAIBshYtb2INYAgAAAHAnbigDYBvJhA1kEgCQ3XBxC3sQSwAAAADuxA1lADJEMpEuMgkAyIa4uIU9iCUAAAAAd+KGMgD2yFoyUaN5kOWmvCOZIJMAgOyJi1vYg1gCAAAAcCduKANgpywkEw90C/XKZIJMAgCyLS5uYQ9iCQAAAMCduKEMgP1IJgSZBABkb1zcwh7EEgAAAIA7cUMZgEy5z5OJQzuvk0kAQHbGxS3sQSwBAAAAuBM3lAHIrPs2mZCZxPQvySQAIFvj4hb2IJYAAAAA3IkbygBkQaaSCVXw9GTidiZhsZtkEgCQrXBxC3sQSwAAAADuxA1lALLG/mRC47nJBJkEAHgKLm5hD2IJAAAAwJ24oQxAlt0nyQSZBAB4EC5uYQ9iCQAAAMCduKEMwL3w+mSCTAIAPAsXt7AHsQQAAADgTtxQBuAeeXEyQSYBAB6Hi1vYg1gCAAAAcCduKANw77wymSCTAABPxMUt7EEsAQAAALgTN5QBcAgvSybIJADAQ3FxC3sQSwAAAADuxA1lABzF4clEYkKqcAcyCQDwXFzcwh7EEgAAAIA7cUMZAAdKN5kwa6m3P5n44UM3JBNkEgDg0bi4hT2IJQAAAAB34oYyAI5lmUzIn1lLJs6fiHFxMkEmAQCejotb2INYAgAAAHAnbigD4HAemkyQSQCAF+DiFvYglgAAAADciRvKADiDxyUTZBIA4B24uIU9iCUAAAAAd+KGMgBO4kHJBJkEAHgNLm5hD2IJAAAAwJ24oQyA83hEMkEmAQDehItb2INYAgAAAHAnbigD4FTZPJkgkwAAL8PFLexBLAEAAAC4EzeUAXC2bJtMkEkAgPfh4hb2IJYAAAAA3IkbygC4QDZMJsgkAMArcXELexBLAAAAAO7EDWUAXCNbJRNkEgDgrbi4hT2IJQAAAAB34oYyAC6TTZIJMgkA8GJc3MIexBIAAACAO3FDGQBXcnsyQSYBAN6Ni1vYg1gCAAAAcCduKAPgYm5MJsgkAMDrcXELexBLAAAAAO7EDWUAXM8tyQSZBADcD7i4hT2IJQAAAAB34oYyAG7h4mSCTAIA7hNc3MIexBIAAACAO3FDGQB3cVkyQSYBAPcPLm5hD2IJAAAAwJ24oQyAG7kgmTiw7SqZBADcP7i4hT2IJQAAAAB34oYyAO7l1GRCZhK/fX2ATAIA7h9c3MIexBIAAACAO3FDGQC3c1IyoTIJA5kEANxPuLiFPfwEAAAAAPfhhjIA2YH6LNJ+ygBAr9fLSMC0jkwLTBdlMuHrJ3YsTzDblEwmfvpoT90WheZMPmL5iwKCRav+PmQSAOCtuLiFPYglAAAAAHfihjIA2UQWkomGnUJ1PmL7UvNk4uzxGPnP8lf4B4nWA+gnAQDejItb2INYAgAAAHAnbigDkH1kIZlo0CHUP8Bn8/y4DDeuxm7KXTD9UaHIJADAO3BxC3sQSwAAAADuxA1lALKVLCQTtVuFyJ+2kwljPwkfMgkA8Hpc3MIexBIAAACAO3FDGYDsJmvJhKy8ZUF8uhuUmUTbgX4yk9BSBzIJAPBWXNzCHsQSAAAAgDtxQxmAbMh2MiHXpKSkmCUTdVrnkM1QWxeaJxMBaWM3+eUp5CefRSYBAF6Pi1vYg1gCAAAAcCduKAOQPdlOJmSWYJZMyDr12oYaDPp/FiVqK/2DRIfBQbny61TYoGUSpuEEmQQAeBMubmEPHwEAAADAfbihDEC2pT6dtJ8qMNDyA5komM4SoZKGWi2DC1S5rJ4elEPX5ZkceQr91yvC39+fTAIAvBsXt7AHvSUAAAAAd+KIUXdmAAAQAElEQVSGMgDZWbp9JlRsIIx9JlJTU7WaKrSIKH3RYNDHnCnYbVhYeN7bAYPWW8J0HCctjSCTAACvwcUt7EEsAQAAALgTN5QByOZsJxOm1YQxqEhKSgoveSGyc5G8hQLVUxTT+a61fIJMAgC8DBe3sAexBAAAAOBO3FAGIPuzJ5nQekvIWEL+DMqRFj+YxhK+JrQ0gkwCALwMF7ewB7EEAAAA4E7cUAbAI9hIJkyDBBlFJCcnq4f8/f219SqWMM0htAKZBAB4Ey5uYQ9iCQAAAMCduKEMgKew3WdCrklNTZVhg4wlZMEyltASCNNAgkwCALwMF7ewB7EEAAAA4E7cUAbAg2Q4mpMsy1hC5Q1aLCHuTiZM0wgyCQDwMlzcwh7EEgAAAIA7cUMZAM9imUyoDzFtpCYZS8ifqmz6LLMoQgsqBJkEAHgRLm5hD2IJAAAAwJ24oQyAxzFLJoSxk4Q2u3VqaqperzeNJXQWtFhCkEkAgHfh4hb2IJYAAAAA3IkbygB4IstkQpFRhIwlVOTg5+enPar9NCXIJADA63BxC3sQSwAAAADuxA1lADyUWSahtUPp9Xph7D9hOhu2VjBLKcwqAAA8HRe3sAexBAAAAOBO3FAGwHNpn2Bmk2BrIzuZVRYWgYQgkwAA78LFLexBLAEAAAC4EzeUAfBopsmEWmMw0qaztqyfbhkA4B24uIU9iCUAAAAAd+KGMgCeTjU/mXabMF1v+1kAAC/DxS3sQSwBAAAAuBM3lAHwDqa9JeysCQDwPlzcwh7EEgAAAIA7cUMZAG9irSmKJioAuE9wcQt7EEsAAAAA7sQNZQC8ks5IAADuM1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Ia6uNWSCSIKpItYAgAAAHAnbigDAACA11AXtxpBMoH0EEsAAAAALmV675giv7ylpqYmJycLIHsz7dyj3Qtp+6fAfSYlJUUV5MeaVgbgrTL1t4C/C/cDy34Spm86JwA0xBIAAACA61gO2aS+vF28eNHOL/Y2Gnwz9c0/C+3Lzvtpe//TfS2W++/G1+Lw/Xfxa/H0/ff0PbfntaQre+5/fHy82o3Lly+HhIRk+bVkq+N/j+eV5+65i1+Fp++//a8l+++/7deSrmy4/55+Rnn6/mu036sjk4AJHwEAAADAJSy/mKmC2VdQO8s2ti/suBnNYJKOqLKNn9q32QzL9u+8zuYNdBm+Fsv9t/FaHL7/6b4RDtx/s9fC/ttzLjljz+1/FTorLUr2/19g+7WkK1P77/DXkuH+m+ITyYH7z2dRtt1/+19L1vbf/tdi5//FnviJJO6nM8rT99/Hx0d3NwGYoLcEAAAA4B7y65n8wpYrVy411ImkCvKn3shgQths79O+bdpoj3D9T7VLpmXAg2Sr/7PUbnjE/1lab4lbt27dvHlTAHfL5n+n+JsFD+WW/4PkxaqWQGg//fz8fH195XpZ8LlDZzP0wv2JWAIAAABwA+3GscDAQBlFpHsTmfyyp1U2vc3NjCEz9yS6+KflHgKeIrv9n2Vtr7Ib7YNLxasCAOC91OWrlufJBMJgJJMJ00xCu9Alk4CGWAIAAABwKZ0J7Qub/PKmvsWpOnKNWYcJAQCeQJvm2s/Pz9/fXwAAvJrZla2vkeozYS2cAASxBAAAAOB6lsmEiiXUo3JRjeNEJgHA45jGEgEBAQIA4O0sL2tNpdthAiCWAAAAAFxKG5BXfXlT/dzFnfFY1EC9Whd4LZYgnADgEbQeEvSWAADvpgUM6d5wY9ZbQgsnBGBELAEAAAC4QrpTBWrJhKqj9ZOQ3+JUbwlhDCTIJAB4iuTkZFWgtwQA3A+0PhCWI5RqP00zCdMwQ+A+RiwBAAAAuIH62ma6qK3UZpUQZBIAPI0WS/j7+xNLAMD9wDRyUAmEjwXGcYIZYgkAAADApUy/iZklEyqN0GaVECZjNxFOAPAIfn632xl8fX0ZxAkAvJ5p0mDaZ0ILJ3R3E4ARsQQAAADgImrsJq2sCiqZMB3cSRvWiUwCgMdhbgkAuK+YDcpkNs+EWUHcHWPgfkYsAQAAALiaFkKoRW2Cay23sJzmmmQCgEcw7S2hlQEA3scsWkh3BmyzfhKkEdBwiQAAAAC4jhY8mCUTpoEEnSQAeC6ZRmgFYgkAuE+Y5g2WHSOY7BqWuEQAAAAAXMo0mTBdYxpUEEgA8FBaLOHj46OVAQD3CcsxndJdDxBLAAAAAK6W7iQTWtm0FwUAeBY1X44qaGUAwP3D8uLW2iLuZ8QSAAAAgBuY9YrgSxoA72CjNQoAcD+w9uHPHwWYIpYAAAAA3CbdIZv4zgbAc5lNeSoAAPc3/hYgXcQSAAAAgJtZfltjbgkAAAB4InII2INYAgAAAMh2+DoHwEPRWwIAAGSI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IjOYDAIAAAAAAAAAAAA56O3BAAAAAAAAAAAcBFiCQAAAAAAAAAA4CLEEgAAAAAAAAAAwEWIJQAAAAAAAAAAgIsQSwAAAAAAAAAAABchlgAAAAAAAAAAAC5CLAEAAAAAAAAAAFyEWAIAAAAAAAAAALgIsQQAAAAAAAAAAHARHwEAAAAAAIxiYmJEtucROwkAAGANsQQAAAAAwHusWLFi9OjRbdu2rVChQkhISOHChevWrdu3b9/x48cfO3bMxhOvXbvWu3fvpUuXimzMI3byhx9+0Bm99957GVb+9NNPVeXOnTvbqDZp0iTdHU888YSNmmPGjFHVnn32WQEAALIlYgkAAAAAgDc4ePBgy5YtW7du/cEHHyxbtuzIkSPx8fEXLlzYvn37b7/9NmLEiEqVKj333HO3bt2yfO6GDRtq1ao1Y8YMkY15xE5mVvPmzVVh48aNer3eWjWZNmll+eYK6+R2VEGeDAIAAGRLxBIAAAAAAI+3Z8+eFi1arFq1Si0GBASULl06MjKydu3a+fPnVytTUlK++eabvn37pqammj39r7/+Onv2rMjePGInM6tOnTrh4eGycOPGjf3796dbx2AwLF68WFs8f/78zp07060p3+L169fLgo+PT6tWrQQAAMiWiCUAAAAAAJ5Nr9f369fv0qVLsly+fPkff/wxJibm+PHja9as2b59u1wvW7G1e+dl4/64ceMEsgedTteuXTtV3rx5c7p1Nm3aFBUVJQutW7dWa0w7T5jauHFjUlKSLDRq1ChXrlwCAABkS8QSAAAAAADPNnfu3H379gljJiGjiAEDBgQEBJhWqFmzpmzI7tq1q1ocP358bGysQPagjeNkLZZYvny5KowZM0YVrI3jxAhOAAB4BGIJAAAAAIBn27Nnjyr06NGjYMGC1qpNmTJFjRd0+fJlmV4IZA8tWrRQhS1btqRbQfWNKFasWGRkZJMmTWR57dq18fHxljW1WIIRnAAAyM6IJQAAAAAAnk2N8CMVKlTIRrW8efN27NhRlQ8dOqQKffr00el0H3/8sVp8+OGHdUarV69WaypXriwX27RpI8t//vln69atZbZRv379l19++cyZM3Jl6dKl1VOs/d58+fLJR3PkyJHuo+fPn//www+bN28um92Dg4PLlCnTrFmz33//3bROhjuZtX0YMmSI9qxdu3b17NlTVqtYseITTzyxadMmrVpqauq0adOeeeaZ9u3bV6pUSW6kVKlSLVu2fPrpp3/66afExERxb+RvLFq0qCzs37//2rVrZo/evHlTTRehkgb1MyEhYeXKlWY19Xr9unXrZCEkJOSBBx6wfPTrr7/u169fvXr15DtYoUKFbt26jRo1SmZU1ndNREdHf/HFFwMGDJCvV75quWV5BORZNHLkyHR7bIwYMUIdUrnb8jf++uuvsnLhwoXluVe3bt133nkn3RnXNQaDQR7Sxx9/XJ5gcifl7+revbuNnaxdu7b8XTKtEca3aebMmcOHD5e/KCIiQp5F8i3bunWrAAAg7GYvJwAAEABJREFU+/ETAAAAAAB4spIlS6rC2rVrZbOsjZrjxo2Tjbz5jEQmLV++vFevXrKtWZb/MZKt1eLefPPNNzLekI3s2poTRvKFyBZtGU6EhoYK5/v3339l5KAm57h69erhw4dls3ijRo3k4qlTp2TzvdYfRTlltGrVqokTJ3755ZdLly7V5hXPGhk2TJ06VRZkAiF/nelD8rCrY64CCRkPyMZ9tb5Tp06mNWWyIsMAYZyCws/vruaO69evy/dOGwxKGPOGI0eO/PXXXz/++KNMArT5LUzJ4OHRRx81iwQOGS1atEjGFTLk+Pnnn3180rnjU/7Gzp07b9iwQVsjE5ft27dPnjz5t99+U30+zBw4cEAmPSqD0XZS/q558+bJnZwwYUKPHj2EFSkpKXJXZ8yYoa1ZayTfoE8//fSFF14QAABkJ/SWAAAAAAB4tgcffFA1Dc+ePfvhhx/eu3evtZrFihWrWrVqgQIFtKbkN954Qzavy/ZltTh27NhVRjVr1jR9Ynx8/JAhQ1T7uFKjRo0qVaqIe/Duu+8+99xzKpOQ8YNsGX/llVe6du0aFBQk1yxYsODxxx83GAz272SWyWZrlUlo5CGVP2NjY9u0aaNlEi1atJAH4fXXX+/Tp4/q3yDt3r377bffFvfGxvQSWpbQtm1b+bNx48ZqJC7LzgpaBmA2scT58+dlyqK2U6hQIbnzr732mnyBefPmlWsuXrwoI5kffvjBbGsyQpC5gsokgoODZfnFF1+UB0pmAyEhIarOtGnTTJMAUwMHDpT7kzNnTpk0/PHHHx999FHdunXl+nPnzslDKoMcs/qrV6+uV6+eyiT8/f0jIyPlr+vQoYPcgtpJucNyI+n+ruTkZHluyD0pWLCgLMjgTQts5Bk7cuRIy54lAAC4F70lAAAAAACeTYYNw4cP/+KLL2R5lpFshu7evbuMKMqVK2f7uSpaWLRokVqsVKmS1kRuSjV5y5blTz75pFatWrJNPC4uTtyDEydOaK3Msq3/ww8/zJUrl1q8cOGCbFbeuXOnTFmmTJny5JNP2rmTWSbbzfPnz//555936dJF/l7ZOC6TG7n+448/PnbsmCyUKlVq8eLF5cuX154icxqZT4wfP149/euvv/b19RVZpQUJltNLqPhBNtmrDhl+fn6tWrWSR2b//v2yiV9LR4RJLGE2sYQMIY4fPy4LDz300Pfff58nTx61PikpSb6b77//vnwtL730kgyEVFChyDWygix07Nhx+vTpKgtRZM7x2GOPyVhIlmUYIHMOYWHNmjWlS5eW+ynjK7VGxgPyjZb5hwyiBg8efODAAS3euHr1qkwd1Bkld/LLL7/UXldUVJRMfb766isZMMgcS57SZcuWNftdm41kcCI3rnUD2rRpk3xFcsuyPGnSJOYABwBkK/SWAAAAAAB4PNm+rHUmkLZu3Tpq1CjZjC7bcPv37//tt9/KGEDcmxIlSshgQOYBsoVatg7LzYp7MG7cODVp89NPP/2///1PyySE8Y7+3377TZV//fVX4RKyAV0ewLCwsGbNmo0ePVqtnDt3rirIdm3TTEIYOxDIYy6PiTAOT3T06FFxD4oXLy6zFmGMFlJSUrT1Bw8eVG+cadKglbWcRlEzbRQpUqRq1araSrlBdQxr1679+++/a5mEFBAQIF+pbPGX5Rs3bsgTRntIJkNqazlz5pw2bZppJqF+hTyjVHn79u3CipkzZ2qZhDD2gZAhkxoa6/Tp099995320DfffCN3QBbat2//559/mmYt8lfLvO3ll18Wxijo2WefTfd3yV2S2Ynp0GTyF8k12kEQAABkJ8QSAAAAAACP5+vrqyZjMG0Ilo4fP/7LL78MGzasTJkyMlGQTcxqWKQsGDp0qOnd9PciNTV13rx5shAUFPTaa69ZVqhQoYJsVm7SpIkMA5KTk4WTde7c2XKOaHmgXn/99TFjxjz++ONm/Q8U2c5erVo1Vb5+/bq4Ny1atBDGHgzbtm3TVmojNbVu3Vpbqe2M6VwRhw8fVuNQqbGeNGrKCunLL780m3BCGTRoUOHChYVxRCZtZWBg4OTJk1988UWZVZgmRpqKFSuqvg6qO4KlHj16yCDEcr08pKqwYMECbeXEiRNVYezYseluTT5LnXtLly49d+6cZYWXXnpJDfdkSh4otZNnz541HX8MAAC3YxAnAAAAAICX6GW0ZcuWzZs3Hzx4cPv27aZt3GuMJkyYIBugtVmy7degQQPhIOvWrVNt6LLl2tqebNy4UbhKui9Np9OlOzyRJjo6Wg1zJCUmJop7I2MJ+dYI4zhODRs2VCtXrFghjF0WTOeIlpmNDJlk4LRy5UrZ2q6mCbE2gpOaaCQ0NFR1U7AkX6Z8+XPmzImLizt16pR6O3Lnzi3jCmHdhQsXZIu/fEpCQoK2D6bMJu7WyAQoICBAHjft/T1w4IDcmiyUK1dOzT9hKTw8XAYzMnWT5SNHjph2p1AqV65s+Sy5VwUKFDh58qQsy/3UxowCAMDtiCUAAAAAAF6lgZEqy9b/RYsWzZ8/X/5UY/fL5uCWLVuuXbvWsm3XNssx/bNMtkSrQmb3wUlKly6dYR3Z+H7ixIlDhw7t379f/ty3b59p5HPvN+NrccKmTZuGDx8ujFGH6g/RrFmzwMBA08pt2rSRscTVq1d37dqlOiVosYR8yHSvZAVhnLvb399fZOTYsWPppkRyT2TKdegOGXepKTe032IZS5QqVSrdXyFTEPkrZLQgc4Jr167lyZNHG15MjYhljXaqHD161HKiCGsnksxjVMEFfW4AALAfsQQAAAAAwGsVKFBggJFsmP75559fe+21mJiYkydPvvXWW1OmTMnUptIdzCdrZJO0KmSTWMLGS5O7KiOciRMnyoQgKipKOE1ERETdunVl1LFmzRq1Zv369SpJshxCSrbLq7kZ1q1bZxpLyLKaGVtRrf/CbqdOnTJdvH79+oIFC+R5IqOszDbr2wixVCwhjFNny1hCzSohMooltLxETd9tRk1RbkOWxy4DAMAZiCUAAAAAAB5Mr9dfMZJt6zZa+UNDQ4cOHSrbdjt16iQXf/nll2+//TYoKEjYzdfXV2SJZYtwWFiYtYecxPYvsvbSDh061LFjRzUKkOLn51ejRo1KlSrVrFmzadOmn3766cyZM4WDtGjRQsYSFy9eVIMpqRGchMV0EcI41YTck5SUFBldDB8+XD7l8OHDwiLAuHz5siqUL1/+0Ucfzej3C9O5sufMmdOvXz81LbkSEhIiY48qVarI+CQyMrJZs2by91rblE6ns/aQtk0VdQQHB6vF1NRUYZ3WH8WyZ4a4h5MTAAC3IJYAAAAAAHgwmS48//zzsjBs2LCvv/7admXZyF66dOkTJ07IFuFjx46ZNkPfO9lKbjmpsmxNtuxkoA2adP78eeFQ9u9DhmQref/+/VUmIfObkSNHPvLIIxUrVjQdT8mxQwM1b978k08+EcbpJWQssXr1amHsJWA5cUJERETDhg1lJqHqrF27Vq03iyW0kZTkERgzZoyw2+nTpwcMGKDyg2LFio0aNUoGIfJdM40ETBOLdLdQqFChdB/S+mSoLg5lypRRi2fPnrW9QVVw1LzrAAC4EbEEAAAAAMCDVahQQRWWLl1qMBhs3KWu5M+fX43mn+5d51mg3agu2+gtI4Hr16/LqMBspTbCj41YYurUqdu2batSpUqXLl2KFCkiHL0PGVq8ePE///wjjCNNLViwoHr16pZ1rl27JhwnMjLS399fvoStW7d27txZzV1hOleEKZlAyFji6tWrR48e3bRpkzBmJ82aNTOtI/c8NDQ0NjZWRlAymAkPD093U3ILMiHQurBIEyZMiI6OVr/lt99+y5cvn9lTEhISbCc9586dS3e9fCPUm67moxYms1WfOXPGxga10MJyZwAA8DiOuQgDAAAAAMAtHnjgATU1wpEjRxYuXGi78pUrV/bs2SOMTdjly5fX1t9LRKH1Hrh06ZLlo1u2bLFcWaxYsYCAAFmQ7f4XLlwQ6fn111+/+eabZ555Rra8Z7iTWdiHDO3YsUMVunXrlm4mER8fv337dlW+9ymvhXGgLfluysKuXbu06Rwsp3dWtPX79+9XsUTTpk3NRuWSGVXFihVV+Zdffkl3O/JVyDhEJhalSpVSI0EJk9f+1FNPpRsDbN68WSun+9qtnYrz5s1T9eUrVbNwy/dODT4m05Hdu3en+ywZLGlDWsm9FQAAeDhiCQAAAACAB8uRI8eTTz6pygMHDlS32KcrISFBtvKrWZT79etn2qtAG98/KSlJZJLWlWHlypWWj3711VeWK2Vzef/+/dWvU8MWmZFN7evXr5cF2apeo0aNDHcyC/uQIS3qiI2NTbfChAkT1MEUxk4AwhFUdweZdshYQq1p3759ujUbN26sej/Id1ylI5YzYwvjG60K7733nuoAYebbb79VU0TIcEvreaPFG7du3Ur3t5u+a+m+9mnTpmnDLmkMBsMHH3ygyo8//ri2Xpv3YvTo0SI9H330keqYIqMXbWQqAAA8F7EEAAAAAMCzvfDCC2oc/8uXL9erV2/AgAGLFy9OTEzUKhw/fnzs2LGVKlWaNWuWMN6V/8orr5huQWuCV8MWZYpsH1eFMWPG7Nq1S1t/5cqV3r17L126NN1nvfvuuzlz5pSF8UamDx09erRv374yRJFlrRXb9k5mbR9sq1mzpirMmTPHsoX9p59+euedd7RF2xMt2K958+byZ1RU1IwZM4TxdamuMJZkqqRyiN9++00FA61bt7as9uyzz6quHpcuXWrTpo3ZQEkrVqx4/fXXVVlGVtp6LQr67rvvzFIH+b68/PLLpp0h0n3tMjrq3r276a+TT5Txg+qHIc/SJ554QntIvmslSpSQhQULFjz11FOmp6708ccff/nll6osT2MBAIDnY24JAAAAAIBnK1y48Lx58yIjI1VT/lQja5Vlc/Yff/xhOoKTMJns4Ysvvti6deuNGzfee++9Hj16CDvIFESGB7IZ+t9//61Vq1aHDh1kO/jhw4eXLFkiG6ybNGlSsGDBP//80+xZMkd5++23X3zxRb1eP2LEiLlz58rUJCwsTD5Rtk2r8YuGDx9uug82djJr+2CbTAhkMiFDjujo6AYNGjz55JN16tSRbfQHDhyYOXPm/v37hbGHwc2bN4VxlCHhCI0aNQoJCYmLizt48KBcbNGihY3K8tHZs2ermULy5ctXu3Ztyzr+/v6yTb99+/by4MiDJvMA+aySJUvmyJHj1KlTP/zwg6rWs2fPgQMHas+Sx1NmRbGxsTIBksezf//+VapUkRmPPBq///671rtCvfZr167lyZPH7PcGBwfLyvK4yexE/jr5lM2bN6uDJndVnp+mQ3LJl/zpp5/26tVLngyTJ0/etGlT3bp1ixYtKn/jvn37tI4jMkExmzwDAAAPRSwBAAAAAPB4srlZtgKPHTv2t99+szHPQdOmTT4mX7EAABAASURBVL/66iutH4Cmc+fOst1ZtRpv2LBB/tSmGchQiRIlZFO1bLlWgx0tMlIPtWnTZs6cOTJdSPeJI0eOLF68+ODBg2XAsNpIe0g2pj///PPvv/++nTuZ5X2wISAg4Lvvvmvbtq2MJS5dumS2M9Jzzz0nm/gffPBBWZZZhXCEwMBAGS8tXrxYLaY7LpPGtHuELFub7VzupAwkZNIgz5DLly+rfhim5Fvw9ddfmw7qJROgcePGPfvss7IsgwGzvjVBQUEytDh+/PjHH38sjK/dLOUSxmGXZNJw9uzZadOmma6XcZTMimQEZVb/4YcfXrdu3aBBgw4dOrTfyPRRGXLIrQ0dOlQAAOAVGMQJAAAAAOANKlSo8Ouvv54+fXrChAndu3evVatW4cKFZdt6sWLFmjRp8vLLL//zzz9r1661zCSEsTVcNoXLdn+1KNudMzVZQo8ePWTjtWz4Dg0NlYu1a9cePXr0+vXr5TZz5Mhh44myMXrv3r1y37p06VKuXLnw8PBmzZq98MILslVaNkNrozbZs5NZ3gcbGjRoIJOPYcOGya0VKFBArSxSpIg8vHLLMuCRLf5qxgvZ1m829FCWqXGcJHk0ZIxko2bFihW1STWszYyt1KhRQyYTn3322aOPPtq4ceOcOXPmyZOnatWq8qBt27bt+++/VzOQm5IZwM6dO3v27CmrqYGkfHx85Dn29NNPHzx4UCYZ2m+cPn265W+UQdGOHTtktZCQEGHs0CNf1+effy6fW61atXR3Uu7Y9u3bP/jgg4ceekiepfJ9lBuRv0UGJCdOnCCTAAB4E53BYBAAAAAAAAC4NyNGjFAzhcydO7dbt24CAACkh0GcAAAAAAAAAACAixBLAAAAAAAAAAAAFyGWAAAAAAAAAAAALkIsAQAAAAAAAAAAXIRYAgAAAAAAAAAAuAixBAAAAAAAAAAAcBGdwWAQAAAAAAAAAAAAzkdvCQAAAAAAAAAA4CLEEgAAAAAAAAAAwEWIJQAAAAAAAAAAgIsQSwAAAAAAAAAAABchlgAAAAAAAAAAAC5CLAEAAAAAAAAAAFyEWAIAAAAAADhGbGzshx9+KAsDBgwoV66cAAAAsEAsAQAAAAAAHMNgMFy9elUWUlJSBAAAQHq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wDsZDAYBAADgWtoViMFIAAAAz6fT6YRDEUsAAOA9+PIPAAAAAAAcy6y14d5TCmIJAAA8ntn1AeEEAABwF3pLAADgrbQ0QvsTn+V8glgCAAAPZvpt354yAACAU+n1elWQVyBaGQAAeKh0gwezfCIL4QSxBAAAnsoye7D8aVkTAADAebQoQm8kAACAx5J5g2nwIMumCYRpOJHZZIJYAgAAj2Q6QoIwGSfBtCDSiygAAACcJzU1VRVkJqGVAQCAJ1Jhg/ZTpRTaYhbSCA2xBAAAnscyk7h8+XJUVJT8/q+uDHx8fNT1gVZBu2Jw5U9tJ9Nd7xCWW3bXi3X2YXTg4bJW5rjd58dNOA5nGsfN7PhYK3PEbB8xDz3T4uPj1QavXbt24cIFLzjTHHt87rczzfSnFxxJ0+NmWXbScfOy882y7PAj5gVH0qlHzAuOD8fNlUfMdDFHjhxBQUFyjWxwsKyT2aPt+/bbbwsAAOCBDCbdI27duhUXF6ddXqgxE9RPl12iuZ72xcP0UDjw+szL6Cy+p5mWs9sVv+uZHhPL9RwfSw4/o0x52RnF/3H24zPcGg86o5KTk7du3SoLVapUyZUrl3AJJ32Ge/F5xWeUbRyfrHHIZzj/x93n/8dZrs/s8eGMyvIRExl1gPDz8/P19bW2SyKTM0zQWwIAAA9mMCGvAORVQp48eYRz2L70MS278afIfG8J7UhmqgwvY//pbVr2iJ9qhznD73NeeYabvkDO8GwlMDBQFcLCwpx3WWLKi89w2+cwZ/h94j48wzm37yuc4R5xtt+8eVNnvP0xNTVVvUwfI3F3V4lMvQRiCQAAPIzh7ukiZEFeHBiMfH19XXZbIgAAgA0hISE5c+YUAADAw0VFRYk7s0aZjuCkho8WmewnoRBLAADgqQx34zYiAAAAAADgWKrBISUlReYQvr6+WhRxL20RxBIAAHgSw91jbqqLAMs5JAAAAAAAAO6damqQLQ8ymdDWKKpRQltpf7sEsQQAAJ7KsreEIb2JwgAAAAAAALJGNThoc0to1CBOWbtFklgCAADPY3o/gmkyIQAA9we9QUQnipgEQ0KKLlkvrtxKW5kn2BDkrwvxF2FBIjRAAAAAAPdO6y0hTPpJaJmEyNLgDcQSAAB4KrNAghGcAOB+EJ1gmLpDzDvoczNeyEwiKVWk6rUHdX4+ItBPBPuL0rkNj9US7coJXx8BAAAAZJnWW0IVtEBCrlFleksAAHDfUZcC2vWBAAB4qTUndX/uFcuO6ZJTrdZJ0YuUJHErSVy9pdt6VpSIEF0qiX41DPlDBQAAAJAFqqkhNTVVhRBaE4SwmP/SfsQSAAB4MNMrAOaWAABvdeWWGLNUt+yYyKzTN8Q3G8X/NuvGdza0Liv8fQUAAACQKVpvCWEcysls5AbTn/bfK0mHXgAAPBJzSwDAfWLxEdHppwwyiSA/kT807V+6wUOqXgyfr3tqdtosFAAAAECmaGGD7UwiU+gtAQCApzKNItSUUwIA4EVknDBzr3h/lS4u2fwhfx9Ru4hoVNxQr6iubB593hw67SkXYgz7Luk2ndFtPiOOXxfqD4Vcv+6UeGyG7rOOhiLhAgAAALCTNmS0GsHJITdHEksAAODxtNsTSCYAwJv8uVeMWabT3/11L9BXNCwhPmynLxCqPvPlw/99+Pv6iKLhuqLhon35tKctOSo+XKU7G3X70X/OiZcX6X7qaQiwbzSnZ599dtu2bSKT/P39169fr8oPPfTQuXPnZOGrr75q0KCB7SdOmTJl4sSJstCuXbt3333X9KHOnTtfuXJFZMbvv/9eqlQpe2o2atRIDUrQt2/f4cOH2648d+7cDz/8UBa6d+/++uuv26h57NixDRs27N27Vx4BufPyV5QuXbpEiRLVqlVr2bJleLitdEg7FKGhodOnTy9QoICwSTs+CxYsyJs3r7DbI488cvr0aVn4/PPPH3jgAfufKN+jmzdvysLPP/9coUIFbf3OnTuHDRtWo0YNWZavvWLFira38+abby5ZskQW5Dsut6mt146z/Vq3bv3+++/bqHDq1KlevXqp8sMPP/zyyy8Lm2bNmvXxxx/bqBAYGJg7d+78+fOXLVu2Tp06kZGR8uQXmfHLL79888031h7NmTOnPE/CwsLk9ps3b96wYUNfX1v/67722murVq2SBVlt4cKFuXLlMqsg350hQ4aIzHvmmWcGDBggCxcvXuzWrZtaKU9vP78M2pS0zxD5P4v8X0YAADyTlklkuW+EJQZxAgDASzC3BAB4k+XHxDsrzTOJYuFiWm/DxB6GO5lEBtqVE3/117/fTgTfaSzdclaMtdgsFBkA7Nu3T9yzs2fPjho1ql+/fhMmTFi3bt3JkydjY2Pj4uLkxmVs8NFHH3Xs2PGll146evRohpuSTzRLaDzItGnTYmJiRLYxb948rbx48eKkpCRxbxITEy9cuLB7924ZYMh3XDa7a4GcQ8ijJzOtAwcO/PXXXyNHjuzSpcv27dutVY6OjpYnmyqnpqbOnj1bAADgIPc4XlO6iCUAAPBs2pUBmQQAeI2YRMP7q3SJKXet7F5Z/P24oVZh4Xfna9yJ62L2PvHhavHsPN0TM8WgP8Wri3QTNhmWHhUXY27/UQgL0vWubvjpYX21greTjLkHxP5LAul66623kpOTxT3YtWvXE088sWLFCm2NTqcrWrRo1apVc+fOrdakpKTIFuQBAwbMnTs3ww1u27Zt/vz5wgPJTOWLL74Q2YNer1+0aJEshIWFCeO+yWTCzufmzJmzdnrke2raN+Xq1auvvvqqjeTgHl27du2FF16QoVe6j8pXJ88rcecFygyGK0MAgKNoAzOYTnIp7q0hgkGcAADwEozgBADeQX65GzFfd+bmf2vkB3y7coZPOwrtk/5qnHhzmVhyxPSTXyunpRb+Prqe1Q0vNTGEB6etr1tU98sj+m4/607fFHFJafNV/N4n4++Q3377bbrrmzVrlpCQIIy3w5ctW1a40HfffVerVi3hNOfOnfv++++HDRsmsmTPnj3PPfecdht+hw4d+vTpU6pUqYCAALXm8uXLP//885w5c1KMPvzwQ9mW/eSTT9rerGzcb9SoUZ48eYSnWbBgQfv27evXry+yqm7dutbOw0yROdCNGzdkYeDAgV999ZVMKWTDfdeuXe15buXKleVTrD168+bNP/74Y+rUqeo9nTBhwpQpU0Qm2RiBSp5OM2fOVDuQmJgoj8ZHH31kWW3hwoXypzxJ2rRp8/vvv1+8eHHTpk2NGzc2rSP/39myZYvlc7WxpFq0aJHuxgEA9zlnDBlNbwkAALwEc0sAgHfYc1GsPnHX53mj4uKzTv9lEj9uE22m6O7OJMwl68X0Xbq2P/hM3HL7JracgWLhE4aOFdKe9c+5tGAD6ZJZy6FDh0TmXbt27ZVXXlGZRO7cuT///PO33367QoUKWiYh5c+f/6WXXvrpp58iIiLUmsmTJx8+fNj2lmNjY23PmpCdvfvuu3Fx7j/bVKu91KRJk5o1a8o9Mb1iAAAQAElEQVTCvn37jh07Ju5Zrly5Bg8e/Oyzz6pFudlTp04Jx5HnT79+/bQ5IVatWiWjLLM68jeqk1amOJGRkWqlPX1xAACwhzOaGoglAADwEswtAQDeYfruuxbzh4pPOxqCjB3dUw1i/AbdB6t10Ql2bUpmD5+s8xm3VhdnHJdIbuTD9vqWZdKmmiDHtlS+fHlhHO3nnXfeUePhZMqECRPU/fiynXrKlCk2ZpAuV67cpEmT1IzE8m/3m2++ae3XqV0SxumF7R90KJtQ8yFfuXLlyy+/FG4VHR2tZn0oWrRosWLFWrZsqdbPmjVLOEjv3r0DAwNV+fjx48LR+vTpkyNHDlXeuHGj2aPaTBKNGzeuXbu2Gi5s7dq1lgEGAABZ4IymBmIJAAC8BJkEAHiBy7Hiz713RQZD6usLhN4ubzkjvt2czoTVAb5pkUOQv/D3NX9IVp60VUzY7KP+SoQGiEkPGvaNMOQJEVC0GwBHjx7t65t2BE+cODF58uTMbCNtdCYtNhg1alThwoVt15eN46+//roqnzp1atOmTelWi4yMbN68uSp/9tln165dE9mb6d2U3bt3V4V58+Zt3bpVuM/8+fNV8NOuXTv5s23btj4+aY0hCxcujI+PF44gN1iiRAlVVumUYwUFBVWsWFGVL126a3IY+dKWLFkiCzIXkWeLfAvatGkjjFeGdJgAADgEvSUAAIBVjOAEAF7gjz13Lfr7iM6VbpdlYvHCAl3q3aFEiQjxUXvDn/0MSwcZFg0w/NHXMLaNoXgu878Ik/8RPzprIl7vIZt9+/fvr8pTp07N1FBOK1asUA3fRYsW1UbRsU22IDdo0ECVly5daq2aTC/UJMbR0dGeNZSTfIFquCTh7qGc/v77b1VQ7fXh4eGNGjWShYSEBNWgf++Sk5PPnz+vyjJzEk6gdalR/Ww069atu3kzbS6apk2byvRCFtq3b68ekoGQXq8XAADcG3pLAAAAq5hbAgC8wMYzdy32rSnyhNz+bJ+513D1lvmjywcZelYTVQqIImGieC5RvWDayoUDUvvVvKtmcqrh+606s6dDMf2m/eSTT5YqVUoYh3J6++237R/Kadu2barQrFkz+/8ca6MJrVmzRs0ibrlvsg165MiRanHDhg3Lli0T2ZhZs8Vbb72lhja6cuWKmlTZ9WS8dOLECWGcuVq9uVKnTp1UwVH9CX755Zdbt27/D1amTBnhaDL2OHr0qCqbzTO/YMECVejQoYMqyFequm5cvnxZnjMCAIB7Q28JAABgFXNLAIAXOB9913e0QXX/u9N5zcm7HnqwihjbxuCT3pfEYH/du20Mwx+464+CzCSGzCO9zoCfn59MI9QIPydPnvzxxx/teZb8+6vFEtWrVxd2a968ufpdiYmJR44csVZNNjdrM1V8/PHH6tZ4j1C4cOGnn35alWfNmrVz507hcvPnz1cFrQ+BMKZHoaFpg6MdPHjwXia+lm/c3r1733nnne+//16t6dy5c968eYWjjR8/XutuUqlSJW399evX1bQZMr5SXUCUbt26qQLjOAEA7p0zmhr8BAAA8ApkEgDgBa7E/vdhnjtERIT8FyQcuvxftbAg8Xzj2zWTU8VXG8XpG6JOUZlVGHIG3n7K843FzvOGtaf+28LO82LzGdGwuHC9559/XjjCkCFD7Kn2+eef25hx2raKFSs++uijP//8syzLWKJly5YZ3vx+9epVra9DpgbwkU3J+fPnv3jxoixHRUXZqDl69OhHHnkkNjY2Ojr6k08+8aDRnPr27btixYr9+/fLsox8ZsyYoQYaspPMe7ShrmyoWrXqlClTLNenpKQsWrRIGAMnrTOBtjhz5kxZ/uOPP0aNGmVj4wcOHHjmmWcst/zvv/+azSldv379V199VTiOTB3kEZCJzq5du9Sadu3amR5A+erUFaB8OWpmFEUufv311/KhDRs2yJ10RlKS5f/FAAAexxm9JYglAADwEozgBACe7tQNQ2Lqfx/mYYHC987S6RuGW8n/PZQvROTPebv8wzYxYXPaQwsOi1926L7srK9a8HbNse1El6ki2mRwoMVH3BNLeJbBgwevXLny3LlzqampsiX9p59+Mm3wtZSYmKiVc+bMKTJDa2KWeYONanny5HnhhRfGjh0ry8uXL2/fvn3Tpk2FJ5DXJ/IY9unTR7bjywDm22+/ffHFF4WrrFmzRmY5wtiGrqbo0HTu3FnFEkuWLJHHNjg42NpGYmJiduzYIWySOcfTTz/92GOPZe16TGYPZsmHTBTOnj1rFnvIdOHll182XTNv3jxVMA1dpNy5czdp0mTdunVyO7Nnz5antAAAIKucMWQ0sQQAAF6CuSUAwNNdjLlrMS2TuPO5fj3+rocC/UTgnXZy0w//kzdE3xk+sx81lM2Ttlg0TPSvJb7Z9N8T15yUlT24d1358uXV2Du2hYeHi3vg7+//zjvvDBo0SJaPHDkyderUgQMH2qivBmLKmvj422+t7eRDGJvRFy1apEaLev/992WTemYjEHcpXry4bLKXgYQwdk1o165d1apV7XyufLvlm55htZIlS6a7Xpt3wXQEJ6VixYolSpQ4ffp0QkLCwoULH3roIZF58q3v0aNH3bp1a9eubTYTdabcvHkzw+SjYMGCn3/+uembvn//frn/wvjyK1SoYFa/U6dOMpYQxnGcnnzyyXs5SwEA9zl6SwAAAKuYWwIAPJ2Nr3y57h72JtWgS9UbfI3NjI/XNkQl6L7bcvuhW0nis3Xif91vLzYvrf9ui0/KnSkqztwU/0aLwmHCxb766qsMh+KZMmXKxIkTbdcZOXJkrVq1hPPJdvO+fftOnz5d7VizZs1sDOWUP39+rXz27FnTRduSkpIuXbqkygUKFMiw/ptvvin3KjY29saNG5988sm7774rXOjnn3/evHmzKmtHY/z48WbVatSooQryTTddX6dOHVWYMGGC6XoZDxw6dEhYIR9VeUYWXL9+fePGjcKYbURGRlpW6N69u9r/WbNm2Ygl5KmrvZbk5GSZBOzevXvOnDlHjx7V6/XHjx/v1avXvWQStskTo379+o0bN37ggQfU/OEaLXTp0qWL5RObNm0qX7g8W65duybzCXkOC4fasGGDn18GbUrPPvusNu0KAMBz0VsCAABYRSYBAJ7OV2f4r3+EDBiShV7GCcZ76Evl1gX5iYSU2w/diDfciBd5c6SVA/3Ey5GG+sV0T89Jm2dCWn5MF51gCDMmGUXCdP6+IuW/mbPFwcu6wmH8ycjY0KFD165de+7cuZSUFNtDOcnG2dy5c8tGcFk+deqU1v6eIVlZK9sTZsgW6ueee+7DDz8UxqGH2rRpY20opwMHDjzxxBPpPiSbpz/++GOReQ8++OC+ffvUmEiOIq9ezpw5I5xj/vz56upI7rPtiRBktCBfmj19OPz9/csade7cefjw4Tt37ty1a9eAAQO+//57e3p1WNO6devMzhciT0t5Dqjy10Y2Ks+dO9fhsQQA4P7hjN4SdOIDAMBLMIITAHi6cnnuWrwef1ecUMmk1fpyrJix566P/UbFDUXu9IHQG8SRq7eDh5wmE1Qo/8aQSdhFDeWkykeOHPn1119tVK5WrZoqZKqRXascERFRuHBhe57SvXv3unXrqrJsyI6JiRGuEhoaKtvihUMFBQXFxcUJ55CxhP2VZcO9yIzAwMBx48YVLFhQluVLeP75569cuSJcaOXKlfZHRBs3brxw4YIAACBLnHETJLEEAABegrklAMDThQfrwk0Ga0pKEZtMmrhblbnrC+EXG8TXm0Tinf4Tp26IK7dMNhV0+y+C3uJr5K0kATtVrVq1V69eqjxx4kQbkUPr1q1VYdmyZbdu3RL2+euvv1ShQ4cO9v8Rf/PNN9X8zDdu3Pjiiy+ECzVp0qREiRLCQWTOkSNHDuEc+/btU/MuyOSjtnXalAxLly7NbEASHh7+9ttvq7J8L8aMGePKrquLFi1ShdKlS9t4gdpcFNrJBgBAZjG3BAAAsIq5JQDACxQK00Ul/Pdh/s0mXeuyBh/jN8F+tQy/79Gdi7r9kPzI/3K9bup20aK0uJVsWHZUp7/zvDwhouydjhexSbrUu/845HNWO7B3Gjp06Jo1ay5evKiGcuratatab/b9PDIyMjAwMDEx8dq1a99///3IkSMz3LIMMLZsuT0liJZq2KNAgQLPP//8uHHjhHF2AcvJnKXKlStrG3cgHx+f3r17f/zxxw655AgLC0tKclZKpnWVkJHPa6+9Zq2afMvatm2bkJAgC/Jg9uzZU2RGrVq1ZHA1Y8YMWd65c+cff/yh5VhOdf369U2bbs9l/8033+TJk8dazUmTJk2ePFkW5s2b99RTTzHxNQAgC5xxEyR/kAAA8BJkEgDgBUrmuuvDfP+ltH9KWKDuu+76IP+76t+IF7P3iyVH/sskpIF1hfbN8VLMXSNBSQVzCtgvKCjorbfeUuX9+/fPmjVLlc3+7MpqgwYNUmXZNr1nzx7bm71586bW0aFmzZpVqlQRmfHggw9qM1iMHTvWeY37lkqUKGF7ngY7xcTEyOTg2LFjwglkxiBTH1VON7bRyDCpVatWqjxnzhyRecOGDStVqpQqf/fdd1evXhXO99dff6kzsF69ejYyCalbt26qIAOz1atXCwAAMo+5JQAAgFWM4AQAXqBrZfM1pnNIVMqv+6qLwXauULWAeLjqfy3mO/69PQ+24ueTVgGZUrt27YceekiVjxw5Yq3aY489Vrly2vsn24uHDh06depUvV6fbs0NGzb06dNHNhML40BG2gwWmfLGG2/IJnVZuHz5clRUlHChrl27pqaminsgD9Hp06flz+PHjwsnkO3vat6F/Pnzy9THduUuXbqogtyZDPMkSwEBAfK9UOW4uLjx48cL59Nmwmjbtq3tmvIIaJORZHb+DAAAFOaWAAAAVjG3BAB4gTZlDSUi7vow/32P2Hr2v6+CrcqIP/sZGpcwhAaYPzdnoGhfXsx+1JD3zjBNt5LExK13ba1awbumr4Cdhg0bpiY3tsHHx+eTTz4pU6aMLCcnJ0+YMGHw4MGLFi06d+6cqnDz5s01a9aMGTNm5MiR169fVytli3aGW05X4cKFn332WeEOMkq5xz4BMipISUkRTrNgwQJV6NixY4aVa9WqVahQIVXOWsN91apVO3TooMpLly7dtWuXcKbdu3er+atlImLP8F+dOnVShS1btjDxNQAgC5hbAgAAWMXcEgDgBXx0Ykh9/etL/vvuJz/aX17kM+dRQ+6Q22sK5RQ/9RTno/T/nNNtOau7GW/IGaSrU8TQpIQoHCZ8Te49+2C17lLsXdtvUVovPNnnn38u28TtqSlbih3Yah8SEvL2228PGTLEdrW8efPKNGL48OGHDh2Si3uNZCF37tzh4eEnT540rSxfyKhRo1q0aCGyqlevXitXrnRII7jc7V9//dVGhZw5c3788cfaYmxsbJYnCIhDGAAAEABJREFUrI6IiHj88cdl4YcffsiwsjySzzzzjLDPq6++WrJkycuXL2vzamg9IWzr2rXr999/L4yhwgsvvKBNE20/+abLzElNmv3BBx9Mnz7dz89Z7S1a6BIZGSnPzAzrt2rVaty4cQkJCcI4UNXQoUMFAACZ4YybIIklAADwEmQSAOAd2pUXH69NmzRCcy5K9Jyu+76HQZvI2lcniufSFc8lHro9XpP5n4BUvZixR8zed9dK+XWyXXlZ04O71tkYQ8lMcHCwcKhatWp169Zt3rx5tqvlypXr22+//fTTT5csWaIN4nTdSKsTFBTUunVr2douYwxxb956663evXsnJiaKe5PhHA8yWTFbc+bMmQoVKmRhCuUePXqoqThWrVplFtVYkvnHjh07hH1u3bolTCa7rlixYtGiRe15YufOnVUskZycvHDhwixMWy2zlqeeekqN4HT69Olp06ap6MXh5HstTy1VznAEJyUwMLBdu3bq1J07d+7gwYOdF5kAALwSc0sAAACrGMEJALxDeJCY2tPg73vXylM3xKMzdLv+FXo7Mui4JPHNZt2YZbqku8f/f6KuKJuHPxZZN2LEiHz58mVYLTQ09O2335atwP369atUqVLBggVlK3yOHDlq1Kghg40333xTNiuPGTPm3jMJYRzKKcM+HE4SFxd35coVkUnly5dXUx3IlnF5lLKQamTor7/+UgU7W+2FcQKGBg0aqPLMmTNFlsgwo2TJkqo8ZcoUJ819vWLFCtXvIWfOnE2aNLHzWTJ3UYWoqCgmvgYAZJYzboJktAcAADyJ+sMtf+qNUlNTU4xu3LgRHx8fHBxcokQJAQDwfB+v1X2/xXxlgK+oX0y82sxQOX/6z0pKNczdr5v4j+7kdfOHSkToFjyuD/YXgKPI9vGxY8fKixA768soYtSoUVmbSwMAALiLmpooJiZGtkUEGPn7+8uffnf4GOnusGebdNwDAMBLMLcEAHiT4Y31F2J0fx/UmX60J6WK9afEpjO6WoV1tYsYiocbIoLTvvglphguxYoDl8U/53wuxqSztbAg8W5rMgk4WFBQUI8ePeyZIkJp164dmQQAAB6HuSUAAIBVZBIA4E0C/XTj2ouYBMPak7rUuz/gU/Vi2znDtnPCZJYIW18U/X3EB20NTUoKwOHq1q27fv16e+b8iIiIkLGEAAAAnoa5JQAAgFXMLQEAXibAV0x8ULzR0uBzDx/w4UFi8kOGduUF4CS9e/e2ZwrlRx55hJmWAQDwRM64CZJYAgAAL+GMbpUAAPeSgUT/2mJef0PbcmkpRWY1Ly1+fUTfpKTw4e8DnKZgwYItW7a0Xad69eo1atQQAADAA9FbAgAAWMXcEgDgrSrnF//rbpj7mKFhMUOQX8YZg5+PKBqum/yQmPKQoXIBEgk4Xfv27SMiIqw9GhgY+MgjjwgAAOCZnNHUQA9KAAC8BJkEAHi3CvnEr73E+WjDsWti1wXd7n/F8ety8b8K+XLoKuRLm0OidmF95fw6JriGywQFBcng4fvvv0/3URla5M6dWwAAAM/kjN4SxBIAAHgJRnACAK8nP+mLhqf9a176vyg6OlGkpBrCgnR+PtpK/iLA1WrUqFG9evU9e/aYrS9QoECrVq0EAADwWM4YMppBnAAA8BLMLQEA96ewQJE7RGYSAnCvdCe17tOnDzNdAwDg0ZhbAgAAWMXcEgAAwI1y587drl070zV16tQpX768AAAAnswZTQ3EEgAAeAkyCQAA4F4ylihQoIAqBwYG9ujRQwAAAA9HbwkAAGAVIzgBAAD38vPz69mzpyp36dKFma4BAPACzrgJkhEeAQDwEswtAQAA3K5y5crVq1ePiopq3ry5AAAAns8ZTQ3EEgAAeAnmlgAAANnBI488ImMJHx+GZwAAwBs44yZIYgkAALwEmQQAAMgOchsJAADgFegtAQAArGIEJwCAoxB1A8hWuNAFADeitwQAALCKuSUAAFlDCAEgm0v3Y4pLXwBwDXpLAAAAq5hbAgBgv3T/ZPB3BEA2Z9o0pn1kkU8AgFPRWwIAAFhFWxIAwE6mfzKsla3VBwDXyLAJTKugPqMIJwDASegtAQAArOKbGAAgQ+mGEKpg+hMA3M7s40hd62p37GodhU3DCa6HAcAZ6C0BAACs4psYAMA2y0zCYGRWEIQTALIZLYpQP1UmYVoQAACnobcEAACwirklAAB2UiHE8t0XF24/b7ZemAyHwp8VAG5nFjzUKp27b9PiKpAwqya4TQcAnIPeEgAAwCoajwAANpgO2aScuBSzev9lAQCew89Xl9q4iGwd8/Hx0d2hHiKZAAAnccbnqo8AAABegS9gAIAMGe4mAMCjpBrp9Xr10/SjjM80AHASZ3zA0lsCAAAvwa1hAABrzL5MWmYShfOE8EcEQLZ16Xpciv72p5YMJOQnmI/P7RttZcFs7msAgGMxtwQAALCKQcABALaZzm6t7jLWHpr4XIvgQL4eAsim+n2y7OL1OFVWsYT2CaZdA2utZtysAwCOxdwSAADAKjIJAECGGMQJgEeTkWpKSoqfX1pzlppYQq5RBfpMAICT0FsCAABYxXcwAECGTDtMEEsA8Djygys1NVUWZDKhTXmtfaBxPQwAzkBvCQAAYBXd1QEANmjNdukO4gQAHkFNdi2MCYSPj49cVHNLcCUMAM5DbwkAAGAVc0sAANKV7nzX9JYA4IlUbwk1dpMqmH6g0WcCAJzBGdGvjwAAAF6B1iUAQIa0PxbEEgA8kersJQMJ1eXLMpMAADicM+JeYgkAALwE94UBAOxBVwkAHk0FEqaxhGUdPuIAwIGc8aHKIE4AAHgJRtQFANhm2lVCAIAH0t9hNl8OH2sA4Dz0lgAAAFYxtwQAwH604gHwUKQRAOBi9JYAAABW8a0MAGAP/l4A8Fxmk0kQTgCAC9BbAgAAWMUITgCADNF4B8Cjaf2D+TQDAJehtwQAALCKuSUAAPajRQ+AJyKTAADXo7cEAACwirklAAAA4PW44gUAF6O3BAAAsIpvaAAAAPBudA4GANejtwQAALCKL2kAAAAAAMCx6C0BAACsYm4JAAAAAADgWPSWAAAAVjG3BAAAAAAAcCx6SwAAAKvIJAAAAAAAgGPRWwIAAFjFCE4AAAAAAMCx6C0BAACsYm4JAAAAAADgWPSWAAAAVjG3BAAAAAAAcCx6SwAAAKvIJAAAAAAAgGPRWwIAAFjFCE4AAAAAAMCx6C0BAACsYm4JAAAAAADgWPSWAAAAVjG3BAAAAAAAcCx6SwAAAKvIJAAAAAAAgGPRWwIAAFjFCE4AAAAAAMCx6C0BAACsYm4JAAAAAADgWPSWAAAAVjG3BAAAAAAAcCx6SwAAAKvIJAAAAAAAgGPRWwIAAFjFCE4AAAAAAMCx6C0BAACsYm4JAAAAAADgWPSWAAAAVjG3BAAAAAAAcCx6SwAAAKvIJAAAAAAAgGPRWwIAAFjFCE4AAAAAAMCxnHETJLEEAABegrklAABwsZSkRL8jMxJirifEx6empgoAAACv44ymBgZxAgDASzC3BAAALpOSknJg1z++h3+tn/T39dSCCwy9A4JD8+UvWKJsxSLFS/v58V0bAAB4CWfcBMmlEgAAXoJMAgAAF4i7FXv88P7D+3emxsf09F2lDytWKOZMnTwx5wJKXbl88fiRAz4+PnnzF8pbsIhMKSLy5g8Lj/D19RUAAACeid4SAADAKkZwAgDAqeLj4w7v27lj89rAoOAqNerUN6z0PeYf33le8LL+NWNmVnhwqCE4X1Ji4ukTR08dO3ji8L7D+3YkJyUFBAaWKF2+bKXqEbnz+gcEOqojRauHnzp19t90H8oTEV64YL4C+fIWzJ+3bMliXds1Dw8LTbfmlWs3GnZ8VFgXmiM4d0R4RHh4kYL5q1cp36xRnfKlSwj79B82esM/u7TFru2affHuK7afMvbz73+a8Zew26MPd37n5WduxcVXb/GwyLw2kQ2/+2SMtUcXLF/3/OiPtMUqFcr89fNXwqa+z7y2ZcdebXHqV+81aVAr3ZoTf/5z3Lc/qvKrzz4xuH9W9h8AANegtwQAALCKuSUAAHCS2Jjo3f9sOH3iiH9AQPP23QsVLREafdB/0dSEFt+L4LwJ7X8Pnt0icMNrCa2nyBCiXKWq8p/MJ+Ljbt2KjT57+vj50yePHZouH8oRGpY3X8HSFaoUKV5KOM21G1Hy396Dx9Tih19NHvL4I88/2VdkXuytePnvzLmLu/cfXrhi3bivf3iy34MvPfO4n18G/T/O/XvJNJOQlqzaeO1mdJ5cYcJDtGraICxnjuiYW2px/+HjJ8+cL1W8iLX6MuPZunOftlggX55GdWukWzMmNm7iL38KAAA8BL0lAACAVcwtAQCAw+luHvfZM+n68UMFEhNLh4YWLVHG7/y34rzwvXFIGPT+x/7wOzlPVfQ9tzJg42ih81FPDBAiVIh8QpSUDfilRXyBmMsX/70VHSOiRfxxcS4ouGjJ0gGBwfoC9VJKddae5QyJScnjJ027fjPq7ZeeEfdGXmlM+nXWuQuXxo991dfX1j7P/Hup5W7MWbDiyX49hIcICgxo3azR7PnLtTULlq8bNrC3tfpLVm80vRLr1LppuocoPiFx2Osf3JBnAgAAHoLeEgAAwCoyCQAAHE4Xczro2LRKfkEi1E8k3xLHthj8c+gMqSI53hAQ6nNhfVolg16XHCf/63/oZ+HjKysIk7/JPim3DPpUfyHC/IMNof7/PXDuoC4pVhz+RaQmppR9WDi5y+MvM+eXLl60/yNdxD1btGJ9s4Z1enZta62CXq+fs2il5fpZ85d5UCwhdW4VaRpLzF+6xkYssWz1JtPFjq2aWtaJvRX/9Mvvbt6+RwAA4DnoLQEAAKxiBCcAAJwkseE7wicwYNNo4RuUUq5nav66getG3Oq9Uz7kE3UscMNrvjcOGYLzGvxDfeIuJzV8N6VMd/VEv8PTA/95N6lCf/8zi/RhpRNaTRE+xq/hhtTADa/7nVmYVHlQ4MbXfaJPJtV5Jcu7ly9PxJdjzZ++c9+hn//4+/LV69qacd/80Lh+zbIli1nbzgP1ag59opfl+mOnzv4846/jp89pa6bNWWgjlli3eef5C5ct1x85cXrrrn31a1YV9vlo9PBiRQraqJA/bx6R1q0hcNqED80eSkxMHvjCm9pineqVRg7pb1YnV3gGI0o1aVArT0T4tRtRavHoyTPyJaQ7u8aNqBjTQavkbteqVtGsjnzu0FffP3nmvAAAwKPQWwIAAFjF3BIAADiJ77/rfU8vS2w5Uf6tDVo7wifmtFypS03yPzTVf/9kfZ5q8Z3n+R2doUuOTc5VPnDzm/qAMH2xln4n/w7cNDq55vPJNV9Irj4saMWgoCV9ElpMFP4h/nu+9T35d8ID41JKdpJbCtjzjcE/OLnK08I3QGReYGBAwzrVzVbKNQ93bjNwxJsHjpxQaxISk6Wm4o4AABAASURBVL6b+senb71obTsRucIst6M21a5549Y9n4q9Fa/W7D1wND4hMTgoMN3tzF28Qivnz5v7yrUbWp/OWX8vtz+WqFKxbOXypTOs5uvrY7nbt+LiTRfDwnKm+9Iy3HLnNs2m/vHfLNyLV25IN5ZYtuauEZy6t29h+uips/9Om7Vg+uyF8i0QAAB4Gmc0NThx/EoAAOBKzC0BAICT+J34W+cf6L/n64DdX+mD8vieWqRLjs/xe23/vf9LjByf0GqyPryM0KfqDKkplQYkVRscvOzxgI2vB64amlxrZFLVZ0RKgswbElpO0iXFhvzdWeYWcjtJkV+kFm+r0ycnVx2SVOvlgG0f++/7nzDohePkyxMx/r3XTKennrtolWn/iUxtqmrFcqZr/r14Jd2a0TG3lqzaqC3KaKRlk/ra4vzla7VJpD2C2VhMC5evS7fa0jWbTRd7dGhluvj482/88NtcLZMIzREsAADwHM5oaqC3BAAAXoJMAgAAh9P53PnWnBDlm/DPfw8YUkVqqs4vOHDDq7fXJEXphCHkwmahTxFp80z8Kp/td+gXv7TCHamJuoRrfoeny+0GbB4ToN0paHxKwI7PDcEFU8r3Eo5TukQR2USuTUAtrxa27tzXuU2kuGfh4TnTXT9n0YrEpGRtsVuHFkdPnFmxbotaTEhInLdk1WMPdxYeom7NysWKFDx7/qJaPHryzKFjpyqWLWlaJ/ZW/LrN27XF6lXKlyhWyNoGK5cv/dk7L3XoM/S/VfR2BQBkb8wtAQAArGIEJwAAHC41T9WkBu/s3bEp9VbaZAmpBt+8xSpE7F+TdF6NjHRXj4HwYr7+BXxjchQXAfkCirUIyF3OJylKu2/g1q3YPdtuz4qcYAiqXuWB3Hnzmz7doPPRF6gnHK1Jg1paLCHt2ncoC7HE+YuXd+0/rC3mzZ0rb0R4ujXnLPxvBKd6NaqULVmsRJFCucPDrkdFq5V//r3Mg2IJqUubZhN+mqEtLlm1wSyWWLZmU0pKqraY7mTXyqMPdx41/MmUlJS71nJnCQAge2NuCQAAYBVzSwAA4HhBuZOrDDy0x5CnZLi/v/+FCxcScpULSj2UfPO4Zd2cBcX18Grbqr4ty2XyFCieK7fpowk3b+zeHKctVi7dNeXuWMJJKpYrZbp46twFkRlXr93YvvfgB+MnJyQkaiu7tmuebuW9B4/Jf9pitw5pUyz4+/v16NRqyvQ5auW+Q8d27z9So0p54SE6tYk0jSUWrVg//Kl+phWWr/1vBCd5Mda5tXnqE+Dn92Dn1oP69FB5hnksAQBA9kZvCQAAYBVzSwAA4Dwyk5A/AwLSpqTO3ay1zn+rzscnueaIlIgqvmdX+R2aZvALCgxO0KZNCPAx/wIfliuifffe2zauvhUbU65StVy58wqXyJUz1HQx1vrUDvOXrZX/REZyhoYMfaJ3ug+ZdpUICQnS+g306tZeiyWkWfOX2RNLdHnsORuP7ln1Z44QV0zSILOEKhXK7D98O4g6evLMwSMnKt2Zizs+IXH1xv9G92pct0ahAubv7MzJn+cKDxUAAHgmZ9wEyZTXAAB4CTIJAABcwzd//uDSZf2bDAq79GOo38nwa9P9O4wKrlzHP0iX98b2YhcW6fQpwf5Blk8sUrxk+So18hcsXO+B5j4+Lvo+HhISYroYHRsr7oEMGz56Y0REehNLJCQm/b1ktbbYNrJReNjttvgyJYvWqlZRe+ivpavj4hKE5+jU+q5xmRav2qCVV6zbos1lLXVsnc4ITmQSAACP5ozeEsQSAAB4CUZwAgDAeWJjY+Pi4hITbw9kZBC+ifXfTCncPGDbBykV+iZXG6LW++kTqx/5sv7lOWFBQSJ7MLtAMJ2POlOCggKb1K81+4cv27d4IN0Ky9Zs0iaQkLq1b2H6aI+OrbRyTGzcguUZd8vIPrq2u+u1/L1sjVY2HcEpMMC/fYsmAgAA7+KMmyCJJQAA8BLMLQEAgJP4+vmdPXv2woWL8fEJQcG3Ox/4Xt7me351aqFGfkd+9zs2W65JKdMjod20+C5/hTQebe2PcmJCnHCtW7fu+o2hOUJE5g1+7OF9q2dN/fq9cqWKWaszZ9F/IzgVKZS/SYNapo92adNMttpri3/OXyY8R6ECeRvUrqYtnj57Yd+htCk04hMSV67fqq1v3rgeHSMAAN6HuSUAAIBVzC0BAICTdOn5+F3LR2fq4s4HLeyVVOXJ5LqvBez4LHDja8LHL6nq06lFIm1tKOZctVPv6eOu++2PSqkyULjEpavXTRfDc1ptN+/cJvLLsa9cvX7z0pVr8xav+uG3udpDE3/58+qNmx+89py/f/rNCPIpazft0BbPX7hcrlEXYd223QcOHTulpoC25u9fvq58ZwoHt+vYuumWHXu1xcUrN1StWHbdlh234uJN6wgAALwOc0sAAACryCQAAHAZXXKc8PHxiTocuHKQ7uYB4R8ikm9l+Cyf5OjQ6L1hKed9Lm8TrnLi9DnTxZLFi9ioLBsd8uWJkA3uo0c8Nf69V00fmj1/+bOvf2DtemPm38syeykyy6M6THRu3czPz1dbXLhynTCOW6WtCQkJah3ZUAAA4HWYWwIAAFjFCE4AALiSTuj0+evqCzXVF3zAoE8R2dWhY6dMF02nnratc5vIxx/parpmxbotE36aYVlTBhJzF60UmTR34cosT3ThernCQ5s1qqstnj57Yceeg/KAaGvat2wSFBggAADwOswtAQAArGJuCQAAXCcwV2pIAZ/oMymlu/hc3GoIjNDnKpfhk/QhBU/kfeRgaJeUSv2FS8TFJ5rO4iDbzZs2qG3/018Z9kTZkndNJvHV5OnHT50zq7Zp256TZ86LTLoeFb1o5XrhOTq1vmuErvfHT4qKjtUWu7SOFAAAeCPmlgAAAFYxtwQAAK7hk3hTH5QvvuPM4L87B89pq0u4Fv/g6oBNozJ8Ymyy35prZfLmL1iyoCtG+9Hr9R99NfnqtRvamh4dW+XNncv+LcgY45O3Xnz4yZGpqXq1JiUldcy4b6b/7yPTarMXLtfK8oJk04Jf8uWJSHeDp87+2+rhp/574vzl3du3EB6idWSDkJCguLgEtbhr32HtoTwR4Q/UryUAAPBGzC0BAACsIpMAAMA1dPqktP8E5jLkriIzCX3O4obAcHueuHLRXPmtvnqdRgnx8cKZomNuLVi+rscTL0ybvdB0/eO9uolMql653DOPP2K6ZsuOvbP+Xm76u5as3qgtNqxTzVomIZUsVrha5f+6lWz4Z9eJ05nuZuEuOUKC21iZPaJzm2a+vjSwAAC8E3NLAAAAqxjBCQAAl9GJlIDtH/tcWJ/Y6D2d0AeuGqJLzSBp0Ov11y9fqJbLv9CueX9P/TruVqxwkHP/XirToJPpv1qtH3l+9Ef7Dh0zrTZi8KPlShUTmffswD5l737iR99M0cYvmr98rdaBQGrTrJHtrXVs0cR0cebfS4Xn6NiyafrrWzUVAAB4KeaWAAAAVjG3BAAALqOLPu2/938p5fsYQgon1XrR5+ZRnyu7bD/Fx8enQ45bjeeNjpjxRr/9U4Pio4QLDejV9blBfUSWBPj7fTzmBdPLjOs3oz/731RVnrNwhWnlDBvoO7dtZroon56cnH0nDDfTrHHdPBHmPWOKFSlYt2ZlAQCAl6K3BAAAsIq5JQAAcB2D3uAX6HNtv//+SX5H/hA6X2H7r7DBkGPme9W2/Bjd+92DI/8OrtyowLutAjfNEs5XqniRKV+8M2bk0+Ie1KhSYVDf7qZrps1euOfA0eOnzu3Yc1BbWbdGZRsjOCmFC+arV6OKtnjl2o3l67YID+Hv79eueWOzlV3aNBMAAHgvZzQ1MOU1AABegkwCAAAX0vkYUhNqjdAXaqyLuxw8r4PO19+sRsqcBak796pyROKGHOfXXfRpn7zxZlj4zqshjXNcORj+zaDERROvFu59e4s5Qvwf6yUcJCQkqH6tau2aN3qwY2s/P19xz0YMfmz52i2nzv6rrRkz7psGtauZ1mmd0QhOSvtWTf7ZvV9b/HP+sg4tHxAeomPryOlzFpmu6dQmUgAA4L2c0VuC2yoBAPAk6g+3/Kk3Sk1NTTG6ceNGQkJCYGBgyZIlBQAAJiz/dkjJyck/rT7905pzqs78tzsFB3LXmr0C9nzrd3RGcpmH/fdOSK34qN+R31LK9/a5vCulcJPkWi9o1RLfeD/5h+mqnL/qtYAcqee25DfdTr5KN0LyJJzZWNCgN37bzxMRune9AGCh3yfLLl6Pk4UGpUJGtCkYEBDg7++vfvrd4evr6+PjozMSzLsGAI7z77//yg/VmJgYeT0ZYKQ+hLVPYB8j3R32bJNBnAAA8BLMLQEAgMsYhF9S9Wf1Bev77f1eH5Q7sdZLBh/zXCfgxaEh6xedyhd01BB9Izk1UaQeM8SY/otKTUkRhuOq3Cky5PfJAgAAIJtxRlMDt8MAAOAlmFsCAADX0Qmf2HO+l3cagvP5RJ3yubDJskry+InJfy8udjMpVReaI1UfIBKL63KkCr321zpIJPuKlMK6YL1OF7B1b8Kr74TM/00AAABkJ864CZJYAgAAL0EmAQCAy/jcOh/yd5eU4u2S6o3yO/hz8NrnDEKXWrChaR1Dql6kpPrlipBfvH2DU3x89YH58v336I2bvim+8it+sPCTzxVXbuiv3BAAAADZDL0lAACAVYzgBACA0yXH+55f5XPjsEiOM/iL1AJ1fS5u1keU1+co4nP9oO7mEd9TC1OKttL5Bcq6gWNfl/9uP+/GxdirZ3KUq2+6Mf3FYzGXT+Wo3loAAABkV/SWAAAAVjG3BAAAzqa7dS5o5dO3y8lxgetfNn3U/+R8+S+u+zJD7opmT9RHFJT/zFamFiwr/wkAAIBszBlNDUx5DQCAl2BuCQAAnC7jr+U6nX8OAQAA4C2c0dRAbwkAALwEmQQAAM5mCC97a+BZAQAAcN+gtwQAALCKEZwAAAAAAIBj0VsCAABYxdwSAAAAAADAsegtAQAArGJuCQAAAAAA4Fj0lgAAAFaRSQAAAAAAAMeitwQAALCKEZwAAAAAAIBj0VsCAABYxdwSAAAAAADAsegtAQAArGJuCQAAAAAA4Fj0lgAAAFaRSQAAAAAAAMeitwQAALCKEZwAAAAAAIBj0VsCAABYxdwSAAAAAADAsegtAQAArGJuCQAAAAAA4Fj0lgAAAFaRSQAAAAAAAMeitwQAALCKEZwAAAAAAIBj0VsCAABYxdwSAAAAAADAsegtAQAArGJuCQAAAAAA4Fj0lgAAAFaRSQAAAAAAAMeitwQAALCKEZwAALAh9la8ALxUXFyCAADAOegtAQAArGJuCQCAZ2nY8dEr127Iwvxfvq5UvrS4N8vWbh7y8lhZGNCr65iRT5s+dP1m9NufTOjQqmmHlg+Yru/+xIi9B47KwtYlv+XJFSbuwcy/lr72/nhZeOHpx4YN7G10KzSfAAAQAElEQVTPUz76+odJv87SFid+8maryAYZPuvXWQve+niCKucMDdm1Yqa4b0RFx9Zu00sWKpcv/fcvX9v/xHpt+1yPis7a4bp67cbStZu379p//PTZC5euxsbFF86ft2CBvFXKl6lTs0qLxvX8/HyFuy1ZvXHanwt+/uZ9AQCAEzijqYFYAgAAL8HcEgAAWNq268CIN8fJBmUZS4hsbMnajfbEEktXbRRwCXlZNenX2d/++JtZP5sTZ87Lfxv/2T1p2uzypUu8+eKQRnWrCzdJTdW/9sH42fOXV77nYA8AAGuccRMkgzgBAOAlyCQAALC0fN1mmUmIbG/5ms1JySm261y9dmPjtt0Czicvq94c9+24b37QMonc4WEVy5VqUKtqiWKFAgP81cojJ04/MWLM5u17hJskJCbKTEIAAOBM9JYAAABWMYITAOB+Vqp4kRGDH5WFapXK2fmUXl3btWqS1kEhODBQuE9ojmDZ9h0VHbvpn93NGtexUXPRyg33810IgYEB6i3OHREunGzektXT5yxS5Z5d2g7q92C5UsW0RxOTkn/6fe6En2bINy45OeW5UR+u+HNyWM4cAgAAb+SM3hLEEgAAeAnmlgAA3M/Kliz23KA+mXpKnx4dhPtof7VbN204d/EqkTZDwAbbscTSNWkjOFWtWHbfoWPi/rsjISgwILNvcZb9MH2OKrz67BOD+z9s9mhggP/T/XvWq1n1kcEvywuw6zejp89eMOTxRwQAAN7IGZccDOIEAICXYG4JAAA8UeUKZUoUKyQLi1dtSE3VW6t29dqNTdvSBgsym7gbDpeUnLL/8HFV7vdwJ2vValevJMMJVV6+bosAAMBLOaOpgd4SAAB4CTIJAIB36PLYcweOnKhXo8rvEz+WzfSLV2/YvuvA9j0Hzpy/ULFMqbKlij3cpU2NKhXMnrVs7eYhL4+VhQG9uo4Z+bQsDH9j3Pxla7UKw17/QBWmTfiwYZ20OYq7PzFi74GjsrB1yW95coWZbk3+3r+Xrdm+a//ZC5f+vXD5/KUreSLCixUuWLJY4dpVK3Vu10ybXcAh2jZrPOnXWVHRsRv/2dW0Ye1068xfvk71jOzYKvKTCVNtbE2v1//y5/xd+w6dPHNe/suXJ3fpEkXLlS7xRO9ueXPnMqt84dLVJl0fl4URgx8dNrD3tz/OWLZmkzzUlcqVjmxYe0Dv7rfiE+q3S+uj8NygPrKO3OCMuYu37pLt9qfy542Q74g8Gp3uTCd+IypmwfK1/+zcp6ZbKFQw3yNd2/W10islswdZHp/abXrJQuXypf/+5WvLDa7dtH3Kb3PkHt6Iiq5UtlSLJvX7dO+YKzxUZFLsrThVCA8LzRESbKNmt/bNv5v6hywcPXFaW9lr8Mvbdh+QhW8+HGUtQ5o1f/krY7+QheFP9Xv+yb4i86f94eOnO/Ydqi3K55ZpkJagPFCv5s/fvG/6u/7ZvX/5mk0nz/x7/uLl8xcuBQYEFCtSsESRQhXLl36wU2vTM3/3/sMPDXpRXVJ+NHp4z65tzXZ74z+7Hxs2Shb8/f1mTvqsWqWyAgBwH2BuCQAAYBUjOAEAvExKSurItz5ZsHydtmbrrn3y329zF7/+/KBBfXsI5zj376WnX3730LFTpivPy3bzC5dla/vvcxf/MGPu1K/es2zizzLZeC1jCVlYunqjtVhi6aoN8mfjujXy5L49s0K6dyTIYGD46I82/LNLWxN7Ky2cWLFuy5/zl30y5oXIRlbHifpq8nT5T5W37Ngrn/V0/54yltAqrNrwjwx7bsXdngX6zLmL8t/SNZv2PHr09ecGXrl2Y8DwMYeOntTqX71+UwY/Bw8fH/vaMLPf5diDLHfp5Xc+X7J6o7Zm+56D8t9vsxd9/cHrIpNy5wqLCMt5IzpGBiH7Dh2rWtFq43v50iVmTfk8d65w7U2RurRrrmKJxSvXW4slFq5crwrd27c0e8iBp318QuJLb3+22HjmaGJEnHxfdu49JBav+v6nPyZ9/natahXVQzL2eLJvj0nTZsvyx9/+2CqyYW6T0CImNu61979UZRmlkEkAwP3DGUNGM4gTAABegrklAADeJDk15YU30xpn8+aJ6Na++TOPP9L8gXrqIfkn74Pxkzf+s9v2Fp4d2HvahA/lc9XiC08/Jhflv0rlStt4lmzg7v/8aK25vGGd6n17dBjy+CNd2jYrmD+PWilb3r+aNE3cGy1UkP+VzcFqHCfZxJ/uOE5Xr93YsnOfLHRo1cTGNi9evvbgwBEqk8iXJ0Lus8wV2jVvnDs8TG3kiRFvzvxrabrPPXzs5Lc//m66pmOrJqaXFtv3HBjyylh5fIoUyt+rW7uBfbpXKFNCPTT511kLV6x/7NlR8sjI1up+D3bs91Cn4kULqkenz1m0dtN20y079iDH3orv9fQrWiYhd0C23TdpUCswwP/8xcsy/IhLTBSZpB3nJ0e+/ePv82T7vrWaNatWkK/UtFNFlza3+3ksW7NJi3BM3YyKXb9lhyzUq1FFO0qK/ad9sUIF5Mn8wxfvqsVSxYuo0/u15wdpW3v53c+1TEK+WQ92ajV0QK8HO7euWK6UWimjl9EffqXX/3fKDR/8aMlihWXh+s3oT779yXTf5G+XoZEsyBhjyJ3RqwAA9wN6SwAAAKuYWwIA4E127Tss/7VoUv+jN0bkjbh9K/qOPQeffund61HRsjxj3uLG9WrY2EL50mmN5qs3blOLZUoWU2M32Tbxlz9Pn70gC0ULF/jxy7GlSxTRHpJt059O+OmnGX/J8sLl69566RlfX4fd6qfGcbp6/ebmHXseqFfT7NG/lq6RP/38fDu0bGpjI598++OZcxdloX2LB8a+Nky71T0pOWXSr39O+HFGQmLSh19PaRnZ0GzQKmnRyrT2685tImWcExEetnDFuhqV7xopSzWIjxzy2OBHH/b391ObHfb6ByuM0yo8N+pDYRySaNjA3j4+tw/L+19O+uG3ubLww+9zTXtpOPYgfznxl4NHTsiCbE//YPTwBrWqqvWXrlwbM+7bFVma9eGpRx9esGJdVHTslWs33vti4vhJv7aObNiqacMWD9QLCgyw/dzwsNCWTerL45mYlLx09aYeHc37Q8xfviYlJVUWOrWNNHvI/tM+JCRIns9a7BEcFGh2eq/funPRirQ+GfIAfvvR6DaRDbWH5BXjnIUrZWghjINB7T14rEaV8tp2Phozos/Tr8o6f/y1pGeXNrWrV5Lr12zcLhfV7/3srZe0txgAcD+gtwQAALCKTAIA4GUK5Mvz5buvaI2zwjjJ8BdjX1Hl7XsOCCdYtmaTKnww6nnT5nJhbLF97blBRQrmF8bbzE+ePS8cRwYJqiAbsi0fXWK8571Jg9o2ZkrYtuvA3MWrZKFKhTLj33vVdPidAH+/Z5/o/eaLQ4RxhobPJvyU7hZka/gX774s45x8eSIef6RrzarmE3g82KmV3I7KJNRmTe+ab9m0/vNP9jVtsH5h8GMySpGFM+cvmG7HgQdZZg8//j5PlSd99raWSQjj+TPx0zctX4U9ihctOGHcG3nzRKjFmNg42Y4vM5g6bXr1G/r6Z//7WcZdMpWx9vTObZupwqI7gzWZWmgcoEkema5tm1s+6qjTftmazaowdEAv00xCGO9lkW+l1pHowJHjpo/Wq1Hlid7dVHnMuG/ky5TnzOiPvlJr3hgxWPXsAQDcP5zRW4JYAgAAL8EITgAAL/NkvwdDc5hPONy4Xo2goEBhnKvZdPAZh5AZ/5DHew0b2Fs22lp2WRDGmX7Lly2pylFRscJxZOu5au1dvHK92a0G5y9eVnMVdGxhawSn2QuXq8IbIwerMMDMI13b5s+bWxbmLVmd7haeHdDL9l3wfbqbT15dtVI5rTyo74Nmj4aEBJUokvaizv17KflOI75jD/KaTbd7w3RuE2mWcChPPfqQyJKGtastmPZtv4c6qfNNSUhM2rx9z4SfZgx64a3GHR99/8tJMhexfG6rJg1ULCR37+bdL0Get1t27JWFlg/UDw9LJ2Ry1GnfsXXTl4Y+LrOHh7u0TbdCxTK3h3KKio4xe+iFp/uXKp52MA8dOzVl+uzP/jdV/l65KOONXt3aCQDAfcYZN0EyiBMAAF6CuSUAAF6mXKnilitlu3ne3LlkM7dIayNODgkOFI4j/5J2bdfMRoWY2Ljk5GRVTrpTcBRtHCfZbG06IM9C41A8gQH+7azMn6wcPn5KGJOA2lUrpVtBvrqaVSosXbMpISFRHsCihQuYPiq3b2NuZylHSHD1yuXNVgb4+8n29+s308YXUgmEGbk/8mdqqj76VpwaOcqxB3n/4ROqENkg/am8WzdtmOWBLvNGhL/7ytAXh/TfvGPPgcPHDx49uWP3gRt3GvFl4Yff5v4+b/HwJx99st9dM1HLZKVj68hf/5yfkpK6eNX63t3baw/9bRyPS5j0qDDjqNO+Qa2qpn1HzCQlp0TH3tLKZo/K7Y99ddijz6bNFv7d1D9ib6UNFSXf6Pcspi4HANwPmFsCAABYxdwSAAAvU6BA3nTX5wgOUoWUFNmc6shYwoxerz9z/uKJU+eOnjx97PS5o8dP7T147L9HDQ7uq9G+xQMylhDGcZxMY4mlxsmcWzxQ3/ImetNdVfMrxMUlVHigq8jIqXP/msUSxYoU1EZnSle+PBHpdsLw8U1b6evrUyBfbstH/fwyaHa4x4N84dIVVShQIE+6FeQ+F8yfR93snzXhYaHtmjeW/4QxX9mx7+CGLTvlm3L4+GlhPOAffjU5KTlp6IBeps/q2ra5jCWEccgm01hi4cq0EZzCcuZo1bRBur/OSaf9pSvXjp86d+zkmeOnzx0/dWbn3kMJiUnqoXS7XzSqW/2xnp1/mTlfZRLSh6OGa6NaAQDuK864CZJYAgAAL0EmAQDwMnkjctmu4KS/fbK59p+d+36fu3jDPztjYuOEq6hxnE6fvbB0zcYxIwer7//nL17eseegLLRrYaurxIkz5xOTMtF74/yFy2ZrwnKG2n5KjpBgG4/6+/tnahpkRx3ki5dv5w0F8uW1VqdowQL3EkuYkulLvRpV5L8Rgx/dvf/I1z/8tmr9Vrn+8+9+6diqaclihbWadWpUKl28iHxfNm7bffXaDdWgL9/cvQeOykKHlk2sTZ3twNNe5g37D5+Y+ffSZWs2Xb56XWTSy0MHLFq5Qe68MM5v0bpZQwEAuC/RWwIAAFjFCE4AAC/j6+OG2RCPnTo76IW31Gg5t3fD16dSudJlSxarWL50/ZpVJk2bvWjFeuEcahwn2Yb+z+799WumjcCzYOlaYYwE2thsFL52I0oVShUv0q19i4x+jyhfuoTZGl9dBkfbx9dhb4eLD3JozhyZqn8rLv7a9aib0THVK5ezUa1GlfITPxnTZ8ir23YfkFHBnIUrXnj6MdMK3Tq0/OL7X+RDfy9bqyaRnrtklXqoS3qTXSuOOu3j4hKGY8X9vQAAEABJREFUvDJ2wz+7TFcWL1qwQumSlSqUqVOt0sGjJz76+gcbW5C5i8okJJmNrdm4vVnjOgIAcP+htwQAALCKuSUAALhHqan6l975TDWXBwb4D+zTo1PrpqVLFpNlrU6KxUD8DtShZRM1jtPyNZtVLLFkTdoITq0jGwQH2Rq3p1ih2yMy6Q365wb1EdmYYw9ynty3+xacv3CpXKli6da5cPGyyIzm3Qdej0qbLWPLwl9tD1vk4+PTs0tbNSH5qbP/mj3arV1zGUvIwtJVG1UssXBZWshUrEjBhnWqCSf7/PuftUyiS9tmfR/qWKls6ZyhIVqFQ8dO2Xh6TGzca+9/abrm9Q/GL/n9O9MtAADuE85oanDDvScAAMAZmFsCAIB7tHbTNjXGTsH8eWb/8MVLQx+vVL60aXO5dDMqRjhNjSrlSxRLmzh68coNwtjSvWvfYZHRCE5SoQJ51eTSp89eiI65Za3ayTPnXTksVboce5Dz3okltEkmLJ016ZZhj7J3Jp1eu3lHhpVz5wpXBR8f8yYbY/yQNkfI1l37Ll+9fujoyWOnzsrFzq0jnX0ryfWb0dNnL1Tlrz547cuxr8iUyyxRuGmMXqz58KvJaqSvbu2bt2hSXxhnp3jvi4kCAHD/cUZTA7EEAABegkwCAABLmZrwYN/h46rQOrJRxXKlLCvEJyTuPXx7QmaD3il/eds2S5ta+fzFy7v3H1m0Mm0go/Cw0JYP1Lf9LNnMXaZEUVWeu2hlunXkzvce8mrNVj0juz9x/NQ54SaOPci1q1VShRXGOR4srdu841ZcvMiMyDtDFf02d1G600Gb2rpzryqUKVnc8tGu7Zqrwsr1W5et3azK3Tq0FA6iszL01pHjp9RcIxXKlOjUqmm6dfYcOKIKeouDvGbj9hnzlshCRFjOUc8/+c7Lz6jQ68/5y1Zv3CYAAPcZeksAAACrGMEJAABL2sTCyXaMCxTof/ue/bj49Buyf521ICEhUZVTUlOFE3RoebtjxPK1m5esSusz0Sqyob9/xiMwd213e0qJb3/8Pd0uEb/+OV9NFRCWM7RMyaLCTRx7kDu2aqrm4l61XgYEhywr/O+nGSKTenZtp06bHXsOvvHRN0nWz5zNO/ZOm5PWKUFehnVp08yyQvsWD6iOIJu27V63ebssVKtcztpgU1kQFHj7YJqd3oEBt0/7W/EJ6T5x/+HjG7ftVmWzgyxPntc/GK/Krz0/KG+eiCIF8498ur9aM+qDr9ze4QYA4GL0lgAAAFYxtwQAAJa00YH2HjySYeVK5UurwtLVG89dMJ+QYNbfy7+ePF1bTEhMFE5Qo0oFNY7Tn/OX7T2Y1mnA2t3uZh57uHPFsiVl4er1m/2fH33+7gkVNvyz65MJP6lyvwc7Cvdx7EEODwsdMfhRVR4+Ztzh46e1h1JT9bINfcvOfSKT8kaED+7fU5VnzFvSvs+QH36be/b8Ra1CYlLyktUbh776fr9nXouLS2v379WtnXrXLHevXYu07i8bt+7atT9tPK6u1ie7zgIfHx+VoJy9cOnSlWva+orlSqnLwnP/XlpsDLdMyfxmxBvjtDampKQk00ff+fR/alMP1Kv5cJc2auWAXl1rVq0gjEM5vfv5dwIAcD9xRlMDU14DAOAlmFsCAABLxYsWVgXZsrx7/+GomNiRQ/q3a9443coN6lSXjeYHj5yIvRX/0MAXHunarmqlsimpqcdOnl20fN3Rk2dEWleDHGryhqjoWOEcbZo1nvzrrMtXr8tynojwpg1q2/Msf3+/N154+okRY5KTU/bsP9JjwIiGdaoXKVQgJDhItk3LkENV69CqSc8ubYX7OPwgP9G729rN29dt3nH+wuVHnnoxsmHd4kULRUXH7D14dN+hY/Kw5M+b+/yFzM16/fygPvLpq4wDQ50+e+H9LyfJf9Yq169Z9a2XnrH2aOfWzf5askbNoS2v1rRhnRyldImiB46cSEhI7Pr48DLFi8g1078bFxwU2Kd7++lzFsnFkW9+sqHTzlrVKkWE5zx2+ty6TdvVVNjaQTadyWPZ2s1zjIOAybTjg1HPa+vlnn84eniXx55LSUmdvWCFfFHN7gx1BQDwes64CZJYAgAAL0EmAQCApZZN6pcrVVw1dm/fc1D+PHna6rQKAf5+77067PHnR8sW86vXb06wGP+n/yNdZFv/0Fffl+Vjxm06Q4cWD8hYQpVlguLra+84B43qVp/zwxcvj/1CNvpfuxG1YPk6swq9u7eXDeh+fr7CfRx+kGVDyYSP3hj80tubtu2R21y44r9XHRjgP/Gzt6ZMn5PZWEJu838fjZ61YPl3P8807SdhRrbsD37s4Sd6dw+wPspW8wfq5c4Vdv1mWiwR2aiONke3owzs2+Oltz+ThavXbsh/MobR6/U+Pj6vDBu4efueE2fOJyYly3xCRRQaGaW8P+r5No8MluVjp24f5BtRMW98+LUqjxj8aNHCBUyfUr50iaf6PfS/qX/I8usfjF8w7VuZcwgAwH2A3hIAAMAqRnACAMCSbJj+cfzYMR9/q+58l4spqbYmMa5ZtcLymZO+/fH3HXsOXrpyTbaby5UF8uWpXqnck/0eqluzclR0bFBgQEJi0vxla18aOkAbJMqB5D4UKpD3wqWrIq1zg10jOGkqlS8tk4mpf/x98MjxM/9ePHzsVICfX768uUsWKzz0id7VKpUV2YDDD3JIcOBP499bsmbjvEWrZCP7pSvXK5QpWaZUsQc7tJJRjYwlRObJ9n2Z4jzcuc2WnXvlyXPg8PHL125cuXZdXnEVyp+vRNFCbZs3lv9CcwTb3o5MlTq1ifxl5nxZ7tK2mXC0Hh1axickfjVp2hXjxCF5IsKvR8XklYlBaMiC6RN+/uPvJas3XLp87eKVq6mpepmjVCpbqlf3Dl3aRsrool6NKv/s3r/34LEDR05ULl96zLhv1HshywP79LD8Xc892XfJqg0y6pDv2vtfTPz07RcFAOA+4IzeEoz2AACAJ1F/uOVPvVFqamqK0Y0bN+Lj44ODg0uUKCEAADBh+bdDSk5O/mn16Z/W3O43MP/tTsGB3LUGOMXAF95cs3G7jAQ2zv8lOChQIPP6fbLs4vW0qbYblAoZ0aZgQECAv7+/+ul3h6+MgHx8dEaCW3YAwHEuXLggf8bExMjryQAj9SGsfQL7GOnusGebTHkNAICXYG4JAACA7ObSlWtrN+2QhQ4tm5BJAAA8kTOaGrgdBgAAL0EmAQAAkN1Mn71QXaQ91KmNAADAAzmj/xm9JQAA8BJ0VAcAAMgOzhln2Nbr9X/+vUzNEV2hTIk6NSoJAAA8EL0lAACAVc6YhAoAAACZ9cGXk5as3mi6ZlDfBwUAAJ6J3hIAAMAq5pYAAADIDvLny2262KNjy4c6txYAAHgmeksAAACryCQAAACygyrlywQZZ7euUalcz67tZCwhAADwWM7oLUEsAQCAl2AEJwAAgOygZ9e28p8AAMArOGPIaGIJAAC8BHNLAAAAAAAAx2JuCQAAYBVzSwAAAAAAAMdibgkAAGAVmQQAAAAAAHAseksAAACrGMEJAAAAAAA4Fr0lAACAVcwtAQAAAAAAHIveEgAAwCrmlgAAAAAAAI5FbwkAwP/Zuw+wOK6r4eMXdmHpoAZINAk1UG8g1GXZKpYsW5arFLfYTpzmdDu2E6fHLXFix/mS10mcWJatuKpYVrF6F+odVBACARIg0fsuC9/VjjUeZhlZApay/H8Pzz6zd++oDDA7c8+ecwBDxCQAAAAAAEDLIlsCAAAYooITAAAAAABoWWRLAAAAQ/SWAAAAAAAALYtsCQAAYIjeEgAAAECLKCwsFAAAB7IlAACAIWISAAAAQJNVVFSkOpw6dapPnz6PPfaYAAC4JluCsAQAAG6CCk4AAADADbHZbOnp6SdPnpTRiKysLPWDPr///e8FAMDBFSWjCUsAAOAm6C0BAAAAfCV52SwjEEoo4uzZs7W1tQIAYIxsCQAAYIjeEgAAAICRoqKiEydOyGjEqVOnKioqrjGzT58+AgBwFdkSAADAEDEJAAAAQKuqqur06dNKYkR+fv517vXUU08JAMBVZEsAAABDVHACAAAA7HZ7enr6qVOnZDQiIyODz+4AQDORLQEAAAzRWwIAAACdVl5e3pkzZ2QoQj5WV1eLpgoJCREAAA2yJQAAgCF6SwAAAKBzWrx4cUpKit1ur6ura+YlcVxcnAAAaLjiQ5CeAgAAuAViEgAAAOic5s+fHx4eLlrCQw89JAAAGq7IliAsAQCAm6CCEwAAADonf3//xx57LCgoSDSPyWQSAICGXPEhSMISAAC4CXpLAAAAoNMKDg5+4okn/Pz8RDPExsYKAEBDZEsAAABD9JYAAABAZ9arV69vfetbZnPTG6n+6Ec/EgCAhsiWAAAAhohJAAAAoJPr3bv3o48+6unJehcAtBiyJQAAgCEqOAEAAADDhg178MEHRZO8+OKLK1euTE9P5xM/AKByxSmx6XltAACgXaG3BAAAACAlJiYWFxevWLHihvaSl9NZDmvWrPHz8xsyZMhgh2b2qwCAjs4VSw2EJQAAcBP0lgAAAAAUM2fOrKqqWrdu3fXv8uijj544cSIlJaW8vLyysnKvg7zGjo2NVeITUVFRAgA6H1d8CJKwBAAAboKYBAAAAKCaN29ecXGxDC1cz2STyZTgIC+qz507J+MTx48fz8rKkk/POnz66achISEyODFkyJC4uDiLxSIAoHMgWwIAABiighMAAACg9eCDD1ZVVR07duwrZw4YMEDZUNIjpLlz55aWlsp9ZXzi5MmTNTU1Msix00HGMPr16zfEISwsTACAWyNbAgAAGKK3BAAAAKAl4wePP/74X/7yl4yMjGvPfPLJJ50Hg4KCJjjY7fa0tDQZojhx4kReXp58esrhk08+6dGjh5JCIQMbZjPrbADcENkSAADAEL0lAAAA4N6acLnr5eX1ne9857XXXrtw4YJoKhneGOhw9913X758WUmhOHPmTG1t7aVLl7Y4eHt7ywkyRDFs2LCQkBABAO6CbAkAAGCImAQA4IaUlpYKAOhomrA0FhAQ8L3vfe/ll18uKSlpdMINFWLq3r37TQ5Wq/XkyZMyPnHixImioiL59JjD+++/36tXryFDhsgQRd++fT09PQUAdGRkSwAAgGuhiBMA4CsVFxcfPnw4NTX15KUAIXoJAOg4lMvdJlz0hoSEyMjEa6+9VlFR4fzqoEGDxI3z9vYe5iC3s7OzTzikp6fX1dVdcFi3bp2vr298fLxS5SkwMFAAABwISwAA4CYo4gQAuAar1bp///5Dhw5lZGR4OQgRoL568OxlbzOf5wXQTtVY7cqGWkikCfGJiIiI73znO3/5y19qa2t1L91zzz2ieSIdZs6cWVVVlZKSooQoysrK5NODDnJOdHS0DE7IEEifPn34OBGADoQiTgAAwBAxCQCAM/nucPr06T179nYW+JcAABAASURBVBw5ckRGJsxms8lk8vT07Nevn4c9OuXoF58a/uXiPQIA2j2PhtSR69xdxgMef/zxf/7zn3V1deqgPCuKluPr6zvaQZ5+MzMzlfiE3JBPzzusXr06ICBABicGO/j5+QkAaN8o4gQAAAzxkSsAgFZBQcHu3btlQEJuqEt4ERERo0aNGjZsmJeX1383ZwhRIQCgQ1Evem8oIKGSJ8CHHnro7bffVkcGDBggXED+23o7zJkzp7y8XAYnjh8/npqaWllZKZ/udZBzZKREiU9ER0cLAGiXyJYAAACGXHGhAADocGpqag4cOJCcnJyWlqYOBgUFJSQkjBs3rnv37nYH5xomAND+eWposyVu6DI4MTGxqKhoxYoVytMnn3xSuFhAQMBYB3nFfvbsWSWFIjs7Wz5Nd1i5cmVwcPCgQYOGDBkSFxfn6+srAKDdIFsCAAAYorcEAHRm8i3g1KlTMhpx+PBhq9WqDJrN5uHDh8uFMKWbq5xTV1enLuHNHB42qJe/HJEhCjVWIefIDaW8Sb2D+ucLAGgVuu4RkhqH6BZkUTZ0pZxu1MyZM0tLSzdv3ixal/zX9nO44447SkpKjjucPHlSRpTl090OJpMpNjZWxicGDx7cq1cvAQBtjWwJAABgiAUjAOicLl++vGvXrj179hQVFamDckkrKSlpzJgxPj4+QhNg0C7zhYdYegSaZSjCZrMpkQk1PiHDEuouvL8AaBPq+UpNj5Dr9TLaKkeUHjna+IRoWNPpepbP7r777oqKiszMTNFGgoODJzjIs25aWpqMT5w4cSI3N1c+PeOwbNmyrl27yuCEDFEMHDjQ29tbAEBb8HBBtgQfqwQAoCNRV4jqHJQlJEkuRVVXV1sslt69ewsAQCcgT/v79+9PTk5OT09XB+UCVmJi4vjx47t3766dXK+hvH2oajWUl+quEg0TJgCgNWnzIdSwhBKZUB69vLzkoPLUubLT9fwV8owngwHDhw8X7UZBQYH8Jx07dkyGJWTMWB2X/83+/fsrIYrQ0FABAK3owoUL8rxaVlYmLwu9HeQZWD6ar3IOFX8lwhIAAHQk1whLVFVV+fr6xsTECACA+5JvAampqbt37z5y5IjaH0LeFo4cOTIpKWnAgAGN3gpq3z7UMk3Km4haxEl5VCao2RLcMAJoQ7qwhBqZUIMTKmU57EbDEu2Z1Wo9ffq00ihbxiq0L/Xo0UMp8STP+fI4CABwsYsXL8pHwhIAAHReZEsAQKeVn5+vFGsqKSlRB+WalIxGyJiEfAu4xr7q24f6DqLmTGiTJ5RtZY52LwEArUtXjkkbltAGJ9SnzgWdhBvJzc1VulCcPXtWnqXVcbkmKN8Fhjh07dpVAIBrkC0BAEBnd+1sCR8fH8ISAOBm5Ol97969MhqRkZGhDvbo0WPs2LEyIHGd61DasIRCLdbkvKENS3DDCKCtaDtGqDkT2npNupiEfBQN22W7n5qamtTU1BMOxcXF2pd69uyppFD07dtXHhMBAC2HbAkAADo7siUAoJOQJ/mUlJTk5OSjR4+qxZp8fX1HjRolAxL9+vW7kT/sy4wHNWFClzahHdRGLwQAtCnnDhPamk7alhLumiphJDs7W+mSnZ6erj1d+/j4xMXFKSkUQUFBAgCajWwJAAA6O3pLAIDby8vL27lz5969e0tLS5UReXcXHx+flJQ0YsSIJpcR11ZkUmMPamRCG5AQDfMkuGcE0Ca0dZy0mRO64IQ6KNw9VcJIZWWlDGPLEIV8LC8v174UFRU12CE2NrazHRYALYhsCQAAOjuyJQDAXcl1pT0O58+fVwd79uyZ5BAYGCiaR5cwoaXLkCAmgWbKysrKz88fPXq0AJpHF5nQZU44D4rOF5PQkmfsjIwMpcRTZmam9iU/P79BgwYNGTJEPgYEBAgAuBGuyJZo4gdtAABAe8PKEQB0RDLAfPz48eTkZPmoNjL19/cfM2aMjEa0YA6cvEVU3im094rKoPKoDUgQlkCTyR/jNWvWyJWLuLi44OBgATSV7mQlGgtOaAdFpycPQh+H2267Tf4OyuCEfGdJTU2tqqqSke/9DnJO7969lRBFdHQ0xw3A9XDFuYJsCQAAOhKyJQDAbWRlZe3Zs2fv3r1qzQ2TyTR48GAZjRg6dKiLGpbq4g3OVZsISKCZNjnIDfljfN999wmg2bQ5E8KpppPzBGjJW4azZ88qKRQ5OTnalwIDA5USTzJK4evrKwDAAL0lAADo7OgtAQAdXUVFRXJysgxIZGdnq4PR0dFjx45NTEz09/cXLuYceKBqE1qKvCB55ZVX1LyfJ554om/fvgJoIdoghHMogpjEVyouLj7ucOrUqZqaGnVcLibGxsYqIYrIyEgBAA3RWwIAgM6ObAkA6KDkGfvYsWO7d+8+ceKEPIErg0FBQTIUMW7cuJ49e4pWpL0N1N0ScoeI5njrrbfkiqf6NDQ09Kmnnmpyn3bAmXNlJ+dtfCX5lnTmzBklRJGfn699KSQkRAYnhgwZEhcXJ28uBACQLQEAAK6dLeHj40NYAgDam8zMzOTk5P3791dUVCgj8uZt2LBhSUlJgwYNkrdwoi00eifI7SGa4+jRo//+9791g3Pnzp0+fboAWoLRUhcxiea4fPmyjJrLkPnp06flbYU6bjKZ+vXrp4QowsPDBYBOjGwJAAA6O7IlAKCjkHduyQ7KjZwiNjZ27NixCQkJMpAs2gduCdEi5NXIr3/9a3lBohuXFye/+MUvunbtKgAXICDRgqxW66lTp5RG2YWFhdqXunfvrsQnBg4cSP4T0AmRLQEAQGdHbwkAaOfkOfnIkSMyGpGSkqLebXXp0kVGI8aPHy9XdkT7xh0immbVqlWrV69u9KWhQ4d+61vfEkCzEYRoNTKgLoMTMkRx9uxZtVuMJBciBwwYMMShW7duAkDnQLYEAACdHdkSANBunTt3TkYjDhw4UFlZqYzIu7URI0aMGzdOLuKwmgY3lpub+8ILL2jLv+h873vfGzRokADQ0dTU1MgouwxRyMeSkhLtS+Hh4UoKRb9+/UwmkwDgvsiWAACgs6O3BAC0N3KZRkYj9uzZI1dm1cH+/fsnJSWNGjWKfqHoDN54443U1NRrTAgLC/v5z39O7RegQzt//vwJBxmG1y4nyne6uLg4GaIYOnRocHCwAOB2yJYAAKCzI1sCANoJm812+PBhGZA4efKkelfVo0ePsWPHyoAElfTReRw5cuTNN9/8ymlzHASAjq+yslJpQSHjkeXl5dqXIiIihgwZMmjQoL59+8o1SgHALZAtAQBAZ0dvCQBoc2lpaXv27Dlw4ICMBysjPj4+o0ePlgGJfv36CaAzkb8Fv/vd75w7XTuTaxbPPfdceHi4AOAu5F3JuXPnlCpP58+f174kb0zi4+NliGLw4MGBgYECQEdGtgQAAJ0d2RIA0FaKi4t37dq1d+/e/Px8ZUTedMXFxSUlJY0YMULemwmg8/noo482b958nZPlGuWTTz4pALgjuV553OHkyZNVVVXal2JiYgY7yFsVOi0BHRHZEgAAdHb0lgCAVma1Wg8dOrR79+7Tp0+rgz179hzrQBFtdGa5ubm/+93vbmhV4Yknnhg+fLgA4L7kHcrZs2eVLhRyKVP7UkBAwKBBg5QQhZ+fnwDQQZAtAQBAZ0e2BAC0DnmmTUtLS05OPnjwYE1NjTLo7+8/ZswYGY3gZAtIr732mjZcdz26dOny/PPP+/j4CACdQHFx8dGjR2V84tSpUzLMr47LVcvY2FglPhEVFSUAtG9kSwAA0NnRWwIAXK2wsHD37t0yIFFQUKCMmEymQYMGjRs3bujQoXJbABBC/posXrxY3LgZM2bMmzdPAOhM5A3LmTNnjh8/LkMUai1ERXBwsAxODBkyJD4+3mKxCADtD9kSAAB0dmRLAICL1NTUHDx4UEYj5LqJOhgVFaUUa/L39xcArpJXHb/85S/Ly8vFjaP3NdDJybCEEp+Qb7jyRkYdl4H/vn37KiGKnj17CgDtBtkSAAB0dvSWAICWJc+op0+fltGIQ4cOqfUlAgMDExMTx48fz7II0Kgb6nTtbMCAAT/84Q8FgM5Nvu2eOnVKCVEUFhZqX+ratasMTsgQxcCBA+XSpwDQpsiWAACgsyNbAgBaSkFBwa5du/bs2aMuhch7qmHDhiUlJQ0aNEjeWQkAjcnMzHzllVeauZjw6KOPjhkzRgCAQ05OjtIl++zZs/I2Rx2Xb839+/eXIYrExEQyF4G2QrYEAACdHb0lAKCZampq9u/fn5ycLBc+1ME+ffqMHTs2ISFBnkgFgGt6+eWXZWRCNA+9rwE0St7UpKamKiGK0tJSdVwudMo360GDBskQRXR0tADQisiWAACgsyNbAgCaRp45T548KaMRhw8fttlsyqBcGE1MTBw3blxoaKgAcB2a3Ona2U033XTPPfcIAGiMfOM+f/68Ep/IyMjQLmAGBwcr8Ym4uDg+TwC0ArIlAADo7OgtAQA3Kj8/Xy6k7tmzp7i4WBmRN1EjRoxISkoaOHDgdd44AZDKy8t/+9vfNq3TtTP52/f888/T+xrAV6qoqNi7d+/x48edu2THxsYqXSh69eolALgG2RIAAHR2ZEsAwHWSZ0W5hCGjEefOnVMH+/fvL6MRo0aNkidMAeAGvfPOO8nJyaLl0PsawA1RumSfOHFChijokg20GrIlAADo7OgtAQDXJs+QKSkpu3fvPnr0qPqByu7du48dO3bcuHFyzUIAaJLMzMyXX35ZtLQHH3xQ/m4KALhBFy9elMEJpUu2vC1Sx9Uu2UOHDpUXAAJAs5EtAQBAZ0e2BAAYycvL27Vr1969e0tKSpQRHx+fUaNGyYCEXJ4QAJpn2bJlGRkZXzlNXpwo/eQjIyP9/Py+cn5AQMBjjz0m1zIEADRJTU1NamqqEqJQrwEUoaGhSgrFgAEDTCaTANAkZEsAANDZ0VsCAHQqKyv37duXnJycmZmpjMh7obi4uKSkpBEjRshbJgGgFZWWlj7zzDNy4/vf/778TRQA0IqysrKULtnp6enaNU+5fjpw4MChQ4fKKEVISIgAcCNckS1hFgAAwC3QtRVApyJDs3LRYffu3ceOHVNLN4SHh48dO1YGJIKDgwUAAOhkohxmzZpVWVmZkpJy/Phx+VheXm61Wo85yDkRERGDHfr27UuqFnA9ZDSixRccCEsAAOAmXHGhAADt0MWLF3fu3Llv376ysjJlxM/Pb8yYMTIg0adPHwEAADo95dpAkndJGRkZSohCSazMcVi3bp2vr298fLxS5SkwMFAAMOCKpQbCEgAAuAl5oUBtRgBurKKiYs+ePcnJydnZ2cqIp6enXEdISkoaOnSo2cytDQAA0JN3SX0c5syZU15errSgSE1NraysrKqqOuggp8XExCgpFL179+bDXoAO2RIAAMAQMQkAbslut8sVhN27d8tFBLVYU2RkpIxGjB071t/fXwAAAFzhM4ZjAAAQAElEQVSHgICAJIe6urr09HSlC4XycYdMh9WrV8s5gwYNGjJkiHz08/MTAMiWAAAA18CHegC4mfPnz+/Zs2ffvn3l5eXKSGBgYEJCwoQJE3r27CkAAACaxNPTs5/DHXfcUVJSctzh5MmTNTU18qpjr4O8vYqNjR08eLAMUURGRgqgEyNbAgAAGKK3BAD3IJcDkpOTZUAiJydHGTGbzUOHDk1KSpJLA7SmBAAALSg4OHiCg91uT0tLO3HihAxR5Obmytursw6ffvppSEiIUuIpPj7eYrEIoJMhWwIAABiitwSADq22tvbo0aMyIJGSklJXV6cM9unTZ+zYsQkJCb6+vgIAAMBlTCbTQIf58+cXFhYeO3ZMhihOnz5ttVqLi4t3Osg5ffv2HeIQHh4ugM6BbAkAAGCImASADiojI0NGI/bv319ZWamMhISEyGjEuHHjQkNDBQAAQOvq2rXrFIfa2loZmVAaZV+6dMlut592WLp0abdu3WRwYvDgwQMGDPD29haA+yJbAgAAGKKCE4COpaysbPfu3TIgkZubq4zIW/rhw4cnJSXFxcVxTgMAAG3ObDYPcpDbeXl5SomntLQ0Ga4oKCjY6uDl5SUjE0oKhYxVCMDtkC0BAAAM0VsCQIcgb+MPHz4soxGpqalqmlf//v3Hjh07evRo6jUDAID2Kcxh2rRpVqv15MmTMj6RkpJSWFhos9lOOHzwwQfh4eFKl+x+/fqZTCYBuAWyJQAAgCF6SwBo59LT02U04sCBA1VVVcpIt27dkhz4aCEAAOgovL29hznI7ZycHCUmcfbs2bq6ulyHjRs3WiyWuLg4JYUiODhYAB0Z2RIAAMAQMQkA7VNJSYlSrCk/P18ZkTfqo0aNktGI/v37CwAAgA4rwmHGjBlVVVWpqakyPpGSkiIvfmpqao44yDmRkZGDHfr27UuCOzoisiUAAIAhLnABtCs2m+3QoUMyIHH69GklbipPUwMHDpTRiJEjR3p5eQkAAAB34evrO8pBbp8/f15JoTh37py8Csp2+Pzzz/38/OLj45VG2QEBAQLoIMiWAAAAhugtAaCdOHPmzJ49ew4cOFBTU6OMhIeHjx07VgYkKGIAAADcXrTDrbfeWllZqcQnUlJSysvL5dMDDvLGLSYmRulCIWdyH4d2jmwJAABgiN4SANpWYWFhcnKyDEhcunRJGfHz8xszZowMSPTp00cAAAB0MvJaKMFB3qllZGQoIYrMzEzlqbRq1arAwEClxNOgQYN8fX0F0P6QLQEAAAwRkwDQVo4cObJly5ZTp06pI0OGDElKSlLqGAAAAHRyckm3j8Ntt91WVlYmgxPHjx9PTU2tqqqST5MdPD09+/btK4MT8joqIiJCAO0G2RIAAMAQmb8AWpnVat29e/fmzZvVXtaRkZFjHSiXDAAA0KjAwMAkB+EofamUeMrOzq6rqzvjsGLFii5dusj4xNChQ4cNGyaAtka2BAAAMERvCQCtKTk5edmyZWVlZcpTGYqYOnVqTEyMAAAAwPXp7zBv3rySkpJjx47JEMXJkydramqKiop2Ovj7+yckJIwbNy4qKkoAbYRsCQAAYIjeEgBax4ULF959992MjAy57e3tLe+TZ8yY0aVLFwEAAIAmCQ4Onuggt2VkIiUlRUYp8vLyKioqtjj06tVrsoMAWh3ZEgAAwBAxCQCuVl1dvWLFiq1btypPp0yZMmfOHOo1AQAAtKA4h/nz58uwxF6HgoKCCxcuvP/+++vWrZs1a9a4ceNMJpMAWgvZEgAAwBAVnAC41KVLl15//fXCwkK53bt37wceeKBXr14CAAAArhEWFjbXIS0tbdeuXcnJyfJKbMmSJWvWrJk9e/aECRME0CrIlgAAAIboLQHAdTIzM994443Kykq5PcdBAAAAoFX0c7j55puXLl2amppaVFT03nvvyUDFd7/7XT8/PwG4mCuWGjwFAABwC/SWAOAiJ06cePXVV2VMwtvb+9vf/jYxCQAAgNYXERHxpENISIh8eu7cuRdffDE/P18ALuaKpQbCEgAAuAliEgBcQd7x/v3vf6+tre3ateuzzz47dOhQAQAAgDYSHx///PPPDx8+XG4XFBS8+uqrSo1NwHXIlgAAAIao4ASgxRUXF//jH/+QUc+goKCnnnoqLCxMAAAAoE35+vo+8cQT9913n9lsLisre/3110tLSwXgMmRLAAAAQ/SWANCy7Ha7jEmUl5d7eXk9+eSTwcHBAgAAAO3DlClTvv3tb8t7wEuXLv31r3+trq4WgGuQLQEAAAzRWwJAy/r888+zsrLkxuOPPx4RESEAAADQnsTHxz/wwANy48KFC++//74AXINsCQAAYIiYBIAWVFZWJsMScmPcuHH0kwAAAGif5KXajBkz5MbevXtPnz4tABcgWwIAABiighOAFrR8+XKbzebl5TVv3jwBAACA9uqOO+6IioqSG4sXL66trRVASyNbAgAAGKK3BICWcvHixd27d8uN2bNnBwYGCgAAALRX8jbwvvvukxsFBQWrV68WQEsjWwIAABiitwSAlqKUb+rSpcstt9wiAAAA0L7FxsaOGjVKbmzYsKGmpkYALYpsCQAAYIiYBIAWYbfbjxw5IjemTZtmMpkEAAAA2r2ZM2fKx9ra2oMHDwqgRZEtAQAADFHBCUCLOHbsmPIhu4SEBAEAAICOICoqKjw8XG7s2bNHAC2KbAkAAGCI3hIAWsT+/fvlY9++fYOCggQAAAA6iIkTJ8rH06dPFxUVCaDlkC0BAAAM0VsCQItITU2Vj0p5YgAAAHQUQ4cOVTaUyzmgpZAtAQAADBGTANB8hYWFVVVVcmPAgAECAAAAHUePHj0CAgLkRlZWlgBaDtkSAADAEBWcADRfTk6OcJxPwsLCBAAAADqU2NhYQVgCLY1sCQAAYIjeEgCaLzs7Wzg+amc2mwUAAAA6FCUsoVzRAS2FbAkAAGCI3hIAmk+5ie3Zs6cAAABAR6MkvFqt1tLSUgG0ELIlAACAIWISAJqvuLhYPgYHBwsAAAB0NH5+fspGZWWlAFoI2RIAAMAQFZwANJ/NZpOP3t7eAgAAAB2N0vJaqqqqEkALccWHIKkYCwCAm6C3BIDms1qt8tFisQgAAAB0NIQl4ApkSwAAAEP0lgDQfEpYwsvLSwAAAKCjISwBV6C3BAAAMERMAkDz1dbWCsISAAAAHZOHh4fZfKU6TnV1tQBaCNkSAADAEBWcADSfciapq6sTAAAAAEBvCQAAcA30lgDQfCaTST7a7XYBAAAAAGRLAACAa6C3BIDmIywBAAAAQItsCQAAYIiYBIDm8/S88rklijgBAAAAUJAtAQAADFHBCUDzkS0BAAAAQItsCQAAYIjeEgC+0scff2y/qq6uTn1URwoLC+XJZNeuXSdOnHB+VbstyRjGL3/5yx49eggAAAAAbsoVSw2EJQAAcBP0lgBgpKio6Le//W1NTc31TJYnk1KHr5x58803E5MAAAAA3JsrPgRJEScAANwEMQkARrp06TJ37lzRorp27Tpr1iwBAAAAwK3RWwIAABiighOAa5g6dWr//v1Fy5k3b56Pj48AAAAA4NZc8SFIwhIAALgJeksAuAZPT8+FCxeazS1TxLV3795jxowRAAAAANwd2RIAAMAQvSUAXFtYWNjMmTNFs8mzzT333CMAAAAAdAJkSwAAAEPEJAB8JRmWCA0NFc0zYcKEPn36CAAAAACdANkSAADAEBWcAHwls9m8cOFC0QwWi6XFu2cDAAAAaLfIlgAAAIboLQHgegwYMCApKUk0lYxJBAYGCgAAAACdA9kSAADAEL0lAFyn+fPn+/v7ixsXHh4+depUAQAAAKDTIFsCAAAYIiYB4DoFBATcd9994sbdfffdnp7cQQAAAACdCNkSAADAEBWcAFy/MWPGDBs27IZ2kfMHDRokAAAAAHQmZEsAAABD9JYAcEPuu+8+i8VynZPNZvO9994rAAAAAHQyZEsAAABD9JYAcEO6dOkyd+7c65w8bdq0rl27CgAAAACdDNkSAADAEDEJADdq6tSp0dHRXzktICBg1qxZAgAAAEDnQ7YEAAAwRAUnADfK09Nz4cKFX3n2uPPOO318fAQAAACAzodsCQAAYIjeEgCaIDo6eurUqdeY0Lt373HjxgkAAAAAnRLZEgAAwBC9JQA0ze233x4aGmr06j333CMAAAAAdFZkSwAAAEPEJAA0jcViWbhwYaMvJSUl9enTRwAAAADorMiWAAAAhqjgBKDJBgwYICMQukEZrrjzzjsFAAAAgE6MbAkAAGCI3hIAmmP+/Pn+/v7akVmzZgUGBgoAAAAAnRjZEgAAwBC9JQA0R0BAgIxMqE/Dw8NvvvlmAQAAAKBzI1sCAAAYIiYBoJnGjRvXv39/Zfvuu+82m80CAAAAQOdGtgQAADBEBScAzbdw4UIZjYiPjx80aJAAAAAA0Om54kOQfAAKAAA3QW8JtCCSbzqt0NDQ2bNnDxs2jJ8BCALeAAAAcM01IWEJAADcBL0l0GT85EBr5syZAnBwPjkQqAAAAOhsXPEhSMISAAC4CVaWcaOcf2b4KQLgTHsXqp4liE8AAAB0EmRLAAAAQ6wQ4fppww9G20YjANzeNd5Q1JeUkwNvPQAAAG6PbAkAAGCI3hK4Ho0GIeodnCcYjQBwV8r7iPa3Xq0QqH2L0QYneOsBAABwb2RLAAAAQ/SWwFdyjknUX6UdEYQiADgot6AeDkoEQhuHUGMYRCYAAADcGNkSAADAEOvIuDZdPoQSjdi1Ju/QtgLdNEJcAMTVaLd8nPtoZK8+fh5X6V4VRCYAAADcGtkSAADAEEtCuIZGYxJlxdYVb2XWWolAALiWT9/K+sZv+ikxCU9PTw8NQc4EAACAu3PFlZ6nAAAAboElIXwlbUyirq5u1aIsYhIAvtK5lPJjyUX2q+TZo74hAQAAAPfliqUGwhIAALgJCu/AiK6lhBKTyEmv2LfxsgCA67Bm0YXa2lo1LKENTgh60gAAALg1V1zmEZYAAMBNsB6Ea1M/11zn8OlbWQIArk/xZduOlZeVgIQSk9DmTKjTeCcCAABwP2RLAAAAQ1RwQqN0n2VWHN1ZmH6iTADAddu2/FJpUY2aKqGLTBCQAAAAcFeuuNKj5TUAAG6C3hK4Nm2qxJrFF3SvBoV43/PteAEADiWF1R+/eUo7Yq2u3/hh/m2PhpvNX9xFalteK4UE1UcBAAAAd+GKqzvCEgAAuAl6S8CZLklCsWVpbmF+jW7mjPv69BkULADgC8GnDhce23NJO3RkW9mYW4LDo32VyISHg4x0enp6Eo0AAABwV6640qOIEwAAboKYBHScO11LZcXWDR9d1M0Mj/YfMTFMAIDGrQ/0NXvp7z8/X3yp1kGeT5ybTND7GgAAwP3QWwIAABjiY6polLpQeLV8U06tVb9ieMfXBwgAaCgoxHvCrVG6wewzNacOVjTa+JpoBAAA9kQvtQAAEABJREFUgFtyxWUeYQkAANwEBTSgpet0rSwd5qRXHNhcqJs5LKlHVL9AAQBOptwe7R/kpRvc9H6BzfpFWELb/lpo4qCEKAAAANwG2RIAAMAQvSXQKPVTzHLRcPmbWbpXzV4es77WVwBAY7wtnrPuj9UNlhba960vURImlHOLNmdCncZbEgAAgHsgWwIAABhiAQgqXaqE4vju4qy0St3MSXOig0K8BQAYGDkpLDzaXzeYvLqkvMRmv0pNmKCaEwAAgPshWwIAABiighOcqUuENqt91aIc3auBId6TbosSAHBNzu1nrNX125YVaRMm6p0I4uUAAABugWwJAABgiN4SUOiSJJQVw+0r84svW3UzZ94f623hahDAV4jqFzgsqYdu8Oj28vzsGl17CVIlAAAA3A/ZEgAAwBC9JSAafoxFjUmUl9g2fnRRNzM82n/EhFABANdh1tf6mr0a3I7KN50NSwqVmITaYUKXNiFImAAAAOj4yJYAAACGWPqBSpsnIR/XLM6ptep/PJyrsgCAkaAQ74mz9TXfctKspw9WaNtLaAs6CQAAALgFsiUAAIAhKjih0U7XOekVBzYX6mYOGxca1S9QAMB1mzw3OjDEWze46YNCm1Xf9Vo+iqtnIUHUHAAAoIMjWwIAABiitwRU2myJ5W9m6V41e3nMWhgrAOBGeFs8Z97XRzdYVlS3b32Jtve1to6TOo3IBAAAQMdFtgQAADBEb4lOrtFUiaO7irLSKnUzJ90WHeT0kWcA+EojJoaFR/vrBvesKa0otdmvcm4yIQAAANCRkS0BAAAMsfQDhboUaLPa17xzQfdqYIj3lLnRAgCaxLktjbW6fvvyBgkTjXa95k0KAACggyJbAgAAGKKCU2emS5JQVga3r8wvvmzVzZy1INbsxY8KgCaK6hc4LKmHbvDItrL87Bp52iFbAgAAwP2QLQEAAAzRW6LT0hVwV2IS5SW2jR9d1M0Mj/YfPj5UAEAzzPpaX110U777bFhSqMQk1A4TRmkTAAAA6FjIlgAAAIboLdHJafMk5OOaxTm1Vv3Pg3P1FQC4UUEh3pPm6GvB5aRZTx+s0LaX0BZ0EgAAAOiwyJYAAACGWPfpnBrtdJ2TXnFgc6Fu5rDxoVH9AgUANNuk26ICQ7x1g5s+KLRZ9V2v5aO4enYSvFUBAAB0QGRLAAAAQ1Rw6uS02RLL38zSvWr28pi1IFYAQEvwtnjOvF9/Sikrqtu3vljb+7rRDhNEJgAAADoWsiUAAIAhekt0Qo2mShzdVZSVVqmbOXludJDTR5sBoMlGTAgNj/bXDe5ZU1ZRarNfRftrAAAAN0C2BAAAMERvic5MXfKz1tjXvHNB92pgiPfk26IFALQo53Y11ur67ctLtAkTjXa95t0KAACgAyFbAgAAGGKVp7PRJUkoK4DbV+YVX7bqZs5aEGv2IpMGQAuL6hc4bFyobvDItrL87Bp5OiJbAgAAwD2QLQEAAAxRwalT0RVqV2IS5SW2TR/n6mZGxQYOHx8qAMAFZi3URz3lm9GGJYVKTELtMGGUNgEAAID2j2wJAABgiN4SnZA2T0I+rlmcU2vVXy/e/mh/AQCuERTiPcmpRlxOmvX0wXJtewltQScBAACADoVsCQAAYIjeEp1Ho52uc9IrDmwu1M0cPj60Z0yAAACXmTI3OjDEWze46YMim1Xf9Vo+iqtnLUHCBAAAQAdBtgQAADDE+k4npM2WWP5mlu5Vs5fHzAWxAgBcSZ5qZjmdasqK6vatL9b2vm60wwTvXAAAAO0f2RIAAMAQFZw6iUZTJY7uKspKq9TNnDw3OsjpI8wA0OKGjw+Nig3UDe5ZU1ZRarNfRftrAACADopsCQAAYIjeEp2NurRnrbGveeeC7tXAEO/JTgXfAcBFnNvYWKvrty9vkDDRaNdr4hMAAADtHNkSAADAEL0lOgNdkoSy0rd9ZV7xZatu5qwFsWYvwlQAWknPmIDh40N1g0e2ledn18jTFNkSAAAAHRfZEgAAwBBLPG5PV5BdiUmUl9g2fZyrmxkVG+i8PggALjXTKRoq4+UblhQqMQm1w4RR2gQAAADaJ7IlAACAISo4dRLaPAn5uPqd7FqrfkXPuZoKALhaUIj3lLn62nE5adbTB8u17SW0BZ0EAAAA2j2yJQAAgCF6S7i3Rjtd56RXHNxSpJs5fHxoz5gAAQCtbtJt0YEh3rrBLZ8U26z6rtfyUVw9mwkSJgAAANoxsiUAAIAhekt0EtpsieVvZule9bJ4zlwQKwCgLZi9PGY5nYJKLtkPbCzR9r5utMMEb2EAAADtE9kSAADAEAs6bqzRVIkjOwuz0ip1MyfPiQpy+qgyALSa4eNDo2IDdYO7V5VWlNrsV9H+GgAAoAMhWwIAABiiglNnoC7hWWvsaxdf1L0aGOI96bZoAQBtyrm9jbW6fvvyYm3CRKNdr4lPAAAAtENkSwAAAEP0lnBXuiQJZUVv+6d5xZetupmzFsSavfgZANDGesYEjJgQqhs8sq08P7tGnr7IlgAAAOhYyJYAAACG6C3hlnSF15WYRHmJbdMnubqZUbGBw8eHCgBoB2bcH+tlaXCzKd+kNiwpVGISaocJo7QJAAAAtB9kSwAAAEMs5bgxbZ6EfFz9TnatVf/tdq6aAgBtJSjEe/JtUbrBnDTrmcMV2vYS2oJOAgAAAO0S2RIAAMAQFZzcT6OdrnPSKw5uKdLNHDEhtGdMgACAdmPSnOjAEG/d4OaPimxWfddr+SiunuUEUXYAAIB2hmwJAABgiN4SbkybLbH8zSzdq14Wzxn3xwoAaE/MXh63LuyrGyy5ZD+wsUTb+7rRDhNEJgAAANoPsiUAAIAheku4mUZTJY7sLMxKq9TNnHxbVJDTR5IBoM0NG9cjKjZQN7h7VWlFqc1+Fe2vAQAA2jmyJQAAgCGWctyVulRnrbGvXXxR92pgiPekOdECANol57Y31ur6HSuKtQkTjXa95k0NAACgnSBbAgAAGKKCkzvRJUkoK3fbP80rvmzVzbx1YV+zF996AO1Uz5iAERPDdINHtpfnZ9fI0xrZEgAAAO0f2RIAAMAQvSXchq7AuhKTKC+xbfokVzczKjZw2LgeAgDasVsXxHpZGt541ntsWFKoxCTUDhNGaRMAAABoW2RLAAAAQ/SWcDPaPAn5uGpRdq1V//11ro4CAO2Nf5DXlLn6WnM5adYzhyu07SW0BZ0EAAAA2g2yJQAAgCHWcdxDo52uc9IrDm0t0s0cMTGsZ0yAAIB2b+LsqMAQb93g5o+KbFZ912v5KK6e/QRvbQAAAO0A2RIAAMAQFZzcjDZbYvmbWbpXvSyeM+7rIwCgIzB7edz6tb66wZJL9v0bG/S+brTDBJEJAACAtkW2BAAAMERvCTfQaKrEkR2FWWmVuplT5kYHOX30GADarWFJPaJiA3WDyavKKkpt9qtofw0AANAOkS0BAAAM0VvCnahLctYa+9p3L+peDQzxnjg7SgBAh+LcDsdaXb9jRYOEiUa7XvPuBgAA0IbIlgAAAIZYtenodEkSygrd9k/zii9bdTNv/VpfsxeZMQA6mJ4xASMnhekGj2wvz8+ukac7siUAAADaJ7IlAACAISo4dWi6QupKTKK8xLbpk1zdzKjYwGFJPQQAdECz7o/1sjS8Ca332LCkUIlJqB0mjNImAAAA0PrIlgAAAIboLeEGtHkS8nHVouxaq/76z7kKCgB0FP5BXlPnRusGc9KsZw5XaNtLaAs6CQAAALQpsiUAAIAhekt0XI12us5Jrzi0tUg3c+SksJ4xAQIAOqwJs6OCu1l0g5s/KrJZ9V2v5aO4elYUJEwAAAC0EbIlAACAIdZr3IA2W2L5m1m6V70snrPujxUA0JGZvTxmLdCfykou2fdvbND7utEOE7zTAQAAtD6yJQAAgCEqOHVQjaZKHNlRmJVWqZs5ZW60f5CXAIAObujYHlGxgbrB5FVlFaU2+1W0vwYAAGgnyJYAAACG6C3R0alLb9Ya+9p3L+peDQzxnjg7SgCAW3Buk2Otrt/xaYk2YaLRrtfEJwAAAFoZ2RIAAMAQvSU6Il2ShLISt21FXvFlq27mrV/ra/Yi7ATATfSMCRg1OUw3eGRbWX52jTwNki0BAADQfpAtAQAADLFk0+HoCqYrMYnyEtvmpbm6mVGxgcOSeggAcCMz74v1sjS8Ia332LCkUIlJqB0mjNImAAAA0DrIlgAAAIao4NRBafMk5OOqRdm1Vv2Km3O1EwDo6PyDvKbeHq0bzEmznjlcoW0voS3oJAAAANDqyJYAAACG6C3RsTTa6TonveLQ1iLdzJGTwnrGBAgAcDsTbo0K7mbRDW7+qKi2Vl/HST6Kq2dLQcIEAABAKyJbAgAAGKK3RAelzZZY/maW7lUvi+es+2MFALgjs5fHrQv76gZLLtn3ry/W9r5utMMEb3kAAACtg2wJAABgiAWaDsQ5VUIuuh3ZUZiVVqmbOWVutH+QlwAANzUksXtUbKBucPeq0opSm/0q2l8DAAC0IbIlAACAISo4dUTqElutrX7Vogu6V4O7WSbOjhIA4Nac2+dYq+t3fFqiTZhotOs18QkAAIBWQLYEAAAwRG+JjkLXT0JZcdu6PLesyKabOev+WLMX31MAbq5nTMDoKeG6wSPbyvKza+TpkWwJAACAtkW2BAAAMERviQ5BVxhdiUmUl9g2L83VzYyKDRya1EMAQCcw494+XpaGN6f1HhuWFCoxCbXDhFHaBAAAAFyHbAkAAGCIpZkORJsnIR9Xv5NTa9V/+5yrmgCAu/IP8pp6R4xuMCfNmnakUtteQlvQSQAAAKBVkC0BAAAMUcGp/XPudC3lpFcc3FKomzlyUljPmAABAJ3GxFsjg7tZdIObPiysrdXXcZKP4upZVBCVBwAAcDGyJQAAgCF6S3Qg2myJ5W9m6V71snjOuj9WAEBnYjJ7zF7YVzdYcsm+f32xtvd1ox0miEwAAAC4DtkSAADAEL0l2jnnVAm5uHZ4R2FWWqVu5tS50f5BXgIAOpnBid17xwXrBnevKq0otdmvov01AABAKyNbAgAAGGJppqNQl9JqbfWrF13QvRrczTJhdpQAgE5p7sP6tjrW6vqdn5ZoEyYa7XrNmyAAAICLkC0BAAAMUcGpPdP1k1BW1rYuzy0rsulmzloQa/biWwmgkwqL9BszJVw3eHhbWX52jTxtki0BAADQ+siWAAAAhugt0W7pCqArMYnyEtvmpbm6mVGxgUPH9hAA0IlNv7ePl6XhjWq9x4YlhUpMQu0wYZQ2AQAAgJZFtgQAADBEb4l2TpsnIR9Xv5NTa9V/v25/tL8AgM7NP8jrpnkxusGcNGvakUptewltQScBAAAAlyFbAgAAGGJdpn1y7nQt5aRXHNxSqJs5anJYz5gAAQCd3oRZkcHdLLrBTR8W1tbq6zjJR3H17Cp4KwQAAHABsiUAAIAhKji1c9psieVvZule9WbDHoMAABAASURBVLJ4zrwvVgAAhDCZPeY80Fc3WHLJfmBjg97XjXaYIDIBAADQssiWAAAAhugt0Q45p0rIRbTDOwqz0ip1M6feHu0f5CUAAA6DxnTvHResG9y1sqSi1Ga/ivbXAAAArYBsCQAAYIjeEu2ZumRWa6tfveiC7tXgbpYJt0YJAIDG3If17Xas1fU7P22QMNFo12veDQEAAFoQ2RIAAMAQqzDtja6fhLKCtnV5blmRTTfz1oV9zV5kugBAA2GRfmOmhusGD28rK8yzytMp2RIAAACtg2wJAABgiApO7Yqu0LkSkygvsW1emqubGRUbOCSxuwAAOJl+Tx+Lj6nBUL3HhiVFSkxC7TBhlDYBAACA5iNbAgAAGKK3RDukzZOQj6sW5dRa9ddztz/aXwAAGuMf5DV1XrRuMDO1Ou1Ipba9hLagkwAAAECLIlsCAAAYordE++Hc6VrKSa84tLVQN3P0lPCeMQECAGBg/MzI4G4W3eCmDwtra/V1nOSjuHrWFSRMAAAAtBCyJQAAgCHWX9ohbbbE8jezdK96WTxn3NtHAACMmcwecx7spxssuWQ/sLFB7+tGO0zwzggAANB8ZEsAAABDVHBqJ5xTJeRi2eHthVlplbqZU++I8Q/yEgCAaxo0ulvvuGDd4K6VJRWlNvtVtL8GAABwEbIlAACAIXpLtDfq0litrX71Oxd0rwZ3s0y8NVIAAK7D3If1bXis1fXblxdrEyYa7XpNfAIAAKCZyJYAAACG6C3RHuj6SSgrZVuX55YV2XQzZy/sazITRgKA6xIW6ZdwU0/d4JFt5fnZNfI0S7YEAACA65AtAQAADLEE0+Z0Bc2VmERJoXXz0lzdzKjYwMGJ3QVajl2I6roGIx95FN5rOnu4rkIAcAsz7u1j8TFpR2Q8fsOSQiUmoXaYMEqbAAAAQNOQLQEAAAxRwamd0OZJyMe1716otepXxG5/tL9Ay6mpF+tKa1eX1W4qs2da6+ThLhL2Z03Z6z1KvuOVWV1ft77swluFpwWAjsw3wDx1XoxuMCfNeuZQhba9hLagkwAAAECzkS0BAAAM0VuibTl3upZy0isObS3UzRw9JbxnTIBAyymrsJ1NL/a01/UM9DheU3eoyu5ZL7rWm7yER1i92cvD41h10caKXAGggxs/MyK4m0U3uPH9IptV3/VaPoqrZ2NBwgQAAEAzkC0BAAAM0VuindBmSyx/M0v3qpfFc8a9fQRalN3T43J+5Ykj+eVl1SO6epR71B8sF5/Z43bUxr9r72cSHj/qMfi9qMkCQAdnMnvc9mA/3WBZkX3f+ga9rxvtMMFbJAAAQNOQLQEAAAyx4NKGnFMl5KLY4e2FWWmVupk33RHjH+Ql0HJq6sXpOo/4keE+/t6rdl86nlEeG+hh8hIny0V0ncXf48rlrofjC4AbiB/drXdcsG4weXVZRanNfhXtrwEAAFqQK7IlzAIAALgFKji1B+oSWK2tfvU7F3SvBnezTLg1UqDl1NaL5Ep7ob3e1+IZG9c1N6dsx7Hi+joRGRl4uqbuQFXdOD+TZ1N/M+T3MXn7wcP7j588nnYp7/KlvEIfH0tEVHh4r9Be0eG3zZ/eKypMt0tlRdX0MfeJGzfp5rEv/e3ncqPgUtHtkx++xkz/AN+QLsHBXYLkP2PQsP5jJ46O7R/tPG3dyi2/efrP4gZ9sPbNyJieusEmHIcW/xN0nrj/qeNHTokb5B/gt27f+3IjL/fy/JseFTfo2d89edvd053HT504u3fHwWOHT+ZeuHT5UkGtrbZXVM+eEaE9I8Im3zx2RMIQ0dL/fsx9uP8bz+7Xjthq6rcvL5n5YDdPBxmQkI/qCVnJJlQfBQAAAG6EKy6iCEsAAOAmWG1pK7p+EkqqxJZlF8uKbLqZsxf2NZn5HrWYmnqxo8Jeaq/vEyC6+XicLxd1PQO9vUy7U4vCSuvCIgLzausPV9lH+pmacNDPnDz3p1//Xbd2LKMOhQXFcgFabi95a+kd9896+Jv3du0eIlpRRXmV/MrJyk05enrT2h3/749vL3z0zm/+8EGz2SRcoPnHod0eyeYrLix9/aV/ywiQbvxMarr8khsfLFox8abEb/zggX4Dewu0nLBIv8RpPfduuqgdPLKtbORNAT1jTHa7Xb4byvOwh4MamRAAAABoEnpLAAAAQ/SWaBO6wuVKTKKk0LplWZ5uZu+44MGJ3QVaSHWd2Fd5JSYxMNizp5+nt6eHp4f8LRBdevhF9g7JyykrL66W07Js9YW2OnGDLmbn/eixX1778+w2W+3Hiz97YsFTZaUVou3IH7n33lr6m6f+ZLff8H/zKzX/OHSgI3mjrDW2Z777e+eYhM6OzXsfv+fHKUdOC7So6ff0sfg0CMXJN8ENSwqVCk5qhwltHSd6XwMAADQNvSUAAIAhllrakDZPQj6uffdCrVX/7Zj7cH+BFiIX4HdX2C/bxdAunt0sV0bk8c6vrt9akf5U3mfng0t6xQSlnSywWe12IVJrbvhX45c/eaWosOR6Zl7Iznvh56+LtrZp7c41yzaKltb849DhjuT1+9df31WyPb6SjLv85mevVpRXCbQc3wDztPkxusGcNOvpgxXa9hLqaZm3SAAAgCajtwQAADBEhYrW59zpWspJrzi0tVA3c8yU8LBIP4GWUF0ndlbaS+vr+wd5Bjrah1fZxfGi+nJ77XslB+31dStKj/8qdHrhparcnLKoPiGXam9sOXL7pj0pR8+oT/38fO57ZN6UW5IiontVVVZlpmd//tmWzz5er07YtiH5dEr6gEGxctviY3nj7T/o/sAaq/Wn3/yN+nTYyPhv/OAB3ZygLoGiMWPGDX/4iXudxzPSsz5+d2Vmeo46svzDtY12PlAs+Pqd46eMEV+le2g3dbs5x6Gl/gQjP/rFE5UV+lX+v/z+zfS088q2t8Xr1Td/rZtgMjX+kazECSMe/MY94qtE94lQtwsvFy/93yrtqzNumzJvwezomF4WH++Ms9nJ2/d/+M6nav5HdubFVZ+sv/fh213x7++0kqZH7Nl4oTCvWju46YOivsP8lA4Taikn+WgymZRzNR0mAAAAbhS9JQAAgCHWWdqQNlti+ZtZule9LJ7T7+0j0BKq68X+SnuJvb5/sGcPR55EZa04WVxnrRMWT3OcJfRkTf5ASw8PT48+/btU5pR2N3n0uMEL3iP7U7RP//TPXw8fPUjZ9vP36dajy6ixQ7t0DVn8z4/UOfuTjyiL6XLhWL6q+wN1C9ABwQHOc4yEdAlqdLIcnHLLuAWzv6V+Bj/12JnqKquPr3ejf05k757X/5cqmnMcWupPMBI3pJ/zoJ+/r7otV6Rv4CB3DbnRg5Ny9LQ82urTJ3700EPfvFt9OmhY/ytfwwf+5Bu/VgcP7DmqhiVa9t/faZnMHrMX9n33Lye0g2VF9n3rS8bN7qL2vlY7TAhN/J53TAAAgOtHbwkAAGCI3hKtzDlVQq5/Hd5emJVWqZt50x0x/kFeAs1WW1e/u9x+qa4+LsRDxiTqr2RO1B8ptlfUX9mWV8o/6jb5n73uXhA8Ul7j3tzN+9FRoZMDTPE+N9YLuuBykbrdPbSrupKuteCRedqPrh/cc1S0OrmsP3Bwg9XtvIuXRMtp/nHoKEeyCQoKirRPJ00b6zwnaeIoGZxQnx7ad7y21i7QouJGdesdF6wbTF5dWl5is1/l3GRCAAAA4Ea44gqKbAkAANwESy1tRV3qqrXVr37ngu7V4G6WCbdGCjRbSZ39L/bC/b7l030DAny8sj08ztRWL7EWWwPqPT08vOqvLG3L+IOp3qOrzfQXj5juTa14E9s3St2+nF+49H+r5y+YrZsT3CXw/957pbq6RnnqZWkXYaeg4ADRcpp/HDrukfxKvWOjtE/fe+uTn/32e15e+nur51/6sfyPq09rbXaz+caCZPhKcx/u/8az+7Ujtpr67cuLZz3UXU2YkI+6mASlnAAAAK4fvSUAAIAhlldak66fhJIqsWXZxbIim27m7K/1NZn51jRXYW3Nd0uPfB5gmxcQ2tMiioTttK3q/yrzKursoq5O2OuE3KixeVRVm2y1rwQPjQppek7wgIYpCK/+9v/WLN849+6ZiRNGhvfqoY4PGj5AtKncC5dSjp5Sn3btFtKlW7BoOc0/Dh3lSDbBgPi+2gS1Ncs3HUw+etcDt41JGj5gUKx6No7uE6HtSAFXCIv0S5zWc++mi9rBo9vLR00L7BljstvtaocJQhEAAABNQ28JAABgiNWWVqNNTFFjEiWF1i3L8nQze8cFD07oLtA8lfba2zM3nqgpXhgaM8XTQ1SU5FqrXs84Xiv0GUKewuM/kRPmBkWLZhgzbnjihBF7dx5WR1KOnlFaN/fpFz06adjgYQPGjBvRtXuIaCMFl4uPH0p94+X/aNsbTL9tyjV2+eOv/i6/xDW98fYftP0Mmn8c2v+RVKxbuUV+XXvO408u/Pp37lef+vpZHv3u/W/97X/qSF7u5b//6W250aVr8MjEoSMThwwfPbjvgBgB15t+T5+ju/Orq76skSXfDTcsKVz4tEXJllDDEtpgElEKAACA60S2BAAAMERviVamzZOQj2sX59Ra9cd/7sP9BZrnkq36oextKTXFM7v0nBISJkf2ll5+J+/c7d0j7uge+b0zB8rsX2So+Hqa3ghPmhMYJZrHZPL8zZ+eevzen+Rk5epeOpd2Xn597NhOmjhqwaPzx4wbJlxpw+rt8usrp/kH+D3yrXtFi2r+cWhXR7LFySjFqRNnd2zeqxsvKizZtHaH/JLbsf1j7n9k3szbp1K7yaV8A8w33RmzZkm6djAnzXrqYEX8mEC18bW6IcgvBAAAuBGu+DAHLa8BAHATxCRah3OnayknveLQtiLdzDFTwsMi/QSa4bKt+okLu/ZWXZ7dtdf8HlHyUO8ovvR29WVbfX1mdWVqZWmVvVaZ6eNp+mv42LtCYjxb4nI5KCTwzf/9cd59s65x8Z284+APHv3Fz77z+4LLxaJN+fn5PPeH78t/s2hpzT8OHetI3hD5P/r9a8987+mvBwT6G81JP5P5ws9f//r8H548nibgSknTI7qG+egGN39QZLPqu17LR3H17C146wQAALgOrvhIB2EJAADcBJ/9bGXabInlb2bpXrX4mKbf20egGarq7POyNm2pyL2lS/ht3a4U6N9Rcum9/HN225VQxIHywpfPpyh1nGRM4pOom+4KbsmCOV26BT/16++8vfz1h564t++A3kbTdmze++2FT1/KKxRtwcfXO2H8iH9+8OrUGeOFazT/OHSII9k0Xt7mBV+/c8mqv3/3qa+PGjvUZNBlXQYnnljw1P7dRwRcxmT2mL2wr26wrMi+b32x3UE5VyuRCW3va0FkAgAA4Ku44nqJIk4AALgJamS3AudUCbnIdWhbQVZapW7mlDui/YO8BJoqt7bq61nbU6qLbwoJm989Sv5srym8sPxy9pU9h6qBAAAQAElEQVTXKr442sqlsZ+n6Z8RE8b7hwoX6Degt/x64ocPZGdePLzv+OmT6Uf2n0g7laGdk5OV+/tn//L6f34nWtcDj9/1rR8/dJ2/9U/95jvz7p0lmqr5x6E9H8kZc6f+6pUfi6bq1qPLwkfvlF+lxWUH9x5LPX7m5LEzB/Yc09681dbaf/HDlz7Z+B//AF8B14gb1a13XHDGyRLtYPLqsqETAoO6eErCEb9XyKfKN4j3TQAAgK9EbwkAAGCI3hKtSf28ba2tfs3ii7pXg7tZJsyKFGiqErv1Wzm79lRdnhTc454e0XVCLLt0fn1xnojqKUwmkX1R1H7R29biafpbz6Q5gS4/2pExPeWXsp1y9MwHi5ZrWz7s330k/cz52P7NarXdqFtmT/r1n35aeLn4cn7h5yu3fLBohfrSu//+pLCg+OnffNfLq/Uu6Zt/HNrqSLaCoJDAqTPGK5krebmXP3n3sw/f+dRm+6LOWFlpxecrN89fMFvAZeY+3P+NZ/drR2w19duWFd36cA9PBxlIVgIS2oQJel8DAABcG70lAACAIWISrqbrJ6GkSmxZerGsyKabOeeBviYzK1xNVGq3zcncsK0iLyGw24JuUaKk5B97N2+4nCO8vUSXYBEUIK6W8vfxNH0eM/3OFq3dZLfX5V64dOzwyU1rd3646NPiwlLnOYOG9f/Nq0898I27tIOH9h4TriFvALr16DJwcN/vP/OY/Hu1L61etvEXP3jJFb/7zT8O7fBIthR5wAsuF1/pd71p77L31zTaNyIsvPt3fvrIi3/7uXbw8L7jAq4UFumXcFNP3eCxHRX52TXydK1rMqEr5QQAAAAjZEsAAABDfNLTpXSFyJWYREmhdcvyPN3M3nHBg8Z0F2iS/Nrqx3J2pFQXjwvq/rWw3nWlZe+lHjx2MVOYoq7kSVzMF2aTKC0XjtpNr4ePHe7bVbSoFR+uffW3/6c+9fP3ve3u6Y3OvOXWSe/+6xP1ae6FfOF6t8yedOxw6seLP1NHdmze+86bHz38rXtFi2r+cWjnR7I5zqVlPXj799Sns++8+ecv/KDRmeMmjw4KCSwtLlOeyjiNgIvNuLfPseT86iq7OiLfHDcsKVz4tEXJlpA8NNRSTiRMAAAAGCFbAgAAGGJJpRVo8yTk49rFObVW/Ydt5z7cX6BJimprvpmzc2dF/uiArg+E9a6tq/9/Z4/ukjEJT0/h5WjUcalQXLwk7HUWT9NbvSbcHdJbtLTRY4drn65duVl+rxudeTGnbVbPv/PjR3r3bVC06j//73+Z6TmiRTX/OLT/I9lksf2ju4d+GQ/buWVvo7kgkgxIqDEJtA7fAPPUefoMqpw068n95bpsCTVnQgAAAOCaXLHUQFgCAAA3QW8J13HudC3lpFcc2lakmzlmanhYpJ/AjSurs93mqN00yC/4kfDY2vr613JOpvh7iwH9Rf9+wsdHnenraVoaddPMoAjhAjGxEb0iw9Snh/Ye/9sr/62tteumlZdXymCAdiQiuqdoFRYf71+8+COT6cvLePnP++Nv/p9oUc0/Du3/SDbH2Ikj1e2SorKf//ClstIK52l/+9N/tU8josIFXG/cjIiQ7hbd4JaPim1Wu3NkQlw9qwtqIQIAABhwxWUSRZwAAHATrKe0Am22xPI3s3SvWnxM0+/pI3Dj8murv3thd2pNyVD/kMd79rXV1/3zYtq56goZbRPe3tqZMibxes+x4/1Dhcs88M27X/nll6v8HyxasWvrvjnzbu4ZFd61W4gcyT5/8d1/fZyTlavO8fP3nTA1UbSW+KH9H/zmPW//4wN1RC76r1q6cc78m0XLaf5xaP9HssnufeiODau311RblaeH9x2/Z/rjc++e0adfdGh4D09Pj/Kyiv+9vfzogRTtXtNunSjgeiazx5wH+r332gntYFmRfe+64vFzuqq9r3VFnJRp5B0CAAA4o7cEAAAwxEqKizinSsj1rEPbCrLSKnUzp86L9g/yErhBpXbbYzk7dlTkx/kGyphEVZ39jexT2dYq55kyJvFmr/Fzg6KEK91xz8xt63Yn7ziojmRlXPi/1xZfY5dHv3t/j7AW7nJxbY98676t63edS/syNvb3V/87+ZakwCD/Ruf/8Vd/l1/iq8xfOPsnz39L2W7+cegQR1Jat3KL/PrKabH9YxZ/+oay3W9g70e+ff+bf3lHfbWstGLJf5ZdY/dJ08bKL4FWET+6W++44IyTJdrB5NVlwyYGBnW5EpYQjjdNhXyqC04AAABAi94SAADAEJ/xdDU1VaLWVr9m8UXdq8HdLONnRgrcoDJ77eyM9Tsr8qMtft+OGFBlt7+aldpoTMLH0/Ru5OQ5ga1xkJ/5/feDQgKvc/K8e2ct+PqdonV5eZuf+/0PtL/yxYWl/6dZJW8RzT8O7f9INtkDj88fNjL+OicPGjbgl6/8RKAVObf5qbXWb19WbHfQ9pbQEqQeAgAAOKG3BAAAMERvCVfQ9ZNQVrK2LL1YVmTTzZzzYD+TmbDQDXv18vGUmuJBfsE/iowrqbW9nnMq31bjPM3P0/zXnmOnBfT0bJXYW4+wrv/95LU77plpNpuuMc3P3/eHz37jp7/+tmgLg4YPuP/hO7Qjy99fk3rsjGg5zT8OHeJINo2np+er//r1t374YEjXoGvPlOGW1//zez9/H4FWFBbpl3CTvk/J0R3l+dk18jSuazJB72sAAIBroLcEAAAwxJJKi9MeUjUmUVJo3bI8Tzezd1zwoNHdBG7QyeqS1wtSwrx9H+/Zt9xe+9L5E5V1dudp/ibzuxFTpwa4sJ+Es/BePZ7+7XcXPjZ/1bKNF7Nz8y5cysnOLbj0RZPzfgN7T7o56dZ509q2ifHj339g++Y92Zlf5u788Td/f+ujP7fgp5mafxw6xJFsGhlNefCJe+YtmL3iw7Xnz2XL/9qF7LyLOfnKqaN7aNcp08fdPHvy8FHXm1SBljXj3j7HkvOrq748q8hfjQ1LChc+bVHaS6gdJnR9Jsg+BAAA0HLFpREfqwQAoCNRP7yvrKfY7fZah6KiourqaovF0rt3b4EWousnofjfX9KP7CjWzXzyxTFhkX4CN+gP+cf+dPnYvO5RwSbzJ5ezZGTCeU6Ap3lp9C1j/LqyRgjgRm1flf35++m6wdu/2T0+MdDLy8tsNptMJvkooxRyQ+kzodx1E5ZojtLS0meeeUZufP/734+LixMAgNYlT7/yDvFrX/vahAkTBNASLly4IK+OysrK5K2xt4O8lJKP5qs8HdRPe1zPn0kRJwAA3ASf7mxZzp2upZz0CueYRMJNPYlJNE2WrUw+Lr+ctSjvnFFM4o2e4xKISQBokvEzI0K6W3SDmz8qslntujpO8lFcPdsLEhABAAA06C0BAAAM0VvCRbRdJZa/maV71eJjuuXu3gJN0sVkucar/qYreRLzgqMEADSJyewx+4F+usGyIvu+dSXa3teNdpjgLRUAAEDhiusiwhIAALgJFlBakHOqhFy0OrS1ICutUjdz6rwY/yAvgSa5MzjG6KVAT693I6aO8esqAKAZBo3u1jsuWDe4e3VpeYnNfhXtrwEAAK6BbAkAAGCICk6uoC5R1drq17x7UfdqcDfL+JkRAk2V6Nv96R5Dna9He5h9/h0xcWpAKD/TAJpv7sP9dSO11vqtnxRpEybqnQji/QAAAA5kSwAAAEP0lmgpun4SyorVlqUXy4psupm3PdjPZOaYN8szPYY+HTrUz1MeSE+Th4ePp2mEX4/tsbNnBPYUANASwiL9Em7Sn1KO76rIzayWp3eyJQAAAK7NFUsNZgEAANwCvSVahK6wuBKTKCm0blmWp5vZOy44fnQ3geaRl7c/6z50YVDfTFu5XdT1MPkOtASZCLABaFG33N37WHJ+dZVdHZFvmuvfLXzw5z6enp5KcMJDQ3kvUDYI+QMAgE7OFVdEZEsAAOAmiEm0IG2ehHxcvSi71qY/vM5VQdBkUd5+E/1Dp/iHD/IJJiYBoMX5B3lNuSNaN5ibaUvdV64r5aTmTAgAAAA40FsCAAAY4uOczefc6VrKSa84sqNYNzPhpp5hkX4CANBBjJ8ZGdLdohvc+nGxzfplESc1MiGuvgsIov4AAKDTo7cEAAAwRKGJFqTNllj+ZpbuVYuPaca9fQQAoOMwmT1mf62vbrCsyL7n82JtwgQdJgAAAHTIlgAAAIboLdFMzl0lpMPbCrPSKnUzb7ozxjeABl0A0MEMGtO9d1ywbnDPmrLyEpsSmSBhAgAAwBnZEgAAwBCLJi2iXsNaY1+9+IJuQnA3y7gZEQIA0AE5twWqtdZvW1pc1xAJEwAAACqyJQAAgCEqOLUU9bOxW5fllhXZdK/OfaifycyhBoAOKSzSb8zUcN3g8V0VFzOqlWwJbXBaaBImAAAAOi2yJQAAgCF6SzSHbvlJPpYUWrcsy9NN6x0XHDeqmwAAdFjT7+nj42vSDW54r1Bbwck5W4LgBAAA6LTIlgAAAIboLdFS1NWoWpv+eFqcVrIAAB2OycvpRthTaGMS1HECAABQkS0BAAAMkS3RguTBDAwxT7snVDd+6lDhyYMFAgDQYW34OKOiVF+gb8pdgdquEoL0CAAAgKvIlgAAAIbIlmgR6jGUGxPn9ggIMesmrF5y1l7LcQaADikvu3Lf5ou6wf6jvXtEmesbI2gvAQAAOj2yJQAAgCEWTVqKugJlMosZC/UJE4V51cnrcwQAoANaueiMbsTkJcbO9nUORSiv8t4KAABAtgQAADBEBSdXGJwUGBHroxvcvCyzqrxWAAA6lJQDBRknS3SDw6Z4+QV5ULgJAADACNkSAADAEL0lXGTGg910I9VV9vUfnxMAgI7DXlu/+t003aBfoMfQyd4CAAAAxsiWAAAAhugt4QryqIZFWwYn+evG922+mJddKQAAHcSuz3OKL9foBkfPMpu9PLSUcecNAACATotsCQAAYIiYREvxaMjT03PS/BCzd4OVqfq6RgqUAwDap4pS29YVmbrBbhEidrjZ+ZyvvKpGKbThCgAAgE6IbAkAAGCIRZMWoV2EUgWGmBOmB+hmZpwsOXmwQAAA2r0NH2dUV9l1g4m3mYXjhO+poUubAAAAANkSAADAEL0lWoru47HKilXirGD/YJNu5uolZ+21JKkAQLuWl125b/NF3WDvoR49Is26UIQzAQAA0OmRLQEAAAzRW6I5nEMRajUPyWQyeXl7Tp4fpNurMK86eUOOAOBeKiuqBdyIc809T1P9qBlXyjfJ07tyklcflTO/9u1AAAAAdG6uWGowCwAA4BaISbQUbUxCHlU1MhGf6H9oU3lupk07efPSzFETw30DuKZqlilD76yttd/oXuOnJvzxH8+LNlVZUTV9zH3K9htv/2HU2KHK9h9/9fflH66VG1//zv2PP7nw2n/IkQMp33ngGbnRMyLs4w3/Ep3e/95e/reX/9PoS/IXM6RLUHCXwKCgnhUNIgAAEABJREFUwNgBMRNvHps4fqRcTBYtZ+v63Uv/t/r1//xOO7j5812/+OFLcuP+h+948pnHrvOP+taCp48dPik35M+A/EnQvVpSVLb8gzWnU9Mzzp7Pzy2I7hMR3Sdy6Mi4O+6d1bL/o04u9UBBxskS3eDgSaaAEJN6etfFJxrNmSA+AQAAOi1XXAhxCw0AgJtgxaQF6Rak1Jrj0xYEL3npsnZmdZV9/ScZtz/cTwBwPRkpLCoskV9y++ih1OUfrA0L7/78yz8emThENJvdXvfS82+sXraxf3yscCX5v1jyn2XvvfWJjEyogyePp8mvdSu3fPrRup/+6ttDhg8UaDZ7bf2qd9N0g74BYsikL1IlVGo1J12TCQEAANDpuaJkNB/DAQDATdBbopk8nJpda5ugKutW4TE+8Ym+uh33bbqQl10pALSFvNzLT3/nd9nnL4pmq6mukTEJ4Xrv/nvp3//0thKT6N03cs78mx964t4Zt03p1qOLHDmTmv6tBU8fOZAi0Gy7Ps8pvlyjGxw540pdPm00QhuccM6TAAAA6OTIlgAAAIboLdGynEs5yRWrurq6SfNDTh+qsmsqOdXXXSlc/vjPhws01dZjy5wHU4+defzen8iNbt1DPt3+jkDnM2Pu1F+98uNGX7LW2Ja9v/qNl/8jfz0rK6r+9fq7v3n1KdERyHjDm3/54uf5R899886Fs9WSTaXFZS/98m9b1++W/6nf/uzPb33455CuQQJNVVVeu3VFpm6wS7hH3xFmbchZDUs0mipBBScAAACyJQAAgCFiEs13PQkTAcGmhOkBuh0zTpacOlQo0PlYfCwBgf7KdtfuXQRai7fF676H73jiRw8pTzes3l5wqUi0M4EhgcpGl+4h6uDif32snK7n3Tvr7gdv07aRCAoJlMGVwY7yTbk5+Z8tXS/QDOs+PFddpW9akzCnwSldjUxokSoBAACg5YrrIsISAAC4CRZQWpxzZEJZwEqYGeQXpL+IWvVeWl2dQGcj1zOjeveSG/4BftF9egm0rru/dlvQ1aX/PTsOinYmOuaLH4l+A/soG7W19kN7jyrbCx+f77yLl5f5oW/eo2ynHD0t0FR52ZX7NutLe/Ue6hkWo+8qoest4dzmmrdXAADQybniQ5AUcQIAwE3QW6JFKLWw1COpjUzIcaWOk7elbtKdgZ8vKtHuWJhXnbwuZ/ysCIFWd3jf8fWrt2emZ6WfyfSxWKJjI2NiI2fdflP80P7X2Cv34uWl730md0lPO19VWd07NjKqT0Ti+JG3zJ4kbkRU74jUY2ei+0TIHxLhGkcOpGzfkJyVeSH3Qv7FnHyLxbtXZFiv6J4D4vvcesfNznV+Hpn/wzOp6fK//+8PXy0tKV/+wdrdW/adPZPh6+crgyi3zZ8+8/apzqeL117410eLV8qNtXv+5x/gu/6zres/23b6ZLrNVtszInTiTYn3P3Knn7+Pdpdvf+1nRw+myo3fv/bMTTPHN/qPX71s4x+ee11uPPa9hY9+937Ronz9LHGD++7deVhu5+de1r1aXl752Sfr006ey7t46UJ2XlFBcXivHr0iwuVPSNKk0YkTRqgzz57OfOiOJ9Wn8uhNiL9dbowZN/z1//zO+e9NOXJa/snnzp5PO5UR0iWod7/oidMSZ829yeLjrZ0WFfvFCSGmT6SykZ15sWu3LvIfI78REVHhjf2fRL+4Plf/VRkCTbVy0RndiKepfuR0fScJXVjCOTIBAAAAeksAAABD9JZoKdrIhLa3hBqWkAaNDTiypTI306bdcdPSjJETw3wDuL5qPSVFZX//89ufffxlrZsSUZaXe3nfrsMrPlj78LfuffCb95jNJt1etbX2999e/s6bH1aUV6mDcnldfq36ZMO2Dbt/8vy3g7sEXue/oe+AGOEITggXqK6y/u6ZP29Zt0s7WFFeWVhQfPzIqXUrt7zzz4//+H+/HOIo++Ms5eiZX/zgxbyr6/Xy/3s5v/DQ3uPy4Pz+r89201QW0iotKXv6W789eij1y5HislMnzq78eN2v//TU8NGD1PHpt01RwhJb1u00Ckts+nynsiFjIcIF5HdT2Qju0iA8I2MVv3361aLCBuHDzPQc+bV7+4EPFq2YcduU51/+UROCSfLbIb8p8lujPK2sqJJhhl1b9q1dtunFv/1cGyVSkiRCw7sFBn1R6at338iP1v9LfiMKLhmWfauq/OLHMiSExhJNlHqgIONkiW5w0ARTYBezNhShUsPPzgEJghMAAACu+BAkt80AALgJYhKuoAtOyICEGpmYtiB4yUsNPp1dXWXf8EnG3If7CbSKS3mFTz7yXFbGBeVp3wG9RyYOKSkqPbj3WMGlIput9t9vLDl2KPXP//qNdi+5iv3cky/s3LJPeRoW3n14wpCAQL+De45mnM2WIxvX7JB7/efj17p0C76ef8a4yWNsVtvw0YOFC/zhub+oMYnY/jEDB/ftEdb9cn7B6ZSzaacyhCNg8PLzf1u0/HXn5fWykvLnf/yyjEn0jAi7Zc6k+CH9U46dXr9yqxyRIYdv3PeTf7z3svzvO/+lL/z8r3KCn7/vjDlTRo8blpOVJ6MOJ4+n5ecW/PCx51/62y/GThypzJw+Z8obL79lrbFt25gsV+flLro/qrSkfN/OQ3Jj2OhBRskBzWGz1p5JTVe25fFRx+W/9ulv/1b+DIgr/T+8RycNj+kdUVdffzEnb+/Og0pEYd1nW8dNSZhx22S5LQ/RG2//ocZq/ek3r/y0RPXu9fSvvys31HCCas/Og+8vWiE35H9nVOJQ/wC/U6lnZaRHjsiD9vpL/9b26I7tF/34kwvDevbQ/SH+Ab7+AYZxrNXLNiobCRNGCtw4e239qnfTdIO+AWLI5C/KN+k6BmnzJHSRCWISAAAAgmwJAABwDayetCBtwoSSKqFuqDkT4TE+8Ym+qXurtDvu3XRh/KyIbmG+Aq73y5+8osQk+g3s/ZNffXvYyHhlXH53lr+/9p+vLy4rrdiz49DaFZtn3XGTutd///6+EpPo2i3k2z95ePadN6sv7dt1+C9/eDMzPUeuv//ztcU/+933ruef0XdAjJIw0eLkv2fT2iupBnLh9A+vPzvp5rHqS/LnUP6/fv/sa3I7/UzmyeNnBw3TV6zKPn+lsP6YpGG//fPPlOSPKdPH3fvQHc997w/Hj5zKu3Dpby+/9bu//Mz57z2873ivyLAX3niu/9VqQvc/cscff/P3VZ9skBGIl3/1t/dW/t3XzyIcq/YTpiZs/nzXlcjEhmTtcVZsWL1NyWaYPnuycIF//HmR/C4r2wPi+6rjf/vjf5SYxLjJo3/1p58GBn4ZXZDf3N898+eDe47J7U1rtithCT9/n1Fjh8rIijLHx/fK00b/xnNpWX5+Pj987pu33jlNDQWtWrrxhZ9fKVS1buWWb//44dDwbsq4jNN8/Ts3Vrdqx6a9//vvcrnRrXvIXQvnCNy43etyii/X6AZH3OLpbfHU9rh27iqhxiQEAAAANFyRLUHLawAA3AS9JVxEW2dc9xnbiXcGm7waTK6vEyvfThNwvf27jx49kCKulO4J/NviF9WYhCS/QfMXzv7lKz9Rnv791bfVlWu58fG7nynbv3/9GW1MQkoYP+KNRS/6B/jJ7U8/XqetYtRkMgoyIf72a39954FnGt1328ZkZeOhJ+7VxiSE48fy1nnTZtw2RXl6+uTZRv+E7qFdX/77L7UFqeRi94t/+7lcWJfbMuZx8njjP66/f+0ZNSYhHH2Yn/v995VSUTKesfzDNepLt1yNN2y+WqxJa9PaHfLRbDZNv/pPbRFFBSXyT/7B13/xgSNxQZLfSiVSIimFqoQjKvCrPzaISQhHSaUf/+JbyvaplKb8tn7rxw/PuesWbXrKnPk3T74lSdk+vO+YaKoPF336s+/+XjmZP/vCD64zXwdaVeW1W5Zn6ga7hHv0G+WlPXurAQntib3RftcAAAAgWwIAABiit0TL8nDqfa2kSig5E8raVmCIOWFGQPKqcu2OaceLTh0uHDiiq4Arrf10k7Lx4Dfv0a07K8ZPGTN67LADe44WXCravXXfjLlT5eDWdbvKy66EKOQqv7ZHgkqu2t//yLy3/rZEbn++fLM22tH6bp41MTS0W3ra+dvm39LohL4De4vPtoorpZzKG52w4NE7fXy9dYNdu4fccd+t//vvMrm9c8veuCH6smNyhX3g4L7Of5o81HLRXG7s3rJ/wSPzlMEJNyWGdA0qLixN3n6gtKQ8KDhAnZ+Xe1kJD4yfmuBcDel6HNxz9AePPq8bzD5/MTcnXzsSHhH6/WcfV596e3s987snM89mBXUJavTv7d03Uh6W6iprcVGpuEEy1DH37hnO48NGxW/bcCWMpPu3Xb+3//HBv/76nnCcbX7x4g/HTRotcOPWfXiuusquG0yYo6/apH006ioBAAAABb0lAACAIWISLqVmSyhhCaWOk3xMmBF0dHtlZWmddvKqd9P6D0v0JCvVlZK3HVA2pt4yzmjO1BnjZVhCXC1nJO1PPqJsTL45yWivKdPHKWGJ7PMXRJsakTBEfhm9arPWlpdVKtu1joJFzqYY/DcnTE1QwhKnTjSSZjFp2tjG97opwcvLbLPVHjv8ZR6JHJk2a+LSJatra+2b1+28456Z6ksbVm1TNm5pagWny/mF8uvacyKje770/36uDU0FhQTOvXv6Nf/YIouPRYYlrDU2+Yt8Q12vh46M87Z4OY+Hhn/RQKK4uEzcuP/+/f1/v3Hlp+5KYsoLP1RKS+FG5WVX7tt8UTcYPUiExXzRVaLRTteNJkkQnwAAAFCRLQEAAAyxhtLinBMm1HIfaocJb0vdpDsDP19Uot2xMK86eV3O+FkRAq5RUV5VVHjlmMvvSI/GmjYrQq++pLbFvpCdp2yE9wo12qtX5BedmTPPZYtm+/p37n/8yYXXnnPkQIpRHSetS3mFmenZGWfPy39Y5tns40dO1lRblZfkj6LzfLPZ1DMyrNE/qmfEF//9S/kFzq/2MthLHu3wiFB5MOVqfklRmVobavptU2RYQlxp1bBDG5ZQyjoFBPpPvClRtLSIqPCEcSPGTho1duIoi4/3NWbKf21melZGevZ5edzSs2UkRg1TiSuHrv6GIohGP2/e3l/EKmw2m7hBxw6fVGISPr7er/z9l6OThgk0ycpFZ3Qjnqb60bO8dJ0kdF0lnCMTAAAA0CJbAgAAGKK3hCtoIxPabAk1LCENGhtwZEtlbmaDtchNSzNGTgzzDeBayyXKSr+oWRQRHS4X342mhUd+sfiek5Wr21Fdl3fm62fp2i2ksKBYhgFk/MM/oC0bmMsfsNMp6Z8t3bB9Y/JX5g3oRPU2DIyF9uwuj1ttrf1SbiNhiYjoXkY79nSEJYQjnqGGJYaNjI/uE3H+XM6B5KMFl4u7dQ8RjgyV1GNX1oinzZygDRvMTFyg1NHSCekatGrnu7rBGe6fEr8AABAASURBVHOn/uqVH4smKS0u27V1/8pP1h8/lKq03W4R/v5+oqX921G7SfrRc08Qk2iykwcLMk6W6AYHTTAFdjHrWkqoqRJqewldQII3UwAAAC2yJQAAgCF6S7iaLjihFHFSIhPTFgQveemydnJ1lX3D0oy5D/UTcAGL5Ytl7jp73TWm1dd98RvhefUyWt3RXnetHevqv3i1bVcnKyuqn33yD/t3H9EORkSFxw6IGRAfO2REfNqpc//vj/812v0a/3RrTa2yUm9rrPrTNf7T1VfzM3Rlo2bOnfqvv74nfy82rtp278O3y5F1K7coL90ypw3qEW1dv/s3T7+qZpMIRyLCgPi+sf1iBg7pN2LM4O899KyMoIgb1+I/EPK7rHyLwyNCZ8+/WaBJ7LX1ny3WNzC3+Ikhk81q+EHXXkLNk9BFJohJAAAA6JAtAQAADBGTcBFtwoSSKqFuqDkT4TE+8Ym+qXurtDvu3Xhh/MyIbmFt+Vl7d9WlW3BQSGBpcdnFnHy5vG6UMJF74Yvmw8FdgpSNiOieZ06eu/JSzqXI6J6N7nWlE3LhlU7I3hYvP38f0Xb+9dd31ZjE9NmT71xwa9+4PgEBX35a/+yZjGvsnpVp2Bsj7+IlZaN7aBfnV3MvXuoe2njP9ryr/Zy7OFIiVDNum6q0a96yYbcSlti4Zrtw1IMaNXaoaF25Ofl/eO41JSYRFt79wSfuSRg3oldUmLaHRLUmYtG2Soq++IC/DDV50pGmqXavyym+XKMbHDnd09viqetxbRSTEAAAADBAtgQAADDEqkorUD9L69z+etL8kNOHquyaSk71dWLl22mP/Ky112Q7ieiYXseLT8lvwaXcy0YdFPIufLH4HtItWNmIiPqib0R+7iWjP1ntdB1q3LWiFZQUlS3/YI2y/bu/PD1t1sRG51zjT7DZaosKSrpc/b9rqf/9rt0bCUvkX7wshg90HpcRoPy8K0Wf5M9/124NwhJy0V+GHw7uOXZk/4nL+YXFRaUZZ6905rh59mTdqenzvf8TLrb0f6sryq/ECMckDfv1n55yPgIyYlFRXinah+rqLxbT/QNavjxUJ1FVXrtleaZusEu4R//RXsq5Wlu7ybOhRvtdAwAAQMsV2RJ8HgcAADdBbwnX0UYjtI2vtVVBAoJNCTMCdDumHS86deTG+gHgOvW6muuwdWOy0Zwt63cpG4OHDby61xdhie2b9hjttVXda3icaDtnT2dYa66EuWL7xzQak5BSj51WNuoMalLt2rKv0fGdV8cb/T8mb9/f6F7bN+5RsrKGjor38tJ/vGn6nClf/OFb922/+k2ZOXeqaHWnUs4qG3PvmdloVObEkVPqtlrpS1z5HW+Dm6M+/aJ3pn4qv37x4g8FmmT9R+eqq/TtQxLmeDp3ulYfdTEJAQAAAGOuuF4iLAEAgJugt0Sr0UUm1KWuhBlBfkH6i6tVi9Ou2cUATTR73jRlY8m/P6msqHaesHPzvkN7jwtHLaZbZn/R3mDKzeMCg/zlxrYNySlHTjvvVXi5+P3/Lle2Z8ydItqO99U20VWV1Y1OOJ2SfiD5qLJttzfe0vl/by93jlhcyiv89KPPle1b75jmvNe6lVtzrxZrUsnTyzv//FDZnj2vkRYIN82cIA+13DiYfHTvjkNyI35o/z79okSr877aQaTa4NAt+c9SdVvbDdvi4/XFYGMtN9A+5WVX7t10UTcYPcgjLOaLrhLOna6NkiSITwAAADTKFUsNhCUAAHATxCRcyjlhQheZkLwtpkl3Bup2LMyr3rMhR6ClJYwfMfmWJLlRcLn4J9/8VX5ugfbV/buPvPT8G8r2g9+4W20R0aVb8CPfuV/Z/sUPXzp6KFW714WsvJ9+6zeVjrXs4WMGj50wUrSdfgP6KD91F3PytqzbpXv1+JFTv/rpH9XfeiWvwtm5tPO//umftJ2fcy9efvo7v1VG7nv4jpjYCOe9bLbaZ773h9wLX9a5kvN/89SrMhAiHMGGOY11Zpbxnim3jJMb+3YfPnH0SjrC9LZodi31G9hH2Vj+4Vpt1EE4/iN/e+W/u7cdUEesNV8eHPm7bHFEgy7m5MrgjWgV8nv037+/L78Wv/mRwI1bueiMbsTTVD9yusk5VcK5sQTZEgAAANeD3hIAAMAQCyuupu19re0toTa+lgaNDTiypTI3s8Ea8calmSPGh/kGcN3Vwp58+rHD+0+UFpcdPZj6+D0/Gpk4NLxXaHVNzcWsPLVI0cjEIQ89ca92r7sWztmwalvqsTN5uZe/9+Cz46cmyL28vb0u5uQf2HNE6dbQtVvIL1/5Sdv+Tvn4et9x78zlH6yV2795+tV9uw4PGREXFBJ4/lx28vaDSivsgED/8rIKuVFS3HiTCbnIvnHNjvQz5wePGNi1W5fcnLwDyUdkIEc4ogvf/MGDRnudOXnum/f9ZHTS8PCIsMKCohOHT8nVc/lSSNegn7/wQ6POzLfMnrx+1TblGMqjp5Z1amVz7rz548WfyvCS/C5//c4fzJo3rU+/6OLCEvmf2rh6m/Lf1xy60uAuX0YTo/tEnklNr66yPnb3D6P6RMqR//fOC8KVMs5m//uNJcLxHX/wiXsEbsTJgwUZJ0t0g/HjTMHdzbqwsZoqoUQmnAMSvIcCAAAYcUXJaG6PAQBwE/SWaE264IQMSKiRiWkLgpe8dFk7ubqiduOyjNse7CfQonpFhS1a9teXn38jecdBuda8YfV23YR59876wXPfMJtN2kEvL/P/e+fFN19b/OE7n9rtdds36ptMDBsV/5tXnw4N7yba2rd/+sjBvcfOn8ux1thkfEIJUaiGjxn8zG+/t2D2t+V2ZnpWo3/C07/+7kvPvyEjCkpQQTVsZPwr//dLuQ7e+N/7o4f/999lMmyz7rOt2vFuPbr8+d+/uUZdpnFTxsi4RXFhqdxOmjSqa/cQ0RYiY3p++yePvPq7/5Pb6Wnn//6nt7Wvelu85E/FhfO57711pZRTxtms6D5fpowseOSO3/7sL8KRhSO/5E+L/KU2CsOgbdXVidVLzuoGLX5i6NQG5Zt0/SSUmIQuMsG7JwAAwDWQLQEAAAzRW6IVaBMmlFQJdUPNmQiP8YlP9E3dW6Xdcc+GC+NmRHQL8xVoUTJ48Oq/fv3Zx+sPHziRk5V79tQ5i8USERU+ePjAW+ff3G9A70b3svh4f/+ZxybelLhx7Y7szAtyTb+yoiq8V1j/+D7Tb5uSOH5EO1mGDgjwe2f5Gx8v+Wzr57vy8wsu5xXIOEpAoH+/uD633ztz+uxJ8t85bPSgowdSTh5PO5Oa3j8+VvcnTLgp8c3//fFfb7y3e+t+uTDbMyIsJjbyltmTpt06SRet0QqPCP3PJ6/987XFn3+2ubrK2j20a1TvXhOnjZ0z/5bAQP9r/IPlX3HzrZM+eW+VaLsKTor5C2cPHRn3zj8/ykjLys8rKC+rkL+28n8xKmHoA9+4q2dkmAxlKWGJ9au2KtXAFDNvv6mqquY//+9/BZeKhKPqV0lRWaN9s9Hm9m26UJinbx8y4hZPb4unrse1rquEGpMQAAAAuA6u+BAk6xcAAHQkyhu38vF8yW631zoUFRVVVVX5+Pj07t1bwJXUb4FC+S4olO+FzWYrKbS+9fxFe8Nq/wOGd3nop0MF4HqPzP+hjFLIjbV7/qe0+L4er73wr48Wr5QbL/3t55NuHiua5Kff/M3u7Qdk7GTF1kVG2RhA81VX2f/0oz3VFQ2ak3cJ95jzbW8ZjPC6ymw2qxuStr0EqRKuU1pa+swzz8iN73//+3FxcQIA0Lrk6VfelXzta1+bMGGCAFrCxYsX5WNZWZm8BfZ2kNdX8tF8la531/X8meQjAwDgJlhYaR3Ova89G5JrXgHBpoQZAbodTx8pOnOsSADu61JeYfKOg3Jj2swJxCTgUps+ydDFJKSEOfIMbNjp2rl2EwAAAK6HKxIbCEsAAOAm6C3RJnSRCXUhLGFGkF+Q/kJr5aIzdXUCcFfLP1ij3LHcOv9mAbhMQV7V7vU5usHoQR5hMQ26SujKNzXaT4L3TQAAgK/kiksmwhIAALgJeku0GueECV1kQvK2mKbcpa9HX5hXvXfDBQG4kdycfHGl+XDdqk82LP7nR3I7tn/MsJHxAnCZ1e+drW8Y4vU01Y+crk+P0G7rwhJEIwAAAK6fK5YaaHkNAICbICbRmrS9r5WYhK7xtRSX4HdoU3luZoMWExuWZgwfH+obwDUY3MRfX35r6/rd2pEFX58nAJc5l1py6lChbjAuyTO4u1kXHlZTJdQiTrqABMEJAACA60G2BAAAMMTySlvRJUxoS4hMW6BPmKiuqN20LFMA7qJ7aFft01l33DT7Tio4wVXq6q5Uw9MNWvzEsJu8tOdetaSeNk+i0SJOAAAA+EpkSwAAAEP0lmhl2oQJJVVC3VBzJsJjfOITfVP3Vml3TN6QkzSjV7cwXwF0fAPiYpXu1nFDBsy9a7oMSwjAZfZtupCfU6kbHHGLp7fFUxeN0HaV0MYkBAAAAG6QKy6iCEsAAOAm6C3RhrTdJtSCTkpkYtL8kNOHquyaSk71dWL14rMP/nSIAFzj7aWviRv3w+e+Ib/EDbrt7unySwCuV11lX/9xhm6wS7hH/9FeyrlXW7tJDU402lWC+AQAAMD1c8WHICniBACAmyAm0fqce197NiRXxAKCTQkzAnQ7njpSeOZYkQAAXLdNSzOqK2p1gwlz5JnWsNM1eRIAAADNR28JAABgiDWXNqeLTKgLZAkzgvyC9BddKxedqasTAIDrUZBXlbz+gm4wKt4jLMas7Sqh7XTtnCdBqgQAAEATuOJDkIQlAABwE/SWaBPOCRO6yITkbTFNuUvf+7owr3rfxgsCAHAdVr97ts7e8H7Yo37UDH16hK6Ik67NNQAAAJqAbAkAAGCI3hJtRReZUMuGaBfI4hL8wmO8dDuu/ySjusouAADXdC615NThQt1g/DhTcHezLgyspkqoRZx0SRLEJwAAAG4U2RIAAMAQMYn2QJcwoS0tMm2BPmGiuqJ20ycZAgBgrK7uStU73aDFTwyb2qB8k7bBtXoGbjQyAQAAgBtCtgQAADDEaksb0iZMyA3nxtdSeIxPXKKvbsfd63MK8qoEAMDAvk0X8nMqdYPDp3lafBs08lFPttqsNco3AQAANB/ZEgAAwBC9JdqJazSZmDw/xNSwklN9nVj17lkBAGhMdZV9/ccZusGg7mJAgpdzp2tdlIJO1wAAAC2CbAkAAGCI3hJty8Op97VzzkRAsClhRoBux9OHC8+llggAgJPNSzOrK2p1g2PnmmXowajTNXkSAAAALYtsCQAAYIiYRLvinC2hPCbMCPIL0l+ArVx0pq5OAAC0CvKqdq/P0Q1GxnmE9zE5p0qo5Zt0eRKkSgAAADQT2RIAAMAQay5tzjlhwrmOk7fFNOUufe/r/JzKfZsuCACAxpr30uvsDSPuHvVjbjWCGz1nAAAQAElEQVTr0iN0RZx0ba4BAADQTGRLAAAAQ/SWaA90kQm1nIh24SwuwS88xku34/qPM6qr7AIA4HAuteTkoQLdYPw4U1BXky7cq6ZKqEWcdEkSvDkCAAA0B9kSAADAEL0l2htdwoS25Mi0BfqEieqK2k1LMwQA4Eqg/Up1O92gxU8Mm2pWTqq6UIQ2T6LRyAQAAACajGwJAABgiJhEO6FNmJAbzo2vpfAYn7hEX92OyesvFORVCQDo9PZuupifU6kbHHGzyeL75YlUmy2hzU6jfBMAAEDLIlsCAAAYYhWmHbpGk4nJ80NMDSs51dnrV793VgBA51ZdZV//0TndYFB30X+M2bnTtXpedW52LXhnBAAAaAlkSwAAAEP0lmg/PJx6XzvnTAQEmxJmBOh2PHWo8FxqiQCATmzzsszqilrd4Ni5Zhl6MOp0TZ4EAACA65AtAQAADNFbot1yzpZQHhNmBPkF6S/GVi46U1cnAKBzKsir2r0uRzcYGecR3sfknCqhlm/S5UmQKgEAANCCyJYAAACGiEm0K84JE851nLwtpil36Xtf5+dU7tt0QQBAp7TmvfQ6e8O3M4/6MbeadekRuiJOujbXAAAAaEFkSwAAAEOsxbQ3usiEWmZEu6AWl+AXHuOl23H9xxnVVXYBAJ3MudSSk4cKdIODxpuCupp0YV01VUIt4qRLkuA9EQAAoKWQLQEAAAzRW6I90yVMaEuRTFugT5iorqjdvDRTAEBnIu92Vy46oxu0+IlhNzXodK1tcK2eURuNTAAAAKBFkC0BAAAM0VuiHdImTMgN58bXUniMT1yir27H3etzCvKqBAB0Gvs2X8zPqdQNjrjF5G1p0JhHPXlqs9Ao3wQAAOA6ZEsAAABDxCTauWs0mZg8P8TUsJJTnb1+zXvpAgA6h+oq+7oPz+kGg0Pr+482O3e61kUp6HQNAADgUmRLAAAAQyzEtE/Ova+dcyYCgk2JMwN1O548VHAutUQAQCeweVlmdUWtbjDpdi8ZejDqdE2eBAAAQOsgWwIAABiit0SH4JwtoTyOmR7oF6S/MFu56Aw5MADcXvGlmt3rcnSDkfEiNNrknCqhlm/S5UmQKgEAAOAiZEsAAABD9JZot5wTJpzrOHlbTFPu0ve+zs+p3LvpogAAt/bZu2l19gbvX56m+jGzvHTpEboiTro21wAAAHARsiUAAIAhYhLtmS4yoZYf0S60xSX4hcd46XZc/9G56iq7AAA3dS615OTBAt1gXJJnUFeTLnyrpkqoRZx0SRLEJwAAAFyBbAkAAGCI5ZiOQpcwoS1RMm2BPmGiuqJ287JMAQDuSMbTVy46oxu0+IlhN3lpz43aBtfqmZNsCQAAgNZBtgQAADBEb4l2TpswITecG19L4TE+cYm+uh13r8spvlQjAMDt7N9yMT+nUjc44hZPb4u+AY+2q0Sjza55BwQAAHARsiUAAIAhekt0INdoMjF5foipYSWnOnv9Z++mCQBwL9VV9g0fZ+gGg0Pr+4/20nW61p4nnZtdC2ISAAAArkS2BAAAMERMov1z7n3tnDMREGxKnBmo2/HkwYJzqSUCANzIluWZFaU23WDS7V4y9GDU6brRPAkAAAC4FNkSAADAEGs0HY5ztoTyOGZ6oF+Q/iJt5aIzBJ4AuI3iSzW7Ps/RDUYP8giNNulSJbTlm3R5EqRKAAAAtAKyJQAAgCF6S3QIzgkTznWcvC2mKXfpe1/n51Tu23xRAIBbWPVeWp29wf2tp6l+1EyzLj3CuY6TNiABAACAVkC2BAAAMERviY5CF5lQy5JoF+DiEvzCY7x0O6778Fx1lV0AQAd3LrUk9UCBbjB+vCmoq0kXplVTJdQiTrokCeITAAAArka2BAAAMERMoiPSJUxoS5dMW6BPmKiuqN2yPFMAQEcm36xWLjqjG7T4iaFTzNpzoLbBtXqGJFsCAACg9ZEtAQAADLFG04FoEybkhnPjayk8xicu0Ve3467Pc4ov1QgA6LD2b7mYn1OpGxw53dPb4qmNRui6SjTa7Jo3PgAAgFZAtgQAADBEb4kO6hpNJqbeHWJqWMmpzl6/6r00AQAdU3WVfcPHGbrB4ND6/qO9lHOgczMJdZtO1wAAAG2CbAkAAGCI3hIdi4dT72vnnAm/QFPizEDdjqkHCs6llggA6IC2rsisKLXpBpNu97pGp2tqNwEAALQtsiUAAIAhYhIdmnO2hPI4ZnqgX5D+gm3lojN8twF0OMWXanauzdENRg/2CI02abtK6Mo30ekaAACgbZEtAQAADLFG0+E4J0w413Hytpgm3xWk2zE/p3L/losCADqU1e+l1dkbxFQ9TfVjbjVfI1Wi0fJNAAAAaE1kSwAAAEP0luiIdJEJtVyJdmEuPsE/PMZLt+OGjzOqq+wCADqIc6klKQcKdIPx4z0Dgk26cKyaKqEWcaLTNQAAQBsiWwIAABiit0RHp0uY0JY0mbYgWDe5otS2dUWmAICOQL47rVx0Rjdo8a8fOsVLe67TNrhWz4SNFnECAABAqyFbAgAAGCIm0UFpEybkhnPjayk8xid+rK9ux51rc4ov1QgAaPf2b7mYn1OpGxw13ext8dRGI3RdJbQxCQEAAIA2QrYEAAAwxKqNG7hGk4kpd4WYGlZyqrPXr34vTQBA+1ZdZd/wcYZuMDi0vt8os3PtJnWk0a4SvNMBAAC0PrIlAACAIXpLdFzOva+dcyb8Ak2JMwN1O6YcKDiXWiIAoB3buuJ8RalNNzhoapXValVjEtqECedO1wIAAABth2wJAABgiN4SbsM5W0J5HDM90C9If/G2ctEZvu0A2q3iSzU712brBkP7Vpv8izMyMk6fPp2fny/fvJzLNzknSRCfAAAAaBNkSwAAAEPEJDo054QJ5zpO3hbT5LuCdDvm51Qe2JIrAKBdWv1eWp29wduTp6l+yE12+Z5lt9vLyspOnjy5YcOGQ4cOlZaWNpoqQTQCAACgbZEtAQAADLFw09HpIhNqu1dt4fX4BP/wGC/djus/PmetqRMA0M6cSy1JOVCgGxw0wRQZ061fv36RkZEWi6W2tra6ujolJeWDDz748MMPZZRCqUmoC0jwHgcAANBWyJYAAACG6C3hTnQJEx4eHmpkYtqCYN3kilLb5mWZAgDaE3n3unLRGd2gxb9+yGSzPKd5eXmFh4ePHTt23LhxERERSvJEZmbmJ5988sorr3z++edFRUUeDoKYBAAAQJtyxcWYWQAAALfgQW+Jjk/5JirXfHJDBiTUDaX2el1dXXiMT/xY39Q9Vdodd67NHntzr5AeFgEA7cOBLbn5OZW6wVEzzN6WBt2tw8LCIiMjZXDixIkTBw8elNGIsrKyjRs3rl+/Pi4ubtKkSUOGDCEsAQAA0IZc8SFIwhIAALgJYhJuxkNT00kJSyireDIyMeWukNMHq+y2LyfX2etXLzm78AeDBAC0A9aauvUfn9MNBofW9xtp1tWmU4ITgYGBEydOlEGI06dP79q1Sz7Kk15qaqqMVXTt2lW+NGHCBDlHAAAAoNWRLQEAAAzxYVL3oE2YUJ4qMQklLKGs5fkFmhJnBu7+rEy7Y8r+y+dSS/rEBwsAaGtblmdWlNp0g0m3e2ljEmrChNrpWm4MGTJk2LBhly9f3r59e3JyclVVVWFh4aeffrpq1arhw4dPnjx5wIABAgAAAK3IFdkS9JYAAMBN0FvCLanZEuqanfI4ZnqgX5D+Qm7lojPkzABoc8WXanasydYNxgz1CI02aTvlqJSznIdGaGjo3Xff/cILLyxcuDAyMlLubrfbDx48+Nprr/32t7/dvHmzDFcIAAAAtApXLDUQlgAAwE3QW8JtaMs3qbSRCcnbYpp8V5Bux/ycygNbcwUAtKnVS87W2Ru8H3ma6kfPNGtrN+m2FdqTntzL29t74sSJzz333E9/+tPExESz+Uquf25u7kcfffTss8++++67BQUFAgAAAC7miqUGijgBAOAmiEm4E20pJ21vCbXxtRSf4H94U0VuZoMyKes/OjdsXKi3hY+eAGgb51JLUvZf1g0OnmQKCDbpWkqoqRJKZEIbkFCo27EOd999986dO3fs2CGjEVardZfDoEGDpkyZQltsAAAA16G3BAAAMMSKjLvSBSdkQEKNTExbELzkpQbLfxWlts0rMmfe20cAQKuT8fGVi87oBi3+9UMmmdXwg669hJonoYtMOL+pBQQEzJw5c8aMGcePH9+6dWtKSoocTHHo2rXrpEmTJkyYIOcIAAAAtChXlIwmLAEAgJugt4Sb0SZMKKkS6oaaMxEe4xM/1jd1T4Ma6ztXZ4+9qVdID4sAgNZ1YGtufk6lbnD0DJOXt6eux7U2LKGNSXzlXyHnDHW4fPlyWlqajE9kZmYWFhauWLFi1apVo0aNmjx5cmxsrAAAAEALIVsCAAAYoreEG9N2m1ALOimRiSl3hZw+WGXXVHKqs9ev+d/ZBd8fJACgFVlr6tZ/dE432K2X6DvSS5shoQYktF1zdF0lrufWt7tDUlJSVlbW5s2b9+/fX1tbu9chKipKBicSEhK8vb0FAAAAmscVH4Kk7jAAAG6CmIT7ce597dmQXNrzCzQlzgzU7Xhi3+XzaaUCAFrRluWZFaU23WDiXJOuapP2UReTEE0igxAPPfTQSy+9dOedd/bo0UOOyEDFe++99+yzz3788cf5+fkCAAAAzUC2BAAAMEQFJ7fXaLaEfBwzPfDItorK0jrt5JVvp33nd6P4oQDQOoov1exYk60b7D1UdI/4oquEzjWSJJr2dubn5zd9+vRbbrklJSVl69atJ06cqKqq2uQwcODAKVOmDBs2TKmGBwAAgBtCbwkAAGCI3hJuSdthQmgiE9oOE96Wusl3Ba39b7F2x4uZ5Qe35Y6eEi4AwPXW/O9snb1B0p6nuX7UTG9dJwldWMI5MtFM8g8Z7FBQULB9+/Zdu3aVl5efcggJCZk4ceKkSZMCAwMFAAAArpsrlhr4tAgAAG6C3hLuSlfKSVuQXV3gi0/wD4/x0u247sNz1po6AQAudj6t9MS+y7rBIZNMAcEmXUsJhXoScw5ItNRNb7du3ebNm/fCCy88/PDDffr0kSPFxcWfffbZc88999Zbb505c0YAAADg+rhiqYFsCQAA3AQxic5ADVEo2RJKEac6h2kLgpe81GBZsKLUtmVF5ox7+wgAcBn55rPy7TTdoE+AGDzxi/JN2nY42qfOkYmWLw5gNo91yMrK2rJly/79+2022wGHXr16TZ48Wb5ksVgEAAAAjJEtAQAADFHByY1pEybkhnPjayk8xid+rK9ux11rs4sv1QgAcJkDW3MvZpbrBkfPNHl5e+p6XF+jq4SrRUVFPfjggy+++OL8+fOVttgXLlx4//33n3nmmQ8++CA3N1cAAADAANkSAADAEL0lOgltiELX/nrKXSGnD1bZbV9OrrXVr33/7P1PDhIA4ALWmrr1H53TDXbrStM3RwAAEABJREFUJWKHm3W15pSAhFq+yajftUv5+fndcsstN998c2pq6tatW48fP15TU7PVoX///pMnTx4xYoT8dwoAAABouOI6jbAEAABugt4S7s2597USk1DCEsran1+gKXFm4O7PyrQ7Ht97+XxaaXS/IAEALW3zisyKUptuMHGuSVe1Sfto1FWi1ci/dJBDYWHh9u3bd+7cWV5efsYhODh4woQJEydODAkJEQAAAHBwxYcgKeIEAICbICbRqajZEuran/I4ZnqgX5D+Am/l22n8dABoccWXanauztYN9h7m0T3ii64SOtdIkmiT+ETXrl3vuOOOF1544ZFHHomNjZUjJSUlq1ev/sUvfvHPf/7z1KlTAgAAAGRLAACAa6CCk9tzTphQIxNyXKnj5G2pm3xX0Nr/Fmt3vJhZfnBb7ugp4QIAWs6a98/W2RvEPD3N9aNnmnWdJHRhidZvLHFtZrM50SEnJ2fLli379u2zWq2HHcLDwydNmpSUlOTr6ysAAAA6K7IlAACAIXpLdAbaxhJKTEKNTKgLf/EJ/uExXrod1314zlpTJwCghZxPKz2x97JucMgkk3+QWddSQqGerJwDEu3kzSsiIuJrX/vaiy++ePfdd4eGhsqR3Nzcjz766Nlnn12yZIkMWggAAIBOiWwJAABgiN4SnY0aolCyJerq6pSECWnaguAlLzVYLqwotW1dcX76vb0FADSbfLdZ+XaabtAnQAye+EX5Jm2JOe1T58hEewuo+/r6TnNITU3dtm3b0aNHrVbrDofY2NjJkyePGjXKbOY+GgAAdCKu+BAkl1MAALgJYhKdhLaUk9LvWt1QSzmFx/jEj/VN3VOl3XHn2qyEm3qG9LAIAGieg9tyL2aW6wbH3Gr28r5W+aZ2VbvpK8U7FBcXy+DEzp07y8rK0h0+/vjjCRMmTJo0qWvXrgIAAKATcMXFG0WcAABwE1Rw6oS0a3y6zyZPuSvE1LCSU62t/vMP0gUANI+1pm7dh+d0g916iT5D9UkSSkBCe4JqtN91exYSEnL77be/8MILX//61/v27StHysvLP//88+eff/4f//hHSkoKnwkAAABuzxUXPGRLAADgJugt0Xl4OPW+VlIllJwJZUHQL9CUODNw92dl2h2P7bk0blZEdL8gAQBNtWVFZkWpTTeYONekq9qkfTTqKtFRyP9FgkNOTs7WrVv37t1rtVqPOfTo0WPSpEnjx4/38/MTAAAA7ohsCQAAYIjeEp2Wc7aE8jhmeqBfkP5iz7kcPABcv+JLNbvWZusG+wz36B7xRVcJnWskSXTE+ERERMTChQtffPHFe+65Jzw8XI5cunRp6dKlzz777OLFi7OysgQAAIDbIVsCAAAYIibRqTgnTKiRCbXDhLelburdwav/U6Td8WJm+cFteaMmhwkAuHFr3z9ba2vwduNprh8900tXuEkXluhwjSWuzdfX9yaHU6dObd269ciRIzabbbdDTEzM5MmTExISaIsNAADchiuu37hUAgDATVDBqbPRRibUOk7asIQ0cIzfwY3luZkNyq18/kH6kLE9vC1kzQK4MefTSo/vvawbHDr5StU4bShCpYZLnQMS7vGeNdChuLh4h0NpaWlmZubixYs/+eST8ePHT5o0qUePHgIAAKCDc0XJaG5HAQBwE/SW6Mx0ja+1pVSmLQjWTa4otW399LwAgBtRX99IFTi/IDFowhflm3T9rj0bci7i5DZCQkJuu+22P/zhD4899li/fv3kSGVl5YYNG371q1/97W9/O3bsGOmMAACgQyNbAgAAGKK3RCekTZhQUiXUDTVnIjzGJ36sb+qeKu2OO9dkjb2lV1AXbwEA1+fgttyLmeW6wVEzTV7e1yrf5E61m65N/pdHO1y8eHHLli179+6tqalJcejWrdvEiRMnTJgQEBAgAAAAOhqyJQAAgCFiEp2cdu1P95nlKXeFmLwaTK611a9ZclYAwPWx1tSt+/CcbrBbL9FnqFl3wtGVbzLqd+3GevbsuWDBghdffPHee+9V2mIXFBSsWLHiueeee/vtt9PT0wUAAECHQrYEAAAw5PYLPWiUh1PvayVVQsmZUBYK/QJNiTMDd39Wpt3xWPKlcTMjovsFCQD4KltXnK8otekGE+eadFWbrl27qVPx8fGZ6nD69GmlLXZtbe1eh8jIyMmTJycmJnp7k7IGAAA6AFdkSxCWAADATdBbAuJqzoTa/lqp4yQfx0wPPLajory4Tjt55dtp3/39KAEA11R8qWbn2izdYOwIj+4RZm0nm2uXb+okqRLOBjiUlJQobbHlRnZ29pIlS5YtW5aUlDRlypTQ0FABAADQjpEtAQAADNFbotNyTphQy6eoHSa8LXWT5wev/k+RdseLmeWHtueNnBQmAMDY2vfP1toavL94mutHzfDSdZLQhSU6VWOJrxQcHDxnzpxZs2YdOXJk69atZ86cqaqq2uwwcOBAGZwYNmyY0h8IAACgvSFbAgAAGCIm0ZlpIxPabAk1LCENHON3cGN5bmaDMixr308fnNjD28JaGIDGnU8rPb73sm5w6JQr1eF0/SR0XSWcAxIEJ+TxGeWQm5u7ZcuWPXv21NTUnHIICQmZOHHipEmTAgMDBQAAQHviiqs4bkEBAHATLPdAoWt8rS2xMm1BsG5yRalt28rzAgAMrHw7TTfiFyQGT2hQvknbXsKosQRvUlrh4eH333//Sy+9dN999/Xs2VOOFBcXf/bZZ88999xbb7115swZAQAA0G644kOQZEsAAOAm6C3RyWkTJpRUCXVDzZkIj/GJH+ubuqdKu+OO1VmJN/cK6kLnVQB6B7flXcws1w2Onmkye30Zh9DFJ6jddP0sFssUh9OnT2/btu3IkSN2u/2AQ69evSZNmpSUlCTnCAAAgDZFbwkAAGCI3hJQqZ9Ndm5/PeWukNMHq+yaSk61tvq1S87e+914AQAa1pq6zz9I1w2Gxnj0HmpW8yEaLd9k1O8aRrRtsXfu3FlcXHzhwoUPPvhg+fLlY8eOlXELJaMCAACgTdBbAgAAGCImAQ+n3tdKTEIblvAPMifMCEhe1eDjz0eTLyXNjIjuFyQA4KqtK85XlNp0gwlzTNqAhLJxjdpNuH5qW+yjR49u3br19OnTNTU12xz69+8/efLkESNGyKMtAAAAWhfZEgAAwBALQNDRZUsoj1LCjKDjOyvLi+u0k1e+nfbd348SAOBQfKlm59os3WDsCI+u4SZt1aZrl28iVaIJ5MEc6ZCbmyuDE3v27Kmu/v/s3QdcE+cbB/CXhL1BlooDRRDceyC4R9W6tx1abavWarWtbe2/u7VDu7Rqa1tr1dq6rXsr4FacKCIyBdl7hJGE/2OunmcgIYxAEn5f/fB5c7kcR+5yd3mfe96nMELB1ta2j4K9vT0DAAAAqC3IlgAAAACVUFsCWHkJE/ywKnyFCVMzecA4u4PrM4UvTIzN+9/zQQwAQAWRcWnnISbCgZuU2igsUbPc3NwmT548ZswYikwEBwcnJCTk5OQcPHjw0KFDHTp06Nu3r7e3NwMAAADQPmRLAAAAgEqoLQEcYWRCKVuCC0sQ766W107nJ0YVMwAAzbTvJ7a0EZcbk+DDn2UDEghOVJOZmVmAQkRERFBQ0PXr12Uy2XUFV1dXf3//Xr16WVhYMAAAAACtQbYEAAAAqISYBJSlFJyggAQfmeg/0W7L16kMAEADlrasjZ+JUo1rpTyJspEJxCRqUCuF3Nzc4ODgM2fOZGVlJScn79ixY+/evd26devXr1/jxo0ZAAAAgBYgWwIAAABUQu8P8IQJE1yqBN/gcybcmpv59LAIuyhhAAAV6Tbc2NhE3fBNGLupdtjY2AwfPpwvix0eHl5cXHxWoUWLFgEBAZ07dzY2xtd8AAAAqEnIlgAAAACVUFsCysXfs8znTPAJE33H20dcK5QWI88GANRxaWbUvK2JsQIdQPiGcPgmVfWuQRvo3e6okJKSQsGJCxcuSCSSKIUdO3b4+fn5+/s7OjoyAAAAgJqAbAkAAABQCbUlQKhs7WsuJsEP5UQNa7tS/zE24SESbs8pfYzpwJhgtAJSqZT7E6gDFP2b+oK2GreDEQZ6S+kA0muUOR+HqLDSNYNa5OLiMnHixNGjR1+6dCkoKCg+Pj4vL+/IkSNHjx5t27Zt3759fXx8sFEAAACgmpAtAQAAACohJgFqKGVLsMdBiM4D7NoHWMlkMupNlilQn3KdxydKSkqSk1NoZajt7OxsaWnGQE+kp+dSr6i5ubmrqysDvSWMMQiDEMaP8akSXGSibJIEusJrk6mpaR+F+/fvBwcHX716lY6ftxToEErT/fz8LC0tGQAAAECVIFsCAAAAVEIfECgpmzAhzJngEib4qAM/Egs3vpMwMlHLKCaRkJBAYRJqN27c2MbGhoH+oA5r2oK052B0e73Ghxb4ZAguJqGUJ8HHJJAtoSM8FSZOnHhGISMjIzU1dffu3fv27evatWtAQEDz5s0ZAAAAQCUhWwIAAABUKkVtCShDGJngug6ZYLAmvuOYnqIwADeDMCzBaj1bori4+P79+9SvTW0PDw+Mja53zMzMihW4DmsG+klYJUIpMsH/LDuCk/DlDOqOtbX1sGHDhg4dypXFvnv3Lh3hLyg0a9aMghMUojAxMWEAAAAAmkG2BAAAAKiE2hKgnlJwgsNFJrguRaURnGo/MlFUVBQaGlpYWEhtLy8vjAKkjywsLGg7MkXWC/WNMtA3SvlVfGRC/LRyy1xj+CadQhuig0JKSkpQUND58+clEklsbOymTZt27tzZu3dvf39/Z2dnBgAAAFARZEsAAACASohJQLmMVNS+5oMTXEFpfgQnria2sAg2qxXFxcVXrlzJz8+ndvv27Zs0acJAD9nb23NhCdqguB1bT/HRBaVsCX7UJj5KUW6qBOgaFxeXCRMmjBo16vLlyxSfePDgQUFBwXEFX1/fvn37tm3bFlsQAAAA1EC2BAAAAKiEPgWokLCGrdJECkXwYYnaT5WgLmzqLMvJyaF2165dW7ZsyUBv0e5UWFhIESZTU1MG+kmY+sBXjyg3PoFK1/qCPo9+ClFRUXS8vXr1qlQqvaPg6OjIVcxGhhMAAACUC9kSAAAAoFIpakuACnzCBL+TcGEJpdFX+GrYwrBELaCYxNGjRzMyMqjds2dPX19fBvrM3Nw8RwFhCb1mVB6l4ITS8E2gF1ooTJgw4ezZs8HBwRkKe/fuPXDgQOfOnQMCAhAYBgAAACXIlgAAAACVUFsCKiS8muSCEEoxCblczmp97KZ///03JSWF2j169OjUqRMDPWdtbf3gwQPq6MQgTvpOOJoTH4TgkyfKBiQQnNAj9DkdOnTokCFDQkNDT58+HRYWJpPJLiu4u7tTcKJ79+6ILAIAAAAH2RIAAACgEmISoAYftVLqQ+QncqEILjjByuxOWtq7SkpKtm/f/vDhQ2p369atT58+DPSfnZ0dbVFd6VwAABAASURBVNm0tDSxWMxA35QNMxipxTB8kz6jrdZOITU1lSuLXVBQEB8fv2XLlt27d/fs2bNv374uLi4MAAAA6jdkSwAAAIBK6BIC9ZQiE/xDbkAnYTEJYRBCe+EuqVT6zz//xMbGMkVMYujQoQwMgqOjI4Ul0tPTuXF+GOghpeCEUnxCqc1wAtJ/zs7O48eP58tix8XFSSSSUwre3t4UnGjfvj0+zgAAAPUWsiUAAABApVLUloCKKKVHcL2KXBzCSDAIWC2EJSgmsXHjxsjISKaocT169GgGhqJBgwa0famRmZmJ+6z1VLk5E+X+ZIhJGBATE5PeCtHR0RScCAkJoc9yuIK9vb2fn19AQICNjQ0DAACAegbZEgAAAKCSEWpLgAaUcib44AR7HIGohfiWTCajmERERAS1O3fuPGnSJHRrGhJXV1euSAmFJRo2bMhA/6mJQ+DDa5A8FPiy2Onp6VlZWQcOHDh8+HCHDh0oOOHl5cUAAACg3kC2BAAAAKiEmARoSBiE4C8u+QtNpcvNGt+vqMP6zz//vHPnDrWpe2v69Ono1jQwlpaWZmZmEokkJSWlTZs2DPRQuZ/KshPx4TVsVlZWQ4YMGTx48O3bt0+fPk3HbQoqX1WgiCMFJ3r06GFubs4AAADA0CFbAgAAAFRC9xBUijA4wVTvPzW7X9Gv27Rp082bN6ndtm3bmTNnYrByg+Ti4hITE5OWlobta6hwxqk/aFu3VUhPTw8MDDx37lxBQUFiYuLWrVv37NlDkYm+ffsiLwoAAMCwIVsCAAAAVEJtCagCYbYE0zL6FX/++eeVK1eYIiYxe/Zs9FkbKkdHx6ioqJSUFAaGBWeZ+qxBgwbjxo3jy2LHxsYWFRUFKbRq1SogIKBjx45isZgBAACAwUG2BAAAAKiE2hJQHbXQ27hlyxbqzKKGr6/vq6++it4rA+bq6ko/09LS0IsNYGCMjY17KcTExFBAgiLNUqk0QsHW1tbPz8/f3x8hZwAAAAODbAkAAABQCTEJ0GVbt249e/YsNby8vObMmYOYhGFzdnamn+np6XK5HB2UAAapucL48ePPnTsXHBxMYcicnJxDhw4dPnzYx8eHAQAAgAFBtgQAAACohLuSQWft2rUrMDCQGp6enq+99pqxMS5BDZyTkxNTxEqpp9LFxYUBgIGysrIaPHjwoEGD7ty5Q8f527dv0weffnLXJNeuXWvWrJmFhQUDAAAAfYZsCQAAAFAJtSVANx08ePD48ePU8PDwmD9/vomJCQNDx4ciUlNTEZYAMHh0+dFGIT09PSgo6OzZswUFBTSd2hcvXuzWrVu/fv0aN27MAAAAQD9po6sBKdUAAAAGArUlQAcdO3Zs//791GjatOmCBQtMTU0Z1APW1tbm5ubUQNVrgHqlQYMGY8eOXbp0KT+luLiYohRffPHFihUrLl26JJVKGQAAAOgbbXQ1IFsCAADAQCAmAbrm9OnTu3fvpkbjxo0XLlxoZmbGoN5wcXGJi4tLS0tjAFDP8CP1TZ06NTY29sqVKyUlJVEKO3bs6N27d0BAgKOjIwMAAAA9gdoSAAAAoBJGcAKdcvHixW3btlHDzc3tjTfewNji9Y2zszOFJZAtAVCfUXiSIhB8WezU1NS8vLyjR48eO3asTZs2ffv29fX1xdULAACA7kNtCQAAAFAJtSVAd4SEhGzcuJEp+qYXLVpkZWXFoJ6hTc8UtSUYANRvlpaWgwYNGjhwYFhYWGBgYGhoKF2xhCo4OTn5+/v37t0bpwkAAABdhmwJAAAAUAm1JUBH3LhxY/369bQ3NmjQYPHixTY2NgzqH4QlAECIrlJ8FTIyMoKDg8+ePZuXl5eWlrZ79+59+/Z17dqV4hMeHh4MAAAAdA+yJQAAAEAlxCRAF4SGhv7666+0N9rb21NMws7OjkG9xIUlaE+gbkcnJycGAKDg6Og4evToESNGXL16NSgoKCoqSiqVXlBo1qxZQEAAhShMTEwYAAAA6AxkSwAAAIBKGMEJ6tzdu3d/+eUXuVxua2v75ptvOjg4MKivuLAEUyRMICwBAEqMjY27KyQkJJw+ffry5cvFxcWxsbGbNm3auXNnr169KD7BH0YAAACgbiFbAgAAAFRCbQmoWxEREWvWrJHJZBSTWLx4cYMGDRjUY3Z2dtTtKJVKU1JSfHx8GABAeRo3bjx9+vRx48adP38+KCiIjhgFBQUnFOjQ0bdv33bt2uHyBgAAoG4hWwIAAABUQm0JqENRUVGrV6+mPmhra2uKSbi4uDCo99zc3OLj41FeAgAqZGFhMUCBK4t969YtuqQJU3B0dOyjQOcXBgAAAHUB2RIAAACgEmISUFdiY2NXrVpVXFxsaWmJmATwnJ2dEZYAgErxUcjIyDhz5szZs2dzc3OpvXfv3gMHDnTu3Nnf39/T05MBAABA7UK2BAAAAKiEIQ6gTlC/88qVK4uKiiwsLBYtWuTm5sYAFLgAFcISAFBZjo6Oo0aNGj58+LVr14KCgiIjI2Uy2WUFd3f3gICA7t27m5qaMgAAAKgVyJYAAAAAlVBbAmpfYmLiDz/8IJFIzMzMFi5c2LhxYwbwGFfpOjk5mQEAVJ6xsXE3hYSEhMDAwEuXLhUXF1MsfMuWLbt37+7RowfFJxALBwAAqAXIlgAAAACVUFsCallKSsr3339fUFBgamq6YMGCpk2bMgABZ2dnpoiYZmRkODo6MgCAKqGY97Rp08aOHXvhwoWgoCAKdlI4/LSCl5dX375927dvLxaLGQAAAGgHsiUAAABAJcQkoDalpaVRTCIvL8/Y2Hj+/PkeHh4M4Gl8lZHU1FSEJQCgmiwsLPorhIeHU0Di5s2bdOVzT8He3t7Pz69Pnz52dnYMAAAAahqyJQAAAEAljOAEtSYjI4NiEtnZ2WKx+LXXXkMBUigXdRRS1EoqlVJYwtvbmwEA1ARvhaysrODg4DNnzuTm5lL7wIEDhw4d6tixY0BAgJeXFwMAAICag2wJAAAAUAm1JaB2UDSCYhKZmZkikWju3LnobgY1XFxcHj58iKrXAFDjKPD57LPP8mWx79+/L5fLryo0bNiQghM9evQwNzdnAAAAUG3IlgAAAACVUFsCakFubi7FJNLT02l/e+WVV3x9fRmAas7OzhSWSElJYQAAWiAWi7sqJCYmnj59+tKlS0VFRdTeunXrnj17unfv3q9fP4pSMAAAAKgGZEsAAACASohJgLbl5+dTTIK6mOmSdNasWe3bt2cAanFVr9PS0hgAgDZR7GHq1Kl8WeykpCSKTwQreHp6BgQEdOrUCWWxAQAAqgbZEgAAAKASRnACrZJIJD/88AN19NCe9uKLL3bu3JkBVIQLSyQnJzMAAO0zNzfvp3Dv3j2uLLZcLr+vYGNj06dPH39/f3t7ewYAAACVgWwJAAAAUAm1JUB7ioqKfvzxx4SEBGpTTKJ79+4MQAMuLi70UyqVZmVloSsQAGqNl0J2dnZwcPDZs2epkZube+jQocOHD7dv3z4gIMDHx4cBAACAZpAtAQAAACqhtgRoSXFx8cqVK+Pi4qj93HPPISYBmuOyJUhqairCEgBQy+zs7EaOHPnMM89cv349KCgoIiKCrpRuKFDQlIITvXr1srCwYAAAAKAWsiUAAABAJcQkQBtKSkpWr14dHR1N7SlTpvTu3ZsBaMzBwUEkEsnl8vT09FatWjEAgFonFou7KCQmJgYGBl68eLGoqCglJWXHjh179+7t2rVr3759mzRpwgAAAEAFZEsAAACAShjBCWqcVCpds2ZNREQEtSdMmBAQEMAAKoOOSxSZSFdgAAB1qmHDhhRfHzNmDEUmgoKCKEpRXFx8TsHDw4POcRS6MDZGJwkAAIAyZEsAAACASqgtATVLJpP98ssv4eHh1B4xYsSAAQMYQOU5OjpSTCIjI4MBAOgAc3Pzvgr37t2j4MT169flcnm0ws6dO3v37u3v79+gQQMGAAAAjyFbAgAAAFRCbQmoQdRH89tvv92+fZvaFJCgsAQDqBLq3YuIiEC2BADoGr4s9hkFauTl5R09evTYsWNt2rQJCAign7jhAwAAgCFbAgAAANRATAJqCu1Lf/zxx40bN6hN/TITJkxgAFXF3XScmZnJAAB0j52dHYXehw0bRme9oKCge/fu0UkwVMHJycnf3793795WVlYMAACgHkO2BAAAAKiEG/qgpmzZsiUkJIQavXr1mjJlCgOoBkdHR/qZnp6OgeYAQGeJxeLOCklJSVxZ7MLCwrS0tN27d+/bt69Lly4UpPfw8GAAAAD1ErIlAAAAQCV0+UGN2Lp169mzZ6nRrVu35557jgFUD5ctIZfLs7KyHBwcGACADnNzc5s8eTJXFjs4ODghIUEqlV5UaNq0KQUn6ORoYmLCAAAA6hNkSwAAAIBKqC0B1bdr167AwEBqdOrUacaMGQh0QfVx2RJMkTCBsAQA6AUzM7MAhYiICK4stkwmi4uL27x5M50oe/XqRU85OzszAACA+gHZEgAAAKASYhJQTfv37z9+/Dg12rVrN2vWLMQkoEbwoYiMjAwGAKBXWink5uYGBwefOXMmKyuroKDghIKPjw8FJ9q3b4/TJQAAGDxkSwAAAIBK+FYM1XHs2LGDBw8yRUzilVdeEYlEDKAmiMViikxkZmYiLAEAesrGxmb48OHDhg27efNmYGBgeHg4TQxTcHR07KNgbW3NAAAADBSyJQAAAEAl1JaAKjt9+vTu3bup4evrSzEJ6kdmADWnQYMGFJZIT09nAAB6iwL2HRVSUlIoOHHhwgWJREIB17179x44cKBTp04BAQGenp4MAADA4CBbAgAAAFRCbQmomjNnzmzbto0aXl5ec+bMQUwCahxXXgJhCQAwDC4uLhMnThw9evSlS5coPpGQkCCTya4oNG7cmIIT3bt3NzMzYwAAAIYC2RIAAACgEmISUAUXL17csmULNTw9PV977TVjY1wcQs3jwhIYxAkADImpqSk3fNP9+/eDgoKuXbtGwQkKUfz999+7d+/u2bMnxSfc3NwYAACA/kO2BAAAAKiEEZygskJCQjZu3EgNDw+P+fPnm5iYMAAtaNCgAf1MS0vDWHMAYHg8FXJzc88oZGZmFhYWnlbw8vKi4ESHDh2QiQgAAHoN2RIAAACgEvr7oFJu3Lixfv162m2aNm26YMECU1NTBqAdXLaEXC7Pycmxs7NjAAAGx8bG5plnnhk6dOitW7cCAwPv3r1LE+8p0HGPy6vAARAAAPQUsiUAAABAJdSWAM2FhYVt2bLF0tKyYcOGc+fOxRDYoFVOTk5WVlbUyMzMRK8cABgwkUjUQSElJSUoKOj8+fMSiSQ7O/vAgQOHDh2i6X379vXy8mIAAAB6BdkSAAAAoJKuxSQwXoEua9u27YoVKxiUQZ8juVzOdANd+lMPF9N/bm5u3333HTN0MpmMAQAouLi4TJgwYdSoUZcvXw4MDIyPj6eTyzWFhg2tHgsQAAAQAElEQVQb+vv79+zZ09zcnAEAAOgDZEsAAACAShjBCQAAAEB3mJqa+ilERUVRcOLq1asUv0xMTNy2bdu///7bvXv3fv36UZSCAQAA6DZkSwAAAIBKqC0BAAAAoINaKEycOJEri52RkVFUVBSs4Onp6e/v37lzZ6SZAgCAzkK2BAAAAKiE2hIAAAAAOsva2nrYsGF8WeywsDCaeF9hx44dfn5+AQEB9vb2DAAAQMcgWwIAAABUQkwCAAAAQMdRt057hdTUVK4sdkFBQW5u7uHDh48cOdKuXbu+ffu2bt0aKbAAAKA7kC0BAAAAKuHrKwAAAIC+cHZ2Hj9+PFcWm+ITcXFxpaWlNxVcXFz8/f179eplaWnJAAAA6hqyJQAAAEAl1JYAAAAA0C8mJia9FaKjo7my2FKpNCUlZefOnXv37u3WrVvfvn2bNGnCAAAA6g6yJQAAAEAl1JYAAAAA0FMeCnxZ7PT09JKSknMKNN3f379r167GxujDAQCAOoBsCQAAAFAJMQkAAAAAvWZlZTV06NAhQ4aEhoYGBgbeuXOHJkYr7Nq1q1evXgEBAQ0aNGAAAAC1CNkSAAAAoBJGcAIAAAAwAHRR104hNTU1ODj47NmzEokkLy/vmELPnj39/f09PDwYAABArUC2BAAAAKiE2hIGKT8/38rKigEAAED94+zsPG7cuGefffbKlStBQUGxsbE08YJC06ZNAwICunXrZmJiwgAAALRJG10NIgYAAAAGQTdrS8yYMcOoktatW8fqjUaNGnF/9Y0bN8o+u3v37jFjxrDacuLEiffff3/IkCHe3t6Wlpa0bl27dp02bdqPP/54//59BnXhmWeeMao83Qll8evv7+8vk8nUz0y7GTdz+/btWU3o3r07t8C0tDQGAKC3KPDQq1evd955Z8mSJT179rS3t6eJcXFxmzdvfvfdd3fs2JGamsoAAAC0RhtdDciWAAAAMBCoLWFIqAN39uzZGzZs6NSpE9O+sLCw11577dSpU8KJEokkMTExJCTk77//fuutt+bMmfPVV18hdQOq5syZMz/88MObb77JAACgqpor0CXfrVu36KwdHh5OJ+uTCj4+PgEBARTWRe4sAADUONSWAAAAAJXwLdSQUC8DxSRYrbh58+aQIUOSk5O5h6ampu4KeXl58fHxKSkpNFEqlf70009xcXG7du0Si8UMoPI++OCD0aNHe3p6MgAAqAYuq4zQOZqCExcuXCgqKgpTcHR07NOnj5+fn42NDQMAAKgh2hgyGoM4AQAAGAgdry2xbNmyUs288sorDGqLXC6fPn06F5Pw8vL6448/cnNzIyMjAwMDQ0JCaPq1a9cGDBjAzbx3796vv/6aQS06dOhQuR8TOzs7boZbt26VfTY/P5/pHgq2zZw5szbzumbPnv2pgqWlJQMAMDguLi6TJ0/+8ssvJ02a5OrqSlMyMjLoZL106dL169djAEYAAKgpyJYAAAAAlXSztgTouD179oSGhjJFTIJCEW5ubkozdOzY8cSJE6NHj6ZuDnr4448/LliwwNramgFU3pkzZ1auXLlw4UJWKxDjBID6wNzcvJ9CWFhYcHDw9evXZTLZFYXGjRsPHDiwZ8+eDAAAoBqQLQEAAAAqISYBVXDz5k2uMXbs2LIxCd7vv//O3Z6fkpJC0QsGUEndu3fnGh988EFkZCQDAICa5uPjQ+HYzz//fPDgwVyWWEJCwsaNGz/++OMLFy7I5XIGAABQJdrIlkBYAgAAwEAYdm2J6Ojojz76aOrUqX369KHec+oi79Sp04QJEz788MPw8PCy8/v6+tIbQl/Lqb1jx45BgwbRS6hj9O23346Li6OJnTt3phkCAgKYor709u3bFy5c2LVrVwcHh759+86dO/fSpUuqVubMmTMTJ05s164dzezk5NSrV6/p06d/8803OTk5rNpCQ0Npxfghoa9du2akwP0tNb4O2dnZXKNhw4ZqZqNfMXz4cK599+5d4VPcO8l1OmdmZn711Ve0jejdbty4cf/+/Tdt2qQmYEbv/F9//UXv9rBhw6gzxcrKysPDY8CAAa+++uqGDRuKiopUvTAvL2/9+vUjRozw8vKinhd3d3daAeqIKS4uVvUSemMXLFhAv4h+Bb1ptJKzZs3aunUrM2gPHjx455136I1q3rw5bUR/f39N/uqCggLajpMmTWrTpo2trW2XLl2mTZv27bfflpSUsErij0v0+W3VqhU1cnNzqdesamFUehXtGC+++CJtbtrHaJ8ZM2bM0qVLuQooZdFs3McnLS1N6SkNP0G0cG4Jb7zxhqq1io+P5+bhC7QAANQhR0fHsWPHfvnll3TodnZ2ZopbCig4QVHhoKAgBgAAUHnauAkSoz0AAADoE+7ETT/lCtSrK1Wg7mCJRGJhYdGsWTOmG7jCyDNmzPjzzz+ZorbEe++9x6qEvlpTn6aaLtHVq1fPmzdPOIXCEmFhYRSNoD7ZoUOHCu8QpO5p6mylznTq8ade2pMnTz733HNlO2pFItGKFSsWLVoknEjv/FtvvfXdd9+VuxrUEX/o0CHq6GQaa9SoUWJiIjWuX7/eoUMHbvXKXQL9LceOHavxdfjxxx+5/tZx48bt3LlTzZzUwU0xDGcFenP46dw72a1bN9oK48ePp9mUXujn50dL5sa8FoqJiRk9ejSfrlEWvSFHjx51cXFRmn769Onnn3+e+oLLvqR169b0u2jrK02niTNnzqQO8bIvmTx58rp166jznXvIfbiYbqCebuFbLWRvb8+FlG7dutW2bduyM9BhgXaSL774otxIFf3VtL0aNGhQ9qk9e/bQDlZuQgPFJ/74449K7eEUzaIdkim2Gh0T6BPHTS/7mSX379/nQhf0K8ruGHfu3KF4FYUTyv4WClWuWbOGuuGUplNY4vLly9RITU2l2AM3sVKfIDqMcLsT7YcPHz4st977119//e6771IjKysL45sBEDrscB8KCgbTYZlB3aEjHp2j6bCWkJDATaHTMcWnKZzPAMBw0eGXLgWnT59O1+EMoCZwX1rp+xSdWUwVTExM6KfxYyIFo8c0WSZqSwAAABgIQ60tQd2XS5cu5drUY9inT58WLVpQ99+9e/dOnDjBTX/zzTdHjBhRNiRDoZo5c+YIe5mpp5tiEvxDCnXQ9fq2bduoW3PgwIG0hBs3bhw4cIApakEvXryY5ucLPpNPPvmE783s3bs39V3a2dndvn2bes9pUfSdnzpG6aGZmRmrKg8Pj1OnThUWFj7zzDNMUfLhl19+YYpuaG2sA0Uj6M+kP3bXrl0TJkyg8I+qTucmCqqWQ4GxSZMmUUyC1n/KlCkUpbh06dJff/1FU86ePdujRw/qTRZ2guTl5Q0ePJivxtm/f39vb28HBweKVQQHB3MhB9oWH3/8MXU3C38RbfRhw4bRFy2mCB1RvzO9CSkpKcePH09KSrp79y79+fQb+T5opghr8btQv379qJeZLqDpt4SEhNAUikhRDzi1KarHDAW9P7Rl9+3bxz2kDde3b1/aTygIR/3sTPFX07t09epV7kZaHt/DzhS7HEURaA88f/48bU1aJr1LXbt2PXLkCL2Nmq3Ik/uqqEEf3rlz565du5Ye0m8p9zOrCkU1aP6CggJq01egXr160T5GgQrar+jbEW16+ntpQ/Mrr0alPkE+Pj609168eJH2MfpgUnSw7AK3b9/OFGO7o7A2AOgaujjsrEBnOgpOxMbGJicn06F+zJgxdHlj2Im2AABQg7RRWwJhCQAAAANhkDEJ6uzmO5Tff/996qQ2Nn5y9XL58mXqi6QubOrE37FjBwUnlF5OHa/0kzpSly9f3qlTp2PHjnHdmrwLCiNHjly/fj3fP0udsKNGjeJGffn111/5sAT1pH/77bfUsLGx2bt3r7BnljrfqWM9UmHz5s2zZs1iVWVlZUVLpt8lfMg/W+PrQB3WCxcu/P7775kipYBQRz/1VlCIgrtvXUNcgIFCO9Tfzd2DT327b7zxBv2k95P6QSj4QeEffv5vvvmGewmFMQ4fPkx93/xTFEx67733fvzxR2rTS1atWsXfoi6TyRYtWsTFJOh3UcSCfyG9at68eRs2bKB4Ff2ujRs3ctNDQ0M//PBDphiH6rfffhs9ejT/i65fv/7aa6+dO3eOeuqpR/vTTz9lhoL+Fi4m4erqSt1PL774Iv8UxW9ef/11it/QB4c+U+vWrRM+xXXrU78/NeijR13t3FMRERG0n1CXVnFx8YIFCyg+QfOwyqPtTps7OjqaYgkvvfQSH1lUjz6M9EnnPrzjx4//4Ycf+BBXdnY2HRZWrlxJoTX6q2m/9fT0VLOoKnyCpk2bRmEJptgby4YlKIDBxbfoU6MqtQUAoM61V6CQPJ3o6UhOP+nAPnv2bOFlFQAAgCqoLQEAAAAq6fgtb/wQ7epRP6nwVUePHuWGoKHew88//1zpy3O3bt3+97//cW3qYi739zZr1oz6UunldnZ21GX5wgsvKM3QuHHjLVu2CO8Z79WrF03h2lxgg0P93Vy0YPLkyUp3i1PnPtfXaWFhQd2UTGu0sQ4Us5k+fTr/8NKlS7SxqLufunfp7Vq9enVUVJQmy2nUqBF1hQvHBaI+8T179nDD2mzfvp3rveXQdK5BgR9hTIJbf1ol7j769PR06jfhn/r7779v3bpFjbZt2x45ckT4QnoV9bA3b96cKaqJ8DUzuBx2avz555/CmATp2LHjyZMnuegL/UYN/0zdl5WVRbEcrk1vhTAmwRSjgZ0+fZorYE5vPkVl+Ke++OILrvHJJ59QFz8fkyD0Lh08eLB3795MMWzUihUrWJXQzkDBIa5Nb74wKKLGTz/9RBFKagwbNoz+ImHaDf0hFFR7++23mSI0RXEm9Yuqwido6tSpXAyG9uGyQ8nx479NmTKFAQDoNn9/fzrFc7mPN2/epCgvHTkZAABARbRxEyTCEgAAAAZCG2mVdY46jqnP8eWXX168eHG5M3D1GEhGRka5M8ybN084nk9Zb731Fl9fmjdw4EBuPJYHDx7wY0Dxt0JTz2bZ8gPDhw+/c+cO9XiqGrO+RmhjHcRi8ebNm//55x/+zeRERkZu2rRp/vz5LVu2pA7cv/76S/3FKL2TZcdBcnFxmTNnDtfmxxSi5bz33nsffPAB9ZjTW112UdQLzI8lJdyye/fu5RrUq1J2lH961dixY7t06TJu3Dhu8NO4uLhTp05RY+jQoXzJbiEzMzOutEZhYaEwmUOv7dq1iyITTHH/fp8+fcrOQOEi/gPFp5Xcv3+fwhXcsxTLKXfJX3/9NdegHYNV1YABA+gTzbXfeecdfrhzNfjoxWeffVbuDLQ7cR9zCmSWW3SEV4VPEMUsuZ2H3lWuToYQfS6E8wAA6Dg6Ly9ZsqR9+/bUpnj8N998w8V9AQAA1NBGVwPy9QAAAAyEjteW8PLyatq0aYWzeXh4CB96K6iamf7e1NRUrl1cXFzuE8GRwAAAEABJREFUPD169GBqlS2PzBR9l9Q5Gx0dzRQd1lyIgtaEJiYnJwcFBVEX5PPPP08/HRwcuJdQn7iPjw/TMu2tw2SFixcvXrhwISwsLCQk5MqVK/yzgQpr1qyhTlguI6GssgWHOSNHjuRurr969So3hfbVqVOnMtVycnL4DVpUVMQ1JBLJ4cOHuTZ1uJf7QqV4DF82uW/fvkwFfg/hC13oO35kJFXvElPUFPnoo4+Y4K8+fvw416DtZWVlVe6rKMjh5uaWlJQUEREhlUqrPPTH8uXLDx48SAEJ6uifPXt22b5+IYoTcEGmVq1ade3atdx57OzsBg0aRKE1pog3qCnlWrVPEO2u//77L1MkTIwaNYqfTp8XLsmGPjv0WplMxgAAdB7F9V999dWtW7fSkZCOh3TqpOAuquMAAIAaqC0BAAAAKul4bYkZM2bQl15WPdRbffv27TCFu3fvnj9/Pj09nXtKVYeg+oHmiaoeTG7oIaYoi801LCwsPv7447lz51L7iAJFLwICAoYOHTpkyJDOnTsz7dP2OvRQ4NrUVUH9xfv376ef3LD+586dGzBgAPVilH3TqE9WVbiCn67qvni5XE59u7RBaePSz9DQUGFEhL+lPTIyMjc3lynu9NSwPDU34hNTZFfwRUpUoeUzg8CPRqWmoHSLFi24Br3hmr+Ke5bCEhSToMhElWNgFEVYt27diBEjqE2hpvXr17/00kuqZtZwxfh9klZMWKZeSdU+QaNHj7a3t6cgyp49eyhOyQ9vxWfYqA+zAQDoGupamjJlipOT065du+hSau3atYsWLUKBHAAAUAW1JQAAAEAlwxvBiRcTE/Pll1927NiRejN79+49a9asFStWUHc5H5NQgzoT1c/g6uqqfgZhvGfOnDm0JnyxX+oxP336NIVbunTpQr2i8+bN02REmmqqtXWgd4aCSTt27KD4xOrVq7mhrqKjo7m77JUo1YcQatKkCbe2SqPrUPfu0aNHJ0yY4Ojo2KpVq2efffbdd9/dsGGDMCahND/XUN89LXTnzh2mMS45xgDww3GoChQRS0tLbs+nvYUL9nDjPhH1WU38MqsZxRk+fDjtXVz7zTffVLPT8n+O+u2u+YpV4RNEcYhJkyYxRcVsLm2CKY4MXGEJDw8PruoGAIB+GTRo0MiRI5niyPn3338zAAAAFbRxEySyJQAAAAyEQdaWIEuWLFm+fLlwipOTU6dOnTp06NC9e3dqq7kzmilGKmBqVTiDEuo6nzZt2sqVKw8fPhwWFsbfy09dmWvXrt2+ffu2bdv69+/PtKmm1oFemKpAwRs1495YW1tTXy11+3K3t2/atImiFMJ6yExtVKyoqIjLOBEOtHX37l3qmBZGAoyNjWmb+vj4UPzJ39+fIk/0hwiXY2try68200xKSgrXmD17doVjiJmZmTGDwKeSqB9TSKloStVeVR0//PDDsWPHKhzKSRsrVoVPEM3PlbigZydPnkyNU6dOcQEMPr4CAKB36FwcHx9//fr1s2fPNmzYUP01FQAA1FuoLQEAAAAq6XhtiarZtWsXH5Po2bPnO++806NHD/razM+g6s56raIO7hUKhYWFISEh9E3+xIkTR48epafS0tImTZoUFxen4ShDdbsOFF3gihvPnz9/1apV6memnosWLVpERUVRjOH+/ftt27YVPnvv3j1VL6Q14Rr8hqP+5RdeeIGLSVB4Y/HixbTCrVu3FgYG+LGzePTbqceZepAfPHjANMPfQe/n51d/+o5btmxJHUzUiI2NpXa580gkEq4uC73/XCUJflgn9W8vLZNrqK8krwmloZw2btxYbs4B/yfU7IpV9hMUEBDQqlWriIiIAwcO5OTkUJBsx44d3FPTp09nAAB6i86PX331VVJS0s6dO9u0aVNhFikAANRD2rgJEoM4AQAAGAjDi0kQrlQyWbRoUXBw8JgxY4QxCaLJOE7aQ1261N+9ZMmSI0eO0Opx5SioT5OvOazj68CXE6feWE32HxcXF65R9ob04uJivvy4Er432c3NjWtQH/Tly5eZoh7AxYsXv/jiiw4dOiglK5TdssbGxtQvzBQ5EFyti7IoTPXSSy99++23XL88Nz+5ffs2UyEvL49iKppnYOg+TfrxqXudazRp0oRr8FVY1Pf+x8TEcA1+Z6gOrug0137zzTf5XUj4nYcvSs/Ht8rFr7azszOrDA0/QXyddgpj7Nu3jz4vFDSlh/7+/qpiPwAAesHU1HTmzJlMcSW5e/duBgAAUAZqSwAAAIBKhjeCk1Qq5TqvmWIoJ+qVLjvPpUuXuEYtdCtv3rz52Wef9fDwOHbsWNln+/Tpw3ewVr+6g6qBaGp2Hag3lqu9Qf3yBw8eVD8zdRnfvHmTKbpxy60ksX///nJfyE/v1asX17h69SrXGD16dPv27cu+RCKRhISEcG3hluXv6D9w4EC5v4v+ij/++OOtt96i/mUm6GrfsWNHUVFRuS/5+eefKTxDndEU+mIGge8l56sglMV1qTNFEpLSq+i95ct4KDl16hQ3Llbz5s01r/Ch3vfff9+4cWOmiAS88cYb3ERhkIziVdwIYxRKuXHjRrkLycjI4KMIAQEBan5ddT5BfMINxdUCAwOTk5OpPWXKFAYAoOcoRE0HQGrQib6apYMAAMAgaeMmSIQlAAAADITh1ZagrnlLS0uunZeXV3YGmsiN9s4UMQymZdRXSz3sMTExXJ3bsviSzlw3a3XwlRuE9RhqfB2srKxmz57NtV966SU1I2LR7507dy6XozB9+vRyQ0Tffvtt2eDQw4cP+W30wgsvcA0+MaLczUrWrFnD50MItyzfBfzVV1+VvTKml/Bvy7hx4+jnkCFDuN5zesf4zBuh7OzslStXMkUgxN/fnxmEsWPHOjg4UGP37t183E6IQgu0sbg2PwBR69atuXcgKSnpxx9/LHfJFO/hGtOmTaupo02DBg1++OEHrl3u2pLnnnuOa7z//vvlzkD7A5deQ38ChRyYatX5BNGSubfoyJEj3HBPJiYm9FYwAAD9N2bMGO7srFTYCQAAgCFbAgAAANQwvNoSFJbo2LEj1169erXSs9TfPXHiRL4PkbqVmZZRTzf1QlLj999/37Nnj9Kzmzdv3rdvH1MMbtOvXz9WPfS3c+PaR0dH01+qvXVYtGgRNy4WdVV369ZtxowZhw8fFiYWREZGfvbZZz4+Pjt37mSK8tdLliwpd1G3b9+mLlrhjfYPHjx49tlnuU1Dv4gfM4rfrNRvzpcE4G3YsOGTTz7hHwq3LAU2evTowRT5Fi+++KLwd1GAYebMmXfu3KH2woULuT5lCmstW7aMm4GWyUUgePRnPv/889zgPxS9GDVqFDMIzs7OH3zwAdeeMGHCuXPnhM/SHjV8+HAuIBQQEECRG/4pen+4NB16r37++Wfhq/Lz82njcmkutHfxaQ01glaSKyKtCv05XHjpwIEDL7/8slLiyzfffMMHNmhfZWpV8xPEBSFSU1Pp5dSg3ZvLNwIA0Hd0xuTOg3FxceHh4QwAAEBAG10NKHkNAABgIHQ8JkF9zSdPntRkTuqO37t3L9d+9dVXg4KCqEHdjjExMUOHDm3evDk1qKeVeskLCgqoh9HY2Jh6rmuhyISjo+O3337L1YgeO3YsdVC2bt1aJpPR+oSEhISGhnKzLV++nBuevppo4deuXaO/sUuXLlyH/unTp2t8HRo1avTvv/9S9zTXxf+ngqqZ6a3etm1buSM4McWG27p1K61Dz5493dzcaJVOnDiRlJRET1HA44svvuDnpA5fikxcv349JyeHwgyzZ8+mv1EqlVJQYfv27VwdCOrtzcrKYorxeYS/5bvvvuvfv39xcfGmTZuol5yWTH8C9aEcP36c+120wK+//pqfn96ijRs3HjlypKSkhMIVO3bs8PX1pZcwRR80V2LB1taWllZuCoiemj9//t9//3358mUKuvTt23fkyJHUrW9mZkYbhT6GaWlpNI+rqyu9A8L7nmij0K5FnzX6QM2dO/eff/6hvcvJyYne3osXL3JVzeldWr9+fWXrN1RozZo1tHtzwyKVRZ1lK1asoNCFXC7/7bffzp8/37VrV3d3dwoP0P7Gx13ee+89+mPV/6JqfoKmTJlCATb6sHCDWamPpgAA6Be6GKDoL1140DGfv5MAAACAaSdbAmEJAAAAA6HjIzjdU9BkTjs7O75NnYb79++nDlZq71EQzkk9rdRzunjxYuqmjI2NpchEgwYNmDa9/vrrIpHoo48+ot+1ZcsWpWep8/TDDz/khyqqJvq7uGHukxRMTU2pT5Z+e42vA/XsU4Tgs88+o/dZTYkOf3//lStX8okOZf3yyy8UYLitIJzu5+dHG5FL/uDQ3/Lzzz8PGTKEwhLUEy2MWHDob6TYAzcQE5cAwevduzd1l0yfPp2ml/1d9JIff/xRqXo2/fbPP/982bJlFJkIVhA+6+Hh8ccffxjMCE4cCtdRPG/p0qX0blC8p2xaQJ8+feizU3acou+//75t27ZvvfUWxYQCFYTPNmnShF5Fm4DVNIoWUDiEqyldrgkTJtCGmzVr1t27d8tud9q7KG4xb948poHqfIIoWkYxHgpucW2DybABACBisZiCvnT6uHbtGh2QudwyAAAApp0hoxGWAAAAMBCGV1uCQ/2GEydOXLNmDQUe4uPjJRKJubl5mzZtJk2aNHfuXBsbG+q/prAENyd1ODIte+2112bOnPnnn3+eO3cuPDw8LCzMzc3N29t7wIAB9B2eGxCpRjz33HP5+fmffPJJYmIiU4wqQ72o3F3qNb4O9NrNmzd/9dVX+/btO3r0KL3VFC1IS0tzdXWl2E+vXr3o3aauCvULefbZZ2lDUJfugQMHjI2Nmzdv7uPjM1mhbCJCjx49aM0pIEF/QkJCAnebPPWSU4yE+sQpkkHd4tTXTJt769atX375pTDSQKGRkJAQ6kC/ceMGdVJHRUV5eXnRRNpPhg4dWnbF6Ld//PHHtHobN26MjIyk30u/kf40etNGjBhBv46v5GFI6I/67rvvqN9827ZtERERtJPk5ubSRqE3iqJ9gwcPVlVWnbr+Bw0aRJ846vqnF9KHjqIRtIeMGTOGNiVf7qXGTZkyhbZ12QgKj8IhtN0p0EI/aTvev3+fwpAtW7akjU5RBNqaTGPV+QTRbsaFJehDYZB7DgDUZ3R2prBEUVHR9evX6YzMAAAAFLTR1WBog1ADAAAYNu7ETT/lCjKZTKqQmZlZWFhIXbfU7ch0g1gsZlAPdO7c+dq1a9SgndAAxtnnPlxMN9DVv6rgAdQVCpItXbqUGtRzp5RkQwdkBgCM5eTkvPvuu9RYsGBB69atGeiVDz/8MC0tzdfXd/78+QwA9BMdfukb4vTp0/38/BhATXj48CF9N8nNzaWvS6YKJiYm9NP4MZGC0WOaLBPfcwAAAAwEbjUAANA2rvhKq1atDGzgLwAATvv27elneHg4LjKqzosAABAASURBVCwBAICnjWwJhCUAAAAMhEGO4AQAoDuOHz9OXXXUeOmllxgAgCFq1qwZU6R/ceMrAgAAMO3cBImwBAAAgIEw1NoSAAB1KDExkRud6dy5czNmzGCKiuI1VdkeAEDXcGEJphivgwEAACggWwIAAABUogsFpNsDANSsrVu3Ghsb0wHWz88vISGBplBMolGjRgwAwBC5uLhYWFgwhCUAAEAA2RIAAACgEmISAAA1TikC0blz5++++44BABiupk2b0s+MjAwGAACggGwJAAAAUAkjOAEA1Dhvb28XFxeRSNSxY8fPPvssKCjI1taWAQAYLicnJ/qZn5/PAAAAFLRxE6QxAwAAAIOA2hJQJ65evcoADFeHDh1Q9xUA6hVuECeJRMIAAAAUkC0BAAAAKqG2BAAAAABUk7m5OUO2BAAACCBbAgAAAFRCTAIAAAAAqokLSxQUFDAAAAAFZEsAAACAShjBCQAAAACqiRvECWEJAADgIVsCAAAAVEJtCQAAAACoJpHo0Q2sJSUlDAAAQAHZEgAAAKASaksAAAAAAAAAQM1CtgQAAACohJgEAAAAAAAAANQsbWRLICwBAABgIHRtBCeZTMZAC7777rukpKQBAwYMGzaMgUGjWKPhfY527Nhx6dIlT0/PV155hQEAAAAAgM7TxpDRCEsAAAAYCNSWqCcyMjLy8vIYgH6SSqW0A+fn5zMAAAAAANAHqC0BAAAAKqG2RD1RWFhIP83MzBiAHuIqqSKbCgAAAABAX6C2BAAAAKiEmEQ9IZFI6Ke5uTkD0ENisZghLAEAAAAAoD+QLQEAAAAqYQSn+kAqlXLxJ2RLgJ5CWAIAAAAAQL8gWwIAAABUQm2J+oAbwYkhLAF6C2EJAAAAAAD9gmwJAAAAUAm1JeqDkpISrmFqasoA9BBqSwAAAAAA6BdkSwAAAIBKiEnUB3K5nGsgMwb0FLIlAAAAAAD0C7IlAAAAQCX0UwOA7kNYAgAAAABAvyBbAgAAAFRCbQkA0H1cWILP+wEAAAAAAB2HbAkAAABQCbUlAED3IVsCAAAAAEC/IFsCAAAAVEJMAgB0H8ISAAAAAAD6BdkSAAAAoBJGcAIA3ScSPfoCgrAEAAAAAIC+QLYEAAAAqITaEgCg+5AtAQAAAACgX5AtAQAAACqhtgQA6D6UvAYAAAAA0C/a6GpAWAIAAMBAIFsCAHSfsfF/6dolJSUMAAAAAAB0HrIlAAAAQCVkSwCA7sNhCgAAAABAv6C2BAAAAKiEzj4A0H1cyWuGQxYAAAAAgJ5AtgQAAACohBGcAAAAAAAAAKBmIVsCAAAAVEJtCQAAAAAAAACoWciWAAAAAJVQWwIAAAAAAAAAahayJQAAAEAlxCQAAAAAAAAAoGYhWwIAAABUwghOAAAAAAAAAFCzkC0BAAAAKqG2BAAAAAAAAADULGRLAAAAgEqoLQEAAAAAAAAANQvZEgAAAKASYhIAAAAAAAAAULOQLQEAAAAqYQQnAAAAAAAAAKhZyJYAAAAAlVBbAgAAAAAAAABqFrIlAAAAQCXUlgAAAAAAAACAmoVsCQAAAFAJMQkAAAAAAAAAqFnIlgAAAACVMIITAAAAAAAAANQsZEsAAACASqgtAQC6jz9MIcELwFDxn25clgAAABgGZEsAAACASqgtAQC6z8zMjGsUFxczADBE/Kfb1NSUAQAAgP7TRlcDwhIAAAAGAjEJANB9fDdlYWEhAwBDxH+6zc3NGQAAAOg/ZEsAAACAShgqAQB0H58tUVRUxADAEPFhCf7zDgAAAHoNtSUAAABAJdSWAADdx989jbAEgKHiP93IlgAAADAMyJYAAAAAlVBbAgB0H2pLABg8hCUAAAAMDLIlAAAAQCXEJABA92EQJwCDxw3iZGJiIhLhPkgAAABDgGwJAAAAUAkjOAGA7jM2NuZuoM7KymIAYIiys7Ppp52dHQMAAACDoI2bIBGWAAAAMBCoLVEfYBODAWjUqBH9TE5OZgBgiLhPt4uLCwMAAACDgGwJAAAAUAm1JeoDbmQMhgG7QZ9xnZVJSUkMAAwRF5ZwdXVlAAAAYBBQWwIAAABUQkyiPigoKOAalpaWDEA/cWEJZEsAGKqHDx8yZEsAAAAYEGRLAAAAgEoY3qc+kEgkXMPCwoIB6CfuHuqsrKySkhIGAIYlMzNTKpUyZEsAAAAYENSWAAAAAJVQW6I+QFgCDAB/D3ViYiIDAMOSkpLCNZAtAQAAYDCQLQEAAAAqobZEfZCamsowghPoOb6zMiYmhgGAYYmOjqafxsbGjo6ODAAAAAwCsiUAAABAJcQk6oPY2FiGkTFAz5mYmLi7u1Pj7t27DAAMC/e59vDwYAAAAGAokC0BAAAAKmEEp/qAu7u8RYsWDECf+fj40M/w8HDEUwEMSUlJSUREBHv8GQcAAADDgGwJAAAAUAm1JQxeRkZGXl4eQ1gC9J+vry9T1ErhEoAAwDDcv3+f67ZAWAIAAMCQIFsCAAAAVEJtCYMXGhrKNVq1asUA9Jmnp6exsTHDOE4AhoX7RJubmzdt2pQBAACAoUC2BAAAAKiEmITBO3fuHP1s3ry5tbU1A9BnYrHY29ubISwBYFjCwsLoZ9u2bZG+CQAAYEiQLQEAAAAqoQvAsCUkJMTFxVHDz8+PAeg/boyXiIgIbmgyANB3GRkZ8fHx7PEobQAAAGAwkC0BAAAAKqG2hGHjUiVMTU27devGAPRfly5duKHnzp49ywBA/wUGBtJPY2PjDh06MAAAADAg2uhqMGY1AaNGAABAfaYjwQDUljBg6enpwcHB1KCYBEUmGID+s7Oza9u27a1bt2jfHjJkCKKqAHpNJpNx4XOKOFpYWDAAAAAwINq4CbKK2RKlT2MAAAD1mI6cE3FGNmAbNmyQSqUmJiYjRoxgAIbC39+fKQZ+uXfvHgMAfXbjxo38/HyGkQYBAAAMkU5kSyh1eaAHBAAAgAlO0vyZsfbv/MW9xoYqKCgoMjKSGqNGjbK3t2cAhqJNmza2trY5OTnBwcFcBWwA0FNnzpyhn87Ozp6engwAAAAMizayJSoRlhBGIMptI0QBAAD1SrlnZWF8opbjBKgtYZAiIiJ27NhBDXd39wEDBjAAA0KHrICAgP3791+/fj0vL8/a2poBgB7KyMi4e/cuNfr168cAAADA4NRltkTZOIRwqApEJgAAoB7iT8xcUQcjBWFsoJbjBKgtYXiioqJWr14tlUptbGzmzJmDsBMYHj8/vwMHDsjl8hMnTowePZoBgB46fPgwUxS77tmzJwMAAACDU2fZEkpRB7kC1+CCE3w/CHpDAACEhN3EZdt124UN1cRtLO6nSCTiGsKNWHaKtuEsbGCuXr36559/lpSUmJmZLVy40NHRkQEYHDs7O+rHPH/+PIUlAgICHBwcGADoleTk5LNnz1KDPsIodg0AAGCQ6iZbQikmQT9zcnKSkpKEHWqa/FTzKyq1nBr8vbW8Djr7PtTt763DdagnGx07Htah9n9jfdvzTUxMqFvN6DGl5bNaVMu/DrRHKpXu2LEjKCiIKW4+nT9/fqNGjRiAgRo5cuTly5dpt9+3b98LL7zAAECv7N69m655zM3Nn3nmGQYAAACGSBv9G6JKzV2qwK+KUjeQ+p/qF6v5T/VdUZX6vZVah8r+3rLrULX3QfNuOO29/9VZhwp/b629/1X4w1m1dzytvvmsfux4rBrvf4XqZMfTZB0q/L3VWQfs+VV759WsA02UKXDZhKWPKf2uWlBa64EQ0IasrKzly5dzMQkHB4clS5a0bNmSARgu2s8HDhxIjYsXLyYkJDAA0B9RUVE3b96kxrBhw6ysrBgAAAAYIm10NVSitgSP+ly4rpkmTZow3cZ3a5bbrsGf3GLRH6Ql1dyOTLPeRm6Z2Ii1AB9GfafVQyu3KH3Zmnl5ecXFxVxYQiQSUYN+MsWYTvw8tbnyws0B+ig7O/vYsWNnz54tKiqih23btp05cyYGxID6YMiQIcHBwQUFBbt3754/fz4DAD2xdetWphiNrX///gwAAAAMlDZ6Zowr/JVKD3m0KrgbAgAA6jOJRMIUJ0epVCoWi4XRCK5dywEVxCT01/37988r8FPGjRs3aNAgBlA/UPhtxIgR27dvv3PnTkhISJcuXRgA6LygoKAHDx5QY/To0SYmJgwAAAAMVJ1lSyilSpQKBlcBAACot/jRn2QyGf2kyAR7nLIgPFcq5YJoD5KE9E5KSsqlS5cuXryYnp7OTTE2Nu7Zs+eQIUOcnJwYQH0SEBBw8uRJ+iz89ddfnp6ednZ2DAB0WFpa2o4dO6jRsGHD7t27MwAAADBcdZAtofTrlbIlGAAAQD3GDxPHZUtwUzh1cq7E2VkvFBYWhoeH31VITk7mp5uZmVG37MCBA21tbRlA/UNH0RdeeOH777+nz8j69esXLVrEAEBXyWSyX3/9la5/RCLRjBkzhAmjAAAAYHjqLFuCCW4IVboDFEAVeaFEnp8rl0iYXGZkaWXi5MoAAAwLf3Kkr+VMcZ6mb+l8ZILVepwAZ2edRTtGVFQUF4qIiYkRbiaKRrRt27ZTp07009TUlAHUY61atRo6dOiRI0ciIiJOnDjB1cEGAB106NAhbvimUaNG6X7JSQAAAKimOsuWEMYkuEGccD8mqFEUG5W55ZfC6+fkkoLS4mJWKi8Rm9u++32jgAAGAGBA+NgDnRy5UIRIJKI2V/5aaRwnpn2ISeia+Ph4LhRBfawlJSXCp9zc3Hx8fFq3bt2uXTsGAI+NHDny9u3b9NnZs2dPmzZt6JPCAEDHxMXFUViCGi1bthw8eDADAAAAQ1fb2RJ8NELpIdf5gr6PekgsFstkMlXPyouL888ezzmyWxZ+x8TSwdq2WW7ubXlJET2VlVMSv/43hCUAwMBwp0I6LdKxkQtICGMStX+ixB0DuiArKyssLIyLRuTm5gqfsrW1ba1AAQmMmw9QLrrafOWVV7744ouioqK1a9e+8847lpaWDAB0Bp3m6LNJFzlWVlazZ8/GtQcAAEB9UFqHtSWECRNaWhXQcdyw6fSTy5h56jm5vCghLmXZm9KYSOuGXqZN2sulxbmJ4bKifO75rEJWqEjyBQAwJMJsCT4yIQxICE+XtXDqxNm5rqgqF0FMTU09PT25xIjGjRszAKiIk5PTCy+88Ouvv6ampv70009vvPEGxjcD0BF0vvvhhx+ys7OpPWvWLITYAQAA6om6rC0hhNoS9RN3CzArM0hIiVR28+hh+1XvWTl52LTsbiQS56dESTLiS2X/jVYhk7MMCbOzsWEAAIaFPx5STIKitqVlsNqFs3Ntoo0eGRnJRSOUykXQhmjevLm3tzeFIlq2bMnF9QFAc506dRo8ePCxY8fow0Xxiblz56KgLkCdoxPf6tWrU1JSmKKkBJ3jGAAAANQPdZktwcrUu8b9mPUNbfSyIzglZuScDo1kOdLBHl1NjM1KJDn5yfdL8jNF+cPEAAAQAElEQVQFr2IPcpmcsQZt2jIAAMMizITg8yTqMDCAmEQt4MtF3L9/v7i4WPiUs7MzlxVBAQkLCwsGANUwduzYrKysy5cv3759+++//54+fToDgDq1fv16isdTIyAgYNiwYQwAAADqDWRLgA6h7rc7D5JP3Iiwa+Do1rNP6bVgScK9vMS7SrOVyFlawaNGsxEjK1zm77//vm7dOlZ5v/76a/v27anx+eef79u3jxozZsyYO3eu+lddu3Ztzpw5TNGRtH//fuFTH3744ZEjR1hlLFmyZPz48ZV6CfVnnT59OiQkhPq2kpKS6Lu3vb29q6urh4cH/Tl9+/alh+W+sPqr9+KLL1KfGtcWiUSHDh1S9buE3nvvvZMnT3JtPz+/7777Ts3M1EX7zDPP0B/FFNXwtmzZwtTiNwdZsWKFv7+/+vn5N+HTTz8dOnSo0hIqhXYV2mG4Nv83vvHGG1OnTlXzKvrTtm7deunSpbS0NGqLxWJPT093d/d27dqNHDnSxMSEQT0gHOGwzlMlGGpLaA1XLoKEh4crlYuwsrKiIARFI3x9fR0cHBgA1By6XMnPz79z587Zs2ddXFxQWRegDv377790sc0UyUyTJ09mAAAAUJ/UWbaEsG9FmDPBoB47ceNe+MO0hh7NrO1spXL5mTZd24bsL7tPJOYyqZxZuLi4du/OQCA4OJg63ykaIZyYpnD79m0Kk6xaterll1+uhYt+ih8EBgaOHj1a/WyFhYXUKcA0dubMGS4mQSIjI69fv96xY0cNX/vFF19s377dRlcH/iooKFi9evWePXukUqlw+g2FAwcO/Pzzz9OnT582bZqxcVVCv6BHhNkSTEWyQm2eMXF2rkFcuQiueDU3YAWPPtoUbeUqVzdp0gTvOYCWiESiV1999bvvvouNjd29e7eZmVlAQAADgFpH17fc/UBeXl4vvfQSTnwAAAD1Td1nS3AdLkYKyJaot3IlRcdvRDzMznNr3szKzrYwvyA57kGRQ2MH7+7udy8I58wrZomKoteNA/qK0D8rQFGHzz77jH9IX7OdnZ0dHR0zMzNTU1OpL4wm5ubm0vdw6gGfOXMm07JTp05VGJag0EVRURHT2MGDB+knhRa4O4v//fdfzcMS9D58//33H374IdM99+/fX7p0KfWPcA/pYNigQQPafBSioCAT98dSPIbiFtSbSfEVjIVt2JTC9qy8QH5tfnXH2bma6IMcFRVFcQgKSCiViyAUgWit4OnpiYwogNpBn7XXX3/9m2++oejgP//8Qx/SAQMGMACoRdu3b6cvC9Rwd3efO3cuCiYBAADUQ6V1W1tCCPdj1luFJdL9V+6kZuc38/EyMTMrKpDE34+Uy+T0VOiA5+2Toq2ykrk9gzpzEh4PdNFUMcZOhWYplJ2+ePFi7j59atRyyvArr7xS7ipVR2Ji4rJly7g29dS/9NJLPXr0EM5w/Pjxn376iWaj9s8//9y+ffsuXbow7ayeubk5RUEuXLhA/enqsxP44Zs0kZOTExwcTI0+ffpERkbeu3fv2LFjtPk0T4A4cODAsGHDulcmyaZTp04XL14sO33Tpk30flKjf//+X331FauG0NDQ1157jYsb2dvbP/fccxMmTBCOIH/79m0KqNy6dYsp3rFPP/30o48+wtHSgHEbt27rSQghJlEF9KYlJCSoKhdBAWMuK4J+WllZMQCodZaWlm+++eZ3332XnJy8Y8eOvLy8UaNGMQDQPjpFbt68+fz580wRk3jjjTfMzMwYAAAA1D+6UluC4X5MAyUSieRyuXAK3+PGPaSYxM5zN3OKZc3btDYxNc3PzLIryvVv4SqVyyNTc5Ny2IUJSzofWOuYeJ9mTi1gmY86b5mjj69bz14MHqOLe654eO/evZcvX152nJ9BgwZ169aNury5YUM2bNigKixRZfzRhMIGFAWhTRwYGDhypMr6H9QRf+bMGWp4enpStx2ryKFDh7gBjiju0rhxYwpLlJSU7N+/X321BiXUp79t2zbqjGC6gWIt7777LheTaNGixZo1a8qOI9+mTZtff/31/fffP3HiBFO8D/QO0wZlYKB07VSIGJjmMjMzuQGaypaLoFijl5cXF41wcXFhAFDXbGxs3n777VWrVsXGxh4+fDg/P3/KlCk44gFoFX0x/PPPPy9fvswUYzfNnTsXMQkAAIB6C9kSoF1lt6mwxy07X7Ln4u0CmbxRSw+KSeSlpTc3Lk5OSzp4LtLS3Kx3lw4NrBxuJ7LzE9/xOrer4Y3g2Ow8epXYzKzLu++JMNiFAN+tP27cOFW1B+zs7KgHfPHixdS+dOmSRCIR3pJfgwYOHEhhCaYYx0lNWOL06dNcmIHm1yQswZcQp075goKC3377jdo7d+7UJCzRpEmT5OTk4uLi1NTUH374YenSpUw3fPPNN7RKTHGz2M8//0zbqNzZ6HNEARUKKXE5E3///TfCEgZM106FODurR8dSCkJwiRFK5SLEYjGFG7ni1c2aNcPwawC6xtLSctGiRXT+pc9vcHAwXZY8//zzDAC0Zv369VevXmWK24xeeeUVBgAAAPUYsiVAu7hb+MtVWCylmEROYXGz1q2MTU2z0zKcpPmJSck//rGFm2HfiaAvl7xua25K84T7jT/QuLPZ6cOto8Oad+rk0rUrAwH+tlxnZ2c1s/Xq1cve3p6rGh0ZGdm2bVumBW5ubq1bt6Zv+BcuXMjPz1c1RAl37z91x7dq1arCZVKv371795hiVCUnJydq0KsiIiIePHhA3206d+5c7qv4Axy9LRMnTvzuu++YoiIF9el314F66RkZGfwwVvTFTFVMgkPRpvnz57/66qtMEYWiP5xiLQwMkQ5mS+DsrER9uYhGjRpx5SK8vLxMTU0ZAOgw+pC+9tprv//++/Xr18+fP5+amjpnzhzdyaoEMBj0bYVCgNHR0dTu0aMHQoAAAACAbAmoG5Likr+Dr+ZJSpoq6klkJqemJjz08nQ7c+uOcLbwyBjXpi0oLJGYnh6RlMK8O2X36jdtzjQjVEV7GvWCUZiBGiEhIdQXpmo2kUi0Zs0asVhsr8C0ZsCAAdRhRz13gYGBw4cPLzsDhSvOnTtHjaFDh2rS43ngwAGuMXjwYK4xbNgwCktQY8+eParCEkKTJ0+mGAB1OjCdGcrp2LFjXNyOYjNDNaiV0rFjx6VLl7Zs2dLX1xe3XRswHcyWYCAoFxEWFkbHW6VyERRW5AZoIpoXvAEAXUDXRa+88srWrVvpooUC/8uWLZs3bx5dWTEAqCFxcXFr167Nzs5miov/0aNHMwAAAKj3kC0BtU1eXFyUk7Mx5G5UUrq7s7OxsXFWahrFJB49VcpE4qc6W+mhvLS0sLg4PO4BPTQSiaYPCbBCj08ZFAbgykGvWrUqJSXl+eef51IKyqJObaYd/OeXGkOGDKH4B1OM1FRuWIIfwYmiCzExMeqXTHNyYQnaW/iwBC32p59+ot9FwYa333673H5ApUPKRx99NGXKlKKiotTUVHrtkiVLWJ3ictiZ4pYxDV+Cb3H1AWpL6JS8vDyKQ9y4cYMCEgUFBcKnTE1NuXIR9JOCiwwA9NnkyZObNm36119/ZWRkLF++fNasWVpKKgWob+iKd8OGDXQ9TyFA+pKiCynLAAAAoAuQLQG1oVQuL7wfnnnqTN7Fi3nXb8X0HXTHt6OslCIUxZE3b/OzJWTm+XftFHjxv75a2h/at/YKjEy5EHpbUlREUyb37dG/gw+DMqizfuvWrdRrRp+jf/75h9pdunTp37//wIEDy5ZQrgUNGzbkxnE6e/ZsYWGhubm50gzc4EWenp7UBVBhWCIwMJB6Bqnh7+9va2vLTXR0dPTz8ztz5kxJScnevXunT5/OKtKoUaNXX3115cqVTFGUgt60Tp06sbrz8OFDrlHj5cdBr6G2RJ2jc9P9+/e5chHx8fHCp+it8PDwoOObt7d3ixYtxEjdAzAgvXr1cnV1Xbt2bX5+/po1a0aOHFnurRUAoCG6hKCr9CNHjlDb2tp63rx5zZs3ZwAAAAAKyJYALSpOSor7bFlxwsOS1BRZvkRaKi+Uy3I9PBP6DLAvLkrPzc0uyG9gY8vPH5uR17ax4/uvzboXHWtqYtK5beuorMIbUTEFiphEy4YuU/v1ZHVngwKrtnUKFc72/PPPz58/n2nGxMRk+fLlb7zxBjeUE32UrijQxJYtW3bs2LFDhw49e/ZUX72gZldPOI6T0ghF9G3/woUL1NCwbvPBgwe5xjPPPCOcTp0FFJagxu7duzUJS5Bp06adOHHi9u1HwbCPP/6Y4jdlQya1hhtdl+AbGgihtkRdoY9keHh4WFgYN0Acj3pSLC0tfXx8uGhEHR40AEDbKNy4dOnSn376KTExcf/+/XFxcS+99BKKxABUQWFh4e+//85ddbu7u1NMQqtDyAIAAIDeQbYEaIskKjrq9UV58Q+ypMUSuVRSKpfRRjY2yRo9SWxtbSsRZ+bl5UokDtY2osfbnfq9biVkNLAy8/Bp+6hj/WHuzejYuORkeqqho/2nL4wzNzVhoIKLi8vGjRv//PPPbdu2cUWtOZEKO3fuFIvF/fr1o+77Nm3aMO3jx3E6deqUUlji5MmT3AhOSmGGcmVkZJw9e5Ypegb79OkjfKpv3740MS8v78GDByEhIZrkHNBBhqIRU6dOpRVISkpavXr1m2++yepCdnZ2SUkJ11ZVFRzqJ9SWqE0pKSlcVgQFJCQSCT/dzMysVatWXOVqDDEPUK84ODi88847dEF17dq1mzdvfv311/Pnz6+T3FMA/UWn17Vr1yYrvsd16tRpxowZJib4HgcAAABPQbYEaIVMIqGYRH78g+iiPCl7slllLg1tfdvauzhH3w6zNDXLKypMysxs6OAg3BHT84voPzWSMzPvPfhv9IxFY4c42RlISYmGChXOVoWOMGNj41mzZr344ouXLl0KCwuLiooKDQ2lznfuWZlMdkJh2LBhS5cupU43ps3V48dxOnfunNI4TtwIThQdcXNzYxU5cOAAd2QYPny40ngp9PeOGDFi69at1N61a5eGQyE1bdr01VdfpYAEtSmEQyGTOhk8WhiK4IaoAuCgtoS20Sfu7mMU+OSnY4AmAOCYmpq+/PLLhw8f3rt3b2Ji4rJly+bOnUuHBQYAGqDT67p16+j6n06so0aNUro/CQAAAICDbAmoeYWxsfdfnZ/1MD6huEAYkyBFfQa6uTgXFz26SHWxty9MTc0vKszMz3e0tlZaSFJGxrV7EbRXmJuavD1heIeWzbjpRgpyuZzVuhkzZtCXUvXzXLt2bc6cOernefbZZyl4wLSGOut7K3APIyMjL1y4EBgYeOPGDW4Kfc1OT0//4YcfaE6mzdXjxnEqKioKDg7mS1XzIzgNHDhQk4Xs27ePa5SbWkGxCi4scerUqaysLA1zw6dPn3769Gkuqfyjjz7666+/an9UFnrzuVQPpsicYACPobaElhqBUAAAEABJREFUNjwqZRQZSfHasuUiXFxcMEATAJQ1bNgwd3f333//nS5dvvvuO7p46NWrFwMAtY4fP7579266eDAzM0PpeAAAAFAD2RJQwwrj4u7PW5idEB9fohyTICWtfIokkszkVGqLGWsilyZIJOmKre8guHk8NSuLi0mYmhg/P9DPr00r/insJJXVUoG+SycnJ1P/O9eJf/ny5QMHDowePZppk3AcJz4sQd9VuKiSJndOhYaGxsbGcu2ZM2eqmVMmk+3du/eFF15gGhCLxfxQTtRB+csvvyxcuJDVOicnJy4sERMTg6rXwENtiZpCq00HEC4rIioqihs7jkNBQW6AJl9fXwx1DQCqUI/qO++889NPP2VkZGzatInO15MmTUIqFUC56DxLHxP6lkFtR0fH+fPna5IYDQAAAPUWsiWghqVu/isjLuZBSUHZTixjS0uZnWNi9KNeZlFxke9fv1vGRIW0a3/Xb1BaTnZBUWEjB0faBxIzMm4oYhI027wRA57p3kFpOYhMKKHvAGlpaZmZmU2bNlVTpcDV1XXx4sXGxsYUnKCH+/fv13ZYgh/H6cyZMyUlJdyQsidOnKCfHTt2pE75CpdAsROmsZ07dz7//PMaHkbovZo9e/bPP/9M7S1btgwcOLD2b+aiN4c6OKhx69at8ePHa/ISekNSU1P79+/frFkzBgYKtSWqiS8Xce/evYKCAn46HYI8PT3pc+fj49O4cWNccgCAJqhfdenSpXTBcP/+/eDg4Pj4+Llz51qXSfPV0Pfff0+XHzY2BjIwKQAvNzd3zZo13O1EdLadM2eOpaUlAwAAAFAN2RJQw+zHjim+E1p65bJwopmDg8+MmWnuTZIkhUZmFvb373ru3WGckUbRCyPvNq529mm5OQVFRXFpqYVZWZFpj0b6Njc1mTO8/9Cu7RlUhL4tBwYGUuPTTz+tMAVh3LhxXFiCz0LQKuru58ZxosgEdabn5ORcuXKFpvPJE2pQJOPo0aNcu0OHDmpuTrx69Sr9TEpKooV369aNaeaFF144efIkdVwyxVBO//zzD6tdAQEBhw8fZoqwhIYv2bhxI0Uy1q5dSyv/2muvMTBEqC1RBfn5+Xy5iPT0dH46rTzFILnEiJYtW5Y7ch0AgHrUu/rGG2/s2rWLLhuio6OXLVs2f/78KtQAowuwiIiIy5cvDxgwgAEYELo6/eWXX7hRSfv27Ttx4kSRSMQAAAAA1EK2BNQwGx+fgZs2J5w8eXvdL+l3bls0cGo2fHj712anZ6ce+mufkYVdo6z8Vnu2yUuK44oL8hu6S9t1sWXMwswsIT0t6sa13OREJja2buT+8qhBZfMkoFz8jfMXL16sMCzh4ODANWrn40bhB6649KlTpygsQd/nZTIZfVHRJCxBM3NjHDVu3HjdunVq5pw7dy4Xmdi9e7fmYQluKKfnn3+eVik+Pl79r9AGPz8/6iTlBpKigErXrl3Vzx8WFsZlV3CvZWCgUFtCQxS5vH//PheKePDggfApJyen1o/hbk0AqD66dJkwYQKFOTdt2pSVlfX111+/9NJLHTpU4kr1yJEjZ8+epUZISAjCEmBILl26RJ8L7gofJVgAAABAc8iWgJpHm9J94MCGffpIUlJMbWyMTe7Lkt8qThfJ5V4Nb9/0unhZLpPGFOcXM5Y3bhr3EklhYWRcfKGJmZGldWlB3kczJnZu05qBZnr37r1x40ZqHDt27PXXX+cDD+XikhVIixYtmPYJx3GiryvHjx+nidT/bmdnV+Fr+RGcRowYoX5OmoELS5w+fVrzwtdMUXhj1qxZXECCvlDVznvCMzc3Hz9+PFft47vvvtu8ebOaO8uKi4upE4Rre3h4dOzYkYGBQm0JNWhN4uLiuFBEZGSksFwEhR+8vb19fHx8fX0dHR0ZAEBN6969u4uLy5o1a/Ly8n755Zfhw4ePHDlSw9fu3buXa0RHR6empjo7OzMAPUcn5d27d3OX91ZWVnPnzq3la2kAAADQa8iWAG0Rm5lZu7vLc47IEjcwkUnDJm06pCU4n78oLZUnlEiKxeL8iS/KmnnK5fLoxMTIhIdSmczI1LyhWDRClouYRKV06tTJy8vr3r171HO9cOHC77//vkGDBuXOmZSU9OOPP3LtZ555htWKAQMGUAdifn4+fWkJCQmhKYMGDarwVSkpKRcvXuTaFYYlBg8evHz58sLCQop87NmzZ8aMGUxjL774IoVzqI+ADkHUy8lq15w5c+htSU9Pp1/99ttvf/LJJ+UOV01b9vPPPw8LC+MeTp48mYHhQm2JsqgLjwtFhIeHC8tFGBsbUw8IVy6iadOmuIoAAG1r3rz50qVLKTIRHx9/8OBB+klXHebm5upftXjxYuGx9NKlSxVe2wDoOIlEsm7dOjovM8V9SPPnz1d/axQAAACAEmRLgBaVFsfIUv9gxrYi+2czj4a6HD9PMYnY4oIiI5bfvXd+2y5Z2dm37kdKiovFcrl1QV7HsCseDyJbTJ7CoJJeV6AGfTcYN27chAkT+vXr17ZtW+4TTp+s69evHz58mL4/Uwc3UxR8Hj58OKsVAwcOpG/vTJEQQFEosVjcv3//Cl/Fp0p06NDBzc1N/cxmZmZDhgzh7kPcvXs3RRo0P7RRt+bHH3/80ksvUUiD1TpLS0vacLQC1D5z5sxzzz03depUihjZ2tpyMzx8+PDs2bMbNmxIS0vjptCWffbZZxkYLtSW4FAskw5oFI1TKhdB3N3duVBEy5YtTU1NGQBALbK3t3/77bc3b958+fLlmzdvfv3119Qhq+qOEEJn+cLCQuGUK1euICwBei0lJWX16tWpqanUbt++PV1I43QMAAAAlYVsCdCeUlnKavohth+ccyHywYp9Mrk8rlhSzErzvbyzvTzl0TdEIgv3u9dt8nMapTy0ys8xlZbQyxzbK5e5FolEpQrMIOzbt48fSUk9ur7nkxvU6969+4IFC1auXElt+uq7WUHVzPR1mharqvRrja8e14FIHYtZWVn0sGfPnnyfuxr//vsv16iwWgaHvt5zYYmkpKQLFy5UalhbWj2KZKxfv57VBQpC0Jc6rgJHYmLidwpOTk4NGzaMjY3NyckRzkwxiS+++AJlew1bfa4tIZVKheUihId9BwcHrlYERSPKTSoCAKg1JiYmM2fOpCucPXv2JCcnL1u2bM6cOa1atSo756pVq6gDV2kivYQOcU2aNGEAeig0NJQum7lg2wgFBgAAAFB5yJYAbZHnni0tjBLZDcy9nhr94TZpUfGDksJCUan3lIB0X6+oByVuTZu3lkmvrjvLzW8tMnY0sYwvKXDu2ElpUYYUk2CKrmeiyZwVjgkgNH369BYtWvz666+3b99WNQ99yoYPHz5v3jzq9Wa1uHrcOE5cW5MRnK5fv86tA/W/azI/6dixI/Xjc6+iPoLKVtubNWvWqVOnoqOjWV144YUXqC+DohFxcXHclDQF4Ty0yV5++eVRo0apqT8BhqG+1ZaghVP3HJcVoVQuwsLCwsvLi4tGuLq6MgAAXTJ48GAKLaxbt04ikfz444/jx49XygelCxJ+AEYlISEhCEuAPjpy5MjevXvp3E3BucoWfgcAAAAQQrYEaEtp/jkmtmZGjeK//YViErHFkiJRaZMB7Tu/Pro0/2Jpx2ix+6xjL74uZkbmIpGzsbmlyFhOO4FYbNeypfKiEK/STC8F6toLDg6+evVqampqZmZmYWEhd+s9PTVkyBBqsFpHv5cbx4nCDBSiqHB+fgQnWmdNimNzxowZs3btWmoEBgZSn76a0EtZ3FBOM2fOlMvlrC7QX7p9+/bTp0/TN72kpKRsBeqT9fDwaNSokY+Pz7hx4+jrH4N6oJ7UlsjIyLhz5w5XLiI/P5+fLhaLabfnQhHNmzdHHA4AdBkdqd59911uNBs6j1OQdfr06XQc4549evSoqhdeu3Zt9OjR+O4DeqSkpGTDhg206zJF7vX8+fPpGpUBAAAAVJU2LobV3VbJPUU/qe+PfspkMqlCXl5eTk4OTaGLewb6j7atNPpFkYVP3j2Hewt+p5hEIZN3fXOM16QAJi+QpW0zMvd+cLXLpXfebWFqJXq0Hz7aEQvl0ofW5hPOnWcAAPUVF00sKiqSSCSmChSR4n5S/EysIFLgjpw1ciIXnp0Jf3bmVsbMzIwiBKzaCgoK7j6mlA9EEVMKv9E1QKtWrejXMQAA/SGs/UuB1Tlz5tjY2CxcuJC6cdW86o033vDy8mIA+iArK4ur9M4UO/ncuXMxoCJU1sWLF//8809qcPerAYDeWbBgAX1DnD59up+fHwOoCQ8fPqQOjdzcXOqLEPZ+GD/Gd31wNFkmsiWAleYFM1mRkWUb2y7m5hO6Gwfe8p8/oumgTqXyQlnmYSORBbObFb75bQeRidjoyZ2wxaVyM3tNb40HADBIBlZbgq5cIyMjuVBEXFyc8MYFOzs7b29vikb4+vpSFx4DANBPFhYW9EV9z549x44di46OXrZsWYmC+ldduXIFYQnQCzExMdSPnJeXxxRV4oQpQQAAAABVhtoSoA2lpZn/MlNnZiQqleX7zu3oO6etkblHaUmmLPMgk5eI3BYWFVhKoqKampgJXlOaIS12aNqUAQDUYwZQW4IrFxEeHh4WFkYxCWHfnJmZWatWrbgxmjD4AwAYDDpUjh07tlmzZhs2bMjKytLkK9aNGzcmT56M7l3QcefPn9+yZYtMJqO9esKECUoFVAAAAACqDLUloObJC+7Jix4wI7EsbReT5TEme7RXmNxk0iwmMhU3+lBk6WtqWtzKp13xrf+KM9PWTygpsO7YofeXXzMAgHpMf2tLZGRkcJWrKSDB3VPJob+IKxfh7e3dokUL9MEBgKHq3LnzmTNn6DCoycy5ubmhoaGoGAw6Sy6X79y589SpU0yREjRnzpxWrVoxAAAAgBqCbAnQAnmWyKYHY2JmbG9k2kyeE8hKYo1MnJjtELH9MCayolnEpqaNZ74Qvfgd7hVpsiKZc4Ney1eYOTgwAIB6TAezJdQ8K5FI+HIRqampwqdcXFy4chEUjTA3N2cAAIbuyJEjGsYkOFeuXEFYAnRTQUHBzz//fP/+fWq7urrOnz+/QYMGDAAAAKDmIFsCap7Iugej//xD24HlzuYwYEBKO9+8m7ez5SW5NlZjDx0RW1oyAID6TfdrS0il0qioKC4xQqlchI2NDQUhKBTh6+trb2/PAADqk71791Zq/tDQ0KKiIjMzMwagS5KSkn766aeMjAxqt2nTZtasWbi9AAAAAGocsiWgLjlNmZxy/f1UI3m/H35ETAIAgOlqbQkSHx/PZUXcv39fWC7CxMTE09OTQhE+Pj6NGzfGHQYAUD8tXry4sgdwikncunWra9euDEBnULTs999/p52T2oMHDx4zZgzO7AAAAKANyJaAumTfv7/H99/4OLs4IYEdAEBBp06FOTk59+7dS0hIoJiEUrmIpk2bcpWrW9h3VhkAABAASURBVLZsaWxcxVM/AIBh+PjjjwsLC1nlXblyBWEJ0B0HDx7cv38/NcRi8cyZMzt37swAAAAAtAPZElCXxJYW7oMGMwAAeKzOT4V8uQgKSKSlpQmfcnJyav2YJVLcAAAUVq1alZKSwqrk9u3bubm5NjY2DKBOFRcXr1+//ubNm9S2traeN29e8+bNGQAAAIDWIFsCAABAh9TJqVAqlUZGRoYpKJWLMDMzo46JLl26+Pr6Ojo6MgAAENiyZQsdOVlVyWSya9euBQQEMIC6k5mZ+dNPPyUmJlLb3d2dYhIoEAUAAADahmwJAAAAHVJrp0L6RQkJCVwoIiIiori4mH/K2NiYQhGenp6urq52dnbm5ua4ZRIAoFxnzpxh1RMSEoKwBNShqKiotWvX5ufnU7tTp04zZswwMTFhAAAAAFqGbAkAAAAdou1TYVZW1u3btykUcffu3dzcXOFT7u7u3goeHh60GlKpNDMzUyKRMAAAKM/rr7/Oqo0Cw6mpqc7Ozgyg1p0/f/6vv/6Sy+V03h81atTQoUMZAAAAQK1AtgQAAIAO0capsLCwkIIQd+7coWiE0gDojo6OrVu39lGwsrKSK8hkMopJcDPgjgEAgHItWbKEjpasJly9ehXdwVDLaO/dvn17UFAQUwzYOGvWrLZt2zIAAACA2oJsCQAAAB1SU6dC6m7gy0XExMQIox0WFhbe3t5cKMLV1ZU9joWUGxHB2RkAoKxly5bl5eWxGhISEoKwBNQm2nvXrl0bHR3NFDcozJ8/383NjQEAAADUImRLAAAA6JBqngoTEhK4rAilchFisdjDw8PX15dCEc2bNxeJRBouEGdnAAAldFScO3duqkJaWlpKSgr3s6ioiFVJfHx8UlIS+oWhdjx8+PCnn37Kysqitqen55w5cywtLRkAAABA7UK2hC5CBxAAAKuvwwdV4a+mngUuFEGUykU0bNiQC0V4eXmZmZmxysMpCQBACR2oHRTo0CqcTkdgLlBBP7lYBTU0TKoICQkZMWIEA9CyGzdurF+/vqSkhNr9+vWbMGGC5ncqAAAAANQgZEvoCvT7AAAoUTow1pMohYang8LCwvDw8Lt371IoIjk5WfiUnZ1d69atKRrRpk0bGxsbVj24YwAA9A5/IK3lI5iNQosWLYQTJRJJqgCXV5Gdna302kuXLg0fPhyHXNCq/fv3Hzx4kBoUipg+fXqvXr0YAAAAQB1BtkQdU+p+QnACAEBIeF6oq26mWqbmr5PJZDExMRERERSQUCoXYWZm5uXlxZWLaNSoEas5yGUEAB2n5vpZzVPlnl8qS5OFmJubN1EQTiwuLubTKfhwBR3YPTw8tLoytbYcnVoZ4XJ0amVYLb7DhYWFf/75582bN6ltZWU1Z84cip8pneL1enPjWgUAAEDvIFuizgj/2HLbCFEAQL1V9uSk9E3VgL98lj34JycnP3jwICoqKjo6WjhwOb0J1IHFhSKoc0EsFjMtQG0JANBNZQ9NGgYhKpxZ8+WoPzyqepYWYmpq6q5Q4UtqYWU0nFN/V6Zqy9GplWGVeYfLPpWenr527Vq6nBCJRG5ubvPmzXNwcKjCcqqwMkyb73A9vHkFAADAkCBbom6UjUOU/ckQmQCAeonvB+cawlOD8G5HQz1lcH9XXl7evXv3EhIS4uLi8vPzhTO4uLi0bt2ai0aYm5tr+33AmQgAdE2FN/eU+xINj5Y1ddCrkZVh2v+jsDLVX0gtrEylKC3n/v37v//+u0QioZhE27ZtX3zxRYqKVfi79OiDwFFKiEFwAgAAQPchW6IOKEUdShX4BiITAFDPcWcmIwW+IfzuyjUqG5mQyWRayieoKUVFReHh4devX6cehLS0NOFT1tbWnp6eXl5ebdq0cXR0FCnUzldufLEHAJ2i4c09SoRfNMo9rJVqMLBqhQthmoVJamplWEU9sHWyMposR6srU9nl6NTKsJre94KDg/ft2yeXy+myYciQIUOHDqWJ9LBOVqayy1GzMqr2//pw/woAAIDBQLZEbSsbk1gdvGPzpUMMAACe5mRtv+ulr4we4yYKQxSVugNxw4YNs2bNYjqGgiXR0dF3FWJiYrieAo6xsbG7u7uHhwdFI6hhampKU2o/soIv9gCgO9Tf3MNYxcPOqLkRqsIlMEGnp5oDo+bLMdSV0eofpclCWG29w0o7pE6tDF1g7N69++rVqxSQoEuIKVOm+Pr60kSD2feEr0VkAgAAQB8hW6JuCL9B0dWhrFTOAADgaVK5jPv+zGUG0E9uehVOXVu2bAkJCWnQoMGYMWOYDnj48CEXioiIiFAqF9GoUaPmzZtTHILW1sLCgroSTExM6vB7db06OwOALlPqdc0PD3/w/fdKT7EyN1DTw4avvmrRpg3ficlNVxryJWrJEnlBgZqYt7Gzc5P//a/sy4XLyb1wIeWvv9TEzmmK87RpNj17ql+ZuC++KElKKvfP+W9+C4vmX32lfmUkd+48XLtW/co4jBzpMGSI+pV5uHKlJCJCzcrQxBYrV6pfmcLY2IQVK0rV3lVgGxDQYPx4pZcrrUzyH3/kXb2qfmWafvKJiaOjmpWRZmXFfvCB+pWx6tTJZcYM9X9U6o4dOYGB3MtVrYz722+bNW2qZiH0M/L119WvjFnLlo0WLFC/MlnHjqXv3cu/XCqVpqam2hUW9lfc5eDq6mqyenWeTn0Qpk616dVL8w8CKy9bgjR55x1zxTtcWiatFgAAAHRcKbIl6kqpAAMAgPJwYQk6TnIxCT4ywSrznXPXrl1nz56lxp07d+owLJGdnR0WFkahiPDwcGoLn3Jycmr9WHFxsUQioVgF/WQ6ACcpANAp/M09sry83Mc91OoVZ2aaymSszCCBwgUW3Loly81VsxDTJk1kioWoWU5RSkretWtMLbvBg2VPrwwr0xtbcPt2UVycmoWIrK2p31lpCcork5FR4cpYdelS8cpERORXtBxpYaGRiYmalZHl51e4MqbNmwtXRmk53MpIoqIqXI5UIjGSStWtTGFhhQsR2dlVuDJFDx5UuJzinByx2pWhC50KF6K4SUPlynDLKXz4UGk5Nor//61GWlqxrn0QBg2qeN+7c6coNlb9cqT5+bScsiNbqomsAAAAgI7Qxmka2RIqlT499C0RjtcBAABCXD6Z0omKi0wYPc7Zr/AL5549e44fP8614+PjWe2i6MK9e/e4xIjExEThU5aWlt7e3j4+Pr6+vo6P7+vkXsJ0Cb7PA4AuUMqHqNSdPVZGInvR0yPgPfVSozJTykHnHuWFlFlOIav4gGnBjNQux4j7XerRkdlBbKx6IY9mkWmwMuZGFa+MJkMH0kKM1L7DIg02lpkGK2OiwR9layQyU7syxRrsOCYabKZ0VjEbkcha7cposhcbV/DOPFpODquY4X0QmOL+FfpCzd2/IkyrRUACAABA9yFbom4IIxO4ERUAQBWpVCqspqB5NIJz5MiRo0ePstpFX4+joqLCw8MpFBEdHa1ULqJFixYUimjdunXTpk3L/RN07VSIL/YAoDuEl9AiKyvrTp3omCuq6BhlbGtb0YKZbft2soICNTOYubiwipg0cLTt2FH9PKZODVhFrH19TQTh6rLElpaswpWxs6twZczc3FiFK+PpySos5KBIlVBDbGlV4cqYu7uzilg0b1bhckRmZupnMDI1rXAhlh7NWUVohStcDv3h6mcwMjaucCFWtAkqXBk3twqXo2MfBCdWEWsfHxMHB1XPGjdqZNSggcjensuW4CZyaRO4dAEAANAL2jhfq0t64L9LcDc10DWEVCEvLy8nJ4emUE8NM1ClgvFwuXeAs+bMzi1Xn+o1szIzNzE2YQAA9UxW/lPjBjhY2Gya+D+uzjN9zxQ/xt0Qxw8aoOpMdubMmS1btihN7NOnz7Rp05gWJCYmclkR9+7dU8p4cHd3p7MbRSM8PT1NKuq7yczMLCws5AZxMlWgl3A/ubdC+A6wGjqRC8/OhD87cytjZmbWvHlzBgBQd5Tu6eEvpE3kpebofwSof7KLCiUyGV0U0YUQf6HIXyDV7GUS1IiLFy/++eef1FizZg0DAD20YMEC+oY4ffp0Pz8/BlATHj58SGfq3NxcurwX9n4YPybs/NHwnI5siYopfadSevb1wZMH+HZnAAD1zLDl8+VPB7aF4xeXPk39KYNiEn///XfZ6Xfu3GE1h06ftEAuGqFULsLR0ZEbo4kCEtbW1povUwezJRgAgC4RXkgzhj5HgPqIu4uCjgPUZ0FtunzifpY+XYS8XnUyAAAA6BfUlqhtwlGbMIITAIAafG0JLoLL3fvGHzn5L5xlXxgSEkIxiXIPsBkZGax6ioqKIiIiKA4RFhamVC7CwsLCy8uLq1zt6urKqkTXzgv4Mg8AOkXpQpo7EzAAqGe4zE4uW4I9rryt4c0rAAAAoAtQW6JuKN3zywAAoDxcWIILSCjFJFSdMkJDQ//444+aPbRSUCQ6OppCEeHh4dTgczgIfR9u0aKFt7c3hSKaN2/Oj25cZagtAQCgHi6jAYDLluCTJPibVxgAAADoCWRL1DF8nwIAUEMuwI3XUbbfX9hvHhERsW7durKD4wn9/PPPc+bMYRpISkoKCwujaAQttrCwUPhUw4YNuQGaWrVqZVZRdc1K0cFsCZynAEDXICwBUM9xl4VcZIK7OBRm0wIAAIDuQ7ZEncGXKQCACnHRCKUDpqqECQoerFmzRiqVql8mzabm2dzcXC4UQbKysoRP2dnZcQM0+fr62tjYMO1AbQkAgHKVvXLGlTRAvcUP9YlxCAAAAPQUsiXqQClqSwAAaIC7D04pMqFq1ODY2FiKSRQVFVW4WIlEojSluLj43r17XCji4cOHwqfMzMxatWrFRSMaNWrEtE8HsyUYAIDu+e9CGscogHqp7FWi0rO4gAEAANBxyJaoGwhIAABUSOkOODVzJiYmrlq1SpOYBI++x8bExHDlIqKiooTlIuj3enh4UBzC29u7RYsWYrGY1SLUlgAAUE94RsAVNUD9xF8clm0AAACAXkC2RN3DxRMAQLmE3zOZ6m+baWlpK1euLCgoYBp7++23KSyhlDbh6urKZUVQNMLc3JzVER3MlsB5CgAAAHRK2Txa4XTcUQEAAKD7kC0BAAA6rWxWvvAhF5PIzs5mlZGfn881rK2tKQjh6+vr4+Njb2/PdABqSwAAVAiHJgAoRY1rAAAAfYZsiTqGVFMAADVKny5zrYSiEatWrUpPT2eVN3bsWApFNG7cGGEA9XDHAAAAAOgaYZIEvlADAADoI2RLAACAXsrPz1+9enXVYhLcy93d3ZnuQW0JAAA1+P7HkuTkjAMHjI2MskRi58GDzXXykA4ANS7n2rW4DX8UFhfL5HLRK68YN23Kno5SAAAAgF5AtgQAAOifoqKiX375JTk5mVXVnTt3xowZw3QPaksAAGiiJCkpfdMmrm3t44OwBEA9UZyZkXP9+n8PiooYRiDDNVRuAAAQAElEQVQAAADQT8iWAAAAPVNcXLxx48b4+HhWDdV8ufZgUCkAACVlD0Q0RS6XMwCo3+g4oBSTEI7shO4FAAAAXYZsCQAA0CdSqXTLli1RUVHMQKG2BACAetxxEkcnAGBPF75WuohCZAIAAECXaeNMLWJVgosGAACo0MmTJ6Ojo1lN2LhxI9M9qC0BAKAK3+eIMVsAgMPf3Ygi2AAAAPoF2RIAAKBPhgwZ0qVLl4iIiDt37lB8ojqDeNy7d4/pHtSWAABQAwEJAOCVPo2fqDQPbrAAAADQQagtAQAAesbV1bVRo0b9+/cvKiqi+ERoaCiFKLKyslglZWRkMN2D2hIAABVCcAIAWJmwBI4MAAAAegTZEgAAoK8sLCw6KNAZ5MGDB7cVoqKi9PpsgtoSAACawBcHACh31CaUvAYAANALyJYAAABD0ERh2LBhBQUFd+/e5VIocnJy1L/q559/njNnDtMlqC0BAFCussPHAwCwpw8O/BRcvQAAAOg4ZEsAAIBBsbS07KxA55TY2Njbt29TfCImJqbcU0xERATTMagtAQAgJLwVWng4Qp8jAJS9SsFFCwAAgL5AtgQAABgmOqc0VxgxYkReXl5YWBgXoqA2P49EImE6BrUlAAA0gaMTAOA4AAAAoL+QLQEAAIbP2tq6mwKdaKKjo7kqFHFxcUz3oLYEAAAAAAAAABg2ZEsAAEA9QieaFgrPPvtsTk7OnTt3jh8/PmjQIKYzUFsCAEAT5p6eDb/6ylxsbGViYtmyBQOA+sFpwED6H5eSnJqdLTY1VXoWFy0AAAD6AtkSAABQT9na2vbs2ZPpGNSWAAAQ4o5C/E9+usjKyrx9ewuR2NbCggFAPcMfEPjDgpECAwAAAD2hjZsgRaxKcD8mAAAAaksAAJQLnY8AoISPTAiPCThEAAAA6AVtnK+rGJbA/ZgAAACoLQEAoAY6HwGAoxSTMHpM+CwAAADoLG30fqC2BAAAQBWhtgQAQIWU+h8BoL4xKoMBAACAXkG2BAAAgA5BbQkAADXQ+QgAvLKpEmVDFDhoAAAA6CZtdDWgtgQAAEAVobYEAIAqFfY/AkD9wR0BuG6EsuUlGAISAAAAug3ZEgAAADoEtSUAANTD2PEAoJQnwU8UzsAAAABAh6G2BAAAgA5BbQkAgAohTwKgnitb75qfjoMDAACAXtDGKbuKYQlkSwAAAKC2BACAElUHokffZOr6+EQrJs/KlOVkM5nMyMREbO8gsrFlVVIqlcqys0pzc0rlciNz80eLsrRiAFAe4W0TiEMAAADoI23cBIlsCQAAgCpCbQkAAH1RWlycsW5ladgVWV5uQUYeExuLra2t+w1xePEVClFUalHynOz07z8TpcUXJKZJi0ro5SIra8cZc6wHDmMAoBn0JwAAAOgRZEtABWij5MuMs4vEtInUz0n7kpWx1NZUhotBAIAqQ20JAAC9UCqTZf30pXXqPVM3y+zEooIMxmSP0h2y/91WHB/jvOBdsWMDDRdVeOu65M/vG1gbMSeLkkwTCkuUlpTIsjLT1nwrL8i3HTmO4VAM8FhJVpYkOro4J1smkZh4eTFBCBD9CQAAAHoE2RKgToncKD7fPE1iovH1namjmayptcRUjCtCAICqQG0JAABNSG7ejHnjDa7t8/U3Dj17stqVs/Nv04QwE1uLlMiUEktH6yG9S+KiS+JiKJAgCbmUtuprlw+/1uT4WfIwPunDN52bN5DkirKzZMZte1hRoOL29UcDOhUXZ/yx1ty3vWnLVgwAFLKvhtz75BOubfLllyY2NohGAAAA6CNkS0D5ZHKjB/lmGYXG0tLK7SIZReLsEhsbE2kza4kZghMAAJWE2hIAAErKPQrV7aFJnpuTd+JAo8aWqTFpNnPftezSkxk/+hIkTXqY/MX7xTFRBVcvFwQes+o3pMJFZW76rVQqTbmf7DD5Bbexk0VW1o+Wn5eb9tO3+WdPlZaU5J441ABhCYDylCowwQGBnwIAAAA6Ths3QYpYleB+TB1BcYiHBaY30q1SJCaVjUlwZPLSrCJxaKZVfL55TiEuCgEAKgG1JQAA1NOFbkdZdpY0IyMjLk3eyNOiay8uJkGM3Ro1XPaDsWMDJpenrf2htFCifjnS1OSCi2eoYdnDz27qi1xMgoisbZxef1vcwInaBRfOMAAoT9mYhPApXMMAAADoMmRLwFNoA5SUWGVIjKTV3hQyudHNFPbj2dR/pzibG1diP/t05fLNe7bzD18cP+X91xarmV9SVNhj9ODC4iLuoZmp6YXdR6wsrNZsWv/DHz/zs21Ysbp3525cOzU9zW/icFULFIvFdtY2tvTPytre1s67heeMCVNcGjiXnXPvscNvffkhq6RjG3c2c2/CKu9edGTQpXM3w27HPoxPSk0RiURtWrVu3cLTu2Wrvj1621rbaLicqLiYY2dOX7gekpyakpKeKpOVurm4uDm7tGnl3aVdB/9uvYzFKj/F76/4fPvBveU+ZW1p1cjNzbWBCy2tScPGI/oNbtKosarlPDNzcmRsNKuMsUNHfP3OR5rMOXL21HtRkaqepT3E0d7B0d7exdHZt5V3t/Yde3fpwWprJc9fu/Lim/OEU478ud2jSTM1L3mQ+HDg9DHlPkWHTdpwDZ3dXJ2dXZ2c27f2HRowwMRYucbm2r/++P73tfxD2lKH/9xW7i7N+Wnjbys3rOMfzpr03DtzFjCoLagtAQCg++RFRfLCwpzCQtfZ44zEYuFTIhs7i+5+uYf3ygvySxIfmnq0VLOc3OMHS0tKjMzMGrw0z+jpCzCRlZVl1565R/ZT6IJp4KOxY+5fvcoqycLW9rdboVz73aFDHty9q2pOEzMzmwYNbB0dHVxdm7dt17pbt7b+/mVnC7tw4fPJk/iH495YNH7RIq5NC6dfUfYla66E2DmXc1my5o2FZ3fvVpo4YNr0WV9+ySqDTqw3T58Ku3gp+ubN9KTEzORkU3Nz12bNnBq708++kya5NG1a7gt3r/xxx7ff8g+Xbvm7jZ+fqt9SVFBwft++y4cPZSQl5aSl5WdnO7q5Obs3cXJv3MizVcCECTaOjqpe+/eXy/b//ORry6srvg2YOLHcOUPPnPly+jT+4fITJxt5ejLV7pw798XUKcIpK06dbtiiBVNrZmvvYsl/ETXv7t0/3L6D6TylIARueQQAANB9qC0BT5HJxEZM3MSyNDKvtJqRidwi2ScnY+Oyin67mju/u63mL3ym3yBhWOJI0Mml8xap2TdOng3iYxJkUJ9+FJNg1SCTyTKys+g/9zD48vkdh/Z+tODtEQMqTsPXkocpSd/+tnrf8SNK0ylKQf+p4dzA6fUXZk8cPlr89BdjJeeuXvp58x8UkFCaTp3v9P/slYvsb+bZzGPe8y+NHDCUVVJeQT4FA/h4wHe/rRnef/CXSz6wMDNnuqSouDgxJZn+32bhpxS3H/bt4bfsrfedFTckatu/xw4qTdm6f8+7cxeyKqHDJve38FOcG/z4+Zvv9e/5VDfBy1Oe33P0YPSDWO4hbalv1q1a8d6n5S6TIlW//r1ROGV4/0EMahFqSwAAqFL6NFZ3+MOiyKacq9xH4YTDj27jkOflMrWK79/jFiIq7/4SPnlCF5QUFWU8fEj/Y0JDr504QVM69O//yjfL7V1cWPWEnj3jN2Zs2em3goJYtcXeubP+/aVKAZvCvDyKHESEPLok3vfz2kHPPTdm/uu2TlW8FJRJpft/Xrvvl18kOTnC6cmxsfSfa29fsbzHyJGj572mPorA2frN112GDLGys2PVFrxrp9KUk1v+mv6/D5ihUDogIEMCAABAj2ijq6GKgzghW6LOyeVGUtmjDn0zsZGHlZFxNfYNqbz0uzMJFJOg9urLOffSSzR/bdd2HZs0fHKXfVJqyqWb19TMf/xcsPDhM30HspqWlZO96PP/HTx1jNWFu5ERk16bVTYmIZSanvbh91+NfvW5+6rv7l/3958z3369bExCCS1h8ecffLZqRfU/j/SOvfT267n5eUy3BV48O+Pt+elZmUzL8iUFhwNPKk3cffRAibQSHxD1aE947YN39p14am8xFht/suhd4ZS9xw5fuVX+x2r5up8kRYX8w95derTz9mVQi1BbAgCgQnUfljC3MDJ/dOOF5MqFcp7mh5SRFqtfjiwnm6n+SlYc8Sh3waRxVbJsa8GNU6eWTZ+Wk57OqufuhYtlJz64e7f6S0598OCr56arTyKRlZQc+eOPj8aMyc/OZpUXHx7+8dix25YvV4pJKKGgzpmdOz+dOIHmZxXJSknZ8d23rNqK8vMvHlS+ISZoxw76k5mhKDdUqXRwwGUMAACAbtLGORq1JfSVTG7B3/tlYWzU1KqK20MmL/02OP7qw//uDssqlM89kF6ocfIF7QZKd2cfCzqlambqPz19/sl4u7bW1v179WHa8fGP3xRUNEBwjYuJj3vxrddS0lM1mfleVOTrH7+bU959eb9t3bTi19Waf+A37d720Q9fs2oLCb3xv2+XMZ0XERO1fN0qpmX7TxwpkBQoTczMzjqqeg+vAqlM+v7yz+9E3BNO7Nmxy7hhI4VTPl1ZTuTpeljov8cO8Q8tzMw/Xfwug9qF2hIAALpPbGsntndgilGY5GXuwCi4foVrFIbeVHMUleflSpMecg0uPiFUdO+O5NZ1pig7wXRVwr17f39Z3Su92+fOlp0YdvECq7ZVr83TMLaR8iBu3dtvsUpKjon+ePy4qJs3NJw/NyPjqxeeT3mcQqHGsT//jLtzh1XP2X//pciE0sS8zMxLhw8xQ8FdNQlTJVQFJwAAAEDXoLYE/EcmM5HLnxqS3lJMm0SeXSi3MRdpvqOYitiZhPzL8U/1jIenFW++lT+7k6Z56MP7Df5ly5/8wwOnj70/f3G56xB86Xy+5MnV9rC+g8oOrF+hEQOGfP+/z5ni4jU7NycnPy83Ny8rJ+v81ct/7Pibv5M9KyebQiDD+w9WtZxZk57r27Pi740uzs5MM4XFRYs/+1/m4+GkOB192/Xo2KV9a9/i4uLIuJhtB/4VBi0iY6O/+23Nx2+8I3zJuauXv/lFuc+9g0/b7u07eTZvYW1ldTcy4s798JPngoWfwX/27Wrfus2EZ55lqn279FNnp6f+nISkxM17tt6+9+RGsEOnj/t366VmOY72Dj98WPEXWicHR1Z59rZ2Kz/+qux0eld3HNwbfPk8P+XAyaNvvTxf1W+pkZXcc/RgudN3Htmv+RBhAd17z57yvHCKXCY9ee7Mlr07KSDBTXm053zxv72//mVq8uTj8M6rC2gH5kcno43+z/5dU58dL1zU56ueujVv3vMvNW3YmEHtQm0JAAA1hKO1sLojsrGxGTAsc8sf8uystNXfOi9aavT4nPuoinXwf8mRWTu3iO3tbZ+dUHYJpdKStFXfyBTJmnKJJG31CtePvhGZm/MLSf3mM2rQYq38BzANzPjkU0mZPug/XwxWjAAAEABJREFUP/qQvz3fxMxsyZ8blf8QUfm3lFnb2y/8+Zey06lj/fTWrTcDT/NTzu/dO/Xd96o8AhJTDHaUEhenVOCh3BSKSgk5ejTyxpOAgZmV1fDZL3cbOtSteXN6ox5GRp7dvYv+Fn6GK0eOxISGNm/bVsPlF0skP86bJ8l96luPa/Pmvr16NW7l1dizZVZKalzYndPbtgnnyUxK2rLsizd+Wad+4bR7//HB/z7csbM6Z+GyIzhxgrZt7/XsKGYQ5HJ52QMCd5TABQwAAICOQ20JeITe+xKZJdcukZemF5XGFzwqL5FXUvowXmpmbGRnwRysRbZmRlb039TIWPzfljJSxCHov5mIWRkzS2MjeuaGteWbg71uJmTdS8p/kFVQJJXLStlnpzN7NzbzddEoZuDj6eXbyou/3Ts9M+PC9ZBenbqWnfP42UDhw2oOgk97IPVi03/W8NFDv649nBo4LVv9HT9DQkqSmpc3b+zes2MXVnO2/LsjNOJJ4UFba+slry6cNGK0cB7qoV7y5cdHg5/cbk/d6+/Oe8Pc1Ix7SBfrXwj+BEJPLZo9d+aEJ+XyBvfpxxT91J/8+E1I6JPvb1+t/X6wfz871cW0KW5Rtnz3swOHLl3x2d5jh/kpP2/5Y8yQZ1RV0qau85p934SMjY1VLXxYwICpC165evu/v7eouDjsfjhFUJh2VvJ+bLTwvW3o4srXhDhz+cKDhwlqKoQLNXBwKLsmvbv0GDFg8EtLFvJRuqi4GIqCCPcWBzv7RbPmfvDdkyqRP/6xjkKAdo8Hxf732KGbd2/zz3q1aDlr8nMMah1qSwAAlEvpPug6PzTZTZief/FMcWREfvBJadJD25HjRHZ2JbExWds2y/Mfd0PLZInb/47vPtDb2V4serLChSXSu/sP2J17UjuhMPRG8idLbIY9K7K0KYm5n7Xrb3neoyQM60HDTVu00mR9PNq3LzvR3OpJxTUjkYh6zJlmxCYmqmbuPnz4pxPG37vyX0ZISVFRzO3Q9n37sYoobbKGLVokRkVx7bALF4RhCdq+t84+yYd2bdaML9Kg+XYPv3xJ+PCdDX96d+/OtSlEYe/iQn+gnZPzv6t/4ue5ffas5mGJbcu/ib395MLJwsZm7OsLhr30ktjkqe87YxYsWLdkSciRJwNsXj1+PCslpcKaHPQOB27d2m/KFFYlCRER9y5f5h86NmqU8fAh174ZFJgSG+vSrBkzCCgsAQAAoKdQWwIeKZCay0tLJdLSK+myv2Nlh5PkoTmlEjkTi40sLIyKpCwll4Unyi/HyE6HSw/cKg68V5xfKGtuZdTWzsjbVuRhLWpkKbIzFZmIjCikQS80MxF1a+44vWeTd4d5P9uuoZ258aPIRHC25lt4WN+nx3EKLmeUm+KSklOCwhKuTi69OnVjNUopFmKruoO+xkll0s27twmnfPbm+0oxCWJpbrF86SetPFryU7Lzco8GPnm7Ai+djYiOFL5k7ecrhDEJXuuWrTZ9v7ZV8xb8lJy8PKV10AT14H/x5v+oU5ufEpcQX7PjFNUIOub06vzU9n2YnMS0Zvfh/Xzb0sLyy7f/J3x2x+F9rHo6tWn/wetvCqds2rNVaZ5JI8Z09G3HP8zIyly54b+b9QoKJT+sXyuc+bNF76mKJIFWobYEAICQqtyIOj80GZmYuL79kZHlo37/ooi7qd8vS/74nYw/1j6JSSjca9F+Z2j0rtsxxVIZU6x2Sq7kx7O399q4Zzg1FM5JkYnUFZ8nf/pOxsZfuZiERbdeTvMWG4mq+PVKS+i80MbvqUFT0xIessrjgwTkzoXzwqdiQkMLHld6aNG+g5WdPf+U5ts9K/VJPrG9q6vw1/GGv/yySCzmH94+f45ppjAv79TWpy60FqxZM+LVV5ViEuxR3onDop9/8e3dm59C82g4RNU/X39VtYoX7FENie18m8Iwr36zXPhs4PbtzCCU7c7ARQsAAIC+QG0JYBmFJrcyxAcTZTviZRSNkD/9rJV12Q1qZGkuN7cuKi6Vlt1kCRLlXapzM/vXB7Sc3ae5uYXN1rAippnRg54RPjwUeEImkynNcy7kYragjsKI/oNrfBe6E/FUVbqubTuw2nLpxtX4pET+YdtWrVVV87YwM39x3BTPZh5jhgz/3+tvbvvp92H9nsx58unheocFDPDr2oOpQN3Qi2bNFU7ZdmAPqzwzU9OXJkwXTrmstm65jrB9nDdQ40qkJXuOPxnGd1CfgN5deggjNzsO7ZXL5ax6aAdo0bQ5/zA88n5axlPjKdMH5LPFTwUbNu/ZzpVJ/33r5gRBVIYCGBTnYFAXUFsCAEBfGDdu0njl75a9ApiKQ3eWo+vt7o9utbmbkvnrpbvhKVlHI+I3XIsolsmMjEQXBk2RqrgDwMjc3GHGHNe3PmD6wMrOjlWeMBvjzrmn4gF3Lz4Zwcm7W1dWJY1bPckyyUpOPr5pY9l5rB0cPt616/1/tnL/x76+gGnmwv79hXlPaor0GDGyfUBfVTNTYGnsgoUDpk6b+cUXn+8/8PvtOxqOoZSbkbHtm29Y5clKSs7s2sU/7DpkSFt//yatW/NTTm/9p7TaV566AFcpAAAA+gu1JYBFpxVtvyN1czaztiinhoSpGbdlnky3MC1t00QuErEEaZG5WGQtuMOIpBaVsxHFIpG7vXlHV4veLoWMSZkGGrq4dmvfie/LTs/MuHjjau/OTyVDHD8bJHxYzRGclOTk5Z46f+brX1byU/r37NOymQerLSG3nqqeN6SvumGFJ40YXTaRgimu1E+cezLOFfVHvzn7NabWIL++ttbWOY+/aCWmJMclJlShwEBAj97Ch9fDbjEdQ6GCoEtP3ZrXUtCnX7NOXzibmp7GP+SibhOGjVq25ntuCj174lwQN5pWlYlEol6dukbFxfBTQkJvDA14as/xbuE5c8LUX7du4h7SHvLpyuUrln7y2z+b+Hkc7ezffvV1BnUEtSUAADQhtrY2b9dO9OjyRmxiq60bCypk4trQdelnxffD886ckiY9FFlalbLS4qj7JTFRpTLZzV7PlJhZcHNmSIq23YqKTkmWyuUudnY25haZzo3TGjZ3i79vZGFh1srHpGGjUmkJnQbMPFpZDRgqtq1KX38toC7vG6eeyoJt7OnJKs/e2cW1efPkmBhqZyQmJty719jLi3tKmEzg3b1H+OUrrPI82rUTPvzjf/8L2r69/9Rp7fz9ndzd+ektO3ZilRe4/al8Yv9x49TPTzEYDUfQsndxoTBGZtJ/N4sc37wpYNLElh06ssq4dvJkVkoK/7DP2LH0s++kyZs//YSbQs+GHDvWdehQpocsPVo0mTEzOz+voKhIZG/PAAAAQD+htgSwLu6iYqn0jV35vh4WPXyVq1JT+EEsNpI+DiWIjVjftnLTxxs5uqjQx9zSWDBUblp56RCuZqyhhVFz2yIXC41iEpxn+g0S3mJ/NOikMCwhk8mOBJ7gH1LAoH3rNqxKDpw8Sv/Vz9OkYePP31yqfp4Pvv+K/qufZ+N3azUsUaAUlmjRpCrDv6akpwrvl2/j1bpsKYiyvDw8r9y6zj+MiIqsQljCycHRzdklKfW/b0T3Y6JVzUnzeA3orn5pvTt337DiJ1ZD8iX5Yffv/fD7z7fC7/AT23n7eqoOO1VzJYXFrt3dGvp1eZSwMmrwM9/+trqouJibvuvI/mqGJUjrFk/1C8Q+jC87z2svzj4cdPJBYgL38MK1KzOXLJAUFfIzLHl1gV0tjlcGSlBbAgBA6L8bZB7/5KebtWzp9tVXlmJjewsLVtdMPb0dPb2FU/JOH4v9ZVVcy3ZKc3q4uBaWlJy8HWpjYeHv3frkqNlT/13T9MuVYgcHpvMK8/Ji79zZ9u2KqJtPLlNbtO8gzEuolNbdu3NhCaYYx4kLS8ik0jBBtoRPzx57V69mldfWr087/4BbwU9uY4q8cYMrgk2/qE3v3p4dO9IMVSjWXSqX86U1OMJEhCowYk92bHMrq7GvL1i7eBE/5Y/3//fZvn2VOhcH79zBt52aNKE/kymCE1u//qqk6L9va0E7tuttWMKD/suTk4pzc41MTJTeGVy0AAAA6AtkS8Aj3ZuJXw8wWRkkiUwobOlu3s7DwtL8vxwI2i5mZowPS7RpSjGJJ5tJzkpjigs9zf/7NhhfIC8SZAPTzuVmzhxMjSzERq6WJa7mJawyhvUduGz191LZf7/7SPCpD15/S/w4OePi9StKIzgxraHO4k8Xv9fAvla/LvK9xhyPKoUlMp8ejraBZt94Wzb1EIYl0jLSWJXY2dryYQnqfC8sLuILcdcaispUGE7gvPHSqyLtjN2ckZ118vyTIigjBgzlfpGjnf2A3gGHTh/npp88F0xhJJcGzqwabJ4OJ+QKhhfgWZpbvDt34WsfLuGnCKuPdG/fadywkQzqDmpLAABUiPsOo8v9j9Z9B9l5dzAJf1giUx4qx9zEZGj7DhfuRzzMzPR2c3X6Zo3YVufuBshOTZ3erKkmc058680qV7/w7tY9cNt/aQdhFy4OfuFFakTduMEXlmjWpo11Va/ARWLx/J9WffDsqJS4WKWnEu7do//cTUnt+/Yb+eqrbfz8mMbysrKEDy1sbITpF9XXZ/z4wO3b7pz/L6k3+tbNE39tHvTc8xq+PDcj4+rx4/xDv1GjuQ1k4+jYedDgiwf+q3Z29dixrORke1dXpv/4AwJiEgAAAHpEGzdBoraE/hEbsee6mkzsaCwpKg2NlOw4nXk9Ij+34L9aDnx5iZZu8uauyt+s8uWyh8VF8tJHbmf/96yxEXMyZW3sjBpaiMzFRvZm0sZWhZXdvE4Ojn26PamC8Ggcp+tP7ks6diZQOPOogcOY1gRdOrd28/qcvFxWi/ib6JniItujiUbfDJVQh7jwoYaRlZbNmgsfpmZmsCqxMrcSPszNrdU3sFJemfqCfzeNMuurYOfhfcLKKGMGP6mbMmbIkzZ9gnYcrG7haytLS+HDvPy8cmejSFv/nn3KTjcxNqEIHIM6hdoSAADl4g+PwuOk7n59MDJyb+jS3q0BP8HKyrxjh1atWjWhdRaLRM2dnKNTkye297DVvZiE5p6dO4+69TWcWemEQg9bd3+SCR124Tw3g7D8tXe3bqwaKKTxyZ49A6c/p2Y/uRl4etm0qd/OnpUtKJGtXkFujvAhxU7KzhO0YwfFdVT9f6PPU1GQUvbkneHehJmffyE2fnK3345vv6VgA9MMRXrkgivPPoIBpvzHjxf+olNb/2F6y0iAlTksoGMBAABA92njfF3FsATux6xzi/qZ+Ld8lItQIi0NCS/YeTrjZkQ+U5SXEIuZnUVp68blF0ZLlZZky6RFcpaqyAluYMp8bY2aWBqZKgZ3sjGRt7SViKu0pz3T96lyEYcC/xvHlnaVw0En+ekdfds1bVyT9ygpoQjBxl1bp73xSmJKMqstwg8n/b3CKIXmpNKnMlSKSjRaiKtnu0wAABAASURBVLHxUzlPfMJKZSkdXgqr9CdolVgsbuftu/bzb996eT7Tmn+PPRnBqWu7jsIKJX27+zk3eDJ0wPaDe6p5GFQ6pher3uIfv/GOlYWV0sSXpz7fQmsFNkBDqC0BAKCGsAtS978+DPN2d7b6L6vY0dHO1NTYwd7a2vrRlIb29gO8mje2tWJ6SCQWt2jf4c3ffp/y7rusGlybezg2asS1c9LTY249KkV294Kw3nW1whLEtkGDl5Yt+/LQ4dHzX2/i46NqtqvHjn08bhxf0UE98dOFyiVauPOmkafn0Jkz+YcUk/jn6680fO2Z3U+KXXt3795IUPmjY//+9i4u/MPTW7fq+xdwYZ6EMErBcAEDAACg87RxHYLaEvrKWGT0yTMmr24tjUh9FH6Qydnl8IKw2EJPd7OWzqY9W8mfLm79lPjiIlsmcjZ7NGSTuSAEYSaWt7CViKq6YYcE9Ptk5fICSQH38PjZ0x8vfJu6ki/fup4uuIV/eL9qFbseMWDI9//7nGvL5fLE1OSHyUlJKckJKUl/793JhyLuRUUu+fKjTd//rGo5ny16d/Kz41gNsbO1SU57UqouOTWlCv3FNlZPFQt58PChJq968PCp8aPsbapYcTFPks+eWpnyv3i7ObsEbd3Pal3vzt1Xf/Z12a75clV5JUNCr9Oewz8cPeiptB6RSDRu6MhftmzgHiYkJwVfPh/QvTerqrz8p95zK0uVf11DF9d5L7y0/JdV/JQmDRvPnf4Sg7qG2hIAAJpQ6oLUTSIjo4y8XGb06PtRenq2jY2lRFKUlydhimuA9hpU/NJBbf36LFq3ztzamtUE3549z+z6rxv9zoULTX19716+xD/bunsPVhMoIEH/J739dnJMdNjFS7G3b9NvibtzRzhPSlzsz4sXv7dlS4VLc3B1FYbEkmNjmRaMW/jGuX//5StXn/7nnwHTplX4qnuXLz+4e5d/2GfMWOGzRiJR34mT/l39Xy20tPj4m4GnO/Trz/SQUXn4p5TmZAAAAKB7UFsCnmJjJvplkumMv4vjMv5LjMgrlF+/L7FlpZ262Kt/bUphaUOLp/YnE1Gpt12Bmbjqm5W6jPv38j9w8gj3kEIR565e8u/W6/iZ0/w8tOeMHFhj5droK2Jj14b0n3s4bdT4GW++Fhrx38X9xRtXL9+81q19J6Z99ta2wodJaalVCEvY2z4VUYgrrwByWfFJT0Uv7GxsWZUkJj+544w2U5WXUx1Ojg3O7TiUnZuTlJpy9faNb39dnfO43ALtSy8sfm3t58urWc5BvT1HDgkfVlgXfefh/dUJS6QIKpyzirbdgJ59hGGJgO69zExNGdQ11JYAAFBDv+6Gjs/Kzyosic9Ibt2oUUFB4Z070cJnI9JzBspkJmpu/Kk7ds7Oa66E5GdlZSQlhV+5vPWbb/h6D6Fnz3wxdeqbv/1WI2UJvLt158MSdy9d9GjXrlgi4R429vIS3tpfI1ybe9B/rh154/qhX387v28v/yz9afHh4e7e3uoXIjYxcWjYMOPx7T6FeXk5aWlVKJ2tnoWNzXMffPDT66/zU/54/3+T31kinKfsRyB4507hw9+Xvkf/mWqB27braViClVdSQvdDlQAAAMBDbQlQZmMu+mqkidKYS5dji2i7mhgZqfovZkaZRU+9hBbQyl5iblzdzqzh/QYKHx4JOqX4+WQEp95dujs5ODLtsLW2mTBilHBKSOgNVis8mnoIH166EaJm5tB7d0e/8tyqP38Nu39POL1Jo8aWFk+KDVBc59LNa0ytrJzsC9cuC6d4eXiyyktJT80R1Fv2bN6iDj/g1Dvv3cJz6rPjt6763VZwc9+t8DvTF83JfLoCRw3KlxQcPH20Ui85GnwqoxrrE/Pgqfv1mmlzcDPQEtSWAABQpWzno45/fbgcn2ptbp6Rn5eSk1P22ZzC4pzCEqbDrOztm7RuPei55z/ZtdvS7snNLlE3b3w6aWJeZiarttbdu/Pt0DNn7pw7xz/0qUaqhFwmS4uPjwgJuXjgwOH168stzNCyQ8f5P/307Nx5wonCyhZqeHXuInx46fAhpRkCJkz4KzZO+J8iPaySeo0a7dvrSfGz6Fs3T6pN5ijKzz9/oHLZvZcPH9K8aoUOUjomKMUs0b0AAACgy1BbAsrRylm8YqyZpemTTSkpKd18tUDNS7KKS5XqTjSzKbQ2lrFq69fTT9iPfCTwxNXbN4Q1Hob3G8y0qUnDxsKHDxITWK3o3uGpnIwdB/epqfFw6NQxCkhQWIKCE4NfGH/iXDA33VhsrJTb8f1va5hav/2zKVcwEJBLA+c2XhXcMlauu5ERwoedfdszHdCymccXb/1POCU2/sGbyz7U0sHncODJ3KdHVaqQTCbbebjqha/Do+4LH9ZOZg/ULNSWAABQTxiT0PFjVHxOPq1hV48W4UkPXd0czcyfykqUl5YGxSQyfdDI0/OVr78RTkmOiVm9YEH1z1m0ZAc3N65dLJGc/PtJt7t396oXlji55a+Ffr0/Hjd25by5mz75OOTYMVVz9nr2WeHDtASNLvV7jBghfPjv6tUlhYVMC5RqX186eFD4rNL7f/HgQUl5ATA1KH4TuG0b00/lJk7pS8wSAAAAtNH7gWwJQ9DHQ/xaH7GZ8ZMtsvN6Xm6RXNX8WSVP9iR6TWOrYheLmrn5y8TYZHj/IfzD7LzcL9f8yD80MzUdGqDdvOPElBThQ3NTM1Yr+vfqY2dtwz9MSU89dOp4uXM+SHz4974npe2on114j/zIAUOEM4eE3hDmmiiJT0rc/O8O4ZSxQ4ezKvln327hQwovMd0wNGDA+GEjhVPOXL6wdf9upgXCYtea23ZgD6uS0PAwYTZP+9ZtXJ1qeOgDqAWoLQEAoKTco5DuH5piM/OyJI+yic1MTExFxufvhrdv29KxwVPjK4YmZWZLipk+6PbMMwETJwqn3AwKpN5/Vm3CAhLZqal827dX1Ye1bNP7qSvPM7t3lcrL/yKTGq/RGKdKOg0YIEwfyXj48ODvvzEtoLDN8Nkvazhz8K6drPKEoSA9ohSbxLUKAACA3kG2BKg0saPJpE5PxrrNlsgj08uPNMhLWb7gPn57M2kjqyJWc4b1fWocpxthoXx7QC9/W0HffY2Ty+XbD/4rnNKkUS2NimNtaTVl1FMFtD9f/d3eY4eVZsvNz3t72Ud5BU9uye/dubtnsycDQI0YMNi9YSPhSxZ//sHPWzbIy3w3C758fsLcF/kC40wRg5k5cTqrPFrP42cD+YetmregKAvTGe/Pf1MpCeaH9T+nZ9XAQARCFC66cO0K//D5sZPunbyk6v+owU9KYVNg6bzghRqiPeGD75cJp7wwdjIDPYTaEgAAGtLlAxSt2L47T0ZWbOnmeiMiOjohqaVHIweHp65d76ZqazDJGvfCRx+7NGkqnLJ9xYqc9HRWPV5du5Sd2LBFi+oUlmjYsqVwVcPOn//r889kUuXMY0lOzq4ffxBOcW3WjGnAxNx83IKFwinbvvnm93ffleTmlp05PSFh7eJFwohLpYxduNDJveIvIKkPHgiHwBoyY4bSKFLC/35jn5TCTo6JEb5QXwhvmzDSn3ozAAAAwNPGlXwVS17jfkxdQ1vjld4mqXmlh8MejcVEsYedtyQdG5WTK5AgkfP7ka2ptIWtpGY3ZK9OXV2dXJLTUso+NazfIKYdOXm5V0Nv/LN/tzAKQob6azc5Q+iVqS+eOBt0P/a/6oiZ2VlvffnhP/t39ejYpV3rNvn5eeHR93cc3KtUimDq08EMY7HxZ4vee+mdJ1n2JdKS735bczToVPcOnb08WtpYW9+JCL8dcff0hbNKK/D2q6872tkzjRUVF4eE3vhrz/Zjgprk7FH/+CSRqIoBS22gkM9nby6d8dZr/BR6D7/99adlb3/Aao5SQGugX181Mw8LGCiMOe06vI92e6aZuMSEk+eCf/tnU0r6k6+7jV3dnuk/kIEeQm0JAADN6ezXh5T8wszCJ7fpONvYOtnYPIyObdesUdOmrtnZefLHl8/hadk9mupHdqOFjc3sr79eNm0qPyU3I+Ofr758ZfkKVg2tu3UvO9G7e3dWPc/Om/f7e+/yDw/9/vu1kycDJk50adrUzulRmQfqjt+7Zk1K3JPokbm1deeBmn65GDZr1vWTJ0PPnuGnnPx7S+iZM236+Ll7ebt7eYnE4vjwu5ePHKlmp7+ZpeW095aufG2e+tlO/fOP8GHXIUPVzNxj+Iizu5/kCgdu3+bbu+q5KboDFy0AAAB6RBtX8lUMS+B+TB1kbmz0/hDTuIyiO8mP7qw/fU8S0926ucNTm7hEXpr5OPXcTMw8bCTimt6paN8Y0X/w+u3KSeK21tY1cg/+gZNH6b8mc04cPqqhi6uqZz/4/iv6zyoyffSEjxYuYRqwsbJe+fFXU1+fnZ335MarK7eu039VLxk1eNiQMoETv649Pnj9rU9XLhdODL0XRv+ZauOGjXx+7CSm1uAXxrOK9O7cfcLw0WpmSEpN8Rqg0TfPs9sPOjdwYjWhd+duk0aMEQ6XtOPQvgnDR3Vu04HVxErK5fL9J56EGRo4OPbo0FnNq/r26G1nbcNv6MOBJ2iTlZsJtPvIAfrP1KJY1FfvfmxibMJAD6G2BACAJqQpKRkHDhgbGWWJxM6DB5u711I+q4bup2UrTRncpvXCPh3TS5mktLRVqyb37j3gDvhxmbmZBUUOlrU0TGg1tfHz6z916qm//+anBG7b1m/yFK+umt5OUVZTX19LO7uC7KfeMe9u1Q1LDJg27fLhwzcDT/NTkqKjt33zjZqXjFv4Bl/ookJ0fnz5m2/eHTZUmCGR8iAu5e+4Cl/be/QYVhk9Ro5sv22b8G9RUiqXn/33yWWtrZOTT8+eahbYsX9/K1u7/Jz/3vOLBw68+Mmnlra2ZecMv3RperOmTK1nZs9+7oMPWW3JuXYtbsMfRSUlUpnM+pVXTJo2ZQAAAKCHtJGigNoSBoUiEz+ON/Nw+m80p32hyvV7C6T/9aCZikpb2+eZiZk2DO9fzo1L1P9ea5UemKL486KX5rLa5dnMY9P3Pzs5NtBk5t5deny15MNyP0fPjZm47O0PxGJNN8/kEWOXPV0aump6duyy6pOvNP+9tWnJq68rlV748PuvSqQ1UxMl6NK5+KQnRSwH+fVT/yZQCGGIoEpKUXHxnirVpSAWZua0G6iPgoAuQ20JAABNFCcmpm/alLxx44MNf0iqVB5Aq24kKg9tNLG9l6mx2M1Y1EwstrO1cnH5LyGVrqTPxCYz/TFt6ftKfffr318qK6nWFVRbP+UiZK2rnS1BXvnmG2t7TRN/B0ybPuKVV1hlOLm7f7Bte2MvL81fQuvz6opvJ739NqukmZ99ZmKm8ovPjdOn0x484B92HTJUpPbKU2xi0u2ZJyOIlhQVBe/cwfREcWZGzvXrRbdvy+7eZUWPcpJKFRgAAADoFdSWgIpQlJWEAAAQAElEQVTZWxh9NszY1vxR+3ysclG+VEV6urGo1MNWYibW1hZs37pNS0G9BM7wfoNZbWno4vrH8lUahgdqVuuWrf5Z9dsL4ybbWlurmsfM1HTWpOdWf/qVsVhlutKEZ579+8d1Y4eOUB/LcXdr+OWSDz97871qDrtkZ23z7tyFG1astrGyZjrJ1trms8XvCqfci4r8c+c/rCbsOXZI+HBwn4AKX6JUQ2Xr/qoUvu7Tree/v24WVqoAvYPaEgAASsoehXS8F/JeanZ6wVOF1vo0b9jc8VESJB1UPczFliKRe2MXGxsL7tmojJyCEinTE5a2trO/fCo/+MHdu4fXr2fV4NW1m/ChY6NGLjVxCzyFT744cHDA1GliY3UJ/ebW1i989PFLy5axymvm6/vZv3spnmFla6dmNgoDtPXr88ryFT9duqxUOVxDLs2aDX9ZZdQkeOdTxa67Dh3CKtJjxAjhw5OCDBg9IpfLlY4G/ENcvQAAAOg41JYAjXi7ildNMJ+7rehBpjQ0ubitqyk3vUBaWiBjtNmaWRfamcqYNo3oP3jlhnX8Q0d7h16du7GaRv37VhaWxMLcwsLMwtrS0s3FpU2r1hOGj7IwM2d1pGnDxv+b/+abL7924mzg/pNH4xLiH6Yki0VGDvYO9jZ2Pi295jw3o7FrwwqX09G3Hf3/cMFbJ8+dORJ0Mu5hfHJaalFxsauTc0NnVx9Pr85t2/ft4WdqUvXBf+hT3MmXFtJr2piJdtqsRl4j+vXsQz34wqIOqzeuHz3omWoOFZWRnXVCUPGb3ge/Lj0qfFXvzt1pr854XHk7Ijry2u2bndq0ZxqgFe7VuSutuX+3Xgz0HGpLAACoxx2XdPaLA63exQdPVUSzNjXp3dSZf2hiJOpiaXy+oLRlC/dboZEymTy3sDgtr7Cpg47eyVFWxwED/MaOFRYn2LXyR5pS5SLVrbs9dVVfNnmiypzc3Wd99dXIOa8Gbt+R+uBBWkJ8SlxcVsp/G6ipr2+XwUMCxo930azSdbke1X54/38TFr8ZvGvn5UOHs9PTcjMyctLTnRo1cvf2buLd2qtL59bde5hZWbHqGf3aa2f37E4rkxtEvy7k2JMBaSlA0s6/4hti2vbxt23QgK9YHh8eHhES0qpLF6ZvhEEIpYsW9DAAAAD8n727gG/ifAM4fvWWIqWCQ4vrcPfhug2G24RtDN+A/wTmG2OwjQmMjW24bLi7M9zdvYUaUqXe/t/m4DiSNC2lKZfj9/1k7M1ZL5fkkrzPPe+jZdb4mLZ0WaXydUG+riEpKSnRICoqKiIiQkwpV66cpFPqxy4kGSQkJPyxZ9niU9vVS37U4bVmFbIgbTlrid3fdCHp0zVxRT0dZvXwEX3iYuKN6OTwBMkvV6y3azzf+QA8pTbfD0lWfYLkcXGf1HKIs7OIlKUSDceHHBwc7A3kM4+ezj/37t2LjY2Ni4uLiYlxNpAfu/hXfuDWeOymn1Dyp7O8My4uLn5+fhIAPCNmf0FEHjlyY8QIeYHy4yfktTiSfnZKSEr+dfcpJfvBzclxUL0KOZyMr9y6EpdwMS7xzt2Iy5dvirt+nrn7VislAUjP7a1bLnz5pdzONXasW5ky4guS/E1JfEeSvygq35RkEjRg//79s2bNEo0pU6ZIAGzQsGHDxBew3r17N8i6qwfwnLt165b4mI6MjBTf8NW9H0rPTyY+0KktoU/iyWlV1mFIY+dbYUlX7z34oRWdKPm4JYgbzx0AZAlqSwCABdofRP7C7TD1iEx1i+UzjUkIfs6OXo4O3l55fHxSix9cuxthNO4TgHSlPE6ZaLSMBAAAtIfaEngyfWo4tCjjsPtaaoWJe/HJOZ0T/XLFSgCALEJtCQBIl2aDE2Kn1p9/NMZOGR+Phn4FzC5pb2dXydXRyc6uWNH8zs6pcYvzIWESgCeRYo4EAABsgTU+tcmW0DPxHH3S2iUgLDYmMeVufLJfrhgJAJB1qC0BABmhzbNTaHSMkiohzuatShW2sLCrvX1ZZwdHR4fSpYra29v7h0dJAJ6E2QLXKZS8BgDAFpAtgSfm7CB90Mwx6H5sGY/7Tpl8tgEA5mkwW0ICAA1Quhq1fEF0WEy83HCwt+9auWTeHC6Wly/k7FjIycHd3TVnLrc790lBBjJDfXJQTwEAAFpGtgQyI5eLVN473smeb3sAkMWoLQEAauoLn9U/XbR5anJzcpR3rLxPnrI+eTKyShlnRyd7+zy53XM4O0kAnoTppY0EJAAAsBVkSwAAoCHUlgCAjNDmqalwnhyvVipeOI976zJFM7iKs71dFVdHLyfH9uWKSQCeBF9RAACwXdb4HHeUMoXrMQEAoLYEANguezu78vk8xO2J1vJydOhYvIAEAAAAPDes0fuRybAE12MCAEBtCQDICNdSpQp+952rg6O7k1OOkiUkAM8H72bNxe1GSHBoeLiDs7PRXL63AABgK6yRokC2BAAAmURtCQBQky9dUv5Vptu7u7tWruxm75DbzU0C8JxRTgjKacHOQAIAADaC2hIAAGgItSUAwCw6HwEYUSIT6nMCpwgAAGwCtSUAANAQaksAgAV0PgKQGcUk7B5SzwUAAJpFtgQAABpCbQkASJdR/yOA542dCQkAANgUsiUAANAQaksAgAWckQAoTFMlTEMUnDQAANAmsiUAANAQaksAQFrS7X8E8PyQzwDy9ROm5SUkAhIAAGgb2RIAAGgItSUAwDLGjgdglCehTFQvIAEAAA0jWwIAAA2htgQApIs8CeA5Z1rvWpnOyQEAAJtgjd6PTIYlyJYAAIDaEgBgJK2zEGcn4Lml/n7CqQAAAFtEtgQAABpCbQkAAADLzFaPID4BAIANobYEAAAaQm0JAAAAy+TvJ0bfUvjSAgCADbFG70cmwxJcjwkAALUlACAjYk6cuPbee3K7/PgJeevWlQA8B25v3XLhyy/ldp5x45xKl5YAAIANskaKAtkSAABkErUlAMCI2Xgt1zMBkKUYSAAAwKZQWwIAAA2htgQAWEYXJABZcnKy0QlBuctZAgAAjbPGh3UmwxJcjwkAALUlAAAAMkgJQqjjE0QmAADQPrIlkN2i7kdLtsl29xyADaG2BACkJeVxEp6duGi+GGdGYnx8UkLCk85CWtQxCYlUKgAAbIo1PrWpLaFbpy6c23Vo39HTJ26FBIXcvp2QkFCscOHC+QsVLlCwRcOmtStXs7x6ZHTUrzP/FGt98d6Hkk1JTk7+Z9XS5RvXLvptumQjPprw1dL1q+V20YKFt8xblpG1AkOCm/ToKD2hsaM+6druJcl2LFq7cswP3yh3N89ZWqxwEbl942ZAi76dlVk299CgA9SWAIB06bjz8aPWrfzPnROND2fPrtykqYUlV/w2eeGECXK7RuvWw3+b4uDkFB0e/k7lF8QU34oVv127Tll46qiROxctEo1PFiws/7A8+PYFC/764H+i0WXkyE7DhksZk5SYuPK3ydEREX0+/Uw9ffaXX2yYnvpVecRff9do1UrSksDLl9f+9de106cj7t0NDwnxyJevYImSBUsUf6FR42rNm5tdJfj6tRGNG4tGpYaNPp43T8oK/mfPTh016sM5c3J5emZ8FiwzHbXJ6OTANxkAALTJGh/QmQxLkC2hZXfDw76dMnHlpvVG089cvCBuojFz8T/N6jd67413y5UsbXYLYt0f/p4cFBrSvUNnyaYcP3fqy5+/P3XhbEnf4hIAWBm1JQAA6RIBgMdiElN+d3DM5K+wJxIWHPzzwHcvHj7c+s03JVsgogv/jBt3cN069cRQf39xO7Fj+4YZM4pVqNB5+Hu12rSRrGzznNlzv/46IS7uiWYhI8zmURGNAABA46zxYU22hN7ExccP/GTU0dMnLC+2dc9//x3YN//XqVXKVTKaNWDMiG17d0k26O8FcyZMnSQBQHahtgQAWGB6ZfRzaMu8ubO//EJu12nfYfCvv2ZPTEK4euqUiElINuLQhg1/ffC/qLAw+a6zm1ve/PnzFigQHRZ2++bNmMhIMfHGmTM/D3jnta++avXa65I1/bd0aVqBBwuzYJlc8lp6/IQgnyXoWwAAQOPIlkD6fpkxNd2YhCwhMWHUt58v+2N2zhzu6uknz5+VbNPpi+clAMhG1JYAALO4Dlq2Y+HC6aNHy20RkxgyaZK9g4My19nFpcuIEaKRy8tLer5tmj1r5qefyu1iFSq8NGhQ3fYd7Owf1EEUL6F9q1YumDAh1N9f3J312WeuOdwbd+0qwQZRWAIAAFtEtgTScfve3XnLF6mndGzRutdLr/oV8XV1cb58/dqO/XtmL/k3PCpSnns9wH/xulWvv9pDgu1rULPOgF6vp7tYiaLFJABZhNoSAKCWVm7E89n/KGIScjUIoUGnTu/+OFEdkxCcXF07DX9Peu5dPXFizldfyW2zB0p8tNV76eXKTZp+3a2rXMzj748/qtK0aR4fHwm2w/TSRiITAADYCrIlkI7jZ0/HxMUqd0e+NUjdT125XEVxq1qhUv8PH1XJ23f0IGEJffDKm7du1RoSgGxEbQkAgFm7ly8TMQn5nCy62gf+9DNhY7OSEhImDRks/hXteh1fsnCg3PPk+XDW7NHt2kbcuSOW3zhrVtdRoyTYDr6iAABgu8iWQDpu372tvtu8QRPTZRrVqieCEyfOnZbvHjx+JDEp0dEh9ZVQpllto4UXrF4qbqLRokGTKV9/Lxrrd24d9sVH8lzfIkU3zV6y79jhucsWHjxxNFfOnCWL+bVq1OzVNh3+mD9z4t9TlO0cXbPN3e2xoaKmL5r33e+/KHcPrtySJ2cu073dunfXtj3/+QfevOJ/LTwiwtvLq4B3voY16/R6uUueXLmVxV4fNWTPkQPqFS9fvyo/nFzu7odXbZMnVmhZXzxYuf12977/GzDU6M/V6PhiZHS03H6jS6+PBz26fu2VAX3kguHCdx981r5Zqylzp+86uO+q//XSxUuWLOY7ov8gb88HCfi3QoJmLJp/9PSpu+F3Q+/cdnfL4ePtXTh/wRovVG3TqFnRQoWlZy0yOurlt3sHBAUqUwb1ffO9N95V7sbFx3ce+NrFq5eVKWNHfdK13UtG2zl/5dKitSv8b928GnAjKCQ4r4eHl4dnpbLl+3ftLV4eafxxafeh/Wt3bL564/ql61ddnF2KFylarHDRpnUbtDD3in1681cuPnzq+NXr168G+Ht7efoVLuZbqMirbTuWL1XGdOH3v/lkzdaNcltE9URsLyExYePObUdOnzhy+rh4pBVKlS1XqkzfTt2LFiyU1l9MTk6eu2LRyXNnAgJvXbyWegx9vHzye+dr/2LLV1q1dXJ0MrtWdMz9v/+dc+Hq5Sv+1wNDgosVKuxbuGiJYn5vdOnpkTuPBE2itgQAZIRDzpyuL7xgL357ODg45c4t6d2BtWv/GDFCPic36dbt7Qnfm/28iA4Pf6fyC6LhW7Hit2vXSVlHPSaSB4pg3gAAEABJREFUZKi5LW6i0WXECLP5GXtXrTy6efOtS5dvXr7kU7Ro8RdeqNO2XfWWLdPafkpy8sZZMy8dPRZ45UrQtat5vL0LlSpVpHSZtv375/b2lp7EsW3bgq9flwy5Iz0//tjyB2veAgXa9O8v1w8/tHFDl5EjLS//XsMG8rhP867fMLvAgKpVou7dc3Zzm3HuwWCwg2rWCA8NVRZ4t1pVuSG2YGGW0WbFwRS7F3Tt2s2LFx2dnQuXLCWOT+MuXYpXrmy6D/9r3uzWpUuVGjT8eP78/WvWbJk398qJEwWLlyhft06r1173LlJEsmXOeT1zV60aGx+fmJRk5+oqAQAA20S2BNJR0tdPffevf2d/M3K0aR/o9x9/EXznUQAjIfFBWCIT9hze3/+j95KSkkT7XnjYjZsBDWrWkbKCiB9MmDpp5uJ/1BNFp7C4iRDI1H9mj/vg07ZNmkvPgnjpDxg9QgmEHD194satgK9HPBg4eMbi+d9PnazEPyRDF//d8LDzly9t3fPfrzOmDn9jwFvd+0rPVC73nN+M+uT1UYOVKdMWzH21dUclZPLHvBnqmESz+o1MYxLLN6796tfvo+5HK1NEZ7q4nbpw9t9VS8Vj/MAk8JO65fkzf5kxVX7NyIJvh4jg1sI1y197tcf/3hnq7GS+1z4TREf/B+O+2LRr+6MpAdHXA1J/nS5ev+rToaNECM3yFsSjG/blxyL+pEwRuypuS9ev+vXzcfVrmHm13wm7979xn6tXESKiokSoTLxfxIH9a9xPIthgtJZ47wz6/H8Xrjw65ucuXxQ30Vi1Zf1Pn35jWp0eWkBtCQBQk38jKP8q011Klizw3Xc5HBw93NwkvTuyadPkoUOSDV91LMQktGPB+PErp/ym3L154YK47VqypFmv3m9++63pzkeF3Zs0aPCp3buUKTGRkUFXr4oHvmPRwnd//LFyk6ZShu1duVJuNOrU2atw+tfutOr3Wm5Pr7K1aomOfkl7xPMuoiar/vhdPfFeUJA4XNv+/efV90d0GDBAqZlh5NR//00aPEj+anHlxHFxa9zF5utn5K5WrVK1ajdCgkPDw+2dnY3m8r0FAABbQbYE0lGhdDl1xGjZhjX7jh7q06lbvWq1KpYuqzxlxYv6ipv01GJiYj+d+J26f1loXr+x9NQSEhNeHzVEhB/SWuB+zP2R33zqkTtPvWo1pWwn+tyPnz2lniIetYNhDNwFa5aPm/KzhXVFiEKEW0r7lWhSp4H0TNWvXqt7h85yNoxk2LHPfv5uxoRJon3h6uU//5mtLCmO8zcjxxit/uPfv02dP8vC9v9eMCd3rlzvPl7uYuS3n67avCGtVWYt+ffU+bPTv5/k5pIF11KJiEKv4e/IPfumxEvo4wlfnb9ycfSg99Pawt2wu6+NHHzy/BnTWSLMIMIVG+cs9czjoZ5+LeBGv5GDgkJD0tqmf+DNd8aM+PeXv5TcGim1zvyZN/83VCn6YiQg8FbPoe/8MPrLdi+medEinhVqSwBAuuTz0nNydhJd8z8PfDcpMfXylBZ9+r7+zTfP5IHXaNmqcOkyl48e/Xf8d+JunXbtW/TrJxo+JpfeL/h+gghCiEapatVKV68eFxN7/tBBecrW+fOKV6rUrHdv9fJ3AwO/7tYt5EZqfoNHvnzl69bzLlw46OqVs/v3R927Fx4aOr5fPxGJadq9u5Qxp/fukRuVGjXKyPJuuXK92LOnZDXv/f5HYmLirM8/Czifmj8x4q+/xV9Md5ZMfAr/+Fb/Y1u3iraDk1PVF1/M7+sbFRZ2bv8BccQS4uL+/W5cwMULAyf+ZPp34+Nip40erb7coViFCkXKlpV0Qfl+YmegbgAAAJtAtgTSkcPVbUi/tybN+kuZEhgS/P3U1I5mT4+8darWqFO1eo1KVcuWMH9tUf3qqaMeiWCAiArIUwrmy1+8SGoAo5RfCdPlQ+6EGk15oWyFwvkLSk9t+sJ56piEeL35Fi6aM4f72csXlChIYlLimO+/3jhniaODo/yILl6/EvowCySHW46q5VOvLndxcZaymlFMQmhaNzXGcD82Rj10lZOjU63K1URAKCDo1tEzJ9Vd1cs3rc/ysMTKTevFzfIyw98YMLhvf+XuRwOH7T60VxnKKXVspW2b2jZtMeaHscprQPh06CjvvJ7q7Rw5fdwoJpHfO1+h/AXOX7kkuvuVieJotGrYVMkM2LJ7pzomIV5dDWvVdXfLceD4YWWArMOnjk+ZM33kW4OkpzZ51t/qmESF0mXqVKkZHXN/54E9ynMxc/E/jWrVbVSrntktLFr74PI98TyK1/axM6fEA1fmisjE4rUr3un5mnqVryf9qH6iXZydS/uWiI6Nuep/XZl442bA+Km/fv/xl/JdcS796tcf1DEJcVgqlCpzMzh4865tIlwkGV7tn078VuyGj9eTDYwAa6O2BACYpZyO1D9gdN8LeXTLlp/fHSDHJJp06/bG2LHSM+JZsKC4xd1/8K3Mo0D+CvXMf9sREYh8xXwHTpxYplYteUpSQsLsL77YPHeOaK+bPs0oLCHiHHJMolbbtm+N+y5n3rzy9MT4+NVT/1g+eXJCbOz8b76p0bJlLk9PKT0xERERtx98e6/UsKGkAfJxcHV/MPxsmZo1lQdiYZZs2/z5ckxCRBQG/fRz0XLllFn7V6+eO/abu7du7VqypFGnzqYxmAuHDol/i79QudeYMX4VK57877/4mBhJL4xik0anBeITAABoH9kSSJ8IS5y+eG7rnv+Mpt8Nu7du+2ZxE+0yJUq+0aX3yy3bGI3dNPOHyeLf+l3a3r57R57SuHaDr0d8ZPkvlvYr8Urr9r6Fiuw4sEf8Kz21WyFBf8x71OVdtcILEz763K9IMSl1TJ7oP+bNVDrERX/65t072zRuJheBUFcFEF3e8sOxnq7tX25Su75/4M1127fKQ1et3rLxXniYPFf0R//zy1+VypaX74q3TM9h7yid2heuXJQ0QIQEjIZyEt3l4vir4y5tmzTv2Ly1ei3xWL797VFGSD4vnwkffSYPZyR6zzfu3Dby28+U6NH8lUs+GTJSMmRjiI0ra4kY2OSvxotQk2iLhcdN+Xn2sgXyrGkL5vbt1FVsVnoKl69fnbX0X+XuG116ffjuMHtDyrwIAAz97IN9xw7Ls37467e0whKC2MNfPx8n4gTyXRH4GTXuM2XuwRPH1GGJjf9t++/gXuVup9btxwwekdtQNEUEzD7+/hsREZFnrd22+X/vDJEfowh+qA/471//0LzBg5Sj85cvvj36fTnOERkdPfWfWfLBhHZQWwIALFD3Reozbqp8CtjZnd69+5dBA+WYhHD5+HHRQe9kC4Ppvz91quhGV+46ODn1/uSTQ5s2hgUH37p06W5goIhwyLMuHDy4e9ky0fCrVGno5N8cHB/9lHB0dn5l6LA83j5/f/RhdET4ggnj3/pufLp/Ouj6g+s2PPLnd89j25W0osPDF/6QWorPLXfuUX9PMxqQqk6HDkXKlPm4bRvxCpn5+WfjN2x0MBm21LtIkQ9nz5ZDHXXat5f0xWy2hNlABQAA0CBrfFjbS5nC9ZiaJZ6aXz//TvTA5s6ZM61lLly5/PGEr14Z0PfU+bPS03FzcZ02/te3u/dt1ejFsSPHGF05njlrtm0S4Qe5LR7Odx98KsckpNRudPcR/QfJnblFCxV+sV7DmGd0GdHrXXqKxysedf9ufRZPmS4POvRyy7aLp8wYKzr6u/Qc3O8tJSYhGR5IveqPxpuKjI6StKF+9Vr9Oj3Ksg8MCZ5gSK+R5ffO9+X7xnGp4+dOKyXTJUMGhlJiQQS62r3Yst2LLUTbM4+HiD04Oz3IVjl04ui1gAf1AB0cHL547wM5JiHfHT34/QqlHxSgFrGNJetWSU9n5ZYNSmhEvH5GvTPY/uEwvnly5vphzFfyoFvC2UsXDqQ9XNiwNwYoMQnhpZZtlFejEBgapF54yfpHu+1bpOjYUWNyPyzk7uPl/dHA4ZLhEJUtWapFwyY3HyaprNy0Vlnr1TYdlJiEULZk6Y9VY0wtWbc6Ji5WgpZQWwIAMsKoC1I/Hn4KnNmz98e33xJxCNHOYeheDzh/fv6330qa90KjxuqYhMzZza1klSpyO+TGo3rOO5cslht9P/tcHZNQNO3RQwQYRGP38uVSBty5dUtuuKX9y8VWHN28OfLuXdHoOGCA2SIZhcuUqd22nWgEXr4solamC7To0zcjKSY2ys6EBAAAbIc1ej/IltAhZycn0Vf+UvM2Kzav27l/z8GTx4zKP8hEcKLbkP5/j/9ZHrspc1o2blrAJ5+Upc6rMgnqVatlVBxYvPDmTJySz9tbhCikZ6dHh06mE12cnSuXqyhuprNOXTh3+fpV5W5kVLSkGaMGDNlxcI9cCNrI2FGjPXIbX7l2XjUykpOj0yut2hot8L+3h340YLjRcEPnVE9r0YKF1Z37gogZVClXSRnK6eRTB8wuXL2ktGtVqWZU+F1EtkoU9b147Yp899T5M7UrVzO7ndaNXjSaUsq3uBJfiYl9LEggnmWl/UrLdkbZSGLFFX/OLeVX3Ghnzly6oLRrV6lh9OeqV3xBaYtw3aVrV14oa9x3gGeI2hIAYIH+r4Z++KBW/f5gGM+3x09wcc8xecgQ0d44a2aVpk2rNmsmaVj5unXMTvcqWEhuRIWFKRP9z6V+1XFxdy9do4bZtcSzXKpq1UMbNsTHxIT6+/sULSpZ5PRwtNWYyEjJxt04/+B7YPk6ddNapmTVqntXpY4RGnTtWpmaxhXySlWrJumU2ZiE2fgEX2MAANAmakvgCYhO4be69xW3sIjw/ccOnzx/RnT17jt6SP3EJSYlDv/i423/rlSuW39SZUuUlrLa2YuPemkL5DMT88iSet1Pw83F1ShYYir0zu0Dx4+Ifuqzly6cvXxBGdxJlpSUKGW1l1q2+eHjr6Qn5+rs8t0Hn/YaPsDoTf1qmw6Na9c3Xf7MxfNKWwSljDrZ5Ymma116GAMQ7oXde33UEKMFboYEKu2L169IT+fC1ctKW7zsTf/c7Xt3lbY6YqSWy929YL78RhNz5HBT2gkJjypwBN8OUUqbSIbIh+kGy5cqYzTF/9bNqPuPYlRzli5YsWmdlLaLVwlLaAu1JQAgLeryEnZ6rXr9+Cn39a+/btqjh2gcWLtW3ERj6qiR36xabfbaeY3IW8B8WTgHpwe/ExPi4+RGSnLy9TNnRCMuOrpfyRJSeoKvXUs3LOHx8EtjeGiorUfW5TrYwpddXk134ZDr100n5vd9xr9xrM30nKBMlwhIAACgbdSWQGZ45M7TunEzcZMMQ/TMXbZw5pJ/lYLG4VGRKzev6/VSFylTihQolJHFTHvJ4lX9uWoxcbGXVH3ERpWWs5DZfrvYuHgpA/yKFktrVnJy8pzli1ZsXHvqgqXr/e0fjiCkETUqVe3ZsfP8lUvUE4e/8a7Zhc9fedTj73myZ0IAABAASURBVOOZ0QrM6rXEq27PkQMWFg4OCZGegti+6O5X7oq2+q6p0IfFVIzkdDcznoCLk/ki6ury2lJqWMJLyoBzj1cZOXXxnOXlb9+7I0FLqC0BAJYZXRkt6Ve3Dz5o2e/BcKZvjfvuwuHDYcHBEXfu/Pbe8E8XLLSzz+TYudaW8dGTAq9cSYiLkzIsNCAg3WU8Hl6BJD6/gq5cKViypGSzrp99gmTfUHNpyu65c0v6ZXoeMMqckAAAgIaRLQFLxDNy597doNuhwbdDQ+6EvFCmgrq2gaxgvvz/GzC0dtXqb3/8aMD6A8ePZjosYTrCj1mmo0jFx5sPACQmJqpfWkaD5GShRHP5Ckq0xrK8uT3MThcPc8CYkUpZY0XNF6o2rlM/IPDWwjUPhtl1sNfWN+/Y+Lj9x48YTZw8++9vRo42XTgp+dGzeT/2vpQxd8LuShmWaG7YsYy7c/fJ+u6TkpLNTndxdjGdaG9v/rSZlPzYKfF+xqqe3A27Jz2JZE68GkNtCQAwYvZngu7PTu3feeflwY9SM909PAb88MP4vn1F+/yBA8snT+o0bLikSfYZjpdE3H6QFVqgePGGnTqlu3zRsmXTXSaPj0++Yr4hN1JTBy4eOZLBsMSSn37yKlSoRsuWWVCJIYs+x1OSk5Xj02XEiHSXL1DCTLqJ1q5bykJ2JvWuJQAAYFPIloAlF69d6dC/p3K3c5sO333wmdklm9RpIMIJYRHh8l2l9G4mODtl6CWUmOGwRC73nAV88gWFPrhY/vZda10bnmzSEx0dk9EedkdH84962sK56phE/eq12zZp9mL9RvJ4PmKuMsveTltXzP0yfarpQEYiiNLuxZb1q9cymu5bpMjxs6fkdsjtUCljCvoUCAwJltv1qtea9cNvktUUzF9AfXfoa2+Lm/TkHJ7kx6FvocfGZwjNWFqD0YBXM3/4zfSAQ8uoLQEAGaTvq5oqNWxoNKVy4yYt+vbbPGe2aC/9+ecXGjW29coByohMogu+0/D3pCxSvWWL9dOmicalo0cbd+2a7vLhoaErJk9KSkyc5uAw8u9pGSzdIZY3rdEtHsj9LKppYWdvn9/PL/ByanJwg06d8xUrJkFF/f2ELyoAANgia3yCZ7JvlGwJDSpTvKR6OPtte3fdfbyegUIEJJSYhKnHXmfpPcvOaQxo4/h4f25UVJTRAkF30hylR1064tCp46YZDF9P+qHj273e/+aTybP/3rLnP9UcO9WOm9lz9cXvkfeNdyk4NKMDBzk7OZmdvnTDGqUtYhIzvp/UvWNn5UlRXz6vqUT+E+dOT180z+ysT34cGx1jXJ3bt9CjYYLFa+z844MXCau2bGjep9O7n4z8fuqkpetXy1soXPBRqODGTX/JmtxcXPN7P+ruv3Er/TEEnp5vkaLqMMbhk8dNl+n0bt8eQ98e/f3Xfy+Yc/xcamin8OPDoPkH3pRgU6gtAQAZ97x1R/b6+GO5WkByUtJvw4ZFh4VJtsyzUCEX99RydMHXr9+PiEhrsaCrV2PSnmuq6osvyo39a1ZHZSCLdM/KlSLGIBo5cuUqX7eu5YWVXJAkc+PHRoWFJT9dhq5awYcJEEqRCVNhwcF3AzN/QZjOEJ8AAMCGWKOrIZN9o1yPqU2NatVR2vfCw4Z9/mF4lJkrgCZM/VV9t9jjVfjUEYWk5HQqMzs6mM8byJUzl/ruzZAg9d24+Pj9R49IaShWsIjSDr1z+/HAQ2pOw4ad285fvrRm68ZfZ/65ZN1KZZaDw6PXpNkxmjxyP9qrIJMgxK7D+6WMcTKXLRGfkHDV/1HxutpVqhu9Ry7fuCZpT2x83Efjv1KfXMqWLKW0AwJvjf9jktEqxQoVUd9dpHoKZKu2rPe/dXPrnv/+WjBnwp+T5NhVoXyPCireDA767+Be9Sri+WrZ71W5y16sdezMSenpFC34qLt/+95d6mLUkqEgdt3OrV8fNeSrX7+ft2Kx5coTGSTeC76FHwVs1u/YYvRHT54/c/rC+SOnjy9et2rC1Ely3KLw43UmV25aZ3Sin79ycYu+neUYz5L1qyOjoyRoCbUlACAjEkNC7syeHTJntv+MGbEB2XG5gBaITvx3J/4kf1KE3Lg+9YP/SdnLPktHDRUPpFCJB4Ms7Vq6xOwy8TExX3Xt8tYLlYY3bCCnDqSrUsNGxV+oLBmCBMt//dXywqH+/it/myy3G736qkuOHJaXd3R5cE1S+O3bpnMvHT2a1ooWxrZKa1b+hxkSu5YtS2vdaWNGD61bZ0CVyruXLZWeD/evXhXv+oiFC+OXLUt5PDLHlxYAAGwI2RJIx2uv9nRVJQQcOHG0Ra9XJhiuWN9z5OC+Y4c37drea/g7oldUvVa7Ji3Vd9UjFJ25dD45OTkpKck/8JbZv5jWq8CvyGOZy/+uXCK2I7dFvGTMj98E304zNeHlVm3Ud7+Z9KPSSX03PGz099+E3Hk0cNBLLdsqbSdVjCQwOFj+E9cCbigTfYs8ysPYd/SQfLm6bNu+/36fO0PKGLMvfgd7e/XBP3b2pPKQhd2H9q/bvlm5m5CQTrwn2/wyfaq6xniPjp1/++p7NxdXZcq/q5aKF496laZ1G3h7PqrnPH/FkoVrVshtEZv5fe707ft2K3M7NGvl5JiaXNLhxZbqZILPJo5Tp1n8u2rZ9QB/ucte9L9fvGY8otST6tiitdIWwblR4z6PeBiiE0/fb7P/vht2b8+RA3OXLxKRCbNBrEx4ucWjl674K0O/+Pj2vQcVNS5euzLmh7HKXHEKfal56sLiUHdo3kqZfvDE0XG//6y8wMIjI2YvXXjjZoAc4/lj/gxXFxcJWkJtCQDIiPjAwDtz5gTPnu0/c0bMcxOWEMrUrNnh3YFy+/CGDVvnz5eykdPDb3RJ8Rkqn5auBg9LSiybNMlsSsSm2bPDQ1O/qLvnzp3BQhHik+uNsd/I7fXTp6+YPCmtz1ax5YnvvB1x58E4mc379E13454PB/Y8vWeP6dwNM9L88u/88NAlmgw8m9asBq88ODj716y+cPCg6TYvHz92ZNMm0YiJiqrYoKH0fLh/9Yp414cvXBi3bFmyISyRYiABAACbYo2Pb2pL6Eq5kqUH9+v/499TlCmiQ/bvBXMsrNK8QWNxU0/xyJXHX3pw8fiZixe6DHojIOhWuRKlZk/8XcqwKuUrOjo4Kr2963dubdG3c5Pa9aPuR2/dszMyOtrCujVfqPZSyzYrN62X74ogRLch/YsVLpI3t8fpC+fUPch1q9Vs1bCpcjd3ztxKOyExoff774pXqejSPbVhl9wzXvOFKnsepkSI13CPoW/Xq16rbPFSh08df/rL80Wfe7lSZY6ePiHfFV3zfUcM7N6+U3JKsuj+Xr1lo/oNHB0TLXrw0xoMKnPEEVMOmgVlSpRc/fc/ctto+KYCPvlGvT04d85c7/Z546dpj57uT34cu+rvee5u7vLdPLlyD3/9nU8njpPvimdELPDLzKlFCxS+cPWSeIqVFfPm8Xi7x4NfjGVLlu7XqfuMxQ9+jd8MDurz/rtN6jXwLVQ0MCRIHSrzLVL0lVZtpafTo0PnJevWnHgYedp75OCrg16vW7VWAR+fg8ePimdEWfKVVu3U44Y9jTe69V6yYbV4ycl3RZSlSfeOJX39RPvc40Ndvdv7DSW088E7w7bt2a0MljVz8T/HzpyqXrFyTnf3lZvXq+Nq7/R4TX4lQzuoLQEARkx/sTznvZBdRow4tn2b/9mzoj33m6/L161b0Fy5Y2tweng1w7XTp8wWV3hSrfr127FooXgsEbdvj+vTe9iU372LPEqiPbVr17/jv5PbLXr3yfhmS1ap2qJP381z54jXycLvvz+5a1fLvv1qtmrlYPiqnJKc7H/u3I7Fi0RQJ/7hmKh9P/8iI4exTM0aJ//bKRqLfvyheKVKvhUrytNFbGPWZ5/Js8xydHkwUO2lY8dqtWmTkVnFK1du3rvPlnmpxeR+GTRwyKTJ6jGm7gYGTho8WG7X7djRI18+6fmTnJxsdCpQTg58gQEAQOOs8Umdye+mZEto1ts9+m3bu1v0h2Zk4crlKv0w+iujiSKicPL8GeXuqQupP6ICb2e07oLM1dnl9S491RGRgMBb81YsVu4O6PXa1PmzlLtGL+0P3hm66+D+u6rhZUVXr9LbK/PM4zH+w8/VadRiz9ULKMsHhYbKQ/q82qbjzMXzIx4WukhKStp1cJ+4yXdL+Rb3K1Js8+4dD3bpyd9vb3XvM/izD5S7B08cFbe0Fg6+HaoeaCj7xcbHffj48E0fD3o/t2H0LRFLWL1148WrD1LvxXM34Y9JX77/kbJkt/avrNq8/oDq0YXeuW00ZpEw/sPP1DUe3n9r4Pkrl5SQgIiZmcZRcuZw/3H0V0/f+S6evomffv3aiIEi/iFPuR7gL25Gi5UuXvKjd4dLWUS87McMfv/dMaOUoyrCY+dMam/Uqlxt6GtvKXdFNOjnz74Z9OkHShkVESQzjZO1b9bq1TYdJGgMtSUAwDL5pPQ8dzg6OjsPmvjTJy91TEpIiIuOnjx0yBdLljq5ukrWV6B4cblx6ejRj1q3csuZs1ydOr1Gj5EyS8QJ+n32+Xf9+orHcvn48U9f6lihXn2fIkVccriFBgTsWLhQXqxOu/ZNund/kg1LvT/55H5k5J4Vy0X77N694ib+Vr6iRXN7e18/cyb28TJ1/T7/ovWbb2Zks427dF0+ebLY27Dg4NHt2lZp2rRYufK3rl45sWNHQmxsmVq1PHx8Dqxda7pifj8/uTFp8CBx0AKvXBm3fn1Oj7yWZ3UZOfLo1i0iAhEWEjK2R/fqLVuKsE0uD4+Y6Oit//wj55cULlPmaZ4CmyZ/S1GHItRziUwAAKBl1vikpraE3ohu+mkTfh7x1iDRa295ye4dOs/6cbK7m/GQrH07dfPK62k08VZQ0JN2dQ157a3GteubThc9zp8N+1+XNi+pJxptOp+Xz+q/57dUZUIY8fHy/nHM1wXz5VdPbNGwqQi0mC4cFBosN8TyEz7+Sj1CkaJaxcp/j/8lV86cj3bpybv2xA5/+O4wF2czZcBFb/tPn3yjJBwIpy+ek56pn6f9cVk1fFPrxs3aNmkutx0dHMeOHK1e+J/Hh3ISb//p309+t/cbaZ0HxEEQh6Jp3cfy00Wv/W9fT+ja/mUpDR6580z+akLlchWlrFCsYOFZP0wRMYC0FijtV2Lad7/kTe+d8kRerNto8ZQZItqR1gIVSpf57sPPjYqyNKnT4K9xE4s8XmdCrd2LLb//+At7LVVKh4zaEgCQFuWMxJgtxSpUePX99+X2tVOn/vlunJQtcnl6NuvZS27funTp8rFjARcuSE+nQv36X69cJacdRNy5s2/1qlV//L544kQlJiH+4qBffnnSzAxnN7fBv/7a57PPRRxCniJiCaLH//yBA+qYRKnq1T9duCiDMQlBRAWGTv5NrtQtHN++Xex8V/UZAAAQAElEQVTt4Q0bREyiUsNGH82anSNXLrMrtuzbz9XwuyApMfH07t0i0nDr0uV0Z+X28hIhirodOkqGl/3hjRs3TJ8uDs6aqVPlmES5unXFH30+UyWkh30IpjEJvr0AAKB9ZEsgQ0Tf97u9Xu/50qsLVi+7euParZDggMBbAUG35KdM9Pi3atS0fbOWNSpVNbt68aK+q/6aN2vpgsMnj529dNHHy6tEMd+GNesmJSelVeDarByublPH/rh807pNu7ZduHLpbnh42RKlar1Q9eVW7UR3sOl160a8Pb1++2rCqi0b9h075H/r5uUb16Lv3/fKm9fLw7NpnQavdelhGlBxdnKa9/MfC9Ys27l/7/EzJ3PkyOFXpFjdqjWKqwpdNKvXcOkfsxatXXno5PGLVy/5eHtXKFlG9J6/1LLNEz26tPTv1qdt0xbzVyw+cfb08bOnY+JiRXyoQa06773+btFChTfs3Lp+51Z5yRWb1rZp3Ex6Rk6cO62MpySljn+V8/Nhj5VhrFrhhd4vd1EnuBgN5SSO9oj+A1s0aLxy0/rrtwKuBlwPDg3x9Eh9giqWKT+wz+uF8hUw/bviWRs7ckzXti9t+m+72IcbgTfvht0Tr8l8Xt4tGzXt1v4VEb+Rsk6xwkXmTPx9y56dW/fsvHD1ys2gW3HxCfl9fESAqkubjuKZskZH/wtlKyz7Y/bc5QvPXDrvf+vWhSuXHR3svb2883v5dGrd/qUWbcyeyuvXqLP8z7nrtm3ae+zwpetXbgYGOTs75fP2LuVbol+nbiJsJkGTqC0BABYQkFC8NHDQkc2bLx05IhlKGlRu3KRqs+z4HvjaV185OjtvmT9P9PJLFis5Z5xvhQpfr1i5YebMa6dPhdy44X/+vKOjo0f+/AX8/F4ZMrR45cx/aWnbv3+LPn12LFp4cO268Lt3Iu/eFTevAgULlCiR39e3Yv36tdo+8Tiftdq0KV6p0pKff9q/dm1cdLRfpUpVmr5YtWnT0jVq2KV9NAqWKPG/adNnfvG5PPpWjjx5YqOj0p0l5PTIO/S332q0anlm715xcG5euhQTFZU3Xz6vQoWadOum1J94PqnzJNQkAACgedZIUbAUXVC+NMijQCYlJSUaREVFhYeHi10pW7aspFPqxy7XfBYSEhL+2LNs8ant6iU/6vBaswq1JQB4zrT5fkiy6hMkj4v7pJZDnEU4xUA0HB9ycHCwN5A/w/TUdR4WFhYTExMXFyf+dTaQH7v4V37g1njspp9Q8qfzvXv3xG64ubn5+mZNuRQAyASz56jII0f8R46UFyg/fkJe1Zj7AHTs9tYtF778Um67f/21W5kyyhdF8R1J/UXRzkDiGgtt2L9//6xZqUMuT5kyRQJgg4YNGya+gPXu3btBgwYSkBUCAwPFv5GRkeJ7vrr3Q+n5Ubo+lM/0dGXyehmyJQAAoLYEAGQEpyYA0uMJE8oUiVMEAACaZ40Pa2pLAACQSdSWAACzjIZqkQA894xCEabTAQCAZlmj94NsCQAAMonaEgCgpr7wmR8LAIyYlpeQAACALbDGp3Yma/ySLQEAgAazJfh0BqBBdD4C4CsKAAC2i2wJAAA0hNoSAAAAGcFXFAAAbBfZEgAAaAi1JQAgI5wLFvTo1cvJ3t7V0cmtSBEJwPMhT/UalX7+Jeje3ciYGIcCBYzm0qUAAICtsMandibDElyPCQAAtSUAQE3+jaD8q0x3yp/fo3fvHA6OHm5uEoDnhpOHh1O1aveCg6IiIyUnJ76oAABgo6yRokC2BAAAmURtCQBIl3xe4uwEPOfUpwI7A/V0AACgZdSWAABAQ6gtAQBm0fMIQE19TlCfDTgzAABgE6gtAQCAhlBbAgDSRWQCeM7Z29sbBSmN4hOcHAAA0DiyJQAA0BBqSwBARhhdHw3guSJ/X7JLg3pJThQAAGgT2RIAAGgItSUAwAILnY8AnivKScCOYjMAANggsiUAANAQaksAQFpML4KmIxJ4PhkN1mQUmSByCQCA9pEtAQCAhlBbAgAso8MRgGSunoREtBIAANtBtgQAABpCbQkAMGLhRMQ5CnhuGeVGSAAAwKaQLQEAgIZQWwIAMoirmgCo8Y0FAAAbQrYEAAAaQm0JAACATOAbCwAANoRsCQAANITaEgCQEfFXrtz69Vd7SXKwt/cb8G7OChUkAM+B21u3XPjyS7mdZ9w4p9KlJQAAYIOs0fuRybAE12MCAEBtCQDIiMTIyJgTJ+R2QkSEBOD5k6IiAQAAm2KNFIVMDuJEtgQAANSWAAAjRh2OdEECkMmnAvUJQTk/cJYAAEDjqC0BAICGUFsCAAAgg5QghDpgSWQCAADto7YEAAAaQm0JAEiLus+RsxMAdUxC4swAAIBNIVsCAAANobYEAFjACC0A1EzPCabDvkkAAEB7rPEZTW0JAAAyidoSAJAu+hkBKFIep0yUAACAhpEtAQCAhlBbAgAsIFsCgCI5OdlC1WsAAKBl1JYAAEBDqC0BAGYZdTtKAGBAYQkAAGwR2RIAAGgItSUAQE19KTQ/FgComfYhcJYAAMBWkC0BAICGUFsCAAAgIwhCAABgu6zR1ZDJsATZEgAAUFsCAAAgLc55PXNXrRobH5+YlGTn6ioBAADbZI2LIMmWAAAgk6gtAQBqcnDUNESao0oVvzVrcjg4eri5SQCeG7mrVatUrdqNkODQ8HB7Z2ejuXQpAABgK6gtAQCAhlBbAgDSopyR5AYnKOC5pVzUaGegbgAAAJtgjd6PTIYlyJYAAIDaEgBgllFMwrQN4PlhFJs0Oi1wZgAAQPvIlgAAQEOoLQEAFhCTACAzmy1hNlABAAA0yBpdDdSWAAAgk6gtAQDpUvofOUcBzy07ExIAALAdZEsAAKAh1JYAAAuMOh85RwHPJ7MxCbPxCc4SAABoE7UlAADQEGpLAEBa1MOzcH00AOXSRrMBS84PAABoGdkSAABoCLUlAMAyo+CEBOC5ZFRbQno8W4KTAwAAGkdtCQAANIRsCQBIFwEJAKaDOAEAABtijY/vTIYluB5TsenUgbM3r0kA8JxJ5lOAbAkAMKE+EZEqAUAySZUgQwIAAJtjjYsgyZZ4AmZ/UB2+dlbcJAB47qm7n6TngwazJSQA0AD59Gh0Uoo+cSLs5EkLa7mXLOnZuLFk0b09e6LOn7e8TIGXX3by9LS8jP+MGZYXcC1UyKd1a8vLRBw9Gn7smOVlfFq1dC1cxPIyAXPnpCQkWljAyTNvgZdfkSyKOnf23t59lpfxatQoR6lSlpcJXLw4MTLSwgIOrq6FevaULIq5du32tm2Wl/GoVStXpUqWlwlevTo+NNTyMkXfeMPyAvHBwcFr11peJlelih61alte5vbWLTHXb1hepnCPHvZubhYWSIyICFyyRLIoQ2+EvXujzp2zvIx23ggJ5cvZFSpETAIAANtFtsSzx/cnALDA6CSp+3OmBrMlJADQGHFqSo6Ojjl37v7WbXfWrrGwpOj9TLc39u6ePcGrVlpexqtxY8u9scn37/vPTKc31qNmrXR7Y0VXbLrbyfVCpfTDEnPmJMfGWlhAxBLSD0ucP5/uzrgWLpx+WGLJkthbNy0s4JQ3b/phiRs30t0ZEd5INywRsm5t5KlTlpdJNywRFxqa7s4U6t49A2GJrXf/+8/yMgVeeSWdsERkZLo749OqVUbCEkErllteRkShnv6NkCcr3giu1atLfn5OrVvb+fgYzeKrCwAANoFsiWdGebBciAoAabEzIekdtSUAwDL5pBR7+bL/qFHpLhweHX3BP/VqdPkrt9kTWlR0VLrbuRYUaO/oYG9vn9ZZMSUmJt2NRMfcP3/junLX7Hbuh4dJ6fEPCQm6fs3CzkgZ+IkRGxeX7s7E3L0rpSfwzu076e1MQmKC5Y0kJiXJOyNfqWZ2O/G300lxEELu3Y24fs3ytfMxcXHpbifdnUkIDkp3I3cjImIf7kxa+xOVgZfNpZsBdhHhFo5wUkhIuhsJv5/+ay9Db4TgIHsnx6d8I9zPijdC7JEj0pEjOerVs8uXj0rXAADYIrIlng1GxQWAjBC/e03Pk/o+bVJbAgAyIoOfBHGxsbfDwx+skkavZVJcXLpbuxcRIUVEqD+SjLdjMTXhwc4kJoqdsTzsTEp8fLrbiYyOTrG4MykGljeSlJSU7s4kZ6CLWeyMlN7OJCclWT7CKcnJ6e/M/ftSeqJjY6MNO5PWdlKPS2Jiutsx2hkz28nAzsTGx8ekuzMJCelu567Ymcf3wXg7FgfIksXHxaV/hDMQsNHUG8GwXIrZmIS+vysCAKAPZEs8A0oXD9+WAMAy5UemvYHpz0790WC2hAQA2uNaqlSxH38UfevJycmJBqIt/hV3Ux4SbSl3bjvHBz9PzHZZisUc27ZNqVdPLCymp65ijl3BgpKjo7o3VjLKfnZ3tx85UlKdNk3Pnw7u7vJGLOyM1LChVL68sjNmY8N2RYumszPi3+HDJcOhSGtn7Fxd090Zh5o1U4oUkX+mpbkz6R4ZcXfAANHLrBxbM58sYgvp7YyjOCwjR6azMz4+6R/hPn2kmBhlC2Y/5tLdGbtixZINT7ekHHDT7eTNm+52pM6dpZYt09kZT0/TLz+PHWFv75T0dsYuT570n+7WraU6dbT2RpBUdWXUXwgdDJwM5SV0/+UQAABdssZnN9kSGaJc1tGyTO1yPr5JBvIPqmSVjFzrBGSVu4ZU/Zw5czo7O0tAtpN/bSq/OV0dnewfMr2kTq8/PqktAQCWyV+hHXLmzFG1qvz9WUhISBBtB8N3aUGOSTg8fuWT2e7L1LNu4cIphQop/bmmHbvKWgrJ3JXvUqVKKSoWNmJpZwoUSMmfPwt2pkKFLNgZ0d/t5fWkO2NmO6VLG+2MejtGH+5p7kzevCkeHhncGUsPqkSJp9yZ1OWdnFIqVlT2JPM7U6yYenWj7WT3zlh8I9g9/j6yy8Y3gqR6I8tfCx0UTk7KZSvqvQIAANqXQrbEsyUecnHPgsXy5BM/pZQfVMqlXjKJi1WRXS5HXxb/5subL1euXBKQvdS/NuUfnI6OjnLD6Aen2RV1Q2sP5/n8dAagcfLHgfh0EF+VlU8Ncb5yNFyCLU9XukTN9n7aqa6IMuoXTqtr2LR32Ox20u1iNtshy85kZGfM7ol6O3Zp9OBn+c6ot5PWzkhp9OBnyRHW1M5Y6elOMQlpSA8vYZFDEvYqduZiJAAAQMus8cFNtkT61F8K5Yph8k+pFNXgmHLahPpbHWBt8YZRXMXLz9Exk29kINPUZ0X5p6YcllD6m+weJ+mU1k74z9WnMwDts1ONhqp8asgfE5KhXoJkiHAbfX826gk16iFNeZxkridUMteRqt6O5S5dZTHTXl0LOyOpOmetsTOSua7qFFUsx3RPUkw+EUy3YLozUhr95k+5M1LaR9gmdkZ68teenUn3vZ11XnsZ2RkpW94IkkmyhZJZq6RMGI3zaUdwAgAAxuM0DAAAEABJREFUW5BCtkQ2U75myV+Y5Iu5lO9V6m9jRtd5pdArBOuLM1S6Ey8/JycnCchG6l+SylVvcmRC/sGp/ApV/+yU9Ehrj4tPHwBao+qhfXR9jzLL6Cu0lEZfqrK1lDT6qY2WUf9RyVzXp9HqMrMbycKdkUwuWs/gzpg9mJZ3RmmnuzNmt6OkgJvdGaMj/JQ780RHWFM7I6X32rMz9xUo3afbSjsjZdcbQZmiLKlcwqLEJJ6fImQAAOiGNT6vyZYwz87kQhL5a5P8a0q9mJ2hyJj83Z1BnJCdlGwJaksg+6l/mhoPHKzK01f/2tTlb06tnfD5YQ9AU0y/RaeokifSqs1mtvfT7vFr56VnN3YNO5PBnZHSTnQw+npg7Z2RLOa1qJfPyM5k4RE2OlZmH5SdyVcpbT7dpgdWWUapem00jpPpQ7PjawwAAFqVQrbEs2L38KeUaVhCvsiLVAlkP7Il8Gwpv1HVvzaVVAmjbAm90tqje94+nQFomd3DmISkSrCT23L+sdkRUO3Svi7bcq+u2S1I5nICLPTqprUdo65Ya++M5e3Y3M5I5nqrpTQ6zZ9yZyRzPfhZuDNSGmGAjOyM9HSvPTubeiOoV7dTJdGqvygq168AAADts8anNtkS6VB/b5N/SqknKonn6kxnCcgWSliCbAk8E3aP9zSps/LNjuOkS1o75z8/n84AtMzOXNqx8kVaUkUm0jplmXahKkw7Yc32xkoWr8JOMXeVeopJdCQjOyOZ/AQwu52n2Rmz22FnbH1npKd+7Wn8jWC0otE3RguHCAAAaFAK2RLZyeiXkvLNSflNJcck1AnpKeYuVAGshGwJPFtGPynVvzZNAxJp/Y61dVp7RHwAAdAUO1XChGT48ix/NKQ8TEE2+vJs2n+aid7YjGzH9Kt7WhuRMtY1nO52snBnpLT7u7NnZ0y3kJHOd1vfGcnktaepnZGy5bX3pG8Eo3XtHr9mxcIGAQCA1ljj85psifSpj7syiJPyK8vo2pDn57DgmVNqSzg6ZvKNDDwNo5/c6p+aZn9z6pLWzvn8sAegEXaPJ0yop8uz0vrybNoHaiTdrlgpjevELWwnrZN5luyMlF7/ciZ2RrJ4xbr67rPaGSkbjzA7I2l7Z+xMrmIx+yK04zsMAAAalkK2RDZL6weVOjghZezLHJDlEhIS5AZhCTwTduYuwTNltLzOaO1BPSefzgBsiJ2q6rUSirB7vDCy0fJGDbPS/eJtl7GrsJ+o893yRtLdzlPuTAa3o6mdkTJ2hNmZtDYi6eWNoP6iaNTIyJYBAMAzZ40Pa7Il0mGnyopQ/6Ay+k0lEZBAtktKSpLIlsCzZmcutd+ooWMazJbgwwiARihnJOU6HuXTQR1DVZ+1jD410voQMQrBmr00O92NGG3HQoAkI9sx22ZnLGxHBzsjWedBma5l628E09hDBoMlAABAO1LIlngm1L+djIITykTTtegYgrUlJibKDXUNScDazJ78zf7OtNN7qoSkvcfFRw8ATbFLeygnyWT0edPFLGxWaaf1q+SJtvM0G8mq7WhzZ6T0RgfSws5I2XiENfXas603goWvhc9PxwIAALbLGp/XZEtkiNmrvYyu/FJ7rsI2eFbkbAmJsASyXbo/WZ+fX5sazJaQAEBLjC7isXyaypKTWCY2Yvanjf52RuIIszMa2xm+twAAYCvIlniW0rraK62FJcDKlFAZYQlowdNcXme7NJgtwQcQAA0yCk6oJ2Z69cxtxKrbYWeefjua2hlJk689fbwR+LoCAIBtIVviGXvKH1RA1sp4nAzIfs/Jy5LaEgCQcWYzjC3MTXf1rNqNZ7gddsaqG5HYmWe3nSd6dwMAAI0jW0ITjB44HUB4VnjtQVOezw8FDWZLSABgO+isBPSKdzcAAHpCtoQW8X0Lz5ZS5gRA9qO2BAAAAAAA0DeyJQAA0BBqSwAAAAAAAH2zRldDJivlki0BAAC1JQAAAAAAgL5Zo6uBbAkAADKJ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QP+WL1++cePGjC8/0yDdxfLnzz9mzBhHx0y+5QGYRW0JAAAAAACgb2RLAPrXpk2bvHnzSlmta9euxCSALEdtCQAAAAAAoG/W6GrIZFiC6zEBK3F1de3WrZuUpSpXrlyhQgUJQFajtgQAAAAAANA3siWA50KVKlXKly8vZREXF5csj3MAkFFbAgAAAAAA6BvZEsDzIgvHXGrTpo2np6cEwAqoLQEAAAAAAPSNbAngeVGgQIHWrVtLTy1//vzNmzeXAFgHtSUAAAAAAIC+kS0BPEdEWEIEFaSn07NnTypdA9ZDbQkAAAAAAKBvZEsAzxERTujatav0FOrWrVumTBkJgNVQWwIAAAAAAOgb2RLA86VChQqVK1eWMsXFxaVz584SAGuitgQAAAAAANA3siWA5063bt1EgEF6ch07dsyZM6cEwJqoLQEAAAAAAPSNbAnguePp6dmmTRvpCfn6+jZt2lQCYGXUlgAAAAAAAPpGtgTwPGrevPmT1r7u0aOHvX0m390AMo7aEgAAAAAAQN/IlgCeR46Ojj179sz48nXr1vX19ZUAWB+1JQAAAAAAgL6RLQE8p8qUKVOjRo2MLJkzZ04qXQPZhtoSAAAAAABA38iWAJ5fnTp1ykjta7EYla6BbENtCQAAAAAAoG9kSwDPL09Pz44dO1pextfXt169ehKA7EJtCQAAAAAAoG9kSwDPtaZNm1ooGiHekj169JAAZCNqSwAAAAAAAH0jWwJ4rtnb21sIPFgOWgCwBmpLAAAAAAAAfSNbAnjeicBD3bp1TafnzJkz3SGeAGQ5aksAAAAAAAB9I1sCgNS5c2fTotadOnVydXWVAGQvaksAAAAAAAB9I1sCQGpiRIcOHdRTypQpQ6Vr4JmgtgQAAAAAANA3siUApGrYsKFSRsLR0ZFK18CzQm0JAAAAAACgb2RLAEgl176W34PNmjUrUKCABOBZoLYEAAAAAADQN7IlADzg6+vbtGnTvHnztmnTRgLwjFBbAgAAAAAA6Js1ej8cpUwhWwJ45jp27FixYkUqXQPPELUlAAAAAACAvpEtAeAREZCoUKGCBODZobYEAAAAAADQN7IldII+IwAaxxk+g6gtAQAAAAAA9M0avR+ZDEtwPeaT4nABsCHqUxYhCguoLQEAAAAAAPTNGikKZEtYnVGnldk+LIIWAJ4t01O6MkU5QXHaN0VtCQAAAAAAoG9kS9gYswEJZSIHEIB2WIg9qOMTdHkbobYEAAAAAADQN7IlbIm6Y0gJSJiNTNCFBOCZk0/pSqe23LAzUJ/wOfkbobYEAAAAAADQN7IlbIZpTOLk6fOxcXHqOIQSpUhrRQCwKrOJEULZ0iVyuucwmks0wixqSwAAAAAAAH0jW8L2pDz09YTJgUEhEgBo3i/jP61UoYydijxdbnD+V6O2BAAAAAAA0DeyJWyDeowmhQQANiI5OTkpKUmc5+0N1LPo8jZCbQkAAAAAAKBvZEvYEqPghAQANiLJQAlIKA2lzgQfAQpqSwAAAAAAAH0jW8LGKKkSycnJEgDYCDksoT7Ji8gE0QizqC0BAAAAAAD0jWwJ22N2ECePPHm6d+kgAYA2HD126sDh48rdxMREEZZQ7soBCfk8xpnfCLUlAAAAAACAvpEtYQPkw5LyuOTkZPXhypkrR9dX2kkAoA3xcfHqsIQ4XylhCaXqtTJ8k0RwQoXaEgAAAAAAQN/IlrA9ZrMlAEDL5EGcJFVMQh2ZkJfhU0BGbQkAAAAAAKBv1uj9sJcyhesxM0LJnKC2BAAbIoclkg0IrFpGbQkAAAAAAKBv1uj9IFvCWkxHc5IAwBaIaIQIS4iTvL29vTISnWhLnPxNUFsCAAAAAADoG9kSNoaYBABbpORJKA3p4QlNwuOoLQEAAAAAAPSNbAmbRA8RANuixCSIraaL2hIAAAAAAEDfyJawDaZdeBwrADbEKCahTORUZoraEgAAAAAAQN+s0fuRybAE2RIZQRceABtlGpNQz5LwELUlAAAAAACAvpEtYUuU0dglALApycnJUhonMc5pRqgtAQAAAAAA9I3aEjaJHiIAtkXu2lY6uDmJWUBtCQAAAAAAoG9kSwAArI7Te8ZRWwIAAAAAAOgb2RIAAKsjLJFx1JYAAAAAAAD6RrYEAAAaQm0JAAAAAACgb2RLAACgIdSWAAAAAAAA+ka2BAAAGkJtCQAAAAAAoJCSjrIAABAASURBVG9kSwAAoCHUlgAAAAAAAPpGtgQAABpCbQkAAAAAAKBvZEsAAKAh1JYAAAAAAAD6RrYEAAAaQm0JAAAAAACgb2RLAACgIdSWAAAAAAAA+ka2BAAAGkJtCQAAAAAAoG9kSwAAoCHUlgAAAAAAAPpGtgQAABpCbQkAAAAAAKBvZEsAAKAh1JYAAAAAAAD6RrYEAAAaQm0JAAAAAACgb2RLAACgIdSWAAAAAAAA+ka2BAAAGkJtCQAAAAAAoG9kSwAAoCHUlgAAAAAAAPpGtgQAABpCbQkAAAAAAKBvZEsAAKAh1JYAAAAAAAD6RrYEAAAaQm0JAAAAAACgb2RL4HmRnJycmJiYlJjg4ODo6ORob+8gAYD2UFsCAAAAAADomzW6GjIZliBbAtaTlJQUGRGelJQo3xUxiZy5cjs5OUkAoDHUlgAAAAAAAPpmjYsgMzmIE9djwkqSk5OjIiNETOJ88J0/dx3ZePZycnKSmJKYmCgBgMZQWwIAAAAAAOgb2RLQOfGiirkfnZiYcMw/6PM1O+SJAfciX6tbWUzPlTuPBABaQm0JAAAAAACgb2RLQOfi4+Pj4mITk5On7DykTFx98sKJmyEJCfHJyckSAGgJtSUAAAAAAIC+WaOrIZNhCbIlkLVE1CEiIiw+LsbF1fWfg6eCI6OVWUkpKdP3HI1PTBQRCwkAtITaEgAAAAAAQN+s0dWQyUGcuB4TWSI5OTkxMTE2JjohIUHczZcvX0RM7PYL14wWu3EvYu/Vm03LOLu6umXwhXcrMLhuozam08XqPt5ePuI/z7xeXnnF/0qXLvlyhzZubq7pbvP2nTubt/63dft/N27cDAm5HRkVmT+fT8FCBcqUKlG9auUWzRrnyZM73Y2I9862HbsPHDxy4uSZwODg4KBQV1dXP98ihQsVLOZbtHuXl4sVLWy0ypZtO994e7j05D75eMQ7/ftKT6hXv3d37dmv3H2lY9tff/o2g+tG37+/acuOI0dOnD57Ljg4NDgkVBzqYkUKFy5csGyZUj27d86V091KW/j402/m/bNEehJFixTavX2NlO1HGHpCbQkAAAAAAKBv1JaAfiQmJsTGxiYahmaSX0v29vaig37vuUt375vJithz2b9Jad+kpCRHx0y+aGXib4WE3hY39cRvxk0c/82n7du1TGuty1euTZry94pV68UOqKff8L8pbvv3H54zb5GnZ9633+j91pt9XVyc09rOmbPnx3z27eGjJ9QTo6KjRcDj0JHjov3HnzP79OwydHB/by8v6VnwD7iljkkI6zZuuXvnnqdX3nTXXbtu89ffTbx5M1A9MSDglrjJ7al/zR4y6M3ePbo4OztZaQtANqO2BAAAAAAA0DdrpCiQLYEs5X9Nuh0qIgySq5syLcXJOamYX0qKCEAki2598Z/ZQhHu7u4JCQmbT19MNtfNd+X2vZRUVikvEREROeT9j8VLul3bFqZz9+w7+M6gkWIZyxu5e/fe+B8nb9+1d9rvP+XOnct0AdHj3/u1QXfu3rWwEXEEZsz+Z8u2nWuWz89I7kWWW7B4udGUuLj4xctXp5sTIPZ54LAPLHfRht6+/flXE0TYY9ofP1tjC0D2o7YEAAAAAADQN2pLQMOSk1M2rLIb1t/ui//ZfTbS7oNByi1xxpTwsLsR4WFRkREx96Pj4mKVmISDg0O+fPlcXFxEO0eOHLGxcf9dumF288GR0ZGxcUmJSZJ1iHjJZ1+Nj4kxTtQ4cOBI3zcGpxuTUOzff7j36+/ej4kxnTV42AeWYxKKG/43R338hZTtxPOydPka0+mLFq+0vGJIaOiw90dn8JywafOO6bPmZ/kWgGeC2hIAAAAAAEDfqC0B7UpZu8z+r0lmZ8U2aa60xcvG0dHRycnJ1dVVRCNEW7yW4uLi5OlXg0Ii4+LT+hN7rgS87OEhZUrjhvUGD3xDPeXunbBpM+fJQyfJQkJvz563cMBb/ZQpt+/cGTjsQ7nuhcLPt2jDBnVKlyrhW6zohYuXz567sP2/PffuhikLHD9x5tMvvvtx/JfqtTZu3nHsxGnlrnuOHG/179Om5Yt+fsWio6MvX7m2dPnaBYseZSps2Ljt1OmzlSqWF+1qVSovmPen0SM6euzUd9//qtzt27trB5NBqIoVLSo9iR3/7VWGS1I7f/GSCM/Url09rRX//HtOZNSjKuVFixQaOuitmjWqiUZwSOi5cxdnzP5n994DygI//Tr19b497O3ts3ALRn76/utChfJLFjk5PRhuK9uOMPSH2hIAAAAAAEDfqC0BjUqJjnZY+o+9V07n/A/GHbJzsJfspJTklDh7H+82He0cHMRrRnQim76IIyNTExHsDG7cCbPwV475B3WsWkHKFC+vvPXq1DKa2K5ti0++GDdn3iJlyo6de9RhiUm/TQu9/VgVim5dXvnq8w9yuD0YoqpZ04bi3zt37o77ftJC1fBHi5asfLljGxELUaYcPHREvZ3Z0ybXqlVNbosQRT4fH7F73t5ev/0+TVlm154DcljC09PDdOfv338sIaNw4UKmyzypZapUifz5fEScRnmbL1y6ykJY4uCho0q7UMH8q5bOE/ss3y1WtLC4NW/WqPdrA/fsOyhPDA+POH7yTLUqlbJwC0aqvFCxVKniUsZk2xGG/lBbAgAAAAAA6Js1UhQyOYgT2RJQs184W4q85+rrZe/qJN/snBzsHB2SImJTmrd1MmRFOBgiE6brxsamjpskhyUC74Vb+Cvngm4nJWdlbQnxF4cMfEs9JTgkVGmHhYXPX7BEPXfo4Ld/+O5zJSah8PLyFNN793xVPfG332eo76qLbIsefyUmofb2G33EUVLu7tt/SMpGERGR6zZuUe527fJy82aNlbur1qy3MJKV+rjVrlVDiSgoxON68/Xe6il7VakPWbIF4JmgtgQAAAAAANA3siWgRSmxMXaH9jjkdTedlRAa5VKqjOXV4+LilHZUbJynu5udZB+XmBATn5CU/FgliZiEhJi4uEyO4pSGggXyif7upKQHf+jO3XvKrG07dsepRpQSsYTB775hYVMj3xu4fMW66Pv35bt79x/0D7hVtEgh+W6ZUiWUJUUX/Jy5i/r26Wq0BdEXv3ThzNjYBxfpK0MMZY8ly1erH2/nl9pduHh585Yd8t2YmNjlK9f169PN7LplSpe6FRgst8UqyvBTak0b11cPlOTt6ZW1WwCeCWpLAAAAAAAAfbPGRZDUlsDTsouMlCIiHLxdjKYnJySmJCZLufNYWFe8kJTy16KRmJhU3NMrb65cuXLktLe3K+nhmpAY++um3UnJqb1sKXaSiFVIWUpEDpSYhJA376O93bZ9l3rJD0YNMc2TUPP28mrYsM6GjduUKSIyUbTIy3K7UqXHOtnHfPHtoqUrenbv3LhhvcKFCyrTLYxKZG1Llq1W2rVqVStVqrivb5G8nh5K2YwFi5enFZYQj277zt1yOyo6ut3LvTq93K51ixcb1K+dJ8+Dcb2cnZ0sDIL09FsAnglqSwAAAAAAAH0jWwKaFBMtRUclJDkkhj42yE9KavDK/k5UdErwg6vg5WLXonPZ2dnFqFixiA3cunUrLjHJycHBxSl1rouDfc1i+VwcHY5e9d9x5lLqBqXk+ISsDEuIQMiXY79XT8nv46O0z5y9oJ7VplVzKT2lSpbYID0KS1y4cFlpN6xfR0Qgdu7aq0w5duK0XAS7TKmS9evVqlb1hUYN64jYhvQsnDh5+sTJM8rdzi+1k1LTNZy6vNLhr+lz5YknT50VO1y1ckXT1fv26rpw0XL1QFXLVqwVN3GiqFGtcu3aNWrVqFKndo2c7u5p7cDTb8FIszad013mxqWjEvB0qC0BAAAAAAD0jWwJaFJSkrglRyeZmeXiEpuYmGKoHmFEhChcXV1z5cqlTEnt3UtJsbezc3BMra/gaG/n7JAauqhSpOCOk+dSl7B7sJz0FK+9+PiEwKDg4KCQC5eurFizfv/+w+q5Deo9uhhfPaCTi4tzrpzpd4iXLvlYjeXQ23eUtoODw6Sfvn3p1b7XbwQYrXXh0mVxmznnXyl1nKIGA97u16BebSl7LVn2qNi1e44cHdq1kts9u7+qhCWk1FLeK8yGJQoWyPfXHz9169VfPQyUZHhODx05Lm6S4Rh2fqXDu2+/VtyvmDW2ADwT1JYAAAAAAAD6Zo2uhkyWvCZbAoqUTA2slJiYGBUVFRgYqH4h2Rk61Ozl+MPDV3seV2cpIUHc7BISUgd9ytQLb9mKtcVKVRO3UhVqN2rWsUuv/qM/G2sUkxA94316Paj3IP7Qnbt3lVmFChbIyF8pXerxsEToHfXdvHk9li+a1adXFwvv5O07d/fsO+DNAe+F3r4tZZfY2Ljlq9cpd1u1bKqMm1SqpF+NapWVWStWPiqeYaRalUorl8ypW6dmGn9EEvGGfxYsbd7m1e9+mBRv7jXz9FsAsh+1JQAAAAAAgL5Zo6shk2EJrseEws457ZybFEMuRcY3ZfdgJSE5RUoyvOKv3Aq2S0oUNyk5yU5KMRr9Kau4urpM/P5rETmQ74qeevXcWHMJH6acnJzUdxNNHruXl+e3X43ZsHrBkEFvlStbOq3tbN6yo3O3N4KCQ6VssWHzNqWAhNDp5XbquZ1f6aC0IyKjVq3ZmNZ2ypcrs3DeX7OnT+7bu6uPt7fZZUQ4asof098ZNEI0rLEFIJtRWwIAAAAAAOgbtSWgRSkubnaublJsjJl5ycl2cbEpuXJncFPOdlJiQkJycpLk4BCXmBQRm+AsJa89cFhKSr003s4+xcE6MYliRQv/9MM3tWpUVaa4ubm658ihZAYEBoXExMSKiZa3c+PGTfVdDw/zD1wEJMTtgxGDr167sf/gkdOnzx04dPTsucdKWVy/ETDif5/On/2HZH1LVcWuixQp1LhhPfXclzu2+erbH5SxlRYtWdGj6ysWtta0cQNx++aLj48cO3n8xKmTp87u2XtAHED1Mlu37/rt9+nDh75jpS2kLrB+aanHk1cAa6C2BAAAACxIHQ/AOj9jradu3bq1aqWOb+zg4CDZmqQnuTISAJBB1JaAFtm55xS3FLNhiaQk+8iIZO98UsY424soRkx4eJijvX1UdPQPJw5Fht0JC3twIb+dvZ2bs7OURcQLuHDhgr5Fi3Rs36rzKx1cXV2MFvDIm0c9YNH1G/4W8hseLOP/WN0Ijzx5LC9f3K9YapkEw8BRx06c/nvanJVrNihzd+3Zf/7ipbKlS0nWFBQcun3nHuVuQMAtvzI1LCx/8NCxc+cvpnso5FLV8gBQ4nuhiCJMnvL30eOnlAXm/rN48MA3HR0drbcFIBtQWwIAAAA6Y28gAQDwENkS0KQ8HilFfKU75kYcSkl2On8msXj6HevJhmLXyfExp4/sS5HsDBUkUl9gdo9qTEgOjg7uOdykTOn0crtffhz7RKuULlni5s1A5e66DVvS7Ytft36z+m4O89NsAAAQAElEQVTZMg8euOhVDwoKCQwOCQ4KCQoJ7dSxradXXqN1q1auOPmX74oUKTRl6gxl4r79h60dlli4aPmTvpcXLl7x2ZhRyt24uPibt8SDCwkKCo2KjO7bp6vR8g4ODi2bN3mxSYMe/QYcOHBEnhgcEnrp8lX5kD79FoBnhdoSAAAAAABA38iWgEYl93vL/sNjkslY/+Il4rJzS2yrDinpXWoRHRWVM2dO75zuyfHxyrpGiucvnJ2XbNStXX37zt3K3Wkz5r3Wp4enp0day2/Z/t+hI8fVUxo1qCM35v+zdMwX3yrT3d1zpDUOUsf2rdRhCXVcxBrEG3npijXSE1qyYs2Ho4a5uDzIXBn14ecrVq9X5jZqVNfPt6jpWo6Oju1aN1eCCkLAzVtyUOHptwA8K9SWAAAAAAAA+maN3o9MdvJyPSbU7EqVS2nV0ewsx+BAp6MHk5OTLb9gEhISxAIFRKd/YkJat0olfB0dsm/Eng7tW6vfchGRUb/+9ldaC8fHJ/w66U/1lJrVq5QpXVJu16tXSz1r6fI14oCY3U5AgHXjEEb27Dt45ep16Qnduxu2VpUXUq9uTfXcxctWpbViQMAts9OffgvAs0JtCQAAAAAAoG/W6P3IZFiCbAkYe+PdlM49JbPZDBtX3zAIuHkz9Pbt6Oho00558YoSEwvny+eQkmyXnGT2VrNcGbtszJYoVrTwyx3aqKdMnzV/4NAPIiIijZYUPfsdO/dRlz0Q3unfT2mXKukntqbc3bf/0DfjJiaaJJeIyMdPk6Y+vg9FJGtavPRRAEC8ow/t3Xjj0lGztx2bV6hXXLRkpdJuUL+Oetavk/9SV8hQnD13YaFqLcG3aNGs2gLwrFBbAgAAAAAA6Bu1JaBhzi7SawNSOrx6vf/rCcFB6jl34y5F/vFHsZ69cpYvf//+/bDw8ODgYGdnZ1dX1xw5cri5pZaLiI+PT0xKcnVxqVK6xNHTZ003n9PdvZRvMQeHbK1v/NEHw/cfPBwYFKJMWbNu0/GTpxs3rFu+XJkiRQqdv3D53NkLGzZvi4mJVa/YoW3LNq2bqacMGvDGR598o9z9e8a8rdt3de3csWixIj7enmLKtWv+U6bOuH7jUdFs8ZBbNG8iWY2Ir6zfsFW5W69OzXw+PmktXNyvWJXKFY6fOCPf3bVn/+Ur10qW8BNt32JFRPxGPQrTkOEfzZu/pFXLpiIYkzNnDik1LePQjJnzRdxFWaZalUqlShWX20+/BeBZobYEAAAAAADQN2pLQPO8vB3qNYhftsTDzcneTrqfmHQ9JumPPJ6ebm6e27a+U758yVKplQBiYmKCgwLDw8MiIiIkQ82AhIQE8a+rj0/T2jWPnjhpuuFiBfIZlnSQslGhgvmnTpnYu9+AyKhoZWJAwK35/y61sFa5MqUnfPe50cRePV5dv3GbuljFlavXx/842cJ2hg99p0B+H8lqVq7eEH3/vnK3dasXLS/ftk1LJSwhGQpff/zBcLn91ecfHjx89FZgsDJ37/6D4pbWpsRz/cnokepzyNNvwUizNp2lDJj8y3cvtW8tAZlFbQkAAAAAAKBv1JaADcjftHGpfO75crt453Ip6uFWwNG+xK1bt0JCLl27tmXjRnkZNzc3v+IlKlaqXK58xTx5PERMQkyMjIxMTk4uV6J4Lhdnu8QEo1uVMqXsUmXfIE6yqpUrzp/9p7eXVwaXr1m9yoJ5f+Z0dzedNWHc5x55PaSM6d3z1QFv9ZOsaeny1eq77du2sLy80ZBWS5atlp84IW9ej3HffCpljHgWJ038tlaNquqJT78F4JmgtgQAAAAAANA3akvABjhVquqQ41GnfA4XhxdjY2sEBDS/dLlRVJR6SUdHx1y5cpUpW65CxRd88uWXDFkUeT3ylC3uZ1Ts2s3RoVnD+o5OTvb22R2WEKpUrrBq6Zx3337Nx9vbwmIiFDF08NtzZ/2eN43YQ4H8PuuWz+/Vo7N44Ja388Wn//v2qzGSNV26fO3QkePK3Vo1q1oYwUlWuFCBWrWqKXdDQm9v2rxDuftikwbLFs2qX7eW5Y0UKVLo37lT27draTrr6bcAZD9qSwAAAAAAAH2jtgRsgbt7youtpLXLJcPrpHAe1+TklDzRsXFSyrWN6/2GDDVdI6dBwYKFQoIDHRwc3ujd8/ixo48qQtvZvdy2tVfqQFA5pGekcOGCoz9878NRQ3fvPbBy1YbzFy8GBYWGhYfn8/EuUCBfmdIlq1ap1PLFJp5eedPdznfffDrgrdcWLV0V4H8z4FbgjRsBon9fnlu+XJlWLZt26dTRt5h1K10L/y58bByqVi1ezMha7du0OHjwqHJ30ZKV7VQ5FjWqVf537p/iEG3ZulM8tJs3A6/fCJArhItXQoN6tZs3a9y1c8fcuXOltf2n3wKQzagtAQAAAAAA9M0aF0Fa6r+QZ4l/k0W/ckpKUlJSokFUVFR4eLjYlbJly0p4XMpDyQbyQRP/9h8yOjjkQe9zkSIFZ/7+g6RfKTf97Yf3lxLi5bs3o+P23UmtzeBZsWLTuf9YWjElJTzsnjhm/yxcuHTpMnli/vz5x3871sPDI3eevBIAK5i3YPmMuYuUu6OGvF6hXClnZ2dHR0fxr5OTk6OBiBraPyQxXpBBWFhYTExMXFyc+NfZQBwu5aA5GMhHTD5cWXLQ1J/OygeNcO/ePbEbrq6ufn5+EgAAADRAfP1r3779+vXrpSeUI0eO6Oho6ZkSX2uVkXszrkOHDqtWrapdu/bBg6nFAkNDQ70tDjyg9uuvvw4fnlrC8McffxwxYoT05MR3Ywl47g0bNkz8Quzdu3eDBg0kICsEBgZKhhH4RV+EuvfD8SGl60OWkW2SLYGsZ+flLRUoKPlfl+/eT0wW/zpJkntcguhIk9J+aYrXVc5cuSIjwju99HJCXPz+AwcKFy78dv/+7u7urq7PLFUCANJCbQkAAAAAAKBv1siWyGRYgtGrYYmrm1S5uhKWyOfsWNrB8Eq7euXKm6/7/T7V3tU1rVUdHZ1yuOcUL7B+ffuIm2ToZXN1dXN2cZEAQGOoLQEAAAAAAPSN2hKwGSltXrJb82AUptyujsW93C7euR+fIt06dsz7+rXcZctZWNfFxdXBwSE2JiYhIV40XF1zODk7SwCgPdSWAAAAgGXr1q0zO93DwyM8PFw0Tp48WalSJUl74uPjTSceOnSoVq1aolGgQAF5TA+z3nrrrY4dO0qG0agkAICNI1sCtqNYcal0OeniOcnQTZZkJ11LSkox3HHy8Eh3bUdHp5y5nCQA0DYNZktIAAAAwLP2zjvvSAAAvbBG74e9lClcj4l0xb3YJlGSEpNTwuIStwVHipeLg4tL9U8+c8tfQAIAXaC2BAAAAAAA0Ddr9H5kMixBtgTS5diqXejQ0cf8Kh7zLJKvSZOqH41uNu8fv86vSgCgF9SWAAAAgFX5+/t/+OGH7du39/Pz8/b2btSoUf/+/RcsWGB5rfv373/33XfdunWrWLFi7ty5a9So0atXrx9//DEhIUHKFrVr17YzuH37tuncu3fvjhw5slq1anny5ClRooTYt23btpndzujRo+XtvPfee2n9rYCAAHmZfv36SQAAK6C2BGyJvZNzgRatxE0CAJ2itgQAAACsJDExceLEiWPHjo2IiFAm7jKYPn36smXLfvvtNy8vL9MVly9fPmrUqMuXLytTjhj8YzBjxowXXnhBenZWrVolIiuhoaHyXfHorl69KnZs4MCBZcuWNVq4b9++48aNEw2xgAirODg4mG5w3rx5cqNDhw4SAMAKrHERJNkSAABkErUlAAAAYA0iJtG5c+cPP/xQjkkULVq0T58+gwcPLl++vLzAggULqlatqnTuK8aPH9+pUyc5JuHh4dGxY8eRI0fWr1/f0TH1stTDhw/XrFlz+/bt0jMybdq0l156Sd5tEVPp3r27eFDFixcXd3///fdJkyYZLS8eb506dUQjJCQkrYyKRYsWiX9dXV0JSwCAlVBbAgAADaG2BAAAAKzhq6++WrVqlWjkz59/5syZN27cmDNnzuTJk8+cObNp06Zy5cpJhsGLxowZo15r8+bNH330kWg4OTl9+umngYGBK1eu/OGHH3bv3i1WbNu2rZgVHx8/bNiwbBvNSc3f3//9998XDXt7++HDh4sH9e+//4oHdeXKlVmzZuXLl0+d4aHo1auX3Fi4cKHp3NOnT4tYi2i88sorOXLkkAAAVkBtCQAANITaEgAAAMhyYWFhSt7A4sWLX3vtNfXcFi1abN++PU+ePKL9119/7dmzR5k1duxYufHll1+KwIarq6syq3Tp0mvXrq1fv75onzx5UsQqpGw3YcKEyMhI0ejdu/fPP/+sjiL069dv2rRpZtfq2bOniLJIhqwI02iKUmajR48eEgDAOsiWAABAQ6gtAQAAgCy3dOlSEZmQDBkADRs2NF0gf/78I0aMkNuzZ8+WG5cuXZJHZxJzhw0bZnbL48ePlxtz5syRst3q1aslQ6rEhx9+aDq3ffv21atXN53u4+PTrl07yRCtWbdundFcubCEsgwAwBrIlgAAQEOoLQEAAIAst2XLFrkhwhJpLdO5c2e5IaIRcmPz5s1yo0OHDu7u7mbXEkGOAgUKiMbFixcTExOlbBQUFHTt2jXRKFGiRMWKFU0XEF+t0wot9OzZU27IZSQU+/fvv3Llimh0795dzqgAAFgD2RIAAGgItSUAAACQ5eSudsHX1zetZUTnvtw4d+5cxtdS5oqYhIhMSNnoxo0bcqNIkSJpLVOsWDGz019++WUPDw/RWL58eWxsrDJdqTahxC0AANZAtgQAABpCbQkAAABkuXv37skNPz+/tJbJkSNH/vz5RePmzZtywQZ53Ccp7c59o22arS9tPQEBAXKjcOHCaS2T1p67urp269ZNNKKiolasWCFPFF995cISxYsXl2tmAACshGwJAAA0hNoSAAAAyHJubm5yIykpycJiycnJcsPe3j7Ta2mKXMfbrF69eskNZRynbdu2iZCMaLz++usSAMCayJYAAEBDqC0BAACALFeyZEm5cf369bSWiYmJCQ0NlQyZBHIlCWVYJ39/fyltyja9vb2lbJQvXz65IVeYMEsZ6MlU48aNS5cuLRpr1qyJiIgQjcWLF8uzevfuLQEArIlsCQAANITaEgAAAMhySljCQoBBqQxRtGhRuVGqVKl015JUUQElTpA95FLbksVYi4VZ4ouuXEAiNjZ21apV4nv40qVLxd1GjRophwsAYCVkSwAAoCHUlgAAAECWU/rZlToKpuROeaFu3bpGa61Zs0ZdF1pt27ZtISEhkqHChOXK2FmuePHiclWJgICAffv2mV1m9erVFragDNa0fv36HTt2BAcHi3aPHj0kAICVkS0BAICGUFsCAAAAWa5Tp0558+YVjWXLlh04cMB0ARFa+PHHH+W2MoRRuXLlGjVqJBpBQUG//PKL2S2PiDB4iAAAEABJREFUGjVKbvTq1SubL2dxcHB488035fbYsWNNF9i8efPOnTstbEEENuQHuGHDho0bN4qGk5OTUnMCAGA9ZEsAAKAh1JYAAABAlvPx8fn000/ldpcuXfbs2aOee/Xq1Xbt2kVFRUmGigutWrVSZv36669yIesvv/zyjz/+UK8VHR0tevCPHDkiGYZveu+996Rs98EHH4jQgmTIihg5cqRSfFs4evRoRipXy0GI0NDQadOmiUbHjh09PDwkAICVWaP3w1HKFK7HBACA2hIAAACwhiFDhvzzzz8HDx709/dv0qRJhw4dfH19XVxcrl27tnXr1tu3b4tl8ufPP3fuXPU3wKpVqw4bNuznn3+OiYkZOHDgv//+W65cOW9v7xs3buzfv//ChQtiGUdHx+nTp4vIh5TtcubM+ddff7Vt2zYhIWHixIk7d+6sUaOGp6fn5cuX161bFxkZWaZMGXkn09KjR4/3338/NjZWHoqqe/fuEgDA+qyRopDJsATZEgAAUFsCAAAA1uDk5CR67UePHv3LL78kJiYuX77caIGGDRuKqINcrUHtp59+qlSp0qhRo8LCwnYYqOcWLVpUrFW/fn3pGWnevPmSJUu6dOkSHx9/yECZ1bJly48++kgsIKX9NdvDw0NEaBYvXiy3X3rpJQkAYH1kSwAAoCHUlgAAAICVuLq6Tpw4UfS8L1y48OLFi2fPno2MjPTz86tatWqvXr1EJ748XpOp/v37t2jRYsqUKadPnxYrBgQEiGhE2bJlX3nlle7du+fIkUN6pjp27HjhwoU///xz8+bNly9fFg+zcuXKtWrVEjGYgwcPystY+E7btWtXOSzRrVs3sa4EALA+siUAANAQaksAAAAgc8LCwjKyWFMD6Qn5+vqOHz9esoKaNWtm5Dun2UrdCrF7Yw2Mpjds2DDdjYtIhtzo06ePBADIFtbo/chkyWuux7QV585fLFaqmriVr9xAXU7KyKXL1+TFxK3hix0sbHDnrr3yYi3bdpWeqSq1XxS7UalaI8mmbNm2UznU4jb2u58ystb5i5fUax0/cUayvneH/i+r/ty16/7ypnq/NlB6plq16ybvyfaduzO+VsfOveW17t65Jz2d8PAIeVNtX+opwfZRWwIAAADITrNmzRL/li5dulEjG+sNAADbZY3ej0yGJciWsBVly5TKnSunaETfv3/q9Nm0Ftu9d7/SvuF/88LFy2kteejIcbnRoH5tCU9t1ZoNGVls3botEgDtobYEAAAAkG02b958/vx50XjzzTclAEB2IVsCT0w8Uw0a1JHbR4+fSmux/3bve/zu/rSWPHTomNyoX4+wRBa4FRhs4XlRrF67SQKgPdSWAAAAAKwqMDAwKSlJNPbs2fP6669Lhnrg/fr1kwAA2YVsCWRGvTo15caRoyfMLpCYmLhv3yHRaNywnjxl994DaS159NhJyfAloEH9WhKeQq6c7nJjw6Ztlpc8d/7ihUuXJTw7Pbp2Gjl8oLi55qCiGh5DbQkAAADAqhYsWODo6Gi45rLBzZs3xRQRkyhUqJAEAMguZEsgM+rVfRCWkCMKpg4cOhoRGSUarVu8+EKl8qIhohRxcfGmSx49fir6/n3RqFG9inuOHNLzp1e/d4uVqlai3FOEZB6+jWvXrJ4nT27RWLsunUyIdRtSR3BycXEuV6b0w208j+++Xyb9KVdlOHjwqJS9evfsMnzoO+KWw81NAlSoLQEAAABYlVEEonr16hMnTpQAANmIbAlkRtnSpQoWyCcZyg4Hh4SYLrBrz4PciHr1ajUyJExERUcfPGym5/fQkQcjODVkBKen5ujs2LplM8nwvJw4edrCkmvWbhb/tmjWxN39QZ+4eP9JADSA2hIAAACAVZUtWzZfvnz29vZVq1b9+uuvd+7cmTt3bgkAkI2s0dXgKGUK2RK2pV7dWkuXrxGNg4eOd2jX0mjurl17xb8F8vuUKunXqEGdKX9MF3d3/revYf06RkseOvwgLFG3rpl0gf37D69cu+HipavnL15yc3EpWaJ4yRJ+r3bqWKVyBdOFm7XpfOnSVfEn5s/+Y83aTXP/WSy65kuU8K1bu+brfXsULlxQWXL7zt1/T5935dr1e3fDypcv07xpw949u3h45JHSdvDg0Wmz51++dC0wONjewaGEb9FiRYuUK1+mT88ucgFwjWjb+sWFi5eLxvpN2yu/UNHsMqfPnJNHcGrbpvmMmfMtb/CJngKFeCJ+mfznqbPnbt0KKlakSL26NV/r212saPlvJScnz5q74OjRk+KpuXr1uo+Pd4kSfmVKl3zrjV7eXl6SvnTs3Pv4iTOicWz/Vk+vvPLEtes2vzv0f6Ixe/rkpo0bXLp8bePmbYeOHBc3T488pUoVr1Wj2hv9ejo7O2Xwr8TGxr35zvBde1Iru4iDuWDu1Pz58knQNmpLAAAAAFZVpUqV4OBgCQDw7FjjIshMhiW4HtO21K1TUw5LHD12wigscfvOnWMnUi/Vb/ZiI/FvzepV3dxcY2Ji5b5RNdENvf/AEdEQPfvVq1ZSz7p7N2zc978sWLRcmXLPUMz5v9375v27ZNigtwYPfNPR0fyLTSwzaPiHcj+a6PkVty6vdpRnRUVHj/jgs/UbtioLi7iIuM39d8nvk743uzWxnW/GTfxr+lz1xCP3wo4cOymtWjdz1vzZ038rV7a0pA2NGtTLkyd3eHjE6jUbPhgx2Owyaw0PP6e7e8tmTSyEJTL9FPz4y++Tp0yTC4gJIp4hbv8sXPr1Fx9Labt3L2zw8I/UL5LIqOgrV69v3rJj0eKVP074QnTTS88TEQl7Y8DwiIhI+W7YvTBxNDZu2r5i1foZf/2ckehCYmLigMEj5UPqW6zIvJm/E5OwCdSWAAAAAAAA+ka2BDKp/sPkhqPHTxnN+m/Xg57lBobcCBcXZ7Hwlm3/nTp9VkQs1Je9nzt/Ue51bdCgjrqDOyg4tEeft0UnrHxXdPrXrV0jLCx8z76DIaG3ExISRMf3oSPH58z4zXTHYuPiRn86Vv1aKl+uTNnSpSRDN3fXnv3PnD0vT6/8QoU6taqfv3B5/8HDN28GvjXgvdiYWNMN/jRpqhKTqFm9StmypXLlzHXx4uUdu/aKbl+xq28PHLF53RLxMKVn5eGDFY/a2dmpdctmCxcvv3bdXzzSCuXLmi6+avV68W/LFk1EuCitTWb6KXj/f58uWbZabhcuXLB500Yi3rBr34F7d8M+HP1VEVXOilpgUEi3Xv2v3wgQ7Xw+3vXq1BTrXrl2ff/BI2LF0Nu3+705ZMK4z3t0fUV6Phw8fHzW7H8iIqNE/K9s6ZL29vabtu4ICLglZon30fARn/w790/LWxAxv6Hvj962Y7dkeCLmzfqjcKECEmwBtSUAAAAAAIC+kS2BTCpWtLCfb1HR9338xOnY2DhXVxdllnx1tng2GzeoK08R8QkRlhCNrdt3dXv1ZWXJgw9HcGpQ97HCEoPf+1DuEBcRhW++/LhWjarydNHTOnf+4u9/+i08PGLHf3tE9/ernToY7Zg8KpQIOYz56L2K5cv9t2tfTOyDYMPEn6fIMYnifsUmjP2sTp0a8nTRBT/6s7Gbt+wwfZhR0dF//T1HMuQWTPvzp3p1Ho00dfNWkOi4Fz3p4rZsxZoe3TpJ2qCM47Ru41bTsMTJU2fEsyYa7Vq3sLCRzD0F69ZvkWMSuXPl/PiD4b17dpGni1fIz5P//PPv2f6GjnVT333/ixyTaNum+bivPvH09JCnx8cnTP1r5qTfp4ktjP3up1bNmijjHenbpN/+ypXT/bdfx3ds10qeIo7nJ198Jz+zIjh07sJFpVy5KXE6/eDjr9YYKp/nz+czb+bv4g0rwUZQWwIAAAAAAOgb2RLIvAb1a4sO7oSEhOPHTyld/FJqtkRqYYka1avkyfOgZlTDBg+iDrv3HFCHJQ4fPi436qvqXe/ee+DgwdTi2Hk9PRbN/zt37lzKLHt7+359uhUuUvCNt4aJu+Mm/NKiWWPlrygKFy44++/Jcv91+4cDTInYw7SHAxZN//MXdZ2DAvl9pk/9+ZUu/VLHZXrc1avXo+/fF40O7VupYxKpf6VQgU8/HvnWwPdFSObCxctSBtzwv/nRmK+NJp4+lxopSUxM7NXvXaNZb7zWs2XzJtITUsZxWrduy8jhA43mrlm/RfwrFmj2YsO0tpDpp+CnSVPlxpiP3u/ZvbOyljhEH40ampyU9Mdfs0z/3IFDx5atWCsalSqW/+3n79R5M87OTkMHv+3t7fXhmK/FIxo/cfL4sZ9KmTVgyKjIiCj1lJu3AuXG1+N+zJnzsRoh9erUEH9aenaGDH5LiUlIhmM4fuwn/v439+4/KO4eOXLCQljiky/GLVyyQjS8vbzmz/qjRHFfCbaD2hIAAAAAAEDfyJZA5tWtU3PeP0tE4/Dxk0pY4vSZcyIAIBmCFsqSov9UdP2L6Tv+26t+onftOSAZRr0vVdJPWVgZAmjwgDfVHeKK5k0b1a9bSx5NaOv2XZ1ebme0QN/e3Uyvqd++Y5fceKl9a7O1lwe89ZrotjaaKHrh5caVa9eTk5OVu7IXmzbYsm5JyZJ+RtPTcj/mvmmBDYXprPZtLSU0pEUZx+nCpcum19SvNVxBLxZwckqzbHLmngIRdDl3/qJkCAu92qmj6Vpvvt575px/Y2PjTP7cKrnxxZhRZotV9OjWaeIvfwSHhC5fufZpwhKHDh0PvX3b7Cy5Goqaj8+zLLItwglvvd7baKKDg0PjhnXksERo6J201v3xl9/nzFskGaJK82ZNKV26hASbQm0JAAAAAACgb9bo/chQ/6wprse0OaJnWm4cP/GovMR/ux/0rTeqV0e9cBNDveK7d++JuIU85dp1/9t3UrtWGzZ4bMlt23fLjbatm0tpaNemxcON3DCdW71KJdOJp04/+LuNG9eTzGnZoonp+6FEcT+5GMaBA0de6z902Yq1YWHhylzRsy/6fDMYk8hObVu/KDc2bNimni463+URnCwHPDL3FBx7+DJoUK+OCI2YriJCU1XMPTXnDcEM9xw5qlevLJkjnpeqhoroMTGxaQ0DpTMlSvqajRt5eT8IlihDkxmZ+vfsXyY9KDsxd/pv5cuVkWBrqC0BAAAAAAD0zRq9H2RLPC88PT0qVignwgx79h5UJu42JEDkzpXTqIu5Qb1aCxalDou/78CRShXLS6lD9xyRZ9Wr+2hwpMio6Dt370qGjrCCBfKl9acLFswvN65e8zed6+tbzHTiraDgB+sWyC+Z4+joKP7ircBg9UQ3N9f3hw0Y8/m3or3jvz3iJnasTu0aTRvVa9Sw7guVKkhPolyZ0jcuHTWa2Kvfu7v27Bd//cq5g1IWeTSO08atw4e+o0xft36z+NfL07Nxw7pprZvpp+DWrSC5UaCAT1prFTI5+MnJyacNBT+i798vUa6WlB4RBSlapJCUKYf3bTKaInrwf/zld1f0D0wAABAASURBVNFY8s/0WrWqSZpRKL/5V2mOHG5yIzEx0XTulavXxn73k3L37PmLT/oShRZQWwIAAAAWiK9n4meUZFMuXbq0c+dO0XjzzTclm8LlswBgJWRL4KnUM4zdJLq/L12+JhpxcfF79qX2rdevX9toNB4lJeLg4Qf98oePnJAbTRo+Sl+ICI+QG36+Rc2O5yNTOqZv3DATlsidO6fpxKCgELlRIF+aXe2FzfV39+3d9aNRQ5WdEa/SffsPfffDpPav9K7doJWIWAQ+3LJ2pI7j1CI1YeLM2fNy5WrZug2phSXatW3u4OCQ1rqZfgqCg9M/woUKFTSacuXKdfGykTIs4PnIlvBKr7K32bNlTExqCoVS6uPb8b/cvXNPgq2htgQAAAAsS7E1t2/fPmiQYmskAIB1pJAtgadRv16tv2fME42jx0+UKuknYhIJCQmSanwnhbeXV7UqlY4eP7XvwGG5SINc77p61RfUNatdXV3kRlJSkoW/q1wbYnYAJQd7BylTcufMaXb6oHfffLlj2xmz/9m+Y8/Fy1eUt01QcOiceYtWr9v0+68T6tdN/0r/7NS2TTO56PHadZuGDHpLNA4fPSGP4KSMv2RWljwFacmVy/gI37lzV26UKO7b6aV26W6hTJlS0nPgiY6q+szp5en577ypv02ZvnzVurt3730x9odfJ46VYFOoLQEAAAAAAPTNGr0fmQxLcD2mLapd60Gl6+PHT3ft/NLefYfku+p614p69WqLsMS9u2Hnzl/08fG6cOmyPFG9jJeXp0dej7B7Yf4BtxITE9O6Wj/g5oPxgsTCUsZ4e3nKDf+bt9IqAnzz4TBEpgoXLvjJxyPELTY27sSps4eOHNuz58DOXXvFLPGIBg77YN+OdW5urpJmNG74YBynDZu3yWGJDRu3SoYCD/Xq1LSwYqafAuUIB9xMM6Eh0OQIFylaWG6IOId6vClknHLmFM/4wnl/iZf3mI/f27pjV0RE5PKVa19+qU3zpo0k2A6tfRRyxQAAAAAAAMha1khRyOQgTmRL2KLcuXLKI/IfP5la7vjI8dRxmYr7FStR3Nd04UYPx3E6cfLMoUPH5XZDkwBGSb/UyhDi9WBhcKRbgYFyw8sznbFuFN7eDzrNAwPTjD1kZIAgV1eX2jWrDnrn9bkzpyz5Z7p7jhySITKxe+9+SUucnB6M43T8xBkRYBDHc8WqdeJuh3at0r0SP3NPgVKNOTAoOK21bt4KNJpSqGB++Rheu+4vutHTWvHK1esRkVESLCpSuJAccsufL9/7w96VJ37+5fio6GgJtoPaEgAAAAAAQN+oLYGnJV96f+r0edFrfPToSSk1/GC+nHLN6lXlfIILFy8fOZYawBB3xUSjxYoVKyI31huu7jdr7fotcqN61RekjKlR7UEJ7s1bd5pdYMd/e0x7b5cuX/PG28PqN20vJ0YYESGZzp3ay+2goFBJY9q2aSY31q7ffPDwcTnG0NbiCE6yzD0FSmPHf3vN9oOHh0ccOGRc8Vu88UuW9JPbS1eskcyJiYnt2vOtStUaiSdCrmKCdL3et/sLlVJry9/wv/nDxCkSbIcGsyX4dAYAAAAAAFnIGl0NZEs8X+SwRFJS0oJFy+XCEg3r1zG7pIuLs1yA4cLFK8dPnpHXFRONFuvSuaPc+OPPWdH375tuZ/PWHfv2H5I3+FLHNlLGdGjXKqe7u2hs2fbf4aMnTBeY/Md004lxcXFi+YCAW6vWbDS72cDAB5kBBQr4SBrTqEE9uW7Hpq071m/YLBq+xYrUqlE13RUz9xSUKV2yruHFcPfuvdnzFpmu9deMuWbzIV55WFLi18l/m02JmDV3Qejt21Jqdk6uUg9jGLDMwcHh268+kdszZv9j9jUPbaK2BAAAAAAA0DeyJfC0alSrIocW/lm4VPzr6OhY31xhCVkDQ8Ti3PmLJw1hiQbmAhiNGtRt3Sp19CHRE93vzcFG4wjt2rP/g4+/ltuDBrwhj/+TEaKDfsR7A+X20Pc/PnfhojJLxFQ+HPP1/v2HTddq06qZXFxBBF02bNxmNHfp8jVy7oWXp2ddiwUbLJg/+48bl45eOXdQymrOzk6tW6YmTBw4cGTFqg2i0b5ty4ysmOmn4LPRI+TD9fOvf6xZu0m91vKVa3+fOtPsn3utT7dyZUuLxu07d/q89u7Nm4FGf278D5Pkdt9eXaQsNXzoO+Lgi5s8FpnOVKlcoXfPVyVDt/JHo79OTEyUYAuoLQEAAAAAAPTNGr0fmSx5TbaEjXJ1dalTq8bOXXsvXboq7lavXjl3rpxpLdygXmq2REjobflu/brmu/I//Xjk/oNHw+6FHTx0rMMrvevVqVG4cMHY2Dj/gJvKEEwiDDDUUMk54/q/3mvHzj07/tsTEHDr1W5vNGlUv5hv0fDw8BMnz5w8ddbJySl/fh+j8hJ583p8OnrE519NEO23B414pWPbkiX8klKSxWInT549f/GSvNiYj96TUzG0pk2rpgsXL5cMAQbxb7s2zTO4YuaegkoVy7835J0ffp4ilhw47IMXlzQoXaqEiPpcvXZj6/ZdYoESxX2vXL1u9LfEkf/i0//1fWNwQkLCsROnO3TqI14YRYoUyuHm5n8zUN5/yRBT6d71FUnDvp/4259/z7GwgEee3FMmTZCy0Uejhq3bsPXu3Xvitfr71BlDB78tQfOoLQEAAAAAAPTNGl0NmQxLkC1hu0SftVJ6oWHd2haWLF+uTIH8PkHBqWUYPD3zVqxQzuxixYoW3rBqwYejv9q+c7foT1+5ZoPRAr17vvrFJx/IF+ZnnHiNTZ3yw5tvD9+z72BkVPTqdY8u53dxcZ7+5y9/TZtrWvX6jX497e3tf/zlD9FHv9xQNVrNzc11+JB3lFGPtKZxw/p58uQOD48QbREhqPxCxQyumOmnYNiQtyMiI/+clto7v23HbnFTZg1853URshr/42Qp9bl47M1ev26tVUvnjPjg8zNnz9+5e3fVWuMhs3r16PzVZx896TOezURwy/ICBQvkk7KXePY/+t+wDz7+UrR/nvxXu7YtRVxNgrZRWwIAAAAAAOibNS6CJFviuVNHNX5R/TQKSyhER/nCJStEo2nj+hYWEx24s6dP/nfR8gMHj1z3Dzh39oKLi6ufb5FqVV/o+upL8pg/mZDDzW3uzCnrN25bumLNpUtXgkNCy5UpVapUiVc7dRA94yIsYXat1/p0F390yZLVh44eu3L12qVL13x8vEoW96tXr9bLHVvnz5fdfc0ZlzqOU4sX5QPevl2GRnBSZPop+OTjEW1aN/934fITJ077B9wsUDBfmdIlmzaq37N7599+nyYvI97uRmtVKF9WRCZmzP739Jlz/v43z52/5OjslN/b26940aED+2c8oAIjPbq+snDR8kNHjickJHz4ydeL50+ToG3UlgAAAAAAAPpmjd4PS5dVyrPEv8nJyeLfpKSkRIOoqKiIiAgxpVy5chIel/JQsoF80MS//YeMDg55MBpSkSIFZ/7+gwQA2jBvwfIZcx9VPh815PUK5Uo5Ozs7OjqKf52cnBwNHBwc7B+SKGNgcO/evdjY2Li4uJiYGGcDcbiUg+ZgIB8x+XBlyUFTfzorHzSCvDMuLi5+fn4SAAAAkCn79++fNWuWaEyZMkUCYIOGDRsmfiH27t27QYMGEpAVbt26JTo0IiMjRV+EuvfD8SGl60OWkW2SLQEAQCZRWwIAAAAAAOibNboa7KVMYfRqAACoLQEAAAAAAPTNGl0NZEsAAJBJ1JYAAAAAAAD6RrYEAAAaosFsCQkAAAAAACDrkC0BAICGUFsCAAAAAADoG9kSAABoCLUlAAAAAACAvpEtAQCAhlBbAgAAAAAA6BvZEgAAaAi1JQAAAAAAgL6RLQEAgIZQWwIAAAAAAOgb2RIAAGgItSUAAAAAAIC+kS0BAICGUFsCAAAAAADoG9kSAABoCLUlAAAAAACAvpEtAQCAhlBbAgAAAAAA6BvZEgAAaAi1JQAAAAAAgL6RLQEAgIZQWwIAAAAAAOgb2RIAAGgItSUAAAAAAIC+kS0BAICGUFsCAAAAAADoG9kSAABoCLUlAAAAAACAvpEtAQCAhpAtAQAAAAAA9I1sCQAANIRsCQAAAAAAoG9kSwAAoCEazJaQAAAAAAAAsg7ZEgAAaIgGsyUkAAAAAACArEO2BAAAGkJtCQAAAAAAoG9kSwAAoCHUlgAAAAAAAPpGtgQAABpCbQkAAAAAAKBvZEsAAKAh1JYAAAAAAAD6RrYEAAAaQm0JAAAAAACgb2RLAACgIdSWAAAAAAAA+ka2BAAAGkJtCQAAAAAAoG9kSwAAoCHUlgAAAAAAAPpGtgQAABpCbQkAAAAAAKBvZEsAAKAh1JYAAAAAAAD6RrYEAAAaQm0JAAAAAACgb2RLAACgIdSWAAAAAAAA+ka2BAAAGkJtCQAAAAAAoG9kSwAAoCHUlgAAAAAAAPpGtgQAABpCbQkAAAAAAKBvZEsAAKyOqHPGUVsCAAAAAADoG9kSAACrU07vnOfTRW0JAAAAAACgb9boashkWIJsiXRZ6NcLDAzp9877EgBoQ1TUffVd+fSunOTp5raA2hIAAAAAAEDfrHERJNkSz0BSUtKtwBAJADTJ3t7ezkAyiUlw5jdCbQkAAAAAAKBv1JawDUp3nkQXHgDbZPeQcleCOdSWAAAAAAAA+kZtCRtj9lpjANA4cdZSEibUkQnOaaaoLQEAAAAAAPSN2hK2Shyugvl9RC+fZOgzSk5OlqenGEhApiQlJUkPx9uRgKcmXktyp7arq4udCQnmUFsCAAAAAADoG7UlbIy6R+/rT95LSEhITEwU/4reZLktGiJEkfI4CciYGzduiH+9vLzc3d0l4Mkp8QY5uCX+dXBwcDSwV1GSJDjtm6K2BAAAAAAA0DeyJWyJfIjUkQm5g0/0+onpotdPXibZQAlIcFSRcSK4JRleRfLLCXhS6niDcoISlLYylBNJOWmhtgQAAAAAANA3siVsjNLlJ3r0ROxBDkgo5OuRCUsg0+Lj4yXDC8zJyUkCnpxpWEImzk5KcMIoSYIzvxFqSwAAAAAAAH0jW8L2qFMlxBGTL0CWpyclJcl1JuSwhERMAk9ICUs4OztLQKaoo6dyEMJBxWgoJ+ITpqgtAQAAAAAA9I1sCRugjN0kPTxKSkxC6SpSYhVyWELJn+CQ4onExcVJhqoAhCWQOfJJSR09lcMSRqM5KQtIVJgwQW0JAAAAAACgb2RL2BijAVKU6Up1WdPhmziqyLjY2Fi5QW0JZIJR6oPpUE6mqRIEJExRWwIAAAAAAOgb2RK2RDk+RjEJucy1UaqEPIuYBJ4IgzghSxgFUE3jE+pUCQmPo7YEAAAAAADQN7IlbI/SnSdHJpT+PjkgIQ/upCzMIcUTkQdxouQ1Ms3oQ8VORUnqMh3ESSI+oUJtCQAAAAAAoG9kS9gGpVdIXWdCMkQm5Luu9/WPAAAQAElEQVRKQIJUCTyNhIQEyfAyYxAnPA11ale6JDyO2hIAAAAAAEDfyJawGerIhHJXTTJ0HhGTwNNITEyUCEsgKxhFJiRViMKoLZEq8ThqSwAAAAAAAH0jW8KWpJUzoY7oUOYaT0MOSwgODg4S8HSMog7qgIREZ3faqC0BAAAAAAD0jWwJG2MamZCfQiUaQecRnkZSUpJkeHURlkAWMo1DpNWGRG0JAAAAAACgd2RL2B6j0Zwk1aFTT5GAJ5ecnCw3eDPi6Zm+iuxMCmJLMEFtCQAAAAAAoG9kS9gkdYaElIG+PyCDlIiXvb29BFgTp6m0UFsCAAAAAADoG9kSNozcCGQ5OVuCVxSsh/N8uqgtAQAAAAAA9I1sCT2gwwhZS6lZAiD7UVsCAAAAAADoG9kSAABoCLUlAAAAAACAvlmj9yOTQ9JzPSYAANSWAAAAAAAA+maN3g+yJQAAyCR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D/Z+8+wJu67j6OH03vbcCAwaywAyTMAGFlB7L3aNombfZodrN3mtGkWU2bvZr9Zu8QSNgrhBH2Nst4D9nWlt5rlFyuda+MMR7y0ffz6HGlc89VkMfV0/PX//wAAAAAAHKjWwIAgChCtgQAAAAAAJAb3RIAAEQRsiUAAAAAAIDc6JYAACCKkC0BAAAAAADkRrcEAABRhGwJAAAAAAAgN7olAACIImRLAAAAAAAAudEtAQBAFCFbAgAAAAAAyI1uCQAAogjZEgAAAAAAQG50SwAAEEXIlgAAAAAAAHKjWwIAgChCtgQAAAAAAJAb3RIAAEQRsiUAAAAAAIDc6JYAACCKkC0BAAAAAADkRrcEAABRhGwJAAAAAAAgN7olAACIImRLAAAAAAAAudEtAQBAFCFbAgAAAAAAyI1uCQAAogjZEgAAAAAAQG50SwAAEEXIlgAAAAAAAHKjWwIAgChCtgQAAAAAAJAb3RIAAEQRsiUAAAAAAIDc6JYAACCKkC0BAAAAAADkRrcEAABRhGwJAAAAAAAgN7olAACIImRLAAAAAAAAudEtAQBAFCFbAgAAAAAAyI1uCQAAogjZEgAAAAAAQG50SwAAEEXIlgAAAAAAAHKjWwIAgChCtgQAAAAAAJAb3RIAAEQRsiUAAAAAAIDcWmL1o4llCT6PCbSQDz/88Mcff2z8/Nf32u+0jIyMu+66Kz4+XgBoPmRLAAAAAAAAubVEi0ITN3GiWwJoISeddJJSQhDN7eyzz6YmATQ7siUAAAAAAIDcyJYA5KcUD0477TTRrIYMGTJ06FABoLmRLQEAAAAAAOTWEksNdEsAUWfEiBF9+/YVzcRqtZ599tkCQAsgWwIAAAAAAMiNbgkgVpx77rlKOUE0h+OOOy4zM1MAaAFkSwAAAAAAALnRLQHEipycnClTpoiD1qlTJ6UsIQC0DLIlAAAAAACA3OiWAGLI8ccff/DZ12eddVZzdV0A0CNbAgAAAAAAyI1uCSCGxMfHH2QmxJAhQwYOHCgAtBiyJQAAAAAAgNzolgBiy9ChQ5XSgmiSuLg4kq6Blka2BAAAAAAAkBvdEkDMUUoLTduF6aSTTiLpGmhpZEsAAAAAAAC50S0BxByltNCEzOpOnTpNmjRJAGhhZEsAAAAAAAC50S0BxCKlLKGUGQ7olPPOO89sbuJfN4DGI1sCAAAAAADIjW4JIBZZrValzND4+WPGjOnbt68A0PLIlgAAAAAAAHKjWwKIUUqZYfjw4Y2ZmZycfPrppwsArYJsCQAAAAAAIDe6JYDYddppp8XFxe132rRp05TKhADQKsiWAAAAAAAAcqNbAohdmZmZJ510UsNz8vLyxo8fLwC0FrIlAAAAAACA3OiWAGLapEmTGsi+Vv4qzz33XJKugdZEtgQAAAAAAJAb3RJATFNKDg1kXytFi7y8PAGgFZEtAQAAAAAA5Ea3BBDr+vbtO2bMGP14cnLyfrd4AtDsyJYAAAAAAAByo1sCgDj99NP1odannXZafHy8ANC6yJYAAAAAAAByo1sCQF1jxLRp07Qjffv2PeKIIwSAVke2BAAAAAAAkBvdEgDqjB8/Xo2RsFqt5557rgDQFsiWAAAAAAAAcqNbAkAds9mslCJCV4QpU6bk5OQIAG2BbAkAAAAAACA3uiUA/CYvL2/SpEkZGRnHH3+8ANBGyJYAAAAAAABya4nVD6toEj6PCbS5k046adCgQSRdA22IbAkAAAAAACC3lmhRaGJZgm4JoOU0cqEzLi5uwIABTVsV5e8XaBZkSwAAAAAAALnRLQFIos3/fPb7D2BlE2gMsiUAAAAAAIDc6JYA2pnGrw+24Uqi4d+y4b+Hv3ogDNkSAAAAAABAbnRLAFFtv38UkSYYjrfQn5j+OtJAlTFsXP9PolCBGEe2BAAAAAAAkBvdEkB0aWBFUn8obKThhwc6GKaBMoNhaUE7qD3X8C89bEKkQ0AsIFsCAAAAAADIjW4JoI01vt1BHdEeMixFNFCfCN0P+KpF0BsMeJTbb3f8v98P+k0mm8kSZzLblVtQWEN3lJvZEifMcWH/Ku1FpJH31X+POq5f99QeivSfA6REtgQAAAAAAJAb3RJAG2hMy4K+CKGvLoQdCvqd3prNfldhwFMa8JYFPOUBb7nfXRr0Vfi9FQF3ifJQGRcHyZJktWeZ7Rkma4bZlqHcUb5a4rJM1vS6O/GdLPG5lvgcfVlCHVEfausTofv73fqJKgWkR7YEAAAAAACQG90SQCtp5BZMhp0Q2kPK14Cn2Fe7Xbl5a7f7nTt8zh3+vTel6iBagb/G56wRzu0NTDGZ45TihDWxuzn0Na6r8tWWlKcMCpNFW6XQ1ypEU6sUlCggB7IlAAAAAACA3OiWAFpQw6UIw6qD0BUhfM7dXscaX/U65avXsdZTtTborxbRLRhw+2o3K7fwAyaLNbGXNXmALXWgLXmAPXWgJbG3yWzVFyoaX6XQlyi4kqBdI1sCAAAAAADIjW4JoPntN9ohUgVC7E19cJcvVSoQnqrVXsc6b9WqoN8hpBH0+2o2KjdX4efqmDVlsC25ry1loC1lkC31UEtCN9NeYu9l4YCqFKERWijQrpEtAQAAAAAA5Ea3BNA8GlmK0BYkfq9DOL1VK9wVS91lSz2Vv/hqNikHRSzxOVYpN2fBx6GHZnsHe9phtvTDla/29BFme7ZhlSK0VBqpREELBdovsiUAAAAAAIDc6JYADkrD1Qh9V0TdnYDXXfmrq3ypt/IXb+Uyj2OtCPoEfhfwFLuKv1duoYfm+K621GH29OH29MPj0oebbWni97KEYYlivy0U1CcQ5ciWAAAAAAAAcqNbAmiKSNUIfWOEWpzwVK50Fs90Ff/oKv5BtDWTOa4u0cFsN5lte29Wk8lusuy9b7IG/K5gwBcMeINBT91Xvy8Y9AYDnqDfJVpdwLXLrdyKvgo9tKUOicuaGJc9JS57sqk+EWHTJxX1CbQLZEsAAAAAAAC50S0BHIBGViPUO353sbNoRu2eb9ylPwU8JaLlWewZ9qRciz3dYk+z2FIttrTQfWtceuihNaGTODh+d7nfU+n3VihffXV3Kv3qV0+l11ngrd0tWoy3aqVyq976rHI/LmuyPWtSXPZEe9owk5FILRTUJxDNyJYAAAAAAAByo1sCaBR9VoQwqkPU8btcJXP2NkbM8DpWi5ZhsWfZkzrbErrYEpWvnZWvduV+UleT2S5amCUuQ7k1NCMY8LqKlOLE3hJFgde521NT99XrLGze7arcpT8qN8cGYbJ1sGdNjM+ektDpGEtcR8MWCuoTaC/IlgAAAAAAAHKjWwJoSOOrEQFfde2eL2t2fuwunRn0O0XzMVuT7Mk97End45Lz7Mnd7Ul5yh2TJV5ELZPZlpCj3MLHlXJF7W53Tb6nOt9Ts93tUL7m+1xF4qAFvcXuPf+n3CpXCVvaYfGdTk7ofLo1Mc9sNgtNWUK/19O+fzL1CUQNsiUAAAAAAIDc6JYADDRcjRBqY0Qw6PdU1Oz+1FnwmRrRfPDi0wclZg6NqytFKHWIPGt8tpCDUq5IylVuouM4dSzod7mrtyn1CXd1vrN8lbNidcBTKQ6Ct3KZcnNsuM+aPCih86nxOafZkvuYIgi77Kj3Qz9lrkhoE2RLAAAAAAAAudEtAdQTqSARVo3wuUudBZ/WKtWIktki6BUHx5qQk5h+aELm4IT0Q+PTByir9yJmmCzx8Wn9lZs64qne7qz41VmmlCh+dVVtVAoXokl81asdG5XbQ9bk/nEdpyV2PtWWOviA6hM0T6BNkC0BAAAAAADkRrcEUKcxmzUFAgFliby26IfaXR/W7PqgycvlYu9afEL6wISMujpEYuaw/UQ1xJi6jaqSu6flThV7eymcFWud5b86K1YpX32uYnHgfNXrlFvNln9aEg9J6HpOUtdzLQm5akEibKMnUb8Ioa1PcIFC6yBbAgAAAAAAyI1uCcQ6fUHCKDoi4CpdULPzg9qCTwKeEtFE5vj0AckdxyRlj0nMHKKUJgT2R6nfJGYdptxCDz01O2qKFlaXLKgtWRrw1YgD5K/dWL3xweqND9kzjkjocnZ8zqkWe7pSbVIqE/rOCZon0FbIlgAAAAAAAHKjWwIxqpGbNXmrfnXseN+5+yOfc7toEmtCp+QOY5I6jFG+mm0pAgfBntTN3rNbRs+zRNBXW7aqpmRBddFCV8VaIQIH8jRBT/l85Va55hZ79rFJ3c6Lzz7GZLGHFSf0mzuRPIHWQbYEAAAAUUHGEAAAEABJREFUAACQG90SiDmNKkj4aqry36jOf9XrWCOaJC61b2rO5OScI7WpCWg2Jmti1jDl1qHfFX53haNwlmPPT9WFcw7oOZTyhKf4S+UmLKkJXc5J6XmlNamndnMntWeigeQJlmvR7MiWAAAAAAAAcqNbAjFkv/s1BQIBb/WWqi3/rtnxdtDvEAfKZEnMHJaSMzG1y9HW+I4CrcISl57e/RTlFvQ5q4vmO/bMchTNCXgP5Mfnr3LueMm54+W47CkJ3f6S0Ok4pSqhbuUURj2J4gRaCNkSAAAAAABAbnRLICYYFiTq79cUcO75pmrrf13FM5UxcSBMlrikDqNTOk1KzZlktqcKtBGTNSGly1HKTQR9NaVLHbt/chTO8rmKGv0EQXfJDOXmSOiR2P2ShK5/sMalh3VORNrZieIEmhHZEgAAAAAAQG50S0By+y1I+D3l1dvfcGx90Ve7TRygxKzD0nKnpXU5VlkQF4geJmtS9mjlliNuqS39pWL751UFM4N+ZyPP9ju3OdbfVb3pH/Gdz0zMu9yeMkCNxY60sxPFCTQjsiUAAAAAAIDc6JaAtBouSCgLzR7H2qpNz9bu/qDxC9YhtoTOad1OTO92qi2xs0BUMyVmDVduOYfeWrX7h8qdX9aWLmtkN0zQX+vc+aZys2eMTez+14Sck0xmq3ZnJ6VEIShOoAWQLQEAAAAAAORGtwQkFKkgoQZIuMuXVqy7z1U8QxwIkyU+NWdKeveTErNHKI8E2g+zNTG9+8nKzVuzs2LnlxXbv/C5Cht5rqd8vnKrWpeb1OtvSd0vVtsmQpcs9Q7FCTQXsiUAAAAAAIDc6JaAVPZbkHCVzK5Y/4i7dJY4EAmZQ9NzT0rteozZmiTQntmScjv0u7xDv8tqS35WihNVe2YG/a7GnBhw73Ssvalm67+Se/4tvusFFmuCeS99MnZoPsUJNBnZEgAAAAAAQG50S0AS+y1IOItnVm141FU6t9FPKUyWhPRuJ2b2PM+e3ENAKqbE7JHKLcd7S8XOL8q3fuip2d6Y0wKuXVVrb67e8kRSz+sSul5ksSWGZU5QnMDBI1sCAAAAAADIjW4JtHv775Aoml6+/h+e8kWNfkphT+qe0ePM9O6n0B4hN7MtWSk7ZfY8t6ZoQdnW96uL5jcmeSLg3uNYd1v1ln8l97wmIffPFluSuqETxQkcPLIlAAAAAACA3OiWQPumLpYZhlrX7vm6csOjnoqfG/18puSOYzN6nq18JT0ilpiSOo5Vbt6anWXbPqjY8XnAW73fc4KeIsf6u6q3PJXU46qk7n9VKhza4gSB2GgysiUAAAAAAIDc6JZAe9VwQcJdvrTs1795Kn5p5LOZbSnp3U7K7HmeLbGzQKyyJeV2GnRDx/5XVuz4qnzbB27H5v2eEvSWVm+8v2bbv5P7/D0x949mi035DdQGYguKEzhAZEsAAAAAAAC50S2B9ids16awjZs81VvL19zhLPi0kc9micvK6nVBZo+zTNYEAdRlisRn9DhDuVUXzSvZ+KqzbMV+T1GKE461N9fmv5h8yD3xnU4w/y5Uogi7sqkPuejBENkSAAAAAABAbnRLoD1pIEZC4XeXVaz/R9W2F01Bb2OezZqQk93nD+ndTzOZ7QLQSe44TrnVliwp2fhaTcni/c73126sXHFhbca45L4P2NOGWiyW0GVNmzmhTqZtApGQLQEAAAAAAORGtwTaDcNdm36vSHiqtj5fsf6xoK+iMb9DtqRu2X3+lN5tqjA18dcVsSMxe2T37JGuijXFG16qLpyz3/ne8nnli46ydzo9rd89loTc0G+oPhA7NJniBPTIlgAAAAAAAHKjWwLtgH7XJm2MRM2uDyvW3uur3daYp4pL7p3d98+pXY4VJrMAGi0+fWC3Uf9yOzYVr3/ZUTBTiECD04Oewo+Ki75M6H5pcu8bLbZU7YZODQROUJmAIFsCAAAAAADIjm4JRLsGmiTcVevKVlzpLlvYmOeJTxuQfcjFKZ0nC6Cp4lL65I54xFOzo2TDy5W7vhVBf0Ozg25n/rOu3e+l9HsgoctZoV9afeBEqCJL2wRUZEsAAAAAAAC50S2B6NVAQSLgc5avf9ix+RnRiBgJe3Jex/5XpXSeIoDmYE/q1uWw+zr0/Wvh2mf2dk40JOgtrlp1uXPnG6mDnrEm9QqLwo60pxOrwLGMbAkAAAAAACA3uiUQjRqItg4EAq7in0qWX+Z37tzv81jsGR36/TUj73QyJNDsbEm5uSMec5av2rPqMVfFmoYneysWlM4fl9Tzb0m9rg9a4tTOCe2eTqFyBW0TIFsCAAAAAADIjW4JRJ0GmiS8zoKyX290Fny63ycxWeKzep2f1eePZmuSAFpMQsbgnke+6SiYWbT2OU/N9oamBj01Wx5zFnyQMvDpuMxxFoslbE8npeRG2wQE2RIAAAAAAEB2dEsgijQUbe33VW39T8Xa+4P+6v09jTm9+7SO/a+yxGUJoFWkdJ6SkjOhPP/j4vUv+T3lDcwMOLdVLj3F3umMtAEPm+3ZSnEiLA2btgmQLQEAAAAAAORGtwSiRQNNEq7yX0qXXe51rNrvkyR1HJsz8Hp7Sk8BtDKTNaPH2Wm5U0s3vVG65e2g393AXE/hR8Ul05MPuTux2x/N5n2VCbH3SkjbRIwjWwIAAAAAAMitJRa7zKJJWHeLZYY1CWVxNuBzl66+a8+cifutSVgTOnUf/Wz30c9Qk0AbMluTOvS/ss/kj5I6HLGfqf6q6nU3lS0+0VO9za8R2Cv0+y/q/2mwNBwjyJYAAAAAAABya4nVjyaWJfg8ZmzS7tS0rxqxl6dq7e5Z4xybnhBBf0NPYbZlHfLnPpM/Tuq4v4VgoFVYE3K6j3m228gnlDsNz/RVLilfOLF25zuRKhPa3cwEC8SxgWwJAAAAAAAgt5ZY/aBbAo0VaeOmQMBfuenp3T+N9TpWN/wMiVmH9574bsf+V5kscQKIJsk5E/tM/r+sPhcJk6WBaUG/w7HmmoplF3hdxYbFCfWv47f5tE3IjmwJAAAAAAAgN7ol0DbCPgCubZJwV28vnHd8+erbRLCh3fkt9swuw+7LG/uiPbmHAKKSyRLfccC1vSe9n5A5tOGZnpLvyuaPcxZ+r69MaOsTtE3EArIlAAAAAACA3OiWQBsIK0hot29ybH+74KeRrtK5DT6BOT3v9D5TPk7rNlUAUU+pnPUY90rnoXdb7OkNTAt6S6pWnFe5+nq/tzqsOKGtSVCZkB7ZEgAAAAAAQG4tsfphFU3C5zFjRKSahN9TXrLsCueezxs+PS7lkC6H3ROf1l8A7Up695NTO08uXPNUxXbllzzitc69+63Sstmph75oTx+uLUWYzWbTXsodtYgbOkpBVzJkSwAAAAAAALm1RIsC3RIwpt+4SW2SqC2auWvm4fupSZgsHfpe1mvi/6hJoJ0y21I6D70rb+wL1viODUwLuPLLl5zg2PCg3+cO282JHOxYQLYEAAAAAACQG9kSaCURN27y+8pX31G0YFrAXdjA6fak7j2PfCO7318bTg8Gol9dTvukD9JyT2xgjkkEnPlPlS+Z6q3d6fP59CHYbOgkMbIlAAAAAACA3MiWQGsIWzxVA669zsLC+SdWbX6qwbNNmT3P6zXxXZokIA2zLbnLYffnjnjMYk9rYJqv6peyhRNdJXPUykRY84SgMiEjsiUAAAAAAIDc6JZAiwvrk1BXVF1lS3b/NNpVOqeBc63xHfPGvtBp8I0mS5wA5JLSeUrvyR8mdRzb0CRfRdXyM6u3PKWvSWg3dArN1d5H+0W2BAAAAAAAkBvdEmhBDYRJVG35T8HcoxveuCmt64m9J32QmHW4ACRlsWd2H/1M5yF3mqyJEScF/c4tD1UsO9fnqQwrToRtifbbdCoT7RzZEgAAAAAAQG50S6ClRCpI+L01RUsuKF91kynojXSuxZ6WO+KxLoffb7YlC0B26Xmn9p7wTkLm0AbmeEtnlC+c5Klaq42aCH0lakIyZEsAAAAAAAC50S2BFhEpTMJTvaVg9nhnwacNnBufPqjXpPdTOk8RQMywJeX2GPtS1iF/rou7jiDg2l6x5Bjlz0e/oRNREzIhWwIAAAAAAMiNbgk0v4hhEqULCn46wutY18C5mT3P6zn+FWtctgBijcncsf9V3UY/1VCTUMBVvfqvVRvuV2oS2hxsoiZkQrYEAAAAAACQG90SaGaR9m5y7Hh3z7zjgn5HpBNNloRuI5/oNPhGYbIKIFYldxzXa+J7cSl9Gpjj3v5s1co/B3xOfQh2WM6E4KPu7RDZEgAAAAAAQG50S6DZNBBwXb7mrrJlfxFBX6Rz7Sk9e014OzlnogBini0hp+eEN9PzTm9gjqf4q/IlU73OIv2GToRgt3dkSwAAAAAAALnRLYHmETngurZw0dlVm55s4NzUrsf3OvIte3J3AWAvk9neecjtXQ9/0GSJizTHX72yYskx7qo1fg1tZUIQNdE+kS0BAAAAAADkRrcEmkGkgGufu2TP3Cmuwq8inaisveYc+ve9a6/xAkB9eyt2/7Mldo00IejeVbX0RFfJrLoSICHYsiBbAgAAAAAAyI1uCRwsw4Br5Y6nal3BrLGeyhWRTrQm5PQY/2pGjzMFgAjq9jeb+E5yzoSIM/w1jhXn1Gx/PaxnQv17FFQm2huyJQAAAAAAgNzolsBBibR3U23RrII5E/zOnZFOTMgY3HvCO/Fp/QWABpmtSd1GPtmh76URZwT9tRtudqy/M9Qyoe2cCP09kjPRvpAtAQAAAAAA5Ea3BJouUk3Ckf9m0cJpQV91pBNTOk/JG/uS2Z4qADROdr9Luw5/SJiskSa4d75YufxCn8fh8/lIwG7XyJYAAAAAAAByo1sCTRSpJlG+9v6yFVeIoD/Sidl9L8kd8ZjJbBMADkRql+Pyjviv2RaxnuctnV71y6k+d5lhAjaVifaCbAkAAAAAACA3uiXQFJFqEqUrrqva+GjE00zWrsMf6tDvCgGgSRKzhvU68s0GQrB9jhWVS0/yuooNoyaoTLQLZEsAAAAAAAC50S2BA6avSez9QLa/ZNnl1fkvRzrLbEvOO+K/qV2OEwAOgi0pt9eRbyVkDI40IVC7oernqd7aXaGQCfWrtjgRmsklNzqRLQEAAAAAAORGtwQOjHFNwu8pXHxhzY63Ip1lS+zac/wbiVnDBICDZran5o19KbXLsZEmBFxbK5dO9VRvaUxlghXnaEO2BAAAAAAAkBvdEjgAxjUJn7to8dmuPZ9GOishY3CvI9+yJ+cJAM3EZLZ1Hf5wh76XRpoQdO+qWjrVVbleKUhECsHeN5lrbzQhWwIAAAAAAMiNbgk0VoSaRG3R4tNdRd9HOiu505F5Y18021MFgOaW3e/SLsPujXTVDXpLqped5K5YGeqWoDLRXpAtAQAAAAAA5Ea3BBrFsCbhc1cUzj/RVfxjpLPSuk3rNvIJk9kuALSMuq0/Ec8AABAASURBVL+yURH/yoK+8urlp7nKFlGZaEfIlgAAAAAAAHKjWwL7F6EmUVa04AR3+eJIZ2X2uqDuc9ymJv4+AGik5E5Hdh/zrMmaaHg06HdUrzjHWTyrMZUJRAOyJQAAAAAAgNzolsB+GNYk/N7aooWneCpXRDqrQ/+rOg26XgBoFYlZw3uMfdFiTzM+HKit+fVCd/nP+61McBGOBmRLAAAAAAAAudEtgYYY50n4PcVLzvFULI1wkrnLsHuzD/mzANCK4tP69xj/ujWhk/HhoNux4lx35WoqE9GPbAkAAAAAACA3uiUQkXFNIuAvWnKRq3iG8Tkma7dRT6R1myYAtDp7Uree49+wJXUzPuyvql5xlsexmcpElCNbAgAAAAAAyI1uCRiLUJMIlK38m6vwc8NTTJaEvCOeS+50pADQRqzx2T3Hvxaf1s/waNBb4lhxhqdmJ5WJaEa2BAAAAAAAkBvdEjCgr0mEVG54tDr/FcNTzLaUHuNeSswaIQC0KYs9PW+s8sc43PBo0L3bsfwsj7OYykTUIlsCAAAAAADIjW4JhDOsSShLlo78NyvXP2B4iskSnzfmufi0/gJAFDBbE7uPfiY+fZDh0aBrc/WKs3weB5WJ6ES2BAAAAAAAkBvdEqgnUk2ids/XZSuuMj7HZOk++ulIC6AA2oTJEqcUC+NSehseDdSscay80Oup1VYmwrqjQjO5LLc+siUAAAAAAIDc6JbAPmELkWpNwlk8q2jJ+cpKptFJ5tzDH460XQyANmS2peQd8bw1IcfwqL9yQc3qv/i87lBlQv1KZaLNkS0BAAAAAADkRrcEwoV+CqHVSeWrp3Jl8eIzTUGv4eQuw+5K6XKUABCVLHFZPY74r8WeZnjUV/ZD9ZqrfT6vYWVC6EqVaB1kSwAAAAAAALnRLYHfaFch99UkHBsK508N+msNT+nQ7/K0bicJAFHMlpTbfcy/zdYkw6O+ks9q1t+qrUmoIRPKV0Floi2QLQEAAAAAAORGtwTqaGsS6v4t3tpdRQtODHjLDE/J6HFGdt+/CABRLz6tf7dRTwuzzfCod8//ajY/6vP5whKw9ZUJtA6yJQAAAAAAgNzolkC9X4LQQqTy1ecuU2oSfleB4SkpnafkHPp3AaCdSMwa1m34I8JkMTzq2fGUc+framVC3zMRwtp06yBbAgAAAAAAyI1uiVin3aFFFfDVFC442VezyfCUpA5jcoc/rPzEBID2IzlnYpdh90Q66tp0u7v4+7DdnIi/bhNkSwAAAAAAALnRLRHT9DWJupVIv6do0Rneyl8MT4lPH9Rt5BPCZBUA2pu03BM7Dbo+wsFgzdorPFXr/L+jMtFWyJYAAAAAAAByo1sidhnXJAKBsl9vcpXMNjwlLrl33pjnTJY4AaB9yux1QVafPxoeMgVqa1b/0eep0pYlwooToZlcq1sU2RIAAAAAAEBudEvEurCY65rdn1bnv2w405rQKW/cf8y2FAGgPes44Jr07qcYHgq68mvXXuH314u/1tYkWJ5uBWRLAAAAAAAAudEtEaO0K4xqsK3Xsb5s+aWG8y32zB5HvKB8FQDav85D7kjOmWB4yFc2o3brP8NCJoi/bk1kSwAAAAAAALnRLRGLtD919XPQPk9V0eIzg/5a/XyzNSlv7H9sSbkCgBxM5tzhjyZkDjM86N3xtLv4e5+vXs8EWzm1GrIlAAAAAACA3OiWiDn6SInQh6BLf/mTr2aL0Rmm3JGPxaX0FgAkYjLbuo/6ly2hs9HBoHP9VV7H+kgJE1QmWhTZEgAAAAAAQG50S8SosJhrx9bnXUXfGc7s0PfSpOzRAoB0zLaUbqOeNJntBsf8NbVr/uR1V/p/F6kygWZHtgQAAAAAAJAb3RKxRRspoa4tuiuWla++zXB+Uvao7H5/EQAkFZd6SOehdxoeCrryneuu9Pm82rKEWpkQ9a8naEZkSwAAAAAAALnRLRFD9JESygqjz11asuRsEfTr51sTcnJHPKYsSQkA8krLPTGjxxmGh/zlM53bnlDjr8N6JtRpVCaaF9kSAAAAAABAbnRLxArjSAm/r2TJeX5XgX6+yWzvPvopsy1ZAJBdzqCb49MGGB7y7njaUzKdkInWRLYEAAAAAACQG90SsSUsUqJy/YPusnmGM7sMuzsupY8AEAvM1m6jnrDY04yO1Yu/Vr6qF5CwygSaC9kSAAAAAABAbnRLxATDSAln8cyqTf80nJ/e/dTUrscLADHDGt9x76ZtRhfwuvjrv/i8TrUyEVaTCBIy0azIlgAAAAAAAHKjW0J+2p9xaDFR+eqpyS9d+gfloH5+XEqfnENvEQBiTGLW8A79LjM8FHRtdm19NGwrJ0ImWgjZEgAAAAAAQG50S0jOOFLC5y5ZfFbAW6mfb7Yldxv9lMlsFwBiT3bfi5M6jDE85N39ordisc/nUxsmCJloIWRLAAAAAAAAudEtERPq1SQCgbJVN3kdq40mmnJHPGpLyBEAYpQpd/g/bAmdjQ4Fneuv9vt9hEy0NLIlAAAAAACA3OiWkJlhpETNzvdrtr9qOL9D378mZY8WAGKY2ZbSbdSThi1TQfcuV/5ToYYJQiZaDtkSAAAAAABAbnRLSCtsw/fQ55q9jvVlK640nJ+UPSq7318FgJgXl3pI56F3Gh7y7njKW7FIrUwQMtESyJYAAAAAAAByo1tCTsaREn5v8ZILggG3fr41ISd3xGPKD0EAgBBpuSem551udCTgXHe5z1WsrUwE6xM4OGRLAAAAAAAAudEtITPt9k3K0mHV5qe91Wv100xme/fRT5ltyQIAftd58C3xaQMMDniLneuvCoVMqNnX2oYJtnI6SGRLAAAAAAAAudEtISHttzG0Vqh89VRvrVj/oOH8nENvjUvpIwBAy2ztNuoJiz1NfyRQOc+96w01+1otToSuNuo0LulNQ7YEAAAAAACQG90S0tJ+cllZKCxfcbkp6NVPS+40Pr37KQIAdKzxHTsfervhIU/+I15ngbZbIlSWEJqLD5qGbAkAAAAAACA3uiVkE7aJSmitsHrHu+6yefrJZltyl2F3CwCIIKXLUcmdjjQ4EKjxbLk3bB8ntnJqFmRLAAAAAAAAudEtIRX99k0Kv6eics3fDed3GvA3iz1TAEBkXYbeabIm6sd9pV96y+c2UJkIYUX7QJEtAQAAAAAA5Ea3hITCtm8qW3VLwFumn5aQOSw971QBAA2yxGV1GnCd4SH3plt93tpAfUENgQNHtgQAAAAAAJAb3RLyCNs4JVSTcJXOde56x2C22db1sAcEADRCRo8zEjIG68eD7u3u7f/y+Xxhqdds5XQwyJYAAAAAAAByo1tCEmFbpoRWBv0+V/mKyw3nd+x3uS2xswCAxuky7H6lnKkf9xe87KvZqG7lpK1PcElvGrIlAAAAAACA3OiWkIp27xRlWbBqwyO+2nz9NHtyr6zeFwoAaDR7cvcOfS81OBD0ejbfoo2X0DZMhLVNoDHIlgAAAAAAAHKjW0IG+u2bFN7qTY4tTxnMNlm6Hv6A8lUAwIHI7nNRUsex+vGAY6lnz7va7OuwmkQIV/hGIlsCAAAAAADIjW4Jqah9EoGAv3zFpSLo08/J6n1BfFo/AQAHymTpMuR2k9muP+LNf9jrLArbx0lbnxBoNLIlAAAAAACA3OiWaPcMWyWq819xly/RT7YldO7Q7woBAE1iTcjJPuQSgwP+Km/+g6GGCeUSFKpM6Ddx4iLfGGRLAAAAAAAAudEt0b7pk64VPuee8jV3Gs7vctgDJqPQWgBopOw+f7QldtWP+0s+8VXM027lpFYmlDsCjUa2BAAAAAAAkBvdEjIIS7ouX3WD8Nfop6V3PyUxa5gAgINhtnYZdpfhEc/mvwd87lDDhLYyIX6/TAnWuBuBbAkAAAAAACA3uiXaMf32TcoKoLNohnPP5/rJFntmp4HXCwA4aIlZI1K7HKcfD7q3u3c8G5Z9rfZM7JtGZaJBZEsAAAAAAAC50S0hA7UmEQz4yn/9m+GczkP+brYlCwBoDp0GX2+2JunHvbue99duUysTaucE2deNR7YEAAAAAACQG90S7ZVx0vX2t/zObfrJyZ3Gp3SeIgCgmVjjsjv0v1I/bhJe16ZbtPES2poEWzk1BtkSAAAAAABAbnRLtHvqSp/f56ra9KjBDJO186G3CQBoVpk9z45L6aMfDzoWeku+M6xMCDQC2RIAAAAAAEBudEu0S2FNEqE9Umq2v+537tRPzsg7w5rQSQBAMzN1GXZ3XYOEjnfnU36/T599TcNEY5AtAQAAAAAA5Ea3RPu2b5HP76ra9Lh+gsmS0KHfpQIAWkB8+sC03BP048HaNd7ir/ebfQ1DZEsAAAAAAAC50S3R/mhbJZQ7oSW/0pV/C7gL9ZM79P2LxZ4mAKBldOh7qTBZ9ePerXf6vTX6yoTQXL5Y7DZEtwQAAAAAAJAb3RLtjPZbpHZKeGu2O3e/p59sje+U1esCAQAtxpaUm9nzbIMD/nLP7tdCNQl1KyftJk6IhG4JAAAAAAAgN7ol2iVtpITytXLDQyLo10+r277JbBUA0JKy+1xsssTpx/0FL6kNE9oEbBImGhaF3RICAAAAAACg+dAt0Z4Ytkr4arY6dxm0StgSu6Z3myYAoIVZ4tIze51vcMBf7t39aqgmoc2WoGGiYVHYLSEAAAAAAACaD90S7Y92XU9Z5qtY/7AQAf20jv2vECaLAICWl937IpM1UT/u3/Oi3+sI1BdWnKBEEYZsCQAAAAAAIDe6JdoNw1YJf+025+4P9JPtyXmpXY4VANAqzLaU7F4XGhzwV3kLXqNh4oCQLQEAAAAAAORGt0Q7E94qse7BCK0SVwlTE38QANAEmb0vVIoT+vHAnpf9XkekeAkaJvTIlgAAAAAAAHKjW6J9iNgqUfB/+slxKX1SOk8RANCKzNbE7D5/Mjjgr/LuflWtRuhTrxGGbAkAAAAAACA3uiXak7BWifJ1Dxi3Sgy4RgBAq8vseY7Fnq4f99dvmDDczYkShYpsCQAAAAAAIDe6JdqBSK0SroKP9JPj0wcmdxonAKDVmSzx2X0vMRgPOHwFr9Aw0UhkSwAAAAAAALnRLdFuhLdKrL3PsFWi08AbBAC0kYy8M61x2fpxpSxBw0QjkS0BAAAAAADkRrdEtIvYKrHnE/3kxKyRiVnDBAC0EZPZlt33rwbjAYdv90s0TDQG2RIAAAAAAEBudEu0D2GtEpUbH4vQKkGqBIA2lpF3ijUhRz/uK3zD73PSMLFfZEsAAAAAAAC50S0R1QxbJXzuUufuD/WTkzuOi08fKACgbZmsHftdZjDsr/QVfaxtmAirSSCEbAkAAAAAACA3uiXagbBWiZrtrwYDbv207EP+LAAgCqTlTrUmdNKP+wtf8/8u8DsaJsKQLQEAAAAAAORGt0T7oK7WBQP+mm0v6CfEpfZLyCRVAkB0MJkze5xtMO7a5KuYp2+YEKzJwXG5AAAQAElEQVR9a5AtAQAAAAAA5Ea3RPTaV4rYeye0flez+5OAp0g/OavPhQIAokZG3hkmS7x+3F/4hrZVQq1PCM3lLsZLFGRLAAAAAAAAudEt0Q7U28Ep36BVwmLPSutyjACAqGG2Jad3m2ZwoPLHoHt3aB+n0GVNu4+TANkSAAAAAABAdnRLRKmwVonQHU/lSm/FIv3kzJ5nC5NVAEA0yep1obKmrRsOeAteayBYgoYJsiUAAAAAAIDc6JZoB9Q1O8fWf+uPmsz2jB5nCgCIMrak3KSOR+jHgyUfBHw1+oQJ3gJCyJYAAAAAAAByo1siGml/Kur2TT53qXvPJ/rJabnHW+xpAgCiT1av8w1GA9W+4o/CEia08dcxjmwJAAAAAAAgN7ololewvpr8l4MBt35aVq8/CACISkkdxtiTe+nHA4WvKnUIbcJE2BVPxPDeQWRLAAAAAAAAudEtEdX2LdEFvNXbXtRPSMwaaU/pKQAgWmX1Otdg1L09UDlH2yfBVk4qsiUAAAAAAIDc6JaIOkGjsOvagk+D3mL9ZOP1PgCIGmndppmNNprzF74RtoNT6KuI+eBrsiUAAAAAAIDc6JaIamqwRE3+K/qjtqTc5JyJAgCimMlsz8g7XT8erPzJ79xh2C0R4yVqsiUAAAAAAIDc6JaILvqwa4WvdpunfL5+cmZPWiUAtANZysXKZNGPB0o+VoOv9cESZEtECd6dAQAAAABA86JbIhqFRb/W7HxHP8dkSUjvdrIAgKhnictK7Xy0ftxf+sl+4yVicEGcbAkAAAAAACA3uiWilLp9k8K56z39hNQuR5utiQIA2oP0vFP0gybPjmD10oBOLLdKCLIlAAAAAACA7OiWiCKGWa/usnl+Z75+cnq3aQIA2omk7JHW+E76cX/JJ+zjFIZsCQAAAAAAIDe6JaKU2i1Ra7SDkzW+Q2LW4QIA2g1TWrcT9aOBsi9EwNtw8HWsvTWQLQEAAAAAAORGt0S0MAy7Dvpdrj2f6iendz9ZWSkSANB+ZHQz2scpUOsr+y5Sw0RsIlsCAAAAAADIjW6J6BKsr7bgs6C/Rj+NsGsA7Y4tKTc+fZB+PBA5+DpsU7sYQbYEAAAAAACQG90SUUe7qbpzt0HYdULmUFtiVwEA7U260T5Owao5QW9JpMqEiD1kSwAAAAAAALnRLREVwrZQDy3G+Zy73SU/6iendT1RAEA7lNblBGGyhg2aRMBX/GlAIxjbwddkSwAAAAAAALnRLRFFtGtwda0SBZ8oj8InmazpuZQlALRLZntqSqfx+vFg+ddhNQn1zr45MbMyTrYEAAAAAACQG90S0UVdj1O4Cr/QT0jNmWyyJggAaJ/ScqfqB03OX/2uPZHiJUSMIVsCAAAAAADIjW6JtqffwUn56veUecoX6iendj1WAEC7ldxpvMkSpx8PVnwfqSYRa8UJsiUAAAAAAIDc6JaIFtqahPLVXdcqEf7dUNbykjseIQCg3TKZbSmdJurHgxXT95t6HSPvEWRLAAAAAAAAudEtEUW0OzjV7jHYwSm541iTJV4AQHuW0nmyfjBYvTjoc+hTr2NwHyeyJQAAAAAAgNzolmhjhjs4BXwOT9ls/eSUnMkCANq5lE5HCrMtbNAkAoHy7yPVJGKqOEG2BAAAAAAAkBvdElEhbAcnV+G3IuAJn2SypORMFADQzpks8ckdDPajC+zdx0ndwSlm93EiWwIAAAAAAMiNbolood3ByVlosINTUvYoszVJAED7l2q0j5NwzAn6nezjRLYEAAAAAACQG90SbclwB6dgwOMu/l4/OSVnkgAAKdRtSWeyhA2agt5A5Sx9QSLW9nEiWwIAAAAAAMiNbom2F76DU9F0EXDpZplSuxwtAEAKZltyYubh+vFg+XRtt0Toq6i/Mi79OwXZEgAAAAAAQG50S0QFdd1NWYNzGbVKJGQOtdjTBADIIrWLwT5Owaqfft/NzrhnIhaQLQEAAAAAAORGt0S0UNfdPKWz9EeN92EHgHYrJWeKftAUcARr1zQQeR0LyJYAAAAAAAByo1uizWh3S1cFXLv9zm36yckdxwsAkIg1Pjs+rZ9+PFA5N6wmEWs9E2RLAAAAAAAAudEtES1Cy22GOzhZ7Bn25DwBAHJJyh5tMOpY8FuZtn5lQmjWx+V+syBbAgAAAAAAyI1uibanXXdzFv+on5Dc6UgBANJJ6jDKYLRmacDvMoyXELGBbAkAAAAAACA3uiXakvYjwKEPB3tKjcoShit3ANDOJWYdLkyW8NGgx1+1RB8vob1aCqmRLQEAAAAAAORGt0Tb0H7f1bU2T8Vy4XfoJxvvcwIA7ZzJbE/MPMxgvHqB8lWtScRa9jXZEgAAAAAAQG50S7Qx7QeB3aU/6SfEpfSxxGUIAJCR4T5Owar5ardEpK2cJH6/IFsCAAAAAADIjW6JqBBaa/OWzdYfSupAqwQAaSUbXuKcawLeCv0OTjGCbAkAAAAAACA3uiXaQP08CTVXwu0um6+fnESwBAB5xacPNNtSwgaVN6ZA1Tx1+yahv2BK/WZBtgQAAAAAAJAb3RJt77cdnMp/FkFP+DGTJSl7pAAAaZmMr3LVS9VgiUjZErKulZMtAQAAAAAA5Ea3RFvSfvLXW/GzfkJi5lCT2S4AQF5J2UY9YbUrgvXDrmOkVUKQLQEAAAAAAGRHt0RUqCtLVBqVJbIOEwAgNeMLnXNdwOcOq0yI2EC2BAAAAAAAkBvdEq0t0j7pHqNgiYT0wQIApBaX3NNkiQsbNAlfsHZVqCahfBWxFC9BtgQAAAAAAJAb3RJtLLS45nfuCvrK9EcT0g8VACA3kzkhfYjBeO0K8ftFMqbiJciWAAAAAAAAcqNbos2o62t1rRJGwRK2xK6WuHQBALJLyDTqDKtdGYzJeAmyJQAAAAAAgNxaYvXDKpoklrslfFVL9YcS0gcJAIgBhhvWBauX62sSIgaQLQEAAAAAAORGt0Qb0PZJhO54K43KEhkESwCICYmZBhvWmXwFQW+J2jAhNPESQnP9lA/ZEgAAAAAAQG50S7Qq7bdbXVkL+H2eymX6yfLlXQeC/rLa0gp3hXJHtAy/P5hsT+mQlB1vSxAA2gmLPdOakONz7gkbD9YsD8Yfp2+YkPv9gmwJAAAAAAAgt5ZY/WhiWSIGP4/5W6uE41cRcIUfM1kT0gcKuSzcOe/7Ld/6Az7RMvZ+qlpUVrh7Zfe8bsI1VnMTfxUBtD6lEOvQlSXq4iUyjw3qEiaEpjIhX4mCbAkAAAAAACC3lljPoVti/7Traz6lLKETn9ZXSLeqvnjXQrUmYTXbE2wpVrPNsvdlKotwHp/T4S4VB0H5/bFYhMUqNpdsKaja3S29uwDQTiRkDHYU/BA+WrsmrBohfr9+0i3RamLq3RkAAAAAALQCuiXaQNhWTl7HWv0c+XZwUtT6akJ3UuOzu6Qdoj2kfB+UikW1uywoDvZ3YO8vUqDCWdUtXQBoL4wveq5NaquE2jAhZEe2BAAAAAAAkBvdEq0t7AO/dcvxNev10+JT+wpJmYQpJ6WXdsTrdxdV59e4Kw6+JgGgnaprEdMx+Qr9XofFkh6WdK3tn5DvjYNsCQAAAAAAIDe6JVqPYd513SZO1QZlibiUnkJSSfZ0s9kSuu/ze8pr95Q79zQpBNs0pPPkMXmn2S0J2ytWzdj4eo2nQgBon8zWRGtCJ5+zMGzc5Nog4kfpqxESI1sCAAAAAADIjW6JNvPb53wDzoB7t/6oxN0ScbbE0B2lJpFftsobcIsmGZwz8bRDbw7dz0rqajJZPlv1hDhwzz798LdffxzpqMlkTk5JSU1Lz0jP6tGzz8BBQ8eNm2K12cT+uF2upT8vmD/vx/xtm8vLS6qqKpOTU7OyOnTNzRs4aMio0eNzOudGOvftt158538vqg8f/Me/Dzt8tDhwb7353/fefll9mJGZ/ebbX5vNZnEgli9bvGL5kvXrVhcW7i4tLc5Iz+zVp1/vXn37HDJgxKhxkZ4t7Lv67/++p3z3DGe++/bL/3vzv+rDsBc79bgR6v2Bg4c9/sS+l/PUk/dP/+5zcSCysjq++c7Xyp1L/nTqnoKd6vjfb3/kyIlHN3DiL0sX3nX71erD/gOGPPHUqwf5bwh54vF7Zv7wleHMuLj47I6dsrM6ZXfo2Llz7qTJx3fukiukFpfcS1+W2LuP08igjpA39ZpsCQAAAAAAIDe6JdqAdmXNU7VKP8Eal22yJghJWcx2UfdNCOyu3NjkmkRWYu7x/S/XjgzuNKFpZYmGKf9OR1Wlctu1I3/Vr798+fkHXbp2v+nm+/sNiBj+Ue1wfPD+a19/9ZGztkY7XllZpty2bFk/Z/b3L/73ySlHn/jHP12Zld1RtAzlt+v7bz/TjpSXlSycP2vs+MmNfIY1q5a/8MKTmzas0Q4WFRUot4Xzf1Lu5+X1/uvlNzStZNK2jjp66ttvvaA+nDd3RsNliXlzZ2ofTpx8nGh5brdL+a1TbqGHSvFm7PgpN91yv1KuEJKKS+lZU7wgbDDo3Kjvk5A79ZpsCQAAAAAAILeWWNg5sM9iq2Lw85h7d3Bapx+3149ekE7d8pbH76r1Vokmibcmnz3sziR7mnbQ6asWrWL3ru233Xr52jUrDY8WFRbc8Lc/ffThm2E1iTBKtWPG9C+vu/oP+ds2iZax7JdFZaXFYYPff/dZI0//ceY3t958WVhNIkx+/uY7b7vq/ntvcLtcol2ZNPl47cNFC2crNYBIk5W/07lzZqgPzWbL5Pqnt5r5c2f+/ebLamta6Ve99cUlG1363JsMWyUkRrYEAAAAAACQW0usfjSxLBEjn8fUpkood7yOtfo5ccnSBkuIvZHXytfymj2iSUzCfOrgGzsm54WNz9v6gWgtyhL2Iw/fFggEwsYrK8pvvenSXTvzG/k85eWlN15/yY78raIFfP+tweZCPy+ZX6qrVejN+um7fz56VyDQqMCPRQtm//Pxu0W70qVrt779BqkPPR63UpmINPnXlb9UOyrVh8MOG5WSmibayIb1q5984j4hKeNMnbpNnILKn5t276aw+0IuZEsAAAAAAAC5tcTqB9kSEanraOpDf41h3rXM3RJuX60/4Kt0FYkmGdvjjH4dx4QNbixe/PPOr0VzuPb6uzp37ho26HI6Fy6Y9d23n6ojJcWFC+b/NG78FO20hx64paioQDuSkJg0YsS4Xr0P6dHzkMLCXVs2b1i+bElR4b40EWdtzYMP3Pz0s2/FJzTntl3VDsfChbP048rq7nfffHr+hX9t4NxdO/Kf/teD9cdMw0ceMWDAkN69+5VXlCkr49O/+9zv96mH58+d+ePMbyZPOUG0netvvKdjp84Nz7FZ94WCTJx8nPJC1Idz58yYMPFYw7PmzZ2hfThxkvG0Jvwb9G68+b7sDp20IwUFuz77+J38/M3qyIJ5Pyo/xONOOFVIJy71EP2g2V8a9JULawfDrZykfNcgekbc4gAAEABJREFUWwIAAAAAAMiNbIlWEvbS1MU1X43BJk7GHxmWRYWz0OlxBEVTftZ9skdM6n1h2GBB1ab3lt8fCDbqo/371a/fIMNw5lFjjkxMSv7ko/+pI+vXrdKWJWbP+n71qmXaU/ocMuC2Ox7JqV/k8Hm9//fBm++/96rH81uuxs4d295795U/XXy1aD4//fiN17MvtyMjI6u8vDR0XymunHfBXxr4y3/pxX+5XU71YU7nXGW1ffChh6kjxx1/yjnnXfz3my8r3LNLHZz+3RdtW5bo129wt7wD+MOZOOm4V158Wu0IWbJortvtMoxtmKfZwclmjxs3/ijRTP8Gg2fof2jX3O7akSFDRxx11In/fOyeObO/Vwfffeflo4+dZrE08WIbtczWRGtcts9dEjYedG4KxmVL3yShIlsCAAAAAADIjWyJ1qb9nK/w1wbcBnsZxaX0FlJz+2vFgUuOyzz90FusFrt20Ot3/9+Kh5urJtGw4SOO0D4sKqz3s/vow7e0DwcNPuzJp1/L0TVeWG22cy+45Oprb9cOfvnFh9WOJiZtGJr+/Rfq/X4DDj3ltPPVhyXFhUt/nh/pxO3btixZPFd9aLZYHn38BW1NIqRjx5z7HnjabLaoIyuWLy4qauLGXG1CKdUMGTpcfahUiRbON+gvWbtmpVrRUYwZMyEhMVG0LuV35sab7+3abd/GZcVFe+bOniFkZJys49oYKV5Cf0cCZEsAAAAAAAC5kS3RBtQ1NV/NBv1Riz3DYm+znetbU0ZCzrSB15wz7K7Duh6338kJtpTzD7tf+aod9Af8H654qMxZINpCSmqqer+0tHjTxnoxIZdefmMDH2Y/6pipeXn7ik/O2pr5834UzWTLlg3af8xRR0099riTTaZ9f5jffxsx+PrHH7/VPpw69cywPYVU3br3mDT5uN59+p8w9fRrr7/r+Rfe6xBhZtSaMKneL97cuQYL/fPmzqx3ysSIOzi1KJvdfuaZF2lHVq5cKmRknKzj3i40TWbSN0yQLQEAAAAAAORGtkSbqdvByblDP25P6iZiQLw16Q/DH85IrNuIv3/HsSlxWbO3vNPA/KP6/Klzar0mkmAwsGTH5xtLfhatJaxy0F2zXc+C+oemHD21zyH9RYOOOmbaqy8/rT78deXSY48/RTSH77/ZV3Ww2eMmTjo2OSV15Ojxi39PdV64YHZlRXlaeob+3LB9qI6ceIyI7MZb7hft2YQJx/z7mX+oIRmLFszW7+Ok3cEpPiFx1JgjRRtRfoLah2tXrxAysicbXQC9BWrkdVhCj5TIlgAAAAAAAHIjW6JVhX3I1+/cqZ9jS8gRMWBIl6NDNYmQw7oeO3/bR76A23DymO6nDe92Ytjg2qL5361/UbQ8n8+3ffuWzz5574fvP1cHleX+seP2BUts2Vyv8WXcuCn7fdruefU2q9m2dbNoDsq/dsaMr9SHY8ZMVGoSyp2jj5mmliWUhfjp339+5tl/DDvX43GvXbtSO9K7dz/RHK66/FzRwi6/9Kz9zvnqu3pFrITExNFHTJj/ez+E8m1RKk/ahIxNG9dpM8wnTDzGarU277+h8TIystLTsyoqfttRaufOfCEjW7zRBdBT91MIa4/QligkWzQnWwIAAAAAAMitJdZz6JYwFvYhX+WO37VLP82W0M52wmmaBGuy9mFqfIeclB47K9frZ+am9Z/UJzzmurR21zfr/iNaQCMX0E8+5ZysrA7qwypHpfaosoK832fI61Gv+aOsrEQ0h/nzZtbWVKsPjzpmaujOEWMnpaalV1VWhB5+9cX/6csSJcVFAf++lI7UtIz4hAQhtQkTjp2v2aZp7pwZ2rLEvPrbOk2afLxoU8kpKWpZQimiKGUkuz1OyMXwAmjy7gm9QRhmS4TGZXr7IFsCAAAAAADIjWyJthFaVvO7DLolrLHRLfFrwY/+gE99aDaZJ/X+g35aZmKXc4fdE2etFzLs8lZ/sPyhaneZaCNDh4067/xLtCPqcn+I4f5IYTp2zIlP2Pe6KirKmuX3/4fvv1TvZ2Z1UGO6zWbzUUdNVQ8VFRWsXBEeTuD1ebQPu3XrIWR3xLhJ2p/CkkVznbU16kNtsERaWuaQoSNEm0pISNI+rHY4hHSM28V8JSLo03abhXVOSIZsCQAAAAAAILeWWP1oYllC4m6JsO+y+jBg3C0RE2WJSndxeW29qOpeWYcn29PDpp086PqkuPDBT1c9UVS9VbSFDh1zzr/w0gf/8VxCYr0FYq+33oK+1+NpzLNZrTbNo6Bf06nQNKUlRb8sXag+nDzlBKUaoT487oTTtJO//eaTsNNNwXp/gG6P8Z5aMrFarePG79txa+8+Tj+F7udv27RLs1HSlKNOaPMLVNh/3yPjD8gSlyFMlrBB5YUrV0t9tkSkS2t7R7YEAAAAAACQG9kSrUq78YgiEMObOPkD3h2Va7I18bbKL0CXtH4biheFHppNlmkDr8nLGBx24vxtH60vXihaXVZ2p3888nzXbnmGR5OSUrQPd+/e0U0TiG2otqa6WrP1k1LnaDi3oDGmf/eF8mulPjzmmJO0R7t179Gv/+D161aFHs6bO7Pa4UhO2fcvD6VQqEqLC0Uz+fd/3+vRs4/hoXfffvl/b/5XHLT/vvjhfr/nhiZNPn7G9H0tJnPnzgjtfDVvzsywaft9qib/GxqpVtPJoUisXxuThj0p11OtS86o28epl2FNgmyJlka2BAAAAAAAaF5kS7S2fXuPBH0BT5F+gnHiq4xWFfx0WNfjtCOHZI9UyxKDcyYO7Xy09qjyfdtatnzmxtdFS1IW0Lt07VZcuCc/f8vLLz1VuOe30lFpSeEN1198971PDBo8TH9WSv0F/cLC3WJ/du3aXv8Z0sRB++67z7QPG05g9nk9M3748pTTzlNH0jMytRPKy8t8Pt/BF0ui3LBhI9PSMisrf9sTbOmS+c7aGqVKNG/ej+qcnM65ffoOEG2tpER7xTClpDbD70wUssZ30pclTL49wfrE75dT+d44yJYAAAAAAAByI1uibfzeKhH+ek2WOItuzyJZbSlbUeGsV5gZlDPBJOp+I7unDz550PVmc729XJxex0crH/UHfaKF2e1xXbvljR0/+d//eadXr37qeLWj8vZbr1i18hf9Kd3zemkfajMJIgmb07NXH3FwVq5YWtSIcojWV1/+n/ah2WxW1t81A8GVK35u4PRPPn771psv+/zT90pLikS7ZbZYJkw8Rn3o9/uUH03hnt3btm5UB4866kTR1kpLi13OWvVh19zustZxDTeyC7p/+93WNkkISZEtAQAAAAAA5Ea2RJvx1u7QD8ZIsMTvgmsL52gfJ9hSlMqE3ZIwdeDVFnO9D+k7PY53lt1d660UrSghMen2ux7VRiL7fN6HH/x7eVlJ2Myh9cOQV/36y89L5jXwzFWVFZ9+8q525PDDx4iDM71+q0Rj7NqZv27tr9qRsBcSVrcI89PMb1etXPrCf/550QUn3nDdn3bt3C7ap8lTTtA+VMoSs376Tjsyqf6ENrF503rtwwEDhwpJ2RINLoMmX2FYq4TQNp/JhWwJAAAAAAAgN7olWo9215G6O95i/ZzY2cEpZFPJ0rCREd2m/mnk4x2T60U4BIOBHza+uqtyvWh1nbvkXnrZDdqRysqyF/7zRNi0/gOHdO7STTvy1hv/bSD4+s03/+PV5BXb7XETJhwrDoLL6ZwzZ4Y4cGHB12Hr74sWzC4qLDA8cd6cGZs2rlUf7tq1I6dzF9E+9RswWNsmsvTnBT/O/Hbf0f6Du3TtJtra1/VLRKNHHykkZYs3ytfxlTSQdy3ZewfZEgAAAAAAQG50S7QSfUar31Omn2aNyxKxZHfVhrCR7umDclJ6hQ0u2v75sl3fizZy3Amnjj5ignZkzuzpy35ZpB0xm82nakIaFMqS/bVX/2HH9m1hz1ZbU33fPTd88+VH2sFjjz8lNf2gNu/6ceY32jrHLbc99NV3Pxvevvx2SXr6vl+z2bOmKyUN9eGQocMP6TtIfagUhO647aoN61eH/eeU1/WvJ+/Xjkw7+SyLpR2nUEyctK8s5Pf7tudvVh9OmHRQFaNmMWP6V0sWz1UfdunafczYiUJShpdBk/+3TqlINQmZ1s3JlgAAAAAAAHJridWPJi5Nxlq2RNBbrh+32FNFLHH5atYWzh/Qaaw6YjKFl7V2Vqz9afNbQREQbeeaa29fuWKps7ZGHXnumX/898UPbHa7OnLi1DPmzZ2pDWNQlravvvL8MWMm9O7TLy+vd2Hh7s2bN/yydEFZab1GmZzOXS/8w2Xi4Eyf/oV632q1jTki4pq18oc2YeIxn3/2Xuih2+X8ccbXJ0w7Q51wzXW33Xj9JWqRY/eu7ddf+6dRo8cPGDikR89DSkuK1qxe/tOP3wUCfvUUs8UydeqZoj07+piT3n/3VaMjpomTjhNtxOvxrF69/LNP3l28qN52Z6eedr5SCROSstiMLoO+yrBUCVl3cBJkSwAAAAAAANm1RItCE8sSMbJ7tbqUFjAsS9hiqyyhmL7hlX4dx5hNxmusFc7Ct3+5y+2rFW0qIzP78itu+tcT96kjewp2fvj+6+f/4VJ1RFmav+2OR66/7k/KIXXQ5/XMnfODcov0zHHxCXff+0RKapo4CDu2b1uviYgYMWpcXFx8A/MnTDpWLUsovv3uM21Zonef/tded/sTj9+jOSOoLIuHrYxrXXb5TZlZ2aJNXX7pWY2ZdvOtD06acrx+vEvXbr169duyJXyjsGGHjczIaGwP00H+GxSXXnK62J/BQ4afcOJpQl7Gl8FAlTZYIih18DXZEgAAAAAAQG5kS7S4SC8q6KvQD5pjrFtCUe7cXVqzM9LRz1Y96fLViChw9LEnDR02Sjvy/vuvF+yu9y9PTUt/4qlXldVt0TipaRmPP/FSXo8+4uB89+2n2odjx05ueP6AgUOyO+zbvn/ThjVbt2zUTphy9NQbb77PZGrU3/K5F/xl2smNWo6PchMnG2zWNKHtWiUMDRg09J57n1BqYEJeljjjbonQ/+orE1pyvImQLQEAAAAAAORGtkQbCC2rBTx0S/xmR8Va/aA/4P1yzbPbyleKqHHDTffEJySqD31ezzNPPRg2Jz098/EnX/7Txdd0zc1r+NkmTjru6Wff7N2nvzg4gUBgxg9fqg+tVtvYcZP2e1bYxkTffPVx2ASlMvHI4y+MHT+lgeKEUoa5/Kqb/3DR5UIKe78n9S5BFot1woRjRHRISEy6+C/XPvbPlxKTkoXULDaDnBWT8AT9Tv0+TtqH0iBbAgAAAAAAyI1sidYT9uoMuyVisyyxrmje4bn1VsmV79Wawnm/7PxWRJPsDp0u+ct1/372H+rIyhU/z509Y/yEo7TT4hMSzjrnj8pt04a1s2dPX7VqWUlxUUV5aVJycmZmh9zcvP4DDh05alxutx6iOSycP6uqct/v0rDDRinr1/s9a0TtC7EAABAASURBVOKkYz/68E314Y8/fvPXy67XRmUoBh96mHIrLS3+aeY3ixfN3bNnV1lZSUJCYkpKakpK+qhR404/8w/KixWy6NAxR3m9q379RR0ZfcSEhMRE0cZMh/QdqHy3Tz713OSU2Lg+mMwma2JQv3VbXep1alikROihZCVtsiUAAAAAAIDcWmI9p6HqgvoR10AgoHz1+/2+vaqrqysrK5V/Sr9+jd0Ap73QvmSFfy/lJZfOH+uv2RA2uce4VxMyhwhJPTz3HqfXqR83myw3TPhfUty+j0hvK1v59i93+QIeceCqqtwej//K8Zcf2nmwANAObfxhqs9ZGDbo6/2RLWWgzaaUz+zKV+vvLBaLea/Qm5kEa+gVFRVOp9Ptditf7XtpX7Vlr2Z/yfq3qtC7c3l5ufLPSEhIyMvLEwAAAECTLFq06I033lDuPP/88wJAO3Tttdcq/w/xggsuGDdunACaQ0FBgfLV4XAoaxHa1Q91wUdd+ghpzHOSLbEfbOIUJhD0z976biAYCD2scpV+s+4/TatJAJCAxWYUAu/fFy8hpEa2BAAAAAAAkFtLLDU0cROn2MmWCAl6S/SDxlmvMWDx9s+LqvMP63p8tbv0x01v+AJeASBWGRZoTf6qhvOupUG2BAAAAAAAkBvZEm0j6K9WvujHLfYMIa9AoKGj28pWbC1dfvC/kX5/QABozyx2g7KEmsejz5YQciFbAgAAAAAAyK0lWhToloho30d9/bUGh802Zf1HyMtZ6/MKn9ncgq/R6fT5/XywF2jfzBaDKHVT0KXPu9bel+YdJAq7JahMAAAAAACAZkS3RCsJX0oz2qTIZGrit6696JSYs7ZwvWh5FrOlRybprEB7ZTIbXAyDe/NmQm9aYW8Wkq2bky0BAAAAAADk1hKLOU2MvJb485j6zdCDRnnOprpuCZmdOez0npk9WvqnnBiXdMaQ05LjkgWA9smwLGEK+kJ3pI+XIFsCAAAAAADIjW6JthGMyW6JLqldbznqJgEADTKZjGq0wbrLZgNvE9LUtsmWAAAAAAAAciNboq349EPSd0sAQKMY1WhNJr9+7yYhI7IlAAAAAACA3FpiqaGJmzjFTrdEXWarYbeEWfJuCQBoDJPFoEar3ftOfbOQ8l2DbAkAAAAAACC3llhqoFti/yhLAEAkxjva7c2WCO4lyJZoRdQkAAAAAABA86JborWFXmPAbxR5LXu2BAA0RoSyhNfwPUK+Nw6yJQAAAAAAgNzolmhZkb6/JuNsCcoSABDhYhjcd9mUu4ZNtgQAAAAAAJAb3RKtat9+6MabOBF5DQARLoZBn4gNZEsAAAAAAAC5tcRSQxPLEjH1ecwIr7OJ3zoAkIlht4RJ+EUjSLCATrYEAAAAAACQG90SbcRo5/RgwC0AIOYZ9pMFhUXEBrIlAAAAAACA3MiWaCNGW5QE/bGyRQkANCDoNyhLCNNvl83Q+1ZwLyEjsiUAAAAAAIDc6JZoIyajskTQKwAg5kXolmhizbvdIVsCAAAAAADIjW6JtmEy2/WDwZgJdAWABhjXaI2quVIiWwIAAAAAAMiNbok2YpwtQbcEACgXQ6MarTlWyhJkSwAAAAAAALnRLdE2jLslKEsAQN3F0GMwSrdEGyFbAgAAAAAANC+6JdoGZQkAiMRwE6egoFuibZAtAQAAAAAAmhfdEm3EeBMnsiUAIEKN9vduidA7hWkvISOyJQAAAAAAgNzolmgjRruRBANuAQAxL+g3qtHGzCZOZEsAAAAAAAC5tcTqRxPLErHQLaG+QMNNnETdYhyViShS7XCIKOOsrRExJgp/CmhpAX+twSjZEm2EbAkAAAAAANC8WmKpoYmbOMVWtoQl2XDc762yWjqIWDL1uBHq/YGDhz3+xMsiCuzetePZpx8++phpRx0zVUSHQCDw5Rcf/vD9F8/8+3/iwLmczvnzf1yzZsXmjetKS0sqykvT0jNyOnft2LFzr16HnDj1jITEJBFlIv0Uvvri/55/7hH14Suvf6a8EBGVvv36k2effkh9+OIrH3fN7S6wP8qV0GDUkqjebeCtS4IFdLIlAAAAAACA3FriQ5BkS+wTaTXHZLYIc7IIVIeN15Ul4mOrLBFtPB73e++88tGHb/l8XmVBXESH9WtXPfP0Q9u2bszpnCsO3JzZ01/4zxPlZSXawbLSYuW2Riz/aeY3H37wxrnnXzJt2llWW1R8ID06fwpoNX6PQVkiaE4VsYFsCQAAAAAAIDe6JVqb+h032zMCLl1ZwsN+NW1JWbi/7po/lpYUimjy4ftvvP7qs6KpFi6Y9chDtytLiw3McVRVvvTfJ5ctXXTfg0+LthadPwW0Jr/X4EoYNKdp37Ek3laIbAkAAAAAACC3lmhRIFuiUUzWDP1gwFsp0HYqKyuicDV844bVoqnKSkse+8cdDdckVD8vmffJx2+LthadPwW0Jr/RldBkSxd7l8jD3imkbLMT0YRsCQAAAAAA0LzolmgDoW+6yZquP2T4GWGgyT784A2326U+zMrqeN4Ffxl86OE5OV1KS4s2b97w2Sfvrl61TJ3w9lsvnnLqeWZzE4uLCDNy9Ph/PPZf9WF2h44C+xcM+l0Gw5Y09a761iXlcjnZEgAAAAAAQG5kS7QZs92gW8I46BVoqlW//qLez8jIeu75d1LTf6uH5XTOVW5HHDHx1lsuW7NqeWjQWVuzcf2afgMGCzSHrKwOyk3gQPjdZUbDpqA5Rfo+iRCyJQAAAAAAgNzolmgNoZcWviu6xbBbgrLEPueedZSj6re9XO594OmRo8ZVVJTN+vG71auX/7ryF4vF0rPnIf0HHHrGmX+IT0gwfIbioj3Tv/t80+Z1u3ftLCjYGR+fkJaenpXZ8ahjpk6ZcoLZYlFnrlzx8223XB52+pP/vEe5KXcu/su1Z5x1kToeCATmzZ3x7defFBcXKv8kl9OZnpGVlZXds1ff4cPHHDFusr7boGmv5dabL1u1cqn2efYU7Jx63AjlTlx8wsefzRH7o425Hnzo4WpNQqV8E0477QK1LKFYtmxRqCzxzFMPfffNJ+r408/9r88h/cNOr62pPufMowIBf+jhUcdMu+Gme5U7n3/2/gvPPx4a7Nd/8JNPv67cWb5s8dKfF6xZvWLL5vW53Xr06NnnmGNPHjJ0uPpsB/RTCKM859w5M5YvX7Jty0blyfN69D76mGlDh42MNF/5qb3/3mvbtm7cvn1raWlxTk6XLl27de/e6/QzLkxNS4901ob1q2fPmr5t66Zdu7aXlhSlpKSlpaXndu9x8snnDB5yuH6+8kvy7NMPqQ9ffOXjrrndtROctbXTp3+xft2qgt07lKc1mc1paRlKAWn0mCOnnXRWYlKyiD2GedcBc4py4RQNvmlJU6UgWwIAAAAAAMiNbolWoi26hF6mcbeEh7JERNu3bbnrzmtKivelDihr7r8sXfDTj98++PBznXK6aCd7PO6nnnxg9k/fB4MBdbDa66l2VO7akb9yxZJ3337pgYeeU1aixQFSlrDvvO3q7fmb6w2WFCo3Zc1aWcfP69Hn7nufyOncVTTTazkY3fN6l5eXhu4vWjh708Z1+tLCqPobDaWnZYbuKJUbbVli/ryZ+nMXzJ+l1iQUkyYfLyJ4+cWnPvnof+pDpYqg3Gb+8NWFF11+3gV/EQfnm68+/vezj6g/682b1ik35ckvu/Lmk085Rz9/964d997zN+U3QR3ZsX2rclu0YPbMH76+467H9P0iu3Zu/9cT961ds0I7WFFRqtzy8zfPmzNj+Iixd97zuN0eJxrtg/de++D91521NdpBl7O2cM+udWtXvvfuq7fc+uCYsRNFjDGszgbNqWEbN0kcf022BAAAAAAAkFtLLDU0cVf6GNm9Wv2Om22GmziRLWFMWaW96cZLtOv4qt27tj/6j9vDBl/4zxOzfvxWW5MIs6dg1223Xq7UGMSBcFRVKmeF1STC5G/b9ND9tzQw4UBfy8E4pO8A9b5Sqrnu6gsfeej2ObOnVzv2rfxabbYhQ0eot+49eoXGBw85PCtrXxbC/Hk/6Z9/0cJZ6v20tMxhRt0JPp/v8Ufv0tYktP735n+XLpkvDsLrr/77uWceNvxZv/D8P7ds2RA2qFSPrr36Qm1NQqu0tOimGy6Z9eN32kHlW/fwg7eG1STCLP15/oP33RwIBETj/DTz2zde+3dYTULL7XIq/9HlyxaLGGN8Gfw9WCL0NqGvTMiEbAkAAAAAACC3llhqoFsionov0HgTp0oBI++984rYu+PQiJHjOmR3WrJkXlHhbvXo+nWr1q5eMWDQ0NDDzZvWffv1x+rRceOn9B8wJDc3b8+eXdO/+2LLlvWhcaUwoKwLhzYdSkpKHjxkuMvl3LRhjXpibrce6RlZyp3s7E6hka+++D/tcnZGZvbhw8fY7fZtWzcr/wa1b0D5TyjFibwefQ7ytfTqeYjyVamCVFVWhI7a7HH9+td9kD+ucZ/KP+nks7//7jP1dMWc2d8rN+WXsU/fAUOHjhg4aOjQoSMTEhMNTz/qmGkfvPdq6P6O7Vt27timfE/Uoz6vd8nieerDIycerd0XSxXqXRB70yxGjBhbsGfn8l8W+/0+dcInH78zfORY0eifQpi9L0d06JgzevQE5UesrOP7fN7fDwY/fO/1W29/WJ2sXGeee+Yf2mLAkKEj+xzSv7Bw98L5s0L/KuXn+PRTDx46ZHhmVnZozldf/t+2rRtD9xOTkidNPr5nz0Oysztu3rz+qy8+VPtRlMrEjOlfHnPcyWJ/lOrF8/9+VH2o/H6OGDm2e14v5R+2cOHsBfN+DI0r/55nn37oxVc+sliaeF1tj4wvg9a6C6ZpL+2wOiLT2wfZEgAAAAAAQG5kS7QZS7zBGqvfXSoQQdfcvHvvf0rddumpJ++f/t3n6tEVK35WyxKrV+/7VPuYsZNuv+sx9eG0k8++7+7rf15St5iuFBU8bo/P57Narb379H/08Re2bd101eXnqpPPPufPRx0zVX0Y8Pu/+ur/1IdHjJt8592Pqw8XLZh9/703qA83b94QqSzR+Ndy2ZU3KV8ffuCWeXNnhg5lZXVQ/p2i0bI7dLr3vqduvvEv2jLAXkFl6V+5ffShUJa8J0854exz/xwWe6A49riT1bKEQvlnnHPexerDn3+e7/G41YeTJh3XwL/kTxdfc8aZF4bqFjvyt15z9YXe38/99fdc7sb8FAwpP9a/XnaD8nMUe/tgrrvmD2o7yJIl87Qzv/36k1CNJOSOux4fO35y6P7WLRvvvO3qioq6v0G3y6lUj6685tbQobWa36gL/nDpqaedH7o/asyRJ0w9/W/XXFRctEd5qPzE1RJFw7bnb6mp/q0nIDUt/fEnXlIrOkcfe9IH773+xmvPKfcTEpOUX5WC3Tu11SDp+VwG38OAOTNsEyeJkS0BAAAAAADkRrZEG/jts732zvpDXucegQhu+ftD2ijsNa/HAAAQAElEQVSI8y/4q3Ypv7h+ToN6f+P6NTNnfH3kkUfb7HblodlsvvLqW9euWdl/wKENxz/oKQvHTzz1mrJovmXzeuXrny6+Snt07+f9lZ/sb+uJztpa0Ryv5eD1GzD4qefefP7ZRyPtQaRULH6Y/oXyXTrtjAsu+uMVVptNPdS5S26fvgPV3oX5837UliUWLti3g1NWdie1LKQ3+ogJZ53zR/Vht7yeEyceq/xHQw99Xk9ZaYnamnCgho8Ye8VV+3bNUn6s4488Wm2XcdYq6/+O5JSU0MMfpn+pzpw85US1JqHo2euQy6688dGHf9tEa/r3n19y6XVxcfHK/bKyfQvl8+f+2LtXv8FDDg/9IaenZ950ywPKf2PQ4MPU/8p+lWl+RaurHZ98/M4xx56kRm2fefZFiYlJAwcN6dmrbwyuCBtfBm05QtLeCD2yJQAAAAAAgNzolmgbyou1JnbXj/s9lUG/y2SJF6gvp3NuWN5yx06dbfY49RP3bpdLPdS37yD1fmlp0ROP3f3c0w8r68hDh444bPiYXr36NjlTumPHHOU2avT4sHFl4Xvp0vkWi0VtSqiNnBlwQK+lWSgv+Z//emXJ4nkL5v80f95MR5XBJjmBgP+jD99UKi73Pfi0dsugyVOOV8sSmzauVesHyl+rtiwx5agTGvgHjBt3VNhI97ye2odud9Nf8pETjg4b6dq13h+X01mjFgy2aqImhg4bEXbioEHD1Psejzt/2+a+/ep+l5SvalFn9aplf7/lstS0jGHDRg4dNnLk6PGDDz1MHKC+fQeq9wN+/6svP/3aK8/26z94iPIreviowYMPm3byWSJWGZYlgrYcs65bgmyJ1kG2BAAAAAAAaF50S7SqehujmxPqdkv3VYTN8dTujkvpJVBf9+499YNJickVvy/l+3z7NilSVooHDBqq3XhHWfVeumR+XbTyy890zc0bO27yMceerN+zqPGU/9yGdavWrFmxaeO6LVs27Nq5Xe2TCFFzJg7ytTSjkaPGKbdrrrt93dpf1637deP6NSuW/xzas0i17JdF7779yoUXXaaOTJx03CsvPq2+nFmzvjvt9AtE3er8cm15Q6leNPCfDitCKOLj66VZ+Lxe0VTd88L/XhIS6j25x+MJ3SnYvVNb//jk43d++OErEdm2rZtCZYnTTj9/5oyvtK+3qrJ89qzvlZtyf+DgYWPHTj76mGkpqWmicZJTUs846yKlDqSOBIOBdWtXKrcP3ntVeZ7RYyYec8w0pZYmYo+3tsBg1FbXXqbtlpD4/YJsCQAAAAAAIDe6JdqSOa5LQFeW8Dn3UJbQi4tL0A/a9+7LpGe1Wu+467Frr7qwrLRYf3TXzvwP33/9k4/ePvPsi847/y/aPYsaY8f2be+9+8qC+T+5Xc4GpplM5kiHDui1NDvlD23AwCHKTez9nP6ihXPeefulLZvXqxO++vL/zrvgErVhIiMj67Dho+sqOnstmPdTqCyxcP5P6il5eb0bCNIQuiKEwnaA3/YGJCYkNfzkyssM3dG+TEX+tk2iQWpQRIeOOXfc+djtf7/SsNq0ZtVy5fbh+2/89fLrJ085QTTOny6+evOmdcuXLdYfUuofP3z/uXIbf+TRl191c8bexO/Y4XUZdEsELB3Vvyjt+5bpd0IiZEsAAAAAAAC5tUSLglk0ifTdEtqNR0LMcQbZBh7DTwrHPHucwaq9mhKsp6zkPvf8O2efe3F2h06GE3w+73vvvPLoI3eIA/HzknlXXX7uTzO/0dYkklNSjz725L/dcLfNHqcOWiwR/xAO9LU0mdfj2bUjf+WKn2dM/+qLz983/I8eMW7SU8++0W/AoepgVWX59vyt2mnapfbVq5ZXVdbV0ubN+1EdnDi5obBrYVR00e4TdZBsuiePVBOqrKwQByIQCKj3Dx06/Ln/vnPs8ackJCZFePKyfz5615effygax2w23/fA01dcdWuoIcPQ3Dk/3Pi3i11Op4gZQb8r4HXox01xXbUVCCmrESqyJQAAAAAAgNzolmht2uKEOd6gLGH4SWEoa7jiAKWlZ/zxz1cqN2Ul/YfpXyz7ZVFxUfj3dv7cmQvm/aQszTfmCZXV4ccfvUtNj6irRhw9bfQREwYPPixUVPjPvx9TJzfQLdGE19I0jz9217w5M9SHw4eP1eZsq5QKwZETjl6/9ld1pHDP7p69DlEfjhs/5bln/uFyhkK8g3PnzBg4aGhR4W51wpSjThQNarWX3LDs7I7ahw898vyww0aJRsvL633d9Xdddc1t8+bO+Gnmt6tXL6+pDl9Af+nFf407ckoj+xusNtu0k89SbgW7d37/3eeLFs7O37Y5bDewwj273nzjP5defoOIDZ7anfrBgCk1aIprTKSEHKvnZEsAAAAAAAC5kS3R4vQLOuqHfM1xBsHL3lrKEs1s0OBhyk3U9QFUrFv767fffrJowWz16PJli9WyRNgvYLD+AvHcuTOqHVXqw9vvfHTosJHqQ6Vcoc0taM5f5npPdQCLg8OGjdKWJaZ///kf/3yV4czCgt0NPI/dHqdUJmZM/zL0cMH8nyory9Wj/QcM6dAxRzSfhn8KByMnp14hsGDXjgMqS4RYrdaJk45Tbsr9PQU7161d9f57r23P3xw66vN6Vq1cduTEow/oOTt3yQ2V0JRfoY0b1i5cMOuTj/6nHl3+yyIRMwwvgEFbTlikRGNKFO0X2RIAAAAAAEBudEu0ktCrC9sS3XATJ6+TTZwOisvpnD3r+50787fnb9m+fevxJ5x69rl/Dh1KTUsfNebI4SOPuOj8qWrUs3ZjH7O53m+v318vSGBvrvU+hw4Zrn0YtvFRMzKbLJH+SQ077PDR2ocfvPdaXl7vSbps6i1bNkyf/oV2pEuX8KaKyVNOUMsSy5cvLi4uVA9NmrKfHZwOVMM/hYPRqXO9QuD0H748furp2r/KLz5//6MP3+qe16t7t57d8nodeeRRiUnJhXt2L1k8d8eObcpvVP62LXfe/djAvVUuRU7nXOXWs/chV156jvokVVX73ypq4fxZmzev37F9q/K0HTp0uveBp0LjcXHxgw89TLkVF+2ZO+eH0OCB7j3VrhnmXStlCaGrSYRt4iRTfYJsCQAAAAAAIDe6JVqPtu7y27KaYbcEZYmDY7Pb/vfWi6Ulv62bf/Xl/ylL6tqP81dVVrjc+zbr79tvoHrfaq3327tp49rjjj/F7XLV1FRnZmXHaaIjFGvXrBz0+/K03+/773/+qT3q8/lEM9H+q0pLi0tLirKyO+7akd+1W17DJ3bukjvuyKO0DROPP3rnl19+OG7clJycrknJycrIsl8Wf/bpu9qojF69+3XL6xn2VMMOG5WWlllZWSb2Jkjv2L4lNG42W8YfeWCdAfvV8E9BHARl0V/516rL/evX/vrC8/+87MqbQn+PjqrKTz9+R6kHKLelS+Z37Nj5qKOniroGCK92e6533n7p3vuf0ialh/Wa9IucFaGa9dN3SvEsdF+pdiz7ZZG2hqR8h4uL9zUN9O2//yeUhtdlVJaw/tYtEXqbkLggEUK2BAAAAAAAkBvdEq1Nu6BmScjVT/A5C4MBj8lsF2gSi8V6yqnnvvry06GHJcWFV1x2znHHnTJg4FCleLB58/rvvv3s95iEumTsY449ST03JSVV+1Rff/nR5k3rNm5ce+ZZf/zjn6/Uxi0o7rjtqlNPO6//gEO3bN7w/XefhQVX1NQ4RDPR/quUBesbr7/YJExFRXs++2pB2Aq+3tXX3LZm1fLy8lJ1ZO3qFcot0nylzHDFlTfrrwvKyJSjT9TuLBQydNiIRuYoNF7DPwVxcP562fWLF83xeNyhh198/v7atSsHDhqWmJQ084evtYEZ55x3cejbq5R/Ro0+UjkrNK6UEP56yRnKb5Ty+1BRWa58e3+c+Y161tBho/r0HbDff8bpZ16oliUCAf9dt18zYdKxQ4eNTEtLV6oUP0z/ctfOfHXyGWdcKGKGp8YgW0JouiW02zfp93SSA9kSAAAAAABAbnRLtI3QK7XE5wqTXQQ9YUfdji3xaf0FmuqU087bsH61+qF4Z23Np5+8o9z0M6+/8Z6U1DT1YXJKam63Hjt3bPt9ILh+3Srlf0r29l4MH3FEr179tmxZHzrm9bg/fP/1SP+G0tJi0UyUysfnn72nPlTrH0rFJadz14bPTU1Lv/b6u+67+2+iUUw3//0BdYeiMFOOOkFflpgw8VjR3Br+KRyk7A6dbrvjkQfuvynw+95QmzauVW5h08aNn3Ls8aeoD6+57g6lCqUGSCjVi7fe/I8w+pffeMt9ohEO6Tvwiqtu3duEUbfaGwwGZv34rXLTzzzjrIsGDzlcxAy3Y7N+MGDrZpa3CKFHtgQAAAAAAJBbS6x+mEWTxNrnMUNLbJakvvpDSllC4CBYrdbb7nzkDxddoS05hFGWp2+8+b7hI8eGjV/wh0tNpvDf4ZLiorqntdnuuPsxpTJh+ISHHT76NM2n2jdtXCeaibJE3qu3wX+0pLhRy/SjRo//579ejVRsUGVmdfjHY/9poMxQt7lT93qbO1ks1iMnHCNaQAM/hYM3asyR9z3wtPJ6I00YO37Krbc/bDbv+wdkZmU/8a9Xphw91Wq1RTqrX//BytNmRX7aMNNOPuv2ux7tmhtxJ664+IRzz7/koj9eIWJGMOD1VO8wGI/rra1J6PdxkgzZEgAAAAAAQG4tsfpBt0RDwlbTzAl9/dWrwuZQlmgW515wyZlnX/TTj9+uWrVs5478HTu2Kt/5rl3zunTtNnDAkGOOP8VwByRlXb5r1+5ff/Xx2tUrCgp2dsrpoizHT/x9sT6nc9dnnv/fjOlfLlo0Z9OGtUVFBcrqeY+efU448fQTpp6+dcsGtZ9ge/7mjRvWHNJ3oDhoSjnkyade++qr/1uyaO769avj4+K7dO0+bNjIrrndG/kMAwYOefyJl5f9smjhgllFRXsK9+wuLNz9+05WpsGHHjbmiInHHHtyckpKw89z9DHTXnvlWfXhmCMmJCQmihbQ8E/h4B0+fMx/Xvhg1k/fLV++OD9/c3HhHuWbnJmZnZfX67TTLxgwaKj+lMSkZKWO9ddLr5/+/RebNq5VfqN27cpPTklT/p1dc7uNGDlO+R6KA6QUnJSb8nNZvHDO9u1bdmzfVl1dpfxwlefs2fOQE6edkZqWLmKJp3qbEIGwwYCwBm3dIsVcS/muQbYEAAAAAACQW0ssNTTU9BA6pHwNBALKV7/f79urWlmNq6pSRvr3l3DzIvVVh164f6/QC6/Z8pRr2z/C5id3mtBt1JMCiDLvv/vqm68/rz68/c5Hxx15lACaSdWu73b9ckfYoN9+iLfn+zabzW632/ZS7lj3suxlNpsl29+pvLzc5XK53W6n02nfS3352lcdeuGimV619t059D4VepMK/WPi4uJ69OghAAAAgCZZtGjRG2+8odx5/vnnBYB26NprJfPpLwAAEABJREFUr1X+H+IFF1wwbtw4ATSH3bt3KwsaDodDWYvQrn5Yf6cufTT+Y6lN3MRJ4s9jhr0u7QqaJclgcx7D3dWBtuVyOr/68iP1YVJyyugD7w8AGmB46VN3cNJv36S/tAopkC0BAAAAAADkRrZEa9MuqCnMiQbZEt7aXcGARwBRo9rheOiBW0o1odOTJh1vuAsW0GSG+9cF7L1E/WqukHf7phCyJQAAAAAAgNzIlmg9oVenfsdDDy2JPYTJLoLhRQhleS4+TcL9rNC+/Oe5x7Zs3eDxeLZu3uD3+7SHTph6ugCalbt6q35Q7ZYIvUfoGybkK1GQLQEAAAAAAOTWEksNTSxLxEi3hKj/Od+9DRP9AjW/hs1xOzZTlkCbS0xKWrNquX789DP/0LPXIQJoPsGA11O9w2A8rndoH0FthoSQumEiCrsl2McJAAAAAAA0o5b4ECTZEo2ifsg3QrzEFgG0taysjvrBww4f8+eLrxZAs/LUtUoEwgYDwhq0ddPu4CRle0QYsiUAAAAAAIDc6JZoA7puCYN4CVfFOgG0tR49eqemZVRVliv3rVZb3/6DRo4cf9rp55stFgE0K6fRRS+oCZYIq0bQLdFq5C4CAQAAAACA1tcSLQpkSzRErb6oq2zWlEPdumnOytUCaGuDhxz+7gfTBdDynBWr9IOBuH6GrRLayq6QDtkSAAAAAABAbi2x1NDETZzk7pYI+0ZrV9asqYfp5we81R7HVgEAscFZblSWiD/UVD9YwrBzQshVnyBbAgAAAAAAyK0llhrIlohI/znfve0SqeZEg/Tg2vJfBQDEgKDf5a7aZDCecGgDwRLquJAL2RIAAAAAAEBudEu0jbCVNUuKQcOE4ZYmACAfZ8Vqfd510BQXsPeOtHeTrDUJQbYEAAAAAACQHd0SbUldaDMnD9MfNdzSBADkY3i588cNMpktJiNCamRLAAAAAAAAudEt0Qb0S2zW1OH6ae6qTUG/SwCA7JxGe9YF4geb9kfIiGwJAAAAAAAgN7ol2ox2ExJr8kBhjtdNCezd2AQAJFdbtlw/GAqWUMOuQ3dCh0zy5l0LsiUAAAAAAIDs6JZoPdrvtSks9dpssSQP0Z/iLCP1GoDkvLUFfk+FftwfP0xbvg1rkpC4jE22BAAAAAAAkBvdEq1Nv8oWum9ONki9ri1bJgBAaoYXOr+lo7BmaPskDK+cUr5rkC0BAAAAAADkRrdEG1OX2GxpBvESNcpqXdAnAEBeNSWL9YMNBEsI2ZEtAQAAAAAA5Ea3RNvQL7RZ0sfqpwV9tbVlqwQAyKu6cL5+MJBwuKlBQl5R2C0hAAAAAAAAmg/dEm1Ju8RmtmWYE/vr59SULhYAIClP9Ta/p0w/HkgaFdq+KbSDk5p3rd3BSUiKbAkAAAAAACA3uiValamB1Gtl3S1tnP6UmmLKEgCkVVO8RD8YMGcEbD3DShGh4kRogrYyId8bB9kSAAAAAABAbnRLtAHtp33V+8pymy1jgn6ys/zXgK9WAICMDBvC/IljtE0S+vqEoFuiFcXOuzMAAAAAAGgddEu0pbD6hCVtdFBYwicF/bWlywQASChYXbRQP+pPGGWKkCcRC28TZEsAAAAAAAC50S3RZsI+/FtXlrClWFIO18+sKVkkAEA6roo1Qb9TPx5MGRfWKhH6GlaikBXZEgAAAAAAQG50S7Q2fbyEdqHNmj5ef4rh3usA0N4ZXtz81ryAOUN7YdTWJESEkB6ZkC0BAAAAAADkRrdE29Cur2nvW4zKEm7HRr+nUgCAXKpLDIMlRpn30tYkhO5qKfFCOdkSAAAAAABAbnRLtLGwTwRbUw8XliT9tOrCOQIAJBL0u2rLDIJzAomj9E0SctchwpAtAQAAAAAA5Ea3RFsy6TZxMlvsltTR+pmOPT8JAJCIo3C2CHh1w6ZA4mhTDAdLCLIlAAAAAACA7OiWaAMmo3gJdd3Nkj5Zf4qjaF7Q7xIAIAtHwU/6QV/c0KA5QVuHaKAmIetbBtkSAAAAAABAbnRLtJmwTdJD95UFOFv2CQazA97qooUCAKQQDHgdhbP0476kSfo+CRFLwRKCbAkAAAAAACA7uiXamKl+tkRdt0R8jjl5mH6mY8+PAgCkUFO8OOh368f9KVMa2MFJxAayJQAAAAAAgNzologKYVuUWLOO18+pi5cI+gUAtH+GdVa/va+wdVarESH6fZyE7MiWAAAAAAAAcqNbom0Ybo+u9kxYs0/SnxLw1dSW/iIAoN0LVhmVJXxJk7StY/pICVMMBEsIsiUAAAAAAIDs6JZoS6b6W6WrLAndRXwf/fwqo4RYAGhfaktXBDyV+nF/8mS1Q0JtmNBXJqRfIidbAgAAAAAAyI1uibYXVpMIrcTZDPdxKpghAKCdM9zBKWDNCdh7h23fpG+YiAVR2C0hAAAAAAAAmg/dEm0m7FsftnWJLfsE/Sk+d4mrYq0AgPasyqjC6k08KqwaEfZQxEzIAdkSAAAAAABAbnRLtDGTkbqluORDTbaO+vlVu78XANBuOctX+Zx79OP+5MnaakSoICGMLpJC9oXyKOyWkPsbDgAAAAAAWhndElHBsDJhzZ6qn1mx4ysR9AsAaJ8qlYuYTsCcGkg4VFuQCNvKScQSsiUAAAAAAIDc6JaIImFbl1iyT9bP8XvKqosXCgBojwK+yt3f6od9yScoV77Q1U95GLaVk7ZPIhaQLQEAAAAAAORGt0RbaniLEmvqcGHvpj/L8LPGABD9HIWzA16HftybMs2sE2nXJunrE2RLAAAAAAAAudEtEUVM9fdVr9vHqdO5+mlVBTMDvloBAO1Nxc4v9YN+a14wvl+k7Zu0lYkYeY8gWwIAAAAAAMiNboloEdY5EVqVs3U4XRkLnxr0Ve78RgBAuxLwOqr3zNWPe1NP1e7XpBYk9D0TMYJsCQAAAAAAIDe6JdpY2M4kYR8NtiR0NaeO059VuZN9nAC0MxV1F65A2KBy4felnMAOTlpkSwAAAAAAALnRLREVwnYp0a7N2TqdpZ/vLF/prdkpAKD9qNxhsIOTL3GcsGY2UJaItR2cBNkSAAAAAABAdnRLRBHDfZwsmccHzYn6yRU7PhcA0E54HNtclev0477UadpSBDs4CbIlAAAAAACA7OiWaHsN7OO0N/Y6wZp9sv6sCqPPHQNAdCrf/ql+MGBO9SdPCWsRC2uViLUdnATZEgAAAAAAQHZ0S0QLw32cQnesHc7Qz/e5ihwFMwUARL2g31Wx/RP9uC/5OBGqv+4vWyKm3h3IlgAAAAAAAHKjWyK6GO7jZE0bZYrrrp9ctvV9AQBRr3z7pwFfjX7clzJVW4TQ7+YkYjLYgGwJAAAAAAAgN7olooL6wrX7lqhrc3UJE50u0J9VW7rU7dgiACCaBQOlm97UD/ttPQLxA3+7xFks+ppE2CZOsfMGQbYEAAAAAACQG90SUSSsVUL78WFbp/OFya4/pWzrewIAopij4Eefq0g/7kk9T58qEeMFiRCyJQAAAAAAgNzolohSYQ0TFnuaJfs0/bTKnV8HvNUCAKJV6Za39YNBU6I/baphh4R6R8Tq9kFkSwAAAAAAALnRLREtDFsl6iVMdLlEf1ZdkOyOzwQARCVXxWpn+Ur9uDf1NGGyN9wqoe2ZiKn6BNkSAAAAAABAbnRLRCNtNUJlSexrSh6hn1y27UPlmycAIPqUbHrLaNjkST3H3CDtJk6xhmwJAAAAAAAgN7olopS+YcKi6HSRfqa3Zmd14XwBAFHG5ypyFMzUj3sSxgl7TgOtEiK2P6FPtgQAAAAAAJAb3RJRxKTZx0no4iXqgq+zTwhasvQnlm17XwBAlCnd9D8hAvpxX9rZ6mVNqbfqixPKV1H/YihiCdkSAAAAAABAbnRLRCnDyoTFGmfN+YN+ck3RAm/NTgEAUSPgqynf/pF+3G/p4k8cHVaE0O/dRLdE9IjxTwwAAAAAAIBmR7dEdDHtL/ja1vmPQWHRnRcs2fymAICoUZ7/cdDv1o970883bJUwvO6JmFwTJ1sCAAAAAADIjW6J6KWtRuwLvrZnmjOn6idX7PjC5yoRABANgr6yLe/qhwMizpd6UlirRNg+TmpBImaRLQEAAAAAAORGt0RU07ZKaBsmDKYGvCUbXxMAEAWqds/wuYr0497UM4Q5QdsqEfqqb5KIZWRLAAAAAAAAudEtEXVMRsHX2s4Ja+pwU/Lh+hPLt3/sd1cIAGhrJRtf1w8GTTZP+kVqTUK5pkXqk4jlHZwE2RIAAAAAAEB2dEtENZNR8HVdZaLrtQazA96STa8LAGhTtaW/uB0b9eOe5JNNtsywPgn1yhbjpQgtsiUAAAAAAIDc6JaIRoZ9EtqQWGvGRFPiIP2J5fkfBrwOAQBtp3TL2/rBoLB40v9sGHZtmHctYrg+QbYEAAAAAACQG90S0S5sByd1Rc/S9W/6yUG/u3TzWwIA2oi3dlf1ntn6cU/S8SZ7R+0OTmYdE8ESe5EtAQAAAAAA5Ea3RJTSN0yE1SdsWUcbNkyUbn2PhgkAbaV43Qt1rRH1KUVnb8afQpcvdQenEMM+CRHbWzmRLQEAAAAAAORGt0Q7oO+W+O0Tx12u1k8O+mrLtrwrAKDVuSrXVe76Wj/uSZwStHfX790UKe9axDayJQAAAAAAgNzolmgfDEMmrFnHmuIP0U8u3fpuwFcrAKB17fn1UaNhkzfzEsNUCZMm7JqFbxXZEgAAAAAAQG50S0Qvw32c9mVL1LFaul6jPzHgdZRuflMAQCty7JnlLP9VP+5JGBeM663dtUlbnAjLuKZhQpAtAQAAAAAAZEe3RLth3DCRPdUU10M/uXTTW35PmQCA1hH0F655yvCIJ+Mv2m3oQsUJtSBBt4Qe2RIAAAAAAEBudEtEtbBPEGvX737/uLHFbNQwEQy4C9c8JwCgVZRt+z9vzQ79uDdhfDB+gBpzbRgpoXwVtEpokC0BAAAAAADkRrdEuxG2j5P6uWNb9inCKGGicseXbscmAQAtLOCtLl7/gn5cWc12Z12r3bUpbCunUFlCUIqoj2wJAAAAAAAgN7olop1hw4R2HyezxWrt9nejUwN7fv2nAIAWVrLx1YC3Sj/uSZ4atOcZNklEirzmXUCQLQEAAAAAAGRHt0R7oi7bhe3Sbs2cLJJH6+fXlv5cUzRfAECL8dYWlG55Rz8eFHZP1pVqq4SWthohKEXokC0BAAAAAADkRrdEO6BtmNC2SmjrE7Ye9xh+5wvXPC2CAQEALaNo7bMi6NOPe9LOE9asBloltH0S1Ce0yJYAAAAAAAByo1uinYnUMGFJ6m/KOk0/3+3YXLH9cwEALcBVua5q9/f6cb8pxZ32h/22SqgFCWiRLQEAAAAAAORGt0T70HDDRGixz553qzDF6c8tWvd80OcUANDc9vz6qOG4J+MSkzVFLUXst1tC0CqhQbYEAAAAAACQG90S7Y+2OFFvgc+Wbc75i36+31NWvPElAZ9ZHi4AABAASURBVADNyrF7hrP8V/14wNrZl3qm9uoU1ioRKkgIShERkC0BAAAAAADkRrdEu6FtmFDumOtnS4SW/GxdLhfWLP25pZvf9lRvEwDQXAK+wjVPGR5xZVxhstj12zdpmyRolWgA2RIAAAAAAEBudEu0S4YNE3WrfrZkc5frDE4I+neveEAAQDMp2/a+11mgH/fZ+/uSj1WuTg3s4EQpomFkSwAAAAAAALnRLdGeNNAwoa79WTueI+J66M91lq2o2P6ZAICDFvBWF69/UT8eFGZn9h3aPomw+7RKNAbZEgAAAAAAQG50S7RX+uzr31b+rHZrD+PGiMI1T/ndFQIADk7hmicDvhr9uDv5TBHfVx8pQarEASFbAgAAAAAAyI1uiXZG2zBhuI9TnbSxpoyT9ecGvI7CtU8LADgINUULKrZ/rh/3mzM9WZeFLkpqKSJsEydaJRqDbAkAAAAAACA3uiXat7DihPrBZGvenUFzin5+5Y4vnGUrBAA0ScBbvWvZ3YaHXJnXmSzJ6oVIe0UKa+1ijbthZEsAAAAAAAC50S3R/jTQMLFvK6e4bHPXWwxP373ifhHwCQA4cAUr/+H3lOvHvfbB/pTjtEnX2jwJbbAErRL7RbYEAAAAAACQG90S7Z5+K6fQIqAt5zyRdJh+vqc6v2TzmwIADpCjYGbV7u/044GgxdXhzgaSrsOqEWgY2RIAAAAAAEBudEu0S/qGCW1lYt+aYI9/BIVVf3rxhpc8jm0CABot4KstWPmo4SFP2vlBew99q4Q26ZpWicYjWwIAAAAAAMiNbon2Kqwyoe7brv2QsiWxj7nTxQYnB7w7l94mgmzlBKCxitY+5/eU6sf9lo6ejEsaaJUIq0kI7A/ZEgAAAAAAQG50S8ggrGEi9Jll5Y5VkXudsHfWn+J2bCze8JIAgEZwVa4r3/ah4SFn9t0mS0KkpOuwTZyEpqQqEAHZEgAAAAAAQG50S7Rj2oYJ5Y5+E6e9D+JN3e4zPL1kw2uuirUCABoW9O/+5R7lf/RH3EnTAokj6jVpGfVJ0C1xQMiWAAAAAAAAcqNbQhL6nInQyqDVarVlTjFlnWZ0UmDnL7cF/W4BAJGVbnrLXb1ZPx4wZ7kyr9fuHaffvklbk1BP5FLfMLIlAAAAAACA3OiWaN/02ddmDXWV0Nr93qDNYCsnb83OwjX/EgAQgbtqY9H6/xoeqsm+12xL1pYilDooSdcHj2wJAAAAAAAgN7olJBGpLPHbx5ZtyZaeTxr+rMu3/V9N0QIBADoBX+2OxTeIoE9/yJV0aiBxRCg9ouEdnNi76UCRLQEAAAAAAORGt0S7F7Y1StiHlPctE6aOMHf6s+Ez7Fp2d8BTJQCgvl2/3Ol1FujH/ZZO7sxr9E0SJF03C7IlAAAAAACA3OiWkEGkrZzCtnq35N4k4nrpT/d7ynetuE8AgEbppjerC2cbHTHVZt8Xtn2Ttk+CbomDRLYEAAAAAACQG90SEgrrmdj3cWZrvKXXU0Fh0Z9SvWdWRf6nAgD2cpatLFr3b8NDruQzAglDtc1Y2shrwzyJEJa2G4lsCQAAAAAAIDe6JSShb5gIVSbUDVV+WzRMGmDucp3hM+xZ9Zi7aqMAEPP8noodS24WQb/BIWtXd+bVYR0S6iZO2lYJkq6bjGwJAAAAAAAgN7olZGPSZV+HbeVk7XxZMH6g/sRgwLNj8Q0Br0MAiGXBwM6fb/V7SvVHAiK+tsPDZmtCvTYs3fZNoesP2zc1GdkSAAAAAABAbnRLyEOffW24lZNZ+dL76aApQf8MXmfBzqW3CQAxrHjDC7WlSw0PubJuCsb305Y5w+6H1STUE7m2HxCyJQAAAAAAgNzolpBKY7dySuhhzv274TPUFC8s3fSGABCTlCtAyYZXDQ954sd5U6aG9UlY92L7puZFtgQAAAAAAJAb3RJyangrp7p1xE7ni/TjDM8tWvtvZ9lKASDG+FxFe/ulDN4VAuZ0Z/Zd2tYrLcPtmwSaimwJAAAAAAAgN7olZNOYrZxCC4jWno+J+N5GzxHYseRmv7tUAIgdAd+OxTcapssEhbmmwz9MtnR9q0QD2zfRKtFkZEsAAAAAAAC50S0hoYa3ctq3kmhNMvV6PmhO1D+D31OqVCZE0CcAxIY9q//lqlxreKg2/Zpg4mF1tczfaWucoQ3i2L6pGZEtAQAAAAAA5Ea3hMwMuyVCa4i/FScSepq6P254rrN8ZdHafwsAMaB6z+zybe8bHnInTPGmnRO2d5O2T0KtSbB9U3MhWwIAAAAAAMiNbgk5NbCVk3ZhsU7WMcHsPxk+Senmt6p2fSsASM1Ts2PnsjsND/ntfZ0d7tYm06j39Ts4sX1TcyFbAgAAAAAAyI1uCWlF2spJH1pr636LSBxm+CS7lt1L/DUgsWDAs2PJDUFfrf6Q35RW3eGfZku8WodQIyVCd8KaJNi+qbmQLQEAAAAAAORGt4T8wgoS6qYr6uedTWabuddzQUuWwclB3/bFf/NUbxcA5BP07/z5Vo9jq/5IIGip6fhPk72jtiahxktoaxL6bgkcJLIlAAAAAACA3OiWkFnYTzesW0LtmahbbYzraOr5bFBY9E8S8FZtX3R1wFMlAMhl1y93VxfOMTzkzPp7MGGwtn4ZqkloN24K28FJPZcl7INEtgQAAAAAAJAb3RKS02/lFLaP075dWdJGiNz7DJ/EW7t7++K/iYBPAJBF0dpnq3Z/Z3jIlXSKN2WqtiZh1VCLmqHrCds3NTuyJQAAAAAAgNzolpDffkMm9m0Z3/GsYPafDZ/EWb5y1/J7BQAplG/7qHTTG4aHvLYBnuybtPEzamVCG3mtT5UQaCZkSwAAAAAAALnRLRFD9DUJffy1pdstwZSJhqdX7fq2eP0LAkA7V7Xruz2/PmJ4KGDOqu30T2G2hTVUqQwjJdTTuYY3C7IlAAAAAACA3OiWiAlh64ZqZUL72effFx+t5p5PBeP6Gj5PyYaXlOKEANBu1RQv3LXsbmWp2eCYye7o8LjJlhXeR1V/7yZ9pATbNzUvsiUAAAAAAIDc6JaIFfsNmdi3fbw92dTn5aC1k+Hz7Fp2j7KsKQC0Q66K1TsW3yiCfsOj1Zl3iIQB+kiJsB2ciJRoaWRLAAAAAAAAudEtEUMaDpnQbtVijc8RvV4KmhIMniXoV5Y1a0uXCgDtituxOX/h1cGA2/CoM/WPvuRjDMMktK0SREq0ArIlAAAAAACA3OiWiEWG3RKhysS+hcjkfqLHM4Y/TWVZc/ui61wVqwWAdsLn3JM//4qA12F41JV4gjvjMu2WbobbNxEp0TrIlgAAAAAAAHKjWyK2RAqZ0JYo9hUn0o8Mdr3D8HmCflf+wqvdjs0CQNTzeyq2zb/M7ykzPOqOn+jKvkNbm9Rv3GQYc832TS2EbAkAAAAAACA3uiViTth6olqc0MZf71uR7HhBMPMcw+cJeB1b5/zRXbVBAIhiQX9de5O3dpfhUZ+lqyv7NrPFqt3JTRs5oxYsw/ZuoibRcuiWAAAAAAAAcqNbIhbpaxJhGzqpn5WuG+l+TzBlouHz1PVMLLjCU50vAESnoG/HkhsjbbkWMKXVdHrGZEvX/+1rw2YU6oVCW5NAC6FbAgAAAAAAyI1uiZimj78O21y+bmnSajP1eCqQMNTwGfyeyvwFl/ucewSAqBPcufT2muKFhscCpoTqTs8Ie5ewP3kt/d5N2poEV+wWEoXdEgIAAAAAAKD50C0Ro7QLi/oE7PCPTtuTzH1eDsQPMnwqn6t477b1FQJANNnz6yOOgpmGh4Km+OqOTwXj+6p/6WodQr+Vk2GfBDWJlhOF3RICAAAAAACg+dAtEbu03+3QmqN2H6d6DRN1lYk0c59XgnGHGD6Vt3ZX/oKrAl6HABAditY+U77to0hHq7MfDcQfqv1L19cntGHXoeuDejrX6hZFtgQAAAAAAJAb3RIxTR9/ba5P3Wi+bsHSniF6vxK05xk+lbtq/da5l/g9ZQJAWytc9WTppjcNDwWFpSrrMX/iSP2ObWp9Qts1pfZJiPpXDLQcsiUAAAAAAIDc6JaIdWHx19qQidCKZL2eifhOwV6vBW05hk/lqd6ydc6ffa5iAaDNBAtW3F+29R3jY0GTI/P+QPJ4fUeUPuk6LE+CmkSrIVsCAAAAAADIjW4JhFcmtCETBpWJhC6i1+sBc4bhU3lrd22d+2flqwDQ+oK+nT/fVrH980jHa7LuCKRMNtilrX6fRNj2TdpICbQCsiUAAAAAAIDc6JbAPvrKhHYvl32LmIk9RO/XguY0wyfxOfdsnfNnt2OLANCaAr7ti29wFPwQ6XhN+t98KSca1Brr90zoCxLEXLcysiUAAAAAAIDc6JZAHe2yY1hxwjgBO7l/oOdLQXOy4bP5PWXb5l3sqlwnALSKoN+1fdG1NUXzI02oTbvcm3a2WpNQM2NsNpt+7yY145qaRJsgWwIAAAAAAMiNbgn8RvvNV1ck9ZWJfauZqUMCvf8XtGQaPlvAW50//zJn+a8CQAur+3NbcEVNyeJIE2oybvSkX6Ttk1CqEfvS7DUibdzExbk1kS0BAAAAAADkRrcE9tFG2up3cwrfykmpTCT3D/Z5J2jtYPhsAV9N/oLLG1gqBXDwAl7Htnl/jVwCNFVn/N2bekYDezcpwv7SQ3/7ov41Aa2GbAkAAAAAACA3uiVQj3YVUt8woV3W/O1z1gl5gd5vB21dDZ8t6HdvX3ht1e7vBIAW4K3ZuXXun9yOjYZHg8LiyLrPl3ryfmsS+u2bBDWJtkO2BAAAAAAAkBvdEggXqWfCsDJRJ6FbsM87AXsv46cL+nYtvaNkw8sCQLNylq/aMuciT3W+4dGgsDmyH/EnH62vSah5EtQkohPZEgAAAAAAQG50S8CAtibRmMqEJa5jsPdbAfshkZ6weP1/dy29XQR8AkBzcBTM3Db/rwFvleHRoCmuqsO/AknjDrQmQTUiGpAtAQAAAAAA5Ea3BIwdaGXCFp8V7P1mMGFIpCes2v39tgWXB7zVAsDBKdn46s6fbxUBr+HRgEis6vB0MPHwxtQktHkSYUnXFCfaCtkSAAAAAABAbnRLIKIDqkzUrXjG/z979wHfVLn/cfzJ6N6lLZSy95QpQxAUAVEQ90QRFUGGuK4Dx//eq/eq13FBFBVxXwe4UUFBUUCRjexV2aNQuneb0f9DjhwPSU46aNo0+bxfNZ6ZpEla0ueb3/OLK2/1ti28j94VFmdt2v/rrZbi4wJA9ZTbjv3+95O7Xj01S5M7dkN0fsNXZUCo/JxWmEkol2QSPoXeEgAAAAAAwL9RLQFPqppMmIMjja3esMeM1LvCsoKD+1fcXJy9TQCoIrul4OCqKblHFuodYDM1zm/0ZnloO20moaQRZBL1CL0lAAAAAACAf6NaAhWoajJhCgoVzf5jS7xL7wptZTkHfrszP+0nAaDSLMXH9/96a1Hmer0DrMGd8hu9JUJDzQZ+AAAQAElEQVSa/pkRns4ktDUTZBL1Ar0lAAAAAACAf6NaApVVmWRC/US2odFUa8rT5cLs/rrsliPrHz41EU25XQCoSFHGhn0rxpQVHNQ7oCxscH7DVw1Bsa5zN5FJ1Dv0lgAAAAAAAP7NG6MfZlEtVEv4LDUx0j5BckxTe8ypKOLMwU1rg8tt5oamw/cY7G7bXJdnpL5dlLW5Se/nTMExAoCOjD1vndw951Qrax3FUTeVxE1R8waljYQaSKgLZBL1Bb0lAAAAAACAf6NaApWiHbjUq5lw/Yy2KaafrdWH5eZkvastytywb/mNJbm7BAAXdmvhoTXTTu5+TS+TKBfGgrjHtJmEUxsJdVX9USWT8H30lgAAAAAAAP6N3hKorAqTCafZY/4U0dbeZp49tJPe1VpL0vf/elv2gc8EAI3S/D/2Lb+pMP03vQPshrD8xBmWqEvVudTUQMIpI9TGh2QSvo/eEgAAAAAAwL9RLYEqUMcxK0wmtJ/XNoUk2lu+Z4u8QPd67ZbjW589suHhcluJACBE3tHv968Yayk6qneAzZiQ1/ANe/i5TiGE8qMX5KDs0hZJkEnUC/SWAAAAAAAA/o1qCVSZXjKhDSfUEVJlmntzcIRoMcsWf7OHq80/tnTfL7d4GIcFAkG53ZK25emjGx8vt5fpHWMxtcpv9LYIaV1hnQSZRH1EbwkAAAAAAODfqJZAdXhOJrRjo5rWu0Gi8cO2lGeEIVjvasvy9+9bflNB+koBBCRrSfqBX8flHPzCwzGlYRcUJM81BCfq1UloG1yrgYSSSajJhHJVjDX7JnpLAAAAAAAA/+aNoQazqBY+j1m/KANVaj5ht9uVEU+nY8SZ6YU1/jJLSBvz4XsNFvdVEXZr4eE198S1uK5hp3sMphABBIz8tJ+ObX7KbsnXO8AuzEUxUywx12nbRZzRZP70qrJXuVTTCHkpzmwSI+CT6C0BAAAAAAD8mzdGP6oZS/B5zHpHTSbkpRzxlMmE3KgMg6ovLDlCanDqlR3Zydr6U9ORh4wFv+pdc/aBTwpPrk7p9XRoTAcB+Du7pSBt63/yjn7n4RibMSE/4T/loR3UvEE7U5M2nHDb4JpMoh6htwQAAAAAAPBv3ihRoLdEAFHrIeSldqIYt7M5qatBIbH25q9aE6cJg0nvmssKD+3/5daMPW+JcpsA/FdR5sa9y67znEmUBffKS35fhHX864dI01VeXVbmTHPKJJQFQSZRf9BbAgAAAAAA+DeqJXC2tDUTyhio8jxqX1tKzYRTu11bwzvLwnoEHb3fYMt2f9XltpO7X8s/saJJz38HRTQRgH8pt1vSd76cte9juah7TLmhOHpsSex4GUa4dpXXhn9qFYVRQ/1x017Cx9FbAgAAAAAA+DeqJVADnMY9tQUTWk6f7D4l5lxLq0/tYd08XHlJzva9y2/03AQYqHdK8//Yt+KmrH0fecgk7Mbo/KT/lsZNkD83Tt2tz/g5Oj2Vk5aaSTglE/B99JYAAAAAAAD+zRujH9WMJfg8Zr3m2t3abTjhZtqZsGRbi3escTd7uPJyW3HalqcPrZlmK8sSQH1Xbs9MfXffilvK8vd7OMoa1Da34bv28L5OzSRcp29ySiNcAwlBJlGv0FsCAAAAAAD4N2+MflRzEieqJeo7NVjSPo/KpPbqAcIlulBYGz9kjexvPPq40Z6td/2F6b/98fO1DTtOi212uQDqp9L8fcd+/7+S3F0ejpG/C0uix5TEjDeaQ5SYQdvaWrugNrh2nbiJTKL+orcEAAAAAADwb/SWQE3SSyacZpJxn0zEDLKGfWk69qSp4Ce967eX5aZtfir3yLfJXR8NjmopgPqj3FaSvuu1rP3zPHdxt5kaF8Q/bg/rpoYNnjMJbSyhVikJGlzXZ/SWAAAAAAAA/s0bH4KkWiKgOSUTyqrdblfLJrSjpS5xRYKt2YzynG9Nx58x2Av0bqIo8/e9y29MaHtrQts7DMZgAfi8wvRVxzY/aS056fmwkojLiuPuMZjCZewgfx6cEginNhIVNrgWZBL1kw9WSwgAAAAAAICaQ7UEap7yqlJyJuVSDpgqCyqbzeZULaFskUda4y6zhPc2HXnEVPK77m2UWzP2vJV75PvG3Z8Ib9BbAL5KRhHHtz2Xn/az58NshtiiBo9bw/srYYP8WdArktAGEq7NJASZRP1HbwkAAAAAAODfqJaAt6iZhPaZdW01IUdaDa4TOhka21q+bc/80Jw+yyDK9G7CUnT04G93Radc0qjLfabgeAH4lHJ71v55J3fPsVsLPR9YGnJeUcJjBnOc6cwu8draCNdMwkMzCcFQcn3mg9USvJwAAAAAAEANoloCXuSUSSicRlG1ZRPaXafKJhJuKQvvF5T2mLF0t4dbyTv6XUH6ylOtsJtfLm9TAD6gNC/16Mb/K81P9XyYXYQXxd1riRqpZgweAgnXTMIpz1OukxHk+o7eEgAAAAAAwL9RLQHvMui3mnCac8ZtOGGLbG9t+ZEh4z1TxhyjKNW7FbslL23Lv7IOfJrc9cGw+O4CqDu20swTO2fnHv72VOjgUWnooKL4BwxBiSZNJqENISosklAuBRM3+RcfrJYQAAAAAAAANYdqCXidQafVhPp0q2UTrh8AV1ZtSXdYokeY0p40F6/2cEOlebsPrBwf2XBQw073BEc2F0DtKrcWZ/zxTua+j8ptJZ6PtJmSiuIetob3cyqSUHMIpcF1hd2tyST8Er0lAAAAAACAf6NaArXEoN9qQjuhk7KqfhJc7YNtMza1tXjdkvej+cRzBmu6hxsqOLGiIH1lbLPLk9pPMoXECaAWlNuyD3xxcs9cW1lWBQcKU0nkdSWxdxpMoSb9iZvULeoBThUSThM3CcaO/YgPVkvw6gIAAAAAADWIagnUHqdMQn3GlY1qMuE6m5M6IGuLGVYW0d+U/oopZ77Bwww55bacg1/kHvkuofUtDdqMleO/AvCa/LRl6bteLis4WOGRlqCOBfHTRUhr1yIJNYRwqpnQxhLaHw1BkYT/orcEAAAAAADwb1RLoFYZNK0m9CZ00iYT2pqJ02UT0bbkh+2xV5iPPW4s89RPuNxWfHLPG1kHP09qf1dss9HCYBJAjSrJ2XF8+4vFWZsrPNJuiCqMnmCJvkJGDK6BhOusTU5TNjFxU0ChtwQAAAAAAPBvVEugtrm2mlC2K6OudrtdnNn+Wjsgq67ajB2treaLzI+DMl41lBd6uDlbaWbaln9n7vsgoc3tMU1GEE6gRpTk7pKhV8HxFZU6OGxYcdw0YY43n1kAoa2K0NZMyJe6XicJJm4KBPSWAAAAAAAA/o1qCdQNtxM6aWdzcqUtmzhVVCG/EsaURl9sznjNlPulpzmdhCgrOHhs09/lOHJCm9tim44Sxmq+SoGSnB3pu18vTP+tMgdbgtoXxd1vD+2izRhMHrlWSKixhKBIIjD4YLUErzcAAAAAAFCDqJZAnXGd0EnZ7tQH26lOQjtW6yibSLIlP26NG2NO/6+56FfPt2gpOpq25V8nU+cmtB4X2/xygzFYAJVWlLnh5O43izLXVeZgq7FRcexdloihRnXapjMDCWVVO3GTU5GE4czu1oJMImDQWwIAAAAAAPg3qiVQl7QTOmk3KrM56dVMKKxWq2ZOp9a2Zi/bi343H/+3sWyv5xu1Fp84vu0/GalvNWgzNq751QZTiAA8Kjjxi3zBFGdvq8zB5YbwoujbSqNvPNUuQqdIwuiut4RT8MbETQHLB6slBAAAAAAAQM2hWgJ1T1s2oW40OlphC5eyCSWuUJOJv8ompIieZS0/MeQsDMp81Wg97vlGraUZJ7b/NyP13Qatx8S3uM5gDhOAi4ITv2akvlnJQMIuzKWRV5VEjxPmGNNZBBIUSQQ4eksAAAAAAAD/RrUEfILbsglJDtqqZRNGTW8J142nwwmjPX50adRQU/ZHQVnveO6GLdnKstJ3vpzxx7txza6Ib3m9OayRAORL0Vaae2Rh1v75pfl7K3lKaeiFxXGTy4Maq+mCUw5RYSBBkQQUPlgtwcsPAAAAAADUIKol4EOcyiaUVaVsQokihKOKQi7IKMJpPFfdIvcajZG2xDtKYq80Z8wx535uEDbPt2u35Gfu/V/m3g+jGg2Kb3VjeINeAoHKWnIya//H2YcW2MtyK3mKJaijo691J/kqNTtaRGgTCGXZNZNQcgvtvGROaQRFEgGL3hIAAAAAAMC/US0B32LQ6TahbNHWSagphTLga3M4HUsoDScS7MnTS+LHBmW9Y8r92iAsFd24Pf/4MvkVEtVGhhMxKSNoOxFQijI3Zu2fl398uSi3VfIUS/A5JdFjreH9T2UMmimbXGMJ7YJB09panbLJeGand/Um+K0YgOgtAQAAAAAA/BvVEvBFBnfdJoQjhNBGFGpKoW04ceacTja7sam10WPWBhNNWe+Zcj43ipIKb700/4+0zU+l75wV2+zKUzM7hSYK+K9ye1nuke9PzdeUt7vyZ5UGn1sSe4c9tKs2kHDKJNwueGgjQZEEFPSWAAAAAAAA/o1qCfgo17IJJZBQCM3nytUZnLQzOynhhFJFcaqEwtTQ1vCBsrjbgrI/CMr9tMKeE+JU24nczD/elV/RjYfHNr0sIqm/gH+xFB3NObQg68Bndkte5c8qDR1UHH1reWgHNZBQqx+cJmhyWyShZmYG/dbWgoHgwEZvCQAAAAAA4N+oloBP05ZNaIfG1IYT6na1bMJpWidl8Pf09gR7w2nFDW4zZc8PyvnIaM+pzH3IO7ZEfplDE2NSLpH5RHBUS4H6zG4pyD36fe6RhcXZWyt/VrkwloZdVBIzrjy4hdtAwkOphOcKCYok4ITeEgAAAAAAwL9RLQFf57lsQo0l1AoJbf2Ewu6gLtuMMfbE8aXxY4w5nwdl/89oO1mZu2EtOZm59335FRLdPrbppTFNRpmCYwTqlfzjy3OPLso/tlRUUXH46NKYm8uDUjwEEm6LJAyajtZqLKEXSAgyCTjQWwIAAAAAAPg3qiVQPxhcuk04hRNqtYRC2etUNvHXnE6nwgmjvcHNpbHXGfKXBuV+airZVMl7Upq3+8T23Sd2zIpMGhDbZGRko0EGY5CADyvJ2Z5zeFHescW2skrVx6hsxsTSyMvLoi4vN8Wfei2drnVwbSOhBhLaLZVvIyEIJKBBbwkAAAAAAODfqJZAvaGWTQiXOZ2UcV4ljVBnbXI7rZMaTiiXdnkZe0lp9MWGsn3m7Hmm/O+M5cWVujfltoITK+SX0RwR2fD86EYXRiadZzCHCfiK8uLsbflpP+cd/9lSeFhUUVlIr9LIK63hMnMyKxUSasygzsvkNpDQm7JJuRSnX6uCWZugj94SAAAAAADAv1EtgXpGb04noWk4obad0M7gpFxqCya0l3ZTW2vIY5bEe0y535hzPzNZDlTy/tithXlHv5dfBmNIRFLf6EZDohoOMgZHC9SJclth5vr8Y8vyk0y6jAAAEABJREFUTyyzllRqei4tuyGiLOKSksiry4ObqWmEOl+TU5GENpBQtxtc+lozaxOqit4SAAAAAADAv1EtgXrJ85xOTt2w1YhCm0Mo4cRfZRMONmO0Pf7GktjrjUXrgnI/MxYsMxrslbxL5fbSguMr5JcwmMIb9IpudGFU8gXm0EQB7yu3lRacXJ2f9lP+iV/sljxRdRZTq7Loq8siRghjqJInGHUqJAxndpXQBhIepmwikEDl+WC1hAAAAAAAAKg5VEugvnKa00nd6LYbtjqnkxpOaKdyUg/4K6KI6lcW0UdYs01535rzvzOV7anCPSu3FWWslV/Htz0XEtUmIrFvZGKf8AY9DaZQgZpUXpK7u/Dk2sKTa4qyN8lkQlSd3RBdGn5RafgIe2hntXuE4cy2EK5TMznFEgQSqFn0lgAAAAAAAP6NagnUbwZ3DSc8hxPKgtIQ+4wowimZOLWSYG8wtiTuZkPZQVPuAnP+9yZ7leYFKi/NT5VfWfs+EMag8LhzIhL6yJQiLLaTMBgFqsVafKIgfVVhxlr5VdUW1ip7uckadl5pxAhr2AD51MhXgvnM8ginBEI7j5M2pfAcSAhNJwkFv+JQGT5YLcFLFwAAAAAA1CCqJeAPDGc2nFAX1HzCKZxQLpWNf7WXUOZxcpRQKAv2v8KKVraQeywNpphKNpjyFpoLf65sZ2yV3VKUuUF+ndz9mjEoKiKhd0SDUxFFcGQzgYrYLQWFJ9cUZq4tOLm2Gv2rtSxBHcoiRpSFDxfmGIOme4TRHbVLhFNvCcOZGYZeICEokkC10FsCAAAAAAD4N6ol4D8MLt2w1e1O4YQ2otAWUmirJbQb1X12cz9LeB9r+aPG3IXm/IXm0i2i6uyW/Py0n+WXXDaFNAiL6xwW0zksrktYbGdjUKSAVG4tyU0tztl+6it7e1nBAfmwibNgMyaWRVxcEjFSOHpZGzVBgrEibssjtMmE2/IIAglUG70lAAAAAACAf6NaAv7G4NINW7tdjSW0ZRPKglI54Tqtk7L9zC1me/w1pbFXlVpOmgqWmgqWmUp+r3xzbC1baeafjbId9zE4omlobOdTQUVs59CYDgZjkAgYZQUHlRCiJHdHSe7ucnuZOGtWU5OysPOt4YNsoV1PJQincwi9QEKthHCtljBozqVCAl5FbwkAAAAAAODfqJaAHzK464YtzmyI7ZRPKNmDMtYsl52SCafcQlM/0cgefKM19nqDvcBYsNxcuMJcvNpQ1fmd/lJeVnhIfuUd/c5xd03BEU1ColqFRLYMjmopL0MiW/hJ3+xyu6XoWGn+vtKC/ae+8veXFRywWwtFzTCcmqkp7HxL2PnlIa2UzMDkeGblPm0IoY0cjPq0FRIGjx2tCSRQI3ywWoLXMwAAAAAAqEFUS8BvuYYTrg2x5Ua1yYRrPqFWSygRhXZBm004VmPtsZeVRo8sFcJUsMJU9Ku5YKmxPF+cjXJbWcFB+ZUvfla3BYU3PpVPRLUKCk8JCk8ODmssEwvh2yxFaZbitFOXMopwhBCl+anCC8pCzrWEDbBEDC03xf0ZIWjSCL3socLtTlGEcoXaTEIQSKBG0VsCAAAAAAD4N6ol4OcqDCdMJpOH+gn1GHV+J6fJnVzyCbs9+gJL1OCypEeNJTuNRWtMRevMpZsNogamJBKnhviPya+C9JXajabguOCIJubQhsHhjYPCkuWyKTjWFBxjCoqutWYV1pKTNkuurSzXcQ/TypQcovjUvRXeZDG1sob1toSeaw/tUW4M00YI4nRthDZ4cJ2USVlWGki4TtBkrHQDCUEggRrig9USAgAAAAAAoOZQLYGA4DmcEKdffmpWYTzdeUItntAGEu7TCJeF8ogutrBO1vhxJTLYKF5/Kp8oWWcq3S5qmq0su7gsW4itbveaghvIiMIcIlOKmFNZRXCcwRQsqq3cbivNdSQQOfLSWnYqiii3VXvequqwmZIsoX2tIT2t4X3LjTFqYYS2oEF76XbBtTbCULnJmggk4G30lgAAAAAAAP6NagkEEPUF5vRic8okhGZmJ23xhOF05wkP1RLajWq9xanLyL6W8HMtp6660FS03lS8zli01mw9ILzPVpYpv8oKRL1mN8RYZA4R1tsaeq49KEUthtAWRngIJFzTCLchhFMUoZ2vSbhrICEYsYUX+GC1BK9zAAAAAABQg6iWQCAyVNQTWzuzk5JMaDMGZVUvn3DddeZltD3qAlvk4FM3Z8szFG8zlu40le40lu4w2TMETrMbwmxBbW0hHa1B7a3BHcqDm6vxg1mTE7jmCtoFoelx7ZRMuC2t8FAeIQgkUFvoLQEAAAAAAPwb1RIIXAaPMztpiydcZ3aqMJ9Ql4Wj9sJ+ZrOKPxdMcXbzAGvkeVblpm3ZxpI/UwpT6S6jPUsEknJDiNXcRiYQNvkV2tEe1EJtLG08MyfQCxXcRhRGj82rXZcF5RGoaz5YLSEAAAAAAABqDtUSCHQGncoJoSmecF1wKqFwm084rQpHPuGufuI0U0J50GBr5KA/UwprpqFsr6F0r8myz1i612w9YCgvFP7CXm6yBzW1mVvaglraglvZ5Ze5qdB0iDCfGRJouYYQamGEQWfuJtfT3RKUR8AH+GC1hAAAAAAAAKg5VEsApxg0bSeEfvGEOF054RROuK2f8HCpPcV145+7jIkiONEe0dd++kYNluNGGVGU7TNajhisx022E/LSWF6r7aarx2ZqZDc1tJsb2cyNy4NbWM0t7MFthDZykL84zswD3EYIRnf9qN12lfBwrl4aIXTKIwTDsqhdvvZ6419nAAAAAABQswxUSwBahoqKJwwukzu5RhTafEIvpdCLKDwxpZSHNLaJgbbTN33qbtlyDZY0+WWynzBaj59atmUa7blGe57Bnitqi12ECVOMzRBVbo63yxDCfCqEKDcnl8sowpQkNCP+agjhvNEj11DBw/RNHs5yiiKccggD5RHwAb72TyH/OgMAAAAAgJpVTrUE4MrgrnhCu/fP8oVKlFAoeYPSQ9s1kNBGEcqyem16KYXTzQlTfHlQnBCdZFZhPb1XvRS2PEc+kSesuTKlMJbnyy2ivNRQbhXlFvllEGcslJUWGkS5yRxqMAYLQ5D8KjeY/1wQjgVjSLkhvNwYLb+EOdYucwhjtN0Ubzizc7j20uwy7u82HvCQQwh33a1dF8TpeZw8cLoPTk+321WglvnaK5BMAgAAAAAA1CwD1RKABx7yCcPpugq9fMJpVS2hULa7BhJuV4VL5uF2l9DUT6gLp5ZNMrGI+3P5dG4h9McZ09LS5GVMTExYWJjrg+D6yBgcXyadYX1tEmA4M4EQ+kUSohKTOGmjCHVVaNIL4S78EB7TCEEgAd/ga/8U8nMBAAAAAABqVjnVEkBlGDSTOwmP+YRwSQgUTiUU2ojCbThRYRShl0m4rgqnEgqXcU91tUmTJqISj4PTssGlGEK4xACukYNTZuCZa/GEB3q36/ot6G0B6pCvvSD51xkAAAAAANQsbww1UC0Bv2U4s3hC6OQTBk3xhNBJKdSNTnM3qVsqn0wYTk8q5SGTcBtI6C17+Mb1vmtRiUzCcLo5h7pdLXGoUIWHCZcEgjQC9ZSv/VPIv84AAAAAAKBmlVMtAVSD53xCVKKEQl0wmUwyhxCasEEtpBD6MziVV2ISp3J3AYnT3RZVHAN1O8rvFAOo37JBf+ImoVM2oQYVrgcId/MyqcvC3TRNgjQC9ZCvvUTJJAAAAAAAQM3yxugH1RIIIB7yCbUyQJyZEAiXggZ1fiehU1ohziy80DtSuNRniDMDibOMJQz6PSTcrnoOJ1w3Cp3gQe90UenCCEEagfrD1/4p5GcHAAAAAADUrHKqJYAaoX31lrv0x9Ye4xpRCI/NITzEEnrXUF7pxhJOA6Bbt24Vjg4TsbGxrt+X65bKJxMeDnCNJYROquF6W56jCMGIKuohH6yW4OcIAAAAAADUIKolgJrnoYTC6Rg1olBX1RPLdUorXFeFTkmE0E8m9JbXr18vL6OiopKSkoT+9yX0J3HysMvtZYW7hH74ISiMgD/ywWoJ/nUGAAAAAAA1iGoJwItcSyiEx/qDck1PCOGx3KEyczS5lkeUVzR3k8ViUe5PUFCQqPS3ppcfCP1AojK7RKVziAp3AfWID1ZLCAAAAAAAgJpDtQRQSyoZUQj9lEJ4TBoqLJUQLsOLrj9xZWVlyh0wm82V+UacthgqMb+TqHR1hYdbrMwuoJ7ywWoJAQAAAAAAUHOolgDqgNuIQlRiSqIK6x4qk0B4GPS0Wq3Kgslk8nCXXHdVNavwcIwgh0Bgo7cEAAAAAADwb1RLAHXM6YfQQ0qhHRzU1k+4XXa9Ns8bFbfffru8TEpK8lAt4eHOi0okK5U8pUoHAP6E3hIAAAAAAMC/US0B+JbKpxSVOdf1FM8/aG3bthVVVGEOUZntVT0G8GP0lgAAAAAAAP6NagnAp7nNFTwfoN3l+jNVCyOeVboJQgjACb0lAAAAAACAf6NaAqhn3P6Y6I1j+tTPFD/gQGXQWwIAAAAAAPg3qiUAf1DhT3It/HAxcAnUCHpLAAAAAAAA/0a1BBAQKvnDNXnyZHk5bty4Pn36CAB1gd4SAAAAAADAv3lj9MMoqoXPYwIAQG8JAAAAAADg37wx+kG1BAAA1URvCQAAAAAA4N+olgAAwIfQWwIAAAAAAPg3qiUA/KVdu3byJzEqKkoAqCP0lgAAAAAAAP7NG6Mf1Ywl+DwmUOfuvfdeAaBO0VsCAAAAAAD4N2+UKFAtAQBANdFbAgAAAAAA+Dd6SwAA4EPoLQEAAAAAAPwbvSUAAPAh9JYAAAAAAAD+jd4SAP4yc+ZM+WM4YsSIjh07CgB1gd4SAAAAAADAv3mjRKGakzhRLQHUuT179qSmpubn5wsAdYTeEgAAAAAAwL/RWwIAAB9CbwkAAAAAAODf6C0BAIAPobcEAAAAAADwb1RLAADgQ+gtAQAAAAAA/BvVEgD+8uqrrwoAdYreEgAAAAAAwL9RLQEAgA+htwQAAAAAAPBvVEsAAOBD6C0BAAAAAAD8G9USAAD4EHpLAAAAAAAA/0a1BIC/7NmzR142atQoOjpaAKgL9JYAAAAAAAD+zRtDDdWMJaiWAOrczJkz5eW4ceP69OkjANQFeksAAAAAAAD/5o0PQVItAQBANdFbAgAAAAAA+Dd6SwAA4EPoLQEAAAAAAPwbvSUAAPAh9JYAAAAAAAD+jd4SAP4ycuRIedm4cWMBoI7QWwIAAAAAAPg3eksA+IsSSwCoQ/SWAAAAAAAA/o3eEgAA+BB6SwAAAAAAAP9GbwkAAHwIvSUAAAAAAIB/o1oCAAAfQm8JAAAAAADg37wx1FDNWILPYwJ17uDBg7Nnz54+fbrFYhEA6gK9JQAAAAAAgH+jWgLAX4KDg7dv356bm7t3714BoC7QWwIAAAAAAPg3qiUA/CU5OTkqKkoubNy4UQCoC6/AjokAABAASURBVPSWAAAAAAAA/o1qCQBn6Nu3r7xcu3Yt8zgBdYLeEgAAAAAAwL9RLQHgDOeff7687NWrF7EEUCfoLQEAAAAAAPybN0Y/zKJa+Dwm4AsSExOfe+65yMhIAaAu0FsCAAAAAAD4N2+UKFQzlqBaAvARZBJAHaK3BAAAAAAA8G/0lgDgyf79+wsLCwWA2qL8U+g7SQD/OgMAAAAAgJrljaGG6lRLlDvweUzApxw5cmTWrFlhYWF33HFH69atBQDvU/8pdF1wu+ptZBIAAAAAAKBm1X21hEGDsQ/Ap+zevbu0tDQnJ+fFF1/89NNPy8rKBAAv0/5T6PqPdO3n93xiAAAAAAAA1Kw6q5ZwDSGUaoni4mJll9OlAKrC7auI11JVDRw4MCEh4YMPPigsLPz555/79u3bsGFDEUh4IaFmVeYVpf7jaDQaDS7U6xG1hRc8AAAAAACoWd4YaqjOJE5qtcShQ4f0hmxch2/cLmsDD9flGrx0vQ/ab8dHbrcG74OHx9z370ONP/4qH38BnP1lTEzMuHHjli5darFY7Hb7sWPHlNtdt25dRkZGbGxsdHR0VFRUo0aNgoODeeH5zfNe4e3yCAgvv+pciTqi/dYAAAAAAADOntuRlrNUhVhCO+DiNAzktOx0qZ7uuqwdPXFdVm9Fu+zhdqt0H6p6u9W7D1W63Zq6D8LjY36W96FGnnfP96HGH/8auQO188Kr5IPg4T5ERESMHj26tLRUe7vbt29PT09Xb+7OO+9UYgl5VkFBwaJFi0JCQuQWedm8efPWrVurtyXDDJvNFuwQGRnpmy+8mroPdfWDX/nnvRqP/9k/ArXzyq+TR97pPlT7cVAujQ4GB6H5F1PUrnIyCQAAAAAAUKO8Mb5R5WoJeSfk2GV8fLwcrLRYLFarVS5YHewOckxEXioHB8j4iNOgVc1eCqBa8vPz1eXExMTQ0NBcB7kqowj5Y6vsysrKOnDggHpkWVlZTEyMurpw4cITJ04oy2azeezYsequtLS0rVu3Bp3Wtm1b+WtB3StTEHm8DDPkpbxpURf4wUSNU596JYGQlyaTSQkk5E+BsqWuAgmnewgAAAAAAFAjvDEa5imWUD8uKs4slZCjMMr4i7pXWZADnXKjzCSUe8lnNgEf0b9/f2WhpKQkOzs7IiJC3SUzg65du1ocZCYhowU5rqrulRvVZZlHanfJbOPIkSPqaqNGjRISEtTVxYsXq+c2bNjwsssuU3cdPXpUZiFqnpGcnCwvhXfofZb/7C8RsNQXgPpvohJOKIynacsmXM/1HmIzAAAAAABQs+qmWkKbMWhHYZSBmHIHdZdSKqGdDQOA75ABQFRUlHZLXFzcwIED9Y6//vrri4uLlcRC/mhr8wMZQnTs2FGGE0VFRYWFhTLe0O7V5hlhYWHaXYcPH962bZu6euONN4aHhyvLubm5H330kbyq4OBgeUqHDh3OOecc9cjU1FR5Z+R2Zb6pJk2aCKDWaedo0gYS2lhCG+SrB4taYaC3BAAAAAAAqFG1XS3hRJtJyLvimkko25UZnNRdAOo1vVKGpg56Z11++eWlpaVKnhEZGam9EpmLyEhDbpd7ZcwQERGh7lV+e5Q4CEe2oT1x586dR48eVe/VpEmT1F179+796aef5FVFOnTp0iUpKUnde/z4cWVGKamuZpSC39CGDWpC7yGZELWLf3kBAAAAAEDNqptqCe1tq9mDQo6/CE0modRJqASAQNW2bVu9XQMc3O5KTEy86qqryhxkqpGcnKy05lY4zSil3WW1WosdMjIy5GqLFi20tRRffvmlem5KSsqNN96o7tqyZcsff/whr03mHPKyd+/e2hmujh07poQZIQ4CcNAWQ7gmE24LJmrzvgkAAAAAAICaU5fVEobTjV7VZELdrs0kmMEJQLXJAKBDhw56e8ePH19UVKQkFvJXjTaWaNSoUZ8+fZRdUoMGDfTyjPDwcO2urKysffv2qasyllD3Zmdnf/TRR9pdw4cPV1eXLVtWUFAQ5RAZGdmuXTuBgKHN6bXJhLaxhHIpaj0noLcEAAAAAACoWXVWLaFmEkKTQ6i7DI42124zCcIJADUoJibG7fYWDnpnPfroo2piofTZVne1bt1ajibL7coBMmNQ99psNu2VyDxDe+KRI0cOHTqkLMskY/r06equHTt2fPnllyGnDRkypE2bNure1atXy9+Zyq7o6OiUlBSB+sOg6XctXJIJLafeEqK28gl6SwAAAAAAgJpVB9US2gEONZxQMgltnYQ6fZM4HUUwLALAR8jYQDs1k9Y5Dm53NWzYcOzYsUqYUVJS0rRpU22ZRUJCQulpSo9udZfMM6wOhYWF6h1Q9/78888yAlGWmzdvPmHCBHXXkiVLVq1apeYZN9xwQ3x8vLJL3oGNGzfK1EQGM/IyLi5OoO5owwn1n0I1nFBXa38GJ8E/vgAAAAAAoKbVWbWEOJ1JKCGEXFXmcdIGFWoawZgIAD8QFBTUpUsXvb0yM9Db1bFjx3HjxskgQQktmjRpoi2zaNSokZJzyEunZuBlp+Xn58tVs9ms7s3NzV24cKF65IABAy6//HJ19fvvvz9x4oQSZsgARjvZlIxGMjMzZXCi7KXjdw3SFkNowwmnrhL0lgAAAAAAAPVa3fSWUAsm1GSi/EzqAczdBAANHPT23nvvvXq72rdvL6MItT4jKipKriq7tO0xhGNGKXWXdODAAbVDhsweLr30UnXX/v3733//fXVVpil9+vRRV9977z2ZNCuhRcOGDfVakcMtpwmaXAmXSZ9qAb0lAAAAAABAzarj3hLizCYT2u2uEzeRTABAlfRwcLurRYsWzz33nFJjoSQWJpNJ3durV6+UlBRll8lB3SU3aq9H5hnavTt27FADjzZt2gwaNEjdtWjRomXLlimJhbwcO3ZsYmKiskveyi+//BLqoOQZkggk2n+MXbtH1GEmIegtAQAAAAAAalrdVEsoXJMJdUG9WwyFAICXhDu43TV48GC9s84///yuXbvm5uZmZ2fLyyZNmmhjCRlmlJzmlFiok1Apq9q0o6Cg4Ntvv1WPvPDCC6+++mp19fXXX9+7d68SZoSFhT3wwAPqrhMnTmzZsiX0tKZNm8bGxop6zuDSBNvt9lrDP8QAAAAAAKBm1Vm1hHrzajLhtF0wcQQA+KR4h5YtW7rueuihh/TOklFHhw4dlMSiuLhY5gdGo1HZJX/VN2/eXJtnqLukoqKiYge5LGMJ7a5jx44tWLBAXR07dmy/fv3U1TfffNNms8lTZGKRnJwsAxV1V2ZmpsxC5C6ZdshLbQtxX+BaPKG3Wst3BgAAAAAA4OzVZbWEwqkqguEPAPBLyQ56ux555BG9E6+88srjx48r9RkWi0X7z4TTjFIyYNDu3bp1qzqjVPv27bUzSv3666+LFy9WVx977LEmTZooyzKueOedd9TJpuSJ3bp1U49MS0uzWq1qfYa2wXhN8fDvYJ38E8lHBAAAAAAAQM2q42oJldspmxgHAQC0dXC7a+DAgb1791YrMBITE7X/cAwZMkTd1bRpU+0uuVF7PREREepeGUvs2LFD3WU0Grt3766ufv7559u3b1dXX3/9dXX5xIkTmzZtUuIKGZA0a9aspmaUqtt/DektAQAAAAAAalbdV0tokUMAAKokzMHtrquuukrvrJtuuumKK65Qp41q0KCBuis8PPyCCy7IycnJzc3NysqSq9p/m5S5pNQjtbuOHDny5Zdfqqvjxo3r37+/uvrII4+UlpYqiUXLli1vueUWdVdqauqBAwfUCow2bdrofUd1gkwCAAAAAADULF+plgAAoDbpdfyOjY298cYb9c667rrrZGIhwwmnegspJCSkWbNmyi7JKVooKCiwWCxFRUVyOTIyUrtry5YtS5YsUVefeOIJdUYpeVsPP/ywPF5JLPr16zds2DD1yLS0NHmdSvMML80oJfjEAAAAAAAAqGm+VS0BAIAvc9voW9HVQW/vpEmTlOmk5KXT5E4ydWjQoEFmZqayqg1LlOYZBQ5yIS8vT3vip59+qp1Ras6cOery/v37v/nmGzWxOPfcc1u0aKHuPXjwoMlkUjp+O2UkrugtAQAAAAAAahbVEgAAeF3nzp31dl3sIBfy8/Ozs7Pj4+PVXTJRGD58uFqBkZKSoj3RaUYp7S4ZcmgTiyZNmmhjiZdfflnelrLcvHnzRx99VN21du3abdu2xcTEREVFRUREKO06mMcJAAAAAADUIKolAADwCVEO2i0yHrj66qv1jn/44YcLCwuVIgyr1ardlZSUNHToUG0zcO1e7QxUMvnQ7jp27NiGDRvU1dtvv10tp8jLy3vkkUfUGaV69+4tIxP1yI0bN8pMRWmeIS87deokAAAAAAAA3KFaAgCA+irCwXV7Mwe9s9QZpUpLS2Xyod0lV1NSUpQ8Q2YeMmBQ3ygoxRnqjFLt2rXTnvjrr7/u2rVLXX311VfV5W3bts2dO1cJM2Rocemll55zzjnaE4ODg2MdZJoiAAAAAACAv6NaAgCAwOJhRqkLL7xw8ODBNpvN6pCdnS3TCOWNgowNJk+eXHKaU+yRkJAg8wxlvimn5tsy/LA4KDNHOXUL//rrr5WcQ2ratOn06dPVXWvXrl2/fr2aZ8j7pm3LsW/fvtDT3HYvBwAAAAAAvolqCQAAoEvtLRESEtKlSxe9w2666Sa9XYmJiRdddJE6o1RcXJx2r5pJSDJ70O46evTotm3b1NV+/fqpsUROTs4LL7yg7howYMCYMWPU1YULFx46dEjt+H3FFVeou4qKimTWIu8DSQYAAAAAAHWFagkAAKDr7Ptde55R6tVXX83Pz1dCC7P5jLcQbdq0sVqtan2G2uVCKiws1B7plDHs3btXO6OUNpbYt2+fMsGUMnPUlVde2a1bN3XvsmXL5PerhBlyb8uWLQUAAAAAAKhpVEsAAABd3nij4MS117eiq4PbU1JSUmbOnKm0x5CX2sRCOOozZNThdkYppUOGVFZWlp6eLk/X7l20aJFavdG8efOHH35Y3fX9998vXrxYnTZq7NixycnJyi6LxbJ06dKwsLCQkBB5mZSUpO4CAAAAAACuqJYAAAC6vPFGoUYEO7jddeONN+qd1a5dO7Xjt2uHjMaNGyt5howrnCowlI1Sbm6u03UWFhZ+/fXX6mqVZpQ6ceKE0jlD2SsAAAAAAAgAVEsAAABdam8J/xATE6NXgSHde++9erv69euXnJycc5o2tFArMBTVmFFKcf311w8ePFhdfeedd8rKypS4Iikp6cILL1R3ZWVlyfhELd0ICQkRAAAAAADUH1RLAAAAXf6USZyNZAe9XR5mlOrZs2ejRo2U9hhOJ2rbfQuXPGP79u1FRUXKcvPmzbWxxOrVq7/99lt19cEHH1TbYDCjFAAAAADA91EtAQAAdPnmDE6+xsOMUgMHDtQ7q1+/ft27d1cSC5lnJCQkOJ2YkZGRl5eXlZWwVSA6AAAQAElEQVTlFHU4tcTQzv7keUapuXPn7ty5U6mxkKGFzDPUXSdPnvz999/VCoymTZvGxcUJAAAAAAC8gGoJAACgy2d7S/gHDy0ltNM9OTnvvPNatWpVclpMTIy6y263N2/eXN3lVIEhQwu3dRtSWlraV199pa7edNNN2kDl73//uzxXTSxuvfVWdVd2drbMTphRCgAAAABQeVRLAAAAXX7WW8I/NHRwuys+Pv7hhx8WOq688kqZIijtvm02m3ZXUFBQUlJSTk5OWVmZXA0LC9PulacUOYgzizOkNWvWaOszHnjggdatWyvL8lbmzp2rTCclz2rbtm337t3VI48fPy5vS233Le+AAAAAAAAEBqolAACALjIJf9Lcwe2ujh07/uMf/xCOBEJGF9HR0dq9gwcPzs/PVyotnBIRDx2/ZYyxc+dOdVUGIdpYYsGCBZs3b1ZXtd2/Dx06JKMOZaYpedmjR49WrVoJAAAAAIC/oFoCAADoYganQBPm4LRx5MiResdfeeWVI0aMUCowJG2HjKCgoGHDhqnNM5o0aaI9UZtnOJVK5OTk7NixQ12VQYg2lvAwo9S+ffv27t2rdvyWZzlNYwUAAAAA8AVUSwAAAF30lkCF3CYZUlRUlAwt9M669957T548meOgTA+lkqFCs2bNlDCjtLTU6cplJqE3o9TOnTsXLlyorj744IMtW7ZUluVVPfDAAxEREUoRRvfu3S+99FL1yK1bt+bn58fHx0dHR8fGxhJmAAAAAIBXUS0BAAB00VsC3pPo4Lq9ffv2jzzyiN5ZEyZMKCgoUIowIiMjtbvkapMmTZRd8hhtnqEUZxQ6yAWnWaF+++23yswoJfOSnj17as+Ve41Go1K64XRnAAAAAAB6qJYAAAC6yCTga9q1a6e3a7CD213BwcGVnFHKbD7jrazTjFKNGjXSxhJz587NzMxUlpOTk5944gl118aNG1evXh16mrxjDRo0UPfKPCM2NtaphwcAAAAABAiqJQAAgC5mcIJ/iIyM9DyjVGFhoRJalJWVaXfFx8cPHTpUbZ7hVN6hzTMiIiK0u9LS0rZt26au9uzZU40lioqKnn32WfX6+/fvr+3esXnz5oyMDCXMCAsL69SpkwAAAAAA/0K1BAAA0EVvCQSICAfX7U0c9M564YUX8vPzlcTCaDRqdznNKKVtgyG3qMtZWVnyGrQnrl69Wm9Gqd27d8+ePVtmFUpocfHFF8u0Q927YsUKm82m7IqJiXGaqAoAAAAAfAfVEgAAQBe9JQDPohxct3uYUUomFpMnTy4tLVWKMFJSUrR7GzRoILcok03JmEG7S26xWq35DuLMeEP64Ycf1Bml5DU89thj6q6lS5fKvfHx8fKuxsXFDR06NCEhQd27b9++kJAQJe2g3TcAAACAWkC1BAAA0EUmAdS44ODgLl266O295ppr9Ha1atVq0qRJSmIhU43mzZtr92pnlJIxg3ZXUVFRnoOy2rdvXzWWKCwsfOGFF9Qje/fuffvtt6ur33///f79+5XppOTlFVdcob2548ePq83AtQ3GAQAAAMAzqiUAAIAuZnACfEd0dHTXrl319nqYUap169ZDhgxRwgx5qW21LRML7ZFO1RIyk9i6dau6qo0lDh069NJLL6mrV1111dChQ9XVjz76yGazxcXFxcbGJiUleWhUDgAAACAAUS0BAAB00VsCqEf0ZpTq5OD2lMTExJkzZ5ac5lT0IFMQuSXHobCwULtLJhzaVac8Y/v27dnZ2cpyo0aN/u///k/d9eOPP3777bdqjcVNN93UtGlTde/3338fepq8b04zXAEAAADwD1RLAAAAXfSWAPxesIO2hEI10MHtWS1bttTOKNWsWTPt3uTkZJkrKFFHZGSkdpfcUuagrGp/w8jk4+uvv1ZX+/TpM27cOHX1vffe27x5s5JYyDxj2rRp6lxV6oxS6l4BAAAAwIdRLQEAAHSRSQBwKyoqysOMUlOnTtXbJcOGpk2bqvUZDRo0UHdZrdaUlJTs7GxlaimndEFuVE5RVrX9MzzPKPXBBx/IwENJLOTNaXfl5OTk5uaqeYZTTw4AAAAAXkK1BAAA0MUMTgBqVpKD210xMTGPPfaYspyenu7UIaNHjx4yVFCSCRlgaHdp230Llxmldu7cqc4oJWMPbSyxfv36L774Ql2955572rdvr67OmjVLbffdqlWrXr16CQAAAAA1gWoJAACgi94SAOqEa3TRz8Htwd27d58xY4YMJ5TQIj4+Xrv3/PPPz83NVfZqizOEY0Yp7aq2PiM/P3/Xrl3qalFRkTaW0M4oJck8Q620kBHI2rVrlTBDkkGI040CAAAAoFoCAADoorcEgHohxMHtrhEjRuidNWrUqPPOOy/nNG2eYbPZWrRooTTPkJdOFRgeZpRKT09fsGCBuuo0o9S///3vrKwsJbRITk6+44471F0HDhxITU1V22O0bNkyIiJCAAAAAP6IagkAAKCLTAKAf4t3cN0eGxv70EMP6Z01cuTI/v37K6GFxWLR7jKZTM2aNVObZzjlGQUFBcUOwuUDYjKT+PLLL9XV++67r23btuqqdkYpmVj07t1b3SWDEHlDyl4ZkAQHBwsAAADAt1EtAQAAdDGDEwC4aubgdlebNm0eeeQRvRPHjh178uTJvLy8rKwsp2KI0tJS7aq2AqOwsFA7o5QMIbSxxLfffrt+/Xp19cUXX1Rnozp27NgXX3yhTjbVrVs3bdRx9OhReaTbVAYAAADwKqolAACALnpLAEAN6ujgdteoUaMuuugipcaiuLi4YcOG6i6j0Ths2DC1AsMpESkqKtKuOnXI2LFjh7oqEwhtLPHWW28dP35cLkRHRzdv3nzSpEnqroMHD+7Zs4cZpQAAAOAlVEsAAABd9JYAgFoT5uB2+5VXXql31tSpU2UyofTAcCq5cJpRyqn9hjKXlKRUb2h37d69+6uvvlJXnWaUmjx5skwp1AoMGaiou7Zu3XrixAm143fnzp0FAACo/5QRZKPRKIAaQrUEAADQRSYBAL4v3MF1u+cZpW6//fb8/HwlsXCKQ2Tq0KRJExlyyOiioKDAqQJDOOaVkoRjPivtievWrdObUWr//v2zZ8+Oi4uLiYmJjY0999xz27dvrx55+PBh+XepEmZERkYKAADgS5RmWmYzo76oMVRLAAAAXczgBAD+SlsA4WSAg9tdMjaYMmWKMtOUvGzcuLF2r4cZpeTBRQ5Hjx6Vq40aNdLGEu+8844yo5TUoEGDp556St21ZcuWX3/9NSQkRCnCGDhwYFJSkrp379696mRTbrMZAL6At5RAvVZWVqYsOFVeAmeDagkAAKCL3hIAAK2goCAPUzN5mFEqNjZ26NChap4hYwntXnVGKeEo/tDuknHFtm3b1NWuXbtqY4kXX3xRXe7WrdvEiRPV1R9//PHIkSNqfUb37t0FgDoSHBysLMjBTXUZQH2h/ptOLIEaRLUEAADQRW8JAECV6M0olZycfNVVV+md9cwzzxQUFMhwwinMkJo3bz5kyBC1GbjMGNRdyoxS2pvWrh46dMjDjFIzZsxQe2BceOGF/fr1U4/87bfflImt5OBLVFSUh7ISAJWkDmXKn3FiCaDeUf915ucXNYhqCQAAoItMAgBQOyIdXLe3d3B7ijqjlJJYOM0oFRcXl5KSouyyWCxOM0pZrdZ8B3FmrYZwlFnozSi1YsWKL774IvS066+/vmXLltoTY2NjZXAibzohIUEAOE2NJdSpYADUI1RLwBuolgAAALqYwQkA4LM8zyh1pYPbXU2bNp00aVLJaa1bt9bulYlCUVFRXl6ecKnAkAeXOSh7Zbah7pIbZWKhrjrNKLV06dI9e/YoPTDkmM4ll1wil9XrTEtLU6MOp/bjgH9QhzLlC14AqG+IJeANVEsAAABd9JYAAPifyMjIrl276u2dPHmyspCVleU0hKqdUUrSzijlNP2UU55x8ODBrVu3qqsjRoxQl48ePartkHHZZZfJ0EJdnTdvXm5urpJYxMXFDR8+XAD1kHYSJwGgvqHlNbyBagkAAKCL3hIAgIAVHx/vtMXDjFJRUVEzZ85UEwu1GELRpUsXeYDaDFxbEuE0hZTTibt37z5x4oSynJiYqI0lfvnll88//1wts7juuutatWql7v3+++/VXQkJCU2aNBFA3VGHMi0Wi/ANJpNJAPWBzWYTdU1t5kQsgRpEtQQAANBFJgEAQCUFO0RHR7vu6uPg9iyZWDz77LM5OTl5eXlZWVktWrTQ7m3UqJHRaJRJhkwvnCow5BbtjFLacSu58euvv1ZXe/bsOX78eHX1o48+Wrdundrxe8qUKREREcqu3Nzc1atXK3NJycvk5GSZhQjgrDGJE1CvnTx5UjiC86CgIAHUEKolAACALmZwAgDA26Id3O7SNqhwIsMGGVooPb3lZVJSkrrLYrHIeENtBu6UZxQVFZU6KKtm819/wmdkZCxYsEBdHT16tHa+KQ8zSsnt2dnZap7Bx2nhRCZ28oUhX5DypSIA1DeZmZnCUbQngJpDtQQAANBFbwkAAHxTgoPbXREREQ899JDeicOGDevUqVPOadoIwWnef6f+27t27UpPT1eWZQqijSU2bdo0f/58dXXy5MldunRRV19++WV5K0po0axZs759+6q7Tp48KYMTdb4pOXgt4Kfka+bQoUPqSwhAPUIsAW+gWgIAAOiitwQAAH6muYPbXTKumDFjhlqBERcXp9173nnnZWdnu7b7Fi4dMrR5RllZ2c6dO9XVnj17amOJJUuWrFy5Ul199tln1cIRZpTyMzJFI5YA6qmMjAxBLIGaRrUEAADQRSYBAEBACXFwSh0U2vIIJyNGjBg8eLDa8VtGCOou+V7iwgsvlHmG0jzDtUOGdlXb8dvzjFLPP//88ePH1Z7ekyZNUncdPnx4165dagVGixYtoqKiBOqaMs8YsQRQ79jtdvnbWzjCRQHUHKolAACALmZwAgAAlRHm4LpdhhzXXnut3lkyaejdu7eaZ2gncTIajc2aNVN3OV25DDmKHcSZ7b6lffv2ffnll+qq04xS9913nwxd4uLi5GX79u379++v7mJGKa9SPmctH2Q5xCmfXAGgnlBmcBJUS6CmUS0BAAB00VsCAAB4TxMHt7tatmz5yCOP6J04duzY/Pz80tJSGSQ4ddj2PKOUPCXdQa5arVZtLOE0o9TTTz8dGxurLMvjP/nkEzWxkDlHhw4d1COPHDkiHAGMvK3IyEgBd5QBTfneMiMjQ9uhHYCPU2MJqiVQs6iWAAAAuugtAQAAfFDbtm31dnmeUWrYsGFKmCF3OfXYcMoztPNN5ebm7tixQ12V2YM2lvjggw8OHTqkLMfExDzzzDPqLnnWb7/9Fh8fHx0dHRcX165du4CdUUqNImTGQywB1CNq8ip/lQmg5lAtAQAAdJFJAACAesfDjFJXXnml3lnjx48vKipSEgunGaVk2DB06FClLVjPAgAAEABJREFUGbhMNbRRhyS3a29au0sOwW/cuFFddZpR6p577gkKClJ6enfs2PGqq65Sd8k849ixY8ouSeYZ8khRn8lgRj6MMuA5ePCg9kEA4OP++OMPeSl/CwmgRlEtAQAAdDGDEwAACBzhDq7bk5KStJmBk5tvvjkvL08pwtB27VausGnTpkrO4bS3rKzM4iCzELnasGFD7YkbNmxYtWqVuvqf//xHjSWOHDny9NNPR0ZGytBCBi2DBw8eMGCAeuTatWvtdrtSnyEvfapDhhzWXLdu3Z49e0aOHCkA1BNKLNGqVSsB1CiqJQAAgC56SwAAAHjWpk0bvV19HNzukoHBlClT1MTCKZaIi4tLSUlR9hYWFmqnflKKMwoc5ILcqz1x6dKlhw8fVpZldPHcc8+pu7Zv375s2TKl/EJGGv3799eWfezbt0+GHMreiIgI4QVt27aVscTevXtlGOMjxR9vvPHGxIkT5cKoUaO++eabCo+Xz5q883IhNTXVw/NeXyxcuPDtt9+WT/2JEydycnLkuLP8prp06XLLLbe0b99e+Iz169fPmTNnx44d27Ztk68c+bp9+OGHZRwoaoX8EZavW+Fo2B6AzRXS0tKU6LR169YCqFFUSwAAAF30lgAAAPCSzp076+0a5eB2V3R0tHZGKac+DdoZpZwqP9LT02Uyoa526NBBG0u88MIL6nKnTp2mTp2qri5fvlyOCKsdvy+++GL1msvKyuTVxsbGVqbXtzIJjN1ul+PgPjXqHYBkfPXAAw9s3rxZu3G7w4IFC/79739ff/3106dP79atm6hrO3fuHDJkSH5+vrolMzPTbVUTvEHmiPLSaDS2bNlSADWKagkAAKCLTAIAAMCneJ5R6p///GdBQYFSZuH0Rq5JkyZyeFdtBi6zBHWXU7tvp6moDh06tHXrVnVVhiLqsswknn76aWU5ISFh+PDhAwcOVPeuXr26qKhICTNkbiFjCaW9xO7du4kl6oqMhZ588kn5OlG3yFeCfG3Ip+/YsWMHDhyQUZPcOH/+/O8d+vXrJ+rUf//7XzWTkGlEnz59zGZzz549BWqFMoNTixYtTCaTAGoU1RIAAEAXMzgBAADUL5EOrtvbOrg9JSws7IUXXsjOzs7Ly5OX0dHR2r3x8fF6M0pp84yMjAxlshfVzz//rM4oJQOJZ555Rm0vIROLefPmqRUYMmjRNtT94Ycf5NCz0vFb3nqzZs0EasgNN9zw6aefKstXX331gw8+2LdvX3WvfAZfeukl+UzJJEAGSJdddtmSJUt69Ogh6s7vv/+uLMyePfuOO+4ICQkRtWv8+PHycRAu5UcBgsYS8B6qJQAAgC56SwAAAAQCpd23jB9cd410cHtW48aNJ0+eLMMJJbRwij2SkpJsNpsy35TSr0JpL7F///4uXbqUOcggRG6Xh2lP/PLLL9VleaS8CXXV84xSR44cUTqBhzkInGnmzJlKJmE0Gt944w05yu90gHwwp0+fPmLEiAsvvFDGEjJquu222zZt2iTqTk5OjrIg70ntZxLShAkTRKBKT0/PysoSNJaAd1AtAQAAdNFbAgAAAHpk2CBjA729rqPe3bp1+/jjj+XbSxkhjBs3Ljs7W459y3HnmJgY9ZizmVFK2yFDJhaXX365uiqH4zMzM5V23/Lm9IIWPybjnIceekhZfvnll12fHVWPHj0++eQT+QDK5c2bN//www/Dhg0TdcRutysL5Ey1T+n1bTKZOnToIICaRrUEAADQRSYBAACAmhIVFSXHN3fu3Ll9+/bRo0e7PUaOPs+cObO0tFQpwnD6gHynTp1ktKBUYMhLvRmlhMso9p49e44ePaosx8bG1ngskZ+fP2vWrEWLFslbOXHiRNOmTVu3bt22bdurrrrqggsu0DtLpjIvvvjitm3bdu/eLROXNm3ayMend+/e06ZNCwoKcjr4ww8/vPnmm4VjdiwZ8DzyyCMyMJABT8+ePW+44YabbrrJ8z186623LBaLXOjevftdd93l+eDhw4ePGDHi+++/l8vym3KNJeSfCe+99568J/LZlHe+cePG7du3l8/Ovffe69SGXTgm+EpMTJQLjz766L///W+ZD8nY49dff125cqW8SzLZkkHIPffco+3BLh9MuUV7Jerw5WeffXb11VfLWEveAeXRcPsIX3vttfJIubBq1SqnDhlVerL69OmjjM6fPHkyISGhlh+HurV27Vp52bVr1zqpU4Hfo1oCAADoYgYnAAAA1KC+ffvKAdzDhw+npaXpDb8GO2gjB1UvB7dnyWHlGTNmqD29tRUYkhzrlzcnY4Ds7GynCoyzt3Xr1iuuuGLfvn3qllQHOaz/8ssvT506VV66PUuOgytz9ys2OcybN+9jB71eIHIo/Jprrvnpp5+UVTm2HhkZ6TmWsNvt8+fPV5YfeOABo9EoKvKf//xn4sSJgwYNio+Pd9q1Y8cOuUuOp6tb8vLydu3atWDBgnfeeefVV1+98sor9a5WxgAXX3zx5s2b1S3Hjh1bsmTJ22+/Le/hhRdeKLysek+WW/X6cajQkSNHZBIjHD87AvACqiUAAIAueksAAACgBvXo0UMOuJeWlq5du1Y7yVKNCHFwCiQUypRE3iBHk+WVy5RFLjdo0OCCCy6QcUJ6evrKlSt3794tN77yyitdunSR49fas3788cfRo0crFR5y77nnnpuYmLhhw4bffvtNbpQL3bt3l8vdunVzvcU33nhDzSQUV199tcf7KLZv364Wi4waNUpUwjkOrtuXLVs2cuRIpb15UFBQ//795Z2XA/RydD4/P//48eMya3nmmWceeeQR13Pl3qFDh27btq1z5879+vVLSEiQ34haiyC/CxnSKCmIvBLl1mXcojy2P//8s3Il8lxRXdV7styqncehDm3cuFE4fqbcvgiBs0e1BAAA0EVvCQAAANQgOYArk4nVq1evWbNGjsv7wSdg5s6dqwxz33DDDW+99Zbaglu+i/73v//9xBNPyOXnnntuwoQJ6jdbUlJy1113KZnEv/71r4cffths/nMwTQ6RP/jgg++//74c777nnnvk2LfrLc6bN89oNP7zn/+cNGmSHGeXB19yySWe7+T+/fuVhV69esXGxorqysjIkKPtyli8HD2fOXNmkyZNlF25ubn/+Mc/Zs2aZbfbn3zyyWuuuaZNmzZOp7/99tvCMYWRPFKdper111+X34hcyM7Olt+a0uG8iYPQNBfxMBdW5VXjyarbx6EOyZ9Q4egHYzKZBOAF3vgQZMWFYAAAoF4gkwAAAEDN6tu3r7zMyclJTU0V9d+WLVuUhWeffVYd5haOz/c8/vjj5557rnDMoaSdrOm///3v3r175cK999772GOPqZmElJSU9N57791yyy1yefny5f/73//c3qgcQ5dX3qBBg65duz7//PPa23VLnbOoffv24iy88sorctBcLowYMeKzzz5Tx+KlmJiYGTNmyExFOPp8TJkyxe01jBo1St55becMmdDI70VZXrVqlfCmajxZbtX3x6FCBw8eVL5B5TEBvMEbsTSxBAAAfoIZnAAAAFCz2rVrp3xgX52Wp15T+zTs3LnTde8nn3wiA5j9+/drG0W8//778jI6OvqZZ55xe50PPfSQsjBv3jzXvXLg+4EHHhBVcejQIWUhMjJSnIU33nhDWXjqqafcHjB9+nSlL/SSJUuOHDniesA///lP143qFFvHjx8X3lSNJ8ut+v44VGjlypXyUiY3HTt2FIB3eONDkMQSAAD4CXpLAAAAoGbJt5eDBw+WC5s3bz527Jio55TiD+nWW2/9+9//vnbtWu1YW4sWLZx6XRQVFSltDAYMGKDXfLtLly5Kx2+3BSV9+vTRfsq+MtQbys/PF9W1Y8cOZQYkOWqv1wZZfrNDhw5Vlvfs2eN6gNt+FY0aNVIWlImtvKeqT5ZbfvA4eCZfJEq5xsCBAyvTHR2oHqolAACALnpLAAAAoMZdeOGFysf2v/nmG1F31EGxyrzjlcfYbDanE6WJEycqMyOlp6c/+eSTcuA7JSXlzjvv/OSTT3Jzc12v5/fff1cWvvvuO4M+JT+QsYR6o6rWrVuLKlLHuzMyMkR1qTNBNW/e3MNh6oxGrplK48aNtTNWqdQaDovFIrypqk+WW37wOHj2888/y1edyWS66KKLBOA1VEsAAABdZBIAAACoccHBwcqIZ90WTERERCgLhYWFFR4sB/TtdruyrJ0KKSoq6uuvv1Y/hi+lpaW9+eab119/fUJCwtChQ9955x3t9Wzfvl1UhdKFQqsyn+h3osYS27ZtE9WlNBsQFQ3Ht2jRQllwvefq3dDj7b8+qvpkueUHj4MHZWVlK1asEI6iHKVkB/ASb1RLmAUAAPALzOAEAAAAb7jwwguXLl1aUFDw7bffTpgwQdSFuLg4ZSEvL6/Cg7XxSVJSknZXu3btVq5cuWDBAjnAvWrVqpycHGW71Wpd6vDDDz/I8e6QkBC58eTJk8reYcOGnX/++aIi0dHRTltMJpOoIrVxsRyF379/f8uWLSs8xWKxTJs2bcSIERdffLEyB1RYWJiyy7WAQ0sNb1zn/6nGPa82vZH9Kj1ZbtWvx6Gq5INTVFQkF4YPHy4Ab/LGlNHEEgAA+Al6SwAAAMAblIIJOTq8adMmOeLfuHFjUeuUzttCp4WDE6WdgHCUSri+Q5YDzVc5yGU57r9hw4affvpJfndKmPHxxx93795daWStfsS+adOmTzzxhKgVMofo2bPnxo0b5bIci69MLPH111+/7iBzEfkdxcfHq5NHHT582MOJBw8eVBaUns/eppcNeJiUqfJPllu++TjUCPnX35IlS+RC165dGzZsKABvorcEAADQRW8JAAAAeInaYWL+/PmiLnTs2FH5JHt+fv6OHTs8H/zDDz8oC3LE1vORctD/mmuuefXVV/fu3XvTTTcpG7/88ktloV27dsqC59mctm7dWlpaKmrOpZdeqizMnTu3Msd/9NFHysKAAQNkJiEXOnXqpGw5dOiQhxPVwfrExEThNWrBgV4bhszMTFEJnp8st3zqcahZ69evV+KcYcOGCcDL6C0BAAB0kUkAAADAS4KDg0ePHi0cxQq//fabqHWxsbH9+/dXll977TUPR8rcQh3N1/YBlmPfd9xxR79+/S6++GLXs0JDQ59//nllWR2kVmOJNWvWbNq0ye3NrV279pxzzpGZzbnnnut5pqDKmzx5sjIf1LJly7766ivPBy9cuFA9Rp1iKyQkRGnjLJ+vzZs3uz0xKytr6dKlyvKgQYOE16iTLJ04ccJ1r3y+ZK7jtLEaT5beTfvO41CD5CtNaUHfvHnzNm3aCMDLqJYAAAC6mMEJAAAA3jNw4MBWrVrJhc8//7ygoEDUOiUXkV555ZX33nvP7TFyuPaxxx6TI93K6nXXXafuio+P/+mnn2TAsGTJkv3797ueqw5wN23aVFmQWYgyfZCkN1PQU089JRzdDk2A5twAABAASURBVOTjU1N9CJKTk//xj38oy3feeef333+vd6T8dsaMGaO0RmjRosVll12m7rr55puVBfmAuD332WefVcoUzj///MpMFVVtKSkpyoJMWVz3vvzyy/LRc9pYjSdLj+88DjVI5igZGRly4eqrrxaA91EtAQAAdNFbAgAAAF4lR3iNRmNxcXGdTOU0bdo0tVXAuHHjrr/+enk3du3aVVZWJoeVd+7c+d133/Xv318OcyvHjB8/XjuJk3yrfOWVVyrLt912m9IrWJWTk/O3v/1NWb7iiivU7c8//3x4eLhwTAx1++23y+9de5bMJL799ltleeLEiaLmTJ06VbnzcvT5kksuGTt27IoVK9S9paWlcvXaa6/t16+fMpNPTEzM//73P20u8sQTTyi9MRYuXCizDadppp577rmZM2eq34XwJrXM5YMPPtDmSfIu/ec///n73//uekr1niy3fOdxqCnyGV+0aJFc6NmzJ6USqB3eGGqg5TUAAH6C3hIAAADwqkaNGskhcjm8u2HDBjnWrE7cXztCQ0PfeOONa665Jjs7W65+4qB3cN++fZ955hmnjdOnT1+8ePGOHTuWL18u7/ytt95qNpvz8vJkpLF06dKSkhLhaEchIwH1lFatWslxbXmiXH7nnXdWr1597rnnymHuoKAgGQz8+OOPymEzZszo0KGDqDny+r/55purr75aPtRy9X8O0dHRLVu2lI+D3KitMIiKipLpyMCBA7XXINOUF154QYY3drv9zTffXLVqVe/evZs0aXLy5Mlt27apM3HJb23w4MHCm+T1d+/efdOmTfI+yzxp9uzZgwYNkndDJj1paWkNGza85ZZb5F11OqsaT5ZbvvM41JQvvvhCRnHBwcEylxJArfDGhyCJJQAA8BNkEgAAAPC2ESNGrF+//sSJEx988MHf//53tW1A7RgyZIgc3b777rvlKLwyc5FbN99885w5c5QqB63ExMRFixZNmDBhyZIlBw8efPLJJ50OkJHDRx99FBERod34yCOPtG3bdvLkyenp6TsdtHtlJPCf//xn0qRJoqbJ8EMmH/LW586dq4zCy0F51wYJt99+u3wimjVr5noNMsL55Zdf7rjjjl27dm130O4NCwuT4/Xy+xJeZjKZ5s2bN2rUqD/++EOurnNQdsmURT4XK1eudD2rek+WWz7yONQI+Rgqj97w4cNjYmIEUCuolgAAALqYwQkAAADeJoeYlc+25+TkvPfee2qP5Vojx98XLFiQnZ39xRdfbNiwYffu3Vu2bLFYLElJSY0aNerfv//EiROVHhhuybH+xYsXy2RFDpTL4elt27YVFhbK1KFPnz4jR468+OKL3b6pvvrqqwcNGvTSSy/JU/bt25eamhobG5ucnNy7d+9//OMfckF4h0xWZs2a9cQTT7z88svLly8/efJkZmZmfn6+/AZbt27doUOHW2+91XPNynnnnScfJXnP5eXevXvloHaDBg3kufI7HTt2rHzERK1o3769zJOefvrpDz/8UGYM8hEbPXr0pZdeOmzYMJkKuI0lRHWfLLd85HE4S+Xl5TKJkQtxcXEylhBAbfFGtQSzPQAAUJ8o/3DLS7uDzWazOsg/zIqLi+V7emXiVAAAAMB7vv76a6UP85VXXilHloU31VQfacDb5F9nwpu+++67b775RjgamXTr1k0AtSUtLU1eykxUjkUEOwQFBclL82lGB8NplblOWl4DAOAn6C0BAACA2nHZZZe1b99eLnz11VepqakCgJft379/4cKFcqF79+5kEqhl3hhqIJYAAMBPkEkAAACgdhgMhgkTJsTHx8u3oHPmzMnKyhIAvKakpGTu3Ll2uz0uLm7s2LECqF3emDKaWAIAAD9BbwkAAADUmrCwsEmTJpnN5qKiotdee81qtQoA3vHee+/l5OTIhfHjx4eGhgqgdlEtAQAAdHmjCRUAAACgJyUl5ZZbbpELR48eVT7KLQDUtDVr1mzevFkujBgxomXLlgKodVRLAAAAXfSWAAAAQC0799xzL7jgArmwdevW999/XwCoUZmZmR9//LFcaNq06ciRIwVQF6iWAAAAusgkAAAAUPuuueYapQHv2rVrFyxYIADUkJKSkldeeaWsrCw4OPjOO+80mUwCqAtUSwAAAF3M4AQAAIDaZzQax48f3759e7m8ePHi5cuXCwBnzWazvfrqqydOnJDLd9xxR0JCggDqCNUSAABAF70lAAAAUCdMJtPkyZPbtm0rl+fPn79x40YB4CzIP+7eeeedP/74Qy5feeWVXbt2FUDdoVoCAADoorcEAAAA6kpQUNCUKVNat24tl998882tW7cKANX11VdfKfFe//79hw0bJoA6RbUEAADQRSYBAACAOhQcHDx16tRmzZrJ5Tlz5lAzAVTPypUrf/jhB7nQtm3bMWPGCKCuUS0BAAB0MYMTAAAA6lZISMg999zTsmVLu93+5ptv/vbbbwJAVWzZsuXDDz+UC40aNbrrrruMRgZvUfeolgAAALroLQEAAIA6FxYWJpOJNm3ayOUPPvhgxYoVAkDlpKamzp07Vy5ERkZOmTJF/jQJwAdQLQEAAHTRWwIAAAC+IDg4eNq0ae3bt5fL8+bNW7RokQBQkf3797/yyis2my0oKGjSpEkNGjQQgG/wxlCDWQAAAL9AJgEAAAAfYTabp06dOnfu3C1btnz77bdFRUXXXHONqBY5SisAf5eWliYzCYvFYjKZ5M9Oy5YtBeAzqJYAAAC6mMEJAAAAvkOOrk6cOLFnz55y+aeffpo3bx4fowHcysjImDFjRnFxsfybTv7UtG3bVgC+hN4SAABAF70lAAAA4FPku9M77rjj3HPPlcsrVqx49913SSYAJ7m5uTKTKCgokD8vt99+e5cuXQTgY6iWAAAAuugtAQAAAF8j36OOGzdu0KBBcnndunVz5sxhUiZAVVhYKDOJ7OxsuTx27NhevXoJwPdQLQEAAHSRSQAAAMAHyWTihhtuGDJkiFzesmXLa6+9ZrVaBerO8ePHZzjk5OQI1J3i4uKZM2emp6fL5euuu65v374C8ElUSwAAAF3M4AQAAACfdc0114wcOVIu7NixY9asWaWlpQJ1xG63pzoUFBQI1JGysrKXXnrp6NGjcln+aFxwwQUC8FVUSwAAAF30lgAAAIAvk2OvMpyQC3/88YfS4FegLoSGhioLJSUlAnXBarXOnj370KFDcnnw4MFKYgf4LKolAACALnpLAAAAwMcNGTLkhhtukAtyQPa///0vn9avE2osUVZWJlDr7Hb7nDlzUlNT5XKfPn2uv/56Afg2qiUAAIAuMgkAAAD4vkGDBo0bN04uHD169IUXXqC9Qe0LCwtTFqiWqH3yr7Z33nln+/btcrlXr1633nqrAHyeN6ol+FglAAD1ifIPt7y0O9hsNqtDdna2/KMiJCSkRYsWAgAAAPBtGzdufOutt+Tb2vj4+Pvvv19eCiAAfPjhhytXrpQLnTt3njRpktHIR8ZRDxw7dkwmE/n5+fKXdrBDUFCQvDSfZnQwnFaZ6+SlDwCAn6C3BAAAAOqLnj17TpgwwWQyZWVlPf/88+np6QLwdwsWLFAyibZt206cOJFMAvUFvSUAAIAueksAAACgHunWrdvUqVPNZnNubq5MJo4cOSIA/7Vs2bLFixfLhZYtW06ZMkW+8gVQT9BbAgAA6CKTAAAAQP3Svn37u+++OygoqLCw8L///e/BgwcF4I9+/fXXTz75RC6kpKRMmzYtODhYAPUH1RIAAEAXMzgBAACg3mnbtu0999wTGhpaUlIyY8aM1NRUAe/bv3//ypUrt23bJuB9GzZs+Oijj+RCUlLSvffeGxISIoB6hWoJAACgi94SAAAAqI9atWp1//33h4WFlZWVvfzyy9u3bxfwsm+//fbDDz9ct26dgJfJ7Oftt9+WCw0aNLjvvvsiIiIEUN9QLQEAAHTRWwIAAAD1VJMmTf72t7/JEVur1fraa69t3rxZwJuUD+yXlJQIeFNqauqcOXPkn2kxMTEyk5CXAqiHqJYAAAC6qJYAAABA/ZWcnPzwww/LcVu73S5HcteuXSvgNaGhofKyrKxMwGsOHjw4e/Zsm80WHh4uM4n4+HgB1E9USwAAAF1USwAAAKBeS0hIePDBBxs0aCCX33333RUrVgh4B7GEt6Wlpc2aNUs+wiEhIffee29SUpIA6i1vDDWYBQAA8AtkEgAAAKjv4uPjH3rooRdffDE9PX3evHlWq3XIkCECNa1bt26NGzdu1KiRgBfIV++MGTOKi4uDg4PvvvvuJk2aCKA+o1oCAADoYgYnAAAA+IGoqKi//e1vKSkpcvmzzz77+uuvBWpa+/btBw4c2KZNG4GalpWVJTOJgoICk8k0ZcqUVq1aCaCeo7cEAADQRW8JAAAA+IfIyMj777+/WbNmcvn777+fN2+eAOqD/Px8mUnk5ubKP80mTpzYtm1bAdR/VEsAAABd9JYAAACA3wgLC7vvvvtatmwpl1esWPG///2P97rwcYWFhTKTyMzMlMu33357ly5dBOAXqJYAAAC6+DsNAAAA/iQkJOSee+5p3769XF61atVbb71ls9kE4JNKS0tnzpx5/PhxuXzTTTf16tVLAP6CagkAAKCLGZwAAADgZ4KDg6dOndqpUye5vHHjxtdee41kokbs3r17skN+fr7AWbNYLLNmzTp69Khcvu666wYOHCgAP+KND0GaBQAA8Av0lgAAAID/MZlMkyZNeuedd2QssWPHjldeeUWuyrhCVAvvmRXqA1hSUhIVFeX2mAULFsi9paWl8jI6OvqGG24QcMdqtb766qv79++XyyNGjLjgggsE4F+88WuTSagBAKhPlH+45aXdwWazWR2ys7PlXwshISEtWrQQAAAAgH+Rb4DffffddevWyeWWLVtOmzZNvvUVVTR79uzRo0c3bdpUBAxttFDqUOJQXFxcVFRU+aHG8ePH9+zZU8CF/KPstdde2759u1weMGDAmDFjBOB3jh07Jn9d5Ofny1/FwQ5BQUHy0nya0cFwWmWuk2oJAAD8BB81AAAAgL+S41zjxo0LCwtbsWLF/v37Z8yYIZOJ8PDwyl/DW2+9JceOO3bs6N+xxFdffbVkyZLKHFn5TKJ169ZkEm7JP8HeeecdJZPo06fPTTfdJAB/RG8JAACgi2p0AAAA+DH5dveGG24YMmSIXD506NCLL75YUFBQyXNlJrFhwwa5oIwg+7FRo0Y1adJE1KjLLrtMwJ2PPvpIeV1169bt1ltv5S8y+CtvfAiSWAIAAD/BPLkAAADwe9dcc40ySp6WlvbCCy/k5ORUeMqHH36ojB1LqampVqtV+C+z2Tx27FiTySRqSMeOHdu1ayfgYv78+StXrpQL7du3Hz9+PH+LwY9RLQEAAHTJNwrM4wQAAAC/d8kllyjtl9PT02UykZWV5eHgr776Shk7VshMYt++fcKvNWnSZMSIEaKEbOgFAAAQAElEQVQmyD8xrrrqKgEXixYtWr58uXB0Opk8eXIN5kCAD6JaAgAA6CKTAAAAQIAYNGjQzTffLBdkJvH888/LfMLtYQsXLnRttLBjxw7h7y6++OIamcqpb9++KSkpAmdatmzZt99+KxeaNWs2bdq0oKAgAfg1qiUAAIAuqoYBAAAQOM477zxl5pzc3FyZTKSlpTkdsHjxYhlLuJ4YCLFEjUzlJK/k0ksvFTjTmjVrPvnkE7nQqFGje+65JyQkRAD+jmoJAACgi94SAAAACCg9e/acMGGCHHwvLCx84YUXDh48qO769ddfFyxY4PasI0eOFBUVCX/XpEmTUaNGibNw/vnnJyQkCGhs3rz5/ffflwsNGjS47777wsLCBBAAqJYAAAC66C0BAACAQNOtW7epU6eazebi4uIZM2akpqYq2z/++GMPZ6mH+bfhw4e3bt1aVEtoaOjFF18soLFt27a5c+fKv7liYmJkJhEVFSWAwEC1BAAA0EUmAQAAgADUvn37u+++Ozg4uKys7OWXX969e/eUKVM8vzfevn27CAAGg2Hs2LHykRFVJzOJ6OhogdNklDVnzhy73R4ZGSkzifj4eAEEDKolAACALmZwAgAAQGBq27atHCkODQ21Wq0vvfRShZ/XCYT2EorExMTRo0eLKoqKihoyZIjAaQcPHpw9e7bNZgsLC5OvtKSkJAEEEqolAACALnpLAAAAIGA1b978/vvvr+TYWVZWVmZmpggMF154YVWncho5cmRQUJCAw5EjR2bNmlVWVhYcHDxt2rTk5GQBBBiqJQAAgC56SwAAACCQPffcc5UfO9uzZ48IDFWdyiklJWXgwIECDunp6TNnziwuLjaZTFOmTJHplwACD9USAABAF5kEAAAAAtZ9991ntVorf3zgzOMkHFM5XXXVVZU8eNSoUUYjA4anZGVlzZgxo6ioSEY7EydObNu2rQACEtUSAABAFzM4AQAAIDD97W9/Ky0trdIpMpYIqI/1DBo0qFOnThUe1rp1627dugkIkZubKzMJeSn/zrr99tu7dOkigEBFtQQAANBFbwkAAAAEoOnTpxcVFYkqKi4uPnLkiAgkN998c3h4uOdjLr/8cgEhCgsLZSahNCAZO3Zsr169BBDAqJYAAAC66C0BAACAQCMzidzcXFEtqampIpDExsbecMMNHg4455xz2rRpIwJeaWnpzJkz09PT5fJ1113Xt29fAQQ2qiUAAIAuMgkAAAAElCeeeKLamYS0fft2EWB69+4tswe3uwwGw2WXXSYCXllZ2axZs44ePSqXL7300gsuuEAAAY9qCQAAoIsZnAAAABA4nnzySWWOnWpLTU2tUpds/3DDDTe4ncppwIABKSkpIrDJ18Ps2bP3798vlwcPHjxq1CgBgGoJAADgAb0lAAAAECBkJnH8+HFxduQY9L59+0SAcTuVk9lsZgjebrfPmTNHmdqrT58+119/vQDgQLUEAADQRW8JAAAABIJnn3327DMJxY4dO0Tg6d27t1MP5yFDhkRHR4sAJv+Seuedd5R5vbp163brrbcKAKdRLQEAAHSRSQAAAMDvrVu3zmAwGI01M6IVmLGEcEzlFBMToyxHRUVdfPHFIrC99957GzZskAvt27cfP348ZeiAljd+IswCAAD4Bd46AwAAwO+d62CxWA4fPrxv3779Djk5OaJajhw5UlRU5LbXgn+LiIi4+eabZ8+eLZdlJhEWFiYC2Pz589euXSsX2rZtO3nyZJPJJABoeGPKaGIJAAD8BL0lAAAAECCCgoJaOSir2dnZakQh44oqNbJOTU3t1q2bCDydO3eWAY/89rt37y4C2MKFC5cvXy4XmjVrNmXKFPnSEgDORLUEAADQRW8JAAAABKa4uLheDsLRyPrQoUOVL6TYvn17YMYSwhHnhIeHHz9+PD4+XgSkZcuWyVhCLjRq1Oiee+4JDg4WAFxQLQEAAHSRSQAAAABms9mpkOLgwYMypTjg4FpIEbDtJaT7779fBLA1a9Z88skncqFBgwb33XdfgM9kBXhAtQQAANDFDE4AAAA4G+rHXPzpjWWcgzJPkc1mO3TokAwnlFqKrKwsuVFeZmZmyoFpgUCyYcOG999/XzheITKTiIqKEgB0UC0BAAB00VsCAAAAleeh1lZvl+u7zeoV7DpdT41cSWWux2g0tnC44IIL5Gpubq4MJ2RKIZMJNZaotTtTmevxgzsjfPKb2rZt29tvvy2vITIy8t5775XJRJWuLRCebtdr44/NQEa1BAAA0EVvCQAAAFTI9R2jh/eQVRo29fb1VHUMt8LriYmJ6e7g4eBauzOVuZ76eGdErXxTVbozqampc+bMkQthYWEyk0hISKidOyPq89PtegApRUChWgIAAOgikwAAAIAH2reLesuup1R+KKqm3o56SAj8787UyPVwZyp/Z/bt2/faa6/Z7faQkJCpU6c2atRIPZcfBM/cxhiEEwGCagkAAKCLd4QAAADQ45pDuF66UutxPbzVrDDh0Bb1VjhRTA1eT724M6ISw7s1/k351J2p8Hpq8M4cPXr09ddft1qtwcHBd911V7Nmzcod9K7Tq3emwisRdf2D4IF6ijc+RA8fRLUEAADQxTtCAAAAuOX0eXB1KFa7oHeu8g7T8/vMSl6JqMSorocr0d4Zzx9sF9wZL98ZUbnXzNncGVGjrz15mZ6e/tprr1ksFrPZPH78+FatWtnt9kpeSc3eGeHbT7c2oBLuEgjldkkmAgrVEgAAQJeB3hIAAABw4ZpJ7J40yWmL0zijsjFuxIj4kSOVVbdjsvKYY6++Wrxzp3qu6wCl3NLy+eeNoaFCfxi09OjRw88843SHne5MzIABDa6/Xns3XG/o5Acf5K1Z4/nONH3iieCkJA/flDU//8D06Z7vTETXrg3vvNPDnZEyvvoq58cfPd+ZlHvvDW3d2sOdkcfsnTZNnPkMOt2Z0BYtGt9/v9PpTteT89NPGV984fnONLz99sgePTzfmQOPPWbLy1NfMK7HmOPimv7jH57vTP66dSfee8/znUm47rqY88/3fGeOPPdc6eHDHq7HEBTU4oUXlI3Z2dlvvPFGaWlpUFDQmDFj2rRpo2QSxXv2HJ01S3u1ro+wf/4gPP54cMOGHr4pW0HB/kceUQ9o+vDDoY7iEqffFXo3AT9DtQQAANBFJgEAAAA9agJhKynJ37hRVEJY165Wq1VoRi1dBzdL/vij4PffPV+PtbTUaDbrDaTKK7EWFVV4JcFNmthsNqdrcLqeov37K7weW3Gx/KY8jOrKe1vhlRgjIiq8MyWHD1d4PWW5uebTd0boPMIFFT1Z9tLSCu9M6fHjFd+ZzMwKn+7CbdusmZkeriSoYcOK70xGRoV3JmrQoArvTNHOncWpqR6uxBAcrN6ZnfLg4mKz2XzFFVe0b99e2S6vpCw7u8I7E9alSz37QThw4Ox/ECwlJdorsRQWBtlshtOUjUQRgcMbzzWxBAAAfoI3hQAAAHBSfuYU85I6cU2FQg3GaIPx1IdkheN9ZvmpqzhzAFQY7RV/MibKaDIp1yPPdRxuOOMeCmMlPl4TJITznXG5nqBKvB+OEIbQM++MOHM6GmslPuojb6jCOxMsKnFnTKYo9c4I949wheT58s5obtvNncmrxNMUXomnu8K/OAyOp8nznSmtxNMUaqzEa6+iKzE4viPHweVD+/YbcE43o9EYGhoqyv+6EruhwquRd8ZUz34QRMUiDEbXHwTtAU4/CMqvDiWTkA+jdhd/hwYCqiUAAIAuKmcBAADgVvmZKn+iUb691H+H6fqxcfdXUl7u4XpOjXJWYgT/1GEV3ZnKjOIbPV5PJb+jco/f0enrERUy2Cu+HlHhlSjf0Vkc8OdhlXi6K3yEK3NnKvU0VebOVEQOpP95ZxyXEeHhrldiqExKV6mn25d+ECqhqo+w1Wq1OaollExCu+B2Fjj4GW88uUxCDQBAfaJW39sd5FtDq0N2dnZJSUlISEiLFi0EAAAA4FCuaW2tvIG0FhdvGzpU2dt03G1Nb7tNAICLjKU/7nnySWW5+euvh7ZpY3ShndaJWMKPHTt2TD6/+fn58p+SYIegoCB5aT7N9fVQIaolAADwE3zUAAAAAFquMzjxjhFANVitVhlqan+HGHTansMv0VsCAADo4u0gAAAAXGlHEqvUWwIAFEqZvslkEqcnrVJ+sRBOBAh6SwAAAF3M5gkAAAA9arUEsQSAqlImEBaO+EEuG41G9VeKtmM8f5D6K6olAACALvWDKgAAAICWU4cJAQBVYXNQMgm1VEIgYHgjczIKAADgF3hfCAAAAD1qMiEAoIqUagm7g5JuqskEv1UCgTeqJYglAADwExTMAgAAwANGDwFUjzaNEAg83njemcQJAAA/wVSeAAAAqFhQUNg555z6v9EY0qiRAAB3wlu2ajrutryiwhKLxRAdrVZIOOGP0EBAbwkAAKCL3hIAAACojOT//MckRGJ4hAAAHeGtWsmvwydPWgvyZZzp9hgyiQBBbwkAAKCLTAIAAACVwUgigGpw6nTNb5LAQW8JAACgizeFAAAAqJDyppG3jgAqQ52sSVnlF0hgorcEAADQxbSeAAAA0GNwEABQda5phLrML5ZAQLUEAADQRW8JAAAAuKUdQFQJAKgEbSah/e3h9GuE3yp+zBtDDcQSAAD4CTIJAAAAaOkNGjJ6CKCqtNX5RJuBhmoJAACgi/eFAAAA8IzBRABV4lQk4VRuRauJAEG1BAAA0EVvCQAAALhyOyk87xsBVJLbQittUCHg76iWAAAAuugtAQAAALeYegXA2aAtTYDzxlCDWQAAAL9AJgEAAAAPtOOJvHUEUEmuUQThRKChWgIAAOjirSEAAAAqibeOAKqNXDPQUC0BAAB00VsCAAAAlZH1v/+V2+2F5qCY7t2je/QQAOAid8OGw++/V1pWZrXbIydMCGrWTCBQeWOogVgCAAA/QW8JAAAAeFDuYC8tzXj/fbmaKf8bdxuxBAC3LDnZeZs2KcvlpaWCIokA5o0PQTKJEwAAfoL3iAAAAHBL+0aRN40AqkH51aH+AlFiTsGvlMBAbwkAAKCLGZwAAADgiqFDAGfJbreXnyZcfp/w68XveeMpJpYAAMBP0FsCAAAAnqmjigBQeQYHNZOgVCLQUC0BAAB00VsCAAAAWnyiGUCN0OYQ2nmcnI4R8FPeeHJpeQ0AgJ/gXSAAAADc0htGBIDKKHdHIGBQLQEAAHQxgxMAAAD0MOkKgGpzG0XwKyVw0FsCAADoorcEAAAAPGMAEUA1KH9pupZK8CslQFAtAQAAdNFbAgAAABXiHSOAqtIrlUCAoLcEAADQxftCAAAA6FHfK1JfC6Cq+GMzwFEtAQAAdPEXJgAAAAAAqFlUSwAAAF30lgAAAECFDMHBcWPGyHeNEUHBMd27CwBwJ+GiofLr4IkTGXm55uBgp7387RlQvPF0E0sAAOAn6C0BBoEk3wAAEABJREFUAAAAPdpBpdgxY0xCJEVEioBhLy8vs9ps5cJmtytbQs2mYLNJe0BBqaX01CHyXbUIMRsj5G4js4wAf/72MDhoFxA4vPEhSGIJAAD8BJkEAAAAPPtrVFEEihKLddWhkztOZJXYTkUSdse7ZpPBMLpjs/ZJscoxuSVlC3YeCo2PDo8My80tTD+ZXVZSlhQReu05rSODGToD/so1tb88yCcCB9USAABAF+8IAQAAUKE/RxID4BMtpRbrmqOZe4vLIqPDo5Lisg4elxvDg8w9UhJ6pSTEhP05Kc3mtKzf84riUhJPZuTsO3jcYrEq2+WjVGq1EUsAbqsl3AYV8FdUSwAAAF30lgAAAIAep881+/37xsIyy/xtB+IaJybHRR04ePzkyRz5LTeNjbi6c8vIkCD1sD8y8zbmFSUlxu7ec6iwsETZKKOLwa2TezVO5M01YHAhEHiolgAAALroLQEAAAC31DeKfw0s+vX7xsM5hT8eOZncqrH8LnfuOlhQUBxsNl3btWXz2EindhFrjmdFxUVv2brXarUpW85vkdynaWI4RRKAhmuphGtEQWLhx6iWAAAAusgkAAAAoOX0sZUzBhaFf5Lf7Z6TuRtzCxs3a1hYVHLw4HGZScjtV3Rq0So+2ungzUdOrN97KF7T+jsxIvSC1skCwGlqAqEMTLutuyKQ8HtUSwAAAF28FwQAAECF/Lhawl5evulY5sacwgYJMQcOHk9Pz1Z3RWsmblLN/W29RQRrY4nCMqt8XLTvqq12u8w6TMbKRjmrvvn6lalTPRwQGRsb1aBBTEJCoxYtWnfv0WvYsJjERNfDVn75xav33iuq6L/Llzds0VJZXrto0UuT7qr8uU07dHh28RK3u76YOePzGTPU1YQmTWb+8qvhzLqTCm1fuXLn6tV7N2/OOHokMy0tNjGxRafOzTp1bNmlyzmDL3C9tt+XLn3h9ttE1Y15/IlL77zTdXteRsbGpUs3/bQ0/fDh7BMnivPz45Iaxqc0btK2XdsePXoMHRoRE6N3nTX1tNZH6sfk9fpJ8HdoIKBaAgAA6KK3BAAAAFw5fZzZjz/dvPLg8eX7jst3xWnHM512fbPr4IQ+HZ027svMaRB1xkh0kcV6sqA4KTJMWd15/OQLS38rsVgHtW09cUB3URMKcnLkV9revbvWrFk2f/785/5zyxP/N/Dqq4Wvko/n8s8+027JOHJk448/9ho+vJLXsGf9+o+e/nfqhg3ajScKC08cOLBm0UK53KJLlxunP9pl4EDhHWn79n318qzfFiyw22za7emHD8mvXatX//i/96Pi4y8ZP/7S8XcGhYSIqqt3T2vlufa7Vrfz52fg8MZzXbVgEwAA+Cx6SwAAAMAz/x5GXLrnkN774RP5xbvSc5w2mgwiu7DQaeOK/cetNntecckry9fe8v4X+zJzYyJjrcYg4R0F2dmv3X/fD++/J3zV9l9/zTh82Gnj8s8+FZWz6usF/7r+OqdMwsmBbdueGXPTzLsmlhYViZq247ff/u+Ky3/94gunTMJJflbWJ8899+zYW4ry8sRZ8/2ntUrcFkkgoHhjqIFYAgAAP0EmAQAAAA+0Q4p++dZx4769x3Ky9b61k4XFTls6N2qYlpNjt9u1G3emZ7+6evvlc+e/s/r3do2SL+jUOTkuLjkqQnjTe//3fycOHhA+acXnn7lu/P3HH3NOnKjoVLHm229fuftum9UqKmHdd9+98eCDokbtWrPmVNKQm1vZ41evfmbMmJpKR3z5aT1L5BOBht4SAABAF28NAQAAUEl+89Yxu6hk9aGTTeMiOjeMjwwJWZOa2rNFy+Yu0/pHGyx9myY5bZx4fq8lu/7YnXasQ+MU7QOSU1x2XrsOciE06M8iib5NG4hqueSOO3oOc57sqNxu37Nh/Xdz3yzM+3O4XEYpP7z//s1P/J/e9YycMKH7kItEReIaNtLbdfHtt/cefrH+qSIkLNR1Y1Fe3volbhpO2G225Z9+cvnUu4W+4/v3z53+iHaLfJB7DB3apkePFp065WZk7tuyZdn8eZbSUvWA1d9+0/vi4f1HXy6X2/bs+di8+U7Xuff33+f951l1dejNt/QdNcrpmIbNmikLeRkZs6ZMtlksZ+xt3rzLwPNT2rZp1KLFkT2pB3fu2LxsWUH2X21I9m3Z/O7/PTHxhReFvpp6Wn2cJTu7+MCB0pwcW2lJULt2IuivmiE+Ehdo6C0BAAB00VsCAAAAlXH4gQfk+8ZjBkPSiEuSLrlE1FuHcwq/O3giuUliqsX6zc/r95zMtJeXr9+/L9hsTo6LU44pL7cbju3KWv3ZsoxLLrxiXFDwX50D5MhqVGjw/pMnWyQmhmm2ywcnVDMC2yo+OiUmSlRLwxYtOvXv77q984ABLbt0ff62ceoWOUbv4XoatWjp9nqqcE+aNqvGNfz29YJSzTxX8Y0bZx07piwvm//J6ClTPfwB8tEzTxdrJkRq3KbN+Geebd+nj7pl0LXXXnbXXc/cPCZt3z5144rPPldiici4ONc77FTHkNCkiYdv6qtXXs49eVK7ZfB11936zydDwsOV1W4XDpGXeZmZ8559Zvknn/x1Hz799LzLL+96/iC9a66pp9XH5W7csOfJJ5Vl8zPPBEVV86cAfoDeEgAAQBe9JQAAAOBBuYO9tLR4y5aizZvzNm0qPX5c1FtrDhx97ue1xWVlZpMxIiKsbbuW3U5/TF4mE2XKZ+TL7dZ9Gy0/v1NelPvb9/N3/PJV+ekpm04WFD/8zfL8Uou8hh+3bZOXbm9FXvmwtinCC7qef752pO/kkSPC9/zy+efqcoe+fUeMu01dTT90cOsvK/ROPJqaumHxYnXVFBQ0/YMPtZmEokFKygNvvmUy//Wx6S3Ll2UePSrOWmFOzk8ffaTdcsXd0yY8/4KaSaiiGzSQ24fcNEa78evZs0W11IuntRrKNbRbBAIDvSUAAIAu3hQCAADALafBROEXftl78Nddu75Zs37d77vT07OPHctonpDYoXHjELNZfo8r9+y22e0NTu4Sv30swwlxakYm0+Yf5m35+VSv5mN5hR9v3ntOs2ZDO3dJiIoqs1qX79xxODPDfuaDEx0WPLZnm6TIMOENZ376OOp0eYfvOLRjxx8bN6qrAy6/YtC11xpNJnXLik90G1+v+uYb7erwsWPjk5PdHpncuvXAq65q06PH8FvHTXzhxf8s+SG+cWNx1jb9/JN2eqjYhg1HT57s4fhrH3ggJOKvDiI7Vq066dLou1J8/mmtHiVrcftrhHwiENBbAgAA6GIGJwAAALjy1xHDK87p8PmmHRn5+T9u3tK/qCQyNFS+H+6YkvKvSwenxIT/uv9IywYNkoPbvLnp+8wTpz59Hx0aVF5u3/LTpyER0UtsTXJLTpVTRIWF9WjRcum2rYmRYdkFOUczs+KjIuPCw8ODjT2bJI/u3Do0yFtDZ+sXL9Y+NY1btxE+ZsVnf6UOcsi+76hRETExvYYNW/f998rG9UsW52dlRcXHu567Z/067WqfSy4V+iY8/4KoaZt+XqZdvf6hh13rJLSiExK6Dhy4XlPhsXP16sSmTUUV+f7TWj1qZ3inEIKZhAMEvSUAAIAu3hECAABAyymQcJqDpb5rkxj/2PBBj3+7NK+4ePnOHcPPOSfIZDYajDszctskxg5r30o57M7HZ89+/LbigpyI0FPtIuxWy5ovXy895xrRqLNyQJnFEhce9v7NV0aHhwrvk4//yUOHNvz443xN62apn0vrZq23Hp0uv4RHj82bf5b9J7RsFssvX3yhrvYePlxmEnLh/KuvUWMJS2npis8+GzlhgtO5lpKSXWvXarc079RJ1K6DO3doV8+9+OIKT0lp01YbSxzevUtUWvWe1vpF+wuEColAQ7UEAADQRW8JAAAAeOZng4nDO7Zef/jYV5t3llgsa/fu7d+mrdFoLLOe8Q2GR8VcO/Hxb998Un736saEbV9l2cqKUnoUl5XlF+V9esd1Xsok3n3iCflV4WFtevToXYlx87Px/j//Ib/09v7t7Xd6XHSRdsv6JUsKsrPV1YFXXqks9Bw6NDYpKSc9XVld+uEHrrFE1onjNqW3h0Nsw4ba+ZFqR35mprocFBISVol2zY3bnFHZkJuRoXek7zyttcltewmnA/icnL/yxpNLbwkAAPwEmQQAAADc0g4m+tO4YbDZ9I9LL7ilzzlmk+l4Tk5aTk7jqPCL2zl3qG7RqeeIMdO0W4x2a/yu74My/sgtyH3msiHxEd7pHlE5Sc2aT3jueeFjfvnir2bXCU2bdj1/kLJsMBoHXnWVuuvEgQM7V692Otdaekb/8JQ2tT2RkXyp52liCb22Fk5S2rbVruamnxRnwTef1mpTiySES90Vf4cGAm/8w0EsAQCAn+CTKQAAAKiQ/40h3jfkvNeuHxkZGhwTYry1V7vIkCDXY/4IbbIupKV2i9FW1uj3j+7rnNgwOlLUkci4uIFXX/2vb79NaddO+JLs48c3//yzujpg9OUyjVBXL7jueu3Byz/9xPn8M/8wKSspEbXLcuYtantfe2A2nzGpjM1uE9Xis0/r2dBO3+S6EX7PG080kzgBAOAnqJkFAACAZ345hmg0GM5tnvLT3ePkd2c2OX8A12a3v7tm07urNxeGto23Fba2pqu7DOXl6z/9b9Qt0xu26ixqV1BIyOSZL/W59NJKHn/H088MGTNG1JYVn39mt/01KK8tj5CSW7du36fP7tPdI9YsXDj27/8Ij45WD1C6UKgy09JE7QoOCwuJiCgtLFRWs9LSyoqL5UbPZ6UfPqxdjTzzu6iMqj6t9YgyYzCNJQIWvSUAAIAueksAAACgQv76jjHYbHLdaLXZVx1KP1pYPqRzl5V7di8S3W7MX5VgL1APKC3KXzHvxeHjn4xJaiK8YNxTTw25aUz28eOZx459OWvW1l9WKNstpaUvT51yy9//PvzWcaJWyOTg4ttvr+TBKz79VLv64EVDPBwsR/x//eLz4eNuU7fEJCRoD8hOS7NZLKagIFGLouLi1FhCOCabatqxo+dT0g8d0q5GxMbqHek7T2utcf29wd+eAYXeEgAAQBfvCwEAAKBHfa8YUPW13+05smzfMfktm02mge07REfGLIzo7nRMUW7mNy/dl512QHiHyWxOaNKkfZ8+D//vf0NvvkXdbrfZ3vu//1v4xhvCx+xcvfr4/v1VOmXpRx9pVw1Go7Z9tHztufaf0Fr89tvP3HTTkvfelQP9ooY0bn1GQ4t1i7+v8JQ1ixZqV5u27+Dh4Hr3tJ4l/tgMcPSWAAAAupjBCQAAABUKkOHFMqvtky37dmXlJSb++Zl3k9HYp02b/OCYxiOnBoWGaw+2WcuWffhcXsYx4U3y7frYf/yjdbdu2o0fP/3vHb/9JnzJL59/JqroyO7df/z+u3ZLp379tas/nZlbOPntm6+3rfxVjuZP7dvnyWuvOXGgatc5sVEAABAASURBVKGIWx379dWuLnrrrYLsbA/Hb/rpp9QNG7Rbug4cKCqhvjyt1RDeslXTcbdFXXONefRok37tCAKBN/7hIJYAAMBP0FsCAAAAetQ3isaQkJaLFrVZtOi85Sua3nab8Ee5xWUfbt6bbTB07NC8qOiv7sdmo/HWvt2HDRp2zoXXGk1nTPqUd/LoD289WZiTIbzJFBR0139nBIWGqlvke/i5Dz9cyZ7MtaC0sHD1woVVP08s/+SMxtf9LrtMu7pu8fcZR464PXH94sV/bNyorqbt25fQpKk4a/1GXab946g4L++LWS/pHWwtK/vipZnaLW179ap8w2rff1qrJ7xVK/krIvq6682XX26IjXX6Y5O/PQMK1RIAAEAXvSUAAABQGQYH4afySy0fbPojtEFsi+aN9h9IKyz8K5bo2zz5rvN7y4XOg6/oNPBypxMLstK+e316SUGO8KbGbdrc+Mgj2i3phw4ueOUV4RtWffONtiXDtNmvfnjwkNuvDw4cjE9O/uvEb884sWO/fu1691ZX7Tbbc7eN27dls9PNpe3dO/ehB7Vbht1yi8lcA61wk5o16z/6jKd48dtvz5o0qSgvz+nI4/v3P3H56L2bNmk3jpwwUVSFjz+tNUX5veHfv0DgFtUSAABAF5kEAAAAPPP78cQDWfnvb9qb2CQxLi4yNfVwTs5f3a2bxERe1Kax2XhqKMxgMHa98OqEps4fhy/MTv9l3syy4kLhTcPH3dap/xlzHH0753U5QC98wC9ffK4uB4WG9rjoIr0j5Qup78iR6mpxXt5vX3+tPWDck0+FRESoq0f37Pm/0aNnTLjzm9de27zs52Xz5r3x4N8eHj6sIOevHMgUFDTkpjGihsicQBucCEf3iOmXXvLWI48see/dTT/9JO/J7GnTpl8y4tCOHdrD+o4cde6IEaKKfPlpPUuG08SZn5onnwgc3niiayB+BAAAvoB3hAAAAPBAfbvol0OJ5UJsO575/d609u2bmU2mP/44kq3JJBpEhN7as63R+Nf3HRwWecmkZ7956d6cE4e013Ms9ffFc5+4ZOK/zSFhwjvkwz/+2WcfvvhiS8mflRyW0tK3Hnv08Xnz9U5569Hp8ktUZNjYW8c99ZSoLjmGvmvNGnW155CLgsM8PQj9Ro767s031dXln35y4Y03qqvNO3e+4+mnX73nHnVLeXn5+sWL5ZfeFd76z3/GJiWJGhLfuPG9c+Y8M2ZMcX6+ujHj8OGfPvbU6KJphw4TnntOVF01ntZ6RFsnoU0pBH+HBgZvTBlNtQQAAH6C3hIAAABwS/tJZ7/8gLPNXr5o5+EVRzM7dWwRHGROTT2szSTMRuPVXVpqMwmF0WQadOMDxqBgp+3Zx/b99N4ztjIvNgZo2KLlNffdr92yc9Wq3xZ8JeqUU3+IXsOHeT6+Tc+eSc2aq6upGzYc3rlTe8CAK66c/NJLTm089Fx9330XjblZ1KjW3bo/+tFH0QkJlTy+ba9ej8+fHxoZKarFN5/Ws2RwR93ldKSAn6K3BAAA0EVvCQAAAGjpDRr62ehhbnHpp1v2/Z6WERMXfSI9e9v2/Xn5Repes8l43TmtGka6/9R/XHKLwTf+zWA8Y9xcvqlO27v5109ftttswmsuvfPO1t26abd8+K9/aT/XX8vK7XanGZx6Dh1W4Vn9z2xt/fMnzpUBMpl4fN78fqMu8xBOxCYl3favf111733CC1qd0+2pBV+PnDgxJjHRw2Eyirji7mnTP/gwMjZOnAVfe1prhGtLCb9MN+EBvSUAAIAuMgkAAAB45naC+Hqt1Gr7bNuB1Mxc+WZ4//5jR4+eLC7+q8pBfpsDmiW1bhDt4Rqade7bfdgNTsmEdGDLLys+ftFutQrvkMP0E1940RQUpG7JSU//fMZ/RR3Z+OOP8g6oq+cMGhQWFVXhWdr2EtLKL7+0lDpXmbTv0+fu2bNfXrV6zONPdBkwMKlZc/ldR8XHJ7du3a5372v/9rf/Lls+9JaxwmsSmjS56dHHXlmz9pEPPhh07bUyqIht2DAoJCSxadN255475KYxE55/YeYvv8p7EhIeLs6Orz2tZ8/pN4bbggkiCr/njaeYj1UCAFCfKP9wy0u7g81mszpkZ2eXlJSEhIS0aNFCAAAAAA7lGjYH+dZRXhrLy+NDQkU9Z7HZ31q3+2RhsVxuEB4aEWw+pJm7SerSMO6KLi0rM5y25qs3dq1a6LTRYDC27nnBeddOY9QVAevwyZPZhQVBDsHBwcqC2cFkMhkdCCf83rFjx+Tzm5+fL/8pCXZQXg/m09RXQuUraaiWAADAT9BbAgAAAK78eOqVjMLizKJT7YXjw0LuPLf9rb3aXdi6sbo3ISJ0eLumlfxue15yS6M25zhtLC+3/7Hhp00/fCyAwObaWAIBhd4SAABAF70lAAAA4IF2XMk/3jeWWe12xzcSFRpsNp0a42oRG6V8k0Em0/XntIoINlfyqoJCws6/7t6IWDftB7Ysnb9/0woBBCrXIWnCiUBDbwkAAKCLTAIAAACV5B+jiuGnwohTQ1vH8op+P5b5R0bu1zsPyPfERoPh8o7N48JCqnZtMQ2GjX8yJNxNQ4XDO9cLAKfxt2eg8cY/GZUNjQEAgI/jEysAAACojOLNmw3l5eag4JBGjUKSk0W9FR8e0jo+ak9GrsVmW7jrkLr9wlaNOzaMFVUXk9i4z+UTVn4y026zqRtDI6Lb9R0hgACTu2HD4fffKy07VZUUOWFCULNmAoHKG1NGE0sAAOAn6C0BAAAAD5TG1/bS0sN/+5uypem425redpuot0xG4/XdWr+/MfVQdr7y4W2jwXBu08TzWjQU1dWq+6DSovy1C9748yaCgi+85dGklh0FEGAsOdl5mzYpy+WlpYIiiQBGtQQAANBFbwkAAAC4pX2X6H/vGK8/p9XB7IIDOfmhZmOr+JjG0eHi7LQ7d1he+pE9axfHNGw+8Jq741NaCSDgKb861F8gSswp+HhcYKBaAgAA6CKTAAAAgCunwUT/E2I2tUuMkV+ihpiCgvteMbHP5RMYbAUU9lPd5cu1UYR2L8mE3/PG80vLawAA/ARvBAEAAOCZOqqICvHuGlAZHNRMQi+fgL/yxhNNLAEAgJ/gIyoAAADQcv1EswCAqtPmENp5nJyOEfBTVEsAAABd9JYAAACAW3rDiABQGeXuCAQMqiUAAIAu3hcCAABAD8OIAKrNbRTBPE6Bg2oJAACgixmcAAAA4BnhBIBqUP7YdC2V4PdJgPDGE20WAADAL9BbAgAAAABQ4/RKJRAgqJYAAAC66C0BAAAAPXy6GUC18XsjwFEtAQAAdPFOEQAAAAAA1CxvVEsQSwAA4CeYwQkAAAB61PeKxpCQuDFj5EpEUHBM9+4CANxJuGio/Dp44kRGXq45ONhpL39+BhRvTBlNLAEAgJ+gtwQAAAAqI3bMGJMQSRGRAgAqovyZaXDQLiBw0FsCAADoorcEAAAAPGNUEUA1qL8xtL86+E0SOLwx1EAsAQCAnyCTAAAAQIUYSQRQJW6rJdwGFfBXVEsAAABdvB0EAACAHqc0greOACrD4EIg8FAtAQAAdNFbAgAAAG5pP9fMwCKAqnItlXD9TcIvFj9GtQQAANBFbwkAAABouQ4a0lsCQJWoCYTyMTi3dVf8PvF7VEsAAABdZBIAAACoEJkEgMpTi/L1+knw+yQQeONZNgsAAOAXeDsIAAAAV04fZ+bTzQAqz7XftbqdXyOBwxtTRhNLAADgJ+gtAQAAAM988+3iK1Onrvrma7lgCgp6dd36yLg4cRYWv/32+//8h1wY8/gTl955ZyXPOrh9+6OXXiIXel188f1vzK3MKSUFBXd07iQqrXGbNs8v/Ul4U2Fu7oRzusqF5p07P73oO1GnbBbLL59/vmnZz6kbN1pLSxukpPQePvzyqXebzNUcjXz3iSd+eP89uXD5lKnXPfSQQG1xWySBgEK1BAAA0EVvCQAAAHigHVfynfeNciR9/ZLFyrIcyP7p449GT54iUM/t3bzptfvuS9u7V91SkJMjs5+tv/768LvvhUZGCtRn5BOBxhsfgqS3BAAAfoJMAgAAAJXkO6OKvy34ylJaKheiExLk5bJ583hbW98V5+fPnjZNySSSmjUfcccd/UdfHhQaKlf3rFs358G/CdQHluzsvN9/L922zbZzpygp0e7ihzTQUC0BAAB08YkVAAAAVMbhBx6Qbx2PGQxJIy5JuuQSUad+/eILeRnfuHH/UaMWvvHGiYMHt/6y4pxBg0W98vrvm6Li4wUcvn/7rRMHDsiFcy+5ZMpLs4JCQuTy0dTU6ZeMsFksaxctOrJ7d5P27QV8W+7GDXuefFJZNj/zTFBUlECgoloCAADoorcEAAAAPCh3sJeWFm/ZUrR5c96mTaXHj4s6lbZ37x+//y4XugwY0OOiocrGZR/PE6jP9m7erCyMmniXkklIKW3b9h89Wlk+sG2bQL1SrqHdIhAYvDHUQCwBAICfoLcEAAAA3HIaTBQ+46ePP1IWzhk0qEPfvvHJyXJ53eLvc9LTBeqtrNNxV/iZn69PaJyiLPBnS72jjEq7/TVCPhEIvPEUM4kTAAB+gveCAAAAcOWz7xJtFstvX38tF0IjI3sNGy7HPfuOHPndm2/abbbln8y/fOrdnk8vyMn+6uWXd6xalX7oUGRsbJsePYfceGOn886r4Eat1p/nffzLZ5+lHz4sb6jVOd36jx498MorRR0pLSpa/O47B7ZuO5K6JzMtrVGLFsmtWrfs2nXEbbeZgoKcDs46duzu/v3kwjX333/FtHu+ennWhsVLThw+1LxTJ5nrXHL7HR5uyFJS8sLtt29b+atcTm7V6vF582MbNlT37l679vt33j62d69MFIwGQ6OWLZOaNW/WsePQMWPCoqNFFcn7c3D7drmwZuG3V95zr7p935YtykK73r1EravSQ62SPz7y1bJ91W/HUv9I278vNimpcevWKW3aXnLHHUo3FCePXnqJ/N7l6+qpb74pzMlZ+tGHvy9denj37pDwcPmwX3DtdQOuukrvg+c1+yzULLvdriw4hRCU7AcIeksAAABdvB0EAACAllMg4TQHS53b9PPPOSdOyIVew4YFh4XJhQGXXyFjCXGq8fX80ZOnGIy6k3xs/OGHNx56MD8rS1ktzs8/efjwqq8XDL35luTWrfXOOvbHH7OmTjm8c6e6ZcvyZfJr2fx519x3v6h16xcv/vBf/0o/dFDdcmDbNvklv5FVCxZMfOGFph076p37xcyZX8ycoSzvXLUqbd++yyZNLnM0D3clw5gZEycomYQc6Z7+wYdqJiFfDx/+6ynlYVf98fvv8uu3BV/JcfyH333Pw91wa8Rtt//6xRcy9Vn01lvnX31NQpMm4vRDLRcuuOGGhi1aitpVvYf66J49bz46fc+6deoW+UpL27t3w5Ilyz/95LZ//fvcESP0bnHv5k0YWY6FAAAQAElEQVQz77pLJknqifLVLp8pGVTc+/qcmMRE7cHeeBZqnPYXCBUSgYbeEgAAQBcfVAEAAIBnPjWY+MsXnysLAy6/XFloec45TTt0kAvphw9tXrZM78Rl8+a9OP4OJZOIjI3tN+qyYWNvTWzaVK7++MH/Fr/zjtuz9m/Z8s+rr1IyCVNQUJeB518yfnyrc7oJx6fU5z78sKhd37z66owJdyoD5eExMT2GDr30zjvb9uplNJlO3dttWx+7bNSOVavcnnto166vXp6l3dJ35Ei9vwXK7fbZd9+tPJ4yIZj+4YcNUlLUvTLeUEfD5a0PuWnMqLvu6j5kiMl86qPM2ceP/3fCBItO2qGneefOMiORC0W5uTMnTiwtLJRP2aypU+WWll3PGfPY46J2Ve+hllseH32ZkknIR6ND377yrG4XXBAaGSm35J48OXPihK9fne32Fgtzc2ZNmSIzCfmylAHbvXPekA9IfOPGctee9ev/74rL1bhC4Y1noca5bS/hdICAn6JaAgAA6KK3BAAAANzSDib6yAdZ8jIzNyxZIhdiGzbsOmiwun3wddd/8OQ/5cKy+fPksKzriZlHj/7vqSeF4xsZfttt1z/4UEh4uGPPU7989tlHT/9b+4l4ld1me2v69IKcHHGqvfbAO597TvkIv3B8Jv3NRx4+vGuXqEXbfvll3n+eFY7xbjlsffmUKUGhocqu4/v3v/+Pv8sUwWaxyIV/f7vQdYqhtYsWycv+l42+4u67I+Pi1iz8tnX3Hm5vSD7pbzz04JpFC4XjoZ7+wYdJzZqpe0sKChbOfUM45tF64M23OvXvr+6Sj/O/brhBPpjya+WXX15www2iKq6+777UDevlyL4c9L9v8CA5iC839rjoognPPR9eu/MRVe+hlqHXzAkTyoqL5fK5l1wy9v/+roQKUlFe3uczZyx++2352H7x0kt9L73UtfjjxMFTL8LOAwZMm/2qfIJOXcmIEZfcccd/J9z5x8aNGUeOfPDUU9Nee0052HvPQg1SiySES90VH48LBN54loklAADwE2QSAAAAqJCPvGlc+dVXMiqQCwOuuEL50LpCrn7073/JXRt++CEnPT02KcnpxG/nzJHDuKeOvPLKsX//h3bX+ddcExkb+8Idt7ve3NrvFsnxceGYwuih997TDvS36dHj0Q8/mnZe/7P5NPpLkyeZjCYPB0x88UWlobfiq9mvKAtX/z97dwImR1kmALhmckxIIDckgSSQyCGnIC6C3MutXIKiLrhcHit4gCDiElBRQFFYWV1BcGUFxAQRcHFBrgjIJXLJTTiSkJD7nJyTSWa20pUpK91d1Z1J9yTT877PPP3UdFf9/XdVT0/199X3/1//+nFnfzm55tBRoy749U3fOeHjbz77bJgs+eP1v8hbIRKG+M/+z/+Mxrk64vQz0p73f8aMefR3vwsX+g4eHL7MsPHko9MnTmxasiRc2Pvoo5PR8NCgrbY65eKLr/7858Ig/tQJbwTraMXSpQOGDo2Wo5xE2NuPHHd80OHat6vv//WvlzQuDBd2O/Cgc677RXKrMK3y2Uu+3aNHz7uvu7Z5+fIbx1x84S23FD5vmAQ6/79/FY1OFum3+ebn3fDLcw7YP9znYaJo4osvjtptt6CaR6GCksM35d0pJ9EVVOMoG8QJAGqE00EAALJtPBeyPHLbuGhh3+PXmm6676BBex5+eJCrb/jzb28t3PC58Q8FuVPfY/7tS4WP7n7IIdvsskvh/c+PHx8tfPTznyssPghD9oecckqwHl578smXH38s46e5aXm88sxJE1/LDRkUPu+Rp51etMHPXPitaOGxO+4ousLxX/5KxtwbkduvvvrBW24OFzYdMOBbN9+y1Xbb5a1Q39bCjIkTW9vmNI7tfvDBVz740I2vvX7KJd8O1sXT99xzweGHPX7nnck77/uf/+n4YYjavavH3/qbaOGT559XdKtjzz47KoN46S+P5o3IFDn6C19M5iQiYTcOPfnkaPm5hx6KFqp0FCorKs03sUSXVY0jLi0BADXChSoAAJS0McQT33nx79GgSSN23HHrnXbKe3T/E06MFsaPHZsXpV0wa9acKVOC1UUPI4fvsENhy+H58O4HFxn6afIrr0QLHzjo4KCYMPgbdJSXHnssWvjgIYc09OlTdJ0d9tormhU5DFWvWrky79EeDQ2jdt01yPR/119/5zU/iZYvvPmWkQX7OTRs9OgwUB4uvP7Xv1556qmP33nHktw4V5EwfxNmMkomP5LCd9fYH/zgmi/927zp08Nfd93/gKPOPDN66K3nnrtxzEXxmmHCYGljY1Bl7dvV702YEL7TwoUh22wTzT5SqHffvrvut3+0PH3ixMIVPnTEEUU33OOQQ6OFqHwnqMJRqIbCzw2ZiS7F3BIAQCpzSwAAkCY+UdwYLmR5rO06+gM/8cnCR8MMwWYDBy6aN2/etGnPP/TQBw87LH5o7rT3ooV4oP9Cg4o9NHvq1CD32gelbDh4y62C9XDd8y+EfS5z5VnvvrvmSbfKetLw0YWzZ7esWhWGy/MKHcKsTGHNR9L0d9659bLvx7+GSaCiaYyem2xy4rnn3njR6mzBi48+Ev6Eu+j9e++92wEHhBmFkpmPQmN/cMUfr7suXKjv1u3MK35w0Kc+FS4vmj8/KkR45Lbbttl558NzVQvXnHVWmCsaPHz4ub+4vmiBS0W0b1fHW22+1fCMrQYOWzNK1YxJE3fed9/kQ926d4/mYC+0edukJvNnzIgWKn4UqsE3zS7O3BIAQCpnigAAlLTBTxpXNTc/cddd0fIt37v0ltz81Wkevm1cMi0xb/qaSO7AIUPSNhm8VX7iYfH8+dF0FP2HDAnjxUW32mLrrYOOElcJDMqMem8+fMTbL7wQLsyaPDkvLVFy1uhoruY+fftFEyTcevllexxySNHEyaGnfDbsz+1XXRUVCoRvj9eefDL8GffDHw4YOnTPQw877stfTs6KkWHyq69GOYnQWddcs88xx0bLn/vBD+dMm/b6U0+FyzdfeunI9+8YZpWi+pWmpUtHFKt6qZT27eolCxdG9w8enpnMaEswRBNcJw0dPTptqzAxFr4Jw70dFZREKngUKqj3qNEjTjt9weJFy1as6Na/f0AXZm4JACCVEZwAAEgTnyvWNzSMuueebe+55yOPPDri9NODDvfMffctmjevzJWfe+CBOblCh/L13qxvsO7CSHHhTABV0rNXr2ghmvQ7TTyAVeEAPslJwpOS3wj6Dhp0ye23R7NMhzv85u9+J0hx7FlnX/3Iox/9/Oe32n77ZAvzZ8x48Jabv3XUka8+8URQhsfvXDM3w+7//M9xTiLIDTl1zrXXRbNthy/5mrPPCtMk0UN7HnZYdtnHemrfru4Rb1Uw00PRrerr8g9Qxlez5qamKPewcu2xuSp1FCqo9+jR4UdE35M+1f244+r69897Ub5+dinVyGerlgCAGmFuCQAAylG3Qc8aH//DmlKJrXfeebP+A9JWe/f11xrnzg1PcR+9/XcnnHNudGcYao8WZqfnKua0DfQU65OLqIZNhRHepqVLG3r3Ltxq4ezZUYVBB9hi5JrKjHnTp2WsNue9Na9xs4EDgvLEocM+ffuNGXfbVtttd/JFF73w8J+XLlz4+F13hSmKMGFQdMPBw4efPObi8Kd5+fKJL730xjPPvPL44y/95dEgV2tyzVlf+umTT5VM28RTLHz4ox/Le2izgQO/fsMvL/3EiYsXLGicM+dv994b3X/k6WcE1dS+XT2krXRm7rTsrd5r2yq/DGX6O++kbRW32T83oUVSRY5CVUWfHHV1db54djXmlgAAUplbAgCAbBs8nhhmGp5/6KGoJxfedHM0029Rd/7nNbdfdVW48Odx4z7+1a9Fl7H332JNJDeOCBeaMzX/ofC5woDv7Nxc2WFQeMttty3cavY61mSsjzKj3nGX+g4aHKyjwSOGR+M+9R8y5MRzzo1KJX59ySXv32uvXptumrFhj169tv+nfwp/jvnSl954+ukfnnZq05IlYUw8jI/vceih2U8ajZQVqi82P3PYn6/8189/+K+fjQsX9jn2uBE77hhUU/t2dTxkVsbbLNfmmlGYNmvLlsVWNTeHb/W+BfcHmWmJ2PochWqoaxOsHZ6Wn+g6qnERpEGcAKBGyEkAAJAhDiptwGDiI7fdFkWldzvwwIycROigkz4VdXLetGnPPvBAdOfmI0YOGLp6nuF506e/9dxzRTd8fvxDhXdu/6EPRQtxU3mee/DBoKPEsfLnx49vXr686DqvPvFEGNcOVicYRsRzGLTP4aeeOmqX1dMmz5ry7m1X/Tj50GN33PHjM07/2n77Rpfk59lhr732//gJ0fK8mTNKPtHw7dfMEvH6354uusIu++138Kc/E/+6Rcqk0BXUvl3do6Ehmshh5qRJk199tehWixeESYLHouUw2VO4QpR+K/Rc2/tzuw/uGS1U9ihUSbJOIpmlCIzm1DWYWwIASOV0EACAopJXOm/YC5wfHjc2Wtg7MfdAUWH6YdcDDszbqr5btzBdES3f9bOfFm718l/+8vpf/1p4/wEnfiJauOeG6+OL+mNLFix44Oabgo6y5bbb7pALZC+cPftPv/pV0XV+c9n3o4V9jz1uPY9XuNPOuOLyaPn+G29MpnOam5rC6PmcKVOeuvvuotvOnbGmIGDgkKFBKcN32D5a+PNvf/vK448XrvDG008/+vvb41//8F8/i6ejqJJ27+p9j/94tHDbj64sutX//vznixcsCHJpgy1Gjixc4f9uuL61YGqK+TNmjL/11mh5/xNPjBYqexQqrq6Y+KG8NQNqVDUugpSWAIAaYW4JAACS0oKGG+qk8c1nn52Rm36goU+fvY48suT6+52wJjT8wvjx8cTXR3/xi5vnrrIPI7m3fO/SZOR30ssvX3f+eUWb2mX//T90xBFBbhSpH3/uzCW5gHJk8fz5Pz7zjKULFwYd6NTvfDc6Cr+/5icP3nJz8qGmJUt+9pWvhK8lyM2lceSZZwbrbfRuH/jnfzk5yH1luOHCb65qm2z5n446slv31QO8Pzxu3DP33Ze31WN33PF8rogk7MaOe+9d8ln2OebYePij//jiF8KjFj808aWXbhwz5nsnfTIqWdh0wJrZMn7xjW88evvtQTW1b1d//KtfjSonwldxwzcvCDMHyQ3vvvbaP/33f0fLnzzv/KLP+96ECWHjyRKNue+9F77TonuOOvPMYe97X3R/ZY9CNRROKbFhs5t0PHNLAACpzC0BAEC2ogPEd5gwwBotfOjww7NnOIjsdeRRN/a9eFljY3iW++exYz95/ur4b7jh537wwytP/dcwtn7vL3/5+l+fHrXrrpv27z9z8uS/P/Lw8sWLh44aNaNt7uWk0y793jsvvjhv+vTXnnzyoqM/tsNeew0atuXc6dNef/rpOVOmDB4xYu7UqR12Or31zjsfccYZ3CcGBgAAEABJREFUYWg7DFLfeNFFT95995aj37fZwIFzp7331vPPR/2v79btCz/6cdH5Cdrh0xde+Lc/3bto3rypb7xx97U/P/4rXw3v3LT/gJPHjLnpO98Jl//jC5//yHHHb/m+0S0trbOnTgkTCeGa0bb/8u8XlXO8evfte851vwgj7zMnTVq2aNGPTj9twNChW4wcGR6aBTNnxqvtd+KJJ1805opTTn731VdXNTf/4ryvv/vqK6dc8u2gbOHuevuFF7LX+fyVV0Z5hfbt6obevcNX/dOzzwrfEg+PHfvmc8+N3m23gUOHLZo7d8qEN8IEW7TasWednZYq6NGr11N/vDtcebs99ui3+RZzpk55+fHHF86eHeSyRCd944J4zcoehYrL+8QoWjAhRVHzqnERpLQEANQIOQkAANLkT1QbdLQwAP34//4hWt7n6GPK2SQM7O573PEP5oZX+vPY355wzjnRReW77LdfGP7+yZf+LWxz4ksvhj/xJrvst/+xZ511+b+snsAg71WGIfIxY8d+/zOfmTdt2uwpU6IZsCObjxgxZuy4rx94QFxG0AE+e8m3R2y/w28uv2zpwoWvP/VU+JN8dOCWW37lpz+Lp8RYf3369fv0hd+64YJvhMt3XHPNhz929LDRo8PlI04/o66+/vdXX714wYIn/nBX3lY9N9nkhK9+bf9PfKLMZ9ly220vu/uPN1363Ud/97sgN2ZR+BM/Gh7Q484++7izvxymAb7xqxu/d9JJs96dHN4/cqedg3URbhVtmGFFokyhfbv6wx/72IAhv7/+gm9Mf/vt9yZMCH+Sj4av5eSLLjrsX09N68DnLr/i+m9eULhh+ETn/+rGcMcm76zsUai4ooVWGzbHSQdTLQEApHI6CABAoegsMbqEZQMOvTLp1VeWNTYGubFoPnDwwWVutf8JJ0RpiYWzZz97//17ffSj0f0fPOywqx9+ZPytt7782F9mTp4cxohHvv/9oz+wexj1fufvf4/WKbxqZ8g2o6687/5Hf3/73+67b8bEicuXLNlml11G7rjjUWecuZ7TSrfPQZ/+dJhieeDmm6ZOmBD2Z96MGYOGDRv2vvd96PAj9j766IbevYOKOuhTn3p43Ng3n302TOf88sJvXnzb76L7Dz/1tAM/edJffn/7hGefnf72O++9/Vb/wYPDbuz8kX0/cuyx/YcMWZcnCTbp2/eLP74qbPDVJ5+Y8Myzb73w/Gb9BwwdNWqnffb58NFHx9MwDBw27OJx4645+6xtdtr5gOoH3Nu3q8MUwmV//L8/3firiS+9NOvdd2dMmrTZgAHhS9jtgAP3P/HE/ltskfGMexx66HfvvOv2q696Yfz4MA2z+fDhW2633T5HH733McdG2bU8lT0KFVc4sQRdSjWqJYz2AACdSfSPO7xtyVm1atXKnPnz5y9btmyTTTbZeuutAwAAyEk7e6xraRnUa5MANqjmpqbwrZlXOtCp/ftHj5r8yivhwvUvvtSnX7+g85sye/aCpUt65PTs2TO87d69e3jbLac+R9lEzZs+ffW864sWLQr/m/TMid4P3dvE74Tyc1eqJQCgRphbAgCAMgkgsjHo0dAQ0An54tnVmFsCAEjl1BAAgHIs+/vf61pbu/fo2TB0aMOwYQFAgYXPPjvlpl83rVixsqVl0y98oUfbAFx0QeaWAABSueQNAIAMrTktTU1Tzj8/umfEaaePOP30AKBA84L5jS+8EC23NjUFroTrwqpRLVEfAAA1oRonCgAA1IBkMFFgEWiHeKKa+Ne8e6hh1Qg1SEsAQI0wtwQAAIWEDoH11NLS0tomKPg88fFS86pxiKUlAKBGOBcEACBbHFUEKF9dTpyTUCrR1ZhbAgBIZQQnAACSXNEMHezye+4NalEyD5EcxylvHd9Ja1U1Dq60BADUCGeBAAAUlRZGBChHazEBXYa5JQCAVOaWAAAgjTAi0G5FUxHGceo6zC0BAKRyOggAQDbJCaAdoovlC0slfJ50EaolAIBURnACAACg4tJKJegiqnG4zS0BADXC3BIAAKRxdTPQbj43ujjVEgBAKnNLAAAAAJWlWgIASCUnAQBAmvha1/qGhgEnnxz+0qdHz3677x4AFNPvg3vu8pNrZs6f37hsafehQwO6sGpUS0hLAECNMIITAADl6H/yyd2CYIs+mwYAKXoMGBD+zJ85s25RY9CjR/x9M1rw9bNLqcaQ0dISAFAjzC0BAEC2OJ7orBFYV3V1dXk5CZ8lXYS5JQCAVOaWAACgpDiwCFCOujaF9wd0DeaWAABSyUkAAJAmL6oongiUI5mTqFtbvEJArVMtAQCkcjoIAEBRyQCiaglgXdWlyFsnoEZV4yJIaQkAqBHmlgAAIKkwaJi85DkAKKVotURAF6NaAgBIZW4JAABKElUE2qHowE0SFV2EuSUAgFRyEgAAFIovcy76K0C2vIKJ5J0BXYNqCQAglZNCAACyOWME1lWd2a27PNUSAEAqc0sAAJAhea6o0BZoN188uxrVEgBAKnNLAABQJlFFoN188exqVEsAAKmcGgIAUI4p550XpiWm1dVtceRRWxx1VABQYM5DD0649NJoue8VV/TYbruArqoamWxpCQCoES55AwAgQ2tOS1PTshdfjO7pt/seAUAprQkBXU81how2iBMA1AhzSwAAUFQymCiqCKyr6Jtm8tMj/lTxkdIVmFsCAEhlbgkAAAo5RQTWU0tLS5yEKExz+pCpeeaWAABSORcEACAp7/zQGCxA++RVS/gk6WpUSwAAqYzgBABANsFEoB1a1xbfmbdOQI2qxsGVlgCAGmFuCQAAikoGE50xAusqbwSnjOQENUm1BACQytwSAACU5IwRWFdFJ7hWfdV1mFsCAEjljBAAgGzOGIF2SM4tIRvRBamWAABSqccHAKAk8URgXRWmInySdCmqJQCAVOaWAAAgjRgiAO1TjVCDtAQA1AhzSwAAAFARPfoP6Lv77submppXrapraMh71CVxXUo1LoKUlgCAGiEnAQBAmjiiVN/QMPree7sFwea9+wQAKfrtuWf4M3nmzLmLGrv17FmXE+Q+TOQkuhpzSwAAqZwaAgCQra5NAFCG8OOivr6+LiH5kA+TLsLcEgBAKnNLAACQIS+eWHSdRS+/3NrcHKSrb2jYdKedgkzN8+Ytmzw5e51eI0b0HDw4e53Fr7/Wsmx51hr19X0/8IEg08rGxqVvv529TsPQoQ3DhmWvs/Stt1YuWpS9Tt899sheoWXZssWvv569Trhbwp2TvU64e8OdnL3OpjvuWN+rV/Y6jc8/n71C9379eo8enb3O8vfeWzFrVvY6fbbbrtumm2av0/jCC0Fm6LNbnz59tt8+yBT2JOxP9jq9R43q3r9/9jr+EJKi9ENeciL+DPEltCswtwQAkMrcEgAAFJU3+koYXkwbPeP1MRc1z5+f0VQYtdxz7Lgg04Jnnnnzsu9nrzP63HOHHv/x7HXeuvLK7EBqGHbf+777g0yLJ7zx6nnnZa8z4tTTRpxxRvY6k669dsEzf8te58P33BuGzjNWCCPmL5/ztSDTkGOOfd/552evM/WWm2ffX+KFf/A3v+k1PCu9ER7okp0ZuN9+77/s8ux1ZvzvH6aNHZu9zq4/+6/Ndt01e52Xv/bV7BXCNMBu116Xvc6c8eMnXfvz7HV2+O6lgw46KHudjesP4Uc/CrNiGSuEOZK9738gyNTuP4Ru3brV56z56GhbVirRpZhbAgBIJScBAECG5GXOK1eualy+vKWlJTyHXLVqVUvO6uWWluxGVq5cOWXmzLjBorGqJY2NQSnzGxc1l2pnxYoV2Y2EfS7ZmWWZweXIwsWLg1LtLC/VmdDUWbPqe/eOfy1spGSJQ2jxsqWl9/CyZSXbmT5nbvcePTM6s2rBgqCUZU1NJTuzaMnSku3Mmj9/Qal2SmpasaJkZxoXLyrZzpyFC5aWamej+kNoXrkyu5Fwq0r9IdTlCl+S5RFLm5Z3y4lzEkHi7VRODRY1QLUEAJDKWSAAAEnJato4IRFGFVdnIOqCRc0rmpvDgOc/RPmJ7DbDld6dNTNoO/nMC0pGT9fauDAoZW7jwnmzZmY0EmpZtSr7BDdcs2RngjJCwwuXLF5YrJ1kZ4LmMtISc2YHvXpldWZ+6bTEoqVLF5fqTGtTU8l2ps2dE3Srz+rMotIR/DAt8W7JziwrnZaYMW9uUOpwl9TU3Jx2uP9hyZKS7cxtbJxTqjOtG9UfQnNzx/whNC5d0pjrTJyB6N4mWSeRVy0RL1DDqlEtYbQHAOhM1pzgtrZGV7SFXx2j75Dz589ftmzZJptssvXWWwcAAJCTPHuMCiNi4TlklJaITylX3/vmmy0rVrTmxCmKZG4j6NGjLjfZQFZouLGxdfr0f0R42/rwj0bC26FDg379shoJN5k0qXX58vDRsCf/CPUm2gnjZPW5yQYy2mkN49RTp0Yxteh1JXu1ZpNBg+py4/tnBFhbp0wJm8rozOrbHXbI7kzdihUtEyemdWZNB/r3D4YMye5MMGNGy4IFed3I78yoUUHPniX28BtvRJ1J3cN9+tQPH579olpnzw5yVSBZnRk5MthkkxKdmTChNdeN1M706lWf+7KT1c78+a2zZpV47225ZbDZZiU68/bbrWEyIONw1+gfQv3mm0dvvG5r69GjR5yiCH+NEhXhQpylyOg/NWD69OnB6lTmovAN0zMnfEuEt3mJq2S+qiRpCQDoTDLSEsuXL29oaNhmm20CAADIic8ekyeQkXA5WSoRPxQP6BSlJfICR3nXRxeNQCWfNC+EmtdIXlOF7SSbqlRn8trZUJ0JCuLUwdrlCNXuzLq2s1F1Jkjfw2U2EmyI997G/4eQnEMimZZI5iTyxnTK6Dk1Y9q0aeHxrWxawiBOAFAjWl1qAABAuihaFEaO4gBlGFtsbbtWOkxIRHGlOC1RNAZaGPrMC0IVxk/Tgu9Fm8prJCgV1d0gnQnSMwrJqNzG1pl13cNF+5B8UcnodpkvqjY6E2zo916VOhOL0xJxciJKSBQdyin5WqhV1Ti+0hIAUCOcCAIAkKdu7flv45hjuBwGGcPbMNoYxyLDbESUtMiolggyI++RkiHdoF2X4bcWuwpnQ3UmKGPPFLZTq50pp53yOxMUi7xXtjNB0Infe1XtTF1bviHOQBQtj1Ak0dW0VmFuCWkJAKgR1ThRAACgltS15SSCtqBkHIiM6yTyqiXq2sayj041o3tKBkDzYqDxtu1oJ9lUWmeCtcOyG0lngvIyAe3ew0U7EyRyUR3Zmbw9vD6dKbmH16cz8Zp5TRVtpxqdCTbWP4RkT+oTkgmJeLlOQqKLqcaxlpYAgBqRPOEGAIBI3doFE0Fu+Pj4oWQgsjAnEYcy4/WD9JFnIq3lDRcTZF5B39q6DqP6VLAzQUrcPK2Fwnh3Roh5nV5UdmeKtlC9PVxmZ8rZwzXWmaC2/hCS8moj8qR1mFrVqrJJ3pAAAAivSURBVFoCAEjTKicBAECmOK6Ul5mIchLhQjTbRN7cEoUtpEU/I9nRz8J2ikY20wKp1e5M0XbK6UxhC1XqTFDs8vminQnK3sPr35mgcodbZ9I6E1T/DyEWfUTkjdqUzEkUfRZqVTWOtbQEANQIJ4UAABRV11Yw0Zq44jUKL0bZiOj+aGKJUDwtdlAQu4w3zwuh1q1duZsX90wLpGa3Uxg8Lb8zhc/eYZ0J1o4LV6MzJdtpX2eC6hzuvM7k3XblzpTZTsf8ISS3ystP1CUmkyhMSNT5HtoFtKqWAADSVONEAQCA2lA0MxGFF5OpiKRg7Qhm0dBn3p1BwbAz2Y2ktVY0flrxzmR3owM6k/dr+Z0pfw+n/ZrRjZKdCTrwcG9UnQlq/Q8hvq1L5B6SCYnko3lPQW2rxoGWlgCAGlFnbgkAANIV5iTiiGReKqK14OrswqaCghhopLXgWuy0dtIi5smtSjbSkZ0p7FWVXpTOVKQzQQ299zq4M0WTEMmFgC6mVbUEAJBGTgIAgGx5qYgoztjaVkURpFxPXbSdoFR0smQj5bSzrtHYqnYmKHvPBBvHi9KZ7EaCzvPe6+A9k3ab1778RNehWgIASOWkEACAkpKZicL769auqCgMXxZuVfRZ8i6tXZ92KtJIpTpT/p5Ja0dngs5zuCvSSCftTEY2IvDds+tpVS0BAKSpxokCAAC1JzppjIOSaQHHjNPLkqededHPouuXc+6qMxu8M+1op+Q6JdtxuDeSzpSfUqK2qZYAAFLVmVsCAICyFV7eXrR+Im2rSj17+etv5J0JKtSfTt2ZqrbjvbdhOyMh0ZWplgAAUslJAADQDhmXugttV7UdnalqIxtbO52xM1IRRFRLAACpnDICALCenFICkEe1BACQytwSAAAAQGVVI9RQHwAANcHcEgAAAEBlVSPUoFoCAGqEnAQAAABQWaolAIBURnACAAAAKku1BACQytwSAAAAQGWplgAAUplbAgAAAKgs1RIAQCo5CQAAAKCyVEsAAKmM4AQAAABUlmoJACCVuSUAAACAylItAQCkMrcEAAAAUFmqJQCAVHISAAAAQGWplgAAUhnBCQAAAKgs1RIAQCpzSwAAAACVpVoCAEhlbgkAAACgslRLAACp5CQAAACAylItAQCkMoITAAAAUFmqJQCAVOaWAAAAACpLtQQAkMrcEgAAAEBlqZYAAFLJSQAAAACVpVoCAEhlBCcAAACgslRLAACpzC0BAAAAVJZqCQAglbklAAAAgMpSLQEApJKTAAAAACpLtQQAkMoITgAAAEBlqZYAAFKZWwIAAACoLNUSAEAqc0sAAAAAlaVaAgBIJScBAAAAVJZqCQAglRGcAAAAgMpSLQEApDK3BAAAAFBZqiUAgFTmlgAAAAAqS7UEAJBKTgIAAACoLNUSAEAqIzgBAAAAlaVaAgBIZW4JAAAAoLJUSwAAqcwtAQAAAFSWagkAIJWcBAAAAFBZqiUAgFRGcAIAAAAqS7UEAJDK3BIAAABAZamWAADyRecHdTnGcQIAAAAqKA41xPmJZCAiaBdpCQCoEaolAAAAgMqKkxBB5SonDOIEAJ1efHKgWgIAAACooOgiyLxSifUkLQEAnVXytKA1Z8WKFZMnTw7WUTKf0b7l+DbuTLuXu460NJLd3jG87TcUe37D2iD7P8k7P/DO3xDasZ/TbqOV7ecy2fMb1np+wtj/7ead3zH8b+1IdYmERH19fV1C0F7SEgDQuSVPCFpaWpYvX17OCW77bqNnrMip2HqeoGf0sHovf4PvruRtRXZXje2ftOUauw0qoYb3jHdUOftnPd9RNbl/OuAdlbytgT1W8f2TtlyT76v1VMN7xjuqnP2znu+o5D4pvN87KnuPFS7bPzW5f7L3W0V03j1Qt7bkKwrWkbQEAHRKeedGPXv2DHMS4T2rVq3Ku43U5ZIWQeJ0oeKnVlTJxnkmTbVV5DtetIl3QqfmE6CrqcjffuEnQOEynUKV/va9EzZaPgGIFB7TtPv9968lG8/5f7RJnHioy1VIREUS3bp1y6uWSK62Tk8kLQEAnVt0itC7d+8ePXqsXLmyubk5vA3vj3ISLW2i5EQAAAAAkC5KMNS3CbMR3XOinEScpQjaVScRkZYAgM4q7/KE+HQhmYFI5iSiOyUnAAAAgKIK6yS6rS0umAgXgvZmJqQlAKDzqWubRCFoO2MozElEd+aVSshJAAAAABny0hIZmYl210xISwBAZ5I3xGReqUT4UHh+ECRyFXFaIsjlJKQlAAAAgDR1a89uXZiZiO9JZibWlbQEAHRi8VlCnJAICnIS0UzXqiUAAACAbHGaIS8tEWcm8tISgWoJAOg64nGckkM6xg+FzCoBAAAArKtksiE5zXWUmcgrlUiuXH5+QloCADqZvHGcgtxZQvLRuEhCTgIAAABoh7q1xdmIZLVEYMprAOhqkv/7o8xElJOIR3BKJiSkJQAAAIAy5U0yEYUa8hbaVyoRSEsAQGdUWDAR5DIT0ZhOUYVE9Gu8mrQEAAAAUI68GSaCguKJvEGc1pW0BAB0YlESInm6UDhwk4QEAAAAsK7yiiHy8hPB2tmLYF3UCVUAQCdVWAlRtDzC/3oAAACgHfISD0VHbWpHwYS0BAB0Ysn/40WX/aMHAAAA2q0w/ZDMQ7RvECdpCQDo9PL+m/vnDgAAAFRWYQaifTmJQFoCAGqG/+kAAABAB2h3QiJiymsAqBHxOYH8BAAAAFBZ65mKSJKWAIBaU8ETBQAAAIDKkpYAAAAAAAA6iLQEAAAAAADQQaQlAAAAAACADiItAQAAAAAAdBBpCQAAAAAAoINISwAAAAAAAB1EWgIAAAAAAOgg0hIAAAAAAEAHkZYAAAAAAAA6iLQEAAAAAADQQaQlAAAAAACADiItAQAAAAAAdBBpCQAAAAAAoINISwAAAAAAAB1EWgIAAAAAAOgg0hIAAAAAAEAH+X8AAAD//xnCi3AAAAAGSURBVAMAmWg9TCVsGt0AAAAASUVORK5CYII="/>
</p:tagLst>
</file>

<file path=ppt/tags/tag12.xml><?xml version="1.0" encoding="utf-8"?>
<p:tagLst xmlns:a="http://schemas.openxmlformats.org/drawingml/2006/main" xmlns:r="http://schemas.openxmlformats.org/officeDocument/2006/relationships" xmlns:p="http://schemas.openxmlformats.org/presentationml/2006/main">
  <p:tag name="MCDIAGRAM" val="mcDiagram:25d9e851-f712-4f1d-accf-4ee7e2a76413:2e9a4321-6302-44ca-82cc-e2020479fdf5:0:1"/>
  <p:tag name="MC:BASE64" val="iVBORw0KGgoAAAANSUhEUgAACCQAAA8ACAIAAAC+1NlDAAAQAElEQVR4nOzdB2BT1R7H8ZPZdO9BWWXvvTciQ2QoiAo4ceAAF07cCxH0IUMFVETBASKgCChT9t57U0bp3jvzneS2IZS2lGkL38+7xnPPvblJkxSe55dz/lqbzSYAAAAAAAAAAACulFYAAAAAAAAAAABcBcIGAAAAAAAAAABwVQgbAAAAAAAAAADAVSFsAAAAAAAAAAAAV4WwAQAAAAAAAAAAXBXCBgAAAAAAAAAAcFUIGwAAAAAAAHDlbDabAADcRFQqlbh8hA0AAAAAAAC4bM6MgbABAG5iJQ8eCBsAAAAAAABwGVxjBoUgcgCAm4ISLagclIb8472EeQNhAwAAAAAAAC6bOSc2essTJA0AcDORuYKbf8uAOiNlQ61Wi8vJGwgbAAAAAAAAUFJKrmC1Ws3GjMzoRQIAcHOx2oTJZNJoNLLtzBtKckfCBgAAAAAAAFwGZekkmTcou6GNRosrqSQKAChdsuLXp0cttFgsRqNRq9XKP+rlrcwbCBsAAAAAAABw7SlhgxyNUnYDajwtSBsA4CZgEzJskH/Cy7BBOCY0KEmDMqftkpEDYQMAAAAAAAAuj9VqpU4DANyU5J/wMmxQkgaNRqOspFQSJT0PAAAAAAAAsOVzLqOEUif2dxH3lwCAK2KxWEwmk9lsvtxcmbABAAAAAAAAJeIcdSJsKKUs6eL0/2xnvrR51RUAcEWUhfKs+UqeN7CMEgAAAAAAAC4DCyiVUsYYETXBFvePqtJI4VFNAMAVcYYNrgFzSWpEM7MBAAAAAAAAl0dZSUmg9MjcL44MtcX/o/JtJ8LuKeGdzp090auz31sv3y2ukcjj++UFp058w9mzZ+favbvWFXW01BrxTFf5VIvZfvp+tDzt3l6Vhz/RQVxTn40aKq+/f+/Gok6Ijz0rT/jf6GfEdSMvXtQP3qdLoHLOJ+8+LHcz0lPElRo/dri8Qsy5UwKlj+1CJbwXMxsAAAAAAACAMstmEZk7RNJPttxoofIU5Z8RKo0oHdat+nP0+4+88OqXDRq3F2VK1RoNdXqD0jabjIcObDG4e1Wv2dh5QkhoRXGzi6hW38vLr0BnyWsFo+y64iyZsAEAAAAAAAAomyxZImWByNogUvaK7GRV+aeEZ03x34moVm/RqvNfdc/KTC/maGk2fMQ4ZzspIeahAbUrVKw+ZsJCcSt54pmPmjS/raijb344QwAXImwAAAAAAAAAyiBrtkj8WZj3i+Q9tqwEYdOKikOFWicA4L9A2AAAAAAAAACUNblnRPLvInefSDliM2YIs1nVYLrQ+oqrtvzvX/7+64fIkwdq123e++4n09OSJ3w2fMzExfUbtj1+ZM/zQzs+9/IE/4CQfxbN2LtrvZe3b6OmHZ95fqzB3VM4qjIMe7xd3/5PP/X8p59+8Njaf+fJTnl3uU37ZXdOdobzqPJYOdmZ0ya/u2PbioT46IDA0PqN2g178XPlUtJHbz1w9PDOr6dvmDXz8x3b/o0+e6JSldoPP/ZWs1ZdRWly4tjeL8eNiDxxICgkvEHDdvc9MCK0XCXn0dzc7K+/eHnv7vWJ9p8xrH7jdsNf+p+bwaPk14+LPTN75v+2blqq1enadezbveeDBU645EOYTcZFf07buW3Vwf1bbDZrcGhF+W4+/fyYkpT8Lcon7z68fs2C2X9Fenn7zZ/z9XdfvTl1xtZtW5ZvWP3XsSO7gkLLd7vjgXsHv+h6l+X//PLPXz+eOL6vfsM2/e4bVuCC8mX87edxB/ZtSUtNDAmtUKd+q8ef/sjHN0Cg7CBsAAAAAAAAAMqUjJ0iY4E9b0g9LixGkZMqQgcJvzbiqk38/IUlC38MC6/S/c6H4mJOf/zOA5Wr1C1wzoJ5UzPSU/re81SHTnf9OW/q8r9/lrvvfPxzgdPadexjMuZuWr+odbteVarVl7GEDBtcT8jOynjhqc5RZ441atqpTbteR4/sXrnkVzlOPe6rZe4eXso5WVnpw5/oULtui8EPv3b44LYF8755f+T9//t6Wc3aTUXpkBh/7rXne/n5B3W7Y/DePRv+WfiDHHD/9qdtekfJBxkDvDys+8lje2vXbdm2fe/Tpw7LnzHy+D75I+jza0IU70zk4ZeHd8/MSG3ToXdQUPm1q/6QQ/yuJ1zyIeS78/qLvWVPRLX6XboPjIs9vXvHWrlbvkLVvvc8La6dUe897G7wlJ+ctp36zJ018Ydv3tfp3e4ekFfI+qtxLy9eME1+tHr0ejgmOvLtV/qFlqvsvG901MlXn+tpNObIFKR1255bNy+Vnyv5s4+bvFyg7CBsAAAAAAAAAMoIeznoPSJpmhAmkbhfCKu9081fJVLEyXfOnyWEypguKr8sDJdRx/jE0b0yaahRq+noLxYow/2rl/8+9uMnCpx2LurEtzO3BYdWkO12nfo+P7TzpnWL0tOSvX38XU/rcFu/7KxMGTa0atuzey/7l/ET4qJcT5j65RsyaXjmxc973533EHN+GS9HqH/+4dMnnv1Y6cnOSu/aY/DTL4yR7fad76pYqdaEz4b/u2xO6Qkb0lITnXM1rBbLu68P2Lnt313bVrVse4fs+e3nL2QMMGzEuDv7Pqacv2rZnM9GPTlv9pcDH3qlJNef+f0omTS88tY3t3W7T+4+/MRbrz5/p+sJl3yIP+ZMltGC6+ucmpLw8L31Vi79rfiw4bvJ7xQoEO3mZvhw7O9Fna/V6j7/colaY69P3qJV96EPNV/xzy9K2HDqxAGZNFSr2WjM+EXKR2vZ4p/Hjz0/uWHJohkyi/ros3lNW3QRjgLF7742YMfWFTJvqBhRS6CMoHo4AAAAAAAAUBZYMkTiPJH0rb1aQ9KBvKRB5gparcjYJpKXKpst6R8R/bvNlCa03pdzdbF08U/CPpz9tnNiQaeuA+rUa1XgtIZNOihJg+Rm8KhTv6VspCTFicthNObI4WY5+uwcAZfuHfxi5Sp1F8ydajLmOjtv63avs92keWd5m5wUK0oNjUYnAwClLcfZO952j3AsfKT0zP/tq/AK1ZwxgNS5270yzpk7a1JJLp6dlbFx/eKqNRoqSYPk4enz0JCRrudc8iFatu3xxLOjut95fvElX7+gwKAwGTkU/+gyoti3e90F256NxZzf8bb+StIgla9YLSw8Iikx751asXS2vB38yOvOj1a3Ox+QP1eBK5w7e1xpqFSqF16dOH3WngqV/8uC57hczGwAAAAAAAAASj2bVZz9UmSsFQYfkXZaWI3CZrP3q9TCZeV9mzwtO1kE91NVfVNo/S7rEY4e3ilv6zW8YDmmug1aH9y/2bUnIDDUddfdYB8+NpmN4nKciTwin2zdeq0L9Nep1/LUyQOnThysXrtx/sOFnX8sx1C1ubDHkulFQtw5cUXkZf0DQsQVCa9Q1d3jfKjjFxAs7Ks/2ReMios5nZuTqdFof/p+tLjwqWZlpqYkx/v5Bxd/8ZPH91kt5lq1m7l21nTZLclD1KzdVJkIkpQQs2Pryq2blx4+uD0+9oyf/yV+5I8/n9+k+W2ixAICLvxgeHhlpCcr7RPH9sjbgj9IraYnju5R2h279J8/5+vJE15duey35i1vb9mmZ/VajQTKGsIGAAAAAAAAoLSznf1WnJtnXyEpzTmHQC1sOSrvEOFdSSQfFjazzWoWudkiqL+q+gdC4y4uU1Z2ul7v7uZ2wR0DgsIKnKakCwWfntUmLkd8nP27//6BBce7/R0D1omJ0dVFXtjg/C588Y91aP+2kS/1Flekc7f7Xn3rG3FFtDq9625+yWX7M0xMiJa3Z04d/nXGmIvvGBMdecmwISMjVd76Xniaf2CoWp03gaAkD5GbkzVl0uurlv1uNGbLzqCQCvUbtd22KV1ca4aL3ilr/juVmZEmLvpBAl0+WlWrNxg7cfHX4185fGCr3H7+4VMfv6CBD758V37JB5QJhA0AAAAAAABAaacKf0CE9Lmgy5oj4n4Q2mSRftqRNFiEWaWqPEKUHyJUGnH5AgPLnT55MCc70+Du6exMTY4X10FAUDl5m5xYcPElZYkkX/8gcZkqV6n9xns/iCsSEnYZlS1KLtDxM95+x+ARb3wtrohSBqPAslFGY45Vvtclfogvv3h55ZJfW7W7s16D1o2adFJmDAy5v6G8jrhRvLztk2zkD6I8YYUSpTjVqtNswtR/k5Pios4c3bdn428/jfvmy5EyfOrYpb9AGUHYAAAAAAAAAJR6Gi/75ipzr7CeE9npIivGZjGJjBhVve9E8B32hZWuSLnwKjuFOHxwe6OmHZ2dhw5sE1dK5bK+UwHh5avK2/17NxTo3793o0aji6hSV1wmX7+gDrfdLUqTkLBKWp3bgb2brFarWn3+TVm2+OfYmNP3PzhCp3cr/grydVCrNfIdce08dmRXyR9Cq9Ov/Xe+n3/IOx//7Hw7cnOzExOilQDgxqhavcGOrSsO7d/arlNfZ+epkwed7bmzJh05tH3k+z/4B4TIrX6jdpUq1x717oPbtywnbChDKBANAAAAAAAAlDWWDBE3XdiM9voNMmlQB4tmf4mQO684aZCUwfofv/0wNydL6dmwZuGenWvEldLqdPI215h18SE50t2u010nju1d9Oc0Z+f8OV+fOXW4bcferlMryrRuPR+Ijjrx7Zdv2mx5CwodOrB14ufP79qx+pJJg3AsIdW8VbfI4/v+XvCD0pOVmfbNpJElfwgZMOh0blab1WQ6X3N7/m9fWSwmm7i8la+uhpIx/PTD6PS0vCoOK5fO3rV9lfOEhLiodav+2Lz+b2dPdpZ9oafQcpUFyg5mNgAAAAAAAABlTfxsoU4VaVE2Y7pwryOqfqDyvuzZAAU0bNKhS/eBK5fOevaxdi1b94iPP7t5wz/lK9WIOn1Uq9WJyxfmGCn+5cex61YteOHViQWOPvP82LOnj379xcvrVy+oWr3BsSO79u5aV7lK3Wde+EzcLB5/+oMTR/csmDflwL5NjZp2zM3N+XvBdBm0vPDKhBJe4ennxx4/tvfLcS9u2bQkrFzEpvWLCmQEl3yIth16Lf/nl0furdey7R3BwRWOHN6xffMydw/vrIy0AvMhrp+atZsOfuSNX378dPgTHdq27x0Xe0b+ICGhleJiTysn9Lt/2JJFM0Z/MKRnnyGenj6ZGakyhZJJQ59+QwXKDmY2AAAAAAAAAGVK5mFh3G3LirVlJag8m6oazLj6pEExYuTkfvcNV6lUcuTXaMwdPe7Pps26yH5PT19x+erUbyXHjtNSEk5HHkxMOFfgqH9g6JffrX1i2CdWq+WfhT9mZ2U8/szH46eu9PW77IINpZYc0//f18uGjRjn7ROw8I9pWzb+c/sdA7/+fkPFiFolvEJouUqTvl3d955nIk/sl29KUHD50V/8dVkP8dRzn7br2DctNXH53z/P+XW8xWx67e3vevZ51Gw2Hj6wVdwoDwx5491Rv4aXryrf6xPH9z7w6Bu39xjkPBoSWvHDD2QE3wAAEABJREFUsXNkOrVg7uTffh536MDW/vcP/2LyCqVqBcoKlXN+DQAAAAAAAFAMm4PFYjGZTFkpR+PXNJaddQYkyyEmgRvGZhYx34j0lSLllAjsI6q8LtSXXpCnJOJjz6rV6sDgcNfOTz94bP2aBXP/PqvXGwSAm1rS0cmxu0eaPTtqq0/xcDAYDHq9XqvVyj8ciqnComBmAwAAAAAAAFB2ZB0TcfNsiYdFhRdExMvXKmmQtm9Z8fC9df/4fbKzJ+rM8U3rF9eq05ykAcAlUbMBAAAAAAAAKCOsOeLUBzaTSdScJAI7i2uqWcvbvbz9v/1y5NqV82vXbX4q8uDeXestFvPDj78tAOBSmNkAAAAAAAAAlAk2ETvLZsxRVf9EFdBRXGvBoRU+n/RPj14Pp2ck/zX/253b/o2oVm/0FwsaNmkvAOBSmNkAAAAAAAAAlAU2m9BXVNX9TugDxfVRMaLW869OFABw+QgbAAAAAAAAgLJApRaBtwsAKJUIGwAAAAAAAAAAwFUhbAAAAAAAAAAAAFeFsAEAAAAAAAAAAFwVwgYAAAAAAAAAl2az2QRuYSqVSgBFI2wAAAAAAAAAcF5RoQJhA4pCDgFB2AAAAAAAAADcyi6OEFx7lLZLj4rI4RaUnyVYXXeLDxiIH25BhA0AAAAAAADAreXiOEFp5EcLeYfM2TGmrEhLbrLFnGo1pVvN6Xm39kaazZIlXO4rcLNQqXVqnbdK66XR+ao0Xiqtt1bvI281+gCtW5DOs5pK4+aaNyixQjEJBMHDLYKwAQAAAAAAALj5FTpfwdGwT1Yw58SZMk+YMk8a048b7Q17W1gyBVCQSu0WpvOsqvOqKm+1nlX0XtV0HlXUGr3KQTjih0KzB1KHmxthAwAAAAAAAHDTsl04+cCWR1gtObkpu7IStuQmb81J3mo1JgigRGzW3OhcuSWtP9+n0mi9ahsCWhr8WxgCWug8KqnOI3i4VRA2AAAAAAAAADebAhmD1WqVo7vmnLishE3ZSZtzk7fLjEFcEY3eV21fYMdL3grcnKzm3FSrOcNizrCZs0p0D5vFnL4/Q26npss9tT7Qzb+13q+ZR2ArN/9marXaNXhwjRmIHG4mhA0AAAAAAADAzcO1pLPMGOS/zVlR6VFz088tMKbsuuTd7Yvye5TTGcJ0nuV17iE6j/IanY9G663W2QMGlcYgcIuxGtNk6mDPHkwZppxYc1asMfucyV7PI8aUHW2zZBd2l8Ts2EVyS5U7aoN7aE/P8L5eYXfKZCE/eCB1uAkRNgAAAAAAAABlXoE6z3LPmBWdETUv49yC3ORtxdzRI7CZR2BTj8DGevfyOs8KAriQWu8jt6KOWoypMnIwZkRmJm7PTNhqyjxb8AxrTnb0fLklajzdw3p5hPXxDO0mEwdn6iAbznOJHMo0wgYAAAAAAACgDCswlcFqSks7+0f6md9ykjYVer5K7WZPFwIaewQ2kQ0BXAWN3lduBt/aPuXvEPbsISkzYUdmwpbspN256cddz7RZMrOifpNbosbbEHqHd4X73YPaazRqq9XmXGbJeTKpQ1lE2AAAAAAAAACUSRfWfLaZMqOSj3+ZGjlTWHMuPlnrFuRb8U7v0E7uAY0EcH1o9AE+4V3lJhyTHjLi1qedW5YRu9b1HJslPfvcHLlpvWr5VHnGq8L9MmzQaDQyYHCmDspnm8ihbCFsAAAAAAAAAMqYC2MGkZ28O/noxMzov+Q4boEzZcbgGPztRsaAG0yj9/WtcKfcrKaM9Jh/U6OWZiZscf2ImjMOJ+19MeXIp16Vn/Sp/JBW75u/vBJrK5VJhA0AAAAAAABAmeEaM1ittsyYpcnHvspJXF/gNI3ez7tcF9/y3T0Cm8nRWgH8d9Q6L9+KfeRmNaalnluWdm5ZVuIOIazKUWtuTNqRj9KOfeFZ8QHfqk/r3MtpNGr5MSdyKHMIGwAAAAAAAIAywDVmsJhz087MSTn+tSn9cIHT3LyrB1Z70Lf8HULN0B9KF7Xexz/iHrmZs2MTj/+UfOZPmzkr75g1I/PU1MzT37uH9fWp9pzBp7Zr5MDCSmUCf+IAAAAAAAAApVqBRZPSoxYm7H/HnHW6wGmeQS0Dqz3kGdJGAKWb1j00tP7LwbWeSo78PenkLHNuQt4Bmyk7eq7c3MP6+9V5V+8epkQOrrUcyBtKLcIGAAAAAAAAoPRyJg1WqzU3/WTczhdykjZccIZK6xvePbDGo27eVQVQdqh1XvJzG1DtgdSzfyce/8mYccJ5KDtmXnbcEu9qI3yrPKnVuSm1HJTIQTmByKEUImwAAAAAAAAASiPXmMFqzko89Fny8Skqm8l5glrr6V+5f0DVwVpDsADKJpVa51epr9wy4tYnHpuZlbgt74A1M/3oR1lRv/jVGeUR3FGjUWvkP3kVpFlVqTQibAAAAAAAAABKlwLrJqWdmZuw/31LTrTLwKraP6JfSO3n1DovAdwUvELayS0rYXv0nlHGzLxVwixZxxO3D8wI6eVf+z29Z0VH5MCqSqUUYQMAAAAAAABQilywblLakdidL+Ymb3E9wd2/frlG77h5VxPATccjqFm1235LOjk7/vA3VnOm0pkbtygmYaVXleF+1YdZrQZlloPMGtRqNVMcSg+1AAAAAAAAAFA6KHMZZMxgsVgTj3x1+t9OrkmDxi0wvPEHEe1/IGnAzUylDaj6QPXb5/tW6CV38jqt2RnHPzu3tmt26lGTySxZrfbfFGc4J/BfI2wAAAAAAAAA/ns2FxZjWtTG+5MOvCecFRocw681uvzhW7GXAG4BGn1AeBMZrU1386np7LRmHYvb2CP97FyTySIjB5nJkTeUHoQNAAAAAAAAwH/MdemkrKTdkSs7ZMetcB7VeVao2nFGaL2XVFp3AdxK3P3rV+04M7jmU0KlyeuyZqXsey5+zytGY6aSNzgjh7wiJ/iPEDYAAAAAAAAA/yXXpZOSjk05s6aHJfus86hvxb7VOs1y/XI3cGtRaYJqPRnR7jute6izLzf6l7iNvXLSTzqXVHImDeQN/xXCBgAAAAAAAOC/4bp0ktmYFrXpgcR9b6vyl05S67zKNxsd3vhdlcYggFubu3+Dap1me4d1dvZYMg/Fb+yedvZPllQqJQgbAAAAAAAAgP+A69JJxoyzp1d1zY5d4jzqGFqd5RPeTQBwkPFbhRafl2v0jkqTt56YzZKRuu+ZpMNjTGZzft7A/Ib/DGEDAAAAAAAAcKO5Jg05qQdPr+lmzjyef1AdVPMJx6IxYQIubEkpwmwu5gTrqShbVnYRx6yWwycFyj6/SndV6/Sr68Ji2acmJuwabjLlKksqKVMcBHnDDUfYAAAAAAAAANxQrklDZtz6s2t6WnPjlENat6DKbb8JrvX0+XK4yGfLzDHO+ceWnCqKGES27DhoLTRRyDEaZy0UKoGbg71keocZAVUHi/w31Rj3R/y2B3JzMuxZgz1tsDlLRgvcKIQNAAAAAAAAwI3jkjTYUs/+cW7jAJslQznk5lOraqdfPQIbCxRGFRYkh5aN4z+3rF5vy865+ATruROWnesL9mZmm2bPsR4/rKlZReCmodaG1htRvtnHzljOnLI+cfs92ZnxJpNFRg7OktFEDjeMVgAAAAAAAAC4IZxJg8ViTTr6VdKB9+WecsgjsFmlVhOoBV0MlU6r69Mle8d62+4xxj099EOGqLw9LzghN1ok7LMm3acO8FV6bCnpxq+/UetWalsNL/7iiYnxixfNPXxw3+lTJ9LSUwMDgytHVH3k0WcrR1QXN8QnH722ft1K2Zj9+0ovbx+BEvAJ76HR+Z7Z+qrNYl8+y5K+N3Frn4Amvxq8I+SuRqOWm2yoVCr5SydvBa4nZjYAAAAAAAAAN4KSNFitVpk0xO56JenAe86kwSusU+XWX5E0XJqXh9tTT9uyvbXus4yfjjCvX+9apMGWFqutHGWa/ouwWOy7cQnmWVN05f5QefqrI2oXc9X4uJhhTw+c9fN3O3dsSkyMMxlzY6LPbt64ZtjTg/9d+bdAKeYZ3Dqi3bcafX68lHM6aVvfrOTdeeUbLOcXU2J+w/VG2AAAAAAAAABcd86kwWq1RW8dmn7qB+ch/8r3VmzxP6FmDZISUVevrKp3v7C66RvsUO0aY57xrfXEadlvM5mFKUEdplFlLLEeibQeO2X6aaLGfbHKO9dibKSqFF7MNX+Y/lV6Wqps+PoGdOzUvWfve0JC7efbbNavJn2amBgvUIoZfGtHtJumNYQquzZTYvL2/hmxa5x5g1K/QZA3XGf8EQYAAAAAAABcX65JQ8yO5zPPzXMeCq71TFDNxwUuh7p1e/PM9ZqgleraGar4WeYfd6tvG2oPIdxzRLlAbe0o02+zhSpeX2uDCPOx7PPT1G+nMrgVc8GNG1bJ2+CQsO++n6/V6ZTOLz7/YPmyv7KzMjdvXHNn73sESjG9V0SVDj+e2vi0MSPSvm/NSd3zuKrpbx4B9gooWq1GdqnValZSuq4IGwAAAAAAAIDryDVpSDz0ecaZX/KPqMObfuBbvqfAZVIHB6pb3Gdcf0DXKkfdvKYu4LRl+8emTS3V3kbhX10dnKaJWa4OzFJVDLSpNZaoivohTYq/oJubITcnW75TqanJgUEhSueA+x6R8YNsBOX3fDrqzbVrlgYGhkz4auZvs37YuWNzXFx01Wo1X3jh7YqVz1efjomOmvv7zL17dsTGRMmrVY6o1rRp6569+svBbnl0/ryfv5v6hWx8Pm7atO8mHjt2SF7/s/99W+ApnTxx9OUXh+Tm5uj1bp/977vqNesIFEtrCKrSfvrpLS9mJ+2271uzUnY+qG7+p/CtJhx5g0qVN62ByOE6IWwAAAAAAAAArhfn4i0yaUiJnJl8+FPnofAm75M0XDFt2yamEwOtR6ZpwkyqNj00YTvV25eqPG1C6yfqNNQmrRPlw0TNetbFuzQt7xDpWaYNO0VqurZ/90IHmpu3aLty+aKE+NjHh/Tr0LFry1btmzRpXbFSxIMPP3XxyVnZmcOeGpSamqTsHty/+6UXHx0/8ccKFSPkbkpK0uuvDpWXUo5Gnzsjt00bVp04ceS5F950vc4no95IcizQJKMO/4Ag10NpqSkfvPeSTBpUKvXItz4laSghtc67cuuvIzcMzUnZb9+3pCTvGuTffKHwzIuLlHrRgrzh+qBmAwAAAAAAAHBduCYN6VGLE3a/7DwUXPtZ3wp3ClwOW26uyDEKo9FmNMmXVjugvyWtsdh7QphSVXV7qvu0UYW4C62/CGkrIsqL+l1t0actJ7Wmf1cbPxtqWThd07FFUUPMjz3+nKeXt2yYjLkydfh01Mj7B3R5+cXHFi+ca3XUmnaVnZWp1ek++HjCr78tf/LpEXLgWvZMnzZJOTrv95+UpOGufoPffX/c0KdfdvfwlLsb1q8scB2ZNPTpe/+w50b2u+cB+37+c5MfmDGj34yPi5HtYcNfb9m6g9psutMAABAASURBVECJqTRulVt/qfeqrOzacs+l7HrQmJ1msldvUGo3ULzhemFmAwAAAAAAAHDtuSQN1syEbTHbH1cJq3LIP+K+oBqPCVwOmxwtXrfTsmmL2jdJ5WNQuXnb9F5CFWSO8dDu3SpalBMBXUTrRkIdIDQVRcMHRW6cOBGprafTuW2xnPGyVX1SHRxQ1MX9A4LGT5zx/bSJ27ZukHmD8oCHDu6R2/p1K9778Au9/oKSD48/8XzzFu1k4+5+gw8d2Lt2zbJNG1fLjCEoOHTQ4MebNW8TEx3Vo+fdyskHD+yRJ6SlpsgPg2va0bJVh6eHvXrxk/lh+le7dm4RjnWcelIr4vLZ5ze0mXJy7cPmHPvEEWvmgeQ9jwc2/Ukl7C++s35DgbcDV4+wAQAAAAAAALgulKQhJ+1I9Kb7VTaT0uldrmtYg1cFLpNKp9V2bq4ODzTNnKYVq9X+2UJlECFmldosEq0iar+o3lC4Rwi1txBuwk0nkn9UNW6jsmXadhy05tyua9ex+OuHl6/49rufmU2mAwd2r161dMvmtcoaR3Lc/8fvv3LMYDivdp0GznbNWvVkliAbZ85EyrDB3cOzUeMW9eo1Pnxw37ZtG7Zv23Dk8AHlTKMx183N4Lxjg4bNLngG+d+1/2dxXv3wipWqCFwRrSG4cpvJJ9cNsZrS5a4ldWPSnuH+Db92pAs2rVZL3nA9EDYAAAAAAAAA15jNQSYNpqzoqPX9bOZUpd8jsEWFZh8LwfjmlVBptJo6NTTvf2icMVOV/Ke6apqqeYTwDpWjx0KlFbZsofYR6kCh8pDRhAh7WKRssG361bitpu6ZB1VeHkVdVr5NKclJKSmJgYEhvn7+DRs1l5t8+zauXzXqo9fkm7l69dICYYO74fzVPByrJEmJjnAiPS114oRRmzeusVjMclet1nh6eWWkp9nbqgvWtA8MChbFmjH968633eEYGcdl03tFVGo16dSGp2xW+1QVc+LfqYfe8aszSg6JOwIGe71o2SBvuIao2QAAAAAAAABcS84FlCzm3KhNg6y5ebWCDb61KrUcZx8Wx9XQ6/UPPmhr+Lppby3LmlO2vbtFUrLwqCLUYULo5MssVF72vCFrl9jxq/W4SbhVtsUmiKzsoq635O8/Hhp8x3PPPrBo4e/OTjkA3bb9bcEhobKdnJRQYIn/uLhoZzs+PkZpBAXZqxB/NvadDetWyqShU+ce77z3v19/W96yZXvlBLXmgsFYrebCT0L+kHd4+UqPPvacsKcXcX8tmC1wpdz961ds8ZkMqZRdY/RP6Wd+NZktZrO9eoNSwEHg2iFsAAAAAAAAAK4Z16LQCQc+NKXtU/p1nhUqtf5KpXUXuHoGN22HtprOz5gPhYm4VJEWI1Q2YcsVtgwhsoQtVdiMwlBLNL9N3TlUX3+pdfXI7NfeNW/dV+jFGjdpqTT+/GPW6cgTzv4jh/crVZoDA0MKfPl97drlzva6tSuURrlyFeT49c7tm2W7Vu36r40c1bptJy9v73THtIaLaQpMWcgf+H773bH3DHgwJDRctmf/+n1WZobAlfIMaRve+D3nbvbxD3PSjprMZnu5aEte3kDkcK2QowIAAAAAAADXkpI0ZMSuSjsxVelRqd0qtZyo0fsJXAu2lHTL6uXWXT/q2yerKlUUfqEicr0I2C2C7hamvcKrtTAeE7m7xI6VtrM51uQKNo82+ie7axrVKfRq5cIrtOtw+/q1KzLSU4c9M6h5i7ZVqtYwGo1L/vlDOaFXnwEF7vLHvF8qVarq5eW9YvnCs2cihaMAQ2hYuHzrZYRgNVriYqOTkxL8A4IO7t+9fftG5V5yhFujufR4rMw21BrNoMGPT/jio/S01N9m//DoY8MFrpRvhTtzUg4mnfzVvmPNSt//jLrpApXKU5WHxZSuGcIGAAAAAAAA4No4X6ohOyFu+1Bnf1j9V/RelQSuBevZGMv8H9X6lbp6icLkbt6WKbKPaCNyRLkOYs+PwpQuWvqK/d8Iv3ARUcW6/6TV527dff1VBn0x1xw+fKQyj8FqtWzZvFZuzkMtWra/9/5HC5wfEBA07vPz35f39w987vk3hWPxpQ4dbl+5YnFycuKjD/etXbv+gQO73dwM2VmZ8mhCfFz5CiX9GHTt3mf2rO9joqP+mP/rXXcPlLmFwJUKqft8ZsKW3PTjwh43HMk4/qmm1ntqtZq84dpiGSUAAAAAAADgGnBZQMkave1JqylJ6fcud5tf5X4CV89iMW/enTv2HZV1tSXGP2dDm9zjj1iyHrKl6G0+nrYNG8wrE+3ZQ8p8674z1qWbbVHnNA201t3LRK6x+Av7+Pl9M23u4AeHVq1ay8fXX+msUDFi6NMvv/vBODkqXeD89z8e37ptZxkuhISU63v3oMnf/Fa+YmXl0DPDXmvZqoNsmE3GyMhjgx948p33PlcObdu6XpSYfNCHH31WNkzG3Jk/ThG4Ciq1rkLzsSpN3iJmpugfsuJXm1xWU2IlpWtCxesIAAAAAACAklC+ti/H5kwmU1bK0fg1jWVnnQHJcohJ4PzrY008PCH50EdKp9YQWu2239RaT4GrZtl/zLJ2m/D1UFcMd2xhQqXK/WaGzn2yMOssqU1tFe9QRS/T1d1pPhRgVfdSmbeqfQ8Jo9mif0Y/6D6hu9pVXj4d9ebaNUtl45fZy3z9/AXKlNQzf53b9UHejsbft8VSg2eom16n1Wrklj/L4Zb+0yzp6OTY3SPNnh211ad4OBgMBr1er9VqlYkgxd+dZZQAAAAAAACAq+VcQCk7eU/y4dF5vSpNheZjSBquFZkuaB4f4JoZ2OKTVKnbbFZPi/Yu3f33i9Ag83yjNWqD0NXW3XuPLf0Oy6q/RfwClfvflmMtNXWqC9zCfCv2SY9dmx690r5jSc44+IKm0UyNxj6GrrYTLKZ0lVhGCQAAAAAAALgqytohMmmwmE2x24cKm1npD671tLt/fYFrROXjVWB2guXoKVu60ax/Sv/wU6rwUJVGo2ndyrS/ss1QV+Xno64Urnv4cXWXj8xR4Za16wRLvNzywhu/p/Mor7QtqRuyon41Gk0Wi9VischPB4sAXSXCBgAAAAAAAOBqOSY2iJST08yZx5Qe94DGQTUeFbhubHKAODNLe8dTbo/dK9zclE51hTBV5T7qOg1E/vfTNa0aur3+uvAPsxw/I3BrU2s9KzQfI1QaZTcn8jNjbmp+7Ya84g1EDleMmg0AAAAAAAAoEWo2FMq5gJIxK/70ihY2S4awF6TVV+8yT+seJnA92XKMKjeduHDdG2tqukqvU7kbLjjVbLGZzCp3N4FbXtzBSYnHflTa2tCHfGp94Oam0+skrbKq0i27ktJV1mxgZgMAAAAAAABwVRxhgy3x4EdK0iAFVX+UpOEGUBn04qIBULWvd8GkQdJqSBqgCK75pNYtSGmbYn/OSTvkmNlgZXLDVSJsAAAAAAAAAK5Q/rQGW3by3owzvyqdWvfQQBZQAkorlcYQUu+FvLawZh9712g0mS1mZ9YgBPUbrgRhAwAAAAAAAHAlnHWhpfg9I2SH0h9W7xWVWi8AlFa+5Xs6i7fbMrZlxy40mSyOwg0WZ96Ay0XYAAAAAAAAAFwhZcGVtNO/mlJ3KT0eQS29y90mAJRuYQ1GOuvNGCM/MRnTlcWUFCymdAUIGwAAAAAAAIDL5qwLbcpNTTrwQV6vShPe8E0BoNQz+Nbyj7gnb8ccnxX5lcnkiBssVlKGK0PYAAAAAAAAAFwJpVpD6olvrKYkpSegykCdZwUBoCwIqfWsWuejtE0xPxizE/PSBiY3XBHCBgAAAAAAAODy2PJZzLmpJ6YqnRq9X3CtoQJAGaHW+4TUflZpq2y5ued+ZHLD1SBsAAAAAAAAAC5b3rSGUz/bzClKT1CNx9RaTwGg7PCv3F9rCFHappiZJlO2UrlBmd/A5IbLQtgAAAAAAAAAXAbntAar1ZJ24kulU8YMctRSAChbVOrA6g/lNa1pOdG/ybBB/s8RNAhcFsIGAAAAAAAA4PIo0xoyYxZbss8oPf4RA1QagwBQ1vhX6ueck2SJmW4yGanccGW0AgAAAAAAAEDJuExrsCYfnZDXq9IEVn1Q/Hf279v1z+J5hw7tS0pKKF++0r33PdqhU1fXE4zG3Nm/fr9509qkxIRGjZvfM+Ch6jXriGvq60ljFi2cIxtTvplTsXIVcZ39tWD2ujUrDh/e7+vr16PHXYMfolrGZbi3f+eszIzqNepM+HKmuNaGPnFP1JlTgYEhM35ZLMoCGRP6V7kv8eh0+47xrClxqS6st0VnlXGDWs2X9S8DYQMAAAAAAABweWw2kZWwyZS6W9n1rXCnxs1f/Ec2bVz90fsvO3ePHzv06SdvJCW9fFe/QUpPRnraiBeHRJ09peyuWb103boVr7z2YafOPUTZJJOGKV99prQT4mPVGo0ArkJg1UGJx2YIm0W2jee+0wf3NJstGrX8ZMm4QSXJfFHeChSLZAYAAAAAAAC4DMriKqknvnL2BFV/VPx3vp82Ud56+/g+9sTzjz72nLuHfUGYH6d/lZ2VqZyw5J8/laShdZtOTz3zipubwWqxzPhh8rVdHCa8QsX6DZvJzc1w3ZeT2rVji9J4ZMjw0WOn9LjjLgFcBY0+wLdCr7ydrH25yZvsKyk5VlFSFlISKAFmNgAAAAAAAAAlkr+EkshNP5YTt0zp9Axpq/eqLP4jpyNPRJ2xBwlDHnuuR8+7ZSMnJ2vWL9Nyc3OOHztcv2FTi8X8x/xfZH/5ipXfevcztVqdmZnx04wpMdFnt2xa26pNR3GN3N1vsNzEDSF/BHmrUqnvG/ioAK6FoOoPp55ZoLTN0d+bA9rItMFisajVKmVyg8ClEDYAAAAAAAAAJaVUa0iL/F42lZ6gag+J/06liKo/z16alJQQEhym9JhMJqVRvkIleXv27KmkxHjZqFevsbIAfbPmbWTYIBu7d28rNGzYumX9+++8IBufjp26dev69etWJCTEh4SE3X57Lzm4P+PHyevXrUxMjK9Zs26Hjt169Rmg3Ovimg3K2v2t23Qa/vzI32b9sHPn5vj42GrVaj097NWqVWsW80OdOnX8rz9n79q5Vf5ctWs3aN6ibZ++9+n0enlo547Nb48cppwm34pePZrLxoLFmzSaguOcD9zfIyUlsdNtd/Tv/8Dc32fu2rVVDhrXb9DkxRHvKJM/RH7pgjvu7B8UFLLgz1lWq00+0IMPPyUPpaYkL/przqZNa86cPlk5onqDhk379X8gIDDIeX2jMXf+3J/XrlkeExMlH12+2q1adbjr7kEGd3fnOSeOH/76y7Fnz0YajcaQkHKdO/cY+MDj4kolJSY8NPgO2XjiqZfkuykfXf5QGrX8oZoOe+4Nbx9f55mXfPJOyUkJM3+csnHjKvkj1K/f9KWX33WdmGI2m5f98+eq1UuPHzskX6K6dRvd2eueAtU+MtLTvxjP4wDmAAAQAElEQVT3waEDe9Uaddt2tz340FOuRxf8MWvq5M9lY8jjzw2475G8y5pM8pWXL2DVarUmff2zKB30XhFeIe0y4tbLti11tTEjUqetrtVqNPapDRplcgORQ/EIGwAAAAAAAIBLc05rkGOPmef+UDr1XlU9glqI/5SfX4DclLYcFF608HfZaNGyvX+AfXBZjjsrh4KDQvMaIXmxREpKUvFXnjhh1Lmo00pbNmbOmCzHr48e2a/07N2zXW4Gg/vt3XoVc5ETJ44+9eS9mRnpyu7+fTtHvvbMlG9/8/cPLPT8fxbP/2rSp1arRdndvWuL3GQS8O4H44qPKAp16ODel1581GrJu9q6tcvPnTvzxcQftdrz46JbNq9V8hipSpXq8vbwwX3vvvN8Rnqa0il/ZLnJ4fvnXnzrti49hWMprQ/efWnXzi3Oixw+uFduB/bv/uDjvLLhe3dvf/ft5+WQurJ75vQJ+QJGRh5/461PxNVZsWzRd1PHO+OutWuWJSTGfT5uWv4zucSTd4qPi33mqfvT01Lzr7M0OvrMFxN+UGpgyBRh5GtPnzhxOP/5n5Tbkn/+6Hv3oKeeyasRkpOd/cqIx2S/srtwwW/r164wmU3Oh+hy+53fTv1CvpsyoHKGDZs3r1Vels633SFKk4Bqg5WwQTIlLDJ7DbcvpaSx54sqlZqk4ZKo2QAAAAAAAACUiDKtITt+jdWYoPT4VihFo6WvvzL0+WEP5mRnNWjYbOTbnyqdyUmJSkOr0ysNnTavkZaaXPwF4+Ji3nn/f3PmrXr40WeVHjls/eDDT8+as+L1N/NGzOVI9yUuEnuuefO2037446dZS9p36Crso9ipWzatLfTk6HNnJ3/9mSNpUN038LE33xnbpt1twj4sHvPF5x/IzKB69dqjx06p4kgd5PivbMtNrS6yQHRsTFSdOg0nff3zDzMXdu3WRzhmG/y1YLbrOTJpCCtX4aWX3+vV+96WrTqYzeZx/3tfGazv0LG7fA7KKHlubs6k8aPiYqNl+8C+XUrS8PyLb//62/Lxk2Y0bGTPnPbv37Vv707hmBMwadInckjdy9t38INDXxs5qlnzto6Xa2lRP/u2reufGNJPbv+u/FsU6+SJI48/+YJ83C8n/1q+on0Jr4P7d8uXTnncSz55p9TUJK1W99Szr77w0jvlK9ivc+zowcWL5ipHp303Xkkaqteo8+rrH8vTPL28hX2ywq/r1qxQzpk/72claYioUmPEKx88+fQIGcU5cw7Jy9unect2snHk8P6kxLzfmo3rVzn+rerS9U5RmngGtdS45WVglsTFZovFXrlBKd3gDBtRNMIGAAAAAAAAoESUsCEj+g9nj1+FUjRaeu7cmbxG1Jn88dy88gaSTq8r0EjPn21QlPYdbm/dppOHp9ftXfPmLnj7+N4/cIi87dipe0BgsOyJiYkSl/LoY8PlaL6/f2DPXv2VnpiYc4WeOW/uT2aTUdhXCnrxkSHPtmvf5a13xjZp2lo4QoJ161bIh27YqLky6q1SqWRbbsV85VzmEK+PHFW1Wq3gkLDnXnxLec4LF8wpcNobb37StXufZ597XafXb1i/8uyZSOGop/3GW5/I5zDk8eceGWJfu0kO2c/57UfZSE7Ji3BOnjialJRQo2bdd9///Jtp836fv7p+gyayf/PG1UotjUceffaBh4Z26tzj3Q/GBTomlyz4c3ahTzU7Kzv63Bm5ZWdliWKFhIb3H/Cgj69flao1OjjyG5H/RpTkybv6+JMv+951f/c77pKZjbIU1aKF9rAhMTF++bKFsiFfsU/HTu3c5Q552ocfT1Tu9dPMqUpDeSXdDO6jx0y+vVuvu/sNfuvdsQUe4rYueYHc6lVL5K1MjDZtWi0b8o0ranbLf0flUy7v9VTlHjVlnJDhjcVqcWQNApdE2AAAAAAAAABcwvk1lCzmrOhFSqfBr57WPUyUGp+M/nrGL3/3vWtgYmLcZ2PeVuYceHl7K0dNxrzFbYy5eQv7eHt5F3/B8uUrKQ2P/CIHERHVlTV2nJ1ZlxoZlyPRIaHllLaXl4/SyMnJLvTkHds3yVutVten7/1KjwwS7rk3rypG5Mlj4jIFBYcGBoUoba1WW72Gvd5ATHSUxWJ2nqPV6WVaUOA5SP36P+DsvLv/YJXKPpQaGWl/Dg0aNlMCj78WzB729MAhD/WZNm1i5MmjMotSzj/jGPGXFi+a+/qrT8ntrZHD5HC/sM8XiRZXJyKimrPtfEmViKIkT95JJkARjmWjpMDA4GrVawl7kY9I+UHftWOLsvZUzzv7u3t4KOfUrtOgTr1G9nPORJqMRrmlOEIXma/I5EM5p179xgZ3D9dHaduui9Kzfv1Kebt9+6bsrExhX0Ophyh9fMt3d7bNCQtkzqDMbLASOJQAYQMAAAAAAABwaUrakBX/r82covS4jkuWBhUrV5FDxk8+9ZJSAHne7z8Je0WHvC+PKzMGhKOysdJQijoUQ5e/8pIyVC05SysLx6QB+78uNQLr4TL0fL5SQhH3ysy0T7YICAhyrakQEpKXVcTGXvYwvbvB/YInk/f8bYn5S/pI5cqVdz0nK38uiAwqnJ16vVuA4+WKjbE/Bz+/gA8/nqgsPSQc+cHfC+d+8vHrLz3/iFIkIyEhVjl08sSRfXu2K1tGur06QnxcjChMh05dFy3ZJrc7e98jiuXmdv6H0uS/UDZHCYeSPHknb29f113/APtHRQ6up6YmZ2blXyc/qlEo74XNZo2Pj3UuyuTr6+96TsCFnyv5VnbqbM8VDu7fk5SYsHH9v/anrdF27FS6fn0U7gGNnAmiNWmxsoySxWUZJSKHYlAgGgAAAAAAALgEZZDRvoZS1Pz8PpVv+f++YIPZZIqMPH78+OHmLdoGOtYIUms0Hh5e2VmZyqC2f37t6MSkvOH1pPyGcn4x1OqCyxOpL79GbjEFFS4mB/HT01ITE+PNZrMzb0hOzluzKOzCVKAk4uJj5BvnXGdJeU1kdhIYeH5AXFk+yMnHL2/oPCE+1vmI8q1Xlk5yJhO16zSY8u2cbVvWb9++cdPG1fJk4ah58MtP3z4z/DVnxjPms2/qN2wqrim1pshvkJfwyStSL6wQnpJs35Xvl4+Pn2/+TIWEhLhCzwkNKyffI6UzO/uC2S0ZFy3PdXvXXkv+lr84tnXrVqx3hA2t23R0TpgobXzDuyUenykbKtNpc8YBi74xExtKiJkNAAAAAAAAQHGUUUb7GkpmY3bcP0qnR2BjZy3Z/9DqVUtfGP7gxC8+WrNqqdJz5tTJRMcAcfmKEfI2vEJFpVDBrp2blUV+jh05qJzZqHELUcrUrFVP3los5j/m/az0yPaCP2cp7YjK1cVlkqHL9m0blHZKStKB/btlIzgkzDVgcJ1FIdWqWU9pzJ37k7KUkLAXWpiltCMi7M/hwL5dMlQY9dFr9Rs0eWbYaz/+tOjLyb+6OWZRHD16QNhnAOR9O37Hjrx1jeTQ/KejRs6cMWXnjs3iuinJk3eKi4t2fhhkwHP8mL0cdGhYuFqtrlWrvtK/eNFcGf8o7UMH9+7fv0s2KlaMkC+gm5vB19ceZR05fMB5zaizpy8uPF6vfuPQMHvO8evP3ynTO5S5DqWTT3g3Z9ucsNhsMbOSUgkxswEAAAAAAAC4BGVaQ2bcEmHJVHp8ypWKRWCaNG2lUqnls5v27YS0tJTyFSr/PPMb4VhRp0OH24Xja/u9+9w744evY6KjRo96o0GDpkp13woVI+R9RSnTs2e/FcsWyec/fdqkAwd2t2rVcf68n8+cPins2Unllq3bi8v39Zdjhz8/Uo6Y/z5nhnyhZE+3br2LOb9d+y7fT5uYlpqyZdOa4c8+cNfdA9evX7l9qz2x0OndevUeIBvHjh362fEyfv7Zu4MHPxkYHLJ37w6lGEa16rXlbcvWHdw9PGXUMfvX6VmZmXJ3zeqlShWNe+9/9Pq98iV58q7eefv5Bx580sPDc/as6WazvaqHUgw8rFz5Zs3bypwmOSlh6BMD7r3vkdiYczJ4sFrtocXd/Qcrd+/avffcOTMSE2K/nDT6wYeekinXV1+OKfSJ3dbljlm/TFNyCIO7R6s2nURpZfCrq3UPM2fbJ8FYkxdbLK8oKylp7GGDWskbVJc/xedWQNgAAAAAAAAAXEJewYbYFXn7Ko1v+VLx1eyAwKChT4+YOvlzOYz+26zpzn45Uty7731Ku1fvezdvXnv44N4N61bKTekcNPgJUfrUqdfo2eGvyx/HYjFv3rhGbkq/r2/AyDc/dXMziMvk5e2bkpL0zpvDXR9CDvcXcxcPT6933v384w9fS01NOhV5bOL4j5V+tUbz/ItvVYqoKtt39h6watUS+ZK6PknJx9dPjrkLx3pQr7720dgxb+dkZ/21YLbclBNkZNL/ngfFdVOSJ+9Uq06D48cOT/5qrLOnfsNmMldQ2iNeff+9d148duSATAimfTveeU7P3vd0v+Mupf3AQ0P37tl+5PD+vxfOlZvSGRQcqiwq5apb9z4ybFDaHTp2LTCbpLTxq3BnwtHvZUNtjrFkHrPo6zqmNQgmNhSPsAEAAAAAAAAokrMorBxszE3OWwDH3a+uWu8jSoe+dw8sX77S3N9/OhV5PDs7MyysfJeud/Yf8JDzBC9v77GffTNzxpQd2zdFRZ0ODQ2/f+CQzl3++4ITherVZ0Djxi0W/Dl7587NcXExAQFB1WvUlgmEX37xicsi7z7ilfcmfjHqxInD1WvU6dipe7/+g+XIe/H3qlu/8dTv5ixeNHfTxtUnTx7z8vKWr7AMdZRZC8Kx8tJ774+b9t2Ef1f8bbVaZAoSElqufsOmAwc+5ptfNaFVm44Tv/xp/vyfDx3YK98aeVqHjt2fevZln/xyCNfJJZ+8U5UqNV4a8d6c337YumVdSGh459t63HX3ILU6b+F9+YJ/MeGHlSsW/7ti8eHD+zUabVi58v37P9DptvMxm/zBP/9i2tw5P61dvSw1Nbl5y3YdO3VbumTB6n//KfBYYeUqyNf/2FH7qk2dbyulnz0nr5C2StggmVK3WnxrOVdSUqtVTGsoiop1pgAAAAAAAFASyqC7xWIxmUxZKUfj1zSWnXUGJMshJnHzUhZQkkON2Zlx51bkLYgfWO2hkLovCJRiD9zfIyUlsVLlapO/mS3wX8tIT3tocE+jMdfL2+fX2csumff8x2zmg4vaCZuj6IV/b/can7kb3Nzd3fQ6GTNppJs1b0g6Ojl290izZ0dt9SkeDgaDQa/Xyx9b7YhZir87MxsAAAAAAACAS5CRQ27SRueuR0BjAaAElvz9R7nwCov++l0mDcIxraG0Jw2SSusR0DArcads2jJ22Gs2OKY2KCspUbahKIQNAAAAAAAAQJGU+RyONZS2ODvdCRuAkpk396ezZyKVtreP78DBj4uywCOgiRI2qEznLDkxVn1FZSUlm00tUAReGgAAAAAAAKBwSJBAQgAAEABJREFUyleYle8y5yRtUjr1XlU1el8BoARq1a4vb3V6t9u79R4/8Ud//0BRFrgHNHK2Lelb80s2WPNKuKAwzGwAAAAAAAAAipQ3s8GcY07bp/R4BDKtoQz4efYSgVJgxCvvy02UNY6l0tRCWGXblrnTau0rgwars148CsPMBgAAAAAAAKA4cmwxO3mTMuwoKNgA3ALUWk83n+p5Oxk77ElD3rQGua8icigUYQMAAAAAAABQJEfBBqsxZZ+zh7ABuBWc/03PPW4xG5US0UrkIFAYwgYAAAAAAACgEM4VU+RmyjqpdKq1njqPcAHgZmfwraU0VMJqzT3jCBqcCymRNxSCsAEAAAAAAAAojhxYNGedUNp6z4oCwC1A71nB2bblnHJMa1DSR5KGwhE2AAAAAAAAAIVzfovZkhWp9Og8KggAtwC9R3ln25odaVXYmNxQJMIGAAAAAAAAoEiOQUWjNTda2XX9sjOAm5jWPVSoNHk7pjMFakQLXISwAQAAAAAAACic8v1lY/pxZw/LKAG3DNX53/fc00rM4KzaIATrKRVE2AAAAAAAAAAUIn88UZjzq0MLZjYAtxLn77vKeIY1lC6JsAEAAAAAAAAoyJk0yIYp44Sz33UZdwA3N71H3swGlSnKZrW4Jg3kDRcjbAAAAAAAAACKY8rMDxtUGq17mABwa9C5zGSyGU9bz09sIGkoBGEDAAAAAAAAUDhlVNFqjFd2tYYgAbiYNOGTXj2ayy3q7OlCT/h60hjlhDOnzi/GlZKS9Of8XwVKPa1bgLNtzY23/2lgzQsayBsuRtgAAAAAAAAAFMK5WIrVkqX0qLUeArg6v/783WMP9125YrFAqXfBr7w1K39SAzMbCqcVAAAAAAAAAAqTN7RozVZ21RrCBlye8AoV6zdsJhtuBoPSM+e3H3NzcwTKAtdfeas5Ky9nsJ2f3KBSqQTyETYAAAAAAAAAxVBZzZlKi7ABl+vufoPlJlA2qbXuzrbKlnNhtQZ7zEDe4IqwAQAAAAAAACjE+UqwzmWUdO4CpdvxY4eeH/agbDz/0js7t2/asmWdl6f3sOfeaNWmo9VqnT5t0sYNq+LjY318fCtXrvbs8NfDy1d03jcmOmru7zP37tkRGxMVGBRSOaJa06ate/bqr1bnrUUvPwzTvp2wYf2/aWkpzZu3vW/QkEs+n68njVm0cI5sTPlmTnZO1kvPP6L0Hzt6sFeP5h06dn/jrU8ESivXfNFmzTy/iFJe6kDMcAHCBgAAAAAAAKBocjjRmrfoDTMbypCfZkxJSrRX9jbm5tau00A2Pnr/5S2b1ypH5SG5PT/8wdFjJteoWVc4ija//urQhPhY5YToc2fktmnDqhMnjjz3wptK57jP3nPWWli7ZpnMLYJDwgRuXmqdy6+8JTu/jotAoQgbAAAAAAAAgCLZC0SbM5Q2BaLLEJklNGnaqsvtd8ZER/n6+a9cvkhJGpq1aHt7115RZ079+eesjPS0ryaNGT/pR9k/7/eflKThrn6DGzVqHhMTNXPGlOyszA3rVyphw769O5Wkwcvb5777hwQFh8yb+/OxIwdK/pQqVowYPXbKu2+/YDLmlq9QefjzI+UTEyjFXPNFlbCHjpSGLgZhAwAAAAAAAFAsW67yb7WGZZTKDC9v3/c++EKn1yu7c3//Sd4GBAa/98E4jcY+KOrvH/jlpNFHj+w/uH93nXqNBg1+vFnzNjKZ6NHzbuUuBw/sWbtmWVpqirIu/8IFc5T+N94cLWMM2WjZssMjD/XKzEgv4VNy9/Bs2Ki5siiTu7uHbAuUbhfki0qheJW4sHIDziNsAAAAAAAAAApnH1O0ZDt31VqDQBlRt14jZ9IgnT17St7m5GS/+cYwpSc7K6/ud0zsORk2yCSgUeMW9eo1Pnxw37ZtG7Zv23DkcN6sBaMx183NEBVlv4Jao1GSBmEPDzzk+c6lmXBTUmkMNotjToPlggLR5A0XI2wAAAAAAAAAiqY+HzBYzTkCZURgULCznZyUYDYZZSMrM2Pfnu0FzkxMiJO36WmpEyeM2rxxjcVilrtqtcbTyysjPc3eVtnnIqSkJMnboMAQ1/v6+wcK3NRsFmNeS6UTKBZhAwAAAAAAAFAUlf1G7SGsWfLfVpdZDijltOrzI58+vn5qjcZqsTRs1GL02MmFnv/Z2He2b90gG5069+jYqXv9Bk2nTv5MKdKg1tjDBpkrJCXGZ2Vnut4rMzND4OblmNNgzdtRezgnMzCtoVCEDQAAAAAAAEBxVBpPmxI2mLMEygit9vzIp0ajDQoMiYuLPnbsYFpKio+fn+xcsWzR/v27qlat0a7D7b6+/ju3b5adtWrXf23kKOVe6Y5pDU7h4RWPHzuUkZ4Wfe5sufAKssdiMR8+vE9cJqVmA6PVZYLV7JIvqqkPfwlqAQAAAAAAAKBw9hFhVX6RWKuFsKGs6tzlDuFYRmnES0OWL/1r/doV30wdt+Tv+d9/N1Gj1qhUKo0jnIiLjU5OSpCNg/t3b9++Ubmv2WxfWKlL117K7mdj3j516nhiYvyXE0fHx8WIy2Rwsy/MFRt7bsnffyz4Y5ZAKWY1n5/IYlOfrw8vPzACF2FmAwAAAAAAAFAk+6iiKm+QkZoNZdfAQY+fPHF065Z10efOfPG/D5z9Q554zsfXPtGhQ4fbV65YnJyc+OjDfWvXrn/gwG43N4NSRDohPq58hUotW7Xv0/f+vxbMPnxo37ND71fuHhQcmhAfKy5HxUpV5aNkpKdNHP9x3fqN+949UKC0umDlNLUHEUPxmNkAAAAAAAAAFE75/rJzZoONmQ1llpvB8P5H458Z9lrzFu2UdMHH1//V1z+W+YFygjzUslUH2TCbjJGRxwY/8OQ7732uHNq2db3SeHrYqyPfGtOocUsvb9+27bu8OOLdgQMfE5fpjTc/adioufxYVa5czdFA6XXBymkqllG6BBWrgwEAAAAAAKAkbA4Wi8VkMmWlHI1f01h21hmQnFdF+eai/KRmsyXXaIrbOsicvFZ2unlVq3rbbAHg1pAZv+n0puFK21R+oiG4s4e7wd3dzeCm1+t1Go1a5SBuFklHJ8fuHmn27KitPsXDwWAwyB9Vq9Wq1epL/qQsowQAAAAAAAAUR63xVBrUbABuKVbT+ZoNQmOf2aDKJ3ARllECAAAAAAAAiiRHFdX6IKVtNiYpJaMB3ArMxsTzO9pAMobiETYAAAAAAAAAhcj7/rJNqAyVlB6bJdecHScA3BqMGWeVhk2obbpywv7HgrKROhSCsAEAAAAAAAAokhxV1LpXdu4as84KALcGY9YZpWHVllOpta5rKLneQkHYAAAAAAAAABTDpvV0CRsyCRuAW4UxMy9ssOkqKClDfthgkxtJQwGEDQAAAAAAAEAhnN9i1rpHODudg48AbnrO33ertry9fItazYSGYhA2AAAAAAAAAIXLSxs07ipdiNLjXFYFwM3NlB0jbJa8HbeKzmkN5/+NCxE2AAAAAAAAAEVSRhXV7nk1op0FYwHc3Ewu05hsugpqlTo/ahAoFGEDAAAAAAAAULi8pEGOMhryw4bMSAHgFuC6ZppNX/GCSQ0EDoUhbAAAAAAAAAAKKlAGVpM/s8FmyaVsA3AryEk77Gyr3CraQ0d71QY1eUNRCBsAAAAAAACAIuXViPas6+zJStwpANzsshJ2KQ2LLkKl1qtcKjYIFIawAQAAAAAAACic8wvMboFtnZ1ZSbsEgJua1ZyVm3FcaVsMjdV5VK7TGkgdCiBsAAAAAAAAAIqUV7ZB66X2qK30ZCUxswG4yWUlbHW2rR6NZaygdiyilB802EgaLkbYAAAAAAAAABTO+S1mOcio9W2hdJoyz1iMKQLAzct1ApPNo6VGrXEkDcJeuIGCDUXQCgAAAAAAAABFU5ZP0fi0ENEzlZ6shO3e4beLa81ms61Yvmjj+n/37dslBzcjqlR/4qkXq1at6XpOXFzM7F+/37p5nd7NrUWLdgMHP+7r5y/KoHNRZ2b9Om3H9k25uTlBQaEfj/4yMDD4kveaNOGTfxbPk41vps0rX6HS2jXLPh01Uu4+O/yNXn0GCOAacU5gsmrCVLogR+Ko0mg01GwoBmEDAAAAAAAAUIj8ZdmVTWUIbJ+df0gORF6PsOH77ybO+32mc3f3ri0vDn/4s/99V6tOfaXn8KF9b40clp2Vqewu+HPW6lVLx3w2tWLlKqJMsVosr786NCkxXtmNNpn8/QMFUDrYLLnZKQeVtsXQyBEzqJU5Dc66DQIXYRklAAAAAAAAoEh5yyipVBq9v8oQoXRej7IN8XExf8z/RTYqV6720svv3dnb/j19i8X8/bSJznNm/TJNSRoGDn68Z+97ZCM1Nel3l3yirDh58qiSNNSsVe/d98d9OnaKHMMVl8/XN6B+w2ZyCwgIEsA1kp2yVwYOStvirlSHVikbSUMxmNkAAAAAAAAAFMlZs0HSeLcw50TKzpzUo1ZzplrrKa6dzZvWWi328c133v9fufAKXbv3ORV5fP++nQcO7LbZ7NVoz5yO3LJ5rTyh+x13PfTIM7Jx7uyZ3bu2rPr3n8cef65sLaaUmZk3OaNFy/at2nQUV6pho2YNG00VwDWVlXA+TbS5N1EWUFISh/zq0Goih4sRNgAAAAAAAADFyc8bVDq/lub4OY4+a0bcRp/wruLaubNX/9ZtOiYmxsukQekxm03ytnz5ysqwpswVlP4GDZoqjWbNW8tOs8l4YP/uNu06F3rZ48cO/TRj6okTR1JSkoODQ6tXr933rvvr1m/sPMFqtU6fNmnjhlXx8bE+Pr6VK1d7dvjr4eUrul5k7erlv/8+I/rcGYvFUjmiWqtWHfreNdDdw6OIH0U+c/Oyf/5ctXqpfPSgoJC6dRvd2eue6jXrKEdfGfH4wf27lfbPM6fK7b6Bjz0y5NmLryNTlmnfTtiw/t+0tJTmzdveN2hIgRMKrdmwfOlfK1f8ffrU8azsrGrVa1WvVrt3n3vLV6zsvFdGevqE8R/J52C12lq0bPfIkGFTvh67ft3KkJBy02f+JU/46P2XN21cLe/y5NAR074dHxNzrmHDZh+OmnjJi4944dHDh/Y1atzyiaEvfP3l2MjIY1qttlq1WvLpZWdlfvft+JMnj3m4ezRq0mLgoMfCylUQV6qYd23unJnffzdBNoY//2bPXv2dr+QD9/dITU0KCAye8fNi+Ykq/n2fP+/n76Z+IRufj5s27buJxxzvY4UKlbZuWS87x034oVbtvKW99u3Z8fqrQ2Xjrn6Dhz49Quk8der4X3/O3rVza1JSQu3aDZq3aNun7306vV45umrlP5+NeVs2Jn710+nTJ/9d+bf8APv6+nXo2O3hR591neMiD82Z/WNMTJRery9XrsLgB4fK90tcfxnx65WGVe0jDFUc1aEdKykxs6FYhA0AAAAAAABA4ZxlGxwrqKjdAm/PPqZR1ldJO7f02oYNao0mKNePMWIAABAASURBVDhUbsru8mUL5bC1bHTr3lvpkWmB0ggODlMazpNTU5MLvebuXVvfemOYzWZVdmVaILf161eOHjOlfoMmSqccWFcmTEhJifFye374g6PHTK5Rs67SOfvX72f88LXzmocP7pXbtm0bPh07RaMpZHRRDuWPfO3pEycOK7tnTp+U25J//uh796CnnnlZXI5xn723csVipS1zBTkyHhwSVvxdfps1/cfpXzl3D+zbJbclS/6c9NXP5StUkj1GY+6rLz8h0wLlhOXL/tq5Y7N/QCEVI1KSkz756DV5vmyHh1csycUVZ89EvvziY8odpV07t7z/7oty2D0nO0vYX5/UZUsW7N+3a+p3v1/Z4lGi2Hft9m69ZIog3/RVq5Y4wwb5M8qkQTimxSif6ku+74pPRr2hLHjl5mbo3uNuJWyQwYwzbJBtpXFblzuUxj+L53816VOrNW8ZIpmHyW3Bn7Pe/WBcgWrn48d9dOJ43udEhjFzZv8gXxCZNyg9ztREys3JTk9Lff+dF5574a077uwnridzdkx28r68tkc7JWNw5A3nazYIFIaaDQAAAAAAAEBxnGUbtAZ/jU8rpTM9dq3NkiOuA6vF0qdnqy8+f1+2+93z4D33Pqz0p6QkKg3nN8R1Wn3+oaRCLzXrl+/loLMcF5489bfZv698dvgbMtKQ11eKQ0grly9SRpybtWj72shRDzw41MvbRw77fjVpjHLCqchjM3+cIht+foFDn35ZXiGsXHnhGGdXxp0vNu278UrSUL1GnVdf//ipZ1/19PKWuwv++HXdmhWy8fQzrz7x1EvKyV279x09dkqPO/pefJ19e3cqSYN8So898YJ8ehFVa8iwRBQtLSXl15+/k43yFSu/9Mr7I98a0659F+EYqt6xY6Nyzh/zflGShqrVaslrPjH0JbPZfOzowYuvlpmRLl8u+VQHPfCkHMEvycUViYlx8vWcPuOvb6bNU6YvnIs67efnP+nrn6fPXNi4SUulp9AHlX6Z+c0TQ/rJLfrc2UJPKP5d8/MLaNGqvXDMOYiPi1Hu8m9+ZtOtW29RgvfdSSYNffreP+y5kf3ueaBl6w7KW7lm9VLnCTIEkrfyx1RSCvmcJ3/9mSNpUN038LE33xnbpt1twlGS5IvPP1AWCnOKijr93ofjf5+/5oOPJ2i1OtmzYvki5VBM9Fkl4qpYqar8CA1/bmTFSvYq6N9+80VyUoK4nlKjljjbVu/u9vXTNM6aDSQNxWFmAwAAAAAAAFAc17INuuDeltQN9l6rKS3mX9/yPcW1Jodrnd8K37tn+7EjB5UFiDLSM5ROnU6nNLT5jYyM9EIvpYQQqanJZ85GhoSW69VnQKPGzYOCQg3u7soJc3//Sd4GBAa/98E4ZZqCv3/gl5NGHz2y/+D+3XXqNZo/7xdlYsQbb37SoFEzYS+T0Hzat+P9/AOErZBHTEyMX75soXLNT8dOVZZaqlmz7ssv2ldA+mnm1PYdb69eo3ZWVt7PEhYWLi9Y6JNfuEBZsUo+9OgmTe0ZT8uWHR55qFdmET+s5O3rO/7LGcePHqpStWaVqjVkT6VKVZSv3qelprpe1s3gPnrMZDnCLtu16zR45aXHCr3g4Aee7Nf/AaVts9kueXGnxx5/Xr7gjpermRw3l42+dw2U8YZstO/QdddO+4pY0dFna9aqd/GDpqamKJmKTEEKfVaXfNe6du21ZdMa+ZRX/bvk3vsfMRpzN2xYJU+rV7+JEn5c8grOx2rZqsPTw1517nbq3GPxwt9lcnDs6CH5Ph4+tC852Z6B3d61l3LCvLk/mU1G2XjiqReVl65tu9veefO5nTs2nTh+eN26FR07dXderUOHri0duUjzFu1kJLZ/386E+Fj5U2u12j/m/aosI/bWO2MrVopwvJLNhz5xT0521tIlC+4fVPj7dU2kncuLUizCy+rRUiYNGgcKNlwSYQMAAAAAAABwCUrYIMcb3YJ7ZR97VyXso8BpUcuuR9jgHxA485d/0tNTpk4et3vXltdeHfr1lF/lGLG3j49ygslkymvkL9Tj5fi++cXatO10+tTxmOioTz56TT77Bg2aNW7SsmOnrmHuedUCzp49JW9zcrLffGOY0pOdlVe6OSb2nBx0PnM6Urb1ejclaRD2b5pHvP/ReFGEXTu2KN9e73lnf2dRBzmaLy8lR7HPnok0GY3OmRnFi4qyPzf5tJWkQZIXrFevsXPxn4vJt6ly5Wpyk6Pha9csW7925e7dW5VDubn2aSjy0RMT42SjfoMmStIg1anb0Nc3QFllqIBGLkHIJS/uJD8pzsIb7u55VcSr5K8g5OGR15OdlSWuyCXftVZtOnl6ectUZtW//8iwYcO6f5UVnLrcfmcJr+B8rAYNm7k+tAwVZNggHKsnybDBuYZS59vy1lDasX2TvNVqdX363q/0yNftnnsfkmGDbEeePOYaNlSqXNXZ9vLO+wznZGfL9tmzkcqujECc58jfQhl9xcZGi+vGmHkmJzVvZSez1+1qjU7DzIYSI2wAAAAAAAAAiuQs22Cv3KCSY4/eGr/21pRVwl5FdqPVnKnWeoprysPTS24BgUGPDHl2xAtbcnOyFy+a99gTz/v5BSgnyBFzpZGbHzYEBAQVeqkHH346Iz3977/nyQBAbsrq+T/NmPLMsNd69uqfnJSgfAk9KzNj357tBe6bmGAflFeG5p3j8peUmT9lISgoxLU/JKScDBvkSHF8fGyB6tNFUaZlBAVecB1//8Di77V29fLvv5sQF5c3Hu3j6680lPcxJuZcXr+3n+u9/Pz8Cw0bAoNDSn5xJ61W6+xR5zc83POiF7XmEivbPzP8NbkVdbQk75p8Ard37b3gj18jTx6VcdFqx6pHWp2+U+fuJbyCU2BQsOuuzI1Cw8rHxkStW7tcfj7Xrl7m6GzofE8zM+3zTuQHUj4H573ku680CuQE7u7na4xrz9f/sE+ZkZ8TZeeSz/DaSnNZQ8ni3U2nTGvIyxvUVIcuHmEDAAAAAAAAcAn5yyiptFqNLrhXriNssK+kdG6FX6W+4lrIzso8fvzI6VMn7ux9j9Lj7e2rNOJi7SvvO8OGREfBXmEfNc6r4hAYGFzoNeUzfva51wfc/4gcFN65Y/PevTvkKLPFYp7y9WctW7X38w9QSjg0bNRi9NjJhV4hMDAkPi4mJTlJniZPVjojTx6rWCmi0OrQvr55g/gJF44Iyys4no8mNKycKBmZKyQlxmdlZ7p2ZmZmFHOXgwf2fPrJSDlaHRgUetfdA5s0a+Vu8HhiyN3KQ7s+vbT0FNc7JiUXXgbAZQT80hd3UhVW9lmlvjaD1D6+fpd816Qed9wlwwbZkKnArh2bZaNd+y7ujkkVJbyCQnvRu9y9e9+ZMyafizq9+t8lSu7S6bYezqPyU5qelio/ospqSEqnstSSsJd2KO96qWLqY/v5B549Eymf54JFm27k+H5a1DKlYVH52zyaOtZQUmuUqIFZDZdCgWgAAAAAAADgElzKNqjcArsLlZvS71ze/epNnfK/11958qtJo48dPaT07Has7C9VqFhZONasV3a3b88rR6xUGNbr3eq6rHvjZJ/TsGje1K8/37xp9T33PvTx6C9n/basV+97hb0YgOnEiaMyLVDmDRw7djAtJW/wfcWyRRPHj1q44DdlgLicY4l/q9WybVvegybExw57euDdfdp9M2XcxQ9aq1Z9pbF40Vw56Ky0Dx3cu3//LtmoWLHwiKJQ4eEVHT9FmrNOsoxJDh/eV8xddtrX8LF/L/75F9+UP3LVqjXT0y+opiDH2X0cecO+vTvllZXOA/t2OZ9qAUrV4hJe/MYoybsmRVSpXq16bdn4Y/4vRscMmG7d+1zWFfJO1hZ8v7p0yyvPMGXy58KxtFHHTt2cR5UqFPKd+mPez0qPbC/4c1bes6pcXZRMSEiYcBRL35X/W3DixJGxo9/6/bcfT0UeE9eHMf1kbsZxpW326iZfKCVosG/50xqY3FAMZjYAAAAAAAAAxXGupCTHG+XQo1bvrQm4zZL4j+zMjN9szIjUe0WIq9asWdtlSxbIxttvDnt0yPDU1OTZv34vHN+ab9uus3AUS2jStPXOHZtWLl8UGhqelZW5xrGIze3derl7FLKUk8Fg+HnmVDl27GZwN7i5t2rd8fSpE5F5A7Wqao5ixZ273PHbrOlZmRkjXhoycNBj7u4e30wdl5Ge6uZmUNbW79mr/78rF8vGhHEfDbj/YS9Pb6W2sBwFrl691sUPGlaufLPmbbdv25CclDD0iQH33vdIbMw5GTwoJa/v7j9YlFiXrr3WrrH/gJ+NefuFEe94efn8NGNKfFxMMXdxMxiUxqGD+5q3aCeHuX/9+TulR7aVRrfufefOmZFrL1fwbP97HkxIiP19zgxRAiW5+I1xyXdN0bVb7+PHDimZSkBgcOMmLS/3CoWSMUC9+k3279uZlposd5s2a+2ccyP17NlP5hYylZk+bdKBA7tbteo4f97PZ06flIfKV6zcsnV7UTK3dekpP+eyMeqj1wYNfrxqtVozZ0w5fHDv6lVLqlSpUTmipKHFZUk8+auzbfGxr6Gk1crAIX9iA1MbLoWwAQAAAAAAALi0vJkNKvtKSvrQQdmOsEEOqiYen1Gu0bviqnXo1HX16ts2rv83PS110oRRzv6HH322arW8Yf3Hn3zhrTeOpKYm/frzt0qPwd3j7n6Fj+BrdbrnXnjrw/dflgPr48d96Hro/kFDAgLtZR4GDnr85ImjW7esiz535ov/feA8YcgTzykzAOrVb/zIkGE/Tv86JSXxu6lfOE9o3bazsyZwASNeff+9d148duSAHIye9u35UtI9e9/T/Y67RIm1bNW+T9/7/1ow+/Chfc8Ozas2HBQcmpC/mn9hd+k448cpZpNRvj5rVi+12Wwy6tBqdWazybmsU7/+g7dsXnfm9Ak5EC9jDNlTvUYdvc4tMTFOpVYX+3wuffEb45LvmqLL7Xd+9814JQiRbdeB8hJeoSjyajJsUNqdOvdwPVSnXqNnh78+dfLn8nE3b1wjN6Xf1zdg5JufyjBDlIzMMB546CmZlmVnZX7/3URnf7sOtzdr0VZcB1ZjWsqZv5S2RVvRZqjPGkqXi2WUAAAAAAAAgEtzrqQkxx7dAtoJQ02lP+Xs3xZjkrgW3nhz9PDn36xRs56MELy8fWvVafDeh+Pvvf8R5wlVqtaY+NXMbj36yjF3eULtOg0/HzetQsWIoi7Yqk3HN98ZE16+krLrHxDUoGGz19/85KFHnlF63AyG9z8a/8yw15q3aKeMMvv4+r/6+sdylN95kfsGDvli4g9yfFlex93DUz6r51965613xjpLOBTg5xfwxYQfXnrl/cZNWsrz5fOsXrPua2+MGv7cSHGZnh726si3xjRq3FJepG37Li+OeHfgwMeKOb9ipYjX3xillLOOOnsqMDB40tc/1a3XWO7u3LHJbDZ4Co0dAAAQAElEQVQrL4J80Xr3ua98xcohoeF97x409vNvDR7u8pCh2KHwklz8xijJuyYcZb1bt+motHve2e8KrlAUpdC0cBSdbte+S4GjvfoMmDx1tv0VrlBZp3cLDSsvE4Kvv5klP73icgx+8MkPP57YoWN3eQXhWNLq/kGPvT5ylLg+Ek/+IqwmpZ3j+4hW0mjs/zjWUFK7LKMkUASVjOAEAAAAAAAAcCk2B4vFYjKZslKOxq+xD7PWGZAsh5jELUD52S0Wa26uKSc3Nz1qvvHYy8qhwBpDQmoPEygLli9b6OPjV6lShBzCdg4cPzjojuSkhJIUTIa0a+eWt954VjjSrHffHyfKPpsl58iyO60m+5JTFnVgduU/ZODn4S5DKJnL6N30ep1Oxg7qmz5sSDo6OXb3SLNnR231KR4OBvnz6/UyeSnJ5A6WUQIAAAAAAABKRBlq1NhXctcagnsbT40VJvuSPsknfwuu8bhKU9IlYvAfWv3vkh2OCtsdOnbv2cv+ff89e7bLpEE2atSsI1A0+Srt3bvDy8vnmyn/U3q6dOklbgopZxYoSYOU6zNQo9W7TGtQikML5jRcEmEDAAAAAAAAUCJ5ZRscKylpdTptucfMp0fLfqs5M/n0HwFVBgqUet173KWEDWvXLJWbs9/N4H5Xv0ECxRrzyZvOdr36Tdp3vF3cBGzWxOM/KU2rcLf43m3QapTS0I61lM5XbCBvKB41GwAAAAAAAIBLcy7YLgce5fCjHIQ0lBso1J7K0cRjM+SQpUCp16FT19feGBVWrryzx93Ds3WbTp+OnRIYGCxQND//wKDgUOGo9jzwgSc++Gi8uCmkRa80ZZ1T2kaffhqdt1YJG7RKcWgV5aFLiJkNAAAAAAAAQEnl14iWLDq9lzpksDXmW9lvzolLi17uE95doNTrdFsPuQlcJvnh//GnReKmk3h8htKwCY3Jb7CbY06DTuec1aBmDaUSYmYDAAAAAAAAUFKukxvkSKR7hSE2lU45FHdosrBZBICyIz1mdU7KAaVt9Oyh1gXKjMGeNGgcBRuUqQ2soVQyhA0AAAAAAABAiSijjfllG+yrrOgMIZrA3spRU+aZpJOzBICywmqO2TfWuWfyfzi/VENezQbHGkoqYoYSImwAAAAAAAAALo8yuUHrKB9rqPS8UOmV/vjD31hykwWAsiDh+ExzdqzSzvXornKr7JzWIP9RqykNfXkIGwAAAAAAAICSUopE55dtsJeJ1rlX0IQ9oRy1mjPjDn0lAJR65pyEhKPTlLZNZcgNGGb/ddZqZdggN2WdNKo1XBbCBgAAAAAAAOCy5VdusH8P2lDpGZuunNKfcvrPnNTDAkDpFndgos2So7SzfR7RuIW4TmvQ5BWHto+fkzeUEGEDAAAAAAAAcBlU+RzzG9SO5d0N+kqv5x+3xewdLQCUYjkp+1OjFittiybc4jdYxgx6nY5pDVeDsAEAAAAAAAC4bI6wQWUPGzT20Ul98B3Cs5lyKDt5X2rU3wJAKWU7t+tj505W4KsanZsyrUGn1TKt4YoRNgAAAAAAAACXp5DKDVqtvsr7tvzRtrj9E5wrtAAoVVJOL8hNP6q0c93aCs9WzmkN9olKjl9qIoYrQNgAAAAAAAAAXCE5IumY3GD/TrTeu6Ym+AGl35ybELN/nABQypizY2MPjFfaVpsmN+jl83WhHbfOaQ1KpihQYoQNAAAAAAAAwGVzTm6QtI6lV/Q6nb7S8zaNv3JCyql56edWCAClh816ZttrVlO6spfrM0jtFq7UachLGhwpgxI0CFwmwgYAAAAAAADgCimVG+Sm1WjseYObnzZilPPoud0fmrNjBG4ikSePrV2zrKijqSnJvXo0l9uno9507V+zeumRw/sF/mvxR6bmpOS9EWZthMn/MSVm0Otl0qBxFHu3L6KkJA3kDZeLsAEAAAAAAAC4Es4RSaVyg+P70RpDcBcRNEg5wWrOPLv9DWEzC5R9GenpY0e/NezpgYcP7iv5vU6dOv7yi4+N+eTNpKQEgf9UVuKuhCPfK22rTZcZMlqr95C/s/akwTGtQetYQEn+WhMzXBnCBgAAAAAAAOAKqfIImTYolRvs35Ku9Jpwq6ackJ28L+7QFIGy79y506tXLSn+HPkpqN+wmdwqVYpQerZtWX/o4B6B/5olN+Xs9teFsCm7WQEvqd0qK3Wh9XqdkjTkZQ1Ma7hSWgEAAAAAAADgKiiLKSmVouXApcXiaak6wXxogMqWI48mHvvRM7iFZ1ArgZudl7f3mM+mCpQ+Z3e8aclNVNo5bu0sPn3dnEmDMq1Bq6Uu9FUibAAAAAAAAACunDIuKccobTYhxyutNpscvrT6Vs+u/KE18jXHKbao7W9V6/y7xs1P4L+QkZ4+YfxHB/fvtlptLVq2e2TIsClfj12/bmVISLnpM/9ynrZl87rlSxccOLDHYjHXq9+kQ8eunTr3UA7NnTPj++8mKu35836W27PD3+jVZ0CBB0pNSR58fzfZ6NCx+xtvffL+Oy9u3bJOOfTR+y/L2ynfzKlYuYrAjZV04ueshC1K26IJyw19zz6nQe/YdNqLpzXgyhA2AAAAAAAAAFfr/OQGq8aqs1qtOktw7+yUNaqUhfKoxZhyessLEW2/UWncBG4sozH31ZefOH3quLK7fNlfO3ds9g8ILHDaZ2PeWbXyb+fuxvX/ym3xwrnvfzje3cNDoMzKStgaeyAvKLIJTWbwJxqtt0wE7dMadDrH0mcsoHRtULMBAAAAAAAAuCrOMUo5XqnVapRVWeQ4pqHqB0JfWTknJ2X/mW2vCptV4Mb6Y94vStJQtVqt10aOemLoS2az+djRg67nrFy+SEkavH18nxn2+quvfxxRpYbc3bd3xw/Tv5SNDp26D3tupHJyh47dRo+d0rpNx0s+9CNDhvXs1V9pP/zos/JeIaHlBG6gnNRDp7eMEDaLspvl+5Qw1FImNLi55Vdr0J5PGwSuAjMbAAAAAAAAgKvlupiSHLeUA5hWvdVq8zJXG28+dJ/KZpJHM+M2RO8ZVa7ROwI30MIFc+Stm8F99JjJXt4+sl27ToNXXnrM9ZzfZv/g+Ldq1OivqlWvLVvNW7Qd+viA1NSkhQt+GzjosZCQsOo1aisnBwWFNGzUvCQPXaVqjXLlKijtyhHVSngvXCum7JjTm4bZLNnKrtHQyuw32E2Z05B3q3UsocS0hmuDmQ0AAAAAAADAtZE/ucH+VWllcoObTx115dEygVCknP4z4cg0gRvFZDQmJsbJRv0GTZSkQapTt6Gvb4DznPi4mDOnT8qGDAOUpEHYSz379Oh5t9KOjDwuUNZYjCmnNj5tMaYqu2ZNxazgD52lGtz0kq5AqQaShqtE2AAAAAAAAABcA66LKSmTG/JWawm+U1V+pPO0+MOTU88uFrghYmLOKQ0f7wuqc/v5+TvbmZkZSiMoOMT1nND8JY9i8y+CssJmyT29aZgp86yya1EHZoRO0Ol9lAkNbvaoQZu/flJ+2kDScNUIGwAAAAAAAIBrQ5VPDmDai0VrNHmrtZR70BZ8ft2ec7s+yErYKnD9+frmZQxp6Smu/UnJCefPyQ8eEuLjXM9JTk5UGuXCKwiUITbLmW2v5qQeVvasKi+ZNGjcwnQy+dPr7KUadEqpBnvSICMGYoZrhbABAAAAAAAAuGaUsEGtlmGDRikWLQc35aar8JLN9868k2yW01tG5KQeErjOfHz9fBx5w769OzPS05TOA/t2paelOs/x9w8MCQ2XjT27tx06uFfpTE1JXrb0L6VdJcJeLFq+pcquzbkqVgk47yUu4064Kud2fpAZt0FpW226tKDPVW5VnEsnUarh+iFsAAAAAAAAAK4xZ/EGnU7rKN6gNRj02iqfWr3aKyfYLNmnNw0jb7gBunXvK29zc7LffOPZVSv/+f23Hz/84OUC5/S8s7/j37bXXn5y6tefz/v9p6FPDIiNiZJdXbr28vGzxxVubgbl5L17d/y9cO6mjatL8ujOe61du3zWL9Oiz50VuJ5i941LjTq/TFlm8Gi1ZwOZMcikwR776XUFSjWwgNI1RNgAAAAAAAAAXEuFFW+wf5/akTd8YTXUU06zGFMj1z+ZlbhN4Hrq139wxUpVZeP4sUOfjXl7+rRJoaHhgYH28gzyHVLOGXDfw7d36y0bFot5wZ+zpn07PiPdPvWhRs16w4a/oZwTFhYux6uV63w5afSRw/tL8uiVKlVRGqtW/j3zx8kxjgAD14XNcnbbG0knf3F2pPu/ZfVs7UgadM6kQa+jVMP1QtgAAAAAAAAAXGPOb0xfWCxaZ/Dw1labYtVXVU6zWbJPbXg67dwygevGPyDo83HTeve5r3zFyiGh4X3vHjT2828NHu7ykCF/2oEcdx7xyvujx07p0LGbzCHc3AwVKkYMuO+R/42fZnB3V86RA9Vj//dtUHCoVqurXadh5YhqJXn0+g2bPv/SO24Gd08v7yZNWztrSODaspmzT29+IT16ubMn0/dZq09Pe7qgdyxlZp/ZIPd0+UkDMcO1p7qsJcYAAAAAAABwy7I5WCwWk8mUlXI0fk1j2VlnQLIcYhIojPKKWa1Wi8VqMplNZnNurikn15iblWg+9pQ6x/nVeFVYg1f8I+4XuA6WL1vo4+NXqVJEaFh55/jyg4PuSE5KaNioxeixkwXKOIsx9fTm53JSDuR3qNL9XrX69ZXRgowZDDI7ctO71oWWSYPaMamFvKGApKOTY3ePNHt21Faf4uFgMBj0Mq7RapWJIMXfXSsAAAAAAAAAXAfK2JxjWDNvkM5mUxKIAFFjuunECE3mOqU7Zu9n5pzE4NrPClxrq/9dsmP7Rtno0LF7z179ZGPPnu0yaRD2VZLqCJRx5uzYyI1PmTLzimHYhC498H2bdydn0uBYPUlL0nADEDYAAAAAAAAA10t+3iBvNBcuMeIlqn1pPv2OOuUvZT/h6PemnLjwRu8KFSufX0vde9ylhA1r1yyVm7PfzeB+V79BAmVZbvrxUxufteQmKrs2lUda0OfCo6GSNNiXTnJUa7Avn2QvC612rp5E0nA9EDYAAAAAAAAA15ejeIPQaDTCsbaSEHql31bpY7MmWJP4vbKbemahMfNsxeZjNG6BAtdIh05drdZRM378OiY6rzizu4dno0bN7x/0WGBgsECZlXZu2bldH9gsOcquRR2QHvyF2r26zBWccxrykgZ7oQa13JzFVASuA8IGAAAAAAAA4DqSI5syYFCKRQuhye/WK4dyyr9g1gVqYj63LwAjRHbSruOr7q/Q/FOPwOYC10in23rITeBmYbPkxuwbk3J6gbPHrAlPD56gMYTr9RfNadBqHUWhSRquO+ZkAQAAAAAAANeXs3iDzBvkqKcc/tTbv3ytN8jNoNeFPmipMNaW/7VgizHl1IZn4g5OkkOqAsCFjBmRJ9YMdk0aTLpa6WHfaN3L5/1O5f9mkTTcYMxsAAAAAAAAPg/0TgAAEABJREFUAK47ZX6DozKt1Tm/QRn5tI+ABvUw6sqpzryqNkc7jtgSj/2YlbijQrPRWvcwAcAh5fSfMfs+cy6dJGV79M0JfEGrdbfPY9Dp7BmDo2CDUhGa1ZNuJGY2AAAAAAAAADdCgfkNWq1Gp1UWl7d/C9vNr5GtxhyLZyfn+dnJe4+vHpgRu04AtzwZMERtGxm9+yNn0mBVuacFfJwb/Jpe72H/DdI7fo/0OqXtmNTAnIYbirABAAAAAAAAuEGceYMcA5VDoY71lHRKMVs5Qmpw91NXHW8KfdOmclPOt5oyzmx5MXbfOGE1C+BWlZt+XAZvadHLnD0mbc20sB9tPp2dK5K5u7u5G+TvkYwb5O+W/P3SqM8HDSQNNwLLKAEAAAAAAAA3jku9aKF8Fdg5HKpW2Sc95IbcZ/Zqpjr1ksZ8WrlL0slfMuLWhTV8wzOopQBuJTZzdvyRbxNP/iqTt/w+VZbnfbkBT2s09qoMen1eYucm9/Ta/CIN9qTBsWqZIGm4YQgbAAAAAAAAgBvKOfrpOhjqiB/U9shBrc5VVzfVmG2O+lSb9qdypjHz9OmNz3qFdgyrN0LnWUEANz9byum/4g59ZclNdHZZhE9m0LsWj1YyVFBiBnnriBl0zqRBWamMpOHGI2wAAAAAAAAA/gPOJZVUKpuyq3LcOIdKjZXeMyW20sR8pLZlK3fJiF1zLH5jYNVBwTWeVGndBXCTyk7eF7N3TE7qQddOo65BZtCHan2wm05rTxccCyjpHW2dzp40KOWgHb9TeQGewA1E2AAAAAAAAAD8N5yDofllbIVjZoPKvqnsw6bG4F5Gz6aWmHG6jKV597GaEo/NSDmzKLTOcN+KveU1BHATMeckxB6YkBb1jxA2Z6dF5Zfl84TZt69W46h0kr90kmNmgy5/6aS8lI6k4b9C2AAAAAAAAAD8Z1wGRq0qlTZ/MaXz8xvU6nBj5U9z0wZqY0drjEeVe1lyE8/t+iDh2Myg6g/7VrhDqBjlQ5lnyoq2B2lnF9gsuc5Om9Bme/bP8Rui0Xq76fJqqucvoGRvyJTBWaTBWQuapOE/wR9DAAAAAAAAwH9JKRktUwV5K0TeiKnakTdoHIOo8h+juqnJ6xdL0h/a+K/V1mTljsaME+d2vR93aHJgtcH+le9RaQwCKINy048lHPk+LXqFsFlc+41urTP9nlMZKusdiYIzY9DZ2/alk5xJg1LsRBAz/KcIGwAAAAAAAID/mGvJaBk9KN/Pzp/coNLYUwe1DBxMwfeYfLqp4r7Rpf6mEmblLuac2Nj9X8QfmRZQ5d6AKoM0ej8BlBGZCVsSj/6YmbC5QL9FUyHDf4TVo4X88OscExryKkI7Fk1y7Gocayfl/Y4woaE0IGwAAAAAAAAASgXngKkjb1AaKo0yvcExxUFrkjf+pvIvG/37a2L/p83e6Lyv1ZSWcGRa4vGf/Cr0Daz+sM6jnABKLZs1LXpl4rEfC5SAlqzCI8vnEZPvfRqN3s2eKGgcMYPOsYCSVgketPkzflg6qVQhbAAAAAAAAABKC2VJpQsrN1jskxvsQ6tqZdEYk0lr1FQ3uU/KTtutTflVl7nceXebJTf51By5eYV29Am/3afc7aythFLFlHk29ezfKWcXmrKiChyyqgOzvO41ed+l1nkr6yblT2hQZjNo8tdN0lILunQibAAAAAAAAABKEdeRU7Va7mrVaqtjRSV75KA1a7QaizLLwaRpavJumJ3zojp5ti79T7U1zXnHjNg1coveM9o7pINP+e5eoe1Vap0A/iOm7Ji0s/+knluWm3b44qNGXb0crwEWr9vUaq3ufMxgv3Wum6REDPJWWV6MCQ2lEGEDAAAAAAAAUOo4B1IdEx2UWQ4qR8og/7H/S46+mnRmk8ls0pY3u7+Qa3xClbpImzJbaz7lvIjNkpMWvUxuaq2nd1gnn/AeXiGthIohQdwg5tyEtKglqVFLc1L2X3zUJrS5hk7Z3oOEey2ZIehlhGanUWIGZVqDEjzklS1xrJvEhIZSiz9ZAAAAAAAAgNLIOZbqWsXBETnYB17NZotjloN9KNYeOWg0Zv19Jv97zBkb1GmL9ZnLXC9lNWemnl0sN5XG3SOgkWdgc/eAxh6BjQVwrVlykzMTt2Ql7s5M2GbMOFHoOWZ1sNGzZ653P5UuWKNSaR21Geyb4/Os1Glwxgyy5VhJTOMsZCJIGkolwgYAAAAAAACg9LqwioPNsYaMfVUlZUkZucnUQZnlIBv2Td/J7NM+2/SmKmO1Jn25NmezymZyXs1myc6M3yQ3+5U1bu5+DTwDm3oENXX3b6hS6wVwRcw58ZkJMmDYkZW405h5usjT1CG5hs4mz9tt7nXlp1mnlD2/MGbQ5i+j5JjN4JjMwLpJZQRhAwAAAAAAAFCquU5xuGBVJatNiRyUWQ4Wi1VmDSaTI3XQ+Vrcept9expN6ar0FbrMldqcbSphcb2szZKblbhNbuKIPXnQeYS7eVbSe1XWe1Z285a3lbSGEAFcyGY1GTNPGdNP5Waetjcy7LcWY2oxd7GqA3MMnUyeXSyGhvbPrWM9JI2yaJIjTsiv/Jy3OU9whAyCdZPKCsIGAAAAAAAAoAwosKqSHIC1Wm1K5CCHZy06q8wYLBb7+jPy38osB3v8oNdZDP3NAXcbTWmqrB3q7B3anB1a09GCV7dZTJln5Cbi1p9/RLWbm3dVtc5brdGr1Hmbva3SqzT2TeAmZTNnWy1Gm81os9g3q9KwGo1ZUebsmJJcwaryNOoaWtybmNya2Ay17bUWVGqdJm+ygnNejhIt5DVk/OBIGFxjBuFSv0SgdCNsAAAAAAAAAMqMiyMHm01YrVaN3NRqq1Vr0eXHDPLW6tLWB1oMXSyWzrlWa64lXZW9Q5O1XSOzB/MJe6XewtisuTmpBwVQMlbhYTY0MuobWQzNLPoaMkSQiYHWERwosxWUOs+O+QxqZcUkjUv84FL/mZihTCJsAAAAAAAAAMqYixdWUiroytTBYrF/Pdxib8jN4ri1OlMHpW216i1uXaw+t5mt1hxzljAeV+We0JhOyk1tPKGxJgjgUmxCZ9ZUtOiqWPRV7Le6CKGvaF/gS2VPDnSO2MAxR+H8uklKruDIGPJ77Oeq8qcyqFxrMwhihrKGsAEAAAAAAAAokwpEDo6G/SvhMnLQ2mxWq80eL9hsBVIHeZt3SN46ggerexOrtbHsNcuzJUu62nhcbXQED6bTwpqpEiabNVdlM6lVZmHNFcKktmUL3LysNp1Q621CL+xlw3U2ldx1swmDRe1n01cx66pZtJVsblWUWECpXq5xfPaUqQlKAXMlAFOCBGVOgzNjsAcS+ZWflakMKhUxQ5lH2AAAAAAAAACUYa7DsnIoV4YFjrWV7OmDHM+ViYJ9iSX5jyN1cEx9yL+1KW2bsivv4GjKf3Q29wCrtZnsyosfHEmG/VYllLZ8WHEriU9Mk69qoL+3uOUoIZZ8488vaiTpVHkZgzIXIS82UDnDBpWyJpLrxAXnIkmumYQSMwhWTLopEDYAAAAAAAAAZZ7rKK1zooNS0cGeIjjYtEL5txIqKJMbXHuseWyOu9iU+EG5gjNyEErq4AgbnD03vVyjWafTGtxurZrYjg9VftggXMMG+yQGGRPkz0tQnY8Q8uME14kL6rw0Qu1cJYmpDDclwgYAAAAAAADg5uEcEXbUclBSB5UjdVArpaSV1MDR0DpjhvxAQtkReQGEy/kXhQ3n3QqRQ3auSQ6fe7i7iVtAgXH/C2uS2+MH1/oK+XGDynVNpLzcIX9hJYWj5rONjOEmRtgAAAAAAAAA3ISKnuugNDWuQUJeWxRII/LmN7ispHT++rfOtAYpK9fk7m7w9HAXt5ICHyHXqOD8/AaX1EGVv7aS68QFZ9txEfXFV8ZNg7ABAAAAAAAAuGkVKCKt7LoGD/KI7QKi4K5wqdngcCulDHmyckz+NuHhYRC3JOVDpHKp2aCUWrg4Ucg/xzVgKJBY4KZF2AAAAAAAAADcEgpdHse1AIPr9AWXXdstWKShABk2qNXqW61mgyuX1Cpv98I4waYqos4zAcOtg7ABAAAAAAAAuLUUusKS66QHxYUTGm7psCEn1yRfH53u1h1Nzf/M2Fx3XRIIdWEn49ZC2AAAAAAAAADc0grNHgr0u0YOtyCjyaLWqDUatbjVqQoNEkgXIAgbAAAAAAAAALgqajT5lp3WIJnMZpk13OJD6iQKKB5hAwAAAAAAAIBLu5XHmi0Wm1arZrQdKAZhAwAAAAAAAAAUx2KxajUaAaBohA0AAAAAAAAAUBwZNlCwASgeYQMAAAAAAAAAFMdiJWwALoGwAQAAAAAAAACKZLFY5a1GTdgAFIewAQAAAAAAAACKZLFYBGEDcCmEDQAAAAAAAABQJIvVJm81GpUAUDTCBgAAAAAAAAAokjUvbNAIAEUjbAAAAAAAAACAIik1G9QqZjYAxSFsAAAAAAAAAIAiWayOsEFN2AAUh7ABAAAAAAAAAIpkdYQNGsIGoFiEDQAAAAAAAABQJKVmg1qjFgCKRtgAAAAAAAAAAEXKX0aJsAEoDmEDAAAAAAAAABTJalGWUSJsAIpD2AAAAAAAAAAARbIoyyhRswEoFmEDAAAAAAAAABTJYnPMbKBmA1AswgYAAAAAAAAAKFLeMkoqwgagOIQNAAAAAAAAAFAkllECSoKwAQAAAAAAAACKZHWEDRrCBqBYhA0AAAAAAAAAUCSL1b6MkpqaDUCxCBsAAAAAAAAAoEhWR9igURM2AMUhbAAAAAAAAACAIikFoqnZABSPsAEAAAAAAAAAiqQUiNawjBJQLMIGAAAAAAAAACiSJW9mA2EDUBzCBgAAAAAAAAAoEjUbgJIgbAAAAAAAAACAIllt9mWUVCpqNgDFIWwAAAAAAAAAgCI5sgZB1gAUj7ABAAAAAAAAAIqhzGwQAIpB2AAAAAAAAAAARcqb2SBIG4DiEDYAAAAAAAAAQJGUsIGsASgeYQMAAAAAAAAAXAJZA1A8wgYAAAAAAAAAKJKNCtFACRA2AAAAAAAAAECRlLBBTdgAFIuwAQAAAAAAAACKpJRsYB0loHiEDQAAAAAAAABQNMfMBhVpA1AswgYAAAAAAAAAKJJNSRnIGoBiETYAAAAAAAAAQNGU+tCkDUCxCBsAAAAAAAAAoEg2R9pAfWigeIQNAAAAAAAAAFAkmzKzgbQBKBZhAwAAAAAAAAAUyaakDQCKRdgAAAAAAAAAAEUibABKgrABAAAAAAAAAIrDEkrAJRE2AAAAAAAAAECRqNYAlARhAwAAAAAAAAAUyWZjISXg0ggbAAAAAAAAAADAVSFsAAAAAAAAAIAisYwSUBKEDQAAAAAAAABQJKIGoCQIGwAAAAAAAACgaMxsAEpALQAAAAAAAAAARVCyBmpEA8UjbAAAAAAAAACAIqnyFlIibQCKQ9gAAAAAAAAAAEVjZgNQAoQNAAAAADubThkAABAASURBVAAAAFAklSNmsDGzASgWBaIBAAAAAAAAoGh5RRsEgGIQNgAAAAAAAABAkfIrNpA2AMUhbAAAAAAAAACAIqmY2QCUAGEDAAAAAAAAAFwCMxuA4hE2AAAAAHlsNv4DEgBwk8v7gjaAy6H84tis/H9FoDiEDQAAALjVOTMGwgYAwC2F4AEoIVZRAkqCsAEAAAC3LiVdcN4qBAAANylVPqUt/9YjbwBKQpVfIRpAMQgbAAAAcItyZgw7FuXuXGwUF05xYPAFAHDTcP69Vqu9ps19brKtVqsFeQNwGRzLKJE2AMUibAAAAMCtS5nKkHTOcnqP5eKDAgCAm4f977WgysJkMmk0Gtl25g0CwKXkLaPEFFigWIQNAAAAuHXJ/2K0Osh2hbraxj3dBAAAN6MDq40ntpnMZrPJdH7AVEkdAFySxhHOWSgQDRSLsAEAAAC3ImeFBpk0KGMufuHqBt0JGwAAN6f4SIsMGywWS26uRVk6SVlMiZWUgJJQa+xhg9VC2AAUh7ABAAAAty7XmQ0AANz0ZNhgMlllxqBxUHJ3kgbgkjRq+6+Jhf/TCBSLsAEAAAC3NNbexVWxGlWWRGE12TQeQht04ZHE7MOjLVkn9cFd3aoMValYqwTAf0/m60rNBp1O55zbB+CSlBonfEMFKB5hAwAAAG5RrispCcGXOnE5LGma3D3a3HUacdZeMlKO1pnSbaZMi6aO2ae/1a2mTaXL2PmUypKhD+meffRzodYbIh4XAPBfk3/rmc1mZVYfSQNQcmrHzAayBqB4hA0AAAC4pTHUgstjydIaN2vFQbXpmCU3PictxpKTZrNYVSqLVu+m00QaUhZYvNoY9W31lpOeFXtYwh6wWbJNCWsJGwCUBtZ8zsRdACgBZjYAJUHYAAAAgFuXMsjiuGVmA0rAkq7Pmat1z7Ke/Sc16oDZ0NS90pM2bcXU08f8K1c1Zx/KOP2rwXbc07baoNpkEsmqxLlqoTJGL9eF9SnmqvFRyYtnrDm86+SxXac0em2VuuVrNKw8YFgPbz8P5zlyYHDpL+tbdm8YEOIjrsKudYfValXDtjXFTaEkL91HQ6as/Wv73GMTXDv/cwXe0PnfrJj85qz3Zw5r27OxAK4nmwtnDzUbgEvSOMIGajYAxSNsAAAAwK2OQRaUiM2ky1mkUZ3MPbg4y1jRo/HPbsGt7N1Wq9q9isEvWK1u5xHxYNap+cknJ3m5xXn7uWekmUxnV2t8GrhXe76oq0ZHJgzv+lF6SpZGq6lUs5xWp9m5+tC2FftXzd/y0a8vVKoRppz2zbu/zZuyfMb20eIqrFu088NHvn510hBxU4QNJXzpSqdr8oYCAG6Y/GWUCBuA4hA2AAAAAMClaVPn6vSHM0+sOHbEPaDJML+glkq/Sq3W6t3Vanv9Z5XGzbPqQNXm0+kxU7xbCC8/v5zA521B94iiq0NP+/B3OVx+58MdH3u7v0+Ap+xJT8766bMF879Z8ckTU7/+911ldCMrPUdctey0bHETKeFLVzpdkzcUAHDDaBx/p1isrDwGFEctAAAAAADFUhmP69W7TSlHzerabjXedPOt5DohJj3muM2W91VHa2aGxquaocqI9GxflS1Ln7Na2CxFXdZisW5asrt81ZDnP39QGS6XvP09nvlkYP3WNU7sP3v6SLRAYXjpAAA3klpDzQbg0pjZAAAAAADFs2qz1gkP/9yTGwy1x9cObGI2GeNOH/PyDXD38bfkZuemJVhyc1TJyaa/5uWsW6X67Gvf0FDbicDMyDc9VWvVxuNWQ53CL2yzWSw2rVZz8VJeD7zSOzkuLSDEV7YHN3wt4VyybDzcbKQcXp++ZdTvXy/95t05n/356vcfzz11MKp8tbAJ/4zU6jQpCel/frfy4Nbjh3ac9PB2D48I7npfmzsebC/vO+aZaSvmbJKNz56bLrcZ20eHVQ6Su9tXHZjx6Z/RJ+Pk8H2F6mEPv35Xs9vquj6T/ZuPz528dN/GI2ERwZ3ubtGmR+NHW7752Nv9Br5458j7xm9fuf+nXWNCKgQ4z1/4w+qJr/z09vdPd+zbTFw/JXvpnLLSsieMmHFg2wmb1dqoXa07HurYuH0t59FiXjfhqPpwcPuJkVOfnD5q/skDZ32DvFp1bXjf8z0Dw84/RG628es3Z+3bcCQ2Kik43L9Bm5rPjh5k8NAX+twvfkPzfybbdx/M3bB4Z0pCWt2W1dv3aup8Doo5k5as+H1TzKl4d2/3qvUqPjdmsPImAgCuN41KCRuY2QAUh5kNAAAAAFAsc5pGxNjiN5p1dfV+9oF4jVYnh7i3LZl99vCuzMRzFmNOzsZ/c9971Tzn5+yW7b2Dg+U5HpX756qrWS252qRfirqwRqtp37vpqSPRox6fenhHpLNeq9Ssc92u97VWvrPf/+muNZtEyMY9z3Tr+0QX5zmT35oVdSy2cu3yYZWCZNJwZGfk0PbvzZ7wtzzU65FOlWqVO7D1+ISXZx7bc1r2tL2zcYc+9tF/efvIG3d5+tqrJcv44c17x0dHxrfq0ej2e9vIMe437xu/av5W50Os+H3ziN5jZNLQvm+ziDrlfx236KPHJzuPdulnX0tqtcv50po/t3n5ul/vQsclfOmc3rp//J4NR1p3b1i9YeWVc7eMvGfc8f1nlUPFv26KrPTs9x/6Mqic32tfPdb70c5LZ214vseouDNJylGZNLzc97O/Z671D/W964kuFWuE/fPzulfv/syYYyr0yRf1hk7/aN4f366oWq9C+97Ndq09NO7FHxdOX+08Oum1n7/94Hez0XzHgx2adKxzYMux57uPOsUEDgC4IdR5yygxswEoDjMbAAAAAKA4KkuayhKdG3dAV2GQSuMmHEXFgytVj4k8vGvFfL+AwIjMHOuCv1VZ2TlVa/jcPUCttn+pS56pD7/bFDten7FMiI+KuvhzYx+Ijoxbs2C73PyCfZp2rN2gba02dzQKCD3/rfkBz3Y/fThajonLgWzXb7LbLNZf9n2ud8v7z7rvP56Xnpw5efV7EbXDlZ7NS/e8M3jS6j+2VW9YSWYMORm5a//aLgfcuw1qK4+mJmZMfXu2PPnzv17z9rNnDw+93vedwROnvD27xe31PX3cjbnm7z743cff83+L3qhYPVSecO+wHiN6jXE+gXZ9mn35xi9r/tp273M9lJ74qGQ5St57SCcZfojrrCQvnZM8YdLyt9097W/fr18snj5q/qq5W6rVqyAu9bopPVnpOd0Gtnn1y8eU3brNq71456e/jl/0wv8ekrtzvlwi350Xxz1058MdlRNkYPPJk9/Mm7p84As9L34yRb2h6alZ36z5ILyqPazqNrDty33GrpizUb6YcnfXusN/fb9KPocREx7VOJbyiDx0bkSvT+WbNfq3FwUA4DrLLxDNzAagOMxsAAAAAIDi5agyD+dm5wpDJZvVXoDBajEbs9IqVKnp5u13xi10j65CfGilbDe37Lvu1gX4KfUb5DlCX81qtqgsqcKcVNSlfQI8x/7x6sOv963VNCIrPXvl3C0TXp75YOPXJ77yU1ZGbvFP6/Z7WzuTBmH/vny3l7542DliLlWpYx9MT01ML/TuS2dtSEnMGPjSnUrSIMnGAyN6JcWmLv/NvuDS1hV7E6NTeg/prCQNUsUaYX0ev815BQ8vt7a9mhzeERl1Ik7pWTVvi7y9rX8rcf1d1ks36KVeStLgeHr2CRnxUYnKbglft8EjejvbdVtWa9yh9uo/tlos9vd67uRlEbXCnUmD1Llfi3otq839aqm4HD0f7KAkDVKDNjXKVw2JOZ2g7M6fslzePv7uACVpkOQT7vVI5+0r9584cFYAAK4z5ZsEhA1A8ZjZAAAAAADFUcnwICvKajKlRp3R+dSRKULa2cPGzBR75QavcokVmyTr3WwmY1DGiTA/Tdz+dQa/YJ/wGqbs9JSzkf42xywHW3YxgxNyyP7BV/vITQ5h7NlwZOvyvesWbl/4w+qje06Nmfuyh7ehqDuGRQS77rbs1kBpHN9/dteag7vXHTq0/aTcNRnNhd797LEYeXtg6/Fz+VGBlJ6cKW+jjsfK26O7TsnbWk2ruN6rbvNqrrtd+rda8dsmOew+eEQvubvqj61hlYPkQPnFDydzi9zswpcVuiTnEHwBJX/pqtav4Gz7h/jI26yMHGW3JK+bSqUKr3LBc6hQPXTX2kNnjsZ4eBoy07JDKwb+/PlC1xNyc0ypSRkpCel+Qd6iZKrUq+C66x/sc3zfGaV99mi0/GH/nrHG9QTlHTx7LLZq3QoCAHA9aRxhg8ViEQCKRtgAAAAAAMWx2WtC2tQalW/5CJ27t0qtdqvTRmYJ2/bvn3FwazPP5CBvz7OqHO+QgICqjTwCw7V6+xi3PNNasZrqhGNxZ5W+JA+kVqsat68ltwde6fPdB3MWTl+9eOaaAc92L+p8N4POdTfqRNzkt2ZtXb5PKWBQs0lE6x6N/vl5XVF3T4xJkbd/frvy4kMxp+PlbbZjOL7AWHlAqI/rbtPb6gaW8/v3980ybIg8fO7o7lMPvda30If77LnpO1YdEFfkhy2fFJU3KC750ml15//jV+UoKu2s8lCS103+jKoLS1F7etung2SkZGalZcvGif1nT+wvZIZBdGR8ycMGnf7C/0JXqZxfoT0XGW+xWH/89M+L7xV7KkEAAK6RU1EJo776w7UUkKuJPy4ptP+lx++sW728AG55hA0AAAAAUCyVm03jrzNk2ExRKnUL4RitPpWWM2b1vriMnC0b198b4VVJlZ6WnJ6Wnu4dlrdWj8wk1KZTGq1aaHzk3Qu98PRR83/9YvHo319q1rmua7+Hl9u9z/aQI+aHHV+xLwmL2fLu4EnnTsbd/WSXSrXCW9xeP6RCQMyphGLChsAwP3k7c8enoZUCCz0hIMxe/CAtKcO1MznhgsWFNBr1bf1b/v7VUpk0rPljm+zpem/rQq8m04jej3YSV8T/woRDXLuXroSvW2J0ihx4cs0bEqKT5a13gJe7u/0dv+PB9iPGPyKum/CIYDnu9f3mjwUA4HqqXD6oS5t6KzbsK/ldWjSsStIAKAgbAAAAAKA4No23TVfJ4B6bGrPSo2JflUqdmWv8fOHKU4nJ5bzcX2lVrZqHKbBaz8jDeyP3bg4Mj3D3yitQnBP1p7+b1uLRVqgK/y+viDr2sYmVv28qMGIuxZ61VxQw5JcZEKrin6M4suvUmWMxtw9o9cwnA52d0cp33p1fz7zwu/nKukB7Nh7pVqnN+cc9nbj8t401G0e06Fq/XESI48qRzoWG7Ls7Iws8dJd7WsmwYdM/uzcv3dOgTY1yVQqfgtCwbU1x7VzGS1esEr1u9qbtyM5TtZpGKLtWq9yN9Av2qVA1RKPVuLnrD245LjuV8qGKZbM2xp1NvPe5O1zrapx3qTe0gHJVQ7Ys2xt3NklmIc7O3euP7Nt4pH3fZpVrlhMAgGukX/fm+46ciU24y0h0AAAQAElEQVRILcnJbm66AT1bCgAOFIgGAAAAgGJpfC0ejdRqjda4x5R2WHbsijxzNiGpXbWKYwb2bt+mnc7NYPAJaNCxV80WXbLS7WsTybHp7HPL9cY9aq2bKWBgURdu16tpSMUAOSr9yZPfHN97xrlow4kDZye8PFM2egxup/QoC+zkZBuLupTezb6kUnbm+cLIFot1/tRlypNRerR6jetFOt/d0t3Tbfqo+WcdFRqE42v+37w358dP/9To7Gc26VDHx99zwbR/Y/IX6pFRxB/frijw0NUbVqpav+KqeVuO7j7VZUBrcUOU/KUrXkleN8X00fOdVRzmT10uI4o7BreTSYNwTGs4dST62/fmOO9ycNuJcS/+uHvdocKThhK8oQV0G9hW3v7v+elZ6XmlJpLj0ya+PHPOl/8EhvoJAMC1I/ODh/u3L+HJvTo3DvAr6XJ5wE2PmQ0AAAAAUDyNxftOXfIvbqro7OPfnBb9LbmqN3rd1iCioq+Xpzzs5hWgcXOXjeCK1awWc/SJA+b0SM/kL/x83K3uTa2GRkVdV45Ev/v9M2/dP2HV/K1y8/bzqNagkjHXdHDrCTlsPfTDe+u3zqu0rHyf/ZPHp5avFvrejGcvvlTl2uERtcI3/L1raPv3WnRtIMfQtyzfe+pQlFanSU/NVs4JrWBfLumXcQvXL9rx/GcPhVcNfu6zB8ePmPFCj09a92wcXjl4y4q98qH7Db29aac68kxvf4+nPrzvs+emP999VJs7m2i06nULtgeE+SXHpWk0GtdH79K/5XcfzpU/Tse7mosbouQvXfFK8rop9m86NrzrqOZd6kUeOrd1+d6q9Src93xP5dCQN/vJwGPu5GUHth1v1LaWfBoLp6/yDfQa/tmDRT3uJd/QAjrd1fzA5mPzv1nx7O0ftu7eyN3LsOSX9cmxqW9+N9TL110AAK6pmlXC2zStuXHHkeJPC/Dz6ta+gQCQj5kNAAAAAHAJVvd6Jv9H9HqNNmVe+p53Knmq2tev7eftpXLwLl9drbYPvsu2WqNNjT6Utu8jb12kWutt8h8s1IZirlyzScSUNe/f9WQXvyDv9JSsXWsPHdhyvEGbGqNmveBa37j3o53rtawWefjcqcPncrIK+Tq8HBx/a/rT1RtWkkPhc75csujH1RWqhY5b+HqtJhFHdpzMdXyDvm7Lanc9cVtiTKo8JyHGXnKg632tv137we33tpFj5XO+WqLTaUd+86TrgkLdBrV9Y+qTQeUD1vy57eT+s4+9c89Dr9vrP3teOMCtZAxt7mgsB/3FjVLCl654JXndFJ/89qJ8C1bM2ZQYk/Lom3fLc5yj/B7ehv/99eqL4x7y9vP8a/qqLcv2dh/U7ut/361UI6yox73kG3ox+b58OndErcZVZLjyz8/rajWO+HL52x36NBMAgOvgvl6tPD0usSLfwN5ttFqNAJBPVVR1dQAAAOAmJv9vsNVqNZvNJpPp3+9zt8xW1e+q7/OqlwCKYjO5RY3QpK/MTM80+93tXuVxnV99mS7YrBZjVprew0fmDFZztjFxe+7Jr/W5m9w9PcwBDxmDXhTqEhUPKIUyUrNTE9PDKgdpNOe/prboxzUTXp45Zt7LTTrWdnZuXb7vrYET3p85rG3PxuKm89GQKWv/2j732IQbGaUA19zKb7I2z82p0j6t7ZAcDweDwaCXIar8DVerVaqSFhKxOVgsFvkXaFbK0fg19t/6OgOSL7sUCVDqrd925Ie5q4s6Wq9GhRcf6ymAm0vS0cmxu0eaPTtqq09x/ctCq9WW5C8LllECAAAAgBJQ6Yyhb+ltVk+x0pTzd87eLRn6hm7lugtdeOq5M77h5W1Zx0zxS/WmA566DK2ntyloqClgSNlNGqS0xIwhLd9q37vpuz88o/RkZ+Yu+WWd3qCr3ayK8zRjrnnu5KXB5f1bdmUpCQDAzaNd85obdhw5cjL64kNajeb+3jeoTBFQhhA2AAAAAECJ2HRhueW/0CV8pUv5TWdNtVr+zT25RA61e1itliS1m0HnadCrdDqbrpIx8Cmzbz+hKtv/wRUWEdSwbc11C3cMbfde09vqJsel7VxzMCUh/bG3+7l72kOUs8djP3nym5zMXNkYNnqQVsdSEgCAm8rD/Tp89OX8XKOpQH/X9vXLhfgLABcibAAAAACAElPrTSEvWby7azJWarK2G9xOupsThc0iVHqbNthqqGV2b2717mrTVxRln1qteveHZ//8buX2Vfv/+WltVkZuuSrBj4y8u9cjHZUTgsP9488mefl5PPHuPXc92UUAAHBzCQ32vbt789kLN7p2enkaet12Ey4bCFw9wgYAAAAAuDxW93pWQ22TNUtlyxZWk7DZhEptU+uFyl1oPG6mhct9Ajwfeq2P3Ao96uaun3PkC3Gze2f60wIAcKvq0qbexp1HTkclOnsG3NHK4KYXAC6iFgAAAACAy6XSCI23TRti05e3uVWw6cOFNkhoPCmRCgDAzUStVj3cr6OzLm5EheB2zWsKAIUhbAAAAAAAAACAwlUuH9SlTT3ZkJHD4L5tBYAiEDYAAAAAAAAAQJH6dW/u7+vZoUXtKhVDBIAiULMBAAAAAAAAAIrk5qZ79J5OFcsFCABFI2wAAAAAUCrYbDYB4CLOhcIBAP+hujXKCwDFImwAAAAA8B+4OFogbABKguwBKFv42w1ACd0Ef8UTNgAAAAC4oZzDLjYHwUAMUAIqB9ddAaB0c/07jr/vAFxM+dvceav8EVGm/4onbAAAAABw4zjHWUyHD+Zu3UjeAJSEHHcw3HmX2s9frVaL/PEI8gag1HL+1ZZrEnuOZTl2Vfx9B6AA5ZsEYQHaCiFaVb4y/Vc8YQMAAACAG81qtebu2p4xfqwAUDKaFq213t42oVGrZOKgJmkASjklTZ+zMmXCnGQBAEWb8kpouUC1g32XmQ0AAAAAUFK2PFYBoMRMZpPKYra3NEJlyxuGIHIASiHnDIasHMvMJWkCAIrWpIauVkW12WzR2sfp1RqN/W/2sju5gbABAAAAwA1lzxlsVknZLT9lqjY8XAAoTMbSpYlfTpINk8koTEa9o1MlVBqNRgAorex/01ltv/+blpRm8ffRzviooU5LNAjgvGNnsoZ/elA2HurmbjSadDrtTbCGkiBsAAAAAHDD2JzkGEz+otWa4GBtuXICQGHUPj5Kw2w2qcwmxwJKarXGRs0GoHTK/1vO6pzW8EDPcJIGAAX8tOicvG1QVV0lzGo2W+Tf7xq1/L/HauXPkLL7V7xaAAAAAMANlDcQwzJKwOUwmYwWi9lqsdiXIMuvrA6gFFIi9bmr0lIzrf4+2h5tgwQAuDh2JmvT3lTZuKedymQy/5+9uwCM4lrbOD5xN2LEIDgJ7u7u7g4tUOwWKG2ReqGUFgoVoLi7u7s7hBgeAnElbpt7didZlhhpkQb4/769882cmZ2d3Q3Z5jz7npOWpiz5FR/s78GHO2EDAAAAgLdN/tqnBCDfFIq01NTUNEVaembSQN4AFDTq+r2EJMWaQzESZQ0AcrJ2X6BYlnVRuNorU4bMr+BkFDS805WLhA0AAAAA3irl17YkOkmBf0b1nUeFuitTAlAgUdYAIG/3/OPP34oSKx1rpckt2lra8oQNUmbS8O7mDczZAAAAAODtUX8jm95S4B9J15j0RAJQ8FDWACA/5LKG0k5pJRxEqCDp6CjnY1LdtFUzM73bvzSobAAAAADwH2BuW+AfIWkACj7KGgDkzS8wUV3WoKOjo6ujq6v8n0gcdN79oEGJygYAAAAAAAo6YgagIKOsAUB+rNz1VCxLOaaWcJDkmEH5f0oZZQ3q8ZTeUVQ2AAAAAAAAAK+EsgYAefMLTDyXWdagp6esZ1AudbV1M8KGdztmkFHZAAAAAAAAAPxLlDUAyI/Msoa0ko5aImoQSYMya1ANovR+lDVIVDYAAAAAAAAAr0Iua9h2krIGADnTKGtIfV/LGiQqGwAAAAAAAIB/R7OsYfVBVVlDW8oaAGS1cvf7X9YgUdkAAAAAAAAA/GtZyxrqUNYA4AXKsoab739Zg0RlAwAAAAAAAPAvUNYAID8+kLIGicoGAAAAAAAA4N+hrAFA3j6csgaJygYAAAAAAADgn6KsAUB+rNzzoZQ1SFQ2AAAAAAAAAP8CZQ0A8qYsa7jxoZQ1SFQ2AAAAAAAAAP8IZQ0A8uODKmuQqGwAAAAAAAAA/inKGgDk7UMra5CobAAAAAAAAADyj7IGAPmx6gMra5CobAAAAAAAAAD+EcoaAOTNLzDx7AdW1iBR2QAAAAAAAADkE2UNAPLjAyxrkKhsAAAAAIAC5VlQ0LE//lgzYsSsBvVnN20iVo7+/ntidLTmMbPq11vUq5f07ru8Yf235cv5HDsmb6YrFNe2bo0NC5MAoACTyxq2n4qhrOGN2rB9T+nazReuXJd915OAILFrwOiJ0tsSGxe/cuM29ebYKd+LC3j2LFZ6M8Z/9eMbPT/etA+zrEGisgEAAAAACo5If/+/e/VKfBatratrW7y4tq7eg4sX7p09c3vfvn7z59sULy691w7++suFVas+PXBQAoACSbOsYdWBZxJlDR8MEWzExsYP6tVVAvJh9d4A6cMra5AIGwAAAACg4Dj8228iaajWvUfz8Z8aWViKloTo6BML5l9cs2bzpM9Gbt6ipf1elafX6N1H3NSbSbF8hRNAQadZ1mBrpdemnq2ED4BIGqS36LcfpombhHeTX2DimeuRUkZZg15mWYPOe1/WIDGMEgAAAAAUEIq0tDsnTxQqUqT911/LSYNgZGHR5svJRapVC/b1Db1/XwIA/EeylzX0buWgQ9cagBet2ZdjWYPOe1/WIFHZAAAAAAAFRXq6yBvEn6RStr8/G48YGRsebmb3wvdnRfywb8b0oDt3LAoXLlqter0hQyydnNR7Q+7evbZt65Nbt4J8fMzt7UWG0fDj4SK0kPduGDc27NGjFuMnHPr1l7jISPeWLWv26r2wR/e2U6aE+/ndO3MmJizMqUKFGj16urdqpfmgD86dO/bnHxH+/oo0hY1r0SZjxpSoW0+9d1b9eqUaNWow7KOzK5Y/uHAhLSXF0d29zRdfWhUpkuMzvrxh/d4ff+z9+x9lmzad06zps+Bg0Ti3dStxteP27ZcAoIDJUtbQmrKGAiAxKbl++x4WFuZHt6zWbP/sm5/2HT1xevfGPYePT5/z18o/flmzecctb5+UlNQ6NaoM69uzvFtpzePPX74+f/maO/cfivWizk5jhg1sWLeGWL//6HGb3kPlY0rXbt69Q5sZUzPmioiJi5v285wbHl7ip6JWtUo9O7YTS/UJExKTpv/21+XrtwKDQ+xtbWtUqThtwmhjI0P1AUdOnV23bbeXz13xc+XoYN+qSYPhA3prq0oYx3/1497DJ64c2mFubio2ve8+WLpm47XbXhGRkc6FC1epWG7iJ8MsLcwlFDx+gYmnr32gZQ0SWJPOswAAEABJREFUlQ0AAAAAUEBo6+q6NW8Rev/+5okTn972EF0P6l3F69at2KGDutxBeBYSvGLokPioqCqdO+vo6Yte+5UffZSalCTvvb5t28Lu3W7s3Glma1u9Vy8jc3ORH2yfOjUlIUF9huS4uN3ffSu6zSwcHGxci8mNZ1esuH3gQM0+fbv+NNPA2HjTxAnH/vhDfZdbe3avHjE88smTMo0bV+rQPi4ics2IEbf379N8Fk9u3lw+eJCxpVWbLycXq1nzzsmTq4YPz8/4SHUGDnIsV165MmhQrb79JAAoSChrKLAMDfRbNm7o/yTwhqe3ujEuPuHI6bMNa9ewtsr46Jwy/ZeQsPDPx4z4YuwIkR/0Gj7uxLmL6uM379o/aOwkvydP27ZoLG4BwSEfTZi8Zbcy9raytBj38SArC3NxEytNG9RW3+uj8ZMvX7vVuF7tcmVK7T54bPC4SSIVkHeJpKH/qAmbdu6ztS7Uv0eXEq4u4mwDR08U0Yh8wMFjp0Z9/s0tLx+RfDRtUDcwKGTOgmVz/16R/Qk+fhI4YNT4/cdOuro49WjfJjkldeOOveK+EgqkD7msQaKyAQAAAAAKjvZfTYv09/c6dFDcTKyti9eq7Vq9epkmTUxts355NjY0VHTKt5r0uaQaf2n9mNF3T59+eOliqQYNk+Pj9/88s1DRoh+vW29gaioff3jO7LPLlj26clkcILc8Cw6u0rVrp+9/kDeDvL3l036ydZs8E7V43HWjR51dtrRat24Wjo4i2Djw88+2JUsOXbHS0MJCHNBk1Oi1o0cdmDWrVP0GBmZm8nnCHz3qPe/3ss2aifWyTZvq6utf37790aVLZZo2zfu5i6cTcv9egOftWn36Wjo7SwBQwFDW8J/YtufQhSs3sjQmJ6dobnZo2VR05R84erJyOTe55fCps/Hxie1aPP/oMTYyWrPwNwN9PbHevGG91r2H/PLHIpFGiP7fR/5Pfpzzp1vpksvmzZTDiVFD+g8eM2n6b/Mb1a0l0oIxwwbs3H9EtIsVzccVB29ZNt/EWFmssGDFut8WLtt7+JhbKeVn6JI1mzy8fH/4cnyvzu3kg/cePjH+qx9Xbtg6YpBysqLVm3dYmpsf3LzCSlWgEB0d02HAxzv2H5rwydCsr8DeA89i4pb/Pqtezapic0p6+sjPvjp+9oKITEq45lw4iP/KB17WIFHZAAAAAAAFh5GF5eBly5qMHu1UvnxSbKzHvr27v//ut5Yt9nz/fXJcnOaRugYGjT8ZJa9r6+iUa9VarEQHKL9MJ/rD2n/1VdsvJ6uTBsGuZCmxjAuP0DxJtW7ds1xA+bZt5aRBEH8P1x04KC0lxWOfsnbhxo4d8ZGRDYcPl5MGQaw0HDFC5BM39+xWn0HfxEROGmTFatUSy9iwMAkA3lmUNfyHRBJw7vK1LLcrNz00j6ldvbKzY+F9R06oiwIPHDlhbmbSonF99TFD+naXkwbBzMykd5d2dx/63fD0EZvb9x5KSEz6dMRgdRmECBjGfTwoLj5hw/Y9eVzbyMH95KRBUgUeYhkYHCJvrtiwpVSxouqkQWjXonHViuWWrdusbolLiA8ODpXXLSzMVv756/aVC3N7LL8nT+UV8en83RefHt+xrnhRFwkFzNoPu6xBorIBAAAAAAoU0Vnf6JNR4pauUPhduXL3zGmvQ4evbNoY6OU5cMlSdX5g7eqqmSWY2liLZVJcvHyGiu07iBVFaqr/jRsPLlzwu3olwNNTtKQlJ2s+lpVL1n4K66JFNTfl4CHI11cswx4ph7F+fP16uJ+f+oCE6GhJVc2gbjG3t3/h6RibKB83NUUCgHcZZQ3/lQmfDB05qG+WxicBQU279ldvit7bdi2a/L1y/eUbHjWrVIyOjjl14XKXti0NDfTVxxRxdtI8g6vqE9Dnzr2qFdwfPH4i1quWL6d5QNVKypH9fO49kHJXtlQJ9bp1ISuxjFN9ED8NComJjXNysP9z6QvTSCQmJUVGPwuPjBKpRsfWzS9dv9V16KgmdWvXqVG1WcO6xYrkXNXXqmmj5eu3fDtr3t5Dx+rVqt64bi33MiUlFDx+gYmnPuyyBomwAQAAAAAKJi1tbdeaNcWt0YiRh+bMubJxw7WtW+sMGiTv1dHVe/Fo1Z+vmd/ovHf2zNF5v4t8Qnmknl7RatXFee6cOJHlIfQMDLK0mFhaaW4aqgZHSnym/BpvTIjy25qX1q2Tsol8+lS9rm9knP2AdEW6BADvJsoa3gmdWjcXYcPBY6dE2LDn8PHU1LT2LV4Yvk9dtSAzN1MG9s9UUwoFB4eKHmELC7Psx4e9WBGYhb7u855VuR9Z/hwODlXW8/ncfeBzN4eswj8gUJy8Z6e2BgYG8xavOHzqrLh9P/uPcmVLTR43smbVSlmOdytVfPVfc6bP/UtEKeI29+/ldjbWIwb2GdCzs4SChLIGibABAAAAAAqIo7//fnrR3wMXLS5et65mu76JSb1Bg0TY8OTWrfycJ+zhww3jxomcoNHITwqXLVu8Vi0DM7MbO3ZkDxuyi4t8oVclOihILI0sleMmmdnZieWnBw9ZOjlJAPAhoayh4CtZrGgl97IHj5+eNmH0wROnXJwdalevrHlAeESk5gwHQSHK8YsszJXzJdhaFxLhRHR0jGbeEB4ZJZbyhAr/lL2tjVj26Nhm+pSJeRzWqXWzjq2aPg0Mfujnf+r8pZWbtn88Ycr+DcsdC9tlObJiuTIbF/8eFhH18LH/tZu3/161/oc5f4rLbt2soYSCgbIGGTksAAAAABQI9qWUoyLc3JvD8NBRgYGSckgiIykffI8fT01KajxqVJMxY9yaN5enbo4KUBYfpEsvqTB4qhpt6fmmKt5wrlhRLAs5K0ec8Lt69YULe/r05MIF986cll6HD+TvcADvEHVZQ1KyYu0hyhoKtPatmoaEhR8/e/HClRvtmzfJ8pni4XNHc/OWl3K2hiqqCaVFMiGW126/8Ako+vTFslzZUvLmP/qEcipsZ2RocN3DS6FQaLZv33foz6Wrk5JTklNSvvv197+WrRGndXYs3KBOjakTRg/t2z0hMeni9ZtZzrZ8/ZaJ38wQKzaFLGtUrjBiUJ9Z33wpNs9cuiKhwFi3X1nWUNLhgy5rkAgbAAAAAKCAKNu0mYWj482dO7dMmhTk7a2e5TL4zp3d330rVqp07pKf8+jqK4eoTklIVLfER0Vd27ZNuZb+krDB99ix++fOyutxERGnlyzWNzEp36at2Czfpo2+sfHReXPVczYoUlMPzf71+J9/auu8nqJ5eWyo5IQECQAKDLmsYevJmIgYyhoKtLbNm4i+3XmLlov1jq2bZ9m7csPWoJAwef2Gp/eO/YerVixXtrRy0oVObVqKHuG5f6+Iin4mHxAeGfXHklWia7hF44zSAX093fiEhPT0/I4K2L1Dm3sP/X7+Y5H6LuJBp86YffHaDQN9PX09vVtevss3bFFfkhCv+uB2diic5VTimN0Hj504d1HdEhev/KB0ynYk/it+gYknryrLGjrVTlUWNHyoZQ0SwygBAAAAQAGha2DQ67ff1owYcXv/PnEzNLdwcCubmpT05OZN0VXRatLnRapVy895SjZooDf3t4O/zPI9eaJIlaqpSYm3DxxIjldOWZkYE5P3ffUMDdeNHu3eoqWJdSGvQ4eeBQd3/PY7k0KFxC5LJ6f2X32969tvFvfpU7ZpEytn57unT4trq9W/f/E6daTXwcJB+d3SzZM+sy5atPe83yUA+E9R1vBusbW2alCrxvGzF6qUd9ccMUkW/Sym25BRbZo2in727MDxUyZGxtPGj5Z3uZUq/tWEMdPnzu84YHiLRvVTUlOPnzkfEhbx3ef/K1uymHyMY2H7Ow8e9Rnxab2aVcd+NOilFzN+5FDvO/eXr99yw8OrZrVKSUnJ67ftsrKw+HbS/+QDPhncb9TnX/f9ZHyXNi1ET7Tf4yc7Dx5t3axhjcoVspxqUK+um3ft+3TaD707tzc1MYmJjVu3dWexIs59u3SQUDBQ1qBG2AAAAAAABYVjufKfbNt+eslizwMH4iIiHl5Ufo2xaPXqDT76qGT9Bvk8ieip7/7Lr7u/+/bRpUviZluypHuLFjV69V7QravftWv187xv1e7dbYoVE49+98yZYrVqdu8/QDPhqNihg0ulShfWrvG7etX7yJHCZct2/+UXue7htajRq5cISPyvX1ekpKQkJOgZ5WvYKAB4cyhreLe0btpQhA3tWzbNvmvahDFBISGHTpyJjHrWtX3rj/r1dHFyUO/t261jtcoVVm/afvrClcSkxNrVqgzs2aWCexn1ARNGDvW9/+CWl09hu3z9DJiaGK9dOGfTzn1HT51bt3WXtZVVl3atREohEhH5gOYN606fMnHOwqV/LFllbm5auZzb1xPH9u7SPvupHAvb/T17+g+z/1i2bouBvl55tzLD+vUc2Ktrlhmt8V95sazhw52tQaaV//IfAAAA4L2h6jtQpKamii7N48uSLm3UKt9cv8MkUwlvkvyypynSUlKSEzavS/l9tmgssnWbXpEiEv5rQd7eC3t0rzNoUKtJn0soMJ5t3x46Y7pYiflljkHJMoaGxkaGxvr6Brq6etoqEpA/xxbFX9yaWKz+s7pDEo1VDA0N9fX11Z1h+TyP/E3/tDTxmzwlPupu6CnlHLxu3UVH2/vWmyY/U/GxlZCY1nXqUxE2jOtTtG19GwkF2OwFS5et23xq1wZrK0t148pN26fP+Wv+rO+aN6wnAa/bT8sfnLwSWdIhbWLXNCMjAyNDA/FRLX6/imRIFT1o/6Pfsf+5iLsLgm9OTjVpqFtyoeaHhchP8vNE+O8SAAAAAAAAIKssZQ2t6pI0FGgBQSFb9xxo1aSBZtIAvFEBIUmnmK1BA8MoAQAAAAAAAM9ln62hT2tHZmsosLbvPbRp176Hfv6R0c8+6tdLAt6WlXufpqczW8NzhA0AAAAAAADAC+Syhi0nnlHWUPC5ODvc8vKp4Fbmp0F93MuUlIC34sWyhg99tgYZYQMAAAAAQCrs5vbtbU8JAD54mmUN6w7HSJQ1FHjVK1XwPH0gt72DenYRNwl43VbtDaCsIQt+UwIAAAAAAADPUdYAIG8BIUknr0ZIzNbwIiobAAAAAAAAACXKGgDkB2UNOeKXJQAAAAAAAJBBLmvYepKyBgA5o6whN1Q2AAAAAAAAAC+UNaw9RFkDgJyt3ieXNSgoa8iC35cAAAAAAACAEmUNAPIWEJJ04opc1pBCWUMWVDYAAAAAAADgQ0dZA4D8oKwhD/zKBAAAAAAAAChrAPASlDXkjcoGAAAAAAAAfNByKGtoQ1kDgKzW7KWsIS/81gQAAAAAAMCHLmtZQx3KGgC8ICAk6fhVyhryQmUDAAAAAAAAPlyUNQDID8oaXopfnAAAAADeebPq1/u2fDnN2/Tq1Rb37rXjq2k3d+0S/Uf/6Gx+V65sGDd2ZuHCw8gAABAASURBVN06f3Zo/+D8eXG2g7/Mkt6YdIXi2tatsWFh8ubFNWvEI/ocOyb915JiYy+sXq3e3DJpkriwxOhoqcDI8tK9uiBv7zf9dgMomApIWYN7/Valaze/dO1m9l3T5/wldl256SHlj0Kh2Lxrf2h4pPRvfTR+snhEeX3hynVi/fzl69K/snbLLnH3I6fO5ufgV7/y91iWF8f7zj3xwv40b6H0b/nef/iKZ3g72vQe2qL7IOk/RVlDfhA2AAAAAHgfaOvoFK9dR31zqlAh/PHjG9u3b58y+dTCBfk/T1xExLoxo0Vfv4WDg4WDo0mhQtIbdvDXX3Z983VqYqJUwKwYOvTS+nVSAVZgXzoA75ACWNbw1czfEhKTpFcz8/e/p86YnZT0qud5+97dK38LeHH+Q2v3UdbwcgyjBAAAAOB9oGdsPHDJEs2WdIXixo4dojP61KJFtfr1NzQ3z895Qu/dS4qNrdG7T7tp0+SWb297Sm+SeDipQEqKjdHc7P7LL+ImFSQF9qUD8G4paLM1PHz85K9lqz8b9ZH0CmLj4qUCo1/3juKWz4ML1JUXNK/9xSlTotidC0ckvExASNKxK+qyBj3KGnJDZQMAAACA95OWtnaVrl0rtGuXlpLy8OLFfN5LkZYmlpYODhIA4H1XAMsanB0LW5qbL127ycv3ngSgYKCsIZ+obAAAAADwPjO3LyyWCc+eqVtSEhP3z/zJ78qV6MBAc3v7otWrt508Rc/ISOxa1KtXgOdtsXL4tzni1ux//yvTuMn8Lp3rDBrUatLnon3ThPEBXl4jN246vXTpgwsXwv0e2Zcq1XjUqBJ16+Xn/NnNadb0WXCwWJnbulWhIkXG7dufsSM9/fCcOT5Hj8RFRrpUruzWrHnVbt0073h22bJbe/dEPnliYGJSuEyZdlOnWTo7S7n4qU7t8q3bmNvbXVq/XltHp/HIT6r17CnavQ4d8jl2NMjXNyogwNLR0bZEydaff25mZxf24MGfHTvI9/22fDmR2XT6/octkybd3r/vy7PnDC0s5F0PL1w4+ffCkLt3xbq4ePE6lKzfILdrEC9dkI/P4OUrzi5fdv/sWdG1V6JO3QYff2xsZXVq0aI7J09GBzwtWb9+m8mTjSws1feKevp07/QfQ+7dS4iKsnJ2rtC2bf2PPs7jpUtLTr66ZbN4a/xv3kxXKCwdnYpUqyreO/nv/4tr1oi3ZtCSpRfXrX16+7ZIoYrXrlN30CDH8uWzXK3Hvr1nli4VL694bYvXrl1vyFDNdzCPJy5+fsRPkXi57p07d+/MaZNChT7Ztl3P0FACUFDJZQ3bT8UUhLIG8cvK3Mx07LCBX/ww69tZ89YvmqeTe/TxJCBo5h9/e3r7Rj2LERFFuxZNRg7qK+9q2LF3UIhyPpumXfsXdXY6vGVljmfwvf9w6679Nz19vO/es7e1LeriOHJw3+qVKkj/0MpN26fP+WvlH7+s2bzjlrdPSkpqnRpVhvXtWd6ttHzA2i27vvv19/mzvmveMOPjUlzesrWbTl+8EhIWXrZk8VFDB9SrWTXHK1+4ct2cBctW/DGrbo2q6kds03toUnLysW1rxPqydVtm/r5wzfzZs+cvvfPgoWsR502L/xB9wQmJSdN/++vy9VuBwSHi2dWoUnHahNHGRhm/kNPSFCs2bj107LS4i6mJsXiswX26N29YN4+nefbStXl/L3/8NCBVkVbcxWXc8MH1a1XTPODgsVNHTp71uffgSWCQU2H7ksVdp3z6iZ2Ntby3WvNO4j0Sm2u37hR91KOHDkhKSRGv28FNK05fuHz09DkPL19xr05tW3zUr2eOF5DH27r74LHFazb4Pw0sW6qEeKGG9eupfqZ5X7n4GejQ7+MhfbpP/t9IsTn6828ePPb/bPTHP//+d0RUZOumjX6cPEHzGnp9PM7n7v2rR3aJfna5pdPAkd537m1e+melcmXllqkzZm/ZfeDKoR1mZiZi8/zl6/OXr7lz/6FYF5c9ZtjAhnVryEeKp9xt6OgZUyeeuXj11PlL1lZWc76fUsG9THxC4sqN2w4ePxUcEtaoXq1Rg/pleSmOnDq7bttuL5+74t+vo4N9qyYNhg/oLTr9pTdDXdbQtsaLZQ26lDVkRWUDAAAAgPeW+BPU7+oVsWJbvLjcIpKA5YMGXduyxdTGpla/fjbFi1/ftm3FkMGpquGPq3XrVrlLF7FSsl79JmPGFKlSNfs5E5/FLOrdKyYkuOHw4TV79xEd6GtHjZIjipeeP7s6Awc5llP2dIs8o1bf539LH5k39+LaNfZlyro1b/7w4sVd33x9ZeMG9d69P/xweM5s0VcuEgjRFf74xo1FfXqH3r8v5e6px63jf/5pUdhB/H1c2E3ZHbDzq2kiAPC7ds2lUuVyLVumJiZ6Hth/YJZybmQRAIinb2xpKW5iRSQu2U94bevWlR8Ni3j8uFzrNuIWHRS0ZuRI8WTzuIaE6Gjx0sWFRzQdO05kMJfWr9sy6TPx6kU+8W/w0UelGze+tWfP5omfqY8XvfmLevW8f+6cY7ly1Xv10jUwODJ37r4Z03N76RKjo5cOGLBvxoxnwSEV27d3rVFTnPnCqlWXN6zXvIwdX38VExra8rPPWk78LPTB/aUD+t89dUrzALG59fPPjSwsqnbtKmKYE/Pn7/rmm3/0xEWY4Xv8mG2JEumKdHHZEoACSbOsYfVBZSb9n5c1yLq0ayn6i294eq/evD23Y0T3bqeBI06du1ilYrlenduLFtEj/+UPGfPbD+7dXfTYihXRidy/Z+ccz7Bl9/7OA0ds23fQxqZQ7y4dLMxNT52//Pn3s0Q/r/SvTJn+i0gOPh8z4ouxI+4/etxr+LgT53IuK7zl6dtl0Mg1W3eWKVm8W7tWgSGhQ8Z9vnHH3nxeeY6mz53/8PGTUsVcnR0d5KSh/6gJm3bus7Uu1L9HlxKuLuL5Dhw9MTEpWT5+5rwFoj89LCpSvNrlypS66ek96vOvT5+/nNv5dx44OvR/X/gHBDapX6dzqxZhUVHDPv1y7+ET6gMm//jr2CnfX7npUbmCu+ijT0xO3nfkxIy5L8waJR7l98UrHQvbi55qt9Il5cZPp/144OipDi2bfjpiSFx8/Kw/Fq3alPP7ntuLc/LcxYnfzLAwN+vRoU1AUPAfS1Z9NXNO/q88C3EN4u6KdIW4zmJFXbLsrV+rhnhtr97M+M+e6OgY8aMoVq7duq0+RsQGtapVkpOGzbv2Dxo7ye/J07YtGotbQHDIRxMmi/dC85yrN+84dvqceO/S0hUiLElKThHv1G8Ll5kaG3dp1+rhI/8eH42JjIpWHy9CnVGff3PLy0dkWk0b1A0MChE//HP/XiG9MWv2K8saXO0Ubi4vljVoU9aQFZUNAAAAAN5PMSEhR3+f53/jRrFatVyqVJEbzy1fJoKBDt98W61HD7nl9v59WyZNurB6Vf2PPq7Ws6eVi8uN7duL1axZb9gwSdXfneW0ic+iK3fu1PrzL8S6SAJsihXbMW2qx759csd33ufPfpGiozzk/j1xl1p9+mqWJiQ+ezZqx45CLkXEeuVOnZcPGnhzz57qvXqLzUeXLl3euKFSp06dvv9BW0dHvshlgwYe+PnnAYsW5fJiSCIU6fzj9MqdM/omxEmub99eoV27rjN/lv88Ft1tywb0F3lDx2+/FWFDo5Gf3Ny1S7SLlexnC/fz2//TjMJubgP+XiTPod1oxIiVH3+0/+eZpRo0MLW1zfEaRNigngzDvWXLsAcP/K5elcsm5Ja05BSPfXsj/f3FuyBa9v00IzkhYcSmzfalld+NTVcoRJBwad26Cm3buVSunP2lu7h+ndhs//XX1Xv2kh8xPjLytxbNxbtTs09f9WXoGxsPWbFSzgDKNm36Z6eOh+bMLlm/vlbmNyLDHj7s8/sfZZo2FesNh49Y0K2r56GD4rQGpqb5fOIi+Plk23bxsyEBKNgKVFmDlJF/KFd++HJ8+34fzVu0olWThg72WX+pJqekfPHDrNTU1PV/zytXtpSqZeikb2du23uodbNGjevWGtq3+72Hfh5evgN6dHZ2LJz9geLiE6f/Nt/VxXnz0j9NTYzlxll/Ll6yZuPl67ca1a0p/XPGRkZrFv5moK8n1ps3rNe695Bf/ljUsHaNLN83F8/wix9+joiKXv3XrzWrVhItE0Z91G3wJ9N/+6t1k4YvvfLcKNIUp/dslB9dWLJmkziJeBl7dW4nt4ju9fFf/bhyw9YRg/qI7vJVm3fUqlpp1V+/yh+C1zy8en88bteBIw3q1Mh+8sjoZz/NnV+6uOvaBb+Zm5uKlnEfD/p44pQZc+c3rFPDzNTk4tWbW/cc6Niq2S/ffqn+VO09/H8ib/hx8gT1K+x95/7PX30u4g15U+RJYqmvq7t6/my5hKVRnZotew4WlzGwZ5fsl5Hbi/PAz3/+rO/lsoyRQ/p1GjB8/9GT333+qXjcl1559kcJCgnr3qHNjKkTpZzUr13tjyUrL12/IeIEsXnh6nWxtDQ3v37ba4jqgLsP/YJDwwf27CrWH/k/+XHOnyJWWTZvprWVsmxx1JD+g8dMEj97jerWEjmQfE7xpHavWVw8M9hYu2XXLS/f3l3af//Fp/IrOWX6bPHympmaygeIcEI84sHNK6wslNNxicCjw4CPd+w/NOGTodIbEBCSdPyysqyhY+0UOWKgrCEPVDYAAAAAeB8kxcR8W76c5m120yY3duwoVrt2919+VR92btUq25Il1UmAUL5NWxFFnFuxQsq3Cm3aqNeL164tlnHh4a/x/ELVrt3kpEEoWq1aoSJFop4+lTfPr1ktli3GT5CTBsGuVKnqPXreP3c2+M6d3E6ob2JSqePzyTktnZw6fvd9oxEj1X8hixVx5WIlISpKepkbO3emJCY2HTNW7nAXRD97k1Gjk+PirmzelMcdK7Zrp14vXFZZYOHWrLm6xa6U8gLkZ/r0todIRKp07iInDZJqEo4W48eLlQtr1uR4ctHd3/qLL0U2o24RqYl54cLqd0dWd+AgdbWBobl5te49Qu/de3LrlvqAotWry0mDfAaRQyhSU58FBeX/iZeoW5ekASjgCmxZg8zFyWHMsIFx8Qnf/Dw3+95LV2/63H3Qr3tnOWkQ9PX0po4fJfpAl6/fkq8HkNK//fzTaRPGqPvBhVIlXMUyIvLlnwI5GtK3u7qv38zMpHeXdqLf+YanT5bDvHzv3X/0uGPLpnLSIBga6H//5XjROa6Q0qV/q2Pr5upHF1Zs2FKqWFF10iC0a9G4asVyy9ZtljfFWx8V/Sz6WYy8WbWC+/YVC75/ccggtW17D4p0ZMSgvnJ/vSBWRL95aHjEzv3K2ZVF1//0KRM/GdJP81O1VHFXsSIeRX0eE2OjTm2aZzl5q2YN1YNlFXVxEn3uIWHh0j9Rs0pF9QBQhSwtGtSumZqaFhgSmp8rz1GPTm1y21W5nJvo4r+wzFX9AAAQAElEQVRw5Ya8efm6hwjDRAIhMiq55dylq2LZoI4yr9q+95DIdT4dMVhOGgQRMIi0Q/xgb9i+R33O+jWrF9coodh7+Lj4kRg/MiM5EK/kpDEfixbNy4hLiA8ODpXXLSzMVv756/aVC6U3Q7OsQVnTQFlDnqhsAAAAAPA+ED3vrjUyvokZ/tgvOiDAwtGx8w8/utasqf4LUDSKTELb0fHkwheGNUhNSoqPioqLiFD3IOfNzNZOva6vGso/LSX1NZ5fUPewy0xtbIJ8Mvprwh48EMnB1S2bNQ8Ie6QcCjn84cMsd1Qr5OKipfHdUhE2yJNAiF7yh5cu3T9/zv/GzWBf5UOkJidLLxOuejiXypU1G4uoykfyCDzkx1Wv6+gpe4VMra3VLbr6ygwgLS1V9TSVD/EsJDjLiyniAfnRs3MsV16uL4kNDb1//vy9M2eeetyK8Pc3t7fXPEwkN5qbNsVcxTLI10f9dLK8hiaFlFeYFB+f/ydulfv8GQAKjoJW1pDF0L499hw+fuLcxV0HjnZs3Uxz1/3H/mJZpYK7ZqOdjXXxIi63ve/k5+TKXm/VOUWv9DUPzwtXrovOYg8fX9GSlI9PgRwVcXbS3HRV1aj53LlX9cXr9LmnHPSvvGo4ILVqlcqLm/QKXBwd1OtPg0JiYuOcHOz/XLpa85jEpKTI6GfhkVGi77tT6+Y7Dxxp3WtIk/p16lSv0qR+bXVyk91DP+ULft3D85H/E3XjM1VQ8eixskU8Vo+Oyg560Y1+4eoN0eEuXlWfu8pnqvl6FnF2zD6vgK3G56BgbGykmU/kR5mSxTU3rQtZqq4kPj9XnqMiTo657RL/TdW4Xu3t+w7FxsWLpOrSjZt1alQVscqeQ8fvPfQrWazo+cvXnB3sy5ZUJu4PVA9RtXw5zTNUVb3RPvceqFs03zvh6q3bpUu4ylULMpGgFHV2Ug+BJYKlS9dvdR06qknd2uLRmzWsW6zIm/rYpazhnyJsAAAAAPA+0DM2HrhkibyekpBw7M8/zq9ceXz+X/3c3Q3MzOT2ZyEhYhns6ytu2c8Q+eRJPsMA/WyzPYsOq9d4fkFH/4Vv8Ik/7kWXWMZ5/P0VaWnH//wzh4fIrH7ILvvMAeL1Ob96lfyFfUNzC9ca1cUfzOrJJ/Im7qWtq2uUOVO0zETVXRIbFpbHHfWyXYa6PiOLGNWL6Xv8uLhl2RWRmprjXcT7fvCXX27t3SMSFLFp5VKkaLVqSar1F67zxXfBUPXjkagxhbicgqhl9COoRjbJ5xNnngaggMte1tC3IJU1yERX5owpE7sOGTXzj4VN6tXW3BWk+k63dSGrLHcRLb73H8bFJ5oYv3xe+tPnL8/5e5noERfrov+0RuWKtatWPnbmgvRvqb+9LjM3U36V/llsbJbDYuMTJGX3saX0WhkYPv/cDA5V/kL2uftA3LIf6R8QKC51+tSJzo6FV27ctnXPAXETfcf1alT79otPnQrbZb9LSKiy1GD15h3Zdz0JDJRXlq3bsnLj1kDVW2NublqzSiXx8ZEl+zHUz+HTIfubpcj8xM8n0fmtuaklZYzjlM8rz84wz0+xujWribBBdPdXq1BOvMIDe3YpqarhuHrztouT4/kr17u2byUfGRwcKl5YCwszzbvLPydh4RHqFn2NqoWExCRx5dZWWX+2bWwKPXkaJK/37NTWwMBg3uIVh0+dFbfvZ/8hgqLJ40aqa2Veo7X7A7OUNYiUIUtZgwQNhA0AAAAA3jd6RkatJn2ekpB4ZdPGXd991+PXjGGUzO2UPQhVu3Xr+N330hvwps8vU85nkJ4+du8+6RXc2LHj4C+zHNzda/Tq5VyhYpFq1UQP+86vv8pn2GBqY6NITU2IjtbsdpdHKzJ6Tf1HZqoXs8v0GZU6dcrnXfb9NOP6tm1uLVoUqVzFtUYN8exE4+9t22SZnTs2PNym+PMvgT4LClZe9ov5QW7ewhMH8HZkKWtoWcDKGmSiC3VIn26iF1vkDcaGz7uk5cHuwyMisxwvWgz09fKTNDzw8x/95TempiZjhg0oW6pEnepVzExNtu899Cphg3j0Eq7PS8eCVMP4WJibZznMXhXQRkZHS68gPiFBJ5esWvkQtsp3s0fHNtOnTMztGH09vf8NHzxqSP9HT54+fPR4y+4DJ85dHPnZ1N1rFmc/2M5Wec3Ht691crDP8WzipZv5+0L3MiX7dO1Qyd2teuUKold6yvTZ+Sw0eXNeeuX/QiPVtBaXr99KUn28ipjK2dHB3Mzk2i3PIk6OIi1oWCej0lT8oKampkVHx2jmDeGqcbo0Cxc0GRkaGBroa0YRstiYF7460Kl1s46tmj4NDH7o53/q/KWVm7Z/PGHK/g3LHXPKiv61gJCkY5eVH/GaZQ1yZYNmWQN5gybmbAAAAADwfmo5caKlk5Pngf13TpyQWywcHfUMDf1v3Eh/8TuDN3fuPLlwQZYu6X/h353/n/6NWqhIkXA/v+gXv5D46PJl8RCh9+/n8yReRw6LZdefZjb4eHix2rXl7/JHBQRImd+FzPvC5AmcxTPVbHx8XTlLpIObu/Q6yIMd+V2/ptkoXtjTixeJDCn7FYrL9jxwwNzevuec3+oMGiQnDSmJic+Cg9XPSBbg6am5+fS2h1g6V8zX1yHfwhMH8Ka9E2UNauM+Huzi7LB51/5rt73UjUWclaPcXPfw0jwyJCz8wWP/KhUzhqzJ+7Pl2OlziUnJYz8aNO7jQS0b15cnCn4SqPzm+L+eNsHD54WO9VteyqH5qpRzy3KYi5NyzJwsvfAHj51q0rnv0dPns1+5/LV90YWtbgkNjwjMHK8/R06F7USftXh9spQIbN936M+lq5OSU+499Jv846+Hjp8WHcelihVt2aTBwl9/qFLe3ffew6dBIdlPKA8rdOnGLc1G0dMtznbq3GXl9R8/JZa/fjt55KC+dWpUEadVHqCqHczyGfSK/mm39kuv/F+wtDCvXqnCleu3Lly94WBvW9TFSfS816xS6fyVa6cuXBZRQb2a1eQjxY+uWF67/cLH7rWbyq815DFoVQW3Mn5PnoaGP8/SxLv/8EnGoE/JKSnf/fr7X8vWiP8GcHYs3KBOjakTRg/t210cc/H6Tem1oqzhXyBsAAAAAPB+0jcxaTnxM7Gy+/vv1IPkVOnaVfTIH5r9q/qP/ye3bu385uuHly69lqFv/sX5dXSVHf3JCQlS/lTuqPym/46vpiVljk0RFx6+5/vvzi5fbmZrm8+T6KqGaUrReNDHV68+vKD6Qmvmlevo64uryrGXRFyDto7OsT//SIjOmEc0LiLixIL54q9u9xYtpNfBqUIFB/dy17Zs8T12TN14YfXqo/PmxYRk9DFpvnTiocWTElebpjE69sU1q7NnPBdWrxIJhLwu3p2bu3a5VKkiz1b9Um/hiQN4C96JsgaZsZHhd5M+FSseXs8H6BOduSJvWLtlh5fvPbklNTXtp3kLUlJS2zRrLLfoqVLk+MTEHE+rp/oUSNTYGxn9bMvu/dIrdI6v3LA1KCRjQLkbnt479h+uWrFc2dIlshxWtlSJyuXcdh44ci0zLImOjlm9eUdYRGRF97LZr1yuljh/KSN7Fpc3b9EK6WW6d2gjEoWf/1ikfjrikqbOmH3x2g0DfT3rQlZb9xxYtn6LOo1IS1PEJySI0KWQZQ6Fbu1aNDE2NvxtwVL1zAfiBZ/5x9+/L16pq6cssMh8PZ9/4ly56XH+sjKKfp1Rw8ve1n9x5f9O/drVb/veuXDles3KFeWW6pUrind/54HD9WtV188cjbBTm5aiY37u3yvUs1CER0b9sWSV+NBs0bhhbidv3qieCIR+/Wux/O6Id3Dm7wufPcv4bx5x8ltevss3bFH/sEnKShflC+LsUFh6fdRlDZ3qpConaaCsIX8YRgkAAADAe8u9ZcvSjRrdOXlS9P7LQxs1G/e/IF/f8ytX+t+44VqjZmpy0pWNG42trNpP+0p6Hf7F+S0clN/72zzpM+uiRXvP+/2lD1GudevHN65fXLPm7x7dSzdpYmBscn37ttiwsO6//Gpobi7lT5nGTbwOHVo2aGCphg0LlykTHRR0a/ducXeRyiTGxKgvLOTu3WUDBxSvXafJ6NGad7cvU6bNlCkHZs5c0LVr2WbNFKlpvieOx4aGtv/q69xmqP6nRJ9+p+++Wzd2zPpxY8s0bVq4TNnwR49u799XpFq1ekOGqK9Q0njpyjZvLsKJua1blWnU2LywfYCnp+/x44bmFgnR0aJbUT0/tthc1LtXuZYtxYrX4cP6xsZtvvgyn1f1Fp44gDfq3SprkNWvVa1Tq2Y7Dx5VtxgZGsz8atK4Kd/3Hj5O9Mza2dicu3zV5+4DcVjvzu3kYxztlePJjJ/6Q9EizvN//i7LORvVqTHH0OCneQuPnTlfvVKFhMSk/UdPyFMKx8TESv9K9LOYbkNGtWnaKPrZswPHT5kYGU8bPzr7YaKj9rsvxw+fMHnQ6IktmzSwtrTcd/RkSFj41Amjba2tsl95nepVHextV23efvmmR83KFU6ev6xIV1Qp7x4aEZHHxYwfOdT7zv3l67fc8PCqWa1SUlLy+m27rCwsvp30P0k1hs/Qvt2XrdsyaOykWlUri5Zzl6753n84bcJo8dpmP5uTg/23n3/69U9zug8b07xBXWdHh9MiSbjtNahnl7o1qooDmjaoc/DYqT4j/teoXu2yJYsHhYTuOnDE3MzkWUzcs3/7euYo77f1X1z5vyPirrl/L3/4+MngPt3llhqVK0jKmRgi69Wsrj7MrVTxryaMmT53fscBw1s0qp+Smnr8zPmQsIjvPv+fPIN0jgb06HLm0tXt+w499POvVrnCjdtet719C9s9TwQ/Gdxv1Odf9/1kfJc2LURfv9/jJ+JfR+tmDeVreF3WHcgoayjrLFHWkH+EDQAAAADeZ6IX+M8rHa9t3VqhTdtitWsbmJoOWbFSdEn7HD92eeMG00KFKnfq3HjUKFOb1/O11n9x/hq9evmePOF//boiJSUlf/UNbb6cLPrTr23bdnv/fvG3rlOFCo1HflLYzU3Kt0odO0YFPD25cKH34cM+R444V67c+JNPbEuUXD92jN/Vqy5Vqkiq4CT4zp2nHh7m9oVzuuzeRatWu7B2zf2zZ1MSE4vVqlW7f3/HcuWl10c8o9E7dl5YverBhQvnV60s5OLS7H//qzNwkLpGJMtL12riZ8lx8SKQuLpls56hYdHq1Xv8+mugt8+ZpUue3LrlUrmyfK82k6eIcMXn6JH4qKjKnbvUGzxYHhwpn97CEwfwRr1DZQ1qUyaMPnXhcmT086nsRUKwd93SpWs3Xbxy48yFqxXLlRE9sG2aNVIf0KdrBxEkXLvlmZKaFp+QaGz0wkQOri7Oc36Y9tXMORev3hS3UsWKtmrcoE+3jh37f3z1Zr4m78lu2oQxQSEhh06ciYx61rV964/69ZRHTMpO9EHvuJwEJQAAEABJREFUXbt08dqNFy5fP3nuYunixad8+knb5o1zu/Klc2d+98vvF6/djI9PqF+72uihA6f/9mfeYYOpifHahXM27dx39NS5dVt3WVtZdWnXauxHg+Q8Q/h0xFDRlbxq0zbx9J0K21Uq7z5/1vfNG9bN7YSdWzevWr7cqo3bLt+8JZ6je+mSc76f2r5lE3mv6PV+GhA0f/maQ8dPHz5xpkoF99FDB5Qs7vrJpK+u3vColjm21avL8uLk5y55X/m/U9G9jAhsxA9ktUoZH3/l3UrL4UqzF1/Dvt06isBg9abtpy9cSUxKrF2tysCeXSq4l8nj5KJDf9Gv09dv271z/+H123cVdXb6Y+a3K9ZvfRqYUZUo3qbpUybOWbj0jyWrzM1NK5dz+3ri2N5d2kuvT0BI0tFLlDX8G1qvd+AwAAAA4J2g6mhQpKamii7K48uSLm3UKt9cv8MkUwlvkvyypynSUlKSEzavS/l9tmgssnWbXpEiEvDmXVyzZv/Mn3r//kfZpk2ld8Sz7dtDZ0wXKzG/zDEoWcbQUHS7GevrG+jq6qm+W8nYyMivY4viL25NLFb/Wd0hicYqhoaG+vr66p6zfJ5HLgtISxO/yVPio+6GnlLGeG7dI0UXk1TgyRcvPokSEtO6Tn0qwob/9S3apt47EDYUcCs3bZ8+56/5s75r3rCeBLz7fl316MjFcFc7xRc9Uo2MDIwMVTcjAwN9PRE5yNUN0nsaNkTcXRB8c3KqSUPdkgs1PyxE0pKfDwsqGwAAAAAAAPBBkMsadpx+l8oaALxNIRHJcllDx9qUNfxjhA0AAAAAAAB4z2nO1rDqwLsxWwOAt2/13gB5tgY3F2Zr+McIGwAAAAAAAPD+o6wBQN5CIpKPUdbwCggbAAAAAAAfhFr9+4ubBODDQ1nDGzWoZxdxk4B33+q9AWkKyhr+PcIGAAAAAAAAvOcoawCQN8oaXh1hAwAAAAAAAN5b2csa+rWlrAFAVmsoa3hlhA0AAAAAAAB4n2Upa2hRm7IGAC8IiUg+SlnDKyNsAAAAAAAAwPuJsgYA+UFZg/Q6EDYAAAAAAADgvUVZA4C8UdbwuhA2AAAAAAAA4D1EWQOA/Fizj7KG14OwAQAAAAAAAO8nyhoA5E1Z1nCRsobXg7ABAAAAAAAA7xvKGgDkB2UNrxG/YgEAAAAAAPAekssadp6JpawBQI7UZQ0daqVQ1vDqqGwAAAAAAADAe0WzrGHl/miJsgYAOVm7P1Aua3AvokVZw6vjtywAAAAAAADeN5Q1AMhbSETykQthEmUNrw+VDQAAAAAAAHh/UNYAID8oa3jt+EULAAAAAACA9wplDQDyRlnDm0BlAwAAAAAAAN4T2csa+lPWACCbdZQ1vAH8rgUAAAAAAMD7I0tZQ3PKGgC8KCQi+TBlDW8AlQ0AAAAAAAB4H1DWACA/1h+grOGN4NctAAAAAAAA3hOUNQDIW0hE8qHzlDW8EVQ2AAAAAAAA4J1HWQOA/KCs4c0hbAAAAAAAAMD7gLIGAHlTlzV0rJ1KWcNrR9gAAAAA4D8g+oPklfA/ftc2NpYA5CTF319e0cokAciJuqxBoVCsOqgsa7C3Nli/P0ACAA2378eqyhrSKGt4EwgbAAAAAPyX4k6ckAC8jJaU8UVLOkGAPIgge+vJmPBohVi/fS9W3CQAyKZzXYUyadDVpazh9SJsAAAAAPD2ZH43W0vb0EgyN5frG+TvomoeI+E/onojeAcKBPU/Cvn90BYdIdo6mp0gvE9Ajm7dT65YUk+hUJY4pKWJhUL8Y1J/3Ej828G/JX6WxFJ0SEt4N4nfAPI/f1sLqVxRbT09HX19kTfoiBXKGl4XwgYAAAAAb1e6sqNHr21HRfOWSUkJSUmJKSnJqakpaYq0LKkD3r7gsAgDfT1LczMJBYD4l6Ktpa2jK7pC9PT1DbVFZ4hWRm+IBCAb+UPk60FWySkpiYnJScnKpVhPTU2TUwcJeAVBoVHiF7CdtYWEd5byg1VbS1cZMOga6Avi41VPNXEDZQ2vB2EDAAAAgLdK9Weeko62+EtPX/6WmehFVc7pSdjwXzM1NhV/fhsaGEkoAOSvWIp/K6ohHvR0dHTFvxSxLfHVSyB38j8cHaU0PT0d0SK6EeVPGAl4BUkpaaJb2sjIQMI7KyNsUE3SoEwaVGMoiV8R4vcFZQ2vBWEDAAAAgLdHK7P3VFv1de10KV1V6KCtq0iTv3Oq3MZ/x8mIyboLjPTnfabyvxfRK6Ir8gYtbS2JDhEgB+p51HWU/2REhK0r/rGIyEFzJCXgX0tIShU/ZMZGhhLeWeLDU/nfoDraImFQzw6trBvUYojC14OwAQAAAMBbIv5+k+sYVL0/OnKuoPwyma6uMmlQ9gPREwRokPMGuRJI+S1M3YziBrpCgFyoehLFR4x2erqOpK+sadBT6KZnkoBXkJiUIvqmjalseGep80jVbwnlx6oI8zPSBm0tKhteC8IGAAAAAG+bPLmi+GtEW0s7TZEm/txTdQLRE/TfO3zmom0hq8rupSUUABnfspSUcYOWauQxbXmNaRuAnKiLgaTMwVLSRZidruDDBa9FYnKqqaRlbExlw7tNNR9S5pCeOvLHKjHDa0PYAAAAAODtUf8tlzENn7ZCJ12H75wWHP4BIeJPbwN9elIKCvWoDvJ3MeU6B4Z6ALJTF89JUrqqA1FZ4iBlzBotAa8uMTlF/CgZ6OtLeIela2nQLGjgU/W1IGwAAAAA8Fap/6JT9gqlZ/QEqZf4b6WkKke00tXVk1BgaOYNmpsSgBdpfr5IylRbi08WvEbJKQopXZJnHce7jk/VN4SwAQAAAMDb9nzyBq3nYQMKgt4dWhkYGMiDkKBAUfeD0CEC5EGjvuH5PxY+ZfBapKSmyePaSXhnZf8M5VP19SJsAAAAAPAf0PzTTv0tVPznijg5SCh46AoB8i/HzkQ+ZfDq0tLStHWYMucdxnv3FhA2AAAAAPjv8ecfAODN4VMGr06RLjGTMJA3Cn8AAAAAABlm/LVs097DEgAAeJFCka7DGEpAnqhsAAAAAAAAAIC8pCkU2jqEDUBeCBsAAAAAABmKODnYWReSAADAi6hsAF6KsAEAAAAAkKF/5zYSAADIRqFQkDUAeSNsAAAAAAAAAIC8KBTp2qQNQJ74FwIAAAAAyPD4aVBIeKQEAABelEbYALwM/0IAAAAAABnW7Nh34sIVCQAAvEg1jJKWBCB3DKMEAAAAAAAAAHkRYQMTRAN5I2wAAAAAAGRoUKNKIUsLCQAAvEg1ZwOVDUBeCBsAAAAAABka1KwiAQCAF6Wnp4slYQOQN8IGAAAAAAAAAMhVmkIhltpaDKME5IV/IQAAAACADKcvXfe880ACAAAaFGnKsIE5G4C88S8EAAAAAJDh9OXrnnfvSwAAQEOagmGUgJdjGCUAAAAAAAAAyBVzNgD5QdgAAAAAAMjQv3NbQ0MDCQAAaEhTDaOkzTBKQJ4IGwAAAAAAGYo4FZYAAMCLFKphlJizAcgbYQMAAAAAAAAAvIQWoygBeSKOAwAAAABkmPHXsk17D0sAAEBDmkI5jBJhA5A3KhsAAAAAAAAAIFcMowTkB2EDAAAAAAAAAOQqPV0ZNjBBNJA3wgYAAAAAQIYpo4dKAADgRQpV2KClzThKQF4IGwAAAAAAAAAgV+mqYZS0mbQByBO1PwAAAACADI+fBoWER0oAAECDQjVBtDaVDUCeCBsAAAAAABnW7Nh34sIVCQAAaFBkzNlA2ADkhWGUAAAAAKCgMzCS3o4hvVsbGRq+tYdLTpRUvTcAABRo8qcVwygBeSNsAAAAAICCTkdHejtKFHWU3iZtSUqTAAAo4BTynA3aDBID5IWwAQAAAAAAAABypUhXzdmgRdgA5IWwAQAAAAAAAABylTlngwQgD4QNAAAAAAAAAJCrdFXYoMWcDUCeCBsAAAAAAAAAIFfyBNEA8kbxDwAAAAC882xtbWvWrCkBAIA3QlXZIAHIC5UNAAAAAAAAAJCrjMoGhlEC8kTYAAAAAAAAAAB5YBwl4OUIGwAAAAAAAAAgV+npypoGChuAvDFnAwAAAAC8A9LS0mbPnl23bl1zc3NnZ+fGjRvv2rUryzG3bt1q1KiRpaVlxYoVx4wZ4+fnp7k3NDT0m2++adGihYWFhYuLizjD0qVL1Xu7dOni7u6+e/fuMmXKWFlZDR8+XFJNBTFgwICFCxdWrlzZzMysevXq4hqSk5M1TysepX379q6uruKASpUqzZw5U3OvOMPgwYN9fHw++ugjcYyjo2OHDh0ePHggAQDw7khPl+dsIG0A8kLYAAAAAADvgIkTJ3722WchISGDBg2qWrXqxYsXO3XqdPDgQfUBT548adq0aVhY2JAhQ/T19f/6669mzZolJibKe69cuVK+fHk5CRgxYoTIFc6fPz9y5Mjr16+rzxATEyMyBoVCUbRoURE5yI1nzpwZO3Zsu3bt1q9fL5IMcQ1t2rQRx8h7b9++LRKIQ4cOieUnn3xiZGQ0efLkcePGaV75hQsXxB1tbGzmzZsnrnDPnj0i8BCPJQEA8G4hawDyxDBKAAAAAFDQJSQk/PHHH40bNz527JiWahAHERXUrVt3zZo1rVq1ko8JDAycMGHC7NmzJVUZRMeOHfft23f8+HGRDYgWkQFERETcuHGjXLly8vF79+5t3779pk2bqlSpIreIuGLYsGFLlizRfOhHjx4tXbp06NChYl0cb2dn9+WXX4rgoV+/fqJF5AqxsbFXr16tUKGC2BQhhGgRl9qnT586derIZ/D19d2+fXvnzp3FughIDAwMli1bJi5MXKEEAMC7ID2dORuAl6OyAQAAAADeAaIfPzw8PDIyUt4UXfmii3/RokXqAwwNDb/99lt5XUdHp2fPnpJqjCO5Zfz48YsXL1YnDYIcD4SGhmo+ykcffZTlcYsXLz548GD1psgSjI2NRdgg1i9fviwyA5FDyKcStLW15eKJefPmqe9iZmYmJw2ypk2bimVQUJAEAMA7Qo4aGEYJyBuVDQAAAABQ0BkZGQ0YMGD16tVly5bt0KFDs2bN2rdvX7VqVc1jypQpI7r11Zv29vaSamQkebNt27byyq1bt44ePSpCgosXL4rNpKQkzZOUKFEiy0OXLFlSRAiaV1KsWLFr166JdR8fH0lVD/HDDz9o3sXS0tLX11e96ezsrLnX1NRULLNM/AAAQIGWmTYAyANhAwAAAAC8A5YsWeLq6jpv3rxlKnp6ei1atFiwYEGRIkXkA/T19TWPl0dbUg/7cO/evU8//XT//v3ydAs1atQQoYXmBNEykSVkabGzs8vSIrKEO3fuiJWAgACx3KWS5RjxcOp1OV3IQj3rAwAA7wBiBiAfGEYJAAAAAN4BIkv4/vvvw8LCPD09t27d2rJly3379onAID/3TU1NFUcePHhw7Nixf//99+PHjy9dujRt2rT83Dc4ODhLi7i7nDBldhIAABAASURBVEA4OjqK5cqVK9OzYf5nAMD7RM4amLkByBthAwAAAAAUdN7e3sOGDdu2bZuenp67u3vXrl137dpVp06dW7duia7/l9796tWrPj4+vXr1mjt37vDhw11cXETjgwcPpHz0m3h4eCQkJKg3Hz169PTp07p160qqEZbE8syZM5rHKxSKn376SUQaEgAA7wu5XlAiawDyRNgAAAAAAAWdnZ3dsmXL5syZox59KC0tLTY21sLCwtbW9qV3NzAwEMu4uDh1i7i7CB6kfIQNQUFBM2bMkNdTU1MnTZokrmHo0KFis2bNmtWqVVu8eLHmMErz5s2bMmWKPMISAADvk3TSBiBPzNkAAAAAAAWdtbX1xIkTZ8+e3bx58yZNmoiWw4cPe3h4/P7779lnWciunMqOHTsqVKjQpk0bQ0PDffv2eXp66uvrR0VF5X1fY2PjH3/88eLFi1WqVDly5Mi1a9cGDBjQunVrsUtHR2fJkiUdO3bspFK5cuU7d+6sX7++QYMGIpOQAAB4X2TOhCQByAOVDQAAAADwDhA9/hMmTDh9+vTXX3+9dOlSR0fHnTt3jh07Nj/31dPT27x5c9WqVW/fvv3LL7/8/fffpUuXFqeqUaPGpUuXNEdJyk6kFHv27DEzM1u8eLFYrlixYtWqVeq9ImAQocV3330XGRk5Z84cb2/vGTNmHDp0KMdJoQEAAPAeo7IBAAAAAN4BhoaGs1Vy3BsaGpqlpVWrVppDJLm5uV29ejXLMZrTLWzfvl3KRTuV3PaKBOJrFSl/F9apUyfNC7t0w3PbwWNmJsatGtWtXsFNtISER1qamerr60kAABQMWlqqTy5KG4A8ETYAAAAAAP4zxVycWjWsExgSZmGWUQyxatse/4BgayuLL0YONlBFDsFhEfY2hSQAAP4zqmGUJAB5IWwAAAAAAPxnbK0tm9SprtnStnH9R08CQiMi5aThaVDorL9XipWmdWt0atFIrEQ9izE0MDA00JcAAHgrVFM2SOlUNgB5ImwAAAAAABQg7qWKiZt608LctFf7FkGh4XbWVnLL4dMXz1y5IcKG0QN6FnEqLFoCQ8Ic7GwkAAAA/HcIGwAAAAAAOcs+48LbZ2psVLdaJc2WWpXLW5qbRkTHmJuZyC0zF6wQS/fSxUf06SpW4uITk1OSrSzMJQAAXg8tCcDLEDYAAAAAAN4lRZwKywUNah/16hwTH2+glzGn9E1v3417DhsY6HVv06JmJXfREhoeZWFmwqTTAIB/R1s1jhKjKAF5I2wAAAAAALzbKpQtqblZt1qlIo4OgaFhzoXt5JYVW3c9CQxRTjo9YrAIIRKTkq/e9na0s3WytyWBAAC8lDxng4K0AcgTYQMAAAAA4H3j7GAnburNMQN7PQkKCQoNF0mD2BQrm/YcFitVy5UZ1L2DWHnw+Gl0TKyjva29TSEJAIAXaWtrS0wQDbwMYQMAAAAA4D1nZGhQytVF3ORNV2eHqWOGBYeFG+jryy0XrntcvHFbrIwa0KNM8aLKlmseVpbmLg72xkaGEgDgw6almrOBygYgb4QNAAAAAFDQxcdKeL3srK3ETb3ZvW3zulUrBihHXrKXW9bvPiiWNoUsvhr7saSa9eHRk6cOdraaBRMAgA+EVsacDYQNQF4IGwAAAAAAHzp9PV1XF0dxU7d8N35kUEhYfFKSvOn78NHmvUfESofmDZvXqylWPHzvaUtaDva2hSzNJQDAe001ipKkUBA2AHkhbAAAAAAAICtLc1NxU2/Wr165mLNjQEiYs0NG6cOBk+eeBIaIlZ+/HGdooJ+UlHLFw8vRztaxsK0Bk04DwPuFygYgPwgbAAAAAAB4OafCduKm3pw0fGB4ZHR8QqJIGsRmVEzMwVPno2Niq5YvO6hbe0k16XRsfLy9jTWTTgPAu05bWzVnA5UNQJ4IGwAAAAAA+DesrSzETV4XicL3E0YmJCYlZo68dPfR48OnL6akpqonnV6/66CZqYmrk0P5MiUkAMC7g8oGID8IGwAAAAAAeD2MDA3ETV5v1bCOuIWGR1mYmcgtDx4/CQmPLGxjLYcNj54Enr16w9HO1q1UMdEoAQAKKi1JVdlA2ADkibABAAAAAIA3xdbaUr0+dcywlNTUyKgYeTPqWYyHz91LNzy1tLTksOHQ6QvxCYkifqhcroy+Hn+wA0BBoa2aIZphlIC88d8uAAAAAAC8JXq6unY2VvJ6ZffS4hb1LFZXV0dueRoUcsPrjlip6FZKLEXwsGnvYUd725JFXYoXcZIAAP8RHR3VMEoKhQQgd4QNAAAAAAD8ZyzNTdXrQ3p0FMunwaHypNMxcfEPHj+97ulbrYKbHDZcvuX10P+piB8qli1lbmoiAQDeCnmC6DQqG4A8ETYAAAAAAFCAONnbyiuZk04nJyQmyi062trhUdG3fe872dnJYcPanfstzcyKOBWuUKakBAB4M+RhlNLSqGwA8kLYAAAAAABAwWVkqC9u8nrV8mXFTXOvjrbOnUePfe4/ksMGvyeBp6/ccLSzcS9dnEmnAeB1kSsbmCAayBthAwAAAAAA76reHVpqbqanpycmJp27dlNHR0cOG1Zs2R0SHulob9u1VRNjI0MJAPDP6chhA3M2AHkibAAAAAAA4D3h6uL4Ue/Omi3ODvaxcfGed+7379xGbD6LjZu1cKXIHiqUKdmgZhUJAJAPmcMoUdkA5IWwAQAAAACA91bzejXFTb2ZlqYoW8I1ICTsSVCI3HL49IXLN70cC9u2aFBbPV0EAECTPIxSOsMoAXkibAAAAAAA4ENhZWHWv0tbzRabQlaFrCwe+j9NTkqRW376a7mRkYGri1PnFo0kAIC6siGdYZSAvBA2AAAAAADw4apSroy4abYUK+IUFBp2/5G/vOnhc2/rgWOO9jb1qlYqV6aEBAAfHh1V2KBQUNkA5IWwAQAAAAAAPJdl0mlnB7vGtasFh4arv9K7fNOu8KjownbWnVs2MTU2kgDgfZGUlPLVb5sjo+Ny3Ltu51lxy94+dXRnV2eGoQMIGwAAAAAAQO6sLMxF2KDZUq9G5QePnzwJDJGThpi4+O/nLTIzNSlfukTX1k0l1TTUYmluaiIBwDvFwECvT4e689cczv9d6lQtTdIAyAgbAAAAAADAP1C6WBFxU2/q6uh2a90sKCzcwsxUbjl96fqh0xeMjQwGd+9YpnhR0RIcFmFvU0gCgAKvSjnXyu6uN7we5edgEU70bFtLAqBC2AAAAAAAAP49I0P92lUraLZULlfGyMDgaUioeWb88MeKDTFx8U6F7T4fMVBsJiQmxyckWFtZSABQ8PTtWOfuo8C4+KSXHtm5RXVTE0MJgAphAwAAAAAAeJ2c7G3FTbOlS6smgaHhiUkZPXf3/B4v2bBDX1+vXZP68hhN4ZHRJsZGhgb6EgD816wsTHu0qb1i68m8Dytsa9m0TjkJQCbCBgAAAAAA8GZVq+Cmuelc2L5r66ZBIWHWlhnFDVsOHPW688DKwmz8sH7ycExPg0OzJBYA8NbUq1763LU7dx4G5nFM3451tbW1JACZCBsAAAAAAMBbJUKFRrWqara0rF+7iluZmNg4OWmIiHo2a+FKSTnzasXeHVpKykmn4yUpnUmnAbw1A7s0+Hbe1tS0tBz31qhY3K2kkwRAA2EDAAAAAAD4jxVzcRQ39WYhS/Ovxn4cFBqmrZXxreGTF68eOXPR2MhgUPeOZVWTTj8NDjXQ0zMzMTEw0JMA4HWzt7Vo07jy7qNXs+8Sv3a6t2FeaCArwgYAAAAAAFDg2BSyEDf1ZodmDSq5lQoICi1sU0hu+XPlxviERCND/ZlfjBObUc9ifO49cixsW8SxsAQAr0PbxpUu3bwXHBadpb1d48qFLE0lAC8ibAAAAAAAAO8AkSJoBgmTRw0JCAmLiYmVNx/6B6zffVCsNK1bo1OLRmLF+97DlNRURzs7zdACAPJPV1dnYNf6vyzaq9lY2NayRf0KEoBsCBsAAAAAAMC7x9zURHMKhyrlyohUISg03K6Qldxy/PwV3wd+YmXamI9srS3FyulL1x0L2zrZ2xka6EsAkA+liznWqVr6/LU76pZe7WuLEEICkA1hAwAAAAAAeB842YsgwVa9Oaxn5yfBwU8CQ+SkITwyesv+o2KllKvLmEG9xIrYFRwW7mhv62BnIwFALnq2q3XLxy8uPkmsV3Z3LV/aRQKQE8IGAAAAAADwHjIw0CtRxFnc5E1rK4uvx30cFBKmlTnp9HUv3yNnLoqVwd07VClXRqxcvuVlZmws4gdzMxMJAFRMjQ17tKm9YutJXR2dPh3qSAByQdgAAAAAAAA+CCJvEDf1ZodmDRrWrBITG29tZSm3nLl8/dGTQGMjg58+Hys2o2Nive8+FNlDEScmnQY+aPWqlz537U6Z4o7MCw3kgbABAAAAAAB8oCzMTMVNvTl+WD+xDAoLlzeDwyJ2HTkZl5ConnT6xIWrEVHRjna2ldzLGBky8QPwARnUtWEhS2qegLwQNgAAAAAAADxX2MZaXildrMiMz8fExico0hRyS3Bo+Llrt8RKmRKuctiwbNNOR3vb4kWcxcES3nfp6ekSPlS21mYSPwOQJPVYfMiOsAEAAAAAACBXpsZG6vVeHVqK29PgUCsLZbdjdEzs44Dgm953y5ZwlcMGT9/7Hnfui/ihQpkSVhbmEt5xWXqW6WgGoIngIQvCBgAAAAAAgH/Ayd5WXrEwM/320+FJSSmx8fFyS3j0s6u3vc9fu2VpbiqHDdsPHtfV0XGwt61ewU3CO0WOFtTLzKRBi8gB+ABl5grp8rpmzEDkoEbYAAAAAAAA8O8ZGOgZGGTMO92wZhVxC4+MNjYylFv8ngY+9A8Qm3LYEBgafvTMRUc72zIlXJ0K20ooqOREITI6de+xaLGiUCgy9xA2AB8ikSiIf/siVrCz0W1W10xbW1uOGDLbyRuUCBsAAAAAAABeJ2srC/X6p0P7ShqTTos+69S0tMu3PFPSUuWw4fj5K1HPYhzsbCqWLW1sZCChAFBXM0Q9S92wO0oCgEzlShk0qmmsra3Q0dHR1la2kDSoETYAAAAAAAC8WepJp53sbQd376C5S09PNzAk7KqHd9kSxeSwYenGnSKHKObiVKZ4UQn/EZE0KFTkzW7tHXI78uipUJFJ1K5m5eRgKAF4Z508Fx4WkVy9kmVRF6McD3j0OP7qrWhFenpySoqujo6qTZk3EDaoETYAAAAAAAD8Z+pXryxu6s34hEQDA/3bd+4/CQyRw4YzV26cuHDF0c62aZ0ari6OEt6W9HQpNVUZNhgYaHdrn+srf+VGlBw21KxqJQF4Z3n6xshhQ8O61jkecPxMmDJsUCiSk1PT9dK1MmjLtVBEDhJhAwAAAAAAQMFhbGTYv3MbzRYrc3M760KPA4LjEhLllrnL1inS00X80LtDSwlvRmZlA9MzAHiBKmxIEcmCchglhbY8khJkhA0AAAC/BW9WAAAQAElEQVQAAAAFV7nSxcVNs6WYi9Mj/4D7fv7y5uOnQUs27nC0t61ZqVzV8mUlvLL0TBrzQgOAksggU1JTRdCgq5uWOZgSMhA2AAAAAAAAvEs6tWikuamjq1OiiFNQaHhoRKTcsmnv4Yf+AY52Nu2bNbCyMJfwT8gjokiSlvj/mesAkEH8WkhNTUvTVVY+Kf+nwhhKMsIGAAAAAACAd5iTve2gFyeddrS3DYuI8n3g16F5Q7GZnJK6P2i5VM5SX2EtSa4S8kFd3CABwIvS0pRBg/z7gd8SmggbAAAAAAAA3itZJp0WypnXveMforBMkzcvXPc5e8Xb0d66VaMapYo7S8gV31YG8AJ1EEkemR1hAwAAAAAAwPtMX0+3iHGZwMdFXYo8kyTlLNMlijiILrKQ8Gh1X/qPc1dHxcSam5p8PX6gpCqGiIqOtbOxlD5s9CQCyE6j8ok88gWEDQAAAAAAAB8WW2sLFyd7fX19nczZTTu0rPvIPygi6pm8+fhp8M9/rdfV1WnbtFaHFnVFi9hlZGhgaKAvAQCQE8IGAAAAAACAD10l9xLipt60s7bq37VFYEi4rXVGccOOA2fOX/WyNDf937Cu9rZWoiUoLFZHAgAgA2EDAAAAAAAAXmBuZtyoTiXNlka1K9vbFnoaGGpubiKpxlmat/q8JP1S0tLDTXVAbHxiSkqqlYWpBAD4IBE2AAAAAAAA4CVKuDqKmzxMeVpampaW1KNVuYfX/9LTSZEPuHTz/vpd54wM9Qd1a1itfDHREhwabWVpoq9XgHqfEhKTjAwNJADAG0DYAAAAAAAAgH9GT1e3qrujS9hedUv5Ui4f92ryLC7B2b6Q3PLHqoPBYdF2NubTJ/aSVMUQkdFx9jYW0n/npwW7xw5sZWttJgEAXjfCBgAAAAAAALwqESqIm2bLlFGdHgeEh4RnTDr96EnoL4v26OrqtGlUuWPzqqIlLCJGJBDmZkamxobSm7f1wKXAkMgZ83d8OqRNUWcbCQDwWhE2AAAAAAAA4PUzNjIoW8JR3OTN0sUcfpjQIzAkytQkYyCjHYevXLxxT6xMHtWpuIudWDl10dvOxqKok/WbGOwoKDRaUs0tMWvR7lH9W5Qr7Szhv7Zy1cGfZ23I0mhpaWJjbVGhQvEvPu9jbm6suUuhSBd3uXr97r27T0JDo9zKFqlUqeSQIW1srJ8HXcnJqU2aTXj2LO7woV8L21tlObk4w8DBP127dveTkR3HjumSZe+16/f6D5ie46VqaWldubTQyEhfKhhCQqMaNxnfpnXN2b9+IgEFA2EDAAAAAAAA3obCtpbipt4c2KV+kzruT4IinOyUPcIJiUmrd5wRK84O1t+M6ypWAoIjHweEORcuJFqkVxYYGimvKGe3XnGgd4c6TeuUk/Cf8vLyE0s3t6Kmpi9Ut4SFP9u+40x0dOyff/xP3RgTk/DZpAWnz3iIdWNjg5IlnXzvPBHxwNZtp777ZnCrVjXkw/T1dYcMbj3nt83LVxyY/EWfLI/41/wdImmoWrXU6FGds1+Pt/cjsSxa1N7OzjLLLlsby4KTNEjKS30slmXKuEhAgUHYAAAAAAAAgP+Avr5eiSL24iZvGhka/PxF76fBUampaXKLh6//lv0XxUqfjnXlYOCqx0N9PR1nh0JWFqbSPxQSFq1eT09PX7/rXFBodJ8OdbW0JPxXPL0eieWSvydaFXphIg3xM9Cx89Rjx2+EhEbZqQKq6Oi4fgOmP3gQWLNG2Qnje5QvX0xbW/nOrVt/7OdZ6yZ98bfIHkpkltH06d104d+7Nm86/smIjpaWJurTXrlyZ8HCXWbmxnNmj5Lvnu16lOHH5C/7NmxQUSrYPDzui2WlSiUkoMDQlgAAAAAAAIACoJClWYUyLlXKucqbrRpWnDamy9AejcqVzBjyaPuhy7+vPPj5zPUpqaliMz4h6dRF7wePg5NTUl968vT0rC3Hz3suWHs4NS1Nwn8hMTH54cMgWxuLLEmDoKurU6eWMl568iRMbvn9920iaRg5osPyZZ9XrFhcHRX07dN00me9RTjx/Y+r1Xc3MTHs369FYlLKuvVH1Y0R4TETPpsvVmbO+NjO1jLHS/JWhR9VKpeSCrybtx5oaWlVrEDYgAKEygYAAAAAAAAUUEWdbMRNvTllVOfHAWEhYdF6uspOrSdB4fLIS/VrlBnUtaFY8X0QGBuf6GxfyN7WIj/nv+75aPbifaMHtDA1eRuTVEOTp+ej9PR0N7eiOe4Ni1BWolircghvn8frNx4rU9p57JguWtlKUfr0brpi5YHLl30CgyIcCheSGwf2b7ly1cE16w4PG9bWQF9XPNBnny8IC4vu17d5k8aVc3zElJS0O3efOjvbmpkZSbkTwcbyFQfOnL19+/aDQoXMmzapMnFCT339jF7WhITk6jVHigetXdPt78W7vbz8vv1mkO+dJ0uW7N2w7qsHDwN37Tornk69uuXHf9rd2sZizZrDx45du3f/aa1a7tOmDrBXDd8kn6R2bfeliz9TP+7ceVsXLd6zYvmXNWuUEZs+Po9dXe3VIzudPuOxectJT8+HkRExTk62rVvXFNdgaKAnAW8RYQMAAAAAAADeDcZG+i9OOu3427QBz2ITDA0y+rhu3/E/cPKmpIwlOhVTTTp98qK3tZXpDdXwODm65xc0ff6OCUPb2VqbSXiLvLzlCRuKZN/1NCD85MmbhQqZuajexK1bTorl5Mn9tXIa9EpHR1skFgEB4YEB4eqwoZC1WfeuDdeuP7pjx5lePRsvWLj7wkXvsmWLTPqsVx7XIzKJCuWLSbkLDoka97/fRUd/w4aVevZocuWq7+o1h/38ghcuGC8f4K06SVJissg2WrSobmtj2ahh5W3blZHYX/N3KNLT27apVb162T//2h4UHJEQnyTyhm5dG8bFJ876ZYN4InPnjFZeiZcyhnF/8ZXxVr1c8uWFhEaFhz+rWaOsvGvz5pPffLdCBA+1a7k7OdlcuuQjHuvCRa/VKydLwFtE2AAAAAAAAIB3lamJoWZRQrfWNcUtODRarmxITk45cOpmWESMlC5Juc/NIA6YMX/Hp0PaFHW2kfC2eKnGLCpT+oUu9ajI2DPnbs9fsCM5OXXsmK7ycEk+vo9F8CB/oz9HjqopxENDozQbh33UbsOm46vXHBKd8uKEhob6v88doy5ByO16bty8N2jIzCy7zM1N/pg3Vqz88OMqkTSsWP5llcol5V3Tvl62bdvpU6dvydM8yAnKwYOX1635ytU1Yz4Sbx9lY9WqpUcMby+3LF6y59q1u1On9u/Xp5ncsnLlQa/MSMwzI4Z5oeZDnLlo0YxSBs3ZoaOj42bMXCsea+2qqeoBqcaMnXfs+I2HD4OKFSssAW8LYQMAAAAAAADeK+oxlPT19X6a1FtEDp/PXB+XkJTHXWLjE2ct2j2qfwv3Uk4S3gpPz0diOeGz+RM+y7pLdKlPndKvZ49GYl2hSBe98K7FHPI4VVRUrFhmmfuhsL1Vhw51d+w4M3zkbHGS774d7OxsK73segIDI8Qty65aNd0k1VBFx45dHze2qzppEAYPbC3ChjNnPDLCBlVi8cknndRJw9OAcJGgODgUGjqkjdwSHv4sKSmlRHFHddKQkpIWFh7t7u4qb8pTR7i7uaofJTjkhVIGX185bFDmNGmpiq+mDnByttF8+nZ2VspdaQoJeIsIGwAAAAAAAPA+E5FD3kmDLDklde7y/WYmhjMm9dLR1pbwJiUmJt+7H2BhYdKvr7LDPS4u6c4d/4uXvB0dbb75amDVqqXVsxH4+4ckJqXY2uQ1CYfH7Qdiaa/qYdf08bB2Imx4+jSsY4e6HdrXkfIkj1N0/uyf4qpyPECcSktLq1ePxpqNRYsqQwXxEOqT6OvrduvaQH2AlyrD6NqloZ6ejtxyW9XStGkV9TH37j8VeYNb2SKZJ3lsZm6sjiukzAzDPbPW4ZaHcnbocqqp1AtZm3XpUl/kMbv3nA8JjkxITIqNTTx46Io4wNklr3AFeO0IGwAAAAAAAADJyFC/iKONrq62vp4uXwl/07x9lN/Nr1K55JjRXdSNa9cfnT59jafXo3r1yqsb9fSUHZhx8Ym5nsrb79GjYJFGFClil2VXsWKFXVxs/f1Dp00dIOVJ9PX7+Po7OdnkljQI9+49FQFAlvqJ8IhnYinfS55iWly8rq6O+gAv70dSZm2E+oLFsny555NDeN5+KGVmCeIkd+89rV79hTGjPD2VB6gHVrp58764Ehtrc7F+9uztqdOWhoRGiQctWdKpdClnZ2ebyMiYMqWdmSAabxlhAwAAAAAAAD5opVwdGtQoU61CMREzpKtIeMPkMYvc3V+YlqBPr6br1h2Zv2Bnm9a1XDK/lW9nZyk6zb08H8XGJpqaGmY/1d+L94hlr15Ns08fnZCQLJKGEsUdc7yjJh+fx+J9zzJNgiaFIv3+g4CqVUtlaT939rZYli6tnD5Bnh26VuZgRzIvLz9xYZUqlVC3yFM4yHUJGS2qORjkFvkk5TReGfHQBw5elpQvl/IAzdmhxcqYcb87OBQ6uXmuuvjj/HlP1dnymukaeBOoCAMAAAAAAMD7bPX2Mzm2m5satWpYcfrEXp+PaF+nail9Pb6V+/bIEylrTksgaGtrjfqkU3Jy6s+z1qkbdXV1unVrlJiUsmTp3uznOX7ixqFDVxwKFxoyuHX2vR635YKAIlL+rkc9kFF24tr09fXUwyXJxFUtX3FAZAmtWtUQm57yYEcaKYLcWLyYg3oMJUkVPxQqZOboaK1uEfGDeJryHAz37j+VMtML2fbtpx88CHRysrG0VNZPaM4OfeWKb1JSSp/ezTSHmdq994JYli9P2IC3jbABAAAAAAAA77Og0CjNTdE1XKFskVH9W8ya3Ld7m1p2NuYS3jofVed+hYrFs7S3aV1LJAfHjt/wvfNE3fi/cd1E46LFexYv2ase4So6Om7uvK3j/veHmZnRn399qp7jQVPGVAeZEy/nQc4JypbNK5aoWaNsYGDEQVWRgWzBgp33HwT07dNMXJ70PEF5XpQQFBwZERGjmXaIyxaJheYYSgpFuo+vvwgPRJ4hNiMjYsTS2MhA3nvhovf0n9ZKGpUQmrNDGxgqn7W/f4j6bLv3nN+xQ5mulSrJVOd42whsAQAAAAAA8D5Thw02hczqVStdr1oZq9zH5cdbkJKSJrIEO1vL7NM+iw739u3riFBhy5aTU6f0kxtNTQ0XLpwwaMjM3+Zu2bDhmDzvsafno/j4pAoVis35dZSTk02OD5QZNhSVXiY/scQXn/e5eev++Inzm+6tUrKE040b9y5d9qlSueS4sV3lA7y9/bLM+iDPDq05OpM8WYXmGEoPHgQmJiarL7J8BWUOMff3LXfu+sfEJOzee/6jYe3+/Gt72TIZiYWvr7+UWa5RtUqpQoXM1qw9kpySaqCvd/bcbXE2Q0N9cUKbPKfUBt4EcIn1UwAAEABJREFUKhsAAAAAAADwPotPSK5Rsfj4YW1nfNa7fdOqJA3/OS/VtATly7vmuLd7t0ZiuWv3WZFJqBtLlXTauO7roUPaFLI2v3Xrgf/jkJo1yk6f/tHa1VNzSxqkzFKDCuWLS3lSTux854m1tbm9nWUehxUrVnjdmmm1a7kdO3Z9zdrDinSFiEOWL/vCzMxIUhUoiJNkCTbkaEGzMXuqIRdVlMscUapWTbfvvhmspaW1fsPxsLDopYs+c3W1lzTyCRF4ODpai6hGrJubG8+dM0Zc+aZNJ1avOWxmZjx1av8+vZtKyqKKCAl4u7SY8QYAAAAfIPGfwQqFIjU1NSUl5fiypEsbtco31+8wyVQCAOB9dGxR/MWticXqP6s7JNFYxdDQUF9fX0dHR1tbO/u0urmRJ09OS0sTH6DxUXdDT1UWjW7dI0UXk1SAxcYlmpoY5vPgzOeoSElJvfswfsqvEQYG2svnVcnt+Mk/evk9Sfh0ePGaVa0kAO+s72f7+tyNHTnQtWFd6xwPOH4mbPEav2LO6aP66YpfosZGBkbKX6S6urr/7BdpQRZxd0HwzcmpJg11Sy7U/LAQTzI/z5FhlAAAAAAAAPA+y3/SAAD41wgbAAAAAAAAAADAKyFsAAAAAAAAAAAAr4SwAQAAAAAAAAAAvBLCBgAAAAAAAAAA8EoIGwAAAAAAAAAAwCshbAAAAAAAAAAAAK+EsAEAAAAAAAAAALwSwgYAAAAAAAAAAPBKCBsAAAAAAAAAAMArIWwAAAAAAAAAAACvhLABAAAAAAAAAAC8EsIGAAAAAAAAAADwSggbAAAAAAAAAADAK9GWAAAAAAAAABRs4eHPZv2yYcjQWbXrjq5VZ1SXrl8tXrI3NTVN85g9ey+4lx+yfsMx6d86dfqWOMPfi/bIm3FxiTN+WhsSGiW9LffuBYgLGDzk5+y7UlLSKlb+qFHjT6X8yfJcChrxqorLm/jZAnmzT78fq1YbrlCky5uXLvsuWvyWrnzosFniSry8/LK0T/t6mWj/4stFWdoPHboi2qdMWyq9PmPGzhPnTEhIlvAuI2wAAAAAAAAACrTLl327dvt6xcqDFy95m5oaFbYv5HvnyW9zt/QbMD0pOVV9mK/vY7EsW7aI9G95eDwUy4oVismbAwbO2H/gkp2tpfS2eHgqL6BcOdfsu8SzE+FKjrtyPtWLz6Wg8fZWvlllyrhIqhzF0/ORezlXbW0tsXnkyNXBQ2ZaWJhKb4WpmbFYxscnaTY+DQjfufOsWImLT8xy/N+L92hpaX08rJ30+oioo1hxByMjfQnvMoZRAgAAAAAAAAqu8xe8Pvr41/T09E//161n98aWVso+6MCgiO++W3nq9K3ZszdOmdxPPvKWxwNDQ/2yZf592DB6VCdxk9cTEpJ9fP0bNawovUXeXo+kXMIGj9vK8MDNraiUP5rPpQDy8LgvlpUqlRBLPT2dWzeWqHdduXpHLN3z/UxfkYivxDI+4YVQYdHi3WlpCrESG5Og2X727G1vb782rWsWK1ZYek2ePYsPCo5s26aWhHcclQ0AAAAAAABAAZWSkvbDj6tE0vD9t4OHf9xeThoEh8KFfv3lE0tLk63bTsnFDQpFuofHw9KlnV/X18M9bj8QS3d3V+lfSU5O/Wv+DrnDWiau8K/5OxOTUvK4l5cqbChfLodyhNuqsOGtdcG/aTdvPdDS0qpYoUT2Xd4+j3V1dV6lQuUfMZPDhrjnlQ3BIVE7dpwRQYi4wiyVDYuWKAd3GjGig/T63Lh5T8olYcK7hbABAAAAAAAAKKBWrjr46FFwt24Nu3dvlGWXqanhsCFtW7eqGRHxTGw+fBiYmJgsD8sjO33GY9ynfzZrMbFqteEdOk7N0tE/+7fN7uWHREfH/fjj6kaNP+3R67vAoEjR8tmkhWJvx05T5YkTFizcJQ+m37rtF23afZnlGsaMnVe+4tCHD4OyX/mq1YfEI37x5SKRlMgt33y3QsQPS5fuk3Ih0ggvLz8zM6MiReyy7/X0fCSW7qouafFMy1UY+tPP6/38gmf8tLZ9xykNGv3vp5nr1INKie5y9XMRjyvWg4IjNc925cod0Tjt62Xy5p27T6Z9taxl68+rVBverfs3R49d1zw4+2slLlXkQOIJtm3/pbiLeGV+nrUhLu55v3xkRMyff23v1ed78eI3bPzp8JFz5LBEzcfnsaurvZwMff2t8grFy7j/wCWxcvmyT2pqWqUqH/3y68adu86Jll27z2ne1/fOE9H45eTFUu66dvtaHOPt7Se9jLm5chilhKTn8yUs+nu3eHYD+rcw0NeN1wgbrt+4d/myb7NmVUuXcpZbxJMSb7F4+tVrjuzXf/qNm/c1z9yn3499+/34+HHI/8b/WbP2J+KdEo3ih1D8DIjLq1V39ISJ8wODIu7ceSIpw4aMhCkiPGbK1CVNm01Qvhc9vt2w8bj6RwgFHGEDAAAAAAAAUEBt2XpSS0tr5PCcv0g+bFjb6T8OcyhcSFJ9HV4s1WMobd58csTIOWfPeogWEVTo6GiLjv6Ph/+qvq/o1i9V0kn0FHt6+7VqVaNb14Zyx7Q8TlGrVjWLF3cQK0OHtJn0WS/RJ16iuKO/f4hmpcK1a3ePHb/Rs0fjHEfUGTigZY0aZfftv/jdD6vEpuho3rr1VJXKJcU1S7m4d/+p6IkuX7549l0iXbh772mhQmbykxUXLzqgo6Ni+w2YbmFhOuHTHq1aVF+95vCSJXvl4+VkQn4uxVyVT8TP74VE5Odf1hsY6P1vXDexfvLUrd69v9+x80yJ4g7duzWKio4dO+73fQcu5fFaaWtrffX1smXL97m7uYpXwNjIQMRCHw3/VfTRi+OjouIGDp45f8GuxIRk8eJXrFj8yhXfnr2/P3v2tnzCkNCo8PBn6jdLvPKGhvriZbS1sezVq4loqVCh2KhPOrZtU6tkCUex6e8fqnnxP/20Vnnx/+smvQ7yMEoJmXM2iN7/LdtOFi1q36plDWMTQ81hlBar5qxW/zSu33BMxAm+vv61arm1bFHd945//wHTr12/J+8VPyoiUHF0tBn60SyRzbRpU0sEY+L9HTFytghvxLvWuWO9256PxEt9/fpdKbNmRcRaAwbPuHjRu2698u3b14mKjPn+h1Wzftko4V3AnA0AAAAAAABAQSR6rh8/DilT2tnJyealB2vODh0dHTdj5lpXV/u1q6ZaFTKTDxgzdp7IBh4+DJKzAS+vR3FxiTVrui2ckjHlw1/zd0rKcZOUfb6jR3U6dOiymZnRZxN7ynuLFXM4fuLG06dh6rKD6T+tFSHEuDFdc7wefX3dBX99OmTYz5s2nbh/P+Dq1Tvi2hbMH29ooJfbU5ATghyH07l9+5FIF8pljunkpcpFjhy9un3rDy4utmK9bt1y6zYcu3Ur45v1cnAiPxdXV+XzffQouFZNN3nvkSNXxWMNG9rG1sZCvFaTpywyNNLfvOnbEqqe/YkTenTt/vXs2RtbNq+mq6uT42sVEBC+a/c51bQQneWWaV8v27bt9IWLXg3qV1i56sD9BwFTJvfr3695xgV7+XXv+e32HWfq1SsvvTg7tOiIF/318uQN1auXDguL3rjxePt2dQb0byFa5FqNx4+D1S+FiEYuXfYRIZCcu+Rm29bvpfwxMTaUlL38GWHD0iV7xQ/e8I/bi4DK2NhQXI/cfufukxMnb4rXWX6DxAv4w4+rmzarOm/OaHGkaPlkZKcOnab88uuG9WunScroKCApKeXQ4Suzf/mkRYtq8kn+/Gv75cu+InCaOL6H2Bw/vsfAQT+Jnyvxs2pqqryMA4cuix/RFcu/qFmjrKT6J9Cx89RVqw+JZCWPnxwUEIQNAAAAAAAAQEEkd6kXL+6Yn4N9fP21tLTkL8unpSq+mjrAydlGnTQIdnZWkur75mIpMgPRyS56qz/7rJf6AG9VXCF36CcmJovO4tq13dV7ixdT1gc88guSw4YDBy6LDv0xo7uop5HIztjY4O8FEzt3mSaSBnHY4r8nyiP25Pp85bAhp1kZbnuqJmxwz9glvzKid1tOGoTQUGWfuLm5SfbnknHljzIqG0Tn/m/ztoiu7eEfK7+hv3LVwaiouOk/DpOTBsHQUL9zp/pz520V+UTJko45vlbyTAa3bz8UYYCBvrKLdcig1oXtrSxUF1CnTnkLC9PeqhoFmb29leqhM+pC5GSojOrN8r3jn5qa5pY5Q4OXj5/6ygVxckdH68f+IeqLnzNnk4WFyYicil1EV/78BbuknNjbWR4/9luOu0xNlW9KYqIybAgOidq05aR4izt1rKfaZfTkSaj4mRFxwsKFyjOP+DjjcafPWCPe0+nfD5WTBkG8F02bVDlw8LJ4ucQVeqrespYtqquThtjYxGXL9otnOuHT7hkvtYFel871xcvo7uYqt8ijNl25ckcOG/T0dL78oq+Hx/242ATChoKPsAEAAAAAAAAoiO7feyopwwaHlx4p+qBF13+ZzNmhC1mbdelS38vLb/ee8yHBkQmJSaKf9+ChKyKNcFb1zss1BD16NJY7ymXeXo+cnGzkPMDL+3F6erq72/M5iotnjOej7PUWvc+//rapUCGzoUPb5H1hhw5dDgmNEitRkbE7dp4dlufxcoRQoUIOwyjJJQvqiaO9VfNId+5UT33A3bvKcf/lIoYsz0V0nevr66qLA3bsPPPwYdDE8T3MzJTDB+3dd0FXV6d5s2qaD+foqCwlEV38ImzI8bUqVdKpWbOqR49ea9nys2HD2vbo3lhkFSJ6kffWrFGmdEmns+c8AwPDw8Ofpacr5MkMXFwyikJueShnh5ZLBLw0RnySVFUUYpebRuIi0iY5axF27jp7997TLz7vLV98Fo4ONjVqlJFyYmVlJuXCwkIVNqjm81i2bJ9IPkZ90klbW0tsmpgoqw3i4hIjI2NEilClckn5/PfvB4hn1L9fcxEqaJ5KfoIinxDtcvVG3z7N1HtPnLwhHkW8kuIJqhuNVXUV6ufbrk3tVasOitTk6NGrwz9u37Jl9UYNK4qbhHcBYQMAAAAAAABQEMn9sCInyHFvZERMZFSss7Ot6El/+DAwIiJGdH/Lu86evT112lLRyy+60UuWdCpdytnZ2Ub0F4s0Qv56uLfq6/OahQvPnsUHBkaov4TuperNd8v8fr2k6l6XlOP5KMOGjZtOBDwN++6bwXl/2XzN2iMzflrr6Gg9a+aIz7/8e/acTaIxj7xBhA1m5sbi+Oy7rly9I5bVqpaWVEPr3Ln7tGzZItbW5uoD5Gck1wdkeS5CERe7R6o5G8R9//xzu72dZT/VIEXiJZKnQ6hVZ1T2BzU2NpByeq1kc+eM3rDp+Lr1R2f+vH7+gp3Dhrb9+KN2kqooRLz4omtepDXiCsuUcSlT2kWey0Fdr3Dz5n1XV3sb1fVnjviUscvD40HxYg5yaCQrVszhzBkP0eOvr6/3xx/bRIjSt09zKQLRXnMAABAASURBVCdduzYQN+kfMjFR5hZJickiENq0+UTRovbt29XJ2KX6CYxPSFq56qBYGTmyo9x+964yBqtYsUSWU0VExoilpaWp/LqJZ1Gx4vPo6KYqcald64VXUiQTksbYWZaWJuvWTFu1+tDmrSfHT5wvLmbSZ72bNqks4V1A2AAAAAAAAAAUREVd7SVlMUFwjntnz928bdvpH78fKvqXNWeHDg9/Nmbc7w4OhU5unmtrYyEffP68p6Ts0s2sDPB+LHrSK2l2BKtKB9Sj2chhQ3mNsMHExNDO1lJ0DcfHJ81fsEP0lXfr1lDK3aZNJ5RJg5PN6hWTxcWsXTNt4KAZIm8wMNBTz2SgSWQqSUkprkXts++6fuNeWFh0+fLF5CGbRCYh+vGrVSmleYzcZV9RNfNBluciFCvucOLEDXGvDRuPBQVHfv9tRkwSrpqQoHnzav36Nsv+uHIhRfbXSqajo92vTzNxO3nq1qxf1v82d0vhwoU6tK8jVvYfuPTF570HDWylPrj/wBlSZtGGPDu0PEyQ/HREJiRnOU+fhsXEJDRu9ELfeonMYaAuXPASF//LrBF6ejrSy3Tt9rWPr//Wzd+65TQslSYzM2VlQ3JK6pp1h8VbMHpUZ7msQcqcO1oES9u2nxZ5QIP6FeT2Bw8DxdIm86dLTfyYmZsbF5ZnLPf2q1G9rDzphSw8XPlqa0ZEUubE3e4aFykOGP9p91GjOm/fflr8wIyf8Oe+PTPzM20J/nPaEgAAAAAAAICCp0xpF2dn21OnPfz8suYNt28/3LXrnIuLbceOdaUXZ4e+csVXdBn36d3MVqMvePfeC2Ip+usz7u75UPRBa45mI3fWu2WOm+Tl5WdqaqieC1pWvLiD6A1ftnxfRETMZxN7q7ukc1S/foWqVUutXqlMGiTVnAFrVk+tWqVko4aVcjxedOiL7nv/J6HJqimRNS1evEcsu3ZpkHltj5SX6v5CH7qn5yPxEJq1Am4aY0AVc3VISUkLCIxYtmxfieKOXbtmxCSWqsGF9PV0a9V0U99KlXC+fNlHZCryIELZX6uvv13hXn5IYFCEvNmoYcV5v40VK8eOXRfLixe9LSxMBg5oqT7e3z/02rW7og9dfimyzA4tIgHRjy+/mOJtlbJNkS1P2uHr6//34t3iStq1rS29VmaqwaaiomJXrjokXpy2bWqpdxmrXoHNW06IN2WkxiwRhobKqOapqihBbfvOswEB4a1b1xTv4/37AQkJye4vvkfyA6lnnJZUZQ3HT9wQP8bygFdt23/Zuu0X8i4Dfd3evZqM/7SHeONOnLop4V1A2AAAAAAAAAAURKIDetjQtqmpaRMnLbirmr9BdvPWg1Fj5unqaP866xNd1TfHNWeHNjBUjsDjnzmlsLB7z/kdO85ImUMhBQVHirRAPSOxTO4Br1yppKQaCOjO3SelSjpnuR7RE+3/JGTZ8gM1apR56cg2jo7Wa1ZNcVB9yV0mwg+RN6indM7+ZOvUKSe6+H/5daPogpcbnz2Ln/HT2hMnb4rQpXPn+nKjPLWDukpDPiw4JErdR6/5XGRFVXM5LF+2Txz26f+6qWMScXmOTjanTt+UB1OSlBMUJ33z/Yr5C3bJUU2Or1UJ1Swaly75qFtCw5TzUsjf9Dcw1IuLSxT3kndFhMd88eXfYqV0qYzXU3N26PsPAsSrrT6/p+qplXhxSvCSqndt7u9bY2MTp3zZV8qfbVu/97q9/KVlDVJmZcPRo9fEZX8yqpNmhiQPo3T4yFXxk9O0aRV1e/VqypkbNmw6npSZDIWGRc/8eZ2hgZ48g7SnHAiVfeHR5Z+odeuOyJtRUXHjPv1TPKh6dCkRqzx+HBIYGKG+S5jqhbW1tpDwLmAYJQAAAAAAAKCA6tK5/s6dZ27cvN+p8zTRM+7kbKNIU1y7fs/Y2ODPP/5XoUJGh7uPz2NXV3t5oP+qVUoVKmS2Zu2R5JRUA329s+duP3gQaGioLzq15d7wLDMSy7y8HxW2t5K/YB4TmyCWvnf8f529qXKlEs2bZ0x+4FqscEJCslj5/LPe0hsw6bNely55r1135OSpm3IRgAhRYp7FW1mZzZ0zWj0/hLe3n3g6cnAiu37jnuoZuWZ/LjJ5JKKNm0+Ip6Oe2UI2dHCbH6ev7tbj63bt6liYm4hUJiQ0avKXfeUqkBxfq149m2zdeurrb5adP+8prvO256MLF7xMTQ0HD24t9jZrWtXD4+GgITNbt6ohYo9z5z3lqgj18EG+vv5SZuGFPPu0ulP+2bM4STnXxeHDR69++/UgudHS0sTSyjQsLLpJ48rVqpWWXjcDfV1xhWlpiuLFHdq2rqm5y8REOWuFCGA++qidZm1HxYrF+/Zuum7DsXYdJjdrUkX8wFy84BUfl/jTjI81qzfcXyzRED/Mf83fsXb90dtej8q5FT11xiM9XZkqqeermPBpj3Nnb3fv+W37drV1dLSvXL1z+/ZDd/eimjkHCjIqGwAAAAAAAIACSl9fd/WqKaNHdS5dyjkuPvG2x8PI6LiePRsf3D+rbt1y8jFPnoSGhz+rWCFjUgHRyT53zhjRtb1p04nVaw6bmRlPndq/T++mkvJ7+srvjMsTPLhrzMcgIgR//1D1oDe2Nha9ejURXcyr1xyytDRTH+biohxVqW2bWlnG+XldRH6wc/uP4tlFRcVcvuwrEpRSJRwnTui5b89P6mtTKNLv3HniVraI5hfwvTNqHVyzPxeZPBKR6E8XZ8vyoH37NP3xh6EWFqYbNx7fuu1UqdLOS5dMGqCaPlrK6bWSlIMI6a9dM61/vxYetx+sWHkwMjKmd6+m27f+4KSa2nrI4DadO9UTAc/8Bbuu37jbskX19eu+Eu3BIZHy3W/euu/oaG1na6k+v/r1FDGGaD956lZwUITmIxYtopzKYvynPaQ3w8LSRCzFj1mWdnnu6KJF7bOP3TRt2oCJ43vExsSLn7GrV33r1C23acPXIiSQ93qr5vp2enGubxMTw+XLvqhV083X5/HxkzcaN6okP6J6wgaRdmzf9kOd2u5HjlzduOm4CM/EAatWTNbVffkcFSgItOT4CAAAAPigiP8MVigUqampKSkpx5clXdqoVb65fodJphIAAO+jY4viL25NLFb/Wd0hicYqhqK7VF9fR0dHW3TZamnl8zzpKmlpaeIDND7qbugp5UA6bt1FF2p+z1DwZT5HRUpK6t2H8VN+jTAw0F4+L9cvVk/+0cvvScKnw4vXrGolve8mff73ocOX9+39OUsnMt6oe/cCunT7qkuXBt9/O1jCG/P9bF+fu7EjB7o2rJvzj/fxM2GL1/gVc04f1U9X/BI1NjIwUv4i1RVZyD/6RVqQRdxdEHxzcqpJQ92SCzU/LMSTzM9zpLIBAAAAAAAAwEscPXpt774Lgwe1Jml4m5KTU6d+tcTAQG/c2K4SULAxZwMAAAAAAACAXH3x5aKnT0NveTx0cbH9ZGRHCW+F750nEz+bn5am8PML/u6bwTaZUz4ABRZhAwAAAAAAAIBcpaamXbt+z9nZ9o/fxxka6kt4KxTp6SJmEGHDwAEte/RoJAEFHmEDAAAAAAAAgFzN/vUTcZPwdrmVcfG4uVQC3h2EDQAAAAAAAAAA4JUQNgAAAAAAAAAAgFdC2AAAAAAAAAAAAF4JYQMAAAAAAAAAAHglhA0AAAAAAAAAAOCVEDYAAAAAAAAAAIBXQtgAAAAAAAAAAABeCWEDAAAAAAAAAAB4JYQNAAAAAAAAAADglRA2AAAAAAAAAACAV6ItAQAAAAAAAEABk56evn7DsWPHb0gfng/5uePdRdgAAAAAAAAAoMD5aea6H35cXcy1sPTh+ZCfO95dDKMEAAAAAAAAoMC5eu2uoaF+sWIfYof7h/zc8e6isgEAAAAAAABAwZKSknb37pPy5V2lD8+H/NzxTqOyAQAAAAAAAEAB8sMPq9dvPCZWrly5415+yF9//q9J48pi8/bth6vXHL7l8SA0NKpMaZdJk3pXrlQij/MEh0QtXbr3+Ikb8fFJjRpW/GxCry3bTs6dt/XQgVnOzrbigLQ0xeYtJ/ftv+Dp+cjM1Lh69TJffzXQ3NxYvntiYnK1GiP792/Rt3fTteuOnDvvGR0d17ZNrQkTehroZ3Sr5n2GhITk6jVHDhvWtnZNt78X7/by8vv2m0Ht2ta+dy9g1ZpDV6/dCXgaZmNjUaN6mf/9r7u9nWUez/3kqVubt5y4efN+UlKyu5vrV9MGlCjhKAEFCWEDAAAAAAAAgAKkQsXiT56Gnj7j0bpVjeLFHapUKika1284NuOntSWKO9aq5ZaclHLo8JX+A6avWjmlapWSOZ7k8eOQIUN/jomNb9yosqmp0YFDl+8/CLC3L2RhYSInDUnJqaPHzD13ztPJyaZLp/oBgeH79l988CBg86ZvdXSU48GIbCA9PT06KrbfgOl9ejeb8GmPc+dui7TD3Nxk9KhO+TmDt7fyDEmJyZ99vqBFi+q2NpaNGlYWkcmgITMTE1OqVStVv14Fb+9HO3edO3HyxratPxS2t8rxuf81f+df83eYmRs3blhJR1fn0KHLvfp8v33rDy4uthJQYBA2AAAAAAAAAChAOneqd9vjgVgZPrxD2TIuYsXT89EPP65u2qzqvDmj5X78T0Z26tBpyi+/bli/dlr2MyQnp346/s/QsOh1a6aWL19MtIwb2619x8keHg/r1i0nH7NkyV6RE/Tr2/zLL/rI59y8+eQ3363Ytu10jx6NxKaXt59YHjl6Vd2tL+67bsOxW7fu/6MzHDx4ed2ar1xd7eV7zZy1PiUlbdOGr8uVc5VbVqw8OOuXDSdP3uzVs3H25375sq9IGqpULrlg/ni5ZuKjoW07dZn2+x/bfpk1QgIKDOZsAAAAAAAAAFCwiG56XV2d0qWc5c3pM9ZYWplO/36o3KcviN7/pk2q3Lx5Pzo6Lvvdt2475ePrP3RIGzlpECwtTTp3qi9Wyrm7imVsbOLSpXvFSSZ/2Vd9zq5dGxga6p+/4Km+BkmVaqgLCEJDo8XS3Nwkv2fweqQ8wyed1EmDQpHep3fTH74fqk4aBDt7K0k1IlOOz/33P7eJ5axZI9WjMxUv7lC7trv6UYACgsoGAAAAAAAAAAWI6JH38Xns7l5UW1tLbN6/H3Dj5v3+/ZpbWJhoHubiYieWT56EZmkXdu46K5a9ejbJfnz5csr44eixa4lJKS1b1pAfQiYyAweHQv5PQuVNb1VU0LlTPfUBd+8+EUtX18L5PYO3n76+breuDdQHiIPbta39+HHIoUNXgkIin0XHpqSknThxQ+wqWsQu+3MPDIq4evVOpUolnBytNZ+Lo6P12bO3ExKSjYz0JaBgIGwAAAAAAAAAUIDcvfdU9OO7uxXN2Lz7VCwrVsw6F3REZIykLFkwzX4GP79g0ekvbpqNYWHKugS5pODa9TtiuXTpPnHLct/q1UuLpcgA7tx9WrYVPKJ5AAAQAElEQVRsEWtrc/Uubx9lrYNb2SL5P0O9euV1dXXUu/z9Qz/7fIGHx0NJVZxRqrRLqRKOcfGJUmbJRZbnLpIGsbx58757+SFSNvr69O6iAOHHEQAAAAAAAEAB4ump7ItXd7g/eBgoljY2FlkOO3/e09zcuHDhQlnaFYr06Oi4okXts7RfuuxjZWXmqCoRCA9/JpZ//D7O1NQwy2GWlmaSaiyj9PT0alVKae7yVg2sVLFSifycQZ4dulaNspq7/vfpH+LprF/3VaWKxeWWxMTkJUv3ieDB0so0+3MPD1cGJKNHdZYDDE062jrq4ZuAgoCwAQAAAAAAAEAB4u2l7NMvlzndgqGhnlg+fRIq1XJTH7N959mAgPCePRtn73DX1taytjaPiIjRbLx77+nlyz4NG1SUN+V6iOLFHIoVK6w+Zv+BS/fvPx02tJ2UOd2Cm3tRzZN4ej6yt7O0UdU6vPQMnqozuGvMzRAVGevj69+8eTV10iDfJS1NIQ/ulP25y7mFrY1FrZrPn7uHx8OTp260alVTAgoSsi8AAAAAAAAABYjcTV+8uKO8Wb1aGbHcsOl4UnKq3BIaFj3z53WGBnojPu6Q4xnc3Yo+eRIqj0EkJCQkf/fdCilzDCWhmuqca9ceVt/l0mWfLycv8vF5LM+CIM8OXS4zAxCePYsPDon6p2dQ1ygIBobKdnFh6enpcou3z+Nfft0gVkqWdMrxudeornyUrdtPJSalyC1PA8I///LvTZtPujjbSkBBQmUDAAAAAAAAgAIkOiZeLH/+eZ2Dg/XHH7WrWLF4395N12041q7D5GZNqsTEJly84BUfl/jTjI+zzMqgNumz3pev+A4Y9FPTplXKlHbZu++C3O6umhdBaNOqxp9/bhPnvO31qE5t98ePQ/YfuFSkiN2P3w+TD/D29jM01C+VmQEI12/cE0s3t39wBicnG83Jq0UIUa9e+bNnb4/85LeyZYtcueIrzmmoSiBsrC1yfO6OjtatW9U4cPBy+45TWjavlpKcumXbqbQ0xZpVU+Q7AgUHlQ0AAAAAAAAACpCPh7XT1dXZsPG4tnZG7+W0aQMmju8RGxO/es3hq1d969Qtt2nD1+3b1c7tDCVLOoru+AoVip075+lx++H33w2RSwcqV8qYZVr01K9b+1WH9nU8PB4uX3Hgzp0nwz9uv3H91/LECQpFumhxK1tEW1tLfU7vjFoH1/yfwf3FUZgEcSXlyxc7fcZj8ZK9kVExQwa3nv6jMpwIDonI7bnPmPHxyBEdoqNiV646dOLUTZE97NoxvaLGQExAAUFlAwAAAAAAAIACpHOneuKWpXHYsLbilp+7BwZFKNIUbm5FRNe/3JKSkvbJqN9EeGCtmm5BZm9n+fPM4eKW/QwiY7h1Y0mWRtHjL26aLf/0DIJD4UIiJsnS2Kb189kXsj93QwO9cWO7ipsEFGxUNgAAAAAAAAB4f+zde6FFq0mr1x5Rt2zbfjohIbl9+zoSgDeGygYAAAAAAAAA74/atdx0dLRnz97o7xesp6/rcfvh1at3qlYp2ad3UwnAG0PYAAAAAAAAAOD9Ub58sZXLv/z5l/Vr1x8Vm3p6Oj17Nv7y8z7MqAy8UYQNAAAAAAAAAN4rVauWUk/YAODtIGwAAAAAAAAAAACvhLABAAAAAAAAAAC8EsIGAAAAAAAAAADwSggbAAAAAAAAAADAKyFsAAAAAAAAAAAAr4SwAQAAAAAAAAAAvBLCBgAAAAAAAAAA8EoIGwAAAAAAAAAAwCshbAAAAAAAAAAAAK+EsAEAAAAAAAAAALwSwgYAAAAAAAAAAPJFK5OEFxE2AAAAAAAAADmQOxOTkhR9R17N+8i5ix5IAN59C1c9Ere8j9EIGtIlaCBsAAAAAAAAAF4gf21ZW1sCgBdoid8Pz4sbqG/QRNgAAAAAAAAAZJduZ6M7abhpcnJqckqKWKYpFGlpYqFQdjfiAxMTmyDedjMTIwkfHjlQ0BG0tc3NdAVtkUVqa5M0ZEHYAAAAAAAAAGTI7D1UiJ5EIwPt8qUNk5JSEpOk5GStlNTUtDStdBUJH5hHTxJET7OLg6mED5K2KlzQ1dXR09XV09MRK6qsgeKGFxA2AAAAAAAAAC+QOxB1dESXokKhENlCuuho1E3VUSiRNHyIEpPTDA20jY0MJXyQVOOqid8J2np6unrK2gZllQO1DVkQNgAAAAAAAAAvUHUsCgrRoyjpKwdRER2LCr10hfg/Chs+SAmJKaKX2diYsOFDJCcKcrggMkjxk6CrTCJ1tTOrGySoEDYAAAAAAAAAWSkDBpE0ZAYPurppCkVGzkDa8AGKT0oxNTUyNjKQ8OGR44TMgidtET3qyBM4aGupd0kgbAAAAAAAAAA0qfsNtbXFQkcZNii0dHV0mK3hQ5aQmKIlaRsZEjZ8uNQzNGirpocWvycYRykLwgYAAAAAAADgBeoORB1l1qAscciSNJA6fGgSkpMlLUlPj97UD45mnJBZxyBpTg1N3qDGPw8AAAAAAAAgK436Bm25Qd4kZvgwJSenaeto6+rqSPhQZU8dJJKGFxE2AAAAAAAAADnIsRuRvsUPU0pqmjxIvwTweyAXhA0AAAAAAABAruhVhJCaptBhgH4gT4QNAAAAAAAAAJCXtDSFri5lDUBeCBsAAAAAAAAAIC9pqsoGCUDuCBsAAAAAAAAAIC/KsEGHsAHIC2EDAAAAAAAAAOQlTUHYALwEYQMAAAAAAAAA5EokDWKpyzBKQJ4IGwAAAAAAAAAgV2mpaWKpo6MjAcgdYQMAAAAAAAAA5EqubNDR0ZIA5I6wAQAAAAAAAABylZaWLpY6DKME5ImwAQAAAAAAAABylZYmVzYwjBKQF8IGAAAAAAAAAMhVappyzgZdhlEC8kTYAAAAAAAAAAC5yhhGicoGIE+EDQAAAAAAAACQqzSFsrJBR4c5G4C8EDYAAAAAAAAAQK5SU+U5GxhGCcgLYQMAAAAAAAAA5CotnQmigZcjbAAAAAAAAACAXMXEJoqlvi5hA5AXwgYAAAAAAAAAyFVAcKRYmpkaSQByR9gAAAAAAAAAALkKCIkQS3NTYwlA7ggbAAAAAAAAACBXAcFRDnZWWswPDeRJWwIAAAAAAAAA5CQk7Jnf07CyJRwlAHmisgEAAAAAAAAAcrZp34X09PQaFYtLAPJE2AAAAAAAAAAAOXjwOPimt19hO8tSroUlAHkibAAAAAAAAACAHKzbeU4se7evIwF4GcIGAAAAAAAAAHiBf0D4+t3n/ALCeneoU66UswTgZQgbAAAAAAAA8O9FPVwjSVoS8L6ISUg/cDnlsm9qerpWxzp61RxuRD28IQEfgISIK2KppaWlXv4jhA0AAAAAAAD4Z7RU5PXAq2Ml4J0Vm2KWmGqclGYcllA4KM45JN4pNMFJtBcyDGnovLd4snfgVQn40Ghra2tpyOe9CBsAAAAAAADwD8gdT9o6RjoWddPT09PS0hQqolFsSkABEJ9ikJRikJiqn5j6fKlsSdNPSjVISFEuRUuKQk/zXga6SXYmEdUK3XY0Dy1qGShJhslSFQn4AIhf7OIXuFgqYwajMtoq6qQhn3kDYQMAAAAAAADyRd3fJFZ0DO2tqu9IVElKSkpLSUlNTU1XkYA3IzEpJSk5NSk5JVG5VK6IpbIxRbWelCpWxGZKalr2+xrq6+np6YilvoGOmZmujb6egZ6OvtgUSz1d0W5uamhmYvj8sSTgw6L8xa6jo6ura2BgIJY6KlQ2AAAAAAAA4E2R+560tbVFP5TovpVrGsS6XOIgAfkmYgERDyQkpiQmJcs5QVKSWBdZQooqV0iRD4uNTxTHJKekat5X9IUa6uuKtECZH+jrmpkY2VjpGRqI8EDXQAQJ+rrqdTlmkADkSf7FLmIG8Q9GX/yj0tXVLG7ID8IGAAAAAAAA/APqpEF0Rcl1DGJTThqobICQrIoNEhKTRYSgWkmSNxMyNpOVWUJisogQcry7jo62kaG+oYG+kYGekaGByAzKly6qCg/0lUuxS1/P2MhAAvBaaf5uF3mDXNwgWiSGUQIAAAAAAMAbIo+2oU4axLo6aSBseF+lpKTGJybFJySL8EDEBsrwICFJjhDEMj5BblS2pOY0ipHotjQ20jc2MhRBgpmpsUgLxIqRSBQM9eV1ZbpgaGBiZCB6OCUAb5d6bgY5YNBVkdfznzcQNgAAAAAAACC/MmaHVvU9ia4o9Rjfctgg4V2TlJwSr8oM4hMSxYq8FJtxGZvKCCE+XrmempZDhKCvp6uKCgzE0t7MUmQJYsVYtSnf5F0mRoZECEDBpx4lT06R1UlDPhE2AAAAAAAA4J+Re6PklXQNEgoGOUKIi0+QAwOxEqdaEVlCnDI5SFQ15h0hGJoYG8oRgknGunJTc0XcdHWIEID3h7q+QT1bg1p+7k7YAACQAAAAACD/5IBBnTcQM7w1SUkpcQkJckgQG5cQn6gMDOTwQLWijBZi45UHpKXlMFO3vr6eHBuIm4OdaUZgYGJkbCgnB0YmyhYjExMiBOCDpk4XNJf5QdgAAAAAAACAf0az70lzndThX5AjhNg4ZVqgTA5EhBCnXJEHMorNWM8rQjA1liMEI2WEkLFuqM4VVCtECABeIsdQIf9Jg0TYAAAAAAAAgH8neyeUXPQgQZISk5LlsgMRIcSKCOHFygP1LmWEoMghQjDQ1zPJjBAcC1sr0wJlbGCQsSIXIhgbmhob6ej8gxHVASBH/yhUyA1hAwAAAAAAAF6b19JjVWDJEYI6MIh/vp6gblflCnlECBlpgYgQTF9MDtS7iBAAvIsIGwAAAAAAAPBBS0hMVk2hrKo2iMtcEeFBxvrzaCHnCMFAz8RIVWdgYmTlYJYxfpGJUeZARkamJobKA0wMdbSJEAC8twgbAAAAAAAA8B7KiBDUAxYlJGbMf6CaDkE9L4LYpVDkMPSTiBAyKw9UEYK68sBIGSpkTodAhAAAGQgbAAAAAAAA8M5ISExSz3mgOYSRRq6gbI9PSMwxQjA00FcPVVTI0sxYrjx4cQgjeY5lIgQA+EcIGwAAAAAAAPAfkyOE7JMnZ86FkLGSR4RgmjlskYgQNGdRVgcJxqogQVv7fZ5SAgD+Q4QNAAAAAAAAeP3S0zOrEBISMuZCyBi2SD0XgipCiFM2pqfnECEYGeorcwIRIZgYWluZy1lCxhBGRqoIwSRjhQgBAP5zhA0AAAAAAADIr+cRwguVB9nmQoh/WYSgqjwQEYLmEEbPV4gQAOBdQ9gAAAAAAADwoVNFCIm5zIXwfEU1F0JSLhGCgXrOA5tCFhrJwfO5EJRjGRkZEiEAwHuJsAEAAAAAAOD9JEcI8QmJkcmRSZYxoelR173i0xTpKamK5JS0hMSk+MRk9VwIOSUIygjBVDlUkTInUEYImfMiZM6F8DxL0NIiQgCADxphAwAAAAAAwLtEpAIiG1DdEuIT5WqDRDlUUCYHol25rowQHMFx5QAAEABJREFUROPzCMFdikyX7p1XrqoGMlJFCCaGttaW8rBFGnMhGJpkrhMhAADyibABAAAAAACgAFGGB/GqtCBBOe2BWElMSpIzgysenqqMISnHO8oDGRkbGhkbGdpYWhgbGxkbKoctMjYyun9S685JrSKVUur2TbcuZGlsLPYY6uvr6+joaGtrkygAAF4dYQMAAAAAAMAb9yxOmRrEqaoQlCUICQmqaZaVpQkZjapyhITEZM17mZuamKjSAmPVhMlFnRyVK6pN5YqcJRgrN02NjfJ49NiL8Y9iE420nhkZJkoAALwBhA0AAAAAAAD/RlqaQjVmkWrOA1VgEJeYMbpRgqooQSQKcrSQmPQ8QtDR1lYHBiI/MDY2dLK3lQODjMaMpaG+vp4EAMA7grABAAAAAADgudS0tPj4xNiMnEA5olFmhKBKFBKfRwhJySnqe2lpaSnrDIyVdQaqWgRDBzubjDjBMKNRThEMDfQlAADeO4QNAAAAAADg/ZeckirPgvB8auXMFEE1vlHG7AhiUxypvpeWlmSUMe2BajrlzAhBHtfINGM4I+XSyNCAiQ8AAB8ywgYAAAAAAPCuSkpOkROCOHWEII9flDk1groQITU1TfOORob6xpkzH4jMwMLWWj0vgqpAQT2ckQGTJwMAkB+EDQAAAAAAoGBJSExWxgYZ1QaJCZkpQqyqHCFjguVEZUtamkLzjgb6enKpgYkqNigsIgTj5yUIyvDAOKNGQVubCAEAgP+zdx/wTVV/H8dPdprSlra0UPbee++9ZCMKqCg48e9WnH/1ceEefyeCg+ViqgxR9qay9yp7j1Ja6G5yb55zc9NQWTJKaZPP2zx5nXtzc5s26f+h53t/55ebCBsAAAAAAMAN53bLCCHTU2pwYSFCdhVCmrcQQVXdOZ9rMZuDHd4IQUYFWoQQ5OmCYLcHB3uqE+yeioSgIJPJKAAAwM1A2AAAAAAAAK6R2+1OS8/0xgYZ/4gQzksRUjMy5ME5n2s2mTxFBt6eB0WLRHrbKWc3UtYHhRxBZrNJAACA/I2wAQAAAAAA/INMBVL1OgO98iC7i3Jaxj8jhPSMdC1C+MdzjUZDzqggukhEzi7K2opGDu+mzWoRAADAXxA2AAAAAAAQEBRVTdX7H6R5CxFSLuiinB0hZJ73XIPB4LDb9LIDhyMoOjLClxnooYK+wJHcDLJbBQAACDyEDQAAAAAAFGCKIiOEdO/6RWn/bIGQoxBB3mdmOi98uiPI5ssMikZGnF+CYPeuaxRktxtoqAwAAC6NsAEAAAAAgHzH5VLORQh6eJD2jxRBe9TTTjkr6yIRgt1m9XU+iJYRQnZmoPdY9rZJcGgDAxkCAADIDYQNAAAAAADkqcxM56HjJ1LS0rILEc71P0hNS0/xJAoybLjwiVaLWS87KOQIigoPL1NcW9FI2/QmB9oaRvI+tJBDAAAA5C3CBgAAAAAAbrjEM8lb4vYcOHLsyLETR0+eOu/R0JBgGRLICKFIRHjpoJhz+YGWJehNEexhIYUEAABAfkXYAAAAAADAjbXo77Uz5i9xuZQSxaJKxBRtVKdG8aLRIcEOPUWwWi0CAACggCNsAAAAAADgRolPSPpp2qx9h47KgOG2WzrYbVYBAADgjwgbAAAAAAC4IbKynJ+O/kkOht7Zr3qlcgIAAMB/ETYAAAAAAHBDzF4Sm5KW/vzQe0oUixYAAAB+jbABAAAAAIDcl3jm7MLYNU3q1SRpAAAAgYCwAQAAAACA3Ld60zaTydizQ2sBAAAQAAgbAAAAAADIfUdPxFetUC4k2CEAAAACgFEAAAAAAIDcdvR4fHRkuAAAAAgMVDYAAAAAAJDLFEU9efp0dGSEAAAACAyEDQAAAAAA5LIjJ0663YKwAQAABA7CBgAAAAAAcllqWrq8Dw0JFgAAAIGBsAEAAAAAgFxmMGgtEhVFFQAAAIGBsAEAAAAAgFxmMnnCBlURAAAAgYGwAQAAAACAXGY0amGDqroFAABAYCBsAAAAAAAgl5mMVDYAAIDAQtgAAAAAAEAu8y6jRM8GAAAQMAgbAAAAAAC4RrsPHPpi7MRLPfrp6J8v3Gk2mZ57+J5iRSIFAACAHzEKAAAAAABwTSqWKdWoTo2rekqbpg1IGgAAgP8hbAAAAAAA4Nr16dy2cGihKzy4kCOoc6umAgAAwO8QNgAAAAAAcO1kftDvlg5XeHCvjm3sNqsAAADwO4QNAAAAAABcl9pVK9WqUvFfDytdoliTejUFAACAPyJsAAAAAADget3WrYPNavmXY7peaQEEAABAgUPYAAAAAADA9SocGtKtXcvLHNCoTo0yJWMEAACAnyJsAAAAAAAgF7RuXL9kTPRFH7LZLL07tREAAAD+i7ABAAAAAIBcYDQaBvbsYjaZLnyoc8umIcEOAQAA4L8IGwAAAAAAyB2lYop2bNnkvJ1Fi0S0bdpQAAAA+DXCBgAAAAAAck2nlk2iI8Nz7unbpZ3ZbBIAAAB+jbABAAAAAIBcI3OFAT07+zarVihbrWI5AQAA4O8IGwAAAAAAyE0Vy5RqVKeGHJhNpr5d2wkAAIAAQNgAAAAAAEAu69O5bXCQvU3TBsWKRAoAAIAAYBYAAAAAACBXFXIE3dn7loplSwkAAIDAQNgAAAAAALix3G63CDw1KpcXgfq9SwaDQQAAgEBC2AAAAAAAuCF88+wBO+EOQeoAAEDAIGwAAAAAAOSynDGDj/cxZp79mO9NzuZ7hMgBAAC/R9gAAAAAAMhNeq6gBwwzP0xNPuX27ZEzzlQ5+DH9/ZX3re+1xlQ2GQxGOTYajb79AgAA+C/CBgAAAABALpMzy6qq7liStW2h67xHBPyZ/v66F4zK7P++xWSU/5mEKsgbAAAIBEYBAAAAAEAu8S2apLrVhd9nCgSk43HuHYudTmeW4nKpqiKTJypaAADwe1Q2AAAAAABymZxcjp2QkXJKm1+OLGnq/FCwQGA4sNm5YnK6HCz/QS3XJLuuRatrMFDcAACAfyNsAAAAAADkDm9Ng6qmJCqrJ3snmjvc5yhdk789A0XJauadsVkJh5XUBMPqKWqj27KE3i9anN8yGgAA+BmWUQIAAAAA5Bp9AaXFozOcniWUKtS3lKtrEQgYRpPoMtRbyLJxuin5tEtRXC7F5QmhVD2OEgAAwB8RNgAAAAAAcoGvrOHELtf2harcYzCK9vezgFLAKVXDXLGBljApTuPKX4xOl1PmDYqiyBSKpAEAAD9G2AAAAAAAuF76JLLn0nV13sgsfWeDbvaIGP7qDETt7gs2mrTBnmWW47tcWm2D4nJnVzYQOQAA4Jf4Zx8AAAAAIBfok8g7lmYd36mVNdgLGVreESQQkGTIJKMmfRw73upyOWXgoKjnihvIGwAA8D+EDQAAAACA6+JbQMnlVJeM8faFbnWHwxZEN+DA1WJgkAyc5CBhr3lXrFvmDYrLpSqK3rlBAAAAv0PYAAAAAAC4Xnpf6NW/ZibHa/PIkSVNdTvbBAKYjJpa3+nQx2sn2jIzPJ0bVIVO0QAA+CvCBgAAAADAtfOtwp+WqK6c6NR3dhnqXbIfgaxuF5uMneQgNcG4eZbJ6SluUBSFmAEAAL9E2AAAAAAAuC56WcOi7zNcWdqyORXqW0rVMAsEPINBi5308aZpluRTWptoVVU8N4obAADwN4QNAAAAAIBr5OvWcGK3a/sirS+0wSja3x8sAA8ZO1VsYJEDxWlcNcHs9HSK9qyjROcGAAD8DWEDAAAAAOBa6JPFnkvU1XkjsvSdDW6xR8TwlybOaXefd02tfbHWk3tUrVO04nJnVzYQOQAA4Df4JyAAAAAA4Brpk8XbFzuPx2llDfZChpZ3BgkgBxk+Nehm18crxllcTq24QVEVX3EDeQMAAP6BsAEAAAAAcNV8Cyg5M9XF33vLGlrdEWQLMgjgn1oMDJJBlBwk7DXvWi5cnk7RquLt3CAAAIBfIGwAAAAAAFwLvS/06qmZqYnaZmRJU93OdgFcQEZQre906OM1E62Z6VqnaEVVPHEVnaIBAPAThA0AAAAAgKvjW20/OV5ZNcWp7+wy1Ls0P3ChOp1sMo6Sg/Qk08YZRqenuEFRFGIGAAD8BmEDAAAAAOCq6WUNS8dlurK05XEqNLCUqmEWwCXIIErGUfp4yx+W5FNacYOqKp4bxQ0AAPgDwgYAAAAAwFXwdWs4sdu1fZHWF9pgFO3vCxbAZck4qmJDixwoTuOqCWanS+sU7VlHic4NAAD4A8IGAAAAAMCV0ieFPZeiq/NGePtCN+hmj4jhr0v8u3b3etfa2hdrPblH1TpFKy53dmUDkQMAAAUa/xwEAAAAAFwFfVJ4+2Ln8TitrMFeyNDyjiABXAEZSjXo7u0ivmKcxeXUihsUVfEVN5A3AABQcBE2AAAAAACuiG8BJWemuvh7b1lDqzsctiCDAK5MiwFBMqCSg4S95l3LhcvTKVpVvJ0bBAAAKLAIGwAAAAAAV0rvC716amZqorYZWdJUt7NNAFdMRlOt73To4zUTrZnpWqdoRVU8MRadogEAKMAIGwAAAAAA/863qn5yvLJqilPf2WWodwl+4MrV7WKTMZUcpCeZNs4wOj3FDYqiEDMAAFCgETYAAAAAAK6IXtawdFymK0tbBqdiQ0upGmYBXCWDQYup9PGWPyzJp7TiBlVVPDeKGwAAKKgIGwAAAAAA/8LXreHEbtf2RVpfaKNJtLs3WADXRMZUFRtZ5EBxGldNMDtdWqdozzpKdG4AAKCgImwAAAAAAFyOPvnrueRcnTfC2xe6QXd7RAx/UeLatRviXYNrX6z15B5V6xStuNzZlQ1EDgAAFDj80xAAAAAA8C/0yd/ti53H47SyBnshQ4sBQQK4DjKsatjdro9XjLO4nFpxg6IqvuIG8gYAAAoWwgYAAAAAwCX5FlByZqqLv/eWNbS+02ELMgjg+jQfECSDKzlI2GvetVy4PJ2iVcXbuUEAAIAChbABAAAAAHA5el/o1VMzUxO1zciSprpdbAK4bjKyanOXQx+vmWjNTNc6RSuq4om36BQNAEABQ9gAAAAAALg43+r5yfHKqilOfWeXocEGqhqQS+p0tsn4Sg7Sk0wbZxidnuIGRVGIGQAAKHAIGwAAAAAAl6SXNSwZm+nK0hKGio0spWqYBZBLZHAl4yt9vOUPS/IprbhBVRXPjeIGAAAKEsIGAAAAAMBF+Lo1nNjt2rFY6wttNIl2Q4IFkKtkfFWxsUUOFKdx1QSz06V1ivaso0TnBgAAChLCBgAAAADA+fRJXs+l5eq8Ed6+0A272yNi+CsSua/T/cFGbS0lsS/WenKPqnWKVlzu7MoGIgcAAAoE/pkIAAAAALgIfZJ32yLn8TitrMFeyNB8QJAAboDQKGPDHnZ9vGKcxeXUihsUVfEVN5A3AACQ/xE2AAAAAAD+wbeAkjNTXTLaW9bQ5i6HLYjG0LhRmvcPkoGWHCTsNe9aLlyeTosUkSgAABAASURBVNGq4u3cIAAAQL5H2AAAAAAAOJ/eF3r11MzURG0zsqSpTmebAG4YGWXJQEsfr5lozUzXOkUrquKJvegUDQBAAUDYAAAAAAA4x7dKfnK8smqKU9/ZZWiwgaoG3GAy0JKxlhykJ5k2zjA6PcUNiqIQMwAAUCAQNgAAAAAA/kEva1gyNtOVpSUMFRtbStUwC+AGk4GWjLX08ZY/LMmntOIGVVU8N4obAADI7wgbAAAAAABevm4NJ3a7dizW+kIbTaLT/cECyBMy1qrU2CIHitO4aoLZ6dI6RXvWUaJzAwAA+R1hAwAAAABAo0/mei4hV+eN8PaFbtjDHhrFX47IOx3vDzZqaymJfbHWk3tUrVO04nJnVzYQOQAAkG/xT0YAAAAAgJc+mbttkfN4nFbWEBRqaN4/SAB5SIZbMuLSxyvGWVxOrbhBURVfcQN5AwAA+RNhAwAAAADg3AJKzkx1yWhvWUPrOx22IBpDI6/JiEsGXXKQsNe8a7lweTpFq4q3c4MAAAD5EmEDAAAAAECj94VeNSUzNVHbjCxpqtPJJoA8JyMuGXTp4zUTrZnpWqdoRVU8cRidogEAyKcIGwAAAAAg0PlWw0+OV1ZPdeo7uwwNNlDVgJtEBl0y7pKD9CTTxhkGp6e4QVEUYgYAAPItwgYAAAAAgLesYcnYTFeWljBUamwpVcMsgJtEBl0y7tLHW/6wJp/SihtUVfHcKG4AACA/ImwAAAAAgIDm69ZwYrdrx2KtL7TRJDreHyyAm0rGXZWaWOVAcRpXTTA7XVqnaM86SnRuAAAgPyJsAAAAAIDApU/aei4VV+eN8PaFbtTDHhrFX4u4+Tre5zBqaymJfbHWk3tUz0pKLnd2ZQORAwAA+Qr/fAQAAACAgKZP2m5b5Dwep5U1BIUamvUPEkA+IEMvGX3p4xXjLC5PcYOiKr7iBvIGAADyD8IGAAAAAAhQvgWUnJnqktHesoY2dzlsQTSGRn4hoy8ZgMlBwl5z3DK3y9MpWlW8nRsEAADINwgbAAAAACBw6X2hV03JTE3UNiNLmmp3tAkg35DRlwzA9PGaidbMdG0lJUVVPDEZnaIBAMhHCBsAAAAAIBD5Vr1PjldWT3XqO7sMDTZQ1YB8RgZgMgaTg/Qk08YZBqenuEFRFGIGAADyFcIGAAAAAAhQelnDkrGZriwtYajc1FqqhlkA+YwMwGQMpo+3/GFNPqUVN6iq4rlR3AAAQH5B2AAAAAAAAcfXreHEbteOxVpfaKNJdLjXIYB8ScZglZpY5UBxGldNMDs9naI96yjRuQEAgPyCsAEAAAAAAos+Oeu5JFydN8LbF7pRL3toFH8hIv/qeJ/DqK2lJPbFWk/uUT0rKbnc2ZUNRA4AANx0/FMSAAAAAAKOPjm7bZHzeJxW1hAUamhxO2UNyNdkGNawp10frxhncXmKGxRV8RU3kDcAAHBzsRwnAAAAAAQQ3wJKzkx1yWhvWUPbQQ6LXfi33lUezczI8m2GhDkiihYuUa7oLXe0atSulripjh2I375uT/u+TfXN4f8ZuWzW2smbPpMvUiCH5rcHbV6QmX7WnbDXHLfMWbWN02Q0GQ1GgzDoBAAAuHmobAAAAACAwKL3hV41JTM1UduMLGmq1cEmAoDZYqrXspp+iykTnXImdcXs9a8O+fz1B75S1Zt2UXzCiTNDO7+2MXanwL+xBRna3OUNYNZMtGamayspKariic/oFA0AwE1GZQMAAAAABArf6vbJ8crqqU4htCvBuwwNDpArwkMKB7/70zM59xyIO/rW0BF/z93w02cz7n66l7gZnFnOrAynwJWp3dG2ekZGwmElPcm0cYah0e1Oo17cYOBiSgAAbjL+nzEAAAAABBC9rGHJ2ExXlpYwVG5mLVUjcK9CK1O5+BtjnggOCZo88q/4o4kC+Z4MxmQ8po+3/GFNPqUVN6iq4rlR3AAAwM1EZQMAAAAABARft4YTu107Fmt9oY0m0WFIoHcFKFE2um2fxn/8sDh2zvpeQ9rrO48fOvXt25N3bd6fkphatFRU216NBjzaLeezThxK+OrVn/bvOpJ8OrVY6ai2vRsPeOQW36OKov72/bzlf649sPNIUEhQ8bLRtz7QqVmnuhd+9Vk/Lfn8vz/IweyJy+Rt2Ef3drq9uf5Q2tn0z18cv339Xvme1W5apesdres0q+J7YmZ61tdvTNiyMu7k0dNRxcJrNqn8n9fvsDusIgDIeKxyU2vc31mK07hqgrn9o06jyWQ0mgxG1eCmcwMAADcNlQ0AAAAA4P/0y709l36r80Z4+yQ36mUPjeKvQtGwTU15v3PjPn1zz9ZDj97y5uqFm6vXr9jtrjZyz5gPfvt42Bjf8ft3Hnm81/C1S7dVqlW2x6C2NrtlzPu/jnjtF98B37416bu3JyclJHe8rXmlGqV3rt/7xgNfrVm09cIvXbFmaZlDyEHl2mXveaZ3+eqlfA+9MuTTTSvjmnSoXbFGmYXTVv33rk/2bj+sPySThuf6f/jXL0vDo8N6DW5fqkIxGVS8MPDDwFmOqcO9DhmVSftirSf3qIpLq29wZ1c2UNwAAMBNQWUDAAAAAAQEfRJ220Ln8TitrCEo1NDi9kAva9CFRYTIe5kNCK2DguvjYaNdTuXjKS9UqlVG7hn8nOvDp76fO2VFq+4NG7evJfd8/dovGakZX/7xSrmqJYUW4bjlnuljF7Tt1bh6gwoyCZg2dkHtplXenzBMv8p+29o9z9z63oLf/27YtsZ5X7pynbKhEYV+/W5uuWol73yyR86HChcJ/XzGK0EOrXf3hC9njf3wt0XTVpWvpn3FKaNmx23a/+S7d99yZ2v94MUzVr/72De/jZ6Xs8DCj8mQTEZlK3/LkOMV4yx93vAUN5hMBqNRL26QH3VKHAAAyGNcwwIAAAAAfs63gFJWhrJkjLesoc3dDotdQAoJ03oApKdqM9ebYnfu3X645+B2etIgWazmoa8NNFtMv343R27u3LB/Y+zOzv1b6kmDJOe3732xnxz8Pnq+vkf+tM8mpiQnpembMoH4YuYrMhsQV+OOR7vrSYPUtndjeR9/NEHflOFEmUrFfUmD1KZno+oNK0z9do4IGDIqk4GZHCTsNcctc7tkQORyqYq3c4MAAAB5jsoGAAAAAPB/el/o1VOzUj1dkKPLmWq3twl46DFDULCWvRzae1x44oGcB0QWDStZvtiuTQe0A/Yck/enjiX+/NnMnMcUCg067HmuLcja4dam83/9+8H2rzTpWKdui2pNOtT2RRdXrnz1kr5xeJFQ7XWmaK/z5OHTqcnpRUtGnvcCsjKcZ0+nnDmVHFYkRAQAGZW1HeT4c0SqHK+ZaC3XOMtscnmaNxhV1SDvhdZNmuIGAADyDmEDAAAAAPgz3yr2yfHK6qlOOQErd3YZGsw0rM+xg/HyvlipIvI+4aiWxhT2TO7nFB4Vun/nkfS0zNMnk+Tm3/M2ytt5xyj7T+qDp94fXLRkkd9Hz5szabm8mcym+i2rP/72oOiSEeKKmSzn/mDXJ8316/VPndBe4d7th30tHHI6eig+QMIGqVYH29o/M07uU9KTTBtnGBrd7jQaTUaD0WBgFQcAAG4CwgYAAAAA8HN6WcOSsZmuLG3Oukoza/HK/DF4ztrFWuvmyrXKyvvC0VrMkHTq7HnHJMaftdrMQQ5bRHRhuTns4/s63dbsUie0WM33DOt95xM9juw7cXjP8dkTl61auPm1+7/4evZr4roVKRou77sMbPn0+4NFYJMRjIzNfnhRe7O2/GGt2i7DXNRlMplUVeYNFDcAAJDXSPsBAAAAwG/5ujWc2O3asVjrC22yiPZD6At9zrED8Yumr5RBQtNOdeVm8bLRwtPSOecxCSfOHN57vFqDir4Dtq7ZlfMAVXVP/GrWHz8uluODu4598tzY5X+uM1tMZSoXb3FL/ddHP16tfvl9Ow6fPHz6whdgEFc3Gx5dMsJmt25fs0d+0Zz7506J/fmzmVmZLhFIZGxWuZlVDhSncdUEs9PldCkuVevbQOcGAADyGmEDAAAAAPgnfbLV0y9XnTfC2xe6UU97aBR/CXodP3Tqw2e+lxP03Qe1DYssJPfUb1m9eNmoGeMW7t5yUD9GcSnfvDXR5VRad28oN6vULVepVpm/flkaO3eD7zy/j5435oPfEjwrLIVFhsyZtHzqd3N8YYCqqOmpmcEhQfqXOI/ZqlWZZKZniSvWZWDLg7uPfff2ZN98+vb1ez99YdzG2B0yNREBpsMQh9GkDfbFWk/uURWXS1Fcbk+baJ0AAAB5gspZAAAAAPBb+mTrtoXO43FaWUNQqKH5bYFb1pCclPrSXZ/k3NQThUbtat77/K36TluQddiH9w5/ZOQz/d5r3rlekWKF1y3dtnf74fZ9m3a7q7U8wGQyPvX+4Ncf+OKNB75q2qluhRqljuw9sWj6qhqNK902tKs8ICyiUL8HO0/9ds5Ld35cp1lVuWftsm37dx75zxsD5ckvfFWh4cEyh1gxe518bT0GtW1xS33xb4Y813fPtkO/fjd3+7o9tZtWycp0/vHjIvl1Hxs+SAQeGZ416mVf+ZvWPXvFOEufN5xam2iTyWA0GtwGSf4KsJgSAAB5gLABAAAAAPyQbwGlrAxlyRjvVfNt73FY7CJguZzK+mXbfZtBDlvDtjVa3dKw84AWOSejZWwwcs4bU7+Zsyl2x9qlW6vWLTfwse6tezT0HSADhlFz3/ztu7nrV2z/7ds5xcpE3/t83773d7LaLfoBg5/tI3/408bM3xi7M7pkRNW6FV777tFmnmWaLmSxmh9+beCI//t554Z9DdvWFFfAUcj+0aTntOqKORtm/rAovEhop9tbDHqqV3hUqAhILW53bJqfmX7WnbDXvGu5s0prp0nvFK21bDCQNAAAkDcMVBQCAAAgAOmTsC6Xy+l0LhyduWqioWZHa8/nCgnAX+gfckVVVvyUEfuLto5/dDnTkI/CmHeFX9o4P/Ovr1LlIKiwcvvHWcGF7BarzWK2GGXqYDQSOUgLvklbOTWjXMuzze/NcHjY7Xar1WoyeX9EAgCA68NKnQAAAADgb3yr1SfHK6umeDsGdxkazHQi/FXt9jYZp8lBepJp4wyD0+X0NG9QuMISAIA8Q9gAAAAAAH5Iq2xwq0vGZipObbNKM2vxyqyjC78lgzQZp+njLX9Yk09pbaK12h7tptIpGgCAPEDYAAAAAAB+xdet4cRu147FWl9ok0W0HxK4faERIGScJkM1OVCcxlUTzE6X06XlDTJqUEkaAADIA4QNAAAAAOA/9ElVz6Xc6rwR3r7QjXoFhUbx1x/8nwzVTJ4u3ftirSf3qJ6VlFzu7MoGIgcAAG4o/rkJAAAAAH5Fn1TdttB5PE4rawgKNTTvFySAACBDtUY97fp4xTiLy1PcoKiKr7iBvAEAgBuHsAEAAAAA/IRvASVnprpkjLesoe09DotdAAEYSEhsAAAQAElEQVSi+W0OGbDJQcJe867lbpenU7SqeDs3CAAAcMMQNgAAAACAX5EzqqumZKYmauNiFU2129sEEDBktCYDNn28ZqItK0PxVjYIllECAODGImwAAAAAAP/hmU91H96q6JvVW5E0IOBUa+792KclGk8fURRFq2ygcwMAADcaYQMAAAAA+A99HaUW95j0zdip6c4MAQSU2F/T9UHpRulhxZ2qBzEDAAA3GmEDAAAAAPgD31yqvC9S1l2xhVbckH7WvWJqugACRspp96pp2mfeYFJr9j6jxQwqaygBAJAXCBsAAAAAwA81vkMxWVQ5WD09/Wy8KoDAMH9MquLUBhU7JNnDXAIAAOQVwgYAAAAA8AcGD9+gUKSxZndtzlVOvC4YmyaAAHA0zrVjeZYcWEOclTqcMRiN2i+F5/8EAAC4wQgbAAAAAMB/6EmDnGM1Goy1uruCCmuLKe2MzZKTsALwd7NHpeqDKt3iTVZhMpqMRpNk9NDTOAAAcIMQNgAAAACA//BGDQZtitUWZK5/u7c9tJyEZcl6+LfNCzJP7tPStUIx6aUapVrMFpPJLMnIQS9x8BEAAOAGMAsAAAAAgB/RCxvkBKvZZK7Ywrljvithr1lOwm5emFm7vU0UZJv/jvv1+7mb/95ZOCrs3R+fiSoeLm68OxoOi4qJ+HzGy+LG6F/v6WIli1zP+V8d8tnqhVv+OvDtpQ54sMOrqkv9fvHb+qaquudNXTFn8vIDcUflHHyJ8kVvf7hrs051RUHmzBALx3uXC6vV76SMGeRN5g1mT+Sg5Q0GKhsAALixqGwAAAAAAD/hu3Dbs3KM2XNVt6XJoHT90UXj05wZouA6cyr5tfu/iJ2zIbpEZHSJiMhihQWuybfDJ33y7FiZNMiAoWX3BscOxL/xwFeTR84WBVnsr+npZ7XinZh6ZyLKOvWYwWzRkgYjyygBAJAnqGwAAAAAAL+ipQ1ug5Y2qPI/S3QFV9kmGftX2uVU7IopaW0GOUTBtH/X0bSUjJ73tHv0rTtFHvplzcfCj+zecvC37+eFR4V+Pv0VvTRkyHO3vnrPp6Pfm9qgdfXy1UuJAuhsvLpqmhaqGUxqte4JMmMwZ9c0mP9Z1kDeAADAjUNlAwAAAAD4j3P9obXyBrNnzXpLwwFOk0WVj66ekSGnZUXBpCraK48qESFwHTavjJP3tz7Q2bcIVUiYo/d9Hd1u9/rl20XBtHBcmuLUBuXbJjjC3TJgsFisVotVyxvM3soGYgYAAG40KhsAAAAAwN/oeYPbbdSyBtUSGqVU75qxeYZDTsguGJvW57lCoqB5oufbcZv2y8Hod6fK273P963XsvoTvd5+6oPB65ZsW7Noc3iR0Bc+f7BynbJnTiVPG79g+9o9Ozfsc4QExZSJ6ti3WZeBLfXz/D5m/sjXJ3w7/60Vs9etXLDp2IH42k2r9LmvY7X65edOXjHv19hdm/bLkzz06oDy1UrqT8nZs8H79IXD1y3ZEjtnQ9zG/dElIjv0a3b70C6+l5qelvn79/OWzlp76nhig1bVBzza7bfv582bGvvHnpGX+Qb3bj884rWf9207HFU8olaTyrc91KVoqcic5xz7/m9rl26NP3I6Kia8RuNKD78+MMhx8Q4cGWlZv4+et+zPtfHHEpu0rz3wse45H63Xstrjbw9q2KZmzp2FQrV6l8y0LFEAHY1z7VihvXJriLNChySz2aaXNWg3T1mDkbIGAADyBGEDAAAAAPgVbRUlt9vbu8HTJloxmWv3yNi9VElPMu2MzZKTs8UrF7A/BrsObFW2Sok5k5c3bFujev2K1RtU1PdPH7vg8N7jFaqXSjp1tnz1UnL2/9V7P089mybn67vf2WbPjkObYnduW727Qs3SFWuW9p3tzaFfyen1rne0ls/66bMZ65Zs7divedyWA7cMbFWzcSUZFbx01yffzH0zLPLiqcx7j42yB9s73da8Wee6v3479/t3plht5t5DOsiHsjKcLwz4MG7TgVpNKzdoWX3b+j0yESlaMvLy352MJV6446PwyNDOt7fYsnrXjPEL1yzeMmrOG1a7RT6alpr5dJ93DsQdld9704519mw9OHvist1bDnw4+QVH8Pl5Q1am64WBH+7cuF++APkKt67e9VTfdwzZcYIkf4zylvMpikuZPm6+HNRpUU0UQLNHpeqDKt3ibXatqMGSXdNgMpkNnpoGnQAAADcSYQMAAAAA+Bt9XlUrbhAmk1srbrA7lPq3Zyz/Nlh4JmeHfBRWsKZeu93VOqZMlAwbajer2v/hrnKPzBXk/cFdR7+e/XqpCsX0w8Z88GtKUuqIv14rU7m4vmflgk2v3fvFkplrcoYNNrv1w0nPy+loOU5LTp844s/Vi7eMnP26vieiSNgXr/y4csFGOfV/0RdjsZg/mPCsyaStS9ywba0H2r6y4Ne/9bBh1i9LZNLQa0j7R964Qz9YnuqPHxbLzEdc2umTZ259oNNDr/aXY0VRX7/vy9WLNm+M3dGoXS2557u3J8mk4fG3B3Uf1EY/fvKo2TLh+OXzmfe/1O+8U82esFQmDfJIebzclLHT/54fN2fScl/YcB6ZNHzw1PerF27pekerGg0riIJm04LMk/sUOSgUk16qUarZbNdrGix6WYPpXFkDAAC40ejZAAAAAAD+SSttyC5ukNOvFVu4I8ppC9vLyVk5RSv8QoNWNXxJg9T3/k5Pvn+PL2mQylXWVkM6czo557NadW+o5wpShRpaCNG0Yx3fnjJVtQv/Tx4+fakv2qJbAz1pkEqUjS5ZoWjCyTP65oJfYx3Btruf6e07eMhztzoK2cVlWW3mQU/30sfyzK17NPS9gKwM558/L61Wr7wvaZBuH9pFZifTxszLynSdd6pFM1db7ZZ7hvXRN+Vn4P4Xb9MrJC6kqu73n/x+8YzV7Xo3fnz4XaKgcWaIRePT9HGtfif1DiWW7NbQRk9faGN2ZYMAAAA3GGEDAAAAAPgh39IxRpPJpMcNZkvTuzP0Rxf/kObMEH6gWOmonJuN29fSyxH2bj/863dzX7/vi8d7DZebzqx/TMrnXNfIYtUq/iOiw3x7rJ49TqfrEl9TROY4WApy2PXzu5xK3KYDZSqXCAk7V0Ygx+WqlxKXVbJ8sZyBROEioUJbPUl7hw7tOe52u6vWL3/eU6rVryCThgNxR87bv2317hJli4ZFnFsAKiyyUPEy0Rf9utPHLVgyc3XzLvWe/d/9l6+9yJ9WTE1PP+uWg5h6ZyLKOvWYIccaSvSFBgAgT7GMEgAAAAD4LS1tcBu0tEGV/1miK7jKNsnYv9Iup2iXT05re7dDFHAW2z/+qj2y/+So1yesXrRFTtDLzcq1yzbtWGf2xGXnPctmt563x2i6ikvxgoLPr1TQv1zq2XShTe6HnPdohCc8uAw5SZ5zU58fdwvtnPHHE+V9eNT5Zwj3nDMx/mzOnZnpWfKVFC5ywQsoGnbi4ClxgeV/rQty2B5/e5DJVPCuRDwbr66erv3ADSa1WvcEraQhu6ZB7wttoC80AAB5i7ABAAAAAPzTuc4NbrdW3GBS5FRswwGZh9ZZFadx9fSM+l3toVH+U++uuJTX7vvi2P6TvYe0L12peMO2NaNLRBw/dOrCsOEGCY0IlnPdZxNTztt/5nSKuFYRFwsVtD2ntD0h4cE5d9qCrFa75XT2mk4+aZ4U5ELHD8aXrVLiwiSjQFgwNk3RVgUTFdufdoS7zVpnaKs1u6zBSFkDAAB5jrABAAAAAPyZwbNuvdtt1FZSUi2hUUr1rhmbZzhURcwfm9b3uULCX8RtPnB4z/H2fZo8/PpA387j+hX9nsqDG03+qGXIcWj3sbTUTEewTd8px/svWOzoysWU1VZA2rZm93n7t67eZbWZZVRw3v7KdcrGbdgnwwlfhJCZnnVk34nQ8Iu80S98/pA9yCoKoKNxrp2xWXJgDXGWa5doNtv0sgaz3hfaeK4vNHkDAAB5hp4NAAAAAOC3fPOthuxO0SaTuXYPJaiwIvfHxWbJSVvhL6xWrQ1yetq53teKov7+/VyRvcxRHmh5S/3kM2njP/zNt+fHT6advY7KhpAwR9tejXdu3D/rpyW+nb+Pmb93++GWtzQIctjOO75553pZma7R701RVe1blt/4N29Pki/poiev2ahixZqlRUEj38zZo1L1cZVu8Ta7VtSQo1WD2ZDdFJqkAQCAvERlAwAAAAD4s3OLKQmTya0VN9gdSr1+6Su+1y51l5O2Qz4K848p2TKVi5epVDx2zoahnV5r3LaWxW5ZvXDzgbgjcgo65Uy6yBN97u+0bNZaGQbs2X6oau1yOzbtO7jrWGSxwpdayOhKDP2/AYf3Hv/8vz+smLOuXNVSe7YeXLd0mwwJhv7fwAsP7j2k/bqlW+dOiT2850TNRpW2rd+za9P+IjHhFx6puJTuFR622a3Tdn4lCpRNCzJP7tPSsrBS6aUapZrNdr2mwaKXNZjOlTUAAIC8RGUDAAAAAPg/rbQhu7hBTstWaiUiymkL3stJ283zM4VfkKHCy18/LGfhD8QdnfzN7D9+WlyiXNGPJr9QuU7ZnZv2ZaZniRvPEWz7YNLzrbs3jD9yes7UFTGlo77649XI6LBCha+9F3d4VOhn019++PWBquL+65cl6akZMn74ZOqLYZEXWRlJvsFvjH7ikTfvdLvdM39clJ6a+crIR0pVKCb8hTNDLP7BW6hRo98Jk+fzbMluDW309IU2Zlc2CAAAkIcMeVZMCgAAAOQf8p/Bqqq6XC6n07lwdOaqiYaaHa09/WjxeuA8+mdedavyQ5/lzMzMzDgWlzXrzRD5UFCo4T8jwy12get3aM/xiOiw4JCgnDvvavKcnO5/7+dhAtdt0Q9pK3/LkIOYemfq3xVvs9lttqCgIIfVardabRZv5KBdWEnYcJ4F36StnJpRruXZ5vdmODzsdvlDs5popg0AyCVUNgAAAABAQPBc6W2QE4tmk1nOyUZXMJZtok3app91L5+cJpAbJo34s1/NJ/ZuP+zbs2Tm6oTjSdUbVhS4bmfj1dXTtQ+twaRW656glTRo7RqsWn2Dpy+0gb7QAADcPPRsAAAAAAD/d65zg9ttNJr0xWcaDsg8tM6qOI1yArd+V3toFJejXa/WPRrNnbLi6T7v1mtZrUS5otvX7dm2dk+RmPDegzsIXLf5Y9NUrVmDqNj+tCPcrScN3jWUzGYjV+gDAHBT8U9JAAAAAAgUBs969iY9azBbQqPM1btq14nLCdz5YyhuyAWN2tV8e/xTjdvXOrj76NRv5+zcsK9Vtwb/+/Wli/ZXwFU5GueKi9Uab1hDnOXaJfpaNZj1vtDGc32hyRsAALgpqGwAAAAAgIAgZ2Ddbrenb663U7RiMtfukbF7qZKeZIr7O+vQVlepGvyReL0atKkhbwK5yu0Ws0el6uMq3eJtdpM5O2nQllAyaWUNhmwCAADcDFQ2AAAAAECg2zeuogAAEABJREFU0KdijcbshZTMFrvDUq9fuv6onMyVU7pAPrR5fubJfdoKSmGl0ks1StViBr1hg17WIJMGQcwAAMBNRtgAAAAAAIFFyxuyixvkdG2lViKinFPuTzisbJqXKYB8xpkhFv3oXearRr8TescRb6sGk9no6Qutd2sgbwAA4CYibAAAAACAAOJbakZv3aDXNzS9O0N/dPFPaZnpVDcgf1k+OS39rPaxjKl3JrykS48ZLBZr9hpK9IUGACBfIGwAAAAAgIDjuQLcoKcNcuo2uoKxbBMtb5BTuismpwsg3zgbr66ern04DSa1WvcE7+pJFqtW3+DpC22gLzQAAPkDYQMAAAAABBZf5wbPnd69wdJwgNNkUeWja2ZkyOldAeQP88ekqVqzBlGx/WlHuFtPGizZraGNlDUAAJBvEDYAAAAAQCAyZEcN+kpKoVHm6l2168flxO680WkCyAcObXXF/Z0lB9YQZ7l2ib5WDWa9L7TRZKSsAQCAfIOwAQAAAAACjm9+1pDdKVpmDrV7KEGFtWvId63MkpO8Arip3G4xe1SqPq7aPd5mN5mzkwZPqwatrMHXg0QAAICbjbABAAAAAAKRbzElY3Zxg91hqdfP27BBTvK6aRSNm2rTvMyEw1r6FVYqvWTDVC1m0Bs26GUNMmkQxAwAAOQjhA0AAAAAELi0vCG7uEFO41ZqJSLKOeV+Ockrp3oFcJNkprsX/+RdzqtGvxN6ZxFvqwZPIY6elFHWAABA/kHYAAAAAAAByrcEjd66Qa9vaHp3hv6onOqVE74CuBlWTE5PP6t9/GLqJYWXdOkxg8Vi9faFNhrpCw0AQH5D2AAAAAAAAc1zZbhBTxvklG50BWPZJlreIKd6YyelCyDPnY1X18zQPoQGk1qt+2nv6kkWq1bf4OkLbaAvNAAA+Q9hAwAAAAAELl/nBs+d3r3B0nCA02jWLipfPTNDTvsKIG/NG52mas0aRMX2px3hbj1psGS3hpafU8oaAADIhwgbAAAAACDQGbKjBn0lpdAoc41btJoGOeErp30FkIcObXXtWpklB9YQZ7l2ib5WDWa9L7TRZKSsAQCAfImwAQAAAAACmm/e1pDdKVpmDrV7KEGFtWvL5bSvnPwVQJ5wu8XsUan6uGr3eJvdZM5OGrQllExaWYOv14gAAAD5CWEDAAAAAAQ632JKxuziBrvDUq+ft2GDnPx10ygaeWLTvMyEw1rKFVYqvWTDVC1m0Bs26GUNMmkQxAwAAORThA0AAAAAAI2WN2QXN8jp3UqtREQ5p9wvJ383zs0UwA2Wme5e/JN32a4a/U7oHUS8rRo8BTd6IkZZAwAA+RNhAwAAAABA+Jam0Vs36PUNTe/O0B9d8nOanAgWwI0UOyk9/az2MYuplxRe0qXHDBaL1dsX2mikLzQAAPkZYQMAAAAAwMtzxbhBTxvkVG90BWPZJlreIKeAV0xKF8ANczZeXT1T+7AZTGq17qe9qydZrFp9g6cvtIG+0AAA5G+EDQAAAAAAja9zg+dO795gaTjAaTRrF5uvmZkhp4MFcGPM+z5V1Zo1iIrtTzvC3XrSYMluDS0/j5Q1AACQzxE2AAAAAADOMWRHDfpKSqFR5hq3aDUNciJYTgcL4AY4tNW1a5XWIMQa4izXLtHXqsGs94U2moyUNQAAkO8RNgAAAAAAvHzzuYbsTtEyc6jdQwkqrF1zLqeD5aSwAHKV2y1mj/LmWFW7x9vsJnN20qAtoWTSyhp8PUUEAADIrwgbAAAAAADn+BZTMmYXN9gdlnr9vA0b5KSwm0bRyFUb52QmHNbSrLBS6SUbpmoxg96wQS9rkEmDIGYAAKAAIGwAAAAAAJxPyxuyixvktG+lViKinLbKjZwUllPDAsglmenuxT+l6eMa/U7onUK8rRo8hTV68kVZAwAA+R9hAwAAAADgH3xL1uitG/T6hqZ3Z+iPyqlhOUEsgNywYmJ6Ror2cYqplxRe0qXHDBaL1dsX2mikLzQAAAUFYQMAAAAA4CI8V5Ib9LRBTgFHVzCWbaLlDXJqeMWkdAFct7Px6po/tA+VyaJW637au3qSxarVN3j6QhvoCw0AQMFB2AAAAAAAOJ+vc4PnTu/eYGk4wGk0axehr5mZIaeJBXB95n6XqmrNGkS5NgmOcLeeNFiyW0PLzx1lDQAAFCCEDQAAAACAizNkRw36SkqhUeYat2g1DXKCeO73qQK4Doe2unav1hqBWEOc5dsn+Vo1mPW+0EaTkbIGAAAKFMIGAAAAAMBF+OZ5DdmdomXmULuHElRYuxZ99yqnnCwWwDVxu8XsUd68qmr3eJvdZM5OGrQllExaWYOvd4gAAAAFAWEDAAAAAODifIspGbOLG+wOS71+3oYNcrLYTaNoXJMNszMTDmupVVip9JINU7WYQW/YoJc1yKRBEDMAAFDAEDYAAAAAAC5HyxuyixvkdHClViKinLb6jZws3jgnUwBXKTPdveTnNH1co98JvSOIt1WDp4BGT7goawAAoGAhbAAAAAAAXJJvKRu9dYNe39D07gz90cU/pcmJYwFcjeUT0zNStI9NTL2k8JIuPWawWKzevtBGI32hAQAoiAgbAAAAAAD/wnOFuUFPG+TUcHQFY9kmWt4gp4xXTEwXwBU7fUxd+4f24TFZ1GrdT3tXT7JYtfoGT19oA32hAQAomAgbAAAAAACX4+vc4LnTuzdYGg5wGs3axelr/siQ08cCuDILx6SqWrMGUa5NgiPcrScNluzW0PLzRVkDAAAFFGEDAAAAAODfGbKjBn0lpdAoc41btJoGOXG8cGyqAK7Aoa2u3Wu0hh/WEGf59km+Vg1mvS+00WSkrAEAgAKLsAEAAAAA8C9887+G7E7RMnOo3UMJKqxdo757tVNOIgvgsmQuNXuUN5eq1vOUzW4yZycN2hJKJq2swdcjRAAAgIKGsAEAAAAA8O98iykZs4sb7A5LvX7ehg1yEtlNo2hc1sa5mQmHtXQqrFR6ifopWsygN2zQyxpk0iCIGQAAKMAIGwAAAAAAV0rLG7KLG+Q0caVWIqKctiqOnETeMDtTAJeQme5e8nOaPq7R74Te+cPbqsFTKKMnWZQ1AABQcBE2AAAAAACuiG+JG711g17f0PTuDP1ROZUsJ5QFcDHLJ6RnpGgfj5h6SeElXXrMYLFYvX2hjUb6QgMAUNARNgAAAAAAroLnynODnjbIKePoCsayTbS8QU4lL5+YLoALnD6mrp2lfUhMFrVa99Pe1ZMsVq2+wdMX2kBfaAAACj7CBgAAAADAlfJ1bvDc6d0bLA0HOI1m7aL1tX9kyGllAfzTwtGpqtasQZRrk+AId+tJgyW7NbT8HFHWAACAHyBsAAAAAABcHUN21KCvpBQaZa5xi1bTICeUF45JFUAOh7a6dq/VGntYQ5zl2yf5WjWY9b7QRpORsgYAAPwCYQMAAAAA4Cr45oUN2Z2iZeZQu4cSVFi7dn33GqecXBaAh8yfZo/y5k/Vep6y2U3m7KRBW0LJpJU1+HqBCAAAUJARNgAAAAAAro5vMSVjdnGD3WGp18/bsEFOLutr5gAb5mQmHNY+DWGl0kvUT9FiBr1hg17WIJMGQcwAAICfIGwAAAAAAFwLLW/ILm6Q08eVWomIctpqOXJyeePcTIGAl5nuXvpLmj6u0e+E3uHD26rBUxCjJ1aUNQAA4B8IGwAAAAAAV8239I3eukGvb2h6d4b+6JKf0+REs0BgW/ZLekaK9jGIqZcUXtKlxwwWi9XbF9popC80AAD+hLABAAAAAHCNPFekG/S0QU4lR1cwlm2i1TTIKeblE9IFAtjpY+raWVr4ZLKo1bqf9q6eZLFq9Q2evtAG+kIDAOBfCBsAAAAAANfC17nBc6d3b7A0HJBlNGsXs8uJZjndLBCoFoxOdXve/3JtEhzhbj1psGS3hpafF8oaAADwM4QNAAAAAIBrZ8iOGvSVlEKjzDVu0WoaVEUsHJ0qEJD2bXDuWas18LCGOMu3T/K1ajDrfaGNJiNlDQAA+B3CBgAAAADANfLNFxuyO0XLzKF2DyWosCL3717rPLTVJRBgZM409xtvzlSt5ymb3WTOThq0JZRMWlmDr+eHAAAA/oKwAQAAAABw7XyLKRmzixvsDku9ft6GDbNHpaqKQEBZPzsj8bi2glJYqfQS9VO0mEFv2KCXNcikQRAzAADghwgbAAAAAADXS8sbsosb5LRypVYiopy2ik7CYWXDnEyBgJGZ7l6W3Ru8Rr8TeicPb6sGT+GLnkxR1gAAgP8xCwAAAAAAroNvMSWtuEGVcYNiVixNBmX++ZZF7l86IS3tLJ2iA8WxXa6MFK1DePH6SeElXRazXW8N7e0LbTTSFxoAAH9F2AAAAAAAyAXalepug7aWkir/sxSt6CrbJGP/SntGsnv5xHSBQGI0q1W6ndZSBotVTxr0vtAG+kIDAOC/WEYJAAAAAHC9fJ0bPHda4iCnmBsOcBrNboHAU7FDYkgRo8XsTRpMnuW15OeCsgYAAPwYlQ0AAAAAgNxhyI4aVLfZ7FbDopRur6akJLlcTqdLcbndqiQCxtmUVDm5HuwIEoFEfgZMRlNEeade0yBvVnkv8wajyUhZAwAAfo2wAQAAAACQC7RVlNxuT95gMpu0ZMFtsUaXdxfOUpxO4XK5FUXuUuUxIjBkHDpts1mLRVtFwPA0fTaYTPJm02IGq02vbDBqvcNNhmwCAAD4I8IGAAAAAEDu8F23rgUOJrPbw+BtHW3WKxsCKGzIclkstiC7QwSM7DTBaNZ4GjaYrSaz2SSTBkHMAACAnyNsAAAAAADkJm2y2WAUZu/fm/rKSqqiKKqiJw0BkjekpjuDgoQ98MIGo541yf9MWuIgB1plg6dbA3kDAAB+jLABAAAAAJBr9NlkObMsVPkXp1kvalAVs6o3bPDUOojAkJbhVN3GAKxsEJ68waS1gzbp9/SFBgAgEBA2AAAAAABymd4p2uDWJp7lQDWaPCFDACUNUnqmU8YuNnvANYg2eFfS0ioc9A8AfaEBAAgEhA0AAAAAgNzk6xQtxyaTSVW1VXX0sOHcQQGQOmRkulRhtJgtIhDkCBJkwCDO9W8wkDQAABAgCBsAAAAAALks58yyzBtyFjQETnFDllMxGgwmU2D93Z3zrSdmAAAgoBA2AAAAAABuiIvOMgfO1LOiKkYPEaiIGQAACCiEDQAAAACAGyswJ50VRTWZTEy4AwCAAEHYAAAAAABA7lOzG1cAAAAEAsIGAAAAAAByn6qqpgBeQwkAAAQawgYAAAAAAHKfoqoGwgYAABAwCBsAAAAAAMh9btVtZBklAAAQMAgbAAAAAADIfYqqGqlsAAAAAYOwAQAAAACAXOZ2u+W9yUTYAAAAAgVhAwAAAAAAuUxRVXlPZQMAAAgchA0AAAAAAOQyVdUqG4yCng0AACBQEDYAAAAAAJDLVE9lA8soAQCAwEHYAAAAAABALtPDBjh2ltQAABAASURBVAPLKAEAgIBB2AAAAAAAQC5TPQ2ijQaWUQIAAIGCsAEAAAAAgFymVzYYWUYJAAAEDMIGAAAAAABymbdnA8soAQCAgEHYAAAAAABALlNVzzJKgmWUAABAoCBsAAAAAAAgl7GMEgAACDSEDQAAAAAA5DLFEzYYWEYJAAAEDMIGAAAAAABymVtoyyjRswEAAAQOwgYAAAAAAHKZ3rPBQMsGAAAQMAgbAAAAAADIZW63HjaQNgAAgEBB2AAAAAAAQG7TwwZB2AAAAAIFYQMAAAAAALlMpbIBAAAEGMIGAAAAAAByGcsoAQCAQEPYAAAAAABALnN7GkQbCRsAAEDAIGwAAAAAACCXUdkAAAACDWEDAAAAACAgmPLwL+CwsKBmDauHhtnz7ou6haIIAACAm4WwAQAAAADg/wxGYbOLPFOiePh9A7qJvOQWaakCAADgZiFsAAAAAAAAAAAA14WwAQAAAAAAAAAAXBfCBgAAAAAAAAAAcF0IGwAAAAAAAAAAwHUhbAAAAAAAAAAAANfFKAAAAAAACAAbNmwwGAzDhg0T18Fms3Xo0OEyB1SvXr1y5coCAAAgwFDZAAAAAAAAAAAArgthAwAAAAAAAAAAuC6EDQAAAAAAAAAA4LrQswEAAAAAEFh++eWXunXrhoaGtmrV6o033khLS8v56P79+2+77bayZcvKA+rUqfPuu+9e5lTyue+8806DBg2KFi1633337dmz57wDpk2b1rVr1+jo6KioqIYNG8qzqap6qbNZrdb27dvn3PPTTz8ZDIbRo0frm/Ikd99998iRI+XrDwkJkSf8+OOPs7KyBAAAwM1G2AAAAAAACCCzZs268847IyIi7r///gMHDrz++usPPvig79ENGzbIeXx5TPPmzYcOHSr3/Pe//7333nsveqrMzMx27dq9/PLLct5/yJAhO3bsaNq06alTp3wHTJ06tU+fPqtWrerQoUOvXr0OHjwoz/bqq6+K67Bs2bLHH3+8e/fuMjJp06bNs88+e8stt1wmwAAAAMgbLKMEAAAAAAggMhKYNm2anPqXY5kTyGhh8uTJI0eOlIFBVlaWzAycTqec0K9fv7484O2337777rvHjh17++23d+vW7bxTff/99zJIePjhh7/++mu56Xa7H3jggdGjRxcuXFg/4IsvvoiMjNy5c6e8l5uJiYm1a9ceP368PK24Vvv375df97777pPjHj16REdHv/jiizJ4uOvOuwQAAMDNQ2UDAAAAACCAtGnTRk8apCJFinTt2lWmC4cOHZKbixYt2rhx42OPPaYnDcKzrtGnn34q7z/55JMLTzVhwoSgoKDhw4frmwaD4f3335d7ch6TnJx8+PBhfRweHj5//vx169aJ61C+fHmZiPg2n3jiCYfDIcMGAQAAcFMRNgAAAAAAAkjt2rVzbkZHRwtPJCA8RQ/yvlmzZjkPiImJqVKlypo1ay481fLlyytVqqRXLehkelGxYkXf5qBBg7Kysho1atS3b9+vvvpKpg6VK1eOiooS10Ge32g897e8zDbKlSt3nQEGAADA9SNsAAAAAAAEEIvFknPTYDAIzwpI8l4vQShatOh5T5F7zpw5k5qamnNnenq6qqp6VpGTDCd84wceeODHH38sVarU77///thjj8lBw4YNFy9eLK7DhV+xcOHCORtFAAAA3BSEDQAAAAAAaIoVKybvT5w4cd5+ucdutwcHB+fcGeRx/Pjx8w6WsUTOzbvuumv37t379u3766+/nnzyybVr13br1k1ftelCevKRU1pa2oUv5rw9Bw8evDCBAAAAyGOEDQAAAAAAaPQVkGJjY3PuPHbs2M6dO5s3b37h8Y0aNZJBQs7Z//T09Li4OH2clZX12GOPDR8+XEYIZcuW7dKly6effjps2DCZHyxatOiiL8Bms52XLmzevPm8Y+Qe+VV8m/v37z9y5MhFXx4AAEBeImwAAAAAAEDTqVMnmTd8+eWX69ev1/e4XK5nnnlGxgb9+/e/8Pg+ffpkZGS88MILqqoKz1pMMktITEzUH7VaratWrfrkk09kGOB7SkpKiryX2cNFX0DNmjU3btzoO37btm1jx44975jjx4+/8847vpf33HPPya9+3333CQAAgJvKLAAAAAAAgGdlpDFjxtx+++0tWrSQQUKJEiXmzp0rZ/8HDRr00EMPXXj8448/PmfOnHHjxu3cubNVq1axsbFr1qwpWbKk74BXXnmld+/erVu3vueee4xGY1xc3I8//ijPLw++6Au488475UkqV64ss42kpKS//vqrb9++v/zyS85jHA7H8OHDV65cWa9evXnz5q1bt+7uu+/u2rWrcAsAAICbiMoGAAAAAAC8WrZsuWXLlieffHLv3r0yeChevPikSZN++OGHC7spSGazeebMmV9++aXb7f76669TUlKmTp1atWpV3wG9evX67rvvUlNTX3/99f/9738JCQny4J9//vlSX/3RRx+VQYLMPCZMmJCenj569Oj//ve/5x1To0YN+UVDQkK+/fZbeT927Njx48cLAACAm80g/0kkAAAAgAAj/xmsqqrL5XI6nQtHZ66aaKjZ0drzuUICgJ8yGEWQQxR0UVFR5cqVW7Vq1UUec4u0VAFcyoJv0lZOzSjX8mzzezMcHna73Wq1mkwmo9F40TgNAICrwjJKAAAAAAAAAADguhA2AAAAAAAAAACA60LYAAAAAAAAAAAArgthAwAAAAAABUN8fLwAAADIlwgbAAAAAAAAAADAdSFsAAAAAAAAAAAA14WwAQAAAAAAAAAAXBfCBgAAAACA/3OrIi1V5JkDR46NmTTt4bv6FYuOEnnDLQAAAG4iwgYAAAAAQGDIw+l4l0tNPJPidKlkAAAAIEAQNgAAAAAAkMuMwiDv3W6iBgAAECgIGwAAAAAAyGUGLWsQbpWwAQAABArCBgAAAAAAcpnBkzYQNQAAgMBB2AAAAAAAQC4zGFlGCQAABBbCBgAAAAAAcpmBng0AACDAEDYAAAAAAJDLspdRImwAAACBgrABAAAAAIBcZjQZBZUNAAAgkBA2AAAAAACQy0xGLWxQFFUAAAAEBsIGAAAAAABymXcZJSobAABAwCBsAAAAAAAglxkNWmWDSmUDAAAIGIQNAAAAAADkMqNRq2xQqWwAAAABg7ABAAAAAIBcZvT0bFDdVDYAAIBAQdgAAAAAAEAuo7IBAAAEGsIGAAAAAABymd4gWlUJGwAAQKAgbAAAAAAA4BqdPJX4/sixLkW56KPjpsyQtwv33z+gd+2qlQQAAIAfMQoAAAAAAHBNoouEd2zZ5KqeUrVCWZIGAADgfwgbAAAAAAC4dp1aNomODL/Cg80m061d2wsAAAC/Q9gAAAAAAMC1M5tNA3p2vsKD2zRtULRIhAAAAPA7hA0AAAAAAFyXimVKNapT418PKxwa0rlVUwEAAOCPCBsAAAAAALhefTq3DQ6yX/6YXp3a2G1WAQAA4I8IGwAAAAAAuF6FHEG9O7W9zAGVy5VuULOqAAAA8FOEDQAAAAAA5IIm9WpWLFPyog8ZDIbbunUUAAAA/ouwAQAAAACA3DGgRxeb1XLh/taN69EXGgAA+DfCBgAAAAAAckd0kfBu7Vqet7NQUNCFOwEAAPwMYQMAAAAAALmmdeP6JWOic+6hLzQAAAgEhA0AAAAAAOQao9EwsGcXg8Ggb5YuXqxJvZoCAADA3xE2AAAAAACQm0rFFG3duJ7w9IW+nb7QAAAgMBA2AAAAAACQy7q3a1U4tFCz+rVLlygmAAAAAoBZAAAAAACAXGWzWfp371ymZIwAAAAIDIQNAAAAAIB/cLvdAteteqVygh9mrvJ1wgAAAPkQYQMAAAAABJzLz4AzP46CiCgCAICbi7ABAAAAAPzfeflBzk19fGHAQOSAfOLCFMG35zIBA9kDAAB5jLABAAAAAPzTpRKFc/cGcSoj+WBKQkJmaporM9WVlebMSFOcGapTVVUB5ANWs8VhtASZrcFmW7DJGmINigkKKx8SpT3miRMMWqxwLnu4TDIBAABuKMIGAAAAAPArvozBFyro5KTstqSjmxMP70g6ti8l/kBywv7UhBRXpgAKoNLBEWUKRZYNjqwUWrR6WPHa4SXDrEFa1GA0Crc3dTgvZiB1AADghiJsAAAAAAA/cV7hgpTizPjt4LrV8Xu3JB7ZlHREAP7iYOppeVsqdvn2FA8KqxFWvG5EqT5l6lcMidaDB4MgdQAAII8QNgAAAABAwZazlEGX5sqcfmjD9IMb5hzdeqlnhVqDIuyOcHuwvI+wBWuDoOAIm6OwzRFhD2YyFvlEqtN5OjM1MSM1KSMtISM1MTP1dEaa3DydnnoyPTnnkUfTz8jb3OPbP9w2p1pYsW7Fa/Ur26B8oSijjBwuljoQOQAAkLsIGwAAAACgoDovZlBVdfGJnT/tjv3t0PoLD3aYbQ2LlW5crHyTYmUbFC0bZLYIoIDbcfr4quP71hzfv+rE/gNnE3z7t585Lm8fb59bK6y4jBwGlmlU2BaspQ4G43krLBE5AACQWwgbAAAAAKDgyblikswYjqef+XH3ip/3rTyYejrnYUUdoU2KlWscU65h0bK1ipQwMq8K/1I1opi83VO9mRzHpyevPLZv1fH9K4/v3XrqqOLWmpxvPnN088aj72ye1a1ErUHlmrSIrqQXOhizUwf9PEQOAABcP8IGAAAAAChIzosZjqWf+XTL7J/3r0x3OX3HRNiDe1eo279yw7rRpQQQGKKCQnqUry1vcpyUmfbb7vWT4tZsOHlIbmapyu+HNshbw4gyj1Vp17lEDZPRROQAAEDuImwAAAAAgALDlzTImCHu7PFPtsyecmBtzgO6lK1xR5XG8l4AAaywzXFvjRbytjvp5OS4NRN2rj6ZpjV4WHP6wJDYsZVDoh+t3Pb2co20GgeTicgBAIBcQdgAAAAAAAWAL2aQzmSmvblx+rjdK9zC27MhyGwZWKXxY3XbFS9UWADIVrFw9EuNuz3bsMvUXeu+3rgoLvGE3BmXfPLJtZO+2Lnwkwa3N4wqZzLK/0wGt6fUwWCQv2LkDQAAXAPCBgAAAADI13LGDNKvB9a+uu7XExnJ+qMR9uB7a7Z4oGbLwjaHAHAxFqNpYJVGA6o0nHtg+1cbFq46vk/u3J0S32vxiDvKNHylVvcIe4jJZJK/X3reoD+LyAEAgKtC2AAAAAAA+VfOdZMOpyU+FvvDspO79YfMRuMDtVoNa9C5kMUmAPwbgzB0LlNd3hYe2vnC0imHkhPlzl8OrJlzfNv/1ezRr0wDs8nsFiZP/2hKHAAAuGpGAQAAAADIl3ImDb8fWNv8j7d9SUPTmPILb3/2taY9SRqAq9WuVJWlA154oVFXu8kiNxMy055cO+ne2LGJGckup1NVFUn+0vnKiQQAALgChA0AAAAAkO/4ZjnljGe6M/OZVb88sGJcmitLPhQTHDay46Dfej1SsXAUuDECAAAQAElEQVS0AHBNbCbzU/U7Lhv4wi3laup75h7b3mnep5sTDmY5sxTFpajevEFkx34AAODyCBsAAAAAIH/JWdCw7+zJTrM/Gr8nVn+oa7maSwY837tCXQHgupUoVHh05yFfdbjTYbbKzcPpST2XjPhxb6zL5VRcLpW8AQCAq0HYAAAAAAD5SM6kYdahjW3+en/bmWPCcyH2e61uHdN5COsmAbnr1or159z2dLWIGDnOUpUXN/z+yMqfkjPTXIrLt6SSIG8AAODfEDYAAAAAQH6RM2n4dueie5Z9n+pZOqlsaORftz41uHpzAeAGqBAW9eetTw6p0ULfnH50c5/FX51MSXK6nHp9g6+FgwAAAJdA2AAAAAAA+YI+j6l6LqV+bd1vL637Vd/fq3yd+bcPqxpRTAC4YWwm87st+37T8e5gT/HQtrMnei0ecTj5lLakkuJS3ef6RRM5AABwUYQNAAAAAHDz+ZIGl6o89vePX+1cqO9/tmGXUZ3u1heUB3Cj9axQ54++jxcJKiTHB9MT+ywdGZd4TG/hoKiKL2kgbwAA4EKEDQAAAABwk/mShkzFOWjxqIn7V+v732t167AGnQSAPFQlvNjMPo+XKFRYjo+ln+27bNT6hANOZxZ5AwAAl0fYAAAAAAA3U86ahsFLvp17bLvcNAjDl+3voEkDcFOUCY2c2eeJ8mFF5DjJmT5g+XdbEg9fWN8AAAByImwAAAAAgJvGlzRIT8T+qCcNZqNxdOfB/So1EABukmLBoTP6PF49MkaO0xTnoNgxB5Ljz8sbiBwAAMiJsAEAAAAAbo6cScPwDdMnHlgjPDUNX3cY1LVcTQHgpoqwB//a8z96b/aErLQ7V4w+kZpE3gAAwKUQNgAAAADATeBb9l0mDWN2Lf1sx3x9/ydt+/coX1sUEKasPUK4BOCnwmyOiT0e0vs3HExPumfl2MSMZEVxqYqiulWaNwAAkBNhAwAAAADktZxJw/RD659fO0Xf/3yjrgOrNBL5j9uVat79zgV73UFJPxqVMwLwX9FBoZN7PhxuC5bjbWdP3Lvyh9TMNL2+QS9LEuQNAAB4EDYAAAAAwE2gJw0bTx8cGjte33N39WZP1+8o8iVj2l7T8WluJeMfO13HzVm7De5UAfi1cqFFJvR4yGG2yvHaxEP/t2mGFjYoMmxQ5G8x9Q0AAOjMAgAAAACQh/R13uUc5dmstMFLv3N5rozuXr7W+61uFfmVIXW7IW2f8fRSd1Qn305L6iqjmmhUkhRz6Ss5yUujvhj314zLHNCydr1Jb7zvO2zpV6MrFC8pckmXZx/dvGdXzj12q7V88ZLyS1QrW35w1x7hIaGiIJi+fPHDH70tB+8OfXxw154it506k1R7SP/LH/Pr8I+b1qglrljbJx6KO7Q/KqzwxrGTrvxZ2w/s3XX4UK8WbUQ+ULtIiXFd771z1ndOVZl4eH2TyLK3lmkgDAaLwaCqBqPRaDAY5O+1vBcAAAQqKhsAAAAAIO+cW0DJrT4S+8PhtCS5WSMy5usOgwwiX05Tpu62bHncunWYUFJtG4ZYtg0TziT9EUv6GrfqMqsHRcGUkZW1bf/eGSuWfPDz2L4vPys3BfKHM6nJ//n43Q5PPbw+bofIN1qWqDS8RR99/NLm6XFJx1wup+uf9Q0AAAQyKhsAAAAAII/kbNXw3c7Ffx3dKjeDzJbRXe61GE0ifwoq7SrzkDAVMh0cpZR9xFWsj7BoFQBut9OcvkEY3GZlzxWeqV39RpGh3uqBnYcO/BG7TA4aVavRqlZdfWepojHixnu4920Om00fn0lN/WnuLBkzxB3aP2H+X0Nu6SXyvSKhYc1qaC3EowtHiBvAYbc/0/8u3+aYP2ckJp+Vgyf6DTSbvJ/SElHR4mrUqVhJvvWFQ0Ku8Ph9R49OW7ZQ5D/3VG+26PDOP/dtyVSVR9ZOnNZqaIgwaDGhVtdgoLgBABDgCBsAAAAAIO/oScOmxEOvbvhd3/O/tgNKh9yQWePcYbS6Q2rJjMFwbIqz/JMyddB3m51HDUqyMFlMzisNGzo3aipv+vi3JfO9YUPV6s/eMVjkoUf69i8SVti3Wa1s+We/+kQO/lq5okCEDc1r1W2eHc/cCA6bPec7Mm35Ej1seKr/ILvVKq7JZ088J/zF5+0Gtj754bHUM7tTT72x+Y/36vbV11DyBA7kDQCAgEbYAAAAAAB5wZ3NpboeWjFO8VQ5DKjcsHeFGzhxnFvcjgpqzO2+pEG4FUvKEm2gqkbltNW5MsvSROQ2+bP6YfbMKYvn7zp0sG29Rk/eNrBK6bK+R2VmM3z8d7NXrTgSHx8eGlq1dJm3H3q8fEwJcZV8vQf0KfUrP/mM5Yu/+n3y/mNHXYpStXTZTo2a3t+9d6Egh3zol/l/DftSCzC+evqFvq076Mf3f+2FZZvWy8HR3+bI+817d3cZ9ogcfPToM4vXr52/dmVocPB7Q5/o3LiZfOjDX8Zt27/3VFJSiaiomuUq3d+jd+NqNfXz5OzZcGfHW2oN6X82NSUmssiab3/yzXGP/XP6f7/5Ug4+fuyZOzp01b+757/+dF3cjoQzZ+TBjavXfOehx4LtQeLqffDz2E8n/ywHq775saSnxGH0rGmvfPuVHLw65MH/9L5dDg7Hn2z80CA5uK9b7+EPPnphz4bLfI8jfps8fPy3+mGjpk+VtxvUneLaFLLYv+88uOfvXypuddKRDd1iqreNqSaDBhk5+Jo3CAAAAhI9GwAAAAAg78hZ7BHbFuxJjpfj6KCQ4S37ioLAbY10lX/Kt2nK3GNPnu15QHErTkfGNJOS+50bhn44/IWRn6/evjUpJfn3pQs6D3tk/trVvkeHvPvayGlT9h07muVynjidsHjDui7DHt24O05cpe379+mDiiXLXPnJP5vyy9CP3t60O05O9KdlpK+L2/7+T2MGvfWKDB7EVZJz7jNWLE7LzDiReLp+lWoykOj67KPz1qw8eipefnX5GuSj/V557u+tmy98rsVs7tdGCzOOJZxasWWjb/+vSxbIe5vFqndXPpl0WgYbf8Quk4fJcx44cWzywrndn38iOS1VXL2ODb3B0uINa/XByuzXJt8sfbBowxp90Cm7liWnq/oe86F60aX/U8fbtvrVbbPSMtMVxaU1b3CrvqXSBAAAgYewAQAAAABuOL2mQSYNx9OSPt4+R9/5Vos+hSw2URBoF2vbooVwCSXVmrwo5OgLhqzD3sdSE43OIyFpo8zOHUJkyjxF5JIDx4+9cs+D37/wmj5j7nS5pi6erz80ZdFcOVUtB+3rNxox7KVhA+8OCw5JTU97cdTn/3raVdu2LN+8Qb99M+PXl7/9Ut9/Z8cuV3jyHQf2ffDzWDmICiv8xv0Pvzv08TKebhOrtm+Zv3aVuEoyzGhdp/7nTz73zIBBRcIKyxhDflTqVa666PNvtv2gXdRvMpoUVfl25q8XfXr/dp30wa+LF+iDI6dOrtmxTQ56NG+l1y68/+PYw/En5eDuLj1GPfvKPV17yHHcoQP/m/STuHr1KlWNCAmTg6Ub1+l7lnoqNiRfWrB0g7YnyGprWfsihTuX/x57tWzz3tAn9CN7Nm8z+c0POjdqJvKZZxp0Ll5IW4zrUFrSt3uXu1xOGTeoCp2iAQABjWWUAAAAACAvaGGDW311/W+priy52ax4hV4V6oj8zilftzBYhdtlSVliSV1tydhodB79xyFKlvv0IYMlPsS0VbWVdVqqZ9kauIIaiOv23J2Dh/bqJwet69afvnyxHBw/Ha8/9PXvU+R90YjIsf99U+9aHF04/IWRn2/cHbd6+9ZG1Wpc5rQPfPDmhTsHde7eIrsRwr+eXEYU+oTy18++3Lym9ibK+7fGfVMkLPwaJpoLFwoZ9/KbNou3HUJ8UpK8P33mzK7Dh0tEFR3ctad8YTGRRS615FGdipUrlCi158ihacsXv/fwExazeeKCufpDeg6RcDbpl/l/yYHMbN5/WJvE79mi9ZmUlGnLFo2ZNf3VwQ9e7bI/8vgODRtPXjh3kaeyQYYWSSnJ+kNyIDcrlSy9eKP2UMeGTUwX63x++e+xZFR07QqV9COLFynSolZ+XGcsyGz5oNVtg/78To6/3re8T/HaZcKitUWUshdTEnpEBwBAICFsAAAAAIAby1fWsPLknt8PbZB7rEbz/9r0F/meOXO3UT2RFdRWTpwa3WnmrDij89hFjpMxSmaq25XozjwgguLdxaqJa+kFcL5mNWrrAzkHXSjIkZKelpqRoe/Zc0Srq0jLyBjw2gv6HvmoPjgUf/zyYcN52tdvdHeXHl0an7t2/l9PvuuwtmaU3WrVkwZJTq+Pf3n45b/QpXIIeUJf0iDd0qRZ3KH9B04ce/CDN+VMfbOatVvVrtezRZvgYpf8mQ7q3O2NMaPSMtJnr4rt0bzV5AVa6YwMS1rWruf7dqR1cdv7vfKsPj56SottMp1ZJxJPF4uIFFepYwMtbDibmrJl7571u7bLPaWii8r7QydPrNy+Rf7o5ENys0PDi3fyuIbvMR/qULpqt3K1Zu3bnKG4hm//66sGA2XIoMhwRWsSbSBpAAAEIMIGAAAAALiB9Clmz+Iq6svrvCvhPN2gY5nQq57hzXvGrINW11otbDCYMkN7ZIbcYs7YYU36zZq2yqB62ym7Fafr7Ckl0+gq0stVcbA7pLrIJQ673Te2mLW/XhVPRwQ5P57lcspBclpq7NZN5z3rWELC5U+7cezEMykpM1cs/WjCePm+rN25Y6CnhbLuSk5+3HMfVihE/Bs1R8Cgn/ZCxSKK5Nx87o7BSSkpP86ZpWiL8ijLNq2Xtw9/Gff2Q4/d3bn7Rc9wa5v2w8d9Jw+esXyJnPSXk/hy58D2nfX57iOnTuqHHY4/qS+m9I/v6FT8NYQNMkXwXMKvLt20dvPevULrs13baDBMXDBn9fatCWfO6Ifd0qT5RZ9+Dd9j/vROy1sXHNyRoTjnxu/akHiwYZHyMmyQPxm3zOY8bz2RAwAgoBA2AAAAAMCNpVc2LDq2Y1PSEbkZYQ9+pG5bURBYUtdbjXuEO0tbSUkymFxBNeTNmbwg+NQIg+uUW1WyTh1Ss0xZtb5Vi7QXhtzsC3ipidrI0DB9if8WtepOfvMDcbWnFYaKJUo9dfudclL4vR9Hn0lNfuSTdyqV/LpK6bJXePJikZFyBj8+KVEe5lsmaPuBvZVKltGXXZJfQt+pqOfChrSM9IuezWL6x0JD8lW9O/TxR28dMGP5oiUb18Vu2SxTCpeivPLtVx0bNImJLHLhGaLCwrs0aTYrdtnC9asrlCih77wtu5dDdOEIfTBs4D3DBgwSucFhs8ufz9KN65Zt3rB17x7hKUORs+x62HDEUzbRpHrNEEfwRZ9+Dd9j/lTUEfJwnTafrpsnxyP3LB9ZuJTRJD8RJoPRSHEDACAA0SAaAAAAAG6UnGUNn22fp+98vF57q7EAXPhlSttoS1kgQzXGsAAAEABJREFUnAmOzBnnPeQs1CYzuK0cuJ2Z7vRkZ7mn1SIdcjdpuAw5oR8TqV2Mv2nProSzSfrOyQvnPjfif2NmTTuZdPoKz/No39urliknB3Ka+8kvPtLfrCs5eZmixYXnbV2wbo1+wNFT8R2eerhc/x6vfT9SaOs+eWsyjp/2llmkZWbsO3bsoi9DL9rQyeTjhzl/vPrdiDmrY//Tp/8vr723ZfzkwV17Ck9/7K379l7iWxG3tekoPMs9jZmlvVmNqtWoULyk/lBJzwJH0hJPHwXdOz98//rokTIbcHmKRa5BhwaNtXNuWH8yKVEOmtWsra/adODEsdXbt8hBp4YX7+p8Jd+j3vNAXHrtqfzj4dqt7SaLHMyP3xV35riiaG2i3Z420ToBAEDAoLIBAAAAAG4gfcJx/akDy+O1C8BDrUGDqzcX+Zs5bY317Dxb8jy3cIk0p138aAzanmlt7gxqIExh2hEGkzO0nf3MFLequM2FldIPiLy9iLtv6/ZfTJ2QnJba68WnnrjtzmB70GujRyalJAdZbb1btb3Ck5iMps+feL7rc4/K2GDT7rgxf06/r1vvKzn53V26/7pkvhw8++XHj9w6ICy40MhpWk9pRVVqVaggB+WLl9K/xPi/ZpSPKRHicHwzY+qlKhtyCrLZP/5lvJy+d9js8ta5cdOdBw/sOLhPf7Rm+QqXemLnRk0jQwvLdERO5Qste+jge6hM0ZgGVaqt3bl99fatg956+c6OtxxPTPjy14nyofqVqw1o31lck04Nm8q4Qn7LwtPSWX4V7RuPKbH32BE9wOjYsLG41u8xyGbTN2O3bvph9szo8MicTTXylTCbY0jN5iM3LjYYDKP2rfgotK/JZKa4AQAQmAgbAAAAAOAG0ptD/2/7XH3zkbptg8wWkb8Z1FSTekoIVXhaMjgPblItJwxFrQZ7Pd912i5bJWG0C/cZd3hjYXKIvPXk7XduP7B33ppV+44dffqLj3z7Xx78QERI2JWfR05tPzvwng9+Hiu0i/1Hd2/Wqmh4xL+evEn1mi8Ouu+9H0fHn0l6Y8wo3wFdmzSXQYUcVCtTtnKpMnGHDhw9Ff/Qh28JT7Chz/hf/vVYzZYP/vPUkHdfS8vMeObLj//xLd92x2WaKxiNxn5t2n8zQ2sKYrNYb80RNkj/e/zZwW+/Kr+dBetWy5u+0261vnHfw+JalYspXr54yb1Hte7TTbNbeTerWVuGDXJQOrqY/AmIa/0eSxctJl9eRlbW5r27Xxj5udyfb8MG6bG67b7fvMypKrNO7ngmLam0xaIqZrfRROcGAECgYRklAAAAALgh9JoGVVWPpib9dXSr3OMw2+6v2VLke85CbZKLf5RS7FWtScPZ+Exbk7S6c7NKPe82h587yGB1BtUWblUJbSDynMNmH//y8LcffLRDg0Z6ABAZWvirp1/QSxOuyhP9BtaqUEl4eiq8NOrzKzy5fNasD77o16ZD+ZgShYIc9StX++jRZ757/v/0Fg5y6n/C6+/d07VH2WLa9f7NatSe+f5nMqK4ktfTuXGzb5//P3lafTM6PKJZzTpfD/vv83cOufwT7+rcTR/Ieflge1DOhyqWKDX74xGP3TqgcbWaQVataKBamXK/vf2JzD/EdejYwFu7IDMGfdA8e9Cl8eXKd/71e5R5iXx5xYtEWcxm+SKrlCkr8rFIe6FB1ZrKgeJWfzy42uV0uhSXoiiqW2UZJQBAQDHw//kAAAAQgPQpYJdLTgo5F47OXDXRULOjtedzhQSQe/SPmaK4Pt06550tf8o9T9fv+HyjrqLgKHTsdXFgckq9hcIWfeGjtqSJtn3vppZ4R4nuJoAAdjztbMMfh8uwoait0PyWjwTZHTar3WKxaksqGY0GQ75YT2nBN2krp2aUa3m2+b0ZDg+73W61yhdp0l+kAADg+lDZAAAAAAC5z9ceVuYNkw542wgPqZnfuzWcJ8vRSAmpddGkQXI5mrrNhVV7SQEEtmKO0C5la8jBicyUvxP2ySRbURVPZ3iu7wQABBDCBgAAAAC4UVS3uuH0wd3J8XLcrHiF6KBQUaAo5hKuIt0v+ai1jOqoLCzhAgh4vSvU1Qczj21VZdLgXUaJvAEAEEAIGwAAAADghlBVVbjdUw6s1Td7V6gjCholqLozqv9lDsgsco9qLSKAgNepTHW7Sev9Pjt+V5ozw6W4tLzBU9ygEwAA+DvCBgAAAADIZb7pRZei/HZovdxjNBh8Fz4XJEarMNou87grrKXBFCSAgBdktnQtq/UAT1edc0/s1Nq1qFpxg7wJAAACA2EDAAAAAOQ+z5XM7tWn9iVkpsrNViUqFbY5BAD/1aeiN1BcGL/L5dIqG9ye8ibKGgAAAYKwAQAAAABynydrcMfG79E3O5apJgD4tTalKpsM2jTLurNH9coGhZWUAACBhLABAAAAAHKTb2JRTjKuiN+t72xSrIIA4NfsJku9oqXlID4rdX/qaVVfRkmGDYKYAQAQEAgbAAAAACD3yelFl6r8fWqfHDvMthqRMQKAv2sWU14frDp9QPHUNsi8we0pbhAAAPg7wgYAAAAAyGX6GkobTh/MUhW52bxEeaPBIAD4u6bFvGHD2jOH9MoGN8soAQACBmEDAAAAAOQyfWLR17ChWQxrKAEBoXFMWYPQksVVSYcVD+9KSp6kgbwBAODfCBsAAAAAINe4c9iSdETf2bRYOQEgABSy2GtFlZCDU860xKxUd3bPBto2AAACAWEDAAAAAOQ2g5AzjPtSEvStGkVKCACBoWZEcX1wQOsRnd2wgWWUAAABgLABAAAAAHJT9urs7t3J8XKzqCPUZjILAIGhdFikPjiQluj2pA2+tg0CAAC/RtgAAAAAALnN7U7ITElTsuSwdGiEABAwfL/yhzLPaElDju7Q5A0AAP9G2AAAAAAAuUmfWNx3Nl7fLBNyA8OGpJTk4n0757yVub1bwwfv6vnikx9PGJ+akZ7z4LZPPCQPqDOkv/Av8WcSv535q29z+vLF+o/ix7mzRIG1/cBe+Y2Ia3XqTJL+Q3j4o7dF7vH9bMf9NeNSxxw/naAf88gn74nrUHDf1rIh3sqGQ+lJ+jJKvshBkDcAAPwaYQMAAAAA5BrffOLelFP6njKhkSIPOV2uo6fi1+7c/vHEH+968+X0rEzh1z6Z9FPTh+6Zsmi+8BdnUpP/8/G7HZ56eH3cDhGoCvTb6qtsOCjDBreqt2vQtg0CAAD/xsqhAAAAAJA7fEmDFJ+ZrO8snSdhQ1RY4bu7dE/PypJJw/7jRzfujpM7V23f8tLIzz994jn9mDoVK0WGhhYOCRF+ZMSvE/0sUNl39Oi0ZQvF9bGYTc1q1JaDSqVKi9xTJDRMP2104Ru7OFiBflsj7YXsJkuG4jztTJf/c6CqqsjuEC0AAPBrhA0AAAAAkPtSXN6p0iL2QuLGiwqPePaOwb7NXYcP9n/thROnEyYtnDu0d79qZcrLnZ9lpw7we2HBIVOHfyRyW/NadeVN4N8UDQ49cDYhVclS1fN7NhgMFDgAAPwWYQMAAAAA5CbtEmbhTnNl6Zt2s0XkuUolS9/TtceHP4+T4+nLFuthQ9snHoo7tD8qrPDGsZP0ww6cOPb175P/3rr54IljMZFFqpQu26Zug7s7dzcaz624+9uS+Z9NmXDoxPGaFSre1albrfIVOjz1sNz/8WPP3NGh6+a9u7sMe0RufvToM4vXr52/dmVocPB7Q5/o3LjZ5U8+fPy3I36bLMebxk58/uvP1mzfeiY1tXKp0sMG3lOvcpVXvx2xesfW1IyM5jVrD7mlZ+s6DS78Hjfs2tnt+cf18eY9u4r37dyrRZuRz76c85ilG9d9P2ta7JZN9StXGXJL7y6Nm+V89Ncl87/8ddLB48dsVmuZYjHP9L+7Y8PGl/qRPvzR29OXLy4WEfnXx199OXXiko3rDp88UaN8hQ//81TlUmVyHjl3zcpJC2av3rHN5VKa1KjZs0XrPi3b5TxA/tA+/GXctv17TyUllYiKqlmu0v09ejeuVlM+JH8m8iejHzZq+lR5e3fo44O79hRX6dSZpNqe5hy+n8lzIz79ae6sEEfw5nGTRk2bOmd17Ja9eyqWLPlI3/59W7W/ktcmPI0T9CYQOV+VPM+Loz7fcXB/maLF+rZuf2vr9he+nsTks89//em6uB0JZ87ID0Pj6jXfeeixYHvQhUde59sqJ/eHj/9u9qoVR+Ljw0NDq5Yu8/ZDj5ePKSHyVpDntz5NcZ5LGvQbAAB+jbABAAAAAHKZnFtMcWboY4fZKm6GRlWq64MNu3de9ID4M4n9Xnn26ClvI+t9x47K218rV8i54w8feUrfOXXxvMc//UAfr96+Vd56NG910bPJGeoTpxPkID0rs36ValdycuGZGu467NHD8Sf1TTnT/dAHb5UrXmLnwf36HvmUOav/Xj5iTJmiMeIqjflj2vYD+/Tx4g3r5G3YgEEyzND3fP37pLfGfaeP0zIz5Gz4PW+/8sEjTw3q1O0y50xOT+/41MNyKl9k/0x6vPDkrA+/qFiilL7n0f+9L+MZ3/F//r1c3sb/NXP8y28VCnLIPcs2rR/w+ou+FXX0n8ysv5dNfvODpjVqiRssMytLZkV7jhzSN7fu2/voJ++FFwprW6/Btb02eYY+Lz+T5mlFLn/a23/4furi8xstnEw63eP5J3zvskyh5G3j7rgZ730qww9xlS7/tg5597V5a1bqY/mBlLcuwx6d8uYHdSpWFnlIjxgVoTWGZg0lAEDgoEE0AAAAAOQa35RiqtO7jNJNqWyQikUW0QcJZ89c9ICRv0/Rw4AHe9w69qU33rj/4WDPbLicHNcPSM1If+37UXJgMpoe7n3bd8//X8/mbWauWHrRs8lZ3dZ16n/+5HPPDBhUJKzwv57cx2wyzfn4601jJ3Vr1lJuZrmce48eHvPSG1vGTx7a6zbhCST+WLHswq9YsWQpOQlus2hZTvniJeX46f535TxATknf372PPNXTt3v3/zT3T32w//ix934aKweVS5V564FH3n/4iUoltd4Gr48edSLxtLi01PQ0i9n8wytvy5f3+n1ahUdKetrb472hxZRFc/WkITwk9J2HHvvq6ReqlSknN//euvndH8fox3w25Rf5IalXueqiz7/Z9oNWuCB/vIqqfDvzV/lor5Zt3hv6hH6k/GnLb6pzo2YXvgwZjbR4ZIi8/d/3X4urIX+88svN/njEzp9+e2nQfdkve96VvLaL+r/RX+tJQ9cmzeUn5NG+/X1Jhs/7P47Vk4a7u/QY9ewr93TtIcdxhw78b9JPF57wet5W+fPXk4b29RuNGPbSsIF3hwWHyLfsxVGfi7wVlB0xJisZvqTBt5gSAAD+isoGAAAAAMhVninFFMUbNgTdpLDBt0ZNWnrGRQ+Qc7jt6jU8cOL4XZ1u0fes2b59xorFp5PP6CvL/7Z0oRzL/U/0G/jcnVpDCAe9crkAABAASURBVJkHJL+Zsmj92gvPVrhQyLiX39TniK/k5L4nPnLrgJrlK8hB18bNZsVqoULHhk30hXHu6nzLqOlThOda+Au/YqEgR4tadU2eRZmCg4JaXNBLQJ5EBgn6YP761Zt2xx0/nSCnzuUE+nczfnW6XPKhb59/VY8ZmtWs0/qx++W8+YT5s5+87Q5xaa8MfqBDg0Zy8FDPW9fu0L6p2atiZbJSvEjUF1Mn6sdMeP29WuUrykG7+o3laU+dSRoza9oTt91RNDwiPkmrijh95syuw4dLRBUd3LWnfOUxkUX096tkVHTtCpX0kxQvUqTFJRokqG5137GjcnDystHIRf2nz236axvau997P42Rb8eh+OP6Q5d/bReSgUHslo1y0LBq9dEvvi48nxBHUJC+fpcu4WzSL/P/Ep4FnWSoIwc9W7Q+k5IybdmiMbOmvzr4wfN6GFzP2/r179qnpWhE5Nj/vilDLKE1sg5/YeTnG3fHrd6+tVG1GiKv+H7rU11ZvqRBAADg7wgbAAAAACCXydnTTFXRx0GWmxM2pHquN5fMl0g75Kxuy9r1Gruc6+K2L1y3esH6NRt2eRdcynBmBVltew57L1HvkKOTQedGzS4aNsiZXF/ScCUn9x1ZoXhJfRBsd+iD6p5qAMm3xk5Kerq4ek1yrPxTLCJyk2eQnpkpX9vu7KvvXxx57pp3OestZ4QPnzx++dM2yF6fSqpbubIMG4SnI7dbuOW9HMv5cX02X3gymDs7dv186gQ53nlwnwwbbmnSLO7QfhmfPPjBm3J+vFnN2q1q1+vZok1wsSCRJ6qWLqsPrGaLTBFS0tPSsj8qV/va9hw5rA9yll+0r9coZ9jgO0Z+Evq98qw+1qteMp1ZJxJPy7dGXI3LvK3610rLyBjw2gv6AfK70wcyULkpYUO6omVaJA0AgABB2AAAAAAAuc+Ufb12lqKIm+F4wil9EFW48EUPSEw++9zXn85ZFevyvEKj0RjqKHQmNVkbe178sewzhIeE+Z4VGRp20bMViyhyVSf3sWWHMb6u1I4g79S2KXvPtc3V5rwe3+K5zl3SX4+vmUTs1k3nPev46VPiX05r9419cYicNI8OD9fHMZH/+FGULFpMHxw8eULeP3fH4KSUlB/nzFJURd6WbVovbx/+Mu7thx67u3N3cWUiQwsf/W2OuCaOHK/fYtbmBHw/3at9bafOentXRIad+1REh0fkPObIKW+rhsPxJ31tG3yOnYq/2rDhUm+rfAuyXE45Tk5LvfBtPZaQIPKQ4vuZGlg6CQAQQAgbAAAAACCXyelFh8l7mX+aM0vcDCs869tIl2rt+/in7y9Yt1oOerds17tlm2Y1a73y7Qi9u6/JqM3hRoZ5U4rE5DPlYorr45NJiRc9m2/a9wpP7mM0nN9K8MI91+a89XlyiiocvvvIIflKDk6ZdZnDLurwyZNyrl8fH82ePY+JiPT9uHwhje5kovcnVtbT41pmKu8OffzRWwfMWL5oycZ1sVs2yylyOVf+yrdfdWzQ5Lyg4kbwhToXfeiqXltUmDdf8RUQSGdTU3IeE13Ymz0MG3jPsAGDxHW71PslYzC9w0SLWnUnv/mBuKlSs3/rHQYtS2MlJQBAgCBsAAAAAIDc5zBlr6Piuglhw4nE09/O/F14po9vb9fpwgNUVV20QVsNqV7lql8Pe0nfqVce+FQqWUofzF+zqn7lavr4r5UrLvoV9Wvkr/zkucU7dX6V07gloqLlvZyYXrppXes6DeR46769X/46sWb5Ch3qN6qavY7TRc1csaROxcrZY2+77DIxxeWseqnooodOnli+ecPandsbVNF+YqfOJE2aP1s/plrZcvKHMH35kriDB8oVL/GfPv3lzdNf+vtxf81wulzyNcgJfeP11XNcsyt5bec9pXxxbwS1cdcu387VO7flPKZkdFF9sGTjWl/Y8M4P32c5ndXKlu/XpoP5nzGV7hreVnmemMjIw/EnN+3ZlXA2SQ+EJi+cu2r7luply3dv3soXe+QBX3943/8O+N7N83qWAADgTwgbAAAAACCXycnEILO3siE1Tyob4hNPf/SLtlD+qbNnDp08vvPggVTPxeZ3dOhaOrqYuNgrtJjMmWrWkZMnZDJRNDxi9fatC9d5mzE4FZecuu3Vss3ro0dluZyfT50g99QqX+nXJfPlTPq/vpgrObnIJQ6bTc6JHzxx4qe5f6ZnZjzQo++VPOvW1h2mLJonB/e//9bTt99Vo1z5D38Zvy5u+7RlC6uVKXf5sOGbGb9WLlUmLLjQ5EVz9d4PzWrW0X/Igzp3f/fH0XLQ9+VnBnftWTwq6ospE5JStJTltrYd5fS3/GF+/Mv4k0mJDptd3jo3birfqR0H9+ln1htlB9m8DS1it276YfbM6PBIvV32jRZks//raztPpZJlZJ60Pm7H78sWNqleo0+rdn9v2/JRjoYNUpmiMTJ3kemL/AwMeuvlOzvecjwxQeY68iGZYA1o3/miL+ba3ta+rdt/MXVCclpqrxefeuK2O4PtQa+NHil//kFWW+9WbUUeSs/+rS9ktp33EEkDAMCPETYAAAAAQO7L42WU4s8kfTLpp/N21ipf8fX7hl70eDnj2aN5q6mL58vJ5SYP3V2/StXV27fZbTY9ojh6Kr5C8ZIRIWGvDnnw1e9GKKqizw5LnRo1nbv6b3HZxY6u5OQil1QqVUZ+lTOpyc+N+F/jajWvcFa6bb0Gwwbe8/GE8fIlDR//rW+/fNnt6ze6/HNldvLk5x/6NqMLh7//8BP6+NG+/WX8MHnhXJeifP/H775j6lSs/O7Qx4WnJ/MH/3lqyLuvpWVmPPPlxzlP++Rtd+jdC0oXLWa3WjOysjbv3f3CyM/l/rwJG67ktZ1HvtEfPfLUgNdePHUmSb7UFzzdtkMcwQ57kK/ptPS/x58d/Par+44dXbButb64liS/xzfue/hSL+ba3tYnb79z+4G989askl/r6S8+8u1/efADESFhIg/plQ1m+Vvi2TR4CAAA/F3uLIUJAAAAAMjJt3xK2s1YRqlyqTLP3Tn4t3c+ydlN9zzvPPRYx4ZN5CDL5dy+f//TAwaNefE1/aEF61bpg/u79/nu+f9rU7d+oSBH6zr1f3jl7T4t2+gPOWy2y7yAKzl5rvh62H+b16orB1VKl21Rs86VP3HYgEE/vvp2rxZt9KIEi9ksp9RHPPPff33iD68M79qkuRyUjIqWk+ALP/+2YgnvelNGo/GzJ56b/OYHPZu3kbPzQVabfEgmEDPe+8z3RnRu3Ozb5/+vfEwJfTM6PKJZzTryu3j+ziH6HpvF+tvbnxQvEiVfUoMq1aqUKSvyyr++tgtVK1N+wWff3Netd0xkkeply8tvdub7n4U6HDmPkT+E2R+PeOzWATI2kD8Tz7PKye9RX2nqoq7tbXXY7ONfHv72g492aNBITxciQwt/9fQL8uWJvKXXM/n+R0BH3gAA8HsGOhQBAAAgAMl/Bquq6nK5nE7nwtGZqyYaana09nyukACug/65UhT5ucoavWvpq5tnyp3DW/S5v2ZLUQDFHTqwLm5HlVJlKpUqLcMGfecPs2fqF7BPHf5Rsxq1RcB4+KO3py9fLAebxk4qkt0LGriQ4lZLfvO8HJS1h02qd1eQ3WGXN1uQ1Wozmcwmk+lmpQ4LvklbOTWjXMuzze/NcHjY7Xar1SpfkszJyEIAANePZZQAAAAAILcZDKUd3m60e8+cEgXT2dRUfTmdsOCQ4Q/+p1hEkZNJp3+c+6fw1AFUu2xjAyBg7cv+lS9uDRHZaygxlQ8ACASEDQAAAACQa7QpRc+sYpnssGH/2YIaNtSpWFkmCtsP7DuTmvz4px/kfOi+bn0KFwoRAC6w70yCPihhC/X8z4E3ZiByAAD4PXo2AAAAAEAuk1OKpYIjjJ5Jxn1JBTVssJjNP/3fO7e17ZhzhrR62fLP3jH45XvuFwAuZt/ZeH1Qyh4mf3fcnm7qxAwAgEBAZQMAAAAA5Cb9WmaT0VgyKOxgetKB5ATFrZoMBfJKr2IRkZ8/+by8iYA38tmX5U0A/8ZX2VDcFiIzBqPR87ufXfMEAIAfo7IBAAAAAHKfIbttg+p2Hzh7WgAIDPvOeCsbSjvC9aWTvHmDvswaAAD+i7ABAAAAAHJTdjdYQ9XQovqezacOCwCBYWO89vtuN5hL2sJkzqD3ccnZvAEAAH9F2AAAAAAAucPXAFYfNI4sq++PPbpXAAgAOxOPJ2WmyUHtkGiTTBqEQW/YQE0DACAQ0LMBAAAAAHKTb+GUpkXK6Xtij+0RAAJA7FHvL3vt4KL6/w7o/5cziRQAAPgpKhsAAAAAILd5Fk0JMdsrF4qSW3GJJ05npAoA/s5XxlQ3JMaTNXhjBpIGAEAgIGwAAAAAgNzk69kgZxobFC6l71x+ZLcA4O+WHNkltKkWQ/VC0VrUYDQZDUaRI28AAMCPETYAAAAAQG5zC888o7FhRGl9x/yD2wUAv7bh5CG9YUO14CJBJqvJZPIuo2T05g0CAAC/RtgAAAAAALnGkJMwtI2ubPTMMM7ct9mpKgKA//p9zwZ90Cy0pGcBJW/UYPAsrCYAAPB3hA0AAAAAkMt8PaLDbcEtI7Q20anOzHkHKG4A/JZbuKfuWquPb4msZDRp5L0xu3ODoGcDAMDfETYAAAAAQC7TWzbolzX3iKmp75yWfdUzAP+z8ti+U+kpclA9OKqYPdSTMWhJg+GfPaIBAPBjhA0AAAAAkPtk2iBnGU1G0y0xNawGk9wze//WdJdTAJcWfybx25m/ChRAv+1erw86FC4rf/GNxnOVDTRsAAAECMIGAAAAAMhNObs2GI1Gh9XWLqqi3J+hOP/cv1kAl/DJpJ+aPnTPlEXzBQoaxa1O27NRH3eMqOBdQ8lo8vVsEAAABADCBgAAAADIfYbsZZRMRpNvJaXx22IFcAkjfp2YnpUpUADN2LvpTGaaHNQLLhppDdYqGkxmo6e6wZi9jJIAAMDfETYAAAAAQO7zTC561ms3mToWrRplDRaeVd1XHd8nAPiXT9fO0wd9o6uZtZjBW9kg/wdAeCqcBN2hAQABwCwAAAAAALlKn1XUl1GSeYPVYnmwbLN34rTpyE/Xzfu524MCBcS4v2a8NOoLOVj42Tfz1q6avWrFlr27Sxct/uzAu3s0b5XzyJ0H93//x7Tlm9efOH26fpVq7eo3vK9bb5vF6jvg+OmED38et3L7lsMnT0SEhlYuVaZfmw63t+skH9qwa2e35x/XD9u8Z1fxvp17tWgz8tmXBQqCOQe27Uw8LgclrIXahZeTQYPZbJZ3Jr1BNGsoAQACBmEDAAAAANwQ3qYNngucB5Ru8PW+5YnO9IWHdm4/faxaRIxAgXLfe6/vO3ZUH8cd2v/Qh2/JMEBGAvqeH+fOenHk56qq6pvLNq2Xt9Ezp43975s1ypWXe04knu467JGTSYn6ATJ4kLclG9fS71h0AAAQAElEQVTJPY/27S9QkH28ZrY+uCu6lhY0mLxJg76Gkr6MkgAAIACwjBIAAAAA3BBa1uDp2yAnHx0W26BSDfT9H6+dI1DQHI4/+f5/ntw6fsqYl94oElZY7vm/70boLRZkCPHKN1/pScMT/QZ++/z/3dK0hRwfOXXy6S8/VFRFjn+cM0vmCg6bfcZ7n8X9/LsMIUpGRcv94/+akZKeVrFkqclvfqCXQZQvXlKOn+5/l0BBsOzIrk2njshBhNl+S2RlvVuDljeYzfoySr46JwEAgL+jsgEAAAAAct8/VlLSrnM2Dy7b5PsDK9MU5x97N284eahudCmBgmNA+y53d+4uB10aNzuWEP/fb76U4cHM5Utub9dp1PQpWS6nfOi1e4cO7dVPDro1bXHnmy8t3rBuy949M1cs7d2y7SlPTYM8bOu+PSWji3Zu1LRmuQoWizkqLFw/f4tadU2elf2Dg4LkWKAgcAv3Wyv/0Md3RtW0ynfUbPH8unvWUDKyhhIAILBQ2QAAAAAAN4pBX0rJoMUNoVbHwBL19P3DlkyS05QCBUf9ylV943qVvOM9Rw7J+yUb1sp7Oc18X7fe+n75rj/c+3Z9vOOA1hK8S+Pm8t6lKC+O+rzefQM7D/vPmFnTDhw7JlCQ/bh95ab4w3IQarL2LFJFX0DJYtHyBvk7r5c16AQAAAGAsAEAAAAAbiA5z2jykBORQ8s1DzPb5c5tCcfGbFkuUHAE2+2+cUhwsD44kXha3p9JTZX3RcMjZN7gO6ZkdFF9cPDkSXnftl6Djx59Jiw4RN+5Ze+er36b1Oulp57+4iOBgulMZtrwv71lDfcXrRtstWtJg17ZkN0ampgBABBQCBsAAAAA4IYweOsajNlLKZnDg0JeqNhOf/SdVX8mZKQIFBCHT530jY+cPKEPYiKLyHu9hcPx0wlOl8t3THyitxd02aLF9MGdHbuu/vaHjx97pleLNuEhofrOiQvmzFi+WKAAeuvvmWez0uWgalBk36LVZcygraFkNutlDbSGBgAEIMIGAAAAALixDEKLGzzruJv7lKzTIKyE3JnqzHwzdqZAAfHHimW+8ZzVf+uD0kVj5H3dSlWEZ4mkb2b8qu+X49GzftfHVcuUlfe/LZn/zg/fDx//3R0duo589uVNYyd+8tgw/YCNe+L0gdHTs0G4WV+rANgYf+inHauENqtieKVMKy1LNFv0vMHsqWzQ2sPTGhoAEGBoEA0AAAAAN4o+zygnkd3CZFRVbTZScQ2vdkuvlWOcbmVS3JreFeq2L11VIN9bF7f9g5/HNq1Ra/GGdWP/nCH3RISEdW2idWIY1Knb5IVz5eDt8d+t3rG1U8Om30yfuuvwQbmnQolSHRs1lYM//l4+K1aLK8KCCw3q3D0lPXXtzm36mWuVr6QPHDZbSnrawRMnfpr7Z3pmxgM9+grkS2murP/M+0kfD4yuXiYo3BszeG6UNQAAAhZhAwAAAADccAahdW5QVJOclCwbEjW0TJMv96+Q+/8z/6dF/Z+NCQ4TyN9KRkV/OvlnMdm7KSeV3//Pk4ULaT0YGlWr8e7Qx1/9boRLUeasipU3/ZgiYYVHPfvfIKtNjl8bMnTF5o1JKclfTJ0gb77TyvSiV4s2+rhSqTInkxLPpCY/N+J/javVJGzIt55eOHHf2VNyUNTiuLdYXb2sQbtZLCYtapBhg4myBgBAAGIZJQAAAAC4gc51bjBoKylpLWQt1gfLNa8eHC0fPZuVfu/ssS5VFcjfXrr7vod732a3WgsFOXq3bPfXR192b9bS9+jgrj0XfPbNkFt6lS9e0maxlo4u1qN5q/mfjapetoJ+QKnoopPf/LB5rbr6ZlhwSN1KVV6558EfX33bNx/99bD/6gdUKV22Rc06AvnSzztXTd+7UXgWUHqzbFuHxW6xWuUvtZ436A0b9N96AQBAgKGyAQAAAABuOD1vcLuN2jXQbjXIav+8Tt9+q8adcWVsjD/0RuyMt1r0FsjHTEbT/w15SN4udUDFEqXeeeixy5yhRrnyU9784DIHFAkrfPkDcNPtTDz+36XezhwPFa1bLTja06RBixmsMm/Q0kSTkW4NAIBARWUDAAAAANxYvplHo8waPG2i5dRkieCIj6r3cHu6AX+3Zelf+7YIAPlYmivr3r/GZiouOW4QXGxgsVpaFxb5fxZvZYPRs4CS3q2BpAEAEIAIGwAAAADghjNkM5pMvhXemxcp/2DpxvoBjyz4aWP8YQEgX8pSXUNmj9VbNUSbHa+Xaa3FDGar1WqzepIGLUb0tIYWAAAEKv6/IAAAAADkEc/VzgY9btCvhn6sfKsGoSXkQ+ku5+0zR25NOCoA5DOKW71v9tilh+OEZxpleNm2hW3BVs+vsPdmtvj6QlPWAAAIWIQNAAAAAJAXfJ2i9cWULJ7VV+w2+6c1e5UJKiwPSM7KuG3GyLjEEwL5xuCuPY/+NkfeerVoIxCQVLf70fk/zz+4Q998tXSrqiHResZgtdr0BZS0vtBG+kIDAAIdYQMAAAAA5B1f3qAvpiRnKiMdYd/Wvr2IxSEfTcpMu3X61wfOJggA+YBbuJ9c+Mu0PRv0zadiGrWPKG82ab+5VkuOpMHkbdUg6AsNAAhghA0AAAAAkEdydIrW4gZfa9niweHf1O4XarbJRxMyUvpM/2pn4nEB4GYbtmjSlF3r9PHg6Fp9oqvJX1utT4OnpkEPG2RsaDQYWUAJAADCBgAAAADIO+fyBr1XtMmsL8ZSOazY1zX72o1m+ejx1LO9fv9q/cmDAsBNkqm47vrzu192rtY3u4dXGFKsri9p8OYNMmnwLKCklzWQNAAAAhxhAwAAAADkqfOaN+j1DVaLrXZ4yc9q9LQZTfKYs1npfaePWHhopwCQ51KcGf1njlqQ3aehY1iZZ0s1t3pyQfmr6okZaNUAAMD5CBsAAAAAIK/lzBssZotvErNZZPnvavYLNWnrKWUqrrv//P63PesFgDx0Kj2lx29frjq+T9/sEV7h5TKttY7u2UmD3q3B5MkKPb/F2tQKeQMAAIQNAAAAAHBznNcsWk5i2mz2OhGlxta+PdoaLA9Q3Ooj8356Z9Us1e0WAG689ScPdpr6ia9pyn3RtYeVam7RV0+yaL+hercGrawhu1WDIGkAAMCDsAEAAAAAbgJ9dtLoXU3p3GJKcjazYljR8XX6l7GH6Ud+sX7BbTNHnkpPEQBupG82L+k17cvjqWfl2CAML5VodnexOt7CI6s9u0/DP5IG1lACAMCHsAEAAAAAbo6czaKNWnXDubyheHDE2Dr9qwUX0Y+MPbqnw+SPVx/fLwDcAKmuzMGzx7y2YrpLVeWmWRjeLtOmc2RFi7bImTdpkL+Y2a0aTEZPVRJJAwAAORE2AAAAAMBN47sy2mQ0nZc3FHGEja7dv090Nf3Ik+nJfaeP+HrjIgEgV8Ulnug85X9z9m/VN4taHCMrdmsRXkYPGGxWu3afnTSYtT4NJpIGAAAuZBYAAAAAgJvHN18p0waR4480gyeJeLVSx0ahJYbvXZSuuhS3+ubfM+cc2PZh69sqFo4WAK5PpuL6YsOCL9cvkAN9T/OQEi+XblnIYtdqGsxWm756ksWmB4FaTQNJAwAAl0DYAAAAAAA3Wc68wbe2kuT2RA63FKterVD0czv/3JOeKB/6+9jedpM/erBW62cbdnaYrQLANVl4aOcLS6ccSk7UNy0G43+K1etbpJqnfMGid2jQmzTk7AitJw0CAABcgLABAAAAAG4+3/SlUf5nMvv2yplNeV/OED2+dv+P9i357eR2udulql9vXPT77vVvNOvVs0IdAeBqHElJenXF73/u2+LbE2MJfqtM2wqOCIungsGiN4W22PSxyWQ+L2kgbwAA4EKEDQAAAACQL5zLG2TAIMzaZnZHB6PHyxU7dIio8MH+pQczzsjDjqWeeWjeD/U2LX6qXofOZWsIAP/maErS5+sXTNi5yrduklkY+xepek/R2kHZayVZzFZvTYM2tsikwagtn2TydVgRAADgYggbAAAAACC/yHnRtOHc1KZBv6RaTng2L1J+QmiJn4+u//7ounRVmy1df/Lg4NljqkXEPF6/fe/ydY3MhAIXs/fMqc/XzZuya53iVn076zqih5VsWtIeZvEsnaTXMfhu2npKpn+0gyZpAADgMggbAAAAACAf0Vo1uN1yclPeC8/fbFrYYNTXbzF6ihxMg0s16hpV5YsDK2af3qM/a/vpY4/M++mjsNmP1mvfv1JDs1YbAUCzLeHop+vmz9y7yS3cvp0xluBHYxq0CCttMptNJrNexKCXNXhjBouWNGSXFWm/UCQNAABcHmEDAAAAAOQvet6gr57k3daXVDL+P3t3AR/VlfZx/IzH3YjhlgQNXtydQqFQoaVGZdut29Z1a9tt+1a20FKhAqWUllJa3N01ENxCiEFCbDL2njs3GVI0QIBJ5vf9zN69c+aOJDND4fzvc57S+gYpWqd7rUHvm3PTJ6ZvnHd8nzqHujc36/GFP72x8o/+tZsMqdusQ3Q9Ch3gsdLyT/y6Z+NvezZuzjxcfjzW6H9jaOO+IXVNMlSQUUNZTYOrskEOKk0adDpXTYMgaQAAoAIIGwAAAADA7ZTv36BxaNTiBqtyRU5/6pyJg95iKUkKiX0jIHJsfvbE9E2/Z6eqd8kpLvguZaW8BJt8r6/XvG2N2smRNWP9ggVQ3RVZLRsyDq7PODhz3xa5c9qtdU1BN4cndguqpXV2fNY5kwY1ZjCq1Qx6gzLmbNKg1Whd6yaRNAAAUBGEDQAAAADgpso3b7DbNcqSLmr7BrW6QauzOCdM6+gin/fr/o+4tvNy9vyetXNHYbZ69+Pmgq+2LZMXuR/h498qspZMHVqExyWE1gg0+QigWtiWnSYv644d2JhxcHPWkTMP8NUaugbG9w2qk+QXqbZ6VmIGmTI404VTl3IFDZpyBAAAqBjCBgAAAABwX+WXVHKVONi0pROmOqveZjNYLRaL1RKm0w83NR0ambivIPuPrNS5J/ZllBS4Hiej8OTMfVvkRb0a4e3fKDSqQVBUg5DIuoHhvgajl97grTf66I3eBoOv3iQAt3HCXFhktRRYzEVWa7G1JKsof3vO0dSc9N25Gduzj57njh38Y/oF170uIE6jdZYElRU0yKBB51pASW9wDuvVA9SvGAUNAABcAsIGAAAAAHBrrhlPV4mDUNs3OM/RttqsyrSpzSATB5vNKi/19VEP+YY9ENd2d0H2hpNpmwqObcxPP2E1l3/MjKKTGYdPLj68SwDViFaIht6hzXwjmvlGNveNkhGa9u8xgzNjKF1AqXSkLGZwrZtE0gAAwKUhbAAAAACAKuC0EgeHup6ScsK2zm7Tq5GDXUkblLxB2VqtCYYaDf0jRthtDrt9d2H2pvx0mTqkFuakWfIFUF34ag11vYISfcJkutDMP9Kk0atfDRnGlRY0aHVqwCB3SmsanPtlfQdAoAAAEABJREFUSyrp1PCOmAEAgMtE2AAAAAAAVUP5EgcleChbVcmunLZdmjTobTab3JNRg9Vqtyv7dudIgjG6YUDkcHsTGTzYHfZdhdkHinMPFB0/UJKXbSkqtluLbBazwyYvcscqHAJwG94avZdWb9LqvLQ6k1bvrzPGmgJqGQNreslLULDeq7TWx1maoNYoqFu1AYOTXo0clK2z/7MzhNASMwAAUIkIGwAAAACgKjltVSWHQ06WOmR+4HB2cVACBme6YDA4/99+autQcgYlfJD/n2SMSXDUkFeFw6n0/5SMQd26yAfOyy8oKCqSjx7o7+dlMgrgGinfMl0mYqXNFTRqmU9ZrU/pEmM6Z+6g05VVMLi2pQeryURZewZB0gAAwGUjbAAAAACAqufMKgeHcja3DBTklKpSu+AozRmUaMG1VaoaHM5SBxkzCGf4IEeEK2v4W9ggd3Jy845lZsv7hIcEh4cEyelZAVw15WKv8pUHpWGDRuNq5uyKGdSAobSywblSkqZsWz6QKN+bQRAzAABQSQgbAAAAAKCqOi1ykDtK5OAsdJBZgSt1cEYKp3bUyEHlzBacSyuVDxs0Iu9kQere/ScLCsOCg+rXjqegAdeE+gkvi7/+FjaUKV0HSaspq2pw7qirJJUvetD8/X6CjAEAgMpG2AAAAAAAVVv5OdNThQ5KN2k521pataBWMKgRg3LVmUaUDrrKGpzb4pKSzSm79hw87OfjndwksUZEmED1dSL3ZFCgv3B7pR9yZ97gKJc3lJYpqCmDs9BBlA2q+2dmDIKYAQCAK4OwAQAAAACqg9MiB1G2IJIaJGi1jvLLJTnKChrkcc4llYSaQGzZuWfl+k0yjmjVJKF5YkOdnK5F9bVuS8rKDVvCggOTGtSrVyvO5Pb1K6UVCeLviym5IodyyyuVL18gYwAA4OogbAAAAACAauW0GdUzg4fSHWf24LrpYNrRmfOXHsvOaVyvdp/O7f19fQWqu7joGgtWrD90NEtetEtX168Z16SRkjrotDrhrjR/b5BeNvS3XOG0VZLIGAAAuDoIGwAAAACgejpzjrV88ODaOVlQ8MeCZRu2poSHBN92w+C68bECniEqPKK4xOq6umnHHnnx8TbJyKFlQqP4mBrCLZ2WIpwrVCBjAADgKiNsAAAAAIDq78y+DkIJG8SSNetnLV5htzv6du3YpW1L1k3yKH6+PkaDvqi4pPzgyfyi5Wu3yEtoSECrJgnJSQmhwYHCzZw1SCBdAADg2iJsAAAAAACPI6dldx849NOMuceyspObNL6+d9cAP19XxQM8R6C/f0FR5llvysw+8efC5fJSKza6ddNE+Tnxco+mDoQKAAC4J8IGAAAAAPAsefkFv85euG5LSmRY6ENjRtarGaeOM4frgUKDg9Iyss5/zP7DR+Vl2qwFvTq17dulgwAAADgbwgYAAAAA8BQ2u33hynWzFi/XajRD+3Tr3KalVkvA4NFCggIqeGTDujVJGgAAwHkQNgAAAACAR0jdd3DKH3Myso+3bpYwpFdXf18fAY8XElShfgz9unYgaQAAAOdH2AAAAAAA1Vzuyfxf/pq/cXtqdETYI3feVDsuRgBOF6xsMOj17z33iAAAALgQwgYAAAAAqLasNtuCFWtnL1mp12mH9+/ZsVUzGjOgvNDzVjYEBwa8/MhYAQAAUAGEDQAAAABQPaXs3jdl5tzs47ntWjQZ1LOzn4+3AP4uJChQ5k8Oh+PMmxrUjv/HbTcKAACAiiFsAAAAAIDq5njuyal/ztuyc3dsVMRjd99SM6aGAM7G28sUFOB/PDfvtPFuHVpf36uLAAAAqDDCBgAAAACoPqxW29xlq+YuXW006EcO7NW+ZTOWTcL5hQYFlA8bdDrt+88/Jnc2pqSu2rDl3ptvEAAAABVA2AAAAAAA1cTWnXt+mTU/50Ruh5bNBvbo7ONtEsCFBAcFigOH1f0AP9/XHr9f3Y8ICd6179C0WQuG9ukmAAAALoSwAQAAAACqvOwTuT/NmLNjz/746Kg7RgyOqxEpgIpx9YiuFVvj0btucY1HR4bfPKTvmi3bBQAAQAUQNgAAAABAFWaxWmcvXjl/+RpvL9PNg/u2aZ7Eukm4KCGBAXLbMrHh7cMHnXZTy6RG8iIAAAAqgLABAAAAAKqqTSm7ps1acCLvZKfWzft36+TtZRTARQoLDfrwpSfOf8y+Q2nRkeEmo0EAAACcA2EDAAAAAFQ9WTknJv0+a9f+Q7Vio++5aWhMZLgALknd+NjzH2CxWv/3/c/NGje4eUhfAQAAcA6EDQAAAABQlZSUWP5avGLhyrW+3t63Du3fummCAK4kg15/Q7+e3/86s2mj+kkN6woAAICzIWwAAAAAgCpj/badv81ekJdf0KVtcr8u15lMLGuDq6FNswQfLxNJAwAAOA/CBgAAAACoAo5l5Uz+ffaeg4frxsc+MPrGyLAQAVxFJA0AAOD8CBsAAAAAwK2ZzZY/Fy1btGqdv6/v7TcMbJnUSADXyMoNW0KDg+rXihMAAAB/R9gAAAAAAO5re+reH3+flZdf0LNj2z6d2hmNrJuEa2nhynVy+8z9YwQAAMDfaQUAAAAAwP2YSyw/Tp/1+Y+/hAQFvPDQ3YN6dCJpwDU3pFeXoxlZ23buEQAAAH9HZQMAAAAAuJ0jxzLH//jL8dyT3dq3ur53VwG4h8b1ao8dNTSR/g0AAOAMhA0AAAAA4F527j3wxaRfNRpx96jrmzSsJwB3QtIAAADOimWUAAAAAMCNbE3d89l3P4cGBz593xiSBringsLi6XMXCwAAgHIIGwAAAADAXew7dGTC5N/CQ4IevetmmTcIwC0dTj82b9nqNZu3CwAAgDKEDQAAAADgFo6kZ3z23c8Gg/7eW24wGY0CcFcN69SMjghbvXGrAAAAKEPPBgAAAAC49kosls9/+KWkxPLA6BFhwUECcG83Dujt7WMSAAAAZQgbAAAAAODa+3PBstyT+UN6dWlQp6YA3F7t+GgBAABQDssoAQAAAMA1djw3b+HKdS0SG3bv0FoAVUdefoEAAABwImwAAAAAgGts9pJVcjtqUG8BVB079x544T+fHcvKEQAAAIQNAAAAAHBt5Z7MX7VhS4vEhl4mVsBHVVIrRllJacvO3QIAAICeDQAAAABwba3csMVmt7dr2VQAVYrJZOhxXZsAX18BAABA2AAAAAAA19bmHbuCAvzr14oTQFUzuGdnAQAA4MQySgAAAABwzeTlFxw+mtGxVTONRiMAAACAKouwAQAAAACumR17DsiQoW2LJgKommbMW7Jm0zYBAAA8HmEDAAAAAFwzRzMyw0ODA/xY9R5V1Z4Dh7em7hEAAMDjETYAAAAAwDVzNCPL39dHAFVWTFT4oaPHBAAA8Hg0iAYAAACAa+ZoRmatmGgBVFk9O7br17WjAAAAHo+wAQAAAACumdyTBf5+VDagCgsK8BMAAACEDQAAAABwDTkcDj+WUQIAAEDVR88GAAAAALg2SixWufWnOzSqMhmYPfzKe8vWbRIAAMCzUdkAAAAAANeSXqsTQJWl0Wh8vb3yCwoFAADwbFQ2AAAAAMC1odVq5NZmt51506zFKzbv2CWAqqBx/To+Xl4CAAB4NiobAAAAAODKMpstb3765Ym8/LPeOnnGHHk5bVCj0Tx6580CqApGD+0vAACAx6OyAQAAAACuLJPJMLxfz4u6S/uWTWvG1hAAAABAFUHYAAAAAABXXJNG9Vo3S6zgwTKc6N/tOgFUEWkZWUeOZQoAAODZCBsAAAAA4Gq4vndXX+8KrWvfv2tHf18fAVQRf8xb8tuchQIAAHg2wgYAAAAAuBr8fLyH9Op6wcMiw0I6t2kpgKrDoZH/EwAAwMMRNgAAAADAVdK2RVK9mrHnP2ZYvx5arUYAVUdyYqNWTSu6ShgAAKiuCBsAAAAA4OoZObCPXqc7160tExs2qlNTAFVKcpPGbZolCAAA4NkIGwAAAADg6okIC+7XtcNZb5IhxOBeXQQAAABQBRE2AAAAAMBV1b1Dm9gaEWeO9+zYNjgwQABVzbotKas3bRcAAMCzETYAAAAAwFWl1WpGDeqj0fytMUNwoH+vjm0FUAWt27Zj7eZtAgAAeDbCBgAAAAC42uJqRHZu06L8yLC+3fV6nQAAAACqJr0AAAAAAFx1A7p12pSSeiIvX+43qluraaP6AqiaBnbv5HA4BAAA8GxUNgAAAADANWAyGW7o10PuaDSaoX27CaDKio4Ii4kMFwAAwLNR2QAAAAAA10bTRvVbJjb09/ONCgsVAAAAQFVG2AAAAAAA18wN/XtqNVSco2obN2ma1WJ9YPQIAQAAPBhhAwAAAIArgjXcK8LX20vwu7oYGo1GAAAAwP0QNgAAAACoTK55cybQcUWROgAAALgVwgYAAAAAlUNNF1xbVeltTAvjcjg/R2q6oCmjfrqIHNzB2FFDBQAA8HiEDQAAAAAqgStjSN9tnf95kUOcqm9wzQsDl0b9COkNmiHPeRu8Zbyg0Wq1rsiBvAEAAMAdEDYAAAAAuFyupMFut8/9rOjIdttptwvgsqgfIceyH4s63mbQarQOodMqiYOWpMEdpGVkya9/TGS4AAAAHkwrAAAAAOCyqUnDjqXmM5IGoNKs+8Weddhss1ntNpvdYT99tS5cIzPmL/lt9kIBAAA8G5UNAAAAAC6LOtsrkwZLiW3hFyXq4LBn/Ou3MQigkiycWLhqWrHcWfqNrf8TykdOr7QC0VDcAAAA4CaobAAAAABwuZznljtW/2I+mamcYx6XqCdpQOW6boSPd4ASKhxYozu4xWq1WpT6BruN4gZ3kJzYqFXTRAEAADwbYQMAAACAS+ea6i3Isa2ebFEHe9/jK4BKZfASXW7xUfeXfqk1l5RYZN5gL11MSZQ1DsE1kdykcZtmCQIAAHg2wgYAAAAAl0VZQ8lhX/y12VqinHjevI8pLF4ngMrWtKcpNFb5aOUe1aXMcyjFDVZn8wa7naQBAADgmiNsAAAAAHCJXN0aju22bpun9IU2eWs6l51+DlQujUb0GVtaNLN+qrG4wGqzWW3KSkp2NW8gcrhW1m1JWb1puwAAAJ6NsAEAAADApVAndp2TvPa5n5b2he4w0tvbj269uFLikkrbgZhPajdM01qcxQ02m80hiBmupXXbdqzdvE0AAADPRtgAAAAA4BKp55KnLC5JT7XLq8FR2uT+XgK4knrc6at1LtO17S9j7jGlU7TdbnMtpkRxAwAAwLVC2AAAAADgorkWULKY7Uu+tqqD3cb46vQCuKICI7StBiqZlsOuWfWdwWK1WG1KcQOdoq+hgd07DendVQAAAM9G2AAAAADgUqh9oddOM5/MVOZ24xJL17cBrrQOI7y9nKt1HVxvSNvuUIsbHFQ2XDvREWExkeECAAB4NsIGAAAAABfHUabwuH3VTxZ1sPc9vgK4Kkw+ms43l/YhX/6VwVKiFDfIi6CWKOcAABAASURBVBI5UNwAAABwjRA2AAAAALhoalnDoq/M1hLlBPPmfUxh8ToBXC3yIxcaq3zk8tL1OxZolOIGZ9sGtXODwNU1btK0TydOEQAAwLMRNgAAAAC4CK5uDcd2W7fPt8kRk7em8y0+AriKNBrRZ2xpMc36qcaifKvNZrUplQ12OkUDAABcE4QNAAAAACpKncB1Tuba535aog52GOnt7VxAH7ia4pL0DdoZ5Y75pHbDL1qL1aKspWSzOQQxAwAAwDWgFwAAAABQYeo549sXlqSn2uXV4Chtcn8vAVwL3cf47F5TYreJ7bONCb2LQmpYdDqd3abVCI1Wq5xap9EQg10NY0cNFQAAwONR2QAAAACgQlwLKFnM9sUTSvtCdxvjq+MUJlwjgRHaVoOUrMth16ycaLBYlU7RNpvN7rDTKRoAAOAqI2wAAAAAUFFqX+g1v5gLjitX4xL19dsYBHDtdLzRxztAKV84tMGQtt2hdIq22xy0bbi60jKyjhzLFAAAwLMRNgAAAAC4MEeZk5m21VNKyxp63+MrgGvK4CW6lPUnX/6VwVKiFDfIixI5UNxwtcyYv+S32QsFAADwbIQNAAAAACpELWtY8o3ZWqKcSN68jyksXieAa61pT1NorPJRzEvXp8zXKMUNNpvdiaQBAADgqiFsAAAAAHABrm4Nx3ZbUxYqfaFN3prOZaeTA9eWRiP6jC0tstnwi7Eo32qzWW1KZUNp3kDkcKVFh4dFR0UIAADg2QgbAAAAAJyPOlHrnLS1z/20RB3sMNLb208jAPcQl6Rv0M4od8wnteunai1Wi7KWks3mEMQMV8PAHp2u79VFAAAAz0bYAAAAAOAC1HPDty+0pKcqZQ3BUdrk/l4CcCfdx/honct6pcwx5h6zqp2i1fWUKG4AAAC4CggbAAAAAJyTawEli9m+eEJpWUO3Mb46vQDcSmCEttUgJQNz2DUrvtVbrEqnaJsMGxx2OkVfaeu2pKzetF0AAADPRtgAAAAA4HzUvtCrfzYXHFeuxiXq67cxCMD9dBju7R2grO51eKMxbbtDLW5wUNlw5a3btmPt5m0CAAB4NsIGAAAAAGfnKHMy07ZmqkUd7H2PrwDckslH06Wsb/nyrwyWEqW4QV6UyIHiBgAAgCuMsAEAAADAOallDYu/NltLlBPGm/cxhcXrBOCumvY0hcYqH9G8dH3KPI1S3OBs26B2bhC4MgZ27zSkd1cBAAA8G2EDAAAAgLNwdWs4ttu6Y5HSF9rkrelcdto44J40GtFnbGnxzbqfjUX5VpvNalMqG+x0ir5yoiPCYiLDBQAA8GyEDQAAAABOp07IOidn7XM/Le0L3WGkt7efRgDuLS5JX7+tUe5YCrXrf9ZarBabs1O0Q5A0AAAAXEGEDQAAAADOQj0HfPsCS3qqUtYQHKVtM9hLAFVBjzt8tM7lvlLmGo+n2a0WpVO03WZztSERqFQz5i35dc4iAQAAPBthAwAAAIC/cS2gVFJsW/xVaVlDtzH0hUaVERihbTVIycYcds2q75TiBquzuMHusNMp+kpIy8xKS88QAADAsxE2AAAAADid2hd69c8lBceVq3GJ+vptDAKoOjoM9/YOUFb9OrzJmLbdoXSKLlfcIAAAAFDZCBsAAAAAnOJaZ+Zkpm3NVKs62PseyhpQxZh8NF3K+pmv+NpoKbEqzRtk3qA0i6a4oZKNHTX0gdEjBAAA8GyEDQAAAAD+xrmGkm3RV2abRbnavI8pLF4ngKqmaU9TaKzy0c09qts+V9hsVrtNhg12Z+dzkgYAAIBKRtgAAAAAoJSrW0PaDuvOxUpfaJO3pnPZ6eFA1aLRiD5jS4ty1k81FuVbrc7mDc7PuJ31lCpRWkbWkWOZAgAAeDbCBgAAAAAKdeLVOQlrn/tpaV/oDiO9vf00Aqia4pL09dsa5Y6lULtuilYmDXa7TXIIkobKNGP+kt9mLxQAAMCzETYAAAAAKKWe6711XknmPmUeNjhKm9zfSwBVWY87fLTOZcB2zDPmHLFZLX/rFE3kAAAAUFkIGwAAAACcWkCppMi+9BuLOthtjK9OL4AqLTBC23qgkpk57JpV3+msMm1QO0U77HSKrizR4WHRURECAAB4Nv7pAAAAAEChhA0O+8opxQXHlatxifr6bQwCqPraj/DevMBclOc4stl4ZHtRfFOrzarTarTyIj/2Gg0LhV2ugT06CQAA4PGobAAAAAA8nWs9mZOZtnXTbOpg73t8BVAtmHw0Xcr6nK/42mgpscq0QSlusNsobgAAAKgshA0AAAAAnGUNdtvCCWabcwml5n1MYfE6AVQXTXuaQmOVj3TuUd22OcJms9ptMmywOzuikzRcrnVbUlZv2i4AAIBnI2wAAAAAPJqrW0PaDmvqErscMXlrOpedBg5UDxqN6DO2tFhnwy/Gonyr1Wqx2qzOz76dTtGXad22HWs3bxMAAMCzETYAAAAAnkudYHVOttrnflqiDnYY6e3txyr2qG7ikkrbkFgKteum6GTSYLfbJIcgaQAAAKgEhA0AAACAR1PP6d46tyRznzLfGhylTe7vJYDqqMedvlrn8mApcw05R2xWi0XmDTJxcLUtEbgkyYmNWjVNFAAAwLMRNgAAAAAeyrWAUkmRfem3FnWw2xhfnV4A1VJghLb1QGeW5tCs+l5vlWmD1aJ0inbY6RR9OZKbNG7TLEEAAADPRtgAAAAAeC4lbHDYV0wuLjiuXI1LLF1nBqiu2o/w9g5QVgk7sslwYKPdZrParFZXcYMAAADApSJsAAAAADyRa92Yk5m29b/Z1MHe9/gKoFoz+Wg631za/3zlt0ZLiVWmDUpxg91GccMlmzFvya9zFgkAAODZCBsAAAAAD+VcQ8m24EuzzbmEUvM+prB4nQCqu2a9TKGxykc9P1O/dZbDZlMqG+xOJA2XJi0zKy09QwAAAM9G2AAAAAB4HFe3hrQd1l1L7XLE5K3pfIuPADyARiP6jC0t4tn4q6ko32q1Wqw2q/M7YWc9JQAAgEtD6zcAAADAs6gTqc5JVfvcT0vUwQ4jvb39NALwDHFJSnuSXastlkLtmp+0ne6w6ux6m82m0WrlF0Sj4btwccaOGioAAIDHo7IBAAAA8DjqudtbZpdk7lOCh+AobXJ/LwF4kh53+mqdy4btnGfMOWKzWix2u83VKZriBgAAgItF2AAAAAB4ENcCSiVF9iXfWtTBbmN8ddQ8w8MERmhbDXRmbA7Nyol6q0wbrBalU7TDTqdoAACAS0DYAAAAAHgWJWxw2FdMNhflKlfjEpX1ZATgeTqM8PYOUFZMSttiOLDRbrNZbdbSZtEkDRdl3KRpn06cIgAAgGcjbAAAAAA8hWt9mNx06/rfrOpg73t8BeCRTD6azjeX9kVf+a3RUmKVaYPNbnNQ3AAAAHDxCBsAAAAAD+JcQ8m2cEKJzbmEUvM+prB4nQA8VbNeptBY5SuQn6nfNkvYbKWVDRQ3XJTo8LDoqAgBAAA8G2EDAAAA4BFc3RrSdlh3L7fLEZO3pvMtPgLwYBqN6DO2tLhnw6/G/BMWq9VitVmd3xU7naIraGCPTtf36iIAAIBnI2wAAAAAqj91wlQ9X3vupyXqYIeR3t5+GgF4trik0rYllkLthl/0Mmmw222SQ5A0AAAAXAS9AAAAAOAB1HO0t8wpydynzJ8GR2mT+3sJj1FSbBnc8IHzH/P2pCeatW8orpYXxny4ZsHWvw6MF9dOYX7x1PGzV87ZeHR/hl+wb52GsXc+Ozy+fg3hYXrc6btn3Qm7TeyYZ0joXRweZ9FpdXabVqPTqHmDRkMsdz7rtqTY7I42zRIEAADwYIQNAAAAQDXnWkCppMi+9FuLOthtjK/Ok/41oNFqWnRs7Lqam31yb8rhGvFhUfHhrkG/AM9aVKrEbH3u1v+mbNgbUyui702dM9Nyls/euH7p9te/ebRp+wbCkwRGaFsN9Fr9W7FwaJZ/rR/wrEWr02m0WuXikEGDEjmQN5zHum07rBYrYQMAAB6OsAEAAACo/pSwwWFf/mNxUa5yNS6xdN0Yz2Ew6v/9/WOuq4t+X/PvB8dd1y/57n8NF57qj+8XyqRBZjCvTPin0aT82/BAatpjw95674kvJyx8U2/wrM7hHUZ4b55nLs53pG837F9nrdvWarPqZNqgUaoaNCQNAAAAF0TPBgAAAKA6c5TJTbeu+9WqDva+x1fA421dlSq3tz1xvZo0SDUbRHe9vk3G4Zy92w8JD2Py0XQp65e+6nuDpcQq0wab3abkdM6VlOjfcB7JiY1aNU0UAADAs1HZAAAAAFRbrklSu9224MsSh105O7t5H1NYvGedtF5xG5ft+OGjGftTj8j9mJoRNz88qHW3pIs64DTmopI/Jy1Z+Ouqg7vSatSK6Dm8w5AxPbTas58mv37J9on/+S3tQIbdZo+tEzX6sSEtOyvr0pzIyrul7VNJbeq//ePj5Y//163/3bo69fvV//EP8jnP3aXUTfv/OfiNR965ff3i7WsXbgkOC3j6o3sG3dY9qW2DRs1rl39MP3/loYoKzcLzNOttWvtHcfZhW36mfutf1uaDrHab3q7VaTR2ihvOL7lJYwEAADwelQ0AAABAdaZ2azi4xbpnhV1eNXlrOt/iWZ0JKm7WpKXP3PwfOVnfZWBreclIy35hzId/TV5a8QNOczK38IkR7/zv5Unefl4DbulqMOg/f2Xye49NOOs58vOnrXxu9AdpBzPb9mzWfWj7E9l5z932waLf18ibgsICWndJ3Lxi5/HMPNfxcn/D0pS2PZqpScN57u4y/ev5K+durNkgWn4k6iTENb+u0dA7e5afQ88+ljv/15WBof4NmtUSnkf+JvqMLS362TDNmH/CYrVarDar8ztkVyuEBAAAAM6BygYAAACgenL1hZbmfVaiDnYY6e3txwnaZ3F437FPX/qxbmLcm98+GhjmL0duemjAsze/P+6VSW26NQmJCLzgAWc+5oS3pu7acmD0o4NveWSQOvL+k1/P/mlZtyFtT6uHyM3J//zVyTIGeHfKU/6BSnhw62ODX7rjIznYqmuSr79358FtVs7bvHD66qF39VTvsmTmOvn+dhnUuiJ3V+9ycFfaZ7NejqsbddbfQE5G7nOj/5uZdvyJ9+/09jEJjxSXpK/XxrB7tcVarF3/s67jnUqnaJtWaRZNj+jzmDFvidVuv75XFwEAADwYlQ0AAABAdeYQjk1/WnIOKWdkB0dpk/t7CZzN3J+Xm4tLbnviejVIkGR+MPqxwYUF5pnfL67IAaex2ezL/lofFRc28h/9XYO3PjL4oddvjYoPO+3gOT8vl4HBqAf7q1GBJHdkmCEDgHm/rJRXO/ZtKQOApX+uc91l2Z/r/AK82/VqXpG7q5I7JZ4raTiRlSeDk/07jzzwyk09b2gvPFjPO321zmXGdswzZh2w2axW+T+7zeZqfyJwhrTMrLT0DAEAADwblQ29l3jWAAAQAElEQVQAAABANeQqayjKty6dWFrW0O0OXx3/AjiHw3uPyW1Cy3rlBxNaKVf37ThUkQNOk3E4Oy8nv0nbBnrDqQ4ZETEhA0Z3Oduzp8vt9nV70vadmrE9eaJAbo84n9foZbiuX8u5U1dkHMmRD3I8M2/Tip19b+qkPvgF766Kig8X5/DxCz8c2JV217+GDx7TXXi2wAht68Feq6YVazSaFd8YB72gFDfIi0ar1Si1DRpKHAAAAM6Kf2oAAAAA1ZMSNjjsK360mPOVq7EJ+vqtDQLnkH30uE6vU/sfuASFBQhnd4SKHHCawvxi5wH+ogJy0k8IZ0+FM286dihT3ekyqLUMGxb+vvrG+/ou+G2VMjKwdcXvLhlMZ/8HYFGhecWsDY2a1x5xbx8BIa4b4bN5nrkoz5GRqt+9ytKgg0WmDVqNViM0dIo+q4HdO1HzAQAACBsAAACA6sZV1pB92LphukVpfKs91fkWZxUUHmCz2k6eKCwfJ5zIUlKEgCDfihxwmrDIILnNy84XFRASpRz8zdK3IuNCz3VMy86JoZGBy2auk2HDsr/Wh0cHN7+uUcXvfh5ZR4/bbPYmbRoIOBm8RJdbfP76TCkNWfODsVZyiU5nVeobtFq7XSO3QvlSETmcEh0RJgAAgMejZwMAAABQrajnF6txw6IvzA67MiXavLcpLF4ncG7RNSPkdvv63eUHt69VrtZtUrMiB5wmMMzfP9Bn97aDMqJwDeZmnRzR9OGJ/51+xrMrCxxtWZ1afvDYoewfPpyxZsFW9aqc6+48oPXOTfu3rtq1bc3urgPbuOa7K3L38wirEfz2pCf6j+4qUKZpT1NorPKVKczRbZqhsVotzuYNNs7fBwAAOBfCBgAAAKC6UcsaDm6x7lurTIwavUWnm30EzqvHDe3lbP637/2ad7xAHZHBgEwF5IR+x34tK3LAmXqNuO7ogcxpE+apV202+48f/3Eyt7BuQtxpR3YZ2Mbbx/T1u9MO7yttsSAjivFvTvn2/d/Kt3zoMqSN3I57/SfX/kXd/VzkfZu1b1gjnpPTT5E5jqsYaOvvpvxsZ5tou8353bLTKfo04yZN+3TiFAEAADwbyygBAAAA1YdrASU5Lzrvs9K+0B1H+nj7seTLBdRpHHv/yzf979VJD/R7pUOfFnKyfuXcTTnHch9649bajWIrcsCZbn1syM7N+794Y8qmZTtqNYhet2Tb3pTDHfsny7ufdmRkXOiDb9z64bPfPjrkzXa9mteID1+zcEvK+r3X39GjRcfGrsMaNa8dWzcqdfP+uHpR9ZLiL/bu57Jhacqzt7zftnvTV756SKBMXJK+QTtj6soSa4lmzU/6rvc5O0VrdcoKSg46NwAAAJyOsAEAAACoVpxnXDs2/VWSc0g58zo4Stuyv5dABQy8rWtS2/q/fjVv/aJtxcUlzTs0GjKmR4NmtSp+wGl8fE3vTn7y92/nr5q7+Y8fFkXFhd3x9LChd/U668E9hrVLSK7764R5W1anLvtrfd2k+Gf+756ug9ucdli3wW0m/nd6j6HtL+3uuCjdx/jsXlNit4ndSwwJvYuj61ttWqVzg0OjVSsbiBxU0eFhVrtdAAAAz6ah9hMAAAAeSD3932q1WiyWBRPMqydrknoaBz3pJ6oyV1lDYb7li7uKzM7OxDf8y79eK4MAcEkWTixcNa1Y7oTWtl7/qtVo8jIaTXq9QedMHQR5A6qO+eMKV00trt0xr8MdxT5OXl7y82zUOZuf80kGAFw+ejYAAAAA1YcSNjjsy78vUZOG2AQ9SQNwOa4b4eMdoEzCZu/T71phVztF2202tXODAAAAQBnCBgAAAKA6cJU1ZB+2bpxhlSMa7akOtwAujcFLdLmltL/62kkmc5HSKdpGp+i/S8vIOnIsUwAAAM9G2AAAAABUeep0pxo3LP6ixGFXTsRu3ssUFq8TAC5P056m0Fjlq1SYo9v8h7A4ixtsNhsxg8uM+Ut+m71QAAAAz0bYAAAAAFQHalnDwS3WvWuVNq1Gb9Gp7HRsAJdDozlVJLR1hld+tlLcYKe4AQAA4O8IGwAAAICqzbWAkpz/nPdZiTrYcaSPtx/dPoHKEZekb9DOKHesJZo1P+ktVovVphQ32B10blAkJzZq1TRRAAAAz0bYAAAAAFR5zjOrHRv/LMk5pMx7Bkdpkwd4CQCVp/sYH61zWbLdSwwZe+3OlZSsjrLKBg+PHJKbNG7TLEEAAADPRtgAAAAAVGGuic6ifOvy7y3qYPc7fbU0awAqVWCEttUgJcPTaDTLvzJY1eIG+6niBkocAACAh9MLAAAAAFWZsoaSw77suxJzvnI1NkFfr5VBAKhsHW/02TLfXJTnyN6n37XC0rCjRafVaTVajRJAKIRb8vIWV1rOiTy7cIQFBYorSaY55mIBAADcFmEDAAAAUFW5ujVkH7Zu+sMmRzTaU51sAVQug5focovPX58VyP21k4y1kkv0OqtWp9NqtXa7Rm6Fs+5BuJmrUOcUFhogAACAx2MZJQAAAKBKcq3cIuOGRV+UOOzKYPNeprB4VlACrpSmPU2hscpXrDBHt/kPjcVqcTZvsLGGEgAAAGEDAAAAUFWpZQ371lv3rVWiBqO36HSLjwBwxWg0p4qHts4w5WcrbaLtdpvzu2inUzQAAPBkhA0AAABA1eNaQEnOc877zKwOdhzl4+3npqvGA9VGXJK+QTuj3LGWaFZP1lvUTtG2U52iAQAAPBNhAwAAAFAlOc+gdqyfYc5NV64GR2mT+3sJAFde9zE+aiOEvcuMGXvtzpWUrI6yygYiBwAA4JkIGwAAAIAqxjWhWZBrXTnJqg52v8tXW72aNeTnFfWtec/jI945bXzJH+vkuLzs2nKg/Lic6R3R9OGRLR+T+79/s0AesGL2RvWmgfXue/qm/6j7kz+ZKW/auGyHuKbmT1spX8acKctFlXL0QKZ85ee69bRfu3xHZk1aejwzT1Q7gRHaVoNKs73lXxmsanGD/VRxQ/XIG8xm8wsvvNCyZcvg4OCXXnpJAAAAnBdhAwAAAFD1KGsoOewrvi8x5ytXYxP09ZINonrxC/COrRu1c8Neq8VWfnzzyp16g5KrnBYY7N955GRuYasuiQJXRvax3Ht7v7Rpxc4KHj/+9Z/++/Q35uISUR11GO7tHaCsWpa9T5+6zGF1doq222xq5wZRLbz88suvv/76vn37WrRoUbNmTQEAAHBehA0AAABAVeLq1pB92LrpT2UWXqM91bG2mmnStoGcwk3dvL/84MblKa26NgmJCNywbHv58ZS1e5S7tGsot4Nu7/bXgfHtezcXqDyWEktJseU8B5z2ay/MLxbVl8lH06WsH/uaH43mImUlJVv16hS9du1aud2xY8f8+fPvvPNOAQAAcF6EDQAAAECV4VqhRU5ozv9ficOuDLbobQqLr14rKJVJbFVPbndu3OcaST+UdWh3uhxv2q7hpuU7iwtPnTW/Y6MSNjRr30gAV0XTnqbQWOWrV5yr2zRDY3EWN9hstmpT2SB/Fh8fn8jISAEAAFABhA0AAABAVaKWNexZbTm4UYkavPw0HW/2EdVUy04Jcrtjw17XyCbn0knN2jds0raBzWrbsurUkj4p6/ZG1wqvER8mzmgeUHGv3PPJPT1eWDF3091dnx/e5J8fPPOtOn7sUPaLYz667bqnhzZ+8P4+r0z+9M/T7rh/55HPX5n86NB/D274wF1dnnthzIfbVu8qf0DK+r1v3P+/Ec0feXz42398t+jMpzYXlcinu7vb8+oj/Pepb8pHKWd9YXtTDr/z8Bd3dHpWvqp7e7304bMT844XnOenkz/F/z3/3R2d/yUv41776eSJQvlEz9/+Qfljpvxv1gN9XxmW8OAtbZ984faPZLqjjs/8fvGYjs/KnVmTl56r20T5X/ut7Z6SR8odeS/5LKI60mhOFRVt+8N0MktOzlvtblncEBQUdN9997322mtRUVGxsbHjxo1Tx999993mzZsHBATIwQEDBuzfv18d/+233zQazYIFCwoLC+WO0WiUg0OHDk1ISPj9998bNmwYHBw8duxY9eCpU6eOHj26adOm8nGaNGkyatSoo0ePup46PDz87rvvXrFixc0331yjRo0OHTq88cYbJSUl8ph77rknJiamXr16r7zyivzdlX/B53phAADAnRE2AAAAAFWDawElOZ+5YHzpNHTHkd7efhpRTYVEBMbWidyyKtU1smnFjsBQ//pNazbtoFQwbFiaoo7n5uQf3nesWYfG4rIVFZg/euZbu8MeERMaWydKOIOEhwa/vm7J9vpNag28tavJy/DV2798+tKPrrv8NXnpP/q9OufnZfIFD7ili1+gz5oFW997fIIrLVg8Y81jw97avHJn10FtYmpHfvX21B8+mlH+SWXS8OSN7/7145LgiMDBt3ePqxslZ+qfHvVu+WWLTnthRw9kPnXjO4v/WBtdO7LPyI42i+3PHxa/MvaTc/1cB1LT/jn49ZnfLa6fVLN9r+ar521+oN/Lebl/Cyc+fv77L//9s8Vi7TOqU4vrGm9ft/vhwW8c3KVMHNdLih92dy+506BprdseG1InIU6c19C7esoj5Y6816Ax3UU1FZekb9BOmYi3lmhWT9Ja1E7RtlOdot3HqlWrXnzxxfj4eIPBIOfx5cg//vGPp556Ss77yzCgR48ey5Yta9OmTUqK8p2SccKrr75at25debDccXWHPnnypMwY5J9CNWvWlMfIkbvuumv48OFLlixp3779iBEjiouLJ0+e/Oijj5Z/anlrv379ZM7xySefeHt7P//88/fee2/Pnj0jIiLef//9uLi4l19++c0333Qdf54XBgAA3JleAAAAAKginGdKO9bPMOemK1eDo7Qt+nqJai2pbQM5BZ9xOCciNkReXbd4m0wUNBpNXJ3IsBrBG5eVzj9udnYtbups2HCZso4el3P3j75zu2vks5d+LC4o/viP52s3ipVX7XaHHJn+9fyug9skJNctKjSPe2VSdO2ID397zsev9O344s2ff/581pZVO1t3a2IpsY5/Y4qvv9d7Pz8tUwR56w339H506L/LP6k8OHXz/of/PbrfzZ3VkUW/r/n3g+OmTZg78oF+Z31h37z3a35e0ZvfParWf8iPxst3frxq/uZDu9Pj6kWd+XNN/O90Gcn865N7Ow9sJa/e+tiQ5259P2V9uaqRFTtnTFzYa3j7R94Zo9Mp56XJfOLxG976/LXJb3z7SINmtQJC/H75Yk7txrE3PzxQXIj8GWVKIX+owWO6R8WFieqr+xif3WtK7Daxb4Upo19RdH2rTavTarUOjVbNG+THVbiBjRs3fv3117ffXvr5Wbhw4aeffiqvfvnllzqdshjUtm3bOnbsKHOCv/76q1GjRi+88MKCBQuOHj0qd1wPcvjwYZkufPHFF64HmTBhwi233DJx4kT1x5Q/snwQmTeMHz/e399fPSw1oQlBVAAAEABJREFUNXXSpEkjR46U+926dYuJifnaSX0xN9xwQ7169b799lv1ic7/wgQAAHBjVDYAAAAAVYCjTEGudeUkqzrY4y5fbfVs1nBKkzYNhNKPQZkT3731oJwub9a+NFFI7py4N+Vw9rFcUbbUUsvrKqGyQeo7qpNrf+fG/XIWvveNHdWkQdJqNXc8c4Pc+XXCPKG8NeLBN269/+WbXEmDVKthjNyeyDopt5uW78xMO973ps5q0iDVbBA94OYu5Z9RTuLXrB/tShqkLoNaJ7SqO3X87HO9MNXR/ZnqjpzqfejNW79d9nZs3bOssJ93vGDF7I1JbeurSYPk42u6/Ymh5Y+Z9uVcub3zmeFq0qC+zv63dF23aNu+HYcFziEwQttqUOlbv/wrg1UtbrC7XXGDnPofPXq06+oHHyjLZ7399tvqhL6UmJh43333zZo1a8uWLed5nLvvvtu1X7t2bRk8PP/8865ARe7Ix5E72dnZ5Z9aJgrqfnBwcIMGypfaNaLX6xMSEvbu3Wu1Ws//wmTqIAAAgBujsgEAAACoMuTc5YofLeZ8Zb92c0PdZIOo7lp0VPIDmSXIWfKNy5WGDeoCSlKTtg1mTV66ZdXOroPbpGzYUychLjDMX1SG6Phw1/6hPcoiQllHj//w4d8WPvIL8D68VykwkbP23Ye2kztyhnn72j0blqdsXbVr1+b9csRSokye7tl+UCirD9Usf/d65a5mHM4pOFkUGRt62lOUFFvycvJzs066fq7yL6zTgFa/jJ/zf89/t+D3VcmdElt3a1IvKV6cw+4tB+TLa9ysTvnBRi3+dvXwnqPyZ/nzh8V/G3T+jIf3HHNlLTjTdSN8ti4wF+Y6svfpdy23NOpstdv0Dq3OrYob6tatq9WeOt1wx44dMgNwNW9Q7dy5U902adLkPI/j2q9Zs+Zdd90ld/Lz8xcsWDBnzpzly5dv2rRJjhQXF5c/TCYKrqtGozEoKMjPz881YjKZ7Ha7DBvkYed5YampqbVrJgoAAOCuCBsAAACAqkFt2eCw24UnCYkIjKsXtdM5d7915c4a8WFxdUrP3G/hrGNIWbe3Q+8WqZv2D7qtm6gkBm+jaz8n44Tcrpy7SV5OO8y2P0PdWbtw2zfvTdu15YDc1xt0MgVp1r7hynmb1VsLTxbJbWDI34KQkPBA137WsePC2e1ZXs58MWmHMl1hQ/kXVqdx7DuTn/z81Uky25CXb977NTQycOQD/QefrUFCYb7yGgL+HsZ4+RgDQ05N+B49kGmz2b99/7cz7+5qE42z0wijSVMolFxBfkPVng2SVutGlQ3e3t7lr+7Zs0dO7r/44otnHrlv3z5R4cd5//33P/jgg0OHDgln1ULXrl1lsrJ27drz3EU4qxnEOZznhR04cEAAAAA3RtgAAAAAVA3qMkptRmp3LLKb88W+jZbd6yz1PKC4Qc7dz5u6ssRs3bJ6V8cBya7x0Kig2o1id287sGPDPqvF1rR9JTRsOFNIRJDcPv6fO3sNb3/WAw7tSX/13k98/b1vfnhg3YT45tc1kvtzpix3hQ2+gT5yezwrr/y98p2z/6qwyGC57TOq46Nv3y4uRsPmtd7/5ZkTWXmH9xzbtm735E9mfvrSj8HhgZ3K/ZZKf4pI5afIy8kvP2iz2vKOn2oQXaNmuJwt/2Lh6wIXacXPhScylBQwuJY5pmWR3e4j8wa9XumwIrlJz4bT1K1bV742tWLgkn3zzTePP/54y5Yt77///rZt23bq1MlgMNx9992nhQ2V+MIK8wUAAHBb9GwAAAAA3J0aM6j7Jh9Hy2E2dX/+lwV2m6j2klrXNxeXzP91ZcHJombtG5W/qVn7hvtSDqds2CMqqTv0maJrRcjttrW7yg/a7Q45s//Hd4vk/so5m0qKLbc+Mvi2x4Zc17eFTBrk4LHDyoL16rtWt3GcUHo//O1s8YM7j7j2I2JDTF7GlLV75MOWP2bOzyt++HCGTFnO+sJ++WLO2/8cL3eCwgKS2tYf+UC/Jz9QFrRZt+Qs69rH1FR+it1b/3ZieMq6veWbCkTXjDi871jGkZzyx2xekSpfw8FdylpSGnGRk+buOMde+fIy7Wt+L10yqPmI4+r3VVP27rutevXqpaamqhUJLosWLXrttddSUlIq+CBTp06V2+++++7ZZ5/t3r27TBrk1f3794vL+PHP88IuMxoBAABXGmEDAAAAUJVoNJqEXnb/cCVkOJ5uX/9nsajumjuXS5r901JRtnSSS5N2DQvzi1fO2ZjYup46y1/pGjavXb9Jzb9+XLJizkbX4K8T5n71zrRs5wpLBpNSLy7jENetuTn5s35aouw5p1uT2tQPjQyUj+BaJelAatqU//1V/ln6jOp4cPfRL96Y4pqiTdmw94Onv9m0YofRdPZ69Kyjxxf8tnr1/FO9fIvylQ9DVGzYmQcHhvk369Bow9KUFbNLfwpzUclpKyb1HN5Bbt9/8qvC/NIP1YmsvI+em/jz53+phRF6o169o6gYg+Hijq+i5n9daLMoO9EtcwNjq8wPe/vtShnNHXfccfLkSXUkIyPjvvvue/fdd6Ojoyv4ICaTSW4LCwtdI0uXLp03T22cfolhw3leWI0aNQQAAHBjLKMEAAAAuDt1GRZNGb1e2/oW8/wPlMV5lv5YlNjV5O1Xnc8hV9s2bF+rtIAODg8of1PTdg3lLyRl/d5RD/YXV4ZOp33k7dtfvvv/Xrn7k3a9mtdNjDuy99jC6asT29Qffm9feUCrrkkmL+O4135aNXdTYuv6JcUli2asUef9808qk7Amb+Mjb495/b7PnhzxTsf+yXqjbvGMtYEh/vl5p1ZSGvPk0D3bD/3yxZyU9XvkD1Vitvzx3cLAEL8HX7/1XC/s+jt7/jVpyb//8Xn/W7rIoCU/r3DGxAWxdSIH3Nr1rMff++LIp25859Wxn3bqnxweHbJ6wWY1DNDrdOoBnQe22r52969fzXtwwKttezTz9vOa/dOy4xm5z3481i9ACXICgn3lEy2ftf7ZW94feGvX6/q1FOcVERMit28+8HlMncgXxz0gqqO0VOvOFUrAoNXbGg/M0WoNGo1Wq9E6v7SlX1vhlkaMGPHwww9/+OGHLVu2HDRokL+//4QJE9LT0ydNmhQYGFjBBxk8ePDPP//csWPHAQMGNGvW7NChQ999911QUNAJJ3FJzvPCAgICWEYJAAB3RmUDAAAAUHUoE5jKZGatZE1UgnI2tbnIseT7QlHdNWnbQDgXTTpt3D/Ip1Hz2uKKraGkkgHD53NeHf3o4Py8gmnjZx/cffSOp4b+e+KjPr7Kad2xtSOf+WSsTEE2rdj5w0cz1izY2rFv8n9/e85o0m9bXbr4UutuSR9O/1fbns1Wztm4au7m1l2b3P/KzeWfwsfP672fnnz436P9A31nTFy4Zv6WXiOu+2TmizJlOderklP5r074Z42a4VPHz570yR87N+27YWyf//z8jPydnPV4paH0T08lta2/ZXWqzEU69kt+/dtHlKcOOHX8fS+P+vf3jzVoWnvR72tmTV7aoGmtj35/XgYk6q0Go/6+l0bpdLqdG/elH75wy2gZeyS0qntgV9rB1DRRHTkcYtbnpU0v6nbL8QlyaLU6vQwDZUIlv6UydHDvlaQ++OCDuXPntm7dWs7jf/nll3JnzZo1N9xwQ8UfYfTo0a+++qrNZps6derLL7+8ffv2F1988dtvv5U3LVmyRFyqy39hAADgmtC4+TqSAAAAwJUg/xpst9utVqvFYlkwwbx6siapp3HQk37CXaltG2wKa0mJ2VxSnHHQPP1ffsIhswdx5/uBYfE6AZzbvh2HY2pHlV+U6dDu9Ht6vHDrI4NvfXSQwMXbPN/858dK2GAKsHR5Zr8Mn7y8vL28fLxM3kajyWAwyuxB5ywcubb1DT7u+wfbRaOy4XLMH1e4ampx7Y55He4o9nHy8vIyGo3yU6pkY+5ahQMAqEKobAAAAACqBmdJg0Kn1xv0htAYXYNuZjnusIvZ4wsEcF6v3vPJ2B4vFBWaXSPTv5kvt4mt6wlcPEuxWPhtaVFRo4FZJi/n91Jv0On0ck9+TdXvq3DjlZQAAAAqFz0bAAAAgCpAzlc6HA5nywatTquzK4u1GFoMK9630mgp1B7aZt291lKvlUEA59BlcJtJH8+8s/O/WnRM8PX33rAs5fCe9FZdE1t0bCxw8Zb/XFiUp6wTEBBXGNMyX6/30huUsEEGgTpnQQMZAwAA8DSEDQAAAECVoRY3OJSV4ZXTqH0DrE0GF62f5Ctvmj+hoE6LIC1rKeEcbnv8+vAaIcv+Wr9xWUpORq5fgPfwsb3loMDFy8u0r/m9WN1PGpahc4Z/Bldlg06vljWoHd0FAACAZyBsAAAAAKoGV3GDEjVo7Q6d3mYwJPYqTp1nzc/UH0+3r5tZ3HqQlwDORk59D7i1i7wIXLb5XxfalAbtokaLE8FxVoPeSwkbDEYlbFDWUNKyAj4AAPBA9GwAAAAAqgxNGSVuUJZq0RuN+lY3lZ5hvWxSUVG+QwC4ktJSrTtXlMgdncHeqH9W6epJBqNS36DT65zdGtSkgbwBAAB4FMIGAAAAoIpRwgYlbtCpy7bUbCmiEpSpT3ORY8n3hQLAFeNwiFmfl/Zjr90l2zdEoyYNpWso6fXOIJCyBgAA4IkIGwAAAICqpLSyQaEUN+idU5xtR5uFRqlp2DjHnHXQJgBcGZvnmzP2KV8xU4ClTvcTrlYNysVZ1qClrAEAAHgqwgYAAACgSpJTmTqds0+03hASo6vfRVlMyWEXs8cXCABXgKVYLJpYWjzUaGCWyas07VNrGuS3UavTudY6EwAAAB6GBtEAAABAFaPOY2q1WofDoXMWN9jstpbDi/evdFiKNYe2WXevtdRrZRAAKtXynwuL8pQSooC4wpiW+Xq9V2nDBrWsQSYNwh1jhsJ8caWNmzTNarE+MHqEAAAAHozKBgAAAKBKKltMydkoWqf3DdA3GVKk3jR/QoGdtZSASpWXaV/ze2kz9qRhGUpVUdkaSjoladCr30jPLGtITmzUqmmiAAAAno2wAQAAAKh6XIvCK1GD1tkp2mBI7G33C7fK8ePp9nUziwWAyjP/60KbRdmp0eJEcJxVjRkMBmNpX2it1pP7Qic3adymWYIAAACejbABAAAAqJJcS8MrcYNS3aA3GvWtbirNGJZNKirKdwgAlSEt1bpzRYnc0ejsjfpnla6eZDAq9Q3OvtAa+kIDAACPR9gAAAAAVGFK2KDEDTr1POuaLUV4fWVK1FzkWPJ9oQBw2RwOMevz0r7rdbtl+4Zo1KTBUNYa2hn4eW5Zg7RuS8rqTdsFAADwbIQNAAAAQFVVWtngbNsg/6eebd3uNrPQKDUNG+eYsw7SugG4XJvnmzP2KV8lU4ClTvcTrlYNerUvtFan9fiyhnXbdqzdvE0AAADPRtgAAAAAVHkaodE58wY5Bxoar/8PWwwAABAASURBVK3XWVlMyWEXs8cXCFyqF8Z82LfmPer+1jW75f7E/04/18FHD2TOn7bSdfXGFo/+c9Ab4jL8+8Fx8hlP5laZ8hS73TF7yrInbnxnRPNHRrZ49LEb3loxZ6Oo+izFYtHE0nehYf9Mk5dOX5Y0KEso6ZSyBteaZgIAAMCDETYAAAAAVZiruEFulJOslfIGY/IIq8FLKW44tM26e61F4ArLPpZ7b++XNq3YKTzY+Nd/ev+Jrw+kprXv1bzjgGSZvrxy9ydT/jdLVHHLphQW5SnfpoC4wthWBXpnM/bS4gblG6fTCGIGMbB7pyG9uwoAAODZCBsAAACAKq90MSVlKSUlb/AN1DcZVHou9vwJBXbWUrrCLCWWkuJKDnWe/XjsXwfG+wf6iKpg99aD076cGxwe8OnMlx57d8xDr986bt5rjZrXnvDW1L3bD4kqKy/TvmZ6adP1pGEZSjvosjWUdM5sT/3mUdYQHREWExkuAACAZyNsAAAAAKo212LxztYNcgZUmQ9N6OPwC7fK8ePp9nUziwVwJW1ZlSq3w+7uHR4drI7ImGTInT0dDseGZSmiypr/daGa1dVocSI4zqrGDAaDsbQvtFbr4X2hAQAAytMLAAAAAFXcqbxBp9PZ9Tq7zWTStxpVvPD//OT4sklFSd1M3n5VdUq0qND89dvT1i3ZlnkkJ7xGcGKb+ve9PMrbx6TeOnX87PGvT3ln0pNfvTP1wM4jMXWi/jvtWTkVXP4RznXM+R+5gmZ+v/ijf02UO7MmL5WXx9+7o9eIDupNe1MOf/rSD/u2Hw6PDmnStsHwsX0i40JddzQXlXz2yqStq1Iz0nLCo4KT2ja4/+WbvHyM6q3/fnDcot/XTNn8oZy1T920/5+D33jkndvXL96+duGW4LCApz+6p0GzWme+mPVLtk/8z29pBzLsNntsnajRjw1p2TlBvem52z5Yt2jbt8vfjogJcR3/x3eL/u+575779L5OA5LPf3cpNzt/0sd/yPDg6IHM0KjAmg1ibn/i+loNY+RNLTo2fuiNW1t1SSr/YvwClLIMc2GJqJrSUq07VygvXqOzN+qfVbp6ksGo1Dc4+0JrPL4vtMuMeUusdvv1vboIAADgwahsAAAAAKoJJWxwxg3q+dc1k0VEA2VtH3ORY8n3VabP8GkKC8yPDHnzt6/nRcWFDrq9W3hMiJzQf2L423K8/GH/e3XS4X3H5PR3ZFzYaUnDuY6p4CNfUL2k+GF395I7DZrWuu2xIXUS4tTxrPTjT9/0Xl52fu8R1xmM+t+/XfDMLf9xrbYkk4Ynb3z3rx+XBEcEDr69e1zdKPnsT4969zzLMU3/ev7KuRtrNoi22+2uZylv/rSVz43+IO1gZtuezboPbX8iO08GDDKxUG/tOqiN3Lquqhb/sdYvwLt97+biQne3WmwvjPlg2oS5RpOh/y2dg0IDVsze+OSId05k5clbZeQw4NYu5aMUm9U2/Zt5cqfZdY1FFeRwiFmfl/ZXr9c9xzdEoyYNhrLW0EodEWUNZdIys9LSMwQAAPBsVDYAAAAA1UH54gat3a6chW2zth1d/PuLeuHQbJxjbtnPKyxeJ6qaL9746UBq2kNv3CrnstWRKZ/P+vLNn3/8aMZdz97gOsxus3+/6j2j6Xz/wDntmAo+8gU1aFYrIMTvly/m1G4ce/PDA13jORm5MoQY+8KNct9ms79858drFm7ZtGJH625N5MjPn89K3bz/4X+P7ndzZ/V4Oa3/7wfHydn8kQ/0O+sTHdyV9tmsl2UscdZbc3PyP391sowi3p3ylNrp4dbHBr90x0dysFXXJF9/7+v6J3/64g9LZ64dcV8f9S6Zacc3Ld8xYHQXOXl+wbtvXrEzdfOBm/858LbHh6h3/+mzPye89cvyWRtl9nDai5FJwzuPfLlmwda+N3VKbFVXVEGb55sz9ikrKJkCLLW7HdfrTWrMoFf7Qmt1WsoaAAAA/o7KBgAAAKD6cLap1eiUc66V+obQeG29zkrDBoddzB5fIKqakmLLnz8sadyijisPkEbc26deUvxvX80tMVtdg92HtTt/0nDaMRV/5Esmn+vWRwer+/IN6TywldzJOJyjjshwomb9aFfSIHUZ1DqhVd2p42ef6wGTOyWeK2mQ5vy8XAYGox7s7+opLXduemiAzDzm/bJSXvXxNXXo22Lnpv1H9peegb5w+mq57TaobUXurko/lCWDE3V/wK1dx89/rc/I6057JXa74+2Hv5TZSbchbR56/RZRBVmKxaKJpcVADfplmrx0+rKkQe3BLiM9TRkBIcaOGvrA6BECAAB4NiobAAAAgGpCnffUarUOh0Ov09t1NoPBmDyi+MAqh6VYc2ibdfdaS71WBlF1HNqTLn+WRi3rnDbeuGXd3VsPHkg9Ur9JTXWkRlz4BR+t/DEVf+RLFlsnysfPy3U1KCxAKKtCKdmPjBwKThZFxob+8OGM8neREUheTn5u1snAMP8zHzAq/nw/4+G96XK7fd2etH2nVrM5eUJJmI7sPaZe7Tq4rUwOFv++RqYI8uriGWui4sKS2tavyN2T2tSPrRM5f9rK1E372vds3qJzQrP2Dc8afkz/Zr585A59Wjzx37tkyiKqoGVTCovyHHInIK4wrnWBXu9V2rBBLWuQSYMgZgAAADgdYQMAAABQrSgrKSl5g1Y5Bdtu8w3UNxlctP4n5XT1+RMK6rQI0ladtZQy04/LbXB4wGnjwc6J++OZea4Ro/eFQ5Tyx1T8kS+ZnJcuf1Wdm3YIZQo765jy7HtTDsvLmXdMO5R51rDBcN7SjZz0E8LZ1+HMm44dylR3WnZOCI0KWvDrKhk2HEhN27XlwK2PDK7g3Y1ehnd/emr8G1Pk3aeMmyUvvv7e3a5vO/b5G+VN5Y9f9td6bx/TQ2/cWkWThrxM+5rpxep+0rAMpR20GjPoDUpNg7MvtNqtgbzBJS0jS6Z3MZEXzvwAAEA1RtgAAAAAVB9y9lNO+TnzBqV1g1LfoDck9C5OXWDNz9QfT7evm1ncepCXqCJCzjH1f9zZlNg/2Fdcqiv3yBURFhkst31GdXz07dtFJQmJCpLbb5a+Vb5L82nkZ6Lb4DY/j5stk4bFf6yVIz2Gtav43WU289QHd/3zzdH7U4/s2XJw2ldzZ0xcqNPp7n9lVPnD0g9m1moYc2aQU1XM/7rQrjRrEDVa5AbHWQ16L7U1dNkaSvSFPosZ85dYLVZWUgIAwMPRswEAAACoVlxLycu4Qacs+aI3mfStRpnVW5dNKirKd4gqokatCLndvnb3aePb1uwymvRyRltcqsp9ZI24uKnniNgQk5cxZe0eu/1v78Wcn1f88OGMS+sYEV1TOal8y+rU8oPHDmXLB1yzYKtrpOsQpUPDyrmbVs/bnNS2fo2a4RW8+8p5m996aPzhfce8fIyNmtceMLrL2z887uNrWrd462mv5OmPxv6jarZqkNJSrTtXlMgdjc7eeEBW6epJBqNS3+DsC62hLzQAAMA5EDYAAAAA1ZASNjjjBr1zEZiayY6IBhY5bi5yLPm+UFQR/oE+XQe32blp/8zvF7sGf/1q3t6Uwx37JXv7mMSlqtxH1huVknFzUUnF79JnVMeDu49+8cYUh6M0b0jZsPeDp7/ZtGLHBTtdn1WXgW3ky/763WkyD1BHbFbb+DenfPv+b3rDqZWz6iXF10mIWzR99a4tB7oPaVfxuzts9oXTV8+atNR1F6vFZi62RMaFnfZKklrXk88iqiD5Vsz6vLSPep2u2T7BQk0aDGWtobWUNZxDdHhYdFSEAAAAno1llAAAAIDqxnXmtZI22OU0qV1vs7YdXTz9eb0c3DjH3LKfV1h81WjdcO+LIw/vTf/oXxOXz15fu1Hcnm0H1y/ZLuey731xlLg8lfjIAcG+vv7ey2etf/aW9wfe2vW6fi0veJcxTw7ds/3QL1/MSVm/p2m7hiVmyx/fLQwM8Xvw9VvFJYmMC33wjVs/fPbbR4e82a5X8xrx4WsWbklZv/f6O3q06Ni4/JFdh7SZ8O+pMtLoNLBVxe/epnuThOS6U/731/HM3OiaEXa7Y/bPS3UG3ejHhpR/cBlRDKh7n8nL+NvOT0RVs3m+OWOfsoKSKcBSt8cJvd6kxgx6tS+0VqelrOEcBvboJAAAgMejsgEAAAConpztazXOJeZ1cs40NF5bv6uymJLDLmaPLxBVRHB4wIfTn7vv5VF2m+OvHxcXFRTLkOD9qc8EhvqJy1OJj2ww6u97aZT8Ve/cuC/9cFZF7uLj5/XeT08+/O/R/oG+MyYuXDN/S68R130y88W4elHiUvUY1u7z2a90H9pexhg/j5ulN+qf+b975A942mGdBygZQ7uezf0DfSp+dznZ/sz/jZU5xNypK759/zeZrLTt3uyj6c81al5bVAuWYrFoYmnRT4N+mSYvnbqGUlmrBqWswbVGmQAAAMAZNK6iXQAAAMBzyL8G2+12q9VqsVgWTDCvnqxJ6mkc9OTlzl+7FYeTTWEtKTGXWMx5OcW/POFnKVamSm/4l3+9VgYBz7NmwdYXxnz40vh/tO/dXKDMwomFq6YVyx3/GkWdHj9sMnqZvLy9TMrFaDQZDEYZ2qlrKBE2nGndlhSb3dGmWYKAG5s/rnDV1OLaHfM63FHs4+Tl5WU0Gml7DgCoLFQ2AAAAANWWspKSk3pqtm+gvsngIvWm+RMK7DYBT1Nitv7yxezw6ODW3ZoIlMnLtK+ZXqzuJw7L0Dk7nZS2atDptc6+0CQN57Fu2461m7cJAADg2ejZAAAAAFRPclbU4XA48wadTmvX6/R2vSGhd3HqAmt+pv54un3dzOLWg7wEPMPhfcfeenBccYFZ7jzwyk3lu0Zj3teFavYW1exEaG2LQe+ltoYuW0OJ874BAAAujMoGAAAAoNpyLTGvdIrWKcUNJpM++cbSM7iXTSoqymdVVU8RHhWckZYj86c7n71h8JjuAmXSUq2pK0rkjkZnTxiUfapVg5IzKH2hNfSFvpCB3TsN6d1VAAAAz0ZlAwAAAFDNKWGDM27Q25XihlqtrSkNLBmpBnORY8n3hb3v9RXwACZv408b/ivwdw6HmPV5ab/0Ol2zfYKFXukMbTSWlTVoKWuogOiIMAEAADwelQ0AAABAdXZacYN61nbb0cUOh1LTsHGOOesgrRvgubbMM2fsU74CpgBL3R4n1JqG0ouzrEFLWQMAAEDFEDYAAAAA1Z+zra3GufS8zqA3hMZr63VWFlNy2MXs8QUC8EiWYrHwu0J1v0G/TJOXUtRQrlWDXlPWFJqk4fxmzFvy65xFAgAAeDbCBgAAAKCaK61sUKZNtXpn5wY5ndpqpNXgpRQ3HNpm3b3WIgDPs2xKYVGe8i3wr1EU17rAVdNgUMsadKfKGnB+aZlZaekZAgAAeDbCBgAAAMAjqHmDpJ6y7RuoTxpYek73/AkFdtZSgofJy7SvmV7aLD30REx0AAAQAElEQVRxWIayyJgaMzhbQ2udfaG1ZZUNAgAAABdCg2gAAACg+pOzpQ6Hw5k36HRau17pFW1I7Fu8c76tMEd3PN2+bmZx60FeAvAY874uVDO2qGYnQmtbDHovJWw4tYYSfaEvwthRQwUAAPB4VDYAAAAAHuG0TtHyYjLpW99cemb3sklFRfkOAXiGtFRr6ooSuaPR2RMGZauN09WaBrUvtIa+0AAAABeJsAEAAADwIErY4Iwb9M5FY2q1ckQ0UBo2mIscS74vFIAHcDjErM9L+6LX7pLtEyz0zkYmxrKyBi1lDQAAABePsAEAAADwFKcVN6hnc7cdXexwKDUNG+eYsw7SugHV35Z55ox9ykfdFGCp1yPX1Rdar/aF1p7qC03eUEHjJk37dOIUAQAAPBthAwAAAOBZnO1uNc4l6XUGvSE0Xluvs7KYksMuZo8vEEC1ZikWC78rLeJp0C/T5K1VOjWcatWg15Q1hSZpAAAAuCiEDQAAAIAHKa1sUKZTtXpn5wY5zdpqpNXgpRQ3HNpm3b3WIoDqa9mUwqI85dPuX6MornWBq6bBoJY16E6VNaDiosPDoqMiBAAA8GyEDQAAAIDHUfMGST2V2zdQnzSwSL1p/oQCO2spoZrKy7SvmV7aFD1xWIbO2bnEUNYaWuvsC60tq2wQqLCBPTpd36uLAAAAno2wAQAAAPAsrsXotUob3NJO0Yl97T4hSshwPN2+bmaxAKqjeV8XqllaVLPc0NoWNWYot4YSfaEBAAAuHWEDAAAA4HH+1inaWdxgMulbjSpdyH7ZpKKifIcAqpdD26ypK0rkjkZnTxiUpTZIV2sa1L7QGvpCX6p1W1JWb9ouAACAZyNsAAAAADyUEjbIuKGsuKF2G01EA6Vhg7nIseT7QgFUIw6HmPV5af/z2l2yfYKF3tmwxFhW1qClrOEyrNu2Y+3mbQIAAHg2wgYAAADAE/2tuEGnV8/ybju62OFQaho2zjFnHaR1A6qPLfPM2YeVj7QpwFKvR66rL7Re7QutPdUXmrwBAADg0hA2AAAAAJ7L2QZX41yqXmfQG0LjtfU6m+W4wy5mjy8QQLVgKRYLvyst1qnfN9PkrVU6NZxq1aDXlDWFJmm4NMmJjVo1TRQAAMCzETYAAAAAHqq0skGZZtUqJ3c7F1NqMazE4KUUNxzaZt291iKAqm/ZlMKiPOVT7V+jKL5NgaumwaCWNehOlTXg0iQ3adymWYIAAACejbABAAAA8Ghq3iApWYPeEBBmSBpQpN40f0KBnbWUUMXlZdrXTC9W9xOHZaihmqGsNbTW2RdaW1bZIAAAAHCpCBsAAAAAz+VapF5TrlN0Yj+7T4gSMhxPt6+bWSyAqmzeV4VqZhbVLDe0tkWNGcqtoURf6EowY96SX+csEgAAwLMRNgAAAAAezbWYktbZKFr+z2TStxpVWtywbFJRUb5DAFXToW3W1JUlckejsycMylIboas1DWpfaA19oStDWmZWWnqGAAAAno2wAQAAAIBzMaVyxQ2124iIBkrDBnORY8n3hQKoghwOMevz0j7ndbrk+AQL+fE2GIzGsrIGLWUNAAAAlYewAQAAAPB0mjJKcYNOr5793XZ0scOh1DRsnGPOOkjrBlQ9m+easw8rH11TgKVujxOuvtB6tS+09lRfaPKGyzR21NAHRo8QAADAsxE2AAAAAFA42+NqnEvY6wx6Q2i8tl5nsxx32MXs8QUCqFIsxWJRWVFO/b6ZJm+t0qnhVKsGvaasKTRJAwAAQKUgbAAAAABwqnOD3CgnfTsXU2oxrMTgpRQ3HNpm3b3WIoCqY9mUwqI85dPrX6Movk2Bq6bBoJY16E6VNQAAAKBSEDYAAAAAKFXaKVqrVbIGvSEgzJA0sLRT9IKvKW5AlZGXaV8zvVjdTxyWoYZnhrLW0FpnX2htWWWDwGUbN2napxOnCAAA4NkIGwAAAAAoXIvXa8p1ik7sa/cJUVa9z0mzr/m9WABVwbyvCu3OPiNRzXJDa1vUmKHcGkr0hQYAAKh8hA0AAAAASrkWU9I6G0XL/5lM+lajSosblk0qKsp3CMC9HdpmTV1ZInc0OnvCoCy1TEetaVD7QmvoC13ZosPDoqMiBAAA8GyEDQAAAAD+RskbyhU31G4jIhooDRvMRY4lZR13AffkcIhZn5cu+VWnS45PsFDLGoxlZQ1ayhqugIE9Ol3fq4sAAACejbABAAAAwCmaMkpxg8650L3e0HZ0scOh1DRsnGPOOmgTgLvaPNecfVj5iJoCLHV7nNCXW0BJLWvQUtYAAABwZRA2AAAAADids22uxrm0vc6gN4TGa+t2Mstxh13MHk+naLgpS7FYVFZ806BvpslbqwQNp1o16DVlTaFJGirXui0pqzdtFwAAwLMRNgAAAAD4G1fnBrlRTgZ3LqaUPNyiMyjFDYe2WXevswjA/SybUliUp3xK/WsUxbUpUMsanOU5zrIG3amyBlSuddt2rN28TQAAAM9G2AAAAADgLEo7RWu1an9d/1B9k0GlnaLnf1lgZy0luJm8TPua6cXqfuKwDDUkM5S1htY6+0JryyobBAAAACobYQMAAACA07kWtdeU6xSd1N/uE6KEDMfT7etmFgvAncz7qlDNwKKa5YbWthjKdWtwrqFEX+grKDmxUaumiQIAAHg2wgYAAAAAZ+FaTEnrbBQt/2cy6VuNLC1uWDapqCjfIQD3cGibNXVlidzR6OwJg7LUchy1pkHtC62hL/SVlNykcZtmCQIAAHg2wgYAAAAA56TkDeWKG2q3FRENlIYN5iLHkrJOvMC15XCIWZ+X9i2v3TnHJ1ioZQ3GsrIGLWUNAAAAVx5hAwAAAICz05RRihvUuEFvaDu62OFQaho2zjFnHaR1A669zXPN2YeVj6LB11qv5wl9uQWU1LIGLWUNV9iMeUt+nbNIAAAAz0bYAAAAAOB8nO10NTpn3mDQG0LjtfU6KevVOOxi9vgCAVxT5iLHorIim0YDMkzeWiVoONWqQa8pawpN0nDlpGVmpaVnCAAA4NkIGwAAAACck6tzg9woJ4k7F1NqcYNZZ7AL50L5u9daBHDtLJ9SVJSnlNr41yiKa1OgljUolQ1qWYPuVFkDAAAArijCBgAAAAAXUNopWqtVV1IKCDM0GVSs3jR/QoGdtZRwjeRl2tf+XvpRTByWoYZhhrLW0FpnX2htWWWDwBUzsHunIb27CgAA4NkIGwAAAACcj2uxe025TtFJ/e0+IUrIcDzdvm5msQCuhXlfFapZV1SzvNDaFkO5sgbnGkr0hb5KoiPCYiLDBQAA8GyEDQAAAAAuwLWYktIp2rkOvsmkTx5ZpN66bFJRUb5DAFfXoW3W1JVK+xCNzp4wKFMtu9GXlTXonGUN9IUGAAC4aggbAAAAAFSIkjeUK26o01aE1rEKZ4feJWUdeoGrZtbnpf3Ja3fO8QkWalmDsaw1tJayhqto3KRpn06cIgAAgGcjbAAAAABwYZoySnGDGjfoDW1vLXI4lJqGjXPMWQdp3YCrZ/vikuzDykfO4Gut1/NE6epJzqRB7yxr0FLWAAAAcHURNgAAAACoKGebXY3OmTcY9IaIutp6HZV1bBx2MXt8gQCuCmuJmP9N6eetYf8Mk7dWCRrKahrkh1NT1hSapOHqiA4Pi46KEAAAwLPpBQAAAABUgDpvq9VqHQ6HXqe362xybrfF8OL9qw02i/bQNuvutZZ6rQwCuMJW/FJUcFwpqfGvURTftkCv93L1hVbKGnSnyhpwdQzs0UkAAACPR2UDAAAAgItQ2ilaq1VXUgoIMyQNLFZvmj+hwM5aSrjC8nMcq6aVNidPHJahc3YQMZT1hdY6+0JryyobBAAAAK4WwgYAAAAAFeVaBF9TrlN0kwF2nxAlZDiebl83s1gAV9L8rwtsFmUnqlleaG2LGjOoeYNzDSX6Ql8DaRlZR45lCgAA4NkIGwAAAABchNI20Uppg05dH99k0rcaWZoxLJtUVJTvEMCVkZZqTVmqtAkRGnvCoEy1vEZfVtagc5Y10Bf66psxf8lvsxcKAADg2QgbAAAAAFw0JW8oV9xQu60jtI5VjpuLHEu+LxTAlTHr89K+0LU65/gEC7WswVjWGlpLWQMAAMC1Q9gAAAAA4OJoyijFDWrcoDe0vbXI4VBqGjbOMWcdpHUDKt/m+eaMfcpHy+Brrd/rROnqSc6kQe8sa9BS1nCNJCc2atU0UQAAAM9G2AAAAADgUjjb72p0zrzBoDdE1NXWvc4sxx12MXt8gQAqlaVYLPy2tGimfp9MLx+tEjSU1TTID6GmrCk0ScPVl9ykcZtmCQIAAHg2wgYAAAAAF83VuUFulJPKnYsptRxRojPY5a2Htll3r7UIoPIsm1JYlKeUzvhGmGu2z9eX6wvt/ASeKmsAAADANaEXAAAAAHBJ1LzB4dAqWYPdEBBmazLIvPEXb3nTn5/kh8bqBFBJZIKl7iTdcEzvXLnLUNYXWuvsC60tq2wQuOpmzFtitduv79VFAAAAD0bYAAAAAOBSyFldh8NR2rvB2Snarjc0HVSUutBWmKMrzHUU5loFUKmimp4Mr2cxGrxc3RqcayjRF/oaS8vMslr4vgMA4OlYRgkAAADAJXItpqR0itaXLqaUfGOxAK4AjdaRMDhbzRjK94XW0BcaAADADVDZAAAAAOCyKHmDs7jBoDc47PZ6HYrjknNKSswWa4nNarXLIbtduA2LxZqZczw0KNBkMgoPZrPZj2VlBwX4+3h7CbenxlpKAY0zZjAaTaVlDTq9lrIGNzCweyeHwyEAAIBnI2wAAAAAcOnUSV5n5wY552uX878yXVCXV9LpdFa91W6zOZyEe8wGpx07YndoAgIChMfTaHOzjp+sHxQk3JyjtDuIVgZaBqVPg9HgDBv+3heavOEaio4IEwAAwOMRNgAAAACoBMpMsF7594WSNAjlJHSLvG6z2u12h5Ajwh1OfM45kZeends8oaG3l4/weOEhoZt37q5psQf6+wl3pbQGEUreoC7WpVMCBr3RVdagrKGkoS80AACAOyBsAAAAAHBZXPO8Wo1W6HRCGNVODkrWYLM5QwaHmyyxsmX1Zm+TT0xUlIAQsdE+G1L27D+S0a5FpHBvzjDB+aHSOjuDOCMHFlByH+MmTbNarA+MHiEAAIAHI2wAAAAAUAnUhW5K9+S+Tuds1mB3n6Rh78HDR45lD+/Xw4uyhjL1atZctWlbuxbNvbxMwr2prUGc6YJS4qAtW0CJsgYAAAA3QdgAAAAA4HIpa904+zQoc8EO5SR0NWwo7dbgBmTmsWjlxujIyPiYGIEyzRMbL1i5YfuuA+2Tmwr35uoOIpypg6YcAQAAADdA2AAAAACgErjyBrmvk0mDckUpdHCTsGHD9p1HMrJv6N9LrzcIlPH3MzSqW3vZ+i0d27R0/1l7VyNoV8ZA0uAmxo4aKgAAgMcjbAAAAABQOcrP/Kr7bpI0L3ReTQAAEABJREFU2O2OWYtXJNSrE1vD3ZsTXH3tWzZbu2XHrn0HG9evI9zemZ8xAAAAuAnCBgAAAACVyQ2ngFdt2pKVc+KeUcOYnj5T7fiYiNDgJes2JTSoK9wbb5/bSsvIksliTGS4AAAAHoywAQAAAMCV4g6zwzab/c8Fy5KTGkeFhwqcTZd2yZNnzDmRdzI4MEAAF2/G/CVWi/WB0SMEAADwYFoBAAAAANXXkjUb8gsL+3frJHAOrZommIzGJWs2CgAAAOBSETYAAAAAqLYsVuvsxSvaNE8KCwkUOAejwdC2eeKK9ZttdrsALl5yYqNWTRMFAADwbIQNAAAAAKqthSvWFhab+3W5TuC8OrdtWVhUvH7rDgFcvOQmjds0SxAAAMCzETYAAAAAqJ6Kis3zlq/u0LJpcKC/wHmFhwTXrxW3dC0rKQEAAOASETYAAAAAqJ7mLV9TYrH27dpBoAI6tm6x/1Da0YwsAVykdVtSVm/aLgAAgGcjbAAAAABQDeUXFi1ata5T6xYBfr4CFdC0cX1/X59Fq9YL4CKt27Zj7eZtAgAAeDbCBgAAAADV0JwlK+12e69O7QQqRqvRXNeq+drN24vNZgEAAABcJMIGAAAAANVNXn7hktUburZN9vPxFqiw61o1s1qtqzZyijouzsDunYb07ioAAIBnI2wAAAAAUN38uWCpTq/r2bGtwMUI8PNt2rj+YlZSwkWKjgiLiQwXAADAsxE2AAAAAKhWsnJyV2zY0qNDa28vk8BF6ti6RdbxE6n7DgoAAADgYhA2AAAAAKhW/lq0zMtk6Na+tcDFa1A7Piw4aOmaDQKosHGTpn06cYoAAACejbABAAAAQPVxLCtn7ZbtPTu2MxkNApekc9uWm1N25eUXCAAAAKDCCBsAAAAAVB8z5i3x8fLq0ralwKVq2zxRr9cvW7tJAAAAABWmFwAAAABQLRw5lrl5x66hfboZ9PxL59J5mUytmiYsW7uxT5f2Wo1GABcydtRQAQAAPB6VDQAAAACqielzF/n7+XRs3Vzg8nRp2/JkQeHmlF0CAAAAqBjCBgAAAADVwcEj6Tt27+/X9Tq9TidweWpEhNWKi162dqMAKiAtI+vIsUwBAAA8G2EDAAAAgOpgxvwlIUEB1yU3E6gMHVo0Td138HhungAuRH77fpu9UAAAAM9G2AAAAACgyjuWlbNz74Hu7VsLVJJmCQ0Mev26LSkCAAAAqADCBgAAAABV3txlq0wmQ9sWTQQqiZfJmNSw7prN2wVwIdHhYdFREQIAAHg2wgYAAAAAVVteQeHazds7tWphNOgFKk+rJgnpmdlH0jMEcF4De3S6vlcXAQAAPBthAwAAAICqbfGq9XLbpX0rgUqVUL+2t5dpLcUNAAAAqADCBgAAAABVWInFumzthpZJjQN8fQQqlVarTU5qvGbzdofDIYBzW7clZfUmQikAADwdYQMAAACAKmz1pq2FRebuHWgNfUW0appwsqBw576DAji3ddt2rN28TQAAAM9G2AAAAACgqnI4xPzlaxrUjo+JDBe4AmrHRYcFB7GSEgAAAC6I/mkAAAAAKodOL0xe4mqy2ewvPXab0WDQ6cTlkKFFUYGoBvQGYTSJyvXqU3dYrTYvk9BoxDVRVCgcdgF3NrB7J9baAgAAhA0AAAAAKsfVn4zW6bTeukqYXL9W0+iV7kr8IAa9Tl7EtSN/KKax3Vx0RJgAAAAej7ABAAAAAAAAAABcFno2AAAAAACASzdj3pJf5ywSAADAs1HZAAAAAAAALl1aZpbVYhUAAMCzETYAAAAAAAAAAIDLwjJKAAAAADxUQkJCgwYNRLWzd+/e77//XrixkydPfvjhhwLVxdhRQx8YPUIAAADPRtgAAAAAANXH0aNHk5KSFixYINxYt27dPvnkEwEAAIBqhLABAAAAAKoPs9lcVFQk3FteXp5ANZKWkXXkWKYAAACejbABAAAAAABcuhnzl/w2e6EAAACejbABAAAAQCWbO3du+/btIyIiQkJC5M6cOXNOO2Dq1KmjR49u2rRpQEBAkyZNRo0adfToUfWmtWvXajSaCRMmyMHAwMAGDRrIkY8++kgOpqam/t///V/Pnj3luLzve++9d9rDvvvuu82bN5ePGRsbO2DAgP3795e/tbCw8M0330xOTo6MjLzzzjv37Nkjqp2FCxfUrl1b7nz55ZfyN/bNN9+o4wUFBQ8//HDjxo19fX0bNmx49913y5Hyd7zgAWeS78stt9wSExMTHR19ww03yHdHHV+6dKl86pdeeqn8wffdd58c3L17944dO+TOLie5I59IPaCoqGjs2LGNGjXy8fGRb7ocl++XAAAAQNVB2AAAAACgMn3//fd9+vTZu3fvoEGDZKKQkZHRt2/fyZMnuw646667hg8fvmTJEplDjBgxori4WN766KOPln8QGSpMnz49MTHRZrM1a9ZMHZTxw5QpU26++ebXX3/95MmTTz75pDzMdZd//OMfTz31VElJiZyn7tGjx7Jly9q0aZOSkqLeajabu3Xr9txzz/n7+48ZM0ZOebdr1y4rK0tULzVr1nrsscfkTuvWrV999VX1V5efny9/WBnY1KpV68EHH4yPj5dRRKdOneS4eq8LHnCmL774Qr59CxYskKFO7969582bJ59x3bp1F3yFYWFh8oWFOckd+SERzqShS5cu48ePj4qKeuihh2TkIF+AfL/kZ0OgKogOD4uOihAAAMCz6QUAAAAAVJLs7GwZG8iQYPHixUFBQXLklVdekfPRcrBfv34BAQELFy6cMGHCLbfcMnHiRI1GIw9wOBwdO3aUeYOca5ZJgPo427dv37x5c8OGDcs/uNFolLPbOp1O7stHk7d+9913cm5aKGf0L/z0009vv/12OUmtHrBt2zb5sPJ5//rrL+E803/16tX33XffZ599pj6pzCTkK1FfZLVRu3Zt+Qt5//33mzZt+sILL6iDTzzxxNatW//3v//de++96sh7770noxqZ2bz11lsVOeA0Mkl64IEHatasuXTpUhkPyBEZ3rRs2fKRRx6RGdL5X6HMGOQLk+++3He9wnfffXfNmjXjxo2755571BH5eZDZ0gcffPDMM88IuL2BPToJAADg8ahsAAAAAFBpvv7668zMzH/961+uSXy58/zzzx89elSdX5az4V988YUcUZMGSe7IcEI4gwrX4/Tu3fu0pEEaPny4GiRI9erVkwekpaWpV+WstNy+/fbbrgPkY8poYdasWVu2bJFXJ02a5O3tLWfPXU8qD5YjororLi6WKU67du1cQYJwpgsyG/jwww/NZvMFDzjzMadPn26xWJ566ik1aZAaNWok33qZc8gUR1w8mY7I98uVNEgjR4687rrr/vOf/wgAAABUEVQ2AAAAAKg0O3fulNvly5fv2rXLNZiTkyO36pr+NWvWvOuuu4Rz6Z4FCxbMmTNHHrxp0ybhnBZ33aVOnTpnPniNGjXKX/Xz83PlEzt27PD39x83btyZL0ZumzRpsmzZsqSkpNDQUNetYWFhMrGo9gv1yN+M3W5v3779aeNyZP369du2bdNqtec/QKYOp920efNm4VypqfzgjTfeKC7JwYMHc3Nza9Wq9dprr5UfLyoqysrKktmVv1+4gHtbtyXFZne0aZYgAACAByNsAAAAAFBp1FKD8q0UXPbt26fuvP/++x988MGhQ4fkfnBwcNeuXTUazdq1a8sf7OXldeYjyHThtBE5S67u7Nmzx2q1vvjii2d9XjltLY+MiDh9TXmZXrheVXV1+PBhuY2MjDxtXB1JT09Xf4fnOeDMxzx58uRZ73Jpjhw5IrebnM68de/evc2aEja4u3XbdlgtVsIGAAA8HGEDAAAAgEoTHR0tt/v3769Zs+ZZD/jmm28ef/zxli1b3n///W3btu3UqZPBYLj77rtPCxsuVt26dR0Oh1rKcFbe3t5nzpvn5uaK6k5d6ejYsWOnjasjoaGh6sJT5zngzMdU3+XMzEx15zSuBbLKKygoEOcQExMjt/IzMH78+LMeUFwkAAAA4P7o2QAAAACg0shJf7ldvHhx+cEDBw689tpraqPmqVOnyu1333337LPPdu/eXSYNwhlOCGfTZnGp6tWrl5qaqlZLuCxatEg+b0pKinCu+bN79+7yU+pFRUXqyk7VzGlz/fI3I7fLli077bClS5d6eXklJSVd8IAzn6J27dpye1o+9NhjjzVu3PjIkSPqe1pYWFj+VrVzxllfZHx8vI+Pz/Lly111Kqpvv/1Wvn1nbRoBdzOwe6chvbsKAADg2QgbAAAAAFSaUaNG+fn5/etf/3L1bLBarU888cSLL76ozkGbTCbx95loOak9b948cXlhw+233y63d9xxh7rCj5SRkXHfffe9++676tn3119/fXFx8dNPP63OaMvnevzxx48fPy6qHaPRKMr9hoOCgm666abVq1eXb2jx0Ucfbdq06YYbbvD19b3gAWc+xfDhwwMCAt555x35S1ZHZJYwefJkmRnExMQ0atRIr9fLt7WkpES9deLEiactkSRfZH5+vusdv+uuu7Zv3/7kk0+6RlatWnX33XcvWLBA/cDAzUVHhMVEstoVAACejmWUAAAAAFSamjVrfvbZZ2PHjm3btu2QIUPq1Knz559/rlix4uGHH+7Ro4c8YPDgwT///HPHjh0HDBjQrFmzQ4cOfffdd3K++4STuFQjRoyQT/Hhhx+2bNly0KBB/v7+EyZMSE9PnzRpUmBgoDzgoYcemj179jfffLNz585OnTrJl7R27drY2FhR7YSGhsofedq0ab169br//vuHDRv23//+V/7U9957rxyUv/P169fPmTNH/qI++OAD9S4XPOA08vf26aefyjCgVatWQ4cOzcnJke+pTHF+/fVXeavMIeST/vTTT3Xr1pU7653kh+G3335zPYL8nGzdulW+ET179nz55ZffeOONjRs3vv/++/J96dq1q4yF5KcoLCxMPosAAABAFUFlAwAAAIDKdOutt8p55NGjR8vp4/fee89oNP7444+uaWs5/uqrr9pstqlTp8pZ5u3bt7/44ovffvutvGnJkiXiMsinmDt3buvWrWXA8OWXX8qdNWvW3HDDDeqter1+xowZH3/8scPhkBPZ+fn58gU0atRIVDvyFy5DF/nzrl69Wl2fKjIyUu7LQflrHzdunPzZZbqwbNkyOZuv3uWCB5zplltuke9v//79Z86cOW/evH79+slHkL9z9dbx48fLNzojI+P777+Pjo5esGBB7969y99dpgtxcXHyLjt27JBXZTi0aNEi+dQhISEyYPjjjz/GjBmzYcOGavkGVUsz5i35dc4iAQAAPJvmckqVAQAAgCpK/jXYbrdbrVaLxbJggnn1ZE1ST+OgJ/0ELoPeIIxVds2bwnxRDRiMyqWaKS4SdpuAOxs3aZrVYn1g9AgBNzZ/XOGqqcW1O+Z1uKPYx8nLy0vGkzqdTqvVnlHTvKQAABAASURBVLW1OwAAF4VllAAAAAAAAAAAwGUhbAAAAAAAAJdu7KihAgAAeDzCBgAAAAAAAAAAcFkIGwAAAAAAAAAAwGXRCgAAAAAAgEs1btK0TydOEQAAwLNR2QAAAAAAAAAAAC4LYQMAAAAAALh00eFhVrtdAAAAz0bYAAAAAKCSOMSVY3dOZWq1rAR77TkcDrvdodNdpffiSn6sUDkG9ugkAACAxyNsAAAAAFA5rFZhzRdXyIcTJvv5+tw1cojAuVlKlMuVtmzt5p/+mPOf5x7V63UCAAAAcOK0IAAAAABVQHFJiZeXUcANGI0G4XxHBOC0bkvK6k3bBQAA8GyEDQAAAACqgGKz2dtkEnADJmfYUFJiEYDTum071m7eJgAAgGdjGSUAAAAAVUCxucSLsME9GI1KiYmZygYAAACUQ9gAAAAAoAooKi72MrGMklvwMlDZgL9JTmxks9PJGwAAT0fYAAAAAMDdlVisDofw8qKywS0YnamP2ULYgFLJTRoLAADg8QgbAAAAALi7YrOyYg/LKLkJk7OywWxmGSUAAACcQoNoAAAAAO6u2GyWWx/CBvdgorIBfzdj3pJf5ywSAADAs1HZAAAAAMDdqSfRm+jZ4B68nA2iSwgbUCYtM8tqsQoAAODZCBsAAAAAuLsiZ2UDPRvchF6v07CMEgAAAP6OsAEAAACAu7M4T5o26vn3i7swmYwWK2eyo9TYUUMFAADwePxlHQAAAIDbczgE3IlGI98T3hQAAACcQtgAAAAAAAAAAAAui1YAAAAAAABcqo+/mfzVT9MFAADwbIQNAAAAAADg0pktFoPRIAAAgGdjGSUAAAAAAHDpgvz9fbxMAgAAeDbCBgAAAAAAcOnuGjlEAAAAj0fYAAAAAAAAAAAALgs9GwAAAAAAwCUyl1iWrduUl18oAACAZyNsAAAAAABcHI1G43A4BCDEibyTP82Yk3YsUwAAAM/GMkoAAAAAgItjNBjy8gsEIETuyXy5DQ70FwAAwLMRNgAAAAAALo7JYMzNyxeAEH6+Pn27dAgJChAAAMCzETYAAAAAAC6O0WTIzSdsgCI6IkxeBAAA8Hj0bAAAAAAAXJwAfz8qGwAAAFAeYQMAAAAAd2dz2OVWq+XfL+4iMjQkL7+AHtGQfp45d2NKqgAAAB6Pv6wDAAAAcHc5J/Lk1stkEnAPkWEhQukMTI9oiCVrNmZlHxcAAMDjETYAAAAAcHdZx0/IrbeXUcA9hIc6w4a8kwKe7WhmttzGREUIAADg8QgbAAAAALi7rJwT4aFBAm4jNipCq9HsPXREwLPVCA99/sG768bHCgAA4PEIGwAAAAC4u6zjx+Ojawi4DZPRULdm7Not2wU8ngwCjUaDAAAAHo+wAQAAAIBbO5aVk5l9Ij46SsCdNK5b+/DRjMwcFuv3aEczsgQAAIATYQMAAAAAt/b73MUajWie0FDAnTSqV1tuV23cJuCpiorNb3329ZLVGwQAAIAQegF4PIfDIQAAQJWikXPP8AxH0jO37NzdtFH9oAA/AXcSExUeGRa6ZtO2gd07Cnik3QcOyW2dmjRsAAAACsIGeKjyAQNhAwAAVRrBQ/U2Y/5ivV43pFdXAffTrX3ypN9n7zl4pG58jIDnMRmNLRMbxkSGCwAAAMIGeCBXtOAoc9o4AABwZ2q0oHFSd+R/xMkbqqspf8zdvmvfjQN6hYUECrif1k0Tps9Z/Me8Jf+8Y5SA52lQO15eBAAAgBNhAzyLmijI7Yad+bNXHT8tbCBvAADAzakZg/xP9m39I2qEmeS+Vqslb6iWjufmjZ/065H0jC5tW17XqpmAW9Lr9b06tf1tzqKV67e0a9lEAAAAwIMRNsDjqKHCrkOFP8/PEgAAoGrq2y4gPEgnkwa5T95QnZRYrFt37l6/dceWnbvl1e4dWg/p1UXAjck0aNnaTdNmL0hoUCfAz1fAY2xMSd219+CIAT0FAACAE2EDPJHdSe5EhBg7twwWAACg6pi+KKPE4rBarRaLRa/XqwGDmjcIVFkFhcV7Dx2WGYNMGmTeIEdia0SMHNA7PiZKwL3pdLphfbuP+/GXSdNnjb15mIDHWLp6g8loFAAAAGUIG+BBHOWoYUN8lNf9I2IFAACoOmatyCqx2EpKSiwWgyjXvAFVy5FjmUczso6kZ6RlZB45mnGyoFAd9/fzSWxQt2PrFvVq8pe0KiOxQZ0WiQ03bNu5MSW1eeMGAh6g2Fyy//DREf0pawAAAKcQNsDjuJIGAABQdVksFpk3yJhBp9OpZxIQObgzc4nlcPqxI+mZarpw8Ei666Ya4aEN6tSMjgyPjYqMj4708fYSqIJuHtL30NFjP/8xt2Htmt5eJoHqzstkfOPJfwh63gEAgHIIG+Bx1LCBvAHuQ3/ogGHFYnNBvm3k7RofHwEAqAAZNlitVr1er/5nXW3eAPeRcyJP5gpHjmUoAcOxjOzjueq4j7cpOiK8S9uWMZER0VHhcl+n472rDowGw90jr39v3MT/fT/1gdHDWV3HE5iMBgEAAFAOYQM8FGED3ILdbty22WfenyU52fYD+zV7d9sfe04TFMzJuQBwQVYnNWlwOJRzayluuIZsNru6JpIzXZDbzKJis3pTWEhgbFRE2+ZJMleIrRERHBggUE3ViAi7a+SQcT9O+/ibnx68/UbyhmpMxofZJ3Ib1I4XAAAA5RA2wOOoKy0IwA3o9+/1XrbQlp9ffPSIsNvEwf0ZC+cW9ehfy9+X+TIAOD9XqSL/Wb8mCovMB4+mp6VnpB1TVkZKz8qWb4VQTm/X14gMb5HQMKZGRExERExUuJFznz1JQv06tw0b8O3UGTJv+MdtI7xMrKdUPS1cuXbN5u2vPX6/Qc+UAgAAOIW/GcCzuM58FIAb8F4wy3rsaOGBfQ6LRV41+/jtaZR0/MSJYrutUWBApeQNG7bumjJj/rad+44ey46KCElsWOefd42oEREiLtu6zTsn/jxr7eYdYcGB/3vnST9fn9/+WnzLsN7iyvtg/E9fTZ5ZfqRWXFTDuvEtmzS8YUBXg15XwceZPH3emx9N/ODVf3br0FJebdX3rhZNGox/9+mzHpyemdPnpseG9uv88uN3nvUAOcv2619LOrdrFhYSKK/+MG3O259873rwy2QusbTpf8/5j/nivWdaN2/U5YYHYyLDf/j0pXMd1uPGhyPDQs5zAFBVqDGD67/p/Mf9ipK/3czs44ePZaQ5axcOp2fknSxQbwr095OJQmKDutFREfLPn4jQEOJyD9cyqZHNZvvu1z8/+mrSP+8YRd5Q/RSbS1Zt3HpdcjOSBgAAcBr+cgAPxZQErjkZMJh3bCvJzBA2m/w4lgQEptw+9oRfoK9BezDncB2vYJNXtLgM+YXFb370zR9zV8j9qPCQhPq1du0/PHPeivlL17393P1dO7QQlyHn+Ml/Pv9f+RQN6saFBgdGhAbf8o9X8guLrk7YoJJPHRLoL3dKLNa09KxZC1fLy/K1Wz967WFxLfzn80nfTZ0187v3xBUgk6d2LRNcV3NyT6buORRbI1xeXIP+fjT8gGehAuyKkn+0HnFWLRxWtsqOHJHjOq02Mjy0odLPWYkW4mpE+XgzlYzTtW6WaDQavvl5hswbHrx9JE2/qxkvk3Fwry5142MFAADA3xE2AMC1oTEYSnr01Uz90WGzFYRH7h50w/6IOKMQJ4rMTU6OCzwhzOGvOHRB4lI9+erHcua9W4eWD98zonZcDTlitdl+n73sjQ+/efyVj794/5kWifXFpdpz4IhMGkYO7vGvf45WR2TSIK6uu0YN7NutretqZtaJ+559d9GKDas2bG/bIqEijyBfv7yISlJwJX8DRoP+83eecl39a8Gqp9/4rFfn1o/cc6O4SPN++lAAwBlO5J1UOzmrfReyck6oJ2b4envFREV0SG4WI9OFqIio8FD6OaMimjVu8M87bhr3w9T/+2by2JuGBTvPD0C10bFVcwEAAHAGwgYAuHZ69refzDu6I2V13+FFQcF2i73QYo9Nm1JPLDcGa3UZjxREfCx0fuLi/fbXEpk0JDdt+N5L/9DrSpcVkjtD+3UuNpe89fF3X3w//ZM3HxeXyuZssR4VESrcRnhY0I2De7z54bfbdu6vYNgAAB5L/jGenpntXBNJ6bggLwVFxUKpFxHhIcEyV2jTLMmZLoQHBTBHjEtUK7bGk/feNn7Sr2999tWt1/dv0qieQNWXl18YQDElAAA4B8IGALh29Pq8wTeua5NVUKL0bBB2a0zuHx017/vabNZj0bqIbb7ZTxeF/MuujxEXadqsJXL7jzHDXEmDy/CB3VJ2H0hqWNvhcGg0mm9//us//5v05X+e+ejLKbv3H6kZE/Xt/71g0Ot27Ts87c/FW3fs2bH7YGR4SHxMxF03DWrZpIF8hJsfeGVb6j658+EXP8nLrcP6fPfLLPXBm/Ucc56uBleHv5+3uvPlDzM+mvDz5+88VX4BoqF3PmsusaiLHZ3Ws+E0RzNyvpr0x9LVmwwGfbfrkgf37nieJ+096tFjWcflTv9bn4iPifz9m7fVcYdD+S3NW7ou58TJ5kn1u3dIHta/c/k7fjV55sz5K44czfT19mpYL/7Zh26LiQoTly11z6F/fzwxde8hGQglN2k4ZmS/6MjShy3fs0FtLPHbV28tX7tl4fIN23bujYoMG9TrujE39nM9VGGR+ftfZs9ZsuZYZk775KS7bhoor/4+e9m6WV8KAFVHUbH50NFjrmWRZNJgsymxscloqBEZ3jyxYUxURExEeHRUhNHAPxBQaYIDAx6/+9Zf/pr/xeRfu7RtOaRXVypjqrrvf50p38SxNw0TAAAAZ+DfEgBwLQWajB0iQldm5piP76l/YHxc/rLAWie0Xg5rgcZ6NNYQvd4r563CsLeE1rfij5mbV7BhS2p4SGBy04Zn3iqDhFefuOu0wXc++yE9I7tuzZjIsGB5gIwZXvvgax9vrzbNG48YVG/j1tSlq7fsP5T+8/g3vL2Mw/p3qVcn9re/llzXukmzhHoN68YH+Pv88Osc+Tg3X9+rQd04cS0cPpo5adqcqPCQ3p3biMu29+DROx978/iJk727tIkIC567eM2CZevOc/ytw/v8NX+VzGBGD+/jmtaX/u/LKUfSs7q0a+7r6z1z3oolKzdZbdYbB3VXb33jw29/+n1+nfgaQ/t1OZGXv3D5+lsefOXL/zxbt+ZltevIyMq5+8m3woIDh/TpJD8JMlNZtnbLL1+8IacUz3r802986u3tNaR3x64dWkz8edZ/x02WU403D+0lnI2p73r839tT98vPUvs+nTZu333LP16plDgEwBUlk86snBNHMjKOHM04kpEptyfyTqo3BQX4x9SISKxfV0kXIiPCQoJofoErSk5MjxjQs2HdmhN/mblr/6G7R10fGhQoUDXtP5S2Y8/+u0deLwAAAM6GsAEArrFQb1Pv6FCR9l5Y8fdFJcYBRfwEAAAQAElEQVQTh3xDauUbfHNLcu0lh+MNMSv9jt1ZEPF5xfs3ZGQrp9jXqXkR9RA2m33OpA/UyejCIvO7n/0gc4eJH7/k51Pa0fGD8T99NXnm2k07OrVtOnxg19joCBk2tGrW+M5R/eWtcpJ6xtzlcufe0UPE1fLlpBnT/lyk7pvNlg3bdkWEBn3y5uOBARcRzJzL5xN/lUnDW8/d38/ZFuK+264f++Tb5zn+tuF99x5Ik2HDTdf3Kj8Xn5dfOPWLN+KiI+T+4N4d73j0zZlzV6hhw5qNO2TSMKj3da88fpd6mufufUfGPPrGe5/98NlbT4jLkJmTKzOPJ+67STjf2Ydf/GDJqs2rN6TI9+6sxxv0+i/fe0Z9DR3bNB085pk/5i5Xw4apfyyUScNN1/d85sFb1YNf//DbKb/PP7NiBsC1ZbXa1F4Lat+FtGOZZmfNnPxqR4WHNagTr3ZciI2KlJmxAK66po3qP/PAmC8m/frWp1+PHtZfXhWogvR6fZe2LVkRCwAAnAthAwBcewa9UbR50+zr5bPrI0du0fF9fgFxhcbAk5aCQ9ZjNQxR+7yzXyoOedqur9AJ73knC+TWx9tLVNiAHh1cp707HI7n/nl7aHCAK2mQ6tVSoovjJ/KE20jdc+i0kcJi858LVtStFXOZSzQUFBbPW7K2SaM6/coaUPv7et8/+vqHXvhAXKSh/TqrSYPUskkDOdt3OD1TvaquPfXI3Te6Xm292jHDB3b7atIfqXsPN6gTKy6VfCvvu22oui8fvHfnNjJsOJqRda7je3Zu7XoN8hXWjovKzD6hXv19zjJfH68Hbj+1VMI/7xz+57zlxWaLAHDtlJRYZKhwWIYK6Rlym56RVWKxqjf5eXtHR4Vf16p5jYjw6Iiw2BoRAnAPoUGBT9wz+pe/5n85+bfrkpsN69tdrye6rmLkHymxNboLAACAcyBsAAD3oDUVJ74kt74pb+qK8vMO+QXXztf75FkLHSUHaxprrvbKfqUw/D9Ce+F+0QH+yqn9hc5WnxUUGx3u2peTywN6tpc7Vptt07bdqzZsX7d553ZnkwbXZNZFkeFHrjP/uARBgf5yov+sN7393P19nWGATEcysk8cOZopp+knTJp5Mr/o+UduF5chdd8hi9WW2LB2+cHGDWqLi9egzt8WlQoJDkjdc1Dd33/oqPxVT/1jYfkDDhw6qtx0+OjlhA0146LKB0UhwcpqFTJBOdfx4SF/K5rx9vI6cTJf7shfwvbU/U0b1w3wP9UHUu7Xrxu/ZfseAeAqOp6bd/hoRlpG5qG0Y0czM7NyctXxAD9fGS10aZtsNBria0RFRYQFBVz4PxPAtVJ+SaU9Bw/fM2poWEhFCzdxzeWezA/0508YAABwPoQNAOA2tMbiRk9rSnK89vzPdrIoZ79fUHyBwfekOLnfciROH7XeN+OfheH/dugiz/8w6tyxnJY61wFHM3LCQwPLr4RjMv5tVY1la7Z8PGHq9l37hbPHQ3LThq2aNV68cqO4JJN+m/fJ17+IS/Ly43cO7df5/MdoNJrIsGB5qRVbo/dNj/z8x8JHxo4sP9t+sQoKlHn54MCA8oNhIQGXsHaQ4e99VuVLtdsd6v6htAybzf7pN9POvJcMTsRlMOhOe1Jl63Cc83gfH9NpI+qLzM8vlNvgoIDTbg0PZq1t4MqSfzikZ2apCyI5F0fKVPNjnVYbGRZSOzbmuuTm0VER8TUiL6qIDXATp5ZU+uzrW67v1yKxoYDb25Sya8JPv73y6L1BAf4CAADgHAgbAMCd6ExFTd92GEN8d76rySs8sd83ML7Q4J9vKTxiPRZtqLHdO/vfRSHPO/Tn69AbFOjXuH7NlF0HNmzb1SLxLGsiP/jc++nHsn787JX4mLPkFvsOHX30pY/8/XzuHT2kYd34Ni0S/H29p89aeslhQ49OrepcasfjxvVrVfzgkGD/pIZ15E+dfiy7Xu2zt6woLDJfcJEl+bPLbfbx3PKD5hKL1WYTlScuOsLhcEz/+m3hruQHSUZNubknTxvPOWMEwGUqKjYfOnrscHpGmrPpwrHMbJvdLpQF8UwxkRFtmiVGR4THREXUiAi7zGXiADfhWlLp659/37Fn//D+PQx6/mXqvoqKS375a17rpgkkDQAA4Pz4Kx0AuBmdqbjxM8Ju9tnxtrbYlnvQP7Revt47z5pvLzlYyxi/wifzsYKIT4XufGXst43o9+yb//t84m+f/ftxjXpme5n5y9bv3nc4oX6tsyYN0sLlG+TE+pO3XT9iYDfXYNoxZcV/hzjn6fHySc517nzdmtF1LzVsuFjq64wIU2o7dM6VoM1ms+vWzOzc9Myc8g2cz6perRi9Trd1597ygzK8Of+9/v5rvrC4mMglKzcdzcipERHiGly7ace6zTt7dm591X5j5yE/OXVqxew9lFZQWOxbViki93fvPywAXAb5p2VmzvG0Y5mHnS2d09IzTuTlqzeFhQTFRkY0T2ig9nMODmReD9VW+SWV9h48fPeooZFhIQJuydvL2L5l0w4tmwkAAIDzImwAAPejNRYnvqixFnntG2fLK8za7a+sp+SfL/IPWI7G6CNTvHPeKgp7WWjO+Wd4/+7tZs5bvmTV5jc+mvjk/Te5mj9v2LbrlfcnGPS6px685Vz3VQ8uLi5xjZzIzZ/252Lh7I5wrnsZDPrc3Hx5gOZiJ90ridVm+3bKrGNZx69r3UTtWlE7XpmvX7l+e5f2LYTzxX/2bYVWc5IT653bNZOpzC8zFw/rryzidLKg6L/jJp3/Xnrn4kVFRWZRMYN7XSfDhpfe/eL9V/6pLvqUfTzv9Q++ycg+ftPQXsI99OzY6pOvf/n4q6lP/6P0A/PZt9Pk5+ESVpQCPJnFai2/JtLRY5ky05XjRqOhRkRYQv26MVHhSroQGW4s++Ma8BCuJZXeG/ft8H4927ZIEnBLfbt0EAAAABdC2AAAbklrKmr2tt0nxnfby7qCk7kH/YJqFup9T1oL02wnWxqCQksc+TbN+XoqvvXcAw8+9/6U3+fPWby6Ud14OWKz29ds3KHTaV95/K6zLq+kuq51Uy/TlPf+9+OilRtaJDUwm0tmLVxd4Fwu/KRzEf+zqhEZtnvfkTseebNtcsL9tw0VV96Xk2ZM+3OR6+rh9KzDaRkyJ3j6H7eqI+1aJkSFh/wwbc76LTtbNmm4bM1mu93RLKGuq7HqeTz5wM2pew/JYGbp6k1yElD+Ks7T80BVIzJUbp9649OaMZH/feWf4kJ6d2mzYesu+fJG3feijEPkK//1z8VZx3Pffv6BAD8f4R5uGdZ7zpI18kXu3HOwSaM6W3bs3XcoLSI0KL+wSAA4t9yT+UeOZhzJyFTShfSMzJzj6p8hgf5+MTUiOrdpGR0VERsZER4afI3yWcCNqEsqTZs1/4fpf23fvfeW6/sZDaRubmTH7v2N6tUSAAAAFUDYAADuSmswN3hYY8n1SnnTUVRw4qBvSO18g2+eI6SpxthAbz9u054vbPDz8Rr/7tOzFq76ffbSQ2kZcoY9KiKkV6dW998+tG6tmPPcsWZs5DvP3//qf7+WyYS8yIN7dGp146DuN977woZtu851r4fG3LBrzyE5GR0RHiyuitQ9h8pfDQ0O6N+j/W3D+8rXr46YjIZP33rizY++XbtpR2GRuX1y0r2jh7zz6fcVCRuiI8O++78XJ0z6Q8YMqzZsT2hQ6+XH7+p/6xPnucuIQd0Xr9gof0VWq7WoXF3IeTz9j1tkzPDrn4tmLVip0WiSGtW5d/T1jerFC7chI5Av//Psa//9ettOJWbo3Lb5v/913yMvfqjVsmo8cIoMMo9mZqUdy0xzFi7ImCG/SAnklH7O4aE1Y2u0T24WK9OFqEgfb5MAcAadTju8f88GdZQlld767Ot7Rg2tEREm4AYWrlw3bdaCf/3jTha5AgAAFaFxXPBcTaC6kJ92u91us9lKSkqmzMv8eGpOq4SAtx+uLwB3Zjd7b3nBtOfT/FyHPSrev26ciBytMQQXWIMsAR0FcCXtO3Q0LCTI39e7/GCvkY/Ujo8e9+5TArhGrn9s48kC20ujDQm1fVQmk0mv1+vkhOXFJGHqXwxkQGixWBZMMK+erEnqaRz0pN8F71hsLjmcfuzw0Yy0jEy5PZaZrTaQ9/X2iomKiI4Mj1W2EVHhofRzBi5K9oncLyb9mpGdc0Pf7h2S6RBwjeXlF7z+f1+0TGo8alBvgWph/rjCVVOLa3fM63BHsfofUC8vL6PRqP4HVEO1HQDgslHZAADuTWsqavKGwxTqd/Ara/3bRHgDjcYoh7dt2x5ct354RKQArpgJk/6YPmvplM9fayBTLqdZC1dnZJ8Y2r+LADxJVk5uaccFZ+3C8dw84WwLHx4SLKOFFgkNopV+zuFBAfRzBi6La0mlyTPmbN+1b/Sw/iaj8fx3+fS7KaMG9gkJChCobAF+vl3bteraLlkAAABUDGEDALg9raG40dOWBvearPt11iyrrTgjK2/u0tSI/bOG33SbAK6YPl3ayrBh9D9fa9sysWZM5Obtuzdu3x0ZFnzTkJ4CqL6sVlvasbJ+zumZaRmZxWZlbTST0VAjMjyhXu2YGhExEeHRURFGA3+XBirZ35ZU+vTru0ddHxMVca6D/1y4fOeeA6s2bu3XlfbFV0T/btcJAACACuMfSABQNdi0QYXGZlp9UVFe2uItq7JzRXbeFofDQb0zrpyObZp89tYT02YuStl9YNGKDXICqHfn1o/ff1NwEKdvo1rJyy/MKErPj8nZaj6x5ZOcjOzj6kKjQQH+MVHhndu0VBdHCg+hnzNwlTRtVP+ZB8Z8MenX97/4/vreXTu1aXHWw2YtXi63Mmzo26UDX89KlJdfsGT1hgHdWbETAABcHMIGAKhCNHatjymoXo9+Ndt3HmB32EkacKV1aJUkLwKoRmSQcDQj51BahrwcPHLsyNEsGTYoN8RpNY7gxrE1OiQ3k9FCXI1Iby/6OQPXjGtJpZ//nLd9997bhg087Sv5/Hufqv0Hj+fm7dizr3G92gKVZNpf81N27+/WoZWPl5cAAACoMMIGAKh6DAZDYFCQAABUgNlsOeiMFtTLkfQsq1Xp5+zn4x0bHd66WcPI8OAjK/x3/BrcpIfXoCEXbhAN4Or425JKn31998ghcdFR6k2ffffzyYLC/2fvLgCjOBYwju9JHEIgHoIFD64BgrsXKBRtoUixFgq0tEXaUuQVaCnFCqW4uxR3d3d3CPEQI3Ly5m7hOEIIgQQKuf/v3dvuzs7t7kkuYb6bGVPN/cdOEzakl7sBgSfOX27XtD5JAwAAeF2EDQAAAMhQQsMjn0YLwfcCgoJDH0nyfM7OTjk83UoVzZ/D0zVHdjcnx0w6nU6j0SQmJkYfj1fo6SsGvI8MQyr17DR98apxMxY0rO5fu3IF8eN86fot8zrnr16Pjn0sEkQJaZbD07172xa+BXwkAACA3/16QwAAEABJREFU10TYAAAAgA+YRqMNDAl6GBx+/2HIvQBxC34cFy/Kra2tvD1cfPPnzlHNzdvLNYdX0vmc5YkZALz/nLMahlRasWnHuh37Lt24ff323SQVdDr9oRNnalf2k5AeSBoAAMCbIWwAAADAh0SliHe0jrx2M/ba9diQ8OiQ8Eg5NsiaJZO3l1sN/1JyxwU3Z+ZzBjIOtVrVunGdfLlzzFuxLtmccN+xU7X8/fipT4tL127tOnz881ZNbaytJAAAgNdH2AAAAID3l06nDwwODXgYFPAw+MHDoAeBwT4OsZKDdOm6wjWro5d7tgqlC+Xy9siT0zOTg71SqZQAZFwnz116WY+k8EdRTBOdFhqNZsn6LY6ZHEgaAADAGyNsAGCJGDoDgDkFX4V9nzyOS3gQEChyhYDA4PsBQUFBoRqtYT5ne3tbLw+30sV9l+6IDYt2+LZtlqI+meyNbGxs1Gr+rAUyvrOXr6Wwl2mi0+LG3QdR0bE92reUAAAA3hT/KgNgQUwZg3nYQPAAWKZkAwZSh3dPfAaHhIU/6bXwMDggICgiMkoyzufski2rl6dbCd8CHh5uYsXJMZN8lxlbTsVptUoFnRgAy9J/+LiUK5y/ej38UWTWLI4SXl+BPDl/6d/D3s5WAgAAeFOEDQAsgnnMYFjXPyEBsGyGdEHxjPhYIG942xISNQ+MYyKJXOFBYHBAYHBCQqIot7G28nB3LVTQR+QKXu6uYmlFZwUATw3782+tTpdyHcM00SfPNaheScLrEB/L1laGz1uSBgAAkEb8Ew6ABdHpdE37nYmL10kAYKRWSWv/KKJUiP8ZkDe8DeGPIg0dFwKMky4EBoWERsjlTo6ZPT3dqlQs4+XhJm7O2Zx44gEk65/Fq8MiIlNT8/Cps/WrVeLD5LVs2Xvo2q07X3duJwEAAKQNYQOAjE/uwSCSBr240ZsBgBmRK2gTE/UqlVJSGdqmjHmDhDTQaLUPA0PkYZECAg3Lx4/jRbl4jt3dnHPnzF6pfClPd9fsXh52ttYSAKRCylM1mGOa6NcVGBK2fd/hsiV8JQAAgDQjbABgEeRBk0TaYGxG1E8Z5OuT3S7ZmpOW3Fm3J7hFTfcvPvaWAHywZqy+v2zrw4b+Ln3a5Uq2wu2AuO4jzouVhIR4tZVx/Ai9pDTEDYaZAIgcUi82Nu7ug4emdCEoOFQEu6Lcwd7O08O1fKlinh5uYkUkDSolsywAeG2Xrt9q3bjOo6iYyKjoR9HRkVExj6Kio2JiX/YNEqaJfi3RsY+9vdw/rl9LAgAASDPCBgAWw5A20LMBwHPEZ0JiguF79/KcDZKe1vBXEJ+jQSFhxkkXngyLFBUVK8nzOTtnze7hVqpYYU93Vy8vtyyZM0kAPnz/+d9OBX2SyYzFZ1FUTExcfEJ4ZFRkZHREVNSjyKiI6OiIR9G3HwSERURmzZJZQir45PDq36W99B680O8zvoIAAEAqETYAsAhyzwatVisBwPMSExOUT6iUSj1zNiQh2vIeBASJdMEQMAQEPwwO0WgMn6U2Nlaebq5FCxXw8jBM5uzp4cp8zkBGYmp6fj/boMXntGMmB3Fzc86abAWazl/pcVwCw9m9Lv5CAAAgZfybEIBFMDQfSuJ//LMTwHMMMaQmUaNWq3RWdH6SDE+IFBYe8cA4JpIxYwiOePRkUlanLJm9PNwKFfQRuUJ2D7dsWZnPGciw5A9D06xXT9YVtOBnKMvWb34UHd2zQysJyTH2d3ySLiie4hsJAACkjLABgKWQ52yQAMCMYYJordYYMxg/HyyvASFRozFFCw8fBgcEBscnJIpytUrl5uacP29Ow2TOho4L7nwBFrAQpqTh8aK50YvnyutyM6tcgcbWDCAhUVPx8WN7O7vwlTMkPM/8rW5VwT/Tt0MUCqVpSifyBgAAUkDYAMBi8F08AMkxTOdi7NOgfzLiWgb/rIiIjHoQEBwgD4v0MDgkLFx+xA4Odtk93CqUK+nl4erp4ebu6qxU0pgCWCjjRFe6xEfhugf3n5SY75XwwRMNAY7iP9GRfBMnBeKtrgsOStQkqpQqvaRSGiMHkgYAAFJA2ADAgtD3H0AST9IFswFDMhitVhcYFPKk74LhFvz4cZxk/G6mq3PW7F7uZUsVFdGCiBkcHR0kADBKMv6kvb+/pFJJgCV5fPiwPj5eq9MmJiZIaitRolDTrQEAgFcgbAAAAMg4SYPIEu4+CDR2XDAEDMHBYVrjeOuG+Zzd3UoVK2SIFjzdPN1d1WqaDgEkpTcxdPp68q13j5GjFA7kkbAst5s20QQEaLXGsEEypPRKnVKvfDKeGJEDAADJImwAAAD4UIkmj6CQMJErPBkWKSA4MjpG3uWUxVGECkUL5/fycBM352xZJABIHTlroEsoIH4YRNigVCpVSpVOqRKJgwQAAF6OsAEAAOA1iMa3ZWs2fdKsvvRfiI9PfPAw0DSlc2BQaKJGIxnnc/ZwcylYII8cLXh5utnaMJ8zgDelMOYNesbzh6XT6rR6TaJapdaq1GrxFwD9GQAASBFhAwAAQGppNNpFK9afOX8lk4N9wzpVpbcvNOxRQKBxTKQAQ9+F8IhIuTxTJnsvD1d/v1KeHq4iXXBjPmcA6eTJKEp6HZ8pgPhZEHmDIXgz/lDQ3QcAgJQRNgAAAKTK47j42QtX3bh1T6yLpn/pLRBhhjyNszzpwsPA4Lh4w1DRhvmcXbLmzuFVoVzJ7B5uImBwzMz46QDeLtpVAdP8JaYfB+aIBgAgBYQNAAAArxYRGTVj7vKHQaHypogEpPQQERkdEBAUEPgkXQgODZNbM2xtrEWiULpkES93Vy8vN0835nMG8A4ZP4kIGwDp6Q/Ckx8HfigAAEgRYQMAAMArhIZFTJ25WAQDppKo6Fjp9Wl1usDA0CfDIj0MCngYHBP7WN6V1cnRy8OtRLFCXsZhkbJlZT5nAP8xvr4NmAdvxG8AALwSYQMA4P0y7q+ZU+csFCvf9u7W7dPWL1b4YcRvK9ZtEivHtqx2dMwkvZE1m7Z/+/P/Rg8d2LxRXbFZqVErT3e3FTMnS8AL7j54OGPeipiYx9Lre/w4/t6Dhw+edlwICgoVeYMoV6sN8zkXKZzP0901u6ebl4e7jY2VBAAAAADAB4uwAQDwntq579CLYYNWq9u6Z58EvCsXr9ycv2RNQqImNZX1en1waLhhJufA4IciXQgIfhT1pDNEZsN8zm4F8+X29BDRgpu7aza+MgwAAAAAyEgIGwAA7yMPN5djp88GhYS6uTiblx88eiIyMjqTg310zJsMYvMyB9Yvk4AXHDl+dvnaLS8bNmHB0n9bNqtvGA3JmC6IjCEwKESOJUSQIOKEPHlyGGZc8HTL4eVhb28rAQAAAACQcRE2AADeL/K3vetUqzxv2eodew+2ad7YfO+2vQecszkVzOtz4OgJvhiOt2rvweNrN+5MocKZC1dPnbssr8vzOfuVLeHu6uzlZUgXJAAAAAAALAlhAwDgfVShbKmV6zfv3HfIPGzQ6/Wbd+5pVKvGtVu3peen6bsfEDhs7ISrN26GR0bm8PJsXKdm945tzQ948tyFWYuWHzp6Km+enE3r17a3szPfaz5nw9Q5C8f9NXP2xDGVypU2VWjQpnN8QsKOlfPF+pylq0aOm7xx8cytu/ft2n/4zv0HfqVLfNa6RamivqvWb1m1ccu5i1eK+Rb8vk/Pwvl9JHyAxDvr3007RdiQcjWdTle3RiUvTzdPd1fmcwYAAAAAWDjCBgDA+8jKSl27SqX123dFRcdkzuQgFx45cSY0LKJ2NX85bDC5fP3mZ70GRMXE1KxSSSQNx06e+f2vGUEhoUMHfClX2LBtV7+hI7NmcWxUt3pcXMLvU6Y7Z80qpc2X3//smCnTJ80ahoSGT545b+/hYy0a1D136WqrZg3LlSw2e/HKzn0Grl80I5sTbdAfGK1Gu3jNhtPnr6Smcp0alSQAAAAAAEDYAAB4b9Wq6r9m8/Zd+w83qVdTLtm+Z79zNie/MiWmzlloXnPEuEmxjx+vnD21UL48kvH75sPHTZq3bHWjujVLF/NNSEwcPXFa5kz2C6eN98mVQ1T4vF3LNt36SGljY2M9/69xIhQR69GxsdPmLNpz6Oi/86fLJc7Zsv085s9d+w61aFxPwgfl1LlLl67dkgAAAAAAwOtQSgAAvE/ksZH0en01fz9bG+tdBw49Lddv3rW3fs2qSaZqOHP+8uHjpz9u0kBOGgSlUvlNr25iZe6SlWJ5+NipgMDgTz5qLCcNQgGf3K2bNZbSpkHNanKuIPgWyCeWNatUMpUUzGu4mPsPAyV8aMqULDJkQI9PmtXPkyv7Kytv2LpHAgAAAAAA9GwAALy37GxtqvlX2LH3YEJiorWV1clzF0VmULdalSTVrt+5I5aBQcGTZswzL3fM7HDzzl2xcuHKNbEsWii/+d6ihQpIaZPd89kMwHLG4Or8bGgmccFimZiokfABsrGxKle6qLiFhEYcPXn2+Mnzj6Kik635ICBIAgAAAAAAhA0AgPdZraqVNu/Yc+DoieqV/LbtNoyhVL50iSR1goNDxXL73oPilmSXRntfMo5xJJbZnJzMd7m6ZJPSxtbWOkmJUqWSkLG4ODs1qF2lXs3KF69cP3rinFjqdHrzCg8eEjYAAAAAAGBA2AAAeH/V8q9oZaXeue+QHDbUr1lVpUo6AKCrq7NYjv5xYPOGdZM9iGOmTGIZEhZuXhgVHSO9jtjHj1VkCZZKqVQUKZRP3KKiY0+cPn/s5LmHQaHyLlEiAQAAAAAA5mwAALzPMmd2qOJXVsQMl67dvHX33otjKAm5vA0D6x8/fc68UKfTTZ2zcNGqdWK9cP68YnnmwiXzCldv3HzZSdVqQxL/OC7eVBIcGhYQGCzB4mXOZF/Nv9yALz/v071DxbIlXuzdAgAAAACAxSJsAAC812pX8xdt/aPGT052DCWhhG+hIoXyL12zYdueA6bCOUtWjvtrZnCI4evnZUoWc3NxXrp2/cWrN+S9V2/e/mf+kpedMW/unGJ58MgJeVOv1//592wJMJMju0eLpnWGfturTYuGEgAAAAAAYBglAMB7rnZV/8Gjxh06dqpN88YvjqEkiMJRgwb0+HZor4E/1q5aqXCBvDfv3Fu3ZWfZEsW6tP9EMk40PWrQN18N+rlDz371alS1slJv3LY7axanyKjkR1KqWLa0p7vr3GWrjp4+W75ksd0Hj+r0ulJFfYPDwiTAjLWVukxJXwkAAAAAANCzAQDwnnPK4lixbCmxUrd6lZfVKVwg3/qFM77q2vFRZNTMhcuv37rTv2fnmRNGO9jbyRWqViq3dMakmv4Vduw9sHPfwWoVy/044MuXHc3WxnrG+F/9Spe4eOXargNH/P1KL/57gpenmwQAAAAAAICXoGcDAOD9InICcTMvmT1xTJI6L5ZkcrD/quun4ia9RMG8ecYO+8G85Mqhbab1A+uXmcxEBW0AABAASURBVO/KlyfXvCm/m5f8MXyIab3jJ83FzXxv7ar+5kcTivkWTFICAADef/tnzNj6xzjTplKlyuzu7ujmlsevgl+7dg7OzqZdRxcvWj9iRJsJEwvVrJmaIw8vVTJn6dIdZ8xMdu9v1as5unt8seTJMI/hd+7cPXO6eOMmyVY+OGfO5rFj2k2eUqBaNekteN2HBgAAIKNnAwAAAAAAz7jmzetToaK45SxTxsrGJvDKlT3Tpv7ZsMGNgwelty8qKGhy82Y3jxyRAAAAPij0bAAAAAAA4JnybduWa9PWtKnX6XZOmrTn72krvhvYc+WqTC4uolBUMK+TRt/s2m1a1yYkaOLjJQAAgA8NPRsAAAAAAHgphVJZs0+f8m3bxYSF7Zk2TQIAAEBy6NkAAAAAAMArVO7S5ejiRRe2bmk4eLCU3MQGQVevnli54t6ZMw8vXXJ0d8+WM2fVbl/kLFMmNQc3zdlwfOnSf38ZJkpOrlwpbs1GjCzZrFmyd9FptWt//unavn2SXp+vShX/zzs758pl2qtNSDi+fNmNQ4funj6t1+mcvLLnLFO63rcDFQqFqc6FLVuOL19+/9xZeyenfP6Va375pW2WLC+eKCooaManHWLDw9tOmJinQgUJAADgJejZAAAAAADAKzh6eHgVKRIdEhJ669aLe0UwMLXlx6fWrMns6lq2dWs7R0cRA6waPDjx8WPpdXgW8a3YsaNY8SpStMaXX3oULPiymlt+G3tp+/YC1arnrVTp/KZNf7Vofv3AfnlX3KNHMz79dMOoUZGBQcUbN85drnz4vbuH5s4VAYnp7qsGD1rav19UcFCp5s2dc+c+tnTJrM87PX70KMlZYiMi5nX/gqQBAACkBj0bAAAAAAB4Nfts2cQyOjRUtM6blyfExm4c/Wu2XLm6LVxkkymTXLh13O/7Z868dexo/ipVpVQTGYN9FqeDc+a4FyxQrUfPFGrGR0d3XbgwW46cYr1c6zb/dGi/bviIPhs2KBSKw4sWPjh/rvGPP5b9pLVcWaQFf9SpfXbDhvJt24nNM//+e3rNmgLVq7ce94fK2lqUnFq1avXQIftnzar99demU4ikZH737mF37rSZMIGkAQAAvBJhAwAAAAAAr2bn6CgZooWYpDv0+sZDh2bK5mxKGgS3fPnFMiY0THo7/Nq3l5MGwato0RJNmpxcteruiRM5y5TJX6WKjUOmkh89G3/JPmtWRw+PmNBQefPi9m1iWbf/ADlpEEo0axYfE+NRuLBhwzjUki4xcVGfPkHXroqkIZ9/ZQkAAOBVCBsAAAAAAHi1hNhYsbS2d0hSbu3gULxxE7Gi02junjp149Ch28ePPTh/XjLOnSC9Hd7FiptvZi9WTIQNAZcuirDBq0hRcROF0cHB1w8evLZv3/2zZ8Lu3nV0d5crP7x8RVyzi4+P6e4KhcKvQ4cnG3q9WGwb/4e4i6Fa7jwSAABAKhA2AAAAAADwaqLxXSyzenu/uOva/n3b/5wQcMEQMKisrHKVKZu7fPkru3ZJb00mV1fzTYdszpIh7dBKxuGPNo8de2b9uoQYQyeMrDly5ipTJj7mWYeM+KjILJ6eKR9fPFjvEiXunT694X+j2k2aLAEAALwKYQMAAAAAAK8QdvdO0NWrWby8TP0DTEJu3lzcp49t5szVevT0KFTIx8/PJnPmU6tXv9WwIT462nwzOiRYLOUIQcQDJ1euLFynTs6SpXKXK+fp6ysKJzRsoImPlys7enhEBgamfPzybdvV//77f9q1E4/iwpYtvnXrSgAAAClSSgAAAAAAIEX7Z8wUS986dV7cdXnnTtGOX71Xrxpfflm4dm2RNIjCiAf3xVIv6aXXZZwy4ZVCb98233xw4YJYZsuRQ6/Xn9+0SSQin4z7o2LHjnLSkBgXJ9IFvf7JxWT19o4ND09yhBkd2s/t1s206VOxolKlajx0qEKh2DRmdEJMjAQAAJAiwgYAAAAAAF5Km5h4YsWK48uXWTs4VOrY6cUKauM0y4mP40wlsRERJ1auNKzpXztsUFlZJTlasg7OnfP4UYS8HhMaKgKGHCVLuhcqJLIBcT0iVzCfLuLw/Hmmbg1CiaYfScZZGXQajVxyftPGu6dOueXPl+QsXkWLlmvbNvLhwx2TJ0kAAAApYhglAAAAAACeObJo0cVt2+V1vaQPuHAhLjJSJA2txv6W2c3txfr5qlSxGv/H5rFjLu/elbNUaU183LlNm+TZpOOioqTXZO/kZJM586Ud2+d27VqudevCyfWlEMLv35/ZsWOF9h1EnrF/9ixbR8fGP/6kMPaKKFS79only8fXr1ewWnVHD/cH589f3rnT1jHL40eP9DqdQqksVLOmX/v2hxcsmN6ubR4/v8DLV64f2J8tZ87q3Xu8eKLafb++tGPH4XnzijdsJLIHCQAA4CXo2QAAAAAAwDPB16/fOHRQvt08dMjR3b1823Y9ly3PX7VqsvWdc+VqOfa3TC4ut44c2TNt6tV9+3zr1Om2cJHaxub2iRPSa1JZWzf47nulSnX/3NmIBw9eVq3NH+Odc+bcOXnSgblzCtWq1WvFSvcCBeRd9QZ8U7RBw+jg4OPLl+375x9tYmKr334r26qVJj7+3pkzcp0GPwxq/9dfWb1znFq1Kvze3bKt23SZN982S5YXTyRSlnrffKPX6//9ZZj+9TtqAAAAy0HPBgB4d1p37XPy3IX965e6OmdLtkKlRq083d1WzJycioNJC5avHfbbhCljhtWu6i+lkwZtOms02q3L58ibNT/+NDAo+PzeTdLbtGXn3tmLV16+fiNHds9SxXzbtmhawCe3vCsm9nGpmk0K5s3z74LpSe416o8ps5eszJ3De86ksZ7urtLrmLN01chxk9P3qXszr/WKv//exnsSAIB3yb9LF3FLTc1ybdqKm2mzYI0a4pakzpDjz5KGoSdPpXC0b3btNt8s2ayZuL2scsWOHcVNrPhUqpRsBZvMmVuOHStu5oVF6jeo3a+feUn+KlXF7cW7J3lo8n3FTQIAAEgRPRsAAP+lxavWffnDsODQsOYN6ubI7rV6w9bmHXscP30u5XtN/GfeGycNAAAAAAAASHf0bACA98iB9cskSxIZGf2/P/+qWK7UrD9HK5WG/PvilWsffdbjn/lLypR46YjAC5avnfjPnIyRNGSwV7x9y6biJgEAAAAAAMtD2AAA+M+cuXDJOavTR/Vqy0mDULhAPm8vjwtXrr3sLqs3bRv22wT6NAAAAAAAALxXCBsA4D1iPoK/PK/A5qWz9x46un3vgbMXLmf3cP+oYZ2u7T9J9r6BwaFtv+gT9ujRX6OHVyxXSi78Z/6StZu3370fkMnBvlC+vD9920c05ZvuEvs4bs6SlZt37gkMCqnm79erY/uUL8+vXovq/hW++KzNjAXLDh49npCoKVqowOB+vXN6e0pvpHKFsjtWLTAviXgU+TAouFRR32Trb9uz/4fhY1KfNGzesWfxmvVnL1zKmsWpSsWyX3f73NExk2mvXi+NnTx96679YRHhpYsVrVO9cqumzwYjTkhMXLJq/aFjJ0+cO6/X6b083cuWKPZD3x4KhULsFS/Hx517jxo8YN/h43sOHnHOmnXcL4OK+RaUXpP5K/7VoF8uXbk+b8rvM+Yv2Xv4mF6v9/cr06Nju6xZskyds2DHvkMPAgKrVig3uH9vpyyOpiNcvn5zxdqNp89funj1mrura64cXj06tROXaqpw/Mz5WYuWHzt5JoeXZ8M61WtVrlS71Wf9e3YWR5Yr3A8IHDZ2wtUbN8MjI0WdxnVqdu/4bJjmsIhHU2ctOHjs5J37D1xdnAv65OnTvVPBvHmSfThJ5mxI9zcMAAAAAAB4bxE2AMB77eshIxzs7Fo0rlurSqXZi5aPmfi3tZXVZ580T1It/FFkl77fJUkafh47YeGKtXlz52zVtKFoxBeJRcvOvef/NS5fnlxib3xC4me9B5y5cLl8qeKVGtU7fupsq65fipb0zJkypXA9p85d6NCzf4vG9UST96bte0SScfXW7bVzp4kwQ0qbqOgY0Z4+6Z+5opG9T7dOL1Y4cPRE38HDPT3cU5k0fPfLmFUbtohm8ZZNGty4dXfRyn+Pnjwzf/K4LFkyyxXG/TXjfsDD6pUrZLJ3WLdl+64DhxM1mnYtmkjG8Z069R147uKVooULfFS/9oPAoENHT4nNnNm9OrT6yHSKectW37x9t3D+fMHh4YXy55XS7FFk1Mef9ypfuni/7p+LvGH+sjWXr96wsrZyzZatx2dtd+4/tHL9luCw8NkTx8j1l/+7ceivfzjY2/mVKdWmaJMTZ87tOXj0xp176+ZPt7ezFRXWbtr+7bBfs2ZxrFezqkaj+WvWwtUbt5mfUWQVn/UaEBUTU7NKJZE0iEzi979mBIWEDh3wpdibmKjp2u8H8cBFjtK6WePT5y9u3bP/8KnTmxbPdsnmlJpH9PbeMAAAAAAA4L1C2AAA7zVrtXrelN9VKsMoQ9Uqlq/7Sae1m7YlCRtiH8eJFuE79x9M/nWYKWk4fPy0SBqaN6w7avA38t2v3LjVrnvfUX/+NXP8r2Jz+dqNImlo07zxL999LRm+5q8fNPL3Fes2pRw23Lxzb/LoYXWqGb63Xruqv5WVlbjLoeOnaletlGx9ESFotNqsZt/ET1ZoeETFBi3l9a+7f+5XpsTTPQp5cfLchV7f/Sjavp0cMzunopl79aZtImmoWbnChP/9JOIZUbJy3ebvR4z9Z+HSAT27yHUeRUWtm/9PzhxeYr15o7rte/QTz60cNsxdtkq0sA/77uu2zRvLlcMiHtVo1m7d1h3mYcO1m7f/nT/dJ1eOl11GKh++SURkZPuWTX/6po9YF/HA9Vt3jp46K8KSUYMHyCUiDvl384679wNyZPeMiY0b+ceU3Dm8l82YZGq7HzNp+j/zl4hYpVql8iJPGjv5b/GMLfr7zzw5vcXeLu0/aftFX/Mzjhg3Kfbx45WzpxbKZ+isoNPpho+bJEKURnVrli7me/jEafE89O7coe8XneT6f89d/NuUf7bt3tfm6TOTstd9wwAAAAAAgA+UUgIAvMfq1aoqRwVCrhzZRbt2UEiovGkczkfSJGpFK/zV6zdF0lClYjnTHecsWSGW3/TuZrp7AZ/cbZo32Xfo2KVrN8Xm+q07bW2s+/Xo/PRoim+/7CZKUr4eB3s7ueFYVqGsIdsICQ17Wf3vho/xq9dCnFRKkV4v/fbzD78PG1SmRNHx02Z9P3yMaY/4f3BIWLd+P6jV6kL5fUTb96R/5kmvsnXXPrH89ssv5KRBMsYJg/v3rlqxvKnOJ00bykmDUK5ksVze2e89eChvilxncL9eIqoxVc7mlMXDzTU0LML8LJXLl00haZBS/fDNNa5by7TuWyCfWNap/uwJz++TWyyfXqf+54FfD+n/pXkvgfx5DRXCwg3XuefgkcDg0HYfN5WTBkFcrXm/ZTT/AAAQAElEQVRYcub8ZRFKfdykgZw0CEql8pte3cTK3CUrTdXu3Q/QanXyetsWTTYtmSXyDyl1XvcNAwAAAAAAPlD0bACA95qrs7P5pr29XcSjSHldb2iHl37765879x6IJl2f3DnNa16/dUcULlm9zrzwxu27Ynnr9l3RuHz8zLkCeXObf+letKeLBve4+ATp5USDu/mmg71hrJ7ERI2UNi7ZnJrWNzSy16leuW33vivXb6lZpVLd6pXlvWERj8S1zZo41kqt+uiz7tPmLqrm71emeJEUDnjp2nXx8POaPSciTen4fI+Qgvl8nrsG56wXrz6ZmLqYb0F5Aobg0LB9R47vO3T09PlL4nn2cHMxv0sOr/SfeyCH2aQaIl8RS9ds2Uwl1laGNEijMTzh4gF+ZHzSNBrtibPnDx07efTkmbOXLkuGMbIML+L5S1eMj6WQ+fFLFnk2H8b1O3fEMjAoeNKM5/Ibx8wON+8Y3iplSxYTQcWazdvPXLwsXpHKfmX9SpdIOV9J4i29YQAAAAAAwPuGsAEA3mty46w5nU5nvilawEsV9T157sLw3ydO/W3Es/L7D7Ra3YTpc1485r2AgMdx8Xq93jlr1iS7XFyy3bv/UHo5kXa8WKgz9j9I1pTRw6TXYWtj3bHNxwN//vXk2QumsCFzJofZk36Tv33ft1un36b8M/CXX9fO/dshuYuRRUfFeLm7pXwuK6vnfgkqJIVe9+SBxD6O+3XC1H83b4+JfSw2c3h7litRLCYmNskRrF/VEeR1H75ga22TpMTUN+VFew8eHTdt5vlLVyXjwylXsniF0iV37Dsk75Uv2Dnrc6NOuTo/iy6Cgw29ZLbvPShuSY6s0d6XjC/H/L/+GDNh6totO2YsWCpu4rVoUq/W9316vLITjOx13zAAAAAAAOADRdgAAB+2Dq0+Gvx170+6fSWamDfv2FOvZlW5PGd2L71e2rJs9svuKBqLXxzNRrTRS+/QpSvXT5w936B2dfMOFh4uht4D8QnxphIRG5jG+ena4ZMd+w6eOHNehAHDv+/3siN7uLsGBoVIb2rEuMnL/91Yt0aV0sWKVChT0regcTijlh3Nr+o/d+P23d7f/5Qpk8OXXT4tlD9vxbKlRBKwav0WU9jg6mLoFhP+6JH5vUIjnm26uhoqjP5xoPmAUUm4OmcdO+yHYd/3u3rj1vnLV+cuWblwxVq1UjVkQG8JAAAAAADgKeZsAIAPW6VypVUq5bBv+yoUilF//iV/E1/I5Z391t17Dx4GmVc+cuL0pBnzrt28LdaLFS54+9794NBw097HcfE3792T3qFdBw//PHbCgSMnzAtPn78oGWaYyJPsXZRK5Zih34mkZMnq9SnMheDt5RkW8Ug8A+aFrbv16dRnoPQqer1+w/adHm4uE0f92LldSzlpEE/Ow6Agvf49+kr+jr0H4uITvurasU+3jnWrVxZJg2TotmLomCJfpQicxPLshSvm9zpz4ZJpXbxJxPL46XPmFXQ63dQ5CxetMgzAJXKL/j+OFE+jvZ1tiSKF2rVoMmfSbw72dnsPH5UAAAAAAADMEDYAQEZQtHCBDi0/CggM/vPv2XJJ80aG76r/MHJs9NPBf0LCIn4cPX7GgqXuxq4Dtav5xyck/jZ5ujwuk2hG/3XC1MjIaOkdqlapgkhKps5ZEPb06/YXr974e97i7B5ujerUeNm9cubw+rq7YV7r70eMDQ2PSLZO84Z1xPK3KTM0Gq1csmHbrpNnL7wswzAnYhsbK2udTi+eH1Ph3CUrxeb7lDVIVtaGgYzi4uJMJeGPIpf/u1EyvppiWbFsKSdHx4Ur1pgmvr4fEDhv2SpT/RK+hYoUyr90zYZtew6YCucsWTnur5nBxnnIdTrtui07l63daNqr0Wji4uOzm00sAQAAAAAAIDGMEgC8e/2GjJAn/jX3+y+Dkoyt/7r69+yybc9+0VLctF4tkT00qFXtxOlzc5auataxR83KFTM52Itm6ODQsPHDh2TObPgK/Ketmu87cnzVhi03b98tU7LYqXMXzl28nGQC5LetcH6fIf2+HPbbhEbtutSvWTU6Onbrnn12trb/GzJQ/p7+y3ze9uMtu/aeOHN+0Ijfpv0+4sUKtav6f9aq+dxlq1p26V2xbOnL12/sO3Qsl3f2Lzt/KqVCneqVRRN8rRYdalap6O7qcv7Sle17Dzo6ZoqMihLZjFL5XkT11SqWG2dr878/p+7Yd7BsiWKP4+I3bt8VE2vIlqKiDKFRliyZf+jb47vhY1p27i2yJZVKtXnHHjdX55DQcLVKJRlngxg1aECPb4f2Gvhj7aqVChfIe/POPZEuiKN1af+JqFC9UoVSxXynz1sSHBKW09tLZBgr122yUqv7duskAQAAAAAAmKFnAwC8a0dOnjlw9ESSW4LZl+jfjIO93XdfdRfNwUN+HSd/sX1w/96zJ44p7ltw/dady9ZuKFq44MpZU0yTOqjVqr9/G/njgK9E5UWr1sY+fjzx1599cuWU3q32LZtOHzdKxABrNm67dut22+ZN1y+cUaFsyZTvpVAoxgz9zt7eduf+Q/J3+V80ZEBvcWTRRC7ax+/eC2jbosmiv/8UgYGUCuKZbFSnushmlqxeP33e4kSNZvyIIW2aNY6LTzh1/pL0fsidw3vc8CEuzlkPHz89eeb8vQeP1KteZdmMyTbWVqaRkZo3qvv7sEEe7q4bt+++fO3GgF5dv+raUTLMuf3keShcIJ94wkXho8iomQuXX791p3/PzjMnjJYn3xZvkj+GDxE5xOqNWydMn7N1977qlSssmzm5RJFCEgAAAAAAgBnFezX8NPBWiXe7TqfTarUJCQnLtgdPWhFW1tdxdN/8EjI68dKL112rSUxIiG89+EZ8gn7KIF+f7HbJVp605M66PcEtarp/8bG3BHzIoqJiwiIivL08Vapn3y1YvGrdj6PHz5k4tmK5UlKGNmP1/WVbHzb0d+nTLleyFW4HxHUfcV6l1E/tZ2tra29jZ29ja2dlbaNSqVUqlQi0JLyvmvU/FRWj/elTK9889jIbGxu12vDCvVbHI/kPA41Gk5iYuHNm/JEliqK1rZt8m6pIEsionv7BrEnUJMb+PUkzb5Yo9Nm1W+HgkJbDJsTEjPIr75Y/f69Vq6V36My6f1d+/32zESNLNmsmpc1v1as5unt8sWSJvHnryBGFUpmrbFl5c0xlf6fs3qa96SL8zp27Z04Xb9zkxQvYO/3v7X/+2fGfGXkqVJBedW3voSQPLS3e3mO/3bSJJiAgoXQZzQ9Dxd8Jdrb21ja21lbW4u8E8bvmA/07YcffsYdXxOWpHFnp8zj5F6j4G8ja2lr+BcofPwCAtKNnAwAAGVN4xKM6rTr2HTLcVBITG7fi3022NtbFixSWAADAG7m4bdvszp+H37snvTVRQUGTmze7eeSI9JrewbWl0Rs/tFd6/x87AAAZHnM2AACQMXln9yhfqviWnXsbte3i71c2JCzs4NGToeER/Xt2drC3lQAAQKp9s2u3aT0+Olp6y7QJCZr4eOklF5DEO762NHrxoaXFh/XYAQDI8AgbAADImJRK5aRff563bPW+w8eWrd0QE/s4h7dn3y86tWneWAIAAAAAAEhXDKMEAECG5ZTF8auuny2ZPuHkjn+vHNq2ffk8kgYAwHvrxoED/7RrO6ZK5V8rVRIr1w/sT1Ih6OrVTaN//ad9uxFlSk9o2GB+j+53jh83r3Dv9Oml/fuP9q8087NPjy1NaQaFrePG/Vy0yG2zu2/89X+i5MCsWaaS02vWiJLLO3dKxrkB/m7dWqys/P671UMGixWxFHsjzAbtCbx8eVbHz/5XscKU5s3WjxgRcf/+y86+d/rf4r43Dh40L5zUtMn4+vXEyvGlS+WVkytXimqnVq82v4AXvezaQm7c+LVSxT8bNEhSf8V3A38pWSImLEx6fYfnzxdHDr116/CC+XO6dvlfBT/xYM2fNMk484eoNrVVS7F3XK2aC3r2CLt7R96V7EMzl16vS2RgoAQAAN45wgYAAAAAwH/szLp/53X/IvzevYLVq5do0jgmLHx+9+7nNm4wVRDN01NbfnxqzZrMrq5lW7e2c3S8tm/fqsGDEx8/liuc37RxRof2t44eKdqgoXOuXNvGj989derLTpfP318sRWVTidzAfefUSVPJjcOH1DY2PsZJmE0K1azlW7euWBHLGl9+aZs5s1weGRQ4u/PnsRERpZo1U1lZH128aE7Xrm82XpBnEd+KHTuKFa8iRcUpPAoWTOUdk1xbJmfnwrVrh9+9c+/MGVOdhJgY0Uyfr3Jlh2zZpDe17Ntvzm/ZUrxho5pffZUQG7vl999E9mDau3rwIJEQiJUyLVvmKFX6+sGD/7Rt+/DixdQ8tPR6XWzs7SUAAPDOMYwSAAAAAOC/JNroN40e7ZovX+fZc2yzZBElNXr1XtC716YxY/JXrmKTObNo0d44+tdsuXJ1W7jIJlMm+V5bx/2+f+bMW8eO5q9SVZuQsPm330TNznPnueTJI/ZW/KzjjE87vOyMucqWtXV0vHX0aLUePeULEK3hdlmymHeVEK3kokXbys7O/I6iLVtczIUtWwpUrVayWTNTeXRwsGhGr/ftQLGu02oXfdn76t69N48cFtcmvSbREG+fxengnDnuBQvIl5dKL16byANESHN+8ybv4sXlOpd27BB1ijVs+LKDiKdCqVSKJyeFE6nU6k4zZylVKrGev0qViY0anfn3X7/2hmdbhEan164t0bTpR78MV6oNDQ73Tp8WMcy6EcO7Llj4yoeW7q8LAAB4l+jZAAAAAAD4L51avTo2PLzqF1/ISYMgVqp27y5a8E+v+9ewrdc3Hjq04fc/mJIGwS1ffrGMCTUMB3Tz6JHIhw/LtGwpJw2Gvfnzl2nV6mVnFA3leStWunPihGihFpu3Dh8Wy9IftxSt20FXr4r1gAsXxNnzVa4spY7axqZ6z16mgxepV1+sPHrwQPpP5fbzc/L2Pr9pk16vl0vObd4kWvML16qdbP0H586Nqey/6KsvUz5skbr15KRByJYzl3OePFHBwfLm8WXLrO3tRegiJw2Cd4kS4oUQkcPNQ4ekV0n31wUAALxLhA0AAAAAgP9SyK2bYnnn5MndU/8y3a4fOCAKQ2/dEktrB4fijZv4VKqk02huHzu2c9Kk2Z93Wj9iuNilTUgQS3mUHi9fX/PDJtlMIp+/vzYx8c4Jw1fmbx0/5pQ9u2/dOsbLOCGWN4wt4wVS3S/BOXdu8yAkk4uzWMbHxEr/KYVCUbR+g8jAQLlnwONHj67t2+dbp46IRqQ0yOTqYr5pbWcvnkl5PfDqVZc8PvZZs5pXyFGihGHXlStSKqTv6wIAAN4lhlECAAAAAPyXooKCxPLIwoUv7gp/Os3ytf37tv85IeDCebGusrLKVaZs7vLlr+zaJe+Ni44RS/usz81DkNnVTXq5vMbpAW4csOElUAAAEABJREFUPpyvchURYOQqW9arSFFbR8c7J06U/aS1aNR2y5/fydtbSh2V2uq5bYXCsHzan+A/VKJJk33/TD+/ZbN4gOc2bhBpTbEGLx1Dyato0Z/PnX/lMa3tHZKU6HU6sYyPjo6LjHRwTjobRCZnQzgRFRIipUL6vi4AAOBdImwAAAAAAPyXMrsZUoGvN29xyp492QohN28u7tPHNnPmaj16ehQq5OPnZ5M586nVq01hg51xouaYsFDze8VFRaVwUkd3d9GKfef48eiQkMArVyp0+FShUIim7dvGMXxuHz/m17699A6Jk5qGHkpHrnnzZi9W7OK2bQ1+GHRh69asOXLm9vOT3g6bTJmsHRzkga3MRYcaYgZ7J6fUHOR9e10AAEDqMYwSAAAAAOC/lM07h1jeNpsEWIi4f3/31L+u7dsr1i/v3KmJj6/eq1eNL78sXLu2jTFaiHhg6PSglwy9BzwKFxLLe2fPmh8h6NrVlM+bt1Kl+2fPXtm9W6znLF1aLHOVLvPowYMTy5eL0+XzT35iAIXcayEN5G4QiXFxppLo4ODIhw/NzyG9kWSvrVjDRlFBQVd37755+HDRBg3Sfv0pcM2TJ+TmjZiw5/KGu6dPS6ZRrVJx9v/qdQEAAGlE2AAAAAAA+C+JFnBre/vtf44PvX1bLtFpNFt+/23npElKleHL/mpra7FMfPysdT42IuLEypWGNeNQRTlLl8ns5iYaowMvX5YrBF+7tn/WrJTPm8/fX6/XH5gz29Hd3Tl3blGSu1xZsdw3c4Zdliy5ypRJ9l4qa2NUEB8nvSkXHx/JMP3AQXlTXMOOyZOeO4WV8RSPX/sUyV6beHqVavWOSRPFeonGjaW3qWTz5gmxsVt+G6vTauWSe2fOHFuyxMnbO1e5clLqHtp/9boAAIA0YhglAAAAAMBbF/HgwdyuXZMUZnZzbT7qf07Zszce+uPan3+a3rZtoZo1snp7X927997p034dOvhUrCiq5atSxWr8H5vHjrm8e1fOUqU18XHnNm0SjdrS07GSrGxtP/rllyVffz2zU0ffOnVUVtbnN220d3KKi4xM4ZJylCplkylTyI0bxRo1kks8fYvYOjpGh4QUbdDwZYMaZfH0Ess906Zd3Lqt8U8/ZsuRU3pNPhUqOHp4HF6w4PaJE6Lp/NrevXqdzrtEiejQJ8NAiSu3yZz50o7t4hkr17p14Tp1UnnkZK8tk4uLaL6/snu3OIWcc7w9ZT9pff/s2VOrVwdevSoe5qOAh5d37hBJUsvRY5QqlZS6h5b210W8GbJ4eUkAAODdomcDAAAAAOCtS4iJuXHoYJLb/XPn5L3FmzTpvWp1iSaNH166dGD2bJWVVcuxYxt8/4O81zlXrpZjfxON5reOHNkzberVfftEotBt4SK1jY1or5fr5KtcpduixQWrVbu8c+eVXTvzV6nScPDglC9JNH/nr1JVejpWj2Qciid3WcOX6PNVqvSye+UoWbJ823ZRQUFB169FBQZJr09c9qfT/s5drtzDixev7tnjU7FSl/kLnLyezVehsrZu8N334vLunzsrQprUH/ll1+Zbp65YFn/adv/2iCew2YiRbSdOEjnH6bVrg65eKdemTc+Vq0TOIVdIzUNL++sS/fzsHQAA4N1Q6I19TgFLIN7tOp1Oq9UmJCQs2x48aUVYWV/H0X3zS8joxEsvXnetJjEhIb714BvxCfopg3x9stslW3nSkjvr9gS3qOn+xcfekmUTPy8r1m2u7l/B1Tmr9H4ICAyu9lHblk0ajBo8QHp9l6/fbNK+2+dtW/7Qt4eEl3gPX/c3M2P1/WVbHzb0d+nTLleyFW4HxHUfcV6l1E/tZ2tra29jZ29ja2dlbaNSqVUqFeM+v8+a9T8VFaP96VMr3zz2MhsbG7Xa8MIpla/xTRr5DwONRpOYmLhzZvyRJYqita2bfJtJAizY0z+YNYmaxNi/J2nmGYYh8tm1W+HgIOFDtm38+INzZvffvsMhWzYJqXC7aRNNQEBC6TKaH4aKvxPsbO2tbWytrazF3wnid80H+nfCjr9jD6+Iy1M5stLncfIvUPE3kLW1tfwLlD9+AABpR88GAEDyfp0wbfCo3+Pj4yVYEl53AAAymEcBAadWrypcuw5JAwAAeKuYswEAkLzomFgpYymYN8+VQ9skpCjjve4AAFisU6tXn1i5IuTmzccREf6ffy4BAAC8TYQNAAAAAABkQNly5Lh/9qxX0aJVunbz9PWVAAAA3ibCBgD4UPnVa1G1QrlSJYouXvXvnfsP8uTM0bhuzU9bNbO2sjLVuffg4a8Tp52/eDkiMsrby6NRnRo9OrYz7Q2LeDR11oKDx06Ku7u6OBf0ydOne6eCefOIXVWbtnkYFCJWarbokMs7+9blc6Q3Ig4yc8HSvYePBYWEFsrn06vzp/7lS6fy8oQHD4Omz1+8+8ARK7W6TvXKzRvWTXL8x3HxI/+YfPTkmYDAIHdX13Klig/p39vezjbZi0kyZ8NXg345f+nK6tlTp81bdODoiVt37hXIm+errh0r+5VJ4RGdvXB59pIVh4+f1uv1JYv5ftOra56cz6b3OHj05JRZ869cvynWxfP2ZZfPqlYqJ++6eOXaR5/1GD10oKRUrN+yQxynqG/BpvVqf1S/1vHT52YsXHbk5Omc2b2+6NCmfq2q8l3mLF01ctzkjYtnbt29b9f+w+Jl8itd4rPWLUoV9V21fsuqjVvOXbxSzLfg9316Fs7vY7qG+wGBw8ZOuHrjZnhkZA4vz8Z1anbv2Na0V7xtqvtX+OKzNjMWLDt49HhCoqZooQKD+/XO6e0pveR1v3j1xoz5S06cuxAWHu7t4VGqeJEBPbs4ZXGUAADA+y1nmTJDT56SAAAA3gnmbACAD9jxM+eG/z6xeqUK434ZUr5UidETpnXt94NOp5P3Glu3u+85cFi0Drdu1liUjPtr5vfDx8h7ExM1ovLsJSutbazFXuesTlv37G/fs19IWITY26lNS9GKLVZE03yHT5pJb+TM+cvNO/aYv2JNwXw+HzeqFxAU/HmfgUtWr0/N5QnXb91p0annguVrixUuWK2S36Yde3oN/NH8+CJp6NCr/9I1G1yds3Vo1Txv7hzL/934We8BcfEJqbtAKTI6ukXnXkFBIT07tW/f8qNLV69/MWCQiAFeVl+c65NuXx06dqq6v19lv7KHjp38+PNeosVf3rts7caOX317+979hnWqi9uDwKCu/X8Ql2R+hL/nLZ749+xyJYt//3XPm7fvfvvz/0ZP/HvQyN/8ypT87svukVHRfQb/IpIM87t8+f3PO/ceatW0QcdPWmzfc6Bb/0Gj/pgiztW8Ub3P234szt65z0CRG8mVRaAinrR9R44VKVywbfOmttY2v/81Y/jvk8wPeOrchQ49+2d1chzcv3fFsqV27j/Uqe9AefSkF1/3O/cCPu3Vb+OO3blzZG/VuIEIJ8Qr2GvgTxIAAAAAAIAZejYAwAfsXkDgqMEDWjZpINZrVq4gAoPfpvzz75adH9WvlZCY+N3wMRqNZtG0P4sUyi8qJCR2/vbnX1eu31K/VrXqlfwOnzgt2ql7d+7Q94tO8tH+nrtY3H3b7n1tmjfu3K7ltZu3RbP7p62aeXt5JHt20dYfFx9vY22dbE8CvV7/3fDRohF83uTfypcuIUr69+r6caeeI/+YXL9GVTt725QvT5RMmjFX3H3cL4Mb160hNr/q+ployjc/xT/zl4orHP59v9bNGskl67fu6jd0xJzFK8y/y5+CyMjoFg3rDfq6p1ivW71y3lw5xVWt37ZTbnBPQjS7/zz2Ty9P98XT/hTxhmSMQ0SaMnL8lEXTxt+6e2/EuEmFC+Sb+eev4oUQe3t93qHTl9+O/GOKSErk+pKh28HDjYtnZfd0F+vOWZxEGjF36coNC2fkypFdlJQs5tuobZfVG7f6lSlhOq+NjfX8v8ZZWRl+ZUfHxk6bs2jPoaP/zp8ulzhny/bzmD937TvUonE9sSmuIfbx45WzpxbKZ+ihIpKn4eMmzVu2ulHdmqWLPRk84eade5NHD6tTzV+s167qb2VltWLdpkPHT9WuWunF133l+k2RUTGzJoyRu6QM0ut7fDNU5BPisefNnVMCAAAAAAAwomcDAHzAvLN7tmhUz7T56SfN7Wxt1m/ZIdaPHD996eqN9i2byU35grWV1eB+vUQL9axFy013uXc/QKt90hOibYsmm5bMkqOL1Fi86l+/ei2mzVmY7N4Ll6+J9uimdWvKSYNga2P9y/f9hg38WifpX3l5MbGPt+zaV8K3kJw0CJkzOXzZ5TPzU8xevDx/nlympEFoVKd66eJFZi5cJqVaozo1TOsVypYSy9DQ8GRr7th3QKPRdmvf2pQciNb2X4cOFO3yIllZtX6LSF++7t5JThoEUa1Pt47igSxetc50EL/SJeWkQfA1PvaiBQvISYOQL3dO8Qw8CAw0P2+DmtXkXMFwlwL5xLJmlUqmEnnYq/sPDXc5c/7y4eOnP27SQE4aBKVS+U2vbmJl7pKVpgM62NvJSYP5ow4JDZNe7va9+/KKQqEY9t3XO1cv9MmVQwIAAAAAAHiKng0A8AHL5e0lWpNNmyJp8Pb0OH/5qli/fueuWJYq9txMgG4uzj45c8jD/pQtWSxPTu81m7efuXhZNF5X9ivrV7pEOrYgX7p2XSyLPt9FoEyJouKWmsu7dO1GYqKmWJHn7l6scAHT+v2HQVHRMaLhftKMeeZ14uLjwx9FhoZHmBr9UyZOalp3sLMTywSNRkr+Ed0Qy+K+hcwLG9auLq/cuHNPLEsXLWK+t7Txwcp3lGU36yZirTZ2TXDOaioRTfm2NjaJCc9dQHbPZ3eRMwZXs7vIU3SI50oyPKt3xDIwKDjJc+KY2eGm8QmXebi5mu91sLc1HeFF9WpWE/HPz2P+FCGWv1/Z6pX8fAvmkwAAAAAAAJ5H2AAAHzAXp6Tt6ZkzZ7p519Dq/TAwWDKMsZM1SQVRcvn6zZjYONHEPP+vP8ZMmLp2y44ZC5aKW+ZMDk3q1fq+Tw9bG2spFT5v21LcXrY3OvaxWGZzSr7F/5WXFxNtmEIga5bn7u6SLatarZLXA4MN8xhfunpD3F48/t0HAakMG+SAwZxOr0+2ZozxEb14zU+uJzBYXFuWLJnNC+VrMO80YGOd9LlVqVRSimxtk95F+ZK7BAeHiuX2vQfFLckujfa+ad3e3u7F++qk5B914fw+8yaPGzl+8tFTZ8Vt/LRZIp7p/lnbT990Jg8AAAAAAJAhETYAwAcsODzpgD8BgUFyA7c81E9oWNIKosTG2kr+Mrurc9axw34Y9n2/qzdunb98de6SlQtXrFUrVUMG9JbSzN3Z0GMg/NGjZPe+8vIyOzoYNp9/gHHxCRqN9snxXV3EslXTBiMHDZDeiSePKDzC3dX5xb3iEYlre/QoyjxvCA03zLadNYuj9E64GjiQlPQAABAASURBVC9s9I8DmzesK6Wf4kUKLpk+ISQs4uaduydOn5s2d9HwcZPE461fq6oEAAAAAABgxJwNAPABu3L95uO4eNPmvQcPHwaFlCpuGMknp7eXWJ48e8G8flBI6I07d+UKO/Yd6v/jyFt379nb2ZYoUqhdiyZzJv3mYG+39/BRubJCIaVFjuyeYimPiWSyeceeGs3abd978JWXV8Anj1qtOnPhknmFC8YRomTZPdzsbG3EEXQ6nXmdVRu2TJoxLz4hUUpv3tkNwxmdvfTcIxo1/q/6rT8XT3sOb8PjPXHuvPle0TQvlqZ5Kd62XN6GuR+OG09qIp6fqXMWLjKbNyJlSV73WYuWD/hplGToVuJUrmSx7h3bjvnpe7G578gxCQAAAAAA4CnCBgD4gIWEhpvmZ9ZotKMn/a3X61s2Mszw7F++jGjQX7B89YXL10wV/vfnX4mJmga1qkuGNmjtui07l63daDqaRqOJi483TSpgZZwMIDYuTnojhfLnLVmk8JpN2048TRQePYqat2x1SFh4cd9Cr7w8EXtU968gsgrTFUZFx4yZ+Lf5KVo2aXDt5u3REw2PWi45df7i4FG/Hz5xysbaSkpv9WpUzeRgP33ekpCwCLnk0rWbG7btsrW18XBz+ahBXZVKOX7a7IhHkfLe0PCIif/MVSgUdaq/ox4AJXwLiWBj6ZoN2/YcMBXOWbJy3F8zg0NCU3mQJK+7yFH+3bxj14HDpgrycFLmM0kAAAAAAAAwjBIAfMDsbG2mzFogWth9C+Q/cPS4aLj/qH7tqpXKybt+Hfptn0G/tPmiT+1q/m4uLqLCpas3PqpXq02zRqJC9UoVShXzFU3nwSFhot1ftNevXLfJSq3u262TfHAvdzex7Dd4eK6c3lNGD5Nek2h5H/Z9vy/6/9Cx94C6Nao4Ozlt2L47KCR0cP/e8vzGKV+eMPjrXpeu3RDhgWjpzuHlsWPvIf3zsyn069H54pXrsxYtP3X2QvkyJeLjExatXJs1S5afv+0rvQWe7q4/fdt3yKjfPv68Z52qlR9FRm7auUen108Z/YtknNtgaP8vR46f0vTTL+pUq5yo0ezcdzAoJGzYwL6F8uWR3gnxnI8aNKDHt0N7DfxRvA8KF8h78849ESmVLVGsS/tPUnmQJK97x9Ytlq3d8PWQ4W2aNc7k4CAin4Ur1uTJ6d2ueRMJAAAAAADgKcIGAPiA5fPJ/WWXT5f/u2np2vWF8vqMHjqweaNng/WLJub1C2fMWLD08LFT+w4dL16kYM9O7RvUqibvVatVfwwfMmLcpNUbt0qGjgg+1StXaNO8ScG8T1rG27ZosmPfwRNnzidqtLGP4+ztbKXXJNrf1y+YMX3BkkNHT+4+cLiAj8+gr3s2rF09NZcnGb477758xqS/5y4SMcOhYyeLFMo/atA3NVt0MFXI5GC/YOq4pWs2bN9zYOGKtc5ZszZvVO+rrh3lMONt+Kh+rWKFC8xevGLXwcOPH8dVqVi+T5fPChXIK+9t93HTMiWLzVu6au+hY3HxcRXKlPrsk+bFfAtK71DhAvnEszpr0YpDx07MXLhcxEj9e3bu1KZlKif9ll543b083Kb9PnL47xPF0WysrYoWLihyi89at0gyFTYAAAAAALBwiiTfEgUyMPFu1+l0Wq02ISFh2fbgSSvCyvo6ju77jsZSx39IvPTidddqEhMS4lsPvhGfoJ8yyNcnu12ylSctubNuT3CLmu5ffOwtvd/86rXwzu65YuZkCcALZqy+v2zrw4b+Ln3a5Uq2wu2AuO4jzquU+qn9bG1t7W3s7G1s7aysbVQqtUqlUqRx0hK8Tc36n4qK0f70qZVvHnuZjY2NWm144ZTK1xgjVP7DQKPRJCYm7pwZf2SJomht6ybfZpIAC/b0D2ZNoiYx9u9JmnmzRKHPrt0KBwcJsCS3mzbRBAQklC6j+WGo+DvBztbe2sbW2spa/J0gftd8oH8n7Pg79vCKuDyVIyt9Hif/AhV/A1lbW8u/QPnjBwCQdvRsAAAAAAAAAAAAaULYAAAAAAAAAAAA0oSwAQAAAAAAAAAApAlhAwB8qA5vXikBAAAAAAAA7wHCBgAAAAAAAAAAkCaEDQAAAAAAAAAAIE0IGwAAAAAAAAAAQJoQNgAAAAAAktLr9fKKLiZGodNJgEWR3/MKhQQAAFKNsAEAAAAAYMbYwKp42sx6q1FDCbBUCjMSAABIEWEDAAAAAOAJWlQBE/HjoFQqnyUN/HQAAJAiwgYAAAAAwDPGhlWFqlRZrU6n1Wo0Wo3hv1qt/snAMhKQUen1eoX0JFdQq9VSjlxKETcolMYU7rkePwAA4EWEDQAAAAAAM3pDi6q6VFld0WLa+Dh9YnxiYoJGkyjCBr2RBGRcT4ZMUir1KrWVlbVabaVSq0XeoHiaNwAAgJchbAAAAAAAPCMPHaNSqdQ6tVZtZUwXFGqxJYcNEmEDMjKFJGcNhh8CkTRYqa3Em1/8OMjjKUkAAODlCBsAAAAAAE+YvtYtxw021pJYU6uNSYO4kTTAAhjyBjltUImowUosxarCfPIGAACQHMIGABbE9G+DdXuDs2VO/gPwyu0Ysbx4M3r++gcSgA/W+etRYnn1buzLfpYjojViqdU9GX+Z5gMAkIyfh4Yx60VDq0IpqVSixPBtbqVSr7PSGdMGCbAA8ohJ8ptfbUwaDD0bFE96NvAHAwAAL0PYAMBiGP9VII8yvGFvcMp1L96METcJwAfu6p1YcUu5jjzro2FNLxE5AID0dBgleU2pM3y92xAzMFsDLIkxblDIAYPSmDQwjBIAAK9E2ADAgoh/MRTObROfoNVptXrxL2bjuMMSLJLhtdfpxb8cJVge+Uu7krEdwUqtksdJeNKCwEcCAIv3rHOD+GDUi/+JrMHwV5MEWBr5Kwh6SWk2gBJ5AwAAKSBsAGARFE++m6T8sbNHQnxcQkJcYkJ8YkKCTqclcrBMjyKjo2Njs3u4SbBI8uAIqifzPloZBmI29m+gBQEAJLO8QXratCoiB3kXfzXBQpi//01/HvB3AgAAKSNsAGAp5C/oqQzzG1oZvtNu+Ce00hA26A2dHCRYGE1EdFy8xsbWToJlejrvo0garKysxSeDYYQEJn4EgKeSfBjy2QgLx48AAACpQdgAwCI8mftVtCwqVXq1lSFpUCq1Go2hW4PEAMSWKFGrfyzCBjt7CRbpycSPhoDBkDeo1VYqlVp8LEg0JQCAGRpYAQAAkHqEDQAsheFrzCJUUBs+98S/nLVatU79pFsDYYMFStAYwgZbW8IGCyWPrCZHkCq1WsSQBobBlOjZAAAAAADAmyBsAJDxPRtlVeQN4j9WcvuiTqc3THVI0mCZNBp9glZPzwZL9qTDk7F/g9ztSSHPEc03eQEAAAAAeH2EDQAshTxng2GiBr1SJxby6EkkDZYqQavTaPXW1jYSLNnTDg5KpfJp+EDMAAAAAADAmyBsAGARRAOicUZohbyhNK7Qp8GSJSRqJb1CpbaSYNlMXRmedYEibwAAAAAA4PURNgCwFOYNiObrRA6WSaPV6hVPBtaCZXoxVCBmAAAAAADgjRE2ALAsyTYvkjdYII1Gp3w6QD8sEC89AAAAAADpi7ABAGh2tEQ6nU6tUvHSAwAAAAAApAuGjwAAWCKtTqtUqSQAAAAAAACkB8IGAIAl0mp1KiZsAAAAAAAASCcMowQAsEQibFCrCBsAAAAAAADSB2EDAMAS6XQ6hlECAAAAAABIL4QNAABLpNFqVfRsAAAAAAAASCeEDQAAS6TT6VRKejYAAAAAAACkD8IGAIAl0ml19GwAAAAAAABIL4QNAABLpNVplUrCBgAAAAAAgPRB2AAAsERarZ6wAQAAAAAAIL0QNgAALJFep1MqFRIAAAAAAADSA2EDAMAS6fQ6ejYAAAAAAACkF8IGAIAl0up0KsIGAAAAAACAdELYAACwRDodPRsAAAAAAADSDWEDAMAS6XR6BWEDAAAAAABAOiFsAABYIq1Wq1IRNgAAAAAAAKQPwgYAgCXSMWcDAAAAAABA+iFsAABYIr1eYs4GAAAAAACA9ELYAACwOFqtTiyVCoUEAAAAAACA9EDYAACwOFqdMWygZwMAAAAAAEA6IWwAAFgcnTFsYIJoAAAAAACA9ELYAACwOHpj2KCgZwMAAAAAAEA6IWwAAFgcec4GFWEDAAAAAABAOqGdBQBgcbR6hlEC8By9Xi8BAAAAANKAng0AAIujY4JoAE8pFArT8uLuhBtHwiUAADKihDhDsq4wIwEAkK4IGwAAFkevk7/CzL+vAEtnameRV7SJUmwiXRwAABmZ+JWnNCJ1AACkO8IGAIDFkYdL4Z9VAKSnbS4lGyq8S8QlJCTEx8cnJiZqNBqdTqc3kgAA+MDJiYL4fadWqzM7q1Qqa1PYIAEAkH4IGwAAFkjuQi4BgGRsgsnsorTOrIqLU8THKxISJI1G0ukMwSRZAwAgAxB/94qbSqVQqxXW1morKysROJA3AADSHWEDAMDiPOnZwDBKAJ72bBBtLmq12traWjLMHq/SarX0bAAAZBimng3id5xIGsTvO1PeIAEAkH4IGwAAFkcvPUkbAFgy09TQpsYXyTh1PGMoAQAyHjlvUBmpjcw7N9C/AQCQLggbAACWh54NAJ4yNb7I63LqIMIGydALirABAJBByHGCPDW06iliBgBA+iJsAABYHHo2ADCRezZIZl0c9E9JAABkIKZODHLkIK8QNgAA0hFhAwDA8pA1ADASLSwiVJBbW+QVU9ggAQCQsZjGD5TMggdTCQAAaUfYAACwOHLPBv5ZBUAy+yiQg4cke0kdAAAZQJK/e81/90kAAKQfwgYAgMXR6wgbADznZR8IfFAAADIkfsEBAN4GwgYAgMWRv6jMv7AAJEHLCwAAAAC8McIGAIDFeTouCq2KAAAAAAAA6YOwAQBgceSQgW8wAwAAAAAApBfCBgCAxZE7Nujp2QAAAAAAAJBOCBsAABZIniBaAgAAAAAAQLogbAAAWBy5ZwMzwQIAAAAAAKQXwgYAgMWRJ4gmagAAAAAAAEgvhA0AAEtFzwYAAAAAAIB0QtgAALA4eoU8Q7ReAgAAAAAAQHogbAAAAAAAAAAAAGlC2AAAsDgKPQMoAQAAAAAApCfCBgCA5TFmDQyiBAAAAAAAkF4IGwAAFkdB2gAAAAAAAJCuCBsAABZH8SRrIG0AAAAAAABIH4QNAAALZEgb9GQNAAAAAAAA6YSwAQBgceSeDQp6NgAAAAAAAKQTwgYAgMWRQwZ6NgAAAAAAAKQXwgYAgMVRyF0b6NkAAAAAAACQTggbAAAW50nUQNYAAAAAAACQTggbAACWRyFPEE3aAAAAAAAAkD4IGwAAFufJKEoAAAAAAABIJ4QNAACLo5Do2QAAAAAAAJCeCBsAAJbH2LOBqAEAAAAAACC9EDYAACyOgrQBAAAAAAAgXRE2AAAsz5OsgbTT4MrTAAAQAElEQVQBAAAAAAAgfRA2AAAsDj0bAAAAAAAA0hdhAwDA4iiVhrBBp9NJAAAAAAAASA+EDQAAi6NQKsVSpydsAAAAAAAASB+EDQAAi6NSGMMGHeMoAQAAAAAApA/CBgCAxZGHUdIyjBIAAAAAAEA6IWwAAFgclUru2UDYAAAAAAAAkD4IGwAAFkees0FP2AAAAAAAAJBOCBsAABZHaQwbtFrCBgAAAAAAgPRB2AAAsDgqJcMoAQAAAAAApCfCBgCAxXkyZ4NeLwEAAAAAACA9EDYAACyRQkHPBgAAAAAAgHRD2AAAsERKpVJL2AAAAAAAAJBOCBsAAJZIpVTqmCAaAAAAAAAgnRA2AAAskVKp1NOzAQAAAAAAIJ0QNgAALJGCYZQAAAAAAADSD2EDAMASqVRKnV4vAQAAAAAAID0QNgAAMqz4+MSd+w7rdDq9Tq8VS71eqzUsxXZ8XMLZC1dDQsN1OuN+w17DQlTzyeVdp0YlCQAAAAAAAKlG2AAAyLBsbKwiHkUdP3U+2b2BQSHilqRQoVA0a1RLAgAAAAAAwOtQSgAAZFxN6le3t7dNfX2/MsXdXZ0lAAAAAAAAvA7CBgBARuZgb9e4bvXUVnawq1fTXwIAAAAAAMBrImwAAGRw5UoX9S2YNzU169WsnCmTvQQAAAAAAIDXRNgAAMj4mjepbWNtlXKdHNk9/MoUlwAAAAAAAPD6CBsAABmfk2PmerUqp1ynWaNaSqVCAgAAAAAAwOsjbAAAWAR/v9LZvdxetrdk0YI5vT0lAAAAAAAAvBHCBgCARVAqFS2b1lMokum7YGNj1bBeNQkAAAAAAABvirABAGApvL3c/f1KvVhes0qFrFkcJQAAAAAAALwpwgYAgAWpX6uKq3NW8xI312xVK5WVAAAAAAAAkAaEDQAAC2JjY9Xyo7rmJU3q11CrVRIAAAAAAADSgLABAGBZfHLnKFOyiLxeMF/uQvnzSAAAAAAAAEgbwgYAgMVpUr+6vb2tWqVq0qCGBAAAAAAAgDRTSwAAWBgHe7vGdasHh4a5uzpLAAAAAAAASDPCBgCAJSpXuqgEAAAAAACAdELYAMAS6fV6CQCeUigUEgAAAAAASAPCBgAWxJQxEDYAMBFJg+kzgdQBAAAAAIA3Q9gAwFLIjYn6pxREDgCM6YLOuJQZPhzIGwAAAAAAeH2EDQAsgilp+GHitfgEralEblUkdQAsjSlRUKuUo77MrVQoRcigVCrJGwAAAAAAeDOEDQAshaE7g0539lp0fALRAoBnNImJKpVKZA1iXc4bJAAAAAAA8JoIGwBkfPK4STpBqzU2I+r7tc/l4WKTbOU1O4MOnImoWjproyquEoAP1sb9IbuOhfkVy9KipnuyFYLCEn6fd0syhA0Jep1apVYbujUwmBIAAAAAAG+EsAGAxTAmDvKISflzOfhkt0u21t6T4WLp4mRdokBmCcAH69iFSLF0drR62c/y7YA4yTCMkpSYEK+3MqYMSqVSryRpAAAAAADgDRA2ALAIps4NEgA8LzExQTIGDUqVSmQN5AwAAAAAALwBpQQAlkEvGdIGCQDMiBhShA1ajUb3FDPGAwAAAADwBujZAMAiyD0bRN4gAYAZhUKh02p1OsNNfFJI9GsAAAAAAOCNEDYAsCB8YRnAi4xJg+5JIskHBQAAAAAAb4SwAYDFeNqSCAAmcsYg92fQS3xKAAAAAADwhggbAACApdMTRgIAAAAAkDaEDQAAAAAAAAAAIE0IGwAAAAAAAAAAQJoQNgAAAAAAAAAAgDQhbAAAAAAAAAAAAGlC2AAAAAAAAAAAANKEsAEAAAAAAAAAAKQJYQMA4MO29+DRLv1+SLnOlUPbpDSYOmfhuL9mzpk4tmK5UhIAAAAAAABeQNgAAPiwOTpmrlSutGnz9t179x8G+RbM5+ToKAEAAAAAAOCdIGwAAHzYShQpNHviGNPmsN8mLFi+tu8XnWr4V5AAAAAAAADwThA2AAAAAAAAAACANCFsAABkfHq9fu6y1SvXbb57/0EmB/uCeX2G9v8yZw6v1FcAAAAAAABACpQSAAAZ3Xe/jBk5brJY+eSjRqWLF91/9Hirrl9evHIt9RUAAAAAAACQAno2AAAyuDWbtq/euLVZgzqjBn+jVqtEyclzFz7rNeDnMROW/DMhNRUAAAAAAACQMno2AAAyuKWr19nb237ft4ccJAilivq2adZYJAoHj55MTQUAAAAAAACkjLABAJDBXb5+wydXzmxOWcwLSxYrIu9KTQUAAAAAAACkjGGUAAAZWXRMbGRUjEvWrEnKXbIZSoJDw15ZQQIAAAAAAMCrEDYAADKyTA72DvZ2IeHhScpDwgwlWbM4vrKCBAAAAAAAgFdhGCUAQAaXN3fOG7fvhIZHmBeeOnteLIsULJCaCgAAAAAAAEgZYQMAIINr0ahebGzc6AnTtFqdXHLq/MWFq/719vIoX7pEaioAAAAAAAAgZQyjBADI4Nq2aHLmwqWV67dcvn6zUrnSAYFB2/fsd7Cz//2XQSqVMjUVAAAAAAAAkDLCBgBABqdQKH4dOrBO9SprNm1dvXFL1ixZ2rf8qFOblh5uLqmsAAAAAAAAgJQRNgAAMpSfvukjbi+W16pSUdxSuGMKFXp0bCduEgAAAAAAAF6CsAEAAAAAAAAAAKQJYQMAAAAAAAAAAEgTwgYAAAAAAAAAAJAmhA0AAAAAAAAAACBNCBsAAAAAAAAAAECaEDYAAAAAAAAAAIA0IWwAAAAAAAAAAABpQtgAAAAAAAAAAADShLABAAAAAAAAAACkCWEDAAAAAAAAAABIE8IGAAAAAAAAAACQJoQNAAAAAAAAAAAgTQgbAAAAAAAAAABAmhA2AAAAAAAAAACANFFKAIC3KS4+oUCF2uJWvm6LhMTEFyvcDwiUK/zvz6nS+2TB8rXiqrbt2f+yCms2bRcVVq3fIr19rbv2EecKDg174wrtuveTn+eT5y4kW6FOy45i78ede0tv2Z17AeKpM21WatTqHZw0Bcv/3fhp7wElazbu2u8HCQAAAAAA4I0QNgDAOxIRGXn42KkXyzfv3CvhHdq599CLhWcvXL5977709gWFhDZu3+Xw8VPS+2H3gSODRv5+4sz5gj4+PjlzSAAAAAAAAG+EYZQA4F3I7uF2/2HQzgOHqlQsl2TX9j37MznYR8fESu+Z9i2bipuUsXi4uWzbs79/z85Jyre9q1chISExLj7BvOTA+mXSf+fsxctiOebH7xvVqS4BAAAAAAC8KXo2AMDbpVAoxNLN1aVUUd9NO/bo9XrzvcGhYUdPna1ZuaKxpoS3R35661SrfO3m7eu37iTZu2Hb7hqVK0iWR6fTiaWXp5sEAAAAAACQBoQNAPCO1KxSMSQ0/OS5i+aFW3buE2mE2JWk8uO4+CH/G1fvk07FqzWs07LjoJG/xz6OM+3tPfCnBm06b997sG6rTmXrfCRqikK/ei0M4+GcvdD/x5GVGrVq3bXPlFkLEhITg0JCB4/6vXLj1rVafjrxn7larc50HLF33tLV4mgVG7asUP/jFp/3GjX+L1Mc8uKcDSfPXegz+JfydVu07f71olXrpA9QraqVxHLH3oPmhZev37x9736dqpVfefevBv1Ss0WHyMjosZOnN+/Us1TNJq279dl3+Lh5nRSe1cWr1om7S8ZpEkzTXZjmbNiya58onPjPHPOjiXeCOEubL/qaNlN4Y7wW8SjE6SbNmCc9nfHi2OmzMxcuFytHTpwWJeK84jEmJmpSc950vDAAAAAAAPAhImwAgHekbo0qkqGZ+4B54dbd+yqWLeWcNatYN/V5EO22HXr1X7pmg6tztg6tmufNnUO0TX/We4D58DsxsbFDfx2n0+u8PNzz5Hoy1P6xU2e79fvBJVu2n7/pY2NrPX7arB9//aPTVwPF8X/o29PLzU2EDX/NXiBXFm3Nogl7+LhJAcHBH9WvXb5MiXv3H85evEJkDMle/4Ztu9p063vk+OlGdavnzuH9+5TpU2bOkz40JYoU9nR33bHvubBh6659DvZ21fz9UnOEyOjoFp17BQWF9OzUvn3Ljy5dvf7FgEFnL1x+sjfFZ7VIwfyft20pVor5FuzTrWOh/D7mR67hX8Exs8PG7XvMC3ftPxQT+7hh7epS6t4YqWdtYy2uoWK5UmK9TfPGYt3T3V3eNXL8lJt37uXPk9vby9PKSv3K86bvhQEAAAAAgA8RczYAwDuSJ6d34QJ5N+/Y+02vrnJJxKPIg8dO/jjgqyQ1/5m/VDReD/++X+tmjeSS9Vt39Rs6Ys7iFd07tpVLHgaFtGzSYNTgAeZ3vHX33h/Dh8iD7/uVLlmlaeuV67eMHjqweaO6oqRejSp1Wn66euPWL7t8KjbnLlt17uKVYd993bZ5Y/nuYRGPajRrt27rjg6tPkpySQmJiaMnTsucyX7htPE+xmzj83Yt23TrI314FHWqVhaPPSgk1M3FWS7atmd/dX8/O1ub1NxfxAktGtYb9HVPsV63euW8uXJ+N3zM+m07RX4gvepZFXWyOmWZtWh5wbw+8qtgTjTrN6xdY/GqdecvXS1SKL9cuHnnXrVaJcql1L0xkhAxQFx8vI21tb2dbZJdtjbW4homTJ9z8OhJ8Q4pVdTXtEun1e1dt8TG2krefOV53+DCoqJjNFpt1iyOEgAAAAAAyBDo2QAAb9eTUYmMi9pV/W/fu3/15m1515Zd+yRDj4eko/fMXrw8f55cpnZbQeQHpYsXmbnwuZmEW33UIMkdHezt6hn7TwhZsmTOndNbetqjQhBt1nnz5Lp7P0Cj0YrNahXLD+7Xq3nDuqa7Z3PK4uHmGhoWIb3g8LFTAYHBn3zU2OdpL4oCPrlbN2ssfTiedhzRyyMpbdvzpIvJzTv3Lly+VjsVYyiZNKpTw7ReoayhZ0BoaLi8+VrPajJHNoYKm3Y+6dwQHRO7fc/+yuXLumRzklL9xjC3eNW/fvVaTJuzUHodTevXNiUNqTnvG1yYSGjEhe07dEwCAAAAAAAZAj0bAODdqV210sR/5ormY9EyKza37d7vV6aEq3O2G7fumurcfxgUFR2T3dNdHkzfJC4+PvxRZGh4hHNWJ7kkZ3avJMfP7uEuEgXTppWVlWNmB5FAmEpsrKxF+KHRakW1Yr4F5S/jB4eG7TtyfN+ho6fPX7pz74GHm8uLV37hyjWxLPr06/ayooUKSC8RGBwaHxcvvZGcObykt6l86RLO2Zx27D3QrkUTyTiGkq2N9YvTZqTA1CVCcLAzPL0JGo28+VrPanLXVtw7u+eG7bsG9OwiNrfvPRifkNjA2FUl9W+MtMvh5Wlaf+V54+IT3tmFAQAAAACA9xZhAwC8O4UL5MvlnX3nvkM9OraLjondd+TYD316JqkTGBwilpeu3hC3F49w90GAqenW1ibpsD82LwwEpFKqpJeIfRz364Sp/27eHhP7WGzm8PYsV6JYTExsZCKKUQAAEABJREFUspWjYw3l2ZyeazV2dcn2soN/N3z0gSMnpDeybdnct5o3qFTK2lX9V6zbJJrIM2dy2L7nQI3KFV8cQ6lLvx+CjK+FrG3zJu0+biqvywGDOd3TfhOv9ay+SKFQNKxV7e+5i0+eu1CqqO/mnXvs7W3rVjP0ukj9G8Pc521byrNEvBYbW2vT+ivPq9Pp3+DCpoweJgEAAAAAgAyEsAEA3ql6NauIpuTA4NADx05oNFrTGEcm7q6Gr8C3atpg5KAB0ts0Ytzk5f9uFBdQuliRCmVK+hbMJwrrtOwYn5BMjwTHTJnEMiQs3LxQNNa/7OC9Pu/QrnkT6Y04O2eT3jIRNixZvX7X/sNlSxYTzfp/tB7yYp279wJu3b1n2gx/FJmaI7/Ws5qsxnVriXfI5h178uXKtfvA4YY1q8l9U97ZGyOJV573/sMg6b+4MAAAAAAA8F4hbACAd6p2NX/RlLx974EjJ077lSnh7uqcpEJ2Dzc7W5uTZy/odDql8tnMOqs2bLkfENjt0zbmg+m/Mb1ev2H7Tg83l4mjflQoFHLh47j4h0FBTsnN2Vs4f16xPHPhUuO6z6YruHrj5suOX75Ucek9VrFcKUfHTLsOHHoUGfWyMZS2LJstvabUPKum8pcplC9Pofw+W3buLVqoYGKipsHT+SHezRvjRa887391YQAAAAAA4L3CBNEA8E6VLFLYO7vnmg1bRUt33WpVkq3TskmDazdvj574t/7p4Dynzl8cPOr3wydOpVe7rWjytrGy1un08QmJpsK5S1aKzafnfE6ZksXcXJyXrl1/8elQOVdv3v5n/hLpw2RtZVWrcqUdew+u3rgl2TGU3kxqnlUrK0PMHxcfl8JxmtavfS8gcNbi5c7ZnKr4lTWVv4M3RrJeed7/6sIAAAAAAMD7g54NAPCu1a5ccfaSlWKlfq2qyVbo16PzxSvXZy1afurshfJlSsTHJyxauTZrliw/f9tXSj91qldeumZDrRYdalap6O7qcv7Sle17Dzo6ZoqMikryFXVBNMePGvTNV4N+7tCzX70aVUWL+cZtu7NmcYqMipHeoX5DRqjVSX9z/f7LINOsAK+sYFKrSsVVG7acuXD5s09aSOnnlc+qUxbHzJkctu7a1+mrge1aNHlxHC2hUe0aYydNP3vhcvuWTeVw4smjeydvjBe98rz/1YUBAAAAAID3B2EDALxrNatUEmFD+VLFXV8yOUEmB/sFU8eJNuvtew4sXLHWOWvW5o3qfdW1o6tzVin9fPdV95jY2PVbdy1ZvV5kCeVKFR8/YsiFK9f+nrv41PlLpYv5JqlftVK5pTMm/TN38Y69B6ytrapVLNe0fu0u/X6Q3qEjJ8+8WJhg1o3glRVMqlQsb2tjmAY52TGU3tgrn1VrK6sh/XoP+33CmQuXqlYsn+xBPN1dK5YtdeDoiYa1a5iXv5s3xoteed7/6sIAAAAAAMD7Q6FPdrwMICMS73adTqfVahMSEpZtD560Iqysr+PovvklZHTipRevu1aTmJAQ33rwjfgE/ZRBvj7Z7ZKtPGnJnXV7glvUdP/iY28JwAdrxur7y7Y+bOjv0qddrmQr3A6I6z7ivEqpn9rP1tbW3sbO3sbWzsraRqVSq1SqV86ugf9Qs/6nomK0P31q5ZvHXmZjY6NWG164JL2yAAAAAADvDD0bAAAAAAAAAABAmhA2AAAAAAAAAACANCFsAAAAAAAAAAAAaULYAAAAAAAAAAAA0oSwAQAAAAAAAAAApAlhAwAAAAAAAAAASBPCBgAAAAAAAAAAkCaEDQAAAAAAAAAAIE0IGwAAAAAAAAAAQJoQNgAAAAAAAAAAgDQhbAAAAAAAAAAAAGlC2AAAAAAAAAAAANKEsAEAAAAAAAAAAKQJYQMAAAAAAAAAAEgTpQQAwH+kQZvOdVp2lNLDguVrC1SovW3Pfukd+nH0eHHSew8eSgAAAAAAAJaNng0AAAAAAAAAACBNCBsAABlB+5ZNxU0CAAAAAADAf4GwAQAAAAAAAAAApAlhAwAgqYtXrn30WY9Rgwe4OGdbtnbj0RNnHB0zVSxb6vs+PR3sbU3V7j14+OvEaecvXo6IjPL28mhUp0aPju1SOGzs47g5S1Zu3rknMCikmr9fr47tX6zzz/wlazdvv3s/IJODfaF8eX/6to848rMLu3pjxvwlJ85dCAsP9/bwKFW8yICeXZyyOErGORuG/TZhyphhtav6y5WPnzk/a9HyYyfP5PDybFineq3KlWq3+qx/z87yRfrVa1Hdv8IXn7WZsWDZwaPHExI1RQsVGNyvd05vzxQewupN21as3XjhyrVyJYt91rrFixX2Hznx57RZd+4/0Oi0Pjly9PmiU2W/MuYVVm3cKo5w6dr1kkV927ZoGhkZ9d3wMQun/VG2RDGxt0ztj8TT6ObivGDFGrVK1bvzp22aN37l05KaCgAAAAAAAG8VE0QDAJI3f/maX36bWLp4kSH9eztndVqyev0PI8eY9hoDie57DhwWLf6tmxkaxMf9NfP74WNedrT4hMTPeg/4Y+rMTPb2zRvVu3nrbquuX4ZHPDKv8/PYCWMmTU9M1LRq2rBi2dInzp5v2bn3tZu35b137gV82qvfxh27c+fI3qpxAxEPiEvqNfCnZE+3dtP2dt2/FklDvZpVC+TL89eshV8N/iVJnVPnLnTo2T+rk+Pg/r1FlLJz/6FOfQdGx8S+7CGM+H3ywJ9/DQkLb9W0gUqt7vTVwMPHT5lXWLNpe+e+3919EFCjcsVm9eqERER0+fr79Vt3mT/A74aNDg2PaNmkgZ2dXc9vh85ZujLJWU6fvzhh+hwvD3crtbpwgXyvfFpSUwEAAAAAAOBto2cDACB5t+7e27holqe7q1ivXc2/dbevNm3f82hgVJYsmRMSE78bPkaj0Sya9meRQvlFhYTEzt/+/OvK9Vvq16pWvZLfi0dbvnbjmQuX2zRv/Mt3X4tNvV4/aOTvK9Ztypwpk1zh8PHTC1esbd6w7qjB36hUhiz8yo1b7br3HfXnXzPH/yo2V67fFBkVM2vCGP/ypcXmIL2+xzdDRUJw/dadvLlzmp9LBBtjJ//t5Jh50d9/5snpLUq6tP+k7Rd9k1zSzTv3Jo8eVqeaoSdE7ar+VlZW4noOHT9Vu2qlF69fXMzcZatKFik8a+IYB3s7UbJqw5bvfnkWroQ/ivzf+CkFfHIv+OsPR0fDg+rTrWO3AYNGjZ9StWK5zJkcLl25Lh6gCG9mjP9VPsKGbbu+HjIiyYkuXrk+eujA5o3qpvJpeWUFAAAAAACAd4CeDQCA5FUsU0pOGgR7O9tSxYqIlZDwcLE8cvz0pas32rdsJicNgrWV1eB+vays1LMWLU/2aOu37rS1se7Xo7O8qVAovv2ymygxVZizZIVYftO7m9xiLoiG+zbNm+w7dOzStZumarfv3TcdYdh3X+9cvdAnV44k59pz8EhgcGi7j5vKSYMg6nRo9VGSaqLFX04aZBXKljI8wNAwKTnrNu8Qy56d28s5gSDa90v4FjJVWLl+c1jEo+4d28lJgyBWen3eITg0bM3GbYYKG7aI5VddO5qO0LB2db/SJV68qo8a1E7905LK5w0AAAAAAOCtomcDACB5ri7O5pt2tobZGhISNWJ5/c5dsSxVzNe8gpuLs0/OHOcuXkn2aMfPnCuQN3dW4/wKsmxOWXJ5Z4+LT5A3r9+6I9rZl6xeZ36vG7cNJ7p1+26hfHnq1awmkoyfx/y5fssOf7+y1Sv5+RbMl+y5zl8yXEMxsyRAKFnEN0k1DzdX8015OopE4wN80cUr18SyaKGC5oVFfQucvnBJXr9pvNSTZ8/funvPVCEyMspw/XcMJRcuXxXL0sWLmB9BRDiHT5w2L8np7aVUPvsqwCuflldWkAAAAAAAAN4+wgYAQPLkdCEpvU4sHgYGi6VztqxJdoqSy9dvxsTGmc8jLTyOi9fr9c5Zk9Z3ccl27/5Def3O/QdarW7C9DkvnvNeQIBYFs7vM2/yuJHjJx89dVbcxk+bJeKN7p+1/fSTZknqxxjnXXDO6mRe6OqcLUk1+6c9DMzpJL2UnOhY+ZhZnj/mszwmKDhULOctWy295PqjYmJFKmBna2O+y8U56XNia/1chVc+La+sAAAAAAAA8A4QNgAAXpvccB8aFp6kXJTYWFslSRokQ25hY2tj/eIIRdFRMab1nNm99Hppy7LZ0ssVL1JwyfQJIWERN+/cPXH63LS5i4aPmyQupn6tqs9dnrFPRvij52afDn1+MurX5WicWyIkLNzNrMNHZFS0ad3N1VC+c9WC7J7uyR7B3cX54pVrSZKY8Fdd1SufltQ8bwAAAAAAAG8bczYAAF5bTm8vyTBk0AXzwqCQ0Bt37pZ6fpggk2KFC96+dz849Fk+8Tgu/ua9ZyMO5fLOfuvuvQcPg8zvdeTE6Ukz5l27eVusz1q0fMBPo8SKSzanciWLde/YdsxP34vNfUeOJb287IbLO3vhuQGdzjwd7+jNFMrvI5anzz93kGs3byU56ZFTZ8wr3A8IFNe/58BRs6t67ginX3VVr3xaXlkBAAAAAADgHSBsAAC8Nv/yZUTesGD56guXr8klGo32f3/+lZioaVCrerJ3qV3NPz4h8bfJ03U6w0BMer3+1wlTIyOf9Qxo3qiuWP4wcmy0cRAkydCNIOLH0eNnLFjq7uIiNh8Ghfy7eceuA4dNd4mJfSyW2T09kpyrYtlSTo6OC1esEW3wcolo9J+3bJWUBrWrGqaSFi34jx5FySXiYvYcPGqq0KhODXt72z/+mmGas0E8J79OnDZh+hy1lUps1qleWSzFZuzjOLnCtj0H9h06lvJ5X/m0vLICAAAAAADAO8AwSgCA12Zna/Pr0G/7DPqlzRd9RIrg5uJy4OjxS1dvfFSvVptmjZK9y6etmu87cnzVhi03b98tU7LYqXMXzl287OH2rDW8Qa1qJ06fm7N0VbOOPWpWrpjJwX75vxuDQ8PGDx+SObODqNCxdYtlazd8PWR4m2aNMzk4REXHiDghT07vds2bJDlXliyZf+jb47vhY1p27i0uT6VSiVzAzdU5JDRcrVJJb6SYb8G+X3T68+/ZLbr0ql3F/0FgkDhmLu/st+/dlytk93T/eeDXP/5vXMsuX9auUsnby3PvwaMnz13o+EnzSuVKiwp+ZUp83Lj+inWbPv68V9WK5R8GBW/bs79g3jyXr99Uq1/66/iVT8srKwAAAAAAALwDhA0AgDdRtkSx9QtnzFiw9PCxU/sOHS9epGDPTu1Fw/fL6qvVqr9/G7lo5b9rNm5dtGqtaKaf+OvPsxetuB8QaKozuH/vGlUqirby9Vt3KpWKYr6FvuryaeEC+eS9Xh5u034fOfz3iTMXLrextipauGCX9p981rqFiBZePF3zRnVFC/6MhUs3bt+d3yf3gF5dnbI49v7up8zGqRfeTO/OHYoUyj936aWfKqkAABAASURBVKqla9a7Ojt/3f1zne65mZmb1a9dumiRuUtWHj19Zsuufb4F8o37ZXDjujVMFUYNHpAta5ad+w6J1MSvdInZE8du3bVPhA2OKV5Vyk9LaioAAAAAAAC8bQq9Xi8BlkG820XLoFarTUhIWLY9eNKKsLK+jqP75peQ0YmXXrzuWk1iQkJ868E34hP0Uwb5+mS3S7bypCV31u0JblHT/YuPvSV8mKKiYsIiIry9PFWqZ6MFLl617sfR4+dMHFuxXCnpvxAQGKxUKt1dnc0Lv/3pfxt27D6+ba2tjbWEdDVj9f1lWx829Hfp0y5XshVuB8R1H3FepdRP7Wdra2tvY2dvY2tnZW2jUqlVKpVCoZDwvmrW/1RUjPanT61889jLbGxsRL4oXjjxUyYBAAAAAP4L/HsMAJDRhEc8qtOqY98hw00lMbFxK/7dJBr0ixcpLP1H9h85VqVJ67lLn00dcfvu/a1795cuXoSkAQAAAAAAfOgYRgkAkNF4Z/coX6r4lp17G7Xt4u9XNiQs7ODRk6HhEf17dnawt5X+I/7lyzpncxoxbrK4sGK+ha7duHX4xKlEjearLp9JAAAAAAAAHzjCBgBARqNUKif9+vO8Zav3HT62bO2GmNjHObw9+37RqU3zxtJ/x9Pddf6UcXOXrjpx+tz8ZaviExJLFfMd0KuryEUkAAAAAACADxxhAwAgA3LK4vhV18/ETXqf5M2dc9jAvhIAAAAAAECGQ9gAAAAAAAAAAADShLABAAAAAAAAAACkCWEDAAAAAAAAAABIE8IGAAAAAAAAAACQJoQNAAAAAAAAAAAgTQgbAAAAAAAAAABAmhA2AAAAAAAAAACANCFsAAAAAAAAAAAAaULYAAAAAAAAAAAA0oSwAQAAAAAAAAAApAlhAwALolAo5JWrt2OiYjTJ1gmLSBTLkIiE01eiJAAfrODwBLEMjUx82c9yUJihglZn+FhQPCUBAAAAAIA3QtgAwGIYmxH1er1Y/rHgdsp195wIFzcJwAfu8NlH4pZyHaVCKX8+SHqJyAEAAAAAgDdD2ADAgigkReHcNvEJWp1Wqxe5g04nZw+wQHrDO0CvVNKsbInESy8nCmJppVYplE8YCvlIAAAAAADgjRA2ALAIxu8qK0ST4o+dPRLi4xIS4hIT4hMTEnQ6LZGDZXoUGR0dG5vdw02CRTJ8IiiVKpVabWUlbmJVYezfQLcGAAAAAADeDGEDAEuhMGQNStG0qNZZ6fU641eblYawwfgVdwkWRvsoOi5eY2NrJ8EyKeT+DCqRNFhZWYtPBpE8yJ0byBsAAAAAAHgDhA0ALMKTuV9Fy6JSpVdbGZIGpVKr0Ri6NRiGVCFssDiJGik2TmNjZy/BIsm9nYwBgyFvUKutVCq1+FiQSBoAAAAAAHgjhA0ALIXha8wiVFAbPvdEM6NWq9apn3RrIGywQAkaXVy8xtaWsMFCySOryRGkSq0WMaSBYTAlejYAAAAAAPAmCBsAZHympkND3iD+YyW3L+p0ep1knCpWguXRaKUErY6eDZbsSYcnY/8GuduTQp4j2uxDAwAAAAAApBJhAwBLIc/ZYJioQa/UiYU8ehJJg6WK12gTtZK1tY0ES/a0g4NSqXwaPhAzAAAAAADwJggbAFgE0YBonBFaIW8ojSv0abBkiRqdeP1VaisJls3UleFZFyjyBgAAAAAAXh9hAwBLYd6AaL5O5GCZNFqtpHgysBYs04uhAjEDAAAAAABvjLABgGVJtnmRvMECaTRa5dMB+mGBeOkBAAAAAEhfhA0AQLOjJdLp9GqVipceAAAAAAAgXRA2AAAskVanVapVEgAAAAAAANIDY1UDACyRVqtTKfglCAAAAAAAkD7o2QAAsESGsEFF2AAAAAAAAJA+CBsAAJZIp9MpVQyjBAAAAAAAkD4IGwAAlkir1aqU9GwAAAAAAABIH4QNAABLpNXp1EwQDQAAAAAAkE4IGwAAlkir1SqZIBoAAAAAACCdEDYAACwRE0QDAAAAAACkI8IGAIAlMoYNDKMEAAAAAACQPggbAACWSKfT0rMBAAAAAAAgvRA2AAAskVanUyoJGwAAAAAAANIHYQMAwBLpdDoVYQMAAAAAAEA6IWwAAFgiHT0bAAAAAAAA0g9hAwDAEum0esIGAAAAAACA9ELYAACwRMaeDQoJAAAAAAAA6YGwAQBgiZggGgAAAAAAIB0RNgAALI5erxdLpYqwAQAAAAAAIH0QNgAALI5WpxNLpYKwAQAAAAAAIH0QNgAALI5OawgbVAyjBAAAAAAAkE4IGwAAFkerMw6jRNgAAAAAAACQTggbAAAWRy8Po6RUSAAAAAAAAEgPhA0AAIvzZM4GejYAAAAAAACkE8IGAIDF0emNczaoCBsAAAAAAADSB2EDAMDi6OjZAAAAAAAAkK4IGwAAFkdvnCBaITFnAwAAAAAAQPogbAAAWBy93vgfBWEDAAAAAABA+iBsAABYIGPPBrIGAAAAAACAdELYAACwOHLPBoZRAgAAAAAASC+EDQAAi6PXyz0bCBsAAAAAAADSB2EDAMDi6KUnXRsAAAAAAACQLggbAACWh6wBAAAAAAAgXRE2AAAsjo5hlAAAAAAAANIVYQMAwPIQNgAAAAAAAKQrwgYAgMUxjqIkkTUAAAAAAACkF8IGAIDloWcDAAAAAABAuiJsAABYHGPWIOmZIhoAAAAAACCdEDYAACyQ3LNBAgAAAAAAQLogbAAAWBwdwygBAAAAAACkK8IGAIDlMQ6jRNQAAAAAAACQXggbAAAZ1rUbd7btPvhieXx8gliuWr/d1sb6xb01KvsVzJ9bAgAAAAAAQKoRNgAAMiyf3Dnit+y+9yAw2b33kyv39nLPnzeXBAAAAAAAgNehlAAAyKCUSkWLpnVea24GUV/cSwIAAAAAAMDrIGwAAGRkObw8/MoUT2XlMiWLiPoSAAAAAAAAXhNhAwAgg6tfq7KDvd0rq4k6TepVlwAAAAAAAPD6CBsAABmcg4Ndo7rVXllN1BE1JQAAAAAAALw+wgYAQMZXrnRRby/3FCqIvaKOBAAAAAAAgDdC2AAAsAgpzBQtysVeCQAAAAAAAG+KsAEAYBFyeHn4+5VKdpcoZ15oAAAAAACAtCBsAABYinq1Kjs5Zk5SKEpEuQQAAAAAAIA0IGwAAFgKWxvrhvWSzhQtSkS5BAAAAAAAgDQgbAAAWJBSxQrlzZPDtCnWRYkEAAAAAACAtCFsAABYlhZN6qhVKrEilmJdAgAAAAAAQJoRNgAALIubS7YaVf3EiliKdQkAAAAAAABpRtgAALA4Nav45c7hJZYSAAAAAAAA0oNaAgDAwqjVqt7d2kkAAAAAAABIJ4QNAAAAAAAAAAAgTQgbAOAJvV4vAcjoFAqFBAAAAAAA0hthAwA8ixnklSSbAD5cpmhBXhFL+eeayAEAAAAAgPRF2ADA0sktj2GRicFhCfqn5HLCBuBDpzASK27ZrLM5WukVT4ifbvIGAAAAAADSEWEDAItmyhV2HQ2bsuy+BCCD6trMrUVNV6VC/M+AvAEAAAAAgPRF2ADA0okGR51OJ/4v1tUqha2NUgKQgcTF6zRaw8+5NjFRUqvFT7j4aZfzBgkAAAAAAKQTwgYAlk7/NG0Q66UKOQ7vlU8CkIEMm3b94JkIjSYxMdEwVJraSlIRMwAAAAAAkN4IGwBYLtMMDYZ+DcaeDQAyKq1GSDRM12Do06CUFAqVSsVISgAAAAAApBdGCwFg8fT6JzcAGZdWq9FqEsXSEC9KTyZrkQAAAAAAQDqhZwMAPOniIAHIuHQiZ0hMVKrUhm5M5IsAAAAAAKQ3wgYAls40mJIEIOMS8YLOOGSa4cbPOwAAAAAA6Y2wAYBFk9scCRuADE+eCt70Iy8BAAAAAIB0RdgAAAZMEgtkcHLAoCBpAAAAAADgrSBsAAAAFoE+TAAAAAAAvD2EDQAAAAAAAAAAIE0IGwAAAAAAAAAAQJoQNgAAAAAAAAAAgDQhbAAAAAAAAAAAAGlC2AAAAAAAAAAAANKEsAEAAAAAAAAAAKQJYQMAAAAAAAAAAEgTwgYAAAAAAAAAAJAmhA0AAAAAAAAAACBNCBsAAAAAAAAAAECaEDYAAAAAAAAAAIA0IWwAAAAAAAAAAABpQtgAAAAAAAAAAADShLABAAAAAAAAAACkCWEDAOBDNX3ekrGTp5s2VSqlh6uLm6tLpXKl27ds5pLNSUqzIyfPzFm04vDJUy7Zss2aMCZzJocV6zZ1bN1CAgAAAAAAgBnCBgDAhy1fnlxuLs5iRavTBoeEXb5+4+TZC7MXr5g8ephIHaQ0CA2P6PHNkOiY2EL5fZyzZXV3df64c+/o6FjCBgAAAAAAgCQIGwAAH7b2H3/UvmVT06ZOp5swfc6UWQsG/Dhq7fzprs5ZpTd17cZtkTSIg//0TR+5RCQNEgAAAAAAAF6glAAAyECUSuXX3T/v0Oqj0PCIv2bPl9JAq9OKpZe7uwQAAAAAAIAUETYAADKgbh3aKBSKTTv2yJszFy4vUKH2kROnW3ftU6pmk+adeiYmaiTjQEkTps/p9NXA0rWaVm3apkPP/svWbpTv8nHn3qJcrIydPF3cd+T4KWJ5+959cRMrg0b+LgEAAAAAAOAphlECAGRAnu6uxQoXOHPh8s079/Lk9JYLRWAQ8DA4f57c7u6uVlbqsxcufzFgcGR0dLmSxVs3a3zp2nWRRhw/c65Iwfy+BfO1atIgv0/ules2V6lYrlRR30L582bJnHne0lXiOJ9+0rxQfh8JAAAAAAAATxE2AAAypmxOTmIZEhZuCht0Wt3edUtsrK3kzd//mhERGblm3t8FfHLLJTv3H+o+YMiG7btE2NCmeeOc3l4ibKhQumS3T1uLvbWrVlqzcZtY+bLLpxIAAAAAAADMEDYAADKmLJkziWVs7GNTSdP6tU1Jg9Cp7cdN69UyJQ1CgbyG/gph4Y8kAAAAAAAAvA7CBgBAxhT7OE4s7e3tTCU5vDzNK1Sv5CevXLx649CxE4ePnzp9/pLYTExIkAAAAAAAAPA6CBsAABnTnfsPpOcDBhtba/MKt+/eH/nHlN0Hj+j1erFZzLdgjcoVl/+7UQIAAAAAAMBrImwAAGRAd+4+uHz9ZnYPNw83l2QraDTa7t8MuX3v/metmuXNk6tqxfJeHm73HjwkbAAAAAAAAHgDhA0AgAxo+oIlYlmvZtWXVTh3+cqN23eb1qs1uH9vU+Hd+wFiqX/5YRUKhdwNAgAAAAAAAOaUEgAAGUhiombZ2o1LVq93sLf7vG2rl1WzsTLMFP3YOK+DTKvVzVmyQjKEDS+NE6yt1LGPH5M3AAAAAAAAJEHPBgDAh23BijVbd++T10VOcP7SlcioGJE0/DFiiLur88vulS9P7vx5cm3ds79xu65VKpa3tbHedeDwtRu3rKzUkZHRL7uXl4f7lRu32nb/2r986a+6dpQAAAAf7l9/AAAQAElEQVQAAABgRNgAAPiwXbt5W9xMmwXz5mlav3in1i1zenumcC8RKvw56sdvfv7fhcvXRH7gnNWpYrlSvwz8euT4KWcuXHocF29na/Pivfr36Hz5+g1RwcPNVQIAAAAAAMBThA0AgA9Vt09bi1tqanZu11LckhTmy5Nr9ZypSQoX//2nab1SudJXDm0z31uoQN7daxZJAAAAAAAAeB5hAwAAAAAAAAAASBPCBgAAAAAAAAAAkCaEDQAAAAAAAAAAIE0IGwAAAAAAAAAAQJoQNgAAAAAAAAAAgDQhbAAAAAAAAAAAAGlC2AAAAAAAAAAAANKEsAEAAAAAAAAAAKQJYQMAAAAAAAAAAEgTwgYAAAAAAAAAAJAmhA0AAAAAAAAAACBNCBsAAAAAAAAAAECaEDYAAAAAAAAAAIA0IWwAAAAAAAAAAABpQtgAAG/d9Vt3GrTpXKViuRl//O/FvXVadrx97/6FfZvVapWUHio1auXp7rZi5mTpHdp78GiXfj+kXOfKoW1zlq4aOW7ylDHDalf1l96Cy9dvNmnf7fO2LX/o20P6T3UfMGTn/kOmTTtbG3dXV08P10a1azRrWMfaysq0q9/QEeu37jq2ZbWjYyYJAAAAAADgw0TYAABIB46OmSuVK23avH333v2HQb4F8zk5OkoWrFQxXztbW7GSkJD4MDj46MkzB4+e/Gf+0gVTx7k6Z5MAAAAAAAAyCsIGAEA6KFGk0OyJY0ybw36bsGD52r5fdKrhX0F6hwrmzXPl0DbpvfHL9/3EJZk2o6Jivh32vx37Dg34adTcSb/JhX8MHyJuEgAAAAAAwIdMKQEAgHcic2aH8SN/9C2Y79CxUxu27ZKA/7N3HwBNXX0fx08WEPZSQECGA8UJDhAVBbd1VdvaZYfde/d5u5fde29ttcvW0dphnVgHKi7cG0FwK3tnvSe5mFKlShWUwPfz5Lm99+bkhhFBzy/n/wcAAAAAoLFgZQMANDgr12z4aMo3u/buk/thIcF333RdYkKP/zSguve/mPb+F18n94l/7+VnqrcKuIgsFvH6h58vWLIiNz8vtlPHQf37XD5qWPUBK9LWv/vplP0HDhrNpsjQ0HtvvaFPXDf7vdt3Z3z5zfT1W7bl5uWFBAbGdO7w0B03eXtZ6zWd0rMhN7/gkynfrly7QV6qmb9fVGTEvbfdUH2pwYXn4ux009VXPPTMS/NSlg0f2F/U1LNh3uKlC/9asWNPRs6hw8GBAa0jwx+//47m/n72i8yeu2DmnLk79uzt2jH6qrGjCguL/vfCa999+nb3Lp3kvd0Gjr5kUJIc/+3MX7QazV0TJ1x56YhKg2H67N9Xrd2wfstWi9nSIihADpZfJZVKJR+i9NKY+8PkBX8tX7JitfxyxcV2uW782JiO0bN/nz977vwt23d1io76v3vvaN8mUgAAAAAAAJyGsAEAGpaf5sx94qU3A5v7Dx/UXx7KGfmbH3zspSceumzksFoOqO6H2b81tKRBeuvjLw8cOty/T7y7q9tv8xctSV1tMBqvHjtSufeXPxc9+twrvt5eSX16uen1i1NX3XT//731/BOX2D7f/TmHJtz5QFl5RVy3rgN6x/+1cs30n3/fu2+/nGo/5VkMBuPNDzymzJKPHzNi49btC5auWJ2+8c8fvvL39RYXT/+EOLndtHV7jfc+NumNmb/9GRzYvE98j47to9akb1LWQLwzqarU0rOvv/fdzDmtwlvK7/iBw0fveOSp6KjWp1xEfrLbd+2Vn3heXn77tq0LC4tvuO9R+aXo2L7t6KEDDx45umpNujxsGdzi2stH2x919/896+nufsWY4cdP5H04edqy1WvHDhu8Zcfuy8cM79G101c/zJp476O/f/+l/NYIAAAAAACAfyJsAIALZOv2XTfc8+jp548eP27fz8zOmfTWB3J2ePK7r/j5WCfE77zx2hvufuTFtz/qlxDXzM/3rAOqX3l+yrJnXnu3T3z3d158+jyTBjnfrVaphw5IFHWhoKjot2++aBnaQu5fesnga25/YM6fC5WwIa+g8OV3PmobGf7tx28r7/S/95brb3no8Zfe+SixVw8Pd7dZv/9ZWFQy5b3Xeve09qN+3GK5/eGnUlas2pu5X86/V3+W1es3yvn0uyZee9+tNyhnPpv6wxsffbHwr+VXXjpCnKuMrOxf5i544PaJ4lx5eLi5ODsdPnb89LtWr9sok4ZRQwa8/uz/KWsOLBbLlbfeJ7/+kx570N3NdceuvTJpiO3c4ct3XnFz1Qvbt+b+Jyedch2ZNLz61KPya6scfvDlNPmleO5/91918hPPzS9IGnP1bwsWVw8bnJ2dvvn4LZ3O+neD4tLST7/+fumqNb9+87lyxs/X99nX3l2yfNXYEUPEuZIJ0HNvvPf4/Xe66l0EAAAAAABoROjZAAAXiJzeTV2z/vRbWXmFfczs3+fLw/tvu0EJEiSZH8jZ9pLSsh9m/1abAZJKWGepl69e98DTL/aO6/bRq8/LqW1xfhJ6xD75ypsLl6aKunDFqOFK0iD16NopLCQ45+Bh5XDW7/PkF+q266+21xSSOzJQOXYi95e5f3d+zso5oOzIGXk5h57y83eRYaE1PlfOgUMmk1nZv2rsyD+nT6lxCUjtySdat3HL6x9+Ls6Dt5en/KhKy8pPOR/SIvDFxx+648ZrlKRB2D7BNpHhcie/oFBuZ/0xX27vufl6JWmQhg/sHxfb5ZTryHtHDxtoP+zXq+cTD9x56fDB9jO+3l6BzZudyM2v/qhhyf2UXEGKbmtdLZHcN8F+Rik/deDwEXEe5NXkK/bOR5+u/rIHAAAAAACNACsbAOAC6durx5dvv3z6+UGXXW+fOs/YnyO3sR07VB8Q26Wj3O7Yk1GbAZJFWA4dOXbv488ZDMbI0NDzTxqEbXL8iQfuktd8+clHRw8dIM5PVOt/1P339/PZvnuPsr8vK1tuN2zempmdYx9QWFgkt5m2z31Icr8p38949rV3f5+/uHdc9/4JcacXEVJ079opomXIL/MWbdq+U06a94nrLifl/y2T+E+efOieq2+7r6y8/In779JoziW2l+GQTBFOf3d/cFCA0r5CDli1Lj01bd36zVt37N4rz1RUVsrttp275Ta28z9eADGdOqxev7H6mZYhLdTqvz+wTtFR8iZ3ZGazPG3d8lVrNm7dsT/nYGBz/38+e6B9X8kYmvn52M8oi2Pki0qcn5uvHX/17fff8sBj77/yrI+t0wYAAAAAAGgECBsAoAE5cuSYVqvx8vKoflJZxHD8RG5tBijknLKcR/bycJ/60+xRQwd27hBV49Pt2LPvlXc/FrXm7OT0yLMvL1y64qXHH/JwdxPnyv5meYVKqCxmi7J/9NgJuZ3208+nPyrn0CG5bd8mctqHb734zodr0jfL2zufTmnu73fbdVdNuGLMKeNdrEWB3n7tvU/mzF/85bc/ypv8mEcOGfB/995eYwAz8f7/M59cA3FW8mv7zU+/bNm265lH7u3Qro34L/IKCouKS1pHhNV47+TvZnw9faaMi4RtVUfPmC4yltiyfZdyb1FJqZurXu/iXP0h/tUiAYWL0z8GlJaVv/LeJ7/OWyQzDHkYGhLUo0unkpLSUx/lcuqXRa3RiNp59f3Ptu/aU8vBFoslbcOmcTfe+cBtE0cOSRYAAAAAAMDxETYAQAPSzM/XaDQVFBRVjxNO5Flr3SjvAT/rAIW3p+fUD9/YuTvjnseff+7N9378/P0a34AfHND8jhuuEbVTVFKycet2P1/vEQP7n0/ScGbNm/nJbcrsb4ODAv5tjMxOpn/+3vHc/H37s9dv3PLp1O9feOsD+ZU5vaVEMz+f15977Ln/e2B3RubWnbunTp/13cw5WrXmyYfuOv2yt193lcUiaun5N96TX9IBiQmtbTWO/pPFy6zVqDq2a3v6XbN/ny9Tgeio1leNHdklun33rp1kMPP4i2/aw4YAfz85p19SWu7m+veqiLz8gjM/46S3Ppzx69zBSX1jO3WI79ZVWQsy6LLrKyrrrJbR6CEDlMbXtTFjzh87dmd069wxvntXAQAAAAAAGgXCBgBoQEJDguR2/ZatSb3j7SflfLrcKm+fP+sA+3XCQ0PkTQ5LWbFq6o+zbrzqstOfzsPDLa5bF1E79z7xvL+v7+R3XwkNDhL1pmWwtZdDWvqmS4MG2U8eOHRk9h/zO7dvl5jQY8r3M7bs2PXmc4/7+3rLW4+unVpFhN356NPL09aeEjYsXr7qt/mL7r3levl16NKhnbwN6JswdPwNy1avqfGpe8bW9ksx9cfZOYcOf/r6i/LjEf+RwWCc8t0MuSOn/k+/d17KUrl949nHqq97OHDY2tDCYktClK/P5m07qk/Tb9y24wzPKB/4x6KUwOb+77/0tL0VRFl5xeGjR73rropRu7atajly87advy1Muefm6+RNAAAAAACAxoIG0QDQgIweNlijUb/z6VdKN2BhW7Xw/hdT5RzxoP6JtRlwimcfvc/NVf/e518rZXnOWdr6jZn7c7764PV6TRqkSwYlubq6vP3xl/aeDUaj6ZX3P5WfglZnLelz+OjxX+ctXpK62v4QpTRQ9X4DCrPZ9Nv8lJ/mzLWfMRqN5RUVwS0CxXkoKCj66oeZn75xLklDUVHJi+98tCsjs1N0VHKf+NMH6JyshYzKqzVPXrtx88o1G4S1FYfVoP595FZ+NezNpRcuTV2+au0ZnlS+Npx1TmazpaLSYD85dfoseVj7lRx16LUPP/vfPbeRNAAAAAAA0MiwsgEAGpD2bSKfevBuOR89asKtg/r1MRiNKctXHj2e+9yj97VrHVGbAacICmh2100TXnv/s2dfe/fTNyeJc9W8md+3H73t4VFf1ZPsgoMCnn30/qdffuuym+4e2DchpEXQMjnXvmXb9VdcmtAjVg64fvzYn+b8cf+TL1w5ZoS7m1tRccl3M3+JaBly9aUjT7lU/4T4mE7Rn0+bfux4bsuQFhaLZdZvf+q02vtuuUGcB6PZNO3DN89Q5am6p195W+9SVe+oorJy07YdBoMxLCT47eeeqN7A2S65b695i5deddt9/XrHt2sdefjosTl/LvT0cCssKiksKpYD4rp1GTdi6Mzf/hx3452JvXrKAQuXrohqFbFz7z6t9l9/p8uI4sdf/hgw9lp5/YBm/lt37Fq0bKWnp3thUZHZbK7xI6kn8tN/4r47a78MAgAAAAAAOArCBgBoWK4eN6pb107Tfpy9bNXa8ory+G4x111xaafoqNoPOMWNV172yx8LUlaskrPSAxN7i3MSHhoiLpQxQwfGduwwdfqsNRs3zV+yPLpt67eef2LE4CTl3haBzT9988UX3nx/8ncznJ10HdtH3XTNFdeNH3tK02xJq9W8/cKTk9764Oe5C+RhuzaR/fvEX3npSDk1L86D0o67ljZs3mbf12jUnaPb9YnrceNV49zdXGscgagQfwAAEABJREFUf+mwQQcOHv5oyjfzU5YtWLJchiV3TZzQOjL8jkeeWpe+uVvnDnLMS0885OvjlbJ8lQxd4mK7fPX+63KkDBs83d3/7cP43z23lZSW/r5gyfSff9e7OPeI6fzOpCe37drz2dQf0rfuiO0ULS4UnU5L0gAAAAAAQKOkslyUGgrAxSBf7Waz2WQyVVZW/rTo2Aczc7tHe756XxuBpkp5ScjXhMFQ+XPKsS9/ze3RweuFO1sLoKE6dOSYWq0OsLXRtnvkmZf/WPzXuoVzXJydBE7z3Kd7V27KvzxRNbyXm7Pe1cXF1cnZRadzUms0KhsBRzPmwfSiEtMzE3TREa4KZ2dnrQwYZaanpkYoAAAAAFwc/HsMAACHsSJtbd+R46f+ONt+Jiv7wIJlK2I7dyBpAAAAAAAAFxFllAAAcBi9e3b38/We9NaH81OWdYputycjc/X6dIPReM9N9FsGAAAAAAAXE2EDAAAOIyig2TcfvTX1x9nrN2755qfZFZWGmE7RD915c8+YzgIAAAAAAODiIWwAAMCRtApv+dyj9wkAAAAAAICGhLABAAAAAAAAAACcF8IGAAAAAAAAAABwXggbAAAAAAAAAADAeSFsAAAAAAAAAAAA54WwAQAAAAAAAAAAnBfCBgAAAAAAAAAAcF4IGwAAAAAAAAAAwHkhbAAAAAAAAAAAAOeFsAEAAAAAAAAAAJwXwgYAAAAAAAAAAHBeCBsAAHXm82nTX//w8+pnfL29ggKbtw4P6987/pJB/UU9S9uw6evvZ67ekO7v6zvlvdeCApqJemYymecu+mv23Pl7MjILiopCWwT1je95900TXPUuyoC3Pp78ydffneEKCT1iv3r/NWW/vKKyz4jLC4tKnvvf/VddOkIAAAAAAAA4CMIGAEAdax0R1tzfT9kvKSndk5m1dcfuX/5cmJuXP+GKMaLenMjLv/3hJ4tLStu1ifTz9Qlo5ifqWVb2gYeeeWnTtp0qlSqiZUgzP9/tu/fu3LNv3pKlk99+JSw0WI4JaREo4wT7QzZu3V5SWhbfvatapVbORLWOtN87P2WZTBp8vDxn/zaPsAEAAAAAADgQwgYAQB27Ztzoay4bZT+0WCx/LPzrkedefuOjz0cNGeDl5SHqx56MLJk0yKd+5uF7Rf0rKCiacNdDh48ev+OGq6+/cpyvt5c8WVhY/MHkaV/9MFPeNWfaZ95enleMHi5v9keNvOaWnXv3ffzaC26u+tOv+fuCFG9Pz9HDBskrbN+d0b5NpAAAAAAAAHAEagEAQH1SqVSXDOrfPyGurLxi7aYtot6YzCa5bREQIC6IV97/VCYNt1535QO3T1SSBsnT0/3x++8YnNRX3vXDz7/9l+tZV2YsW70moWdsUu94eTjr17kCAAAAAADAQRA2AAAuBCUDKCwqktvJ381oGz8wbf3G8TffG5M88tIb7jAYjPJ8SWn5pDc/HDr+xi79Lxl8+Q2Pv/imPFP9ImcYMG7iXTfc86jcef3Dz+XFz9wm4fwVFhb/vmCxj5fn7ddfffq9D9x241VjR3ZsFyX+i1/nLTIaTYnxPeK7dw1s7v/r/MXlFZUCAAAAAADAERA2AAAuhP0HDsptaHCQ/cyL73y0b39Om4jwkBZBOp22pLRs/M13T/1pdnCLwGsuG9MisPmMX+deffv98rwy/swDLh85bOyIIXKnb68e995yfWznjqI+rVqfLpOAhJ6x7m6up9/bKrzlc4/e1yeum/gvZv0+z9lJNyQ5UaVSDRvQPze/YH7KMgEAAAAAAOAI6NkAAKhfFZWGb2f8siR1dUAzvw5Rbe3nzSbzst+my+l15fDV9z/dlZH53P/utzdG/uLbH197/7OPpnzzyF23nHXAlZeOaBnSYtZv8+Jju94yYbw4DxlZ2b/MXfDA7RPPMObY8Vy5jQxrKerI9t0ZO3ZnDOrfR+nlMGxgvynfz5g9d/6ooQMEAAAAAABAg0fYAACoY9/O/GXBX8uV/aKSkj0ZmWXlFXL/4btu1bs424eNGjrQnjSUV1RO//n3rh3a24ME6eZrrvht/uKp02fde8sNFovlzAPslzp/kWGh6zZuef3Dz5WQo0YFtnpQbq6uoo78Om+R3A5L7qccys80JDhoxep1OQcPh7QIFAAAAAAAAA0bZZQAAHVsz76s1DXrlVtG5v6ggOb9evX88cv3R//zTfqhLf4uqbQva7+ME7p2ij7lUjGdoisqDTKuOOsAUaeefOie72f9+vyb75tM5hoHeHl4CGtlp1JRF+SzzPlzoaury8B+ve0nxwwdKLczf/tTAAAAAAAANHisbAAA1LFnHr73mstGnXWYs4uTff/Q0eNy6+/rc8oYPx/rmWO5uWaz5cwDRC1MvP//zP8SHpzOy8P9m59+2bJt1zOP3NuhXZtT7m3mZ33enIOH/+3h+3MOtQwJErWzcu2Go8dPyJ3O/YafctfPf8y/5+br1GreHAAAAAAAABo0wgYAwMXXzJYiHM/NO+X8iTzrGW8vT41KfeYBohZuv+4qi0XU0vNvvKfRqAckJrSODD/93pjOHbVazV+pq0tKy91cXU659/DR40PGXx/ZMvS3775QqVRnfa7f5ltrKMmERslO7OYvWbZjd8bSVWv6J8QJAAAAAACABoywAQBw8YWFBMvt+k1bTjm/buMWZyddm4gIk9F45gGiFnrGdhG1M/XH2TmHDn/6+ouJCT1qHNDMz+fyUcO/n/XrVz/MuGvitafcO/m7n0wmc++47rVJGkpKy/5MWern4/3kA3fLeKP6XYHN/R9/8c1Zv88jbAAAAAAAAA0cZRkAABefp6f7iMFJm7bt/GH2b/aTX/84e8fujCFJiW6uLmcdIOpOQUHRVz/M/PSNf00aFA/dflNQQLP3Pv/6pzlzLdVWTEz/+Xf58PDQkLtuvLY2Tzf/r+WlpeXDB/Y/JWmQhg3o7+rqsmDJ8tz8AgEAAAAAANCAsbIBANAgPHbfnRlZ2U+/+s6CpSvatY7cunN3atr66KjWjz9wZy0H1BWj2TTtwzeDgwLOPEzmH1++88qN9z76xEtvfvHN9KCA5vJkXkHh9l17/Hy8P3ztOS8vaxPps/p9/mK5HTqg3+l3ubnqByX2+eXPhbN+n3fzNVcIAAAAAACAhoqVDQCABqGZn8/MyR898eBdJpNp+i+/l5WWP37/HT989p6vt1ctB9QVGRWcNWlQtI4I+/Wbzx+8Y6Kvj/fujMyNW7ebzaZrLhv1xw+T20SE1eYKJ/Lyl61aG9jcv3uXjjUOGD10oNz++PMfAgAAAAAAoAFTWWrfKxNwcPLVbpYTgSZTZWXlT4uOfTAzt3u056v3tRFoqpSXhHxNGAyVP6cc+/LX3B4dvF64s7UA0Ig89+nelZvyL09UDe/l5qx3dXFxdXJ20emc1BqNykbA0Yx5ML2oxPTMBF10hKvC2dlZq9VqNBq1mnfSAAAAAMDFQRklAAAAAAAAAABwXggbAAAAAAAAAADAeSFsAAAAAAAAAAAA54WwAQAAAAAAAAAAnBfCBgAAAAAAAAAAcF4IGwAAAAAAAAAAwHkhbAAAAAAAAAAAAOeFsAEAAAAAAAAAAJwXwgYAAAAAAAAAAHBeCBsAAAAAAAAAAMB5IWwAAAAAAAAAAADnhbABAAAAAAAAAACcF8IGAAAAAAAAAABwXggbAAAAAAAAAADAeSFsAAAAAAAAAAAA54WwAQAAAAAAAAAAnBfCBgAAAAAAAAAAcF4IGwAAAAAAAAAAwHkhbAAAAAAAAAAAAOeFsAEAAAAAAAAAAJwXwgYAAAAAAAAAAHBeCBsAAAAAAAAAAMB5IWwAAABNgspGAAAAAACAekDYAAB/yz5S9vmsHAGgEck8WGb9jxIzWIgcAAAAAACoF4QNAJo0Zc7RPvN4+HjlzEVHBIBGiZgBAAAAAIB6Q9gAoKlT3uYc3sJ5SJyryWg0mYxmk8kiLGaz2Xq3xSKAWjCazAaD0cXZidnsC0D+sbSY5R9Oi03Vf5R9hd7FyfoflZ26ZYBWo9ao1Gp5EwAAAAAAoK4RNgCAdUKycxu3di01lRXl8mYwVMrUwWw2KbOYAqgFi0W1/8AxdzdXPx8vgTp1Iq9Ahn9qtVqmgUajdWM2n+kPppenh6+3i3VPhgwyXVCptTrJSaPVajQae/4gAAAAAABA3SFsANDkyTlHORmpUmvkTKRWJwMGOT1p0hgt1jdOX7ik4dDhY7UfrEy8BgU2E2hI3N09jhw7ERAQoNHw3vm6dHxvtsFoquVg+Qe6XVRgtUP5B9r2h1ur08ibRisP5Tn5Z1tN3gAAAAAAQN0hbADQpFUVWJEzjxqNxqJVkgY5M2nRma1llC5g2JBfWHr0eG7txzfz940IdxVoSEKCg/dkHjh6oiCiZbBA3Ynp2mnF6g0VFZW1GdwisLmLS7U/GrbFDX/nDRrr4gbbcgeSBgAAAAAA6hJhA4CmS842WtMF2zufZdqg1QqVUGmstMqyhgu5siE+rtuPs+fW/u3bfaNaO+sJGxoWZ73w92+2fXdWVNvWzGXXIWch4rrHzF207MzVkxTdu3WpflgVKKo1SuCgtpZRUts7RfNtAgAAAACgrhA2AGjqlKxBnJyUNJuVrMEskwfLhW3YMOGqse9/9m1tRraNbBkYGCjQ8HTpFL35p9/2HzjatnW4QN0JCNR3jG6/ck36mYcFBzV3dtFXP2NLFVRVzRts/1dWOhAzAAAAAABQtwgbADRp9sUNcvLRLIT1Pc9q24KGC540KFxdXU/kFpx5jPxo+yT01Dk5CzQ8zQOaBwQ0S12zqUN0lECd6tUzZvfe/dkHj5xhzPhxI04/ac0VLFVposoWM7CsAQAAAACAOkfYAKCpq543yEN7xnBRwoa7brn2qRffO/OYrp3b+/n5CjRUcd26fvPjrwcOHWsZEiRQp0aPGPjhF99XVhpqvNffz9toNDs7O51y3h4qVM8YSBoAAAAAAKhbhA0A8I9px4s+Bdm1U/v1G7f9273ywxuQ2Euj0Qg0VO2jWnl5eaxYtT5i/CiBOtXM32/owL4//7aoxnsfvOvG+Smpa9Zt7pvQLb5HVyddzX/JIWYAAAAAAKA+EDYAQJUGMgU5fuywLdv3lFdU1HhvfLfO/n7eAg2YfCH169Nz9q8LCgqLvb08BOpUrx5dt27fs3NP5innvTzc5Ve+Z7fOxUUlcxcuaxXeMiQ4QAAAAAAAgAtFLQAADUZFhbU+zAtP3FPjvVqtZnBSb4EGr0fXDi4uLktT1wrUgyvGDNPrT+1Z8uQjt8utj5fHuNGDn3r4DiVpOHz0xPuffbt1xx4BAAAAAADqGWEDADQIGZnZr7z9+fyUFcphSIsa3pQd372Lh4erQIOn1Wp79ey6au3G8opKgbrm6el26YhB1c/otP9Yqenmpld28gsK8/ILvvru59TVGwQAAAAAAKhPhA0AcPHlFxZ/PHm6zknXuUNb5cx9t9BqsSQAABAASURBVE84payTi4tTct94AQfRNy7WZDKtXrtRoB7EdGrXoV1r+2Fc9841DmvXJuLpR++88ZpLu3Rqp5xZv2m7sn4IAAAAAADULXo2AMDFVFpa7urq4u3pfsv1l7dtFVb9rt5xMctXrbcf9u3VnWUNDsTd3TWmc/tlK9fJb5xaTUfiujd2xKCMrOyysgr55R09PPkMI6OjWik7Bw8f+37G7zqtdlBSQlLfngIAAAAAANQdVjYAwMVx5Ojx9z795ofZc5XDU5IGSc6fentWtRd2cXHq26ubgENJTOheUFi8adsugXpgL6bUObptLR/SIrDZQ3fd0KFdK71LVcuHkpIyAQAAAAAA6gJhAwBcHB9++UNRcUl89y5nGPPEw7cpO317dbdPj8JRtAhs3jqy5dIVawTqR0yndl07Rl1zxcjaPyQwwF+Oj+9h/XNXaTC+8u4XX0ybkZV9UAAAAAAAgPND2AAAF1Rxcamyc+M1lz56303RUZFnHt8qItTD3ZVlDQ5KpkTZBw5nMpddby4fM1ScK51Wc/noITLz+2PBUgEAAAAAAM4PPRsA4ALJLyj86Zf5+fmFD919g1qtjmgZXJtH3X7j+NQ16SxrcFDt20b4+ngtW7E2/MpRAvXAyUknzpVKpercoa28FZ2MAGf+ukCn1Sb1iaM/CgAAAAAA/xUrGwDgAvly2szsA4f6JnSXScN/emBCj64CjklOZ/fv03Pz9l35BUUCDZWHe1W0UFZWvmzlutfe/9JgNAoAAAAAAPBfsLIBAOqXnL7U613kzvixw328PN3c9AJNSY+YDnMXLluaunbUsCSBhu3aK0aOHj4g+8Bhndb6F6RDR45XVlaGhbYQAAAAAADgbFjZAAD1paysYsac+S+/84XMG+RhSIsAkoYmSKvVJvTsmrZuU3lFpUCD5+Huau+ksjR1zQeff/f6+5OPncgTAAAAAADgjAgbAKC+zPp1/uq1mxJ7dVNWNqDJSugZU1FpWL9pm4BDGX/psMtHD3HS6Zr5+chDg9Eov48CAAAAAADUhDJKAFDH7HWTBg/oM2xQoq+Pl0DT5unhFh3Vas3azbTfcDg9u3WSN2V/7Yatcxcu7RvfrY9MEOnZDgAAAADAP7GyAQDqjNFo+nPR8klvfnoiN18eNvPzIWmAQk5Y5xw6cvDwUQGH1bFdm54xnZasWLMvK0cAAAAAAIB/ImwAgDqzNHVtatqGAYnxHu5uAqimfdtWbq76tHWbBRyWh4friKH9H3/g1uioVvKwqLj03Y+nrd+0XQAAAAAAAMooAcD5KykpUzo/JyfG9eoZo3dxEsA/qdWqnt06rVyzceTQ/hqNRsBh2du85+YXlJaXfz/j96PHTgwd0EcAAAAAANC0sbIBAM7LitUbXnnn8y3bdyuHJA34N/Hdu5SXV2zatlugUQgLCXrsgVtuu+GKnrFVTR02bdtVVlYhAAAAAABokljZAADnbv2m7fMWL79kcL+O7dsI4Ix8fbzCWwavXb85plM7gcaidWRLZaeouHTaD3PkTv/ePS4Z0k8AAAAAANDEEDYAwH9WXlHp4mxdwRDbuX1Uq3B7WRXgzLp0jPrlj8VlZeV6vYtA4+Lh7vrYA7cs/Gulk5NOOSPjB3lSAAAAAADQNBA2AMB/U1RU+vm0n7p17dAvobuoVsAdOKuo1hFyuztjf+cObQUaHV8fryvGDLUffvTld1qtdkC/Xl07RgkAAAAAABo7ejYAwH9QVl754ZfflpWVh4e2EMB/1Mzfx9vLY9feTIEm4NJLBrm56n+ft0QAAAAAANAEsLIBAP4DvYtT77jYTh3aent6COC/a9cmcsfuDIEmoG3rMHkrKSlTDsvKKvR6ZwEAAAAAQCPFygYAqBU5Uajs9O3VjaQB5yyqTXh+QdGx43kCTYNSac1gNL7x/uQFKakCAAAAAIBGirABAGrli2kzmCjE+WvbKlytVu2mklITo9Nqr7rskqWpa+fMTREAAAAAADRGhA0AcHbzU1L35xxq2zpcAOfHyUkXFtpi555MgSamdWTL22+8clBSggAAAAAAoDEibACAszNUGgYnJYTRFBp1IbxlcOb+AwJNT3CL5noXa9uGsvJKAQAAAABA40LYAABnd8mQfrwfGXUlsLl/aVl5UXGpQJOUV1D0+vtf7MnYLwAAAAAAaEQIGwDgTAqLSgRQp4ICmsntkaPHBZokHy8PL3ePGXPmCwAAAAAAGhHCBgA4k6nf//zdT78JoO4ENPdXqcRhwoYmbPSIAX4+XiWlZQIAAAAAgMaCsAEA/tWhw8eycg517dxeAHVHrVYFNPMjbGjKwkNb3HL95W6uegEAAAAAQGOhFQCAf1FeUdG5Q9voqFYCqFOBAc0OHyFsAAAAAAAAjQdhAwD8q4iwEHkTQF0Lau6/bedegaZt1q8L3dz0Q5J7CwAAAAAAHB9llAAAuNACA5tVVhryCgoFmrCS0tJdezIFAAAAAACNAmEDANRs557Mn36ZJ4B64OPlKbd5+UUCTVir8NDyigoBAAAAAECjQBklAKhZRmY2bzpGPXHRO8ttRVm5QBOWEBcjbwIAAAAAgEaBsAEAanbk6Al/Px8B1AO9i4vclpbzrnYAAAAAANBIEDYAQM2uuuySoqISAdQDF2cnlUqUlbOyoanbuy+7mZ+vp6ebAAAAAADAwdGzAQBq5uyk8/fzFkD90Otdyiij1OR9MmX6lp27BQAAAAAAjo+VDQAAXAR6F5cyyihBCLPJLAAAAAAAcHysbACAmj056d3Fy9IEUD/0Ls6UUUKriFAvTw8BAAAAAIDjY2UDAPw7i0UA9cPFxbm8vFKgabv9xvECAAAAAIBGgbABAIB69MOsuevSt/7bvY88/cbpJ4cN7JucGCcAAAAAAAAcB2WUAKBmk568jwlfnL+RQ/u7urrUfnzzZr6JCd0FmoYFKalZOYcEAAAAAACOj7ABAIB65OaqHzG4f+3HjxyapNVqBJqG+Smp2YQNAAAAAIBGgbABAGqWkXUgr6BQAOetR2zHyPCQ2oyMah3erk2EAAAAAAAAcDSEDQBQs8nTZmzYuF0AdeGyUUOcnXRnHqPVaEYOSxJoSgYnJYSGBAkAAAAAABwfYQMAAPWumb/PkAF9zjymb0K3gGZ+Ak3JoKSEMMIGAAAAAECjQNgAADVLTowPD6tV6RugNnrHxQa3aP5v97q56eVLTgAAAAAAADgmwgYAqFlyYlxkWLAA6oharbps1BCVSlXjvZcM6ufi7CTQxHwyZfrmbbsFAAAAAACOj7ABAIALJKRFQO+4mNPPhwYH9ojtKND07N2XXVBYJAAAAAAAcHyEDQBQs8VLV2dkHRBAnRo6oK+3p3v1MyqVaswlAwQAAAAAAIAjI2wAgJotXroqMytHAHXK2Vk3ZsTA6mfiunVuSYvgpur15x/uEx8rAAAAAABwfIQNAABcUB3ate7WtYOyL7OHIcm9BQAAAAAAgIMjbACAmk2ccFlMl/YCqAcjh/Z3dXWRO0OS+7i7uwoAAAAAAAAHR9gAADWLDAv28fIUQD1wc9WPGNy/eTPf3nGU0GnSHnn6jeWr1gsAAAAAAByfVgAAgAuuR2zHsNAWarVKAAAAAAAAOD7CBgCo2ZOT3k1OjE9OjBOoHxaLRTRtzfx9+CJIKlXTTVxaRYR6eXoIAAAAAAAcH2EDAOCCsk+vM8+OUzTB1OH2G8cLAAAAAAAaBcIGAMAFUj1mUKiIHJo2mS5YbNvqMUNTXugAAAAAAIDjImwAgJpNevI+gbqmZAzLPi87vMMo55TNZrM4OblM6tCkWGMGi0WtUw1/3NnFXWNNG9Rq+/mmkzdkZGb7+vp4e7oLAAAAAAAcHGEDAOBCsK9mOLjVsG5G5Sl3CjQ5yjfdkjq1PPFWJ7Vk0ais/1E3qZUNH0+ePnp4cp/4WAEAAAAAgINTCwBATTKyDuQVFArUBWXVgjVqMJtTPioTwElbfrMcz6w0GY0mk1G+POyhlAAAAAAAAA6FlQ0AULPJ02YkJ8YnJ8YJ1AUladg6v/zYHus8sl+I5qZ3vSjO35StmF62fLo1eVoxxTjscbNW6KqaN9gWNzSRYkqDkxJCQ4IEAAAAAACOj5UNAID6pbxR3Ww2G8otqV8blJNDbnUjaWji4i7Vu/taXwQHNmiy0yuNBoN1fYPZJJrSyoZBSQlhhA0AAAAAgEaBsAEAahYZHuLt7SlQF5S0YfX35aW51sPW3XWhHVla19RpnUT/CW7K/sop2srySqPRYDaZzLZiSoKe4QAAAAAAOBTCBgCo2cRrx8V2bi9wfqrq71ssRcdN6bON8oxaI5JudBOAEB36OQVEaORO4UHN9vkWGTaYTEaz2WQ5mTc0ep9Mmb55224BAAAAAIDjI2wAANQvOWtsMpmWfV5hspVQ6naJi28Qv31QZdCtVclT+kynskKDUkzJbC27ZW4KnaL37ssuKCwSAAAAAAA4PqZ7AKBmi5euzsg6IHAeLCfbNRzeYdyzzCzPuLirel+hF8BJwVHa6EQnuWMoVafP0JpM1rYNZlPT6twAAAAAAEAjQNgAADVbvHRVZlaOwLlSZoptb1A3p3xYqZxMvNrV2ZXG0PiHpOtcNTrrzo4FurwDJpPB2rlBBg6Wk0TjdcfE8R2j2woAAAAAABwfYQMAoL4o3Rq2za88nmGdL/YL0XQZ5CyAf3L3VcePta13sajWTNMajQalU7SlCXSKjgwP9fZ0FwAAAAAAOD7CBgCo2cQJl8V0oUH0OTpZP8lcWWZeMcWgnBxyq5taI4DTxV+qd/e1Lnk5uFF3YLPZWkzJ1imaYkoAAAAAADgKwgYAqFlkWLCPl6fAuVLShrQfKsoLrIetu+lCO2oFUBOtk+g/oapTdNpUZ0OF0WSUeYNV417c8MjTbyxftV4AAAAAAOD4CBsAAHWsqs6+xVJwxJg+2yjPqNQiaaKbAP5dh35OARHWlS+FBzXb51uUlQ0ysLIXUwIAAAAAAA0ZYQMA1GzyNzPXb9oucE7k7LDJZFrxZaXJVkKp23AX3yB+4+AsBt1alUhtnOVcVmgwGgwmo9GaNtjyhkYZObSKCPXy9BAAAAAAADg+pn4AoGYZmTn5+YUC/5HlZLuGwzuMe5ab5RkXd1WfK/UCOJvgKG37Pk5yx1CqTp+htXZuMMv/NebODbffOL5TdBsBAAAAAIDjI2wAANQZZUbY9kZ0c8qHlcrJvlfpnV1VAqiF5BtcNTrrzo4FurwDJpPBIMMGk7WekqWxLm4AAAAAAKBxIGwAgJpNevK+5MQ4gf9I6dawdV7l8QzrvLBfiKbrYBcB1I67rzpujG0djEW1ZprWaDTIm8wb7J0bGlnekJGZnV9YLAAAAAAAcHyEDQCAunGyfpK5ssyc+pVBOTnkVje1RgC1F3+p3t3XuhTm4Ebdgc1mazElW7PoRllM6ePJ07ds2yUAAAAAAHB8hA0AULOMrAN5BfRs+G+UtCFiGJs5AAAQAElEQVTt+4ryAuthq2660I5aAfwXOhfR79qqTtFpU50NFUaTUeYNVo1ycQMAAAAAAI0DYQMA1GzytBkbNm4XqJ2qevoWS8ERY/rPRnlGpRbJE90E8N917O8UEGFdEVN4ULN9vkVZ2SCDLHsxpUZjcFJCaEiQAAAAAADA8RE2AADqhpwFNplMy7+oNNlKKHUb5uIbxG8ZnKNBt1YlVRtnOZcVGowGg8lotKYNtryh0UQOg5ISwggbAAAAAACNAtNAAFCzyPAQb29PgVqwnGzXcHiHce8Kszzj4q7qc5VeAOcqOErbvo+T3DGUqtNnaK2dG8zyf42zcwMAAAAAAI0AYQMA1GziteNiO7cXOBtl5tdsljPB5pQPK5WTfa7UO7uqBHAekm9w1eisOzsW6PIOmEwGgwwbTNZ6SpZGs7jhkynTN2/bLQAAAAAAcHyEDQCA86V0a9g6r/J4hnX+1ydQHTPERQDnx91X3XO0bX2MRbVmmtZoNMibzBvsnRsaQd6wd192QWGRAAAAAADA8RE2AEDNFi9dnZF1QOCMTtZPMleWmVd+bVBODrrVTa0RwPnrNVav97QukTm4UXdgs9laTMnWLJpiSgAAAAAANDSEDQBQs8VLV2Vm5QicjZI2rP62vLzAehgZq4voqhNAXdC5iKTrXJX9tKnOhgqjySjzBqvGsbjhjonjO0a3FQAAAAAAOD7CBgDAOaqqm2+xFBwxbphtlGdUajHgJjcB1J1Oyc4BEdaVMoUHNdsXCGVlgwy47MWUHFpkeKi3p7sAAAAAAMDxETYAQM2SE+PDw0IEzkjO9ppMpmWfV1rM1lo3scNcfIP4zYI6NujWqgRr40ynskKD0WAwGY3WtMGWN1BPCQAAAACAhoApIQCoWXJiXGRYsMC/sJxs13B4hzEj1SzPuLireo/XC6CuBUdp2/V2kjuGUnX6DK21c4NZ/q8xdG545Ok3lq9aLwAAAAAAcHyEDQCA/0yZ4TWb5YyvOeXDSuVkn/F6vbtKAPVgwI2uGlsrkB0LdHkHTCaDQYYNJms9JQuLGwAAAAAAaAgIGwCgZpO/mbl+03aBf6F0a9g6t+J4hnWe1ydQHTPURQD1w91X3XO0bd2MRbVmmtZoNMibzBvsnRvIGwAAAAAAuLgIGwCgZhmZOfn5hQKnOVk/yVxZZl45zaicHHCTm1ojgPrTa6xe72ldOnNwo+7AZrO1mJKtWbRDF1N6/fmH+8THCgAAAAAAHB9hAwDgP1PShtXflZcXWA8juupaddMJoD7pXET/61yV/bSpzoYKo8ko8wYrFjcAAAAAAHDRETYAQM0mPXlfcmKcwD9V1ce3WAqOGDfMsi5rUKnFwFvcBFD/Oic7B0RYV9AUHtRsXyCUlQ0y+LIXU3I4GZnZ+YXFAgAAAAAAx0fYAACoLfv7x00m07LPKi1ma02bmCEuvkH8NsEFMujWqmRr40ynskKD0WAwGY3WtMGWNzhc5PDx5Olbtu0SAAAAAAA4PqaHAAD/gVJAKWezMWOlWR4661V9rtIL4EIJjtJG9XKSO4ZSdfoMrbVzg1n+z7E7NwAAAAAA0AgQNgBAzZ6c9O7ipasFTrL3hTaZzUs+rFROyqRB764SwAWUdL2rxtYiZMcCXd4Bk8lgkGGDyVpPyeJwixsGJyWEhgQJAAAAAAAcH2EDAOC/sFi2zq3My7bO5/oEqmOHuQjgwvJqru4xyraexqJaM1VjNBrkTeYN9s4NDpQ3DEpKCCNsAAAAAAA0CoQNAFCzyPAQb29PARv7soayYuPKaQbl5ICJbmqNAC68hHF6vad1Sc3BTU4HNputxZRszaIppgQAAAAAwMVC2AAANZt47bjYzu0FTlLShjU/VJYXWA8juupaddcJ4GLQuYj+17kq+2lTnQ0VRpNR5g1WjrW4YUFKalbOIQEAAAAAgOMjbAAAnEVVHXyLpeCIMX22UZ5RqcXAW9wEcPF0SnIOiLCurCk8qNm+QCgrG2QgZi+m5BDmp6RmEzYAAAAAABoFwgYAqNnipaszsg6IJs/+PnGTybT000qL2Vq7Jmaws28Qv0FwMalUYtCtVYnXxplOZYUGo8FgMhqtaYMtb6CeEgAAAAAAFxJTRQBQs8VLV2Vm5QicLKCUs9m4b5VZHjrrVX2udhXAxRYcpY3q5SR3DKXq9Blaa+cGs6l6p+iG746J4ztGtxUAAAAAADg+wgYAwL+y94U2mc1LPqxUTva+Uq93VwmgAUi63lXpUr5jgS7vgMlkMMiwwWypWtnQ8COHyPBQb093AQAAAACA4yNsAICaJSfGh4eFCAhr5rDlj8q8bOu8rU+guttwFwE0DF7N1T1G2V6QFtWaqRqj0SBv1Rc3UEwJAAAAAIALg7ABAGqWnBgXGRYsmjD7soayYuOqbwzKyeSJbsobyYEGovflrnpP61Kbg5ucDmw2y7Chqlm0IxRTeuTpN5avWi8AAAAAAHB8hA0AgH+lpA1p31WWF1gPQztoW3fXCaAh0bmI/tdWNRFJm+pcWWE0GY0mk8nM4gYAAAAAAC4gwgYAqNnkb2au37RdNFVV9e4tloIjxo2/GOUZlVoMvsVNAA1PpwHOARHWFTeFBzXb56oda3EDAAAAAACNA2EDANQsIzMnP79QNEn294ObTKa/PqmwmK01aroOcvZvSQUlNEQqlRh0a1UStulnXWmBdXGD0ilaWd/QYCOH159/uE98rAAAAAAAwPERNgAAaqAUUMrZbMxcbZ2lddar+l7jKoCGKjhK27aXk9wxlqvXf6+pWtxgYnEDAAAAAAAXiFYAgINzdRL14blHb3F20jnVw8UrDMLUgCc/7X2hTWbzkg8rlZO9x+v17ioBNGDJ17vuSas0m8TuJU7thpYFtDKqjRqVWq2yqJW8QaVqcK/hjMxsX18fb093AQAAAACAg2NlAwCH56Spl5ufl6u7XlcfV9Y6RC0ii2XL75V52dYpWp9AdexwFwE0bF7N1T1GWV+oMlRYPcXJaDh1cUMDXOLw8eTpW7btEgAAAAAAOD7CBgDA3+zLGsqKjSunGpSTSTe6aVgIB0fQ+3JXF9sSnGO7tJlrBJ2iAQAAAAC4YAgbAAD/oKQNad9WVhRbD0M7aNv00AnAEehcRN+rqpqLrJmqq6ywdoo2mUzmhrq4oVVEqJenhwAAAAAAwPERNgAAqlhOrmvIzTFunGNUTg6+xU0AjqPrYGe/EGupstJczbY/VA18ccPtN47vFN1GAAAAAADg+AgbAABW9vd9m83m5V9UWMzWWjRdhzj7t3SIFhNAFbVGDLmtKiHb/ItT8Qnr4gazyWS2vrTNSqAmAAAAAABAXSNsAABUUZY15Gw2ZqZZZ2Od9arEa1wF4GhCO2hbd7PW/jKWq9N/0pqMp3aKbjgWpKRm5RwSAAAAAAA4PsIGADgXW7ZsUalUDz30kP3MkiVLli5dKhyTvS+0yWxe8mGlcjLhCr3e1mu3Ifvj26VDw26Z/uEfp991OPu4vOt/V74h6kjmzgPygp+98GMtxz91w7tyvKhP7z0+TT6F/EyVw6u6P3TvyBdF3SktLp/29py7hj8/Nvru63r/79mJ7+/f7Rgz40kT3dS2NTm7l+iOZ5lk2GBd32CpWtnQcCKH+Smp2YQNAAAAAIBGgbABAOrA7Nmzk5KS9u3bJxyaxbL5t8q8bOs8rE+gutslLgJNWGWF8Ylr3/72nV/LSyqGXpUY1TlizV9b777k+U0rd4kGzzdI3W249QUsQ8HVU5yMhlMXN1BMCQAAAACAuqUVAID/rmPHjtUnKwsLC4XDsi9rKCs2rppmUE4m3eCm4VeEo/l+7Zui7vz+7ZLtGzJi+rR/bvK9Ts7WV0PWroMPjn3ljYe/nLzkJa2uoTfz6H2lfnNKRXmx5dgu7b7VhlYJBrVGo1arZfxgUVmJBuCOieN9fX0EAAAAAACOj5UNAICqbg2rv6msKLYehnbQtumpE2jatqy2rmC47uExStIghbVt0X9Mz6M5uRnbskWDZ206cnVV05G13zhVVlgrKZlMJnNDWtwQGR7q7ekuAAAAAABwfIQNABqDSy+9NDo6+tdff42KivLx8bn11luV8wsXLuzVq1fz5s19fX3lzoIFC5Tzf/zxh0qleumll+xXmDlzpjwzevRo+5ns7Gx55pFHHqnx+tV7NkyYMOGGG26QO3IrT2ZmZp752RuUqvr1FktujnHTr0bl5OBb3EQjlb5ix6Pj37gi5gF5e2DMy2tStvzXAXYmo+nxa98eGnbLj5/8KWpn+R/rXrv/y9sHPzs2+u7bBj3z0l2fnThSoNy1d2u2vNSf05enLd78wm0fXd71/on9Hn/3sWllpRXVr7Bo1ir54Y3reO+zE9/fsHz7Kdev3rNh0h2f3NDnsaKC0i9fnnnPiEnyGR8c+8r6pduqj5cX//793+8c9rz8ZF+99/PMnQfefvTrS1rdrtw78rrk254Z365rRPWHuHu4Kg8UjqDLIGe/EOsKjNJczdbfVEalU7S5IXaKBgAAAADA0RE2AGgkioqKZAZgNpvDwsJkJCDPfPvtt0OGDMnIyBg5cqTMA44ePTp06NDp06fLuwYOHKjX61NSUuwPX7ZsmbKVV1DOzJ8/X26HDRv2b9e3GzNmzGWXXSZ35Pb555/39vY+87M3HPb3d5tMpuWfV1rM1sIyXQc7+7ds6BVyzs28H5b/39VvHsw62m9ED3k7evDEUze8K+f3az/ATk5Wy9hg/bJt1z885orbh9bm2d965CsZAGxZs6t9t1Z9LuluqDQs/W3Np8//4yXx29SUj57+rn231nc8e5W3n+fc75a+9dAU+70fP/PD6w98mXe8YOiVfTU6zWPXvLVp5c4zPGNJYel9oyadOJJ/5d2XjLguWeYZT9343q6Nmcq9leWG/41//es3fnbz1A+5rPfRg7n3jnpx27o99od37d3u0okDq5cbktHI4p9Xefl5tO0SLhyBWiOG3FaVnG351an4hK1NtMlktpYNMzeETtGfTJm+edtuAQAAAACA46MgN4BGIicn56abbvriiy+UwxMnTjzwwAMdOnRYunSpMvv/3HPPXXLJJfKkzA88PT0HDBgwb9680tJSV1frO7XlMD8/P/mozZs3d+nSRZ5ZvHixfGC/fv1qvP6WLX+/4X3cuHHFxcUzZswYMWLE9ddff9Zn1+k9RYOhFFDK2WzMXGNNWayVZ651FY5mwU+p6ak7TjlZWWmsfpiz78hHz3zfqkPoS1Mf8PL3kGeuuueSx65+67PnfuiZ1Mm3uddZB1S/2ruPTf3r1zXX3j9KjhG1sHHlzvk/rkgeE/fIOzcp0/fyC//QuFdl3nD/q9e5ulf14j6QceSzRS80a2Et4p8wOOaBS19e9se6ovxSD2/XrF0Hf/lqUfuYyBe/fdDVzdn6Wc9Y+eZDk8/wpEUFpQMvS7jt6fFyv/fQmNBWgW8+PEV+2EpU8Mf3S3dtyhp1ERTtOAAAEABJREFUQ/Kdz12ljH//yW9+n/aXRltz1JR7tOCJCW8fO5j38FsT9a7OwkGEdtC27q7bs9ZgLFdv+FHb53aDRqNRmzRqVYN4v8Xefdkd27cRAAAAAAA4PlY2AGg8br75Zvv+V199dezYsccff1yZ65fkzpNPPnno0KFp06bJwyFDhhgMhuXLrW9az8vL27Bhg/LwFStWCNtE8IIFC+QYOS9Z4/XP7KzP3nAoraH/+rhSOUwYr9e7N4jGuf+JzAk2LN9+ym1r2j/eML5wRmpFeeV1D49RggRJ5gcTHhxVWlLxx7dLazNACQnkdupbv8z7YfmVdw+/9oGRtfwIA0P8H3j1+qvuGWFfKCB3WrZtIXcK84rtw7oktFOSBsnF1al9t0i5k3/c2n588c+r5fbKey9RkgZp0GW9TqlxdLp+o3ra97v2bi+3ecermpkvnrVSXmrCg3+XDrvhkbH22OMU8mOQuUvmzgMymRg4rpdwKMkTqxY37F3qdHyf2dq24eTiBtEwOjcAAAAAANAIsLIBQOPRqlUr+/7OndbyMqmpqbt3/z3jnJubK7e7dlnb3g4dai19s2TJksGDBy9cuFDYsoRPP/1UPuTOO+9MS0uTaYEMG/7t+md21mdvCCwnFZ8w52ZVzbdGdHHIvtA3Pnrp+LuGn3LycPbxG/o8Zj/MyTgit9GxrauPie5uPdy3I7s2A5RZ6VUL0g9kHpU7raJbiloLCPUbcmUfuSOji40rd2xYtm37ur1Km2VDxd8rMHwD/rF+wkVvzRUMBuuAjK3WwW07hVcf0KZz+I70fWd4Xr/m3n9fzZZSGG0LPowG065NWe1jIj28/l7IIvcjokN3rM84/TofPPVd1u6DNz1+2agbkoWj8QlUNwvTHMsyyf3DW0WzSKPJrNXIpEGllt/T6nWiLrzXn39YAAAAAADQKBA2AGg89Hq9ff/gwYNy+/77758+bN8+6+Rs69at27dvr7RtWLp0aWhoqDzTt29fJXhYtGiR3I4cOfLfrn9mZ332BsRicfWxdB6p2vSrdSZ90eSSK59rQFWe6tCJQ3karcbD+x9Forz9rZ9s3rHC2gxQyKRBztFv35Dx2aTp3fp3tK8zOKuZn8//efLCYwfzhG1av1N8lJzlljP+1cco6cIpLGbrt6a0pExuvfw8qt91SnGn07mc9uGZbZFJSWENV7Ne0L+G735ZacXKeRvadY24/LYhwgGlz6tQkga9jzGiX5nZpLetajCr1axpAAAAAACgzlBGCUDj1KKFtUBNZmam5TRz5sxRxgwdOnTt2rX5+fnLli1LTra+X7tfv35HjhzZs2ePDBt69erl7+8vzkltnr1BibnC4uRmnXjN2mzcnWYQjZF3M0+T0VSUX1r9pFKhyNPbrTYDFFFdwl/67sExNw6QscHU12eL2lnwU+rnk37y8vW48dFLX/nuoe/XvfX0Z3dGtA8VtebuYU1BqscewtYCWpwTT183rU5TvYKToiC3+PTBxw/lmUzmTj3bCgdUUWb569uqr1Knsflqtdls+bs19EWvoZSRmZ1fWCwAAAAAAHB8hA0AGiel5NHSpUurn8zKynrhhRf+/PNP5XDIkCFGo3HWrFkbN27s08da4iYxMVFuZR6wZMkSpc5SLZ1SiaU2z96gOOll3lBVzGfhlyUmo2h8WoQ1l9tt6/dUP7ltrfWwVaew2gxQdOjRRu/qfN0jlzZr4fPLV4tPWZrwb1bMXSe3j75z8/i7hnft3U5O9MvDIznHRa3nuyOiQ+R2Z/o/ahxl7T4ozom1Y0SbFtl7DpWWVNhPyv3MXQdOH+wf5PPqDw8Pn9BfOKDU6WXlxdavsE9EaWCX0obWoeHjydO3bGsopdUAAAAAADgfhA0AGqcrr7zS3d398ccft3dNkLnCww8//PTTT+t0VW0J+vfv7+Hh8cYbb8j9vn37ym1sbKyPj8/rr79uNpuHDRtW+6dzcnKS29LS0to/e4Mip56jks2eLaylZgqPmdf9Xi4anQHjemk06qlv/FyYV6KcKTheNO3tOfJz7zMstjYDqnN1c77liSvkzPV7j001mcxnfXats/X7Xl5WaT+zNW13+oodotZhQ8LgGLn99t1f7WsvUn5JW5OyRZwr+UkVFZRWX5zxzVu/FNa0skGGK116RQW1PMeFPheRfDGvPfli7nDZMfmtVEsqtcpGAAAAAACAukPPBgCNU1hY2Mcff3zrrbfGxcWNHj06MjJy7ty5K1euvO+++wYMGKCMcXZ2TkpKmjNnTkBAQFRUlDyj0Wj69ev3888/BwUFde/e/T89ndxOmjRp1qxZn3zySatWrc7w7GUNqkyRMu2qVmt06rjrKxa8bK3Vk/pjWacBznr3RjUbG9k+5I5nr/rk+R/uHPZcwpAYk9G0auHG3CMF97x4bUS7kNoMOEXiiO6LZq5cvXjTnK8XXzpx4JmfPX5gl+V/rHv4sld6JHdu1T706KHcxbNXuXvqiwvLim3tE86qbZfw6x4aPfXNX+4dNanXoK5HD+bKCwaHN1e6VZ+DMTcNklf4ecqivduz23WO2LFp3/7dh/wCvUtP+3g2LN/+2DVvxSV3fm7KPcKhLPiixGxN0ERwzzyvFibrq1ytUVnjBlvo0AAih1YRoV6eHgIAAAAAAMfHygYAjda11167ZcuWCRMmpKenv/HGG05OTt9///0777xTfcyQIdaGt0rDBoWyxGHYsGH/aRayV69ed99998GDB7du3XrgwIFaPvvFpfqbnHfVyFtAtCWos7WoTkWZZem359gMoCEbcV3/D35/qnv/juv/2rp60aauCe3e/eXx4dck1n7AKe5+8VpnF6dpb/yce7TgzE89cFyv6x4cbTJZVsxdP+3tOft3H7zmvpEPvX2TvGvrmtpW0bn63hHPT7m3RXjzP79fmrk95/qHxwwY20ucK1c359d+fDTxku7HDuTOn5ka1LLZh78/5dfcy/2fLbIdV/ZW45411mRP7WRsOyxXvsI1Gq1Ga6VRa+QfANEAFjfcfuP4TtFtBAAAAAAAjk/V0IoXA/VHvtrNZrPJZKqsrPxp0bEPZuZ2j/Z89T5meRyet144ljKDqGgYTRGUNrnyT4XRaDAYKisryk/sr/ztMTeL2ToJe9M7Xv4tNQKNVPbew77Nvdw8/vHn55q4R0JbBb7y3UPCwcm/3Xx5X8GJHOu6hrbDj7YZVOzk7OLsrHd2sd60OietVifTB2V9g4CjGfNgelGJ6ZkJuugIV4Wzs7M1RrJ9TwUAAAAA4GLg32MA0OTZqihprG/51nm3ULcZUFXjfv7nJQKN148fzR3X8d6M7Tn2M0t/W3PicH5099bC8aXPq1CSBmevyvDEAuXlrdVZb3Jfvt5VDSNmWJCSmpVzSAAAAAAA4Pjo2QAATZcy2Wp9I7DFItMGs3U+VtdlbNm+Fc6GUnX2VuPuNYY2PRpiR2ucv8QRPRbMSH1gzMsxfdoHRwRsX79327q9/kE+o68fIByctQ7Yd1V1wKJHH3Vysb6w5f81tps1WVNr7EXExEU1PyVVr3cJCwkSAAAAAAA4OFY2AEBTV9W1wda2QU7I6j10XcZVLW5ImVJiahgVn1DneiR1fHHq/T2TO+3fc3Dm5/N3pu/rO7zb27Me8/JzFw5uxfSy8mJrlUjv8JLAzmVVyxqcrKWTZMwgwwbRAGIGAAAAAAAaGVY2AECTJqdcLRZLVZNojcZisb4HvO2Asp0LjUWHtHmHzev+KO85ykWgMerWr4O8icYl95B53e9VaVnHy44paxqUJg3WGkpardqWrTWEZQ3S4KSEUJY1AAAAAAAaBVY2AEBTVzXrauvcoCxukHpcV6bcmzq9rMz2JnHAIaRMKTFbmzWI4B65HkFG67IGZU2DRqu2Vk9SN5BuDYpBSQnUUAIAAAAANA6EDQAAK5V9dYNGq9HqgjuqW3SpELby98tOlr8HGrjsLcY9aw1yR+NsihqZe8qaBo2NkjRQRgkAAAAAgLpF2AAAqFrcYOvbYK1ob5uZ1fW8rlKltq5pSJ9fcXy/SQANm8Ui5n1Wouy3GnhC76G21lBSWkPLCM22sqGhdWv4ZMr0zdt2CwAAAAAAHB89GwA4vPwygTojIweNRmO2NtT1aG5sO6B85wK9xSzmf15y9QueAmjANi+qOJFjTcWcvSrD+xZoNM7WNQ0nb/KFbS+g1HDyhr37sju2byMAAAAAAHB8rGwAgJotXro6I+uAaDLsixvUKqWWkrV3Q+exBp2rWd6bvbWqOg3QMBnKxZJvqup9RY855uSitbeG1uisSYPG2rBB1UD6QgMAAAAA0PgQNgBAzRYvXZWZlSOamJOBQ1WnaL2Hrsu4qpUjiydX9d0FGqAVP5WWFVqrfnmHlwR2KlXiMq2Tk7WAkq04WEMroKR4/fmH+8THCgAAAAAAHB9hAwCgir3CjNoWNVina3W6tgPMHkFGeT7vsHndH+UCaHgKjprXzLG9OFWWjpcds69psLeGViuLdljWAAAAAABAvSFsAICaTZxwWUyX9qKJqZqNlXmDypo3WNMGna7HdVWLG1b8UFZWbBFAA5Pydamy7CY0IU9mY9aczMlJ6QuttlZPUtu7NQAAAAAAgHpC2AAANYsMC/bxaqItkZViSvJmLUGj1QV3VAd3rZDnK8osy74tFUBDcmCncefKSrmj1ZvaDs07ZU2Dxqah9YW2e+TpN5avWi8AAAAAAHB8hA0AgH+wd4pWKt3bZmx1PSZUqtTWNQ3pCyqO76d1AxoKi0Us+KxE2W89+JiLu6qqhpJtWYOysqFhdmsAAAAAAKCRIWwAgJo9OendxUtXi6ZMRg7WN4Vbiyl5NNdEDbLWxLeYxfzPSwTQMGxaXHFknzX90vtWhPcuruoLfTJvkC9gewGlhpk3tIoI9fL0EAAAAAAAOD7CBgDAqeyLG9R/xw26TmMMzh5meW/2VuOedQYBXGyGcvHXtKq6XtFjj2qdNLYmI05anZNGZ00aNNaGDaqG3Bf69hvHd4puIwAAAAAAcHyEDQCAmp0MHDRqa69ond5D12lsVafoxV+WmKmlhIstdUZpWaG1upd/VFFA+wpbP3NrzGAtoGQrAkYBJQAAAAAALhjCBgCo2aQn70tOjBNNlb3yjMoWNVhXN+h0bZPMHkFGeT7vsHn93HIBXDwFR81rfrW9CFWW9mOOW9ffaK39ReytodXK4pyGnTcsSEnNyjkkAAAAAABwfIQNAICa2evPWIsp2WZypR7XVS1uWP59WVmxRQAXScrXpSZbNa/QhDyPALOMGTS6qr7Qamv1JLW9W0NDNj8lNZuwAQAAAADQKBA2AEDNMrIO5BUUiiZPWdxgXd+g0cr53OCO6hZdK+T5ijKLzBsEcDEc2GncubJS7mj1pqjhuVV9oU+uadDYNOS+0AAAAAAAND6EDQBQs8nTZmzYuF00bfZO0UoFfNtMrq7nhEqV2rqmYcO88txDZgFccPrDe4EAABAASURBVAs+K1F2Wg8+5uyq1trWNCg3ZWWDo3RrGJyUEBoSJAAAAAAAcHyEDQCAs7BO2tp6NyjvH/dorokabK2VbzGLhZ+XCODC2rS44sg+a4NyvW9FeO9i5WWpc3LSKEmDRmMvoNTw84ZBSQlhhA0AAAAAgEaBsAEAapacGB8eFiKaPGW6Vm2jqYobdJ1GG5w9rGsa9qUb9q41COBCMZSLJVNLlf3osUe11ohBsv5H7lhfo9aGDaoG3hcaAAAAAIDGh7ABAGqWnBgXGRYsYFNVTenk4ga9h67TpVUNGxZNLjGbBHBhpM4sKyu0VvHyjyoKaF9h61tuSxpOLmtwlAJKik+mTN+8bbcAAAAAAMDxETYAAM7CXpFGZV/doNO1TTZ7BBnl+bzD5vV/lgug/hUcNa+ZY0u5VJb2Y45bky+tTlOtL7Talok50LKGvfuyCwqLBAAAAAAAjo+wAQBqtnjp6oysAwI29ro0cjJXmeGVelxXtbhhxfSysmKLAOrZkqmlJlvVrpYJeR4BZmuThpOtodXW6klqe7cGAAAAAABwgRE2AEDNFi9dlZmVI1CNsrjB1ipaK+d5gzuqg2Mr5PnyYsuKH8oEUJ8O7DTuSK2UO1q9qe3wXKWil9a+rMG2ssFR+kLbvf78w33iYwUAAAAAAI6PsAEAUCtVKxtk0mD9n8Y2w6vrcU2lSm1d07D+z/LcQ2YB1JsFn5UoO22GHHN2VWtPrmlQljXIEMyxujUAAAAAANDIEDYAQM0mTrgspkt7gX+yTuaqVPZO0R7NNVGDrWsaLGax6MsSAdSPzYsrjuyzNiLX+1aEJRQrGYPOydoaWukLbS+gRN4AAAAAAMBFQdgAADWLDAv28fIUqEaZxlXbaKriBl2XS03OHtY1DRnrDfvSDQKoa4ZykTK1VNmPHntU66Q0KXdSWkNbX4tqjWP1hbZ75Ok3lq9aLwAAAAAAcHyEDQCA/6aqmtLJxQ3ObtrO46oaNiz4rMRsEkDdWjmrrKzQWq3Lv11RQPsKW39yW9JwclmDYDUDAAAAAAAXG2EDANRs8jcz12/aLvBP9ko1KvvqBp2uTX+zd0ujPJ932LxhXrkA6k5xrjntF1uapbK0H33cmnBpdRp7X2iNtVuDgy5rkFpFhHp5eggAAAAAABwfYQMA1CwjMyc/v1DgNKqT5CSvMvPr5OTUc0LV4oblP5SVFVsEUEcWTSk12apztUzI8wgwW5s06P7uC217Gaodt0/D7TeO7xTdRgAAAAAA4PgIGwAA50JZ3GBrFa2VmUNAO3VIbIU8X15sWTG9TAB14cBO444VlXJHqze1HZ6rVO7S2pc12FY20BcaAAAAAICGgLABAGo26cn7khPjBGpStbJBJg3W/2lsM7+67tdUqrXWNQ3r55bnHjIL4Lwt+KxE2Wkz5Jizq1p7ck2DsqxBhl3CMasn2WVkZucXFgsAAAAAABwfYQMA4BzZO0WbTJade7JSN690brdXnreYxeIvSwRwfrakVBzZZ204rvetCEsoVjIGnZO1NbTSF9peQMlx84aPJ0/fsm2XAAAAAADA8WkFAKAmGVkHfLw9fLw8BWoip3ctFsvho8dXr9m4fecenVYd1bpl1wn6vyaZK4rUe9cb9qUbIrrqBHBODOXir29Llf3osUe1TkozcielNbS1Obla47h9oQEAAAAAaHwIGwCgZpOnzUhOjKeSUo2MJtOmrbtWpm3Yn33Ix8czIS62S4c2Wo2qsqK8y2VlaVPchK0Azs3ve6s1AjgHq2aXFedaq3L5tysKaF+h1bpUJQ0nlzWIRpExDE5KCA0JEgAAAAAAOD7CBgDAf5BXUCQzhrT1m0tLy6JaR1x/5eiothEWi8VkMhorKzVabZv+xl2LjPn7tXmHzenzy2OHuQjgPyrONa/+2dZmXGVpP/q4tS20Vqex94XWWLs1NI5lDYOSEgQAAAAAAI0CYQMA1CwyPMTbmxpKVSwWsWP3Phkz7Nidode79IzplBAX42P7+sikwWw2y8lf64ywWWfWmXpOKJv/ooe8a9n3ZR36OTu7UuUG/83ir0pNButOaEKuR4BZo3XR6P7uC61Sqe3dGgAAAAAAQANB2AAANZt47TgBIUpLy9PWb165Jj03r6BlSND4S4d16dhOq/1HdSSlU7TKorbVt9EGtDOGdKvIWedcXmxZ/kPZgImuAqi1AzuN25dXyh2t3hQ1PE+jqYoZqpY12FY2OHpfaLtPpkzvHRfbKbqNAAAAAADAwRE2AABqlpV9MDUtfdOWnTJH6Nq5fe+eMS2Cmp8+TJnwVavVwqKxaMxyRthsNnW/uuLgRiezUbXuj/KYYS6+QWoB1M6Cz0qUnRZ99htFhVbnWhU22JY1qFVq0YiaQu/dl92xPUkDAAAAAKAxIGwAgJotXro6PCwkMixYNDGVBuOGjdtS16QfPHS0mZ/P8MGJ3WM66V2czvwoZXGDnAvWWKsp6TyaG9sNqdj2u4vFLFIml4x7wkMAtbBlSeWRfSa549q8wq/r0f05JTmHTkREhIeGeCp9oe0FlCijBAAAAABAg0LYAAA1W7x0VXJifJMKG46dyEtdvWFt+paKCkOHdq0vGdyvbauw2jxQTvtaLBYlbpBpg9kaN+g6jSrfu9Spoki9Z50he4sxtCO/cXAWhnLx1zdVyxo6jD0SENzcp9yQkXlwyYq1Xl67+/TqHhYa0jj6QtvdMXG8r6+PAAAAAADA8TH1AwBNncls3rpjz8q09D0Z+z08XPvEd4vv0cXLw/0/XaTqzeZyJthStbjBxd3UeVzpmq+s15n3WcnEt73UGgGcwaqfy4pzLXLHv11RszaVWq1LM3/P4OCQw8fyVq7d9NX3v0SGhw5O6lNjOS8HJT8jAQAAAABAo0DYAAA1mzjhMh/vRl78p7CoZPXajavWbpQ7keEh11wxslP7NhrNufdXUNlXN2isjXyjko27Fxvz92tP5JjS51fEDnMWwL8ozjWvnl1m3VNZ2o8+busFrdPY+kJHRrRs26b1zj2Zi/5a/c4n0zq2bzNsUN/m/r4CAAAAAAA0GIQNAFCzxl1AaU/G/pVp6Vt27HbS6WK7RPeOjz3/qVt7JX21Sm1d22DWmU2mnhPK5r9ozWyWfV/aoZ+Tsyt19lGzlK9LTQbrTsveeR4BZo3WRcYMf/eFVqs7Rrft1CFqw6btC/9a+cb7k7t2aj90QB9fHy/hyB55+o3Rw5P7xMcKAAAAAAAcHGEDADQhZeWV69K3yJjh6PHcoMBmYy4ZKJMGZyedqDvK4gaVRW1b3KALaGcM7VGRvca5vNiyYnpZ8o2uAjjNgZ3Gbcsq5Y5Wb2o7LFejsWYMOp2T3NiWOGg1Go3SqqFb1w4xnaPXpW9dsCT11Xe/6B7TcVBSb2/P/1b1CwAAAAAA1DnCBgCo2eRvZnbtHB3bub1oFA4ePpaatmHDpu0mk6lzdNtxo4fUx9INZXGDWq0WFo1FY7bOEZt03a6uOLDByWxUrfujvOtQF9+gcy/ThMZqwWdVfaFbDznm7KpW1jQozT+syxpUalGtKbQMs3rEdpQ5Wdr6zYv/WimDh/juXQb06+Xh7nhRVquIUC/PRl6uDQAAAADQRBA2AEDNMjJzwluGCAdnNJo2btm5Mm1DVs4hby+PAX3j4rp3cXPTi/pU1blBXdUp2sPf2G5I+bbf9WaTSJlSMu5xplbxD1v/qjyyzyR33JpXhCcUa7XO1mUNTk4aW94gX0fWtTIni3TZH6XRqHv16NIjpuPKNekpy1avWb85oWdMUt84V1cX4Thuv3G8AAAAAACgUSBsAIDGKS+/MDVtw5r1W0pKy6Jah99w9ZjoqFbV52rriXwKi8VibxRttsYNuk6jyvcuNVcUqfesNWRvMYZ25LcPqhgrxZJpVcsaosce0TpZIyoZNSitoa2vIVvDBlW1lQ3VabWavr26yQhNvtpl5JC6Jj2pT8++vbo7O9dlcTAAAAAAAHBWTPcAQM0mPXmfcEz7cw6lpqWvS9/q4uIU161Lrx5d/XwvaBPdqjehyxliS9XiBhd3U9fLS1dPthbWn/dZyU3veqloFA2b1bPLinMtcqdZu6JmbSq1WpeqpOHksgZRi9eKk07bv3ePXt27Llu5dsmKtKUr1/VP6N6nVzcnp4YeOWRkZvv6+tBzAgAAAADQCBA2AEAjYTAa16VvW7U2/cDBo95eHleMGdq1czs5ZSsuEpV9dYPtnept+ht3LjTm79eeyDGlz6uIGeos0OQV55pXziqz7qks7UYft/WC1ilrGpSm0GpbQa5/W9ZwCmdn3cD+vXrHxcq8YfGy1dbIoU/PhLgYGUWIhurjydNHD0/uEx8rAAAAAABwcIQNAODwjp3IW5mWvjZ9S3l5Rbs2kUOu7duuTcTFXTpgr7AvJ4vlrLHZbJKBQ88JZfNftDZsWPpdaXSik7MrqxuaupSppSaDdadl7zyPALNG66K0hlb6QttePur/WvtLr3ceNrBvv4QeKctXL0hZsTR1jTVy6BkjwwsBAAAAAADqDWEDANTsyUnvJifGJyfGiYbKbLZs27lHxgy79ma5uenju3fp1TPGx6sBtV9WFjeoLGqNxvqO9YB2xpY9K/anOZcXW1b8WJZ8g6tAE3Ykw7RtaaXc0epNbYflajTWjEGnc6pa1mBb2XB6X+hacnV1uWRwv/69ey5auurPhcv/Wr4mKTEuvkcXeVHRkAxOSggNCRIAAAAAADg+wgYAcDxFxaWr125cvXZTfmFRWGiLq8YN79wxqqHNoioTxGq1Wlg0Fo3ZOnds0sVeaQ0b5Pk1c8p1Lio6NzRlu1ZVKjuthxxzdlXb1zQoyxrUKrWoXfWkM5Ah3KhhSTJyWLxs1e/z/lqyLC25f3zP2E4N5w/LoKQEAQAAAABAo0DYAAA1iwwP8fb2FA1MRmbOyrQNm7ft1mg1MZ3bJ/SMaRHYTDRgVZ0b1FWdoj2bm6JHlm37VS/vSv2xTKDJcwsoj+xbrNU663ROOidra2ilL7S9gNL5R1Kenm5jLhnQv2/c4iUr5/yxOGXp6gH9evWI6ajRqAUAAAAAAKgjhA0AULOJ144TDUZ5ReX6jdtWrkk/fOR4c3/fEUP7d+vaUe/iJBo2OU1ssVjsjaLNMm4w6zqNLM9YaiovoIA+rDqOO27rCO0kb7bu0NakQaPW1L4vdC15e7qPHTUoqV/cwiUrZ/+2IGXZ6gGJ8d1iOshnEhfPgpTUtm0iwqikBAAAAABwfIQNANCgHT56YsXq9Rs2bTMYjB3atR49LLl1ZEvhOKrenC5nji3WxQ0WrVnvbhr0WFnBEYPRaDCZjBaz2WIj0MRYIygnlX8rk5OzbVmDzBuUZQ1qjai3Als+Xp6Xjx4iY4YFS1JnzJm/eNnqQf17xXSOltGGuBjmp6Tq9S6EDQAAAACARoCwAQBqtnjp6vCwkMiwYHExmEzmTdt2rUzbsC/rgKe7W99e3XuZIhyXAAAQAElEQVT16Orp4SYck6r66gadk0+I2SPAVFkpP01hMpotwiIjB4GmRFm0YH1JaFxsBZScNbZuDdZVDTZ1u6zhFL4+XuMvHTYgsdf8lBXTZ89dtHTVwP4JMZ3a0UUEAAAAAIBzRtgAADVbvHRVcmL8hQ8bCoqKU9PS16zbVFRc2ioi9NorRnaMbnNxK72cp+qdooVWWcZgUeIHk4waZK5iW9wg0JQo8ZPKmkBZm3lYlzVYGzZYlzXYuzXUN38/76svu2Rg/14LFq/4fsbvi/9aNTApoUuHqAuZONwxcbyvr48AAAAAAMDxETYAQIMgJ9t3781KTduwbedeZyddbNcOveNimvv7ikakqpiS1porWNc5aLUmo9FsMSvLGsgbmo6/i2vZ0gb5mrAmDlpd9aThgi0ykH/Krrli5ID+CfMWLf/2x18XBawcnNS7Y/s2F+b5I8NDBQAAAAAAjQJhAwDULDkxPjwsRNS/srKKNRs2r1yTfvxEflBgs0tHDoztHC3zBtGI2CeOrXPLQmuvqiTnl83VejZQwqYpsNjDhpOLG5TAQUka6ruA0r8JbO53/VWjDx4+JiOHqT/80iKomYwcOrRrLQAAAAAAQO0QNgBAzZIT40Q9O3jo6PLV69M37TBbzJ2j214+ZtjFahFxAdiLKVmUuWSV2mLRWE4SaHpUdrbMQXWRYobqWgQ2u/GaSw8cPDpv8bKvvvs5JChgcHLv9lGRot488vQbo4cn94mPFQAAAAAAODjCBgC40IxGU/rmHalpG7IPHPb28hjYLz6uexc3N71o7P5e36CxvoddnJY0kDo0BdXjhKp04WTGcIELKP2b4BbNJ147Lvvg4T8XLJv87ayWIUEycohqHS4AAAAAAMC/I2wAgJpN/mZm187RsZ3bi7pzIrdg5Zr0tPWby8rK5dzlDVePiY5qddGnVi+kv/MGlcraJvrkeWKGpuaUyOH0kxddaIvAW66/PCv74NyFy76YOiO8ZYvBSb3btAoTAAAAAACgJoQNAFCzjMyc8JZ107NBzqRv35WRmrZh5+5Mvd65R0ynhJ4xfr5eokmqcUK5SSUuOF2DfQGEhba4/cbxGVkH/pi35LOvfwpvGTxsUGIdljt7/fmHBQAAAAAAjQJhAwDUo5KSstXrNq1cszG/oDCkRcAVY4Z27dxOp+VnrxUBAxyFTBfuvvWaXXuy5i9e/vGX37eObDl0QB+ZQwgAAAAAAHASE14AULNJT94nzsO+/QdS09I3b90pp9S7dmqX0DMmNDhQAHBYbVuHydv2Xftk5PDB59/J/aED+4a2OK8/1xmZ2b6+Pt6e7gIAAAAAAAdH2AAAdami0rB+07aVaemHDh/z8/WSc5FxsZ31emcBoFFo3zZC3rbu2DM/ZcV7n3wj94ck9w1u0Vyck48nTx89PLlPfKwAAAAAAMDBETYAQN04ejx3xeoN69O3VlRWtmvbavigxKjWERQKAhqlDu1aR0e13rJ9t4wc3vlkanRUqyED+rQIbCYAAAAAAGiqCBsAoGZPTno3OTE+OTHuzMNMZvPW7XtS0zbs3Zft7u7aKy6mV4+uPl4eAkCjJqPETtFtOrZvs3HrzgUpK97+6Gu5LyOHwOZ+tb/I4KSE0JAgAQAAAACA4yNsAIBzVFhUsmrtxtVrNhYWl4S3bHHVZZd07tBWq9EIAE2GjBy6dozq0qHthk3bFy5Z+eYHU7p0jBqc3Lu5v29tHj4oKUEAAAAAANAoEDYAQM0iw0O8vT1rvGtPxv7UtA1bd+zRarWxndr3iouhfArQlKlUqtgu0V07tV+/cduCJalvvD+5a8d2g5P7+Pt5CwAAAAAAmgbCBgCo2cRrx51ypqy8cl36lpVp6UeP5zZv5jtyaFK3rh31Lk4CAIRQq1XdYzrEdGm/dv2WhX+teu29L2M6tx+S3NvXx+vfHrIgJbVtm4gwKikBAAAAABwfYQMAnN3Bw8dS0zZs2LTdaDR2bNfm0hEDW0e2FABwGo1aHde9c/eYjmnrNy/+a+Wr727v1rXDoKQEH68aVkrNT0nV610IGwAAAAAAjQBhAwDUbPHS1aGhQUWFxalp6VnZBz093Pr17hHfvYvcEQBwRhqNulePLj1iO65eu2nxX6vWp2/rHttxQL/4GiMHAAAAAAAaAcIGAKhBXn7h/MUr1BqNwWBoFRE6YfyoDu1ba9RqAQC1ptVoesfFxHXrnJq2YcnytLUbtvSI7TSgXy9vT3dlwB0Tx/v6+ggAAAAAABwfYQMA/M1iETt2ZaSuTd+5K0PuBwcHjr90aHN/XwEA50qr1SQmdI/v0TV1tS1yWL8lrnvn5L7xnp5ukeGhAgAAAACARoGwAQCsSkvLV6/btGrtxty8gqDAZmNHDCosLmkdGUbSAKBOOOm0/fv06NWj64pV65akrpU/cOR+Ut84D3dXAQAAAACA4yNsANDUZWUfTE1L37Rlp0VYOnWIunLc8IiWwQIA6oGzsy65X3yvuNjlK9cuXbl2+ap10W1bXz5miJubXgAAAAAA4MgIGwA0UZUG44aN21LXpB88dNTby3NQUkJct87M9wG4APQuTvJnTp/4bk+//P7OvftefvuzhLiY/r17urq6CAAAAAAAHBNhA4Am59iJvJVp6Ws2bCkvr4hqE37jNZe2bxupUqlOGTb5m5ldO0fHdm4vAKAe6PXOcjuof0J5RcWK1RtS0zbI+KFfQg/lPAAAAAAAjoWwAUBTYTZbtu3ck5qWvntvll7vEhfbqVfPGD9fr38bn5GZE94yRABAvXn9+YeVHZkxpCxPW5a6dsXq9Ym9uvfp1V3v4iQAAAAAAHAchA0AGr+i4tLVazfKW35hcWiLwCvGDO3auZ1Oyw9AAA2Fm5t+xJB+/Xr3WLx01eJlq5etWifjhz7x3ZyddQIAAAAAAEfAXBuAxiwjMzs1LX3Ltt1qtVoGDH3iYlsENa/lYydOuMzH20MAQL2RP6N8fX28Pd2VQw9319HDk5P6xC1aunLBktSlK9f2692zT1yMkxORAwAAAACgoSNsANAIlVdUrk/fKmOGI8dO+Pl6Dxuc2DOm038tgx4ZFiwAoD59PHm6TBf6xMdWP+np6XbpiIFJifGLlqycv2j50tQ1SX169uoZ46Tjr20AAAAAgIaLf7UCaFQOHz2Rumr9+k3bKg3G9m0jRw5Nats6/LTezwDQ0Hl7uo8bNSi5X9yClNQ/Fiz9yxo5xPXq0VWr1QgAAAAAABoewgYAjYHJZN60dWdqWnrm/gPu7q6942Pje3T18TqvIkhPTno3OTE+OTFOAED9aBUR6uV5pp9UPl6eV4wZOrBfr/kpK379c8mS5Wny51Jc985aDZEDAAAAAKBhIWwA4NjyCopWrUlPW7+5uLg0vGXw1Zdd0qlDW6bhADiE228cX5thvj5eV44dPrBfwvzFy3/5Y9GSZWnJ/eJ7xnbSaNQCAAAAAICGgbABgEOyWMSuPZmpaRu278pw0mljOkf3jo8NbO4n6k5keIi3t6cAgIbB38/76stHDExKmLdo+axfFyxeunpgv/jusR01aiIHAAAAAMDFR9gAwMGUlVWkrd+0cs3GE7n5Ac38Rg9P7ta1g4uzk6hrE68dJwCgPi1ISW3bJiIsJKj2D2nu7zth/KiDh4/NX7xixpz5i5fJyKGX/DGoVtOdBgAAAABwMRE2AE2FRiUcut5GpUkcPHR0+er16Zt2mMymju3bXD56SKuIUAEADmt+Sqpe7/KfwgZFi8BmN1w95sDBo/MWL//x5z8XL1s1qH9CTOf2KpU1ctCqRcOJHuRPbwAAAABAU0DYADQVTlrh7Mh/4j/9fNa2XRleHu5JfXvGde/i6eEm6llG1gEfbw8fLyopAWiggls0n3jt2OyDh+ctWv79zD8W/bVqYFJC147tXJ0aUthQJgAAAAAATQFhAwDH4Oysm3DlqA7tWl+w6uSTp81IToxPTowTAFA/7pg43tfXR5yf0BaBN0+4LCv74J+Lln/302+L/1r52N3XuOrrvrgcAAAAAABnQNgAwDFcc/lIiwCARiUyvM5qwYWFtrjthisysg7MXbA0v7DQVe8vAAAAAAC4gAgbAKBmyYnx4WEhAgAcR2RY8F03X+WiNgoAAAAAAC4sR24XCwD1KTkxTk7bCQCoN59Mmb55225R15yceDcJAAAAAOBCI2wAAAC4OPbuyy4oLBIAAAAAADg+wgagacnIyPj222/FxVNUVPTuu+/aD6+66iqVSpWfn68cVlRUPPXUU7GxsT4+Ps8880z1w4y9e8SFNfmbmes3bRcA4IBefvll+dN18eLFot7I3ybyKb7++msBAAAAAABhA9CkHDp0qGPHjikpKeLiSUpK+vDDD//t3meffXbSpEn79u2LiYkJCwurfujs4iIurIzMnPz8QgEA9eb15x/uEx8rAAAAAABwfJT0BZqQioqKsrIycVEVFv5j+v57G/vh2rVr5XbHjh0BAQFyZ9CgQfbDgjJhEQAAAAAAAAAaIsIGAA2IyWRydXVVkobTDy+wiRMu8/H2EABQbzIys319fbw93QUAAAAAAA6OMkpAU7Fo4YKIiAi58+WXX1avsp2ZmXnZZZeFh4d7enp26dLl5ZdfPuWBJSUl9913X/v27d3c3KKiom6++WZ55gxPtGnTpmuvvbZVq1YeHh6dOnW67bbbcnNzhW2Bgnze3TZyR15HVOvZ8Msvv8idlJSU0tJSuaPVaqsfOjk5iQsuMizYx8tTAEC9+Xjy9C3bdokLYubMmRMmTOjcubP8aS9/OF955ZWHDh2y39usWbMbbrhB/qCWP5zlb4QWLVqMHDkyIyOj+hVWrVp1xRVX+Pv79+3b99NPPz3l+sePH3/ggQfk9eUvizZt2lx66aVbtmwRAAAAAIAmg7ABaCoiIiIffPBBudOjR4/nn39e5gpyPz09vWvXrn/88UdCQoJMBeSZxx9//MYbb7Q/qri4OD4+/r333pNzT3fffXfLli1lViGnmeT5Gp9Fzkz169fvp59+kjNNN910U2Vl5WeffTZmzBh5l5yfks/rbyN35DRW9QfKGEOelBGFTqeTO/K5qh8+88wzAgBwruQPZJkrL1u2rFevXpdffnl5efn06dNlNlB9jMwS5A9w+SP63XffTU5O/u233wYNGlRUVKTc++OPP/bu3XvJkiUypWjbtu3//d//vfDCC/bHGgyGYcOGvfPOOy4uLvK3SfPmzX/++efExMSjR48KAAAAAEDTQBkloKmIbNXqnnvueeuttzp37vzUU0/JMzIJuOGGG+QM0fLly2NjrR1KX3zxxQkTJnz11VdyKmr48OHyzMMPP7xly5ZPPvlEiSKkN95445FHHpk0adIrr7xy+rNMmTIlPz9/wYIFAwcOlIdvv/32qFGj5IzVjh072rVrJ5932rRp8rzyAVSn3JuSknLo0CH7vdUPCy54s4knJ72bnBifnBgnAKB+tIoI9fKspWdc9wAAEABJREFU93JtMiGYPHnyNddcI38Cq1QqecZisfTp00fmDZ9//rmHR9UHsHPnztmzZyvx8OjRo52dneWj5M9h+WNc/r6Qvw48PT1lXCGzYTlAptcypa7+FGvXrpU/rmU8rJx59dVXZSAhI4crJtwqAAAAAABNACsbgKZLzg1t3Ljx7rvvVpIGycnJ6Z133pFbmUnIw/LycjkPFR8fb08ahC1+kOPffffdioqKf7vynj17lB05qyWDiqysLGVyCgBQ3e03ju8U3UbUs4iIiC+++OLJJ59UkgZh++HcoUMHuXPixAn7MJk6KEmDIjk5WW4PHz4sbNFvdnb2rbfeav9hLh9e/VeDYt++fSaTSdm/4447ZMw8ceJEAQAAAABoGggbgKZLTgPJba9evaqfDAoKknNJa9euVQaYzeZTBigPkTnE1q1bT7/m5Zdf7urqKueY+vXr9+KLL27YsCE4OLhly5b2GS4AwAUWFhZ20003tWvXrri4+Ndff7333nu7d+8+ZcoUYQuV7cNCQkKqP8rd3dq2urKyUm7lD3O57datW/UB1Q/79u0rf3d88803MoR49NFHFy5cKH8XyDNaLYtoAQAAAKCpIGwAmq6cnBy5DQgIOOW8PFNQUFBSUnKGAeLk211P0blz5yVLliQkJCxduvTJJ5+MjY2VYcMHH3wgHNCkJ++jhhKAerUgJTUr55Cof2+99ZbMfT08PEaNGiUjAbnftWvXU8Yo6cIpZOQst4WFhcLWRLr6XTKctu+7uLj89ddf11577e7du19//fVBgwb5+/vfdddd1cMMAAAAAEDjRtgANF2BgYFye+TIkVPOyzNy2sjNze0MA+TWz8+vxsv26NFjxYoVcozMG15++eXi4uJ77rlnxowZAgDwT/NTUrPrP2z4+uuvH3roIRkVvPTSS4sWLZI/n2fNmtWlS5faX8Hb21uc9utAxtLVD2UOPW3atKKiotWrV3/88ccyivjoo4/+97//CQAAAABA00DYADQhp9Qyat26tdyuXLmy+slDhw7t3LlTafupDJDJwSnXWb58uUwjOnbsePpTvP3229dcc43cad68ed++ff/v//5P6Qg9f/78Gj+Ghiwj60BeQaEAAAc3c+ZMuf3mm28ee+yx5ORknU4nDzMzM4WtU3RtrqAsg0hLS6t+csuWLfb933777eqrr969e7erq2vPnj1vv/12mWp4eHjMmzdPAAAAAACaBsIGoAlxcnKS29LSUuVw0KBBMk744IMPlGLcktFofPDBBysrK6+44gpheyvrVVddJWeXPvvsM/tF3nvvvY0bN44bN87Nze30p8jJyfnuu+/++OMP+5mioiK5DQ8Pt38MxcXFtZzeurgmT5uxYeN2AQD1ZnBSQmhIkKhnzs7OotoPf2HLjGUYIGodNsjwuEWLFp9//vmmTZuUM9u2bXvttdfsA0wm0/fff//ll1/azxgMhrKyMvsPfwAAAABAo0fXPqAJ8fPz8/Lymj17towZ7rjjjrFjx06ZMuXyyy/v3bv3mDFjgoODFyxYIIOEa6+99tZbb1Ue8vbbb+/cufO2226Tj+rSpcv69evlmNjY2HfeeafGp7j//vu/+OKL8ePHy4fI58rPz//oo4+ioqLk0ykDwsLCtmzZIuetBg4c+OyzzwoAaMIGJSWI+jdq1KgZM2b06dPnkksukT/Js7Ozv/nmGxkn59vU5gp6vV4GCTJmTkxMvOyyy2Rs/OOPPzZr1sz+cHnlhISEV1999dChQzLGNpvN8veLTqd7/vnnBQAAAACgaWBlA9CEyOmhd999V6vVpqWlKQU05NyTnPq/7777MjIy5MRQixYt5PzRtGnT7MWOAgIC5GD5KJPJ9NlnnxUXF8v4YcWKFf7+/jU+RWho6G+//daqVas333zzpZdeko99+OGHly9f7uPjowx48cUX5Rh5fseOHaJhS06MDw8LEQDg4CZMmCAn/eWP8ZkzZ8qUd9u2bU8//fTUqVPlXcuWLavlRYYOHbp69eqRI0fOmTPn119/HTZs2Pvvv2+/V/5m+eGHH0aPHi0vKy8u8+kRI0bIH/U9e/YUAAAAAICmQeUQxUyAOiFf7WazWc62VFZW/rTo2Aczc7tHe756XxvRNOh1wtmR1zIVlAl+WgFoZD6ZMr13XGyn6Dr+TeTpItQNpj9Ofpmoc2MeTC8qMT0zQRcd4apwdnaWgYdGo1GreScNAAAAAFwc/HsMAADg4ti7L7ugsEgAAAAAAOD4CBsAoGaLl67OyDogAAAAAAAAAJwNYQMA1Gzx0lWZWTkCAOrN688/3Cc+VgAAAAAA4PgcuYI7AAAAAAAAAABoAAgbAKBmEydc5uPtIQAAAAAAAACcDWWUAKBmkWHBPl6eAgDqzSNPv7F81XoBAAAAAIDjY2UDAAAAAAAAAAA4L4QNQFNRZhDlBlFPlq9ct3LdxkfunijqjUVcaE9Oejc5MT45MU4AQP1oFRHq5Vn35doKy4VKnK8p383y9fYaPXyAAAAAAACgFggbgCak/ubryyoqCwpLLnweAAAO7fYbx4v6cf4/kIuKy5ydXfjBDgAAAACoJcIGAAAAAAAAAABwXggbAKBmk568TwBAfVqQktq2TURYSJAAAAAAAMDBqQUAAAAuhvkpqdk5hwQAAAAAAI6PsAEAapaRdSCvoFAAAAAAAAAAOBvCBgCo2eRpMzZs3C4AoN4MTkoIpYYSAAAAAKBRoGcDAADAxTEoKUEAAAAAANAoEDYAQM0iw0O8vT0FAAAAAAAAgLOhjBIA1GziteNiO7cXAFBvPpkyffO23QIAAAAAAMdH2AAAAHBx7N2XXVBYJAAAAAAAcHyEDQDqgFqjERaLaFwW/7Vq3/4DAgAAAAAAAMDZEDYAqAPOTrryikrRuCz8a1XW/oMCAOrNHRPHd4xuKwAAAAAAcHw0iAZQB5x0OrmtrDQ4OelEY2EymzQaElkA9SgyPFQAAAAAANAoEDYAqAPOzk5yW9G4woZbr7/Cz89HAAAAAAAAADgb3rQLoA4oGUNlZaOqpNQqItTb010AQL155Ok3lq9aLwAAAAAAcHysbABQB5ycbCsbKgwCAAAAAAAAQNPDygYAdcDFtrKhwtB4VjaUlZV/PPmHfVk5AgDqTauIUC9PDwEAAAAAgONjZQOAOlDVs6GiEYUN5RUZmTmVBqMAgHpz+43jBQAAAAAAjQJhA4A64KSzhg2VlY2njFJ5eYXcOtvKQwEAAAAAAAA4M8IGAHXAydlWRqkRrWxoEdT89ecfFgBQnzIys319fehFDwAAAABoBOjZAKAOOCs9GyobT9gAABfAx5Onb9m2SwAAAAAA4PgIGwDUDZk3NKYySkVFpYVFJQIAAAAAAABALRA2AKgbHh5uhUXForFYt3HrC69/LACgPg1OSggNCRIAAAAAADg+ejYAqBvN/HyO5+aJxqK0rMzTw00AQH0alJQgAAAAAABoFFjZAKBu+Pn6HD/ReMIGN1d9u7aRAgCaKo1GbTQYBQAAAAAAtcPKBgB1o5mfz4q8QrPZolarhOPr17uHAIB69smU6b3jYjtFtxENj4uz8/G8fAEAAAAAQO2wsgFA3fD387VYLCdymZkCgNrauy+7oLBINEh6vcuxY7kCAAAAAIDaIWwAUDf8/bzl9lhjqaS0eFnavqwcAQBNVTM/H4PRWFJSJgAAAAAAqAXCBgB1w9fHS6VSnWgUPaJNJvPcBUuP8pZeAPXsjonjO0a3FQ1SWGgLuaWSEgAAAACglggbANSZZv4+x443hrBBqWri5eUhAKA+RYaHenu6iwZJfmxurvq1G7YIAAAAAABqgbABQJ3x9/U5kdcYwgZXV/3lo4cEBTYTANBUaTTq7l07rFqz8dDhYwIAAAAAgLPRCgCoI838fDZv3y0cn4uzU89unQQA1LNHnn5j9PDkPvGxokHq36dn2obNP/08797brxUAAJzGYrEIAABwGpVKJZokwgYAdcbfzyc3r8BstqjVTfRHKgA0Ju7uruMvHfbVdz9/+e2sq8cO1+tdBAAANvaYQdmpvgUAoAlS0gX7Vvmd2AQjB8IGAHVGhg1ye/xEXvNmvsKRfffTbzon3eWjhwgAaNo6tGs9aljSnLkpb7w/5ZrxoyLDggUAoMlTJlCOlRVtO3FQOTSbzfaJFQAAmiDl92Brn4BgN2/VSfJMU8sbCBsA1JmQ4ED5IzTn4GFHDxsOHT3eMiRIAEA9e/35h0WD17dXN1e9fs6fiz/+8vvAAP82kWGtIkJbRbR0cXYSAICmx76IYUnOzmsXTREAAOCkF7qNuK9zsvqkJpg3EDYAqDNy4ikosNnezOzYLtHCoVksgc39BQDAplvX6E7RbZavWr981bplK603eTI0ONDf19vbx8vbw93b29Pb09Pby8PVlVJLAND4KUsZlNRBq1Y313sIAACattzy0nKTwWQyGQwGjUaj1Vpn3ZW8QTQlhA0A6lJkWOj2XXuFg3vo7hsFANS/jMxsX18fb0930eA5OemSE+PkbV361pyDR4qKSwqLSjKzD+Zt3nHKMBk5+Hh5etm23l6e8tPz8vTw9/MWAIDGwmIj8wa53943cPG4BwQAAE3b9fO//mPfFqPRWFlZqdPpKKMEAHWgVUTo8lXr5QyUp4ebAACc0ceTp48entwnPlY4jm5dO8ib/dBiEYXFxfn5hfkFRfkF1m1efmFBQVHOoSMlJWXVH+jh4aqsflASCG8v276npzwvAAAOwl5DyWwjAABANUrYIAMGexklYfu92XQiB8IGAHUpIixEbvdkZDluJaW8giIXZye9i7MAAJyN/Duzl4e7vIWFnnqX0WSSwcPfOURhkdw/fPT4zt37Kg1G+zCtRuNlTSBOhhCe1h1vbw8fby8nHX9TBYAGR8kbCBtwPkxHlmsC+ggAaHTsZZTs6NkAAOfOzVUfFNhsz779jhs2/Llw2eGjxx6443oBAPVscFJCaONtRy9ThGZ+PvJ2+l0lpWX5+UX5hbYcwppGWHf2ZmQVFJUoc1gKvd6lKoSwba37tiURcqZLAAAuHstJAjgnqs0PqbVvmXwTmlp1EQCNngwbjEaj3DbZ35WEDQDqWGRYyPZdGcJhHTpyLDiouQCA+jcoKUE0STKZlrfgFqf+sDWbLQWFRXnKSoi/SzMV7svKKS+vsA9r5aYyuDgtT3PZs9fdz9erma93M38ff7n183J3oygTAFwghA04Zypz0f4VH6pbq1tE9xIA0IiYzWaZNDTl9X+EDQDqWGRE6IrVGxy3bUN4SIvWrcMEAOCCU6tVPt7WYkpCBJ9yV6XBmJtXoKyB+Oyn3cJcqlYbDh3L25V5SP5l3j7M2Unn4+3h5+3p6+Pp6+3h623d+ln3PTUatQAA1BFWNuB8VBjU2Vl5cT7PaY//z+ifJOrOOzN/eOmbKdXPeLq5B/v7R4WGDekRPy4xWdSzFVs2fvTLjNQtm/29vGdPei3Ev17ex01tq9oAABAASURBVPb81C8+mP3TGQYkdOj886TXP5kz6+kpn05+9KkRveqsaNX45x9P2bDOfuik1QX4+gb7NxuXmHTVgCHy0H7X57//8sQXH9XtswMNn+WfRNND2ACgjrUKt9bt3r03s3oHUQcydtQgAQAXxIKU1LZtIsIabyWlOuSk0wY295M3uf/Kd+aiEtMNo3XREa56vavJIsrKDflFJQWFJXkFxbn5hbl5RdkHjxYWl1a/gqe7qzV78KlKIGQa4WcNNjy8HDMaB4CLiJgB58lFbxk8pKwwV8z7+otOI/TNo+JFnYoIahHk66/sF5aV7MnJ3p6V+fPyv44XFtw24lJRb44V5F/9wlNllRVtQ1o28/FpcfJjqHNhAYEyTrAfrt+9o7yyMq59R4266q0VHcIjRH3q0rqtm7OL3Ck3VB46fixtx7ZV27a8N+vH319+O9DXTwBNW/XfkpRRAoDz5eaql5NBezOzHTRsAIALZn5Kql7vQthwPlQq4enm2szPOVKr1WjkP7H/Xr5gMpll8HAirzA3v8iaQMhtXuGhI7lbd2ZWVBrsw+TDfLzdqxII25IIJYTw96VDNQAA9aWiUjVzjkdAs9yAgjeO7brPv21fUXduvmTMLZeMth/Kyb5Zy1Luevf1F77+8op+A3w8PEX92Lk/SyYNEwYNf/PO+0R9un7ICHmzHybcffOeA9nfP/WCu/4C1ZN89+4Ho8P+zjMKSopue+uVxevX3vLGS7++9KZyUn4Lqn8XgCZCSReacirPv6AA1L3I8FAHbduw+K9Vzi7OveNiBADAwcnooZmft7ydfldpWfmJvKI8GUVUyyF27s3OLyw2m//+h4Gr3vmfIYSHj7enn4+Ht6eHWk1DSwAAzp2TkxiQXNoi2LRnp+HXr967+RknbUCcqB8qlWpcYvLMpYsXrluzcuvm4fG9Rf0wmkxyGxoQIJoYLzePr/73zOBH7l69fYvMdcb2rcvSWAAcC2EDgLonw4bUtHRHbNuwduPWVuEtBQBcEHdMHO/r6yNwwbnqXeQttEWzU85bLBaZN+TmFZ3IL8zLt25zrQsjCvdmHSwpLbcPk3MW3p7uSi0mX1uLCJ+TnSHcXF0EAAA4G5VKtAyzTs17+ojbrz9WvP3dksKHA9rEinoT0syaARSUFMvtB7N/en7qF7Off+2Zrz/flZ0VEdRi4Rsf6rTarCOHnpr86YbdO+Ww0GYBY/slPXT5NdUvcoYBSQ/csTXT+pa7l76ZIm+PXnXdw1dcIxoA+debZ6Z89tuq5bmFhT3atR/Rq891gy+pPuDdmT/8tGTR/qOH3fX6DuGt3rjj3rCA/7zu1sXJ6Z6x4+9657U5qcuUsOH0ng3bsvZNnff72l07tmftC/TxjWgRLL96vTp0sl9EZhUf/jwjdevmlgEB4/omDYtLiL9zov0rGX7l6NF9+gX7+X/xxxytRv3IlRNuHDpSnv9lxdLfVi7bmrkv59iRYP/m7cLCX7r5ziBbNafNGXsGPHTXO3c/oFapZyxdnL57V5fWba7oP3B80qBV27Z8MPtH63M1D7j/sqvG9OknANQFwgYAdS+qTYRGrd60dWef+Hr8y2KdKy0tO3Y8b0BiLwEAF0SkrckNGg6ZIvh4echbK9HilLsMRuOJ3KqKTLbSTNb9rJzDG7bsNhpN9mFOTjpfLw+lM4SMH+SllBBCntFqNAIAAPxTixamgnz1n/MKY2Ne0/jebfKrr2bCmYcPym144N+/4v/v8w8OHj/eJqRliH8zmTTIiemRjz9kMBmH9uwV5OufsmHtq99N3ZOT8/ED/1PGn3nAdUOGr9m+Tc5o9+3cNa5dh17RHUXD8MK0Lw8cPzawW08Pvevs5UuWpK83GE03DR+l3PvgR+98s2BueGDQNQOHyjRi3ppVAx66+/eX34wKDRf/0eDuPeV23c7tNd47bcEfD3/8nquzS59OXXpEtV+1fcvSjRv25GSnfvilq639w49LFt797uuebu4je/Uxmkxv/fjdD4sXnHKR9bu2f5+9v0N45InCgs6RreUZGW/89NeiAB/fpJjuMa3brty6+feVy+X5KY8+ZX/UOzN+KK+svGHoiMsSk1/+9qt73ntjy769c1evvPmS0YN7xL3z0w+3vvmSv5e3/MAEgPNG2ACg7rk4O7WParVh03bHChtcXfWPPXCLXq8XAAD8k5yDCGzuK2+n31VYXJp3MoSoWg+RX7R5e0ZhcUn1Yq0e1g7VJ0MI23oIZW2Ep7ubippMAIAmLGu/rlVrU4d2B3cved0cpW/ZsZuoUxWGys9/+0VOsvt7eXVt09Z+3mS2bPt6urPOSe5XGg13vP2qnOP+4+W3u7Ruq5y59c2XZy5dPLp3okwXzjrgxqEjIwKDbWFDzP3jrhQNRkFJybL3PosMCpb7Vw8cMubJR6anLFDChuWbN8qkYWzfpA/vf0Sjtr4rYntW5vD/u/+xzz+a9fxr4j/ycvOQf186mp93+l0l5WVPfPFxWEDgorc+8jjZWOLpKZ9+MmfWsk3pQ3rEy+/Rs1995unqNvfVd9oEW9+Oc8/YK4b/7/5TrrMze/87dz9w9YChyqH8+GXSMCoh8fOHH1fZ/jplsVgGP3qvzBuKykrtTySzlpUfftmyeaDc9/X0uvbFp7/4fc7y9z9r1SJEnunZrmPifbd+v2geYQNQJwgbANSLmC7tp/0w5/iJfP+aimU3WL4+XgIALpRHnn5j9PBkx8plcTpPd1d5Cws5tUCzyWzOq9YT4oRte+R43vbdWeUVlfZhGo365AIIW0+IqupMnnSoBgA0BSajqXNn669Fo0GTmVPZI/DNvH0P+kR0F+fhi99/Vt7eLmx1k3bnZMtgQO4/c/0teidn+7ArkgYqSYO0dGP6rpz9t48aqwQJkpNW9/Itd81LW/XRLzNklnDWAaKhmjBomJI0SAkdOoc2a5599Ihy+NEvP8ntczfeqiQNUvuw8OuHXCI/o62ZGR3CI8V/5O3mfqwgv7SiXFmsYCczgNdvv7e5t69HtRbWSovpE4X5cjt/zerjBQX3jbtSSRqktiEtZSLy9ozvq1/HxcnpyqTB9sOWAQFv3HFvXPuOqpNv3JA77ULDNu7ZlVtYYH8u+VkrSYPU1fbt6xARqSQNUlRoS/npZx87IgDUBf4BA6BedIhq7eys27Bp26CkBOEgDh05HhTgLwAAqAsatVoGBvJ2+l1l5RVKApGbf7I/RF7hroyc/IJiGVHYh+ldnE+GELaVEEpFJm9roSc6VAMAGoe8Eyqtpsjb30OrEwMHlWfuOTJj2lvXPXqrZ2R/ca72HToob8q+nJ4O8vMPDwz631XXdY9qX31YeLXOBHsOZMttj6jo6gOCfP0iglps2runNgPOKuPQAXFOtBqNfa78HMiJ9eqH/t4+2zL3Kfu7srPl1+frP3+rPkD5TGVCcw5hQ0m5tcfVKUmD5K53HZ80SNh6aK/evuWv9PUrtm5Svm4VBmsOtHHvbrmNaRNV/VHd//nVlsICAtVqtf1QflmU/hPFZaVLN25ISV+ftmPLjv1Z8kx55d9v7Aht/vc7Qpy01onQQJ+/16rKfMJZp6s0GgWAukDYAKBeaDTqTtFt1210mLChpKT0rQ+/GjdqcHz3zgIAgPokU4TgQHmrIeHOKyjOU9pCFFSlEfmFxRlZh4pLy6oP8/Z09/O19oRQ4gd5qAQSXp5uAgAAx+HZ7pqsbftVuUs8fbTlZerUNNeRA4/6nXgrT+vs3vIclwu8ePOdt1wy+qzDnJ2c7PsHjh+V2wCfU+slNvf2kZPvJeVlZx3g5nKWerzxd04U56SFn3/6F9+Kc6XT/GPqT86tW07Wecw+dkTuv/FjDRfPOnJI/EcnCq1rGmT6UuO9C9amTfrmy+1ZmcL6hgxNXPsOvTt1Xrx+rXJvUWmJsH55fao/RGnyXJ1ztYUpig9m//TJnJlK7SYZaSR06KQSqm1Z+6qP0Vf7Ris01RILAHWLsAFAfYnpFL12w9bsg4dDW5z7uzAumN0Z++W2VQTNWgFcOK8//7AA/snHy13eIsNO/Ye60WSydaiualKtLIzIPnh007a9lYa/34unFGVSmkMoPSFsDaut+zLhEAAANDiqgN7PFGz0Enm/uHrohg0r9fc3bdlUmr/lw+6jTSbf+uoXfYoAH+u89pG83FPOy1lsrUYjg4SzDjjbM4gvHn5cnJPTZ9jrSmizAIuwrPt0qqgLc1evlNuurdqefteunP03vPqcDAPuH3dlx4hW/WO6ebq6fbfoT3vYEOhnfQfGsfz86o86VpB/5meUV3h+6hftWobdMGxkj6j2CR0667Tau999/ZSwAcCFRNgAoL60jmzp4e66YeN2hwgbXFycYzq3b+bnIwAAaHjkREZAMx95O/2u4pKygqKS6iFEXkHRnswDcmsy/V2UycXZ6R8hhH3f21NGFAIAgItEpdF5dbn/yIqCZuY/mzf3kCeiO5qEIfvgiucO+j/TodeFyBsiAq0lldbs3DYyoa/95KHcE/sOHVSKL511wFmN6t1PNDCRLVosSV+ffexoaLPm9pMrNm9csWXj6D6JUaHhtb+UwWj88OcZcmdUta+P3dzVqXLA/66aMHHYKPvJ/UesbRKUZRYRgda3WWzcs7t694u1u7af+UnnpC6T288ffrz6h7r/6GHbfy0CwMVA2ACgvqjVqi4d26Vv3j5yaJKqwVeWbtcmQt4EAFxAGZnZvr4+3p7uAjgP7m56eTu9KJP8x3thcUletbYQyn72waMynKg+0tPdVUYO1kJMPp5KOSZl6+nh1vB/gwMAGgGZNwT2feFEml6VO8/TR63RqHZnOP36u9uggR8Yj6i1AfVemze5W48Q/+aT//j1ssTkzq3aCNuawie++MhkNl3at19tBjiiqwYMkWHDXe+8+u2TLyjtlI/m593/4dtH8k7cNurS2l+noKToua+/3Hswp0N45LC4Gr5ZSiPusooK+5kThfnfLJgrbH9dkfp1iZEfwBd/zLlywKAwWy8NmRl88fsvZ35eZ63Odtm/2zOs3Lp51bYttsvyNxjg4iBsAFCPYjq3X75q/e69WW1bhwkAwD99PHn66OHJfeJjBVAPZE7g5eEmb+Ghpy4xNJnNedVWQiirIo4ez9uxJ6us/O9/sWvUah9bP+rqIYSyGMJVT1EmAECdUql8Yh8o2KQVubM8fV1NJtW4ccX+Xnl/Tv2w7xWVrmH9RX3SOzl/eP+jN7z6/LD/u39oz15Bvv5L0tftytk/unfijUNH1maAI7q0T/9VWzdP+fO3fvfeNqRnvJzu/3bhn8cLCz576HEvN48zPPC+D95yO9kFuqyyYtPePTJ0CW3W/MtHn1TX1A5hYLcek6ZNfu7rL+amrewV3UmmDj8vX6J0ky4oKZZbHw/PF2667f4P3h7w0N3DevbSajS/rlwe6OObV1So02j+7cOQwYa84PD/u39gt54dwyOzjx2dtSwe31h3AAAQAElEQVTFzUVfUl4m8w8B4GIgbABQj1qGBPn5eq/ftK2Bhw0bt+zcs2//uJGDBAAATYBMEfx9veTt9LsqKw3Hcwvs7amVQGJv1oG8jcVGk8k+zNlZ5+vl6evzdy2mqq2Ph/bfJwUAADiFylygqtir7MvfHz4dxh7+K13ntK+9rTTRsWPaTm2P+B97qcBJpw1MUNXngrteHTqlfvD5+7N+Wrp5w5IN62LaRj00/ho5HV/7AY7o1dvuGRbXe9qCP2Yv+0vGBLFt2v3vqus6RbY+86M27tll35fflM6t2gyM6XHnpZcpyyNO1zo49LOHHnvgo3fStm+Vt8ig4BG9+tx0yeh+9922attmZczVA4bqtLr3Z03/NXVZ29CWT1830cfd86bXJ3m5/esi4CuTB+8/cvitGd//mbZS3rq2bvvQFde0Cw2TmVDq1s1x7TsKABfc3z3ogUZPvtrNZrPJZKqsrPxp0bEPZuZ2j/Z89b42AvVp3uIVy1auffrRu+RfDkVD9dnXPxkMxrtuvkoAwAW0ICW1bZuIsJAggf9izIPpRSWmZybooiNcFc7OzlqtnOLW1PhmOtSVwqLS3ILC3Lyif/Spzi8sLCqp/k8KD2tRJnv88HeXCC8Pd4oyAY7OYmM0Gg0Gw0+71966cnon/xaLxz0ggP9kcQeP0Oa1HGs2WTas0+7MDhs28U5t824CjVFBSdHxgoLwwCCN+u+3LEz589f/ffrBjGdfSewSI4AG7/r5X/+xb8u9LeNuaR2v/CPFxcVFp9PJf6eobETTwMoGAPUrtkv0wiUrt2zfHdu5Vl2zLjz5j6WMzJyhAy5E2zEAqG5QUr0XIAbqkKeHq7yFh/xbUaZ/hBDHTuTv2LO/rPzv6swyC/L2cv9Hk2qvqlbVrnoXAQBATY4e06xY7TZ62D7nfS/syvlfq9heAo3OicLCXnfdNLRnr6mPPaucKSkvm7Zgrpym7RbVTgBwHIQNAOpXMz+fVhGhqas3NNiwQYbM/7vvJhdnak8DAHAuzlSUyWA8nlvwjybVBUUZ+w+t27zLaKxWlMlJ93djah/Pv7tE+HhSlAkAmrjAQPPttxVqtWL6dGOLoHc0kTqTd3eBxiU8IKh7VPs/01bG3zkxKabb0fy8pRvTC0qK/nf1dW4uegHAcRA2AKh3CXEx036Yc/joicDmfqJB8vH2FABwwVFGCY2ek07bIsBP3k6/q7C49B9Nqm1dIg7sOF5QVFy9KJO7m/7vEKJacwhvT7emsxodABqZ0uLKigN54j/q3qnA281QvO4pU5sn3FuyML1RUavV3zzx3Ge//rxow9pvF/5ZXlkZ7N/s8Wuvd9zm20CTRdgAoN51at/Gw8N1aeqaK8YMFQ3PocPHggKbCQC44OanpOr1LoQNaJo83V3lLSwk4JTzZrMlr6BaCGELJI7nFuzKyC4t+7sok1qt8vb0qCrH5P2PPtVurhRlAoAGTdPzW/N/byDqJYT1MRahdWmgb2LD+fD18Pq/q6+XNwHAkRE2/D97dwEYdf3/cfxzud2tixhsgw1Gg3RKh5I2diNgB8bf/tkKdoCCoJgIKqEoDUpJdww2YrDBWHdc/D/f+96OMWrA2C2eD7+cn/t+vxcbG7t9Xvd5vwFcdhqNplvHtktWrB12VV+Tp1FUJgcOH/1iyk8Pjbq1QVioAAAA7iZThKAAX7mdfqiwyJKSllEyhJCXB+MTN51alMloNDi6QZySQMhLpSiTnqJMAOB+HnU6CQBAdUTYAKAidO10xaLlq9dt3Nqre0dRmWzdvsfM24oBuMnYe0cGBgYIAGVjNOjr1gqqe6aqjFnZuWohJkcIkZWWnpmSnrVz74H0zBx7iTfPeptNp4cQco+/rzdFmQAAAIBLRNgAoCJ4mU1tWjRZuWZTz24dT/9d/vMpPzaMqD94QE9R4RpFhgcF+jO/AMAtIhuECQDlwcfbLLeIemcoypSemZWS5owf1MuUtIyYuCO5efmu0xxFmbxPNqku0SVC5hMCAAAAQBkQNgCoIF07t928fc+efQeaRTdU9yxYumrdhm2Z2Tly3Klda+EOLZs1FgAAoJqSKYJjBYOvEPVKHSqyWFJST5ZjUi8PHTm+ecd+ech1mtGgPyV+8HN2iQgO8KMoEwAAAFASYQOACtIwvF7tkKA16zbJsOGbH2fv2htbsqxBrZBAAQA1zKRpM7p3bteqOakn4AYGvb5OrUC5nX4oOyfvZAiRlqkWaNoVcyg9M7vkqxcvs6ezFpOMH/xOtqr29/WWIYcAAAAAahjCBgAVp0fX9r/OWfj0yxNOP1QrOEhUODnN175Ni47tWgoAcIfYA/GsrwIqIW8vk9zC69Uqtd9RlCm7VAghx/sPHs3JPVmUSaNRijKdHkLIS3m3AgBwsUomvkCVQwFn1ASEDQAqwsw5C7Zs211YZBFn+tmqlEM2eYiKlZGZLaf52rVuLgAAAMrAUZRJxgY+px+yWKzJaRlqCJGWkZUiL9OzDh89vnXnfuX1TzGDXu8MIfxP6VMdFOgrDwkAQAmnRwtl2QNUBmXMFYgfUP3wihbA5fX5lB8PHk449zkhwW6ooXQoXnlWzZpECQBwk/GvjRMAqgW9XlcnJLDOmcpCZufmpaU744eUdOfl7n1KUSab7eQcmdnkGRTgE+DvG+Rf4jLAx9/Xh6JMAGqIUsmB66rdQQ40p+wUQOVmPyVLcIw1JS5LIXhA9UDYAOCyWLRs9dr1W9Xmz+dVK8gNYUPrFtEvPT3Wx9ssAAAALhtvs0luYaGlizLJ+TKlKFPaKR2q5WXcwQSZT7hOcxRl8nLFD+rSCrVAEy9jAFQPJUOFUy4dg6TcrH3pSTHpSfvTk/dnnMgsysuzFMktt6go31qUbSkQQKXhodObdAaT3uApL3UGL6NHbZN3tH+tKN+Qxn4hzYPqapwcZxcHD6ViBlIHVGmEDQAui6jIiHUbt5fx5Fq13NCwQfL18RIA4D5xB+MDA+XkobcAUPPIqYQAPx+5RYnQUocsFmuK0g3ilBAiPuHE1t1xhYVFrtP0el2pckxqgaagAD+jgV/0AFR2p2cMasBwIDNl84n4rSeObjoRvy/jREZhngCqiAKrRW7ppb5oD+10DRv6BMrsoUNIeOvgeu1CwswGDzVrkH9spwUPpA6oingNCuCyiIyo9+RDd834/e+de/af9+SKL6N0NCFJq9PWrR0sAMB9Jk6dMWJw3x5d2gkAKEGmCLVDAuR2+qGc3PySCYTaJWLP/vj0zKxTizJ5nB5CyLHMNijKBMDtStdHstvjMpJ/j926PunQluSj6QW55765j9HTpDd46T1MBoNJbzTqmNpCZZFTVJCvLLspVBbfWArkZakTDmSlym1B/B71amO/kCuC6vWuFz2iYSuN/AmtZg2nLH9QkDqgCuFfZACXi8nkefet16xZv3XeX8uKLJZznFmrwsOGFavWHYxPeP7JBwQAAEDV4WX2lFtYaEip/Y6iTDmuEMLVJSLucGJ2TsmiTMLPx9tViOlkCOHv40tRJgCXX8lFDFJ2YcG8A9t/jFm/Ienw6SfX8/ZvGVwvzDsw3Dcgwieonk9AhG+gt8FTAFXH0ez0+KzUw1mp8VlpR2TSkJn8X+IB19F9GSfkNjNuyzNr5gyNaDGyUbuOtcJl6iBzB/nHXpw6OHuWEDmgKiBsAHB5de3YpmF4vR9mzjuWlHLGEzyMBn8/X1GBbDbbrpi4zu1bCwBwq6iGYX6+PgIALpmjKJO33KIiSh+yWK3O9tTyMsMZQhxJPLF9d1zBqUWZAvx8ggJ8nZf+PkGOECI4kKJMAMpByZhB/ka24si+Gfs3/X1oV771lLd++3uYu9eL6lkvuke9xpF+rERHlSczM7l1qRvp2iO/5tcnHvjn6D65bT9x1C6Ub40cS8GM2E1yi/QJur5hm5GN29fx8lVTB/kzXv7PdXMiB1RyvGoEcNnVqR386Jg75s1ftmbD1tOPBgb6V/ByfovFemXX9s2iIwUAuNWYe0YKALjM9Dpd7eAAuZ1+KDcvXy3ElJrhuHSsioiJi0/PyLbabK7TTJ4eavxQqkWE3KMrMf0BAGd0ymoGm+2nmI2fbF1+MOuU96IFeXrfEN1+eGTrdrUjBFCteeoMV9aPltsLQmQU5C6J3zMzZsPy+Bj1aFxWyvhtS+V2XcPWj7XqE+kXpNXplGbpjsiBVQ6o/AgbAFQEg15/3fAB0Y0b/DL777y8gpKHald4DSWj0TCob3cBAABQs5lNnnKrX/f0okwiIyvbFT84LpXBwfhjWdkna6nLiQ5fH69TmkPIywCfQD9fXx+KMgE4JWawWC0z923+ZNvyA5knYwaT3nBVg1Y3RrfvVT9ay+Qpah4/D/N1jdrJ7URe1q/7Ns2K2bAzJVE99NuBbb8f2HZNg1YycojyDyZyQFVB2ACg4rRs1rheaJ0fZ/5x8PBR186QkCABADXSomWroxs3jKhfVwBAZSLnLvx9veUWeaaiTKlpp3aoTs9MOJayY++BgoISRZl0ugB/79JNqv0cRZmMBgGguivVm2H10dj/WzM3JiPJdUI9b/9H2/a7rnE7b4OHAGq8EJPPmNa95LYrJWHK9n9/2rte7pTfRb8f3C63u6I7Pd2mn5+nSY0ciltJK5EDeQMqG8IGABUqwM9n7L03L16xZvHyNeoL0JCKXdmQeOzE5OkzR98zsjYhBwB3W7hstcnkSdgAoAqRKUKtYH+5nX4oN69AjR+U/hDFTar3HTialr7n1KJMxtIhRHGTaooyAdWDK2mw2WwncrNeXvvH7APbXEdbh9R/qE2foZGtWcoAnK55UOgHvUc+22nwl9tWfLdrbXZRvtz5bcy6Pw7tfO6K/jc1aqeTPyx1QsYNdscqB5Y4oLIhbABQ0eQPxYF9ujWKjPhp5h/pmVkVXEZp5579hUWWkKAAAQAAgPJjNnmYTSFnLMqUmZXjjB+KQwh5eejI8cwSRZkkPx8vV2Pqkk2qfb29mEUBqoSSCxqKLJYvd6z8aOuy7CJnHd0+YU1kzNC9XiMB4Jxqm31e7jL0iXb9p+9a89X2f5Jys1IKcp7+b86P+ze80XFoq+BQrU7SWu12V1Ul8gZUEoQNANwjMqLekw/dNeP3vwP8/UQFSk3PaNmssZb3zQGoBMbeOzIwkOwTQDUnZz/8fL3kJsJLL+SyWm2nVGRydIlITErZGXMwv6DQdZqcTwnwc8QPfidXQshLGU54e5kEgMqh5IKGw5mp9y75bmfqMfVQpF/w+71u6lI3UgAoMx+j50NX9Lm3ZY/3Ny6ctHWF1W7bnHJ06N9fPtGy9yOtetn1Ohk5yISBJQ6oVAgbALiNyeR5963XiIp10zVXCQCoHCIbhAkAqMFkihAS5C+30w/l5Rc444eMLFer6v0Hj6Zt3SMjCtdpRoM+oGR76uIm1TKZMOj5bReoOK72DHI0e/+Wcatm51iUBQ0Gre7hK/o83r6/Ucu3V7AAAgAAEABJREFUJHAxTHrDi52HXNeo7RMrftl24oiMFD7YsXxF4v6JV95U28vXLjMHndbmiBlY4oDKgH/rgapHzauB8+JFBgAAqKJMnh716sgt+PRDGZk56kqI9MzsjMzs5NQMOd4VczAtI7vkaWaTp6sxdcn1EDKHEADKT8nSSXlFhc+tmj1j/yb1ULvaER/2uik6oLYAcGmaB4X+fd1jX+9Y+fZ/f+daCjamHLnqr0kfdL6mT/1oYddpdUKj1VBSCZUBYQNQZbgyhtMHKKO/F//bvGmj8Grdi9X1qkJ9kVFqJ4BKZdK0Gd07t2vVvLEAAJSZWpSp4WlFmeQrH5k3nOwMUdwfIu5gQnZunus0+brI39fLtQyiZH8IijIBF6pk6aTdKcfuX/pDXGay3KMRmic7DHiq/QA5EADKg/xuur/llQPCm9+z4JvdqYmpBbl3//PjfdFdnruiv6eHUS2pJMgb4G6EDUAV4HoBJ4rXpToXqOJC5OblrV23OcDXu36dEFGtKYsntVq7YxGlKE4deKkBVEKxB+JbNiNpAIDyIV/tOPIDnygRKk5lsVhl6qDGD67+EPEJJ7bujissLHKdZtDr5c2d8YPfyRAiMMDXaOB3Z6C0kknDiviYOxdPL7RZ5R5/D/PXA+/qFholAJS3CN+gv6577Inlv/zuWEL0dczaHakJU3rd4utpttt1Op1d48gbBG86hJvwggmoGpRswWpN79hS4BI8Lv/8OilTVH/mqT/oWrRSFlE6WmHzIgMAANRker2udkiA3E4/lJObf7I9dXF/iN37DqVnZttsJ9/cc7aiTDKTkC+4BFDznKyeZLPN2rf5sX9n2hx7rqgVNnXg3XW9/ASAy8NDp/+i36096jd6/t/fCqyW/5IP37Bo6vRet9X28Zd5g9KxyDEPoGI2ABWMsAGo7Eq+hhNA2VitFmG12IVOJ1hHCVRe418bJwAAbuVl9pRbWGitUvvlayeZN5zepDruUEJ2TsmiTMLPx7tk/OAa+HibBVBNqb+l2mQiZ7N9smX525sWqvsHN2w1qf/tBq1OALjMbm3SqVlAnZv/nJxZmLc388R1S6Z+3/uOhn7B8td+rc6udUwGMBWAikfYAFQBatEk+TpOverRtJlnu7YCOE3RwYO5q1crg6JCu6VIJ19VGDQ6Oy8vAAAALox87RTgpyxciIo4rSiTVSnK5Iof1MsjiSe2nVqUSa/XlUggii8DfIIC/CjKhCrNlTTYbNbnVs2Zvneduv/2pp3f63UDTRqACtO2Vvgf1z58w7xJSblZR3Mzb1gybUqPm9vWCtPZZdKg0eqcdQ6YEEBF4iUOUEXIsMFqVYem9u2CHn9CAKfJ/vsvV9gg5KasalBKKQleWwAAAJQTvU5XOzhAbqcfys3LT0nLSkvPTEk/eblnf3x6ZtapRZk8nFWYHD0hXF0i5E6KMqGSK7mm4cFlM2Yf2Kbuf6xtv+c6XS0AVKzG/rXnX/vYTX98GZdxIqUg95bl06d0H9nd2TFFr1EqK1PqABWKsAGoAtSOWzbKKKHMbBaLpahIq9XZdMpXjpZXFUCl9PTLE0YM7tujSzsBAKgWzCZPuYWFhpTaL6dn0zOzXfGDYzGEUprpQPyxrOxc12nyJZuvj5czfnCFEI4lEb4UZUIlUDJpeGzFTFfS8Gb3a+5t2UMAcId63v7zrnn45j+/3J6ckG+1jF49c0afu1oE1ZWHdHq9TdjIG1CRCBuAKkApoiTo2YALIKMGYbXYbFa78iY6Z9sPXlgAAAC4hXwVFuDnLbfIiNKHLFZratrJckxqCJFwLGXHngMFJYsy6XQBJRpCuLpEBAf4Go0GAVx+JZOG8ZsW/xK7Wd3/eb9br2vEOycAdwr09Pp9xEO3/jll3bEDOZbCO1d8/0vfu6L8lXZEMm+wa5RvXiYEUDEIG4AqQ50yBsrCarVqrVabmjTImEEAqIyiGob5+foIAEANJlOEWsH+cjv9UG5eQakQQl7GxMWnZ2RbS7wPyeTp4Ywf/HxKtqqW4YROqxVAeVCTBkcvQdtPezd8sGWpuv/dK68naQAqAy+9xw+D7xs2+7M9qcdSC/PuWPHjr/3uruut/nDRqf2iBZEDLj/CBqCKcPSIFkBZ2dWYwfVbAS8ogEpozD0jBQAAZ2E2eZhNIfXrnqEoU0ZWtjN+yMhytao+FH8ss1RRJm+v00MIpSiTD0WZcAFKJg3zDmx/atXv6v4n2w+4s3lXgTLQH4r3WLWmIDvLcvstwsw3IC4Lb4PnjKEPDP7tk6PZ6Yl5mXet+OGXPnf5m701DoJiSqgQhA1AFcDPAVwEOwEVAABAdSSnifx9veUWGV631CGr1SZTh5S0zLSMLOUyPSslPTMxKWVHzIGCglJFmbyLF0D4BhVfBgX6eVCUCWei9hHccSLhwRUz1DX3I6M7PN1hkMB52Wwe23d5/72kMDXFfuigNi7O+sw4EeDPhC8uh1om35nDxoyY/dmJvOx9WSmPrPltWs9b1S82nV7YhEwctOQNuKwIGwAAANxj0bLV0Y0bRtSvKwAAKA86nTYkyF9upx/Kyy9Q44eTdZnSM/cdOJqWsUdGFK7TTJ7GkvGDchngE+CnxBLyzgVqHvU9TDJpSMvNvnvxdIujhNeQyFYf9GaBZpkY4g6ZV6yyZmfnJx4VNqvm4OETi//NHTgwws+DCV9cDg19g2cMHT1s9mc5RQUrTxz8bOe/j7TsqcTUGo1Ofkc7VjmQN+DyIWwAAABwj4XLVptMnoQNAIAKYPL0qF/3zEWZMrNyTmkOIS/Tsg4dPZ6ZlVvyTF8fs7oYws/Hy8/HnJybGpRv1Bcp98CcVXVVsoDS2BW/HM3NkFebB9Wd2O92LX/rZeO1aJn12LHcQwfsRcrqogKzd1x067QTuQVWW3Sg6VImfP837csv5/56jhMSfl8oLtY9b7+yYN0aOYj5cba3qTzrPl358H2xR+PrBAZt+vqnM57Q/v5bE1OSxanPf/ehuH1H4od37yVQBs0C637V/47b/poix5/sWdkpOKxL3UhnMSWNTeuopySAy4OwAQAAAACAGkrOOPn5esmt4ZmLMmWValJ97ETarphD+QWF8oShor5IEM9t+9LPzzvA39vfz9tfXgYoJZ78A3z8/b1kwiFQZZVMGj7bumJFwj551az3+GbQvQatTqAMZMCQv3tX0Ykk+e0kP5uFvn6773og3dvPy6CNP3GsodlkNPGmk/PIyMl6btJnc1YuGz38esKGsusb3nRsm94Tty63C/uj62bP6XdPXZ8Ax/IGg13jrLdM5IDLgbABAADAPQb26RbGsgYAQGXlKMrkJzfXHrWijsViyczKmbH9v/EbF0d7Bt0b2SU9LSs9M/vAoWMZ27JLFmXy9DDKyMHf30fJIQKUKCLAz0fdQ1GmKkFNGtYlHnx382J1z8R+t4b5BAiUjcZgKBjUVzvjVxk25ITU3j/s+oO1woxCpOcVtMqc7J9szQt93q7zF5dmWLeejeuHiWrqQEKCTBoELtzznQZvOH5w/bGDKYW5D635bUbvO9U1DRqNnmbRuHwIGwAAANxjQJ9uAgCAKsjkafTyNyWYc4OC/a8e1Mm1324XWdm5GenZaelZGRk5qWnKpRwnJCSXKsrk422SkYOfv2NJhBJCeDvGPj4+Zua+KgNXq4bcgoIxK3622pUM6b6WPQY2aCFwIeyDBtoys47t3L/uqhvy/ANsRbbcIlv9hJmNxGqPAK3u6HPZ9SbYdd7iEgzpdiVv+cfp9FrtlIF39p7xflpBztb0xCkxax9o2k3mDVatTU/SgMuGsAEAAAAAAJQDOXPl62OWW1hYrVKHrDabGkKkZ+QoKyHSc9IzslKS02P3H8nLL3SdptNq/RwVmWQIoUYRfo7qTHJgMlGUqUIpZZTs9vc3L0nMzZRXW4fUf6XrMIELpddnXHvdhg7ZOQUW5arNUi/jzx6aD7ysVsvxUF2t3d7HXsmp9ZTNECoujzemT/7i95lyinnbNzOemfjxht07M3JyosPCn7r5zrbRTV6a/MX6PTtz8vO7tWx999XDerZpX+rmRRbL+zO+n7fqn4TkpBYNI98b+3jj+uGuo2lZmc9M/GhTzJ6UjIy6QcGdmrd864GHvTxNrhMycrKe+PT9jXt2aXW6wV16jLv5DnEh5DOXz18dfzn3V7m9PfqRu67i67Csapl8Jw+444Y/Jsnxp3tWDa7XLEIXLByrG7RCyK8KQTEllDfCBgAAAPeYNG1G987tWjVvLAAAqO5kihAY6Cu30w8VFhalpsoQIjs93RFCpGelZWQfPHwsY1uOxWp1nebhYXCWYyquxRRQ3CVCr6OFQHlSlzXI/8WkJn25a5VwvEX6y/530Krh4vh6GrrU816XkFOYGtf40OSw7FV+DdK1nnZLjsaSWN8QusWc9EFO3f/ZtV7isrHZbFc99dCRE0nq1e1x+x947/WGofX2Hj6o7vn7v9UL169d9cW0iNqnFPm89oVxMfHOc/7btWP4c0/8Of6TyLr15NWk9NShzzzqus9DxxPltnV/zLx3PvIxKx9LTn6ePH/fkcPqCdPmz/lz9T8FRRaBCtS9XqPbm3X5fvfaApvlzW2LPu96g0ar0To2dXEDSxxQvggbAAAA3CP2QHzLZiQNAICazmg01KkTKLfTD2Vl5aVnZKWnZacpUYQjjcjISUw8mJWVa7efPM1bKcrk7YgfvPxPtqr28fXxYg7tQrn6QluttsdXzlILKI1u3auBb5DAxQoyGwY0MGuOzQzJ/yGv0Jge7xXYINvglVGYYSs8Em6ot94n/qGs+h9dXP+GMRPelFupnc/dfu+j199cco/M5Ba+P7FOUNBzX34yf83KQktRXMKRaf/3v47Nmn86a8aXc2fJQOLP1SsfvPbGkrc6mHj08Rtvbd4g6uclfy/dtD4jJ+vd76d9+fSL8tC733+jJg13DBrao9UVq3Zsmf73HzHxhz785YeX735AKGsRflOThmYRDceMuCEtO+uzX3+W9yDKbHiPXt4mk3zCQmlN0evOq4ZEhtYXuEAvdh48N3ZrZmHekuOxy47G9AtrqnWkDRRTwuVA2AAAAAAAACojHx+T3MLqn60oU3a6M4RQBqkpGfv3H83PL3CdptNqff28Ak7GD97+vkoIEeDvZTJ5CpyF2q5hxr6Nm5OPCKUSi89T7QcKXBq93ii6vZrv5WHaM9GekZd2wNs3LNfol1WUE285XtdQ56DXsbdyaz1hM9QVl8eD141sGRklB1d16irDBjno36HzoE5d5eC2gVfLsEE4VieUutVLd4+6b8g1cjCka4++j4/ee/jgvNX/vJGRptVoflryt9w/vHuvd8c8KgfDuvfMyM6es3L5tPlzX7prlJzC/nb+HLnf7OE58/X3An2UVvNtoqKvfeFJUWb1Q2q1jnK+NSc0OLh7qysELpyfh/nFLkOe+Uf5K/7f9sVdajXQ6XQaR69oncDY4asAABAASURBVKOkEpEDyhFhAwAAgHuMf22cAAAAF+5cRZmKLKmpmRnpOWkZWcplWlZ6Zvah+KRtO+IslhJFmYwGV0+IgAC1S4SPn79XQIBPtSnKdCI5PST4wt4p7+oLnW8pemfTQnXna91HmPQGgUun9cht87xd5+G1fbwuLzsz3jugYbbenGnJtRcejjBGbPQ6/k526Jt27YX1ix7WrWfj+mGldnZqWrqVd1TxmgAvT7M6aB7RUB2oVY+k7Ly8Ure6qnM3dSAno/u266iWXYo9ckSrdc5Nb4rZff2Lzte0Cckn5GVBUeHxtNQAH58TGenyapcWrdSkQercvKXZ05SbX/pRcLnd3qzzD7v/23oi/lh+1vT968c0667Vae06m92msTvyBgGUE8IGAAAAAABQTRgN+jq1A+V2+qGs7LwMRy2mNLVJtWNVxLFjhzOzckoWZfLy8nQED96BjibV/v4+/kp1Jh8/X3PVmpL76JNZI2/o07p11AXdSu3W8HPMxqS8bHm1W2ijEVG8nbz8aI15LZ7UFqR5xkyxZuWlHvT2D88xeGWJrINFR8P0dbZ4H30mp+6rNn2tst/lkG5XDu/e67yneRiciZHaFlgym5ydnHXFe+wlvxMcAnxORnohAQHq4Hhais1RX0s6ciLJ1bbBJTH5RHZerjoO9PUreahOQGBc4lGBiqURmvd73dh/1gdyPC1uw+2RHfz0eq2yvkErNDY6RaMcETYAAAAAAIDqz8fbJLf69UNK7bfZ7M721GoI4SjKlJaaGReXkJd3siiTVqvx83WUY3Jtfo5GEf5eZnOlK8o0Z+7KgoKi6T8svPJQ62FDurneh34O9mKFRZbPtq9Qd77Z/RqB8qXzyGn3us0jwLzzI01mbvpBL7/wXINPdlHuUcvxUEPdPebj7+fUfsauL+cmGVqN9rx7TnciPc3VMjo5PU0d1AoItNmcYcNTN9/51MjbT79hXqHzeyfn1HUMGTk5Au7QIih0eGSbuXFb04vyZxzYdG/Trlqd2ruBjAHlibABAADAPZ5+ecKIwX17dGknAACA+8i5tsAAH7mdfkhOu6elZaan5yhRRHpOmhJIZMcfSdp+alEmo9GgBA8BXv5+Pv7+XgHKYggljVCKMundU5QpLT1bHfy7cltCQvJttw7w9TGf91ZqEaVfYjcdzcmQV3vWb9w0sI5AudN55LV8SmMtMO/8QJtvzTjsE9QoW2/KtGTbCg83MIav8074v+x6H9h1F1ZP6XKYv+bfsdfcJBxfG0s2rld3yvihyGpRx/9s3egKG9767uvCoqJmDSKv79XPZPQI9vNPzkjfsm+v695iE46kZKaLC6E9+6oLXKjH2/eXYYMcTI3bcEtkO51Op1U2O4sbUI4IGwAAAAAAAM7AaNDXrhUot9MPZWfnqishlKJM6dkZjupMMTGHMzJzS86KeplNMoQIKK7F5FwPEeDt5+t1Wef1UlMzXePYuIQPP/7lnjuvDg+vfbbzXcsaLFbbh1uWqjsfa9tP4DLRGnPb/J/Gku+5f6o1Mzd5v49ST8knW2QfKkqsp6+915z0YU6d/xOa80/c/bn63xhHK4VSru3Vz9Wn4aK9+d3U3Pz8ZhGRPy/9W23Y0K3VFaHByvKg9k2abdy7e/3unbe//sKt/a8+lpby2W8z5P520c1G9lU6it/YZ8DE2TMTU5KfnfTJuFvuOJaS8n9ffioukMnDQx2s2bntuwV/1AoIUpta4yI0C6zbN7zp0sN7kgtzfz247bbGHXR6nc2qZXEDyhFhAwAAgHtENQzz8/URAACgCvL2Nsutfr0zFGXKyMxOS8vOyMhOKw4hUtMyY+MS8/LyXac5ijJ5KU2q/bwdrap9/Py8AgOUJtUynxCXLC0tq+TVrKy8zyfNHj6se/euLc92E3VZw+y4rQm5SlDROrhet9BGApeP1iOn/etWr7rmrW/pcrIyDnv7R+TqvbIsuQnWrHaGgBC9Ndei9z3v3cxb/c8Z91/RuNklhg21A4O8PDzfn/G9a0/doOD3xj6mjj98ZNxdb750IDFh6ab1clN3ehqN/7t3jDoed8udMiHYsm+vDAnkpu6UQYXaR7qMwmvXkfeZX1i4PW6/DC0eu+EWwoZL8cgVfWXYIAdfx66/IaKN3tG5gcUNKEeEDQAAAO4x5p6RAgAAVC8yRQhQGjmc4f0ERRZLWqpSjik942RRpiNHk3fsPCgPuU4zGvSO+MHbz887IMDZGcLfX0YRvmUvypSXX1hqj9Vq+332v7GxCTeP7CsfouQhdSmGI2uwf7NnrbrzyfYDBS43rSG/2UPawkzTjvH2vJz0w16BDbMNXpn2wNYaQxO9NaMsYcPl420yz3vno89++3nxhvW5+bmDu/R4YuRtfl7Or+1G9cIWvP/FJ7N+Wrd75/bYfXmFBc0iGn7w8FNtGkWrJ5iMHnPf/mji7JlzVy1Pycjo177T8O69flqycPa/S8v+HDwMxt/f/OC+d/93Ij2tdVTjJhENBC5Bl7qRHes0WH/sYGJB1tLEmMENWurkPw0sbkD5IWwAUFphTs5bnTvVatz4wd9nlzr097vvrP3uu6CIiLu+nupbp86E3r18a9d5YIayUvL7MaP3r1z56o6dcnx406apd97Ra+yDfR566IwPUZCdvfn337vccYd69Zcnn9i1cOFzq1Z7+vmJCvF62yvC27WTH4UAAAAAgAph0Otr1QqQ2+mHShZlyszMSUvNlIN9++LlzpKnmUyeATJ1CPSVUcTJywAfk8lDlM227bEnTqTdecegkGD/kvuVvMFuP5qVtin5iLxa18tvYIPmAhVAo89t/Yyw5ptiJlsz8rJSG/pEhQnvVsrfSfZx4RF2ttu9cs9ouZ337l+8c5TcSu4Z1Klrwu8LS+4J9vMvtWfa//3vHPfgItOI5++4T5ydXqd75Pqb5ebac2Wbdl88+dw5brJxyo+l9sj0YsPkHwTKyd0tusmwQQ7+PLpnYL0mOkmvl0GjRmtnWQMuHWEDgLJaMfGLkkmDuATf3HtvQXaWK2wAgJop7mB8YGCAv6/7W/8BAAD3OltRJqG0es5KT88u3rKysvMzMrKPHEkqmUN4ehgDA30CHG2uA87S7Nol8VjqR5/Muv3Wgc2ahrt2qssaZsZuVq9e26itRjDtWFG0HrltX7V7BnnHfW9pfKcIidZojHL3ru17fJuFh9SuJYDyc3WDVp46Q761aHlyXGZBXpDBYLNa7TqtsGvVRU5EDrgUhA0AymT9zz8t+/zzUknDuOUrxEWRSYMAgBpv4tQZIwb37dGlnQAAADiLsxVlktOCGZm5MnjISM/OyHQ0qc7Ijj9yYsfOA/Lque+zoKDo62l/9u/bfuCAjnJeUV3WINOGX1xhQ2Nen1QsrSGvxZNFTe73LDiiLUqzWgqSkjMXr4wJjtdff8fNAig/Jr3h6oatft+/yWq3L0iIGRnV1ma1qbQaDUkDLhFhA4Dz2zZv3p9vvFEuaxoAAAAAAJdOzgn6+3nJTYTXLnVo4aINCxevP+89LF668cDBxDtvH+jpaZTzjFtPHDmcnSb3RwfUbhkUKlDhLHrfbH0zrTU/P+P4ip0bkjPtKTt2yRiI+V+Ur+satZVhgxzMT9hzQ0Rri8WiNzgrKQlHkMmXHC4aYQOA89izdOnsF184Y9JQsmdDGSXHxX02fJg6frVli7bXXTfitdfVq/nZ2XP/978jW7fIH2wNOnRsf8MNDTp1ct2wKD//r3fePrRhQ0Ziom/t2hEdOgz+v+cNJtM5Hivz+PHV30zbv2pV1okTdaKje40eE9mt2xnPPMed//3eu2unT79rytcNu3RxnX9w/fpv7rm7x33393/iifM+tzXffrtg/Ht3T/tm8UcfJu3fHxTR4P4fftAZDAJAjTewT7ew+nUFAABAuUpNzSzLaTKoaNG8gdnsabVa7XYx+8A2df/1jdsLuI3GpjMZAxv0GV6vc78BdpuNaV+Uuz7hTfw8zBkFuevSjhzPzaxnDJL/COj0OiVnIGnApdEKADi7uDVrZj71pF/d0PJa02AOCOjz8MNmf3+5yUGT3n1ch74fO+bQhvXRvXrXbdZs+/w/p4+6//jeveohOZs/7a67Ns2a5R0c3Pm224IjIzf/9puc7rcUFJztgY7u2P7ljTes++mn2tFN2l5zTcbx49MfGLVx5szTzzz3nbe86mp5uXPhKc2ydi1Srra8+uqyP7e/330n5eDBWlFRAfXrkTQAUA3o0y2CsAEAAJS3rOzcc58QEuJ/0w29/+/Z26/s0dpVQ2nJ0Rj16ICIZgLuZjAY/Pz9/AMDBFDedBrtgPCmwrFA6p8TB2xWq1pJSf3HQACXgJUNAE7jCLHlj5wjW7f+/Nij1qIik5+fV2CgKA8ybOg1ZuzWuXPlWA5KHpIP8cDPM4xmsxz/+9WXSz75ZPv8+bWbNJFXV0+bmrBzx7BXXm1/443qyTv+mj/r6afXfje9x/2jTn8U+dPx9+efz01Lu2vqtAYdO8o9/R9/4suRN/31ztvNBw6UH07Jk8995/Vbtw5u2HD34kWDX3hBq9PJo/LH8M6//67TtKncyv7c5K2eWrpM7+EhAAAAAOByyso6a9hQv35I395tW7WMUt+7rE4sysuUvOy4rBQ59jWamgXyZgigmutWr/GsfUolpS1piTda26h5g11vJ2zAJWJlA4DTOH60ZJ048f3YMVq9QU73y8n05RMnisus5wMPqEmD1GrwEHmZkZioXl09fXpIo0au2XyhrCoYHNa27epvvjnjXR3btSs5Lq7VkCFq0iDJWf5hL78y9KWXT//Bed47l/eTk5oat2a1evXgunXyqrrioezPrc3QYSQNAEqZNG3G9l37BAAAQLlKS8s6fWejRvUeuH/Y44/c0LpVVMkqKY66KeK/44fUqz3rNxYAqrtudSPVwea0oxaLRW0RrZTtcv6bQOSAi8TKBgBnlpuWZg4IuGvK11q9ftIN16+cMjm6Z085hy4umzpNmrrGXsHB8rIgN0deZiQkFGRlaUNDV0w6JfCwFBTkpqfLef/TV10ci1HW/4a2aFlyZ3i7dnIrdWZZ7rz14CHLPvts54IFjXpcKYpLKrUeOvSCnltA/foCAE4VeyC+ZTN+nwcAAOUsL7/QNZa5QosWkQP6tq9XL/j0M9VZRTnJuD7JGTZ0C40SAKq7CN+gWiafpLys+PzMtPzcOp4ediVrsCk9GwRw8QgbAJyZh4/PXV9PrR0dLcd9Hnp48Ucf/vb882NnzTJ6eYnLQ6c/+S+SpnhNr7zITEqSl8f37nW1cCgp7ciR08OGwhwlpfAKOn/pp7LceUB4uExZdi9ZOvTlIo1Wu2fJ4gadOqkdLMr+3PSengIAAAAAKopOq23XLrpfn3bBwX5nPMH55mVHmfb1Jw6rOwkbgBqid1iTX2I2yMGGtKNX+/hZrVa93SDjBo2WHtG4eIQNAM7Mr04dNWmQut8uhUi1AAAQAElEQVR7794Vy+M3b14wfvywV18VFcu3Vi152e7664f/77Uy3sQnJEQ4Fmec98wy3nmrwYPnv/nm/n//1RkNOampfa8efEE3B4AzGnvvyECa/gEAgPLm6WHs2rVFj+6t/HzP814xtVxKvqVoe6pSw9bXaGoSUEcAqAG6hkapYcPmtKOD6jWxO8ooUUMJl4ieDQDOT6PVXvvWW3oPj42zZsauXiUu2QWF5H6hoQZPz/gtW+SPvZL7t86Zs2LSREtBwek3UWsWJezcWXLnroULPxw4YO+yZRdx5y0GDtLqdLuWLN67bLkcNB844IJuDgBnFNkgzN/XWwAAAJSrF/7v9iFXdzlv0qCSE4t705OsduU3mva1wwWAmqF1cD11EJOdrNRQclRUE44ySkQOuGiEDQDKJDAsvN+jj8nB7BdfzElNFZdGZzQW5uWV/UdX2+uuOxEbu/D9Ca6bHNm2bc4rLx9Yt+6MXZdrN21av3XrbfPmyRhA3ZOXkfHfjz/kpKTUa9XqIu7cKyiocc+ehzZs2L1kcZO+fU1+/hf93AAAAADgsjKZyvqbiDqleCAjWb3a0C9EAKgZovxrqYOjeVlqd2i7c2EDMQMuHmWUAJRVlzvv3LV4UfzmzXNeevHWz78Ql8Cvbt2kffum3nlHZJeufR566Lzny5zj2N69a779VoYHDTp2shQWbJgxwxwQMPTFl854vlanG/bKq9+PHfPtffc269ffKyhw54IFWUlJVz/3f97BwRd35y0GDlJXRbQYOPBSnhsAuDz98oQRg/v26NJOAAAAVCx1SlHjGB3KclagbegXJADUDB46fR0v32M5mccKs4ssFqOjhpKjR7QALhorGwCUlUajufatt4xmc8yKFZt/+01cAjlB71unztHt25MPHCjL+R7e3vd8863MD0x+futn/LxvxYorRlwzZuas4MjIs92kdpMmD/0+u8sdd6bGH94yZ05AWNiNEyZ0vv32i77z5gMHyo9dbk379ruImwMAAABAZaNGDvE5zsXrDX1Z2QDUIK7FTEfyMpRKSo6kgcUNuBSsbABQmtHL69UdO894KDAs/Pl1611Xxy1f4RrfPulL1zi8Xbuz3YOqTtOmTy5e4rp60wcfljpB7+FR6h5k1NH+xhvlJsrM08+v/+OPn/HQS5u3XOidy6dU8mMv+8273nWX3AQAnCaqYZifr48AAABwE3VWscTKhmBRHSVnpLe++6Zzn/PbG+83qh+mnnbNlX2/ePK5s53Z+9EHYuIPhvj5b/3mF1EV7D4Ut+9I/PDuveR45rJFj30yXg5u6XfV+w8/KVCzRfkGr0mIlYP43PRGAbXsjp4NwvEvgwAuCisbAAAA3GPMPSNbNW8sAAAA3EF9+7LcDmcrYYNWo4nwDRSoRjJyssa+/3a/x8dsjtkjgNM09HeubEjIz1KXM7iWNZA34OKwsgEAAAAAAKCmsttTCnPl/4NN3jpN9XxPqtnT88mbbnNdnfbXvLSsTDl49Pqb9TqdurNeSK0y3lubRo2DfH39farA+tQDCQlzVi4TwFmEmL3VgfxH4GR3aLWbC3BRCBsAAADcI+5gfGBggL+vtwAAAKhw9mIFVou86qX3ENWU2cNz3C0na9vOWfWPGjY8ftPtnkaja39yRnpZ7u3jR58WVVabRtHqIDo8QqDGc33X51qK7I720K5/FjSOfyI0GnIHXBjCBgAAAPeYOHXGiMF9e3RpJwAAANwkx1KgDrwMRoFiBxITPp75w5KN6+vXqjXiyt4PDL1Oq3Uu+zi9Z8P2uP3jf/p218G45PT0eiEhLRs2vm/oiE7NWp7tztvcfdOJjPRrruw7evh1k+bMWrlti1YjurRo/f7DT3qbzCXPXLThv1+WLli/Z5fFYu3couWw7j2v6dGn5AnneOgvfp/5xvTJ6mlfzv1Vbm+PfuSOgUNMRo+8woKo0DD10LHUlPE/fvvf7h1Hko4H+vpGh0Vc36vfjX0GiHPae/jg13/OWbV98/HU1HZNmvVp1+HewSM8HF9C7/34zUczf5SDdV99X9+xXmTq/DkvTv5cDl66e9TYEUqzwyMnkjo9cLscyFu9MeqhKx++L/Zo/KBOXd8Z89hnv/78z9ZNR5NPtIqMeuP+h1s0jDzjE4iJP9T70VHKwz34uLfJNGvZ4rW7dgT7+l3bs8+zt93jOq3Jbddm5ebcNmBw3eCQqX/Mttlt9w4eriZPMlv69u95C9et2XfkcJPwBl1btH5g+PV1AoNKPsqug7EvTZkon1tGTk5EndBuLVuPHnF9RO26rhN++2fJZ7/9cvhYoofRGFGn7pM33dG/QyfX0fzCQvlpn7dqxaHjxww6XWRo/QEdu9w/9BovT1MZT7jczMVhQ77V4qybRPEkXBrCBgAAAAAAgJpITi/mFVnUsYmwodiWfbsHPDEmtyBfjlMy07fuj1m0/r9fXx9/xpNXbts88tXnXAXuZUoht/lrV8587b0uLVqd41E27d019NkVVptVvTpv9T8Hjh39891PDXrnZN1DH777+z9LXOf/tXaV3Kb//cf0F15XM4mLeGgZmcz437sFRYXqEofjaalXPfVgUrqzQ7gMHuQm5/rlnoeuPWtL7e8XzX9u0ic2m831GZDb1D/mfPP8azIb6N+hsxo2rNiy8bYBV8vBfzu3q2eu371TDRuWb9mg7pFz6667lZFJr0fuz8zJVq/+t2vHjS8/vfzTybX8z9VKZOLvv8iPWh0fzs/7eNZPadlZ74x+tOQ5izf+dzw1RR03jVDSi00xu2977cWMnCx1p/wrltu3f80b/9Dj1/Xsp+6Uz//ON18qsji/QWTCJLe5K1f8NeGzsFq1lYee/cvr305Rj8qvlrSszDvffFGGH7cPGCz3yM/PXW+9/O/WTa6nIR9Ubhv27PjuxTfLckIFcEWMBTaLvQQBXCwaRAMAALjHwD7dwurXFQAAABVOnU/UKOVTWNlQ2sFjiV1btvpy3ItvPfBwgI+v3LNmx9bYhCNnPFnObstPZtvopss/+WrXd8rqAZ1WJyOEyX/8du5HOZx0rEPTZgvfn7h+8vc3OVYS7IiLnTp/jnp01vJFatIgn4B8Gp8/8WyziIby6tqd29/+flpZHnp4j16uOfdh3XrJBGJgx65y3KFp8+6trlDjiu8Xzpe5gtnDc947H8f8OFumBepahOl/z8vOyz3j05Yz+y9+9bmaNDx6/c2Tn3n56i7d5fhoctITn42Xj962cdNAHz+5xzWN/u+2zepgbXHq8O8WZY/J6NGj9RWue45POt6nbcfVE7/dMu3nYd16yj3p2Vky5hHnJJ/P3VcP3/T1T39P+Ly1I0GRecy22H0lz5FJQ4M6dT98ZNxdVw0b0LGzzA8e/2SCmjQM795LfghqspJXWPD05x/JpyEcaw7Gff6hPFN+Sh++bqT8/HdurqwXSc3KmPrnbOH4Innnh2/kIDos4vX7H3x3zKON64fLq69O/VJGOHLw3+4d6mdg/INP7Jg+86/xn8lPu/JJ2LVT/Tyc94QKYC7+rs+3WUSJ1tDkDbhorGwAAABwjwF9ugkAAAA3UWux51qL1Kvm6tuz4UIF+/lPfuYVtZ3DoWPHvpw7Sw4Sk09EhdY//eQT6Uqnh9SMjH1HjtQLqS2ns+WUcd2g4PNWwtFqtV88+bw8Uzimm1ds3STnxL/9a+7o4dfLPZ/+OkM97edX32kV2UgO+rTr1PPh+5Iz0qfNn/PoDbfUDgg890PL2KB1VGP1TkKDg9WJ7FKSHWsaCi1FOw/E1q9Ve2DHLi0bRhkM+hC/gLM9bfnZkOfLwSv3jFaf6uAu3W997f9WbNkkw5I/Vv87okfvfh06zVy2aPmWjcJR70hmBupt5UBelZPyK7Yqh/p36Cyn8kve+fN33KsuGrh94OB5q/+Rg/jjieKc5L29OeohjUZTJzDok0fH9X70Abnzm7/mfvDwUyVPm/jUC20aRY/sO1CO56xcvv9ovBwM6tR10rgX5GBI1x4+Xt7vfD9V5g2f/z5DhjTzVq2Q8YlQGnvc+tTIO5RzuvV8+MN3jHpjHcdf2ZR5v6mLHiY/85IaM3Rt2Ub+BeXm5/28ZMFjN9xyoni9yO6Dce2im8hHn/Z/r8ocwvVVdN4TKoArbMhz/DvgaA5td/zboKFhAy4OYQMAAAAAAEAN4nr/sry0FhfDMZ467VuTtWvSzNU4unaQs4ZPTn7+GU++unPXmPiDh44njnrvNTl13rVl6ytbtx3WvZdXnfOEDfWCQ9SkQTLo9TIYWJSacvBYosVqPZ6Wsu/IYblfJgRq0iD5e/vc2v+qT379WSgtEw7IsOGiH9plUKdu3/49Tz7ic19+IreWkVG92rSXO88RNvzjiBDkE7538Ah1j5ySHjPiRhk2yPGeQwdk2NC/vRI2ZOZky/hh877dcr8aIcQnHf9v947c/Hy1VlK/Dp1L3rPZw1M9TfLz9lEHuQUF5/4QrmjcxDUnHh3WQO1IUWoZilFvcHXGFo76SOrgAUdY4hwPu+7dH6bJb4o9hw7Kq+rnX+rbtqPrTr56+iXX+WpcIT036RPXTvlM5D0cSTomlOyhta+Xt/xIp86fIzeZ/ci4SP4FNawTqvb/OO8JFcBTZ1AHRcX/DgCXiDJKAAAA7jFp2oztu/YJAAAAN5EToya9c7Yx21Ig4GAyerrGBp3zfbpyRv6MJz99y113XTVMfYe+1WZduW3z299P7fnwvd8t/FOck/nUpQ/eJi91cCw1xdW3wJVGqOrXrqMODjtK/Vz0Q7v0btt+wkNP+nk5Z/ZlNvD5778M/7/Hn/h0wtlukpGTIy9l1OHqLaE8seKQ4HCSshpApgjqdPm/2zau2blDDrq0aN2tZRvhaNuwvHiu/+rO3U79DJz8hBj0zujrvPV8Sq0g8fdRPpak1NSSOyPqnFK5NCs3Rx2EBoe4dsp4SX5QQklElKggMSVZ3e/j5SXOJCH5hDpYs3Oba1Of7bFU5bYysPnhpTcji5cpHDmR9N2CPx4Y//rVzzySnJFelhMqQE6R87veU6cvmUECF42wAQAAwD1iD8RnZGYJAAAA9zFrnWFDblGRgMMFVY+Rs+pvj35kzaRvX7rr/l5XtDM6whuZTLw4+XPXhPUZHT2RVHJiNyH5uPrQdQKDgvz81Z2l7iEpzVl4p0Htupfy0CXd2v+q9ZO/e//hJ4d376U2qJBmLF04b9WKM54f7HhuMhFxdU6WTpx8YkocYvbwVKs2rdy+ZfV2pT1D1xJhg9rCoXPzlj7mU+bxL+7t/GqxI1WhpeiYoxF0naCgkufodaes2gn0dX56XYGBcLRrVstSqcmEK+ZJSjuZW8QmHFHbhksh/sriD5n0HP1tQcLvC0turvbO7Zs0++fTKd88/9o9g0e4go3tsfs+mPF9GU+43HKKCtWBSXtK8RsiB1w0wgYAAAAAAIAaylW03fUeZ5RdRk7Wdwv/fGnKFwvXrxl7c5u/uQAAEABJREFUzU0/vfLOjukz77pqmDwk5+J3Hog7x22z83KXbtqgjk9kpK3bvVM4Gi3ImfFa/oFqQaFV27ds3LtbPSc5I/2XJQvUcbMGDcvy0K7p+7PNHf/+z5K3vvv6jelTbul31aRxL2z7Zoar1cHW2Jgz3uSKxk2EI9L4ap6zA7YcT50/Wx03jWigDvq17ySUmkubkxydCbq2bN2jdVs5OHQ8cf1uZa3DgA5dRXlYsXmja6XCovX/qR9peO1TljLo9afMpLd1fAjSpDmzrDbngpUpf85Wx03DlUbcEXVC1f1LNq5TB/Ke737rlUY3Dx/01INyXM/RSVve5N9tzj7Y8nM+9v23P//9lz2HDsir63bveH/G9/e/91rXFq3eHPXQhsk/LP5wooxhRPHn9rwnVIDc4u/6UmEDcNH4SgIAAHCPsfeODAwMEAAAAO7jpS/uEGspFLhAJg/P93+aLufT5Ryx3AZ26rL38KE9hw+oR1tGRp375i989aluzGNp2RkTZ89UZ8lvcnQwFkqH5CFvfz9VDq594UkZIYSGhHw662e10/INvfsH+foXWorO+9AmD2fT7zU7t3234I9aAUGDOp0yxf/n2lXz16yUAz8vb/mI2Xk5G/fuUg+1imx8xud8+4DBM5ctkoM3p09Zv2fngA5dvpr7q9rhIKpeWP+OXdTT5P5Xp05Sp+9lghLhmP2PrFsvLvGoWpCqf4dOojzIz8ODH7w1ZsSNOw/GyU+RuvPmfoPOcZMhXXu88e2U1KyMRevXDnjywfuGXPPX2pVLN62XhzwMxruvHiocXa/f+2HaiYz0r+b+ptGI1lHRM5ctjHX0aWjZsJFGo7muZ79ZyxfLq/e9+/oTN97WomHk+J+mb4rZPWflsmYRDZtGNNwWu+/9n6fLEx75+D15Qt3g4DU7t+cVKpP7ah+O855QAXItzvVMruYNwCUibAAAAHCPyAZhAgAAwE00DsLRGrrQZs0tImy4YEa94b2xj9/99iu5BflPfvZ+yUOP3XBLncCgc9zW39snOSP91tf+z7WnY7MWD183Uh0/dO1N+4/Gy2l9OTX/9Z+zXee0aRT99uhHyvjQ4bXreBqN+YWF2+P2PzvpE7m/VNjwyt2jV2/fKjOMT3/9+dNff3bt79Ki1fDuvc74tOWTlE/gpSlfyCe2cN0auan7g/38vxz3vMnojDca1g2NDK0f52jU3KVFa3Vn15atZdigPLFadaLDIkR5CKtVe8nG9XJz7ZGfuq7Fj3hGPmavqf/3yv3vviY//3sOHXj6iw/V/TqtbsJDj0eHNZDjAB/fDx99esyEN7Pzcr/4fabrtvKDeu6Oe4Sj3cVTN98p04KcvNw3pk92nTC025V92yk9pWVENPvf5TJ+KPlZkgJ9/MbdfGdZTqgAOaetbFD/TbigSmJASZRRAmqoLbNnv9qyxdm2wxuVfk3rf/5JjvcsXSou1rY/5sl7kI91thPSDh+W57iuvtej+1cjR4ryc2z3bvkEFox/T1Ridptt06+/ZieXtaQmAAAAAFyKkjOJcqwubkjOy7YLCrVfsIGduk5+5uXIuvXUq7UCAru2bDPxqeefufXuc9+wVkDQr29MaNEwUo5bRTV+6a77f3tjgkdxVSutVvvxo0/PfO29Yd16yeRATuI3qhcmp9HnvfOxqyXyeR9a3tvvb34QGhxi0OvbN2nWpLjGkYucqZ/52vhujv4KQlnf4HNF4yYv3jnq+5fePMd0s5wlX/rxV3dfPVzOvMuHkMmBnGFf8vGXzRucspKjf3vn2gWZMaiDbsWDQZ26iXLSt12nTx57Wn7sMiro2abd18++8sKd95/3Vp2atVzx6ZRnb7tHfrzyQ5A3l/nK/PGfXt+rf4l77rjyi6mjh1/fKrKRzGxkOvLo9Tf/PeGzED/n0uSnRt4uP1EylZGfAaE0tdbLOOeLJ59Xj8qr3zz/vxv7DFCLWcm/wcb1w+8YNHThB1+ofS/Oe0IFSM5zNpAz6wwEDCgXrGwAarTAsDD/evVP3+/h4yMuv6ykpM+vvabVkCGthw4TNdiCCePXTp/++N8LBIAa5umXJ4wY3LdHl3YCAACgYsmJRVvxONjDnFaYl28tOp6bVcfsK6q7fz/7+oz75Qxvwu8LS+28b8g1ciu5Z/knX5U6Z0jXHnITF65No+hFH0w6xwndW13RvTgJOKPzPrR8iA2TfzjHCTLtmPXaBb8/TyYfbz3w8LnPefXeMXIruefanv3kdvqZp/+NNIuIPP3v4mxu6D1Abmc8tPeH3892qwAfX5kNyE2cXS3/wFfuGX2OE2Qgoa5jOCP5FSUTI7ld9AmX28FMZ/vrIA+zOLnayS5Y3ICLRdgA1Githgzt8/BZXx90vPkWuYnLxlpYaCmgBZkoyM4WAAAAAFDxHHOLEd6B+7JS5LXDmSk1IWwAoDrk+MaXIjz9xCkxA4uccJEoowQAAAAAAFBzNfRxthZwzTwCqAlkvqgOIr0CZcag1Wo1xQRwUVjZAOCs1v/8059vvHHzJ5827dv32O7dk268YcRrr3sHB2/67deD69ebfH0bdu4y6JlnjGaz6yZHtm5d/e23B/5bGxIV1Xro0JKHStn4yy/zXvufHGz+7Te5XfPGm1dc41yaenzv3vlvvXksJsavTp2I9h2633OPf716rhumHz3655tvJO3fn5eeHlC/fqvBg3vcP0qcz/b5f678+uu0I0fqNGkS2aVL93vuNZhMrqMH1q5d8eWkpH375DgwPLz3gw826nGleqiMH/i5n1VuWto/X30Zt3ZtWny8T0hIrcaN+z7yqLyUhz7o1zfz+HE5+OiqQfKhH53/lwBQY4x/bZwAAABwH3VWsYG3swb9oQzCBqAGiUtXmkf66jxMrp4NpAy4NIQNAC7Aup9/ysvM7HTzLc0HDFj3008bZ82UV2/64AP16M6//5r19NMmf/+WVw+2FOQv/ugjr8DAs91V3RbNu95115pvvw1t0bJJn94yA1D3ZyYd/+bee+TMfttrrjm0cZMMPPavWvXQ7Nl6Dw95VOYB39xzd352dpM+feSc/qENG+SjZCYlDX7+hXM87X3//CMfqEGnTg07ddq1aNHyL75IOXjo+vecVSk3/frr3Fde9q1du8VVV8ure5Yu+X7MGJkutL3uujJ+4Od+VtaiInmHCTt3yI+0/U03Hd22bc/SpQc3bHxk3jyvoKCud961ff58eVR+NvzrhgoAAAAAqBDq3KK8PLmyIZOwoSJs/eYXgUsTHRZR9qYOOKPjuVmFNosc1Pf01aj/IGg0JVc2sL4BF4GwAajRtv/5R/yWLaV2Dn7hheCGDc94fsrBgw/Pnedbp44cN+3bb8ptt+5auCAvI8Pk52ctLFwwYYKHj8+9079Tby6n0b++43ZxFnLm3eznLzOA2k2ie40Z69qffeKEnHYf9PQzcmyzWn96+KF9//57YN1/ja/sKffMf/utwry80b/MrB0dLa/abbb5b7217scfWw0eEnbFWbtmJR84cMsnnzbp21eOez4weuL11+1cuGDoyy97eHunHDr019tv1WnW7I4vv1KjkV6jR3876v6/3n2n8ZVXeoeEnPcDP++zOrh+ncwSeo4e0/eRR9R7WzllyuKPPtyzZInMHuQHmxS7X57Q+ZZb/evXFwBqkriD8YGBAf6+3gIAAMBdNJoGPs53ie1MSRQAaoZdKQnqIMzDRymgpHWWUZL/JthZ4YCLRc8GoEZLjY+PW7um1FaYm3O28xt27qxOuEsGk6l+G2V+PydFefPLgfXrMo8da3/DDa6golbjxu1vvFFcIL2HR++xD6pjrU7XYtBVcpCRoPwIPLpj+8F169pec606py/Jn4QDnnhCDtZ+//057jOiQwc1aZDMAQGNevSwWSzy2cqrW+bMKcrP7/vwI65FGDJg6PPgQ4U5ORtm/lKWD7yMzyr96BGZnajjjiNHPjzvj5IrJwDUTBOnztixK0YAAAC4g/r2ZbnV8vSp5aG8+2F3amJ2Ub4AUAP8lxinDqK9gkTxcgbXagaWNeDisLIBqNF6jRnb5+GHy36+d3BIyatGs9L2wFpUJBy9DeRlaPPmJU8odbUsgho08PD2LvGIynregpxceZkcd0A46iytmDSx5E08fX1TDh44x326YgCVV6DjPnOV+1RvWGpVRHjbtvLyeExMiadx1g/8vM8qon0H+UFt++OPozt2NOnTp1HXbg06dTrb2hEAAAAAqDCukikdguvPP7pH7lmdEDcw4oJ/jwNQ5fx3zDmRcoVvXa2DRqsVNIjGpSFsAHAB1En2Uuw2m7zMz1bWQ5gDTmnS4BNSS1wgnd5wynX1J5zdLi+ykpLk5d5ly+RW6lapFsu57tNgOPUuT95n5rFjWr1erYbk4hWkpBHZycmuPef4wM/7rPQeHvd88+3CCeO3//nn6mnT5Obh49N68JBBzzyjNqIAUGMN7NMtrH5dAQAA4D7KtKJW0yEwTA0b/kskbACqP4vNtv7YQTnw1OijvYOURU5q3qBhTQMuCWEDgPJh8vGRlzmpp/QTy8/KEuXHp5YSXVz75lttRowQ5cQ7ONhmsbi6L6jU+kgmf/+y3ENZnpV8lOveeXfYK68m7d+XuGvX2u+/Xz/jZ61ed/X/PS8A1GAD+nQTAAAA7uCcTyxuCdu5VoS6f93xgwJAdbcp6ZDVrryBsq1PbZ1Op1GDBo2GvAGXiJ4NAMpHnWZN5eWR7dtL7pRz6+e6zQX+9AoMD5eXhzZvKrnTbrP9O/mrDb/MEBclICxMXpbqkn1482Z5WbdZmd7Oc95nFbN8+aynn045dMhgMtVr1brDyJvv+nqq0ctr/6pV6sn8FAcAAADgFmq9FDm92Mg32N+grOfefPxwvrVIAKjW/kt01VCqI+MFNW/QaKmhhEtF2ACgfIS3a+9Tq9amWbOO792r7jmxf/+qadPOcRO1ulFRXln7j9Vr1apu8xbyIfYuXeraufa775Z8/HFW0glxUa4YPkKr0y397NO8jHR1T05q6vKJX8gfrs0HDCjLPZz3Wdlsth1/zd/066+uo9aiIkt+vn9oPfWqWjmqMC9PAKhhFi1bfehIogAAAHAftUm0nGrsGFxfXrXabcsP7xUAqrVFh3epAxk2qDGD1pE7yn8N7EIQOeCiUUYJQPkweHqOeO21GY8/PvXuu+Q0vc5g3Pn3X2Z///zMzLPdRB718PHZs3TJ9Pvv7zhyZLPzTe7LVGDE//734yMP//ToI0369q3TpGnKwYNyHj+8ffvu99wjLkrtJk2ufv75v995Z+J11zXt189mse5dviz7xImhL71cqq30RT+r6J49w664YtXUr7OTTwSGh9ttts2zZ2v1+r6POFtz+9VVKrbPfHpcUETEzR9/IgDUGAuXrTaZPCNo2wAAANxEnVFU6qZoNb1rN1qUqKxN/23/5qsathQAqqmE7HS1YYOfzqO5T4iSNThWNtAdGpeOlehVe/cAABAASURBVA0Ayk2jHleO+unnJr167V22LGb5ssZXXjn4hRfOcb7OaLz62efkj7SjO7anJySU4RFEnWbNHpo9p89DD+VnZKyZ/m3ygbh+jz1251eTjV5e4mJ1HHnz6F9mNrryythVq2JWLG/YufOon39uf9NNZb+Hcz8rmSvcMH6CzCG2zp277LPPdi9ZEt2z1wM/z6jXqnXxExgZ1rbtif375VaUX9Z1HgAAAABQDoorKV0d1syo1ckdiw7tyi7iFxOg2volZoM6GBQUqdXq5LSMzBt0jksaNuASaex2uwBqBvnVbrPZrFZrYWHhzCUnPvs1tUNz33cfaywqN+VpW60WS1Fhfl5h765yj/9ttwU9/oQATpP991/HX3pJGbz1jq5FK09Ps4fJbDR66HR6x6sHAmagcok7GB8YGODv6y1wIa55cktWjvWVOwzNG5pVHh4eer1exz90AHCZ2R0s8peToqKZ+zY8sGZGq+DQpdfzu0kV5vw12WK1FBYV5Bc8uubXvxNj5P4Pe4+8uUlHgcup0FL01dzf7ht6jcnoIa8mZ6S3vlt509s1V/b94snnBISYt2rF6AlvysE7ox+986qhAuWky09vH8pMkYPJzYa2CqzraTZ5mD09PD2MHkadXskeWN9wEe5a+O38AzseDe88qlEX9ZcUT09Pg8Egf0+pUZ9Pfh8DAABwj8gGYSQNAADAvZxlU7TK4oYRYc7qSb/t3yxwOf393+ruY+9567uvrVarACrQtuSjatIQZvRp6hOsvDFR+U+rNmygkhIuEWEDAAAAAABAzeVo26AUU+lZN8rX4Cn3/HskZn96ksBl8+Pi+UeT+QzDDabvXKUOrgqK0jmSBsem9GzQqnWUgEtA2AAAAOAeT788YeXaTQIAAMBNnG9hdmxyntGg1Q0JbaoemrhluQBQvSTnZf8Ss1EdDwpuJL/r9Xq9I2nQ0LAB5UIvAAAAAAAAUFOpDaLVdzffHtnux4Ob5Z4ZMRvGdRxU18tP4Jy+/nP2S1O+ONvRB6+98cU7R5Xa2ejm4bkFzhbc0bdeE+Lnv/WbX0qecCAx4eOZPyzZuL5+rVojruz9wNDrSjam+u2fJZ/99svhY4keRmNEnbpP3nRH/w6dxNnZbLY3pk9ZsG710RMnAnx9m4ZHvPnAI5F168lDMfGHBjw5tshikfe/7OOvGtcPlztvfvW5f7Yqb4h55ta7H7/xVjk4dDxx4uyZa3duP3w8sW5QcJPwBr2uaH/HwCHqs1q8Yd2db74oB7NeH79k47r5a1YmpiTXD6l1fZ/+j15/87s/fCP3HEtNadO4yfDuPe+6apj6rMZMeHPuqhV1AoP+fv/zz36dIR/xSNLxFpFR48c+Hh0WcY4PZ0dc7POTP409eqSgsLB+rdry8/PEjbcJlM0XW5cX2ZTKXd1969c2eas1lJTWZ46VDYICSrhkhA0AAAAAAAA1lzrBqOYNUX4hg+pGLzy2z2q3fbX9n1e6DBOoWFv27R7wxBg1jUjJTN+6P2bR+v9+fX28enTi7F9e/3aKOpbnpGVlyon+9x58/PYBg892h3e//criDf+p4+OpKXIb9NRDs157r02jaDmt//Qtd7313dcykHjq8w/mvv3RrOWL1KSheYNIGRXIwYmMtOtfHJeQfEK9BxmEyO3v/1bLSf/xDz5e8oGe+eKjuMSj6lgOxv/47cJ1a+TzV/es2bFVbmYPzxv7DHDdJCsvr//jY5Iz0tWr63fvHPrsY/PHf9qoXtgZP5bVO7be/voL+YWF6lUZlshH2Xvo4KRxLwicT3ZR/vRda9TxXaGtdXq9TuYMakdoR9cWNWkgb8ClIGwAAABwj/GvjRMAAABu5ZxelPOMWrvyNmetdmzjbgsSY+T+73atfar9AG9HFwecTdvGTZ686azvrO/YrOXpO7976Y03p3+9KWa3HH/7wut+Xl4ljx48ltivfceb+gySScP4n6bLOEHO0ccmHIkKrS8PvfPDN/IcGRLcMWiIUa+f8sfsfUcOvzr1ywEdutQOCDz9sWR4oCYNfdt1vKFP/9ijR6bMm52Rk/Xcl5/8Nf4zuf+ha2+at/qf7bH7NuzZ9eXcXz+Z9ZPcadDrv3jyOXXhwqTZs9SkYdTQ67q3anMoKfG9H6fn5OX+tXZVqbDhyImkaf/3v24tW0+dP/fdH6bJPTJpGHfLXfdcPUwGGGPff0vumbd6RcmwQd6Pr9n83Ytvto2OnrV8yatTJ2Xn5b45fYq8n9M/liKL5dlJn8ikwd/b574hI6Lqh81ctmjZpg1zV624rle/gR27CJzT1B2rc4oK5KCjd92mPiHKcgYlbNArDaJl3kANJZQHwgYAAAAAAIAazVFJSaOUVNHrmgTU6l0rasWJODkv+fWOVY+17Sdwdu2im8ntgm7StUXrQF+f4nErb5O55NFgP//Jz7ziaTTK8aFjx76cO0sOEpNPyLBhyrzf5IS7vDr5mZfUkkddW7bp+fB9ufl5Py9Z8NgNt5z+WBNnKzevHRj0zfOvyYllOa7lHyCn7GUMsH73zo7NWsi/+olPPd/vsdEFRYX/m/aleqsnbro9OqxB8fi2Pm07HDp+7LYBV6t7NuzeLTOD1KwMu91ecnp6SLeegzp1lYMbe/dXw4YAH9/HbrhZflmN6NH71WlfHk9NkR9RqWf44l33y3BFDh4Ydt3GPco9L1i3RsYbocEhpc6U+2OPxsvBc7fdc+dVQ5VH7HJllzF3JqYkT5s/m7Dh3Aptlq+2/aOO7w5t40oaHD2idY64ke7QKAeEDQAAAO4RdzA+MDDA39dbAAAAuJ0jcFBnIMc27iLDBrnviy3Lb2/WOciTlytntSlm99KN6852tGOzlr2uaC8uRLsmzdSkQaod5FyskJOvVFXa75hql56b9InrfPn3Jif9jyQdO+O9xR49Ii9z8/NHvvKsuic7L1cdxJ84JsMGOYisW+/lu0e9MPlzdb+rgJJKZiE9WrftZCmSH+myTeuXbt6wZd9e9VB+UaHJ6OE6MzK0njrwMTvjk6YRDeVMtnOnyXxcpLge3aV9k+au8RXR0TJskIN9Rw6fHja4PvzpC/6Ys3K5Os4rUN6qH5+UJHBO8ns5JT9bDtqYa7Xyra131FDSG9RlDWoJJWoooRwQNgAAALjHxKkzRgzu26NLOwEAAOA+rklGtW2DTq9vHRQ6qE7jBcf2ZRbmvbJ63md9bxE4i8379n7wyw9nO/rgtTdeaNhgMp6sW2XQOSfuLFalqa+rccKandtK3epYavLpd3U8LbXQUiQHWbk5p98kMSXFNR7QsasrbOjfvlPJftRpWZlPT/xo4bo16nOQh3zN3hk5Wcr41IlpD4NBHbgmrL1NJtdRrSN1kLlIqafh5Xny4/Uxe7meuTiN68PfdTDutEOEDedyKDPlw42L1fGY+u3UVg16g0EJF/V6tTW0AMoDYQMAAAAAAEBNp1ZS0qh5g073bLM+/yQdyLNZft238ZYmHbvXayRQIc7x1vIQ/4D9R+Pl38/hWfPL8g70IF8/ebLVZu3e6oqZr713jjPHff6Bazxxzqxre/ZtEt5AvfrIR+8u3bReDkb06DOiR6+uLVu9OPmLX1cskXtcqxZUWo221N1qy/AkjyQlBfn6q+OEE87MoG5g0Oln1vJ3nvbrGxO6tmgtUGZPrPil0KYU4Boa2KiFY1mDkjQ4u0OrKxscSxuIHHDJCBsAAADcI6phmF9xuV4AAAA3UicZ7RqNjBnsepuciKzj7ftQoy4TYlbK/U/9M/Pfkc8YTp1Zhuq+IdfITVwg7UV9MuuF1JKXMjz4d9umnm2UBRM7D8R99tuMlpFR/dp1bBrRsNT5cjK5blDQkRNJ22L3pWSmq3P6M5ctWrd7R/MGkUO6XVnLXynT9MuyRf9s3SQHUfXCYo/GF1ksj3064c93P5az0DabbfmWjfJQ2+imE5/6P/Vu1WUN5eWP1f+0aRRdPP5XHUTUDT39zHq1aquDf7ZsVMMG+VQf/vDdRvXqd27RUv2E4HRzY7euSYiVA1+d8YF6bdWMQWdQEgedo1sDyxpQjrQCAAAA7jDmnpGtmjcWAAAAlYO6uEHt2yAnIu+I6tDIS3mD+aHMlE83LxUoP54GZ1eG6X//+do3X5XxVtf1dDbrvu/d17/4feaKLRufnfTxnJXL3pw+JSEl+Yw3ubZnX+EoozT8ucdnLF0oZ/NfmTrph0V/vfHtFLVftAwhXpryhVDKN3nMfO29Hq3byvG2/TFqZ2n5JaGWcjqadFwtbbR+985lmzaqd15ktYhL9tW832T+sXDdmlHvvaZ2Zejask14rTqnn9m/Q2cvRzPtj2f99OLkz5dvVj78eatXfDjzh5XbtgicSXZRwUurZqvj0XXb+nualabQMmkw6J2pg865poFlDSgXrGwAAAAAAACo6VyLG1ydGwwGw/9a9r/tvxly/4ebFvULb9YmpL5AeWgcFqEO3pg+WV4+f8d9ZblV77btn7r5zvd/np6Tl6veUDW025V923U8400eu/HW3YfiFm9YdyAx4YlPJ7j2v3DX/YE+fspDf/mZjCLk4PGbbqsTGPTumMd6PXKfxWod/9O3V3fpHhVaX975ryuWJKWndX7gjnZNmq7fvcvTwyPH0ec5IfmEPEFcmtoBgY99Mt51tZZ/wLtjHj3jmSF+AZ8//uyDH76Tm583df4cuan7o+qFjbnmBoEzeWzZz0l5ykqU5ubgIbWile9qo7LpHdRlDcQMKEesbAAAAHCPRctWHzqSKAAAACoNZd7RsbhB75iNbBNc/85w5a3uFpvt7gVTMwpyBcrDYzfccs/gEfKTXTcoWM7m5xcWlPGGT428/fuX3hzevZf63n/5tyTv6osnnz/b+WYPz+kvvPHmqIf6te+opgtBvv6fP/HsvYNHyPGCdWvmrf5HDiJq1x0zQpmvb1g3dOw1NwpHhaJHPnrXbre/9cDD/Tt0lnsKLUW7Dx58YuTt0557Rb3zpZvWiUv23YtvXNW5mxzUD6l1/9Brl30yuVG9sLOdPLBT1wXvf37HoKHNG0SqXazlp+LXN8arHxpK+XbX6vkHtsuBSat/qeGV6je1culo2EC3BlwOrGwAAABwj4XLVptMnhH16woAAIBKQJ1wVOZwdXa7TSsnJW0222NNemxIO7Ir68SxnMzRi7//acgojWBe8lLpdToZAMjNtcfbZE74fWGp087YEKJvu45nW8dwNjLYuMeRLpQyqFPX0x/0/26/V26uqz5mr+kvvF7qnJK36t+hU6k7OePHsvyTM1eLCvLzn/rcq2c8NKx7L7mV2hkVWv9sSx9Q0q6UhBeLCyj9X1jXeiZfJWgoXtag0+tl1EC3BpQ7VjYAAAAAAACgBI3auUFh8vT4oM0Qb53SY2DFkZiPNy0RACq3zMK8O/+earHZ5HhoYKOeQQ2UPg0yZnAmDcqyBqVBC8saUN4IGwAAANxj7L0jWzaPFgDaPdC9AAAQAElEQVQAAJWGOvOoddRWkdORasWVer6Bb7QYoJ7w3voFCw7uFAAqq0Kb5Y6/ph7NTpfjCA/fx8I7yW9kg6Nbg9IXWu0OrdNpHEmDAMoVYQMAAIB7RDYI8/f1FgAAAJWJpjhw0CltopXmDXKOsm9o41vrt5ZH7cI+atH0zUmHBYDKx/Ed+t26Ywfk2EOre71hbw+DwVDcF1qSsYNWSRqcCxrIG1C+CBsAAAAAAABwCucCB0cxJXWm8qmmPTv4h8pDRTbrzX9O3p+eJICLNWncCwm/L5RbsJ+/QPl5fuXshY61RzJDeDW8R4SXvxIwyJjBw6g3OFY2UEAJlxNhAwAAgHtMmjZj+659AgAAoJJxFVNyLW6Q05Senh4fXTE02itIOCrC3zBv0rGcTAGg0pi4ddk3O1ep42fDunYNDNcbXWsaHNWTHN0aKKCEy4ewAQAAwD1iD8RnZGYJAACASkmZjtRoThZTMhj8zN6T2l1T39NXHj2em3nDH5Oyi/IFgEpgbuzW19b+qY7vq91mUHCUWjfJ4GFUlzU4koaTrRrIG3A5EDYAAAAAAADgFOpEpLPeilJMSae+RTrYy+eLK4YH6D3l0dj0pOvmfpGanyMAuJVMGsYu+V4dDw9sfFvdluqCJIOHs1WDTlnWoNZQooASLiPCBgAAAPcY/9q4Hl3aCQAAgErJ9fZnjVajTFPqdeq7pCP8gmTeYNYZ5NHtyQlDf//0aHa6AOAm3+5aPXrxdza7XY67+tR7PLyjDBiMkoeyyZFaQElHASVcfnoBoNKzn3rVkppasHu3AE5TlJgoAAAAAKCcnFzfIH8ztesdTWflwN4ssM6kK0Y8svWPDEv+gczkwb9/PGvYmMb+tQWAivXGf39+vmWZOu7mU+9/kT0dLd3V6kkGNWlQwwYKKKECEDYAVU/2X3/JTQDnVHJdJK8kgMop7mB8YGCAv6+3AAAAqKycv00otZSUN8LJpMFot8tdrYNCp7a99sFt844XZCflZg39/bOfh4xqWytcAKgQNrv9kaU//bZ/k3p1WGCjx8M6OlY0GI2eHjJskAxGg0waSjaFZn4AlxVllIAqgoJ6uDAa+VLC9WVjFwAqo4lTZ+zYFSMAAAAqPUcxJa3aLNoxfWkwehgj/YO/aXddhKefPCGzMO+aOV98t2uNAHD5Jedl3/DHJFfScE/t1k+EdVKTBrUjtPy/3pE06PR6TXGfBmaWcLmxsgGoMjRanea5F4uKCi1FhVaLxWq12Gw2u9yEnZ8WsNvtarrgaN6m14bWU0bqOxf48gAAAABwCeSvFcpvHFqtTU4k6YVVCIPdoB6qI/ymtrvuoa3z9uQkF9osz/z76z9H933UZ6SX3kMAuDxWJ8SOXfx9Ul6WcsUungvrOig4Um90Vk8yeso/ysCxpkGncXR5J2lAxSBsAKoAjTphLCeRBw22FuRrCgtscrMUWW1WJWyw87Z1KGyO9xoJ+UpCKdBoVCIHGVDJlxWC9y8AlVRUwzA/Xx8BAABQ6ZXMG3SnTiYFaTRft7vuvZh/5hzfI6/+EbdtV0rCtEH3RAfQwgEoZ3Zh/3jTkvEbFqjtoH21xlcierTzD5W5Qsk1DWrSoNMrBZRIGlCRCBuAKsCxXFUhf07obQb5Ck/useh0NptNeUM7NXIglFccxZmUVq836PTKumZlkXNxWUYAldCYe0YKAACAKkLNG5TfL5RfTk/ZL73YtHdbv7pv7fun0G6Ny0ge9OtH7/e+8bpG7QSAcpJWkDN68Q//HnEWYm1mCvpfg561TN7KBICMGBwdoeX/XdWTXEmDACoKYQNQRchJZDlxbLPJHyDy54RVp9MZDOqyBlY2QOVcvyBf9yuFlPTyj9xOFlMCAAAAgEtz8jeL4rxB/S3E7hgMDW0a7RX0zK4FRwqy8q1FDy35cU7s1te7jQj3CRQALoFd2Gfs3fDmf38m52Wre24IajK6XjulclJxDxWZNMioQcYMpycNzAmgwhA2AFWAcw5Zo6xsUMdyEtnmIH9eEDZA5XifkVAXwWjUzg06pX8b3cWBSmvRstXRjRtG1K8rAAAAqohSeYPdMbWkLseXl020tb9rd/3/9ixbnnZInrLw4M4V8XsfvqLPw237euoMAsCF25N67LHlP287cUS9atLqn6vfpWdghE7JFQxqI2ijUjdJDR7UjtAakga4BWEDUNmdslJVXhXKDwy5R62hJICSHK8higsyOlMHXl4AldbCZatNJk/CBgAAULW4fsVQ+0U7y8Er/ym/r/prte+2vOrvYzGfHFybUpRXYLW8v3HRLzEbXus64qqGLQWAMssszHvzv/nf7VrrKqDdw6few/U61lZLJznaQRvUsKF4TUPJjtCCqQBUOMIGoApw/WzQ6JR3qQu7Vo5PFlDiBwdU6peDax2D5iQBAAAAAOXnlH7Rzl8+hOstT3Kuc0i9pj2CIibG/fdr0m75m0p8Vto9C79pXzvikSv6DmrQQgA4p9T8nEnbVnyzc3VWYb66p5be9HRYl/a+dZV2no41DQajM2yQlFUOjmrKmuJ20EwFwC0IG4CqwfVDQr5wUwdUT8LZnEyneCMDULkN7NMtjGUNAACganLlDXYlZ1AWOTizBmdZV52/Vjsu+sphdZq+uW9FTF6qvMnG44fuXjCtSUCdh9r2vjaqnb7411sALgnZ6R9vXjJj7/oCq0XdoxOam0Oa3167pclo1OkdWYNjNYParUFeOjo2yj9akga4HWEDUGWU+lHBTw6cF18kQCU3oE83AQAAUGW5qv6q74pTFzcIZ9NBtfGgtrmu9jdtr12aFPft0S378tLkaXvTjj269Oc31vx5XXS725p2buRfSwA1nowW5h/c/sve9f8c2WcrfnepXmivCmh4a60WdUw+ysoFZfmCkjQ4wwaDEjOopZNoB41KgrABqGL4mQEAAAAAqCRKrsK3F1dT0jpiBscEqPIubF2hfkDd6L61ov5NPjDtyJY9uSny/KS8rElbV8itdUj9kdEdrmvczt/DLICaZ/2xg7/EbJgTu8VVMUkyCO2QgKhb67QI8fBSvo8cMYMMG9QW0AplQYOyjyYNqFQIGwAAANxj0rQZ3Tu3a9W8sQAAAKjKXLOc9uKVDa6SShb5R06H6nWWIkvv2o16BDVYk3Lo6yNbducmq7fdduKI3F5YNbt3WHTH2g3b1w5vVyvCx+gpgOprf3rSxqTDm44f+vfIvgOZySUPGTXaawKjb6zVLNjDrNQjc9RNUps0OMMGmTA42jPIA44WKVpX3SSSBrgdYQMAAIB7xB6Ib9mMpAEAAFQHJUsqOS41Vq1NraSks8i5UYtOX6RMjxbpetSK7BoUsTfzxJKUuEUpcUlFueo9LI+PkZs6bhJQp2PtiBbBodEBdZoH1WXRA6q6fenH96Ye35N2bHPS4Y3HD2cU5J5+TgfvOn38G/TyDzc7Fi/I7x01V5Axg9yh1lBSBo72DCxoQOVE2AAAAAAAAIBLVXK6U6PTieLFDWpBeZ3yHm2L3mC1FBVZiiwt9HWb+tUaE95he8axxakHlqQezLAWuG6+N+2Y3FxXg03eTQLrNAuo6+fBigdUGTa7/UBGSkz6sV0piec4rYUpuK9/RJ+ACH+Dp/rNomQMOufaBceaBvWq3tGewfENxYIGVFaEDQAAAO4x/rVxAgAAoHo5tYuDo66So3OtWhDGarHKCVOZN8iBjBxsVkM7Q1ibgNDHGnQ+kJu+M+vEzuykXTknDuZnihLTp8l52clH9686ul8AVZ9Zq29mCm5mDmruFdzcK8TP4OHM5RyZnNYZMzgWNDhSBp1jfYMaM8jjQsOCBlRehA0AAAAAAAAoN64JULWLg0Zrd4QNdpvVMVtqtTouZOogAwerzBssFovBamtq9GjsGzLc2sRus2dbCnZnJx/ISzuUn3koP+NQfnqGtVAAVVO40TfcwzfC0y/Mw6eRKTDS7O8KDJQIoXgBkFocydWPQacqjhnU1QySKNElRQCVDGEDAAAAAAAAylmpyEFobK7IQU6k2mTaYFEuLTJ1sMqBTW5yn/xjs9kNVkMXk1dnW5hdsikXmUX5h/IyMi0FhXZrvs2SbymSlwV2m8VuExVLPqGCgiI58PAwMtsLF/nF4KHReWh1Ro3OU6uTYy+9McjoFeHhoynROF1ttFDc2sRxxZE3OEIF58IGZ+SgdmU4tWgSMQMqOcIGAAAA93j65QkjBvft0aWdAAAAqKZcjaPlzKkcqJGDjBPsOmV2VQYMOqtVxgmOnMGmJA3K/+R1u1XZ7xjabHKCP8hoCPTyEfaTnA9gFxUpP7/w2PFUvVlXp26gnA0WwOmKgwBXMKBRe6Y7aos51jSoEYLWGTyoAYMjeHAkDc51DOrlyZSCmAFVAWEDAAAAAAAALpeS06Nq5KDR2oVdq0QJOrvOplOyB5uDtThesKt7ivc74gdnxuC6sJ/MGUqOL5/U1My4A4l+fl4NIkPVajZASaf0SHfGA3Z1WYO6lEFNF9QuJpri9Q3OFQzOsEFb3FmdmAFVEmEDAACAe0Q1DPPz9REAAAA1wymFlex2Rx0ZJXWQSYG6fMFWHDCo1ZNszoHyP2EvvmoXokTSUDExgxSz70hs7NEGEXWaNY0QzPpWOzt3HZRfch6eBk9Po4fRqAw85MBwcX/XJ+OB4rDAFTloXdlDcT0lda2DxllYqXTGIIgZUKUQNgAAALjHmHtGCgAAgBqm1BSqukZBTrzKkU7o1EBB3esaqzGDsItTaig5LisgbLDabP+u3BZ/JKlzp+bRjeoLVEd6g3Hr9v2ldsrpf09PD7PZw2RSNjkwmzw8TcqlvCpjibOFAEqcJkSpdQkadW2DI11wxhAnOzGcPFvQ/xlVGWEDAAAAAAAAKlSpgjOiODbQaB3ZQ/HqhRKlk5zRQnHQ4DxHXGb5+YVz/1ydnJIxbEjXiPA6AtVUk+YN/tuwRwZLpfZn5RaI1DOc72X2GHXfsLPdm/NL2pkgOPdoSraJ1gjXXnFaukDMgKqLsAEAAMA9Fi1bHd24YUT9ugIAAKCmKjWv6goe1L1nWsdwMpkopdyzh7S0rB9+WlRYZLntlgG1awUIVF9BQX71w2rvjTlcprM1YtxTt5Ted6aE4GTbhhLLHcSZcgUCBlQPhA0AAADusXDZapPJk7ABAABAnGuutnSKcO6r5SU+Punb7/729vYaff9wXz8vgequTeuo7bsOlOXMN1+7/xxHz5ifqbRnPwRUD4QNAAAAAAAAqEROn64tmShUwBTt9h1xP/68OCK8zj13Xe3hYRCoAZo1b2jy9MzJzTv3aZGRoTqdTlwU0gVUe4QNAAAA7jGwT7cwljUAAACUQUXO0i5dtmn+3/+1bxc98sY+Sjtf1Ax6va5jx6bLlm8+xzk+3qaxD4wQAM6CsAEAAMA9BvTpJgAAAFBp2Gy2GTOXbdwUM/iqzn37tBOoYbp2aXGOsEGn1b7y0t0CwNkRNgAA2TQiogAAEABJREFUAAAAAKCmKygomvrN/IOHjt11x6BWLSMFap7AAJ+oyNDYuIQzHh39wDAB4JxYCwYAAOAek6bN2L5rnwAAAIC7ZWRkf/zZrwmJyQ+OuYakoSbr0qXFGfebzR4BAb4CwDkRNgAAALhH7IH4jMwsAQAAALdKSEz58JNZFovl8UdujAivLVCDtW4Z6WU2ldoZEODz2iv3Bvh7y3FSUlp2dq4AcCaEDQAAAAAAAKih9sYc/vTz3wIDfGTSEBTEW9drOp1O265to1P2aLUvPHe76+oPPy9+/6NfDh46JgCchrABAADAPca/Nq5HFxoPAgAAuM3a/3ZNmfpnk+iwB8dcYzZ7CECIjh2alrz67tujS1696Ya+Oq3ux5+XCACnoUE0AAAAAAAAaha7Xcydt/LfVdv79W1/9aBOAigWGhocHl778OHjctyyRcNSR+uFBj315E2pKVRDBc6AlQ0AAAAAAACoQYqKLFO/mb9qzc6bb+pL0oDTde3cXDhaNdx951WnHzV5etSrFywHqamZH3/26/GkVAHAgbABAADAPZ5+ecLKtZsEAAAAKlBWVu5nE38/cDBx7APDO7RvIoDTtG4d5eXlWbJVwxkZjAaDXvfxp7/tjYkXACijBAAAAAAAgBri+PHUL6f8odVqHnv4+pAQfwGciYfR8L+X7znvaT7epgfHXLNg4fq6dYMEAMIGAAAAd4lqGObn6yMAAABQIfbHHp36zXyZMTxw31AvL5MAysOggR3VwfGkVINeHxjoK4CairABAADAPcbcM1IAAACgQmzYuHfGzGVNm4TfeftAg4EJMZS/v/5et2fv4SGDu17ZvZUAaiR6NgAAAAAAAKA6+3vBup9/WXplj9b33TOYpAGXyW239G/WNGLdul1Wq00ANRL/vAIAALhH3MH4wMAAf19vAQAAgMtm7h+r//l36zUjruzRraUALhuZY911x6Dc3HydTnl7d15+gcnTQwA1CSsbAAAA3GPi1Bk7dsUIAAAAXDZz5q6UScNNN/QmaUDFMJs95WVqauZbb3+/ZVusAGoSwgYAAAAAAABUQ3/+tfbfVdtl0tCpYzMBVCCTyVi7TuD3Pyxcv2GPAGoMwgYAAAD3GNinW1j9ugIAAACXgUwali3fTNIAtzCZPB+4f9iVPVpHRYYKoMagZwMAAIB7DOjTTQAAAOAyWLh4PUkD3Mto0I8Y1l0d078BNQQrGwAAAAAAAFB97Nh5YOGiDb17XUHSgEpi4qQ5v8xaLoDqjrABAADAPSZNm7F91z4BAACA8pObmz9j5rI6tQOvHtRZAJVD507N163fvXDxegFUa5RRAgAAcI/YA/EtmzUWAAAAKD+/zf63qMhy1x2DdDreYovKonu3ljabrUWLhgKo1ggbAAAAAAAAUB3s2XN4y9b911/bMyTEXwCVyZU9WguguiPjBQAAcI+x945s2TxaAAAAoDxYLNZfZi1rEFGna5cWAqiUUlIyJ02eW1hkEUB1xMoG1FAajUZeHknKn/z7UQEAgHtohchwbLgABYU2daD+NAcAAFCt+HdrZlbumAeGC6CySk7O2L//6OIlGwdfRU8RVEOEDahZ1FkJeWm32+XgWHLhz38fEwAAoKrROGi1WtdVAQAAarDc3AI5gdutS4tatQIEUFk1aRLWtk2j3bsPEjagWiJsQI2jzk00DPUc1MlscbAVEwAAVKD8tH8NpiidZ6jAhdDpdDJj8PdWLjXFBAAAqNn+WvCffI1wNRO4qPSuu66XydMogOqIsAE1kZySaBttbhauzc/PL3CQkYPVarU7CAAAKsTkmaJjE9GyMRPlZaUuZZBhg8Fg8PAw6vV6NXhwrVwUAACgRsrNLfhv3e6+vduaTB4CqNxIGlCNETagxlHnKSQ5QyGnKmS6IPeo6xsIGwAAFal+ncAAPx+TySRQNq4f4oZiat7A4gYAAGq4rdv3y1/qO3ZsKoAqYsOmmKKioq6daWaOaoWwATWLq9iCnJiQ0xNq0iDHrmUNhA0AgApz+zW9BMrMtXxB56C+acC1soGwAQCAmmzz5n0NGtQJCvQVQBVx6NCxbdviCBtQzRA2oAZR+0K7KjCI4gkLmTSwrAEAgCrBtbjBFTmoVwUAAKip0jOy4w4k3nA9b+NAVdK5U7M1a3fGxiVERdLCDdUHYQNqHHWSQhSvcpDzFCQNAAC3iD2UEBTg5+/rJVBmrkWKrshBU4IAAAA1z8ZNMXq9ru0VjQVQddSvF/LSC3f68bsAqhfCBtQsJRc3uK6SNAAA3GLid39eP/jK3l3bCFwINVRwVU8iZgAAoIaL2RffoEEdD6NBAFUKSQOqH8IG1Dil8gY1ZiBsAAC4hVoISOBCuJo3uC5LDgAAQE1z6NDxnj1aC6AKSk3NNJk9TJ4eAqgW+OUWNVHJ+QjmJgAA7jJsQNfIiFC1jRAuGj/KAQCoyVJSMiwWa/36IQKoavLyCt5694fbbxt4ResoAVQLhA2ouZibAAC41/CB3QUAAAAuwZEjJ+RlWFgtAVQ1JpNHgL/3scQUQdiA6oKwAQAAAAAAAFXS0YRks9kzwN9HAFVQmzaNgkP8BVBdEDYAAAC4x7xFq1s0aRgZXlcAAADgoqSmZoYE+wmgaho6uKsAqhGtAAAAgDvMXbj6wOFEAQAAgIuVl19oMtFcFwAqBcIGAAAAAAAAVElK2OBpFEDVdOjw8YWL1wuguiBsAAAAcI+nx45s1ypaAAAA4GLl5RWwsgFVV0JC8sJFGwRQXdCzAQAAwD2iI8MEAAAALkG+DBvMngKomnQ65Y3gRRaLQc8kLaoDvo4BAAAAAABQJTl6NlBGCVVV06YRYx8YQdKAaoMySgAAAO4x6ukJS1ZuEgAAALhYVqtNp2V2C1WVr485KipUANUFuRkAAAAAAAAAALgkZL8AAAAAAACokux2uwCqrD17D0/8co4AqgtWNgAAALjH5PHjBAAAAC6BVqsRQJWVlZUbG5dQWFhkNBoEUPURNgAAAAAAAKBK0ggNixsAoJIgbAAAAHCPmLj4kKCAAD9vAQAAgIujEUQNqLo6dmgqNwFUF/RsAAAAcI/xE2ds2h4jAAAAcLE0StpA3AAAlQJhAwAAAAAAAKomVjagKsvMyo2NTRBAdUHYAAAA4B7DB3ZrGF5XAAAA4GJpNRq7jbgBVdXevYcnfjWnsLBIANUCPRsAAADcY9iAbgIAAACXQoYNAgBQKRA2AAAAAAAAoErSyD/0bECV5eNjjooMNRoNAqgWCBsAAADcY96i1S2aNIykkhIAAMBFo2cDqrKmTcLlJoDqgp4NAAAA7jF34eoDhxMFAAAALpZGSRuIGwCgUiBsAAAAAAAAQJWkYWUDqrKEhOSFizYIoLogbAAAAHCPp8eObNcqWgAAAOBi2YXGzsoGVFlHZdiweH1hYZEAqgV6NgAAALhHdGSYAAAAwCXQaAQAoJIgbAAAAAAAAEAVxcoGVGH1QoMH9u9oNBoEUC1QRgkAAMA9Rj09YcnKTQIAAAAXi5UNqNJCZdgwoIMAqgtWNgAAAAAAAKBKUhpE2wQAoDJgZQMAAAAAAACqJJ1Wa7ORNqCq2rP38MQv5wigumBlAwAAgHtMHj9OAAAA4BJotVorYQOqrKys3Ni4hMLCIto2oHogbAAAAAAAAECVpNVpbTYaRANApUDYAAAA4B4xcfEhQQEBft4CAAAAF0Wr1dhZ2YAqq2OHpnITQHVBzwYAAAD3GD9xxqbtMQIAAAAXSymjZCVsAIBKgZUNAAAAAAAAqJJ0Wg1llACgkmBlAwAAgHs0iQoL8PMRAAAAuFgaGkSjKlu/Yc+4ZycWFhYJoFpgZQMAAIB7jBszUgAAAOAS6LRaejYAQCVB2AAAAAAAAIAqSavTWimjhCrLx8ccFRlqNBoEUC0QNgAAALjHvEWrWzRpGBleVwAAAOCiOHo2sLIBVVXTJuFyE0B1Qc8GAAAA95i7cPWBw4kCAAAAF0uj1bCyAQAqCcIGAAAAAAAAVEn0bECVlpCQvHDRBgFUF4QNAAAA7vH02JHtWkULAAAAXCytVksZJVRdR2XYsHh9YWGRAKoFejYAAAC4R3RkmAAAAMAl0Oq0FotFAAAqAcIGAAAAAAAAVEmOlQ30bEBVVS80eGD/jkajQQDVAmEDAACAe0yYNKNv93btWjUWAAAAOKfvf1i4ZVvs2Y6Oe3bi6Tuv7N5qxPAeAqjEQkOD5SaA6oKeDQAAAO6xNzY+LSNLAAAA4HyuvfZKs9mz7Od7eXkOGtRJAAAqEGEDAAAAAAAAKjUvs2nYkK5lP/+qgZ08PYwCqNz27D088cs5AqguKKMEAADgHpPHjxMAAAAom44dmm7YuDc2LuG8Z9auFdC5U3MBVHpZWbnyS7qwsIi2DageWNkAAAAAAACAKuCG63rpdbrznjZiWA+tViMAABWLsAEAAMA9YuLi0zKyBQAAAMomJMS/b5925z7nitZR0dH1BVAVdOzQdMK7Y1nWgGqDsAEAAMA9xk+csWl7jAAAAECZ9e3TNiTY/2xH9TrdkAtp7QAAKEeEDQAAAAAAAKga9HrdDdf3PNvRK69sHeDvIwAA7kDYAAAA4B5NosIC/PhlGAAA4MJERdbr0K7J6fsD/L379W0ngKpj/YY9456dWFhYJIBqQS8AAADgDuPGjBQAAAC4cMOGdd2151Bubn7JnYMHd/X0MAoAgJuwsgEAAAAAAABViZfZNOzU3gzh4bXbtmkkgCrFx8ccFRlKg2hUG4QNAAAA7jFv0eq4w4kCAAAAF65jh6ZyltZ1dcSw7gKoapo2CR87eoQAqgvCBgAAAPeYu3D1AcIGAACAi3XDdb08HG8J79CuSUR4bQEAcCvCBgAAAAAAAFQ9ISH+Vw3q5OFhGDqkiwCqoMys3NjYBAFUF4QNAAAA7jF8YLeG4XUFAAAALlb3bq1G3tjH29ssgCpo797DE7+aU1hYJIBqQS8AAADgDsMGdBMAAADlx263ixpGoxGtWkbWwA9cpZEfPwBUGoQNAAAAAAAAVZhrqr3GzrmD1KGKqhcaPLB/R6Oj9QhQDRA2AAAAuMeESTP6dm/XrlVjAQAAcFFKxgwqQd5Qc2icSu4QqFJCQ4PlJoDqgrABAADAPfbGxrdtSdIAAAAukpo0qBnD4gnWtPiTe+SkM6scqiv1L1de9npIExwltFqN3KWV/yveLwDATQgbAAAAAAAAqiQ1aYhdbd3+R8loQVPiEtWS8pe77FPrtePtOp1Wq9PZhI28oSras/fwsuWbx44eIYBqgbABAADAPSaPHycAAAAuiqtuks1q/ecLG9FCDZS4Q7vvn4JGPbQ6u13mDXKPmjcIVB1ZWbmxcQmFhUW0bUD1QNgAAAAAAABQJdltts2/2tOPKPPLodH6O97xFagB9v1X+Nu72XKwerKxXttcT7NBr5ZX0thZ3ADAjbQCAAAAAAAAospwrmmw2XIzbP9Nd+4c+ICXQM3QuCffd8MAABAASURBVLMxrIXyBuKcZM222bqiwiKrxWqzWuXXBL06qpYmTcLHPjCCZQ2oNggbAAAA3GPU0xOWrNwkAAAALpwjbbCvmWovUN7gLlr0MtaO1AnUGANHObOlrTON2Sk2S5HFIvMGmxJBqVmUQFXg62OOigoVQHVB2AAAAAAAAFBlFPdqsKUctu74U6mWYzCK3neYBWqS4HBdmwEecmAt0m74waBEDRYLixsAuBdhAwAAgHs0iQoL8PMRAAAAZabOIzuyBvuKTzV2m7Kz87Um70BmeGqcnreYPUxK2rR/mUdynM1qsVodixtc3cMFKr31G/aMe3ZiYWGRAKoFfhQBAAC4x7gxI9u1aiwAAAAuhLqs4cAaW7yjHKN3oEaGDQI1j9lf0/VG5a9eo9GsnWJyLG5QOjeohZREcTQFABWGsAEAAAAAAKAKcPWFthTZ//nCubP3HV56o0DN1GGop2+IMrl3IsZ4YJXWUkSn6CrGx8ccFRlKg2hUG4QNAAAA7jFv0eq4w4kCAACgzJQZZLt922x7RqJSP6d2Q12LXkQNNZdOL/rf62zXseE7c2GBUklJWdtAp+gqommT8LGjRwiguiBsAAAAcI+5C1cfIGwAAABlU1yH356TblvzjXMGecADXgI1W+POxrAWejnITdVtn3OyU7QgZgBQ4QgbAAAAAAAAqgBHESX72mn2ojxlWUOzHsZ6TfQCNd7AUc7Maedsc3Yyixuqksys3NjYBAFUF4QNAAAA7jF8YLeG4XUFAADA+diL2zWkHLbu+FNJGnQG0fduswCECA7XtRngIQeWQs3GHz1dixvo3FD57d17eOJXcwoLiwRQLRA2AAAAuMewAd0iCRsAAMD5qPPFNoV9xacau03Z2fkak3cgszpw6nmL2cOkpFCxKzxO7BfK4gaLVX7BuMpvCQC4/PixBAAAAAAAUKmpfaFjV9riNylXTb6aLteaBFDM7K/peqPyJaHRaNZONlmVxQ1Wm1JNyZk0kDdUTvVCgwf272g0GgRQLRA2AAAAuMeESTM2bd8nAAAAzq64fpKtqNC+8kvnzj53mg2eAiipw1BP3xBloi8lzhD7r9ZSVKTmDRRTqsxCZdgwoIMAqgvCBgAAAPfYGxuflpElAAAAzklNG7b+Zs9IVOrk1G6oa9XXQwCn0ulF/3udbTw2/mAuyKNTNICKRtgAAAAAAABQGRXX27fnZtjXfe/cOeABLwGcSePOxrAWejnITdXtmGtwdYoWxAyVVUJC8sJFGwRQXRA2AAAAuMfTY0e2axUtAAAAzs6xrMG+Zoq9MFe52rSbsV4TvQDOYuAoZxa1c445O5nFDZXdURk2LF5fWFgkgGqBsAEAAMA9oiPDAvy8BQAAwJnYi9s1JMfZdsxXCihpdaL3nWYBnF1wuK7NAKXKlqVQs+EHT9fiBjo3AKgAhA0AAAAAAACVizovbFPYl37snCNuP8TTrxYzOTiPnreYPUxKOnXgX88T+4WyuMFilV9IrrJcApVGkybhYx8YYTQaBFAt8CMKAADAPUY9PWHJyk0CAADgTJRJYbt9/7/WxB3KxLGnt6b7SJMAzsfsr+l6o/NLZe1kk1VZ3GC1KdWUnEkDeUPl4etjjooKFUB1QdgAAAAAAABQiRTXT7IVFdr/neicuul5q/Pt6sB5dRjq6RuifOWkxBn2r9BaiorUvIFiSgAuK8IGAAAA92gSFRbg5yMAAABOo6YNW2bZs5KUq0H1dVcM8hBA2ej0ov+9zvYeG743F+TRKbqSWr9hz7hnJ9IgGtUGYQMAAIB7jBszsl2rxgIAAKCE4rr69txUsf5H585Bo700rGrAhWjc2RjWQi8H+Rm67XMMrk7RgpgBwGVD2AAAAAAAAFCJOJY12Fd9bS3MVa426mRQZ42BCzJwlJc62DXXnJVkY3EDgMuNsAEAAMA9YuLi0zKyBQAAQDF7cbuG5Djbrr+VSRutTgy4z0sAFy44XNdmgFJ9y1Ko2fCD0bW4gc4NlUfHDk0nvDvWaDQIoFogbAAAAHCP8RNnbNoeIwAAABzU+V+bwr70Y+dcsKvTL3ARet7i7Ct+cJXpxH6hLG6wWOUXmKtclwCA8sOPKwAAAAAAgEpBmfy12/etsCbuUCaITb6abjeZBHCxzP6arjc6v4TWTjZZlcUNVptSTcmZNJA3uFdmVm5sbIIAqgvCBgAAAPcYPrBbw/C6AgAAoLiAks1mKyq0r/zSOV3T81bn29KBi+ZaHJMSZ9i3XGspKlLzBoopVQZ79x6e+NWcwsIiAVQLhA0AAADuMWxAt0jCBgAAUExNGzb9YstKUq4G1XcW3AcuhU4v+t9rVscbfzAX5FnpFA3gMiFsAAAAAAAAcCfnhK/dnpsq1n/v3DlotJeGVQ0oD407G8Na6OUgP0O3ffbJTtGCmMHd6oUGD+zfkQbRqDYIGwAAANxjwqQZm7bvEwAAAI68wWazr5xitxQqCYNrdhgoFwNHeamDnXM9s5JsjkpKjt4NLG5wq1AZNgzoIIDqgrABAADAPfbGxqdlZAkAAFCz2YvbNRyPse1eoOzR6k7WvQHKRXC4syqXtUi78QcPi4PdUUqJpAFAeSFsAAAAAAAAcA91ntfmeH/58o+dOzsMc3b0BcpRz1uc/cYPrPI8sV8onRssVvmFV5x3ETm4QUJC8sJFGwRQXfCjCwAAwD2eHjuyXatoAQAAaja1W0PMctuxPcpVk6+mx00sa0D5M/trut5oUsdrJ5usSucGtZSSM2kgb6h4R2XYsHh9YWGRAKoFwgYAAAD3iI4MC/DzFgAAoKYqrp9kK8q3r/rK2Qy6121mg6cALofO13gG1FEmA1PiDPuWay1FRWreQDElAOWCsAEAAAAAAMA91LRh4y+2rCTlalB9Xev+HgK4bPrc5Vw3s/EHc0GeUknJ0SbaTqdot2jSJHzsAyOMRoMAqgXCBgAAAPcY9fSEJSs3CQAAUCM5J3bt9txUseFH585Bo700GgFcPo07G8Na6OUgP0O37XeDRSmmZLFZrYKYwR18fcxRUaECqC4IGwAAAAAAANzAsarB/u9ku6VQSRiiuzpngYHLauAoL3Wwc645K8nmqKTk6N3A4gYAl4awAQAAwD2aRIUF+PkIAABQ89iL2zUcj7HtWajs0epEv7vpC42KEByuazNAqdZls2g2fOdhcbA7SimRNFSwPXsPT/xyjgCqC8IGAAAA9xg3ZmS7Vo0FAACoYdT5XJvjfeTLP3bu7Djc0zeEWRpUkJ63mD1Mynqag2s8j+2yW4osyvoGm704ByNyqCBZWbmxcQmFhUUCqBb4MQYAAAAAAFCh1G4Ne5bYju1Rrpp8Nd1vZFkDKo7ZX9PtJpM6XjfNZLU4wgallJIzaSBvAHARCBsAAADcIyYuPi0jWwAAgJqkuH6SrSjfvvJL585ed5gNngKoSO2HOBfTpB407lumsxQVqXkDxZQqUscOTSe8O9ZoNAigWiBsAAAAcI/xE2ds2h4jAABADaOmDRtm2HJTlTo2tRrqWvf1EEDF0ulF/3ud62k2/WTOz1E6RTvaRNvpFA3g4hA2AAAAAAAAVATnBK7dnpVk3/iTc+eg0V4ajQAqXuPOxrAWejnIz9Btm22wKMWULDarVRAzVJTMrNzY2AQBVBeEDQAAAO4xfGC3huF1BQAAqEkcqxrsq7+2WwqVhKFJV2NotF4AbjJwlJc62DXPlJVkc1RScvRuYHFDhdi79/DEr+bQIBrVBmEDAACAewwb0C2SsAEAgBrDXtyu4XiMbc9iJWnQGUTfu+kLDXcKDte1GaBU8bJZNOu+NVoc7I5SSiQNAC4UYQMAAAAAAMDlpc7b2hzvF1/+sXNnx+EmtUMv4EY9bzF7mJT06/B/pmO77JYii7K+wWYvzseIHC4jHx9zVGQoDaJRbfAjDQAAwD3mLVoddzhRAACAmkHt1rBnif3YHuWqyVfT7XqTANzN7K/peqPzS3Ht12arxRE2KKWUnEkDecPl07RJ+NjRIwRQXRA2AAAAuMfchasPEDYAAFADFNdPshXl21d+6Zy37X2n2eApgMqgw1BPdZFN+mHDvqU6S1GRmjdQTAnABSFsAAAAAAAAuLzUtGHDT7bcVKVeTa2GutZ9PQRQOej0ov+9zvYhm3425+conaIdbaLtdIq+rBISkhcu2iCA6oKwAQAAwD2eHjuyXatoAQAAqjXnRK3dnpVk3zjDuXPQaC8BVCaNOxvDWujlID9Dt+VXvUUppmSxWa2CmOFyOirDhsXrCwuLBFAtEDYAAAC4R3RkWICftwAAANWdY1WDfdUUu6VQWdbQtLsxNFovgEpm4ChnBrZnvjkryeaopOTo3cDiBgBlQ9gAAAAAAABwWdiL2zUcj7HtXaIkDTqD6HcPyxpQGQWH69oMUKp72Syadd96WBzo3HBZNWkSPvaBEUajQQDVAmEDAACAe4x6esKSlZsEAACoptT5WZvjfeHLP3bu7DTC5B2oEUCl1PMWs4dJ+fo8/J/nsV12S5EMG5Qv4OLcjMihnPn6mKOiQgVQXRA2AAAAAAAAXBZqt4Y9i+zH9ihXvQI0Xa8zCaCyMvtrut7o/BJd+7XZqnRuUEspOZMG8gYA50DYAAAAAAAAUM6K6yfZCvNsKyc752d73242eIqqIn7/sasiRr1410dnPHpfrxfkUTkTLaqv3Oz836cudl19Y+wk+SFnZeSe4ybH4pM/fPbb+/u+NKLJQ/f3efGj56af+/xKqMNQT98QZcIw/bBh72KdpahIzRsopnQ57Nl7eOKXcwRQXRA2AAAAuMfk8eP69WgnAABANaWmDRt+suemKnVpajXUtezjIVB1PHvzhD++XVb28xMPnXhk2BsLfl7pG+A1/M4+QXUC/v7p38eGv5GRnCWqDp1e9L/XrI43/+yVn6N0ina0ibbTKbrcZWXlxsYlFBYWCaBaIGwAAAAAAAAoT84JWbs9K8m+cYazQ8Og0fSFrmJys/Iu6Pwpb8/KSssZ+eDVH/z63H0v3PDuT089+8mohIMnvnj1J1GlNO5sDGuhl4OCLO2WXw0WpZiS0ilaEDMAOCfCBgAAAPeIiYtPy8gWAACgOpJhg9VqW/mV3ep4y3KzHsbQaL1A9WWz2bet3esT4HXb48NdO/uM6BTROHTjih2iqhk4ypmN7Zlvyki0qp2iHesbWNxQnjp2aDrh3bFGo0EA1QI/5wAAANxj/MQZN4/oSyUlAACqGXtxu4ZjO20xy5RlDTqD6Ht39V/WcHDv0QU/r9yzJS52V3xInYDQhrVufnBwi06N1aM3tX2iQ6+WLdo3+vOH5YmHTtSPqtNreKcRd/c1GPVlOeGFOz/auGLn9NXv1qoX6HrEP79f8ekL37/wxZgrh7Qv9WRmT1sy6dWf3/nxqTnfLInZdtBSaLmie7PrHxgU3Tqi5Gkr529cvXBL3K74pCPJIfWCIqLrjX55ZFBtv/j9x0b1e0k956qIUYOjiZh4AAAQAElEQVRG9njivbvUq7mZeZ88N3335jj5V9y6S5OrbunZpmsTud9qsT7yxm1yYPQ4ZbbN2998JO6YPKrT60TVERyuazPAY+uiAptFs366Z79nCi0Wi0ar0Wo1do1CAMBpWNkAAAAAAABQPtR3fNsc7/9e+olzQrbztSbvwGo+Ofv3jJUPXf3aolmrAmv5Dbmtl7efef2yHROempqfW+g6Z+f6fV+88mPHvq2f/eyBVp2jp7w588W7PpafqLKc0HtYJ3m5Yt76kg/6z58bvH1NXQdecbZn9cEz09KSMu5//ka5xe9PfPK6t9ct3X7y6NPfvDF20o71Mc3aR/UY0qGosOifP9Z/+doMecg3wPvOJ0f4BnrLTQ669G/jutWLd3+07b+Yzv1aN2oRsWzOuudv+yBu9xG5X4YiPYd2lFvJJ7Bl1Z6d6/e379miaiUNqp63mD1Mytdt/HrPY7vs6uIG5a/DmaexuKEcZGblxsYmCKC6YGUDAACAewwf2K1heF0BAACqF7Vbw+6F9uRY5apXgKbLNSZRZe3bduj/bvvg9P3Jx9Jd47zcgq/+93Now1ofz3nB7O2p7pzy1qxZXy7Y/t/ejn1aqXuOH0l5/L27rhrZQ4679GvtH+wz9Z3fls/5r++1Xc57QvfB7b94+ceV8zfcOGaQevKJhLStq/cMuaOX3nDWeXyTyfO9X55Rlxp0HdT2gX4vff3WrA69W2q1mq1r9i78ZVXfazo//dF96vv05V/cU9e/K/OGx9+90y/I+9bHhi75bY3cLwcl79M/2PeTeS+azEqv758/m//N+N+Xz1kX2az+6Y++c92+10Z9Jj8h979wo6iCzP6arjealk/PleO1X5uHv5ej1+u1Oq1N61zeID9jLHG4RHv3Hp4xc9lbr99PJSVUD6xsAAAAcI9hA7pFEjYAAFCNFNdPshXm2ldNcb7vu8+dXgZPUXVlpGZvXrn79K0g/+SSBRmvPPzm7WNfvcWVNEgNmtSTl+nJWa49dcODB97Y3XV1xN39PDyNcqa+LCeYvTy6XdV279aDRw8mqUeXz1X29xnW+RxP/tpRA1xFjbx9TVff2vPQvoQ9m+Pk1Tr1g594965bHhnqmi6Xg/DoUDnITDtXV61bHhqiJg1S7xHKeosTCSmnn7Zj/f6X7/1UTs2//u3j4Y2r6ku+DkM9fUOUycP0w4a9i3WWoiKrRWndYHd0bhAAcCpWNgAAAAAAAJQPNW1Y94M1N1WZoq3VUNeil1FUZR16t3jj28dP339frxdc8/4yCVBXJ8iZ6F0bYjev3r3jv337th2Ue4oKLa6b1G1QS6s9+UZ4D5OxTljw/p2Hy3hC7+Gdl/y29p956295ZIi8+s8f6+XRlp0bi7OrF1Gr5NX6kXXkZdzO+Obto2qHBQ26WVlCkZtTsHXNns3/7tq9MTZuV7zynAss57jPyOYnFzEEBPvKy7zs/FLnWIqsbz80SeYx7/74VIsOUaLK0ulF/3vNv72rpC9bZnhFXZml01u1Op1GqxUaZYWDcIQ0AhfLx8ccFRnKsgZUG4QNAAAA7jFv0eoWTRqyuAEAgOrBWcXebs9Ksm+e5awkMWh09e8LrdqwfOe3E37ft/2QHOsNulado9t0bbJ2ybaS5/gH+Za6lZef6ciB42U8oV3P5kF1/JfN/k+GDYdiEuRj3f74cHFO/sGn3KG3r1LPKicrV7366+SFs6cuPpGQJsc+fuZWXZrIafOYbYfOfZ86w8nJtOL6S6XP2bZmb8rxjBseGOjqj111Ne5sDGuhj99pKcjSbplp6Hy3RatT6iiVjIVw0Zo2CZebAKoLwgYAAAD3mLtwtdnkSdgAAEC1IcMGq9X275d2a5EyD9u8pzE0ukZMvMTHHntt9OdePqZbHxsa1Tz8iu5N5XjRzNWlwob05MxSNzyRkOof7FPGE3Q6bZ/hnWZ9tVAmDf/8uUHu6XddF3FOaScywxrVcV1NTlRyBW8/JQGST2/yGzMbtQwfenvvJldEtuzUWGYkHz7z7XnDhrI4fiRZXrbs0kRUCwNHeX39eIYc7J5vajooI6CeRafTWbU2GbawuAFASfRsAAAAAAAAuCT24nYNx3ba9i1XJl51BqVbg6gZ1i7aWphfdPvjw+98ckT3q9rKpEE4uj0LtV12sQN7jhTknez0cCw+OTkxvXm7qLKf0HuE0qFh7eKt65Zsa9m5cd2IkHM/sZjtB0te3bP1gLxs1i5SXq76a6O8fOaj+0c+NFimI2qXaTUkcD3ni55D79in1bs/j2vRvpGoFoLDdW0GKG0q7DbNum89LQ4lOzfQv+GiJSQkL1y0QQDVBWEDAACAezw9dmS7VtECAABUcepMq01hX/qJc3q663Um78Ca8nZvg6MJc8mW0Rmp2Qt++VcZlZiFTjuR+fPn89Wx1WKd8tYs+akbeFOPsp/QqGV4ZPOwFXPX7dt+qO+ILud7XmL21MXqagZp9+a4Jb+uad4hSt6DvKr3UKrk55fINnau27dl1R5RYupcZ9Dl5RZcxEx6cN2ANl2b+PibRXXR8xazh0n5ej6ywTNxu8ZaJMMG5QtezdkELtZRGTYsXl9YWCSAaoEySgAAAO4RHRkmAABAtaB2a9j1ty05VpmQ9QrQdL7WJGqMDr1bengav3r9l/8Wb23RsXFhfuGKP9arbZOzixskSPKcnz79c++WA3K6f8uq3ft3HO53XZeOfVqW/QShLG7oNPXtX40e+iuHdjjvE8tKy3l0+JtXDu6QlZGzcv4Gk7fnmFduUQ916d9m5fyN4254p2Pf1lHNwpISU5f+vtbb15SdmSc39Zza9YIOxSQ8dcO7bXs0v+OJ4aLMpn8w58eP/7j3/66/acxVolow+2u63mhaPl3521wzxVznw2ydXq/RaiSdcqGR3wIUUwLAygYAAAAAAICLVFw/yVaYa1852TnZ2vcuL71R1Bz1G9Z+7vMHAkJ8t67Z++Mnf6xftqPHVe0/nPOCjAR2rtvnOi0iOvR/0x4xeXks+PlfOe//1IR7nv7wvpL3c94TpJ5DlIyhS/8rfPzOv27gwf/dcvWtPbet3bt19e4BN3X/ZO6L0a0j1EP9r+9655MjrFb7qr82fffh3MP7Em57bNhTjofbuT5GPefuZ64NCQ3Yu+Vg/P5josbrMNTTN0SZSMxK1O9ZpLcUFdmsNqWSUnExJVyEeqHBA/t3NBoNAqgWWNkAAADgHhMmzejbvV27Vo0FAACoyhxpg33dD/Z8pYeuCG2sb96zOkQNYY3q/H1o8tmOfr3izZJXu/Zv03XD+6XOmRszsdSezn1by02c3XlPUOf9+1zTWZSBb6D3oJt7nG1Rwq2PDZVbqZ0lP+TI5mHfrXnPdfXFiWNKnWz0NJzxUyRjDLmJ6kWnF/3vNf/2brYcb/3F3Khnlk5v1ep0Gq1WaGx0ir44oaHBchNAdcHKBgAAAPfYGxuflpElAABAlaUua5D/y0i0bp7l3DlwTE3pC13xCgssv01ZGBIa0LFPK4EK17izMayFoz9HlnbLTKPFYrE6OkULVjYAcCBsAAAAAAAAuEgybLBabSu/ElZHh9cWvYy1G+oEytuRA8cfHvL6g4Ne3bxy942jr9Ib+CS7x8BRzixt93xPmbFZHJ2irVZHe3SaRV+4PXsPT/xyjgCqC8IGAAAA95g8fly/Hu0EAAComuzF7RqO7bTt/0epHmMwit53sKzhsgipE5CUkCo/3/f+3/XD7+4r4CbB4bo2AzzkwG7TrPvGbHGQaYOrcwN5wwXJysqNjUsoLCwSQLVAzwYAAAAAAIALo86o2mzKLOvST5x16rtcZ/IOpGb9mf2y+cNLOcHDZDzvPZR0zT395CZwGfS8xbxnZWFBnv3IRmPi9vywKyw6nc6ms2u1SvpG2wagJmNlAwAAgHvExMWnZWQLAABQNandGnb9bUuOVa56BWg6XWMSQHVn9td0vdH5pb5mirmoyGK1WK0W+YfFDResY4emE94dazQaBFAtEDYAAAC4x/iJMzZtjxEAAKCqKa6fZCvMta+a4nwfd797vPRGAdQEHYZ6+oYok4pZifq9iw2WoiKbTBpsNlcxJQA1E2EDAAAAAADAhXGkDfb/vrPlZyhXQxvrm/UgakBNodOL/vea1fGWGaa8bJuyuEFpE22nUzRQk9GzAQAAwD1eePT2wABfAQAAqhTnRKrdnpFo3TTTuXPgGPpCo2Zp3NkY1kIfv9NSkKXdOtPY+R6LVqfVajVyE9WRTmg9NeUfKGZm5iQeT23cqL72MvS6yLHnC6BiETYAAAC4R4OwOgIAAFRBMmywWm3/TBJ2mzI/2LKPR+2GOgHUMANHeX39uLK0Z/dfnk2vygiop3SKtmptQiMjB6WYSnVqFi3DBr2m/L/NA/185SYuE5aXoMJRRgkAAAAAAKBM7MXtGo7ttMWtVCZSDUbR5w6zAGqe4HBdmwEeciBTt/+mmSwONqvV1bmBYkpATUPYAAAAAAAAcH7qzKnNpsymLv3E+ZbtrjeYzP7Vs24McF49bzF7mJSv/6ObPBK3a6xFMmxQujYI2jYANRJhAwAAAAAAQJmo3Rp2/GlNjlWu+oZoOw43CaCmkklb1xud3wJrppiLiixKp2iL/MPiBqAmImwAAAAAAAA4j+L6SbbCXPuaac7plD53mvXl3zIWqEo6DPWUqZscZCXq9yw0WIqKbDJpsNlcxZQA1ByEDQAAAAAAAOfnSBvsa6fb8pWeuCK0sb5pd6IG1HQ6veh/r7NtyeafTXnZNmVxg6OYks2RNxA5ADUHYQMAAKjR3n77bY1Gs3TpUuEmH3zwgXwCf/75p7g8vvjiC3n/c+bMEQAA4GI5J0zt9oxE6+ZZzp0Dx3iJau2Vez69KmKUaxvR5KH7e7/43K3v//3Tv0WFFuFWt3R46tFhb7quJh46sfT3teKizJ62RH50axZuEbhYjTsbw1ro5aAoV7tlhtFisVgdnaLp3CDK49V+qdfzHh4e/fr1O8f5zZs3j46OFoA7EDYAAAAAAACclav0vNVqW/GFsNuUdrit+3rUbqgTNUDz9lFtezSTW6PWEXIOeft/+z56bvrYga+mJmWIyiHleMboga9sXbNXwH0GjnJmb3sWeKYdsVscnaLVzg0sbgBqDr0AAAAAAADA2antGo5stR9YrSQNBqPodbtZ1AyPvn1Hgyb1XFezM/MmPD5l7ZJt7z425d2fnhJu8tOG913josKiwvwiAbcKDte1GeCxdVGBTOPWf+vR///ydRadRqvRarV2jV2j0cjvIXkpcOEedBBAVcDKBgAAAAAAgDNz9YW2Wu3LPnbu7HajyexfQ6dNvX1Nz38xplHL8K2r9/zzx3oBFOt5i9nDpHxfHN3skbhdY3UubqCYElCDEDYAAACcYunSpX369Alx6Nq1699//31BJ8idd9xxx6RJk6644gofH58OHTq8//77hYWF535Qi8XywAMPhIeHFH4o7gAAEABJREFUh4WFycG+fftKHpU3/+yzz6699to6derUqlWrY8eOTz75ZKnf2TZs2HDbbbfVq1cvNDT0+uuvj4mJOeMDJSQkNGzYUD4xN7apAACg6rHbd/xpSzusDH1DtB2GmUQNZvQ0XP/AIDlYOX+Ta6d8ZTJ72pKHBr92XYtHbu/yzEt3fZJw8ESpG86ctODBq/53XfOHb+v8tDzhWHxyyaNrFm554c6PRrZ94qa2Tzwy9I0Zn8+32c46Q+3q2TD/h3/u7vF/crBgxsqrIkYtmrn6jOef987l8//67V/v7/3iDa0effnuTxb8vLLU0bN9dPJW8nF3/HfyxdukV3+We2Z+ucC1Z9GsNUpbiMVbRbUmE7iuNzq/NdZ+7VVUaHUUU7KqxZREcUWyqku+3tZoNFOnTr355pv9/Pyio6PlHrk/Ly9PvoBv2rSp2WyWO++///7c3NxStz3Hq321h9ySJUtKnt+8efPIyEh1fO4ebPKx3nrrrfbt29euXfvee++NjY0VgPsQNgAAAJz09ddf9+vXb//+/SMdDh8+fPXVV8vfKMp+grRy5cpHHnlkyJAhP/30U69evcaNGyfPsdls53jcp59+evbs2UOHDh04cOCMGTPatGmzcOFC9VB6enr37t3lHR45cuT222/v3bv3gQMHPvzwQ/lbh+vmU6ZMkbHHsmXL5IPKe5C/q8hAYuPGjaUeJSUlZdCgQcnJyfJ3lb59+woAAHBOrmUNeVnWNdOcSxn63mXWG0UN17FPK3m5Z2uca8/7T02Tk+xyMPjWns3bN9q0ctfj174VuzPedcJnL/7w9duzioosg26+sm33Zrs27n9s+JuH9yWqR1fO3/i/UZ/HbDlwRfdmXfq3STqaMu2937+dMPu8z6RRy/Dr7h8gB9GtG9z55IjI5mGnn1OWO5/23m9zvlnSsFn97le337Jmz4fPfvvndyvK8tF16NVCXm5be7JjxPZ1yns+dm88Oee7dfVumdC07dZMVHcdhnrKNE4OMhN0uxfqHW2ibfJbSNmqy+KGTz/9dO7cuS1atJApinzRLpMG+YJ/8uTJderUka/YZeQgf1/o06dPfn5+yVud49X+pSgoKJCP9cILL/j4+Nx999179uzp0qWLfLUvADehZwMAAIDTvn37Hn300bZt2y5YsCAkJETuefHFF/v37//4448PHjxY/v5w3hPU+zl48KD8HePee++VY/kbRa1atZ577jkZPNx2221ne+iMjIw1a9ZERUUJR1VWmRzIS/lwGo1G/j6zYcOGSZMmjR49Wj1Z/v4QEREh7/Chhx6SV+Pi4uTJco8MOdTnIH/NaNeunXxW//77r+shcnNzZeYRGxv7+++/kzQAAFBGatrw33SR72iHHNpY36RbjY8aHMWU5Ox5SmK6enXp72sX/7qm//Vdn3jvLp1e6Zu9e1PcszeP/+zF7z/8XVl2sHXN3j++Wz7ghq6Pv3e3TqdMRh+KSXjq+ne+fH3Gm9Mfl1fnfLvUJ8BrytI3/AK95dWs9NyxV7265Lc19zzz/+zdB0BT1xoH8JMJhCTsvTcqiuLe27p3XdVqW2dbO/V1711ta+2wrrZaZ9W69164JzgABQVEZUNIApnv3HtDjLhwYCD8f8277+bmJrkZanL++c434P5HEhkbLHeV/jdvO80JRrze+677VObGS4pUf2z9zDeY+YDXdVCrKUO+37nmUK9R7R/46GKaR9Jn48zhJO7ei/JLaAhB7y7x2K2frp/cf54mDfYS23/nCISky4uS/74roeunlzuEt1cIhHq+QMDj83l8G+nccP78+bNnz0ZFRXFnv/nmm2PHjs2ZM2fcuHHcFpolDBs2bMaMGfQrgPla9/m0Tx4D/dJx9OjRiRMnzpo1i7B/X40dO/bPP/90dnYmANaAygYAAAAAkwULFtAR+S+++IILEig6dv/ZZ58pFIrZs2dXZgdOaGjomDFjzGdpPiGRSGg2cJ+7njx5Mvfdg2rcuPGoUaNoKnDw4EF6liYE9LvK6NGjzTu7u7sHBARkZ2dzZ9etW6fVav/3v/+Z047o6Oi///6b3qb56xzdoX///omJiTRpeOaZZwgAAAA8iHnil8Jr5PQq04Bgt4mOBFhyF6lebyhVMXNFblq6z0FiN+6DIdxYPFUnLrTniPZ0UP70wYv07Or5O+jyxXcHc0kDFRTp2/O5Dif2nku7mMltUZeU5t0o4NZlzpJvlrz924aPyBPywBvvPqwtlzRQMc0j/II9b5bP8nT/R0cfUVzbeueOpahVZfSis4eYEofuQ9sW55dcSbpG1y8lpudnFzXuEENqh4jm4qD6zI+btSr+qeViHVPcoLel4oZu3bqZkwbqxx9/rFevnjlpoIYOHdq6desffvjB8lr3+bT/OJYtW+bg4PDll19yZ+kn/++++45uIQBWgsoGAAAAAJOkJObLYatWrSw30q8KdHn27NnK7MAJDw/n82/9pIN+3A8JCTl58uR97rpFixaWZ5s1a/bnn3+eOnWqTZs2TVh0440bN7Zv375ly5ajR49eunTJ39+f25m766ZNm1rewpAhQ7gV7kvde++9R68ik8loDkEAAACgcph/Rpn/GeggHmF6FRCpC361aUKH7+nIJvdr/SsXMgPCvZ3cpJY71GkctuavnTRLaNg6OvPydYmj3eYl+yx3yEy9wSwv3wyJ9u/cv0XC4eTJfb5q1ql+ozZ1W3ZtGBDqRZ6Qytw4PQbLs84e8tTyOaAe+Oji2tfbt/F44pGUph1jEo4me/m7tenReMUfW84duxQc5XfqwAW6P71rUmu4+gmuJujoipFGDDSS0hsovpFvA2UNhP1dkXk9PT29qKgoODj4iy++sNxHrVbn5ubm5OSYf6J0n0/75DHQuCImJsbNzc28xd3dnX4ZqTCJE8BTg7ABAAAAwCQzM1MkErm4uFhu9PT0JOxAf2V2sNxiydnZ+V4dmznmogTLW9BqtYSd/ujtt99evHixQqGgZ8PCwtq2bVtcXGzemdvu5XW/L+Q0aWjZsuWhQ4cmT568bt06AgAAAJUm8zQ0GGA4u1qkKSV7/1H1nIziBmayIKVCHRjuQ9dVJaUlxWpnN3mFfZzdmS352cz8U9ev5tAx54U/3qXDLdcmuvvwtmJ70T8/rj207TQ9/f7xkoj6QeM+GNKgZSR5bJW5cZH49iEyHo/rIF2ZR9ekHdu2If4iEzYcTm7QIjIyNkgqdzh3/FKvke1Px1+gkYN3gDupHXLT9ae2MEUeIomhTu8ivd7OwNQ0EFtp2UDs7e3N69euMcUrZ1h37pmammpZD215keWn/UdGIw363N751cPHxyctLY0AWAPCBgAAAAAT+h2AfuIvKCiwjBO42Yq4nws9cAfOzZs3K9xyenr6nV8DLFmGB9T160yzxKCgIMLOwjR//vxBgwa1atWqY8eOjRo1ohsjIyPptwtuZ19fX7rMycnhVu7q1VdfnTFjBs0b1q9fv2rVKnprBAAAAB6E7Q/NrDR6Vpe8U1hazEvYXda4t71XiIDUbod3MEOrkbHBdCmR2ksc7QrziivsU5jLbJG7MAUBPkEexEjm7fnyPrfZaUCLjv2b38zMy7x88/iehDV/7fxozM9zd33h6edKHtsj33hlHp27j0tkg6DEYykFOcVpFzP7vdiZx+PFNI9KPJasVpUlHE7qO6YzqTW2zlFyK5E98oT2BtOfovJJyYht8fPzo8uxY8fOnTv3/nve59P+XZWUlAiFDxi2dWBZ/uaJU1RURACsBNV/AAAAACbcPKrx8fGWG7mpVOPi4iqzAychIcGcBBC2X/S1a9cqTL5UQUpKiuVZbs4lenf0K9ny5cv9/f1XrFjx1ltvcUkDvfGMjAzzt7WQkBC6PH78uOUt0J3r1KnD/diK6tKli0AgmDVrFp/Pf/PNN+m3FwIAAAAPwk75wvyDK5aQRkNN/7hv+0NJajedVv/f3G10pXUP0+efgHCfjEs3inIVlrtdOHGZLiPqM8OpvkGemWk3s6/lW+5w9lDykp83pKdc12p0v320ZMnMDfQJ9w5wb9Kh3sRPhw0a162sVHP2cNIDj4dH7jczz2PeeGUeHdWobb2Lp9OO7mQmt6zXNIIuY5pFZGfmb1m6X1Oma1prGjakHNVmnmcmUJK4aULaKbg/PmY2MIdSBYGBgRKJhH47MBgMltsXLlz4xRdflJWVmbfc69M+XYpEIsJWM5svpfkB/bRPKqFp06aXLl2y/KkT/aZw/4pqgCqFsAEAAADA5PnnnxcKhR999FF+vumbcE5OzqeffkoH6LlSgAfuwKFfD77++mtuXafTTZ06lX79ePHFF+9z1z/++KP5NrOzs2nAQMOJ2NhYZipke3t6dcvvKj///HNpaak5bBg8eLBcLv/+++/NLaNp2kFvgX7z4X5sZda4ceNXXnmFfnX5+OOPCQAAAFQCj8PnRXbRyn31dEtWiu7iQQ2prUqK1X98tuxqclZkg+DmnWO5jV0Ht1aryuZ+vUKvNw25XjiVumHRHjq4X78FM1VRl8HMry5+nPqXqsQ0lXxhbvHMD/5ZOXuLq5ezSCxMOp22et723OsF5jtSq5g9vf0fPPuQkJ0BqUx99xflMW+8Mo+OsDMp0c9mK+dudfdx4RpCNGjOXPTvrM0yF0caPJBaQK8ju/82RXH1BmcLhPQPDp/+2WEyBpuLGcxeeuml8+fP0w/85g/nR44cGTt27O7du+3s7My73evTPj1bp04dutyxYwd3Kb2dyn9W79+/P/1e8M4773BpB73u22+/XVBQQACsBNMoAQAAAJg0aNBg5syZb7zxBv3cP2DAAK1Wu379+uvXr8+aNat+/fqV2YFDR/m//PJL+jWjUaNG9GvDyZMnR40a1b179/vcdVpaWrt27V5//XX6DWH69OkuLi5//PEH9+Mvekdz584NDQ3t06ePv7//8ePH161bR3eg3yKYVnt8Pt34+++/0680TZo0oTvTrzErV66kF61Zs+bOO6IpCN1O44rnnnuOZg8EAAAA7suUNfD5AgG/2ZiSHV870Y27F6rCm4qFYlIbzHzvHzsH00PVlGnpwL1Oq/cL9nz3l/F0JJnb3mtU+6QzadtXxqddzIxrXfdmVv7h7accpPbvzBxHnze6Q7veTc4fv7Tmr52v9vqcRhT0om3/HizILnrv1/FSuQPdYfhrvT4b+9vUId93HtiK3mxm2s1dqw+37dk4pvmDh+nlLo6OMof4rSffe+7H3iM7mOstzB7nxivz6Ki6TcMlUvuMSzc69W/ObYlowLRtKMgpbt+nqUBYK+bdOrGptOAGM+TtFqnwiFbx+XYC+gQxJz4TOnCpg8356quvTp8+TbOEQ4cOdejQgQ79068G7u7u9PO55W73+bTfuXPngIAA+i1j//79dJ/NmzfTT/ItW7a8c36kO02ePHnbtm0LFixISkpq27YtPQb6ZYF+OyAAVoLKBgAAAIBbJmtcFIsAABAASURBVE2adOLEiR49emzdunXDhg2dOnWimcH48eMrvwNVr149epFMJqMhAV3+/fffCxcuvP/9/vfffxERER9//DH9otK/f/+zZ8+a0wv6bWTYsGE00pgzZ863335LE47ly5dPmDBBrVbTu+b2ockB/ZLTs2fPTZs27dy5kx7e0aNHmzZteucdSaVSeoP0C0yFYwYAAIA7cb/INkUNAoFPfb1fI+YX8cU5hmPr1KR2OH/i8qkDF7jTxZOpkQ2CR73Z95eNH/kGe5j3oU/S2z+88Mn8V32DPLf/d+jKxcw+z3eatfmTOnGh5n0mfjrsm8VvRTYI2bv+2NblB+jtzFz/YZuepp8+tOza8M3vRqtVmkUz1q2ev11RWPLy5yPe/WVcZY5QJBZO/GQYHdemQciNzNw7d3icG6/ko6NvkKYdmQ9vdRuHm69Vv0UUXWncvh6pBdQlxoPL2YmAeMa6A3NovkJPQpGQ/j8XNdhqcQP9tL937176Qd3V1ZUGDBs3bhwzZsypU6eio6Mtd7vPp317e3v6zYIGFfRa9MN8165dDx48eJ92DpaEQiH93vHrr7/SDIOGHCUlJatWrapw1wBPE8/2erMAAAAAWJGHh0dISAgd6ycAAAC2he3zatTpdDT5XpFyfPyh5fXdfXcNepPYLu4hG/R6nVan1Wg1ZZr8DO26t12MBp5ITCb+4SJxttnJYQAeytbZytNbmWk/A1rnN3g2T2wntnOwt3Ows7O3F9mJhCIRW9/A/Oi5htY3iInQgW9HapQiQ21vMPM0jd62YFNa4muBzceFt5CwaIwkEtHATchVyJHaAZUNAAAAAAAAAAD3xFU2CIQMJx9eZDfm59taDdn9j4oAACG56XouaRA66KN65JlqGkT0/+iJnUmpfA6l2jPkClA7IWwAAAAAAAAAALgLXjk6VMpMpMSMnQpjB5XayZiJ6RN3l91M0xOAWm/rHNMv6MO7ZtvJmLl9BCLmRPMGrmEDqU2/7AaozRA2AAAAAAAAAADc060O0QK+UCRykAsaDDYNrW77A7OUQG2XclSbeV5HVxxcy4LbKQRs0iASi9laIBo2CLje0ARlDQC1AMIGAAAAgCcpJycHDRsAAABshnmQlMfncXPC0GVkZ43MhxldzUrRXTigIQC1lV5Hdv9titzqDsgWivk0YBCJRcLysga2PzS/Vs1ZD1CbIWwAAAAAAAAAALin2yZT4iajFwubjSnhLt35l1KHuAFqqxMbSwtuMLOKuUWUeMWobyUNTDLHlDUQZAwAtQnCBgAAAAAAAACABzClDXw+NzmMbwOjT0M13a4sMB5doyYAtY+6xHjwX7ZNOs9Yd1A2G8WZkwYBW9PAQ1kDQK2CsAEAAAAAAAAA4H7KKxvYOWGYzg3MFDHNRqt5fCO99PB/6pJ8IwGoZfYtVmnYoC2gZYHcW8+EDCLuJKJ/TLhwDjEDQK0iJAAAAAAAAAAAUBk0chAIBEKjUG9w8tFFdlUlbXXUasief5S9X5cSgFojN11/emsZXRE66KN65plmGCsva2D+mAhsqi+0hug0Bh150o4dv7h8xe6vvxgrFosIQM2HygYAAAAAAAAAgAcwFzcwnRvoUCozI70wdnCpSMJMWH9ur+Zmmp4A1Bpb55j6Qod1zbaTESZjEJlObF9oAcHsSZUQFRU4aXw/JA1gMxA2AAAAAFjHuKnTdx44SQAAAKDmuDWbEjOZkshBLoh91jTkuu0PJQGoHVKOajPPMz/zd3AtC2mnELBJg0gs5jqa0D8gPD7Plsoaqo5cJgkL8yUAtgJhAwAAAAAAAADAg5kHT5niBq4FrlAY1VUj82FGXbNSdOf3awiArdPryI75pmitbv9soZjpmi4Si7hplNiyBj76QgPUTggbAAAAAKwjKizAxUlGAAAAoOYwjZ+a8gZ2knqxsNmYEu7SXX8rdYgbwNad2FhanMPMHuYWUeJVX30raWASOKasgSBjqLRjxy9OeWeWRqMlADYBYQMAAACAdUyZODSufgQBAACAmoabTImeuEljfBsYfRuW0u3KAuOR1WoCYLvUJcaD/6qYNZ6x7qBsNnIzJw0CtqaBh7IGgFoLYQMAAAAAAAAAQGWZO0Uz46pM5wZm6pjGI9U8vpFeeug/dUm+kcAdeodPfGf4D/e6dHiTt1/r89W9Ls3JKugeNO6n/y0gT871qzm7Vh+u5AE8AoPBuG3FwSlDvn+24RtDG7351qBvD20/TWq+fYtUGjZQC2hZKPfWMyGDiDuJ6B8HLoRDzFB5MpkkLNQXDaLBZiBsAAAAALCO9dvjU9OvEwAAAKihaOQgYNo2UC7+JKIr83NvvZbsXohO0dVd3s2iCd0+OXMoiVSZuV/+++OUv68mZ7Xs2rBNr8Y02/hs7G8r/thKarLcdP3pbWV0RSDWR/XMNc0kVl7WwPxxEPDRF/qhREcFTprQjwDYCiEBAAAAAGtYty1e4mAfGuhDAAAAoEbhBlL5fD4xGunoqoGZqV7YcHBp2n4HrYp/fp+mWT+9V4iAQKUtPf4DeYq0Gq2mVFt1B3ApMX31/B0uHvKZ6z708HWhW8ZMHfjR8zP+/HZV43Z1Q+sGkJpp6xxTkBbRPcdORpiMQWQ6sX2hBQSzJwHUbqhsAAAAAAAAAAB4aLdmU2ImUxI5yAWxz5qGYrf9geKGWi3hSDJdDhzbjUsaKJmTpN+LXYxG46mDF0jNlHJUm3leR1ccXMuC2xUL2KRBJBZznUvoHwQen4eyhodVrFBdvpxFAGwFKhsAAAAArKNvt1YhKGsAAAComehwKh04NjWKZiZTMtLx1qgumqRtOsV1YVaK7txeTb32YlIDfTbut8zUGy++N3j+lysK84rb9GryxrfP0+0n95//54e1WVezDXqDf6j3qLf6xbWra3nFK0nXti47cPF06uXzGR7eLr4hnsNe7lmvWURl7nR4k7c9fFxnrv+AO5t9LX/FH1uO7U4QigStnonrOrjVnVdZ8cfW3WsO30jPcZA5hEYHvPLlCO8Ad/OlWo1u85J9dGT/wslUo8Hg5e9Wr2nE+I+G0Jds0+J9M9//h+6zdfkBenp7+gtdn21V4QDoi7v2713bVxy8fjVHInMIifKf9Nlw32AP7tI1f+3849Nlc3d/eXJf4qFtp5PPXPH0c+s8qOWzE57hdmjUps7kr0Y2aR9jecBSuYQuy1QaUgPpdWTHfFOEVqd/tlDMdEcXiUXcNEpsWQMffaEfQVJS+vIVu7/+YizaNoBtQGUDAAAAgHX06doKcygBAADUXKZxVR5PwBY3COioq52g2ZgS7tLdC5W6GjmqzFAry2a+u9BgNNAxdJor0C27Vh/+YNSMrPSc5l1iOw1oSUOID56fsXf9MfNVtiw/8EqPz7evPOjq6dTrufZSJ8mx3YnT3/6z9OHH1jMu3Zjc+4v1C3dHNghu2rH+gc3HPxv3a4V9fv1w8fxvVmq1umeGtW3Uus75E5de7/tVeoqpG5aiSPX2oG9//2Rp3o2CzgNaNGgRdT0jd/X8HesX7qGXhscEDhzbla7Q23/+rX53ndToh7f/onECXek5ol3dxuEnD5x/Y8DXl89lWO7z7auz92080aFf89FT+6uVpfO/Xrn2753cRcFRfr1GtvcKcDPvrNfp1y1gLo1tXYfUQCc2lhbnGOiKS4jSu76aydfYmEHAti3hsxMoEQCo9VDZAAAAAAAAAADwiNjJlJjiBqHQqBfqfRtofBqUXj9rrywwHl6tbjPUgdRAudcLnhna5s3vR3Nni/JLZn++PCjSd9qK/8mcmJ/nj3yr7ycvzKQbm3SIcZQ5qFVlcz5b5hvi+fPaDyRSe+5a875euXL21oQjSTQwIA9j0Yx19B7f/WVch77NmPt6s+97I25rqHDmUNKGf/Z0Hdzyje/H0KCHbrmanEXThdlfLP9q4Rv07Pq/dyWfvTr5q5F0xN/0EPJKnm/1zp51R/qO7hgZGyx3lf43b3tIHf8Rr/e+8wBosrJj1aEug1rSZ0AgZHpvXDiZ+s6wab9+uOin1e+ZdxOJhN8vm8IdQJMO9cd2+HDXf4f7jel85w3SpOH7N+bT9KX78Lb1moSRmkZdYjz4L9P/nPCM9QZn0+dEJBYzZQ1CLm9gShpQ1vBo/Hzdu3VpirIGsBmobAAAAACwjul/LD+ZkEIAAACgxuJGV7nGDWznBmbstcnzajomSy89/J+6JN9Iaqbuw9qa17evjKej/8Ne7cklDYTtQDB8cq/87KKd/x0mzKRD5NWvRk76dLg5aSDsr/vpsjBXQR6GSll2cMvJ6IYhXNJA0TBjxBt9LfdZPX8HXb747mBuoJ+iQUjP5zqc2Hsu7WImYYb+YyZ8MtRy8iUnN6mHr0tR5Q5m09J9DhK7cR8M4ZIGqk5caM8R7WnkcPrgRfNurXs2Nh+AX7Cnf5hXXnbRnbdmMBi/e33+3vXHOvZrNvnL50gNtG+RSqNmVgJaFDj56biMgYkZmJoGPjuVGB8xw6PxpWFD1yYEwFagsgEAAADAOpIuZzSKqdQsxgAAAFDd8co7N+gNLv66iC6qlO2Oei3ZvUDZ500pqYF8Az3M65mpN+jy/InLWWnZ5o2KQmYG/2upN+lS4mjXaUALwv6E//zxy6fiLyQeSUk5e4WwvRPIw0i7kKnT6iNjgy03RtYPsjybefk6vcfNS/bdtpE9yMzLN0Oi/enVuVugccjJ/edP7E1MOpOWdSXH3ceFVMKVC5kB4d40n7DcWKdx2Jq/dtIwo2HraG6Lm6eT5Q4OEvvigrs0Bl+3YNe+DcdaPdNoyk8vmcOJGiQ3XX96WxldEYj1Ub3yaADDJQ1c5MC87QV89IUGAA7CBgAAAAAAAACAR8QNsPL5fGI00lFXA/Nrb2GjIaVXDjpoVfzz+zWNe+l8I2ve8IvI4VZ36/wbhXS57u9dd+52MyOHWzm+59yC6atTEq7SdaFIUL95ZGzLqMM7z5KHpFIwP6F3cpVZbnTxkJuLDKjrV3P0esPCH9feefUbGbl0WarSzP3q392rD6uUzCi5T5BHTNMIpaKUVOYASkpLitXObvIK253dmS35FrULDo72FfYxGu9SyHJwy0kHid3kr0bWxKSB2jrHlKCEP5NjJyP07S0QsSch1xdaQDB70mPIyspNPHcFxQ1gMxA2AAAAAFjH1ElDPdwq9fM6AAAAqObKZ1MifIFeKBI5yPUNBitPLGRGzLfOVr7wgxOpyVy9nelywYFvLTseW8q4fOPzCb8x8x293jusbmDD1tF0ffuK+EcIG6TsTE0FucWWGzWlWr1Obz5LwwNiJPP2fHmvG5n16dKtyw+07hFXt3FYbMvo8JhAuvGl9h+UlWnJg0ik9hJHu8K84grbC9lDkrs8dJ3KjfSc4Cg/mpeQGijlqDbzPFOb4uBaFtK+WEBzJKasQWQua+DxeShreBzXsnK37TjWoX0s2jaAbUDYAAAAAGAdkaEBBABLN4GvAAAQAElEQVQAAGo+OsxqNBrZuKF8MiWhMLqrJnm7TnFdmJ2mT9yjiekgJjWWbxAzpVLC0WSvgJbmjTcz8nb+dyiiQXDTjjGHt5+hecCEj4aaGzIzO2TmkXv82P8+gqL8BEJB8pk0y40piem3H4/n0d0J2dfyPf1czRvPHkpOPJrcpmfjgHDvfeuPufu4fDhronkEvEytybmeLyuPCnjkfiPjAeE+6SnXi3IVTu63CiwunLhMlxG3T+hUGe/MHG/vUCNffb2O7JhvKmuo0y9bKOYzEYNYxLSGFnFlDXz0hQYAS2gQDQAAAAAAAADwWEzjrTweM4E9/U8kFNoJmo0p4S7d849SW6kpfKqp9r2bOUjs/p62OjPtJrdFr9PP/XrFwh/XCkXM7EYiO+bHrGWlGvNVivJLtv67n1l7yA7ZEke75p0bJJ+9unXZAW6LUqGe//UKy326sJ2ff5z6l6rE9LQW5hbP/OCflbO3uHo50xdCZC8yGgzaslvtItb8tVNDz5YnH0Ixe8BqzV2Poevg1mpVGX2Aer2B23LhVOqGRXu8A9zrt4gkDymmaThXWlHjHN9QWpzDPAMuIUrvBmomR+P6QjNrTFkDQcbw2KKiAieN74eyBrAZqGwAAAAAsI5xU6cP69epc5s4AgAAADaBnUyJKW4QCo16od63gcYntuz6GTtlgfHwanXb4Q6kZvIKcHv1q5E/v7fwzX5ft+ja0CfQ49iehAsnU/u/0LlRmzp0hyYdYuzsxXO++PfIjjP1mkZoSjV7NxxTs0lAiUJFHtKEj4amXcj46Z0FR3ef9Q7woLdZoTyiXe8m549fovnBq70+b9451kFqv+3fgwXZRe/9Ol4qZ57kVs802rJ0/5i27zXvEuvh7ZJ89srhHWdkThJFkcpgMPL5PLmLo6PMIX7ryfee+7H3yA6te9z2eazXqPZJZ9K2r4xPu5gZ17ruzaz8w9tP0Xt5Z+a4h+27QFOZXmET6ZOzNuk3UqOoS4zxK9jXjmesNzhbIBSI6Ii42DSBElvTwENZw+OTyyT0RABsBSobAAAAAAAAAAAeFzfqyjRuoOOwAj73G/Amo1R0rJZeemSNuiT/IX/kX510Hthi9rbPOg1oefl8xso5W4Vi4bu/jJv46TDuUv8Qr3d/G+/iIT9zKGnJzA3Hdie26d74p7UfiO2E546mkIdEs40Zaz4YNK7b1aSsLcv2u/m4fLXozQr70Lv+ZvFbkQ1C9q4/tnX5gcgGwTPXf9imZ2Pu0nEfPNu+T9P87KLNS/Yt/32zXq9//7fxPUa015RqL55KpTuIxMKJnwwTCARJp9NuZOZWuHH6Or79wwufzH/VN8hz+3+HrlzM7PN8p1mbP6kTF0pqjX2LVBqmVzcJaF7g5KfjMgZheV9odsowPmIGAKiA97Bz5wEAAADAEzH9j+WdWsfF1Y8gAAAANYGRpdPptFrtipTj4w8tr+/uu2vQmwTKcU+RgdIbdFqdtkxTVlp6eL5d8nbml8t12oj7vvXQ7YUBnr7cdP38N4roikCs7/hxqsRZYGdvZ+dgT5ciO7FQLBKJhDyUNTwJx45fXL5i99dfjMVMSjXd6G0LNqUlvhbYfFx4CwnL3t5exHZTr1V/UlDZAAAAAGAdUyYORdIAAABgS8zFDXQYlundwPwKXNhwiFokYSa+v3BAk5WsIwDV3tY5pr7Q4d1y7GSEvo0FIvZEV9iWDQQxAwDcDcIGAAAAAAAAAIAn5tZsSsxkSiIHuaD+QFOn6K2zlQSgeks5qs08z6RiDq5lwe2LBWzSIBSZujXQNzaPb0oakDcAQAUIGwAAAACsIzk1o6CohAAAAIANMQ/C8tlO0VxxQ51ndFIPZvQ2O02fuLuMAFRXeh3ZMd8UiUX3zRbZ8ZmIQSxiWkMzSQPbkgQTKD05TZtET/9uEuZQApuBsAEAAADAOqbNWn4yIZkAAACAbTGNw/J4Ara4gflVuJ2gyWgFd+muBSptKQGono5vKC3OYWb9cglR+sSqmbyM6wstYHMGdgIlAgBwDwgbAAAAAAAAAACeMHYyJaa4QcjyjzP6NGBqGtTFxkP/qQlA9aMuMcavUDFrPGO9wdkCoUAkFjM1DewESkKhgKnXQVnDE1WsUF2+nEUAbAXCBgAAAADr6NutVUigDwEAAACbY+4Uzcw5w3RuYCaiafK8io7h0kuPrlWX5BsJQDWzb5FKwwZhAc0LnPx0poyB7QvNtmpgogbEDE9WUlL6rDlrNRotAbAJCBsAAAAArKNP11ahCBsAAABsG4/r3MBw8SfhnZmfjeu1ZOef6BQN1Utuuv70Nqb4RiDWR/XOY9qNiLiCBrom4Lo1oC80ANwfwgYAAAAAAAAAgCfMXNzA5/OYue7ZTtENny0VSZgJ8S/Ga7KSdQSg2tg6xxSAhXXLsZMRJmMQsSc2bBCw3RoQMzxxfr7u3bo0RYNosBkIGwAAAACsY/ofy08mpBAAAACwXVzgwE6oxBeKRI7OggYDTUO6W2ejuAGqi5Sj2szzTPrl4FoW0r5YwCYN9B3LzaTEzqHEQ1lDVfClYUPXJgTAViBsAAAAALCOpMsZBUUKAgAAADbKPDjLdm4QcMUN0c9opR7MqG52mv7srjICYG16Hdkx3xR91embI7LjMxGDWMS0hmaSBtMESugLDQAPhLABAAAAAAAAAKBKmMZnmbyBnfWeDuLaCRqPKuEu3bNQpS0lANZ1fENpcQ4zu5dLiNI7VsXkYlxfaAGbM2ACpaqUlZW7bftxAmArEDYAAAAAWMfUSUPj6kcSAAAAsHXsZEpMp2iu3W5AE4N3PaamQV1sjF+lJgDWoyo0xq9Qcev1BmcLhAKRWMzUNAi57tACbhowlDVUkWs0bNhxTKPREgCbgLABAAAAwDoiQwNcnKQEAAAAbJq5UzQ7mRKfDuDSkdwmY5SEZ6SXHlun5n5UDmAV+5aqNGzg5d88X+6rvVXWIORaNTBRA2IGAKgkhA0AAAAAAAAAAFWPx2M7NzCz07gG8CI6M0O8ei3Z9beKAFhDbrr+zHamyEYg1kf3yeOSMK7+RiAUmLs1EPSFrjJRUYGTxvcTi0UEwCYgbAAAAACwjnFTp+88cJIAAACArTMXN/D5TLNobjA39lm1SMLUNCQd0mQl6wjAU7d1jqkvdFjXHDsZYTIGEXtiwwYBujVUPblMEhbmSwBsBcIGAAAAAAAAAIAqxwUO7IRKNG8QOToLYgaYOkVvna00GgnA05RyVJt5nkm5HFzLwjoXCdikgb4zuW4N7BxKPJQ1AMBDQdgAAAAAAAAAAFC1zIO2bOcGgYD57biwbned1IMZ7c1O05/dVUYAnha9juyYbypriO6bw70hRWIRN42SeQIl9IWuaheT0mfNXksAbAXCBgAAAADrmDttSuc2cQQAAABqB9O4LZM3sLPh08FdO0Hjkabihr3/qLSlBODpOL6hlOtM7hKi9G6gvNUXWsDmDJhA6WlRKFSXU7M0Gi0BsAkIGwAAAAAAAAAAnhJ2MiWmUzTXuSGgqcG7HlPToC42HlyBTtHwNKgKjfHlb7Z6g7PZmIGtaWAnUBIKBdx0XyhrAICHhbABAAAAwDqSUzMKikoIAAAA1BrmTtHsZEpMp2g6wttkjJLwmI4Nx9aZfmwOUKX2LVVp1MxKQPMCua9WIBBwsycJhMwESlxnEcQMT0fTJtHTv5skFosIgE1A2AAAAABgHdNmLT+ZkEwAAACgFuLx2M4NzKw1rgG88I7Mz8wNerLzbxQ3QNXKTdef2c4U0wjE+sjeOVzixdXZCITMBEpctwaCvtAA8PAQNgAAAAAAAAAAPCXm4gY+n2kWzQ3yNhxaKrJnihuSD2kyzukIQJXZPtfUFzqsa469nMdkDCL2xIYNAnRreLqKFarLl7MIgK1A2AAAAABgHX27tQoJ9CEAAABQ+3CBAzuhEs0bRI7OgvqDTJMrbp2tNBoJQFVIOaJJZ9MsOydNcPsiAZs00Hcg162BLxDw+DyUNTxNSUnps+asRYNosBkIGwAAAACso0/XVqEIGwAAAGof82Au27lBIGB+Uy6s010r9WBGgfMy9Qk7ywjAk6bXkR1/mubpqtv/pthewGUM3DRKfGYKJVNTaCQNAPBoEDYAAAAAAAAAADxVpvFcJm8QMIO8dMzXThA30lTcsGeRSltKAJ6s4+tNHchdQpTesSom52KTBvZNyJwwgdLTJ5NJwkJ90SAabAbCBgAAAADrWL89PjX9OgEAAIDaip1MiekUzXVuCGxq8IhkahrUxcaDK9ApGp4kVaExfqXpTVVvcLaQnT2JqWlgixuEQgE3rRfKGp6y6KjASRP6EQBbgbABAAAAwDrWbYtPQ9gAAABQW5k7RbOTKbGdokXCZi8oCY/p2HBsnelH6ABPxL6lKo2aWfFrmi/31QoEAm72JIGQa9XARA2IGQDgMSFsAAAAAAAAAACwHh6Pm8RGKBS6BpOwDszPzw36W9PrAzym3HT9me1M0YxArI/smWvu08BUNAgF5m4NBH2hn7qsrNxt248TAFuBsAEAAADAOqZOGhpXP5IAAABAbWUubuDzeXTUlw77ikSiRsNKRfZMcUPKEU3GOR0BeGxb5yi5lbAuuRJXHjt1kkjAljXQd50A3Rqs5xoNG3Yc02i0BMAmIGwAAAAAsI7I0AAXJykBAACA2o0LHOiJHfkVOjoL6vVXcBdtna00GgnA46CpVeZ5JrWyc9IEdyhk3mYi5sR1a2DnUOKhrAEAngiEDQAAAAAAAAAA1mEe5OU6NwiYuEFYt6dO6sGMDudl6s/uKCMAj0qvuzUfV51+N8X2Ai5j4KZRMk+ghL7Q1hIVFThpfD+xWEQAbALCBgAAAADrGDd1+s4DJwkAAADUbqZxXiZvYGZSooPBIntB3HOmeW/2LlaVqVHdAI/o+HpTp3GXEKVPQxXzFmOTBgHbJoSPCZSsTS6ThIX5EgBbgbABAAAAAAAAAMDK2MmUmE7RXNvewGZ6zygN3a4uNh76V00AHp6q0Bi/0lTWUG9wNvPWEomYmga2uEEoFLDTd/FR1gAATwrCBgAAAAAAAAAAazLPY8NNpsQOCgubjikhPKam4dgG04/TAR7KvqUqDRtU+TcrkPtqubIGIdsXmm3VwEQNiBms62JS+qzZawmArUDYAAAAAGAdc6dN6dwmjgAAAACwuMmUuMlthEKhazAJ68D8LN2gJzvmKwnAw8hN15/ZzjT8EIj1ET1yuNmTuLIGgVBg7tZA0BfaqhQK1eXULI1GSwBsAsIGAAAAAAAAAAAr4yob+AyekOncIBCJRI2GlYrsmeKGlKPajHM6AlBpW+eYAqqwLnkSVx47dZJIwJY1MK1B0K0BAKoAwgYAAAAA60hOzSgoKiEAAAAA5bjAgZ7YEWGho7Og3gDTp4Wts5VGNIqGykk+rMk8z6RTdk6a4A4FzNtJxJy4bg3sHEo8lDVUB02bRE//bpJYLCIA4fVf9wAAEABJREFUNgFhAwAAAIB1TJu1/GRCMgEAAABgmQd/uc4NAiZuENbtoZV6MKPGeZn6M9vKCMCD6HVk51+mvtB1+2WL7QWmjtAiLmkwTaCEvtAA8MQhbAAAAAAAAAAAqBZM479M3sDMpEQHiUX2gkbDTcUNexertKUE4P6Orzd1FHcJUXo3VHJ9obluDVxHEEygBABVBGEDAAAAgHVEhQW4OMkIAAAAwO3YyZSYTtFccUNQC4NnlIZuLy0xxq9SE4B7UxUa41eayhrqDc5mqxlMfaGFbHNodpouPsoaqoljxy9OeWcWGkSDzUDYAAAAAGAdUyYOjasfQQAAAAAsmOe3EXAzKbFT3zQdU2JkOzYcW6cuyTcQgHvYt1SlYQMpv6YFcl8tV9YgZPtCs60amKgBMQMAVBGEDQAAAAAAAAAA1Qs3mRI36Y1QKHQNJuEdmJ+r67W3puMHqCA3XX9mO9PYQyAyRPbM4WZP4soaaHBl7tZA0Be62pDJJGGhvmgQDTYDYQMAAACAdazfHp+afp0AAAAA3I6rbOAzeEKmc4NAJBI1GlEqsmeKGy4e1FxL0hGAO2ydo+RWQrvkSFx57NRJIgFb1sC0AEG3huonOipw0oR+BMBWIGwAAAAAsI512+LTEDYAAADAPXCBAz2xI8VCR2dB3X4K7qLt5WPKAGbJhzWZ55kUys5JE9KxkHnbiJhTeVmDgMfnoawBAKoUwgYAAAAAAAAAgOrFPCgsEPD5XPMGobBeL53EVU+330zTJ+4uIwDl9Lpb82vV6ZctsuObOkKbGjYIuAmU0Be6usnKyt22/TgBsBUIGwAAAACsY+qkoXH1IwkAAADA3ZjGhZm8gZlJiaYNIntB3HPF3KV7F6u0pQSAc3x9aXEO0zncJUTp01B5K2lg+0LzMYFSdXWNhg07jmk0WgJgExA2AAAAAFhHZGiAi5OUAAAAANwbO5kS0ymaK24Ibmn0jNLQ7SX5xsNr1ASAEFWhMX6lqayh7qCbzFtFxPaFFonYt42AnY6Lj7IGAKhqCBsAAAAAAAAAAKoj87w3Am4mJfa36k3HlBiNTKfoI6vVJfkGArXevqUqDRs8+TctdPLTWZY10KiB6/yBmKF68vN179alqVgsIgA2AWEDAAAAgHVM/2P5yYQUAgAAAHBf3GRK3GQ4dPjYNZiEd2CGlvVasnuBikDtlpuuP7OdaeAhEBkiembTjEEkZssaTH2hTSUNBH2hqyVfGjZ0bUIAbAXCBgAAAADrSLqcUVCkIAAAAAD3xlU28Bk8IdO5QSASiRqNUAvtmZqG8/s1N1P1BGqxzb8ruZWwrrkSFx5b1iASiNjpk5i+0AKUNQDAU4OwAQAAAAAAAACgWuMCB3piR5CFjs6CmAGmIeZtc5QEaqukeE1Wso6u2DlpgjsUMBkDeyova6BJA8oaqrWLSemzZq8lALYCYQMAAACAdcydNqVzmzgCAAAAcF/mwWKBgKYNfK5TdN0eWqkHM8pMx5ovHNAQqH30OrKrfB6tuv2yRXb8W90aRFxZA9/c9oNAtaRQqC6nZmk0WgJgExA2AAAAAAAAAABUa6bxYiZvYGZSommDyF4Q95yppmHX30od4oba5/j60uIcZjYt52Cld0OlZV9orsMHQcwAAE8XwgYAAAAA60hOzSgoKiEAAAAAlcNOpsR0iuaKGwKb6d0jmM7AJfnGY+vUBGoTVaHx4HJTWUO9wTeZt4SI7QstErFvDwE77RYfZQ3VXNMm0dO/myQWiwiATUDYAAAAAGAd02YtP5mQTAAAAAAqwTwfjoCbSYn9DXvzF5WEZ6SXHlqppqPPBGqNvUtUWracxb9ZgZOfzrKsgUYNXIcPxAwA8JQhbAAAAAAAAAAAqBm4yZS4SXLosLJrMAnrwPy8nY47712kIlA75Kbrz+5gilr4Yl1EjxyaMYjEbFmDqS+0qaSBoC80ADxdQgIAAAAA1hAVFuDiJCMAAAAAlcMNHNOBZGI00lFlg14gEokaDSm7Gu+gK+Of3VVWcFNPoBYovGngViK65UlceUzGIGJPQq4vtABlDTXFseMXl6/Y/fUXYzGTEtgGhA0AAAAA1jFl4lACAAAA8JDYzg18Ht9IR5YNeoOjq77Bs8qTi5hfMGSc0xGoNSRumrDORUKRWMBUNoi5mZT4TNKAsgYAsA5MowQAAAAAAAAAUDOYB5EFAj5fwBeyP2av013n6IGYodaJ7pfLTKBk6gvNJQ3MDFvm9h4Eqj2ZTBIW6ouyBrAZqGwAAAAAsI712+PrRYWEBvoQAAAAgErjBpGNTN4gMBoMdIjZaDT2/6lQU1qm1Wh1Op1Bb6CI8Z79ojUaXW5eER3llEkdSC2Tm1fM5/NcXWrwVJZGdiotJleg+YJILBQLy7s1MGUNBDFDjRIdFUhPBMBWIGwAAAAAsI512+IlDvYIGwAAAOARsJMp8ej4MpMpGGmywEQLPDoGrRUY9HrmjNFovFveoNcbstKzxXYiVzfn2jgozeOXqEq9fdxJzcVj50ni87lqBrEdTRuYygYB2xfa1BsaeQMAWAPCBgAAAAAAAACAmsSyUzQ3mRLNFZjxZ3bdoDcYy9153cRzqQqVpmndEDpATWofkZ04Lyu3rr1dDR2ON8+jxVU2CIRMk3B2Ni16no++0DVOVlZu4rkr3bo2IQA2AWEDAAAAgHVMnTTUw82FAAAAADwSrlO0UEj07NQ6PPZX7QaRaQ6luyYNKZeuXc3Ibdemgdy5Bs8j9DgcZY4KZZmB8KSONXUKKVNDBj47lxIl5E5C9IWuia5l5W7bcaxD+1i0bQDbgLABAAAAwDoiQwMIAAAAwCOhA8pcNQOhI85C5rxAwNcLDUYDW9ZguEvSkJ9ffOjohQb1wwKDfUlt5eruXKLWKNVadw9XUnPxiCluYKsZaOLAwwRKAFANIGwAAAAAAAAAAKh5bg0r0+Fmmj0YeHTU2WAw8Ai5s6xBq9Wt23RY5iRr3SaWDlCT2spd7FJapissVkbYi0lNxrz6PC5gIDzEDDWWn697ty5NUdYANgNhAwAAAIB1TP9jeafWcXH1IwgAAADAIzFPm2NkyxzoOt/Iv2vY8N/aA/mFismvDLSzq+3Dmo5SSU6uQljTW1aUv/SWMQPyhhrH19edngiArUDYAAAAAGAdSZczGsUgaQAAAIDHUmGgmYsZKgw5nziVfPrM5VHPdXVxkZNaz9VVlp1bwBcISA1nGS0gZgCA6gBhAwAAAAAAAABAzWYZOVQoa8jJLVy9el+zpnViYkIJEOLm5nT6TIoNjM4jYLABF5PSd+85NWlCPwJgExA2AAAAAFjH3GlTCAAAAMCTZjkGrdPrF/6z1dVV3q9fa4xNczy9XIoVar3eIBTW+OIGqOkUCtXl1CyNRou2DWAb+AQAAAAAAAAAAGzRhg3xuXnFo5/vLhLi96YmHu5OdHnjZj4BAIAnCmEDAAAAAAAAAIANunDh6oH4xIH923q4OxMo5+HhQpc5OYUEwNqiogInje+HsgawGQgbAAAAAKxj3NTpOw+cJAAAAABVoLCoZPGynTExoc2a1iFgQS6T2IlFObkIG8D66LsxLMyXANgK1NABAAAAAAAAANgUo9G44J+tDg7iYUM6EriDh6dzTjbCBgCAJwyVDQAAAADWERUW4OIkIwAAAABP2tZtx65dy3nh+e72dmICd/B0d85GZQNUA8eOX5zyziyNRksAbAIqGwAAAACsY8rEoQQAAADgSUtNu75j14k+vVv5+roTuBt3D6czCZcJAAA8UahsAAAAAAAAAACwEUql+p/FW8PD/dq3jSVwD54eLnq9oahYSQCsSiaThIX6okE02AxUNgAAAABYx/rt8fWiQkIDfQgAAADAE/LPku10OWpEVwL35unhTJe5OUVOckcCYD3RUYH0RABsBSobAAAAAKxj3bb4tPTrBAAAAOAJ2bPv9OXL10Y994yjowOBe/P0dKHL7NwCAgAATw7CBgAAAAAAAACAGi8rK3fT5sNdOjUJDUHd5AMIhQJnJ8fsbPSIBisrVqguX84iALYCYQMAAACAdfTt1ioEcygBAADAk1Bapvlr4ZagQO9uXZsQqAR3D+fcvCICYFVJSemz5qzVaLQEwCagZwMAAACAdfTp2ooAAAAAPAnL/t2tVmsmv9KNx+MRqAQPd+fklEwCAABPDiobAAAAAAAAAABqsCNHzycmpj43rLNcJiFQOR4ezvn5xQaDgQBYj5+ve7cuTcViEQGwCQgbAAAAAKxj+h/LTyakEAAAAIDHkJNbuHrtgbat69epE0Sg0jzcnY1GY24uZlICa/KlYQOmPgMbgrABAAAAwDqSLmcUFCkIAAAAwKPS6nQLFm7x9HTu1aslgYfh5elMmKgGYQMAwBODsAEAAAAAAAAAoEZau/Zgfr5izKjuQoGAwMNwcpLy+bz8/GICYD0Xk9JnzV5LAGwFGkQDAAAAWMfcaVMIAAAAwKNKTEw9fPT8cyO6urrKCTwkgYDv7CzLy0NlA1iTQqG6nJql0WjRtgFsA8IGAAAAAAAAAIAaprCoZOm/u5rERTWKDSfwSFxdZfkFmNMSAOCJwTRKAAAAAAAAAAA1id5gWPDPVplMMnBAWwKPytVFnpeHaZTAmqKiAieN74eyBrAZCBsAAAAArGPc1Ok7D5wkAAAAAA9p85YjWVm5Y0Z1xxjl43BzleXlFxuNRgJgJXKZJCzMlwDYCoQNAAAAAAAAAAA1RkpK5p69p/v2ae3t7UrgMbi6Oel0ekWJmgAAwJOAsAEAAADAOqLCAlycZAQAAACg0tTq0iXLd0RG+rduGUPg8bi6MJ/E8jGTEljPseMXp7wzS6PREgCbgAbRAAAAANYxZeJQAgAAAPAwlq3Yo9MZRgztTOCxubkyYUNeQXFwsDcBAIDHhsoGAAAAAAAAAIAaIOt63rlzacOGdJJKJQQeG30ahUJBfj4qGwAAngxUNgAAAABYR3Jqhoebi4uTlAAAAEBVcuTZE5vgYBR/+vZoLy/rt2rQEr3G+OQnfhERgZj3VFte/+/lYXZ2Iuu+Q/REX2rELDq1VNMm0fREAGwFwgYAAAAA65g2a/mwfp06t4kjAAAAUJWEPAGxCcH+1WW2H6PRqCFPnoAneMovVkiAD7E6I2HiGwCAmg/TKAEAAAAAAAAAAAA8bcUK1eXLWQTAViBsAAAAALCOvt1ahQRWgx/TAQAAAACANSQlpc+as1ajQWkL2AhMowQAAABgHX26tiIAAAAAAAAANgFhAwAAAAAAAAAAAMDT5ufr3q1LU7H4qfZFB6g6mEYJAAAAwDqm/7H8ZEIKAQAAAHhUzz77LI/HKywsvNcOw4cPv/8O91fh6gqF4ueffyZVLDU1dfHixaTKHDx4kD6oTz/9lDv7mE8RwOPwpWFD1yYEwFYgbAAAAACwjqTLGQVFCgIAAABQQ3Ts2PG3334jVen69esxMTG7d+8mAABQ0yBsAAAAAE1/LrQAABAASURBVAAAAACwTUuXLjUajc7OzuSRVLh6cXExqWJlZWVqtZo8RY/5FAE8jqys3G3bjxMAW4GwAQAAAMA6pk4aGlc/kgAAAAAAQK10jYYNO45pNFoCYBMQNgAAAABYR2RogIuTlAAAAEAV+/7773k83sKFCy03Xr58mW58/fXXubNqtXr8+PHR0dESiSQyMnLs2LEqlcq8s16v/+GHH1q1aiWXy/39/Tt06LBu3TryVFTmrouKioYMGRIQEODn5/fcc8/t2bPHfJFlQ4LTp0/T9V9//ZU+6qioKHqDXbp0Wbly5X3u3Xz1ixcv0pUUFl2Z8eMMUgX27NodEhJCV+bPn0/vZcGCBdx2pVJJj7lOnTqOjo70yOmrQ7dYXvGBO9zHnU/Rn3/+uWnTpkGDBrm7u0dEREyYMKHCre3YsaNly5aenp6urq50Zfv27RVuc9WqVaNGjWrQoAF9kuvXrz9s2LDr169zFx0/fpy7C7rRycmJvtkuXLhAAABsAsIGAAAAAAAAALBlI0eOpMsKo+r//PMPXY4YMYKwSUP79u3nzp3r7e09efJkGjnQwe6OHTuWlpZyO7/99ttTpkzJzs4ePXp0XFzckSNH+vXrt3XrVlL1KnPXPXr02Lt3b+/evekOS5Ys6dq169mzZ+91g9OnT1++fPkrr7xCnwGZTPbss89+/PHHDzwMOuz++eefu7PoSvMWzUkVCA4Jfuutt+hK06ZN6b3ExsbS9ZKSkhYtWsycOTM4OPjVV18NDAykr07btm3pdu5aD9zhYf3222/0dmjAQ2+TJgpz5sx54YUXzJcuXrz4mWeeSU1N7dOnD00U6EvTvXt3+pSad3jppZcGDx68f/9+mkPQp5e+i+ilb775puVd/PLLLzQ0qlevHg2TaJ5BoLaKigqcNL6fWCwiADZBSAAAAADAGsZNnT6sX6fObeIIAAAAVCVfX99OnTpt2bKloKDAxcWF20iH2qOiopo3ZwbNp02bduzYMTqmPG7cOO5SOjo8bNiwGTNmvPvuuzSKoEPDHTp02LVrF4/Ho5ceOnSIjkQvWrSIDjqTqlTJu6YD4vT4HR0d6frXX3/9wQcfLF26tEGDBne9zevXr585c4YGKnS9b9++dMT8u+++Gzt2LB2jv8+R0Izho48+4hIauqI16lTGMvKkBYeE0LDnxx9/pAdP74XbSLOWxMTEP/74Y8KECdwWmpdMnTr1yy+//Pbbbyuzw8NKTk6+cOGCv78/Xe/fvz/NDFasWMG9efLy8mhsQEOCffv2cW0ePvvss169etGNNPKRy+V79uz5888/n3vuOfpccS+Z0Whs06YNfUfRNIumO9xdnD9/ngZC9B1I13VGfZlRR6BWkssk9EQAbAUqGwAAAAAAAADAxg0fPlyr1a5atYo7e+TIkdTU1Oeff547S0e36fCxOWmghg4d2rp16x9++IE7azAY6CgzHW7mztLR5xMnTtBwglS9ytw1TRe4pIGU12qkp6ff6wbpU8ElDRQdDX/rrbc0Gg0NJ0i1VFpaSsfoW7RoYQ4SCJsuxMXF/fzzz2VlZQ/cgTw8Gk1xSQMlkUjoc05Xbt68SZd///13Tk7O+++/b24oTVc+/PBDGuFwSUxISMi8efPoFi5pIOyTTN9ddIW+jua76NatG5c0AADYElQ2AAAAAFhHVFiAi5OMAAAAQNUbNmzY5MmTV6xYMXbsWMIWLtDl6NGjCTsuX1RUFBwc/MUXX1heRa1W5+bm0pFlDw+PUaNG0aFkOkbfp0+fzp07cxMW3fWOaCqQn59PHgm9I7lcbrnFwcGhMnfNTTfE8fLyokuFQnGve6kwaQ8XPJw5c4ZUSxcvXqRxCzfcb4luOXny5Llz5/h8/v13uNcrdR8+Pj6WZ7kgh0YydJmUlESX8fHxKSkp5h24Vzw5OZkug4KCXnrpJcJO7rR79+7t27fTnbmn1zwrFxUaGkoACDl2/OLyFbu//mIsZlIC24CwAQAAAMA6pkwcSgAAAOCpkEql/fv3//fff2/evOnu7k5X6MC9n58fvejatWuEHW2/64B7amoqzQDmzZtH04iff/75T5ZIJOrateusWbPunHrot99+M8//87Dmz5//4osvVthYmbsWi8XmdfPUPfe6F/pwLM9yv9A3V05UN5mZmaQ8QbHEbblx4wZNGu6/A3l45jIRS9wdZWVlEbbjwp07pKWlcSs//vjjjBkzMjIy6LqLi0uHDh3oi3L8+HHLne3t7QkAgM1B2AAAAAAAAAAAtm/EiBHLli1bvXp1ZGQkDRg+//xzbjsXOYwdO3bu3Ln3ui4dzaf70xQhJSXl4sWLdNB/48aNffr0uTOfGDRoUN26dckjuetv8Ct/15WUnZ1teZYbE3dzcyPVkre3NymfwsgSt4UetkAguP8O5Iny9fWlyytXrgQFBd11hwULFrz99tv0pZw0aVLz5s3btm1L8yH67qoQNgAA2CSEDQAAAADWkZya4eHm4uIkJQAAAFD1unfv7uXltX79+qioKDqCT1MBbntgYKBEIomPjzcYDHz+rd6WCxcuvHr16v/+97/U1NTp06f36tVr4MCBdVn9+/dv06bNoUOH0tPTKxQ31GGRJ+TChQuVv+tKqjDqfeTIEbrkGmU/EI/Hu0/NxBNhbnXACQ8Pp8uDBw9W2O3AgQP29vYxMTFarfb+O5AnKiwsjC737ds3atQo80b6PqHvlqZNm9L3GNcXZNGiRZZvAxpOkPuWm0Ct1bRJND0RAFuBBtEAAAAA1jFt1vKTCckEAAAAngqRSDRs2LBdu3Zt2bJlyJAhTk5O5oteeuml8+fPT5061TwcTIfgx44du3v3bjs7O09Pzz///PPHH3/kJtKh9Hp9SUkJvYUKUxI9cVVx12vXrt2+fTu3npOT880338hkMvrMVOa6NKSh916lg+bclFAqlYo76+zsPHz48KNHj1r2xJ45c+aZM2doXOTo6PjAHcgTRZ8oqVT6/vvvm3s26HS6KVOmfPzxx/QNRs/SN4zl8RM29ti5cydB2AAAtQAqGwAAAAAAAACgVqAjxT///POFCxemTZtmuf2rr746ffo0HdM/dOhQhw4dSktLZ82a5e7u/vvvvxN2Kp633377hx9+6NKlS8eOHekWOlifkJBAR7QdHBxIVaqKu5ZIJL179x48eDBNMlauXJmZmTl37txKRhdBQUGJiYlt27YdO37sgJHPkipAHzKNUlavXt21a9dJkyYNHDjwp59+SkpKmjBhAt0YGxt78uRJ+iTExcXNmDGDu8oDd3iC6DNA3xvjx49v3rx5v379QkNDN2/eTN82r7/+eufOnekOffv2pc9qmzZtevXqRQ8mIyNj0aJFNBEpZBGA2xUrVDnZhWFhvgTAJqCyAQAAAMA6+nZrFRLoQwAAAOBpadGiRXh4OB1kf+aZZyy3y2SyvXv3zpkzx9XVlQYMGzduHDNmzKlTp6KjTdObfPnll2+99db+/fs//vjj+fPn+/r6rl27dvLkyaTqPfG7HjduHB2Fz8rKWrBgAR0xp7c8duzYSl6XpjIBAQFHjx5NT88gVUMsFtNASCgU0nvhZh/y8vKi63SjXq+nr1FJSQlNFw4ePEjTIO4qD9zhyRo5ciRNXEaNGkUDqunTp9MDXrp0qTnYoNs///xzeiSrVq369NNPz58/T1+4hQsX0ovoU00AbpeUlD5rzlqNRksAbAIPNVwAAAAAAAAA8EBGlk6n02q1K1KOjz+0vL67765Bb5Jqz4lvmksnPz+fjpVPnDjxhx9+ILUPHRxv1KgRjS4e/+FrjTqVsYw8afY8sR1PRGoZnVGvNJYSqJWOHb+4fMXur78YKxbXune+jRm9bcGmtMTXApuPC28hYdnb24tEIhqd8likdsA0SgAAAAAAAABQK0ybNk2lUr344osEAKAakMkkYaG+SBrAZiBsAAAAALCO9dvj60WFhGImJQAAgKrXpk0brVZ79OjRIUOG1KtXjwAAVAPRUYH0RABsBXo2AAAAAFjHum3xaenXCQAAAFQ9V1fXy5cvT5w4cd68eQQAAACqACobAAAAAAAAAMDGrVu3jtR6DRs2ROdOgGolKys38dyVbl2bEACbgMoGAAAAAOuYOmloXP1IAgAAAAAAtdK1rNxtO45pNFoCYBNQ2QAAAABgHZGhAQQAAAAAAADAJiBsAAAAAAAAAAAAAHjaoqICJ43vJxaLCIBNwDRKAAAAANYxbur0nQdOEgAAAAAAqJXkMklYmC8BsBWobAAAAAAAAAAAW1ZkUJKa4Nq13J9mrpjy1lBvL1dSK5UaNfREnroVq/ZeTb8x5c2hBAAAHgMqGwAAAAAAAAAArE+lKqVLBwc7Ak+XgM/T6w0E4Km7mJQ+a/ZaAmArUNkAAAAAYB1zp00hAAAAAOWU6jK6dLAXE3i6BAK+wYCwAaxAoVBdTs3SaLRo2wC2AWEDAAAAAAAAAID1qVRqusSY49PH4/MNeiMBAIDHg7ABAAAAwDqSUzM83FxcnKQEAAAAgBClslQqdSDw1PH5PFQ2gFU0bRJNTwTAVqBnAwAAAIB1TJu1/GRCMgEAAABgqVRlaNhgFQKBQI+wAQDgsSFsAAAAAAAAAACwPpWyFGGDVQj4fD2mUQJrKFaoLl/OIgC2AmEDAAAAgHX07dYqJNCHAAAAALBU6lJ0h7YKHp8YUdkA1pCUlD5rzlqNRksAbAJ6NgAAAABYR5+urQgAAABAOZ3eIBZhoMYKBHw+ejYAADw+/BsGAAAAAAAAAAC1l0DAR88GsAqZTBIW6isWiwiATUDYAAAAAGAd67fH14sKCcVMSgAAAABWxRcI9HqEDWAF0VGB9EQAbAV6NgAAAABYx7pt8Wnp1wkAAAAAAABAzYewAQAAAAAAAAAAAOBpy8zM2bb9OAGwFQgbAAAAAKxj6qShcfUjCQAAAAAA1EppV29s23GMANgK9GwAAAAAsI7I0AACAAAAAAC1lU6rE4swPAu2A+9mAAAAAAAAAAAAgKctMNCza5cmBMBWYBolAAAAAOsYN3X6zgMnCQAAAAAA1EphoX4dOzQiALYClQ0AAAAAAAAAAAAAAPBYEDYAAAAAAAAAAAAAPG2bthyhy57dmxMAm4CwAQAAAMA65k6bQgAAAAAAoLa6nJrl6eFMAGwFejYAAAAAAAAAAEDtJRIy42NlGi0BeLoKCoplUgcCYCtQ2QAAAABgHcmpGR5uLi5OUgIAAAAA1iO2E9NlUWGJp6cLAXiKpr41tEyjJwC2ApUNAAAAANYxbdbykwnJBAAAAACsyk4sosuiIiUBeLocHOydnRwJgK1A2AAAAAAAAAAAALUXFzYUFiNsgKdKqVQXFpUQABuCsAEAAADAOqLCAlycZAQAAAAArMrZmZnWsgjDvvB0nTpz+atvFul0mEYJbAd6NgAAAABYx5SJQwkAAABAOZWq1NHdmcBT5+7uJBDwMY0SPGU5OQVubnKhUECmwve7AAAQAElEQVQAbAXCBgAAAAAAAAAA68vNKQoK8CJgDb4+7kWYRgmeLm8vV0dHewJgQxA2AAAAAFjH+u3x9aJCQgN9CAAAANR6JSWqMo1WIsHIo3UEB3mdOnPJYDDw+ZhyHJ6Sli3qEQDbgr9AAQAAAKxj3bb4tPTrBAAAAICQ3NxiuvTyciFgDZGRgSUl6qTkTAIAAI8KYQMAAAAAAAAAgJWdSbhMl+Hh/gSsISLcTyDgnzyVTACeisRzaStW7SUAtgXTKAEAAABYx9RJQz3c8OtFAAAAIMUKVfyhxNAQX5nUgYA1CIWC0FDfhMRUrVYnEmG4DKpcQkJqemY2AbAtNvu3p9FoJAAAAADVWEQI89NFfGgBqGo8Ho8AAFRvO3Yc1+sNbVrHELCexnGRKSmZZxJSm8RFEoAqlnb1RmgwmreBrbGpsMHyuzq+twMAAAAAQAUIHgCgGiooLDly7EJQoFf9mDAC1tMoNmLDxkMnTyUhbICn4MXRPbRaHQGwLTYSNnDRgnlpThoQOQAAAEC1NWPeqvYtYhvFhBMAqALmXIHH4la4LwiIHACg+khOzlyxao9YLBo1shv+crIugYDfrk2DTVuOpKVdDwnBT86hanl7uxIAm2MLYYM5Y1j5+wUDGy4YDAbLiwAAAACqoeRrmYY8acpeLQGAKkNzhQYtPaIaufEsEACAakCpVK9bH3/iVLK3l8ukif2cnaQErK1N6/r7DyYsXrbjnSnD0bkBqk6xQiWXSQiAzbGdygYaMGxceJkAAAAA1BCiduTiibzz1wwEAKqSg4QfGiMXCAR8FlffgMgBAKxCo9GmXbmRmnY9LS0rPT3bYDR07NDoma5NhUIBgWpALBb17d1q8dIdGzbGD+jfjgBUjWnTl3bqGEf/+BMA21LjwwZjOXM1Q5MOvnaOIgIAAABQ3QWRhoQ5AUDVSDqZk3tdpdPptFot/cogFAqRNADAU1BQqCguUioUqqJiFbtUFiuUimJmRaks5fZxkju2bl2/aZMoby9MpVK9NGoYcTA+8eChcw1jIzCZElSFS5euqUs1QUHeBMDm2EhlA00a9Ho9t97nxTqe/o4EAAAAAABqt3mfH+fCBo1GQ8qbN2AmJQB4fPkFiuJiNj9QsHFCUQld0i3FxWqlSs3tYycWyeQSGirIZBIvT9eIcH+53NFJRs860C0ODnYEqqvnhnf5Yca/i5ftmPrWMDs7/J4VnjCdXu/t7RqKKAtskY30bLCsbAAAAACoES5dzXB3cXGWY4JmgKrFVTbwLaBNNADcHx0KLC5W3YoTipVFxco74wR7OzGNE+T0JHP09naLjAygcYJc5sAs5Y40bCBQM7m4yJ4f+czc+es3bDw0aCAmU4InLDoqkJ4IgC2yqZ4NBACghis7f7L01D7t1ct8dy/ZwHEidy8CALbrl7+XD+zeqX3zOAIAVUmv19OwQSAQCIVC7odKBABqPSZOKFIyiYJCyU12xJwtYbcUq1Qq02RHDvZimcxR7iSRSyU+3m5RbJwgkzH1CjRjECNOsF2REf7duzXbvPUoffW7dm5CAACgEmynsgHfGQCgpuDxiFBEtJpbWwxqlebCScXyWfycHL1GXVaYVawXaeu29mqDsAEAAOBx0bBBp6PjinqDwYBvDQC1B/1zzxYiMOUIXHUCc5atTigqVqvVpjjB3t7OSS5h5juSOfr6uNeJcpSx1QnM9EdyR7HIRn6jCY+gc6fG+QWKrduO5ecrnh3Uns/nE4DHtmz5LidnaY9nmhEAW2Q7lQ342gAANYVITHh8Qj+pGgzMX183C4sFC6eJks/ZEX6pRq1RZNN98kr0rnr8tQZg4yKCA5zlMgIAVYwrg8ZXBgDbo9XpiouY0gS2KEHNznqkLJ/1SKVWl3G7OThwcYKjk0zi5+dRp06wXOogd6KJAlOyIBIiToB7enZQB6FAcPBQYmGh4oXRPVDLAo+J/r10/GRSrx4tCICNsp1/U/HNAQBqCk3ZrfXk6zcSsnObCR2FGo0iJ82gYy7T6Eix0El43yHI7Bsl65YnXki8mZSYIxTzwyLdoup5Dn8hTuZ0q9Fc7xZzvQPk81YMvdeN9G0z39NHep8dnrKLCdnbNiQln89JPp/t7uEYGunWsKnfgBENBIKqnVN72ie71y5PXLFjtI+//K47DOm6gD7hexJe4c7SAatN/11o2SHYzV1CnhZ6AAM7/NV7UN13v+p856UqpbZb4z/o22DBuhEEao5XR1eXP30Ats14OwIANYdGq+OSg2JTvwSuiQK7LFaVlprjBHsnJ4lcxvROCPDzkNUJprkC2ziBWQqFAgLwqAb0b+vsLN24+fCvv68eP7aPVOpAAB5VWtp1uoyLiyQANgoBPgCAdag12sTMa5cVCicPt3ORsVG7lojYpMFgJKmFxD7Mz9HH/17XzcoofmnwMkVRmVDIDwpzocsThzKP7E/fsTH5+9l9g0NdSA20Z9vlD1/bRFccJCI6aF5YoKZb6OnArrSvfunpKBWTauO37w8s//s0DScIAADUEJYxA/IGgGqFxglMXYKCme9IoVAVFTF9mIu4s8VKdalp7lGJxJ6b7IjGCYEBXrf6MNNQwclRKECcAFWoY4dGHu5OS5btnPnbf+Ne7OXh4UwAHkndusGffDhGJkNkBTYLYQMAgBUoS8uOXrlSQHgyF5fca9dVRjtRo67hxzbxddp8NSkqIxENm9h7eN7r6rN+OEiThr5D6k14q5WTsz3dUlxY9tfvR1YsPPPpW1v+/G8Yn1+pUoB1B14i1YNWo5/59T668tbHHejjovEJXc+8UjT9s93HD2XM/jGebifVhlKhIQBPwpa98dFhIcH+PgQAAMB2aTTaIq53QvkER+xkR0pFMTPxUWmZ6ZOVo8TByUkiYysSgkxxAl1npj+iS8QJYF0xMaEvT5TN+2vjTz+v6NO7VcsW9QjAI0HSALYNYQMAQFXiEZFFL2i+gBj0xGA0Hki+pBSLHJ2dZYpcXynhufmcFfTmGfTBhzZkq4iRkOABQ/n3+EKl1xsP7k7zD3aa8mlHc6ggd7Z7/f12yedyzpzIunK5IDTCldQo587ezL5R0nNgnYEj6ps30sf45cyevVvO3b31UrUKGwCelM174h3s7RE2AABATVdWpmV7L5sSBbZSQWU6W6ykl3K7SaUObH7gSBOFkCAftiezKUuQyxwFAnTfhWrN39/j7TeHLFu+a9XqfYnn0oYN7SSTPr1ZVcEG7Np9MrZBuJubnADYLoQNAABVyUh02lvnaNJAv2ztv5hSLBA4SiTGnOuHj8TvjD/q6e767MCBl1oNOO7oRw4f6Nmtm1P4PedwZLpc6o1CgYDHq1i+MOaVZnk5KjeP2z7yplzM/fnLvZeScr18ZLFNfEe81Njbz9QNwrJnw4qFZ37+et+Mvwes+ufMhcSbOo2hSUv/YS/GRcfcs8DiCTKw3bDF4or5ilQmfvfLzvYOQqORmB/usfiMeTMPX7tapDcYAkNcXprcvFnrQO6ilAs5LwxYRq/i5i7ZsOr86aPXZM52cc39J7/b1kFyq5nblrVJG1edozvHNvF79vlY8jAGdPgr50YJXXm2ywIahyzb8vxdd7ucnLdx1fnzZ26kXMzx8Jb6BzqPmtAktrEvd2nvFnNbdAgeOb7Jsvknjx/K0Gr1UfU8aVzkF+hkvoWb10sWzz1+aN9VkZDfrmtY9wF1yGO7z1NXmcPu3nR2556RHl6OqxafFQj5L7zcTFOmp2+bJZtHHT1w9cDO1AuJ2d6+smf6RY94KY4AAACADSkt0xQWlxQWldBlQWFxfqEiKSvjmZs+ztfEH5yeV6ZhPvLST2tSRwcmQmDiBMfQYF+Z3IFpwszOdEQDBgEfcQLUbDRdGPdS74OHEjdsODTth2UjhnWJjgokAJWQnVOwacsR+nW+c6fGBMB2IWwAAKhalvNClxYW7Ei6dL1E6RcWmp1xLczZ7vLVDPppI7+wSKEozi/RHtfwGw4cGT6g731uUCjkt+8atnNzysdvbh5Bw4D6XuZR+KatAirsTIfF3xi92sVd0nNg3TPHr/23JOHIgfSF656zs7972cS37+9w9ZC8MrWNTqtfvuD0xOErvvmlV8sOwaSK1Y318vSWrl2eKHOy7zckxhyHUN37R1vuuXVd0pfvbHN2cWjdMcTBURS/J+3tsWs/+aF7l54R5n3+W3JWUVw2cESD9t3C6Pq6f8/Rs1/M6MFdOuOrfSv/ORMc6tJ7cL3rmcVvvLAmMPghJl0dOrrhjk3JFxOyh41p6OV799+kbFh5ftonu+jhNW4eUK+h99mT1w/vu5qeVkCfeRqccPucP31j8shV9HV5/YN2u7dc2rY+6crl/L9WD+e6U1xJLXj1uVWFBepO3cPpoP+ebZf2bb9MHs8Dn7rKHPa5MzcuXcyNru9ZmK+OiPagZ+nGT97aIpGIegyo06Zz6LK/T/0+7SDNjQaPergUp3bq0aFVkB/KGgAAoFpQl2qKipksgZ6KFEqaK5Qv6RalpjxOoIOtcimTH/CF/Bv2pRon4cT2nZl0gZ31qJKTeQLUaK1bxkRG+P+zePu8Pze2aF6vb++WYrGIANzXocPn6fukVasYAmDTEDYAAFQho15flpaqOnNcefpMScLpTC//E516yCWSa5dS6aVX9do2zeJyCgrDAv3FjtLTp47LHOwHt2nlYG9//5t965MO1zKK6Ag1Pbm4OTRpGdCwqV+bTqEVahqovBwVHRN/9d22hJ1/6Z2X1x/ee/XUkcwW7YPuessOEtGvCweJ7Zgoom3nsOd6/fP79IPN2wVV9fdGe3vhVzN7Tp2w/p/Zx+kpLNKtUTM/+qBatA+mF5l3Kywo/eWb/aERbr/+M0jmZEe3vPRq86kT1/3yzb4WbYOkMlMT6YwrhYs3jaTpBV1v1yVswrB/6RNVXFgmd7ZLTcmnSQMdSf9pfn+JI/OVYMuai1++u73yhzrshUZXLuXTsGHQyFgf/7uEDWqVduY3+wKCnGf/O8Tc15qOvy+Zf/L00WvmZz79SuHXv/Zq1yWUME91qEgk2Pjf+VNHrrXpHEK3/P3rEZo0fPrDM116MTUuL7zS/I0XVpPH8MCnrpKHTZOGD77p0qO8zIILG0Ri/syFAwUC5k3Som3w8B4Lt65PQthQGd3btyIAAABPi7q0jAkSipUWSy5dUNIVjVZHmDiBJ5cypQnOcqmTXBodHli+zixljhKaN+h0Oq1WuyLl+LRDR+u7O8TUCyEAtYyHu/Prkwdt3XZs956TySnpo0c+4+fnQQDurX27htFRgQ72dgTApiFsAACoKkajMW/1yvQ5vxbk52qMBrWbh2LIc1J1aX5JiYOdnYDPV2p0Lm6+L74wplRn2HIygV5hVIf20f5+D7xlJ2f7mQsGLv/7VPzeK6nJuds3JNPTT1/u7T2o7stT23Bj6BwaG7zwanNunY4Fd+4eQcOGG9eL73XLQ8c04pIG5nXAuQAAEABJREFUSioX9x0S89dvR8+fuRnTyJtUsToNvOauGLJw9vEEpu1E/uXkvJWLzjo72495pZl52Hrz6gt0CP6ND9txw+UUXRkzsdmUCeu2rrs46LkG3MbGzf25pIGydxDGNPS5nJSXn6+iYcP2DUl04+iJTc3PUvf+0f8tPUsfI3lCjEby9icdXd0l5iF7KiTCjS4L8lXmLfQAuKSBE9fCn4YNeblKuq5Savdsv1w31otLGgg7ndQLrzR7Z9IG8qge+NRV/rCf6Rdd4cY7dAvnkgbCdtoICnHJzVYSAAAAeOpU6rLyCEFZdFuNApMu3IoTZBIuS6BLHy83J5mj+axMer/qBCOLAAD9esXn9+zevG500KKl23/+dVXXLk06d2yM4h64F2cnR3oiALYOYQMAQJVgkoZFC9Pm/55ZlKdjWj6T0matPaIi1cmX84sVucXFHnI5n88vUGlyFerTKZcKFIoXunTq0KAe/XjKFxC97gG3T8d86egzPRkMxtPHsg7vu7Jn26U1yxKTzufM+LO/ebw4MMTFcuzYxY0pfVCVaO91s/5BTpZn6dUJ0/Uhp0LYUFaqz7lZQh6JRCp2dXO460U+/vJ3vuhEV0rVOvqIjhxI37ExecZX+9Iu5U/9rCPdnp5WQJeJp65nXi00X6u4qIyw1QzmLW6et32Gc2CnANJq9Nxjocuo2xtRRNfzfIJhAzMc3zeKruh0Bnqoxw9lnjl+7WJiNt2iYY+B4+klrXAt5iC1Brq8nJSr0xrqxHjddpC3n31YD3zqKnnYvgFOd36DcvO47Qm3dxQVFZYSqIRfFyxv2ywutk4EAQAAqByVupRpnKBQWiYKXKUCPWl1zIdI+o+1XHqrHMHXy82cJdAtcqnkztZfAPBogoO9p7417L/V+7ZuO3bu/JXRI59xcZERAAtKpfrq1Zt16wYTgFoAYQMAQJUo3L710txfMhUF3E+/+GKxPjA099p1UWFBTFrSRQ/vPB7PVSrVGwznr1zJKy7q36JZ14YNBHy+0Uj0+oe4I/plMq65Hz2NebnZ79MOrlmWsH7FuWEvNOIuFYpu68LHfbG8z+/RnN1um4hJJmN+BV9SXFZht/Nnb0x+/j/ySHoMqPPBN13uv4+9g7DDM+H0NHpi0y/+t23t8sQ+g+tF1/fMzWF+L79y0dk7r3I981a5hoPD3f51Yx+1SqGhSxfX29KOCuHE4zuyP33OjPikc0ywQV+Chk3oC+R/cHea5T72jneZ19VoYA5SWcIcpPPtB+nqLhEKH72nYmWeukodtv1dnlvJHY+FeyDwQClXMupHI2kAAIDbKFWlFaY5Mq0rmKVOx3xSpB8a5TKJOT/w9/FgVmSOzk50yVQnIE0AeGrs7ETDh3WOiQlZvmL39J+W9+/bpmmTaAJQbtfuU8dPJL//7nP0rUIAbB3CBgCAKsH39NTVq0eOxtMxbtd69R2atylycxMnnAnetr4k84r7K+/k6rTpN27k3bxeoNUPbtOKhg1iUfnfyfcdp50z49DCP47/9Gf/Cu2g6YDv8Bcb0bDhPDuN/qMpyFUFh7qYz2az5Qsyp4o9JEIiXL+c2ZM8Ei9v6Z0bXx25KvH0ja3HJ1boXO3tJ+s5sM6ZE1mJZ27QsMGd/QX9yp1jLDtIPxSpnIlP8nNV7hYBg+KONOVxXE0teH/yBkepHY1/Iuq4N24RIJWJN6++UGHUvjIHabmxrEyn0xnIo3rgU/f4hw0AAACVVKJSW7RfVlpOfERzBZ3eHCdw4QFTneDv62FZncD1TgCA6qN+TGhQkPc/i7fRyCEhMXX40M4ODpidH0h+gWLv/jMDB7RF0gC1BMIGAIAqIY9t1HLGnLyzp3Qlxd71i08kJtjtPFx37/6bquLsXgPtPL3ti4rOXTxNFIUvDBzYq21r+n2ykrccyk6jv3XdxQphA3UjS0GYJs9i8qguJmY3anaracT5s0xuEdOwYsMGZxeHDt3CyJMTEuF2+njW9g1JvQfXrXBR9g0m8JBImE9mfoHMLE+njl3r4Xfrt0I3rim2rL0QHePVol3QA+8oPNo9fs+V82dvWvZLuHIpnzyU+363P7grraxUP/nd5v2HxZg3Xr/GvDSVnOKYvsRCIf9Cwm0zOyWzBQeP7IFP3eMfNjyCnz+ZQgAAwBaVKNW3VSeYcwW2fYJez/yAQCDgWzRLcAz08zJPfES3SxEnANQ0cpnk5Qn99x04s3nzke+nLx0xvEtEuD+B2s3VRTZyRNeGseEEoHZA2AAAUCV4PJ7Azs6jcUO+Ygmv9FhAgR3/0NFsteJGg0Z59ZtmZV67di3TtVTVUiLsXLdO5ZMGql2XMG9f2ZY1F3Ua/XPjGodHe3BfRC8l5U37dBdd6TmoDnlU/y483aVnhAdbfHDu9I0tay/Wb+RDB+hJFes7NGbNsoRpn+zKuVnSZ3A9dy9T2cHuLZcWzz1Bj6dNJyYb6NIzcsGsY3NmHKL5R0CwM2EbDPz6/YE9Wy/N+Kt/Ze6oXeewhX8c/+u3ow2b+MmdmZ8abd+QfHjfVfIwRCKm/EKtvntjDZGYubS09NalhQWlG1aeY1crNWwvcRS16hC8b0fqhpXnufSlRKH5fdoB8hge+NQ9/mEDAADUHjSJL1GqyosSlHf2ZObiBKFAQMMDLktwdpIGB3g7mYsVnKRSiQMBANtCv5q1bxsbHRW4YOGW2XPXt21dv1evlvSvAgK1GJIGqFUQNgAAVCGeNoWvu6jKiiz4e21eYUGev5eiXh1nZUHJprUBJUVeRXl+MQ3EUtO0QiIx0WoefJtiO8GXP/ecMm7tjk0p9CRzsous41FWpqPZAP3e++o7bWIb+5JHpSgsHfvs8o7dIxRFpbu3XnKUiF//oB2pehHR7lM+7Tjtk93zfzlCT74Bcl9/p8IC9aWLufb2wk+mdeOCAW8/2duf0N12jh/6L40f/ALkNCdIPH3j2edjm7QMqMwdRdf3HPt6i3k/Hx43ZHnbTiE3rpfQ0Xb/YKfMK0Wk0rx8mZmIPnlzMx21//rXXhUubdEuaPaPwl+/3R+/O7VBnG9pmW7XphSVinlpS4or8QKzXnuv3aWk3G8/3Hlo7xUff/nB3WnGSoz4X79W/MYLaypspMnNh992feBT90QOGwAAwGbQj1UKGifctXFCUUkxjRMMbJwgFJiaJcilLk7SEBonlM90RJeOEnsCALWPl6fLW28O2bjp8P4DZ5OSM0Y9183Hx41A7bNl69FOHRuJxZhACWoRhA0AAFWIr96tyZdfenPpDVWJfZOQod8MSb+mvLH8rOulRGeByE1gV+IoFTmawgZtpUd06Yj53+tGLJpzfOemlIJ89YnDmXRjw6Z+I8c1rsxUQvfxxoftb15X7NtxuaigtOeAuiNeiqPj/uSp6Dc0JiLaY+lfJw/tuZKVUUxPQhG/a+/IF19tzv0Sn9O9X1T9Rt4r/jlz+ti1fdsvR9Tx+PSHZ7r0iqz8HY2Z1DSqjseKRWfWrTjn5uE47o0WRoNx3swjlb+F/sPqH9yVlnDquk5nKFXr7G/vR02P9tMfu3//8a6TR67RU0i4a4dnwulVxvRfcuZk1kjSuDJ3QbOBOf8OWTTnBI0ZThzOiKrn+e6XnZ/tsuD+11IptccPZVTYaG7Ccf+n7okcNjys1z+bPrB7p/bN4wgAADx1TJxQoipSlJgbJ1iWKdAtBgOT9IuEQrY6gQkP3FzkoUG+zlyxAludIHFAnAAAdyEUCPr1aV2/Xsg/i7fN+GVlj+7N27dtiLnRapXde07t2HWiYcNwby9XAlBr8Iw1fCZmevx6vV6r1ZaVlb3ebR/d8tnCzp7+jgQAwNqMeoUw/33FOa8TX6xxaBkR+3I3e7tzhdeCjr291F2hFvB4ZQY9f9Cghv/7mFQDKxae+fnrfd/81qtt51ACAE8FwgaAqjbv8+Mn9mS1GeDUbqC3hGVvby8S0dFjIY9FwKbRb4vFJXerTmCXxSWmOEEsYuMEmdTcjZmb+IirUZCgxasFI0un09Hv4CtSjo8/tLy+u++uQW8SALgHtbps+YrdiefSQkJ8Rg7v4uQkJVALKBTqz778u3WrmAH92hKoHUZvW7ApLfG1wObjwlvU5o+dqGwAAKgq/NLDRiKQxsoafNlIFt5cxDtr4IflJzu6lGpo0kC/p+XryqJiMcgIUHtFBAc4y2UEAAAeFRMnKFSFipKiIqYJM9c4wRwt0Iu4X9eJxSIuRaARgoebc0SIv6kPM7t0sEecAABVxcHBbszz3Y+fTFqz5sD3PywbNqRT/ZhK/brrwsX0OtGBBGommcxh0vh+gUGeBKCWQdgAAFA1jKU85S5iKDEar7sEKYn+qN6xJ5H192qQVCpfrM3LKxIQ75HjAp7pTQCgtnp19FACAAD3pS7VcMmBuV8CXSpKVAaD4UZOPo0TuN0s4wRPN+fI8jiBSxQQJwCAdTWJiwoL8V20dPuCf7bGNYwYMKCdg734Pvuv/G9falpWdFQgavBqrrCwR2+mCFBzIWwAAKgaPHuD+yfMbHXEwNelGwSePAEzdb59eIRji1ZZ2zY59e5bd8JrBAAAAKB2U5eWVZjgyLJAQaPVcbvRLKG8HEHq4+kqlzna24m5LMFJJr3/sB0AgNW5uMhenTRg1+6T27Yfv5Sa9fxz3YKDve+18+Ej5+gyKTmd5g0EahSakdNXuWvnxugLDbUTwgYAgCrDZxoG8ggxiqNu/R6Fz/d65Q1hm/aujZvyRdXow8ezz8fSEwGAp2jL3vjosJBgfx8CAGDT7hEnMImCOU7g83lyqUWc4OXmVF6XQJdyqQQ9NgCgpqN/j3Xu1JjmB/8s3v7bH6s7tG/UvVszgYBfYbfPvvybW9l/4CzChhpnzZr9CYmpbVrXR9gAtRPCBgCAp03k6urdsTMBgFpv8554B3t7hA0AYANU6jJzRULRbVMelRQWKbU6U5zAVCeU92H29Xa36MYslTFxAgEAsHl+fh5vvzVk3fr43XtOXbh4dfSoZzzcnc2Xzp63XqFQc+tJyRk3s/O9PF0J1BBKpfr8xfS+fVvTpJwA1EoIGwAAAAAAAOABVOrSQosmzLf6KDDrpjhBwOfLb0125Ojn7V6eJdCNUpkj4gQAAIZIKBw0oF29usHLlu/68acVvXq1bNMqhrsoJSXTcs/9BxIHD2xHoIZwdHR493/DHCUOBKC2QtgAAAAAYB09OrQK8kNZAwBUF0pVaYVpjkzrCmap0+npPgIBn+2dwE5wJHMM8PVkqhOYSgUmUZAiTgAAqLToqMCpbw9bsmzHmrX7ExNTnxvR5ZvvllTY5+TJpJ7dm0kk9gRqCCQNUMshbAAAAACwju7tWxEAgKeoRKVmpzZSmpYWEx/RXEGnN8cJploEugz087TsnUDHUBAnAAA8KY6O9uNe6n34yLl1Gw59/tVCo8FYYQeNVnf4yPlOHeMIVG95ecU0N3puRFdXFxkBqMUQNgA8YUajkUT7V4UAABAASURBVABArYcmlgAA8PTRz6FKGifcrQkzs1SU6PUGuptQIHAqzxLoMsjfu7w6gVlK8ZNMAICnq0Xzeleu3jx+Iumul8YfSmzfvqGAzydQja1euz+/QCGR2BGA2g1hA8ATYBkwIGwAgAoQPMC9/LpgedtmcbF1IggAQOXQT5olShWXHNxZo0BXTHGCUMBNc0SXLk7SkADv26sTMB0HAED1cq+kgSosUp5NSG0UG06guiouVqVnZA/o18beTkwAajeEDQCPhYsWzEukDgBgjhZ4rDu3A5ilXMmoH42kAQBuQz9CKpSqO5swc8tiGicYmDhBJBSy1QlMeODqLAsJ9DFNfMRWJ0gcECcAANQYn3359/132H/gLMKG6kwul7wzFX2hARgIGwAenTlj2LvmiqKwzEiMxCJ7AIDaiQsV6LLzkBCxnZDP1jvTs/RvBuQNAABAuDihRHWrCbO5OoFZMisGds5uGic4Ozky7ROcpG4u8rAgX/PERzRgkDhgogYAAFuwYNFWhUJ9/33S029evXojKMibQPWjVpc6ONgjaQDgIGwAeCx09NBgMOxZk5adqSQAABZa9vQRihxoCMnn0cSBj6QB7jR5zFB3FxcCADaHfkQsNsUJtzVhNlUnlJjiBLFIyOUHNDxwd3UKD/bjKhW4pYM94gQAANuXkJBamd32HziLsKEaunw5a96fG19/bZC3lysBAIQNAI/MWM5A/0MpAwDcQafT6nRCgUBIBITHVDWguAEqCg8KIABQM9G04M7qhEKFsohZlhQrVNznQ7FYxNQisNUJHm7OEaH+XB8FNlGgcQJmdgYAqNXe/2heJfc8m5hK/6Gh/5oQqDYMBsPK1Xvd3eVenvj9EIAJwgaAx8KmDQbzWZ8gqUQqunO3gtzS/JtMXaRULvYKcCQAUDMV5ZflXlfRFYlM5BN4lw/6NHtMO1/IrWu1Gq2O+XeWiRl4fCQNAAA1C40TikuUlv0SbkULTHWCKU6wY+IEUy2Cl7tLFI0TLFoxo1EkAADcy48//6vRaCu5M/1X6dChcz26NydQbajVZXK5pE/PVviiB2CGsAHgsRgJM42SubKhz5iIOo3d79xt+4q0Tf9coisRDVye/18DAgA104ENGavmXKQrwVHO4z5ueOcOpSrde8N2c+tanUanEzEzKBkEPL6BK24gABZe/2z6wO6d2jePIwBgDfRDXJHi1uxGhbd1UChRMHECs5udnchci+Dt4RoVHsg1YWbqFeRSeikBAIDqp/rPQPDqywOUylKVqkxFl2q6wq7Tk7qUjmLTFaVpe5lez/zGMf7w+U4dG4nF+HenupBI7CeO60vQudMa8OW62kLYAPDouLIGg9FAAADuoNXSsEEs4AsEAqEAnz4BAKzBQP+z05ZoSy5dvaHRGco0eqW6jKYIxSUqmi4olKY4wd5ObK5F8PF0qxMeaK5OcJFLMawDAFCDmId9q//4r1AgoP/Q0NMD9ywr09IoQq3WiERCjGtXE/QVoWEDAWtD6lDdIGwAeHSmf+PZzg0EAOB2ehbT1oWdbA1/UcCdIoIDnOUyAgCPgf5FW1yiLFKUFJcwRQnFihJ2XcmWJigVBpW4BTmvIJf3CmVSiZPM0cVJRuOEelEhzLqzjOumIBbhaxEAQI3Hfd42L5mVmhM83J9QwJPLHOhJr9MRqAaSU679u2L3xPF93N2dCDwtXK7ATFPMLjmYr7i6wadqgMfCfYLB32sAcCeDQW9kG8gbEUnCPbw6eigBgAdh4wSmWUKxkpnyqKhEyeYKJcVstFCiUnO7OdjbOUmlcpmjXCb18XSPDgumK/tXZiYdKWjR3a3jIF8Jy97eXiQSCYVC7gsqAQAAG0I/desuJivf+5hdJwBVgb7NRHnFo4V8u5NbFASeNvr5TTL/d75cxmPmLOYjb6huEDYAPC4MIwLAveDvBwCAytDp9TQ5MFckMNUJJaYsgS5L1KY4QeLAxQlMouDn5Vk3XCqXOjrRs1JmyiOhUHDnLZ9cpTCWKgU8PgEAAJtmLmgwqNT65EsEoCq5sktDzk0C1qBTlwokEr6AMAkD8oZqBmEDwBOAv9EA4E6WNQ2IHOCuLl3NcHdxoYOkBMDW6XR6rhahSMnWKJRPfMQlCkp1KbebxMGeDQ+Y6gR/b095RCg9y9Ur0JW7xgkAAAAcbt4kg8HUVVEcGipwdSUAYCu0Wdd1Wdfoil6rM2p13KA2n4kb+BiXqz4QNgAAAABYxy9/Lx/YvVP75nEEoObj4oS7VicUlShV5XGCIxsnyNjwIMDH2ymSDRKkbI2CXCoUIE4AAIBHxJQ1GG71aXAZO1batRsBAFtR8Of8/FmzCNMyvUyk1ZmmxOQjZqheEDYAAAAAAMCDaXW6omIlGyHc1oSZ7aZQolKXcbtJHRzkclN4EOjrzVQqMNUJjtz0R4gTAACgKpirivXllQ0AYKv0Wj1Pp2M6Ngj4fKMAcyhVKwgbAAAAAKyjR4dWQX4+BKDa0Gh1XEVCEVeRwGUJ5dGCurQ8TpA4cMmBk1Qa6OfjFC11kjnKpaalQIAGCQAA8FRxc5bSsUYjTRowfymArdNptTRs0AsEAoMQUxZXNwgbAAAAAKyje/tWBODp0mi0NEiwrE4o5moU2OoEdamG203mKJGb8gNpsL+vE1epUN6cWcBHnAAAANWOZcs0ALBher1BoDdw4SL+1Fc3CBsAAAAAAGxHGRMnML2XmVDBHCeURwulZUycwOMRqUTCzG7EJgohAX5O5ZUKdCmTIk4AAICaSq/XEwCwaQaaNjAdWghihmoIYQMAAACAdfy6YHnbZnGxdSIIwMMoLGazBKYWQVmiVNGvWtl5+eaGzDRs4HZjqxNMcUJooL9lnOAslxEAAABbhKnbAWoDxAzVFsIGAAAAAOtIuZJRPxpJA9xFYbGi2DTZkbllgqmPgkKpqrCzTCqJiQwPDw5kJj5ydGSnPJI6y6UEAACgNkLYAGDr2EyRyxuQOlQ3CBsAoFY4fCD9wze2mc8KhXwnF3u5k72zq0OnZ0J79Iuq/E1dSsqd+NwaujL0+QbjXmt2r90mjVyTcjHXw8tx6cbh9Oz+nWmfvbOTrrzxXuveg+qQSvjth0Orl56jKwv+G+IXKCcAAGAr9AaDgpnd6O5xQolKZfmlicfj0TjBSSZ1dpIF+fkwlQoyqZOjo1wudZJK6UX4CScAAAAAAFQHCBsAoDbS6Qx5OSp6ouunjl67fk3x4stNCADA0zV5zFB3FxcCtojGCcVscsDECVz75RKugwKTLlSoTuDzeTJHRxonuMhlwX4+zGRHMinXnJnpoOCIOAEAAAAAAGoAhA0AULvUi/Vq2tKPW0++kBu/N52uLP3rdNdeEQFBTqTKyJ3tGzVj7tfVw5EAALDCgwII1Fh6vcFUi2BuxVzeNYGtTlBb7izg82VSpoOCq5NTsL+vk4wNEtgpj2RSKRsnEAAAAAAAgBoNYQMA1C6Rdd1Hjo0zn/3wja2HD2QYjeTYwYwqDRtiG/vQEwEAgJpDp9eXVyewSwXTkJmrUSimCYP6zjiBCQ/cnJ1CA/zKWzEzoYJM5iiTIE4AAAAAAAAbh7ABAGq1Fm0DadhAV7JvlNDljSzFyL7L6UrfZ+u89k5rbp8lf57+8/fjdGX6H70aNrktMLiQkP3vooRTx7JcXR06PhM6alzcve7ozp4NZaX6/5Yl7t+VlpWpEAn5NOpo2jqg/9C6Dg6iCtc1EuOm1Rd3bb18NbWwSUv/YaMbBIVi3hUAW/D6Z9MHdu/UvnkcASuhcYJpgqPy3glsmUKJgl1XqkstdxYI+HIpM8GRu4tzWKAfEyQwcQLTQYFulyJOAAAAAACA2g1hAwDUaoWFpoEkkd1D/3147FDmqiWJOp2BrpcUly2YfVKp0Ex8q0VlrmswGD/7346j8RnmLQX56rOnblxIuPn5D90q7PzNB7uTLuRy69s3puzbmfrZtK40dSAAAPAgOp2eneCIiRPKZzpiyhS4Dgqq2+MEoUDAVSe4u7qEBQc4SR25xgkytomCVOJAAAAAAAAA4B4QNgBALaXV6I/GZ/635Bx3tl6sJ3lIqSn5sY19+g+pm3VN8e+Cs0VFpauWJj7TNzIk3PWB1008fZNLGqZ83LZV+6Dr1xR//X7i+OHMs6duJpy6Ub+Rt+XOmRnFE99s7hvgtG976o7Nl8pK9Tu3XEbYAGADIoIDnOUyAo+HxgmFxaaKBMsmzFwHBZW6zHJnGidw7Zc93Vzo839HdQLiBAAAAAAAgEeEsAEAapfVS8/RU4WNjVv4N2v10G1avXyk38zsLrYT0HVff/ln/9thNJJNa5NeebvlA69bVGCa6TvtUkFUXQ96+ui7ToV5pX6B8jt3HjOh8YDh9ehKo6Y+NGygK7k5KgIANd+ro4cSqASNVsdVJJhKE9hQobi8XkFdenucIBQ4scmBl7tbZGgQN/GRjClQYMoUHCX2BAAAAAAAAKoAwgYAqO0axPl8+FVHPv/eM20b7765aUt/Lmng1rmVzCtFpBLqx3k7OTsUFapXLUmkJ5ox0Fto2MTPx19255HENPLiVhwcRHIn++Ki0jK1lgAA2BAaJzC9E5Qlpg4KihIFu+TKFNSlGsudRUIh137Z29MtKiyILUqQcvUKTjRNcECcAAAAAAAAYAUIGwCgdqkX69W0pR+3LpGI69T3pKc7dzMabq1rtIa73pRMbmdet3cQcjFAfp6aVIKzi8OXP3X94cv9Vy4X0LPX0ouvpZ9fs/x83fqeX/zY1cnltnk8HCS3WkYLhXzCdDQ1EACo+S5dzXB3cXGWS0ktoNFoC83THLFlCgouS2CrE0rLbosTxCJTnODr5VEnPETu6CiXM8UKTnTJzHVkRwAAAAAAAKCaQdgAALVLZF33kWPj7nUpj2eqKjAYbo3ml96jjKCw4FZb0dJSHU0a6IqLa2Xn+6Yhx5ylA48fyjxx5NqhfelZmcV04/mE7MV/nnn57du6TPMIjwCALfrl7+UDu3dq3zyO2ISyMi0THrDVCaYsgZ3sqIjtnUAvtdxZLBYx4YFU6uftUUcWQle4JszcDEgO9ogTAAAAAAAAahiEDQAAt9g7mP5WzLNoisAVH9zp6MH0UrWOu8qx+Exuo49fpX6hfO7MzTPHr19KyXv7w7bNWgdMeqtFakr+m+M2KEs0KRdyCQBAtVRapimyqE4oLs8SuC1lmtviBDsaJ7DVCf4+XvVkYTK2d4LctJQ62IsJAAAAAAAA2BCEDQAAtzg527u4OhTkq08dz9qw6oJ/kPPRgxnHD2fedee8XPW7kzcPHBaTna1cOv80t7FT9/DK3FFKUt6fs44TZr4m4/AXGnp4OSacvsmVUIRFuxEAqB16dGgV5OdDqhN1qaa4pKTIsgkzDRK4bgoKpaZCnGAncmIaL0sDfLxiIsvjBKZxAtNBwd4OcQIAAAAAAEAtgrABAOA27buFrll2rqxUP+Obg9yWRs1zGZSRAAAQAElEQVT8Th29dueezVoFHI3PSDx907xl5EuN6jfyJpXQe0D0vu2pZ0/d2L/rCj2Zt7u5O4x6qSEBgNqhe/tW5KlTl5YVlbCdEhQlCrZfQvlMR0y0oNHqLHemgQFXixDo6yMvr0twkjnK2YzBTiwiAAAAAAAAACyEDQAAt5nwWjNXF4fDB9IvJGb7Bzo9Pz5OKrO7a9jQtXdE/6F1N61JOnvyRp36nn0HRzdvE1jJexGK+J9833neb8e3b0jR6QwSR7GPn6x+I69hz8dW6A4NAPCwVOqy8giBa5xgUZ1QrNTqbosTHOzFckepk1wa7HcrTuCqE2ioIEacAAAAAAAAAJWDsAEAaoUWbQJ3HB9bmT1FYsGIlxqOuL28wPK64VHulmebtQ646+3MWtTf8mzbziEVDoCGCm9/2JaeyD288nZLeqqw8d+tIwgA2Iote+Ojw0KC/R96JiWVupSrRbitCbNp4qM74wQ7LkII8fe7NdMR202BrohF+DQIAAAAAFXlxoULfzw7uMJGibOzZ2SkZ1h4TI8egXFxpHKyziXOGTq09Ysvdn3rbfKopndoL/fyHr98OV3fP3fOzp9/Hj1vfkiLFnfdef1nn51Y8e8bW7Y6+/sTAKgEfL0EAAAAsI7Ne+Id7O3vGjYoVaXcZEds1wQ2SOCmPGJbMet0esudJQ52XHVCSICfU4XqBLmjSIjPewAAAABgTY5ubl4RkeazGrUq88yZK0ePHl265D5j/QBQ4+DLJwAAAIAVlKjUdHkzN//IqcRipZKNE0xlCjRX0OkrxAn2TlJHmh+EBvpxFQlOtzooSIVCAQEAAAAAqK4CYmOHzfzFcotGqdzx84yjS5bsnvX70wwbpuzZSwCgyiBsAAAAAHjyjEaiVKtNTZjLqxOKFEp2hVnq9Qa614Fjpw/ymP0dHeyZlgkyx7CgAFOQIJc6OTJbECcAAAAAgI0ROzr2eO/9pD170k+cUBUWSpydCQDUfAgbAAAAAB4FjRNKVKpiLj9g2i+zTZhLlFxzZrrCxgm3SB0caHJAEwVPd9cK1Ql0u1CAOAEAAAAAahEejyf38irKylIXFZnDhtT4+F2//pKfkWHQG9yDgzq++mpYq9YVrnhk8aJjy5aV5OWHNGva+Nlnw1u3MV/0ecPYwLi4MX/+Zd5ydsP6/959t9/nXzQaOJDc3rPhTmfXrz/536rrFy8GNW7c4rmRBAAeEsIGAAAAgLujcYJCpVLcqkiw6J2gUCponGC4PU6QOHDVCd4ebnKp1ImtTpA7skupVCDgEwAAAAAAYKkKCm5cuCCyt3cpb79Mg4HV770ncXGJ6tBBLJEk7923aMKEQd9/H9Ojp/laF3ftyr96tW63Z8K9POk63aHza6+1HT+BPLbN33x9ZPFi99DQuIEDC69dWzhurFtwMAGAh4GwAQAAAGovJk5QqopN/RLYuoRiUxPmYvaswWC03F/mKJGxtQg+Hu6mJswyRyZXYGsUHjZOeP2z6QO7d2rfPI4AAAAAANQmNGZY/9mn2tLSjq+8wmdrfFWFhVu++84jPPzFvxfYOznRLR1ffmXxKy9v+f77iDZt7WQy7op5V64Mn/lLVKdOdL3d+Al/jX5+58yZdZ/p7hYURB5DdkoKTRr8GzR4fu48saMj3XJm7drVH7xPAOBhIGwAAAAAW2Y0GmmcYFGRwJYpcNGCQqlQ3hYn8HhEKpFwbRJ8vTy4CY6YJVudQGMGAR/VCQAAAAAAD+firl2fxtS7c3uLUaPajhvPrZ9es0ZVUNDz/fe5pIGiK+0mTFg8adKZDeubDR/BbQxt2YpLGiiJs3PrMS+s+ejD89u2mm/n0SRs2kSX7SZM5JIGKrZfv6PLll5LSCAAUGkIGwAAAKBmU5dqiktKaKJAc4XsvPxixa26BK5MocL+MkdTnODn5VkhTnCWywgAAAAAADxRjm5uXhGR3HrG6VPa0tLAuLhB337n5Otr3if3Shpdpp86lXf1qnmjuqiIsNUM5i3+DRpY3rIfe/b6hYvk8dy4eIEufevdloj41otB2ADwUBA2AAAAQHWnUpcVK0u45EBhUaDATXyk0Wgtd+bxeOY4wd/byxQnSE2hgszRkc/nkerh50+mEAAAAAAAWxcQGzts5i/cetH16+s++eRy/MGDf/3V4/336ad3brsiO5sujy5ZcufVC65dM6/LPNwtL5K6u9GlQaclj6dMyfxEydHV1XKjzNODAMDDQNgAAABQjZSVae3sRKT2KVGpaWxQzE5wZC5K4LIEulGr01nubG8n5sKDYD8fGdsswYnrneAopc8eXScAAAAAAFAtOfn4DJs5c95zI44uXeIeGmKeH0nm6UmXb2zd5uznd5+rl5WUWJ5VZOcwt1leIWGOLsy06lJSCfZsT4iS3FzuMDilxcUEAB4GwgYAAIDq4tLVjFWbd70zcTSxOUYjjRNUTJZQcnvvhBLTUq83WO4vcbCjyQGNE0IC/LgsgWvFzGYMUrHIRj7A0Ffc3cXFWY50BAAAAABqEZG9fb/PPp8zbOiuX36J7thJ7u1NN7r6B9Dl1RMnLMOGwmvXzqxf5xcTE96mLbclLz3d8qayzp0zX5cSiMVatdpyh5spyaQSvKKik/fuvZaQEN25s3lj9qVLBAAeBsIGAAAA6zMYjDsOHtm0+yCfV11m+HlYXB/mO/slcLmCokSlN9wWJzg62MvZCY7C3VydzNUJ5ZMdCYUCUgv88vfygd07tW8eRwAAAAAAahPfmJjmI0ceWbRo3SefjJw9m26J6dFj35zZO3+e4R8b6xYURJjJkXTbfph+ftu25+fOM1+Rnm02dJgP21zBoNcfX/GvvVxet1s37lLP8PAbFy8W37wp9/KiZ3MuXTq9dm1ljqdO507758ze88esoCZNHNgO1QmbNl46cIAAwMNA2AAAAGBldER+wcr1l65m0nW90UiqK5qIMJMa3SpNYKY8Kio/S+ME4+0HL5U4cHGCj6e7XEqDBKYDs9zRkdsoFNSKOAEAAAAAAO6q8+TXLuzYcenggTNr18b26+fs59f7o4/XffrJ3OHDozt1dPH3T9m/P/PMGZpJhLZsab4W/dLxz4TxzUaM8IqIPPbvvzRa6PfFF+a5jxr06kWv8kuvnvW6dy8tLr508GB0p86Jmzc98GB868V0mjx51y+/zBk2jN570fXrNNVwDQzMv72QAgDuD2EDAACANV26mvH3yvV0pJ5UA3q9galFuL00gZ3piEkUSlQqyzSBxyNSRwmTIsgc/bw9TX2YZUycQEMFmdRRwOcTuK8eHVoF+fkQAAAAAIDaR+zo2P1/7/z71ptbp30f3qaNo5tbgz59AmJjDy9edPXECZpDeEdHD542LaZHT8trdXrl1YJrmWfWb9ColBFt2074d4VHWJj50qbDR5SWlBxasCBx8+agxk1oDkEzicqEDVS7CRN96tQ9vGjRiZUrZe7unV57zWgw7P71VwIAlYawAaCGee2FdecTss1nHaViZxd7mZNdcKjr8Bdi/QLk5ElLu5SfebWobecQUpV2b0v96v1ddOXtj9r26BdVVKAe1HUxPdulR/i7X3QgNsEmH5RV5OWqhnZfQle69op457P2pMaiA/fbDxzetPug8SlWM+j0+vIIgQ0V6ElZHiooSkpUt01vyuPxZFKJk1Tq7CQP8vXhuibIy2c6kjk68vk1ddKnaqJ7+1YEAAAAAMB2edep82niuXtdWrdbtwqXugQG9njv/bvu7Fsvxrxzj/fuugvzFabd+An0ZLnR8i6m7NlrXm87bjw9We4Z0a4dPVluaT9xEgGASkPYAFCzKUs09EQyyMXEnONHMn+e18fL54k1GlUqNL9OP7R9Y8rQ5xtUddgAUNvQwf0la7dcuJRGnjSNVmfuwHyrTME05ZFSpS613FnA59M4gaYIbs5OIf6+zDRHUke2WIFJFGSOEl6N7SEBAAAAAAAAAE8TwgaAmmr4mFg7e2bG87JS/bYNyXm56tybyr//OPEEf+idmVFMk4ZK7qxSaZPP59KVkHAXJ2d78niEQkGjZn50JSDEidgKm3lQCadu6PVGDy/HqqikqSUec+qkMo22yBwkKExFCeZcQV2qsdxZIOBzvZc93FzDgwPk5dMc0URBRuMEiQRpghVt2RsfHRYS7I+ZlAAAAAAAAKDGQ9gAUFMNfi7GycWBW2/dIfjVMWvpSvy+q8RKsjKKpkzcSFe+nNGtRZtA8ngcZeJpv/cgtsVmHtSnU3YUFZUOfb7BuNeaEXhIlZk6afmG7X27tDd1SmAjBAUbJ5jOlpSUlWkt96c5FlOIIHX09nCLCg1iJjtiZzqSsRmDVOJAoLravCfewd4eYQMAAAAAAADYAIQNALYgOsbD3csx96ZSqdCUFJdJ5Xbc9qPxGds3pJw/m63T6WMaerfrEtq+y22zIR3YdWX18nOZ6UVqlc4vQF6/kfegETHcREwrFyf88dMRbrflC8/S0xvvte49qA55QnZuvvTvPwnXrynq1vfsM7jizd61vcGNLMXKJYkJJ29kZRZ7eEmDw5zjmvr2HBBtnjWeDt7++duxA7uvFBSUNmri8+yoBikX83757iC9aNG6od6+stVLz/32wyF6duaffef/diz5fK6Ht3T6Hz1c3SSJp2+uX3Uh+XxOzg1lSKRrcKhLh64hjVv4c7c8/7fjS/86LRTy/906Yua38efO3iwp1gSHu4wa2yiyrvsfPx6hW1RKXWwTb/oU0aO660O+80G9OXZDwukbTVv6j53c9PcfDl9OyReLBOFRbq9MaalUaub9eiwtJV8iFTVq4jt0dKyPn4y7HZVKu2bZOfriXkktdHAQhkW4RtXzGDgshoYZ5vtKTcn/ddqhyyl5Pr7yVu0DR7zQcETvZfl5qh79ot7+qC23z+XkPHqnGVeKysp09Mmh740RLzYkTxo9klk/Hcm8WkifMb9ApwZx3gOH16N3Z95BpzVs25C8e3taysVcL28pfT/06B8VWcfd8kboof5GH86lfH9/eftuoZ26hd15R4qispnfHbx4LqcgV01f1phGXi+/3cLBQUSqE6WqdNGaTQ+cOunQybPxJ85YbhEJhXKmWYKjr5dHnfAQNk5wlLFLuVTqKHncWiIAAAAAAAAAgMeEsAHAFpSW6mjMwK2LxKY/199/uo+O4Zr32bsjjZ42NPP7bHoXiYQZgV0y//Sfs46bd6BDvfR0eH/6zL/6OLtU7U+h6YHRw+PWjx/OpKeIaPf7X6WwQP2/lzfTmIE7m55WQE/7dqSlXsp/7Z3W3Mafvzmw4b+L3Pr+XVfocLw5Lajgqw923bxeQlcc7AU0aUg4dWPqy5voqDd36YWEbHravDbpg687dewWar6WXm+Y/MK6a+nF5t0+/9/OgBBn+rxxW+jxxO+5+vd/z1oOpj9QxtWiN8ZuUKtMv1U/Gq+6OaUkN0fJvaYF+Wp6jwmnb85dNpDGKjRQ+fr9XYcPSslfXwAAEABJREFUZHA702wp56aSnqWP94/FA7jc5WpqwZvjN3BXv5SUS0/nmMDJYHmnZ09e/+CNbeY7paP59JSeVvhkO1efPHrto7e2lZXqubPcwezdfnnmX/24TIse5P9e3Zx0Lsf8cOhh0NRn8HP1J77Z3Hxsb03YyD2cpAu59LR7a2qFO6LP0htj15tfmoyrhfREw6Qf5/RylIpJ9ZCakbl03bb8wuIH7knTg04tmsjYJsxMxuAolTjYEbBFk8cMdXdxIQAAAAAAAAA1H8IGgBrv+jXFgj9OcKPGdet7co0cdm6+xCUNdCR91Pg4qUy88p+zdJT21NFrdOdJb7WgQ89L/jxNd+g/tO6zIxvQQeoVixL+W5pIx7h3bL48eERMu86hDg6in74+QPfp3CO8R78o/8C7dBr47H87SkqYuy5Tm4atF/xxctWSc9z61zO6icSCCldRlmjmzjxGmLlf+AOHx8Q09N6/K+2BzSFWLknkkoZnR9Zv2MTn+rWSv2efoGPTB3df4cIGOvTPJQ1uHpKhoxq4uEtWL02kQ/93vTWaNAwaERMY7Cy2Y/4anDPzKE0aHCSil15t6uMrvZCYu2jeSbo9fu9Vy7CBDvQL+PzZSwa4e0h++f7Qnu2ppWW69CsFX87oRp/5fxcmLFtwhj6xB3ZfoWPlpNJuZCnadwkZ/3pzegx0aD79SiFNCwKCnH+c3Usmt5/x9QGamtAtKRfzouq6HzuUwSUNrdoHdu8brSguXbfyAh2sT03Jp1FBcBgzajl35lFuaJ4efMdnws8n3vxvSaKmTG++R3pH9Pjpe8bF1aHf0Lr0vnZsTDm0P33H5kuduoc1ax1w50H+M/fk2VM3uXWlkrnxfTvTki/mcVteerlJdIxHhavQjOHnbw7SpVDEHzoqNjjcZdPqi6eOZeXlqtetOM9NwTTv16Nc0kCfwAHDY4qLyhbOPllUqF65OCEm1qtNp2B60eyfTQ+nXZeQLj0iLp7LppdWuK+Fs09wSQN9Pzds7Hv65PU1y87RlGLZ32foa0qqh/PJqQplpZo0CPi8Tq2ry2FDlQoPCiAAAAAAAAAANgFhA0BNxU3IY4nHI2NebsKt//tPArfl65ndwqOYooGmLfxeGrYqL1u1akni0NEN6GgmHSgnTFZRQkfe68Uyc8480yciKNSFZgB0u6e3Y3h5tQEdW6fj+3c9jHNnsvPzbhs/Nf/MnzIY7nKV3VsvF+Sr6cqwMQ3HTIwj7Lh5UUEpHVIn9zZ8TGzjZn43ryu6943itlxIzKaZCh25phkAfaR0zJ3b/u7nHRqxExk1bxMwZsCKCofHad0hiCYu5rOffNv5UkoeTVyatQpgrxi4ed1F+lwVFZZWuOKzo+qHRbrRlZbtAmnYQFdatAnkelR07xdJwwbChgfkIb34SlPul/6xjb1p2EBX+g2py91R207B3DNDb5aGDY2a+P66oB99kmkCxFWoaDQGbryeO1o65s6lEY2a+X3wdSfCPr1SqXjeL8fMd0d3SLuUT1fGTGzca2A084S0D3ph8AoaXK1dceGuYQNNMmhSZbmF7kxP3Lpi5F3CFZohXctgAoBR4xo992IjutKmQ9D3n+0TiwXuHo70LE22Nq9jIjH62L/9rQf3cCKj3Sa/sI6u/DPvFA0brqYVnjxyjX1mfD7+tjP3cOzthX/+fqsohz7w9auYnKlLj/BXp7Zi7qhTsLK4bPumS2uWn6fPbTVpgNy7c7uOrZrvOXz84PHTZRrtffZ85MbRAAAAAAAAAADWgrABwEbY2wlfe7811y0g56bycjLzk/PGzf25pIGSyu169I3mfrB/JbWQ7klH5E8dyzpyIJ2e5E72jZv70vFcbx+ZUFa1085wA9CEGaa/Nagd18Lv/mGDo6OYHrBWo7+YmHP8SOaJQ9fOJ5h+aF9WpqOjz9fSi+i6UMRvVN4ygQ5eN2rmSwOJO2+tQaPbshN3L0d6UpZo6Lg2HYg/c+I6TRrodg2bx1jyCzCVdzg4mp6lkAhX0905mtoDqJQ68jBouuPrL+fW7ct7DISEu5TfkflmmV/3i8SC6HoeUXU90tMKzpy8cexgxukT10n580CXGemF3NmmLf3Md9GqXaBl2JBxxbTPxjUX9+ww9Q8oVTNXp3EOeUIyrhRxK/R9yK3Qg//gq47mHU4fu85NXdWrfzSXNFB16nvSZOv08etXLudryvTmd0tzi3dL4xZ+lmFD5lXTHV04lz315c3ceu5NJV2q1dq8XCWXbVQHcqmkX9f2XVo333HwyH0iB/1dYzqwRb8uWN62WVxsnQgCAAAAAAAAUMMhbACoqYaPieVmTOLxeYHBLg0b+8icTLO6lyjKuBUPr9vGWL18TGdvsj+9//CbTtM+3cv9Cr64qHT3tlR6+mfeqU+/70IHfEnl/Lt1BLdyKSl34nNr6MqXM7pxv/S/l8ICU7mAs+utrraurg/oEqEoKvv524Px+65y0wHRAXqZ3L6wgKmQ4LM/XM/JZgaXPb2kltdycr5741z325+ZtEv5M7+NTzh9gzvrKBPT8Ka0TMe/4yfx4vJZofh80xYHe9MoueBWn2ojeRh0CN58P+Zm1w6SijfLMRiMC+ecWrfiPH3JuC1unhJuEi3uaLmYhJI73Zrl3+n2Jhy5OUpuJfl8Lrkd18riTh983Ymrk6AGdV5UVFQ69PkG3FRI95KXazoS6T3iK6XSNNTu7iWx3O7Bvoh6vZG+pkVsEQzl7HLrpXRzv+3l4156wlZ1mNs2mOVmq6pP2MBxlNhzkcPeIyf2HT2hLtUQqK1SrmTUj0bSAAAAAAAAALYAYQNATTX4uRine7Rxdi4fuM+5qbTcXpBnGrfl2hfTgfgvZzyTfCH30L70E0cyLyRk00HyvBzVzO/iZy3qT6qMS/nhKUtujbFybQDuY9pne+P3pdOVrr0i2nUJbtDQZ9ZPR7asS6Jb+AJmkN3FxZ4+XvMwOqcg7+7T0QgEfPO6Wq1999XNeblqBwfRgOH1mrTwrxPjMXboqmsZxdwtW+LxK27h8x93jp673gKff/edVy5O4MpT6jf07jEgqlET35NHr037jOm2zR2tOV8pLiozXys/97bnwaU85vlxTu8Gcd6kari5S8z3bm74QcMANw+JvQPzr485P8i9edvhFbIBA82TvHykzm6mfSzrRZQlZZb7m/uZvzipyYiXGpIagkYOPTu27tiyyYFjp3YfOq5UlxIAAAAAAAAAgBqLTwDA5tDRfG5sl4sQuI1FBWpzE+bQCFc6kr5ySeIPX+wvVWtHT4ib+WffxeuHc40ZUi7mlpUy1QPm8e6H/KX+A/iUTxlk2d3hQkLOfa5iMBiPxmcSdoT9nc/at2wb5CgTFxffNjgbEMLMO6Qp0586lsVtUSo0p45dv+sNCkW3xvdTLuTSpIGu0KThxZeb0MF3gZCvKK6mPzY/cYR5dEIR/6uZz3TrFeHh5agovm3kPTDUmVs5duhWi4VDe9Mt9/H0NtV/mJ8rndbwzUd7/pl78mT5lsfn42+6l6OHMrkV+kb69H87erf9e/IL6+h6VF3THF8bV19UlEcj9B2bcJIpMQkJd6V5g9/d3i3ny9/VHG9f0x2dPHbrIf/1+4k5Px/dtjFFp6vWUxI52Nt1bdvikzcm9O7UxtHBnkAt8/MnU9o3jyMAAAAAAAAANR8qGwBsU4/+UXNnHqXjuW9P3Nh3UB0PL+myBWe4tsw9+kU5OdvnZiv/+PEwPZt8IXfc5KbR9TySz+fcyGKm0AmLdOMmaLKzN/0VkXD6xqbVF109JPefH6mSWrUPnP+bXUlx2V9/nPD2lUdEuW3ffGn7xuT7XIXH44lEAjpqfOO6Ij9P5eomOX82++hBU48Hup2OSnfuEca1Z/j24z3DxzSUSEWrl57j5lm6P7vyeZBSk/NoViG2E6xYlMBNUlQNx6m5l4ZmAzQjiW3sQ1/TdStMnbG5ow0Mdo5p6JV4+uapo9e++mB3+y6h58/e/G9ZouWNNGsdIJUzL8GieSdVSk3z1gH7dqZxz95zLzaKK2968Zhatw/+2+tk7k3lykUJPMKLjHbbvimFa0wdHunK4zEVNi3bBh7an37zRsnYYauGjGxAV9atOM89kAHD6tJlQLALTZjoO5AeXr0Gnu27hp47e3PhnJOWd0Rvp0Gcz9mT108fv/7xW9u694vOzVEu/vMUYZpzeNNIhlR7dmIRjRzaNW988MSZXfFH0SAaAAAAAAAAAGochA0AtunZkfUz04s2r0mio+crl9waaK4X6/XylBaETRSGPt9g+cKzl5Pz3p28xbwDHQJ+hd2B8vaROUhEapX2QkI2PY0aF3efsCE8yn3H8bGkEtzcJa+/0+q7T/fmZaumTNzIbfT1l2dlFt/rKvSo6CjzlnVJOTeVz/f9t06sV8Kp6/YOohIt83N4ejt+gfKmLQM6dQ/bteVyXo7q12nxhJ1dh2s1zN7CPSc7Cg13CQxxSU8rOHwgY9SA5b6+cjq0LXeyp3lDzg0lqWZatw+K33OVrrw9YSMNFa5fU5SxTSwo+sC5lXGTm73/xlalQrN762V6olvadQnZxzaC5qaBos/Me5+3//qjPXSfVUsSV5W/Q0LCXQc9V++Bx7Bq50hSCTInu6kftf3qgz30mVz612nz9uAwl9ETG3Prb3/c9uO3t9PoiB78rJ8Om/fpP7Rut96RhH3pX3u31buvbaGv8o9fHaAnutHJyd5RJqYHb97/rQ/bfPz2Dvoixu9L56bbImzfi/t3lahuaOTQqWWTtk0b7j92eseBI13aNCdg6y5dzXB3cXGWSwkAAAAAAABADYdplABsE5/Pe/vDttP/6NW5R7i3r0ziKA6NcB3xYsMfZvdycDD9kP+lV5uOndyUm+9eKOIHBDl16Br664L+DeJ8uB3EdoLpf/SkMYCdvYBupGPE5Anp+EzYr3/37dgt1MXVoXEL/wlvNH//q473v8qkt5q37hBEV0rLdGkp+c+Pi/vku87cRcfYWXroqPR7X3Skj4gOwdObpQ98xvzegSGmOYW4JgF3JRILPv2+E01fCJtbFBeXff5jt8EjYujZmzdKaBhDqpNn+kTS1EfAtmdIuZjbpIX/vOUDuW7Sx8tnK6KR0oy5vWn04uomqVvf8+W3WrwypSV3kX15tUrzNoG/L+hPx/Qj67oLhcy/BV16hH//ew+aspAnh76481cMorFWnfqe9CDpkzxybNzPf/Yxd1mgKzPm9Xnnsw7NWjHFFvSFq9vA88NvOr06tZX5RmgEMmfxgEEjYnz8ZPRo6dv4p/m9ZTI7yzvyD3T65e8+z73YqFFTX/pup1ui6rjTd2/lW51XHyKhkEYOSBpqiV/+Xn7mQjIBAAAAAAAAqPlQ2QBQw8z8q2/ld27YxIdrw3BXNJAYNjqWnu5zC1F1PRauGUKqQHiU+wdfd7LcYlkY4eTiUKFOwlEq/mx61wo3YrnPyaPXVCXaFm0CB2x2nKYAABAASURBVI+oT7MTbqNaqSVslEKvTtiuDPRE7hAY4jJ7yQDLLa3aBVq2Gn7plSb0ZLkDvaMKR3jnMVdw5w4/zetdYZ9xrzWr8GP8tp1DKlxr9IQ4erLcsn7faPN6qVq3fdOlwGCniW82p2EDtzHjahG34ux8K0vwC5RbjulXEZof3L+8gL4Pu/YKp6f77EOfuklvtaAn85ZF64ZW2MfRUfzCy40JAAAAAABAFdOVlU3v2KG0uLj3xx83GTL0gfsX37jxY5fOjQYO7Pf5F4+2A3Xqv//ObFiflZgYGBc38o/Z5OGtnDo1cfOmdw/G2zs5kSqWfvLkn8+Paj/p5Y6vvEJsxfrPPjux4t83tmx19vcnVePshvX/vftu/y+/ati/P3lansLjgtoDYQMA2IjkC7nzfjlGV6JjPJ4fFye2E15LL+LaKUfX8+B+vF8biO0Ec2ceVSmZKYbGMt04PLUa/fZNpt7g4XXcCABUGxHBAc5yGQEAAACAGuXCju00aZA4O59es6YyYcPjS9m/b+3HHwlEIp+6dd1DQggAQLWEsAEAbETbTiFL/zqjLNFcTMx5//Wtlhc992IjUmvw+bxufSLWLDtH17n0xaxerFfTlgEEAKqNV0c/ja+mAAAAAPBkJWza5ODk1KBv38MLF95MSvKKiiJVLOsc8xVvwNdfx/ToSQAAqiv0bAAAG+EXIP/+9x6NmvmZt9jZC+jZD77u1LRV7aoEnPh68zGTGkvlt7oaePvK+gyq8+m0Lvfukw0AAAAAAAAPpszPv3TwYGjLVlHt2tOzJ1f/R6qeQaenS2dfPwIAUI2hsgEAbEdUXY9pv/cgtZ5QxB/5UiN6IgBQvW3ZGx8dFhLs70MAAAAAoIZI2LDBoNNFtG4d3Ly53MsrYePGrm++JbSzs9yn6Pr1A/PnpxzYLxAK63Tu0rBfvwo38sAdzEqLir5tbWq2N++5EXT54oKFgY0bG43Go4sXn1q7piAjw87R0Ssyssf777sGBHJ7HlqwYOu078f89feOGT9lX7rkFhQ8dvHiCrd85ejRfyaMd/b1HT3/T7m3t6qgYN+c2amHD9MblHl4eEZEdJr8Gl2SJ6QwM3PrD9Ozzp1TFxW5+PnF9OjRdtx4yx00KtXOn2dcjo+nTw59Yulj7PHue2KJqRPhv2+9mXnmzKDvp+2c+fPN5GRHZ+eI9u3bvPiSzNOT28Gg1x/+55/z27fRx0ufENfAwFbPj47q1Ik8hrPr15/8b9X1ixeDGjdu8dzIO3dIjY/f9esv+RkZBr3BPTio46uvhrVqbblDdkoKvYXMs2dvXLxIHxQ9qnbjxtOHZt6BPqj4BQvSjhz2CAtr0Lu3+fHex8E//zy7cUNBZiZ9mN5RUb0++NDca+HGhQt/PDu43+dfSN3d6f1eOXbMQS4Pad7imf/9z/KW7/+4biYlHfhzfuaZs8r8PGc/v4DYhl3efMPByZkAVAIqGwAAAACsY/Oe+KvXrhMAAAAAqDno+D6NFup268bj8ep1707H6C/s2G65Q25q6uwhzx5bttSvXkxEu3bnt21d+trkh9rBktDeng5hh7RoQdcbPzuErjv5MD9VWfPB+5u//YbZOHhwQKO4y4cOzRs+nI41W153y3ff5l254hkW5uLvJxCJLC+6lphA79ScNOi12kUTJ9LBeqHYrvGQIY5ubhd37fpz9GhlXh55EuiBzXp2cMq+fXTkusmzz9ItO3/+ec2HH5h30CiVNEo5snixs69fsxEjnHx8T/3335+jn6fbzfuUKZVLJ0+We3oN/OrrpsOGn167du6I4UVZWdylNFzZNn2aMr+gYd9+PnXrXktgHuClgwfIo9r8zdf/vfduSV5e3MCBNBNaOG7slWNHLXc4u2E9TWvooH9Uhw6xfXrTu140YULi5k3mHehD+GPwIHqcNLxpMnQoHfe/dODA6g8+0KrV3A7ntmyeP/I5erMxPXq6BQXtmDFj7x9/3P+oNn7xxfYff6CvV9ygQaEtWqSfPj1n+LCcy5ct9zm6bOnGr78KaNio5/vv05fyxMoVaz78sJKPqyA9/a8Xxpzfto3mIo0GDtRrNPTqS197jQBUDiobAAAAAAAAAAAAHuxmUhI91enSRezoSM/We6b7oQULTq9dV79Xb/M+e2bNognE4GnTuP4KHSe9vGDsWMsbeeAOlmiw0X7iJMOvv6YdPtyof3//2FjCDnOfWbcutm/ffp9/wRcyg3uZZ878/eILG778YuziJebrGvT6t3ftrlB1QdEEYvGkSRJnl1Gz59CkgW6hw81Z5xLbTZjYabIp9jgwb96OGT9d3LmTZg93PTB1UaHRSCTOD/7BOx2wXv3hBwat9qWF//jUq8dt+e+9906vWVOv2zM0bqFbtk6fnp2S0vvjj80Nt+P/+mvbD9P3zp7d9a23uC1lJSWx/foN+Opr7ix9KuhI/b65c/t88om2tPTo4sXBTZuO/vMvHjt9cMbp0/TSs+vXh7duc9ejKlMo9Hr9vY6fHgxNPvwbNHh+7jzutT6zdu3qD94376AqLNzy3Xce4eEv/r3A3smJbun48iuLX3l5y/ffR7RpayeTaVSqzd996xoUNG7JUjuplLsWzQkO/vnnlePHItq2o08CfdR0zxcX/sM1/W75/Oj5o0aSe7ty9Oix5cvok8C87gIBd5w0kqFHMmrOHPNu9PV9dd167pWN7tSZpjg00FIXFTk4OT3wcZ1as6a0uPj5OXNDWzH1NMZ33l366ivJe/fShMw9NPSuR0WfCj6fby+XEwBUNgAAAABYy+QxQ2PrRBIAAAAAqCHObtxAmIzhGe4sHbR18Q+4HH+wMDOT26JRKi/s2O5Xv765kzMdTe4waZL5Fh64Q2WcWLFCLJE8M/V/XNJA2JH3xs8+SyMHmkmYd4vt3efOpKE4O/ufCePtHKWj580zT7/DKbyWSfMJbr3p0KGvrt/QaODAex3Dzz16fN+mNakEOrZOE5pmI0ZwSQMlEIu7v/OOQCSKX7iAntWVlZ1cuYI+meakgWr1wgs+deseWbyIXmre2H7CBPN6QMOGIc2bn9u6hTtmo9FIR71Li4vMl05Y/m+fTz+711HR/IMeP33t7nppwiamQIGmL9yIPEWH+OmrZt6BJiU0MWo3fjyXNFB0pd2ECSU5OWc2rCfsAfX+6KOe775nThooz3BmWiplXj5dph07WnzjRuPBg7mkgbk0IqIxW/ZxL4cW/UOXXd98i0sauKs0eXYIfRQ3k5PNu9GnhUsaKJGDg39sQ/ZO8yrzuDj5GencCk1uen/8yZvbtruVH2QFWYmJ9GlcOvlVAsBCZQMAAACAdYQHBRAAAAAAqCHooPbZDRvoKH90p87mjQ169977x6yTq1dzNQF0zFev1frF3DZ661s+yF6ZHSrjZkqKe0ioxMXFcmNAbOyRRYvo7XNzLlEut2cJnGWvTS68ds2nbj25z63OYUGNm7gFB9NHdy0xMapjx/CWrYKbNXO/x/jyw8pNTWMPr6HlRpmnJ73HrHPn2B1SaVTg37BhhSv6N4i9fv58zqVLXEpBB75dyptScNyCQ9KOHKFXp2PuDfr0Obt+/S+9e0d16BDaokVku/Y+D/msWrpxkZmQqsLr4lsv5lpCgulBXWEeVPqpU3lXr5p3UBcxUUfelSt0SUfzG/TuQ5jm3rqM06dTDx++euI493j1Gg1hp5ZibrNu3dvu4vazFdBHSm/2xMoVt21kjyQvLc0r0vQzJqm7h+UOYokDc6dabWUeFw3SDi1csOGLL2gsEda6dUSbtj73PSSAChA2AAAAAAAAAAAAPEDakcOK7Gy68mXjuAoXnVm/ruMrr/D4/DJlCT3r6HpbDODo7m4uQXjgDg9UVlJSWlzs6OZaYbvUzZ0uFbm55i1Ce/s7r154/TodXM46l3j4n39ajRlj2vP/7N0HQFNX38fxk8meooKAgHujuDfirlarHVprq112777drbV72D4ddtnWaqt1tdVWW/dW3AMXKiooOFBARDYZ77m5MeJGRSXw/bx58t6c3NzcBKL1/PI/fxeX+8dPmD/6023//hv7yy/y4uLl1eSWPj1feun82gjVK7GrRcmcTD0qrz0qVTr/hI8lJBTm5malpio3/c/bIUAZyT7dN0LmE+oSSQ6utqIB+W7I6/6j3vGtFrx20sTNM2bIi3w/a7Zt2/fNt3yqVbvgWQ3+8itxcQW2XhEe/me9yV5Vzkziq78J637//fzHnjh0SN3Yu2rloi+/OrJTCRh0BoNMdGSEs2fpUvXe/GzlKdz9zn6KylXExZ1QOlGbl4wZc4knFafThXNYLZaSvK6qdesOHz9+7kcfHdi4UV4Wf/WVfNs7PvRQqyH3iAup1qjR29t3COA0wgYAAICbY8yEqR1bRUXWry0AAABQ5qlL0LQcfLc6Ce6wc8GC1N27965cWbtTJ1cvZeX67LSz+iqbCgosJpO6fdkdLsvF09Po4aEuxVNcdroSM1y2icLtH30cEhn5zW39l373bcOePX1O1zd4BgQM/OjjW0e+fWxvwpGdO9dMnLh+6hStXtf71dfEtfGyfdH+/F7T8oRlkmF0d/esrMQk2Rnn7WB7l9xOvyI5v2+1WovnDVm2GEPdQWc0xjz1VOdHH804cCAtMXHTjL8Sli///cknHvtrhrhyrl5ethNIk1PtjkE11bC/KNv4s/Pm+wYHX/AI8hymPP20PE7nRx8LrFevRuvWMr/ZMnOmI2xwsz1FztmvOv/UKXFxfqGhwmp96t//xNW67OuSghs1fnDiJPnzSktKSt68acVPP/33wQcyGWpwevUw4BLo2QAAAHBzJCQlZ2adEgAAACjzCnNyds6f7+Hv3/vVV+X0cfFLm3uUpr6bZ84UyqL8tbR6/aHt24s/Vs7dO7Yvu0NJVI6ISEvcn5NxVt6QHBcnLrcOj1SzbVsZMEQ/9rh8Rf++9646KGfA//i//0s/cMDg5hbcuEmLQYOH/TxORhp7V60S18w/NNR2eluKD8rkID0pKdS2dJJ/iG2HTZvOeeDBzZtkGiHfMfWmTBoO7zjzvlktlsM7dnhUqlQpLOz4vn1/v/lG/IIFOoOhcq1a9bt3HzLmG5mppO7Zc/LwYXHlqtatJ68diwupju3de+ZF2c75wMaNxXfIPHRo2fff7V25Qm7vXrJEZkjRjz/e5ckn63fr5mKb5c88rNQfWOX/CRFYX3mKlHOfIkFcnH/16vJndPLIkeKDSevXyyeV74Aojde1esKEP196SdgqUcKaN+/w0MMDP/hQ3ty7OlYAJUDYAAAAAAAAAFxK/KJFhbm5DXv1cvTmdWjYs6fR3X3XooW5J07ICfo6nTvLOfFNf/6p3ltw6tT8z0Y7dr7sDiXRdMAAeTLzR3/q6OecsnXrhqlTfUNCwlq2LMkR2tx7b1CDBnuWLYtfuFDetFgs2+f85zglYVvi35Sf71stWFyzGu3aybxh3e+/OzJnO+4pAAAQAElEQVQVi8k079NP5VOorbZdfXwa9b5FBjAbp01zPErpP7F7t5yml++tY3DxV1+rDQ+kNb/9lpaY2GzAQBneyJnxzTNmxP46QV0sSNgabMi3SE7xu/v7iytXv2uMvF76/XdqGwah1LX8u3flSscOjXr3lie26MsvHD0b5IuSP8clY8ZodcpCMnqjUV4X5eU7HpKbmbnpr7+ULasSNlSPau5VpcqmP/6QL1Pd4fjevat++eUSZ9W0X395PfPNNwqys9WRnPT02e+Mko/yqlxZlMbryjqWKkcSli93jBTkKisv+V1kNSrgHCyjBAAAcHN8OfJFAQAAAGcgZ2CFkiv0Ov8umR/U69p166xZW2bObHf//b1eejl1955/Rr6VsGK5b3DwnqVLrbbJZYfL7nBZLe4adGjbNvl0qQkJNdq0OXnk6O4li+Xc9x0ff3J+FnJBcrdb3xr5492D53z0Yc22bet06hTatOmqcT9npx33r15dTtlvnjlTTuLHPPWkuGYGV9fb3nt/2gvP/3zv0HoxXb2rVtm3erWcYW/St2/zO+9S9+n18svpB5JmvTNKhjpV69Y9Eh+/f3WsjEN6v/Jq8UMd3LRx7OBBNdu3l/PyCStWyD07PPCAsC0e1XbYsNUTJkx46MGIVq3kiHyKYwkJvV991XChxhWXVa1ho5innlr89ddjBw+uF9Pl5JEjO+fPl+9MxsGD6g7yB9f3zbf+eVu+h3fLHfxCQuT5pMTFtR46tEbbtnKHWh07Gr7437xPP9m9bGn1ZlGmgvztc+fK/EOcXitJnlj/d96Z+uyz44YPa9C9u85g3DF3jnwh5yxqVJzMug5u2SxjmB/uvKNOly4u7h6bZ/yVnZZ2x6ejXb29S+V1tRl6r8ycpr/4QvM773T18pKnun7KlErh4S0GDRZACVDZAAAAAAAAAFxUTkbGvlWrvKtWrR4VdcEdIm+9VV5v/GO6sE1DPzx5spz7lpPdm/76yzsw8L6xPxbf+bI7XJZGo5HT93d/PcY/tHrcP/8cS9jTcvDgx/6aERIZWfKDVGvUqOXgu7OOHl3y7TcyV5AT1nVjYuTRlowZI2f863TqPGLK1ODGTURpqN68+eMz/5YT2SdSkjfPmOFVufKdoz8b+NHHjgYMngEBD0+eIqMFi8Wy8Y8/CnNzZCTz4G8T3f3O6qQ99IexoU2bbZ09+9Tx4zFPP/3AhF8dk+xdn35GvqUHN26U5y/fVa/KVe7+6uvWthWurk6nRx6959vv/ENDN9qKD+TTRfbrV3yHJrfe+sSMmZG39j26a1fs+PE6g+GOTz91pCOVwsLkWypfV9K6dct/+D5h5UqZKDz8+2S9i8uB0wtG1erQUb7qup07716yZM/SJbU7drzl9dcvfVby+Pf9+FO1Ro23z5mz6a8/5Q9R/pga9OghSul1+QQFDfnmW7/QUJncrPjxR5lptRs2XP4g3Hx8BFACmivNTssaef5ms7moqKigoOCZHkqNz6hfu1YJ8RDAdab+7pnNpsLCgk8eW5d2OE8OjhjZrH7zgPN3XjA98b/flCXwmnWoet9LpfNXdTn26D0z9+5OC6zmNfGfQeKaLV+YWLWaV90GAcLJLZm///3XFjtuzlh0r5ePi7pdkG/u32WCqcheLvrsq+373l5flDErFiWOenmRuOTppaflDur1u9zo3qf2y6M6n7/DyRN5t3efJDe69a71yrvR4oZbOTv5z7G75EaDFpUffqvp+Tvk55peHbxE3X7s8zDfSp6uru5uru4Gg1GvN+h0uuLdzIC9B5ID/Px8vT0FgOvjp3c2bFx6uMMAn04DA91tXF1dDQaDXq/X2AgAV8JqYzKZ5L/BpydsGLF6auOAaotvf04AN5X6m2mR/z4vMuVv3GIa8YQcrPrBB57dr2AGFmXctOef2zl//iurYl2Z9a6oToz7OeO77+TGqV9+MlQJUP6p7eaqNxr0Bn1Z+Lf2sPkT/kvc/nT11g/XalOR/7OTygYA5daB/SeeH/HvO68sOpGRK8qdzevPNLnatvmII2kA4ES+Hj81Ln6PAAAAAADA+dGzAUC5tX51ytZNR0q4c25u0Z6daXIjopafj+/VLOl4g23dcrRTtwj79uajoszz9nVt1krpLeZf+eqLz/R6nXqQ0Ai+zAIAAAAAAFCGEDYAgOJw8skXH1X6fb33RY82HaqLMszXzy3zRN62TWcChh1xqY5xUVZFNg+SF3FtPLyMn37bWwDlRe3wUF9vLwEAAAAAgPMjbACcT3pa7sQfN23bkno05ZRvJbfqEb4xPWt2u6VW8X32J2R897+1KQcys7MKg6v7NIkKHHh3w8Bq9imt27tOPHkyv9+d9QMqe/w9bYfFIvrfVX/oQ0qfqyXz9k3/beuhlFMuLvpqoV73PNCsZbuQ4ke+xA6OBfefeKFtg8iqM6ds37T+sFaraRIV9OSLbYs3GPhryvYVixMPp5wy6LWhYT4t24feNqiBm5vhnFeam1s0bcLWNSuT8/OK2naqPvTBZnKuufgO62KTF8xO2Ln1mMlkbtQ0sFO3Gp1Pf9n/rRcXxC49oG6/8ex8ef3z9DvCInzFNZsxecc3n62WG1+N6/fzN+v37EyrHOg5+vve/pXct29JnfVn/J6dx48fzYmo4x9ewy+6e0TzNsr78+vYTfIiN36ffXeVQOWr/f/8Ef/VR6vkxmPPtbn9nkZy49jRnCF9Jys/oCGNHnu+zTnP61jfr3GzqisWJ+3bk37qZIF8V+X7uWOrEjY0jgpcsSjRtueZpQDlbt9+tiY56WRBgUn+Asj3Z8gDZzoNXPA3oW6DKq8+PVfe+/nYPutWp6xafOD40eyqwV5de9UcNCzy1x82rVyalHYsp27Dyp1iwot3Xzh6+NQfv2+XKcjhlKzKVT3Da/pGtax2y4B68ndAXKRngzy9bz5dvW9vRkiId+ceNWJ61BSXdH7Phq8+XvXP9HgfH9cpc+7+a8qOtSuTE+LTqtfwvXNo4+juNQRQtj05rBQ60wAAAADl3l2f/08AKPMIGwAnk5Ge++Swv4+n5qg35fSuvKxblXwiI0/OrqqDm9YdevP5+XIOWr25d3eavCxbsO+rX/pXDTrThlROy6YeyVa3w2tWktdypvj7z9eoIznZhfK55KTzC2927N2/rjp42R1UC+YkfPv5akf7+UVz9qYfzxn9fR+5bbFYR720UIYEjp3lmW/dfDR+W+o7n53VvCs7u/DxoTNTDp5Ub06fuG3Jgv3fTOhfKcBdHfnk7eXzZ59Z63zZwkR5md0qeNTobu7u5+YW18P7ry9W30A3V51MGrZtPvp/j//n6J0Qv+2YvMz5e/frH8R06VGjVbtQNWzYtC6lVz/l7dq+xV6asGNb6u1CCRs2rk1RR1p3CL3E8zaMVMIGZf91h+R8+o6tR9UnVcZtYYPD1k1HXn92fl5ukXpTzuzLy8HEzHNaK5//m6D68qPYA/tPqNtyY9y3G9auSlarKJQXsvaQvLi6GdSgK/NE3kuPz5Exg3rvwcQT8rJ8YeL+vRlPv9z+gi9Enszzj/ybc6pQbu+OT5OXJfP2i6tSkG96/L6/E/dmqDd37zj+3quLvb1doloHCwAAAAAAAFx/hA2Ak5k7c49MGjw8jR993at6Dd8dW1K/+Wz1oYNZ//6165YBdT08jDJj+PLDVfJab9AOujcyvJbffzN2bV5/OD0t75/pOx9+upXjUHJ+uXq47+D7IxN2pbVqF3Lk0Klfvl0vx2vWqXTLgHoGvebv6fFyOvj7L9bKuW85mX7ZHRxH3rMz7bHn2nTvWyvtWO6Hby6VU8BbNhyR09DVQry3b0lVk4YX3+rYrnOY7ZgbN6xJ2bo5VU7WN24W6DhIdlZBlaoecjc3d+Ofk7bt3HYsLTVHxipqsCEDDDVpkM9774goTy/jH79tlbPVm9cdmvD9xseebzP8keaVq3j8PW2n3OfBJ1vWb1SlaqDn+e+nTD6ys5W5+II8+4z8hO83/fn7DnX7gy96GIy6i/0s5Bt4+5BG8j00uih/lo79ap2c9HdzN8inC6rmGb89beJPSroQu+yADBvqNqxcKcBN/hS2rD+ihg2b19k7PDsWRJLvkrx29zBGNq8mLq5qkJd8LalHs+U7JsOGrZuU2X8PL2ONmn7Fd5Mn8/Unq2XS4Ofv1n9Qg9Aw34X/JqxecXDhnL0xvWq2ah96sd+EuI32Rheph06990WPxk0D//kj/ucxyo9eJg0PPN7i1tvry9+od15RyhSWL05UwwYZRKlJgwy9mrYIOnIoe/wPG+UPcdWSpIuFDT98uU5NGjp1i+jWu/auHcf+mLRNXJX8ApNOp/1+0m1Bwd6z/9r141fr5OCiufsIG1DGzV0WW69mRHjIta4wBgAAAADATUfYADiZE5nKovxFReb9CRlVq3nKKeMatfz1Rq2vn5u6w4rFiYeSlTnfex9uds8DzeRGh+iwT0YtNxp1Aec15n35nc51G1Tu0ae23J45dYdaDPH6B13k1LPcaNI8aPjA6XI6eN6shLuHR152B8dhQ6r7qOsCefu4dowJV79vfvTwKRk2nDzdVCBx7wn51PLy5scxmen5wdW9z3+xL73dqVbdALnh6qp73bYUUtoxe0nHtN+UWWmNRnzwVQ91n5Ztgh8c/Gf6sdw/f98+aFiTGrX9g4Lty0ZF1PKT098XfD93xB3LSM8tPiIn3B3bFou4hPbRYcUXOxr5Ude9CelaraZVO2Uev3WH6nP+2SXP52RmvnqqreTIzN3rVx+SNw8kZp7IsL8VckPelG/pBttdbTqG6nQacUkylUmds1dNBbZtVq4jZU5z+kFWW1HJmpXJ6js//NHmfQbWU064c9j9d0yXAY9MiYqHDeLs3wSHTt1rqO0ruveupYYNMtoZNCxSnp6MB6oGecqUIvWwvSRC/gI0bxWceuSUGqVI8duPKUUtaXnydDTnvSD5kjetVV5vZPOgtz7qKjfada7u6qof9+0GcVUGDmmo/iYMHNxw3DfrzWarPBkBlG1zlsa6uboSNgAAAAAAygHCBsDJtO1QfcbkHYUF5v99sPJ/H4h6jSpHtQpu07G6I2xITrKvO9S8tb2VgsGoe/39LucfytVFL+eXHTeTD9gf+PUnqx2DclpZTtoeP5pdkh0cwmqcaY3g6WnvspCfpwQVjaMCfXzdTmbmyUhAXmTG0LJtSNMWwUEhXurK/mce6O2izh1L/qeXTsrPM8nr46k5+/akq6/RsY/cv3e/emoxQdL+zOKVFtdJk2ZnzQ8GVPWQl5zsQjmHLif6ZRIgkwY5XlhgUneQIYQMG+Rrlye/e8dxYUtl5HXKwZM741LlSztpS5Jatg297FM3bBq4cM7epH0nZISjNmyQI+fsk5yUqW78O3PX0oX25ZXUN/CcWfhzfhMcQkLtCZCbh31ZqvBafo4gxMP2k83NKbTf9DA2a1mtqNC8a/vxDWtTNq4+H4NMnQAAEABJREFUtHObfcGlggKTTBHOObgaiYmz14xq3ib4qsMGR0MO+Qvv4emSdTI/L88kAAAAAAAAcEMQNgBOJqp18P+N7PTjV+szbSUCcmJXXn4ft6XPgLrPvd5R2Lo0q3t6nt1L+XzBYT7FbzqKBjavO3TOnmnHc0qyg0PxVs86g30ZIvXr9jIUee9/3T97b4WcKJc3Dx3MOnRw58ypOxs0rvLu5919TkcmQpm8PnMQvV6rbphNSq1B9qkC9WblqmfValQNst9MPVzSr7RPmzdE3di7O+3Re2bKjfe+6KF+nf+yAs5+9sS9GV99FLvtdCcGDy+jnMTPLzBpT3+rX8Yq8oWYTJbNG47s262EJTJ6kQmLEjZsO5Z5wl4A0a7zhZ/d0QNDbjWKrKJuTv5li9qwoXHTwPz8ouL7O34oe3amnXMoR4cG1Tm/CQ56o/1t15zOgYo3w9BqtcXP6tTJgi8/WhW7/IBMwoTtR+bl7ar+lmo1FyjUOHm6sMPXz9UxWCnAQ1wtN/dzf2GsZ94yoIzqHd0uLJiyBgAAAABAeUDYADifnrfW6dg1YuXixE1rD29ad1hdBejfGbtbtA3tGBPu6J+ckZarfnFe2Ob0K1V2d3U76yOvP3utHnWiX2/Qzol94EKTw5ffwUGjvdTd9RtXGTt54IbVKRvXHlq9/KC60L+cbZ80Lu7xF86sSqS5+HP4+tszCUejbNWJdPv8dWA1L3H96XRax3ZeXtErT85JT8uTQcuAuxu2aBNSv1Hlhwb9eSg5S3v6fZbvf1Sr4HWxyXHrD++1VWY0bibDBo382W3fkppqqw5p2qKah6fxsk8dUcvfz9/tREbevNkJwjbPXqd+wNbNR4rv4+dvn8T/fGzfJlGBlzia/iKrNmnP+zle4if76ahlscsPyo3ufWp36hbepGnQd/9bO/ef3cpxLnR830r208vNOVN/kJNdIK6WTqsVgLPp1bmdAAAAAACgXCBsAJzMkvn7k/aeyMktfPLFtj361jGbrYvm7v1k5DJ51574NBk2BIXY2yCvW53SJEr5wqzVKt5+aWHi3gw5y//VuH6OOXyd/qzJ2cAg5YGmIsvmDYejWioNivftSf9j0vYatf1btg0Jr+l32R1ECeyIS43bcGRvQvoLb3Rs1T70sefb7E/IeO7h2TnZhQnxaaJk5Dy7zFFSDp7cuDYlftsx+brk4MkTeQv+TVB3kKckin2h/jp9w11vODOHLk9eJg1yQyYNDzzeQij9HqynsgrPeUirdiEybFi/JkUtR2jSLFCvVyo/kg9kph5VqjGKryl0aQ0jq65ckqQeR74DMgQ6Z4cqpxtib15/WA0b5M6fvrM8pLp3w6aB6k9Qdc5vwlWQL3ZdbIqwFVi8PKqzOpiVlX+JhwSH2NdoKt4kQ2ZOAgAAAAAAAE6IsAFwMquWJC1dsF9ueHoYe99WNzencNfp+dnadSsJpQlw+Piqm9JSc/6YuE0jNHXqVVrwX4LaKLhWHf9LVCR06VFjzt/K99DfeXnR0Aebyvn6iT9u3rpZWRSoRi0/mSVcdgdRAgm708d9pyzKb7VY776/aeWqHtu2pObnKev/1KxXSZSYfO0/frVOhggvPPpvv9vrV67qOWVCnNpyuXf/uj6+yrfmXU73CVix6EDS3szO3SOqhXiL68PF1b6Gz/496YUFZqOLbvrEbVknldl2k+lMm+lWMksYvVpNCIKre6sVGGE1/A7sP6GuPtSy3ZWFDep2o8iq5+8gsxxPb5fsrIKJP22Svyet24cuX5S4aM5eedc9DzQrHjZcO41GYzDo5Cs9euRURnqufyX3nVuPrVuVrN4rx/Xn5Rmh4X4ymdi25ag8pYZNqnTuXmPH1tRfx24SQEUyZsLUjq2iIuvXFgAAAAAAODnCBsDJPPx0q7iNR+Ss+sSfN8uLY7xZq+COXSPkhpePy/+92fH915fKme7Jv2xx7CDDgGGPNr/EkaNaBz/wWAuZBMjp6e//t9Yx3qVnzeZtQkqyQ0n0HVBv+YL9MqJYsThJXhzjlQLc7n2wqSixO4c2Tjl4cs7M3XKO/o/ftzvG5RT84y/a12IKDbd3DJ4/e4+8rtuo8iXChlp1AxZueEhcLRm3VI/wO5h4Ys3K5HsHTK1WzVtOo3v7uMqfwvGjZ9Z6kicgfxBqvwpHf+nIqEAZNignHObj6HJ8WcUDhkZNLxA2+Pq5vfpO5w/eXJpzqlBtx62OR9Tyv/2ehqJUyRBLpgVz/9l9PDXnvn7T6kdW3bb5iKubIbtIWRYp/ViuTFbOf8jTr7R75em58t7P318pL3LQx8fVw8soT1gAFUNCUnLjeiQNAAAAAIDygBWuASdTNcjzozG9HJP7ckJZTjQ/+lzrdz/r7qhakPf+PP32Qfc1qd+4ipu7oWadSkMfivpy3K2+xdovX9CQB5t+PKZXt961Qm0dg11cdfc+HOVYFackO1yW3qAd+UnX3rfVVb/q7u5hlKd326AG30y4zedyp1ecVqt54Y2Oo7/v07V3rcBqXvI4NWr7D3mg6Wc/9HG0p24SFfh/Izt5eBp9fN1ad6ju4+MirhuDUff2JzHytQjb3HpWVsE7n/e4Y0gjeTP1aPY+W4cGVavTtQuNm9kTgsZR9tShTccSNaZW1a4foL5SnU7TsMmFWzLIV/3thNvk21unQYD6hsuf3Sff9pYpiChtjz3fun10mNzILzAlJmTc93DUyI+7qnetX51ywYfI2GPspAG3D2kUFOwlz1D++P73c18vr+v4YwIAAAAAAMB1orlOS5nfMPL8zWZzUVFRQUHBMz2Wy5FRv3atEuIhgOtM/d0zm02FhQWfPLYu7bCygM+Ikc3qNw84f+cF0xP/+01ZvqZZh6r3vdREAHBOK2cn/zl2l9xo0KLyw29doBYnP9f06uAl6vZjn4f5VvJ0dXV3c3U3GIx6vUEno6FLd1cHAJSqn97ZsHHp4Q4DfDoNDHS3cXV1NRgMer1eYyMAXAmrjclkkv8Gn56wYcTqqY0Dqi2+/TkB3FTqb6ZF/vu8yJS/cYtpxBNysOoHH3h27yEqjLUTJ8756MPBX31dLyZGlFUF2dmbZ8xoc++9ohw5cfBg8ta4Jn1vFbjOToz7OeO77+TGqV9+MlQJUP6p7eaqNxr0Bn1Z+Lf2sPkT/kvc/nT11g/XalOR/7OTygYAAAAAAAAA19f4Bx5YN/l3UY6cOnbsmwG3Ja5bJwDY0LMBAAAAAAAAwPVVkH1KlC/mwkJTQYEAcBqVDQAAADfHM6NGL1u7SQAAAAAA4PyobAAAAAAAAACcn9W64PPPdy1amHPiRGjTpvW7dou6/fZid1rXTZq0+e+ZJ5KTXTw8qtap0/u11/xDq6v3Ho2P//7OO/q/865nQMCmv/5MWr/ezds7onWbni+9ZHR3dxxkf2zs4jFfZyQnW8yWgPCwLk8+WbNde8e9qbt3rxz3c0rc1pyMdN/g4NDIpt2ee9bNxzdt//4x/exdDd5u1LDZwIHyiYqfeMLy5ZMef6zr0093HPGIOrJz/vxpzz9Xt0uXu78eo46cPHLkf927tRs+vMeL/zfl6afSkpK6P/f8/NGfyhfboEePfm+Pkvskrlmz7IfvjyUkyG3/6tWjH3+8VoeOjmf5pEP72p07d3zwoVXjf9m/Zo25qKhagwa9X37Fr3p1xz7JmzfH/jrhwIYNfiEhjXr1rhvT5avevbs+80zHh0ec82ZvnDZt1jvKk27+6y95ue2995vedts7TSOrR0UNH/eLY7ets2f99cor8vXKVy1vnn/mrQYNvuw7f7E3VgBlDJUNAAAAN0ft8FBfby8BAAAAlIaFX36xdtLEqnXr1e/WLXHt2n9GvrVh6hTHvTNff23ORx/KjeZ33BHaLGrf6tU/3X23zBiKH2HdlMn/fvB+aNNmt7z2mkelShv/mD7zjTcc98p5898eGXEiJaVudHTkrX1zMk5MfOSR7XP+U+89cfDgL/cPlyGBnOWXE+vmwkL58MlPPy3vcvfzk7GEu6+vvMiNutFdzjnzGm3a6F1cEtetd4wc2LRRud64yWqxqCP7YmPlde3T4UFhTs6sUW/Le32CggLCI+TIpj//nPDQgxkHDzbs1VteTh49OvHRR2UMUPyJUuLifhk+zN3Xr/crr0a0arVn2bJfR4woyM5W79327+xx990rk4YGPXrKMGb52B+mPf+8uIighg3aDhsmN6o1bCRfVGDduqJkzj/zS7/zl3hjgbKGygYAAICb48lhgwQAAABQSvKzsh6fOVMtVmja/7Zfht0XN3t2i0GDhS0niPvnn8h+/fq/865Wr8wHymn38Q/cP/u9dx+adKZpc3pS0pP/zPIODJTb9WK6/nTPkJ3z5+WdPOnm45ObmTn3448r16r1wPgJrj4+cocujz8x6YnH537yiQwAXLy8Ns+cKU/gvrE/1mjXTt5rffmVyU8+IWfz0/bvD6hRo/Ojj8kTkONy4/wz1xmNMm/Yu2pVUV6ewc1NKDHDRvmk8qlT9+wJrFdPjsj4xNXbO6xlS/UhWampxSsk0g8cmPPhB4H169/7w1gPf3/liR55ZMLDD835+KPaHTt6Vq7seIGDv/yqXteuthcYozcaN8+YkbRuXd2YGFNBwfzPPpNP+uBvEyuFh8sd2g2/f9y9Qy/2bsuMwd3Hd/WECVXr1rngi7qYc85czXsu8c5f+o0VQFlCZQMAAAAAAADg9KIG3u5YFimseXP/6tUzDx1Sb26cPt3o7t7z/15SkwYpJDKy+Z13ysghcc0axxEiWrdW57slOekfEtlUbuSkp8vrLTNn5p440WnECDVpkORGp0ceyT5+PG72LMcRMpIPqhsajabvWyOfm7+gUkRECc5d1Grf3mIyHdystDSTk+xyCj7q9jvkdvKWzcK2BtS+1bE127XX6nSOhzS37aDa8vffRfn5MU8+pSYNkgwYZBxSmJOzYfo0x25GDw81aXC8XnmdnZYmr/euXHnq2DGZzahJgxQQEdHy7iHiOih+5o4zudg7r7rqNxa4kQgbAAAAbo65y2KTUo4IAAAAoDRUrVOn+E3PgADHAkGpCQkBETXc/fyK7xAaGanctWdPsYdULr6D0V0pMjAXFcnrtKREeX1w8+Zl33/nuKhLG6UnJcnrhj17GlxdZ7/77i/D7ls+9ocjO3d6V63qU62anBwXJVCrQwd5ra6ktH/1aqEs93S7q7e3fEa5fWjbNhl1yECi+EP8QkMd2+m20wtt2rT4DtWbNTvnBcpTOvsFeigv0KS8wMM7dsjrkMaNi+8Q2jRSXAfFz1x1iXf+Gt9Y4EZiGSUAAICbY87SWDdX1/CQIAEAAABcM53ReNZtjUZteCAjh/ysLI9K/ufs71kpQF6fsn2vX6XOcZ9DPcipY8fk9brffz9/hxO2+omqdesOHz9+7kcfHdi4UV4Wf/WVV5UqHR96qNWQe0QJ+FcPC6hRI2ndWmFbQ8k7ME9hvkYAABAASURBVFCOVI+K2m8rvEhco8QPdaOjiz/E4OLi2M46elSr17udrrpQeVSqJE4XLthfoJu7uMALtMrrgtwc20POepfUt6jUFT9z+4ld/J2/xjcWuJEIGwAAAAAAAIByy8XT0+jhkZOecc54droyC+/u61uSg8gJbnn97Lz5vsHBF9snuFHjBydOyklPT0tKSt68acVPP/33wQdyvr5Bz56iBGp16LBu0qT8kycPbNqoLnAU3qLlnqVLMw4e2L92bUhk5DmVGcV5BgRYTCa1yYFjUF2GyK2EL9BWW5B7IrP4YG5GhrgS51cbFOXli2t2jW8scMOwjBIAAMDN0Tu6XVgwZQ0AAAC47ipHRKQl7s85e+o8OS5OXldr0KAkR/APUVb+ObBxY/HBzEOHln3/3d6VK+T26gkT/nzpJWGrJwhr3rzDQw8P/OBDeXPv6lh158su+6O0bTCb4xctSt29O6xZlBwJa9FcXu9esjRp3bratnWWLkZdmCh5y5big+oSTEH1S/YCbUc4vGN78cFD27dd6jHnvSKd0ViUl1d8JDVhj7g2l31jgbKDsAEAAODm6NW5HWsoAQAA4AZoOmBAYW7u/NGfytl8dSRl69YNU6f6hoSEtWxZkiM06t3b6O6+6Msv0g8cUEcsJtP8z0YvGTNGq1OWTsk6lrrtv38Tli93PERdmMivWjX1ppyIL8zLs1qtF3uK8BYtjR4eq8b/IrerN1diBpkTuHr7rPplnHxUrY4dxSVeYL/+Wp1u8Ziv807aSxNksrL0u29lwtGge3dRAhFt2rj5+KybPDkzJUUdkVHK2gstG+WgMxjE2bULVWrVSt2zJys1Vb15fO/eLX//La7NZd9YoOxgGSUAAAAAAACgPGtx16BD27ZtmTkzNSGhRps2J48c3b1ksQwP7vj4EzlHX5Ij+AYH933zrX/eHvnj3XfXi+niFxKSsGJFSlxc66FDa7RtK3doM/TeTX/+Of3FF5rfeaerl1f+qVPrp0ypFB7eYtBg9Qg+QUHHEhLG3XdvjTZtuzzxxPlPoXdxiWjVaveSJR6VKgVERMgReW7hLZrvWrzYs3Llag0bXeL0qtat2/u11+Z+9NF3AwfW69rVYjLvXrok+/hxec7n9M2+GJk09Py/l2a+8frYuwfLI8gEZef8eV5VqmSnpalpyvncfX1dvLx2LV7060MPtRw0qH737k369JHvydd9bmnYq1d+VtbeVavqxXTdPuc/cQ0u+8YCZQeVDQDglBL3ZqxYlCgAOLMxE6bGxScIAAAA4DrTaDS3vff+3V+P8Q+tHvfPP8cS9rQcPPixv2aEREaW/CBNbr31iRkzI2/te3TXrtjx43UGwx2fftr7lVfVe2WWMOSbb/1CQ1dPmLDixx9lttFu2PAHf5voaKLQ9elnvAMD5Xha4kX/MVurfXt5HdGqtWMkrHkLeV27Q4fLrsLUctDgR6ZNr9Wx475Vq/YsWxrRuvXDU6Y0v+suUWJNb7vt9k8+kS9kx7x5qXt2d3v2uS6PK6GInOK/4P46o7H3y6/IROTQ9m2Zhw8r53D3kJinn5apyfY5c4ryC/q/+26nESPEtbnsGwuUHVQ2AICTyTlVOGb06gX/Jgy6r0nHrhECgNNKSEpuXK+2AAAAAK5N66FD5eWcwQcm/HrOSN0uXeTlgkcIrF//7e07zhns+X8vyUvxEb/q1Xu/+pq4iLDmzR/786+L3RtYr97zCxeJS2o5+G55KT7SdtgweTlnt8FffX3Bh1epXbvf26PERby0ctU5I/ViYhyvOj8rKzfzRMOevRrf0sexw8Zp08Tpdg4XJPMJeXHclIlIpxGPyEvxfYq/seefeUne+Uu/sUDZQWUDADiZlOQsmTQIAAAAAABQSnJPZn51yy3TX3zBMVKYm7tpxl96F5fgJk0EgBKgsgEAAODmeGr4oAA/PwEAAADgZvMLDglr0SJ+wYJvbutfs1277ONpiWvX5GRkdH3mGaO7uwBQAoQNAJzeisVJ0yduPXTwlMlsrlnLv2X70P53NXB3Nzh2OHkib/aMXWtWJCftO1Gjtn+TZoG3DW5YKcD+3wrrY1NefXqu3Ph8bJ91q1NWLT5w/Gh21WCvrr1qDhoW+esPm1YuTUo7llO3YeVOMeF9b6+vPurnbzZM/mWLXq+dNm/IVx/F7tiamp1VGF7L796HmtVpEPD952vlSG6OKbJFoHxIVMtqjpM5dbLgq49X7dpx/ERaXuVAz0bNqj7+Qhs3N/vZyrv+mR7v4+M6Zc7df03ZsXZlckJ8WvUavncObRzdvYbc4Y9J277/31p156m/bpWXZ19tL5+iIN/815TtKxYnHk45ZdBrQ8N85Ptw26AGjiMDKINqhYUKAAAAAGWARqsd/OWXaydN2hcbu+nPPwtzcvxCq8c8+dQVdX0AKjjCBgDObfL4uJ/HrHfc3Lr5qLxsWnvow697ySRAjuzafvyN5+ZnnshTd9gRlyovf0+Pf+619l161ix+qC8/ij2w/4S6LTfGfbth7apkubM6Io8pL65uhm631HI8xGy2PHX/P4cOZqk347cde+elRaERvgm70tSR5QsTY5ceGP/XnYHVlHZSJzLynn1olmP/5AOZ8rJnZ5rMOTw8jY7DFuSbHr/v78S9GerN3TuOv/fqYm9vl6jWwRd8EywW66iXFq6LTXaMyCeS70P8ttR3PushAAAAAADA5bj5+EY//kS0rSk0gKtAzwYATixp34nx322QGwFVPZ78v3bPvto+NMxX3ty8/vCGNSlyw1Rk+fz9FWrS0K13rVGjuw95oKnczs0p/N8Hq1KPZBc/WuqhU+990ePvpfc9+GRLdUQmDQ883mLGonvf+qirOrJ8cWLxh1itQqfV/vD7gD8X3KNWHuQXmA4mnZDH+WvR0MHDIpVzMFlWLklS9//1h41q0nDboAZvf9LttsEN5fa+PelTxscVP6w8iE6n/X7SbfJkHn66lTq4aO4+ed2pa43nXuugjnTtXWv0933adAzbviVVTRpefKujfN5vfu3fok2IUKKX1G2bjwoAZdUzo0YvW7tJAAAAAADg/KhsAODEZk7dYTZb5cZr70Y3iQqSG02aB/00Zr2/v5vVqozHLjuwP0GpD+jYNeKVd6PlRvvoMHcPw09fr5d5w/RJ2558sa3jaJ2612jTobrc6N67llot4V/JfdCwSJ1O06lbRNUgTxlOpB7OPucc7ry3cc06leRG207Vly7YLzfkQdTj9OpfZ8oEJUU4eviUvD6ZmT/rz13CFnvIaERudIgJz8kqWPDf3plTdz7wREuN5sxhBw5pWKtugLIxuOG4b9bLl5l6RDlIlUCPWvUC1H0CKrs3baG86vht9vKLxL0n6jaoLC9vfhyTmZ4fXN1bAAAAAAAAANcfYQMAJ3Yw6aS8dnM3qEmDVD3c953R3R07bFp3SN0YMKihY3DAoEa/fLtBTt8f2Hei+NFCQu1T824e9j4H4bX8ZNKgbqvLHMmI4pxzCA71Of0o+zpIEbX91Q3308fJzTHJ65QDJ9Wb8TuO/d/jc9TttNQceZ2XV5SelhNQ2cNx2LAIX3XDYNR5eLpknczPyzOJi2gcFejj63YyM+/P37fLi8wYWrYNadoiOCjES6vVCABlVe3wUF9vLwEAAAAAgPMjbADgxNKPKzP13j4uF9shJ9ueDVQJPDOP7+Kqq1zV8+jhU2rBgYPeaF9ZTnN6gr54l2mtVrnXVi9xFqNRd3oH+4ibq/1RutPHUcssjh/LUW8eOpjlaNvgkHYst3jY4FbsqdXmE9bzn/s0Xz+39/7X/bP3ViTZ4hPb8XfOnLqzQeMq737e3cfPTQAok54cNkgAAAAAAFAuEDYAcGKVKnscSs5KP55rNlsdJQiJezNCw33VCXofP1d18NjRHLVFs7C1U06zpRSBwWetMnR+EYCmBGUB5+9zsWIC39OT/g881mLIg03FJem0V9ZTp37jKmMnD9ywOmXj2kOrlx88nKKEGTu3HZs0Lu7xF9oIAAAAAAAA4HqiQTQAJxYUrOQHJpNl49oUdSQtNefhwX/17Tj+hy/Wypt1GlRWx/+avF3t7iD9M22nqcgiNyJq+okbKLCap7qxaf0hx+Av324c++W6+f8myFdRssOcKaFwlDrsiEv9/ect7722uGFk1ceeb/PrzLtk8KCu+5QQnyYAlFV7DyRnZmULAAAAAACcH5UNAJxY7/51583aIzc+f3/loKFNPLyNf07aLm/KLKFWXaVpc/vOYZUC3NLT8lYuSXpq2Mx+dzWIXXogdvlBeZebm6HvwLriBgqs5tUkKmjrpiNbNhx56/n5vfrXSzueM2ncZnlXk2aBPfrULuFxXFztf3Rv23L0vxm7/Cu7Hz2cPe67DXLEarHefX/TylU9tm1Jzc8rkiM161USAMqqr8dPHdgrpnPrKAEAAAAAgJMjbADgxBo1rfrQUy1/HrM+LTXnm89WO8Y7dYuI7lFT2Lo6v/Vxt3deXZR+LHfPrvTR76xQd9AbtM+93qF6xA2tbJCef6PDWy8sPJh4QgYeauYhbO0ZHn66VckPEhjkJR+Sl1sUv+2YvNz7cNQ9DzRdvmD/1s1HVyxOkhfHnjJoufdy6zUBAAAAAAAA146wAYBzGzwsslnL4Fl/xMdvP3YiPS+8hm/PfnW696ntaJzQMLLqT5Nvnz1j19qVB/ftzvD2calW3eeRZ1rWqhsgbriQ6j5fj7912oRtO7el7t6ZlptTWLd+wNOvtq97ermnkjC66EZ/f8v7ry1JT8up26BKeE0/mZ2M/KTrT99sWDBbWY7J3cMYFOzVuFnVwfdF0h0aKMt6R7cLCw4SAAAAAAA4P8IGAE6vboOAum91vMQOXj4udw+PlJcL3tuyXcjCDQ8VH3F3N5wzIn0/6bbiNx98ooW8FB9p06H6OY+SE/3nH8fDw3j/483FRTz9cnt5OWdw2rwh54zIcOLXmXed81wvvNFRXgQA59GrczsBAAAAAEC5QNgAAAAAAAAAAACuiVYAAADgZhgzYWpcfIIAAAAAAMD5ETYAAADcHAlJyZlZpwQAAAAAAM6PZZQAAAAAAAAAAMA1IWwAAAC4OZ4aPijAz08AAAAAAOD8CBsAAABujlphoQIAAAAAgHKBsAEAAAAAAAAAAFwTGkQDAADcHM+MGr1s7SYBAAAAAIDzo7IBAAAAAAAA5Yrp2PGixEQBoLwwnzhh37Ja5ZVGoxEoewgbAAAAAAAAUB5YrRZ1I/2L/8mLAFAeOZIGIoeyhrABAADg5vhy5IsCAAAApUer1ZoFgPJMa6MhaSiTCBsAAAAAAADg9OTMo6ZaNfHCsyapqMhcZDKbLUqxg8UiADgzjUqr1el1Gk8PuaFcThMoMwgbAAAAbo69B5ID/Px8vT0FAAAArpZ9qlFeazT6ygHm/n3NBQWioMhSWGQ2mSxms9VGAHBatqDBVtBg0BtcjDJykISG4oYyh7C4Du93AAAQAElEQVQBAADg5vh6/NSBvWI6t44SAAAAuDbqXKRFq5GzkAaLQSjTkEJu28IGQdgAOC81UVAqGbRavUGvXPR6rU4r8wYNeUMZQ9gAAMB1xH/3AAAAADeAupiKMvuol9mCLXvQaZWkwUJZA1Ae2NZNkgmiUtQg8wZlPSWtVvAv7jKGsAEoBY7/cBk7avOl99y8MnXzygUCgJPbueH4c/34LONa9Y5uFxYcJAAAAFAalNIGq1VORapJg85skdQ1lJiPBJya9XT1kkarkWGD/IDLZNHWuEHLN/zKFMIGAACuE+W/e+xb/NcPLqRX53YCAAAA18zx39tK/1jblKRVp7UlDYKkASgfTucN9k7R6qpK6l38i7vsIGwArp6mGAEAZ7MlDXzPAgAAALhB1BlImS5oNVah1Wityn+Qs4YSUG6cmYHT2L/bx6RcWUPYAFwr+cfb8183KyjMz8/PKywqKCoqNJtMFtuqkAIVz9Hj6R5url6eHgIVkv0LFlqd0WA0Gl2U6k6NVpBK4iLmLoutVzMiPISVlAAAAK7VmeIGzZmAgX+YA+VM8U+6oKah7CFsAK6NnFhUqjRtzWkMRlt5psai08sNi8Ui+BOv4snNL3R3c3dxcRWogKxnwgb5J4Jer1y0p/MGAZxnztJYN1dXwgYAAIDScs7MIxORQHnFp7tsImwArp7ti8rKxKJep7folVIGOaDX6y028j6+Q1EBZecUVPLTubm6C1Q8yleo5LVQ2lXJAFKvBA4GW+MqrUZQ2QAAAADcIPy3NwDcFIQNwDVRloMUVq1WJ6cU5X/NyPlFpQOVvChBA0lDRZSVUyA0ejc3llGqoJR/1ViFvd5J5g06vbxWihtO960Cintq+KAAPz8BAAAAAIDzI2wArpLjixLKAil6vca2eIpS4kDSULFl5eTLXwRXKhsqMEfNkxI52Moa5BY9G3BBtcJCBQAAAAAA5QJhA3BN1PXZhUVodMqG9TSBCsliteblF+l0BhcjPRsqNM0ZWvVPCVpXAQAAAACA8o2wAbh6yvrstj4N6gIpVqtWjRkIGyosk9mUX2hSmgPrDQIVmCNaKJ4xkDTgfM+MGj2wV0zn1lECAAAAAAAnR9gAXJPis4dq9iBQgRWZzGazRass068TqPAcfz4QMwAAAAAAgHKPsAEoBcWnFMkbKjKzrT+4Tqdlchn8DgAAAAAAgAqFsAEoZcwwVmS2qEmj1+v4NQBQEl+OfFEAAAAAAFAuEDYAQKkxmy3yWq9lDSUAAAAAAABULFoBACglZrNZXut0/NEKoET2HkjOzMoWAAAAAAA4P2bEAKDUmC1KZYNWyx+tAErk6/FT4+L3CAAAAAAAnB/LKAFAqTHZKxtYRgkAAAAAAAAVC2EDAJQai71nA5UNAEqkd3S7sOAgAQAAAACA8yNsAIBSY6ayAcCV6NW5nQAAAAAAoFwgbACAUmO2WuW1lgbRAAAAAAAAqGCYEQOAUqNWNtAgGkAJzV0Wm5RyRAAAAAAA4PyYEQOAUmOxKJUNOg1/tAIokTlLYw8cImwAAAAAAJQHLKMEAKXGYlEaRFPZAAAAAAAAgIqGsAEASo0aNuh0GgEAJfDU8EEBfn4CAAAAAADnR9gAAKXGYqWyAcAVqBUWKgAAAAAAKBcIGwCg1JjNStigIWwAAAAAAABABcOMGACUGvsySjSIBlAyYyZMjYtPEAAAAAAAOD9mxACg1Jzu2cAfrQBKJCEpOTPrlAAAAAAAwPmxjBIAlBp1GSV6NgAAAAAAAKCiIWwAgFKjNojWETYAKJkvR74oAAAAAAAoFwgbAKDUmC1WwTJKAAAAAAAAqHiYEQOAUmOxWDQaAQAltPdAcmZWtgAAAAAAwPkRNgBAqTFbLDRsAFByX4+fGhe/RwAAAAAA4PxYRgkASo3VbKFhAwAAAAAAACogwgYAKDUWK5UNAK5A7fBQX28vAQAAAACA8yNsAIBSY7ZQ2QDgCjw5bJAAAMCZWa2iyGIWAABUbFb5N6IQmtNERUXYAAClxmymsgEAAADlXPE5lO3ph6v9+IoAAAA2xfOGCpg6MCkGAKVG5tgVOb4GcKXmLotNSjkiAABwNhX8a5sAAFyQ5myi4qGyAQBKDWEDgCsyZ2msm6treEiQAADAqcj/6O0Z0mBtr2fz8/MLCgoKbSwWi7qIBAAAFYr8a1Gn0xkMhkruXnq9XqvVEjYAAK6VVfkLRgAAAADlmDqB4mF0CfH0KzAUFBiVsMFkMpnNZquNAACgwlD/WlTDBklvI29WzLyBsAEASo3tX1akDQBK6qnhgwL8/AQAAM5DnTrR2sgpFTVakNsyaVArGwgbAAAViuNvRjVmMBqNanFDxaxvIGwAgNJEZQOAkqsVFioAAHAecsZEXThU/QqnmivIbTmrYrEhaQAAVECOGF5/WvHKhgqVNxA2AECpsf3TirQBAAAA5ZycT1E31NTBUdYgAACokNS8Qf6dqF6rG6LiIWwAgFKjUb7nJQCghMZMmNqxVVRk/doCAAAn4fh6pjqHIq9lzKDX61lACQBQkWlOU1dPcqyhxDJKAICrZK1gxXEArlFCUnLjeiQNAAAn4/gvXnUlJTmfUjxmIHIAAFQoxSeCigcMFXOCiLABAEoN/7ICAABAReCYQFG7OAgAAGBT/K9IUfEQNgBAqVHb5QkAKJkvR74oAABwTvx3LwAA56vgfz8SNgBAaeLfXAAAAKhQSB0AAICKsAEASo1S2SD4txYAAAAAAAAqHK0AAJQSVqsFcEWeGTV62dpNAgAAAAAA50dlAwCUHiobAAAAAAAAUCERNgBAqbFaBVkDgJKrHR7q6+0lAAAAAABwfoQNAFBq6NkA4Io8OWyQAAAAAACgXCBsAIBSoxQ2aAkbAAAAAAAAUOHQIBoAShNRA4CSm7ssNinliAAAAAAAwPkRNgBAabIKACipOUtjDxwibAAAAAAAlAcsowQAAAAAAAAAAK4JYQMAlBqNRl5YSAlASfWObhcWHCQAAAAAAHB+hA0AUJqsFosAgJLp1bmdAAAAAACgXCBsAIBSoxEaK00bAAAAAAAAUPHQIBoASo1GI6y0iAZQYmMmTI2LTxAAAAAAADg/wgYAKD22tAEASighKTkz65QAAAAAAMD5sYwSAJQajaCyAQAAAAAAABURYQMAlBqNRiMAoMS+HPmiAAAAAACgXCBsAIDSRGUDAAAAAAAAKiDCBgAoNRqNxkrWAAAAAAAAgIqHBtEAULpIGwCU1DOjRi9bu0kAAAAAAOD8qGwAgFJDZQMAAAAAAAAqJsIGACg1tIcGcEVqh4f6ensJAAAAAACcH2EDAJQaq1LZQGkDgJJ6ctggAQAAAABAuUDYAAClRiPzBrIGAAAAAAAAVDw0iAaA0kXaAKCk9h5IzszKFgAAAAAAOD/CBgAoNTSIBnBFvh4/NS5+jwAAAAAAwPmxjBIAlBqtRmOxWgQAAAAAAABQwRA2AECp0Wq1VgulDQBKqnd0u7DgIAEAAAAAgPMjbACAUqPVaswWKhsAlFSvzu0EAAAAAADlAmEDAJQanVZrIWwAAAAAAABAxUODaAAoNVoNYQOAKzBmwtS4+AQBAAAAAIDzI2wAgFKj0WlZRglAySUkJWdmnRIAAAAAADg/llECgFLDMkoAAAAAAAComAgbAKDUaDUaq1UAQAk9NXxQgJ+fAAAAAADA+RE2AECp0eqUtelMZrNepxMAcDm1wkIFAAAAAADlAj0bAKDU6LTKH6oWMyspAQAAAAAAoGIhbACAUqPVKH+omi0spQSgRJ4ZNXrZ2k0CAAAAAADnxzJKAFBqNFqNvKZHNAAAAAAAACoawgYAKDVa2zJKZithA4ASqR0e6uvtJQAAAAAAcH6EDQBQatSeDVYqGwCUzJPDBgkAAAAAAMoFwgYAKDX2BtGEDQAAAAAAAKhgCBsA4IolJCXvTNhvNptNJrPJYruWzOaTWdlWq/hxykwhrMqgbQf5/4osyt3PPXBPaLWqAgBO23sgOcDPz9fbUwAAAAAA4OQIGwDgigVVCfhl2t85efnn36XRiENHj50/3jKyIUkDgHN8PX7qwF4xnVtHCQAAAAAAnJxWAACukKe7W//u0SXf38XF0L97ZwEAAAAAAACUU4QNAHA1WjdrVLN6SAl37tGhjZeHuwCAs/WObhcWHCQAAAAAAHB+hA0AcJUG9+vpYjRcdjc/H6/oNi0EAJynV+d24SGEDQAAAACA8oCwAQCuUpVKfrd06XDZ3Qb2itHrdQIAAAAAAAAovwgbAODqdWoVFRxY5RI71KsZ3qRebQEAFzJmwtS4+AQBAAAAAIDzI2wAgKun1WqG9Oul0WgueK8cv61nFwEAF5GQlJyZdUoAAAAAAOD8CBsA4JqEBFXp1KrZBe+S40GVKwkAAAAAAACgvCNsAIBr1adLx8qVfM8Z9HR3K0lHBwAV2VPDB0XWryMAAAAAAHB+hA0AcK1cXAyDb+11zqBMGlxdjAIALq5WWKivt6cAAAAAAMD5ETYAQCmoFRbSMrKh42ZYSFDbqCYCAAAAAAAAqBgIGwCgdNzWI9rDzVXdHtgzRqvVCAC4pGdGjV62dpMAAAAAAMD5ETYAQOnwdHe7/ZZuciOqYd3wkCABAAAAAAAAVBh6AQAoJc0b1du2K6Ff984CAAAAAAAAqEgIGwCgNA2/41YBACXz5cgXBQAAAAAA5QJhA1AeWK1WAeAiNBr6ZwAAAAAAAFxfhA2AE3NkDOpG8WugglMDhnNiBlIHlDV7DyQH+Pn5ensKAAAAAACcHGED4Kwc0ULWMcuJw2arcpuwAbCTuYK7jzYgXKtRNu3kp4O8AWXK1+OnDuwV07l1lAAAAAAAwMkRNgBOyZE0mM2WaW9kpydbBICzafXWB8e6egXoNFqtVvmflrwBAAAAAADgOtEKAM5JzplaLJa4/wpIGoALspg0y8YXmExFZpPJYjHLzwt1Pyhreke3CwsOEgAAAAAAOD8qGwDnY7WRM6f5OeaVEwvUwdb9XfWufF8bsNv4X37+Keue5aJx76LAWmar1aC3/Y2n1SopO8UNKCN6dW4nAAAAAAAoFwgbAKekdmhYNakgL0u5Wb+DMXqYuwBwmru3ZsGPuXJj+c+WAe+ahBowKOso0bwBAAAAAACg9LGMEuBkrKelp5g2zyqSIzqDiBlO0gCcpWkPV79A5e+443u1u5dZlMWUzCaLmcWUULbMXRablHJEAAAAAADg/AgbAGfi6AttsZiX/VRgtShfzW59m5unP59l4Cxaneg+wkPdXjdFl59XVCTzBovZtgKZRU3sBHCzzVkae+AQYQMAAAAAoDxgghJwMmq3hoPbTPvXK32hPf01bQa4CQDniWhqqBllkBt5mbot/2jUTtFms5mYAQAAAAAAoNQRNgBOw9EX2myyLPquUB3sfI+7wVUAuKCYBz00tr/ots02nkozKSspWcy2C8UNKBOeGj4osn4dAQAAAACATvbUKAAAEABJREFU8yNsAJyJ2hc6bm5hRrIySVo1Qteoi4sAcBH+Qdqo3kocZzFp1k3RF5mKTEreIKMGOjegTKgVFurr7SkAAAAAAHB+hA2Ac3D0hc7LNq2aWKQOOpakB3Ax7Qe5uXoq3U0SVxuP7bN3iraermwgcgAAAAAAACgVhA2A01DWULJaVk8uKshWbtZrbwyuqxcALsnNU9NhkL2vSewEg6lIKW4wW8yO4gbyBtxEz4wavWztJgEAAAAAgPMjbACcgKNbQ3qKafM/SlmDziC63u8uAJRAs16ufoHK33fp+/UJK4XaKdpitnduEAAAAAAAALhmhA1AWef48rWMG5b9VGC1KAvCtOrv5unP5xcoEa1OdH3AvubYhmnGgjylU7TZYrZFeHSKBgAAAAAAKAVMVgJOQC1rOLjNlLhBmRJ189a0HegmAJRYzRaGiKYGuZGXqYv7R1NkK24wm83EDLi5vhz5YufWUQIAAAAAAOdH2ACUaY4FlMwmy6LvCtXB6PvcDa4CwBXp9rCHxvaX3rZ/XU6lKcUN8oNlu1DcAAAAAAAAcK0IG4CyzjYJao2bW5iRrEyGVo3QNYlxEQCukH+QtlkP5bNjMWnWTdEXmZRO0bZ1lOjcgJtm74HkzKxsAQAAAACA8yNsAMou62l52aZVE4vUwe4jPASAq9JhiLuLm9L1JHG18dg+i9Ip2myynq5sIHLAjff1+Klx8XsEAAAAAADOj7ABKNOUNZSslthJhQW2b77WbWsMrqsXAK6Km6em/WB7v5PYCQZTkVLcYLaYHcUN5A0AAAAAAABXh7ABKKMc3RrSU0xbZpvkiM4gugxzFwCuQfNbXP0Clb/70vfrE1YKk61TtMVs79wggBurdnior7eXAAAAAADA+RE2AGWR40vWMm5Y9lOB1aIs/NLyVlefKnxmgWui1YmYB+xrkW2YZizIUzpFmy1mW7RHp2jcaE8OGxRZv7YAAAAAAMD5MXEJlFFqWcPBbabEDcrUp5u3pt0dlDUApaBWC0NoQ2U5srxMXdw/miJbcYPZbCZmAAAAAAAAuGqEDUCZ41hAyWyyLPquUB3sfK+7wVUAKBU9HvbQ2P4C3Pavy6k0pbhBfuBsF4obcEPNXRablHJEAAAAAADg/AgbgLLINtlpjZtbmJGsTHpWjdA1iXERAEpJQHVd0x7KZ8pi0qyboi8yKZ2ibeso0bkBN9ScpbEHDhE2AAAAAADKA8IGoGyxnpaXbVo1sUgd7D7CQ6MRAEpRxyHuLm7K5ypxtfHYPovSKdpssp6ubCByAAAAAAAAuCKEDUCZo6yhZLXETiosyFZu1mlrDK6rFwBKlZunpt0gN3U7doLBVKQUN5gtZkdxA3kDboCnhg+KrF9HAAAAAADg/AgbgDLE0a0hPcW0ZbZJjmh1ImYYfaGB66L5La5+gcrfg+n79QkrhcnWKdpitnduEMD1Vyss1NfbUwAAAAAA4PwIG4CywvFlahk3LP+p0GpRFnhp2c/VpwqfU+C60OlFl+Ee6vaGacaCPKVTtNlitkV+dIoGAAAAAAC4AkxiAmWIWtZwcJtp/waLvOnmrWl/J2UNwHVUu5UhtKGyTFlepi5ulrbIVtxgNpuJGXBjjJkwNS4+QQAAAAAA4PwIG4AywbGAktlkWfRdoTrY+R53g6sAcF31eNhe3LBttvFUmlLcID+ItgvFDbjuEpKSM7NOCQAAAAAAnB9hA1BW2CY1rVvmFGYkK5OblUJ0Tbq5CADXWUB1XdMeymfNYtKsm6IvMimdom3rKNG5AQAAAAAAoKQIG4Cbz3paXrYpdlKROthzhIdGIwDcAJ2Guru4KZ+3xNXGY/ssSqdos8l6urKByAHXz5cjX+zcOkoAAAAAAOD8CBuAMkFZQ8lqiZ1UWJCt3Kzd2hjaSC8A3BBunpq2d7qp27ETDKYipbjBbDE7ihvIGwAAAAAAAC6NsAG4yRzdGtJTTFtmm+SIVie63k9faOCGatHX1buy8ndi+n59wkphsnWKtpjtnRsEcH3sPZCcmZUtAAAAAABwfoQNwM3k+NK0jBuW/1RotSgLubTs6+pThc8mcEPp9KLbA/aQb8M0Y0Ge0inabDHbokA6ReN6+Xr81Lj4PQIAAAAAAOfHhCZwk6llDQe3mfZvsMibbt5nlnMBcCMpy5c1VJYvy8vUxc3SFtmKG8xmMzEDAAAAAADAZRE2ADeNYwEls8my6LtCdbDTEHcXdxpDAzdHj4c91I3t/xpOpSnFDfIDartQ3IDronZ4qK+3lwAAAAAAwPkRNgA3k23y0rplTmFGsjKJWSlEF9ndRQC4SQKq65p0Uz6D5iLtuin6IpPSKdq2jhKdG3BdPDlsUGT92gIAAAAAAOdH2ADcHNbT8rJNsZOK1MGeIzw0VDUAN1XnIe4Go7KRuNp4bJ9F6RRtNllPVzYQOQAAAAAAAFwQYQNw0yhrKFktsZMKC7KVm7VaGUIb6QWAm8rdV9N+kL1TdOwEg6lIKW4wW8yO4gbyBpSiuctik1KOCAAAAAAAnB9hA3ATOLo1pKeYtsw2yxGtTnR7wEMAKANa3OrqXVn5+zF9vz5hpTDZOkVbzPbODQIoPXOWxh44RNgAAAAAACgPCBuAG83x5WgZNyz/qdBqUQZb9HH1qcLnESgTdHoRM9xe3LBhmrEgT+kUbbaYbREhnaIBAAAAAAAugMlN4CZQyxoObjPt36BEDa6emnZ3uQkAZUbdtsZqdZRlzfIydXGztEW24gaz2UzMgNLVO7pdWHCQAAAAAADA+RE2ADeUYwEls8my6LtCdbDTEHcXdxpDA2VLjxH2lc22/2s4laYUN8gPru1CcQNKTa/O7cJDCBsAAAAAAOUBYQNwo9kmKa1b5hRmJCuTlZVCdE17uggAZUzVGrrGMcpn01ykXTdFX2RSOkXb1lGicwMAAAAAAMC5CBuAG8d6Wl62KXZSkTrYc4SHhqoGoEyKHupuMCobiauNx/ZZlE7RZpP1dGUDkQOu3ZgJU+PiEwQAAAAAAM6PsAG4oZQ1lKyWVRMLC7KVm7VaGEIb6QWAMsndV9PuTns/ldgJBlORUtxgtpgdxQ3kDbhGCUnJmVmnBAAAAAAAzo+wAbhBHN0a0lNMcf+a5YhWJ7rc7yEAlGEtbnXzrqz8XZm+X5+wUphsnaItZnvnBgEAAAAAAAAbwgbgRnB8CVrGDct/KrRalMHmt7j6B/EZBMo0vVF0uc9d3d4wzViQp3SKNlvMtuiQTtG4Vl+OfLFz6ygBAAAAAIDzY6ITuEHUsoaD20z7NyhRg6unpv0gNwGgzKvX3litjrLcWV6mLm6WtshW3GA2m4kZAAAAAAAAHAgbgOvOsYCS2WRZ9F2hOtjxbncXdxpDA86hxwj7imfb/zWcSlOKG+QH2nahuAEAAAAAAEBB2ADcCLbJSOuWOYUZycqkZKUQXdMeLgKAk6haQ9e4i/KZNRdp103RF5mUTtG2dZTo3IBr8syo0cvWbhIAAAAAADg/wgbg+rKelpdtip1UpA72HOGh1QkATiT6XneDUdlIXG08ts+idIo2m6ynKxuIHAAAAAAAQAVH2ABcd8oaSlbLqomFBdnKzZrNDaGN9AKAU3H31bS9w95nJXaCwVSkFDeYLWZHcQN5A65C7fBQX28vAQAAAACA8yNsAK4jR7eG9BRT3L9mOaLRipgHPAQAJ9Syn5unv9JqJX2/PmGVMNk6RVvM9s4NArhyTw4bFFm/tgAAAAAAwPkRNgDXi+PLzjJuWPZTodWiDDbv7eofxOcOcEp6o4gZbg8LN0w1FuQpnaLNFrMtUqRTNAAAAAAAqNCY9ASuI7Ws4eA2U+IGJWpw9dR0uNtNAHBa9TsYq9VRlkHLy9TFzdIW2YobzGYzMQOuztxlsUkpRwQAAAAAAM6PsAG4LhwLKJlNlkXfFaqDHQa7ubhrBABn1mOEvbhh+7+GU2lKcYP8oNsuFDfgis1ZGnvgEGEDAAAAAKA8IGwArhfbpKN1y38FGcnK5KNfoLZZT1dR8Yy8/+teYQ87Lv3rPvFQ9BuvDPls7uQVRYWm4nvOmrBE7rB6/paLHeqr136TOxxNTrvYDkcOHF88Y43j5l3Nnnv61vfFjXLZ8y9dfWs9+vLdn13dvaXi4a5vPtj5dVHxVK2ha9jZKDfMRdp1U/RFJqVTtG0dJTo3AAAAAACAiouwASh91tPysk2xv9vn07uP8NDqRIXVoHnNZh3qy0utJmEmk3nb2oQvXvn1sR5vZxw7KUpJeurJR3qMjFu9WwDXWfS97gYlbhCJq43H9lmUTtFmk/V0ZQORA0qud3S7sOAgAQAAAACA89MLANeBsoaS1bJqYmFBtnKzRpQhoqlBVGBPf3hveN1gx83srLzRz/60ZtHWj5/56ePJL6iDtw7rIi/iahUVFhXmF4mb5xrPH07E01/beoDbyql5cjt2gqH/20U6nV6r02m0Wo1VI8k/AeS1AC6nV+d2AgAAAACAcoHKBqCUObo1pKeY4v41yxGNVnR90EOgGE9vt9e+fbRWo+pxsbuWz14vAGcjwwZPfyVOSN+vT1glTLZO0RazvXODAAAAAAAAqGCobABKkzrJqMYNy34qtFqUwaherv5BBHvnMroabh/R8+Onf1z536ZOfVsKW8+Db976feSPT7Tt0VTdZ9Ffa+ZNXblvx8HGrWr3f6DbJY7236TlX732m9yQ+8vLC6Pv736n/fvC++NTvh35e+LOlMrV/Bu3rnPHiJ5VQys5HpianP7Nm5OSEg6dysgJrF45un+rQY/3vuBTZKZl3dP6pUatajtKMVSvDf3f9nV7Jq37bOnfa4uf/8n07Clj/t28Kv7IgeOVAn3C6gQPe/E2R3lHn5qPNmpZ6+MpLzqOs3jGmk+e/fnZT4b1GtRBHUnafWjelJW7tuzftzO5cqBftYgqgx+/pWGr2uLKFRWa5vy+XJ5M/Kb9MgqrGlKpYcvaI968S/32/cxfFn3/9pQfl7y3afn21fO37IlLqhJcqevtbe98pKfjCPm5hTPHLVw5Z+PxIydaxzQZ/GQfUbHpjaLLfR6zvlBqlzZMNUa0KtTrTFqdTqvVWiwaeS3HKW7AZY2ZMLVjq6jI+lfzuQYAAAAAoExhAhQoZWpZw8FtpsQNStTg6qlpP9hN4EJadmksr3fF7b/gvd+NnPLpcz+fSDvZa3BHnUH36j2fb714P4ZajaoPfKi73KjTJPy+5/vXaBCqjqcdPfHy3aOz0rN73NneYNTP+nXJK/d85lhtSc7mP9XvvY0rdtZuHN53aLSLq+GXj//6duTkCz6Fb4B3y84N5TmcOJ7lGJTbm1fGt+4a6eXrXnxnU5H5zeFfzBi30OhiuOWeTr6VvOUk/v/d+YlMLETJzJ268one7yz4Y5V/FZ8+93T29HFfv2T76BfGyUl/cYVOncx94faP5OtKP3qi64A2TdrUPZKcNuPnhbN+XVp8t4+e/GH5vxuj+1SbMaoAABAASURBVLce9n+35eXk//zBH3+PX6TeVVhgennwp+M/neHm6dr9jnbJ+448O+CDrIxsUbE16GSsVkfJ7PMydXGztEW24gaz2UxlA0ouISk5M+uUAAAAAADA+VHZAJQaxwJKZpNl0Xf2GeH2g9zcPPl284V5ersZXQ3pRzLPv+vAnsNyprt+sxrvT3re3cNFjiz4Y/VnL4y72KHqRIZ7+3v+9dOCiPohQ57p6xjPOHZShhAj3rxLbpvNlrcfGLN+6ba41bvUnOO7kZPzc/LH/PtGRL0QedNiscqRf8Yvju7XqkHzmuc/S6d+rdYs2rr0n3UDHrSXWaz4b6P8oXe+teU5e8pMYs/WA0Oe7nvfC/3VkWnfzRn30V+x87bI7EFcTl5uwdhRU6pFVPny79fdPV3VwZ8++OOPH+ZtW7tbPfmSmzV+sTyZp94f2mdoZ3XkZHr2fe1eXvrP2n7FmkwYDPpPpryo0ykhdIvoxg9Fv7H4rzX9h3eVN+dNWbE7Lkk+XB5E2H7V//fShPnTVnl6u4uKrccIj/EvKk3Ot/9rqNclX1/VpNPpLBatRkNxAwAAAAAAqFiobABKk5I2COuW/woykpWvNvsFaqN6uQpcnLefp8wAzv+2/uKZa+X14Kf7qEmD1P2OtvWaRogrZHTRD32un7otp9E79W0hN46lZMjr3VuS4lbv7nFXBzVpkLRazf2v3C43Zo5bdMGjdegV5ebusnLORsfIqjkbZWTSpnvTC+5/NDlNvjp1u8/Q6B8Xv9tzUHtRAvLX6Mn3hz729t2OpEFSl2DKTLviL0G3iG70yMhB3e8404fWp5Jn5Wp+J88+VPtbmqtJgxQcXiWkZtX0YyfVm0tnr5ex0H0v3KbelBPoD75yhxwRFV7VGroGnYxyw1ykXTdFX2QqMsmwUenbQOcGlMiXI1/s3DpKAAAAAADg/KhsAEqH9bS8bFPs7yZ1sOsDHlqdwCXkZefLmWtXd+M54/t3JMvrOo3Diw/WbhK+a0uiuBIhNQKLz9f7BnjL69ycfHmdvO+IvE47cuL3L2cXf4gMD1L2H73g0eT0evveUQv/XH3sUEaVYP8Tx7NkXNHr7o56w7k/5kataofUqLp4xpo9cYltuzVt1qlBZNu6oTUDRcnIiCVmQBu5YTaZd27Ytzk2fvvahIStScLWfUFcoTqR4fIibHUem1bs3Lhs++64xMNJxwOC/IrvVqmKT/Gbbu6uWSdy1O2d6/fKqMPH39Nxr4wrqoVVKSooEhVel/vcd68uNBeJxNXGY73yguoU6bRK5warRqvmDRQ3AAAAAACAioCwASg1yhpKVsuqiYUFtqXsI5oaarbgq9+XcjIjO+dUXvVaQefflZuTJ5QZba/ig/5nz4aXhN5w1p9y6rSvVShTwBnHlOWb1iyMk5dzHmVOOnaxA3a+taUMG5bOWnfXo72W/K2UX3Tu2/L83WQs8em0l358f/qSmWunj50nLx5ebl1uaz3ijbtKWBCwYemOCaNnJGw7YHsVusat68i4Ys2ireLK5ecW/vj+tCUz1uTmFMibQWGVG7WsnXMq/5zd3DzOrcJR58oL8grlhm+A1zn3+lf1ST2YJio8T39tm4Fuq6Yqv7GxEwz93y7S6fRanU6j1Wqs8jdOI9898gYAAAAAAFDuETYApcDRrSE9xRT3r1mOaLSi28MeApekzvKrX7o/h6eX0gzgxPGsSlXPBAw5Wbmi9PhX8ZXXL3z2QPc72pb8UVGdGspTWvXfRhk2rJq7qXI1v6bt611wT7/K3i998eDTH9ybtOfQvm0HZ/yycPZvS3U63WOjBgsl9jh3fzmn79hO3nf0nUe+kfnEkGf61mxQXT6F3F4wPfbqwobv3p48b+rK9r2jGjSvGdm2Xq1G1eXgg51fLyhZXYKLm1EGJBmnl1RyyM3KE7BpM8AtbkF+doY1fb8+YVVRvc624gaNVqPEWxqSBlzCM6NGD+wVw0pKAAAAAIBygJ4NwLVSv/2txg3Lfiq02pbob9bDxT+Iz9elmIrMf/04X27ISfDz741ooPRR2L1lf/HBAwmHL3FAObErrkS18CryeseGhOKDFot16jf//Ttx2cUepTR+6NNyd1zS9rUJO9bvje7b6oJTyTIV+OipH1MSU13djfWaRvS5t/PHv7/g7uGycfl2dQejUV88XZASdx868/AFcYX5RUOf7Xff8/3b92omkwY5mJqSLk7/vpWc3H/5rPUBQX5vfPfo7Q/3UJMG+dTHj2SU/FAyEDpy4JjMfhwj8giHElMFbPRGEX2vPVzcMNVYkGcym01mi9kWQVrUMFIAAAAAAACUa0yGAqVALWtI3GRK3KBEDS5umg5D3AUuLjsr7/tRUw7sOVynSXjrrpHn79CuRzN5PenLWacy7dUMS/5et37J9kscU29USrXOmcG/hLpNI2o3Dps7ecXqBVscgzPHLfzlkxnpthWWLqZz/1byeux70xzb57OaLUv/WTdvykrHiAxXCvKLqoYGqDfD6gbvj09OO3JCvSnfioXTVzl2NrjYXkv+mddyMiN73rQVtkOLKyKzEIOrQf6CFhWcafYw85dFhfJmiWfA5Y9D7j/uoz/kzLmw/cKPfX/aqZOlWWji7Bp2NlaNUFp35GXq4mZpi+TP2yQjBzMxAy6tdnior7eXAAAAAADA+bGMEnBNHAsomU2WRd8VqIPtB7u5ebJwylm+evU3Fzd7F+jCgqLdWxLlZGxweJVXvh6h1V7gvaoTGX7fC/1//ezvp/u917Z702OHM1b+t1Huf+ji3RS8/Tw8vNxi52169Z7P+w6NvmDBRHE6nfbZj4e9/dDXox76pk33pjUbhh7anyoTgoatat/xSK9LPLBe04iQmoF7tiaF1gpUCwXO1yqmcYPmNad/P/fE8ZPVwqrIOfr5f6zUGXT3Pt9f3aFL/9bxm/Y/GP1Gp74tsrNyNy7b3q5nlHx29d4W0Y1cXI1j3522dmFcw5a1C/MLl81en5etdFnIPnXFU/ztejaTmcrwjq+27hZZOdBPnvmahXFePu4yLZAndsH3/xz9h8dsWrFjwR+rU/alNmpZe+fmfQlbk87pL43uIzwmvqoUf2z/11CvS76+qkmn01ksWpn3aLVKtM96Sjjfk8MGCQAAAAAAygUqG4BrZVshxbrlv4KTR5WbfoHa5re4Cpxt58Z9m1fGq5ddm/bXaRJ+73P9vv73zWrhlS/2kCFP933nl6erhVeZO3l5UnzKsBdv6zrwUs0VDEb9oyMHy+ldmWQcTSlR42IZMPyw4B15JtlZOTN+nH9w75H7Xxrw4W/PuXu4XPqBXfopBQ1dB1z0fHR6ncxRZIax8M/Vv37+t4xAWsdEfvXP6zKoUHe4dVgX+YqMboZls9bJ9OW5T+8f/OQtjoeHRFR95ZsRfpW941bv/v2r2euXbO/Qq/n//n7d6KLfsS5BXKGHX7+z860tM46dnPP78qnfzjGbza99M6L3kM6F+UW7Nu8vyRHkyxk17unH3xkif9lnT1yal1PwxvePh9YMFCgmuK6+fgclUTMXaddN0ReZikwyhFTWUbJQ3wAAAAAAAMo9jbPPgMjzlxNnRUVFBQUFz/RYLkdG/dq1SgiNeXEjOMoacrOLfnowryBbGbz9Na9aLQwCQMWTnWH5/rFMs63x9q2j8oLqGFyMrgaDUafTa7VamkXjfHsPJAf4+fl6ewoA18dP72zYuPRwhwE+nQYGutu4uso/mQ16vZ4/lgEAAIDSRWUDcE2UsMFqWfVboZo0hDbUkzQAFZanv7b1bW7qduwEg6lIKW4wW8yO4gZKHHCOr8dPjYvfIwAAAAAAcH6EDcBVcpQ1pKeY4v4zyxGNVvR4mKoaoEJrM8DN01/5nmz6fn3CKmGydYq2mM3KckokDQAAAAAAoPwibACuhuNLyjJuWPZTodWiDDbt4RJQXScAVGAGV9H5Hnd1e8NUY0GeyWwrbrBFkxY1pBTAab2j24UFBwkAAAAAAJwfYQNwldSyhsRNpsQNStTg4qbpOMRdAKjwGnVxqRqh5I55mbq4WdoiW3GD2WwmZsD5enVuFx5C2AAAAAAAKA8IG4Ar5lhAyWyyLPquQB1sN8jNzZMegwAU3UfYV1Tb/q/hVJpS3CD/wLBdKG4AAAAAAADlE2EDcJWswrrlv4KTR5Vtv0Bt81tcBQDYBNfV12tnlBvmIu26Kfoik9Ip2raOEp0bcJYxE6bGxScIAAAAAACcH2EDcGUcZQ352ebY303qYJfhHjq9AACH6PvcdQZlI3G1MXWvWWkTbTFbT1c2EDlAlZCUnJl1SgAAAAAA4PwIG4CrIScK1/1RVJCtbAfX1dduZRAAUIxPFW3r29zU7fVTDCZbm2h1GSUBAAAAAABQ7hA2AFfM9p1ka0gj+83jB025mcweAjjX/k2F6kbl2kVK2wazWVlGSVDWgDOeGj4osn4dAQAAAACA8yNsAK6K1RrSWIRFKTOGhXlixZRcAQDFbF9aeHSfWW64eJvq9cix2AirmjUQNsCuVlior7enAAAAAADA+RE2AFfMMVHY5l6LxvYZ2jK/IO2gWQCATVG+WPpbjrrd8NYTGp1ZrYiiWwMAAAAAACivCBuAq+cbKBp0L1K3543NEQBgs2ZGXs4JJVTwqpYf3CJbYyOA8zwzavSytZsEAAAAAADOj7ABuGLKpKHtotVqmw4sMnooU4opO00J64oEgAovO8O6dmaeut144DGdVqdVaeT/aQkeAAAAAABAuUTYAFwx20yhRp03dPXQRQ7IV8cX/pxjNgkAFdzi8TlmW/IY1PSkf0SRTqFXIgedzpE3CMCmdnior7eXAAAAAADA+RE2AFdDYytrkHOHep2+fozFO0gJGbKOWzbMzhdO7tihjP+9NGFIyxfva//y6gVbxLWxWKzzpqw8cTxLlKrc7PwZ4xY6br732Pe9wh4+dbKct+lePGONfJkLpseK62D7+r3y4L/97x9xAx1NTvvfyxMeinmzf90nHuryxhev/FoOfoiH95jiVxbKDY3OUr9vuk4vGZSwQa9XSxxkVCmA054cNiiyfm0BAAAAAIDzI2wArozGQVkVRU4h6g1Gfauh9iVTYqfn5mU7d/fXj54eO2/qSjkpGhxetVJVP3FtfnxvmpxNLsgvFKXq5cGjZ09YIuDMjhw4/tSt78ksytvPo999XSoF+s2dvOKZfu+dTDslnNm8H+ztW2pEp7v7WZWQQW8w2PIG+QcGyygBAAAAAIDySi8AXDkla9DImUOd1ao36/QhjUzBkYWH4oyFeWL5xNyej3oI52S1Wndu2BdWp9oPC0aJ0pCbfV1KPXJP5Qk4uZ8+/OPUiZxBj/e+/+WB6siSv9d9/PSP3749+dUxI4Rz2r6k4FiiWW4YvYpqds3U611k0mC/qCspaexrKJE3QLX3QHKAn5+vt6cAAAAAAMDJUdkAXLEzhQ3Koig6dSax5d2FGq1S07BlfkEwg6OCAAAQAElEQVTaQbNwThazRV4HhgQI4HqyWKxb1+z28vO459l+jsEu/VuF1a62cdl24ZyK8sXSifZloOrectzFVac3SEZlGSW9XqfTO8oaSBrg8PX4qXHxewQAAAAAAM6Pygbg6skZQ51OZ7HqDRaDXzVTna75uxe4yfF5Y3Puec9bOJtp380Z99FfcmPt4q29wh5uEd3wvQnPyptJuw/Nm7Jy15b9+3YmVw70qxZRZfDjtzRsZV9k/GR69pQx/25eFX/kwPFKgT5hdYKHvXhbeN1gedfQNi+lHTkhN4Z3eDU4vMrPy95XHzL9+3lLZq45evC4m5dbjXqhT7w3JDDUHm/8+eP8H9+b/smU//vlkz8P7D4UXCPwfzNelVO1jpNM3nv04a5vqtvyJHsO6vDcJ8PUm7lZeV+98mv85v1Wi6VJm7q97u4U2bau44En0079/evi+I37dm9JdPdyCwqr3G1A256DO6j3vvfY93u3Hfj63zenfTtny6r4Q/uPhtcLGfpsv6hODc5/o7Kz8gY1e65p+3rv//qsOnIqM/fOyGe8fNynbvlCWZPf5v5Or/n4eX7x92tyOy+3YPzHMzau2HH8UEblID/57j369mA3d5dLv+r4Tfv/+nH+ltW7qtcKirmtjZuHS/HTuMQ7f0FFhaY5vy+X+8vDyreoakilhi1rj3jzrotNfB9NTvvx/ekJ25KyT+RUDa0c3a/loCducdx7V7PnWsc0vuuxW/4YO2/zqp2mQnPtRmHyRck31rFPQV7hd6OmbF+759jhDPmb06h1ncfevtvV3SjvMpvMT713j9wwupz115Cnr3vK/qMyinC8jU5kzYy8nBNK4ugTmhfaMkevd1WTSINa1qA7U9YAAAAAAABQ/lDZAFwNR3GDvNIpyykpy7I3G1BkcFcqA1J2mhLWFQln07B5raG2r5mH1gq87/n+0f1ay+25U1c+0fudBX+s8q/i0+eezp4+7uuXbB/9wrj8XKUNg6nI/ObwL2aMW2h0MdxyTyffSt6r52/5vzs/yUxTOkIPeLBbnSbhcmPgQ91vHR6jPsuYNyb9/OEfRUWmnoM7Nmtff+fGvc/0e/9gwpHiZ/L9O1NSElPl7HnV0IDiSYPk7ecpz83b31Ne5EabbpGOu94Y/sXWtXtad21Sq2HYkr/XvXbP5/vjU9S79sQljegxUgYJcrvPkM7VawfJ1OGr137bu/2g4+E5WbnP9HsvPTVz8JN9+t4Xs29H8pv3fyUfeP4b5ent1qRNne1rEwoLTOpIXGy8vD51MtdxQHn+MgNoHt1IbufmFDzb/4O/xy8KDK1067AulYP9501d+eIdH8vxS7zq5bPXPz/wo61rdkff2io4ouovH//5+1ezHTtf+p0/nzy3F27/6NuRk9OPnug6oI0MY44kp834eeGsX5decH/58uXPff2SbQ2iat1yT2c58ssnMz574Zfi+8jQ4sW7PpE/kcdG3t20XT2ZUb029HPHwlkyafi/uz6dO3mFXxWffsNiQmsGylf98uBPC/OVj4bBqO/Ut6W8FD/gllW7dqzf27xTQ2dMGrIzrGtn2lf3anh7qu50qwa1O7RWq1OroShrwDl6R7cLCw4SAAAAAAA4PyobgKun5g1WodNalMWU3D1NTQfmr5/oLu9a+HNOjShfnVN9whq2ql0vqsbEL/6pVr3KkGf6Ctv38ceOmlItosqXf7/u7umq7vbTB3/88cO8bWt3t+zSeOvq3Xu2HhjydN/7Xuiv3quWR8TO2yJnwG9/uIdMEfZsTeo3PEatXYhbvXv2b0u739H22U+G63RK2Hlgz2E5Cf7Du1MdVQLCtprTpLWjz/nOu8qnkqc8t0V/rZbb6kk6+AZ4fzXrDbVcYMqY/8Z/OmPp3+tq1A8RykT5X9mZOd/OHRlWp5q6s5wZH3n/18tnb6jVqLo6Iqfju93R7pG3Bsnt9r2aycnxz178Zdms9XUiw88/jWYdG2xeGb9zw96m7evJm9vXJXj5eZw6kRO/aW+dJmHKK125S1636KyEDT+9P02+zKfeH9pnaGf14dN/mPfzB39M/mr2g6/efsFXXVRo+vH96R5erqP/eFmeiRyRb+ZzAz507Hzpd/78E541frHcv/g5nEzPvq/dy0v/WdtvWJdzdpbP/tkL42Se8dkfL9durLycYf9n+vTZnxf8EduxT4tWMY3V3VL2p7419vF2PZvJ7bY9muqN+vnTVsWt3tW2e1M5In9J5I/+mQ/v7T3Efj7yzfzwybEyIBn0eO/zz3DHuoR3Hh4jf80eev1O4YQWj88x2xLGoGaZfiEmg62sodgaSjo1aRDA2Xp1bicAAAAAACgXqGwArpKjy6vWVtygV+IGQ70Ys3eQ8m33rOOWDbOvS2/kG8lqFU++P/Sxt+92JA2SulBPZtopx8jR5DSzrdmD1Gdo9I+L3+05qP0FDzjj54Xy+oFX7lCTBknO/t9yT/TGZTsSd6U4dosZ2OaCScOl3f1EH8fCRNH9W8nr44fT1ZsDHuz+zMf3OZIGKaKOEkKczDhV/Aid+7VybDdtX19en7hIoYCaImyxFTRIW9fuadejmbe/584N+9SRTat2ypv1mkUU5hfN+X1F/WY1HLP80p2P9JQhx9+/LHTURpzzquNidx8/fKLX3Z3UpEHY3qg+Qzqfcxolf+dbRDd6ZOSg7necmdaUsU3lan4n006dv7NMMvbHp9w6rIuaNAhbIcIjIwfLafO/fprv2M3dw0VNGlRN2ym5y4lj9nfsr58WhNWu5kgapM63tmzQouafP84//xm3r9/71gNfyw/SuxOerV7b+b7lfXiPKX6lUuuj0Vnq98lQShpsSYNS32DrC62hLzQAAAAAACjvqGwArt6ZvEHOnVsstulFU6t78xZ+4iXHY6fnNo52cfd14rlFOZscM6CNsK2wL6fRN8fGb1+bkLA1Sdi+/C6vG7WqHVKj6uIZa/bEJbbt1rRZpwaRbes65sfPl7LviDzmnN+XnzW4/6jtrtSIeiHqSFBoZXHlajQIcWz7BSg9M/JOL+nj+DK+nEPfsip+a+yu+C2JjlfhUKmKr2Pb1dYgwXT2Dmeeq35IlRD/bWuVtq4n07P370zuf3/XkxnZ6oh8u+JWxbfrGSV/N5L3HbVarfWiapxzhPpRNfduP3hgzyHHhH7xV71vp7Ick1ok4VCr2M0rfefrRIarJRoZx05uWrFz47Ltu+MSDycdDwjyO3/nZNtPpEHzmsUHK1X1CakRmLD1wJmRsx/r5qEkUqYi5R07lpKRcyqvakil37+cXXwfGb1kZWTLhMMnwMsxaCoyf/jE9wX5hR///kLDFjWFE5r3Q466USsmw93PqiYN9jWU9HotZQ24uLnLYuvVjAgPYSUlAAAAAIDTI2wArpW9uEGns1rl5KIhpKE5OLLgUJxLYZ5YPjm312MewpltWLpjwugZCduUKWY5cdq4dR05qb1m0Vb1XqOr4dNpL/34/vQlM9dOHztPXjy83Lrc1nrEG3fJu84/2pEDx81my6+f/33+XUeT0xzbRjeDuHI6w5k/0NSJXavVfvNQ0rEf3p6yful2q22oTpPwNt0i501dec4RXM/uwCxZHIc4T4vOjeb8viIvtyButVLfIGf/5TT6mgVbZLogJ9Ozs/Kad24ox48fVVpk+1U+t2G4GoecOH6mcqL4q849paz+7+PvVfwh/pV9zux8he98fm7hj+9PWzJjjdooIiiscqOWtXNOXbj4Jv2wcs6+Aeedc2XvpN2H5EtWK0jc3F3Pf6z6jqWlKkeQ0Y6jbUZxh5OPFw8btq7enZ568o4RPRxdx53L9iUFxxLNcsPoVRTR5YRe76LGDHq1L7T2TF9o8gacb87SWDdXV8IGAAAAAEA5QNgAXBN19lDp3GDVabVKcYPZYm55d+HhbUarRRO3oKBFH9eA6jrhnOS8+TuPfCNnsYc807dmg+pN29eT2wumxzrCBmGbgH7piwef/uDepD2H9m07OOOXhbN/Wyqjl8dGDT7/gHKOW1jFT0vfEzeQ2WQe+cDXR5KO9R8eU712tRbRjaoE+8ts4/yw4YrIsOG/ScvjVu/evn5v1ZBKweFVmrSpK8d3bNh7/HCGTqdtbltqyf+8UEGlLtDk5XfhLMrDx12ct4hTdnZe8ZtX9M5/9/Zk+Xrb945q0LxmZNt6aqeKBzu/XlBwgU7mvlWUcz6/17R8FUYXvWOtqksIqKoUPfQc3OG5j4dddufUFCVnamR795xOUb5YOjFX3a7X57iLq05/OmmwtWpQyho0pwkAAAAAAIDyi54NQOmQM4lyntc20Wjwq6atE2OfF543Nkc4rTUL4grzi4Y+2+++5/u379VMJg1CmRpWGiGoJQIydfjoqR9TElNd3Y31mkb0ubfzx7+/4O7hsnH5dvshzp5frRZWRe587FBG8cGtq/f8/uXsgwlHRIld0bztnm0HUvYd7Xxry0ffHnzLPZ1k0iAHjx60FVJcvHDhsqI6NtTpddvX7I5btathS+Ur+XUiwzy93bav3bNx6fbGberIbTkYFF5FXu/csPech+9YnyAn7tUGGOerWT9UXu+2rfXkcHD3Icf25d/5YuQPa/ms9QFBfm989+jtD/dQk4aCvMLjRzKsF3oHqqnnvHFf8cH01JMp+4/Wb15LlECVEH8XV2P8hn0Wy1nHX/DHavmzLt6pQmrZpfHHU15sWLIjlzVrZuTlnFBeo09oXkiLHNsfALaGDWpZg0waBDEDLuWp4YMi69cRAAAAAAA4P8IG4Fqp31m2rcmudIpWAge9odlAk8Fd6dybstOUsLZQOCeDrV9xQf6Z8z+ZkT1v2gplyzaHbDVblv6zbt6UMyUCpiJzQX5R1dAA+xFsSxvJeW31Zjdbg+LP/++X3NPdFDLTsr56/bc/fpjrX9VXlJjOoMvLLbCWLCowGpVlheT+jhGz2TLz5wXidGRydeQsf2S7umsXbz2QcLixbf0f+WvQuE3dDct27NqS2CLa3iXCy8c9ul+r3XFJ/00606li5i+L9sendOjd/GJVAo1a1a5U1Wfu5BWOZYgO7Dk8/fu5jh0u+84XJ0/M4GqwWixFxWb55Tkok/4XegeiOjSoFl551oQle7cfVEfMJvPYd6fKp+jUp4UomZ6DOxzce+Sn96c73uT4zfu/eHlC3Opd53T/lilIZNu6Xr7uwtlkZ1jXzrTHig1vT1U/+/ZWDUrSoLf9waClrAGXUCss1NfbUwAAAAAA4PxYRgkoHWreYBU6rUUpb3D3NDUdmLd+orJIzsJxuTWaG3VO+GlrEd3IxdU49t1paxfGNWxZuzC/cNns9WrX5exTytIxrWIaN2heU06Cnzh+slpYFYvFOv+PlTIJuPf5/uoR1DKCDx7/IbhG1bfGPt6pb4udG/bKae4n+7zTumukm6fr/GmrThw7+eqYEWodQAlVDa4kJ99fuOPjZh0a3Ptcv0vvHFanWljtP+QyJQAAEABJREFUaqvnb3mk+8hW0Y3ltPv6JdsO7DkkJ4SzT+aJayCf/ecP/pAbamWDsIUE8omEsshSQ8duj7w1KGX/0a9e+y12/qaIeqH7dhzctGJnrUbVH3lr8MWO7OJmfPbj4e89+t3/3flJh1ua64265bM3+Ph7ZWfZT/iy7/w52vVsJqOL4R1fbd0tsnKg356tSWsWxskg5NTJXPlYOR9+zrO/8On97z3+/fO3f9SuR7OAQF95wjL2iBnQ5pZ7OomSGf5/A/btTP7rpwXxm/Y1aVO3sKDo34lLffw9n3xv6Dl7/vr5379/OfuBV2+/69FewqksHp9jti1DFdQs0y/EZNC7qq2h7X2htVr6QgMAAAAAgIqDygagFDi6v2ptxQ16JW4w1IuxeAcpXyTPOm7ZMDtfOKGQiKqvfDPCr7J33Ordv381e/2S7R16Nf/f368bXfQ71iXIHeRLfeXrEW26N13452o5ZRw7b1PrmMiv/nm9XtMI9Qh9hkY3aFHzQMLhg3sO5+cq9Q2Pvj34w0nP12kSsWzW+nlTV9ZpEv7VrDfkfPqVnJcY/tKAytX8dm9JSt579LI7y4nf1797VE7uK8UBY+f9O2lZcETV0dNfrhMZvntroqPq4iq0jFa6MvgGeFevbW/u2riVshxKYGhA8fWR5Bv45T+vyxduMVvnTl6el5Mv44fP/3zFp9Klvs7cskujL/95TWYDaxZsWbtwa8voxo+NGuK497Lv/Dkefv3Ozre2zDh2cs7vy6d+O8dsNr/2zYjeQzoX5hft2rz//P0btqr9/fxRt93f7ejB4/Omr6oU6PvaN4+89MWDJZ86d/d0HT3t/5758F4vH4/Zvy1dv3hb9zvbf/PfW6G1AkW5cHiPKX6l8sujM1jq98mwr55kMCr1Dba+0Br6QqMEnhk1etnaTQIAAAAAAOenuZZVRMoCef5y1qyoqKigoOCZHsoqJaN+7VolxEMAN5z8bbRYLGaL2SR/I02F+fl5B7cWLfzUS95ldBOPfOPn7sucI1BO/PLCyWOJZrlRq9vxer2zXFzdXF2Ui9HF1SjjOJlxyeRRqyT6hA24BBk2DOwV07l1lABwffz0zoaNSw93GODTaWCgu42rq6tBSYj1LHMHAAAAlC4qG4DSZC9uUNZrVxrFhjTSVotUahoK88TyybkCQLmwfUmBmjQYvYpqxGQ6WjXo1b7QMmagrAEAAAAAAFQwhA1AqXF0itYq32jWqTOPbYYWabRK/VDcgoK0g2YBwMkV5YulE+3ZYf1b01xc7R92tVWDjBpl3qg5TQCX9OXIFylrAAAAAACUD4QNQOmTM4w6pbpBKW7wqaqr283esGHe2BwBwMmt/isv54SSIPqE5gVHZds+6AZ7cYNOhg06jSBmAAAAAAAAFQ5hA1CaHMUNGlunaCVw0Bua3lZkcLfIe1N2mhLWXn07YgA3XXaGdd3feep2w9tT1c+4uoaSsnyaTq9WN1HWgBLaeyA5MytbAAAAAADg/AgbgNJnX0xJp8QNcgrS3dPQ7A57ccPCcblmkwDgpBaPzzEXKRvVojL9QkxqzGAwGNU1lGyrqGmJGVByX4+fGhe/RwAAAAAA4PwIG4BS5ugKq9Vo9coK7spUZN1os3eQEjJkHbdsmJUvADihw3tM8SuV4iSdwVLvlgz76kkGo872SZfpooa+0AAAAAAAoKIibABKn6M3rEarta+yYjC0GmpfeiX2j9zcTKsA4Gzm/WBvu1IjOt3dz6omDYbTraGVYibKGnCFeke3CwsOEgAAAAAAOD/CBuB6UYsbJL1OaSAb0kgb0rRAjhfmieWTcwUAp7J9ScGxRLPcMHoVRXTJdLRq0Kt9obU6LWUNuHK9OrcLDyFsAAAAAACUB4QNwHXh6BStlVOQWp06I9nqnkKNVqlpiFtQkHbQLAA4iaJ8sXSiPSOsf+txF1f7h1qtadDplLIGR0WTAAAAAAAAqHgIG4DrSJ151OlsfaL1Bp+qunrd7Q0b5o3NEQCcxOq/8nJOKEmhT2hecFSO7QNtsBc36GTYoNMIYgZcjbnLYpNSjggAAAAAAJwfYQNwvagzj7Y13LU6rU5t3hDZv8jFyyLHU3aaEtYWCgBlXnaGdd3f9p4rDW9PtTdiUcsalKRBr1YxUdaAqzBnaeyBQ4QNAAAAAIDygLABuL7siynpdLZW0QZ3T0PkAPus5cJxuWaTAFDGLR6fYy5SNoKiMv1CTGrMYDAY7X2htVr6QgMAAAAAABA2ANeRo1usVqO0iVYuBkPdaIt3kBIyZB23bJiVLwCUYYf3mOJXKkVIOoOlfp80++pJtqRB7QutoS80rsFTwwdF1q8jAAAAAABwfoQNwPXl6Bmr0Wrtq68YDK2G2osbYv/Izc20CgBl1bwf7O1VanRJc/fVqEmDQV1ASa/0haasAdeiVlior7enAAAAAADA+RE2ADeCWtwgyelJOU0Z0kgb3LRAjhfmieWTcwWAMmn7koJjiWa5YfQqiog+6WjV4Chr0FLWAAAAAAAAYEPYAFx3pwsblNYN8qLOVLa+p1CjVWoa4hYUpB00CwBlTFG+WDzBngXWv/W4i6v9w6u2atDplLIGR+WSAK7KmAlT4+ITBAAAAAAAzo+wAbhB1BlJnc7WJ1pv8Kmqq9fD3rBh3tgcAaCMWf1XXl6Wkgj6hOYFR+XYPrgGe3GDToYNOo0gZsC1SkhKzsw6JQAAAAAAcH6EDcCNoM5I2tZ21+q0OrV5Q2S/IhcvixxP2WlKWFsoAJQZ2RnWdX/be6s0vD3V3nBFLWtQkga9Wq1EWQMAAAAAAICKsAG4ceyLKel0tlbRBndPQ+QA+2zmwnG5ZpMAUEYs/DnHXKRsBLc46RdiUmMGg8GorqFkWxWNvtAoBV+OfLFz6ygBAAAAAIDzI2wAbhBHF1mtRmkTrVwMhrrRFu8gJWTIOm5Z/0++AFAGHN5j2r1aKTbSGSx1ex+3r55kSxrUvtAa+kIDAAAAAACcjbABuHEcvWQ1Wq19VRaDofVQe8YQOy03N9MqANxUVquY94O9jUqNLmnuvho1aTCoCyjplb7QlDWgtOw9kJyZlS0AAAAAAHB+hA3AjaYWN0hy2lJOXwY30gQ3LZDjRYVi6cRcAeCm2rq44FiiWW64+BRGRJ90tGpwlDVoKWtA6fl6/NS4+D0CAAAAAADnR9gA3FCnCxuU1g3yos5gthpSqNEqNQ3bFhek2mY5AdwURfli2W/2zK9en+MurvYPqXIxKJUNWp3OUaEkAAAAAAAAcBphA3BzyJlKnc7WJ1pv8A3U1etuX0xp/vc5AsBNsmp6bl6Wkvx5h+YGR+WqGYNa3KAsfiaTBkHMgNJUOzzU19tLAAAAAADg/AgbgBvNUdwgr3Randq8oWl/k4uXRd57OMG0a1WhAHDDFe/T3mjgMXtjFVtZg87W1F2tSqKsAaXoyWGDIuvXFgAAAAAAOD/CBuDmsC+mpNPZWkUb3Dz1kQPss5xLfs01ETcAN9yiX3IttmXMgluc9As1qTGDwWBUwga93rb6GX2hAQAAAAAALoywAbgJHN1ltRqlTbRyMRjqRpu9g0zC/vXqPAHgBkreYdqzRkn5dAZL3d7H7asn2ZIGtS+0hr7QuA7mLotNSjkiAAAAAABwfoQNwM3h6DGr0Wrtq7UYDK2H2osbVv+Rl5tpFQBuCKtVzPvB3i6lRpc0d1+NmjQYbAsoKWUNOh1lDbge5iyNPXCIsAEAAAAAUB4QNgA3k1rcIMnpTDmtGdxIUy1SyRuKCsXS33IFgBti68KC9BRlBSUX76KI6JOOVg2OsgYtZQ0AAAAAAACXRNgA3DSOTtFaOZWp1akzm63vKdJolZqGbUsKUhPNAsB1VpBnXTbJnu3V63vcxdX+YVRbNeh0SlmDoxJJAKXqqeGDIuvXEQAAAAAAOD/CBuDmkzOYOp2tT7Te4Buoq9vNvpjS/O9zBIDrLHZ6Xl6WkvB5h+YGR+XYPogGe3GDToYNOo0gZsD1Uiss1NfbUwAAAAAA4PwIG4CbyVHcIK90Wp3avKHZbSaDu0XeezjBFL+yUAC4brKOWzbMssd7jQYeszdQUcsalKRBr1YfUdYAAAAAAABwaYQNwM1nX0xJp7O1ija4eeqbDsxT71r0S46JuAG4bhaOy7XYlisLisr0CzWpMYPBYFTXULKtckZfaFxHYyZMjYtPEAAAAAAAOD/CBuAmc3Sd1WqUNtHKxWCoF2PxDjLJ8ZwT1nV/5wkA10HyDlPCWiXN0xks9fuk2VdPsiUNal9oDX2hcZ0lJCVnZp0SAAAAAAA4P8IG4OZz9J7VaLX2VVwMhtZD7Uu7rPkzLzfTKgCUKqtVzPvB3hYlIjrN3VejJg0GdQElvdIXmrIGAAAAAACAEiJsAMoKtbhBktOccrozuJEmOLJAjhcViiW/0ikaKGVxCwrSU5QVlFy8i2p0Oelo1eAoa9BS1oDr78uRL3ZuHSUAAAAAAHB+hA1AmeDoFK2VU5xanTrj2fLuIo1WqWnYvrQwNdEsAJSSgjzr8t9z1e16fY+7uNo/dGqrBp1OKWtwVBwJAAAAAAAAXA5hA1C2yJlNnc7WJ1pv8KumrdPVvpjS/O8pbgBKTey0vLwsJcnzDs0NjsqxfeAM9uIGnQwbdBpBzIAbYe+B5MysbAEAAAAAgPMjbADKCkdxg7zSaXVq84aoASaDu0XeezjBFL+yUAC4ZlnHLRtm22O8RgOP2RulqGUNStKgV6uMKGvADfD1+Klx8XsEAAAAAADOj7ABKFvsiynpdLZW0QY3T33TgfZZ0UW/5JiIG4BrtuDnHIttWbJqUZl+oSY1ZjAYjOoaSrbVzOgLDQAAAAAAcGUIG4AyxNGNVmsrbtArcYOhXozZO8gkx3NOWNfNzBMArkHyDtPedUVyQ2ew1O2dZl89yZY0qH2hNfSFxg1UOzzU19tLAAAAAADg/AgbgLLF0ZNWKW6wdYqWWt9rL25Y81dedoZVALgqVquY94O9/UlEdJqHv0ZNGgzqAkp6ve1zR1kDbpwnhw2KrF9bAAAAAADg/AgbgLLIXtxgm/6U06DBDTXBkcoKSkWFYulvdIoGrlLc/IL0FGUFJRfvohpdTjpaNTjKGrSUNQAAAAAAAFwVwgagzHF0itZq7cUN8tLy7kKNVqlp2LGsMDXRLABcoYI867JJuep2vb7HXVztHy61VYOM9mS+5ygtEsANMXdZbFLKEQEAAAAAgPMjbADKLjnjqdPZ+kTrDX7VtHVi7Ispzf+e4gbgisVOzcvPVhI779Dc4Kgc2wfLYC9u0MmwQacRxAy40eYsjT1wiLABAAAAAFAeEDYAZZGjuEFj6xStBA56Q9RAk8HdIu89nGDaubxQACixjCOWDf/a47pGA4+pnyl1DSVluTKdXq0moqwBAAAAAADg6hA2AGWXfTElnRI3yClRN0995AD7bOniCTkm4gagxJaMz7HYlh+rFpXpF3L4rpgAABAASURBVGpSYwaDwaiuoWRbtYy+0LgJeke3CwsOEgAAAAAAOD/CBqCMcnSp1dqKG/RK3GCoH2PxDjLJ8ZwT1rUz8gSAEkjeYdq7vkhu6AyWur3T7Ksn2ZIGtS+0hr7QuEl6dW4XHkLYAAAAAAAoDwgbgLLL0atWKW6wdYqWs6Ot77UXN6z+Ky87wyoAXJLFLOb9YG9zUiM63cNfoyYNBnUBJb3e9vmirAEAAAAAAOCaEDYAZZ29uME2LSqnR4Mbaqo1LpDj5iKx5Fc6RQOXEbegID1FWUHJxbsookumo1WDo6xBS1kDbp4xE6bGxScIAAAAAACcH2EDUKY5OkVrtfbiBnlpdU+R0Cg1DTuXFx7eYxIALqIgz7r891x1u17fNBdX+4dIbdUgIzyZ4zlKiARwwyUkJWdmnRIAAAAAADg/wgbAOciZUJ3O1idab/Crpq0TY19MybE+DIDzrZqSl5+tJHPeobnBUdm2D5DBXtygk2GDTiOIGQAAAAAAAEoBYQNQ1jmKGzS2TtFK4KA3NL/dZHC3yHuPJZp3LCsUAM6TccSy8T97LNdo4DH1s6OuoaQsS6bTq1VDlDXgJvpy5IudW0cJAAAAAACcH2ED4BzsiynplLhBTpW6eeojb8tT71rya46JuAE4z5JxORalWYMIapbpF2pSYwalzbptDSXb6mT0hQYAAAAAACgdhA2AE3B0r9Xaihv0StxgqN/V6llZadiQc8K6ZkaeAFBM8g7T3o1FckNnsNS7Jc2+epLBqKR1tr7QGvpCAwAAAAAAlB69AOAMzuQNOp3WYlGmTY2mVvfmL/7cU46vnZFXrY4cY84UsFvwo72dSY3odA9/jZo0GE63hlY+R5Q1oAx4ZtTogb1iWEkJAAAAAFAOEDYAzsRe3KDTWa1Ko9vqkeZqjQsOb3MxFYrp754SAM7m4l1Uu2emXu+ixgx6tS+0VqelrAEAAAAAAKBUsYwS4DQcnaK1cqpUq1NnTlveXSQAXES9vmk6nVIHpLZqkFvypszrNKcJ4KaqHR7q6+0lAAAAAABwflQ2AM5HzpDqdDqLVW+wGCqFmpsOyE3ZprNaLVYbuYN6zUSqsL0VZrNFr9cJlCPyF9xsNts+CNoL3WtVf/nd/czVW+YbjS5q0mA0GJUe6zJpEMQMKCueHDZIAAAAAABQLhA2AM5EnSHVarVyOlWn1Vl0ejmF2vS2gvq9s4tMhaaiIrPZZLFYrMIqYHPkWJpOq60S4C9QvhSZTOkZJ+W1n4+Xp4f7OfeqC44pBUAGF6PBRa1sUFtDq9VBlDUAAAAAAACULsIGwPmoiylZhU5vNTiqGWyLK+nMZrNa4iAgRFZ2zoms3LoR1V1d3ATKF1cX4enhdSwtI+VomodbblhIoMwTHPeqS47plHjBoCYNathAX2iUNXOXxdarGREeEiQAAAAAAHByhA2Ak5HzpOoqMVqNVuh0VmFQB2XSYNIbLBazxWIRp1dSquDidu03GFwq+VcSKKfCQtwD/Ctt3bV3/dbdtSPCqlerqo47upso7aCVwMFW1qDX0xcaZc2cpbFurq6EDQAAAACAcoCwAXA+jsWUhPoZtiojZjmXajZbTnduIGw4ejw9+Uhatw6tXV3dBcov+fPt0s5/x579G7btSkw52r5FpJeHh72busbWo0FrWz9Jq3MsoCQAAAAAAABQ2ggbAGelfndbbugNtsXpZcxgUZyJGSr2nOqmHat9vL0jqocKVAAtIhvXCAubs3TV9P+WtItqEtmgrtb2ATn9P+Uj4ujTQN6AsqN3dLuwYMoaAAAAAADlAWED4JTOLKYk8waL0Og0WmEV1DSclnwkNSHp0JD+vYwGF4GKIbBy5ftu77dqw5b5K9dt25N4e+8Yfx8fW7CgUT8pJA0og3p1bicAAAAAACgXCBsAZ3VW3nC6SQNJg2rR6g2V/Pzq1awhUJHIv9Ji2rVuWKfW5H/mfTluSo9ObTu2jJIpgzidMZA0AAAAAAAAXCeEDYATKz5zWny7gkcOKUdSd+1NeuDOfmoMg4omqErlZx+8Z+HKtbMXrYyLTxjSv1dlfz9iBpRNYyZM7dgqKrJ+bQEAAAAAgJMjbACc3vmzqGrRg6io5iyLreLv36huLeaXKyal3Me2Ok1k/Trj/5j1yfe/9onpEN2mOb8PKIMSkpIb1yNpAAAAAACUB4QNQPlUYedVjx5P25mQeD9lDVBKHAJeemTY/BVr/lm4bPOOXfcO7FPZ308AAAAAAADgOmAyDkC58u/iVQF+vqxJApVOp+0d3e7Fh+8tKCz66Lvxi2PX09cEZcpTwwdF1q8jAAAAAABwfoQNAMqPo8fTtu5K6N2lPQvmoLjgwCovPTIspm3LWYuW/+/nSalpGQIoG2qFhfp6ewoAAAAAAJwfYQOA8mPe8jUBfr5RjeoJ4Gw6nbZPTAe1xOGTHyYsWrmOEgcAAAAAAIBSRNgAoJw4nnFi8/ZdPTq20VLWgItQSxy6tGkxa/GK0T9OpMQBN90zo0YvW7tJAAAAAADg/AgbAJQT85av9vH2ahHZQAAXp9Np+3bt+MJD9xQWFn7y/YSFK9dS4gAAAAAAAHDtCBsAlAcnTmZtiNvZs1MbnZY/1nB5odUCX35seHSb5rMXr6TEATdR7fBQX28vAQAAAACA82NWDkB5MHfZai9Pj1ZNGwmgZPQ63a3dOqklDh9/P37BijVmi0UAN9aTwwZF1q8tAAAAAABwfoQNAJzeyVPZ67Zs796xjZw+FsCVUEscOrdu/u+SVaPH/nbkWJoAAAAAAADAlSNsAOD05i9f4+bq2q55EwFcOZlR9e/e+dkHhhQWFn069td5y1dT4oAbZu+B5MysbAEAAAAAgPMjbADg3E6eyl69aWu3jq0pa8C1CA8JeuXx4Z1bRc1ZSokDbpyvx0+Ni98jAAAAAABwfoQNAJzb4tj1ri4uHVpECuDaGPT6/j2in33gHqXE4Ydf5y6LNZspcQAAAAAAACgRwgYATiw7N3fVhrgu7VoYDQYBlAa1xKFjq2YybPjkhwmHjh4TwHXTO7pdWHCQAAAAAADA+RE2AHBii1at1+t0nVo1E0DpMej1A3p2UUscRv/4239LVlHigOukV+d2Mt8SAAAAAAA4P8IGAM4qNz9/5fot0W2buxiNAihtcgr41Sce6Niy2bzlqylxAAAAAAAAuDTCBgDOaknsBnndqXWUAK4Po0E/sFfMM/ffrZY4zF68khIHlK6vx0/ZtmuvAAAAAADA+RE2AHBKBYWFS9ds7Nw6yt3VVQDXU43qwa8+8UD7Fk0XrFjzyQ8Tkg8fFUAp2XsgJScvTwAAAAAA4PwIGwA4JZk0WK3WmPYtBXD9GQ36O3p3VUscPv950r+UOKA05BcUymudlv8YAwAAAACUB/z7FoDzKSgsXBK7oUOrZpQ14EaqUT34lcfvb988cv6KNZ/99NuRY2kCuAauLsYnhw2qWytCAAAAAADg/AgbADifNZu35xUUxLSjrAE3movRcMct3eQE8ans3E/H/rpg5Vqr1SqAq1U7PNTbw10AAAAAAOD8CBsAOJ9laze2aNKAGTrcLHKC+PUnH4xqVG/2ohWjf5x4POOEAAAAAAAAqNgIGwA4mV37DqSfONmxZTMB3DyuLsaht93yyJCBJ05mffzdBFsTEQFckUNHjz8zavS+g4cEAAAAAADOj7ABgJNZuX5zcGCV8JAgAdxsDWrXeP3JB+rWCJsxb8mXv/wugwcBlFh+odIgWgZXAgAAAAAA50fYAMCZyMnc7bv3dm4VJYCywcPN7eG7B9w3sE9qWsaH3/2yetNWAZSMTqPx9vJwNRI2AAAAAADKA70AAOexbvM2fz+f5o3rCaAsad64fp0a1afOmv/PwmU79uwbdGsPLw8PAVxSeGi1d59/TAAAAAAAUC4QNgDln7uc89SI8mFA3/byIsqw3BwhWLu/AnBxFbqz/wp19/R4+qEBoswzm0VBngAAAAAAAChdLKMEAABwE6SfOJl48LAAAAAAAKBcIGwAAAC4CZav2zTx7/8EAAAAAADlAssoAQAA3ATZObleHu4CAAAAAIBygbABAADgJqgZFlK5kp8AAAAAAKBcIGwAAAC4Cdo1jxQAAAAAAJQX9GwAKoQ777xTo9FkZmZebIdvv/1W7vD333+LEtiyZYvc+YUXXhA3lYuLS9euXR039+/fP2nSJMfNoKCgVq1alfBQH374oXxFixcvvorHAiV3c3+1GjRoUKdOHQEAAAAAAHAdEDYAKA+OHDnSqFGjJUuWCABwBgWFReP/mHXo6DEBAAAAAEC5wDJKABSP2winVVBQkJeXV3xExg/ial3LY4FL4FcLDplZpzbv2N2mWWMBAAAAAEC5QNgAAABwo53IOiWv/Xy8BQAAAAAA5QLLKAEVyMmTJ++6667Q0NDg4OB77rln6dKljrvO79nw22+/RUdH+/n53XLLLbNmzZowYYLcYeXKlcUPOHny5KZNm3p7e3fs2HHUqFG5ubkXe+qvvvpKPnzXrl0ffvhhhw4dgoKC7r777jVr1si75JG7du3q4+PTrVu3rVu3Oh5iNBpjYmKKH2TSpEnyIOPGjTvn4GPHjo2IiJAbP//8s9xBHlCcvTi++uyLFy8eMGBASEhIlSpV5LNv3LjxYmd7/sL6n376qfpK5cP79OmTlJTkuOvzzz+XB1+2bFm7du3kDqtWrRCoGK7it/qcXy35ievVq5f8haxcuXKLFi3kcSwWSwnvFZf8tZTk5/GDDz5o3rx51apVH3jggX379gmUJcFVKz85bFDVAH8BAAAAAEC5QNgAVCC9e/eWc+J9+/aNior6/fffu3fvXnwatLgnnnjivvvuO3bs2IMPPujh4dGvXz85r3rOPv/999+QIUP8/f3lPgcOHHj77bcffvjhS5/AwIEDZW4h93/mmWfkRKqMMZ577jmZEAwfPlxubNiwQZ5SWlqauELy5Tz//PNyo2XLlu+8805kZOQFd5PzrUeOHPnUJj4+XmYD8iWU5Pjy3XjppZcKCwsfeughOYO8atUqOV8sj1B8n2effXbPnj0NGzZ0d3cXqEiu+rf6zz//vO2229atWyd/qeRH7ODBg6+99tqbb75ZknvF5X4tCwoKunTp8vrrr3t5eckzkYlImzZtruLDhevHy8O9dnioAAAAAACgvGAZJaACqVKlyvr162V4ILc/+OADORE5efLkJk2anLNbXFzct99+2759+7lz53p6esqRadOmDRo06Jzd5PSlnFqV06ByWx6qadOm06dP//777+Xk5sVOwM3NTaYdBoNBbmdlZX344YfyKWTgoY4EBgY+9thjs2fPlnOj4kq0aNEiICDg888/l6+l+GzsOf6fvbsAjOJYwDi+Z3FXQgRPAgQJBHd3t0LtUaGlrrTU3Sg1WtpS2lJKS6FQoLi7BQ3uxEPc/eTN3YbjGiTBI/9f9+2bm93bk9wdd/PtzIjHIm5gP2unAAAQAElEQVTd2tpalEUzbsOGDUVbbd++fZXKa8WumzZtEs/Ggw8+KJqPVSqVqDl69GjHjh1FO7K48+bddDpdXFycOHheriQZJFQfN/yqnjZtmru7+8mTJ8VaXExPTxcv4NmzZ3/44Ydlbi3zZSnqRVDx+OOPf//99+KiwWAQmcQvv/zi4uIiAQAAAAAA3Ab0bACqEREJyEmDMG7cOLGOjo6+fDd5GKJ33nlHThqE0aNHd+3atdRuXbp0kZMGQbT1i1b74uLimJgY6epGjRolt8AKoaGhYi2OYK5p0sQ4UWpUVJR0e7zwwgty0iA4OztPmDBBtM/u3r372tf66quvxPrTTz+Vm3SFxo0bizbc1atXHz582LzbfffdZz44qpWbeVVnZ2fHxsbKZVdX1/Xr1+/fv788W8t8Wf71118iBfnggw/krQqFQuwsaiRUGN/8+teKjdslAAAAAACqCno2ANWI5fhC3t7ekqk18/Ld5AbNDh06WFa2b9/eco4HoVSXCC8vr6sd0Kx27drmspWVlWQ679tcIzfWFxUVSbdH/fr1LS8GBQWJ9cGDB9u1a3eNa504ccLR0XHGjBmWlSdPnpTXclOyULduXQnV0g2/qkVAtXnz5latWg0YMKBnz55DhgwJDAws59YyX5bbt28PCQmRe0XIRCIo3gIFBQUSKob4pKQGdQIkAAAAAACqCsIGoBqRW0JlCoVCMg2ucvluWVlZoh2z1EnQlu2nMvO522Ue0OzyE6vN52XfAXIcYiaPJ5ORkXHta509e1ar1b711luXbzp//ry5zDnj1dYNv6ofeeQRcV3x0lps8tRTT7Vs2XLq1KldunQpc+u1X5b5+fl6vb7UC14yTU9t+aLFXZRfUGRna+vF7NAAAAAAgCqEsAFAaTVr1jxw4EBubq55zCUhOTlZurPk9MJSXl6edBMSExODg4PNF+UBatzcymjsq1evnkhQ5HPGgVvr3nvvHTduXFRUlHiBrVy58uuvv+7fv/+JEyf8/f2vvbXMl6UIKi5cuFCqMjMzU0LFYGtj9dYzj0oAAAAAAFQhzNkAoDTRjinW4eHhlpWlLt4BxsmW/5suWM6RUMrlycTl9u7da3lRfkRt27a99rXq169/6tSpUnNRbN68+f333z9+/LgE3JCioqKnnnrqgw8+EC/d2rVr9+nT56uvvnrxxRfFa37Tpk3X3iqV42XZqlWrM2fOiIDNvDU/P19cRQIAAAAAALg9CBsAlDZs2DCxfvvtt81t/f/+++/q1aulOyskJCQiIiIuLk6+eOzYsVmzZl1tZ3mEqGt3fRDNteaj7d69e/bs2R06dLCcx+KKHnzwQbEeP368eTqKpKSkxx9/fMqUKTVr1pSAGyJesSLu+uKLL8yvSSEnJ0cyTQJx7a1SOV6WQ4cOLSgoeOWVV/R6vWQa30xkFenp6RIqhqMnz56NjpUAAAAAAKhCGEYJQGldu3Z96KGHfvnll7CwsH79+sXGxi5evLhJkyaHDx8uNU/DbTVu3LidO3cGBgaOHj06IyNj1apVIgWZO3fuFXd2d3d3dnZetGhRr169Jk6cOHz48Mv3SUtLa9Wq1ahRo0RhwYIFjo6OX3/9dZl3Q+z/7LPPij1btGgxaNAgcS3xzFy4cOGvv/4StygBN+qNN94YMmRI586dH3jgAaVSeerUqTlz5ojXW6dOncrcWubL8umnn16zZs1vv/128uRJcRXxVtq7d6+fn5+EimHt9t0uTo71AviLAAAAAACqDno2ALiCmTNnvvLKKwqFQhQKCgrWrVvXs2dP6eKkynfGk08++cEHH9ja2or20/z8fNGW+tprr11tZysrK9Hwqlarw8PDIyMjr7jPN998M2HChE2bNm3YsGH8+PF79uxp2bKlVA5fffWVeAZEUCHuyc8//ywK4rojRoyQgJswePBg8f7Kzc195513vvzyy9TU1G+//fbPP/8sz1aprJeleC8sW7ZMXMVgMHz//fc5OTkLFy60nLMEd1d8YrKvt6cEAAAAAEAVohDNEFJlJu6/TqcrLi4uLCx8tvcWUfPu7B5efvYSgIvsxBui7BkNLomNjVUqlaXGCLr//vvnz5+fmZlpY2MjVTYiZnj22WcXL148ZMgQ6TbLyxUfTBKqPGsbSVU5OwfqdFJhvoS7KzziWICvdw0PdwnAbTbzvb37NsV3HObceXgNOxPxTUaj0YhQVmEiAQAAALhF6NkAoLQ1a9b4+vpOmzbNXHPmzBnRUt+hQ4fKmDQAQEXTulkjkgYAAAAAQBXDnA0ASuvdu7e3t/czzzyzcOHC1q1bHz16dOPGjcXFxW+//bYEAAAAAAAAAJehZwOA0vz8/DZt2jRx4sS0tLRp06atWLEiNDR0/fr1Xbp0kQAAN+e72fOXbdgmAQAAAABQtdCzAcAVBAcHT58+XaoqnjGRAKACiIyND65fRwIAAAAAoGohbAAAALhDklLSi4q1ATVrSAAAAAAAVC2EDQAAAHeIl4frp68+o1QyjiUAAAAAoKohbAAAALhzbKytJAAAAAAAqhzCBqDqKy6WFJXwJNrI2PjsnLwmwfWlysUgoTrQaivinzopJS06/oK1lVX9Wv62ttZX3EevlXAX7T18vFnDBho1X8AAAAAAAFUNv3WBqq+4SKqM1m89KFpOg2pXtrAB1YNOa1wqGhcHt2J3xc/zlySnpQ/t1bVT61AJFUlSSvrv/yxXjhjYIiRYAgAAAACgamHIYAAVVFFRsbWVRgJwPTzdXV+e8EDXtmELV62f/vvfWTm5EiqM05HRYl2/tr8EAAAAAECVQ9gAoIIqLCqyImwArp9KpRzUo9Oz48deSE79ZPqso6fOSagY/Gt6d2vfysnBXgIAAAAAoMohbABQQRUVF1tbMY0qcIPq+PtOfuKhRg3qzJj7z4KV64u1zNVw9wXUrDG0VxcJAAAAAICqiLABQAVVWFRspaFnA3DjbG2s7hvW/6HRg8MPHv3sh9/iLiRJAAAAAAAAtwdhA4AKqrCoiDkbgJvXrGHga0+Od7S3/2LmH5t27ZNwl6zavOOX+UskAAAAAACqKMIGABVUET0bgFvExcnx6f/d0797x3/XbWbW6Lvl0IkzuXn5EgAAAAAAVRRhA4AKqlirZYJo4FZRKKQe7Vu9+Mj9GZnZH0//9fCJMxLuIJGeJqelN25QTwIAAAAAoIoibABQQSmVCoPBIAG4dXxreL78+AOtmjaaOW/x/GVrmTX6jhHR6UcvP9m2RVMJAAAAAIAqSi0BQIWkVCh1Or0E4JbSqNXD+3Zv1KDurAVLT0dGPzR6iI+Xh4TbTzzzYpEAAAAAAKii6NkAoIJSKBV6ejYAt0dwvdqTnxhvb2f3+U+/bw0/IOE223/khAQAAAAAQJVG2ACgglIplXo9PRuA28XZ0eHZ8ff07NBm4ar1P/65MC+/QMLtceJs5G8Ll52NjpMAAAAAAKi6CBsAVFAKhZKeDcBtpVAo+nVt/8z/7olNSPp4+q/nomMl3AaHT5yxt7Wp6+8rAQAAAABQdRE2AKigVCqFgZ4NwO1XN8Bv8hPjfbw8vpn117IN2/R6Qr5bLLhe7Z4d2ygUEgAAAAAAVRgTFQKooIwTRBM2AHeEna3NE/eP2rBz77L1W06di3pw5EB3F2cJt0iT4PoSAAAAAABVHWEDgLtJq9Wt3bZbq9XqDQa9XqwMOp1eLmfl5J44Gzl74TJRIaqMK8mg1xn3qVnDa2ivLhKAW6p7u7CgOgEz/1r8yfRZ44b0DW0cJAEAAAAAAJQPYQOAu0mtVuUXFGzevf+KWwsKi5JT0y+vH9i9kwTgNvCt4fXqE//7c8mqWQuWHj97fmTfHlZWmmtf5Zf5S/p0bieuKOFKpv/+d7NGgR1aNpMAAAAAAKjSmLMBwF02oFsnFyeH8u/fqlnjAN8aEoDbw9rKavyowWMH9zlw5MQnP8yKu5B07f0jjp/etjdCwpVkZuecPBelVqokAAAAAACqOsIGAHeZtbVmRL8e5d95aO+uEoDbrG1ok5cmPKBRq6fOnLNx596r7fbyx1+L9d5DR3Py8iVcJi4hyd7WpmnDBhIAAAAAAFUdYQOAu69pcIMmQeWaQLV/144OdrYSgNvP28Pt5QkPtGkWsnjNpum//52Tl1dqh0++n1VUVCwKRcXavYeOSbhMo8C6H016ytbGWgIAAAAAoKojbABQIYzs38O6rKHhvd3dOrduIQG4U9Rq1ZhBvR8eM+R8TPwn02edPh9t3vTPqg0JSSnmizv3HTIYJAAAAAAAUG0RNgCoEFycHPt363jtfUb076FUKiQAd1bT4AavPvE/ZyfHb2fPX7J2s06vF5Wl5nW/kJJ64ux5CRZiE5L2Hj4uAQAAAABQPaglAKgYOrdusefQUdE8d8WtLRoHBdWtJQG4G9xdnF945N5l67du2LHn1PnolLT0y/fZtGtfw/p1JFy0YUd4QnJqWJOGEgAAAAAA1QA9GwBUFEql4p5BfRSKK/RdsLbWDO7VVQJw96iUyiG9uky8b2RCYnJBYdHlO5w4G5memS3BpKhYe+jEmXLORgMAAAAAQBVA2ACgAvH38e7cOvTy+t4d27o6O0oA7rbYhER5GKUr2rrngAQTK4164v0jWzdrLAEAAAAAUD0QNgCoWAZ06+Tl7mpZ4+3u1rVtmASgAlixafs1tu7af6ioqFiCSb0APw83FwkAAAAAgOqBsAFAxWJtrRkzqLdlzbC+3dRqlQTgbnvvm590Ov01dsjNLzhw9KQEScrKyZMAAAAAAKhOCBsAVDj1a/m3ujj2SJOg+kw5C1QEvy1YmpqeWeZu2/dHSNVeVGzCm1OnR8ddkAAAAAAAqDYIGwBUREN7d7W3tVGrVCP69ZAAVAD7y9dlQbSzR8bES9Xb4ZNnrDTqmjU8JQAAAAAAqg21BAAVj4Od7ZBeXdMys5gXGqgIXv746/LvvHn3vtr+NaVqTK1WNWsYKOJSCQAAAACAaoOwAbhxBoNBwm3TurlxJCWe5DtAoVBIwNUdOHoyLKRhXn5Bbn5+bn5BXn6+KBcVa6+6/7FTw3PzHO3tpOqqb5f2EgAAAAAA1QxhA1CGazR20w6OKo8c4oZVpc+H5o0CxVKqUqvT5eVdih/y8wryCuSLheJiVEx846B6ElCx8REHAAAAALcQYQNwBZathJeXS7UhEjmg8irV0CZfvFrrG61y5VTqg6KqfkQoFQoHe1uxXG0HvV4vVUurNu8IrFOrboCvhIrq8k8zPt8AAAAA4OYRNgCXlGocNK+NBYWUmJ8ZmZ2SXpibrS3M0xZmFxfkagtJGlBJKRVKO5WVo5WNvdraQW3tZm1fz9FLrI3bjK1uCsvg4YqZBC536UMjM0Ov00mmBneDqYInrZooLCzeu3W7fVG+v72VhApM5eCosLJWXMSbFAAAAABuHmED8J+MoSRaEGXJsCf5/N6U88cy4k9lJ53JSswqLpCAKs3dGDl4sJq66wAAEABJREFUNnDwauzq28I9INStVknuIJlb5EgdyiB/hqSMG6pPSpRQLU0Q//v313QJFZr96+/ZDByqUCgFyfRpRt4AAAAAADeJsAHVmmUPBuMJyAbDxgsn1sUd3ZVy7lB6rARUM6mFuWIJT4mUIo0XrVXqJi6+rd3r9PFt3MajrrFJTrTMif/+mzrQPCczf57IHyYSgApMp9MWa4tVSpVBUom1xEcZAAAAANw0wgZUU5ZDJOkN+h1JZ/6J2rc8JiKlMFcCYFKo0+5NjRLL9FObfGydB/s3GxYQ2tw1QKQOCrFI/+nrQDuddKl3VMlcBVZ16zr07SsBqDB0KSmZ8+eLglZbrCguktQa8dmllxQqlUoCAAAAANwcwgZUO/+JGfT6+efDPz+6+nxOyhV3tlKpG3vW9HFw9nZwqmHvVMPB2cnaxk5j7aCxsreycbCyloBKK6swP7e4SCx5RYWZhfnx2RmJuVmJOVnxORmHk+JK7ZyQn/njqS1iaezs83zDXgP8msqRQ6mODkQO8geLZPqc0dSu7Tr+IQlAhVF06lRJ2KDTKkTeoDAOpCQWxlACAAAAgJtH2IBqpFTMMOfczi+Oro7JvcLA2l1qBYZ6BzT38Q/x9JWAKsrJ2lYsV9u6PyHqYGLMgQsxO2PPWtYfzUx4ZNfsQEevF4J7Dq4VqlKqiBzMTFO+GHR6nQSgYtNptVJxkfjsUqvU4juBQaGUvyQQOQAAAADADSNsQLVgGTMImy+ceHHPvMic1FK7tfCp1b9Bk951GtlprCSgehNvB7GIQmZh3qozR5edPnQ8JcG89VR20uN7/vzq5PovWo5u7h4gIgelSqUwmHIH0zyrUrVtszPGDUzYAFR0ehEK6rQiGhRUIm/gbQsAAAAAN42wAVWf5aytCfmZr+9f+G/0wVL7jGzY8v6m7XwdXSQA/+VsbTemcSuxnE1Pnh2xY/mZw+ZNJ7IS+2+cNrZW2BtNBrjZOKpUKvFGk/MGOXKobnmDwYIEoAITMYNBpzP2aZB4wwIAAADArUHYgCrO3PBXpNNOP75+6rE1edoi81aVQjk4sNkjLTp52ztJAK6pnqvnu12HjG/e8cd9m9aeP26unxu1d1XC0cmN+42t01qj0hgklWkyB2X1zBsk08eO8bFLACouokEAAAAAuOUIG1BlWQ6dFJ+Xfv+Wnw6mxVju0KtOw6dadfd1cpUAlFttF/ePe4wYn5Y4deeafQlRcmV6Uf6kA/+siD/yXdhYVxsHtVpt7uIg71B9IgcaLoFKQZ5hRWKCBgAAAAC4dZQSUBVZDp20/cKpris/tUwaRGvpjwPuFw2mJA3AjQl08xZvok+6D/dxcDZXbko81W/jN0fTYou1xTqdVm/Qm88arm5N8MZGTAAVHukgAAAAANxChA2ogiyThp2JZ4Zu/Da1MFfepJAUDzRr/9fwx1qaZr4FcDN61m00f+TjgwObmWui89IHbfluS/wJrVYkDsU6vU68Datn3gAAAAAAAFCtEDagqrFMGhZE7hm26Vv9xSZON1v76f3vfaZVd7WSVz5wa9iqNW91HvRR9+EOVtZyTYFOe9+uXxdF7Rd5g06r1ZM3AAAAAAAAVAPM2YAqRW7K1Jt8cnj51KNrzJva+Nb9oNtQVxs7CcCt1rtuo6Zefq9uWHgkKU5c1BkMT++fH5+fMTGwq0HSyP/SVOcpowEAAAAAAKo8zu9G1WGZNDyxc7Zl0jCuSZvv+o0jaQBunxoOTrMGj+9bL8Rc8/HxNW8f+re4uKhYW0z/BgAAAAAAgKqNng2oIiyThgnbZy2KOWDe9FSr7v9r1l4CcPu9322IrVqz6GTJG/DX87usFKrXmvQXZbmDA/0bAAAAAAAAqiR6NqAqsEwaJu9dYE4aFJLimdY9SBqAO0a86V7vNGBiyy7mmh/Pbf/l9Dattpj+DQAAAAAAAFUYPRtQ6VnOCD3t+LqZZ7aaN33YfVjvuo0kAHfWw6GdHKxspuxcLV9899hKJ43NyNphCoWC+RsAAAAAAACqJHo2oHKzTBrWxB15L2KpedPkDv1IGoC7ZUzjVg8172C+OOnQ4gMpkVptsVantezfAAAAAAAAgKqBsAGVnpw0RGUnP7rjN3PlYy26jGjYUgJw9zwR1m1IYHO5rDMYJuz9MyknQ1tcrNPp9AYGUwIAAAAAAKhSCBtQiRkuKtAW3b91Zp6uSK4f3rDFoy06SQDuttc7DehcK1AuJxXmTtw3t0hbqNUW63U6eZIVibwBAAAAAACgSiBsQGV1aQAlg/7pXX8cy0yQ65t6+03u0E8CUAEoFYqPuw+r6+IpX9yTHvPFifUibND9dzAl8gYAAAAAAIDKjrABlZg8gNKKmIhFMQfkGmdr2yk9RyokppwFKgprlWZKr5FWKnlmaGn62W37UyOLTZM3mN7BTN4AAAAAAABQFagloBKSR08SzZR5xYWv7ltorv+kxwh3WwepwtNqC05ELk9OO26QrruZVa8zFBQYWjYe5ePF9NeoHGo5u09q3/eDrcvki68e+ndZ54lKQaGUFAqFQWFcGYz/JwEAAAAAAKByImxAZWVMGyTDx4eXJ+RnyjXDg1u0qllbqgzyClJPR67S6gptNQ62Gie1Uq036DPyE7X6ovJcPTu78MBRtZd7A5VKIwGVwdCg5ivPHNmXECnKp3NTfj27Y0KDziJsMOYMxsBBQdIAAAAAAABQqTGMEiof87zQR9PjZpzeIlc6W9s+1aqbVEkYJL1er3Wydvd3beTlGOBo415mS6u12t7LobZaaUwXxM46g07kExJQebzZaYBGWZJwf3N2S3xuerG2WKfXmQdTYjwlAAAAAACAyoueDaiUTGMo6d45sFh/sXXyuba9nKxtpUrFydZDISky85OTcqJ0eq109SGVbNQOw5q87OscFJV+eNHhzyXpyh0g0jKz+jz8yLVvdMZ774Y2ajj6uRfPx8Z4urmtmPGDdNt8+tPMBavXiMK8L7+o6+8n3YTElJQ/ly07fu786ahoJ3v7RvXrdWkV1qdjx9t0OvzOgxF/r1q17+gxaytN4/r133ziCfmJ7dm+3ccvPC9VAKu2bn3z62mi8NrjE4b17ClVBn5Org+Hdvxh3yZRztMVf3lq/SfNhqmUKmP/BqWSYZRway1+4/WDixc/NPv3gBYt5JrI8HDxSqsVFibdTunR0TGHIpoOHCQBAAAAAFDN0LMBlYx5toaDqdGbEk/JlU28fAc1aCpVNmqlVUFxTrIxaSi+RtKgUdn0CZoQ6Nna3srZzznYw/6mWu0rozXbd4x+/sU/l604cOx4Tm5ufFLSuh07RVP7vS9Nir2QKN1qp6Min/3wo6179+Xl56dnZhUXayXcIg82a+fr5CqXF8Ufic9N12qLRXCo1+nMPZYk4DY4vm7drIfGp8fGSrdTdlLSd8OGng8PlwAAAAAAqH7o2YDKR44bvji2xlwzqX1fqXLKLcrUGpOGq1Ip1B1qj2pWs+TU9Yz8xKyClKvtbGtj/cioEeaLf69anZmdIwrjhw9TqUqSRW8PD+lO8ffxadHIOIu1jbW1dKPCDx1+/cuv5HJYSOOgOnWi4uO27TsgGVOBqPemT5/x3rvSLRV+6Ijc5N23U6eB3bp4ubmr1Ur5gdT1q3ZJz62lUaqeDuv26oZ/RFkvGb4/u/XdkIEq8fwqVQqlXp4pWgJug8KcHOn20xUVaQsLJQAAAAAAqiXCBlQm5m4Nx9LjV8UflSvDatZq6OEjVUIiNsgpTL/2PnXcQ1sHDJJbYIu0BUuPfZNXnHm1nW2trR8bM8Z8ce2OnXLY8PDIEdZWVtIdN27gALFIN0Gn133+yyy5/OyDD9w3aKBcPnL69BPvvp9fUHDg2PH9x47JScCtkpufJxeG9ephPvKP770j4VboUbdhwD636Mw0UV4Qf+jp+l181BqdUqVUKg0KpRzzEDkAAAAAAABUOoQNqGTkuGHmxXmhhfHNOkqVU1pevGhWdbR206isM/KT9AZdqR2cbbx6NXjIVuMoyvnF2cuOfZOSGy3dUnn5+b8uWrw5fG9BUUHXVq0fGT3Cyd7BvDUzO/ujH2eIlv30zGwvd7fmDYNfeeRhWxsb8w7rduycu3x5dMIF0e7v6+3dsnGjewcP8vXykrdePmdDclraD3/NP3jieEJSiouTY10/v36dOw7o2vVqd+/IqTPnY2NEoWlQoDlpEEIaNHhg6JAte/a2ahLi7Ohork/LzFq4evXmPXsj42Lr+Qe0aNxIpB2ebm7mHUY++1xUXHyXVmGvTnh01qLF4YcOXUhJDapT++WHHwqsXVur07UbM9a882NvvSPW0958Q2wqNWfDS59+Jm6llm/N5x544Jvff49LTG4Z0mjKyy91HHef2DphzBhfb89Z/yyJT7og7l7LxiGTH3t0c3j4nH+XiTtWy9e3bbNmD48Ybmd7aZaRlVu3/rZoSVxiorWVxte7xqOjRnZs2cLyqVixebNxh6SkJoENRvWtrF15BIWkeKBZ+w+2LBNlrUH/Z9SeZ4O6q9RqlV6vVDGGEm6Lf1595dAy40tu8Ruvi+W5VatdTL2Uzu3YseHbaWkxMXqd3qN2rW5PPVWvfQfztT5u1zakbz8nb6/wuXOVKlXXxye2HD1aV1S0b8Hf53btiomIENG3S03fgJYt+rw8SSRk++bPX2rqaHXgn3/EMvSDD5sPHSouZsTFLf/wg6QzZ/IzMlz9/Jr079/xkUclAAAAAACqHMIGVBrmId0LtcULo/fLlcHuNdr41pEqLR/Hur2DHrOzctwTs2xfzAqDxcwN9lbOI5tN9nKsLcpaffHemBUnk3dLt1Rufv49L76UkJQsXxSxwept2+ZM+VRunU/NyBg/+bWE5JJRm0Q7uFiOnzn780cfONjZiZqf5i+YMX+++WjnYmLEsmXv3tmffuLm7Hz5zaWkp98/6VVxWPmiCB7EsvvQoZSMzAeHDrniPTwTFSUXBvfoXmrTIyNHiMWy5sjpU8988El2bslgKcfOnhXL36tWvz7xsX6dOlnueSoqatRzL+Tk5soXDx4/MfGdd+d/9aVlblEeqRmZr06dWlhkHAjLv0YNc/3qbVtFpCGXk1LTVm7ZEhkXd/zs2ZJbPx8plvSsrLeemCjX/L7k329+nyOXCwoLM7PPPP/xJ5YzPy/ZsOGD6SVTee89clQsdf39pUprYP2mP+7dnJyXLcpLEo8+Wb+zWqvVq9QGvUovKVQqFZNF49YK7t5DW1R0bM2aRr17ewcG2pje6YeWLV00ebKdq2tQ165WdnanNm+Z89hjIz77LKRff/MV4w4f2vf3iZqNQ/Iy0ms0DC7IzJw9YUL80SOipunAgZkJF87v3iUuuvn7tx47zqdxo3YPPrjzt9/E1qBuXWsEBYkjJJ0+PWv8/wpycoK6dRNJQ9Teveu++iorKan/a69LAAAAAABULYQNqEyMnRoM+mUxEfm6knkORjYOkyqzOgYtGXQAABAASURBVG6htd2aiEJTnx4nknbmFKbJ9Sqlplv9B/2cgyXTo45KO7Tl3J+6a87ucAPy8vO93Fxff/wxO1ub35csPXHuXFpm5rb9++U27ul//iUnDcN792oVErL36JGFq9eei439ecHCZx+4X6vT/frPInnrA0OHqJTK2YuXiJb9lPSM5Zs23z9k8OU3t2jtepE02FhbT3/7TdFWvu/osc9//lncxMI1a0b26W1vcZq/2cnIkrDBx8Pz2o+lWKt999vpctLQs327Xu3bHz1zRtylwqKiD7//sVlQcE2vS0cQ+UrvDh0mjr3H1sb6859/WbdzV1ZO7ta9+4b06D79nbeWbdy0YrOx68yL4/9Xr1ZAYK1aOv2Vz7gXcYWtjc1zD47NycvtFHbppSiShsfuGSMe1LEzZ174+DOdXieShq6tW7308EPJaamvfP6FSCDW7dj5xuOPKZXK2AuJ0+f+JZkmhBBPplqtmrdi5fnYuC9nze7UsqWHq2tOXt43s38XO4id7+nft1lww/U7d63Zvl2qtNRK5bDg0Bn7jU9ybH7mgbToVl711HqdUqdTmEZSImnArSUyhqK8PBE2BHbuIvc2yMvIWPXpp5716z806zcbUzja7Ykn/3jyiVWffdagYyfri7njhRMnzB0UhM0/fC+ihYFvvRU2umTAurz09C979Ty8YoUIG0TGYOfsIsIG76DALo+XRIkrPv6oKD//sfl/i5BDXDTo9Ss++ij8zz+b9B/g37y5BAAAAABAFULYgMpEnrHh76i98kXRwN27zq0crP/OyyxI0uqL1UqNh72/q423OWxo5tMjxLuzXI7JOL7oyOdafZF0G7z/3LPBdYxdQ2ysrF/89DNRSExJFev0rKx/N2yQTA33kyc8KhdEi/za7Tvmr1z9zP33iXKx1hh+xCUmJqakNAsOmvTIw0N79hApglqluuJtpWUa+zSIVODU+UgfT8/OYS2DatfSaDRX7AYhk8dQElydy+hzsHF3eKSpM0GXVmHySEfd27ZxsLOb/udckTfMXrL41Uf/M27Jk/eOk+OHYb16ibBBFOKTkkQbt4hV9h8tmQ4kqE6d0EYNTfc862q3++iokfdeHN9J3JBc8HRzk3tdtA8NrentGZNwwbjn6FHe7u5iaR7cUEQF+QUF4kl2d3GZu3y5VqsVO3zy0ot1/HxFoWXjkFHPPid2+HfDxodGDF+1dZt4tkX9g0OHPDFurPzQMrKzwg8dliqtvvVC5LBBWJxwpIV7LZ1Wq1KpjXmiQUnYgNvt4OLFIifo/9prNhc/f0Sh82OP/TFxYsSypSI5kCut7O2bDb4UnTbo1Mna3qH5kKHmGjtXV6caNXJTU694K3FHDkeGh7cac4+cNAgKpbLX88/v+WvurjlzCBsAAAAAAFUMYQMqB/MYSkl5WRsTT8mVHf3r22nuwrzHt1BSTlRmfpK7va+N2r6Oe/OYzOOiMsClcc/Ah6019pJxXoeE1Sd/zC3KkG4DO1tbOWkQvNxLJjbILywQ66j4klGAjp4+LU9dICSaGtSKiouS09O93NyaBQdHnDixO+KQWOxtbds0a9qqSZManh6Wsz5Y6tyq1YLVa3Q63Sc/zRRLYJ3abZs169Kq1TXCBnm8JiEjK1u6pl0REXJhnMXUDuMGDvh+7l/iZXMmKsZyZxtra3NHBycH+4sPvFC6fmEhjS+vrFXz0ozl8hQXSqWyXkDJwEf2Fx9Ubn6+CBvMAy59MuMn87VEa7u42wnJxhGuouMT5MrOrVqadxBPXaUOGwKc3YLda5xINcYwq5JPvq7tpdFY6XU6vXGmaAPTRON2S4k8L9bRBw6kXhyrTcjPzBTr1MhIc42bv7+IB8wXazYOEYso5CQnn92588y2bXGHD6XFxDh5e1/5Vs4ZbyUrKXHzD99b1ts4OaWa7gAAAAAAAFUJYQMqDXlq6LUJR80TG/SpFyJVcun5Cam5sSJsEO2qjbw7bT03z82u5rAmk2w1xvZ6nV677dy8+KxT0u1hOXKRWl3SHUG090rG/g0lUzUkJKeYp20wS0pNFWHDlEkvvfXNtF0Hja38ot18w67dYvlx3vwvXp3U5OJpvJbaNW/2xsTHv549Rx7sSJ66YPbiJYO6dX3rySeueA8DRKv9PmMhOS2t1KaDJ07sOnhwYNdufjWMzXy5eXlyvbe7u3kfaysrD1dXcd2E5KQyH7jcwH29vCxuzszKIgNTKowtlSLeUClLbkilVFjeYmJqydO7/9ixUseRH7V5lgtXp0upjLuri1TJ9anXWA4bsrWF+9KjO2oCdWqd2vikME00brvsJONnQviff16+KT0uzlxWW1tbbirOz189Zcqh5cuKTDO+uPoH1GrZsvDi7C9Xu5WTGzeKpdSmNFN/JgAAAAAAqhLCBlQO5p4Nu5PPyTUKSdHRv75UyWn1RWdT9wd6tRFlL4daddyahfkPcLbxEBf1Bt228/MOJayX7gY3l5K27AmjRz86euQV93F1cpr2xuvHz57dFB6+8+AheQLkjKysD77/cd6XU694lSE9uvdq327tzp0iothz+HBmtjF1WLpxU/vQ5j3bt798/wCfki4CG3eH9+/SxXLT8k2bF69b//OCf15//LGhPXu4ODnJ9Ympqb4XzzLW6/VpGcZTlX3/e96x0uJU5Zt0xTGjLj+88uon6bs5u0TGxYsoYue8P694Lr+Ha0nGIBIdc2VObp5UyXXwb/B1eMnLOzwtup1HPb1ORF06lV5lUDCSEm4vRy8vsX5u9RoXX9/yX2vFxx8d+Oefhr16BTQPrd2qlU8j4zh+3/Tvp71Kvyj5VoZ9+FGzIUMkAAAAAACqulvW4gbcPvIJ4Kb5GvS7U0uGnghy967sYyjJTiTtlAsKhXJ401eCvNopTOfCH0nYvPnsnzrD3Tn7taZnyShDuw5FmCu//ePPL2fNEtmAVqeLTkj4fcm/b0/7Nq+gYOLYsbM//fjf76c3DQ4Su52LiTHPXmBp1dat4gjfzJkzpHv3j194fvXPP735RMkcqsfPnbvi3ejetq2LaabWTeF7fpw3T9yuXL/3yBGRNIiCSqXq3Mo4M3Pj+iXJ05x/l4oGa7n814qVcrl+QIB0e2jUNxvZ1vA0ZkvifoYfLhkW6VRk5Otffv3b4iVno6PFRb8aJYnLsTNnzdc6fOq0VMnVdfVwti7pYrI/M06v1+mNE8DrDRYk4BYpFV+5+RmHNYvat8+yMiMubvMP35/ZtvWKRxAvyKOrVjl5e4/+4st2Dz4oJw3FBQVZiYmXXqulbsX0yRN1YP9/jqPXb/1pxt758yQAAAAAAKoWwgZUDqZ2R0NqQXZkbslwOqE+taQqIasw+WzKAblsb+Usj7oTn3V6y7m5Bkkv3SW+3t5NAhuIwqETJ5/98OMNu3bPW7nqt0WL/1y24p81a9UqVUFh4Te/z1mxecunP83cvv9AVk7O0dOnE5KMcwzU9fOztrpCDrRhd7g4wsLVa7/7c258UvL52NjDp0pGiAqqU/eKd8PVyWnyYxPk8sy/Fw6e+KS4uWc+/GjiO+/JlY/fM0ae8qF72zZyLLF17757X3pFRBHibn856zfJNKjRyD69pYqqb6dOcmHSlKmzF/+7K+LQxz/+tGb79m/n/CFPktG1dSs707hP0+fO3XPkSFZuzl/LV4jkRqr8Wlx8F0dkJxRptcY5G4yRop6YAbecykoj1sWmOWmEkH79rOzs1n/9lXnOBr1Wu2bq5xu//VapunKCKOIKtZWVeHHqLMLU3XN+t+zWoNKYbiW/5FZ8mzTxadR4/4IFJzdsMO+z6/ff13/9dbbp0xIAAAAAgKqEYZRQeRgM+9OizZdCvf2lqmJH1IJ6HqHmiwXFuatP/JiaFyvdVW89+eQLn3wSk3Bhx4EDYpErra00L4x/UBQCa9ceN2jAn0uXn4+Ne+6jjy2vOOnRh694wOceeGCfaCvPyZ31zyKxmOtDGzXs1b7dVe6FMUX48PlnP/phRm5+fnJa2oLVa8ybBnfv/r9hQ+Wyg53dlFdenjTl8/TMrLPR0R/+8KNcr1KqXp84oa5/xX21tGvebMLo0TPmz8/Lz582Z465vke7tu1Dja8KTze3Vyc88u606eKhPXExZfH2cE9MSZUquRY1/DdGnhCFIr3uTG5yE2sbY9Zg0DNtA245Z5+aYr3lxx+Pr1038O233PwDBr751r/vvP3T2LHB3bu5+vmd3ro1NiKizX331W131Y+j4J49RXLwVd8+QV26OtXwjj969OTGjTZOzvmZmeKlq1Aq7VxcrB0dT2xYP/uRR1qNGdOwV68h777759NPzX3m6aDu3WsEBadGRh5ZuSKgZcsO48dLAAAAAABULYQNqATkAVVEI+S5nEunggZ51JCqinOp+zPzk51tjSMXaXVFS45+EZ1xVLrbavvW/P2zT3/9Z9HB4ydOnDtXWFRUP6DWm08+3qhePXmHZ++/38XR6fclS7Nzc0Sbvmj+Dqpb58GhQ8wjGpVS08vz+3fe/mLWbBE5iIuO9g7+PjV6tG07ql+faw/Q37tDB3HMP5YuE3fjbEysXw3vsMaNBvfoUe+/EULz4OC/v/py4Zq1m/fsPRMV7eRgL47/wvj/BdepI1Vsj44e2bhBvaUbNx07czY+KUmtVj8wZNCjo0ebd+jXqVMdP79fF/6z98iRBrXriHyiZeNG4ye/LlVyQe6X3sWRuWmNXXzF21wy9mIyYtoG3EL+zZu3HjsufO6f4qWVnZgkwoamgwb5N2u26485Ufv2HV+3rkZw8MgpU0L69b/GQfq8+FJRbp5IC/Yt+FtjY1MrLGzU558nHD+x7eeZsYcOiZtQWVn1e+XVFR99GHfkcANTp6UaDRs+uXjJrt9nn9u1a+fs39z8/Xs8+2y7Bx4sNfU0AAAAAABVgKKyj1ZhHNBApysuLi4sLHy29xZR8+7sHl5+9hKqCjlpEH9lrbb45b3z50SGS6bpdsMfrsQtrZk5Met2vKW3mI+hf/CTLf37i0hlT8zS9adnafVF17h6Tk6Rh2vjvp1f0ahprkIllpyX3e/Pr+XyEwFtn6jfycbGztrKxsrKWqVSK02kysP8SVVcXJQzsr+UkmLfvXuNTz+TAFQYRadOxdw7ThTyHpuo7NPf1sZO/thRqzUqlUphIqFqmfne3n2b4jsOc+48vIadiY2NjUajEdE+f3EAAADg1qJnAyoJhbEh73xuybgxAc5uUtWyPfLvjIKkIl3+0Qtbrp00AFWGp52jRqku1htTt+j8dL2+ZMIGcwpO/wYAAAAAAIDKgrABlYChpPXRcC67ZBglf6fKHTYY9AadzmA5MH16XuK2c/PLc13RGFtYqKUFFlVDXRf3k2mJohBdkGlKGkxzNljkDQAAAAAAAKgUCBtQSZiGcb9QkC1f8q/kPRvUanuNqkZy2pkbaFA1NcKqvD0C1SqNBFRy4r0shw3JRTmmmVn0crLIHNGmIZuiAAAQAElEQVQAAAAAAACVC2EDKgH5NOe84iJz+6O7TeWelsPezq1v59eKtQUK6YY6KCgkGxsnhaIyDWcPXJGrbcl7OVdbfLELU0m3BsZQAgAAAAAAqEQIG1Bp5GgLzGUbdeU+qV9kDLY2TraSkwRUb9bqkn+G8vVagwWJYZQAAAAAAAAqFcIGVA6i8TFHW2i+aKXmpQtUBdaqkvdysUGn0+tNw4QZ6M4AAAAAAABQ6TAMCyo68zyxuRZhg7mBEkClZmMx9Ui2rsBgng8eAAAAAAAAlQottqjQ/tPmaFHUG/QSgMrPshODsWfDRUQOAAAAAAAAlQthAyoBudnRXmNtrskvLpYAVH552iJz2V5tdWnOBgAAAAAAAFQqhA2oNGwthk7K1xI2AFVBnjk4NEgahUoCAAAAAABA5UTYgErDTmllLudbnA0NoPLKLy55L9sxEQsAAAAAAEBlRuMOKg3LYZTyigkbgKogr7hk4nc7i5miAQAAAAAAUOkoJaDCU1zkbm0n16Tl5UoAKr/k/By54K4xvrvNb3YJAAAAAAAAlQo9G1ChiTbHS1PFGqQAO7fUwjxRjMpMk26pT3+auWD1mmvs0KpJyPS331q7Y+drX3wpLr72+IRhPXtKd5D5Hs778ou6/n7lvFaxtviPpcvvGdDPxspaQlmS09L6T3hcFPp07PjBc89cvkNaZlafhx8RhZ7t2338wvPm+jXbd/h6ezWuX1+qhMp81LdV9MX3sp+1k2XGQORgduH48R9GjSxVaefi4hUY6FWvfki/fgEtWkjlpi0s3PLjj6e2bsmIi2sz7t7UqKgjK1e8un2HjbOzdKd8O3iQXqt9ZsVKUd7z19zlH3xwzzfTgrt3l3CZzISETd9PP711q0qj6f/q5KDq+iwZ9PoDixYFduni4OEhAQAAAAAqKsIGVHTmBkdRCLBxOSDFSsawIVVCWTaF75n6y68XUlJG9+0j4fY4GxPz4fc/HD51+vNXJkm4TnnFRWn5Jb2Ualo5ikBRIdGz4crs3d29GwSaLxbl58VGRESGh4fP/fPBmT/Xadu2nMfZNH36tp9n2jg51QgOdqlZU4QNEiqwBZNejjlwwMnb2z2glqOXl1Rdrf58yq7Zs59btVoCAAAAAFRghA2oHOTGx9oOJac05hYXijZKN1t76RZpFxrq4uQol8/FxG7YtVsUmgYHtW4SIlfW9PKW7ip/H58WjRqJgo11efsoLFm/TiQNEm4dtVop/xXq+pV0Ltm+74BIGiTckMjMS69PPxtnpVJpeqsrDBJK82/W7J5vplnWFOXmrvv6q/A//9z4/fTyhw3xR4+K9VP/LpXPEA8dPnzklCnS3dPqnrFikXAlBoNBJA1eDRo8sWixVL0V5uRIAAAAAIAKj7ABlYN8snMtezdzzYmUhPb+t2zUms5hLcUil1dt3SqHDc2Dgx4bM0aqGMYNHCAWCXeVk73Dj++9I+EWOZFywVz2t3VWWJDo3FAWK3v7fpNfO7lpU/S+fXkZGXYuLuW5ll6v09jYMBZNpWDQ6cTapWZNCQAAAACAyoCwAZWA3K1BrJu4+por912IvoVhww0IP3R43sqV+48ea9yg/qi+fbu0CjNv0uv10+b8sXnPngvJqS5OjnX9/SY98nCAj8/VDjX5iy/X7djp6eb2+2efzFq0ODziUHxycmCd2q8/9ph5eoYrztlwOiry859nRcXHZ+fm+Xp7h4U0unfQQFEQmzrde39BYaG8W5f7H3Rzdl79809LNmz4YPoPoub9Z5/u26mTvPWJd9/bc/iIKOxZMF+sT5w/f//Lr4jCGxMf33UwYtv+/Y729q8++kjnVmHX+7iEk+cjP5s5U9zDwqLimp6evTp2eGTkCMsdlm7ctHLLlnMxsbn5+UF16gTXrTOyT5/aviWNay99+tnmPXtr+dZ87oEHvvn997jE5JYhjb55/bWRzz4XFRcvnvNXJzxqfMYOHbqQkhpUp/bLDz8UWLt2+W9d7PDJjJ/OxsT4enn36dShX6eO0jWVmrPh+Y8/3rbvgPmumv86hUVFfyxdJv6mcUlJapUywKdmp7CWYwf0t7WxufyYP/z1188L/hGFf7+f7uNpbAKet3LV5z//IgrPPnD/fYMHiUJCcsrgiU+Iwuh+fcVjlIyzcWj/3bBhzbYd4u/l7e7WNChoRO9eDevVMx/2ak9deR71dd3/m3EgIdpcDrL3MMcMTBNdTuIpcvL2zoyPz8/MNIcN53bs2PDttLSYGL1O71G7VrennqrXvoOoP7Fhw1/PPC3v805IY6Va/dbBiAUvv2yes0GeHGLIe++LKGL/Pwsj9+yxdXKq06Ztn0mTrOzszDd6teNfTXF+/q7fZx9bty7rwoUGXbp0njDBcuvlczYknT4tbj1WvKlPnBCPzi0goPOjEwJatjRfJebAgR2zf4vau9fVzy+kb7+g7t2+6devx7PPdnrUeOSP27UVlU7eXuFz5ypVqq6PT2w5erSoP7ZmzYkN6y+cPJkRHy+a7z3r1e87aZI8MJH8wId+8KFCqTy8Ynn8kSM1G4c0HTSw6cBB0fv37/htVuSevW7+/h0feqhRnxsfku5qd2z7L78cWr4sPTbW2t6+RlDQgNffcDF1nFo95bOdv/0mCqc2bxZ/r/odOt7344938tFd7Y5d0WcdO9Tv2DEgNHTP/PnpMTHutes06d+/zbhxKisr8z4ZsbGrp34ef/SoeLm6+vqG9Osn/8lkeenpW2b8eG7XLnF1R09PrwYNuj/9jFiLTV/06J6VmCgKX/XtI14P8mwfAAAAAIAKiLABlYSpCbK+vaeHlX1KkXGQ9wMXoqW7Z/6K1WeiS8Y63x1xSCyPjh45wdToI7z46Wfb9u2Xy8lpaWK5f9Kr37/zViOLtuDLidb2sS++lJ6ZJV88dOLkQ6+9PuuTj80t76Xsijj0/MefaLVa+eL52BixrN2+47dPP6np5SndtB/nzRf3XDI1PYcEBt7A49p39OizH34kGvrli+diY3/8a97Z6Gjz1Mq//rNo+p9zzftHnDghliXrN8yZ8mkti5N5UzMyX506VT6Of40a5vpTUVGjnnshJ7dk0P+Dx09MfOfd+V996W5qdS3z1k9FRj765lv5BQWiLP6aZ/6IWrllq3TTRCTzwiefiizKXHPk9GmxHDp58qvXJl++f8eWLeSwYXdExNCePYwP5Ngx8xMihw27Ig7KNZ3CjJlWVm7OxLffPRVZ8go8HxsnFvG83TOg/4vj/2d58MufujIf9fXe/5sRHh8pF4Js3e1V1grRGqpUyoGDxFBK5SDaZ0VTssbGxvViK/ChZUsXTZ5s5+oa1LWrSAhObd4y57HHRnz2WUi//h61a4tg4OCSfzMT4rs8/rh4sq94zPC/5uZnZbW+Z2yjXr1Ei/a+BX+Li6O/+KLM41/xaNrCwlnj/xd35EitsLDmQ4dG7ds3c+xY8WFu4+h4xf0P/PPP0nffsbK3r9O6tV+zZjH795/Zti01MuqJRYs0trZih8PLl/3z6qu2Li6NevfRa4tF83TEsqWlDhJ3+NC+v0+IJvW8jPQaDYNFzZI33ziwaJFzzZr123fwDQkRQcXRVcYG61Gff26+1rZffhb3NmzUqCb9B2yc/p24FdF2f3LjRvFUBHbusm3mT/NffOF/rr/Wbt1aulGX37Hl77+/Z95fHnXrthgxIj8j48TGjTPG3jN+1m+e9erVa99etPJvmj5dbBUN9y41fe/ko7vGHbvao4s+cODIypUdHnrYv1mz83vC13w+5fTWLQ/8NFN+pYkX6q8PjdcVFQV37yHCkrM7dqz/+uvUqCiRgoituuLiOY8/Hn/UGISI+CTu0CGRjUXu3ff00qX27u7tHnjw8IoVYmu7Bx908aGfBwAAAABUXIQNqAQsR1Zp7Raw4sJxUXk0Kb5QV2yt0kh3g2ilHdO/X6smTY6fPfvzgoWiZvG6DXLYsGLzZrlFvn1o6ICunaPi4ucuX5mdm/PpjJm/ffrxNY6Zl5/vYGcr2nMbN6i/YvOWL2f9JuKHb+fMueLMwyIA+PD7H0TSoFKq7hsyqH6A/8I1a0Vre0Z29ryVK55/8MGvX5887fc/RBux2PmLya842l/3/BYiS2jTtGn/Lp3iEpPcnJ2u93EVa7Ufz/hJNHM7OdiL56q2r++yTZt3Hji4bsfOfp07dw5rmZ6V9fOCBWLPWr41/zdsmI2V1dodOzbs2l1QWChyFMuwQcQJtjY2zz04NicvV25tlyUkJffu0GHi2Htsbaw///mXdTt3ZeXkbt27TzTZl3nrxqfl19/kNveurVuJyqNnzvyxdJl0PZ4YN9bTzWPR2rWiLO5Gk6BAHy/PgydOyC31rz/+WNc2reOTkqb9PmfvkaMHjp84cOx4aKOGpQ7SuH4DF0dH8YfbfeiQHDaEHy5p6N9/MXUIjzDWWFtZtWrSWBS+/m2OnDQE161776ABmdk5P8ybL56lv5avaBYU1LN9u2s8dWU+6uu9/zcsLis9Nb9kHPZQRx+FKWowrhRKujWUh2i9Fe3yxQUF3Z58UqlSiZq8jIxVn37qWb/+Q7N+s3F2FjXdnnjyjyefWPXZZw06dhINx10en3g+PDwnOUkUrnbY1MjIp/5d6mSKpkS78Mx7xx1bszo/M9PW2fnax7e+Un5wYNE/ImkIGz1m4FtvSaZJCP59603RMn7FsKEoL2/lp5+41ar16J9zrR0c5Mq1X0zd/ssvkXv3NOjUWTSXr5k6VdyTh3+f427qw9T+f+N/uf++0s/MiROiCVtkG/LFyPBwcYtNBgwY/smn8utK3A1xLdEiP/idd8w3lBEXJx64i6+xTd/ezVW0fe+eM+fJJUvcAmpJpjkzvhs6JGLpv1cLGwqzs3U63bUHs7r8jokG/WZDhgx57335L5h0+vQvDz4gnuT7Z8yo36Fj3TZtRdjg5u9v+fe6A4/u2nfsao9O3ITYP3T4cFEO7NrV3tVt3VdfHl6xvOnAQSJjWPTG6/ri4odn/+7T2PghJmr+mTz54OLFjXv3adC5c+SecJEldH7s8e5Pl3S+2TZzprj6ifXrRfYgMoaks2fEDm3GjrtG7woAAAAAwF1H2IBKwiCJqEG0RbZ1ryOHDTqDfmfMua61g6S7oUursJceGi8Xdhw4KCIH0TSv0+tE0//vS4xNt55ublNfnaQ2NdO4uTh/MmPmsbNnI06cbBZ8rTv8zP33dWgRKplmaDh88tS6nTs379mbmJLifdkA6+t27JAnf3545PBHR48ShR7t2r759TSNWuPl5i4utmjUyMWppJmpZaNGdqaTgq+LaKb/YvIkK03JIBjX+7i27NkrAglReGLs2BF9eotCtzZthj75VFJq2vyVK0Vzv2hh/+3TT06eO9egdq0GtWqLHer6+8mzZWRmZ5U62qOjRt47aODld/LJe8fJ3TiG9eolwgZREI3j5bn1czGx+0wz5TYNCpwy6WVRVLK18QAAEABJREFU6N62jWiX//GveVK5ibvt510yc3i9gIBWIcbpxFMzMuWa01FRIYH1G9WrJ+KilPT0WlcZeF20D3Zo2WL5ps0iYpFM85OLyETeJAriYh0/312HjJs6tWwhXmBJaWliZ8n0t/jx3bflv2yj+vUeeu0NUfhp/t+WYUOpp648j/p67/8N2xZzxlxuKcIGZQlz0kDkYOnEhg3vhDS+vL7t/febx6IRTbd56en9X3tNTgIEUej82GN/TJwYsWxp67HjpHKo06aN08X+QxpbW79mzRNPncpNTRVN/Ddw/MMrV6qtrbs/84x8UfxBe73w4uEVK6582wbDwDffdHBzNzeRC171jQPp5KYae1md2bYtOylJNEm7XxwtzaNOnVZjx23+frrlYazs7ZsNHmy+KFrYB7/7XkBoqPnlJAoiMok5eDA/I8N8W3Vat5bb4gWfhsZ54H0aNZLb4o03VK+eSqPJSEiQrkI0pouWcdEWf41BpUrdsZ1zfhfrXs+/IDfoGx9sgwZho0Zv+3mmeM69Tf3JyjzI7Xh0N3bHXP38zRGI0Oa++zb/8L34W4uwQWRFiSdPdnjoITlpEFRWVn1feeXEhvU7Zv8mwga5MiMuVq/TyTfaasyY4B49RNAiAQAAAAAqD8IGVHSWzY5KhbJXjeC3jpY0VK0+d/RuhQ3NGzUylz3dXI+fNRYKC4tEy29UvLGNO7+g4Ml335d3yM3PlwvxyUnXDhtCLBpxGjeoL8IGUTgfF3952HDe1JIutAttLhdEzPDJiy9I189guPKANc2Cg81Jg3C9jysyLk4uLFyzds32HXJZnkYiITlZMv1N6/n7i0WkJmt37Nywc9feI0cu7lZU6mhhV2pmtbG2Ng8YJaIRuZBvuokyb11+ONLFgYlk7UObX1fYcEUtGzdysLfPyc2dv3KVWHw8PdqFhrZu0sS/Rg3lVQau6dgiVOQH4ionz0ceOX1K1PiYHldCUvLBE8fzCwvkoaI6mIat33PokIi1RGFYz57mDKlJYGDT4KBDJ06ej4srKi6y/MNZPnXledQ3cP9vzKqzJX9ujULZ0qmmyFHkbg2WeQPM7N3dvRuUfD7EHDxQXFAQ0KLFiE8+dbYIgVIiz0um0WxSo6LMlfmZxvQoNTJSKh8Hj/8MwmZlZ3yN6YqLb+z4Mfv3i3Zqy/P97Vxd3QICtBdnlPnPbdnbi4ZpUdBrtaKt/NyuXVH79sab4jFdkfEzQS77NWlieS3/5s1KHUe0UFsOEiUa2VuMME7WUpSbez48/OzOHTEHIxJPnhA12qJLHzXmcYoElVpteiouffCKF6TaxkZ+Hm5YqTuWcu6ceMj7FvxtuY/8JKeeP3+1Nv078Ohu8I4FBFjeMY2NjYufX8Lx46YDGq/r36y55f6OXl4iNJL/prVahonyoWXL4o4cCerWrX679rVbtxZJkgQAAAAAqFQIG1A5yEOsCN42zi1d/PZlxIrKLVGnCrTFNuq7MJKSnY21uay+eO6nVqdLSU8v1hrba3Ly8sxj4JglmU7OveZhL03Aa29X0o4sjnn5nuZDOdhd9/hIgt4iYCi6OOtDKZ5ububyDTyuxIuVpy3aJUs2mfpkSKb+Gd/8PichueSii5OTXLi8odnL3f3ym7C36K6hVpf8FeTspMxbT88qOX/f1dnJvMn9mkOglJObs/M3r09+59vvouONpwmLR/fPmrViCa5b9+vXX3OzuDkzkSKI17Zerw8/dEjkDZKpY4pocV+atCnixEnzNB5dW7eSjH+CkozHy8PN8iA+Hp6HpJPi4V9ISbWctdvyqSvPo76B+38DEnMyDyeVBEJdnANs1dYXOzYopYtzREuw4N+s2T3fTJPLmQkJ/7799tkd27f/+mu/114zP1fZpm494X/+efnV0y/Gb2WysrtCLyiDXn8DxxeJiHhB2ruVfvM6enqlx8ZIV3Jm+7b1X3+TcMzYAK3SaEQbtGh0PrVpk7y1MM+Yutm7/+eV7+BeOotVW1uXqtn52287f5+ddeGCKNs4OdduFSaetPijR/5zLZvS1zKf118e93z9TZn7lLpj6cZJtnUbv/328j2v8fe6A4/uxu6YvZtrqRobR0c5hcpMNN43+8s+xsXfLun06aK8PCs7u/Gzflvz+ZTDy5fv+PVXsVg7OjbtP6DPpEmXP14AAAAAQIVF2IDKQZ6wQTJFDoN8QuSwoVCn3Rh1sl+9EOmOu1pLqGguVylVOr0uLKTx9++8LV2nC8nJrhcb3M0t8l5ubpfv6XWxuS01I908g3RUfLxoWba9etOMcd5dE73+UthQYBrB/3Jqi6aoG3hc7i4lD+TH995pYdERxOzQyVOTv/hKfiz39O/fpllTW2ub4U8bh1tRXXYGvfpK7WLXONG+zFt3cy5pYc+72D9DMkUp0q3QJDDw76++3Lb/wK6IiC179iSmpIrKE+fOzfz770mPPHz5/uJPJp7Y8EOH9xw5cupi2KBSKpZuNIYN8tWbNwx2sLOTLHKCpJT/ZDxpmRmS6Tmp6eVlWW/51JXzUV/v/b8BK89cagnt5VbflDKojJ0blKY5GySShmtx9vG555tvZt47Lnzunx5165jHL3I0/emfW73GPGDOrXW9x9fY2IiW4pzUlFL1BZeNkyZLOX/+r2eeES3UXR6fWCM4uG6bNqLF+eDixeawwdHU6yIvPcPyWnlpZYS44girp3zm06hRqzFj/Jo0DWjZUsQYS956s1Rz/J3n6u8v0tGnl6+QbsLteHQ3dsdyLkudRSpmb/r3S/7D5aamXnaVFPEKsTJ9sjl4eAz/5NNBb7+TdOZ0wrFju+bM2TPvL6Va1W/yaxIAAAAAoJK4lWNiALeVcc4G43/KATVDzC2RC47tkyoS0bDr5W48u/PEufPpWSUNass3bfrwhx/nr1yVmpFx7avLsw7I1l8s+9bwvnxP81QB2/cfkAsGg+HFTz/rfO/99738inx2v2i9Ldl08VrmDhnJF5vn8gsLYy4kSld8LGrVzTyuGp4lg7HsjoiQC8Va7eSpX/7w17zdphkIzPWvPfbY/UMGB9aunZWbI12FRn19yWiZtx7gUzIq/bEz58zXOnTypHSdlKqST1HzaFQHT5z4af6CVz6f2qJRw0kPP7Tsh+//nPqZjSkBOnb23NWO06FFC8k0EbT8ZLZs3CjMNFZMXGKiOKBknLChZOCjxvXry4V/1q7NzM6Wy4dPnTp43Hjna/v6lgpmLJ+68jzqG7v/10VvMCw8uV8uO6is2rn4G5MGY9agMg+jJOGaRDv+kHffE4UN06bJp7QLbn7GAe6j9v3nUzEjLm7zD9+f2bZVumk3cHzfkJC06OiclEt5Q3FBQWpU9BV3Prlxo7awsOsTT3R76qmGPXvKM05nxBtPpTeYPsbkEfxLNaPHHTksXdOxdcYp3Id//EmnRyfUadtWtMWbDmscUuxqg8jdGW4BAalRUZn/nQcics8e8Xwmnz1bzoPcjkd3Y3cs6fSpYovoOiM2Njsx0b+5cRYi+Q8XE3HQcv/spKTUyEj/5saxlUSetODll8WNamxtfZs0DRtzz4M//2Jlb39m+3Z5Zz4TAAAAAKBSIGxApSGPpCTaI12t7Tu4lQzlHJEYczQ5XqpI+nTqJJnOFn/49TeWbtwkMoMvZv22eN36b36foyprUI4/ly0XLfhb9uwVTb2RplkZWjZu7PvfE9Vl3dq0djPN0frn0uXT5sxZu2Pn8x9/Ik+JHFSnjtwuY6UpGWBq4eq1X882TvgZcHF494Vr1og7tivikLih/Kv0bLjJx9WpZUt5RoFfFi6a8vMvOw9GfDzjp3U7d/68YOGew8a2QmurkuRDnqVAq9PN/HuBXCPK0s0p89br+Pk1bmCceHbN9u3i2RCPa+u+fT/+NV+6TrZWJbMjiCdEHDwm4cKJs+dmzJ+/KXzP29O+PX72rAgP9h89XmgaPD24bu1r3GGxlidj8PH08PX29nZ3l7MBnenZ6Niyhbyn2CRP1JGSnj7y2efn/Lv0s5k/P/LGW/I4V+MGDbjGvS3Po76x+39d1p4/npBdMqBTN+daapXamDSYejaIlcKChKurGRLS5r77CrKy/n27pLNRSL9+VnZ267/+yjyngl6rXTP1843ffqtU3YKOjDdw/ODuPUR+sPbLL+SBmETz9+opUwouDudVitr0birOv/SJlCdefv/8I5muKVaiMd3W2Tl87lzRkC3vIKKO3Vca1ulKh73Umyd6377zu3aZD3u3NB88RKwXv/lGYU5JzpqbmrrsvXe3//qro6dnOQ9yOx7djd0xESltnTFDLhtfGF9MFX/uFsOHiYt127cXeUP4n38mXByFT+wgXgm64uLGffoYL+r1R1au2L9wofloYpO2oMA81YTKNF5ikcXDBAAAAABUQAyjhErg0hzRpuljRdPkvbXCtqWdl7f+fHDbF71GSxXGQyOGn4mK3LbvgGh3fu+76eb6p++/z8V0ou41eLq6vPPtpau4u7i8OuHRK+7p7Oj49lNPvPbFV7n5+bMX/2uuD6jp8+S9Y+VyXeNpyMYppkUaIdZP3juufkBAXT+/c7GxiSmpr079QjIOWKRqEtjg8KnT0q1+XCILef+Zp9/4+hsRZshTDcv1tXxr3jfYOAdsp7CWP/w1TzSRz/x7oXEOZ4MhLilZrVZrtdoyJ7coU5m3Ll5Nb0yc8MS776dnZn0yY6ZYJOMEGHa2NjblTF9kdfz95MKqrcYzu0MCG4zo03v1tu1HTp8WoZFYzHuKZ2nC6DFXO46/Tw3xt5OnSQi9OO5Ti8aNoxOMJ63X9PKqe/GGhHeeevK5jz4RSUBGVpYcI8mG9+41pHt36erK86hv7P5fl18OXDoLfoRXI2PCoFKL97Xcs0FBz4Zy6/H0M8fXrTuzfVvEkiXNhgxx8fUd+OZb/77z9k9jxwZ37+bq53d669bYiAiRSdRt1066aTdw/Db33nt2xw5x91LPnw9o2VLsHH/0qJO39xV3rt+pk+arL1dP+ezk5k0BoS20hQVHVq0qMg3zVWDqxCOShj4vT1r8xuszxt4T3KOHSDiOrVnt6OUlmrmvkaYEde12bM2aXx58oEHnzjWCgjIvXDi0dKmNk5PIaQou9g26Kxr37Rt98MDuOXN+HDUysFs3azv7A4v+EY9l5JTPbZzKOznK7Xh0N3bHNDY2W2b8GHv4sE/D4HO7dolcoemgQfU7dpI3Df3gw/kvvvDz/feJ/MnJ2+vszp2JJ082HTiw5SjjP9+BnTv7N2++/Zefc1KS3QICRDR1YPFipVrd/emn5IM7m+ah+fvll9xr1SrP9BgAAAAAgLuCng2oNEznOZtaIlWqHt7B9WxLJi3YEnUqMiNVqjBsra2/nDz55Ycf6tAiVG6Fd3Fyev/Zp8f061vmdb98bbI8CbCPp8c9A/rP+3KqeT6Gy7UPDV047etxgwYE1aljbaURKcL44cNmf/qJ3ONBGCHvzREAABAASURBVD9i2Kh+fcXT5uXu1qNd26KiIqVS+e1bb4zo08vPNDRTi0aNfv34g9BGDaVyuIHH1blV2O+ffSJawBvUqiXPr9Czfbsf331HvnodP98PnnvG0d5BlEUju6eb+x9TPm0eHCSZxj4qvsq01eV37VsX6gfU+uuLL0b36yueH7HPA0OH/PLRh/K8COUnnsM3Jj5uY23tYG/fpllTF0cnjVo99dVXBnTtIt+otZWVeKTibsyZ8um1Z1fu2CK05JiNS8KGlhcLXVq1stxT/Ilnffzh20892bppEztbWycH+4b16oknc/JVoilLZT7qG77/5bQz9tzZ9GS53M7Rt4G9h2XSYBxDiQkbys3K3r7vpFdEQTTQywPii+bdJxctbjZo4IUTJ3bMmqXSaEZOmdLv1cnSLXK9xxftxeOmT+//+usGg2HvvHkiORjz5VcedepecWfRjiyasx08PCLDw7f8+MPpbdsa9er16J9z1dbWUftLxt1qPnToiM8+E03PR1evTjx1sudzz3d74knJNBfx1e5Ds8GDuz31lF6nO7527abvvks+e7brxInDPvxIumxIqDtPPHUP/DSzZkiTIytX7v9nYc2QkAl/zWvUu3f5j3CbHt0N3DHPevXHfTfd2t5u34KFVnZ2Il0Y/vEn5q0ianpi8ZK2992fHhtzYNEiR0/PUZ9PHf7Jp3KyKF4n4k8f1L17xL//bvz22+Pr1wd27iJu0bdJU/nqrcaM8Q8NTT5zRix3d/ArAAAAAMA1KCr7bzZx/3U6XXFxcWFh4bO9t4iad2f38PKzl1C1GEz0etGioi0uLiosKlgWG/FsxCJ5a6eABl/2vjXnXN8Vk7/4ct0OYxeE1T/PvCXtuUDFZJAMYxf+dCY9Sb74U+DAEOeatrZ21ta2tjZ2GitrjcbKOJhS5ezcIP97pBUfUcVFOSP7Sykp9t271/j0Mwm3SEFWVl5Guouvn9Ji6LZ98+cvfe/dB2f+XKdtWwl3yWcdO4i/y4R586QKr+jUqZh7jXOq5z02Udmnv/jksbGxs7ayUas1qovDuEmoWma+t3ffpviOw5w7D69hZ2JjY6PRiGxdzV8cAAAAuLXo2YDK4dIg7kp5Kll1nxoNzZ0btkaf3hZd9kBAAO6uhcf3m5OGUBsvb61NZk5ebl6hwWDssmQcQ0mi3QdXlZeZ8U3//n+/9KK5pigvb/+if9TW1r5Nm0oAAAAAAOCuYs4GVCbGrME0b4NKqVKrNK8H937owF/ypo93rFzkW8dKxUsaqKCyCvO/3bNRLos8YYx9YEJyam5+kVhy8ouUCpWDg4Ozo6OHm6u7q4uXWLu5ONjZSsBFrr5+tcLCjq9d+93QIfXat89JTjm/e1duWlqPZ5+1us4B0AAAAAAAwC1HyywqDfM00UpT5wa1St3es25P9/rrUs+I+sScrFkROya06CwBqJC+3r0+p6hkGurh7kEdAhqoNdZanSG/UJudk5+alZOSmnk6KmbPoePmq9jZWnu4unq4uXi4unia4gdPNxcnBwbKq6bEp/89X3+9+48/zu7YsX/hwqLcXFf/gO5PPd1y9GgJAAAAAADcbYQNqGTkoZRUSpVepVarNW807LN1R2Sh3jiZ8M8Ht3WpHRjkVkOqbD5+4XmxSEDVtTP23JJTB+Wyq8rmkZotxfvXxlqwtbG2tbaWB0xXiySxWKtLzchMSUtPTstITctISc+IjI0/cPSkeYYhKyuNyB6Mi8ge3F1NOYSLi5MTwy9VB7bOLl2feLKraVJoVByTtm2XAAAAAADVHmEDKhm5Z4PBUDJzg4+9y1O12089Z5wbXKfXv7T277+GT7DXWEsAKozE3KzJG/4xX3yqZpijxkZtnJzTuIjc0Dhhg6pkXmhrK01NLw+xWB5Bp9OnppsSiPSM1PSM5LT0C8kpR0+fFfXyDmqVyt3F2cPd2AFCziE8XF3dXJ3EQSUAAAAAAADcfoQNqExEQ6TBYDB3blCr1Hq15n+1265LOR2RlSB2SMjOfGvTkqm9GFIDqCi0phTQPIBSZyf/Xh715ZhBbQwcNOKNLJJDhXStjgkiifDycBWLZaX4NEjLyEpJN/Z+KOkGkZZ++nx0UbFW3kGEF67OTsYOEBfHYvJwd/V0dVGrVRIAAAAAAABuKcIGVDLyzA3Gzg2i+dGgVul11hqrL0OGDN39a5auUGzaHHXqj8O77m3SVgJQAXwTvu54SoJcrqlxeK1WJ5VKhAxWVmqri0MnqeSpWEw54nWMhSR2dnd1FkuQVMuyPjM7x5hApBo7QJi6QWTsizuWX1Bk3sHFycHTNA21p0gg3FzltbWVRgIAAAAAAMCNImxApWTs2mDq3KBRa/Q6nY+969TGgyYcWmiQjKO6fx2+vo6LR3v/+hKAu+rfUxF/HgmXy2pJ+WGdbg4aG5E0iMXYrUFjpVIbuzUob+lgR86ODmKpF+BnWZmTl5+Sdil+EGnE0VNns3PzzDs42tsZez/IHSDcjB0gxNrezkYCAAAAAABAORA2oPK51LnBINoo9aLJUm/Qt/Oo+1hA6x+id4tNeoPhpXULZgy8P8TTVwJwl2yJPv3+lmXmiy/6tqln7y5nDCV5gzFqkHs2KK63W8P1crCzFUttPx/LysLCYhE/GLtByPNRp2ecPh+9J+KYeQdbG2vjKExyNwh5FCY3FycHewkAAAAAAAD/RdiASkxpmiVab1CrDXorje6Jeh1P56asTz0rNhXptE+tnDtr8PjaLu4SgDsuIjF20roFcmcjYaR7UH/PQLVKY2VlrVGX9GxQqdSK6x896Rayttb4+XiJxbJSq9UlG0dhMk1GnZaRnJ4eFZdw8NhJvb7ksVhZaYy9H0zTUMtDMImyq7OTBAAAAAAAUI0RNqBSMjdNKo3TRBuME8XqRUugfkrjwY8enLcvK15syikqeGjpr1/1vqept58E4A7alxD1zOq5Wr1OvtjZyf8J31b/6dMgkgZ5ACWFUn4736284XLifvl4uovFslKn16elZ6Wkp6ekyfNRpyempB47fU6rK3mM4sF4uDp7uosQwtnNxbGuTs8k1AAAAAAAoFohbEBlZTmYknGqaLUxbLDR66c1GXr/gbln89LF1qzCgseWz/l+wL3Nvf0lAHfEpsiTr2xYKFrn5YvN7b3eCuhsrbE2TgptZW1cRN6g1sgDKCnvas+G8hN3VAQJYrGsNBikjKwseQaI5NT01LSMtMzMmPgEEaHULCxirCUAAAAAAFCtEDagcjPOFC3yBkmlNmgMJs4Gxx+ajHjs0IJz+Rlih2K99pGlv33Wc2T32sESgNvsnxP7P9q2wnyxoa37x3W621iZkgaNtXkMJZVF0iBVWuK+uzo7iSWwToBkzB4MOp1Oqy3OyMrULvtdypMAAAAAAACqD6UEVFrm0VeUCuPkDcYxWkynTvvYu81uPraN86XRk15Zt3DG/i16g0ECcHuIYO/j7Sssk4ZQe++v6vV20Ngah06S+zSYUgdj0qC6lDRU6rzhiuxtbcXjkwAAAAAAAKoTWkNQuckDsCiNVGqVWh4UXjRoutg6TG8yfFSNEHk3g2QQYcPjK+ak5XOyMXDrJeRk/m/JrwuP7zfX9HCu9XndnnYaG/F+tLa2sbaykbs1qEzv1Ao4VQMAAAAAAABuBmEDKj1z3iBWamP3BnlceNG4aT25fvdX63Q277k/IWrsPzMiEmMlALfO5qhT4p11MjXRXDPaPfiNgE7WpnGTRNKg0ZT0aRDvT7UpaagsUzUAAAAAAACgnJizAVWEaLVUqVTSf1/TCkkxxi80V1s0PXa3zjSGUmp+zqPLfhvRsOXEll2crG0lADchLT936s41q88dNddYKZSTarbt4V5Po9YYAwZjxiDnDcapGirXpNAAAAAAAAAoP8IGVAWi1dJgMMj9GySLl7WxNVOheKh2m1Dnmq+cWpVcZBxDSW8w/H1s79pzR59q1WNIUDOxhwTgOmn1+j8O75p5YFu+tshc6Wfl+FHtrgG2rmpT0iDPCC33aSiVNEgAAAAAAACoWggbUEXIeYMcNkgXX9nms6dD3QL+bDrmzVNrd2WVjKGUUZD/wdZlfx0Jn9Cic7c6QUQOQDmJmGHZmUO/HNgWn51hWd/bufYLfm1tNaZoQS2PZnZx9CS1plTSQN4AAAAAAABQxRA2oOow5w0KS1JJy6aXQjmt8ZBlicemRe9M0xbIVzmTnjRp/YIGbt6PtujUrTaRA3AtImZYfubwLwe3xWWlW9Z7qe1e8m3TytlPnjRFXuSeDaaYgaQBAAAAAACg6iNsQJVy+XhK5rBBaTLYJ6SLa50fY8PnXzhiuNjgeTotcdK6BV72jp0DArvUCgqrWUujVEkATAq0xTtjz22NPrUl+nRGQZ7lJiuFcpxn43s8GttaWatUais5ZtBcHDdJJA1qjcpiRmiJpAEAAAAAAKCKImxAVVMqb5Autm8amzvFSqF0ValerNt5lFfj3+IPLE09Zb5iUm72guP7xGKj1rTzq9fBv36XWoGuNnYSUC0l5mZtjT69Leb0tugzl2/VKJSD3Rrc49nYw8peYwoVxGLu1mAaSUkj4gelSkXSAAAAAAAAUB0QNqAKMjdoGps4DQrxMpezB+P/VCpVsWj+VNVVeb9p3+NRv7DZ8QcXJB+zvHqBtnhj5AmxfLBVauzp29avjo+jSw17J297Jx8HZxFFSECVk68tisvOSMzJEhlDbFb6jpizZ9KTrrinrUI9wiNohEewi8ZOrRL/qY0xw8WkQY4cRMxgOXSSefYUAAAAAAAAVFWEDaiyzI2bIlpQSPL0DSX9G0yZg1osvir1y3U7T/ALW5NyekXq6WN5KaUOcjQ5TiylKl1s7BysrO01VvZWNhJQORkMhtyigpziorziwoyC/PJcJdTeu49L3S7OtWxFnKA0BgqmqKGkT4NckGvEG0y8y8wdjKpV0lDSh0NSGCRJl5aWv2unBKDCKI6Pt7xIDgoAAAAAtxBhA6oyy5Fb5HOrRdJgbAY1NZNqi9XFpsjBXa0ZVbPZ8BohUXlpK1NO78yKOZ2ffo3DZhTklRq5HqjCgmzcOjn793Kp62VlX/L+kTs0XEwazAVjfwaliqGTzAoOHox/+mkJQIVknNXJIAEAAAAAbhXCBlRx8hQOot1TnshBxA16vbEhVK8zxgwqrVqn0xQXF4t2Up1OW0/t/YS9xwRdq3xt0ZGcxCO5ScfzUs7mpyUWEy2gGqmpsa9n49rI3qOhrWdTe6+S2dUVxh5B8uBIxqBBDhjkfgzqkkGTBMXFmKE6Jw3yx44EoAKTP9gkBnkDAAAAgFuHsAFVn2U7gqkx1NgcajCdfy3+pxOxg0gatFqtTivyBrEWsYOV3rqdtV0bt1p6nU40Ghboi89kp57NSY3Jz8jWFxVJ+iKlvlDSF+i1+v82KdJmgdtEp9Mb268Vkupij4EbJreDizY2W6XaTqURa7G4qG18rZ0CrJ3HekZlAAAQAElEQVTr2rhIF2dZUCrkLgpK1cX3izlpkGdlkLsyGCeCNg1OppAU1bxDg3mCCqvX3inKzS4qKtRqi8WnikGvFx810sUnH5Z0euOzoxfPkd5gLJuYt8qvQ+MLUA6yTK9CPmlxY+S3Z0n3rPoNTAVjTyzmlQEAAACAW4KwAdVFqVmjDXIrqkKpMrYCqo3/iaBBZAvGyEG0d+nkdVFxcXJaelp6hrKwsLHGpYO7n7Ojg0atkpt9JZoOcQcVFhVnZGaJtUajdnFytLWxlm4F8xwDJc1t5pjBFMuZmnblaU6MSYM8Bpl5XTIFdMn/Lk3PUK2b7eTnLbSlsrBAVVyoKypUaIvFJ4pk0PNxcUUq0/IfBqlYqxUfv8XF2kKtcV0kLmi15udPvDxNc5GrrTSakrXpogRck8H44lFKIrpSa1Qaq4ufY8RXAAAAAHBr8Msc1Yi5NUEe5EQOHPSiBVC0nOr1epXaGDAYswcROGhj4y9ExsUnpqSKdggfL/f6tX1cnZ0MpuZCI9FkYWr3ovUQd4yNta2zo1NWTm58YvL52EQ7Wxu/Gl4OdrbSzZEDBuli3nBxECRlyeBJiks9G+SRlMxlYz8hscOls/mrfcwglcxEb3xylCqNWiM+IMRFkcyIj5WSTw6UzxVf1oVFRfkFhQWFRQWFhfkFRdm5opyl1196Vm1srGysre1tbcTaxtpKXkuABTkNNI8FJ1Zy5xnLzzEAAAAAwI0hbEC1c3nkYDC2PIgcQbSd6pPS0g4dO3Xi7HnRmCUyhibBwXX8fTQqlcgWjGN8GAym8T1KGg0N5A2442xs7Lw8PBOSUs5Exew7csrd1SWwToCTg710/SzfCxejAmWpAZRKpno2/e/iYDZyIKGUCxK9Gf5LflpEC2ZJ2Rg16ORPDz4rbpJ48Ts7la4UCURObn5uXn5OXl5ufn52rggj9Ln5KaJS3sHB3tbe1tbezs7BzsZYsLd1tL+R9wuqAPljSu6tVTIQnHFQOJUcmkoAAAAAgJtD2IBqqlTkkJdfsO/I8f1HjsUnpjg72jdrGNi8UaCbi5NkShfkpMFcNmcMlk2HNCPiTqoTEFDb3//0+ehDJ09Hxib616wR2ijQydGh/EewfAuY1/LoSZYjKclJg3kyBnMaYXkKMI10MnM7pvg0EK2Y8vMoWjP1pvkI+Ii4TWxt7FycXC6vF5/VObl5mdm52Tm5Wdk5mTm5sQnJWTm5Wr1e/J3s7WxFRCfeMsa1g7342HdycNCo+VJU9ckfcf+Z9N7UVUsCAAAAANw0flejWhPtf8dOndt98MixM+dEW0PjwLq9O7YPrFtLtEWYx0q6RDKvLsUM/2lApMUVd1azxg0bBQUePHpi3+Hjp87HBNer065FE8fy9HKwfNlahA3mpOE/gyOVukhXhrKY8oaSBk3LhBJ3mI2NnYe7x3+qDFJ2bl5GVlZ6ZnZ6plhnxV5IEReLirRio72tjbOzo6uTk6uzo4uTKDi6ODva2d7sSGWoaMwfcSUjxTFBNAAAAADcIoQNqKYupKTu3HdINNGKhif/mt7Dendr2aSRrU3J6N6Xj5JUkj2YShIDKKHCsNJIHcJatAhpvHXvwT0RRw4eP90yJLhTm5YO19NC+p/wQG50M1yqvDxaoFXuaszP1aUh2pQXPzqkkk8P3F1uLs5iKVWZnZefnp6ZlpGZkiHWWcfPRol1fkGB2GRtZeXm7OTu6izWxusaCyKScOBNUCmZ+2NJCsuPOAJUAAAAALglCBtQveTmFew9fGz3wSNxF5Ic7e1aNW3UOrSJj6d7qd1K2govtjtc3o+BmAEViqODpn/Xjh3Dmq/ZunvH/iPhEcfbt2zWo0NrK42m/Ae5fFgkAoYbYP70kAtyJZ8YFZyLo6NY6gT4WVbmFxSmpGWkZGSkpmekpGWei4nfc+i4iCXEJrVKKYIHdzcXD7F2cfFwc5YzDJWS0Xgqgcs/2fh8AwAAAIBbgrAB1YJOrz92+tzuA0fEWlJIjRvU69+1Q6MGdY1j0V/FFZsertYeQUsiKgIXJ6fRA3p1bRO2ctO29Tv2iFCtV6d2nVo1v9r+125fo/XthslPnWVgyZNZGdnb2Yqllp+PZWVRUXFyWkZyerpIIJJTM+IuJEccO52RnS2Z/sqmPhAuHq4u7m7OxrWri6ebq5WG71oVF+9NAAAAALiF+AGMKi4hOXXX/kN7Dx3Lycv3reE1pHfXsCaN7O1srusgZTZGWJ7CDNxd3p5u/xs1ODr+wv6jJ/9dt2nD9vA+Xdq1bh5S6pxrmthuN57hKsna2srPx0sslpVarS45PSMlNV2sU01RxIlzkWkZWfK/C04O9p5uLsZuECKHcHP1NK5d7Gyv758hAAAAAAAqPsIGVE35BYX7j57Ytf+waHJ1sLMNa9pINLb6entKtw0Ni6hQavn6iKVHu1YrNm3/e8W6DTv39OvasUXjYF6nwC2nVqt8PN1Ljcin0+tT0zONAzEZR2Ey5hCRMfGpGZk6nV5stbO19nB1FamDsfeDiB/cxdrVybEcs7sDAAAAAFBRETagSjEYpJPno8IPHI44cVo06DSsX3v86MHNGwZKQLUk2i7vGdS7V8c2y9Zvmb1w2bptuwd269g4qJ4E4DZTKZVe7q5isaw0GAzpmdnJaekigUhOM3aGOHLyTGp6RlGxVjLO966+OPiSsQ+EXHB1drrGiH8AAAAAAFQchA2oItIysnYdOBwecTQ9M8vT3aVvl/Ztmoc4OXCWKCC5uzo/OHJQz05t/123ecZfi/xreg/r071egK8E4M4yzuvg4iSWIKmWZX1mdo6cPRgHYkrPOBUZvWP/oYLCIskUWri6OHm4mTpAuLl6mLpBiLVapZIAAAAAAKhICBtQuRUVayOOnwo/eOTU+WgrK03zRoFtQ5vUC/CTAPyXr7fnxHtHRsbEL1i1/ptf5wbVrTW4Z5dSQ88DuCucHR3EUr/Wf/7xys7NS0kzdoBINQ3EFJ2QuP/Iidz8Anmri5OD58XeD/JM1CKQsLG2kgAAAAAAuEsIG1BZRcUm7Dp45MDR4/kFRXX8a44d3Ce0UbC1tUYCcHW1/Wu+9Oj9h0+cWb5x25QZs5sGNxjYo5O3h5sEoIJxtLcTi/gHzrJS/JNnnAGiZCCm9KSUtGOnz2Xl5MpbHWxt5X4P5lGY3N1cnOztJAAAAAAAbj/CBlQyOXn54QePiCUhOdXRwa5di2btWzTzdHeRAJRbk+D6IUH19xw6tmrz9o+n/xLWtNGAbh1dnZ0kABWbrY2Vf01vsVhWFhVrjfGDxUBMZ6NjM7KyDQbjVhHDG+MHeRQmN2NBhBAuTk5MFw8AAAAAuLUIG1A56PWGY6fP7TpwWKzFxUYN6g7s0VmsmTYTuDGinbF1s0YtQ4J37ItYvWXn/sMn2rVo2qdre06CBiodK43a19tTLJaVWp0uJV3EDxkpplGYktMyIo6fTMvIEv+eiq1qlcrdxdnd3TgVRMkoTMaCs0qllAAAAAAAuCGEDajoElPSRMaw59DR7Jy8Gh7uA3t0at08xMHOVgJw00TDYqfWoW2ah2zevW/9jvDdB4+Ii706trWztZYAVGYiThD/aIrFslKn16elZ6WahmCSB2I6cSYyNSNTJBOSaf5qV2dHuQ+Ep2kmamMO4epiZcUQhQAAAACAshE2oIIqKCzaf/SEaPqMjIm3sbZq0Ti4TWiT2n4+EoBbTbQk9urUtkNY6Nptu7aGH9i5P6Jbu1bd2obRwghUMSql0tPdRSzBUm1zpcEgZWRlJaeVdIBIScuIjI3fe/hYUVGxvIOjg11JAmEahcnYB8LNhdQfAAAAAFAKYQMqnLPRcbsPHj549GRhUXH9Wn73DunXvFEgjZ7A7WZnaz2kVxeRMazesnP15p1bdu3v0alN51aharVKAlB1KRSSq7OTWALrBFjWZ2bniOwhNc3YASI1PeNCUsqRk6fzC4rkrUwFAQAAAAAohbABFUVWTm74wSO7Dx5JSk13cXLs0qZlm+ZNPNycJQB3kJOj/agBPXt2bL184/Z/127etHNvn87t2oY2YSR3oLpxdnQQi0j9LStz8vKNM1Gb5oEwrTPORcdl5+bJW8UHhbuLs4e7a8lUEKY+ECKH4AMEAAAAAKoDwgbcZTq9/uips6aZn8+LxoimwQ1G9OsRVLeWgnMjgbvH1dnpvqH9enVss2LjtvnL167fEd63S4dWTRvyxgSqOQc7W7GUGtWwsKjYOASTKXswLekRx09nZmcbjHNRG3tOuDg5XRqCyTgrtbEzhDV9FgEAAACgaiFswF2TkJy6+8DhPRFHc/Ly/Wt6i4whrElDWxumpQUqCm8Pt/GjBsclJi9bv+WPxSvWb9vdr3uH5g0DJQCwIGID3xpeYrGs1Op0KekZqakZxhDCNBn1qcjo3QeP6PR6eQdHezsRObibxl8yd4MQlRIAAAAAoHIibMCdVlBYtO/I8V0HDkfHXXCwsw1r2qhti6Y+nu4SgArJ19vzsXEjImPil6zd/Ov8f/19vAd079iwfh0JAK5OrVLV8HAXi2WlXm9Iy8gyjr+Unm6aDSIjLiEx4tipYq1W3sHG2koOHozzQJREEa4uTo70qgIAAACAio+wAXeIwSCdjowOP3jk4LFTOr2uYYO6D48Z0jiwnkrJOM5AJVDbv+azD409cTZq+catP/yxsLafz7De3USlBADlplQqPNycTRMy1TJXim8Imdk5xgQi1TgWU6qpG8TJ85HmyahFbmGaCuLifNTycEyuzkwFAQAAAAAVCmEDbruMrJzdBw/vPngkNT2zhod7v24dWjVr7MQ4CUAlFFyvllgOnzyzYsO2L3/5M7he7UE9Ovv5eEkAcKNMkzo4iOWKk1GL4MEUPxjHYoqOO2GejFqhULg6O8rxQ8lM1G7GLhFWTAUBAAAAAHcJYQNuF61Od+j46V0HD586F2VjbRXauGGb5iGlppQEUBk1CaofElh/35HjqzZvnzJjdtPgBgN7dPL2cJMA4Na51mTUpmmoxVrkEMdOn8vIyjbvIE8F4eFm0Q3CzUUcRwIAAAAA3GaEDbj1YhOSRMaw7/DxvPyCwDoB9w7t36xhoJWGFxtQdSgUUliThmLZvi9i1eYdH333S6tmjQb16Ozs6CABwG1zjcmoU1IvdYM4HxMvvofo9QZ5B1sb41QQJd0gLkYRzo5MBQEAAAAAtxLtv7hl8vIL9xw6uvvg4bgLyW4uTl3atGjTvImrs6MEoOrq0LKZWLaEH1i1afvBo6f6dG7bq1NbCQDuoGtORl3SASI5NT0xOfXoqXPmyajVapWHi4u7u2k+ateS+aiNU0EwmxQAAAAA3BDCBtwCpyNjduyL2H/khPjd3rxR0JBeXYPq1pIAVBudW4c2bxz019LVyzZsC484On70kJpeHhIA3D3myaiD612qvDgZdbppNgjjWEwp6RlnI2MKCksmo1YoFG4uTiVzULu5eJoSCE83RgTJ7gAAEABJREFUVzpoAgAAAECZ+OGEm7L38PH128PjE5N9a3jeM6h3aONgG2srCUD142RvN+GeYeEHjy5ctf6Ln+aMG9K3RUiwBAAVicVk1P6W9cbJqFPTk9ONfSCMOUR6RsTxU6LSvIOjg52nq6scP3hcHJHJ3s5GAgAAAABcRNiAGxSTkPjnklUiZvB2dxs/enDzhoESgGqvdfPGDeoE/LF4xW8LlyWnpffp3E4CgAqvZDJq/5qWlYWFxcnGaahL5oEQ69Pno/ZEHDXvYGtj7eFa0vvBGD+4u5qmgnBgKggAAAAA1RNhA27Eio3bV2/Z6eRoP3Zwn7ahTSQAuMjV2fHJB0b/9Nci8UGhVqt7tG8lAUAlZG2t8fPxEkup+oSklLT0zMS0dHkUpqj4C/uPnjRvlaeC8PJwE1f096nRqEEdCQAAAACqhyoYNqydd8bOUSPhtjmZeSQhL9rJyqWpXeuEPapFe45JAPBfboYGDprUf9duPrc3x8PGWwKAqsZOI9n5SL4+NpLkI+Vp8wp0ufna3Hxdfl527vHUqEMnToudrJTWNe0DfO1qa5R8O7074s5myQWFibksAQAAALjVqkjYYPnjYdvyKAm3japusso/XZ9qn3zMY4M+UgKAq1F7aFrkHtbuL95bSypkNhcA1YQIFVyMi2OByi23wDU3Un/6fPoZfaybLspdwl2iVCoVFiQAAAAAt0HV6dkgfja07eetLdYKOhODwaDX6yXcOtnKtBSrdDudk6e9v7IVv9MAlKFIUSdedda+9QXfwno07gCoZkTI6iT+r6iwMFETpa2dau9f4F1cSykpJdwR5mhBJA3etWxUKpUcOUgAAAAAbg+FaJGXKjM5URABQ3FxcWFhYX5+vlgXFBSIiyJvEJsq+wOsODKy8xas3lc/wKtLqyB+pgEop4TkjBWbD7cMqd082F8CgGpJq9PtOHD25PkLPp7OA7s2k3BHyEmDyBg0Go2VlZWNibW1tSiLGnNfBwkAAADALVIVejbI5ysJ8m8JOV0QZblzA2HDrbJs0yFHe5u+nZvzowxA+dUNsG1UP+3IqbiwJvU0apUEANVSn07NtDrD2ejEo2cSwprUlXD7mcMGQQ4Y1Gq13L9BYtoGAAAA4DaoOnM2mMMGyTQqqyjIYYOEW+HYmdiE5Iy+nUMdHOwlALgeYU0bHDkde/zchXahgRIAVFf9u7X8ce6a3RFn27YItrZivug7wfwbQcQMlmEDSQMAAABwO1SRng3yWUsiWpB/UYgfEnoTwoZbZc+hM7Y2Vm1aBIufaBIAXI96te08XJ0OHjvfo0NzCQCqKzs7u54dmq/YuPf42fj2LRtKuP3MczbIeYM5aZDDBiIHAAAA4Naq9GGD+JEgZwyC+Akh/5yQYwbGULpV0jOz4xPTendu6ejgIAHA9evQqvGSNTvTMvN8a7hLAFBddWsfeuDouZPn4nt0bCHhjjAPuGqJmAEAAAC4HarUMEpy6mCwIOFWOB9zVqVS9ugYam1tLQHA9WsfFrJs3e6T52Lr1qopAUA11rZFQ/F5qFZrxJcrCbefuROD/HuBbg0AAADA7VNFhlEyF+SAwXKNmxcTnxzg6+3kSLcGADfIyVHt5+N5NipBra4iITcA3BgPd5dirTY+MbVOgI+EO8IyXSBpAAAAAG6fqtPoYx5PSeL3w60WHZ/k5uKkYrYGADfB3c3pbGQ8nyQAqjlPdxexTknPql/HT8Idx88EAAAA4PapUmeY8uPhNklOzawb4MPTC+BmiMxyf/bpoiKttbVGAoDqyt3VWay1Wh3frAAAAABUMYwVi7LlFxQ4OzGGEoCb4u7qJNap6ZkSAFRjTg52kilskAAAAACgamHsbJShoLDIYJCcHe0lALgJbi7GsKGgqFgCgGpPz9RiAAAAAKocwgaUQT7zzsqKYU8A3BQ3V0exLiwskgAAAAAAAFDlEDYAAO4EZ0fjaGyF9GwAAAAAAACoiggbAAB3joGRQwAAAAAAAKoiwgYAAAAAAAAAAHBTCBsAAAAAAAAAAMBNIWwAAAAAAAAAAAA3hbABAAAAAAAAAADcFMIGAAAAAAAAAABwUwgbAAAAAAAAAADATSFsAAAAAAAAAAAAN4WwAQAAAAAAAAAA3BTCBgAAAAAAAAAAcFMIGwAAAAAAAAAAwE0hbAAAAAAAAAAAADeFsAEAAAAAAAAAANwUwgYAAAAAAAAAAHBTCBsAAAAAAAAAAMBNIWwAAAAAAAAAAAA3hbABAAAAAAAAAADcFMIGAAAAAAAAAABwUwgbAAAAAAAAAADATSFsAAAAAAAAAAAAN4WwAQAAAAAAAAAA3BTCBgAAAAAAAAAAcFMIGwAAAAAAAAAAwE0hbAAAAAAAAAAAADeFsAEAAAAAAAAAANwUwgYAAAAAAAAAAHBTCBsAAAAAAAAAAMBNIWwAAAAAAAAAAAA3hbABAAAAAAAAAADcFMIGAAAAAAAAAABwUwgbAAAAAAAAAADATSFsAAAAAAAAAAAAN4WwAQAAAAAAAAAA3BTCBgAAAAAAAAAAcFMIGwAAAAAAAAAAwE0hbAAAAAAAAAAAADeFsAEAAAAAAAAAANwUwgYAAAAAAAAAAHBTCBtQFoUEAACAW0ih4AsWAAAAgKqGsAEAAAC4c0TQYDAYJAAAAACoWggbUAaF3LWBn8QAAAC3Bt0aAAAAAFRBhA0AgDtByZghAAAAAAAAVRdhA8ogNw/SrwHALUEvKQBgGCUAAAAAVRJhA8pkTBv4SQzgZpUkl3yYAKjuFAyjBAAAAKAqImwAANwJFyeAkQAAAAAAAFD1EDagDIyyDuDWKJlsnrQBQLXHMEoAAAAAqiLCBpRJHkZJAoCbIQeXfJYAgEJS8GEIAAAAoOohbAAA3AmKkunmaWEDAAAAAACogggbUIaLwyjRPgjg5jBlAwDIFCSvAAAAAKogwgaUQcEwSgBuhYsTRPNpAqC6YxglAAAAAFUSYQMA4E5Q0LMBAAAAAACg6iJsQFlKzkWmhRDATZK7SfFhAqC6M4avfBYCAAAAqHKuL2ygkag6Mv3RDSYSANw4PkwAwESh0Ov1fBiiUlNcnNgNAAAAMCsjbCj1K4gfRdWQ+Y/OXx/AzZA/QsSaDxMAkPhmhaqF7AEAAADSNcIGyyZmw8Vz20ttQnWg0+uNaxMJAG6UXq+T13yYAKjmFKbvV3wYojKyDBUUJnJB/EIkbwAAAMCVwwZzurDv0KnElHS9qbnZvInvkdWKztQ+ePjE+czsXAkAbpRWa/wwiTh2Li0jWwKAakyr1506G2P5BRuoLCx/DHYIa+zkaC8uKpVK8gYAAAAIiit2UzBc9N1vSw4fPyehGjNIBoXEzwYAN8tgOpmXlggAMH65MsjzRAOV2KSJo/18PFUqldLE3MtBAgAAQHV1rWGU9Cai7FvDw8PDVUK1pDfoDx8961fTy93NWQKAGyV/mAT4ebu58mECoFo7cvysp7urt5ebBFROh4+d0esNxcXFWq1W/GxUq9UkDQAAAJCuGDaYuzWIpEHu9xDWvFHnds0lVEviVfDy0WltWzRu16qJBAA3SqfXTzr6bRvxYRLGhwmAau2NT2Y0D2nQq0trCaicXvvw+8Ki4iITKysrefIGlUolAQAAoHoro2cDc0FDqTSeoMSwwgBukkqpFGu9jg8TANWd+HIlvmVLQCVXbCKPoSSfrEbPBgAAgGpOecVac88GCTDhFzGAmyfaIHR8mgCo9pSSgq/ZqALksEGn08nnqHGaGgAAAK7Vs4GvjJAplQpeCcBdlHghYU94eHZ2lvxOdPfw6Nipi729vVTZqJRK2tcAQME3K1QJWq1WZ2L+2UjnBgAAgGpOfY1t/AqCTKmgfRC4a1JTU6Z9/YWtrZ15KOSdO7ZFRUb+76FHrKyspEpFqVLq+JcFQLVn/GbFhyEqP70J56gBAADArIywgW+NkOSRhXklAHfJzu3b1GrNM8+9qNZo5Jrc3JwvPvskLTWlhk9N6Trt2L1/49ZdkVGx0bHxbq4uDerWGty/Z1iL2z5j83c//b5wyepWbdoa/ptcRscmPDvpvcys7IfuH3XfmCFiH7Hn25Of6dLBOG9qr8EPBAfVmzblbVF+8fWPD0Qc3bBszhWPv3jZmm9+mP3guOFiKbUpLiHx/kdfbBTc4NvPjcc5ey760WdeGzqw9zOPP1DqJmbPXTTrj4WfvT8pLLTp5Tdx5NipZya9Z1ljbWXl4eFas0aNsNCQAX272dnaSBVDn2H/Ky7Wmi+qlEoPd7caNTxDGgYO6Nu1hpendHuUem6vbcjYxz3dXWd++7EEVD/GPqOMKYfKj6QBAAAApagloCx09gfuHK1WmZWiTIxVJURKel1sdt6RVRvGNK7nEb7SvIuLJLVU5O3+Y+bo5kGSQqGtUdtQI0Dv7C6pNdc4cE5u3nc//r56w1ZRdndzrVs7IC7+wrZd+8TSu3vHl5+bIE/gfFspFP8ZpjwxKeWFVz80Jw1SZeDk5FDL31cuiwZ9kWTExUfs2R9x8PCxD996UVSK5/Pn2fMTE5Nr+ng3b9rokQfH2FgbO6AMHfd4VlaO5aFGDu2r1epFTDJ6WP/HHx4nV4596DnxtHw39d2GQfWkmyD+mo0aNpDL4jlPTEqNOHxcLOs2bf9p2kcO9nYSgLtHYTyNgz6jqPTEP+skDQAAALBE2ICyKRWEDcCdYCgsUK1YqN6zWZmaaNAZz0yvIUkv6iSHQ2nSoT2We46WpKLkaOnEblHWKJV69xraFp30o651OvknX/ywY/f+Zk0avvjUw36+NeTKvfsP/zTrrzUbtom3+OQXH5duM6Wk0OpK2tfS0zOff/XDtIwMy6RhxJA+YpFup3p1A67WPaI8mjYKeu+N5y1rzpyPmvzWlJ3hB8TSrnVofEJSv55denZrv333/i+//aVRUP3uXdqJ3d577blirXbfgSMLFq/8+N2XRY23p8c/S9e4uDht3bFXDhvOR8UWFBZJt4Kdvd3Xn75pWZOWnvHBZ98dPHx8zl+LHn/4Xuk2uK7ndsncHySgulIoGK0UVQEvYwAAAJRC2IByYM4G4I5QZKRJq5bqEuJ0FpU2kqS90s5WlvUXMhSRMYYhYxRW1lc8sggVRNIQHFjvi49es5y5MaxFExE/PP3yu2s3buvUPqxjuzDptrrYsyE7J/e5yR9cSEquRH0arqZ+nVrDB/f56bd5+w4eFmHD6GH9ROUrb03Zsz+iY9uW3Tq3lXdrGhIs1impaQqlomXzELlSJLni+Q/fE3HufEzdOv47du9r16r5qnVbpNvAzdXl0f+NefLFd/YdPCoBuKtMczZIAAAAAFDFEDagbMY5G/hNDNwBh/YrEuKkG5Obq1r0l37Mg1fcuHzNRrF+/qmHLJMGmUajnvjwuOcnfzh/0QoRNmzauvu9T6eNHTXo0QfHmPcpKCwaNvbxgADfH796X675Y/6SNRu2JSWl2tja1KvtL47s69BMSPMAABAASURBVOMtb/pzwdKZs+Z9/uHkH3/+Mzo2wcfHc8bXH8qbjOMt6PX5BQUvvfZRTGzC5UlDqTkbbofrmlegnLy9PMQ6OzvPXPPh2y9s3rr7069mzJ676PJpJCyplErxtG/eEW4KG/aPGz3kNoUNgjxbQ05uyf3sP/LhLh3aeHq4Ll6+TqVSPTh2qHhaRH34voiZs+aLKEin04s/68MPjmoT1tzyOMdPnv1r4dJDR04aJEPDwHoTH743wN84fUip51an189fuHzT1l3iZSBeJzVreI4ZMbBz+1byQUrN2WAwGP5etHLF2k1JSSli57q1/J97Yry5C878f1b88Mufs77/bNfeiG0795w5G+nu7tqvZ5dxowdLQCVk+mbFaRwAAAAAqprbPkI3qgClggmigTsh658FablFN7yk//WHoSD/ikc+cy7K0dGhQd1aV9zarElDZyfHI8dOZWRkdWzX0sbGevO2cMsdtu/cW1hU1KNLe/ni51/P/Hn231qtrk+vzqFNGx07eWbic2+ej4q1vMo338+KS0j09/URDdxqdUmwrVRKxVrdq29NOX0u6v57hlb2Pg1m4pGKdU0fL/Esiebyc+dj1CpVj67tA/x8Dh09KZWlc8fW4hnOzMw6HxnTukVT6baJTbhgvJ81vMw1x0+enjNviZeHm1qpDKxfR9SsXr/l1beniKShTavm4iFkZGVPfufzdRu3m6/y7/J1T730TsSRE23CmrVsHiIKjz/3xolTZy+/uW++/+2n3+ZlZGb37Nahfp1ap89EvvPR17v2HLzifXv/s+9EnCAK/ft0bRxU/+Dh4xOff/PUmfOW+7z10Vcbt+zs1a3D/+4bVZBfOHP2/PmLVkpAJaRUKJkgGgAAAEDVQ88GlM30k5jz74DbLuFcrDajQLphGQVB+QVqG9tS1QWFRXHxifXqBFzjqg3q1d574LBoNG/csEHXjm1Wrdty8vS5oAZ15a2btu5SKpU9uxrnHth38IhoT+/Wue1rLz0hzykt2tafevmdaT/89sXHr5sPqNPr//nzeytNyZzVF3tUKHbs3n/4mLH9PcCvpnSribu9P6L0GEFFRcXS7bRt1755C5eJQtvWoeLx/vLbAg8P10ceGJ2YnHIuMqY8gYoIGD6aMv3vJavCWjTVaMr+dzknN0+n1To7O0nXQ9wZ0fovCmEtL+UZ0bEJLz7zyIDeXeWLIvD4bsYc35re301918nRQdRkZedMeuOTb3/6XTw6B3u7uPgL3/w428PNdfqX77q7uYodIqPiJjz7+lfTZ/1wsdeLTLzqlq5c3zCo/refvy3/9cXf/dlJ769et6Vtq+al7ptIOMRrrGsn8aKaKHIaUSOirxcmfzj1m5k/fvOheTeNWv3t1HfkV127Vs0ffPzlNeu3yONWAZWLgtmwAAAAAFRFhA0oGz+JgTtMr1Dk1mlQ6FfL7uAe26wMxWU7iDdkoZ1DTqv2mqhzTlFnFdd8h54+azw93NPD7Rr7ODkZW5bTM7PEukfX9qLVfuOWnXLYIJq2d++NaN60kZuri7g4b+EKsX7i0fvkNl+hbh3/Qf26/71o5ZnzUfXrlHSe6NOjszlpkC7OISnasjMyMxsG1Tt+8uzX389qEhLk5eEu3TqJSSlikW6nQ6LF/JWSVnURY8TGJeTmGXuT9O3ZOcjUM+CNV578cMr0SW99WsPLc+zIQQ+MHXaNoxkMxk9XETC0axM6f+HyF599RCqHDz77NnzfoY/eealtWPOr7ZOXm2e+n3q9PiEhOS0jQ5T9/XxGDu5r3s3ayqpfz87miyvWbBZ/7qcfe0BOGgRReGDc8Dfe/2LV2i0jh/bdunOfONrYUQPlpEGoXcv3lecmSFeZJjQrO1vEFc5OjqLcpFHQ91++VyvA7/LdlixfL14tzzz2gJw0CCGNAvv17iriir37D4e1aCJXduvU1vyqEw/Ep4ZXWkamBFRCfLMCAAAAUCURNqBsSiU/iYE76oKz2/H+o5W+fipbp9YbltoUF5XaoUih3Na1v3W3Pumx0R2/+9hNW3SNo1lZWUnGZt/ca+yTkpou1s6myKFFs8Ye7m4bt+x+/OF7xcXtu/ZqdboeXdrJe4rmddFCvWTZWsurR0Ubp5qIjo43hw2WY/WYFWu1NX28Pn7j6fc+nbZ5W/hHn3//1SdvSLfOg+OGXz5BQlxC4v2PvijdIllZOYcvjowkGr5dXV38fH2GDuwpwhW5snmThn/Pnna1q7u6OIs2d/NFXx9vF2djQ3yfHh2TU9LatQoV5SaNg+xsbaSbo9PrD1uM4OTs7FS3tn+bsOYPjBtm2XnC28tdqbw0oGJUjPHveOjYqZi4BHOl/MqJjo0X67Pno8S6YXADy9sS6dTld8DG2qpLpzabt+4WT36bVs1FYNChTUtzX5lSIqNjfWt6u7j8p69Gk0aBImw4cz7aHDa4u7tY7mBrY52dnSMBlZCCORsAAAAAVEWEDSib8ScxYQNw++VkZRWZTj/PsHE4deKQ9ug+z9z8rOzsostmYihUqS8U5Kcv/1vv4tEkO1tdWLLDFd+qokVboVDI8wpcTXxCkljL/QzEzt06t/l70cojx06FNArcuGWXlUbT+eKMzYnJKSJ9nDNvyeUHSUg0HkSvN/j4+J46F5eRu1mn1WkFne5Cak7d+oF2dnbWVrZf/TjP2t61cdNmOr306vvfqdVqsUdgPf+Hxg2SKryObVu+98bz0o1q3bKZWMwXRwzpIxdatWgmFrn89advXvsgn7w7SSqLo6PDkrk/lLmbtSmIMktJM778lq/acPmeCReSJeM05MbJpd1cnaVyeO2FiT5enouXrVm/aYdYRKohkpiXnn1EnqfaLCc3r6Cg0NXVpdTVXU23kpaebq6xsSmdwRCEo5ISbwe+WQEAAACoeggbUDbjBNGcfwfcfg5OTtqiQlHwLipo5FlDFxLq8s8frrY2GhvrUnsW6fUNU5Iyxj2sPLTPVaN2si1pqFUqFFc4rL1daNNG+yOOhu+LsGzpNjt05ERKappPDS8vz5JBjXp17yjCho1bd9YK8N134EjH9mH2diVTQXh7ehgkw9xfvrrKgzD2hRL343RkvFgs652djXcyJy8/xzTukJXG+KCKtTqxqFWq/j07SLjbPNyMf6M/fv7Cx9vryju4GwfjSs/I8nR3K/NoGo16wvh7Hrp/ZHRsQnRM3LLVm/YfPDLpzU9n//i55W7i9Skyj/T0jFJXT083DpEkD8EEVDHGb1aEDQAAAACqHKUElEWlUpI1AHeSS3FhzeICDy9P36w09ZXefhqFIiAh2t3bq1ZetuPFYe6vYcQQ4zD9036cnZdfegLqouLir77/VRRGD+t3cRpnqX6dWv5+Plu27dkVfkCn1/focmmcnJo1vS+fGkEkGb/8/vf5qFj54oX4OAc7W6ncOrVtVsOr7MZr3G6+NWuI9cFDxy0rExKTxB93Z/gBUa7p4y3WJ06esdzh6+9/u/fhF5JSUi0rxYvhw8+nb9q6S61W163t37VT28/em9Sgbq3YuAsXkpIvu13vuPhEOV0wO3zslFgHNagjAVWOWq0y6PhqBQAAAKCqIWxA2ZQKpU6nkwDcKUql0mf+bzUfH+t64ojiSp0VRKVrQozfI6O8//lTKZV9emy71qG9u3cU7blPvPBWfMIFc73IDJ54/q3IqLjmTRoO7t/T8ip9undKTc+Y989yBwf7tq0uTUQszycs2pFzTCPqSMaBbjKmfvPz34tWeriXTBpsMBhCm9STyqe4uDghIU5CBdCzW3srjean3+ZFx5bM2aDV6ab9MHvOvCVqtfELQ7fObWysreYuWJZ2sSPCmfNRIlGwstaUmuvbzcVp/aYdcxcuN3eME4W8ggIbG2sX59KjMPXv3VWEXtNm/K67uPPR46dXrN7o7uYa2ixEAqochaTQcR4HAAAAgCqHYZRQNiaIBu4wkSU4KCQHXbGkumokrFarPcQOxu2K8hzz5ecmiPWaDdvue/QlT3c3d3fXtLSM5NQ08e4WucKTj91fKtXo0a39zNnzz0XGDOjdVdzWpfqu7Q8dPbl05fpHnpzctk2ova3tynWbMzOz33j5SUcHe/NuHm7OYc0a7o04XuYduxAfd/TwwU7twoIDy5tP4Dbx8fZ67snxX3z7y8Tn3mzXJrRmDa/dew6ePhc1qF8PeUoJb0+PZ5/4n8iWHn369Q5tW2Zn52zftU+8hD56u/QU3M7OTsMG9Vq0dO0zk95v0ayRqNmz/7CIux5/+F4RV5Taedig3sdOntmweee5yOiw0CaJicm790ZYW1u9/erTKiVnRaAKYoJoAAAAAFUSYQPKplAqdXT2Byo50Wj76guP9+zaYdGyNecjY8+ej/Jwc+vcodXoYf0bBtW/fH/RrNykUdDhYyd7dCs9m8LzT47v2K7F0pUbN23dpVAog+rXfuj+UYH1Sw93M7hvxzPnYzKycq5xrwL8ani72q5al/T+Z9/9Mv0TCXdb356dmzQKnPfPikNHju/Yta9Obf/JLzzeq3tH8w59enQOblDvr4XLw/dGFBQVtmje+KEHRgfWq335oSaMH2swKJYsX3vsxGk3F5eGQXXHvvZs5/atLt9TBF0irOrSoc2qdZtFHubk6DCof/cxIwaW6i0BVBkqpUKn5zQOAAAAAFXNFc5YFzV6vV6r1RYWFs74c8XJs7FD+nbu3K65hOrqm5l/u7k63TeijwTgdjrZp6c2JVm6CUHrNqldXaUK4/Dxs7P+Wn6NHZ55dHQtvxoSAFQnv85dVlSkfezBoRJQOb324feFRcVjB7YL8PW2M7G2ttZoNEoTCQAAANUV3wVRNqWCzv4AbkSThvVCgutebWvzkAYkDQCqIYVCYZDo2QAAAACgqmEYJZRNpVIaCBuA20/j6WEoLpJulEKlUmg0UgUzbECX0+diCouKS9VbW2sG9u4gAUD1o1QxQCUAAACAKoiwAWVTGHs2cP4dcNv5TZmqS0mVbpTK0Unl4CBVMC5Ojn27t1uyakup+p6dWrk6O0kAUP0Y+4waCBsAAAAAVDWEDSibUqFkGCXgDrDy8ZXEUuV0bNPsyImzZyPjzDWuzo6d24VKAFAtmb5ZcRoHAAAAgKqGORtQNqVS0vGTGMCNUioVowb1UKtU5poBvTqo1SoJAKol8anIaRwAAAAAqh7CBpRNoVQaCBsA3ARPD5funcLkcmDdgNAmgRIAVFdKvlkBAAAAqIoIG1A2lfhJLPGTGMBN6dEpzNPdRaFQDOnXWQKAakyhVDJnAwAAAICqhzkbUDalQqHT8ZMYwE1Rq1WjBnc/eORMDS83CQCqMeME0fRsAAAAAFDlEDbgkoXLNsVfSNaJn7/iP+NYwga96UJWdp5Op3v3859Fvc5wcatp7enp+sLjY1VKusgAKFu92n5ikQCgeli2Ztv56AS9wfiFyrgyyN+g9Dk5+UXFxe99/ovp+5Sh5FuV6TuWs6Pi+ZGJAAAQAElEQVTDy0/ea2WlkQAAAACgsiFswCXNGtffsefQ1bZmZedeXjm4TyeSBpSTwcBZnAD+Q6FQSEDV1SwkcNOOA1f75y8zO+fyyv4925M0AAAAAKikCBtwSf06fmHNGu6NOF7O/ZuHNAiqFyAB12RuZLFsbSF4AKotc8AgCvJHAZEDqir/ml4d2zTduiuinPs3qBcQ2iRQAgAAAIDKibAB/zG4b8djp8/n5RWUuadapRrYu4MEXJ1lzCCTSxKA6s2YLiguIXJAFdave/vDx85mZOWUuad4Cwzr11kCAAAAgEqLsAH/YW9nO6h3x3mL15W5Z/dOYa7OThJQFr1e/+Lk95KSkiUAuOjbqR84OjoolEpz5CABVZG1tWbYgK6/zl1W5p4d2zT19nSTAAAAAKDSYrR9lNY6tFH9OmXM4Orq7NijU5gEXJ18qrLBNO8lzYgAStHqtDqdTq8Xi16uodsTqqqQ4LphzRpeex97e9u+3dtJAAAAAFCZ0bMBVzBiYLep0/8U7UBX22FIv85qtUoCrklOGsRKjhoeGDuift3aV9xz07ZdGzZvb9I4eNTQARKASmvXnv0r1mwMblBv3OihV9whv6Dg46nfiUKxUZHaoFGpJZFIKk1dHCSgiipzmMp+3draWFtJAAAAAFCZETbgCrw8XLt3CluzafcVtwbVq9WkYT0JKA9T3iCfuVzL37dxoyvPe3ns5GmxdnZyvNoOACqF89ExYu3gaH+193JOTq5c0BYVarU2xuGTlMb/JKBKu/Ywlf6+3m1ahkgAAAAAUMnx8x5X1qNTmKeHy+X1apVqSL9OElAOJbNC65kUGkBpWqNinU4nf0TwKYEq7xrDVA7v30WppGcPAAAAgEqPsAFXplarRg7sfnl9p3bNmb0Q5WeQREOiXgKA/xJRg06rNfZ7Eh8SEkkDqoURA7upVaVHoQxr1jDAr4YEAAAAAJUfYQOuqn4dv1LzGbo6O/bs3EoCysdg4IRlAFdmTBpMw6xJfFCg2pCHqbSssbbWDOrdQQIAAACAKoGwAdcyuG9HOzsb88UBvToweyGuG82IAC5j7NBwMWmQgGqj1DCVPTu1cnCwkwAAAACgSiBswLXI8xnKZX9f79AmTN6LG6FQMBQ1gP+w7M1A3oDqw3KYSi9P187tQiUAAAAAqCoIG1AGeT5D0Vg8vH8XCQCAW0FOIIkZUA2Zh6kc0reTyB4kAAAAAKgq1BJQlhEDu+3Yc4jZCwEAAG7e4L4dlUpFcP3aEgAAAABUIYQNKJuXh+vQfnRrAAAAuAXs7WzHDO0pAQAAAEDVUonDBsZeQJXHVAcAUInwzQTAbcU3QwAAAFRwlS9suOJ8kvy8R5Vh/hkpCuYXNr8tAaDCuvybCV9LANwqV/wSyDdDAAAAVEyVKWyw/A0vk0sSULUYf0AqSkgXUwd+VQJARcM3EwB3gPGroGT+bqjgmyEAAAAqrMrXs0Gv1z/yxIuFhUUSUHW9+epz9erWUiiUgsT5awBQUckZw/0PPy0BwG0zdvTQPj27KBVK6eI3Q/IGAAAAVEBKqZKQzxMUSYNBLJwziKpOqy3WaXV6vc78gudlf9dFRcW8/d6nvfuPCgpp27JN93sffOyjT786c+a85T7ffDvDJ6Dxtu27pdtJpK2ffj6tV7+R4p5M+eLbMvcXd1XcK7m8e89+Uf78y++k67d3/0FxXculQcPW3XoOHf/o07/M+iM3L0+qzEo9MxOffElczMzMkm7aDzNmiUOtW79ZKt9No7IwfziLD2oJAG4n8Z1QW6zV6rTyN0O+FgIAAKBiqmTDKBl/0Rv08lk8Uz9+s3aA3xX3nPHr3NXrNg3q3/N/946SgApj/8EjH06ZVrOm97Qp711tn/GPv5iVnWP8PaktVhnUCo1CaeDktbvv9z/mv/Lae+IPUcPbKziwQUFh4d59ERs2bpv+wy9zZn3ftUsH6Q6a+uV306bPdHJyDGnc0M+3pnRneXt5BgbWk8vFxdpz5yJPnDq9avWGXbv3zfj+CwmoTszfTOSL07/80NvL44p7fvP9r5u37Ro9fOCYEYMkADDJycl98LEXROG3H79wcLC/4j4fff7tvgOHL30zVChUkqRQqSQAAACg4qlswygZTx+kZwOqvuLiouLiYlFQKhXiP8KGu+u32X+9+sb7oc2aTJ/2We3aAeb6ufP+mfzG+8+/9MamdUucnZ2kO+XgoSNivXXjMi9PD+mOa9cm7PvvPresOX7i1AMPP7V0+WqRvnTv1lGqEsRjLPUwgSsT30x0OgkAbiedTnvxm6HSNGmDkpGUAAAAUAFVmmGUJPP5gzoGK0DVpzUq1ouXu954ziwB2110+vS5dz+cIpr1f5n5jWXSIIwdM/y1V56/kJg0+4/50h2k0+ltbW3uStJwRQ2DAx96YKwobNuxSwKqE7lbg/iglgDgdjKOoFRcpBP0uksz0gMAAAAVTGULGyTjIgFVnU4nflMaf1CakwZ+Ut4tc+b+nZ9f8PZbk2p4e12+9Z4xw0Xk0KJ506tdPSY27v7/TWzVvlf94Fbdew+b9t1P17uDpVWrN/gENN6xM1zcJVHwr9tMVI57wDglg4inzLvFxV8QNc++8Jp0TV9P+1HsNn/BEsvKyMhoUfnG2x9L10MezclyhoNrP66gxm0mTX73i6++b9qic4vW3X7/Y7786MbePyEktGPj5h36DBj9zbcz9BZD4Yu3wMxffu/Vb2Rgo9Yt23S/73+Pi7tq3io2ibt99uz5n3+dM2rsQ2Kf7r2GTf/hl1L3c9nyNU89+4rYJM828fgTL4qs6IqPyHLOhrpBLUtNViEvP8yYJe9cVFT8y6w/xj/6tHg44v73HTjm7fc+LfWeFe1EL73ydljbHuLOi8K5c5HS1V3XqwJ3UcmEUgZOgwBwe5n6UImgQcecDQAAAKjIKtkwSkzDiGpCryuZHVri9+TdtnL1emtrq/59el5xq5OjwxdT3r/adY+fPDVyzPisrJw+vbvVCvDftWvvR59+dSEx+cP3XivnDqXUq1v75Reemr9wSVxcwvPPPK5U3tTgCaNGDv1kyjfLVqwZPXKIuXLBoqViPWxof+l6REbHiHWti/PolOdx7T9w6OixE82bhaSkpTduHCxigEcnPu/s7NStcwcbW9u16zd+/NnXuXn5kyc9K+8vspO/F/4b0rjhffeOjo9LWL5q3YChY+f9MVPUmI/5+FMv29vbjRk1tG/v7j/MnP3+R1PF3+7h8ffJW59/6c2/5v/j51eza+cOzZqF7Arfu2TZKlH/w/Sp1350zz39mIgKzBdFEvjt9J9FuiPuvGSKWMbc+2jEoSPNmoaMGD5I/Gm27dgtLtau5T/+wXHma7330edZWVkD+/cpLCz6d+nKhYuW/vrTtCvO9nG9rwrcXSUnQgDA7STSd2PYIJ+DYpAYOwkAAAAVU+ULGySgGjA1Xl3qI88r/25JT8+IiYlr3CjYxsZaun5vvPVxbm7emhV/NwwOlEwtBa+/9dEvs/4YOqRfq5ah5dmhlAYN6r7w3MTtO8OTkpJFQbo5NX28O7RvvXHTtoyMTBcXZ7lSNOjXq1enZWiz8h9n3frN3//4qyh069qxnA9cEEnDV198OGbkUPniBx994erqsm3jcjc3F3FR3KUefYYtWLhEDhsWLlom7tioEYNFtKNWG//l2rv/oGiRn/z6B0sX/2G+J1YazcJ5v6pM02Z279qpQ9cBC/9ZJocNO3aGi6Rh+NCB3379iTzCtXhbDRl+v8gbpnz2nuNVpuWUPfPUBMuLL7z8ZnFx8Vuvv9S2TZi4+POvf4ho4dOP3nrgvjHyDqmp6a3a91y8ZKVl2JCdlb1s0Z/ySFz/e2DMwKH3vvrG+zu3rLx8uO3rfVXg7uIUYwB3gumMKz5wAAAAUMFVpmGUZHzDRnVQkjUwaNjdlpKSJtYuLv+Z/Dk/v2D0uIctl7H3T7j8ugciDosG7nvGDJebjCXTpI6vT35eFH7+eU55drgDhg0ZoNVql69cK1/cdyAiOjp21PBB17jKzt17zQ986MgHGjfvcP/4J0QqI5ram4Q0ksr9uBzs7UcNH2x55Jyc3IQLF+SyCD/m//nz6hUL5Itz/vzb3s7u7TcmyUmDENai+f33jhGRw7btu81HGNC/l5w0CHXq1Kpfv05iUskoSf7+vlM/e++5px8zN+6LQmBgPVHISM+Qym3mL7/PnffPkIF9Jz42Xq7p3q3Te2+/OvpiaiK4u7vWrOmTnJpqecWH/nevec6PZk1DRg4fHBUVE75nf6njV4RXBQCgopG7MzBbAwAAACq4StazAagu+BlZMbi5uUrG/g2ZlpU6vW7rtv/MhGxuAbd05sx5sU5ISPziq+8t652cHM+Yxusvc4c7YMjgfq+/9eHS5avvHTtSXPx3qXFYoVEW7eaXS0xKFotc1mg0Pj7eDerXu//e0SOGDZQry/m4atXyF83o5ovi6jt37ek7cEzPHp07d2zXu1f3evXqmLceO36yfv26ohHf8oAtWzYTTf9iU8cObeQa7//OqyHyifS0kiDB38933D0jRCEnN3fHjvDNW3fu3Xfw6LEToqagoFAqHxFsvPP+lKZNGn8x9QNzZfNmIfJ4SuJp2bJ156ZN2/ZHHI6MjK7p4/2fe9viP51FQpuH/DX/nyNHj7dp3dKyviK8KgAAFY2cMTB6EgAAACo4wgYAuCrRui0arGNiYouKiq2sNHKlg719QvRR8z6deww6fz768uvKMw+vWbtRLKU2yTMbl7nDp59PW71mg7myWdOQLz+/6vwQN0Y8ln69eyxZtiopOcXdzXXpslWi4b5UK3kpQwf1+/67z6+xQ5mPS2ZrY2O5SaQdNjY2n02dtmr1BrG89uaHok3/7Tdfat+2dXZOblZWtqeHW6mjeXm4i3Vycoq5RvyxSu1jOXPvDzNmiXAiLt7YecLZ2al9u1YKhSLi0BGpfKKiYh578gVnZ8eff/zKztbWXJ+Xn//u+1P+WbRMxBiSKUQR+UFOdk6pq3t6uVte9HA3Xiwu1pbarZzPHgAAAAAAQEVD2AAA19K+feu16zaJlt+BA3pf1xVrmM6y//qLjyynX76uHZKSko+fOGW+6OnpfsXdLhvzX8rPy5fKbdjQAYuXrly5al29unUSLiS9/OLT0s0p83FdzYhhA4cPHRAbG3/m7PkNm7aJYOC+Bydu2bDMz9dHhCLJpiGtLCWlGMcpcnF1Ls/B5y1Y/O4HU5qENHrgvjEtQpu1ad1Co9G88PKb5QwbRJAw/pFnMjOz5/4+w8+vpuWmN976aO68fwb07xXWonmH9q3lsaTad+lfWFBguVv2f+OHpGRj7xA/35qlbuiGnz0AAAAAAIC7q/LN2QAAd9LD/7tXrKd88W1hYdHlW7Va7dUG4ald21+sSw3Kr9frv/l2xuw588qzw9TP3kuIPmpe5v0x84o3pFYbu1zk5V9q2j5mEVGUqVvX/vNBQAAAEABJREFUjp4e7mvXbxKLaH8f0K+XdHPKfFyXKyoqnvzGB19+/YNCofD39xV36f13Xn18wv/y8wt27tojdmhQv+6ZM+dSUv+TN+zbFyHWzZqESOWwfIVxXopvv/rkmacmdOzQRjxScTEmNk4qx1RA4s4/+cwrx0+eeuXlZzp1bGu5SVz336Wravp4//T9l+IOy0mDuNvx8QmlDnv+v/0SDh0+Jl18rizdwLMHAAAAAABQERA2AMC1dOnc/qH/3Xvq9Nle/UfMmj03MzNLrs/Kyv532er+g8fGxMQ5OTlcfsUWzZs2bdL4j7kLVq+5NB7OTz///vFnX8tzHpS5Qzk1qFdXrLds2VFyx7Jzpv/wS/mvLprdhwzuv2377o2btw0e2MfJyVG6OTfwuKysNAcjDv8487f4hERzZW5unmSca8F47v+YUUNz8/Le+2CKTqeTt+47EPHb73+JZKJd2zCpHKytrcQ6v+BSn4/d4fvkyaXLnIn908+nrVm7ccSwgU8/8UipTSIdsbax0usNllnUzF9+FxdLRRg/zvgt/eJM1MkpqSKiaNUytHGj4FIHvFWvCgAAAAAAgDuMYZQAoAzvvjXJy9N96lffT37jgzfe/lg0EOfl58kT+Qrt27X+csoVplJQqVRTP3v3fw8/9b9HnurTu1tI44bnzkYu+ndFm9YtJz42vjw7lNOQwX2n//jLoxOf796to0+NGqvWrBet1a6uLtd1BNE+fvr0ubdee0m6aTf2uJ57+nGx/7BRD4waMVipUJ47H7lw0bJBA/q0bWPMEh64f8z+iMPz/158/MTpzp3axcXGr1q7wcHBfvq0z8TNlede9e7ZbdnyNUNG3N+zR5dGwUHxCRcWLloqkhURGmVmZV3jijt2hn/z7QwRyfj5+ZaatLlmTe97Rg/v16enyAbaduzTq2dXnxreEYePimTC2dkpIzNTr9ebJ8EWodSwkQ8+8vB9BoPh+xmzXFycPv34LcVlY2DdqlcFAAAAAADAHUbYAABlUKvVzz792OhRw/6Y+/emTdujomNSUtNE67No3B87eoRoEb7aFUVL8cZ1/8746bdtO3b/OOO3WrX8J096dsIjD9rYWJdzh/JoEtJo1sxp73wwZcPGbS1Dmz0y/r6nn3y0Revu5T9CWIvmtWsH5GTndO3SQboVbuBxiadx6mfvffLZ11O/nC5a6lu2aPrR+6/ff+9oeatolP966ocD+vZc8M/SvxcsEVHK+AfHPfrwA9eey9qSyDBEc/+X3/ywfMXaFSvXtWoZ+sKzE4MC6z/48FO7w/e3DmtxtSsmXDDO2Fz8f/buAjBqZA3geNqtQXEpFEpxd3dpcShQtFhxPeA4HA5353B3d7dCcXe34sWlRQv1vm83sLe3Va5wr4X/7/Lykskkm82W3Zn5MpmAgCnT5hhtkjiTBBsGDejl89Fn87Zdy1euixPHqnixQrNnTrx29ca0mfPPXbgkL6RmXjB3yqKlK8dPnB4/Qfyqlcv/3qmtvE3lO109AAAAAACA/zuCDTHRiZNn6jRoIQtHD2zPmDH9t+yq5C1YNlWqlLu2RenR3o2btT9w8OjhfdsyZ86g/ACLl67qN2DEonnTqlT+hnZPIGayTWnTs1snmSLI83vndjIZpsSPZ92j228yhbdLpBlC27BmkVFKpYoOMhmmXDp3SL+8YsnfreRFCxd45nnNaPc3b96+ePGyWVMXCaso4ZOYROh9wxPx+7p17VToxMYN68qkhC/029Rr08pVJqNEo2/C7n90lMkoj/4dGV2ZWTMmyKTohq2WSQlfgvjx9Jn1ajlV+bNvN3W5Q7sWMslCmdLFwzxC6A/lX/xVAD+3ffuPbNvhdvv23Ru3PGxtU+bJmb1J4/qlShZVfrAazk3Onr948ezBFDbJDdN3u+1v27GbpYXF4gXT5TQ6duopEcebV05IEPHUmfPOdV3l36/6e2GfMV+RwvnXr14U5vE7d+2zYdP2zeuXFi1S0GjTmvWb/+jeX761enXvrPyzTGX0Ek2at5dgc3jfz9NnLRg5epJhStKkiVOnSpUlc4by5cs616iqAAAAAMB3wpgNMdHmrbvUR6CsXLNR+ZXc9Lhta5/TaHLff7hqDRdZkLiImu3Z85eymjXnD29iAH4Rs+Ys+vzZt6FLbQUAYpgPH3169R3StEWHNes2vfLyypM75/t376Vlv36jVj37DNaP4/JfOnL0ZLvfuusjDUpskCVzxtKliqlT2jRp7t17sH7jNomRLFy8Qs0wZdqcMuVrZM5epEHj1kuWrlYTKZgBAAAA+Cb0bIhxfH39Nm/dWbZ0iYeejzds3Na31+/m5uZK7NSiWSOZop4/jV1q9ZbtuQuWvvF+16dXF1nOljWLzFPZpnDbe8ChXClZ3ut+wDaljTp4LIDoqFXHNSAg4MKlKzWrV86WJbMCADFMz14Dt+5wK1umxJgRA9Ols1cTjx47NXb81BWr1oeEhEwcN0z5D509f7Flmy4W5uaGkYbQ3Zu+u28tUxlp2fwfu8t127J9d5eufUeMnlTH2UljZhYUFNy1c3vHcqXGjJ/af/CoKlXKp7BJTsEMAAAAwDehZ0OMs9f94Pv3H4oXK1SxQtkXL1+57Tmg/DKs48YtUbyITDbJkydIGF9dTpIkkYliUrVKxV273aVuLNnc9x+uVNFRCTWwKoBvlTBRggeej5o1dZkQ1hjXAPD/JUEFiTQUK1po1bK5+kiDkFb+DWsXFy1cYOXqDVJwUv4r12/catKsgyzEoj4NYTIxMXGuUbW8Y+nPn31PnzkfP5519z861q5VrVjpKkuXrxk1vL/62CgKZgAAAAC+CcGGGGfztp0yL+9QppaT9im6azdsMcrg5fVm0NAxjhVrZ8hasHiZqi3bdrlxyyO8o038a6atfc5mrTr5+wcoUSCHkoPXcG6SPkuBEmWrNWne/tTpc/qtOfOV7N5r4JlzF37r3CtvwbKSbfLU2XLk5y9e9ug9KH9hB6mjTvhrhv6ZBouXrpJX3+22X3+ER4+fuLboWLhExUzZCjtWqj1txjwlanLmyBrXOq6czKfPn48cPVHeobQCINqWLpxx/dKxsaMGSUuTAgAxzOq12udJjhz2p0mohmwLC/N+ff5QdDfdy3zwsLFS5JDghGGe4ydPS+KoMX+pq9Kw3rPP4FIOTmohR4o0UqjQZ549d7Fkll2keJM5e5HK1RsEBPyj7HTv3oOGTdoGBQaFjjR07NRT9n337r3yw4QuU0WfXerUMn/79bRNTU3PnHDv0e23vv2Hy3WIeF8KZgAAAABCI9gQs7z28t6z92Dhgvnt7e0yZ86QL28u932HpClfn0HqvU2ad5i3YJmllYVrkwbJkyaVamftes1fvfYKfbRlK9ZK03/FCuXmz54sdfJIX33Vmo0Vq9Rbs26zTYpkzZq6JEqQYP+Bo793/9OwKn7qzPmmzTokt0k2avgAOYexE6b16jfEpXGbZMmSDh7UO1WqlBLemDJtbpjHl0hGFacGBw8fz5snZ/NmDeNYWY0aO7n/oFFK1DhVrei294D7vsPFixW2to6r6G6mAwAAP6tr127ZJE+WI3vWMLcWLVIwZQobCTB4eb2pWaOKpGzb4WaYYcdOd5nXqqm9e0MiDXUaNF+xar0csHWLppkyppdiT70GLX19/Qx3GTRk7N37D7JmyWRvn9rwOZaPnzxzadr2w8ePsb1Pg6GHDz1lntbe7umzFwsXr/D59ClB/Hjt2jQPCQk5e/ZipLtTMAMAAABghDEbYpat23YFBgY6Va+krsrCxUtXV6/Z+MfvHdSU4yfOXLp8tVvXDr17dFFTps2cP2rMX7vd9knswfBQO3bu7fPnsHJlS86dOSkqkQapYQ4aMiZDhrQ7tqzW3+M8YtSkGbMXnDhxtrzjlxvW7t17MGvGBOca2np7yRJF8hdxWLtu8+RJI13qOSu6amfxMlXXbdza/Y+OoV9iwKDRPj6f9uxclz2b9mm/wcHBEmmQyq1zraoSX4n0DKtUKd+hU0/vN28rV3BQAADAT03CAzc9bhfIlyeCPHny5Hy+9+UDT8+C+fNmypR+5669o4b312g0sikoKEiKVTlzZJNJVmfOXihlqvFjhjRtXF/dd/O2XR079Zy3YGmXTm31BwwOCr5w+oClpYW6qvao8H7zpm2H7o8fP5W2eLvUtsr3NnT4+HjxjbuXvX7lrfwwfn7+i5asdN9/2DalTZ7cOT0fPZYi2S2Pu7VqVNmjeyxVoYL5Ij0IBTMAAAAARujZELNs2rxT+xTdWtXUVeea1WW+YvWGkH/eLObp+Vj/qKLmrg2P7N/eyKWOumqirRabHDp8vGOXXmXLlFg0b5qVlWVUXlpeYsyoQSOG/Gn4NJWsWTPJ/LX3390m4llbS0RBXU6UKGGG9OlkofrXFDMzsyyZMzx8+EhCJkbHv3DpyvETpxu61FEjDYqut37/ft1kYcGC5UrE56Zo3760I0jzwZatOytVclQAAMBP7er1GzJPlTplBHmkKCLzN95vZV67ZvXXXt6HDp9QNx0/cUZW1W4NYu78JVkzZ9JHGoRzjapFChWYPW+x4QHr1HHSRxoUXelI5q3adr17936xooXef/jYrdfA4OBg5buSMtKRoyeNpggekvkvLFqyqkHj1upUtYZL9jzFh44YL+n9+/WIE8cqa5ZMY0YM3Lhpe4PGbc6evTh9ytgSxYtEcDQKZgAAAADCRM+GGMTD4+7Z8xdLlypmkzyZmpI6VUqp7EkbvdQ5y5QuruieGJAxY/oNm7ZfvHytckWHsqVLlCheOFOm9PqDSK346bPnbTv8ERAQkDFD+ihGGhRdFKFubSdZkDjBmbMXjh4/deLU2cuXrkmKv5+/Pptd6lQSUdCvWliYJ0gg4QlrgxQLOYfAwCDDbOLOnfsyf/bsxaTJswzTZfc79x4YnUz6dPaJEibQr+bOlSO57pq0cG3ocfuubUobLy+vokULKQAA4CdlZaktw3jrAgnhef78haIb617mUowZP2n6th1ujg6llK+PVKrjrC3bPH78VOIEdnYao0LIZ19fOb7EJJIlTaKmpE1jF/pVHj58NGPq2GpVKjpWrn3y1NnpM+f/3rmd8v1sXr9UCnhGiWvWb/6je3/lO5Hik0zqshTbUqe2TWtv161rRwkYqInNmzWUKbzdKZgBAAAAiAqCDTHIpq3aoaElrmBrn9No09r1m9VggwQPNq5dPGzE+I2bd8ycvVAmaeqvXdtpyIDe+rjCi5evUtmmSJgo4YJFy+vWccqfN3fUXl85cPDomPFTL1/RBhjMzc2LFS1YokSRvbre9HpWcYyjF2ZmGiUK1JEn9uw9IJPRpgcPPI1SOrZvabg6bvRgdaFDuxbqQq6c2ZcunKEAAICfVNq09hqN5v79BxHkefDwkcxtU6bU5U9TpFCBXW7u40YPMjU13bXbvUTxIqlTaTc9e6GNSVy/cUum0Ad56K6xOzMAABAASURBVPlIH2yIE8cqdIZJ44epQYu/Joxwrus6ftIMh3KlpMFdiT1GjxjQolkj5d+iYAYAAAAgKgg2xBQhISEbN2+XJv4/urQ32jR91vyt292GD+mXOHEiWbVJnmz6lLHjxgy5eev2lSvX5y9avmTpajON2Yih/dT8km3dqoXXb3i07djtzwEjtm9eqT68ePO2Xbt3uU+cMNw6blw1p/qwIzV+cOfO/Vbtfk8QP373PzrmzJ6tVKliEsZYs36zUbDhX0uZwkbmUyaNalCvlgIAABAhKYeUK1ti3/4jh4+cUG+5MHLqzHlPz8eZM2dQIwrCuVbVPweO3H/gqBSoXnt59/n6XErbFClk3rhh3YnjhinfzqHcl5GrihYu8FuHVjNnL+zavf/u7WujMiYWAAAAAPw6GLMhpjh+4oxUmKtUcpS2fqOpRvXKAQEBEoqQbNL0/1vnXvfuPYgbJ06BfHmauzZcu3JhPGvrg4eP6Q+V1t4uQ4Z0TtUrVShf9uKlq/MXfhkR4cKFy1u27/Z89FifUx17MFEibQzDzX2/r69fj26/9ereuVrVClLDl8RHj54oXx9YHE3p0qWR+ekz5w0Tg4ODp06fu3T5GgUAAOCfWjVvKvPBQ8f6fPpktMnPz3/QkDGy0K51M3UYZ+FUvbJGo9m5e++efQdkQT+mlJ1dqjhxrM6eu2g03MLa9VsmTZ7lZ/C4yEj16fm7hDdu3PQYPW6yAgAAAAAwQLAhpti0ZYeiqySH3lS3dg2ZL1+xXuZBQcGbtu5ctWajfmtgYMBnX980dqlC7zhm5CCJQ0yYNOPJ0+eymiFdWu0Lbdqhbj1+4vSNWx7ZsmRWR4S2tNAOh/j5s69+d2/vt6t1L/Rdgg0SGsmTO+eKVevd9vz9GKV5C5aNHjflxctXCgBEW3BI0KN3J908+qy70nTNpYbrrrju8ej38M0xBUDs5OhQqkmjejc9bjvXbebp+ffdEo+fPKtdr9nlK9fKlS0pGfTpyZMlLe9Y5vips7t2uVep7Kh2CVU1cqnrcfvusJET9KWacxcu9eg96NiJ04YjQkfKwsJ8yqRREsmYM2+JFKUUAAAAAMBXPEYpRvD19du2w806btxKFcqF3lq6VLE0aVJLTfv8xcsVypcpXDD/9FkLpIE+XVr74JDgNes2m5ub9erROfSOqVOl7Na1w/BRE/v2H7Zs0cy6dWtMmjJr2sz5Z89fMjPTqJ0Mmjb5UkV3LFd6VJzJQ4aP2+N+sGiRAnJKW7ft+vDRRza9f/9BiTaplk8cN7RF684t2nSuXMkhV87s9+4+kMBJ0SIFjR4EDAD/QkDw51Oesy4+XR6iBOkTn3+4fOv1zgxJHcul729tkUwBENuMHTVI5itWrS9Wuoq9vZ1tyhTPX7x89OhJUFBQ08b1Bw3ope/WoKpRvbI6OpTRDRx9e3e9dv2mRAjOnbtUvHhhPz+/JctWJ02SeMyIgco3yp83d+ff2kyZNqdrj/773DapnUEBAAAAAPRsiBF27dknDfrVq1XUD/JsSGrR6rCEa9dtMTMzmzl9vDTWr9uwdfyk6bt276vgWHbnttUF8uUJ88jt2zbPnjWL+75Du932x7O23rBmsbyKp+ejI0dP2tgkHz9mSKsWTdScGTKkmz19gk3yZMdPnP5ryuz9+49Uq1px55ZVlpYWRs8++tckwHDAfWvPbp3evfswZ+4Sjzv3+vXuunr5PDkxBQCiwT/Q9/iDaReeLjGMNOjd9zpw8P7wTwFvFACxjUajmTB26LpVC52qVZJS0KXLV83MNM41q0rhR4oxau9MQ5LNOm5cmapUdDRMl5yb1i2RXRIlSrBk6Sr3/Ydd6tfes2t95swZlG/XvWvHHNmzPn78dOCQ0QoAAAAAQIeeDTFC7ZrVZIogQ99ev8ukLtultl08f3p4OS+dO2S4KlX0/Xs36VczZUo/f3a4jxiuVNFBJqPEB7cv6JevXTR+GsmubcbDLSyaN02/3KJZI5kMt0pVv0e332RSAPx4Bw4ebdysfcR5nnleU6Jh6vS5o8dNkXbAUiWLKv8/915dPHl3S9xwApchSsgD7yO34m/Pn8pVARALyTdMFL9krKws79w8E+YmExOTpo3ryxTm1g7tWshklLht84owM1tYmO9z+/uZlrNmTJBJXS5auIDh96rn3YtK+KZPGStTmJtc6jnLpF81LFMZvcSKJXOU8HXu2FomBQAAAAB+PIINAPDTSpgoQelSxfSr9x94Pn78NHeuHIkSJVD+H2563Hao4GyUuGzxrIl/zbh46erKpXMcypWSlGfPXxYo4pAgfrxb105FfMDAYP87L84fvb36+tNTn/xfZ0lnZW4Wdo+9wKDAi0+XpYyfO7l1djNTSwUAAAAAAADfFcEGAPhpFciXZ+3KBfrVfgNGLF66qnePzhXKl1X+H9LYpd6wZpEszF2w9I33uz69ushytqxZZJ7KNoXb3gNqsGGv+wHblDY+Pp8iPeDJO1v33f7LwvKdYhoQEKh4PvO3S2FhaWEcbwgJCXn7Iejjpyc7b3XLk7JJwdQtTE34+QMAAAAAAPieGLMBAPAfsY4bt0TxIjLZJE+eIGF8dTlJkkQmiknVKhV37XaXqIBkc99/uFJFR+Wfg76G9sn/w5ZLY+PEfRcvriZtKsuMdhZxrUyDg0NC55SjvvsQ6Osf/Mnf+8yj2U/efZ9xaAAAAAAAAKBHsAEAfmnSvj9/4bKKVetlyVGkYFHHpi06PHjg+U0ZDHl5vRk0dIxjxdoZshYsXqZqy7ZdbtzyiMJZKDlzZI1rHffU6XOfPn8+cvREeYfSke5y/PZG/6D3Vrp+DKamJvHjmdkmt4hjpVFCvcF3H4I+fAqOY6ndFBQSsPrsQP9AXwUAAAAAAADfD8EGAPilde3+58AhY2ShaZMGhQvmP3T4RHXnRlev3Yh6Br2AgIAmzTvMW7DM0srCtUmD5EmT7nbbX7te81evvaJyJk5VK7rtPeC+73DxYoWtreMqISER53/27q4+R1BQyOs3AZ99g4zyBAeHeL0NfPzCP46lqUyKdvCGkLtP73t631AAAAAAAADw/fDQagD4dW3YtH3dhq3169acNH64mZn2F+Hs+Yv1XFr26z9i2+YVUclg6PiJM5cuX+3WtUPvHl3UlGkz548a89dut30Se4j0ZKpUKd+hU0/vN28rV3BQoiBBnGSBgSF+ASFWFiaKifLxc/DTlwEJE5gmSWBubqYEBYf4fA5+8y7os1+IxlRJkVRO3yQkJOTN+8CAwBAfv7cKAAAAAAAAvh96NgDAr2v5ynXWceMOHtBbDSSIQgXyuTZxkYjC0WOnopIhNE/Px0FBX3oYNHdteGT/9kYudSI8CyVE0XZRKJg/r0aj2bJ1Z6VKjkoUFE1fXWMS7/WbgKAgCSeY2Ke0SGVj/tEn5O4jv5v3/W4/9H/6MlAiDXLi6VJbxour+ewX/NI74MXrAEUbqEiqAAAAAAAA4Psh2AAAv67rN25lypQhadLEhokFC+ZVN0Ulg6GiRQpmzJh+w6btZSvUGj5q4uEjJ+LGscqUKb0+UKGXPp199qyZ9au5c+VInjyZLLRwbVjH2ck2pU2CBPGLFi2kRChlooyVc7bxeht0x9PX+31gSEhIovgaS4uvw0oHKSa+GtP35sFByvPX/h4Pfe898nv2KjAwSElqnco+SXYFAAAAAAAA3w+PUQKAX9SHjz7v339IniyJUbpNMu1d/69evY40g1G6lZXlxrWLh40Yv3HzjpmzF8qUIH682rWdhgzoLZsMc3Zs39JwddzowepCh3Yt1IVcObMvXThDiUxW26Jmly0/+/l5PvU3CTSxehgvJMBSyfheMVGsLye1fBLPJ5u3X4IAn89/D/9gprFwLvCHxtRcAQAAAAAAwPdDzwYA+EXFj2cdz9r61Wtvo/SXuvGcEyVOGGmG0Me0SZ5s+pSxd26e2bF11ZiRA21SJF+ydPWI0ZOUHyNZfLu0SXKqyyGakCCLYKuH8eNeT2ziZ2oSoP2BC44XYJhfY2pWPGOtwhmqKQAAAAAAAPiuCDYAwK8rc6YMd+7ce+31j3DCuXOXZJ43d66oZDC01/3gb5173bv3IG6cOAXy5Wnu2nDtyoUSrjh4+JjyYySOm6JuoR7mGl23CRPFP7WPb/r3lo/ixzufXPNR23chKF6gPrOpiaZyrtaNig34kh8AAAAAAADfD8EGAPh1udR39vn0adiI8fohnc9duLRk2eo0aVIXL1YoKhkMBQUFb9q6c9WajfqUwMCAz76+aexSKT9MlpRFRtbd45C9SbpkuZMltEuYP0nynKkt38WJFxA3jrl5uSQuSU7bl9U0blN2wpj6B+oW6mlpFlcBAAAAAADA98aYDQDw62rm6nL+0pW16zbfuHm7TOniTx4/3b13f7x41jOnjdNoNFHJYKhC+TKFC+afPmvBi5ev0qW1Dw4JXrNus7m5Wa8enZUfKWm8VI2KDnj76dUn/7cmJqYWjlYLu3c1153ew0M3c2Qs4dKgr2WcOAoAAAAAAAB+GIINAPDrMjExmTJxZPUqFdZv3LZu/ZbEiRO1bN64betmqWxTRDGDITMzs5nTxw8YPHLdhq2ymiN71gqOZZu5NsieNYvyg2lMzZLGs02q2KqrFmZfft2srK2rNGlFpAEAAAAAAOBH4zFK4SpRtpqtfc4wp8bN2oe31+KlqyTDbrf9yg+zYdN2eYk16zerq/YZ89Vr2FKJhhMnz6jv6+7d+6G3rlqzUTZNnT43vN2XrVgbXoZHj57IprouUT09OYjkP3rslPJvGV2caOrYqacc7d279wrwUxg9YsAzz2sVypc1Sq9U0WHurEmXzx8+tG/r4AG9QgcSIsjwe+d2csxSJYuqq3apbRfPny4pMu1z2yiv+B9EGiJQtmZdW/v0ChD7Gf1E5i1YtmoNlyju+yMKJ2XK15CS0o87/n/Az88/Q9aCUoxRfmENGrfu3LWP8v9w45aH/NkMGT4uKlsNi7tG/xZy5isZ8b8Fw38shvueOnNelif8NUOJMi+vN/0GjJC//Gy5i7u26Lhg0fKAgAAFAAAAwFf0bIhE6VLFQidmz/b/bDv77jZv3ZU4caI3b96uXLNx4J89FACIzfw+++iXUxJpABCO4ydOf/7sW65MSeVX9e7d+7PnLo4eOVBBFHz46FOnQfP7DzzLlC5WqUK5I0dPDhg8+sixkxJiVwAAAADoEGyIxMqlc8zMvuEqtWjWSCYl9vD19du8dWfZ0iUeej7esHFb316/m5ubKwAQa717+UK/7OfjowA/o0vnDikxRqwr/KgOHTmePWuWNGlSK7+qEyfPSjmwZPGiSswjH80zz2vK9/C9/rFMmz7X4/bdtSsX6G9Fatex+7YdbucvXi6QL48CAAAAgMcoYa/7wffvPxQvVqhihbIvXr5y23NAAYDYLDg42MzCQhY0ZmamZhoFAMJy+PCJMmWKK7+MGZvwAAAQAElEQVQwCbfkzZPTLrWtgii4c+9+lswZDTs9O5QrJfPr128pAAAAAHQINvx7Fy9dtbXPuWrNxg6/9ciSo0iJstUkJfRjiw8fOeFUq3Gu/KWy5S4uC4cOHzc8SM58Jbt2//P27Xvdew0sXKJivkLlXFv+9vDhI8M8Z89fbNexe468JZ3rui5dvia88zl56qy8dI/egwwTQ0JCChRxKF+5Tnh7bd62U+blHcrUcqoqC2s3bFF+sBmzF8j5ZM5eRE6saYsOjx49CS+nXJzOXfssWbZa8mfKVrhy9Qaz5izy9//Hs3EjvTifP/v27DO4lINT+iwF5DOS6/zp82f91qCgIDlmDecm6vnUadAignDL8ROn7TPmK1muuhxTARBT2dinbz5ycrPhk1qMnpomW04F+BkZPoZ+/sJl6sBLCxYtr9+olZRJHCvWnjl7YXj7Pnv+snDJSvLDajhIUsS/zvLTOWXanErV6ufOX/qPHgMePPA03GpU+IlK2Sa07Tv2NGzaNmuuYvJj/efAkYYDJklhRt5jxar15K0VLOoop2d4Aurbl5ebOn1urTqucmU6duopxQPZtGb95noNW8peclmu3/hHi7C8wRu3PMqWLqFPkVJcpy698xd2kBNu3b6r0UBWcq3quLSQtyaTFOf2Hziq33T12g11vKh1G7Y2ad5eMjRu1n7Dpu2KblSAVu1+lxJgFSeXbdvd9Lu07dhN3oiU3JzrNcuas2jxMlUHDhnz/MVLw1d87eU9ftL0Bo1bq+9aiigrV28wetfhfehRLBNKsKGMwRWQa9Kmwx/ykcmfgWOl2obDcUkZTBKNyj9/TZktr7Jv/5Evuz9+4tqio+wuf1qy+7QZ8wwzy9vs3W/opMmz8hQoI6cReqiMwMBAlyZt5IDTZy1QIhvRITT5fGvXby6vIteh34ARcjL6TVEc4CTSD2Xh3KmH9m013OWO7o/ELnUqBQAAAIAOwYboWrBohZv7gaxZMkuzdc4cWY22SlVTas4PPR9VLO9Qr07NV15ejVzbbd62yzDPuQuX6zRonjRJ4uGD+5UsUdR936EGTdp8+Pjl0R9btu+uWbvp8ZOna9Womj59upFj/vpr6uwwz6RY0UJp0qTesWuv4VB1x46fljaFOrWrh7mL1GP37D1YuGB+e3u7zJkz5MubS17dqK77ffUdMHzEqEkBgQGNG9UtVbLYmTMXqtZ08fC4G17+U2cv9B80qkL5srOmjy9erNCwkRMaN2sXHBysbo304kitWK7tilXrbZIna92iaaaM6SU4VK9BS19fPzXDkOHj5ZjyudSvVytXrhznL1xq0abzgYNHQ5/JhUtXWrTuLFd47coFceJYKQBiKlONJmEym2R29jLXmPFcOPwqOnTutW3HnjrOTn16/f7hk8/wUROlGTp0Nm/vt42btnvj9Wbxgun6od0j/nX28/OXn84x46fGi2ftUr+2NHBXd27k7f0mgpOJuGwTmgQnpKn35YvXjRvWzZg+7dLla6Th+O3bd/qt0uwrC02bNJBCy6HDJ+QEpInf8AitO3Td636oUcPabVo13b13f9PmHQcNHbNq9UY54XZtm1++fM2lcRsvr7/P+fipM/JrXqJ4EXVVigpOzo2PnThd3rFM2TIljh49Kc3Tly5fVbdKK7806D984FnTqapMT54+k6CClCgMT2DGrAXjJk0vVqTQkIF9pA26c9c+8hFIc3+JYoUH9e/57v37dr91P37itD7/hw8fW7TpYpvCZupfY5o3dVm7bpNTrUaPHz9Vt0rkw6FCrWkz5suya1OXzJkznj13URrrr1y9bvii4X3oUSkTSmjh/v2HZUt/6dsh17NClTr79h8uXCCfa9MGkjJ63JSuPfqrW2vWqPzRx2eXm7vhq2/eujNZ0iTlymrDFRIbqOLU4OBhbVeJ5s0axrGyGjV2shThDPOfv3BZwiepU9tqzM1z5sxmuEmKdl269j185ESfnl06d2ytfKNnz17Ua9hK/iZdGtQ2tzCX6Ff9Rq31hb2oi/hD0ZOwjVwuiaVJdMehXCn5g1EAAAAA6DBmQyQaN2tvlFIgf96+vX7Xr3rcvrvfbVOmTGGMQSr1+cHDxmTLknnT+iUJEyaQlF7dO7m2+G3I0LGO5UoniB9PzSaV9oVzp1atUl6Wq1R2tLCwWL124/HjpytXcvD3Dxg+Ynz8+PE2r1umvkT7ds1qOjdRwtGgXq2Jf83cf+Co7KumbNm2y8TEpHYtpzDzb922KzAw0Kl6JXVVFqRyu3rNxj9+76B8ozXrtxw9fsoo0agXgtSxlyxdLSc5afxwjUb7bJObHrdr1XEdPHzsqmVzwzzs40dPJHMjF+1deBUrlEuaNMmoMX9t2rKzbm2nqFwcqQTKOxo/ZkjTxvXVFIn0dOzUc96CpV06tZVQhNTJixcvvGH1IrlKsvXMuQsSvdiwaZvaL15PPiPXFh0TJ0m8etnc1KlSKgAAxDAW5uYb1ixSf16lmFGyXPUNG7e3btnUMM+nz5+llfyBp6cUPPSRhkh/nVet2SAR92ZNXcaO0t4pLy2t3XsNkrJKggQJwjuZCMo2oTOv37ht7fot8is/f/ZkCwttgHDNuk1/9Bgwc86iP/v8sWHT9nUbttavW1NOTx1G6+z5i/VcWvbrP2Lb5hX6g1hZWm1ct1gdd0qiGtNmzDtw6KiU0NSU5MmS9u0/3H3/QYk9qPmPHDlRqGA+S0vtI9cePnwkW+3sUm3ZsCyFTXJJuX37XqXq9QYPHbt5w7J79x4MGDwqV87sq5bPlbZ12frH7+1dGrUZNGSMo0NpNb+ia7s/vH9bGjvtCBBJkySR6zxvwbJD7lvSp08rKQUL5C1Xoda6Ddv04Q05SbnmUyZ9aY4vWDCvlECmzpg3bvRgWR019q83b9+5u22QYqSaQQI2ri1/27bdLXeuHFH50CMtEx48fEzCLQUL5FN0Bbau3fsHBAbKFciTW9shrG+vrl269lm7bnON6pUrOJZxrll95Oi/JHohgQ119xs3PaQM3KaVq/rqAwaN9vH5tGfnuuzZsii64IFEGhYuXuFcq6rEh9Rdrl2/OXnSSJd6zl+OcMtD/0Z69R0iJbQe3X77F0VQ8eLlq/Ztmw8Z2FvRdVpt3rrTvv1HJLhS3rH0Nx0n4g9FT0JfalBHPtwJY4epZUgAAAAACj0bInXk6Emj6ZbHbcMMZcuUCDPSoOiqyl5eb7p0aatGGoQsdO3SXmpEGzb+3Qs7nrW1WhtXqZX/l69eKdp70E49efrctXED/UtIndO1abg9wevXqSnz7Tu/9NMPCAjYun23nGEq2xRh5t+0eadUkJxrVVNXpSYp8xWrN0g7gvKNpCoe+lqdOn3OMM/cBUtl3r9fd7Veqr6d5k1dDh46JlXWMA9rb2/nUt9Zv9qmZVOpGG/eskOJ2sWZO39J1syZ9JEG7XusUbVIoQKz5y1WV+WdvvV+p793UurDbjvWjh8zVF1Va49Pnz9v2Ky9tbX1+lULf+VhJAEAMVn1ahX1P6/SBio/ji9efumqaKJof86kVNCyTZebt25LGMAwph7pr/PmrbusrCz79Pxyp4X8OA7o111SIjiZCMo2oan3yw/s10ONNCjahnLn4UP6OupOcvnKddZx4w4e0FuNNIhCBfK5NnGRkIPhY6BqVK+kxhWEBAZkLm3k+pRsuhbwR19vUZdff2lq1z9ByG3vgcDAwE4dWukjB5kzZ5g8aVTLlk0k59oNWz9/9u3Ts4saaRCSrWf3Th99fAyfBVSyRBE10iBy59aeQN7cOdVIg8iSOaOczOMn/3g41R9d/r6jRUogcgSJB0hbuay2a9N84rih+kiD9i1k1S6/9vI2PEIEH3qkZcLDR0+ULFFUDbdIwOn6jVutmjdRIw1CPouhQ/rKOc/RFZlSp0opH+K+/Yf13VO279yj6Ho8KLren3KEhi511EiDMDU17d+vmywsWPB39xr5q1DPSqWWsmQ+ftL0las3SAm5Z7dOyr8i76LH133lgtRwqiILRlc7iiL4UPTKlS25bNHM7n909PR8XKla3fMXLysAAAAAdOjZEIlH9y7pK7dhSmufJrxNd+89kPnZsxfv33uoT3z77p1u098ptqn+EQmQGrWiqxMqui7tMs+dJ4dhhty5cyjhnUzaNEULF9jttl9qxdIov9f90Pv3H2rXCvsZSh4ed6WiXrpUMZvkydQUqUmWKF5EqosSJyhT+tuGTOzXu+vvndsZJT569KRIyUr61Tt3H0g9c/mKdYZ57tzTPu72zp37+gqqofTp7KW+ql+VN2VvZ3flqvayRHpxHj9++v7DRzs7zaTJswzzfPb19fZ+K9V1aTWoV6fG+o3bSjs6VSzvULpU0Qrly+mr2YquMULmrdp2ffzoiaSnok8DACCmSpHCxnBVihNvvN+qyyGK9uds1LjJDx54yg+x0U0Skf46nz5zXlq6kyRJpN+aNGni9GnT+vqH+5iaCMo2oV27fktOQNr39SnSAN2mlau6LI3gmTJlkFc03KVgwbzzFy6TTfr+GXYGdwNYqL0ZkifVp1jqBo0PCAhUV89duOTl9abc16ffXL+hjanky5vL8CVq6RqsFW2ZTXspChXMZ7i1cGHt3fqGt0rY2YU6AZukhu8ojpWl/gTUlHTp7A2PmSljhmPHT9++e09iDBUcy+jfvpTKjp04feGCtkXb39/fcJcIPvSIy4R+fv4nTp7RN6zfuXtP0XW/MDxayhQ2mTKkv3z5mrrqXLOanMnOXXvU3iEbNm23t7dTey3I34mie5aRUYkrQYL4d3SFYf0pGRbq1FKWRHru39eWinNmN34YadRlzJA+fjxr/WrypNqSrUSDlG8U8YeiT1Q/nQrly2bMmL5Tl979+o9w27FWAQAAAECwIfqsLMO9s++FbvCDhYtXhN7k+eixflmtgRtRhyVQbx9LliSJ4aYUX2MDYXKuVe3UmfN79x2q6VR52/bdcvBqVSuEmXPTVu3Q0FJvtLU3HkB17frN3xpsiApp4wgKCho/aXroTZ6PH4e5i/4uQr2ECRPcvf9AicLFefbihaKrpRuNCal66PlIDj5x3PA0aVLPX7Bs9dqNMklgqWyZ4mNGDLKz+3usPwlaSAPExUtX585f2rF9SwUAgJgndHEiOCTYcFV+hQsVyHf2/MX+g0YtXTjDMD2CX2dpqpZG4WTJjH+ObVIk83z0JOono3wt24T24cOH1Klsw9700UeayJOHfvVk2nb8V69e61PiWBoPp6TRhNt/9/DhE9LwnTPHl2EDfD7pShTJwi5fPXv6QooHiRIlNExMrp7ASy99SugCob7PQZhsU9oYPX5HfcDmu7fakbGl/X3Q0DH7DhxRW+SlHFKxQjmjUSKUyD70CMqE585flHBL2dIlv7zH59oia7LkxtdZUm7c8vD59En2rVmjyp8DR2zfuVeCDZcuX3348FH3Pzqq2dThvvbsPSCT0REMH/Q8ZAAAEABJREFUh/KOYxXGkFfyTgvmzyvhn6Ejxjk4lJKwk/Lt9H1iVOp1/fZuupF8KKHVqVVd4iuXr1yTP1TDaAcAAADwyyLY8AOpt5udPr4njd2/fPZOggTxZf7y9WvDxA8fPkawS60aVQcMHu3mts/RoZSb+4EaTlXCrLZJ3XXj5u3m5uaGvcVV02fN37rdbfiQfokTJ1K+q3Tp7OV1jx3cEfVdXr32Mkp58vSp2ugQ6cWxTaG9rbJxw7oTxw0L7/hSO+3do0u33zvcu//wzp37Em9w33+4WatO+/ds0ueZMXVcgfx5HCrUkvqkXE+71LYKAACxTcvmjYcP6evk3Hiv+8HtO/boR2yK9NfZysrSsFVd9eF9RKWRb2KbMuVz3f0BoUkDrhRjXr32Nkp/qSseJEqcUPlXTp4+W6JYYX2zcgobbYHN29tb2ppDZ05ukzQwMPDt23eG8YZX0TsBRde+L5fdsGn76bPnMk+cKJG8XLPWne7f92zdsmmWzBkcypWWssejR09CBxsiFkGZ8OSpc+nTp9X3JlFjJ69fGV9nSbG0tFBDGrJvlYqO23ftffPm7Y5d2idf1a75pZ9ESl2Jd8qkUQ3q1VK+Uf68udesmj9m3NT5C5eNHT9N/kSV/58IPhSJuu3euz9e3LgS9THcJZVtirt373/+/JlgAwAAAKAwZsMPlTat9glLUp0zTHz0+Im0We8/cDQqR8ilu+fu4sUrhok3b92OYBeJEFSp7Oh+4PDefYekXlS7ZrUwsx0/ccbT83GVSo7d/+hoNNWoXjkgIEBCEcr3lj5tmnv3Hjx+8uwfZ3LytFwQD4+7Ye5y8+ZteRf6ValpP332opCuz36kF8fOLlWcOFZnz100upVy7fot8op+fv7yot16Dtyxc68EXbJmyVS9WsUlC2cUKpDvxk2Px18f6yzKli4ulXy5Mh99fPoNGK4AABALlSlVXKPRjBk5UNpShwwfq3/ITKS/zvny5r7/8OFLg24E8tOs9jL8LtKmtfPyenPP4Hk7ombtpi5N2shC5kwZ7ty5ZzRWwblzlxTtoAi5lG/37t17KRsULVpQn2KvewTTpa/PC1INHja2tKOTlDrSpdU+V0d2Mdx65swFmecJ/8mWkZJG7YuXr+pXpaxy6co1afTPkCGtLNy5c19CBdLy7tqkgXqXw0PPx8o33q0fQZnw8NETxYr8fQXSp9OOLXHu/CXD3Z+/eHnn3n3D50dJuCIoKGj3nv273NwL5s+rfx5XunTaEu/pM+cNd5d3NHX63KXL1ygRKlKkgAQz+vTqkjpVygWLll8yuCb/vQg+FHNzs959howeO8Uwv1zVa9dv2iRPZhNht2MAAADg10Gw4QdyrllVqk9jxk3W158DAwOHjZwwftJ0qbFE5QhFixRMmcJmxcr1+gcB3fK4M2P2wkhet0a19+8/zJi5QKptpUsVCzPPJt0Yy07VK4feVLd2DZkvX7Fe+d7q19MO9dytZ3/96IKvXnv1+XPYrDmLUoZ1L6GiHUzy9dQZ89Rl7dUbNUHqgQ0b1FGidnEaudT1uH1Xrrl+yOtzFy716D3o2InTlpYWyZIlXb1249z5S/XRCKlC+/h8ShA/XtJQj29q16ZZ7lw53Pcd2qm7mw8AgNgob55cLZs3fvL0+fiJX56bFOmvc5VKjhKhHzl6kvpzKT+pQ0eMlyZ75d/y9fXz9n776fPnLydQR3s7/Khxk+WHXk3Zsn33mXMX1CGRXeo7+3z6NGzEeP0gvfJTvmTZ6jRpUhcvVkj5didOnpUTKFm8qD6lerVK8eNZSxFC35/yxk2Prdt2x7GKk8o2Rf26NSVIM3bCtDdvvgyHIJGPiX/NlJhN9aoVlWgYO36qv/+XcSzmLVgmAYaGLnXMzMzUESY+ff6kzynvXR3H+1ufDRRmmVA+OwkMlPk6ZIUoU7p4unT2C5esuHL1upoin8XQYeMCAgJqfh27QlSsUC5JkkQSP9DGQmpW1acXyJcnT+6cK1atd9vz92OU5B2NHjflxctXShTEs7YeNKC3/Gn16jvUaDTm/1h4H4qoVKHcjVse8renbpV/DgOHjJa/5LZtmikAAAAAdHiM0g+Uxi71mFGDevUdXK1Wo8qVHNOmsTtw8OjZ8xfbtHINLwZgJE4cq4njhrfp0LV2vWZSE7awsNi6fbe0g0u9MYK9KldySJAg/rXrNzt1aB3m84Kljr1th5sEQir9sye4Ss5NKvA3PW6fv3hZao/K91PTqfKZs67zFy6rVK2evHS8eNar12x88fL17OkT1GcihSZXYPLU2ecvXMqdM8fhoyekDlyvTg1Hh1JK1C5O395d5TrMmbfk3LlLxYsX9vPzkypi0iSJx4wYKFulwtyhXYvZcxfXb9S6ZPEiiu5GP6lGjhjaTw5udCZyJcePGVy1RsNBQ0dXqlgu4mHDAQCIsfr16eq2Z580pNZxri6xh0h/nVu3bHLoyPG167fcvfugaNGC585dvHj5qrTCK//WilXrBgwe3blj6/79ustqlcqOrVs2XbBoebWajaQQcv3GrYOHjqVPn7Z7V+2QAM1cXc5furJ23eYbN29Lm/iTx0+1T7OJZz1z2riIB0UIj7yXvHlyGj4UURriR48c1KP3wKpODapUrvD27dvtO/cEB4csnD9VtubInnXk0D8HDh1ToUod2Sqt8HvdDzx/8WrsqEHZs2VRokFa/Ks4NXAoV+qWx+19+4/IC8k1kfSsWTJlzZxpt9t+hwrOjo6lLS0tZKvkMTc3f/fh22I8YZYJDxw+JnOHMiX12bTFrQkj2nXsXrNO06qVyqe0TXHo8HH5IOrWdnJt0kCfzcLCvFqVistXrpNAi3Otv/tJyJEnjhvaonXnFm06yyvmypn93t0Hm7buLFqkYNQHu5K/w3UbyrrvO7Rw8cq2rV2V/5PwPhQxcnj/a9dv9e0/XP48cufKcfLk2QuXrtSuWe03BvQCAAAAvqJnw48lLeMH926pV6fmtWs3Z89dZG5hPnP6+G96HK00rO/YuqpihXJ73A9I5daxXCmp8Ua8i9RF1Vvt6tSuHmaGXXv2SYt89WoVrazCGN1aKpB1nJ1kYe26Lcr3Ju997coF+fPk2rJ116rVG/LmzbV7+xr9Y6NDk/r2skUzpU1h+ap1Mp88aeS0yWP0WyO9OPHjWW9at2T8mCGJEiVYsnSV+/7DLvVr79m1Xv+Q4j49f2/ftvmp0+fGT5q+au3GlDbJF8+fLk0eYZ6MtMi0aNboydPnd+7dVwAAiJ3iWVsPHNBLvYtc7fkX8a+zxNflt3jU8P6SecnS1R99Ps2fMyVjxvTK9yNh/uWLZ6dLm2b12o0PPR83d224ZcOyhAkTKLpiyZSJI5csmJ4+nf269Vtu3Lrdsnlj990bCxXIp/wrEmwoU7qEUaK0qrvv2ujoUGbfgcNHj51ydCi9a9vq/Hlzq1ubN2votnOtQ7nSBw8fc993sGSJoju3rjZshf93Vi6dU7hQ/g0btz1//qpPzy6bNyxToztSkJs7a5I0Z9/0uD1z9sJly9dmTJ928/plcj4XLl4xfLxkpMIsEx4+fLxI4QLq5dWTwMCBvVvatnKV67967aaUKZPPmTlp+pSxRgMmO+uexVS2TAl1mAc9CTAccN/as1und+8+zJm7xOPOvX69u65ePu+bBnweM3KQhD3GTZgWxf4QP0J4H4pIlCjh9q0r5XN//OTZytUbUtrazJ05SQr2pqbUpwAAAIAvTEJCdceWlODg4MDAQD8/v7krd966+7hWlTJliv/LGt33ImcVFBQUGBgQ4O/fpecgf/+AiaMHprO3CzPz3EWr3NwP1qhWoUWT+sovybmuq5+//65ta5TYLGe+kvZp7GL7uzB0/uLVkeOnpUqVYtr4cMesbtmhx/sPH9s2q5cpY3orqXNbxTG3sNBozDQaTeyqzar/ZuVfrfyb7T90/KvXXgN7/54vb84wM6/btGP1+q2lihfu1rmNgu/BPmO+IoXzr1+9SPmRTpw8M3fB0uMnztjYJFu9fH7qVCkjyHzqzHn5aurR7TdpjZLVJs3b7z9w9JnnNeUbffjos3rNxu943+u/PhOEtn33vkXL1hYqkKdfj05hZvj40ad5e+3N7H92a5socWL5ipMvOjNzczMzc/mWM2rWjOEMSybtf+8nKTP/GpnCJuxHt0+dtejQ0ZMN6ji51K2h4JfXtmO37Tv23LxywqjF/0f4OcqE/4H/8kPR038lLpkzKV44Q0yPmjD93IUrlcuXLFeqaJw4cS0srSwtrSSMZKr7zvx/fW3+OXKWn39AI6fi9qlTxNWxtLTUnpWOAgAAgF8VZcGfkLSaSaNew/q1FQD4YV57eTdv1Wm323671KlSp7K1DWfkle+unkvLRUtXKQCAyFAmBAAAAPBf4rnzP5U/B4685XHn1Olz9vZ29erVVADgh/HwuPPho0+LZo1Gjxig/Ic+fPyoAAAiRJkQAAAAwH+Png0/FbvUtmfOXqhQvsyyhTOt48ZVAOCHCQoKlnlqg0FWAQAxBGVCAAAAAP89gg0/ld86tPK8e3Hx/OlZsmRUYr9rF4/xiGEgPKfPnm/T4Y9c+UtVr9lozrwlDx542trnnDp9bnj5Z8xeUL5ynczZixQo4tC0RYdHj558awZDVWu4NGjcWhZGjp6kvu6p0+dkYfyk6YbZevcbKon37z+M4FC+vn5ZcxUrVrqKUXqn3/ukyZD3tZe3PuX27Xvq0WSShe69BqrpPp8+DRg8urSjU4asBUuWqy7pkmJ4qEgzGLp+45a8dNFSlTNlK+xQwblX3yFv3rxVAOD7mTfrr2ee137o2AA/WZnwP/AffCgAAADAT49gAwDEPhs3b3eu2+zkqbNO1Spny5Z5yvS5bTt2jyB/3wHDR4yaFBAY0LhR3VIli505c6FqTRcPj7tRz2CkccO6LrqHgDuUK9Wre+fChfIr/5aVlWX1qhUfPnx07sIlfeJHHx+3Pfvl4MmSJtEnJkmSWF4rSZJEMslCpQoOak6nmo0XLFqexi51q+ZNUqdKuWrNRrk4kq4/VMQZDMlp1K7ffNsOtwzp0zZqWNc/MGD5ynUt2/6uAAAAAAAAIEKM2QAAsYyfn/+IURMTJ064Zf2yjBnTS0rHdi1r1WsaXv7jJ04vWbq6Qb1ak8YP12g0knLT43atOq6Dh49dtWxuVDKE5tqkQbq09mvWbSpRvEjnjtouDqdOn1P+rTrOThIA2L5jT8H8edWU3W77fT59cq5VzTBb0qSJu//Rcf2mbbIsC2risBET5GzHjhrUrKmLmjJz9sLhoyZOmTqnf7/uUclgaPW6ze/ff1izYn6Z0sW1+4b0adaqk/u+Q7dv38ucOYMCAAAAAACAcNCzAQBimf0Hjjx7/rK5a0M10iAyZUrfsnnj8PLPXbBU5tKwrgYSRLYsmZs3dTl46NiNmx5RyfCjlSxRJE2a1Fu37QoJCVFTtm7fnZyuZ7gAAA9aSURBVCBB/GqVK0S8o6+v3/KV6yREoQ8kKLqHh+TOlWPewmUSlYk0Q5iHvf/gy3OfTExMxo4afOb4XrnCCgAAAAAAAMJHzwYAiGUuX70u8/x5cxsm6vsEhHbn7oN41tbLV6z7R+K9+9r5nfvZs2WJNIPyg0mbvnPNatNmzDt56mzxYoXfvn134ODRBvVqWVlZRrzjnbv3JD5RsKDxey9YIO+Vq9dvedw2NTWNOEOe3DkN02tUrzRn3uK+/Ydv3rqrbOni5R3LSFhCAQAAAAAAQGQINgBALPPxo3awgaTJkhgm2tgkCy//gweeQUFBRkM3qzwfP440w7PnL5s0a2+YOHH8MKNQR/TVq11Dgg3bd+6VYMPmrTsDAwNr16oe6V7Pnr2QebJkSY3Sk+tSXr7yCgkOjjiDUXqO7Fk3rF08eMhYCXvINHbCtJQpbLp0atOqRRMFAAAAAAAA4SPYAACxjBpX8PZ+a5jo5fUmvPzp0tmHhIQcO7jj32V49PiJ0cOUPn/+HEY+E5PQaZ8+fVKiJkuWjAXy5dm5a++Iof2279yTNm2akiWKRLpX8uTaS/H6tXHM4JUuJXHihBpTTcQZQh9T4ihbNy2XDHfv3j9z9oKEQPoPGpU8WbIaTpUVAAAAAAAAhIMxGwAglklnn0bmly5dNUy8cPFyePnTp01z796Dx0+eGSYeP3l60uRZHh53I82Qxi71M89rhlOJYmGEAczNtdHrz599DRNv3LytRJlzrWrPX7x033fo2PHTzjWrmYQVvVB0z1z6+62ls5f5mTMXjPKcPnPe0tIiW9bMkWYwSp8zb0mnLr0VXdeHYkULdenUdtrksbJ66MhxBQAAAAAAAOEj2AAAsUzpUsUSJ060eOmqR4+eqCmPHj9ZuHhlePnr13OWebee/T/onr+k6O7r7/PnsFlzFqVMaROVDFGRKWMGjUZz+vR5f/8ANWXdhq3Xb9xSoqxWzapmZmZjJ0yT5brOTvp0b++3799/0K9amJl/8vmkDiWdMGGC2jWrXbh0ZdmKtfoM8xcuk9etXrWSddy4kWYwOodnz19s3LLDff9hfcpHH+01SWOXSgEAAAAAAED4eIwSAMQyiRIlHDyw1x/d+1et6VKlUnlpoN++0y2Fjc3LV681ZprQ+Ws6VT5z1lVa2CtVq1epQrl48axXr9n44uXr2dMnJEgQPyoZoiJB/HjVq1TYusOteOnKVatUvHr1+uWr1ytXcnDbcyCKR7BJnqxc2ZLu+w4VKpAvc+YMauK16zcrVKlbuGD+rZuWqyl2drY3PW47121WunSxnt06DRnc5869B737Dd3lti9n9qzyooePnMidK8ewwX3V/JFmMNSmlevKVes7/NbDtWmD+PHivf/wQYI6GTOmb+7aUAEAAAAAAED46NkAxEjhPEAGULnUc54xbVwqW9tt23ffuOHxZ59u0uwu6QkTJAgz//AhfdeuXJA/T64tW3etWr0hb95cu7evcapeKeoZomL8uGH16tR49dp74+btKWySr1+zqFyZkt90BPUVaztXiyBP395dU6dKef7i5Tu37ym6EMWubavl/IOCgpatXPfJ5/PQQX22blyeNGliNX+kGQzZpbZdumhm2rRpZs9dPHXG3IsXr3Rs32rL+mUS4FEAAAAAAAAQvtjXs0H/tO579x76fAx76NE3b7Xjpnp5vbl23UMBYoyHuofe+Pv5R/CXKe2h2v8LUf6eA//0/v0HLy/vWk5V6tSqrk9UHxOULq29uup596LRXqVLFZMpgsNGmiF0/mee1wxTEsSPN23yGJn0KQXy5WnRrJG6XLRwAcP8K5bMCX3Mu3cfmJub16xRVZ+SM0c2o1eRlLMn9xmmaDSaNq1cZVLCEXEGozMpVrTQPreNCvDtbt+9//q1d5ib3r57J/NXr7womQDQ++z7ZaCjmx5341hZhZlHre9oTExNFJOQfw5cBAAAAMQ0sSzYoBav1Ud1z5i3NOLMx0+dk0kBYpjXXm8GjZwYcR5TUxNT+d/X+iQVSxjy9n5Tomy16tUqzp89WU3x+fRp9ZpNVlaW+fPnVmKtx0+erVm7yalqxWRJkyhALGGioy7/NX1+xJkPHDkhkwIA/zR64oyIM2i/Z75+21AsBAAAQIwVC8dsMDHJlCGdn79/cFBQiMQdgoPV2AMQq8mfsb4CKXGGOHGsTHQBB8NmLEBlb29XvFjhHTv3litfq2zZEq9evj5y7ORrL+9+vbuGHvE4VlizfvOqVRvu3Lvv7f22Y4eWChCryLd0poxpteWRYJkFUzIB8B2pYYaECRNoNBrdvSimdH0FAABAjBWbgg1qq6sUsrt0aO7n5+fv5xfg7x8Q4B+sQ8UesZ0uyqBlZmZubmGh0S2bfO3fQMgBevKHsWDO5AWLVxw+fGLlqg0ffXzSpk3Tu2cX1yYNlNgpnX2a8xev5M+be/KENrlz5VCAWOJrPNike+c2Uizx9fWVkklgYAAlEwDfxZeSobZgaKHRmH0pFqoTAAAAEPPEtscoKdrWWClqm5lp7x3U3gxuavqliwNVesR+2tiCRksqlRJyUG9hU7vNK4CBxIkT9ezWSR0U+idQtEjB0INMALGCWjLRfXdr2wMlRRalZCLFFAUAokdbDpRgg/b7xUL7LSMlQ1ONrnMDt6EAAAAgJoplPRsUtWuDLtog8QVTU5PAwKAQNexAsAGxnMmXzjvaSqQ20mBmJtPXWAP1SQCIcdSSiXxra0LM1HKItAQGBgWpT1KiZAIgOgxLhtraj7m2ZGiqiz9QMgQAAEDMFMt6Nmhv5AkJ0Wg0iq78rQmWMneQEhJClR4/gS+P45A/bO1ta6baYIO2eqmhPgkAMVYYJZMgSiYAvgN9yfDrYza1PRykaMhI0QAAAIixYk2wQV+Y1t7do3zp4RAcEmwWrH1MAfV5/By+VB1Nv9y1po00qCM3UJkEgBjGqGSi6B54opZMKJYA+F7Uzg1qyVB9aBslQwAAAMRYsW3MBl1hO0T+T/sIpeAQhTsH8bMx+Xobm3ojmwk3rwFADKYvmWjHazUNoWQC4PvSlwz1vRwoGQIAACDGimVjNmhHhP5avA7RLVCfx0/JKMZAfRIAYiDDkolGoyHMAOAHoWQIAACAWCH29WwIc5m6PX4OoauOVCYBICajZALghzIqClIyBAAAQEwWy4INqjAbZKnVI7aj9ggAsRQlEwA/AoVDAAAAxC6xMtgQJsriAAAg5qBkAgAAAAD4pfw8wQYAAAAAAAAAAPB/QbABAAD819QHDHHvPwAAAAAAPw2CDQD+Iw8fPTE3Nw9z08tXXjJ/9/7DteseCoBY68WLVzL/+MEnvH/Ln3191QUTU1N9pIGQAwAAAAAAPwGCDQB+LBMdWVi6akPEOa9cuymTAiCWu3n77qCREyPJFKKLMRBmAAAAAADgZ0GwAcCP8iXMYGKSzj51/Phxg4OCg0Pkv+CQEO0DVGTO7czAr0P/T97U1FS+FswtLExMTIk3AAAAAADw0yDYAODHkqbElk3r+/nLf9opMDAgKEjCDl9CDgB+HRJaMNUxN7eQYIOpxlSjMTXVhRwIPQIAAAAAENsRbADwo2gbFrVNiybSoKjRmJmbawMMkqAJCgrR3uVMsAH4tah9neQLwcxMvhDMZSbfB6a6LwkFAAAAAADEcgQbAPxIujuZdU2LweqqLIeEaKMOBBuAX43JF6YaM/lSkGCDmXw9SExSoWcDAAAAAACxH8EGAD+K2qyoMdWEaELMQsxNtVEH0yCJOoSEEGwAfkH6cVw02gcomen6PGl4jBIAAAAAAD8Hgg0AfghpOlTHgw3RxRtMzE1CgjUSbjA3J9IA/Lq+xhUk3qDt06D7z1SNNBBvAAAAAAAgViPYAOAHUseD1cUcZB5sqjEl0gD84ky+dnBQdN8PdGsAAAAAAODnQLABwI+i79zwZVm3QKQBgPJ3FweFbg0AAAAAAPwcCDYA+IEMGxANlwk5AL+m0EEFwgwAAAAAAPwcCDYA+OHCbF4k3gD8aogrAAAAAADwEyPYAOD/g2ZHAAAAAAAA4KdBsAEAAAAAAAAAAEQLwQYAAAAAAAAAABAtBBsAAAAAAAAAAEC0EGwAAAAAAAAAAADRQrABAAAAAAAAAABEC8EGAAAAAAAAAAAQLQQbAAAAAAAAAABAtBBsAAAAAAAAAAAA0UKwAQAAAAAAAAAARAvBBgAAAAAAAAAAEC0EGwAAAAAAAAAAQLQQbAAAAAAAAAAAANFCsAEAAAAAAAAAAEQLwQYAAAAAAAAAABAtBBsAAAAAAAAAAEC0EGwAAAAAAAAAAADRQrABAAAAAAAAAABEC8EGAAAAAAAAAAAQLQQbAAAAAAAAAABAtBBsAAAAAAAAAAAA0UKwAQAAAAAAAAAARAvBBgAAAAAAAAAAEC0EGwAAAAAA38bExEQBAAAADEQUbNAXHw8eO3/24nUFAAAAAPBr8w8IUBdMdBQAAABAJ0o9G959+CiTAgAAAACAopjqEG8AAACAXrjBBrXU6Fgib95s6fz9/QMCAgIDA4OCgoKDg0NCQiSDOgcAAAAA/PTUoIIaYzAzM0ucML5RvIGoAwAAwC/OJHTMIEQnUMdPx9fXV+ZqvEENNhBpAAAAAIBfhz7YoNFozM3NLXWsrKxkLqsSflADDwoAAAB+VZH0bJAiY7COpEiZUu3ZoNCtAQAAAAB+MWolUSqGUk8011FjDIQZAAAAoEQQbFDvWJGgghQf1VU10kCwAQAAAAB+QWqwQa0qqvEGjQ6RBgAAAChhBhv0JUW1EKlfUCMNhBkAAAAA4NdkGG9QMUw0AAAAVBE9RklKjfoFtZcDozUAAAAAwC/LxIDpVwwQDQAAACXMAaJVanrIPyk8QAkAAAAAflX6uIKeYaICAACAX5hJBMED/abQCwAAAACAX5A+qBB6AQAAAL8yk0jjBwQYAAAAAAChEWYAAACAnlmkOSg+AgAAAAAAAACACEQebAAAAAAAAAAAAIgAwQYAAAAAAAAAABAtBBsAAAAAAAAAAEC0EGwAAAAAAAAAAADRQrABAAAAAAAAAABEC8EGAAAAAAAAAAAQLQQbAAAAAAAAAABAtBBsAAAAAAAAAAAA0UKwAQAAAAAAAAAARAvBBgAAAAAAAAAAEC0EGwAAAAAAAAAAQLQQbAAAAAAAAAAAANFCsAEAAAAAAAAAAEQLwQYAAAAAAAAAABAtBBsAAAAAAAAAAEC0EGwAAAAAAAAAAADR8j8AAAD///pnfFcAAAAGSURBVAMACem9L5fjImcAAAAASUVORK5CYII="/>
</p:tagLst>
</file>

<file path=ppt/tags/tag13.xml><?xml version="1.0" encoding="utf-8"?>
<p:tagLst xmlns:a="http://schemas.openxmlformats.org/drawingml/2006/main" xmlns:r="http://schemas.openxmlformats.org/officeDocument/2006/relationships" xmlns:p="http://schemas.openxmlformats.org/presentationml/2006/main">
  <p:tag name="MCDIAGRAM" val="mcDiagram:25d9e851-f712-4f1d-accf-4ee7e2a76413:18c4c328-bef3-4d80-bebf-d9127c39fe43:0:1"/>
  <p:tag name="MC:BASE64" val="iVBORw0KGgoAAAANSUhEUgAADwAAAAL2CAIAAABzRfSuAAAQAElEQVR4nOzdBUBU2R4G8DM9MHR3KqKgoFiI2I2F3R1r99prre0aq2t3d3d3dwct3Q3T7wwXx1nCtYXH93v33T33f8+NuVyYQb45w1UqlQQAAAAAAAAAAAAAAAAAAAAAAAAAAACgOOASAAAAAAAAAAAAAAAAAAAAAAAAAAAAgGICAWgAAAAAAAAAAAAAAAAAAAAAAAAAAAAoNhCABgAAAAAAAAAAAAAAAAAAAAAAAAAAgGIDAWgAAAAAAAAAAAAAAAAAAAAAAAAAAAAoNhCABgAAAPhWSqWSAADABywWiwAAAAAAAAAAAAAAAAAAAPwwCEADAAAAfCUm94z0MwBAYZCEBgAAAAAAAAAAAAAAAACAHwEBaAAAAIAvpo4+50EAAEowJu7M0kCQgQYAAAAAAAAAAAAAAAAAgB8AAWgAAACAr6FUKrODHsZvH6teJAAAQAjfycuw4xwOh8Nms5kKMtAAAAAAAAAAAAAAAAAAAPB9IQANAAAA8GWYwZ4VCoVMnCGLD+XomrC1dRHuAwCgpLEhUgMriUTC4/E4OZB+BgAAAAAAAAAAAAAAAACA7w4BaAAAAICvwWSgacOgXi99384EAAAICZ7oQ382SiQSZpHNZjMD5CMGDQAAAAAAAAAAAAAAAAAA3xEC0AAAAABfjEk/y+VyAgAAGpgR8sViMYvF4nA49Eclm80mAAAAAAAAAAAAAAAAAAAA3xUC0AAAAABfjAlAMyNAA8B/uDWGvNtGlArC5hIWW9VQSP9zI2k6l1VuCLfuHwSKFRaLJZPLpVIpl8ulPySVOTD8MwAAAAAAAAAAAAAAAAAAfF8YiwsAAADgKymVSgIAn0a/Td5tIywOMXEnphVUk0Gp/L1kXjMVNk00K2yeTHb3HwLFk0wmY94lgp+TAAAAAAAAAAAAAAAAAADwIyAADQAAAPA1mGFNCRRzZw9sv3R0L4Efh8UiSjnRNiMCfVUMOj2KJL3N30tp21xef5/cvpVS8zcUhYxAMcSMkY8fkgAAAAAAAAAAAAAAAAAA8OMgAA0AAADwxZDq+79x7fThWxdOfn5/pUJx68KJB9fOf7rbyPb16UQbQS+fdvN1nTuyV54OyQlxtD79t07k+1k8cQjdZ2pSAimCuEJVDDrhFUkPVzUKxBEofFYrreoQKOaUHxAAAAAAAAAAAAAAAAAAAIAfg0sAAAAAAEqkiJDA4NfPSU4c2cDY9HM2CXj55J/pYzoNGks+j1O5CpZ2ji8e3E5JiNPXOMSt8yfo3Kdhc1JCsFgkK4lI05R6pZR6zoQt0FypZLGJlpmqJTSWNzyivNKDHXKEEAWB4kmpVLIIAAAAAAAAAAAAAAAAAADAD4QANAAAAACUUFeO72caty+catKhB/kxajVtvWfNklvnTzbp2FNdvHPpNIvN9m5QYgLQknSlJF1RfqzCbRgRmhJ24b+GqMaBXsVKCyGRjwgAAAAAAAAAAAAAAAAAAABAQRCABgAAAICSSKlQXDtzpGzFqiFvX9y+eDJPADopLmbDomlh716lpSSbWdm4eXl3GjTmya1ry6YOp2t3r1pEJ9rYdP4xTyD89IF8GrZSBaAvnlAHoJMT4gJePPasUUdH34D8LJlpqVuWzX758FZGapqZtU2D1p0b+HdhVj25ffXUns1hQW/FmZlWDk6N2nb1beLPrAp5+3JK3zZt+w6nF+HcgR0BL5+Mnb9aKpGsnDVu/rZjO1bMf/P0oUIu8/Jt0HPkFKG2qNDDZ0QpbP0UFacQrvZ/n6ssi8jFBAAAAAAAAAAAAAAAAAAAAKAQCEADAAAAQEn05PbVtOTEanWbGJqY3zx3LCEm0tjcilkVFRY8Y3CXrPQ0L9/6RmYWQa+e3bt6tl3f4VYOzrX92lw5cdC9co3S7p60J5v73y+njcwtaP/n928mxEYZm1nSCj0cnddo+POGf5aIs6b2bx8TEVqhmq+lncPTO9c3L56ZFB/Tvv8ouvbRrctBr595VKvF5fFunDu2ZvZENovt07iVevPrZ44ItbVbdOkf8PKxh3ft+1fOSSXiib38y1Wq2mvUVHolr506xBcIe4+ZVtgJKLk6ipprVennrHj2vd/ZSc+JUvFxLYsjb3CIiHKuvzybc7UPK/mVkgAAAAAAAAAAAAAAAAAAAAAUDAFoAAAAACiJrp46TOfV6zXV0TO4ee7Y9TPHWvUYSCtKpXLt3EnpKUlTV2wv41GZ6ZyRmqKtq0enOs3bqwLQVWo079Lv84/l07jF8/s3r58+0qrHb3TxzqXTAi1RFd8G5Gc5tHlVTETo2PmrPWvUITmjXy+fNvrotrU1G7eytHNq0aUfnZj8d4tu/X/v5ndq31bNAHRyfNySPWf1jEyq12+mLtZv1bHLkN9pgxZD3r26fuboJwLQCuuGRMuUNtiPZ3ECtudZyyJELk5UBaAzIjiXOhNpBtG2JOJIAgAAAAAAAAAAAAAAAAAAAFAQNgEAAAAAKGEyUlMeXDtftmJVHX3Dij51WGz27QsnmFVh716/e/6oRoPm6vQzJdLTJ9+get2mAi3RzfPHaTs+OiLw5dMqtRrwBELys1w8usfVswqTfqbo423g30mpVAa8eEIXjc2t1KNfW9k7W9g6RIQEam5evX4TPSOTPPu0dS6tbju5uouzMlIT40lhdJ1U88TnrICdcteBsgYHlGxB3j7ybM6VHkSSJm94WGFWgwAAAAAAAAAAAAAAAAAAAAAUAiNAAwAAAECJc+v8cblcVqV2I9oWCLXdvbyf3bsREx5qbmMfERpAi2U8vMj3wxMIq9ZueO304bCA10/vXieqMaFbFtZ5w4Kpz+7d/MTerB2cxy1cSz5bamJ8RmrK68f3uvm65lmVkpTANO5fOXf24I7w4HcyqYSwWFJxNr0+HE7uLwsm5tafPoSuviGdZ2ak589J51LKScxNzpXeSvuWCq9ZRBxPuEIiEavXs99uZCU8ZmXHyppdJFpmRCEhAAAAAAAAAAAAAAAAAAAAAIVAABoAAAAASpyrZw7TedWcADRV0afus3s3rpw80GHAaKbCYn3nT0rxbdr62unDty6cfPHgpp6hsXvlQkc47vv7LPJ9sVh0Vr6KT4tu/fOssbJTDcy8b93SI1tXV67VoFX334xMzQ9u/iczLTX/Hr4FO2Q/++0mRakuiirzVdFncd6xojkvV9C5vFQPIjQlcgk76YWCAAAAAAAAAAAAAAAAAAAAABQMAWgAAAAAKFkiQgKDXj6jjaH+tTTr188c7TBgtJW9M22/D377iT3IZTLyhcpWrGZsbnXlxIHUpISmHXqxvjlS/Pn0DI119A2zMjPKVaqef21ibMyRrat9GrUcNHUBU7lz6dT7wDfk+8qIUJTqrhr7mStULQqMFGUHE2n6xw4stlLbSunSk9BLE3eHZEUTAAAAAAAAAAAAAAAAAAAAgEIgAA0AAAAAJcu1U4fovG2fYWU8vNTFI9vWvLh/K/DlUydXd2sH56snD7fq/puBsSmzNiM1RaSnTxt6BkZ0/hX5YBaL5dOo+dFta2nbp1EL8nPVbtbmxK4Nty6c8K7vx1SSE+KYRxcXHU7nZlY2TF2cnRkb9Z6oQt5SDue7/bKgcOqgqLmKsHm5ywIjhdeMwjqzH80msgwCAAAAAAAAAAAAAAAAAAAAUAgEoAEAAACgBFEqlVdOHuRwuE079hJqi9T1hNioF/dv3bpw3Llchc6Dxi0a/9uUfm3qNm9PV2WkpV49dXDRjtMGJmamljZ0unPptL6xiVBLZGFr79vE/zMPXad5u6Pb1lo7ODuUcSM/zJJJQzncjy/y9QyMhs9a5t9r8O2Lp/6ZPubC4d2OLm4xke+f3L7625R53vX9nMq4GZqanTmwnc3hinT0Tu7ZlJGWQjcMfPm0bMVq5DthpQaRzCiiY/epTrIsEv+A82QeO+oiAQAAAAAAAAAAAAAAAAAAACgcAtAAAAAAUIK8D3yTlpxYpU4jzfQzVdm34Vr25JvnT3YdOtGzRp2pK7bvXv3X6X1bWCy2lZ1T58G/6xoY0m5sDmfItL/mj+l7Zt82Fovl17nf5x/azMquVDmPij71yI/07vkjzUVDUzM6pw929oaDW5bMevXkbsjbF6XdKjbr1NvS1pGu4gmEo+es3LlywdHta41MzL0b+DX07zp3VK+j29Z+zwB0/D3OqcZyv8tE21y1nB7GPdWYiOP/1UmpJHIxUYgJAAAAAAAAAAAAAAAAAAAAwCexlEolAQAAAIDPRl8+yWQyqVSa9vJqxuZBxq3G6vt2JgBQmC3GdEZ/61Ba+Mp9NxBdB5IawD3qzZKkfGIjuZhIE4hwYgKBYiV4oo/YxIXVboGOjo5IJBIKhTwej81ms1gsAgAAAAAAAAAAAAAAAAAA8J2wCQAAAAAAwA/Gor97RF/jnGlGMqM+awO8TxMAAAAAAAAAAAAAAAAAAAAKwSUAAAAAAAA/jDRVwOKImfF/lZkB5EQXpYGrPCWD9cmIsyyTEI6AAAAAAAAAAAAAAAAAAAAAAOSDADQAAAAAAPxA7OrTpZemEbkkdzn5BiE3FP+5GYfPaziPAAAAAAAAAAAAAAAAAAAAAOSDADQAAAAAAPxAnCoD6EQAAAAAAAAAAAAAAAAAAAAAvhMEoAEAAAAAAAAAAAAAAAAAAAAAAAAAAKDYQAAaAAAAAAAASi6lUkkAAAAAAACKJBaLRQAAAAAAAAAAoCAIQAMAAAAAAEDJog49I/0MAAAAAADFApLQAAAAAAAAAAB5IAANAAAAAAAAJQWTeFZq0KwDAAAAAAAUBUzcmaWB/s6CDDQAAAAAAAAAgCYEoAEAAAAAAKBEUKef45+tkKQGKRQKFovFzBGABgAAAACAooPJOrM5QtMqs9g51JFoAgAAAAAAAAAAORCABgAAAAAAgJJCqVTK5fLMqOvZ8Q8IAAAAAABAEcbiaOt7TOVyuZwcSD8DAAAAAAAAAGhCABoAAAAAAABKCqVSqcjB5uuVanWKAAAAAAAAFEnhV0ZkJbwUi8XM59WwchAMAg0AAAAAAAAA8AEC0AAAAAAAAFAiKHMoFAo6ZxEWmysiAAAAAAAARROLQ39zEYvFLBaLzWZzOBwCAAAAAAAAAAAaEIAGAAAAAACA/3/MqGnqADQBAAAoeZIzxUGJmW8jk9OyxHpa/Mbu1rpCflhS5pPo1OiULHFmlreTaRUnM4wsCgBQdEgkEg6Hw+Vyc9/JieGfAQAAAAAAAAA+QAAaAAAAAAAASgomAE0AAABKntfRKYGZyvcxSZlpmXVdLV3M9bT53McRyW9Tpe8jEiQSaXkbI2dTPQIAAEWJVCrl8/nKDwgAAAAAAAAAAHzAJgAAAAAAAAAlgzo0gOgAAEBRM3fiwMj3wQR+ALlC+SQy5VmqLDw2KS05vVNVx4p2xiIBLyVLcjc49l1gRFa2pJ6rdXNPe2NdIUYWBQAoOpg3cDIIAAAAAAAAAAD8GwLQAAAAnz6nqQAAEABJREFUAAAAULIg/QwAUNSkpybfuXbuytnDn79JVmb64Z3rwkMDP9EnJvJ9C2+7JbNGF7j4vRzetZ7uNv+0dfUCUgQolMpjT0IvvowICYmKjU2iT4IskhtyTkzPfBEaxTwtsnKqWVLp4Qev7wdHEgAAKAJYLBbewwkAAAAAAAAAUBguAQAAAAAAAAAAAPh1Lp85JJfLLp462LnvqM/c5Pi+zVtXL3DzrEKKBlvH0voGxpoVc0sbUgSExaecexZopm/AZqlyz2KZPCAmxdJAm1mblJFmqqdHG/eC4whLvvX6o+RMRZvK5So7EgAAKAqQewYAAAAAAAAAKAwC0AAAAAAAAAAAAPArXTh1gM6jI0KD3750dClHiqHOfUf61m9BfoA3zx+Vca9IvlxiRvbdiNTszLTbAQFejk62xqp8NkuSqZ0RQ4glbetrCSQysVgmFXB5SZniU08j9LWNzPV5pc0NCAAAAAAAAAAAAABA0YYANAAAAAAAAAAAAPwy74PfBbx6WqNO05uXT129cDRPAPrl47ubVs6JDAuWSCS2jqXqNvZv0aHP2iXTju3dRNeO7tuSzl3cPP9af5QUVSf2bz66b1NcdKShsZlH5RoDR88QCFUDMB/etX7D3zPn/LPn6YNbl04fTIiN2nr8vq6+4eUzBw/uXBcRGmjn5OLgVOb8iX2T5q71rtOEbpKRlrJm8bQnD25mpKaYW9v5tenerG2Pwo67+sozZyeHVCnHSEfn+fswQ5FIR5wsvbLlGldmPXq6aSm3ZxFJKZmSO+8CvBwdRUIhh80WCQSlzfXdbQwJAAAAAAAAAAAAAEDRxiYAAAAAAAAAAAAAv8j5E3vpvMeg8UYm5pdPH9ZcdePiiYlDOkS+D6nq27BuE/+MtJSHd67SeqVqtT0q+9BGo5adOvUZ2ahFJ1JUHd2zcfVff3A4XL+23c0srM8d2zP+t3YKhULdYcW88eGhAd0HjqVXQFff8Nr5o39NH5mWnNSgeQeZVHr+xD5HF7cqPvVoT7E4a1Sf5pdOH3Rwdm3curNCLlu1aMq2NQsLO/TTkNCNx89FRSfWdCkzq239BuUsmzrpKFNildkZVzYtPHHuys2A2MrOziyWMi4t4V10ZKYk3dfFrGVFOzaLRQAAAAAAAAAAAAAAijaMAA0AAAAAX0+pVJLig4UkBwAAAEARo1Aozp/YZ+fkYm3nVK1Wo1MHt716er9shcp0VWJc9PK5E0zMrReuOWBkasF0zkxPpY3KNeoFv3v55P6NJq26lC7nSYqABVOG0Ilp08eyes9l2oiJfL9pxewy7hVnr9gtEGjRypJZoy+e3H/u2J7GrToznfUMjMbNXMFm5w5UsWfzCn1D49V7LzH9xw3wD3j1VJydxeXx92z8Oyo89I9Fm6r41Cc5V2PB1CH7tqyo26SNjb1z/lMa2qDKhD3nHwUFV3ZysjE2KGNhQIijNHHQy7O7s9NS0s9uZHu0l2uZDK5fuVWlMnipDAAAAAAAAAAAAADFC0aABgAAAIB/UX4eRY7C6p9D/i+Kwqd/9/s8nzjnwtbmQQAAAADgx3tw61JqcqJPXT/arlpTleu9cu4os+rahRMZ6Skdeg5h0s8Um83W0TMgRZJPPb9OfUYyk1/bHkzx+oXjMpm0U+8RTJqZ6tJ3FJ0/f3RbvWHT1t3U6WfqffDbUmXKq/u7V6xG9xD5PoS2Tx3e7l6xOpN+JjlXo1mb7vSF65vnjwo+pdJ2Wwe2YbFk1ZxMnc30mGLFRi21Sqki41xxqvGTfc0dhUg/AwAAAAAAAAAAAEBxhBGgAQAAAEqcT6R786zSXMxpsz7d7d91llKWTRSqCDNLqVAq5Eq5nCgVRNWW0UWWks5kRJFTkctUu1bKaYmwWITFYbE4SjaLzeYq6SKbw2JzCJutmrPYdBWLy2Wx2EoWW5X74HAIV+tDaONfJ6ZOcmhGOnLaTDdlnqiH5iJ9LJ8OgiAmAgAAAPDtLp46QOc+dZvSuWflmgKB1o2LxweOnkFfa70PeUeLbh5VyU9x9ujuPZuXf7rPim2ntUS6Ba7yqdfMt36LPMXI8GA61xye2dzKlsPhxkaHqytmljaam5haWKenp6gX01NVbUMT0+TEeNp+/uh2C2+7PEdJSYonBaHX0MnMcM+Qdjz6gjlHpli6917g3kwbb06wrTyRL05NPL8t1dZc39yaAAAAAAAAAAAAAAAUKwhAAwAAAPzfyh90zhdoVrf/VWEaqrlSqRBnKLIzlJIMRZZqLs9MV4jTleJMWlfNVavoPJ1IMnOL2bRDJkupIL8Ci6/NEmqz+CKWgM612EIdIhCxBarFnLmIrSWifdhCEUego+pJK0IdFoevTkUzsWbNuWZO+j8T0khFAwAAAHy+9NTkW5dPW9k62Du70kUuj1+5Rt0bl04+vnetYtVaTB8W+yd9hF2jlp3oRL6rAl+Q0xfZmg+KRf71AtLV3evK2cP3blyo4lM/Miz42oXjZStUNjGzSklKoGvpZWnXY3CefWoGrPNTp5/lCsWxJ2HvE8Wepctdk2Q3TbxpJE9LDA+6vH5u/d+m6hibEwAAAAAAAAAAAACA4gMBaAAAAID/E58elVkz4qw5lyVFydMSFBmJ8rRERXqSLD2RthUZSYo0VUOZlUa+nGaCg8UVkA+DN38YxZlL56oxnlWLLGYxdxWLzrlEIVcq5TlzhWp8aEXOsNAK1RjSOaNHy4n8QwdVUcFSypUySe6DlWTSiZD4LztjLp+tY8zWNWYJ9Th6RmwRnQw5OsaqtrYhV9eYLdInSsJkm/MlpJWaFaSiAQAAAD7flXNH5HJZ5PuQPKMaXz13tGLVWjb2pWg7JOCVtZ1TYXuQSqWkCDO3tKXz6MgwC2t7phL1PkQhl1t+WMyv56DfgwNezhzb286pTERooLm17fCJC2hd39BYT98wKyu9glcN8uViUjJvhCWms1T/GqzF57f08W5i4X1/21/ijLTkqPfXti6p1XOMyMiUAAAAAAAAAAAAAAAUEwhAAwAAABRLBY7lnCfrzCzKs9NksaHSuDBZcoQ8OV6ek29WZiTJ0xKJNOs/D6QaL1lLmy3QYQtVQynnzHXYWrShyxJo/asuzGnT/jqG5BdRZKcrs1VDVqsmcXrOPCN3npX+oZ3Th2lnpyuy0ohMokiOohPdQ2EJGraeCUvbUJWN1jHk6Jlw9Ex5pvYcIxuukRUrJ+DMYrHypKLVuef8qWhEogEAAACoi6cO0Pnk+eu1RTrq4rzJv926fGbI+Lk+dZtsWTn30K613rWbsD8MY5yemqyjZ0AbegZGdB4a+LqcRxVSVFXzbbh97aJLpw95VvElOS8Lt61dSBvetRsXtgmPJyhXoYpHZR+Xch5Opd1sHEqzPwwX3aB5h4M71lw9d6RWw1ZMJSkh1tDY7D9PIyVLfDk0mactigkLpYtOpnqdqjlx2Gxhz1GX182TSyWxga8ub1zQYNBUgUiPAAAAAAAAAAAAAAAUBwhAAwAAABQDhcWdc9osddZZIc2WxobK4sNk8e8lCWHyhPe0QbJSC90vm8vRNVANdUwnXSOuam7I0THi6Bp/mBsS1k/6zPHvgi3UIUIdzhdupchOl6clyNNVw2B/nKfHy1JzF5WSTEVqPEmNl+ffmMPnGFtzjGy5xjYcYxueqR3XyI6jb8LKCTlrpqI1B5DOE4lGHhoAAABKoKjwkLcvHruW96peq5FmvZpvo/PH996/cbF67catu/Tfv3XlhMHtPSrXpKvCQwMiwoL+3nqatstX8qYvorauWZCQECsVZ9es17x0OQ9SxDiUKutbv8XFk/s5HI6BkenTBzfePH/kWr5S1ZoNC9tk96a/Xz69V6NOs4iwEDpZWNlVrVlfV1/1DsNOfUZcu3Bi4R/DTh3aUcrVPSo87MGtS6P+WKzOQxfoTXTK/egMwmEHvg6VKxTGOoIm7jacnFC1VRkPtwb+T0/toe34kLc3d66s0XmwQAcZaAAAAAAAAAAAAAAoBhCABgAAACii8o3rnDu6s/IDWUKYNDZUEhMsTwyXJbyXJ7xXpCUUuCuehRPP2JZv5sjRNeHoGXF0mKyzEVtkQCAnNk0nnqn9J/rIEiPkqjx0giw9QZ6eJI1XhcslcaGKjGR5bDCdJBqdWXwttqENx9iaqxol2ppnYiewKsPiC9UDRX8YJbqA6DPC0AAAAFBC3Lx0is5rNWiRp16jTtPzx/dePXe0eu3GPQdNMDGzPHlw+6Eda7R1dB2cXbsPHMd0s7J1/G3MrFWLpuzZuIwvELq6exXBADQ1ZsYyMyubW5dPxUZHGpmYN2rZqf/IaZ/o39S/a3howN7NfysUCqYi0tGfvXyns2t5LW2dZZtPrP7rj+ePbge+ee7qXsm/ywBrO+dP7O1OYOyVd9H0JaZEIqW/SvC5nM7VnA1FQmYtm8P1bNoxKznh3a3zdDHsyS2ZRFyn7+88oRYBAAAAAAAAAAAAACjaWJqjCQIAAADAf1Ilj2UyqVSa9vJqxuZBxq3G6vt2Jt9J/tCzOvEsz0yRRL2VRgVKot/KooNkscFEJs67PZvDM7LmmdryTO15xjlzUzuugQVBpvaHUWanS2JDpPFh0rj30rhQCW3EhymzM/L3ZBtZ8cxLcc2d6cSzKMUzsWGxOPQrw2azmTw08+HmGBkairXgiT5iExdWuwU6OjoikUgoFPJ4vA83+S/G/CylP73FYnHMlZ7KzBCXdlcJAABAESaTSu7fvDR7Qv/ajVqPnfE3+UKvIpP23w/2tDPmsNkPQuLo87Gfhx1dzNNNnJF2ZeOiqDePier1J9uxsm/1joOQgQYA+OXCLg7MjHuq8Nyrk4P+esXn8zkcDv6tAAAAAAAAAACAgRGgAQAAAH69f4/x/DH0LEsIywp+Igl+JAl9Kk8Mz7MVW1tPYFUmJ+VsyzN15Blb88wcCPxcLKGOwM6dTppFeWq8NOG9NDZUGhcmTQiVRAdL40IViZFiOr36ELjk8nn2FfkOHnzHigL7CqqEqFyRJwz98Sj46yYAAABAyZCcEBcZHlLOowptc3n8cp5VBQItDodDvlx8Wjadu1kbGmjxH4bElbUyzJ9+pgQi3Vq9Rx+eNVicka5UKoLuXdE2NPFq2YMAAAAAAAAAAAAAABRhCEADAAAA/DIaiWelOvcsjQsVBz/MDn4sDn6kTI3V7M81shJYl+FbuwosS/Oty6iGdoYiiaNnQiehY0V1RSnJkkS9E4e/Fke+lUS+kUQFKmViaeAdOmUQwuIJuTZuPFUS2lPgVJHFYrFZuWFoFgtjQgMAAACUIGuXTL924ZhbxWqlyrhHhAU/vnddoZA3btWFfLlS5nq3AmMPPQxRKIirlWGrivaF9RTq6NfpO/HKpgXZaSlcvtDY1pkAAAAAAAAAAAAAABRtCEADAAAA/AKa0WeFQilLCM94dV0S+kQc9ECZmaLuxhKKhA4eQrvyQocKQjt3llCHQOOHz7IAABAASURBVPHE4msJ7CvQSV0Rv38hfv8yO+y5JPyVJDpQGvyATpk5q7j2Hjz6RS9VVeDkxWapgtA5YeiP6WfEoAEAAAD+X/UdPoUnENy6cubFoztmlrbVazVq0b43MyD0l7I0EA1t4HbpVZSBNq+6szmH/anXkBYu7pVb9767f33tvr9buXoQAAAAAAAAAAAAAICiDQFoAAAAgJ9KHX1WKOikyHh+OePuIUnAHXUHjp6JlnMVrVJeQnsPnoUTgf9TAls3OunVaE/byuz07JCnWQH3MwPuSsJfyUKf0Cnr2naWvrlW5Vaiyi25ukZslioGzYwKzewBMWgAAACA/z/GZpajpi4eNZV8F9p8rp+H7Wd2dq5Wl04EAAAAAAAAAAAAAKA4QAAaAAAA4CfRjD7Ls9LSbu5Lv3tQkRLLrNUu66Nd1lerVGWemSOBEoYl1NFyrUEnI0IUWenZgaokdMbTi/KUmMwLa+nEr9BY26eT0MqFzWJzOKrRoNlsdu62iEEDAAAAAAAAAAAAAAAAAABACYMANAAAAMAPpxl9liZFpVzemvXwuFIqZnH4Op6NRe51tcv5sPjaBIAQtpaOtnsdOpm0/l0c9jzjxeWMJ+clT8/QiWPvKfLpquXqzWFzOByiHg0aGWgAAAAAAAAAAAAAAAAAAAAoURCABgAAAPixmPSzQkWZenNv8sm/WXIp38JZr3pb3cp+LKEOASiEwM6dTkZNh2YF3E29dTDj2aXUneMynKvot53G1zXksFU5aGYkaGSgAQAAAAAAAAAAAAAAAAAAoORAABoAAADgB1Knn+XirIQ9f2S9uMIWikzaTtKt2pIAfDatUlXpJI0Pi935hzjwXtKqXrod/hTaudP7i8tFBhoAAAAAAAAAAAAAAAAAAABKFjYBAAAAgB9JqVQqFMr4PdOyXlzhW7nYjduP9DN8HZ6JnfXwzQb1einT4lO3j8mOC5PKKDm9wRgEAAAAAAAAAAAAAAAAAAAAoARAABoAAADgR2EyqQqFMvX2gewXl7mGVpb9V3D0zQjANzBqNkzPpz0RZ6TvnyGRymRyFaSfAQAAAAAAAAAAAAAAAAAAoORAABoAAADgB1IqlXK5POvZedo28hvK0TUmAN/MuNU4tpauIvpNdnyENGcIaAwCDQAAAAAAAAAAAAAAAAAAACUHAtAAAAAAP5BSSRRKpTTyLW3zLUoRgO+BxebwzZ1oQxL2XCqVMxFopJ8BAAAAAAAAAAAAAAAAAACghEAAGgAAAOCHUH4glytITjA189U1AvA9yNMTs0Oe0IZMLpOq48/IPwMAAAAAAAAAAAAAAAAAAEDJgAA0AAAAwA+kjkHTdtLZteLQ5wTgm8VsHss0FAqF/EP8WX2nAQAAAAAAAAAAAAAAAAAAAPx/QwAaAAAA4EdhAqkKhYLFYqkWpeKo9UPT7h4lAF9LEhUQubI/M/wzUQWglQrVLabKQDMVZKABAAAAAAAAAAAAAAAAAADg/x4C0AAAAAA/UE4YlcW0DRsOUGSlxe2dEb64S+bLqwTgS8iTY+L2zQr/q2N20EMt1xpCp0okJ+7MDP9MEH0GAAAAAAAAAAAAAAAAAACAEoNLAAAAAOBHUpLcfKqeT3uRe52YHZMkkW+iN47iW5cxbNBfVL4uAfgkWcL7xLPr0h+coG0WT2DU+Df9Oj1ito5Td1Aqf1T6WXO3CFiXcMxI9vnbAAAAAAAAAAAAAAAAAAAAPx8C0AAAAAA/EpMS/BAW5FuXsR23P/Pl1eRLW7NDHsdsGcvRNxO51xa519Vy9iJsvDaDj2QJ79OfXcx4dlkc9owolRwdI72aHfV9OrG1dFSrP8SRf2j0WfkBvYkRgC7hWCqIQQMAAAAAAAAAAAAAAAAAQJGAkA0AAADAj6eZHGWxtN1q00kc9jztwfH0h6dTb+yjE0so0nbx1ipdVatUZZ6pPYESSZmdnhV4PyvgQebbW9KYYKao5VJd16upjlfzf3X9kdlTdfo55eoOhVTCjDCNAHRJxmSdtV1r8CxLs1WQfgYAAAAAAAAAAAAAAAAAgF8JAWgAAACAX0Ng504nE/8JmS+vpj86k/HyasbT83Siqzj6plqlqgrt3IX2Ffg2rgT+rykykrNDn2YFPcoOvC9+/1JdF9iX1/FooFOxKUfXmPx0SqVSLlcknV5FZGICkEPJ19Yxc+KoovAcNltVQQwaAAAAAAAAAAAAAAAAAAB+CQSgAQAAAH4x7XK16EQb2UEPMl5ez3p9QxIdmP7gBJ1okcUTCO0rCGzdhY4V+FYuXAMLAsWcUpIpjnwrDnueHfpcHPpMlhytXqUaCLxMDZFbLW0Xb7aOIfl1FDlYLJaSEL0a7VgcPoESLPPdbWl0kFQml0hlPC6HpcJG+hmgBMKnAQCo4XkQAAAAAAAAAAAAAODXQgAaAAAAoKgQOnnRiTQfIUuKyg56II54kx36TBLxNivgHp3IJVUftpauwNqVb1VGYF2ab+XKtyxFoMiTp8SKI99KIt+KI15LIt9J48M013KNbYW25QQ2rgIHD6GDB/nVlLmIXKFggm5GTYawtfUIlGCKvTOk0UEymVwikbIIi81WsNlsensg+wVQQjBPB0g/AxQIz4YAAAAAAAAAAAAAAL8EAtAAAAAAP8tnx4a4hpY6Xs3pxCyqgrPvX6jy0CFPaDs3D63ubGzLM6GTNc9INVctGtuweAICv4IsKUqaEC5LiJAmhkvj3tM5bSuy0jT7cPRNVEN625cXWJcV2LmxhTqk6FEqlQoFgm7wLzK5XCqTc7lypZKTk4NkIQMN8H9PHX3WgCQ0lGjMEx+dqT4Nga36PAQ8GwIAAAAAAAAAAAAA/BIIQAMAAAAUdXwrFzrp5rSVUrE44pU47Hl26HM6lyVFyRLe0ynrzb824eib8lRJaGs655rY8IxUDbZIn8D3IpNIEyOk8eGquHNiONOQJkbSev6+LL62wLac0M5dYOcutHXjGJiRb/cjw2dMwE2hUBAADTKZXCanFDmDgyP+CFBS0O/3xFR5/0XJufHnnAAofghACdelnrC1rxb9RmDnQAYaAAAAAAAAAAAAAODnQwAaAAAAoDhh8QRCB086MVlmZXb6h+itKoMro43497KUGHlKHJ2ygx7+e1shR8eIo2uomusYckTGqjmzKDLMaRsTNocAIYrMVHl6Ys6UpDH/2KAdCtyQraXLNbbh0cnEJieDrmpz9M1I8cvEsJgxPpHlATWFUoH0M0CJoh7+WSpTRsTJOGwi4LGZNQSgpJIplBKpMildJpFIuVwOl6t6SwDSzwAAAAAAAAAAAAAAPx8C0AAAAADFGEuow7dxpVOeujQ2OHdw4qRIaVyYKiEdG6KUZtNFOn1ih2wt3dw8tCoYrUpIs4UitkBED0TnbC1Vm820tfVIsaIUZyiyMxR0npUzz86d07o8M1meliTP+JBvTo3/nB1y9E14RjkRZxNbrrE1z0gVemaLDMjP8YNzNjkRV4xlCHl8HPMVGWiAEoL5QAC5XE7blcqIpg+wJgAl2/XH6XO3REqlMolUShfZbDaLpeBw8B5CAAAAAAAAAAAAAICfDQFoAAAAgJ/lJ2ZJeWaOdMpTlKclqKbUeFlqvDyNzmNz23SeFMX0UWSl0UkaF/o5R2HxhKowtFD0ISTNxKNFHC09wuGwWBzCZtOJxeYQFodF28yczWWxWaqhptkc+h/CyVlUrcqpcDhKhZwoFDlzuVKhIEo6yT8sKnPmGqsUMqVqzvRXKLLTNcLN6UzcOSf6nE6+HFvHkKtrwtEz5eoZ58xNOLqmXH06N+EaWZH/b0g+Qz65Y8Fi5FeAEoZ+68vlCgIAGuRyuUQiVb3M5agi0MxTJN45BgAAAAAAAAAAAADwMyEADQAAAFBScHSN6USsXApcq8hIzglGJ8hS4+R0SouXpcTL05MUkkylJEspyVZIVXOlVKzeRCnNltMp7bPGSy5S2EIdlkDI4mqxBVosnoCjrc/RM8nJOptw9Uw5tKFvwjWwIAAAACWbkoF3PgD8m0wul0pZPB5XoeDiQxEAAAAAAAAAAAAAAH4JBKABAAAAQIUtMuCLDIhlqf/sqZRkKiTZypxJFY+WinMWs5TSLFVDmq2ay6VENSSzUjUwMzN+s1KhGrNZIcuZK1RDODPjNyuUHwZ4VuSO68xifRgomq0aEzp3fGguYTHjSTNFLmGzVINGE81FLosvYHGFqlgzX8jmCVh8LTZfi8UT5ixqqRa1dAgAAAB8Hib/jBGgAfJQKFTfF3SuRPwZAAAAAAAAAAAAAOAXQQAaAAAA4Gf5f4lHsPjaHL42gV8LaRsAAPgpkO8EyE+hCj+zcxPQOVgsFgEAAAAAAAAAAAAAgJ8IAWgAAAAAAAAAACgUMtAA+eH7AgAAAAAAAAAAAADg10IAGgAAAAAAAAAAAOBzIf0MAAAAAAAAAAAAAPDLIQANAAAAAAAAAAAAAAAAAAAAAAAAAAAAxQYC0AAAAAAAAAAAAAAAAAAAAAAAAAAAAFBsIAANAAAAAAAAAAAAAAAAAAAAAAAAAAAAxQYC0AAAAAAAAAAAAAAAAAAAAAAAAAAAAFBsIAANAAAAAAAAAAAAAAAAAAAAAAAAAAAAxQYC0AAAAAAAAAAAAAAAAAAAAAAAAAAAAFBssAkAAAAAAEBxlhAb1c3XdeuyP8mvdu/yWXom104fIgAAAAAAAAAAAAAAAAAAAPDDYARoAAAAAAD4Ufo3qZyVkZ6/vuXycw7n5/0ysnLG2DdPH8xav1/P0Jh8lbMHth/ctGLo9MXulWuQb5AQG3Xh8K4OA0Z/ok92ZsbkPm2sHJzGzFtF/otSobh96RSfL/DybUAAAAAAAAAAAAAAAAAAAABKBgSgAQAAAADgB+ILtJzKuucpsuj/fqKsrIzs7EzyDWRSSUZqilKpJN9m/fypb58+/HQAmqJnm5meRj5DwMsn/0wf02nQWAIAAAAAAAAAAAAAAAAAAFBiIAANAAAAAAA/kKmV9ZTl28gvNXL28vTkpK8e/plq1qmPd30/Q1PzAtcGvXpmX9qVw+WR70GoLZq3+YiWSIcAAAAAAAAAAAAAAAAAAABAQRCABgAAAACAXyMzLXXLstkvH97KSE0zs7Zp0LpzA/8u6rWRoYFbl84OfPWExeZY2zt3HjzOpXwl9dqosODDW1Y9vn3FwMjEo3rtwg6RnZnRr7EXbegZmaw8cp02ti77M+DF4/7jZ29YOC303St9I5P6rTq06DaQ6Z8QE7ln9eInd68JhdruVbybdexj7VhqSr+2IW9e0LXzt52wdnCmjeDXz3euXBj06pmRmXkpN88H1y/4NmnVffhkZicpiQkLxw149+Ixjy+oXq9Jp9/G0gatT+rdOizgNW1083Wl8+Zd+uUfufnh9QuLJw6hjer1mg6dsYTZqkLVmnalyhzavDIuKsLKwbnjgFEe1WvRVfcun102dTht7F61iE60sen8Y55ASBsDBdD4AAAQAElEQVRvnz3YumxOREiglkjH0aVcr1FTTa1sCQAAAAAAAAAAAAAAAAAAwP8FNgEAAAAAAPjpJOKsqf3b3zhzxNapTN2W7eQy2ebFM/etW8KsDQt4Pam3/5tnDz2q165Wt0l0eOisIV2f3L7KrH1+/+akPv4Prp/3qOrr6ln18vF9hR2Fy+P59xpsbG6lWQx69XzWsO5Oru4DJ801MjXfs2bJ7QsnmVXzx/S7c+k03a17Fe/71y7Ex0TSYt0W7V09q6g3j4+OmDmka9Dr51XrNDIxt7p26pA4K8uvUz91h33rlkklEt8mrXT09M/s27Z3Te6Dqteyg5mVHYfDpadEJ7fK3vlP2NLOka7KUzx3cOf25fNq+7XpOXJKalL84gmDE2NjaN3KwZkWacO9cg1mn2yu6j2ub589nDuqb0JMVJ3mbV0rVH5659rE3q0Sch4LAAAUHUePny3r4Xv+0jXy66SmptFzmD5rIfmuftBuAQAAAAAAAAAAAAAA1DACNAAAAAAA/EARwQHMgMeMwX8srNGwBW0c2rwqJiJ07PzVnjXq0EWlQrF82uij29bWbNzK0s5p46Lp2rp6M1bvNrW0oWs7DRwzpX+79QumLD94VSGXb1o0g8vlzly7z9LOka6t0cBv1tBuBR6dy+O37Tv81eN7kWHBmvVBk+dX9KlLG+UqVRvSqub1s0er12+WnBAXGRpEz2fwNNVoyt2HZ3B5PNqo36pTcnzs68f3mG1P7N4olYhnrdvh6OpOF/euXUxPOyzwtZGZOdOhjl/b3mOnM+0p/dpePLq3y9DxLBargX+XB9cvpiTG01MihaCPna49tHnlvx4Fnzdz7V4TC2vaFunp/z11xK0Lx/0697V2cK7TvP2VEwfdq9Ro3iU3gU2vz8ZF03h8/vTVu8yt7Wnl2qlDa+ZM3Lt26aCpCwgAQImxbef+OfOXMW0TY6PSpZ38mjRo6+9Hvtbjpy+Gj5rco1v7fr27EgAAAAAAAAAAAAAAAPilEIAGAAAAAIAfSNfAqEHrTupFWycXpnHx6B5XzypM+plisdkN/DvdvXw64MUTuUwe8OKxf6/BTPqZ5KR+azZqcWjzyoSYyOA3L2IiQlv1+I1JP1MmltbkC9mVzs1k6xkam1nZxUW+zzlVQ6G29ssHdwJfPnUuV0GoLSpw24jgQJ5AyKSfqTIVKhOyNiIkwNO7NlMp5e6h7uzqUTnkzYvE2Kg8o1B/EZGOPpN+Vu28rGrnsZHhhXWm1yc86F3zLv2Y9DNVs0nr/RuWv3p8lwAAlDzNmzVwdLB/FxB0/dbdW7fvp6al9e7RiXyt1NQ0sVhCAAAAAAAAAAAAAAAA4FdDABoAAAAAAH4gPUOj/AMepybGZ6SmvH58T3NwaEZKUkJ48DuiGiJ6ZZ6BkFVrE+IjQgJpw82rOvlOdPT1E+OiaYPD4Q6bsXTjwmkzBneuWqdx6x6DbJxK5+9vbG758uFtqTibJxDSxYz0VDrXNzIucOd8gYDOs7OyyHeia2BA51npaYV1iH6vGuvawtZBXWGxWFZ2js/u3ZDLZfQxEgCAkqRhvdqNGtahjcjImOb+XY+dOPvVAWjPCm5nT+wxMzMhAAAAAAAAAAAAAAAA8Kvhj98AAAAAAPDTsVh0Vr6KT4tu/fOssbJzev30AW34de7rUd03z1pbZ5fbF0/RBpfHJz+AR/Vai/eeu3R07541i+9cPDVw8tyajVvn6ePiXvHaqUP71i3rMnR8dmbGmX1btUQiz+p1SNGgpP/LX1QqWWw2i7AIAEBJpasrYnPYPC6PWXz1+l2bjn1GDRtgbW25e9/h+w+erP1nkZeXx98r1j18/PTduyBzc7OKnuVHDR9oZqp6i8uiJas2bN5JG9OnjuvYriVtdOja37t6lTKlndds2PY+LLxUKacRQ/v7eFf59GncuHl32879Dx8/c3UpZWf38RMM9uw/On3Wwo1rlnhXr8xUaLc585dt3/SPV6UK8xeteBsQNHr4wD/nLqENSwvzVi2aVPbyWP7P+jdvA7W1tfyaNRw+uC+bzaYb0s6bt+0Z8lufK9duBAWH2VhbNmtcv3/fbszaAskVirkL/r545UZqalq1qpUm/z7C3NyUWSWTyecsWHb95p2EhCRbG6vmzRr2691VvSF9IAv/+uddYJCOjo6bq8vE8SPo4fLv//WbgE7dBlb0dF+/ejGHwzly7PSuPYcCgoIrlHdrUMe3S+c2BIoq+hKCQNHGYuEFHgAAAAAAAAAAAJRQCEADAAAAFEUKufzsgR1Pbl8JePmEL9SysnOs6FO3WcfepHhKiI26cHhXhwGjSTGUnZlx8djeit61Le2cNIuT+7SxcnAaM28VgS+nZ2iso2+YlZlRrlIBAznbOqrGXWazOQWuNTa3ovOwd69cylciPwCHw23g38Wjmu+ojg2PblubPwDt27T1s3s3T+7ZdO/quYy0FKVSMWjKAh19g8/cv0wqId+bXCZTt82sbOk8Luq9uqJUKCJCA0wtbNgcDgEAKHnkcvmzF6/3HzzG5/F/HzNEc9Wxk2e1tbT79OxU3r1sTZ+qcXEJe/YddnNz7dypzY2bdw8fPfXq9dsDuzdwOBzv6pWTU1IOHDqhufnOPQe1tbR6duuor6e7au3mIcMnfHqI6PWbdvy1dLWdrbV/y6ZJSckHD58kn+3mrXuhoe87dWjdpHG9PXsPL162Wk9P18e7yuQJIy9fubFm3VYtgWBg/x7q/o+fPu/fu1t6Rsbxk+eWrlgXFR0zfeq4wnZ+/MRZR0f7hvVqvQsMPnf+Slxs/K5tq5lVYyZMP3vusk+Nqg3q1aLXhJ5/QkLS+LFD6apHT54PGDxGpK3dzr9FQmLiqTOX7j96enjvZktLM82dZ6Rnjhr3h5m5yZKFs+iVpPufMGV2ubIuHdq2opf35NkLCEAXNerQs2b6GUnoIqXA0DOS0AAAAAAAAAAAAFDSIAANAAAAUOQkxcUsmzJcFX0WaFk5OGWkprx6dJfD4RbfAPT6+VPfPn1YTAPQZw9s37t2iWt5rzz17OzMzPQ0Al+rdrM2J3ZtuHXhhHd9P6aSnBBnYKwab9LasZRTufLnDm2v1czf0s6RWZuaGK9npIqUla2oGlzz8LbVHtVrmeaEfaViMflOXj++51K+EpvDMbG00TUwyspMz9+HxWY7linL4XDKVqxqX7qsXakyPL7gM/evq28ol8siQwOt7J3J96BnYETn7wPfqCtOruUNTExvXzzdps8w+nODVi4c3pUUF1t8f4AAAHyLEWOnMg0ul7No7jSvShU010bHxp0+utvYyKBxo7p00czMZP3qJUwf5ajBEyb/efTE2Ws37tSpVcPHuwqXy80TgBbw+bu2rLayMqdtfX3dYaMmnzxzoVf3jgWeSVhYxNLl6yp6ll/3zyKRjjatlHJ2XLJ8Lflsf86YWL2q6s0/nh7unboNpKe0eMEMutioQZ1L127SU9UMQP85bbyFhSqI3KpFk/5Dxu7Zf7RTB3/XMqUK3HMZl1JbNi6nD4e2Fy9bvW7jjmfPX5d3dz115uLZc5fpI2ISzxkD+/TsN2zbzv2d2re2sbH8c+4SoUCwbdNKO1vVe5Nq+lSnV2z5qg1zZk7U3Pmk6XPj4uN3blltYKBHF2/ff0jnM6b+7u5WhjaSk1MJFCVM0FmZQ6FQ0Bc+TJtAEcPEnemM9QFBBhoAAAAAAAAAAABKGASgAQAAAIqcbX/PDXj5xKdxq/7jZ3F5qiRKdmZGRjrSIUWIUFs0b/MRLZEOga/l32vw7Yun/pk+5sLh3Y4ubjGR75/cvvrblHlMHrrXiKkzhnSd0KNFRZ86JhZWwW9eBrx4snj3GWNzK7tSrrX92lw5cXByv7ae1WoZW1jdOHOEfA9KpXLZ1BHaOroVa9SOCA5MS06k34b5u92/cv7Q5tV+nXsnxcfQKfDVU4/qvubW9p9zCDcv75vnjq2c9XtF79rJifG9Rk3lcHnkG5ha2tDpzqXT+sYmQi2Rha29bxN//56DN/01Y8HY/i7uFd8Hvb1/9Ty9V/069yEAACXP8CH9KnqWj4yMunXn/shxf/hdbDB31mQeL/cfxPwa1zc2+tcQ/uqENIvFquXrffTE2dCw8MJ2rq+nx6SfqfJuZek8IiKaWfz7n/WJScm0oSMSjR01iDZ27z8sl8uHDe7LpJ8pCwtz8iUc7GyYhrGRIZ1bWVowi1wux7OC+527DwrcisPh9Oza4dat+w8fPi0sAE3rTPqZquhJr8COoJDQ8u6uJ06eo/Whg/syq0Qire5d2k2YMvvBoyepqWkvX70d0K87k36mWvo1WrVm8/2HjzX3vG3n/rPnLs+ZOdGldO4naTCnvXX7nrl/TqbnxqSioYhQp5+3nUnfdyVbvUi/HZCBLmqYL4qPO29MBx36rcRmf6wTAAAAAAAAAAAAgJIBAWgAAACAouXd80d3L5+2K+U6aMp8dVGoLaKTejElIW71nInBb15IJRJrB8e2fYZ7VK/FrJrUu3XlWg2MzawOb12VnBBnZe/Yof+oxNjoc4d3RYeFmFhYtuk9tHr9Zl/Rmbp/9dzhrasjggNEenqlynn0HDnV0FQV3MlITRnoV23s/NWvHt+7feFkakpSmfKVeo+ZZm5jzxwlLOA1bXTzdaXz5l36dRo0VirOPrBxxZ1Lp9NTk8pWrF6/VUf1Q/gcIW9e7PhnQXjwO7lcVq1OY8cy7ke2rVm2/yJdNbhVTQtruz9W7lR37t+kspOr+8Slmz/9KAo8pa3L/jy7fztd+8fADnTuXK7CjDV7H16/sHjiELpYvV7ToTOWMLt9++zB1mVzIkICtUQ6ji7leo2aygxO/OmL843XoVijt/TsDQe3LJn16sndkLcvSrtVbNapt6Vt7njPTuUqzFyzd/uKuS8e3NLS1inl5tmqx0CBUItZ2+/3P/UMTej1vHf1nI1T6TZ9hq2fP4V8M6kkm34JHt++euHwHjNr25bdB7TqPjB/N88ateg3zsndm8XZmUyFxWL1GTujbssO/3mIWs38n927Ts+c3sM6+ob+PYcYmX1Z+i0PNoczZNpf88f0PbNvGz0Nv879aLF+687aunrHdqw/vmsjvSHpTUVvSP2c0bUBAEoaZ0d7ZtTkNq39HB3sl6/c4F2tclv/3A8fsMwXQU5OTl27cduNW/fCwyMtzFQ/OVNTP+sDH/QN9Ok8LT33owPOnr8SGBRCVClnMyYAHRgYwuFwqlWpSH4APV0dqVRW2FprK0s6j4iKJp9BKMh591226tMVQt+Hm5ubirS11GvtckLYkVEx/JxPP1BnsknOs6GDve3V67dlMjlTef0m4MBh1ZjZr16/8//wlqLOHfyDgkIPHTn54tXbbp3btmvTQp1Hh6KAGfg5NVMemyTXFrK5HBb92uasQay2aKFfqbRMZVKaQiKR8nhKLpfLZiP9DAAAAAAAAAAAACUL/sAAAAAAULTccPO6zwAAEABJREFUuqCKiTTv0rewDukpSdN+65QYF121diORrv6dy6cXjhswfNayqnUaMx1O7NpkYGzSqvvAqLDg84d3L/p9IF+oXa9F+8Ztu104unvF9NEGxqaunlW+tPOlY/s2LJhqZGpep0W75IS4h9cuvnn6cM7GQ0x6mFo+fYyZpXWbPkPjYyKPbl2zeOLgeVuP07/B12vZ4eTuzQkxkS27D6DdXCp40fn2FfMvHN5VvmpNS9s6T25fe/Xo3ucHf189ujN3VB+FXF6pZn0zK+und67TczM2t/qcbT/xKAo8pQpVfSOCA148uF2neTtDEzMjU9WYhZZ2jv69Bh/avFK927fPHs4d1VeopV2neduUhIR7V85M7N1q/tbj6rMq7OJ8y3UoFtadvv+JtTr6BkOm/1XYWnuXspP/3lrgKhab3XHgaDqpK/QLRAo3Zfk2dbvHiCl00lw7Y81epsEXaLXrN4JO+ffQtu9wOjFtgVB78B8LmbZSqQwPfjd7eM+Dm1fUbdmhSp1G26+91tyww4DRdPp45izW0OmL6UQ+SXMnczYd1lzFEwjzHKKUm0f+6+xd348ZSxsAANTq1fVdvnLD/YdP1AHoPGHBiMjoXv2Gs9nspk3qe5R3e/nqzYpVG8lXOX5oW55Kalo6n8f9JfHE1DRVhltJvngE3/xj/jLDABc2HjAtcjhs+hCZh/nk2cseXdvTB75914GO7Vs5OznQoraWcPaMCQP6dFu0ZOXMOYsPHT25ZcMKLaGAQNGQE4BWTbQ9oYelV1kRgSIpKk7ab06wXCGX5Lz5gaXCYYbrJgAAAAAAAAAAAAAlAwLQAAAAAF8jadNgtnsj8gMkxETRubV9qcI67F23ND46YuSfyyvXbkgXG7fvPrlv253/LKjs24DN4dAKl8edtnKnnqExbevo6e1Zs6TjgFGN2nWji1b2TjMGdb52+pA6AP2ZnVMS4nb+M79sxWq/L1zDEwhJzhjMfwzssGvVInUS1MGl7Pi/1vEFqjECM1JTzh7YHvz6uVPZ8g38uzy4fjElMV6dH6VePrwtEGqP/2s9bSsVioy0VPJ5FHL5hoXT6Hz03H8q1ayv2nyI4vfufhKx+D+3/fSjKPCUPL1rhwW8fvHgdr0WHZzKVWD2Y2nnRB+LOgBNT2bjomk8Pn/66l3m1qpxna+dOrRmzsS9a5cOmrrg0xfnq6/DV1u0dn/v9o2MDfFx819PqVQ+uHreq1aDnKAJy8rO0crOKSE2igAAFCvJ5zca1OtB2CXon4aYsZz5PF5hHdZt2BYRGX3qyE57e9XAxvZ21l8dgM7P0sLs8ZPnQcGhTA44D27OqzixREJ+gGfPXxHVw7ElX8jayuLO3YfZYgkzLDQVHBxG57Y21tbWqneF0cul7qxQKOijs7O14XA4TDy6pk+1CeOGxcUnnrtwedacxZvX/63uTK/w8qVz/pixYN/BY1eu3mzSqC6BooF+7eRyeYEBdyiCFAqlWCxhs1kcOf3OU/0YQQYaAAAAAAAAAAAASg42AQAAAIAvJ351JevgdNVIenIZ+a7SkpPp3NDUrLAO104fcS5XgUk/E1VM2bl63Sbx0RFx0eFMRaSjzwSaKT1DEzo3sbBkFp3KlufxBfExH5Oan9n57uUzWRnp/r0GMblhyqGMm0v5Su9ePFbvysLGjgn45mzrTuexke8LexRmVrbi7MyzB7aTnNF8dfQNyOehDzP6fYhbZW8m/cxsLtDS/pxtP/0ovvqUgt+8CA96V69FByb9TNVs0trY3OrV47vqPoVdnK8+6Fd7/CJw3Jz1x87fksq+861bclw8snvplGG/d2u2ecnMlTPGDmnt+/bZg0ZtuxIAgGIl8djS9/PaZr+7T0qMk6fO0XnVKhUL6xAZFaMt0jI1M2EW370LonPZd3rGrOLlSefzFq3IzMpmKlKpVL3W0kL1kRqPn75gFmUy+bnzV8g3kEhydx4VFbttxz6RSKturRrkC9WpVUMskZw5e5FZTE1N27xtN92VT42q7uVcra0szpy7RE+VWbv3wLHwiKh6dWqqN7e2NGexWGamxoMG9r5z79Hxk+dpMS4hMSgkjOlQ1rU0nWdkZBIoApQfEQSgiwu5XC6lL+tlcoVCga8aAAAAAAAAAAAAlDQYARoAAADga8mlhEWSL20S2JTRKlWVfCdGOdHnzPQ0dS5ZU2JsjFScbWHrqFlkFuOiItQB3MJwOFyBlpb883I8mp3DQwLpfM6IXnn6CIQFJ4919AzpPCsjnRSi56gpq2aN37r0zzsXT/l17lupZj3yeaLfh9K5S/lK5Mt9+lF8wykFE9VXwUFdYUYFfnbvhrygfLzmxfnqg34LiUS659jVS7ee9u3Y2M3FgcAXqu3XNjkx/vLxfecPqkZPdyhdzqdxC98m/gQAoLiRxgRHrugj8mxk4j+WY2BB/h+du3glICiENl6/DTh3/koVL0+/pg0K61ynls+1G3fGjZ/u16zh1eu3L1y+xuNxn714Tb6Htv7Nd+8/cv3Gnfad+/n6VFMqlQcOH1evrVSpgpOD3aHDJ7SFQg8P930Hjj57/pJ8gwFDxtJHGhkVc+3G7eTk1KmTRpt9CHZ/vjb+fpu37Zk1b0loWDh9/XDp8vWgkLDfBvQwNlK9ZWtAv+7TZi4cPHy8p4f7u4Cg02cvGRro9+zeMf9+enRpf/DQiSXLV9erW/P8+StzFixr1KCOqYkx/eoI+PyKFcsTKEJYTAYaigWFQqnKPudg0usY/hkAAAAAAAAAAABKDgSgAQAAAL6JIiMlavUgkUcj4xYjuN8jOWRmrfp08ujwUM1A7UcFhxFUxR/6p25m54OmLjA0+dfQ1Dy+gHwVMyu7aat2Pb51ZfvyuYsnDq7bon3f32d9/uYczte8jv30o/jqU1KSAr4oqvABm80i//FF+cbr8C1i45Pn/rOnekXXzq3qGhvqEfhsXB6/bZ9hdCIAAP8XMh6fzXxx1bBhP/263Vl8LfL/hRl1WCTSsrezHTqoT8+uHT7RuWP7lnEJ8YeOnHr6/FXpUo47Nq28fvPu0uVrHj15XtHDnXwbPp+3df3yP+ctvvfgyZFjpz093Pv26vr3P+uZtUIBf/U/C+cuWLZu8w5Xl1K1ano7Ozmo134FnxpV9uw7TBvVqnp16djGq1IF8uUEfP6ubavpWR07eS4xMcnWxmri78N7dG3PrO3QtqWeru7GLbs2btmpo6NTr7bPxPEjTIwN8++Hx+NOmTCyz8BRa9Zvre3rXb9erSdPX2RkZFbyLN/7z85ODnYEioyPo0BDMSGXyxUKJZNcJwAAAAAAAAAAAAAlCQLQAAAAAN9BxpOzmS9VySGDOt0J+5teYlWp1ejotrWHt6zy9K6df62hmTmHy4uLDNcsRgQHkH+PQPzd2Tg4E9XQxQblKlUnX0UmleQv0sfoXtl7Uu/Wl47ta9t3uIGx6X/thphZ2dD5+8A3hXXgcjgSibjAVZ/zKAo7JZlcWvgpqTLrcVHv1RWlQhERGmBqYcPmcMhn0DxolyHjtUQ65Ge5/ej1wxeB/o29m9WtxuGwCQAAlEhKaXbiyRUpN/ebtB4jqtiY/F/o3qUdnQpbW9a19Ksn1/IUORzOiCH96aSuuJR26tOzE9OuVqWi5iZ7d6zT3FYo4OffYR76+roL507TrAwa0FPdtrWxWvn3/ALXjh87lE7quo21ZZ5j/TV/Op00K/17d5s6cTT5L3p6unl25V29smbFyNAgzzlratKoLp2+dLeVPDHkM8D3oQ49I/0MAAAAAAAAAAAAJRAiDgAAAADfB5Mcev9Xp6yAu+QbOLq6l6/iE/Di8fI/RkrF2UyRNvatWyqXy1gsllfNem+fPYiNDGNWhb59deviSQeXcsZmluSHqVy7kUBLdGDj31kZ6epickLcZ26uq29ITz4yNFBdoaedkZpCcgbTtXEsTRvZmRl0nhQXM65r03mj+shlBQeOLWwdLWwd7lw6/fjWlQI7GJtbhb57xeyNenTjkvqcP/0oCjslevJEFbl+Swrh5FrewMT09sXT9DEylQuHdyXFxVb2rU/+S/6DFpgU/6EkEumeY1cnLdj4NjiCAABACSZPjo7ZPC5yeR9pTDABAAAAAAAAAAAAAAAAKMIwAjQAAPwCioxkeUaSIjNF4OCpLkpjg+QpsbTBFhnwrVzV9bSbu2VJ0bTBt3IRVWymWReHPqP7EdiVN2g0SF2P3TpalhhJG3re7XWqtWWKSnFGxNJOquOmJ1oN36E+bubzC9Gr+zFt26nneebOTDs76EHk4tzh4mwnn+VZlmbaGY9OxmwYwrSdVnzMhcTtGJ92ay9t6FRuZdZrqboe9XfXrLc3aUPLpYbl8B3qesz6QRmPT9OGdvmGFgPXquth02vL4lWpVtMuc3Vr5A41l/X6etSK7kzbcug2LdeauZcxPTFkghfTNu+/RuTRiGmLgx9F/NWGaTsuec3iCZh29JoBmc/O0QbXxM5u+sfkaNLp5UnHF9MGR9/cfvZtdV3d36Dhb0atxqvrIeMr0itJG/p1ehu3+0NdD51cXZ4Sk+fkNa+Y9ZiDAseKTFsS+SZ8TpPcKzztEs/UgWnH7/0j9eo22mALdR0WPVXvPPnsqsSjC2iDb+tuM/7Yf17hsD9qyhJVUU7D5qMNmwz7ePLjPBRZqbRhNWKXsHTuGMD04dAHxbTtZl7nGlkz7ex3tyOXdWba9rPvcPTNmHbKpU2JB2eRQkhjgqNWD6JfDuOWo1k6RuSr9Bg5+a8Jg+9cOv3wxiVrB2ehtigxNiY2Mqy0m6dnjTqtuv92/9r5+aP712jol5qUePP8caVC0a7fCPIjGRibdhw4auvSP0d3auTpXZvPF7x6fJfN4czdfJTFYv3n5m5e3jfPHVs56/eK3rWTE+N7jZp6ZNvqFw9vV63TWCIW04dpbG5lbq369HOZVBITERYVFhz46plL+Ur5d0UP16b3kJUzxy36fWDlWg2sHUolJ8SFvHlB98B0qNXU/93zRytnjavZuJVEnLV9+TwWm/05j6KwUypXqRpdu3fd0qT4WKlEUq1uE6ey/xq2kMvj+/ccvOmvGQvG9ndxr/g+6O39q+e1RDp+nfv855XJf1AdfUPyeZ4rbCID07hpT/g8Ho/Lodhs1ud8OQoUEZ0wc+l236ruHfxq6elqE4C8lMKb68jNdWJrN1H/1erq+0XtpdFBtKFXs6NJ698/9FWK59ZkRmI3aj9Dv1bus5g8PSF0QmWmbTFgrXaFhkxb8+et3YxrXGMbpp354nL0qt60wTGwsP/zlvqg9OdwwoGZtKFVrrbl4M3qOn3Goc87tKHj1cKs99/qetBQR6ah3+A3naYj1fXQaY3kyarXGAYN+hq1yP0pqpRJgsfknqRJh6l6Pu2ZtjQq8P08f6ZtNXSjsHRun8yX16LX5D7TOcy+wtbJ/RZOu3MkbudUwjyjzb+hPmjSqVVJp1cR1dOxrcHsKf8AABAASURBVN3UExonPzLj6UXaEJaqbDVso7oeNrOZLEE16r9J2wl6tbowRVqhdaZtOXSdVulquScZHfR+bmumbd53iahC7tswJBFvwhfkPhC7qcfpKwGmnXpzX/yenGc0Ds9p8YP8J0lflTnMuaquJ55YnnxWNeQtz9zRdtIRjZMflfH0Am1ou9WyGLBCXQ9f1Eny/iVhbo/2k9X1kMm1FelJtGHkN9ygUT91PWikJ1EqVA+23SQ939zXEqqn6Um1mLbFgOXabrkfj5Ad+DDy715M237mBY5+7oD96feOxW7PPZb9n5c4usa59fvHY7dNYtqOf91ncfkfHtTfyWfX04bAobz1qI+vJSKWdhcHPyGqr4iX1bBN6nrs9knp946r6s6VrIZv/vhg57WRRKk+kIE+Uvp4maLmV8Rq2AZhqSr5T8Zu2mmuUe5TWMqVHQkHVQMA0wqtaxx0Mn1cOSdThe5HXY9c1jM76BFt6Fb3N+08Q10P/aO+PEX19h6jZkMNGg9gipr3tlmPeTpeH19X55EdcP/9vDaiCvV0vPwE5WoRAAAAAAAAAAAAAAAAgKIHAWgAACiYPDlKnpHMERlyDCyYilIqznp9jRYVGUk6VVpz9HJTJrKkyJSLG5i6cbs/1EnWwsJM6XcOxG4bSxssrsBx6Wv1EVMub0m9upU2tMrWthyyWV1PvblXHKIKdog8m/4rAH3vCD1Ezn54mmcuDn0qjVGNMqv1Id6qOnmFXPL++YeFgj8ZlvZRt1msjx+SoMwJ4gD8TJZ2TnM3HT66fe3LR3eDX7/Q0tExt7LtM266e+UadK29S9lZa/dv/Xv2uUM7pRKpjaNzh/4j3XJW/VCN2nbTMzQ+tmPt7QsnLWzsy3hUtrYvpfqG+ozEba1m/s/uXacbhrx5oaNv6N9zSEWfOmkpSbfOH9cW6Vav17Rtn6FMTNnUyrb7sIlblv6po6df2N5qNGzB5fGPbFv95M51en3cq3ibW9vLPowYXbdlh6zM9POHdm9Y+Iend53hM5cumTT0cx5FYadkbmPfc9TUzYtnHt6yiicQlnbzzBOApuq37qytq3dsx/rjuzZqiXQ8qtfqNWqqvrHpf16ZAg76tQnm70IqlREAAABKgdfAAAAAAAAAAAAAAAAAUHSxlIWEwAAA4P+JJOKVJDpQkZHE1tbTqdxKXU84MEv8/gVRDddXx6Dhb+q6eihf4zaT9evlDstHK7TOtK1/PyKwq8C0xWFPIxbk7tN67CH14Mqa4xBrDq6cfv9o7ObcQRY1B1GmJ5NySTXeoZaLt+Xwnep6/N5pksg3RDXMXmWjFmPV9cTD86SJ4RxtA2Hp6jpezdX11Kvb5GkJqv6lq2q55EZCldLslMubOTpGHJGh0KU6W6jL1Ok1YXZOCewrsPi5g54qstMkOVcmT12eniCNepfTZAk/jLZIVIP+BslTVcNXc3RNeBaliMaVV2Sm0AZbW59vXfZjPeqtIj1RVRcZ8q3KqOvikMf0VGmDZ+akHm+Y7oHuh2nTndBdqfszEXBV3dKF/WGwYc2TF2qkwOkjpY9Xdeo8oebY27LECFnCe1Wdyxc4Vsrfn2topR4qUnXQoPtEropIcgws1Hl31ckHP1TKJHlOXuOKEb6tm/rKKyWZ4tDcAZ7pydBTyr2SscHMvUfYHKFzlQJOUiAS2JX/zytMbz+lTDX2KNfYVj2is+bJ823KsbX08l9JzSumyEqVhL/MX5clRWVHB8b+050UhGtoadCgr141f/oqS6FQSGXybLEkcV4zIsmwn3ZWPQ4lfML5gztO7dv6164zn7/JlH5t05KTlu2/SEqMmC1jM55dyq47UuBeX0dbS1tLIODzuFwOi/Ufg0B3GzG/wLq1hXGPtg3cXBz+devOaURkYoeZl+jTB4ESLG7vjLS7RyRuzfllfIS6hrqO7vR24/G49GajzzjMMxf9yc8zsQue6CM2cWG1WyBKfCcUCvl8vtCyFM/QUn1bfnzmsipDnwSZtubPW4FDRfVnFygykiWRqvdKsbgC9WcIENXbtKKlcSEk36dG0Gcc+rxD8j0dZ7+7o3pDk1LJMbRS6lmIxeKYKz2VmSH2XiuU8pwnC0NL9Tu1VP0D7jEN+jSnHldYKckSh+W+mYpv7crW0v14kh+e6dTj+6pOMjWePqmpWiz6jPbx6VWWECFLisx9UA4V1HVJVADztEufK/k2Hx+UOOSZUpbz2sDEjmNgnnsyUrH6aZRvXUb9jPavk7QopR6OWvW0G6bxwubDFZanxDFXUvXCplTljyeZGMl8kAJh84ROGq8ZEsLpkyBhXkvYly/g5LXpV6T0x5MPe0EPTRscPTOemb26nh30mChU71qhz9HqwY9V9Xf36b9SqB6sqb36tQTR+IrwLUvTLzrTVmSlSSJy30r3ryuflkBfmH1+Xf2g2AIR37bcxwf1/pVCnE7yfUWkMcHytPj8dXrl6fXPc/L/vm0+fqUKPcnkGGnOh4GwOPSer1DAQbX06H4+nmT4a/rCj6jueVOeucPHkwl+opSrXpXlvcLqe9vcib4mCRrx8RCaBI4eZh2nc/SMVd82Ql2pVBYRJ+4yO7NKWdH0AdYEoGS7/jh97pZIf+/s9rW4OiL6GkxIX4TR12DsnE/iIMWZModMJpdIpGuOZey5LJs5wNqrrIhAkRQVJ+03J9irlHSUv1JHpE1vRfrKi748+z+4FQFALeziwMy4pwrPvTo5mN+wOBwOvs0BAAAAAAAAABgYARoAoKhTZKUpMpLkGUkCew91URzyOO3eYUV6olIuM++3Ul2P2zYu7c5+ooq2eFiPO6yuJ59fm35PtSh0rqIZgJbGBmUH3KENrkbEhOSEWnKPnhPjUBdZPAFbZMgRGbE4Hwdd5hpaGTbNDTSrh4UmOQkVqxG7PvSxVNe1XH1sxh9n69D9GGoe1LjtVDqRfEw6zCAFMWo9ocC6Xq0CYqn05DUT3mr04WgGWz/WhboF1jk6xpzSBQRYeeZOdMpf14zk/qtu6VJgXTOX/PFktPULPBny71Tux/6FnLxm0lpTTjLG+vP7C50qF1jXDE+rFXbFWHztAk+SZ+ZIJ/L5J1nIFdbMyWkq7OQLvpJaegXfBgYWAh2T/HV6mxk27GdQpzth4yXW14t+H3J46+rhs5YR+Fn4fJ5/Y+9mdatxOGwCUCiWQt9KaV2erS3UrArs3AvubVeRKxLxhUIO718f1PBFP2/ZIoPCfg6rP6FCE8+yNI+Uzl9n3rPE5LqkUunHk3csOP2pGUhVY/G1CqyrTrKgOkfPhE7561xjazrlr/MtS5GCCBzKF3AyPMEXnaTqabfAk9Q3VSe8/3WSRlaaqdmPdWMbzaS4WqEnb+dWYF0zVP2veulCnqYLvPJaugU/KF3jAt9uVFi90AdlW/BrDJ65I53y1wv8XijsK1LoSRqYq2Pun3NQzQT2v07G0aPAeoEno4kt0jduOVq3Wmvm4x3ot4xcLicAAAAAAAAAAAAAAAAARQ/SOQAAP5tSkinPSFZkJHP0zTi6ubEYZXZ64slltCjPSDJsNvzj4MoagyjbTb+iHoVXGhOYemVL/p2zhLmDMymy0zXrbKEOW2TA0Tbgmdhr1nWqthXYqeIRmqMkUhb9VrJ4Qo7IQD2oMMmJ4ToueZ3/oPRRGPqNLOhkdArNEOtgEFz4fyPyaGTcYgS3oEAefJEbZ48OnDzPpXwlAj9F9YqunVvVNTbEAM8AACWdbvXWxi1Hq8fYBgAAAAAAAAAAAAAAACjKEIAGAPhRst/dkSVFyjOShQ4emiPjBo/OHQnPpOMsPd9uTFtJlCkX1zNt3ert1AFotlBHvaEiK1Xd5hrbaJdvoAoo/3sQZYO6vXU8mxCNIZzVx6ITyUfHqzkpCN+mHAGAz8MW6Zt3n6dVqiqB76Ft3+EEfgozE4O+HRu7uTgQAAAo2XgWTqYdpxc2MjcAAAAAAAAAAAAAAABAEYQANADAF5CnJygykpUyCd/64ydiJx5ZkPHkjDwjSdu1plnvv9X1uJ0TpHEhtGHYZJhmAJotMlRkJNGGIjPlY1Goq1W2FhNo5n0Y5pnimthajzvMERnSOltLV10XlqpmUapa/jPkmthz/z3GMwD8QBwekUkN6vZG+vmX+3P9AQKfjc/n+Tf2blKnCo/7s38d2Lrsz7P7ty87cMnYzJL8H7l2+tCa2RNHzPq7Sp1GBACg+GDxtQwbDzSo14Ow8Q9EAAAAAAAAAAAAAAAAUJzg71sAAHnJk6MzX16RxoVKogMsBq5V15NOLEk6pco3c41t7GZc+9g/LU4aG5TTSNDcD8fAgiUU8YztBPblNetWQ7ey+NqqrLOOkWbdcsiW/CfD4gkF9h4EAIoeQdnabPdGWfsmszh4QQXFiaebc+/2jYwN9cgPplQobl86xecLvHwbkOIjOzPj4rG9Fb1rW9o5ka919sD2g5tWDJ2+2L1yDQIAUFRpu9UyaT+Za/h/9Y4UAAAAAAAAAAAAAAAAKCGQ1wGAEkQaG8zRNVGPoyyLD0s6tVwaFyKJDbIZd5hrbMvUs4MexO2cwLQVWalsrdyIGOdDXpmjZ6q5Wx2vFnwbN7pWc+RmymrErgJPg2/rTgCg+DPsvTLt5VUCUNyMHdCO/BQBL5/8M31Mp0FjSbFy9sD2vWuXuJb3It9AJpVkpKYolUoCAFCEWQxYQQAAAAAAAAAAAAAAAACKJwSgAeD/jTw5Sp6RzNEx4uibMxVFVmrEwtbS2GDathy8Watc7dy6JDPtzv7crdIS1AFonrmTtns9tsiQIzIgGtElUSU/bff6XGObPEfUKluLTgQAAAAgR7NOfbzr+xmamn/phkqFIuj1c+dyFQgAAAAAAAAAAAAAAAAAAAAUDgFoACiWlNJsaXSgJDaYLdTRdqujrodOqSFPjqINo+ZjDJoMZYpsLT0m/UzJUmLVnXlGNkatxnNEhmyRIc/MUV3nW5e1+G1D/oNydE0IAAAAfIYH184vmaR6It69ahGdaGPT+cc8gZBZ++7546W7hkUEBxqamjXr2Kt+687qDSNDA7cunR346gmLzbG2d+48eJxL+UoFHmLrsj8DXjzuP372hoXTQt+90jcyqd+qQ4tuA/9zVzuWzzu1d/PwWcuq1mlMckZrntS7dVpK8sLtJw9uXnF2/3Za/GNgBzp3Lldhxpq9hT3GJ7evnt675e3zx7ZOpS1s7NX1Kf3ahrx5QRvzt52wdnAWZ2fuWb349ZP7ESGBBsamZSp4dR40Vp2Npkc/tHnlzXPHU5OTnFzdBVparx7dW7DtmLG51eKJQx7dvPTPoau71yy+f+28ha39zDX76EFP7dkcFvRWnJlp5eDUqG1X3yb+zK7uXT67dt7E+VtPblz0B92Jtq5OuUre7fsN37L0z+A3z8VZmeWr+Pb7faa2rh4BAAAAAAAAAAAAAAAAAAAo5tgEAKAIk8YEZTw8kXpte9rt/Zr1mPWDw+d1j3W2AAAQAElEQVQ3j900LPX6Ts0618CCachSYjTrJh1mWgzaZPvHRV3v9uoiS6hj0PA33RodRR6N2Nr6BAAAAL4TSzvH2n5taMO9cg3/XoPpxOZ+fO/lurmTTS1sfJu2zs7K3PTXjIfXLzD1sIDXk3r7v3n20KN67Wp1m0SHh84a0vXJ7auFHSXo1fNZw7o7uboPnDTXyNR8z5olty+c/M9dtR8wgnbevnyuODuTLh7YsCIyNOi3yfN09A0qVPV186pOi3Wat6PnXMevXWGHPrptzcJxA+iGvk1bGZtZXD9zRL2qbov2rp5V1IsZqWkXjuzh8fkN23TmCwQ3zx2bO6q3Qi5n1m77e+6Rrat1DQx8m7SKeh/0+OZln0bNjc2tmLVKhWLaoM6GJmadBo5p3rkfrTy6dTno9TO3itWq1mkU+u7VmtkTb2gcOisjY1y3ZrR/rzFT6RWmqyb0bJEUF9NxwOg6fu0f3ri4ZPIwAgAAn+HV63dlPXzXrt9GSqr5i1bQKxAdHUvg/0VWVjYpztLS0if9MbdmvZa1G/rfuHWPAAAAAAAAAAAAAECJhxGgAaBIkCdHZ4c8VmQkKbLT9ev3V9fT7x9NOrWMNrjGNrrVP4aQuAaWdM7iCdhaOpr7Me06j8Vis0UGeUZr1qvVnQAAAMDPYmXvXKd5+ysnDrpXqdG8S788a/tPnF29XlPaaNtn6PC2dS8e3VupZn26uHHRdG1dvRmrd5ta2tDFTgPHTOnfbv2CKcsPFpqBHjR5fkWfurRRrlK1Ia1qXj97tHr9Zp/eFV+g1ff3WQvHDTiydbVXzQbHd67zbervUb0W7ebpXTss4PWLB7frtejgVK5CYQeNCQ/dt26pU1n3iUs2a4lUL0VsNq88sOFvZm39Vp2S42NfP87N5RiZmU9auqmMR2Xa7jpU+c/00bcvnnp86zJ9yKlJCRcO76LnP2beKrq2Xd9hI9rVD333SvNY1eo0ad9/pHqxRZd+dGIS0i269f+9m9+pfVt9GrdSd2jaoUe7fiNoo3q9ZoNaeGvr6E1dsU2gJaKV8JCAZ3evJ8RGGZtZEgAA+L+TkZF14PBx35rVHe1tCUA+k+ZuaN3Ep5a3B4vFIj/Stp3758xfxrRdSjuVK1umVYsm1atWIt9myoz5Z89drlfbx83N1cO9HK1ER8fuO3hs2OC+5CdSKBRnz18RCAR1a9cgX0Uskaxau+XqtVvhEVGlSzlOnTjatUwpAgAAAAAAAAAAAABfDiNAA8DPJkuKzHp7M/XadkVmirqYHfwwZv2guF2TEg7NUYoz1HWukRVLqMM1tuHomWnuxKDJEPvZtx2XvDbrsVizzrd04VmUypN+BgAAgCKltLsn09AzNLZxLBURGkTb4UHvAl48rt+yAxNZpkR6+jUbtUiKi02IiSxsV3alXdW7MrOyi4t8/zm78qheq0qdRid2bVo5a5yRqUWPEZPJlzh3aIdSqew4YDSTfqZMLD4VKWbSzxSLxWLi2tHhoXQemfPAXcpXZNbq6BvaOruEBwdqbtuwbRfNRWNzK/X40Fb2zha2DhEh/+pvbmPHNHh8gUjXgF4WJv2ccyBV8Cg+OpIAAMD/o117D85d8Hd6WgYBKEh6Rta67cdn/rUlIiqO/HieHu79enct71725eu3vfuPmDN/mUwmJ18rKir27LnLPbt1+OfveYMH9tLRVb28mTH7r60795Gf6+nzV6PG/RESGka+ilgiGTR8/Pad+8q6utT2rf7ixZt+v42ij44AAAAAAAAAAAAAwJfDCNAA8KPI0xOksSHSmEChQ0WeZWmmSBffz2rAtPnWZYVOXkyba2jF4mtxRIZskYE8I5kryE3q6Hp3oFP+ndP+BAAAAIo/vkCYGK/KfIQHv6PzQ5tX0ilPn5SEeHXq9xN09PUT46I/c1c9R0x5eudGTHjoHyt3qHPMnyk8KIDFYpWrVP0z+6enJB3euurJ7Wvx0ZEGJqr3dKWnJhNVbFp1JhmpaeqeGWkpBkYf38dFj5J/tOb7V86dPbiDPkaZVEJ7SMXZcrmMw/nv3+xEOnp0LpdJCQAAFOL5izdlXJx5PPxzGfzfehcUPnH2uqb1q7XxqyXg88gP07t7x0YN69CGRCKdPW/ptp37bW2tu3dpR75KWHgEyQlVk2Lu1OkLt27dnzNzon8r1YeWPOz4rGvPwYeOnhw8sBcBAAAAAAAAAAAAgC+Ev+gAwPchT4lRymVcI2t1JWyKj1Impg3jtn/ofwhA88ydWTwBW1ufIzJUSrPVnQUOno6LXxIAACiS7l89d2DD8ujwUDev6mMXrCGQo3+Tyk6u7hOXbibwXeR8Grtf574e1X3zrLF1diFf5DN2JZNJiVJJG1KJhHyhjPRUDpdHPu/j4+OiwmcO6cJmcbwbNC/t7hH85sXhLauYVSYW1gbGpldPH6rfqoOple3dy2eiwoL9ew3O80A07Vu39MjW1ZVrNWjV/TcjU/ODm//JTEslAAAlW2ho+D+rNz5/8TomLt7GxqphvVr9+3YT8Pl0VWpqWjXfZmv/WXT/4ePTZy8lJCZ6VfSYPH6knV3ur64vXr5Z/Peap89fWlmYe5R3u3j5WsvmTX4fM6TAAwWFhM1fuPzps5ccDtvZyXHk8AEVP8Qxjxw7vWvPoYCg4Arl3RrU8e3SuQ35PB269q9X29fS0mzt+m0xcXHOjo7Dh/aLjo7ds/9IUEiojZXloP49Gzeq+5/nMH/Ris3b9jA7pHOvShW2b/qHNnbsOnD63KVXb96JtLXLlHYeOqhPhfLlmF0xmwz5rc+VazeCgsNsrC2bNa5PLx2b/fHz4uiBRv0+7V1gkKW5Wfeu7Tu0baleFZ+QNHX6PHoBs8XiUs6OQwb28qlRlVlVo3ZzNzfX4YP7rdmw7ebNO3TDUcMHfvUlgu9OoVCcOHfr1v0XvTs1rVi+NPnB+HzeH5NHv3z9ZsWqjS39Guvr6756/a5Nxz6jhg2wtrbcve/w/QdP6Depl5fH3yvWPXz89N27IHNzs4qe5eltY2ZqTPcwZvz0k6cv0MaocX+MGkfWrVxU06cavdWfPX9Ni2U9VK/3BvTrTneY/+i0W2Jicv26vleu3YpPTCzl6PDbgJ51atVQd3j4+NnCv/6hN7mOjo6bq8vE8SPo9wKzKv9Ne/7StWEjJ9FVC/76h0608ejuBaGAr3nEt++CWrXr2a5N81nTxquL/QePffTk2dXzR/YdPGZibNSyeWOmXsmzvJOj/dnzlxGABgAAAAAAAAAAAPgKbAIA8CUU2WnSmH990nrc9nHBo1xDJ1dPOrVMs84ztadztsiQEKVm3XHJa/vZd2wmndYq40MAAKDIC3nzYunkYWkpSfVbd6rT/CvHbMvOzBjTqfFfEwaRn+Xsge2/Na/+/P5NAr+UXCb7zJ62jqr8DZvNKVepep6JJxCSL/Gfu1Iqlatm/a6lI6KV5dNGJ8ZE59mDTP6pYZKNzS1lUklkSCD5DIe3rEyKi524dFOnQWO8fBt4N2iuuXbQ1AVScdbYLk3H92j+99QRFX3qNu/St7BdJcbGHNm62qdRy5GzVzRu371KnUbW9k4EAKDEe/su8Pip885ODh3atkxMSPpn9aZ5C5drdhgzYfqNW/cGDejZt1fXO3cfjhg7RZnzHpjIyJgefYc9e/6qScO6lhbm+w8dz8jI7NW9Y4FHefM2sF3HPg8ePanl6924Ud2Q0LDuvYfeuHmXrjp3/sqEKbOlMlmHtq2UCsXJsxfIl9i4ddf6TTv69enatVPb4NCwgUPGzf9rRdXKFaeMHykSaY8c98f9B0/+8xx8vKvU9KlGG506tB42uK9/S9XgsvRhHjh8gl6TFs0auZV1uXbjTrfeQ96HR2oe/fHT5/17d5s8foSxkeHSFetmzv5Lc+3kGfNsrC38WzRLz8icNnPh5au5r6ySk1O79x5y49Zd72peLf0av38f0W/QmPMXr6o3DA4OHTNhWt1aNfr16ebfqtk3XiL4ERKTUv9atWfRyt0JiSnkB+NwOI0b1k1NTXvw+Km6eOzk2a3b93Xr1LZ3z041faqmp6Xv2XeYz+d37tRGIOAfPnpqwOAxcrmc9mxYv3ZLv0a00aRRXXp729qo3sDQ1r+Fk6O9gM+nFTpVr1KpsKNHREZLpNLxY4eNGNI/ISl50LDxR4+fZVY9evKcHiUyKrqdf4sqXh5Xrt9u26lvVJTqw0kKvGmdHOw6tlO9DaBWzerMcbkcTp7DuZR2qlSx/Jlzl7PFue+yi42Np9+n9PtIKODTHziVKlXgaGxF9xkeEUkAAAAAAAAAAAAA4MthBGgA+FwplzYmnV6hyEjiW5WxmXRaXad/UlVKxSyegJB/DVJo3m8lR9+MLdQlAABQnJ07tIPD5c1at9/Q1Jx8g+zszMz0NPKzyKSSjNQUJt4Ev4SegRGdvw9885n9rR1LOZUrf+7Q9lrN/C3tHJliamK8npEJ+UL/uasze7e+efpg6IwlZcpX+r17sxUzRk9dsZ2VM+Clrr5hzmm/dSnvVdj+y1Wsdv/Kua3L/hw9b6VAqE0rMkmhgen4mCi+QMvQ1IxZZC6IXCZnFkU6ehWq+lrZOzmWcbcv7WpsbkUKFxcdTudmVjbMojg7Mzbqfc7epBwOfrMDgJKrfj3fnVtXeVZwo+3hQ/u369hnz74jo4cP1NXVYTq4u7n+s2yelpD+0kpSUlK3bN/74uVbd7cyW3fszczM2r9rvVu5MnTV8pUbVq7Z/PZdoJlZAU89s+ct1dPX27F5pbWVBV0cMaR/5+6/Tf9z0bmTe2/ff0grM6b+TvdJcsLB5Evw+bwtG5YbGRrQtp6e7qIlq0YOHdClkz9ddHCwo0c5fvJsZS+PT59DTZ9qr98GXL9xp00rv/LursyeWSzWn9MnODk5MCPU7tl/dPqshfTijB318T1pf04bb2GhepJq1aJJ/yFjaZ9OHfxdy5TKfdTTJjRqWIc2Bg3s2aBJuwMHjzND5y5fvSEk9P2KZXPr16lJF7t0btOhS7+/lq6uW9uHSXZGREavX/WXekzobbv2f8slgh/n8fOA32eu9m/m27R+dTb7sz7d4utYmKt+lQh4F1Svdu6b4aNj404f3W1sZMCMcU6/79avXuJVqQJtK0cNnjD5z6Mnzl67cYfeck0a1eXyuHSxbu2aLZs3Yjbv2K7l5Ss3YuPj/3PsZCdH+2mTxzDtZk0atG7Xc8nyNXSfHA77z7lLhALBtk0r7WxVr8Fq+lSnx12+asOcmRML/L6mu2rdqhn9Nqlezat3j06FHbFta7/J0+adO3+lhV9Dunj46Cn6W0mHdi3j4xOlUpmBnp5mZ5GOKCMji04ikRYBAAAAAAAAAAAAgC+BP5MDQF7ylJj0e0eygx/SyX7OXXWdxeEqMpJoQxL5rySTkd8o45bjOPp5U3E8c2cCAADFX0zEe3Nr229MPwu1RfM2H9ES6ZCfpVmnPt71/Qo7qsFq1QAAEABJREFU7aBXz+xLu3K4PAI/jKmlDZ3uXDqtb2wi1BJZ2Nr7NvH/9Ca9RkydMaTrhB4tKvrUMbGwCn7zMuDFk8W7z3w6Fvylu4oJD92zdnHZitWq12tKe3YfPnnt3El71izpNEiVjClXqRqLxdq7bmlSfKxUIqlWt4lT2fJ5dl6vZYdzB3e8eHB7Ys/WHt6+SqXyyomDhZ2Jl0/9F/dv/T11pE+jFo9vXnlw/SKbwwl8lTv84eo5E0xyHl3wm+ehAa/tS5Xx8K5dWJrZqYyboanZmQPb2RyuSEfv5J5NGWmqIRsDXz6lD4cAAJRUbDabST9TWkJBtWpeQSFhYe8jmFgzZWdjxaSfKbdyqnBwRESku1uZgKAQkUhL3a1SRVXykhaZoZQ1BQSG3HvweNjgvkzymOQklf2aNVy+ckNUVKyVpaq4dfueuX9O5nA4BgZ65Evo6+kx6WfK2Ej1Phwrq9wXMO7lXLW1tSKjYv7zHCwtzQrcebmyLup2vTo+02ctDH0fXmBPeuY9u3a4dev+w4dP1QHoCuXLMQ16hi6lnYOCQ5nFI0dPeVWqwKSfSc4Qtk0b199/8HhEZAwTJKUVdfpZ9Yi+7RIVNQISGxsRcukmm8+juFwOh82mLx9YhPUDA8TfTlrI53KIJdLdhy9eu/O0Txe/0o7W5MfQ1RXlOQe/xvWNjQw0+zDpZ5KT3a/l6330xNnQsHDyXdEjtm7ZdP2mHcEhYRKx5OWrtwP6dWduWqqlX6NVazbff/iYfNtNS78xFy1ZdeLUOXUA2ruaV+lSjoFBIXRRkPOGBDV6A9F5RmbmVwSguSRNnPTm8i1l7q344V5U34p8LkfA5wmE9Jg8oYCvagt4Aj5fKFA1dETaBAAAAAAAAAAAAKA4QwAaoESTJ0dLYoOlscGi8vXVCWZpbEjC4blMWxL5hm+V+8dgrTI1TbvM45k78cwcNXfCNfpRfx4DAIAvlRQXs2HRtLB3r9JSks2sbNy8vDsNGsMXqP6Ufu7A9jMHtifEROkbmbh5Ve8xcjIzcu29y2dXzho3f9uxHSvmv3n6UCGXefk26DlyilBb9D7wzcRerZg9d/N1dS5XYcaavbQ9uFVNC2u7P1buVB+3f5PKTq7uE5dupu0rJw6eO7g9IjTIuWz5KrUaNW7f/eH1C4snDqGrqtdrOnTGEmaTlIS41XMmBr95IZVIrB0c2/YZ7lG9FrNqUu/WFarWtCtV5tDmlXFREVYOzh0HjFKvzePtswcHNq4IeP7Ews6+QlXf5p37ivT0p/RrG/LmBV07f9sJawfVG3KCXz/fuXJh0KtnRmbmpdw8H1y/4NukVffhkz/x8EnOCLt7Vi9+/eR+REiggbFpmQpenQeNLSxUnRATSTs/uXtNKNR2r+LdrGMfa8dSpARjczhDpv01f0zfM/u2sVgsv879/nMTp3IVZq7Zu33F3BcPbmlp69CvVKseAwXCrxkMr7BdKRWK5dNHK5XKfuNnMj1rNWtz68LJ4zvXla9ag37LmNvY9xw1dfPimYe3rOIJhKXdPPMHoLk8/rSVuzYumv766f3rpw+XcqvYvEvfQ5v+KfBMGvh3ToqPvXLqYOCrp9b2ztNX73py5+retUvfPnvoUr5Sm95D6X3++NYVdX8bp9LTV+1m7sA86PmMnrNy58oFR7evNTIx927g19C/69xRvY5uW4sANACUcEEhYWvWbnny7GV8QoKhgSpSmZpa8OdOGOakGNMzMuncysL85q172WIJM0Ays4mxkVH+rQIDg0nOENF0yrMqPiGxcwf/oKDQQ0dOvnj1tlvntu3atODxvs8/uHG5HG0tLZlc/p/nUFgAWiqV7d1/5Pip8wFBwcaGhnSHaamFfiKHtZUlnUdERRe4VigURMfG0UZsbHxGRpa9na3mWjtb1QcURERGMVlSyw8pbcaPu0RQXERGqu4ra40bw9Ii74vq5OTUtRu33bh1Lzw80sLMlBT+jfwtrHLOITIqJiPn54CDnY16FX3J6mBve/X6bZlM/i03rYDPb+HXaNvO/QmJySEhYcGh74cO7kty3rSgelBp6Zqd09IzSM57DMgPkJGZnZCUJpZIxGIp/Vknlkqzs2lbki2WiiXSrKxsPp9naKBjZKBvROeG+lbmxrZWpg52lgQAAAAAAAAAAACgOMAfGwBKEFliBIvL5+iZMovy9ITQKd5Mm6OtJ6rUnGnzrcqIPJvwzJ15Zo5cjXGdVdFncycCAABFVVRY8IzBXbLS07x86xuZWQS9enbv6tl2fYfzBVqn927dvnyOtYNzg9adg9++uHLiQOi7V7PW7Wex2XRDqUQ8sZd/uUpVe42a+uT21WunDvEFwt5jpukZGPn3Gnzh6F6ZVNK4bTcjU4v/PIc7F0+vmzfJxql0vZbtg1+/vHn+WOP23S3tHOl+Dm1eqe6WnpI07bdOiXHRVWs3Eunq37l8euG4AcNnLatapzHT4dzBnQItrWadeol09A9sWr54wuAley8YmeUNScRHR8wd2UdLR9e3aeuk+JjT+7a27DaA1uu2aH9LS/v143vqbjOHdGVzuFXrNEpOiKMPkMPl+XXKzeMW9vDpqozUtAtH9ji4lG3YpvOT29dunjsW8vbFvC3H2Dmf7Z7H/DH9YsLDqtVtwhPw71+7ULVOkxIegKZKuXmsO31fs9JjxBQ6aVY0k/SUvUvZyX9vJZ8h/66YgP5/7urP9QfyVMb/tV5zsYF/FzqRT9LRNxg+a6lmpW2fYR/bfYfTiWnTu6Xjb6PppF5r61ymeZf+TJve8+rbPisj/ei2tcd2rL11/kTdlh1Gzy0gUe3o6p7nQS3ccYppVKnTaPu115qrlu2/qLnYqF03OhEAgP8712/cGTR8fHn3cm39m5cu5Xj85LnwiKjP2dCjgtu+g8f+WbVxzMjfMjKyduw+YKCvV6tm9fw9WTnDqQ7o262Gd9U8q0qXdhIK+LNnTBjQp9uiJStnzll86OjJLRtWqMec/l4+fQ4FbiKWSIaNnPTo6fPWzZv27NYhWyKZPW8JKVxqmipsqqT/+ySlUllYkfVh3FnWv8dC1tYS/oRL9NOIiZmZtV7dGlwdkRZ9aAIBn8vlsJmRd4uw0xfvyqQFDAIt4PP8m/k2rV+dPoICv7jfxa27D+jc2vpjsjbP5YqIjO7Vbzi9jE2b1Pco7/by1ZsVqzaSHyAtJ3+sVN2zBd/JHA79Un7rTUt/HG3dse/IsdNhYe9NjI0aNahDPgzx/j48Is/56OnpMuNAfykZ0RUYetTxVuqItOkJC4V8Ho/7RbdiZmZWQlJacmpaQmJaQlLK9TvP3ga9l0pl9rYW5cs6VfUs4+SAUQ8AAAAAAAAAAACg6EIAGqBEiF7VO/PFZdowbDLMsHlu/oajY8wWGSilYqFDRbb2x5FmaNG83yoCAADFCv1T/dq5k9JTkqau2F7GozJTzEhN0dbVi4sK37VqYalyHpP+3syMBr1m9oRrpw9fPnGgbov2TM/6rTp2GfI7bVSv3yzk3avrZ472HjNN39i0bd/hD65fzM7MVKc5P+3Fw1t0PmDCHGbQXHo+dG5p50Q31wxA7123ND46YuSfyyvXVn0qdOP23Sf3bbvznwWVfRsw2WIunzdz7V4TC9Wf20V6+n9PHXHrwnG/zn3zHO7t80dSibhdp+HMKno4LZFOzsPplBwfqw5An9i9kXabtW6Ho6u76uhrFx/dtjYs8LU6UV3gw6eLtMOkpZuY69l1qPKf6aNvXzz1+NblSjXr5zmT5IS4yNAgzxp1Bk9bRBe7D8/g8ngE4L8EvXqmZ2jE3Or07nX1rHxsx9oCE/YAAFCYuQuX29vZblq3VMBXDeQcExt/4tT5z9mwhV+j23fvr9+048LFqympaQqFYu6fk/X1ddUd1PlIZ2cHonpPC7talYqF7c3e3mb50jl/zFiw7+CxK1dvNmlUl3xXn3MOlFQmVbfPnL187cad2TMmtGntx1SW/r3mE9s+e/6KzvMM7ZyfmZmJUMCPjPxXyjwoOJT8ezDd/H70JYKv4OleqnenpsZG+qSQaPt3ER0de/7CVRtrS88K7oX1WbdhW0Rk9KkjO+l9QlT3ofXnBKClYin5Qs9eqO5zeq8mp6SSnOC1ehX9IUDvZDtbG86HF2OF3bTSgqLkmlxKO1WvWunI8dP0sXfr3JbJN7PZbD093Rcv3mRli5ksNd0PPZ+qlTzJL6KtrUUnW+t/DSH/NuD9q4DQe49fHz9708hQr0YVdyShAQAAAAAAAAAAoGhiEwD4PyIJf5lyeVP8nqlJJ5dp1pUKBdMQR/xrXEDrsYccF7+0HL5Dy7UmAQCA4izs3et3zx/VaNBcnX4mOdFhOr9z6ZRcJm3dazCTfqba9BlK5+p8MFENSVta3XZydRdnZaQmxpMvZ2qp+rv4iV0bFDmf1a6jb1hgt2unjziXq8Cknykre+fqdZvER0fERYfnnrmOPhMJpUqV9aDz2Mjw/Psxs1QFdK6cOJCalPCJw0UEB/IEQib9TJWpoLpEESEB6g6fePjq68lisSr6qBIP0eGh+Q+ha2Ao1NZ++eBO4MundFGoLeLy+ATgk2RSydIpw8Z0arx44pDty+dO/63TwnEDjM2tKvkgEAYA8AUiI6PMzEyY9DMVEBBM5zKZ/D83ZLPZrmVKt2reuE+vLquXL7h8/lCdWjWYVcxArUyol3J2cqhUsfzO3YdCQt+rN09ITGYacQmJQSFhTLusq+pFRUZGJrM4bOSklm17aG711T59DpShgeqNzQGBwepKdHQMUY25a8UsRkRGZ2RmSmX/Cm5KJLn50aio2G079olEWnU/XITC0BdF9evVun334fvwSKby+k3AiVPnPMqXs7AwK3CTn3OJ4IsYGeqNGdRx7OBOTPr5x6E33uARE5RK5bDB/Xi8QgfjiIyK0RZpmZqZMIvv3gUR1Tfyp3LGBgb6YolEfWsVRiKVqrPdt+48OH/hagX3co4Odu7lXK2tLM6cu6T+cbH3wLHwiKh6dVT/RFbYTWuU840WqPGNVphWrZq9fRtIt2rburm6SH/I0HPetj33c0tWrd2cnpbR3K8RKUpcStm2alLzzwn9lv05rFHtys9fB/+xYNOUeesfPXtHAAAAAAAAAAAAAIoSjAANUIwppWJpTCDfppy6knb/SMr5tbTBM3UwbDZCXTeo11e3ejueqT3f0kVzD7QbAQCA/wsRoao4bxkPr/yrot+rsjtW9o7qiqmlDYfDjYuKKHBXujkx4syMdD0jE/KFGrXtFh4ceOPMkeA3L5t06FG/VUcON+9AyImxMVJxtoWto2aRWaSnZG5tn/d8ckIGWelp+Q9Xys2j06AxBzeuHNO5cd3m7Zt37adnaJy/m7G55cuHt+lBeQIhXcxIVw32pm9UQE+S7+GnpyQd3rrqye1r8dGRBiaqTE96anL+rej1HDZj6caF02YM7ly1TuPWPQbZOJUmAJ/E5WknWMEAABAASURBVPFHzPp777olT25dISyWhY1dgzZd/Dr10TUwIgAA8Nnq1fU9efrCnPnL3N3KHjh0/F2AKjf5/OVr35rVPr3hpcvXV63b0qdH59i4eDrRTXxqVLOzVcWFzcxM3N3KHD1xNik55e8lc4QC/oSxw3v0GdK6Xa+6dXwsLc1fvwl49OjpySO7LC3Nzp+/MmfBskYN6piaGJ+7eEXA51esWJ45REjY+4DAkHMXrvbv05V8s0+cA11bxcuTw+H8/c/6uLgEiUTSsH6dWr7eS5avnbtgWfcu7cPCI3bvPcxlc4KCQtPTMnR0Rcw+BwwZ69e0QWRUzLUbt5OTU6dOGm1m9t+vAPv17nr2/OVBw8Y3a1I/MTH55OnzMpl86KA+hfX/aZcIPgebzW5av1obv1oC/g/8xBL6zbV7/5GY6NjQ9xF8HvePyWNaNv9UzLdOLZ9rN+6MGz/dr1nDq9dvX7h8jcfjPnvx+hObVK9a6fDRU5OnzvGtWT0hMZF+gxQYsA4Pj+zVb0RlL48374IuX7lhZGgwecIIFovF5/MG9Os+bebCwcPHe3q40x8dp89eMjTQ79m9Iyn8prW2tnC0tz1x+oKxsZG2tradrXVhj6tpo7oLFi738vKwsjJXF4cM7H3n3kP6jfnmXSD9vnv85Hm1KhXr1S2ioxIYG+k3b1SDTgmJKbfuvzh48tqBE1fa+tWuWB6/6QAAAAAAAAAAAECRgAA0QLGUHXAnZvNIebLqYzodF79g8bWZusCmHMfAgm/uzDNz0OyvVbYWAQCAEoDFKuDzPfJ/mLVSVVKy2CzyvQmE2oOmzPfvOWj78rlbl/55+fj+6at3qUeeVh++oE1VRRbri0+peZf+dZt3OLJ19ck9my6fPDB1+TZb5zJ5+ri4V7x26tC+dcu6DB2fnZlxZt9WLZHIs3qd/9x5XFT4zCFd2CyOd4Pmpd09gt+8OLxlVWGdParXWrz33KWje/esWXzn4qmBk+fWbNyaAHySc7kKE5dsIgAA8A0m/j6Cy+EcOX7m0pUbnh5uy/76c+acv9au3zpoQM9Pb+jjU61hvdqbtu1OT8tgKhwOZ8bUcW39/Wh70dzpy1dtePDoqUQsFgr45d1dd21bs2DJP7fvPNDR1fEoX25gv55aWqr3VpUpU6p+vVpPnr7IyMis5Fm+95+dnRzsmB0uWTirRZvu+vq65Hv4xDlQdnbWUyeNnj5r4YpVG0UirQoV3OrXqfnX/Okbt+yau3CZk6PDrD9+19XTHfP7tF37DqvTxj41quzZd5g2qlX16tKxjVelCp9zJq5lSu3dsW7B4n927TkklkhcSjsN+a2PdzWvwvr/tEsE/6m0k02/rn7WlqbkB3v9JkBPT9etrItvzeqdOrR2sLf9dP+O7VvGJcQfOnLq6fNXpUs57ti08vrNu0uXr3n05HlFD/cCN2nZvPHN2/ePHj/z+OkLUxPjgX17FBjft7Iyt7Qw27Bpp5WleccOrfr17Mq8Z4Dq0Lalnq4u/R7ZuGWnjo5Ovdo+E8ePMDFWvR+ysJuW/pSYN3vKb0N/37R1N233Kzy4L+DzW7dsWqN6Zc0i/T49sHvjmnVb6M8roVDQp2fnoYP7qgewL7LUSei3Qe/Xbz+BGDQAAAAAAAAAAAAUEQhAAxR10rgQcdCD7JDHutXaChw8mSJHz5RJP1Pi9y+EzlWYtk7lVnQiAABQ8ljZO9P5++C3+VeZWanSBrGR4WZWuUGTmPBQhVxuYWNHvgqXw5FIxJ/oYGHrMHbBmjVzJl47dejB9Yve9f001xqamXO4vLjIcM1iRHAAsyH5ciI9/S5Dx9s6u9Ajnj+0q/fY6Xk6+DZt/ezezZN7Nt27ei4jLUWpVAyaskBH3+A/93x4y8qkuNhFO08zJ2Zh65gnAJ0ny83hcBv4d/Go5juqY8Oj29YiAA0AAPATmBgbzp8zVbOyeMEMpqGnp/vqyTXNVTV9qqkr2lrCubMmzSWTSM7bwwICQ/oOHLV63RYmAG1vb7No3jTNbV3LlNq4ekn+E6jkWZ5OpCAsFuFyOT7eVUkh9u5Yp7nYumVTOmlWrl088jnnwOjYriWdNCvNmtSnk2bl5pXjmov9e3ebOnF0/l2NHzuUTpqVzev/znsmawo+kzyHIN92ieB70RFpdWvboJa3x1e85/CLdO/Sjk6f6FDWtXSeb0ySEyweMaQ/ndQVl9JOfXp2YtoN6vrm34Q+kPmzp9CJfJJQIJw3e8q8Qro1aVSXTvnrn7hpK5Qvl/8mL9DvY4bkLxobGUwaP4JOpBhycbKdN2XA+Sv3V24+UtrReli/NlpCAQEAAAAAAAAAAAD4RdgEAIq29zPqxm4bm3pte3bAXXWRZ+Zk3Gay5ZAtdjOuqtPPAABQktmXcrV2cL568nByQpy6mJGaQueVfFR/0b9x5ihTVCqV+9YtpQ2vmg3IVzE2twp99yo7M3esxEc3LmVlpDNtevTI0ECm7VjGjc6zMzLybM5isbxq1nv77EFsZBhTCX376tbFkw4u5YzNLMkXevHgFtNwyDmc+kz+dUQ227FMWe/6fi269h//14aVR29Wqln/c3YeHxPFF2gZmuYOEfc+8A2dy2VyZlHP0Dj6fbBcLmMWXz++p5CrVplY2ugaGGVlphMAAAAowuiLoguXrzOflUFfnzjY2zo72XM4HPKdZGWLp/+5aNzoIdZWFgQKgkv0M82Z2Ld2Dc8fnX6G/3tsNrtR3arzpwxITkmbNHttRFQ8AQAAAAAAAAAAAPhFMAI0QFGR9epq5qur2YH3hY6VjNv9oa4L7MqLw54Jnbw4Buaa/fXr9SMAAAAfsNjszoPGLRr/25R+beo2b08rGWmpV08dXLTjtK1zmer1ml47fZjN4egbGb98cCfg5ZNSbp6VatYjX6VWU/93zx+tnDWuZuNWEnHW9uXz6NGZVXcvn9n295zKtRoYGpvRNofDLeNRwIeht+r+2/1r5+eP7l+joV9qUuLN88eVCkW7fl88Ctr7oLdzR/YuU8HLybX885wkdDmv6vm73b9y/tDm1X6deyfFx9Ap8NVTj+q+5tb2/7l/L5/6L+7f+nvqSJ9GLR7fvPLg+kV6DenmzFqPar5nD2yf0KPF8JlLbZxclk0doa2jW7FG7YjgwLTkRJ/G+EwGAACAIm3fwWPTZi50Ke1UvapXSmrajZt34xMS8wx7/C3u33/s61O9R9f2BAqBS/QzaWkJCcB3YmSoN+P3Put3nJgyb33/bs1rVHEnAAAAAAAAAAAAAD8dAtAAv4wsPpRr8jF6lXprX8ZD1QdoKiVZmt3M+6zgmtgRAACA/+JZo87UFdt3r/7r9L4tLBbbys6p8+DfdQ0M6apBfyw0sbC5d/VsQkyUgbFpnebtug+fSL5W3ZYdsjLTzx/avWHhH57edYbPXLpkUm5UyMGlbCWfuu+ePxJnZbqU92rRtb+VvXP+Pdi7lJ21dv/Wv2efO7RTKpHaODp36D/SrXIN8oWEWtq1/dq8fvLg/OFddqXK9P19Fn1o+bt51qhVuVaDk7s3i7MzmQqLxeozdgZ9IJ/efwP/zknxsVdOHQx89dTa3nn66l1P7lzdu3bp22cPXcpX6jBglEKpeHr7ekxEmLmNXf1WHR/fvnrh8B4za9uW3Qe06j6QAAAAQBHWukXThISkg4dPbN2xz8zMpFxZF7+mDVs2b0S+E9+a1ehEoHC4RADFF4/HHdSrlWspuzVbj70JfN+9XSMu97uNoA8AAAAAAAAAAADwOVjMB30CwE+T9eZG0ukV4pBHLK7AYeETdT3j8ansoAdCJy+hU2WOnikBAICiir58kslkUqk07eXVjM2DjFuN1fftXGA3hUIhlcmzxZLEec2IJMN+2lmOrjGBX4p+XcKD380e3pPH5y0/eJUUWzFbxmY8u5Rdd6TAvb6Otpa2lkDA53G5HFYO8g3+devOaURkYoeZl9jaegRKsLi9M9LuHs2u0V/g1VKkLRRpCentxuNx899vwRN9xCYurHYLdHR0RCKRUCjk8XhsNvsbb8vvQpmD/vQWi8UxV3oqM0Nc2hXjHwIAPwH9lpHL5VKpLCJO3GV2ZpWyoukDrAlAyXb9cfrcLZH+3tnta3F1RPQ1mJC+CKOvwYrIk923YJ4oZTK5RCJdcyxjz2XZzAHWXmVFBIqkqDhpvznBXqWko/yVOiJteisK6Qs0Hvfn34rBYVGLV+91srMc9VsHAgDfVdjFgZlxTxWee3VyqL7P+XwOh1Pcn3EAAAAAAAAAAL4XNgGAH0kaG5R254AiM0VdUcqk2e9uK6ViwmLJEiPUdZFnU+M2U+gc6WcAAIDvS6lU3r9yjnnjH/0zoZWdo5WdE5uNz0IBAIASbdHK3QmJKQQAAOAbONpZTh/X63VA2METeGsZAAAAAAAAAAAA/FSIfQD8KIr0xLBZDRQZSbTN7vuPqGIzpq7lXNm06wKhUyWeuTMBAACAH+/ikd2b/pphaefoVtk7MzX16b3r6SnJnQePIwAAACXY4+cBv89c7d/Mt2n96hwO3iEPAABfydhQf/RvHf9cstXOxryyRxkCAAAAAAAAAAAA8FPg71sA34cs4X3yudVpt/apK2wdIxZL9S3GM3dmcXnqOkuoo+vdHulnAACAn6a2X1v/3kOyszLOH9z5/MEth9LlBk6e69e5LwEAACjZxBLp7sMXJ81Z+zYwnAAAAHytMqVse3du+s/GQ+8jYgkAAAAAAAAAAADAT4ERoAG+g7idE9Ju7qENYenqut7t1XWTznME1mW4JvYEAAAAfh0uj9+2zzA6EQAAAMgnIip+5l+ba3t7dPZvoKOjRQAAAL5cvZqVwqPiFv6ze86k/ng2AQAAAAAAAAAAgJ8AI0ADfBlFdlrGo5NxuyZpFnlmjiRnpGeBdVnNusijEdLPAAAAAAAAUPRdufVk7IyVV24+ViqVBAAA4Mv1aN/YxFhv56HzBAAAAAAAAAAAAODHwwjQAF8g69XVqH96Mm2Dun14FqWYtp53RzqxRQYEAAAAAAAAoHhKz8hat/345ZuP+3X1s7Y0JQAAAF+obxe/8bPWNKpdxcHOggAAAAAAAAAAAAD8SAhAAxQqO/BexrPzOpX8BHYVmArfphyds4Q6QicvpUyi7onoMwAAAADA/xOxRCqVyMQSis6lEqlMLpfJ5Iocytz/5iK5i/Q/SoVcrlT9J2dBVcdIulAMvQsKnzh7XZN6VTr7NyAAAABfwtrStI6P56bdp2b83psAAAAAAAAAAAAA/EgIQAMULGSClyI9kTbYAm11AJqja2L7xwWemRMBAAAAAIDiLyMzK+R9dOj72PjEpMTk9MTk1KTkNDrRVdpaQj6fJ+Bzc+Y8HpfLVmHlTGwOW43FoQssFlPi5KzVWMUhAMUTvZ0JAADAl+vQsu7IKcufvQosX9aZAAAAAAAAAAAAAPwwCEADqEjCX8pT47TK1VZX+ObO2emJHAMLtpaaBBxJAAAQAElEQVS+Zk+knwEAAAAAirXg0Ihbr42jEo3i7y/JypbYWps62lmZGRu4ONsa6usZGeiYmhgSgBLg0ImrBdZdS9v16dzMysJEiSHMi79Xr9+16dhn1LABA/p1JwAAP4WerqhR3aonz99BABoAAAAAAAAAAAB+KASgoaRLv3Mg4dgieXI018jGbuY1dd2o+WiWQCSwK08AAAAAAOADFv1f8ZSQmHzt1oOrt+5nZYndzdielmHV2061tDAmAPCBkaFe17YNqlUqRwAAAL5Bw1peI6euiIiKt7Y0IQAAAAAAAAAAAAA/BgLQUOLI0xM4Ov9KOciTo+mcZ+GszE5nCXWYorB0dQIAAABQYmkM+pl0bg2LIyBQgonfv2QaLBYrT6NYCAoN33vo9PNX7ypXdO/UpmnZ0o4xV3oqM2OQfgZQ4/N5rRr7NKlfTcDnEQAAgG9jbKRfrVLZE+dvDejeggAAAAAAAAAAAAD8GAhAQ0mhlGSmXNqU8fScOPSJ1cjdwlLVmLq2e33zvv9ou9Vl8bUIAAAAAORgaQzzm3JtNwEghM1SxZ6LVfKZxCUk7Tpw4smz180a1R7ct5OOSFsqlYrFYgIAGqpWKtutbUMjQz0CAADwnTSpW23m4s0dW9XV19MhAAAAAAAAAAAAAD8AAtBQUrD42klnVynFGbSdHfxIHYBmiwxEFZsRAAAAAPiAGdyXzWbzfLpLJdlSmVwuV6j+r1QSKJHYLBaHw+ZaluHS/+QoFiNAX7/9cOueo3VrVl02b5KOSFuZgwCABksL4z6dmpV1sSfwDRQKxboN24+fOhcREWVpaVGrZvWRwwcI+Py4+AS/1t3s7az37ljH/Ng8fvL8uIkzRg0bMKBf99DQ8H9Wb3z+4nVMXLyNjVXDerX69+1Gt6LdUlPTqvk227Jh+aXL14+fPEefgt3cXKdPGbtpy+479x5ERce4lXWdOH6Eq4sz7Xz+0rVhIyd1bNcyLDzy6fOXxoaGXpU8Jo4bpqtbaOIwKCRs/sLlT5+9pD/UnZ0c6dlW9HBnVh05dnrXnkMBQcEVyrs1qOPbpXMbAgDwVUo5WZsaG1y/88yvoTcBAAAAAAAAAAAA+AEQgIb/Q4rMlMznFzKenGUJtM16LFbXDZsMZfO1tCs05BpaEQAAAAAoHBNy1a7ZNVssUWSL5VKZUiZXKhGBLonYbBZhsdk8Do/P43I5HA676Ief5XLF1j1Hnr98N2viMHMzYwIABenYql6zBtXpNzWBbzN52rzDR09VcC/XuWObV2/ebd625827wA2rF5uaGI8cOmDW3MW79x7u3NE/PiFp9rwlnhXc+vXpSrd6+y7w+Knz9evUrF2rxvGT5/5ZvSkhMWna5DHq3Q4dObFC+XITxg27duPOkWOn23Tso62t1b9X12yJZNfeQwMGjTl2cJu+vi7T+d79xz26d+zcwf/a9dv7Dh578erNvh3r+Hxe/rN98zawc/eBbA67ft1aOjra5y9c7d576JoVC3xqVD13/sqEKbPLlXXp0LbVq9dvT569gAA0AHwL32oV7jx6hQA0AAAAAAAAAAAA/CAIQMP/oZRLG5NO/U0bLJ6QdFtI2BymbtDwNwIAAAAAn8RisZRKJZ2z2Swuh83nqX5l4HI5crlCocAAuiURi6UKxHM5HD6fy+fxciLQqgw0KwcpelLTMhb/s5netDMnDRNpaxEAKESLxjUIfLNbdx4cPnpqYP8eI4f2Zyo7dx+aNXfxwcMn2/r7de7Y+tiJM0tXrGvcqO60GfMlUun82VPpD1XarX49351bV3lWcKPt4UP7t+vYZ8++I6OHD1SP3Ozu7rpmxQL6Q9evaYPU1NRLV25u27jCpbQTUY05Lf9r6eor1261bN6I6Tywf0+m3bB+LXNz0xWrNu47cLRr57b5T3j2vKV6+no7Nq+0trKgiyOG9O/c/bfpfy46d3Lv7fsPaWXG1N/d3crQRnJyKgEA+Abeld32H7+SnJJuoK9DAAAAAAAAAAAAAL43BKCh2FOKMzKeXxS51WUJc/8lXbt8/aRTfwvsPUQejZUyMYuvTQAAAADgs+XkWpUcNpuXk35m0waXq1AqKLqSQMmiZILO9H7gcFR3ApfLYQYIJ0VSckra1Dl/V/Io17uLPwEA+PEOHj6ura31W/+e6krH9i3nLlz29NnLtv5+9OfntKnj2nXq23fgqNdvAqZMGGlnZ810oz9ImfQzpSUUVKvmFRQSFvY+wq1cGaZoZ23F4eS+o9vIyJDOra0smcWKHuXpPDo6psBT6tW904pVGx88epo/AB0QGHLvweNhg/sy6WdKT0/Xr1nD5Ss3REXFWlmqilu375n752R6aAMDPQIlj+a7m+ZsjuRw8NqviFK/LZH1ASl6zM2MHO2tbt570axBNQIAAAAAAAAAAADwvSEADcWYIiMpZtPwrNfXadus5xKdKq2ZusCugv2ftzgGFgQAAAAAvooq8MphM43c7DPSzyUYM95zzsjPqhi0agDoIhmyUSqVS1dtLevihPQzAPw0AYEhmZlZFavWz1NPTExiGq4uzr26d9yweae3d+U8ieSgkLA1a7c8efYyPiHB0MCAVlJT08hnYEaJlsnlBa4VibTMTI0jI6PzrwoMDKbz5Ss30CnPqviExM4d/IOCQg8dOfni1dtundu2a9OCeSsUlDT0WV5Xm2VmoHpiVSpzPgEEnwFS9NAvkxaPGOqQnLemsZhXa6To8fYq9+j5OwSgAQAAAAAAAAAA4EfAnzGgGGOLDCXhr2iDJdRRZGdorkL6GQAAAOCrqcMTOVFXtir5kpN+RvalZMq5H5Ssjwgz/HMRDNnsPnhKLJH079meAAD8LPSHoZmZyYI5f+Spm5oYqdtSqZTOFTI5fT5Vj6B//cadQcPHl3cv19a/eelSjsdPnguPiCLfSWJSsoW5OSnobOl8QN9uNbyr5llVurSTUMCfPWPCgD7dFi1ZOXPO4kNHT27ZsEJLKCBQMqg+AUSpzHmiZ7WvxW9eVZmVlZ0tlkilMjm9eZUKAkUGi7Dol4nH4woEfDrnfAhBF8GXZ5UquOw+fEEilfHxhgoAAAAAAAAAAAD43vDPjlA8KDKSM19cTH9wnK2tb9Zzibpu0GQIR9tApyoGeAMAAAD4npjwBJODITkBCwIlmzpPo743SBHz+Nnr81duLZg+hsfF77kA8POUcnJ4+y7Io4KbUMAvsMOde4+27tjn36rZoSMnV6zaOHxIP6Y+d+FyezvbTeuWCviqDWNi40+cOk++hxcv38hkcgd7G3VF/RYmZ2cHOmdz2NWqVCxsc3t7m+VL5/wxY8G+g8euXL3ZpFFdAiUG8/zOZrO5XA6fz1MoFLTC43HlcgXeCFekMFFnLpfL5/HoV4rL4TKDQBdBFmZGRgZ6bwJCy5d1JgAAAAAAAAAAAADfFf4wDMVD0pl/Ui6uV7XYXJMOM9haekxdv05vAgAAUJQxOYGi+bdoKN5U99YPHeZNc89FNE8Bv0LRvBmkUtnqTXuG9e9qbGRAAAB+opbNGx87eW7R4pWTxg9nRneWSKRisVhXV4e2MzKzJv0x261cmVnTfjc00F+9bmvVKpWqV61EV0VGRlWsWIFJP1MBAcF0LpPJyVdhBpmmxBLJ8pUbaKNRTnDZ2MiQzoOCQ5m1zk4OlSqW37n7UKvmTRzsbZliQmIy88MzLiExLS3dycGOtsu6lladf0YmgRIm59M/VB8DwuNyiJDP5XJUwz8rFMg/FzFKdg76BeJxKQ718dM6ihi3Mg7PX4cgAA0AAAAAAAAAAADfHQLQUERlvrgkdPJSB511KvmlXFwvqthMt3p7dREAAKDoy/n7M4tt4qCIeC4Oe67tVpsAfA/ZQY/pXGFkz4QcflzWAdFnKBbOXLpRprSjZ3lXAgDwc9X0qdasSf0duw/ce/jYu6pXckrq7bsPGtStNWXiSLp2/sLlkZExSxf+yeFwRgztf/3W3XETZhzct8nU2KheXd+Tpy/Mmb/M3a3sgUPH3wUE0f7PX772rVmNfLm5i/5m9nD95t3AoJCWfo3q16lJF83MTNzdyhw9cTYpOeXvJXOEAv6EscN79BnSul2vunV8LC3NX78JePTo6ckjuywtzc6fvzJnwbJGDeqYmhifu3hFwOdXrFieQMnDZrO4XC59EUjvWzk3J/2sGkYcCeiihX6B2Cw2h8NWZZ9VczbzHowiyM3V8cT52wQAAAAAAAAAAADge0MAGoqcpJPL0m7tlSVFmnZbqFu9HVMUOHjaz73H0TUhAAAAxUdOclRJZxwHT0XE8+SrOxGAhu8i/cEJeUayQttQaWhDbzB2kf3Ea4CfQiyWHD99ecLIfgQA4FdYMGeqo4P96bMX9x86Vs61jF+TBkxu+MbNu/sOHuvQtmV5d9XbM/h83vzZU9t16jtu/PSNa5dO/H0El8M5cvzMpSs3PD3clv3158w5f61dv3XQgJ7ky9WtVeP6zbuRkVFeXp79endp3bKpetWiudOXr9rw4NFTiVgsFPDpyezatmbBkn9u33mgo6vjUb7cwH49tbSEtGeZMqXq16v15OmLjIzMSp7le//ZmRkNGkoO9UtKDofNvMjkcpUMZj2BIiH3o2BIzojdOb8LFOnfCCqUc1q56XB6RqaOSJsAAAAAAAAAAAAAfD8IQEORk3bngCwpkjay3t1WB6AppJ8BAKA4YsblFXh3lry6kh14P3bXH2adZxKAb5D56ga9kWgjo+ZgPocZ6+3jINBIQkMJdPridQc7azoRAIBfgT4bDx3Um0556j41qr56ck2z4uri/PzhZaZtYmw4f85UzbWLF8xgGnp6unk2/HP6BDqpF11KO+Xp4OvjvXDuNFIQe3ubRfP+tcq1TKmNq5fk71nJszydCJRszItJ5lUlm42Bn4s69et/zXlRoyPStrU2e/UurIonPqwDAAAAAAAAAAAAvicEoOEXy3p1NSvgjlGLceqKblV/aWywrncHLdeaBAAAoNiif3tWKpU5uQEWR6DN858p3Ts+/cGJrKCHJi1GiyrUIwBfSJYcnXji7/RHZ2g7rVpfYuvB/fBp1zkfeI14CpREquGfz1wZPfhrBkwFAACA/NS/yOCddcVIEf9ilXKwDgiOQAAaAAAAAAAAAAAAvi8EoOGXEYc+iV73mzw5mrb1anTmGtswdUO/UQQAAOD/AhMa4HA4XI6Cb2Ij7bJcfnYpCb4Vs3Uc387NqEE/7XK1CMBnkCVFJV3YmHbvKJHL5EL9lFqj2FauWjwen8fjcbncnA8pz8lAA5Q4124/0BFpl3VxIgAAAPCdIPoM35ezg/W1O08IAAAAAAAAAAAAwHeFADT8Mlwjayb9zNE3kyVHqQPQAAAA/0/YbBZbweJyOTw5V6Cjn9VsQvbLy7xH+yVhL6I3juKZl9Kv2UHkXoeja0wACpL15lbaw1PpD07QtpwrzCzXROzWgivSFwr4QgFPIFAloJlBoAlAXLFvzQAAEABJREFUiXT73pM6PlUIAAAAABRVpRytt+w9rVAo6S/IBAAA/sfeXQA2cf1xAH+5izd1d6HFizsUd4fhMNiwIRvM2QZjvrEhkz9jGzBgbLi7u7tbW6hQd48n/5dcG0KNQkupfD+7//3fvXu5XEKaXHLf/AIAAAAAAAAAZQQBaCgnepU868ouvVZj1W4U18NaOtj2miHyaSSt14kAAABURVzhNIZhWEYvFPD1er2hs14nZUA7XfgVwa1dJPZW0pbv6ST2aWRRv4O0djuBC4qYAtHJM+UPzmffPpZ977RemU171FKHnNo9VQGdWJFUJGDpw8kYgBaKhLn5Z/pYw8+UQzWUnpF1PyRs2oSRBACguuraKejejVMEAKAC83BzpG9UomMTPd2dCAAAAAAAAAAAAEAZQQAaykP68ZUpO+frVXJWZm8KQFO2fd4jAAAAVR3D8FiWITzDcRePxzPkoVlGVaOF2rupIjOJCTktCjtNwq8rwq8n7/6VtXSQ+DeXBDSnc76dG4FqQ6/Mlj+6Jg+9LH94SRX9gBjj8lqRpdy/i8q3ndY5gGVYsYDls4b0s0hI8Y3pZz7tQQVoqLYuXLlZw9fTztaaAAAAAEAF5uXhHBkdjwA0AAAAAAAAAAAAlCEEoKE88K2d9So5I7GStXpNJ89kJJYEAACgeuAq8hoC0JSAbwxA81iGEfA1ao1WxXfWNB2oaNQvJzmKH3GRH3VdlHg/69o+OtHhjIWt2KeB2Leh2LO+yKs+TyAiULWo48MUEbeU0ffoXBV1z9Svkdgp3Bur3BtrPBqxxsS8kGUNYWeWoXOhwFD12Rh+Zrj0M/cwQ/lnqIbOX77RunkjAgAAAAAVm7eHS0RUXNsWgQQAAAAAAAAAAACgjCAADWVPkxSZfnqNVduRAkcfrseicW/n8f+zaNKXAAAAVD+mDDTP2MoNQGtZtVorFPDVGkqrcfXVOHopGw+SK7KZqOuCx1cFCQ/42Yk5d07QiduO0L2W0MlP4ORFX2EF9h5CFz+eQEyg8tAkR6mTHqviw9VJEeqEcEXkHb0qx7RWx4pUDgEq1/oqt0Z6Ow+GZ8g9S435Zj7L8vmsodgzn6FzYxI6t58xPqw4BKCaUSiVIQ8j3p3yOgEAAACAis3b0/nClXsEAAAAAAAAAAAAoOwgAA1lLPa30fLgs7ShVysdhn5p6kf6GQAAqjMunMowtMEyOoZlWL5Oy2e1Wp1Oo+FrtFpDBto414qEWlkHjX87lV6vk2exSSFsYiiT9EiYEqaKfkAn882y1o5CRx++vbvAwVNg5yGw9xA4evJEFgReNXVSpCY5Wp0cpU6JUSdG0EV1fFi+MXpWqHYIUNn7aex8dHZ+Wlt3HuFxxZ4ZHo9vTDfTuWEyxp2Nsefcks90AJuXfiao/QzV1YOQcB8vdytLGQEAAACAis3b3XnD9qMEAAAAAAAAAAAAoOwgAA1ljLGwoXOha02xF37QEAAA4AlTUJXH0zOMntEZ6kBrdToBn6/V6uh/hvSzIQ9tmBt66CQSai2b6bybqnQ6hU6nl2cyKeFsSiSbFslPfcxPjyLpifL0RBJ6yfyKGJltbhjagc7d+cZsNGvlQOAl0KsV6sRIdXK0Jvmx2pB4Nsw1qbFEpy04WCNzUlt7aGw86aSz89JaujAMfRRQPD7DExpLPhsmhjXOGWOd59zEM11kjWNzL8AjpqrPSD9DtXU/5FGAnxcBAAAAgArPy8M5O0eRlp5pY21JAAAAAAAAAAAAAMoCAtBQKurE8Iwz6+wHfmrqsevznk2XSSKfRgQAAACeZgqq5sWgeaye1VGsXqdntXza0huSz4Y8tCEATeU1DP06sUhnbafzbqzR61WGlXpeejSbHstkxPAy4tmsRDYzXpCdoMtKVdIp8la+a2etnfnWTqyFNWtpx1o6sBZ2rJU9n7Zl9qzMjrGwJlAYTUqMNjNFm5VknKdqMhONjTRtZpImM0mvyC70UlqRpUbmpJU5ay2dtTIHvZWb1s5bzwpz08s8npBluHrPXIfhwfCktHNeBprNjTtz/Vzumc6JWZ6eAFRjD0LCunVqSwAAAACgwhMI+I4OtlGxiQhAAwAAAAAAAAAAQFlBABpekDYzKWnD59nX99O2RWBXcY3mXL/AxZ8AAABA0cxj0Hq9nmFYOtfpGD5L54YktGFuiDfruQx0bvpZx63VmTrpAJ3YV+foY1giRG24hGEMm5VAMuKZ9Fg2O4HNjGOzktmMGEan1qbH06mYHWOtnVhLLhJNJwfaZq0MbUZkwYjpJKNznkBMqgpddrpOmZ07ZaVpspK1mcnGcHOyId+cYcw3K3OeuR2N1MGQdbZ00sqcdJbOOpmz1tqFCMQ88iSyzPCIwLjE5Z0ZszYXceY6jXlonjH2zMsdkJt75pmXfCaIPgMQkpGZHRr2eNoEVIAGAAAAqBw8XB2iYpLq1/YjAAAAAAAAAAAAAGUBAWh4QTyBKOf+aUNDLDP8zjsAAAA8D/MAK1cQmjb0Blwe2hhnNgaaubkxFK3Piz7rTCHp3B5ugRjHSzx19h6G6tFEr9ETbgWRZ/DkqSQ7lclJYeWpjDyVl5PGKtKZ7CS+Io3bDW16Ap1Uz9pzRmrFiAxhaEZiyYgktM2jbS4kzfWLpIyFFY8V8BgBTyA0NPh8HiskLJ/HFxnapU5R6xVZeq1Gr1EZ5lqVXqM2TFo10ap1iiydItswKbMNbcM8hy7qldlaeqm8fr1aWfKr0/IlOqmdVmKrk9hopTY6Q8NOL7XVSW30Moe8ZDKPyzoLGJ7Q2MMlmA2deRlm8+gzyzJ5beP/EZIbgzYOZXhPtoncM0ChHoU/lkrEDva2BAAAAAAqAw83x+jYRAIAAAAAAAAAAABQRhCAhpLSq3IU4dclNdtwi4zY0q7vB4xIatl6GAEAAIAXki/Pyi0ay0IbikPTDi4MbYg2k6fy0Mas85MYdG5I2rjCWBs63yLRiYV6G/vcixO9ltucgaHBk6cyOakkJ43JTmbkaYw8hS4aJnkqX5WVb591ORl0IqW/7QIxjy/gsQJiSEgbJ1bIE9C5yJBp1moIl282zA3hZr1aTY9GyMuhY4U6ia1WaqcVW+ukdjqJMeUstdVLbbWWzjzyJOPMJZKNhZmfhJNzU8vGnie5Z0OsmWeq9JxvFRdxZvK2YohGP0lS5z4SkHsGKMajiKi6tWoQAAAAAKgkPFwdD5+8QgAAAAAAAAAAAADKCALQ8Gx6VU76sZVpR5frtRqf7y/yhBKu37rjGwQAAADKQqFJaGIMQ7MsY0oqk9wq0bkpZ1O/KRKdt2gWfdbpzAbkXia3YdykYYDYWW/jzPXo9ESr1z8Vj1bL9RolT6PUq+SMVsXTaohaThd5WhXRKOicp6GTkrYZQ48yd9FYj5nRa3k6LW3w9BqeTkO0GkajyL1pagWdyAvRMQLC8gkr1DN848TktQWGVXyhXiDSM0I9X0iEEkODLrICPSvmCcQ6Pm0LeQKRjhUS2haI9UIpj+QGjs2LLvONxZvNe3LjzmadphrPeTHoJ7nn3Eg0F3TOu7CpxzxUTe8MU5ln3tOlwQkAFOFxVKy/nxcBAAAAgErC3cUxMjqeAAAAAAAAAAAAAJQRBKDh2VTRD1J2LeDaOfdOWjTsQQAAAOClKRh7Nc9Dk9wMNI+rD53XQ57UdM5rGZLNhDyVeOZWmUWln45TPwlPm+LRxn5R3vU82QFjYJgbxtOZOvPm3C6Z77N5g2szWgXRctloOlfpNVxaWkM7DYFmhuXCzTxWYGgY4s4CYmgIjJcvPCic19Cb95jajDFqzOdyxiTfAH1REecnqWXyVOjZ1MOYrS5YyDlf3DnvGp/sLRLPAC8mJi6hQ9vmBAAAAAAqCXdXB6VSnZqWaWtjSQAAAAAAAAAAAABKDQFoeDaRb2Np/c58Wzfr9mMFrgEEAAAAykuhidh8eWjyJHyc2y4sFZ2/hnRhgWlTkzx1qbwl88g1eSrxzDMPRpv3kwLBaLO22HTBfAOKur1cUrlgP8kfJtY/WdSbr9KbDzOPPhNjJPrp1HJuLed85Z/N/j9/f+42n846F7zSQm8aADwX+owRE5fo6e5CAAAAAKCSEAj49nbWsQnJCEADAAAAAAAAAABAmUAAGvLTKTLTj61QRt52eWuZqdNlyt8EAAAAXrWC8VkuN2zeX1QqmjxVQJpwSeWnItHGNlc3Oq/zSRia5Ms6k3xVn3kFr4WY1YF+0kOeCjrn7S3vWQFovVnbrF//VKdpZYHMce699GQk4VaRApHoQiLOppFmKecnRaPNdzJfyrlgvhmJZ4AyEZeQROf2djYEAAAAACoPN2f7mLikujV9CAAAAAAAAAAAAECpIQANT1E8vBT3xwSdItPQDr0g9m9JAAAAoAIrNGJbMBVNCglG56aWyVPB6LzUMq/w3DMpUNE5N2BNCl9LCstAF90uJAZtHl9+upOQQhLhTw3IF3cuJqBcSBKaFFW8WV+wljOCzgDlLCY2wd3ViQAAAABApeLqbBcTn0wAAAAAAAAAAAAAygIC0PAUkUddwuMxYkvrTuOF7nUIAAAAVEKFpm+LCkaTwrLIBePR+dpmnXmpZV7+wc9a5D1zPCms6DUxqyH9zORx7qK+8AsWPriwiDMp+l4lAFDuYuIS3VwQgAYoP3i9A8gHfxQAL8bV2f7qzRACAAAAAAAAAAAAUBYQgK7udNlpqtgHpkrPPJGF86Q/RJ71GYkVAQAAgKqlqKAG119UPJoUlksutN88FV2S8SVcVUy+pNjoib7QMcXfCc+7CgBeiZi4BDdUgK60nvldF6iAuH+1K/ezB3+M1BpUd1ruq388HsPLRfA8BlBibi4Ouw+dJwAAAAAAAAAAAABlAQHo6kublZx28M+MU/8xYkuvr0/xBCKuX1KzDQEAAIDqpyQJ4HyptVJGPYoJPRevrCImiKoAVFLxicl1avoRqGxMPzIgz9SLZYYeLjtIe/CEXGFx/0ZCAc/dwfAvpdPp9HkIQPVjijtbSQljZMpAA0BJuDk7JKekK5UqkUhIAAAAAAAAAAAAAEoHAejqS37/TPrR5bShZwWq2AcirwYEAAAAoFhlG+/It7VCo1QIlABAQSmp6fZ2NgQqD1P0WafT3TxE9i0mY37Su/jrjdlBQ4iQG4bn/IqJ/rvYyti/3hXK5UqFUqVUqjUajSEITZCBhuqFZ/xGAH3eEgoFIpFQIOCzLALQAM/H1sZSJBLExif7eLkSAAAAAAAAAAAAgNJBALr6kjXrn3HyX2lgF+sOY3lCKQEAAAB4pZAdAYCS0Ov1KanpdjbWBCoJU/pZq9VeP0B2/mTo/PcD3ogfNG61dAzDY1k9y7IoBV0xGeOeDP0HEvD5OpGO9tBFrZZviD+jCDRUP1wAmv45CASGic2tAZ27igBACbi5OMbEJyEADQAAAAAAAAAAAKWHAHQ1knPzkCYj0ardKFOP2/ubCAAAAAAAQOWRnrmC4zkAABAASURBVJGl0+lQAbqyME8/X9un27Ugt9izMke/7lN2yDdKj9qMXs8SY6yWQga6QslLpROWZQQCvp4YinbThs7IUA8XoHrRc/WejX8RhvrPdM59f6NqPHHhWw1VSUV+TLo528XEpxAAAAAAAAAAAACAUkMAulpQRtxIXD9b9fgOTyCyaNCNtXIkAAAAAAAAL8HLDtykpKZJpRKhUECgwnsq/bxfz6Wf7d2ZdqOl+/6Xpcrhbf5cNPgrhUdtQ11hPp8+cnTIQFc0XAVo+o/C5xtSnnxWqxPodfQ/BCWhWjImnXnG72sYYtAsy1WArtxPWabnagJVUQV8fLo5O0RExxMAAAAAAAAAAACAUkMAulrgCcSqx3doQ+zfUqfMZgkC0AAAAKVifhZZm5Wsjg8jAABADPkpYzbsJUZtUlLT7W2tCVR45unn6wf0uxcYHhX27szoedZSa56dm/XaTzOUOWTLXPHgr+SedTTEkIHmIwNdARnr3bJcEprPZ3U6pJ+hWuPlYRhebvy50laANj1RmyFQ2XGPR9MjswK+pLq62J+/epcAAAAAAAAAAAAAlBoC0NWC0K2WXb+PxP7NxTWaEwAAAChTaUdW0okAAEAehquN+XLSNsmp6XYIQFd4+dLPu+bzaIcp/UxXOfuxo36wMmSg5WTbl9JBX+Z41jFcEBnoisYUnjP+WXNBSYYAVHum0HMVSD9nHTiSsWY9XUL8uWqgD0hJ106Wo4ZxGf0K+JLq7uIQG59MAAAAAAAAAAAAAEoNAeiqSK/POL0m+9Zh12mrTH02PaYRAAAAKDv0FLLAzoNt87pGo1Gr1VqtFgURAaA644I1LGXvTWemopikrKUgAF3hPTP9zHmSgc7Rb/1CYqwDbehHBrqiMf9XwL8IQD6V+o+CPs3StzDq+ATl1RsEqhDGv4ZIpebzWT7f8DWWClcB2tmevnuOT0hxdrIjAAAAAAAAAAAAAKWAAHRVo0mKjFs2VRVt+BnB7Ov7LRr1JAAAAFDWcn8F3sFL0vVthUKhVSg0KpXOmIEmAADVEvfESPh8VigUCAR8Pv8lZaBTUtPcXZ0JVFQlTD9zzOtAIwNdweEfAqBKMnyF09iQtm1rM2o0gUou69ChjO3b6BtTlVpNjD/KQZ+8WZYlFQndKxdnu8iYBASgAQAAAAAAAAAAoJQQgK5qGImVOjmSNiya9BH7NiYAAADwEuQGoPl8gUDAZbNoQ4sANABUY1zWmW8kEononGXZl5GYTEvPrFvbn0CF9FzpZw4y0AAAr4rOiD5j0zbf0UnSogWBSk754AGda7QalUrN8Bjjj3LwuFfnCvVi6unm9Dg6oXmj2gQAAAAAAAAAAACgFBCArmoYCxuHoV/ybd0kNVsTAAAAeGno+WN6OlkgEHANLv2szy2gBgBQHXEln7kMNH16NGZuyr4IdGZWtpXMgkDF8wLpZ455Bnrbl9Ih3+a4BRj6kYEGAHjZ6BMsvsNZ9dD3pmq1ls/XCgxvUStW+WeOl5tTeFQ8AQAAAAAAAAAAACgdBKArPUXoheTtP7pOW8lIrbkey5avEQAAAHhpuAwWwzDcIlcKmks/IwANANWW6bmRY0o/k7KWkZltiQB0xfPC6WfOkwx0jn7L55LXvpG7BRg2iAw0AMBLos9F8A6m6qFvTjUajU4nML1LrWivoV4ezqcu3iQAAAAAAAAAAAAApYMAdOWWsOrdrMs7aCNl1wKH4d8QAAAAKC/0FDKX7eNSWUg/AwBw2RrT06MJKVMZmVmWlghAVyylTD9znmSgs0leBlpNkIEGAHiJeHgLUyXpTMHnivrv6+nmGJ+QqtFo+fyKWKAaAAAAAAAAAAAAKgsEoCs3nUpO5wInP1nzgQQAAADKC4/H42JYpmwfogMAABxTDNo0L0PZOYZ3QKgAXaGUSfqZU3QG2pCOQgYaAKDM4WucVRSvgv/DOjrYioSCsMjYAD8PAgAAAAAAAAAAAPCiEICu3ByGzM3ybmjTYxoBAACA8mXKPb+kkB8AQGX3Mp4YM7Oy6dxCKiFQMZRh+plTdAbasBYZaAAAgOdRcV8xfbxdH4bHIAANAAAAAAAAAAAApYEAdCWTfmyF2K+pyLsht8i3c0f6GQAA4BVCBgsAoDxlZmVbWVrgubeCKPP0MwcZaAAAgCovwMf9UUQMAQAAAAAAAAAAACgFhkAloQy/HvV9r+Qt38SvnKFXKwkAAAAAAEA1k5mZbSmTEagAXlL6mcNloEUSnjKbt+VzSUyITqVSazRanZHp2gEAAKCSquHr/jA8mgAAAAAAAAAAAACUAgLQlUbOnWOqmPs8odS6/es8FqW7AQAAAACg2snMyraUSQm8ai81/cxBBhoAAKAKq+HjFp+YmiNXEAAAAAAAAAAAAIAXhQB0pWHb5z3rzhO9vjhG54RhCQAAAAAAQDWTkZltZYkK0K9YOaSfOchAAwAAVFV2NlZWMun9kEgCAAAAAAAAAAAA8KIQgK649Cq54tEV8x77wbNZaycCAAAAAABQLRkrQFsQeHXKLf3MQQYaAACgqqpfx+/WvTACAAAAAAAAAAAA8KIQgK6gVI/vPP6uR+zv4zSpMQQAAAAAAAAIyc6RW1hICLwi5unn28d0Lzv9zEEGGgAAoEoKrON3+8EjAgAAAAAAAAAAAPCiEICuiFSPb0f92FeT/Ji21YnhBAAAAAAAAAiRKxQSsZjAq5Av/bzte6Yc0s8cZKABAACqnsA6vrFxyYlJqQQAAAAAAAAAAADghfAJVDxCz/qSWm11KrnLhN9ZGxcCAAAAAAAAhMjlCqkEAehXoJD0s66c0s8cLgO99tMMZTbZ8rnktW/kbgFq2s83fqrBMAzdNx6vPPYEAAAAyoSNtWW9Wr6HTl4ZNbgreQnw/Sio+HD4CgAAAAAAAABQSghAV1DOE5cwEisCAAAAAAAAeeRypUQiIlC+Xnn6mYMMNAAAQBXTvWOzP/7ZMbRfR4GgzM5TmI5bCEDlgYNYAAAAAAAAAIAXgwB0haDNTEpYOdO273tiv2ZcD9LPAAAAAAAA+cgVCqlEQqAcVZD0MwcZaAAAgKqkcWBNqVh85uLtjm0bkVIzHbSYeWoVwCtnOlLlGXBzAxzEAgAAAAAAAAC8GASgXz35/VPxq97VZaWo/g71/u4CAQAAAAAAgMIYKkCLUQG6/FSo9DMHGWgAAIAqg2F43Ts223vkfOkD0KaDlv0X5JtO5Jh3AlRMfVqK+7cV078CxggHsQAAAAAAAAAALwAB6FdP8eiqLiuFtXJ0Hr+YAAAAAAAAQBHkCoVEIiZQLipg+pmDDDQAQHUQd+/en0OHdJk5M2jSZK7np3Zt3erVH/PXX+Q5FdwUVBxdgppu3n0iOPRxTX9PUjr0AECn08Wlau+EaQhAhdfQT6VW81mWoQexXB1oAgAAAAAAAAAAzwkB6FfPtvdMvU5j02kCY2FDAAAAAAAAoAhyhRIB6PJRYdPPHGSgAQAqIy6I3HLMmF6ffMr1yNPTlgwaRBvTtm2TWNtsm/3Z46tXJ65dJ7W1Ja9ORlzclc2bO739tnmnKjv76tatAUFB9j4+BMqORCJq2yLwn437v541gWUZUgrGALTh0IW2Pxzj2qaBjABUSNeDc75eHq3RaFVqtUDPp8euPJ6OZVkCAAAAAAAAAADPCQHoV0Mnz2AkVqZFu74fEAAAAAAAACiaXK6gc4lYROAlq+DpZw4y0AAAVcCur77OTEgY8+efEmtDYQhVdrYyJ4e8aru/+Tri6tV8AehL69cf+nmRV5PGBMra0H4dP/76j827Twwf0ImUAlcBWqczHMbwWSIS4DAAKig+Y3hwGgLQKjWP8FjWEIHmjsBx+AoAAAAAAAAA8FxKVVMBXoRen3ZgSeTn7dSJ4QQAAAAAAABKRq5Q0rmFVELgZaoU6WcOl4EWSXjKbN6WzyUxITqVSq3RaI3hJx3Juy0AAFAx3dqz++7BAw0HDPBvF8T1DF2wcNrWba+2/DOUPxtr2bQ3B+06cOZ+SGShA7hvwRVPb2Q6BgCo+LQ6QwDaeOSKg1YAAAAAAAAAgBeEAHR5i13yZsqu+TpFZtr+3wkAAAAAAACUjFyhEAoFKIr2UlWi9DMHGWgAgEoqMyFh7/ffWzo59f7kU2Ks/fxl/XpfN2r417ChpBQurV9HtzCvTeuFnTv9O3nyo3PnCo5JevSIXtexxYtNPXH37tGeU8uW0vbS4cODT5xQZmbSHjod+fVX2nlg/k+Hfl7EraWdK8aNNV32wbFjy0eP+r5F8196dN/0wQf0duXb5u19e1eOG0vboadPEShCo/r+vbu2+t/fW7Jz5AXXfr1o9cHjl0rwms7Dyz5UIjodPeTW0aNuHK8CAAAAAAAAALwwBKDLm8ijDp1bd57oOPoHAgAAAAAAACUjlyulEjGBl6bSpZ85yEADAFRG2+fMkaenD/j6a5GlJV1kBYJOb79t5+VFSuHQooV7vv1Wp9U2HjTIr1Wr+JDghNBQ8pyavvaag58fXySi+0Mn3xYtaGeNNm3827ajjWbDR9DOxgMGcoOvbdu27p23s5NTmgwZ4tGg4YPjx5aOGG7KQFM39+w5t3p1y1Gj27zxRg3jFqAowwd0tre1/nrhP0nJaflW5ciVqzce+PzHv8MjY4vfCFcHmgBUBrmln/MQAAAAAAAAAAB4fnwC5ctuwCxJ7XaSWm0JAAAAAAAAlJhcoZCIEYB+WSpp+pnDZaDXfpqhzCZbPpe89o3cLUBN+/nGzzwYhqG3C7XDAQAqjqtbtjw8e6Z+r97+7YK4HlYo7DBlasTlK0lhj8gLoRs8s2JFna5dh/w0n26N9igyMrh09XNpOmzYgxPHMxMT6f6YOv3btou//yD0zOkmgwe51avPdWYnJx9auKBGm7Yj//c/vkhEe2Lv3l0+etSR334d+O133JiM+PgZe/Za2NnV7dGDQLFYlpn1zqhfl2767PtlMycPrVfLJ9+A8Mi4z39c0bV9s2H9O0jwpTioErgINNfG8SoAAAAAAAAAwAtABejyoHh4yXwR6WcAAAAAAIDnpVCqRCIhgZegUqefOcXUgUZFPXj5eFV3AihTxmxfRlzcgQXzaSP69m21QkHKyJXNW+i863vvc+lnSmxl9VLThPcOH8pJSwuaOJFLP1Oudet6N20WdeOGaUz9nr0s7OwIlIyFVPzpzDGd2zWZ99uafUcuFBxAX9MPnbj04Vd/nLt8p6iN4HUfKh08aAEAAAAAAAAAXhgqQL9cupz0uD8nKh/fcv9oh9CtFgEAAAAAAIAXolAoxQhAvwRVIP3MKaoONDEUlWSJIXeHNCe8BDwRYaruU5NOTvQaAlCm7h0+bO3m1n7S5EOLFp5aurTzjBmkLCSFPbJycbH39iblJfGRoVj1qvFv5us3Lztt4+pC4HnQF+sRg7rU8HFfsmr7iXPXO7VtEtQqMN+Y9Izs31dsO3b62oTRvZ0dkS8HAAAAAAAmL8iKAAAQAElEQVQAAACovhCAfol02WlR8wdqkiJoWxlxEwFoAAAAAACAF6ZUoQJ02asy6WeOeQZ68xzx0B9yXP1yVyEDDQDw6uVVOR307XfezZvf3r//7D+rGg8caOvlRcoCY3yqLz/G15Qh8+fL7B3Mu00FoU1j4Hk1b1z7G+cJ85es/3fTgfXbjvCYQu7Gu8Hhs775q1+Ptv17tBHwcZoDAAAAAAAAAACgOmIIvDSMhY2kZmvW2tn9w22WrYcSAAAAAAAAeFEKpUpsniiCUqti6WcOl4EWSXiqHGbzHGnsI41KpdZo6E3U6o0IAAC8UoF9+vi0aMHj8frO/VyjVO7+9tviRj/9vF3M07iDr29adHROWhp51qYYgSEsq1EpSdG0KlUR/WpT29HP8CUbibU1vTnmk0fDhgRKzcPNcdFX0z6dObprh6b0dbzQMbR/256Ts775686DMAIAAAAAAAAAAADVDwLQL5fjqB88P9sv8mlEAAAAAAAAoBSUSlSALktVMv3MMWWglZnIQAMAVDhSW1uu4V4/sNnwEQ/Pnrm9b2/BYRb29nSe+OjRkx4Hh5TISJ1GU+hm63XvTudnV6409eh1OkVGRsFNWTk503nUjRumkbf378+3hxqlMiksrOBuJ4SGmnpqd+4itrI6/scfyqwsU2dWUhKBMsKybL1avqNf62ZrY1nsMIbh4TQHAAAAAAAAAABAdYTfhitjerVSFXNf5P2kzgdjYUMAAAAAAACgdAwBaCEC0GWjCqefOVwGeu2nGVwGesi3Oa5+uatYlqVzHq8q3EwAgMqu64wZdw8eOLhwYUBQe5FMZr7K0snJrV79m7t356Sljfj1N75IVKNNm/OrV/81bOhrP/7kFBCQb1P1eva6uH796b+XZ6ck27i7057Q06c9Gjbs8dHHBTfVcMCAW3v27P/px4B27WLv3r2w5j/zTfk2b3F9+/btc2YHBAVlJSX3nDWLFQi8mzdjWPbo4v9lJSXSD4Drdu3qVr9+l5kz93zzzeL+/QLat+cLhRFXrtAxkzdsxKtM+ZCIRYP7tO/esTnLMjqdjgAAAAAAAAAAAEA1g9IIZUmblRzz89CY/41RJzwiAAAAAAAAUHZUKjUqQJeJQtPPDl5slUk/c1AHGgCg4hNbW3d9972MuLgTf/5RcO2Q+T/V79U7ITRUo1DQxc7T3271+utajSY1KqrQrb3+19LW48Y9vnHj9PLlt/bssfPyajL4tUI31Wf2nKavDbl74MC+efNy0tMHffe9+XYa9O/foF+/qBs3ji1efO/I4ZzUVNpp5+lFL5WdnHzs998vrlubmZBAO5sPHzFs0c9Wzs639+59fP2GV+MmjQcOJHiJKRftWgYu/Gpary4tWRbnOAAAAAAAAAAAAKopHs75lRVddmrUT/01yYbP3x1H/2jZehgBAAAAAACAMvLXqo1ODnaD+nYlL4TLvKrVaqVSGX9inD4nvOaQk6T6KTr9bCWRVcFylfGPtIY60HK9yFI39Du5iy8rFAr4fJbiGRGA0lm1esOb4ycVtfazzz777rvvyCt1/vz5wYMHv/vuux9//DF5Xjo50WsIVDbKW3dE9euSYp/idDqdVqtTKlXpazYofv3dauAgx9mzCVRyaf/+m/zbr6qePfjT35JZSKUSsVgspK96DMNU6pe876bNvUeefAvOy8N5/Mje/r7u5mNMD+l/DmT9c1D7yTjXoEaWBKBCunIvZ+7SqN7NlKM7MzILifFPVVTon2rk0bdyEm/qGm2UGRn+pIVC7jiWAAAAAAAAAAAAIXwCZYSxsBV5NdCkJziPXWTRpA8BAAAAAACAsqNUqYRCAYFSqG7pZ5JXB9qQgc5kNs2WGDPQuatYlqVzxEeglJydnLp2zf1iRkREREhISPPmza2trbkeX19fUgGkpqYqjFVvoZpI/WuFNjXV6YevBF6eBKDy633xRD0Lm/3+9fW2tsP6d+oc1AQv3wAAAAAAAAAAAEBKEoBGieiScxq/WBl2VeTbBHcaAAAAAABUWy8pkqJSqUUiIYEXVQ3TzxxkoOGl6tWrZ68+/bn2N998M3fu3J9++qljx46kwmjVqtXDhw/d3NwIVCeKazcj+w2zm/ymzaQ3eEK8ekKlF5gYXScjyXbGVKd2jQleuAEAAAAAAAAAAMCIKbRXn0en0+mhWNqcDPNFoU9jPQAAAAAAAJT190KVSpUIEa4Xpa+u6WcOl4EWSXhcBjouTKtSqTUaemdoX8ZjFcBEo9FMnz7d39/f0tKyUaNGP/30k/nahISEfv36ubm52dratmvX7uDBg0Vt54MPPqADbt++3bFjR7qpWrVqzZ8/33zA2bNn27RpY2Vl5enpOWDAgPDwcK5/1qxZPB7P3d196dKlXM/q1atbt25NR3br1u3333+nPQsXLqRjTp06Zb7BwMDAevXqEajU1OqU35dG9hsmP3+RAFRmAr6hjAtfqcyc/0vUsLHKO/cIAAAAAAAAAAAAQKEVoE2nRbn0M8nLQxMoIOPQkpxzGxzf28JaOhAAAAAAAIBqjCujyzNiGIbO6RvJMqytq1KrhUIBgedXzdPPHNSBhldi5MiRmzdv7tGjx6BBgw4cODBr1qz4+PiFCxfSVSkpKUFBQeHh4cOGDbO1td20aRMdtm3btoEDBxa6qTNnznTp0mX06NFvv/32kiVLPv74Y19f3yFDhtBV586d69mzp6Wl5cSJE+n2N27ceOrUqRs3bnh6enbt2jU5Ofnvv//mNrJ169Zx48Y1adJk8uTJ165d27Bhw/Tp08eOHUu3tn79ero/3LA7d+7cvn37q6++IlD5aR5HxYyfJuvdw2HWe6wjPsCESslSJtVkpHNt5d37UcPGWo8cavfuNEYmIwAAAAAAAAAAAFCN5Q9Ac6dFdTrdJ3/ERcarkHsuxsCcX1qpdtHGru+/3SL9iAAAAAAAAFR79f2EH49yYFmWy0CTssuVqlRqoQAB6OeG9LMJMtBQzjZu3Lh58+b333+fSzx/8cUXHTt2/O2336ZOnerv708Xg4ODd+zY0b9/f7p2+vTpzZs3nzVrVr9+/bgHZEGrVq3q1asXbdDtuLq6rl27dsiQIfRP++2335ZIJKdOnfLz86Nr6ZjXX3+dbn/FihXdunUTCASmAPSxY8fofOnSpU2bNiXGEDadOzo69ujRg+7qL7/8IjA+zdK9ovNRo0YRqCqy9h7IOXnG7t1p1iOGEIYhAJWaXp++dmPWwSMOn7wv692DvBzrNmwTCoWvDerzzJE/Lli86t8Nxw5scXFxIhXP0RNnlvy5Miw8sk3LZv/75XsChPQZOMbCQrJxzTICAAAAAAAAAACVXOEVoHU6XUSc8nGixtkWZ5cLxyM6a20CbQSzTTYLZqg1OEsKAAAAAADVXUyS2s6Sp1ar6ftKPp9vykCXCVSAfgFIP+eDDDSUp7Vr14rF4q+//ppblMlkM2bMGDdu3KlTp/z9/f/555+goCAu/UzVqlVr+PDhy5cvj4iI4HLMBQUGBnINBweHmjVrhoWF0fZVo88++8x0qdGjR9MrPXnyZMEteHt70/nPP/9Mr50+5u3s7Lj+kSNH7jPi9mfHjh2NGzemO6mXpyuuX823EYGbK9/D3bQov3g53wBGLBY1qG9aVIdHqiMi9QqFTqGkc71CqVMorAb2ZZ1zk4LqR+GZ+w7m24hl354Cb69iBkiaN5G0aGZaTPl9af79dHezHNjXtJi5Y486Kvqp/RSJbCaOMy0qLl/LuXAp30asRw5l7Wy5tiY6JmP77nwDpG1aiRs34Nq6tLS0NRvzDRDXrS3t1N60mLbyP11OjvkA1sbaevRw02L2gcPK0Ef5NmL75hieVMq1lbfuZJ88k2+AZc9ughq5T2fapGR1WDgpQJeVlfTtT5lbdzrN+zr76AmrUUOJSEyg6tHr2dBQ3toNaqEgh89X8Vl6OGbZp6fQz4dbr01ITN+0Ld+FJE0aSlq3NC2m/rGcniEwH8B3drIa8qQ+fcE/KMpu+mRTW3Hpak6BJwerAX1Mzx6F/0E1bypu0dS0aPq71mVmkgLoQz3+w9kpP/8u6RTEd3CwNvtzLhM79xy0sJCWJAD9XNp06Ovi4rR1w4qCq2Z++PnBQ8fPHN9lZ2tTcO3iP1aoVKr3Z04x7+zaa+hfv8+vkfePW9Dde8HTZ3zi5uY8YujApk0bkjLyYjtTbq7fvDPjvdljxwyd+OZo8hLQ02dzvvyxRbNGA/v3IgAAAAAAAAAA8Eo9FYA2lX+mZ0Zpw8VOsP4bXwJF0KtWZh76vVOfDzsRAAAAAAAAIF1nhNC3k0qlknt3KRAIuEaZhErVKo0AFaCfB9LPhUIGGsqELj1dr1Tp5HLG2oG1dy50TGhoqIeHh4WFhaknICCAziMiImJiYjIzM7lFE39/fzoPDw8vKgBtzt7ePioqirsW05Y59DFcs2bNffv2aTQaPv+pj/6mTZt27969VatWXb169Z133pk4cSL3vDp06FC6av369f3796e7d/Hixe+++472a1LTY96Yku+qbadPNsUc9dnZBQcIfL299mwxLaav25j+7/p8Y6RtWpoC0Kqw8NQC8WVxg3qmAHShA8i0SaYAtF6hKDiArn0qAL19t/zpfDNjY20egJZfvlpwI7LuXZ4EoGPiCg5gpFJTAFqbnlFwgNWQgU8FoFf9p01MMh9A7y7zAHTWgSNZ+w/l24j1iCFsXgBacetOwWsRBdQwD0CrwiJIEZR37z8eNJIwjIzeOQhAV0k8Hhv6kIQ+VNNjp7w+cf26pgC0Jj6h4ENIP2GseQA65c+/iVptPkDUsP5TAeide+XnLuTbiN1b40nec4780pVC/iqbNjILQMcWHMCbPvlJAFqnezKAHtIU8eqsjo5R/bueEYnKNgD9KCzi+o3b9Ok0MTnF0d6OVAD3gx+GhDw0zxzfux8SHRN3++6DYjLHGzfvEIuE61b/5eRoT171zpSnjIxMpVJFXgK1WjP365+279zXolkjAgAAAAAAAAAAr1r+CtB6I50RPfdHoGg8ocSqz4cEAACgClAlEGFF/KlWAACoXIxvKIlSqeTxeCzLcgHcsmKoAI0AdIkh/VwMZKCrNn12tqHSsFxuCCgb6w2Lmz6JKKkjH6vDI+naoqoRq0IeJnz+Nb1s3hilLiPD6YevLAf0MQ14POBJXNX+o49sJk4sfE8KPAdyPQzDFPr0+GLfGClqU/TBXHBTUqn077///vTTTz/66KNp06atXLnyxIkTEolELBYPGTJk/fr1WVlZW7dupSOHDRtW5FVqNE/ahe2tXqN9aplhCJSzotOilLRd65yLVwhUUYZjMTs7nrsbyzIswxh/jsMQ9zcNYCwsxM2b5LuUwNPDfFHSrIle83QAOsD/qcXaAfkGGJh944Lv7lbwWhgrK7O2ZcEB5tXl6VOHaYDyxm29qogwq17Pd3QQ+j/7eyPPZduOfcZt6w8ePDZ65GukpXW7wwAAEABJREFUAggOCX38OObW7fuB9WtzPSdOnqPz+/dDBvTtUdSlIqNivL09yzb9/MI7U24aNah3cM8GJycHUtauXL3548LFt27fIwAAAAAAAAAAUDHwC3ZxAWgChcnYM1/WZQojtiQAAABVg1bOJqwk2VFa/+8JAABA6fB4PPp2Uq1WCwQC7ou1xthN2WRJVYbN8gmUANLPz4QMdIVlqKxsDCXr5QqdQsl3ceK7PKmvnPLL79wqvVKpM86FtQLs33vbNCBq+DjlrTv5tul37QxPJOLamdt2pf61It8ASfOmpgC0XqFQ3sy/Bb1ZJVQeW9J6AT4+PkePHlUoFGJxbp3d+/fv03mNGjXc3NwkEkl4eLj5eG5tvrLQJbkWYqwbbeqhz7337t3z9/dni9hVumrbtm2TJ09etmzZ7t27hw4dSjtHjx69atWqLVu27Ny5s0WLFlw5ar6ttduqP/NdXODmamrzpNKCA5in6wo7zHqfTqRoFl061rh7uTQDeGJx8QMot5V/FD/AdsoEOhUzQNy8SfHXIvD2euZu+JzYX/wA50U/0KmYAdajhtGpmAHC2jXpPZZ99ETBVfSvyXHuJ9KOQST3NwDxCXAVRF+/1C1b8Ke/JbaQSg3fbhDy+YYgtGmAwM/H/Z+lxW/E7e/fix9g/9G7xQ+wHNDH9L2RQtEH6jN3wzQgoms/TUxswQGCGr5OX80RN2lIjA9pUkbopnbu3t+6dbN7d4MPHDpuHoC+ev3Wn0v/uXbztp+3d9s2zd94fbiVVf4zBTM//PzI0VPL/ljYumVTUkYyMjIfP46hjUNHjj/JHJ86S+f3H4QUepHgkEcDhuRWxa7TMKhpkwb/rcz9Z123cfu6DVujY+KcHB1atmjy8Qdv04cKMVZxHjx8/HvvTHZ3d12/afvlKzeW/r4gqF3LF96ZoyfOLFv+b3DoI1sb68D6dT79eCYXxS70ipRq1edfzNux+Z9vvl90/vJVGyurFs2bTH/rzR8W/HbvXnB2dk67ti3mfvaBpaWMGH5LIer3P1fcvnM/PjHJw8OtW+f2kyaMEQmFdNWCn//4e9Va2vjy84+GD+nP7UlWZvbSFf8eOnJSo9F0CGqjUCosLCRF3WlDBvf95otZps5J0z68duPWycM76L005s3p9IExY/rE335fjmNFAAAAAAAAAICKAAHoktKr5Ml/v6V8cEpx97jTR3sIAABAFaBJF0TMJhk31IG7CQAAQFmg7yg1Go1Wq6XvK8u4ArRKLRSiAvSzIf1cQshAlzPN4yjl3fvatHQ66dLTtalptOHw0bsCPx9ugOpByONBI/Ndyv6jd23eHGNaTF26Mt8AvUJpvsgr7FlCr1SaAtA8sbiQAaonG2GsLCWtWzISMb0ITyJmxGI6F9V6EkpmbW3sZkyl22HEdIBE1KgJKULfvn337t27cePGsWPH0sW0tLRFixZZWlp2796dProGDhy4bt26sLAwX1/DI+/GjRtr165t1aqVh4cHeR7NmjXz8fHZvHnznDlz+Mbyq8uWLaObnTVrVsHB8fHxdDdq1apF240bN6bzzMxMblWnTp3odpYsWXLx4sWffvqJ6+SJhJIWzYrfgWcOgAqBZW3eGG03bRJ90BKAyo8+ku2mTqSPavOy02XlzNlLCYnJ06aMd3Z03L5zX2xsgqur4UsyMTHxk6YaAriD+vVKSEpevWbj+LH5X7bWrNty8NDxWR++XYbpZ+reg1A6t7O1OXzk5Pszp9A23cPrN+/Qnlt373PfOcx3ETs723emTdi4ZadGrR414jVnJ0fTHn4775fatfxHDht0937whk077t8PWbv6D9MWdu09KJVIx48bEVi/Tru2LV54Z7Zu3zP7i3keHm5DB/dLTEo+cvTU1Ws3N63721SOOt8VHTl+Oi09o+/g1/v27vb5J+9v3b6bbuHw0ZO+3p7vTJ8YEvJo7fotKanpf/+5iBiSyg937zvcpWO7Du3b7N576Pc/VyanpH4x+wO6qnWrZmnp6Vu2PTmDEx+fOG7ijIjIKDre29vzxKlz9J/S3s624E2rGeDXpHHggUPHZ3/ynlhkiFMnJCSdOXtx9IjXuIz43M/eHzFs4I5dhq+ylO07HQAAAAAAAAAAeDH5Px80nSgl8LT0nfOUD07RhkXrEQQAAEos9GHE4r/+/eWnOQQqGJ7ikSDiM5J+WeM7n/CtCQAAQFngvlKrNyJlR6PR0rlQgAD0MyD9/FyQgX5hmrh4XUamsKa/qSdj83blrTva9AxdWrrWmG+mDb/rZ00Dsg4cSV70v/zbGTfKFIDmSQqLJufkmC8yVlZ6jYYnEjISCU8sYsRiga+3+QCrIYMsOrbnVtE5F1OmlzINsH1rPJ1I0QTeXsWXPmVsbZ6qE8wTFTVy/PjxixYteuedd0JDQ5VK5c6dO+/fvz9nzhxHR0MKbdasWVu2bOnbt++IESMSExPXrVunVqu//PJL8pyEQuFnn302efLk/v37t27d+vbt2xs3bnRwcHj//UKKLm/dunXmzJmvvfaaq6srbYvF4rZt23Kr6GN+8ODBdIdpm+4SgSpE3LiB41dzhP5+BMqdJjpSvvWf5KPHWHtn60HDZB27MRaygsN02Vmqiyezdm3MfBQpbdrS7o0pAk9vAkWQdmjnOPcTvqsLeTl27tlPDwB6dO1oY2W5fee+3fsOTRo/mvbfuHUnJ0f+zrQJb7w+nBi+1pIhs7Qwv+CtW/fmL1rSv093bkAZCgl5SOdvjB2x6Nc/b995UL9ereMnz9Ce8W+OWrBoSVh4ZI28F1MTB3vbaW+9QYdlZ8tpg+uMjolb8POSZk0bLl2yUCI2vH59/tWPm7fupjdz8MDcit1xCYn7d663t7Pp0b3TC+9MUnLqgp//aNO6+e+/zuOSxHfvBY94/a2ff/vrh28+K+aKxo0ZNn3Km7TRo3vH9l0GWltb/r30Fwup4ZsbDx+FHz95Ni4uwcXFqUvnoLWr/2jUoB7tn/H2pCHDx2/YtOP9GW9ZWsratm7O5/PNA9CL/1wRERm18Mcve/fsQhenTBrbe8BoUoTXBvaZ/cW8Q4dP9OvTjS7Se4YeVw/LqyQ9cvggAgAAAAAAAAAAFQlDoGSser3LOnhZ9//Uot3rBAAASmzj1n17D55UKFUlv8j1W/f/Wbut+DGbtu13rxlE56RMTZ7xOd1swen02SJ/yJjuauM2A06fu/LMjcfEJiz49e8XvnjZYrKvCOK/4mVc1Inq6Ox6EAAAgDKiz0PKlEqtpnOBoOyL/FUl5unnuyd1277nIf38TFwGWiThcRnouDCtSqU2FjHXvoxHcmWheRyliYo270n5dUncu7OiR48P79T7Yd1mEZ37xL33VIHh7KMnMjZtyz54RH7xsupBiDYhUa9SaZNTTAMY2ZOUGE8oZJ0chbUCeAKhqZO1s7WbMdX+4/cc537i9MNXLj/Pc/3jF8v+vc2vxff8Ub/LJ33PHPY+vMtr92aPzf85fvGp+QDLAX1sJoy1Hj3c8rUBsj49Lbp0lLRtTV4RkUh07ty5vn37rlmzZsmSJXTxl19++eabb7i1DRs2vHjxopubG13177//1qlT58iRIz16vMiR+aRJkzZu3JicnDx//vyzZ8/279//0qVLTk5OBUfSKx04cOD58+dXr15N2wcPHuSqQXN69epF5+3atfP09CRQJTA21k7fznX/72+kn18JTWKCcvUiXnSodf/XhD6+Kcv+l7p2ZcFh9GWb9is2rxD41rTq2V9x91b893O0qSkECuC7OLsu+Zm+Ory89HNGRuahwydbtWpqY2MVFNSaz2cPHDrGrXJ3M1zp9p37UlLTaIMOeOqCmVkffPqlh4fbl3M/JmUtOOSRWCQcO2aolZXloaMnaM+pU+cb1K/bvm0r2r5990EJt3Pg0HH6Ad1bE17n0s/EkAYeR+eXr940jenTo4u9nU0pd+bQkROpaemTJ7zOpZ+punVqNmva6ObNO8VfkaeHO9cQCYW2Ntb2trZc+plq3LA+MXy2Fk/nDMNw6WeK3paWLZvSY7bIx9EF9zY9PXPLtj2tWzbl0s+UpaWM7jkpQp/e3ej17tl3iFuk/9z0sgH+vgQAAAAAAAAAACoknDwuKcbC1umD3YzEkgAAQInpdLotO/Zn58gPHT3Tr1enEl5qyOi3O7RrMW7UK6uq0rpFY5bPmvdYWhb5/K9SqZNT00kJwjGffrnwwuUbH86c8GIXLzM6FZN1SpC2Up98Ra9ltDX/R1gpAQAAKCMvKTCqVmsIAtDFypd+3vINT6/jIf1cEqgDrc/OTv75d01cvCYxURMdq01JJcYksdMPX5nGZO7cq4mNM78UN8yEtbVhbKxZOtnZMpaWhoatDY958sV7iy4dxQ0D6ZiiUmuMTPZUZeVK6HMj8x4HB4c1a9YUNb5hw4aHDh0iJbDQyLzn5MmT5otDjQq9bMeOHU3PzG2MSBG43POgQShvWUVYDu7v8MEMxtaGvDT3jx5dP+OdwfPmNejbj1Q/cffu/Tl0SJeZM4MmTS50gOrhA218LNPvTdsuPemfYfr6f9J3bLIdPZ6RPlU2WJuWknVkv/WAoVYjxtFXHJF/rcTF81URjyS2dgRMWNZm3Ci76ZN5Egl5mfYeOKpUqbp1ak/bUom4besWJ06di4yM9vJybxBY96P3py9ZurLvwDGvDer75rgRdmZ/X9/8sOjx4xipVJKWmi5xdSJl6n5waECAn0go7Nyx3f4DR9+aOPb02QtT33qzhp+3WCS8dy94QN8SfX/msfHbTd7eT77l4u7mQjcba/YS7+riTEq9M48eRdCRb0ycke+y5jWzn3lF+S8rM1RPV2s03OKj8Mi/lv5z49bdpORkWxvDP0RGRmbBSz0MC6d/fc2aNiIlQ29Xvz7d/127OTklLTw8Mizi8dvTKvfBCQAAAAAAAABA1YaTx8XRqxU8wZMfYEX6GQDgeR07eSEuIZk29uw/VvIA9Cv3129fF1/txtykN4b1693FxcmevJBSXvy56VT8lJWs4jRJvUUUaRrvr/USHwIAAFDh5VaA5uM9bOGQfi6lKp+B1kRFqx9HKR+E0oYqPFIdFm739luWg/ICi3x++tqN+S+SkGS+KO3QTpeewVhbsXa2rKWlIetsa20+wOm7L0ixWEcHOhGowI4cOcIwTFFBaqhEBF4e7v/9LW7SkFRjquzsZaNGOvj6Dv/lV/KKaLOzkx/FeTVuRoyvI9ZDx2Qe2Se/ctEi6KmPR+RXLzMWFnQt91ojadKcaLV6hYJAHnGjBrZTJpRPIfNdew7Qf4iuXdpzix2CWp84dW7H7v3vGFOw48eNGDKoz7IVa/5etXbbjj0rlv5aM8CP+4eLjIz6bdF37388d+GvfyyY9wUpOzqdLiTkYc8ehgLGPbp13L5z34pV6xRKVfeuHeiTdkBAjfsPQkq4qYLfVKQ9OnrUaPaFpeKPeUq4M9w26P3g4PDU575ayO8AABAASURBVF0ikbCEV1S802cuTJ0xK7B+3dcG9Q3w992991BUdGyhIzMzs4jhW5QCUmJ0m6vXbNqxa39k5GMHe7vuXTsSAAAAAAAAAACoqHDyuGg6bcqq6fqcdPupq3lClMYEAHgR23cfkllIWjZvdPDImaxsOW2br121Ztv6zbsjImOkElGtmjWmTRwZWL9W3WaGH7nef/iUe80g2ljz94KOQS1JBXD7bkiPgeM/eX+yp4frv+u2n79047/lC35evPLKdcPPd57Y959/DW9uZMHb1a5Nsz6vTbp+6z5dy92ud6a8TjfVf9iUghdfvW77qjVbo6LinJ0d2rZsMvfTt6USw7dxvvph8bUbd+d99eGcr3++eecBXTtyaN9pE0eRklMlCFJWMMpL+pQHRJlGhH46x8EEAACgMlCr1Ug/FwXp5zJRNTLQmrh4dXiEOuKxtEM7fl5hRfnFyzFvTMk3Uh3zJCfEE4lYJ0dGKuG7uPCdHfnubnwnR2GAv/l4x7mfEKi6tmzZsnv37lWrVi1atIirAw2Vmv3H7xEgRJmdrczKJq8Oa2XN4wtUYaESO8PXP7jXEWXwXfMANH35Vj18YFiX9ypDx/MEAsZY7BY4zgu+I+XiUVjE1Wu3aKN9l4Hm/bv2HnwnrwywlZXlB+9O8ff3/WT2txs375zz6bvckdjP879p0jhw3Jjhf69aO2Rwv1YtmpAyEhIaplCqagYY8t9tW7ewtbFevuK/+vVq+RgLOdPPnfYdPKrT6RizEHNR3Iw/whAVHevp4cb1REZGq9Uar7zFstoZPz8fumhjY92yeWPyEvww/3/eXp4rl/0iEhoS1fEJSXv2HS50pIuzoRp3SMhDUmL01tF/vh2798fFJYwZ+Rr/6d+IAwAAAAAAAACACuXZH4pVW6lr3lfcOaoMu6K4f5oAAMDzS8/I3LP/RI+uQb27dVCqVHsPHDdf+91Pf8z+apFWqx05tG9Qm2b3Hzy8HxImEok+nDmBnlqoGeBDG3Ty9nQnFcnWXQeXr9r05pjXpkwY0TGoxYghfdq1aWY+oNDbRftHDu3nX8Obnpjhble7VoYzYQUvvvK/LZ9+sZDPsuNGDXJzdf53/Y7hY2fSU0fc2ktXbw1/Y2b9ejUX/fCpi5MDva7d+46RElInCZPmM8qrJDWYaJVEkamuuZgIy6vyNAAAQOmoVBqBAAHoQiD9XIa4DLRIwuMy0HFhWpVKrdHQu1arNyIVkjo8MvWP5bGTZ4S16BjRuU/M+GmJX/2gvH3XNEDg5mo+Xli7pkW3zqKaT+WbfY7v89q71W3FEqcfvrJ7+y2rYYPFjRsQqDYOHDgQGxu7Z8+e995DcBaqCKGFxZTNW0YvWVLoWr1OF337FnnJxDXrsLZ2Kf/+rU1K0KtUySv/0CTEZ+7fmXP9smlMzqVzmYf30X66Vq9Wq2Oj6Hh6KaF3eVQ7hnx27D5A5+++PWnV8t9MU1Dblo8fx9y6dY+uOn/xKjeybu2adJ6V/SRhTz/DofOpk8Y5OdrPm/8bPXggZeR+cCidB9QwfDGLHg937tSOfsjWpWNujeoafj7ZWTkPH0WUZFMd27eh8737c7PC9Njm9z9X0Eanju1IyZRwZ7p0DrK0lP3+50q6aLpsYnIKKSMxMbFOTg5c+pkKDTV88kaP2QqO9PXxcndz2bX30JmzF7kew7cOjL8tU4wBA3oHBz/Mzs55bWBfAgAAAAAAAAAAFRjOHxdOmxareGDIPVsPmitp0J0AAMDz27HnCD0L0qNLUKsWjXhzeLv3Hxs2uBe36uSZS0uWr+3Vvf2SRV8KhYafoczIzLKUWfB4vPemv/H7X//5eXvSBnlFGrTqZ2q/MXrQd1+8b1qMjUs8fXC9g71N316Gik2jhvWLT0w+fTb35GVRt4s2xozof+jYmfiEJPPble/ij6Pjvv1xSavmDf/7e6FELKI9H875cd3G3Zu27hs+pA835ud5szt3aEUbrVs2btx24Lbdh7k9KZaeyTwrSP2L6LJICj1jpzcUl7LyFsQtJLG50Wq9XkdUmeqAJUTiTQAAACoejVbDRwXoAszTzw/O6bZ9x9CXdEdvdtT3SD+/IGc/dsyPVms/y5BnMls+lwz5Tu6cd3BUQepAK67eUN5/YNm/t6k4qOLGrZT//ZlvmOpRuEVem+/h7vDZhwIfL6GPN20TgAKWLl1KAErt0vp1e779ttP06R2mTuN6Hhw7dmr5soSQEKmtrXv9wJ6zZlk6OXGr9Drd6eXLbu7dmxYVZe3mFhAU1GXGTL7I8Eb4wPyfzv3zT8dp04JPnEwKe2Tj7h7Yq1e7iZN4RRS4vbFjx6UN6xMePvQIbFC7S+cWI0cFnzixdrphHxr07Tt43o+0oVWp6J7c2rs3OyWF7olAIg6/dGnqlq3Wrq706qJu3uw394s9330be/eupaNjk9eGtB0/ntv4w7Nnzv/7b3xwsDInx6lGjeYjRjTo24+UDGNt4/jB54m//BA5YThPJNbLDUlQtVq9ISS+iXOKj40sPC3r+qPEtmo1q9dn7NiUeWivXiHnO7vSSzGWVgTKFz2g2r5jr0goHDNqqIXZL5jFxyeeOnNh36GjYon4zUkzW7dsWrdOrQuXrtBVBcsbW8ik77079dPZ365Zv3Xs6KGFXlFkVPT4t576tkmr5k0mT3yda7/34VzWrOSwna0NV8M4wD83E9+ja6ct2/Z07ZKbOa7pX4PO79wPDvD3Jc9SM8Cvf5/um7fupkc19na2Fy9fu3zlRvOmjToEtSYlExLyqCQ7M7Bvj/femfz194t6DxzVIaiNUCi8fPU6vdLN65aXyaFU505Be/cf+f7HX+vXq7Nl2+6QUMNe3b57P6hd/h+Ro5/OvTN94iezv5007UN6qVoBfucuXImKirG1Ke5PrFf3Tj/N/1/Tpg3d3JwJAAAAAAAAAABUYDh/XDjWxtXpvR3y2wdlHd4kAADwQrbtPCizkHTu2FoiFrVs1uDE6Ytp6Zk21pZ01ZqNu+j8sw+mcClhysqyAv2669uTR9PTWlw7sG5N81UDendxsLcp6oKlvF179h9XKFXvTHmdSz9TM6eOW7dx9/krN00B6No1c08y2dvZ+Pl6Po6KeeZm2aQtfPkOolcaaj8TQ0yKx6OnjVW8rLyiU3o9kadovWYRsQcBAACokNRqVIDOL1/6efOXjFaTl362RPr5xTn6GO5DQwY6ndk8+9VnoPVyufz8pZxzF+RXrqvuPeA6RQH+4uZNuLYwwBA2Yp0cJU0bi+rUoosCTw+B8afnTazHjCAAAC9T3P37B+bPr9WpU/spU7mea9u27fh8jq2HZ5MhQ7ISk+4fPRJ57erk9Ru4DPSOuZ9f377dPTCw+ciRcffun/vnn/gHwa8vW2Z6jn18/Ua7CROU2dk39+w+8ttvabFx/b74ouD13jt0aNvsz1zr1m06ZAjdh9v797cYOcre27vT228fW7zYNOzgwgUX1qzxbNzYv127B8eOpUVH02HWrrkF8h9fu/bPhPGBffu2HDnq4ob1hxYttHV3r9ujB10VcupU9O3bAUFBrEBwY+fOrZ98wmOYwN59SMmI6wa6fveL/MIpVWyMXqXOOnX0dv3WUbYu0ffC+TwSHJfgaedi16RD4L1LsqDOPKFA6OEpadaG7+hE4GlRMYnBjx7HJ6bm5Ciy5YqcHKVxLqfzrCx5vsE2vFaEuJLn9CgsIiExuXfPLubpZ6pLx3Z8Prt3/5FRwwcPH9L/yrWb6zZuq1M74LuvPhk0oHfB7Qzs22PT5h2//7myT69u9KObggOys3LOnb9s3uPk6GBqX7x8zXyVh7truk8m3Y6zsyPX06Z1s4aBdf1r+HCLAcaPie7fCyZ9e5AS+O7rz1zdXI4cPRkdHevs7DRi2MAP35tGSuxByMMS7szI4YPs7Wz/XrVuz/7Dvj5eTZs08PPxpgeuZXIc9enHM/ksu2P3gWMnzjRqWO/Xhd9+/f3CpctXT508ruDgAX17SESi5avWnj17ISIicvDAPulp6cVvXyQUDuzfq02rZgQAAAAAAAAAACo2nD8uEmvvIeswngAAwAsJfRhx8cqtgX27clneTh1an790Y8eew+NGDTKsfRTh5urk5+tJXo7egydmZucUM2DowJ4zpo4tau3k8SMKPUdFuRdb+qWUtysiMprO/XyeXNzT3YWedImOjit0vJ2NVUxcIikW8/gXNnq+XmhFlBmE6AxZZx7Lk9gSRkQ0hp9q1eu0RKXUen2i9ZxBVxEAAIAKSa3WCAUCAnmQfn6pKlQGOn3tpuSFv+XrVN57YApAi+rW9j60k+/uRgAAXhFFevqmD9638/J6bd6P3DNkdnLyoYULarRpO/J//+PqOsfevbt89Kgjv/068Nvvws6fv759e9Dkt7rMmMFtgasefX3btsaDB3M9A77+2srFhTYa9u//35QpVzZtbD58uEvt2vmuOuziRTrvN/cLt/r1aUOenkbn9j4+HaZMNQWgc1JTL6xZU6dr1+G//EoXO06d+kvPnnHBD8y3M/C77wKCDFVsfVq0WNCxw829e7gAdOux4+jERaXbvPHm4n596aZKHoCm+I5Oln1f49rSAUPDHqUStcbw1lzA97CzC46Ldew0sMuE8VKPl/UJSeX1IPRx8MPHDx5GBj+MYlmmlr+Xj4ezg52VhVRsIZVYSCS0IZWKra0Mv3mg0+m0Wp1SqfrnQNY/B7Xk+dXw87l341TBfguZ9NaV41z7y88/Kjhg1odv08m8Z82qJaQIZ0/sLmrVrwu+ISVAD0XW//eXadHR3q7Q3eZsXLMsXw+fz7779iQ6FRxcp3ZAMZviLFuyoOQ7071bRzqV8Iq6dgrK17l/1zrzxVEjBtGJazvY2/74/efmaxf99JWp3bJ543ybyrcnb4599hfDPv5gelGrBvbvRScCAAAAAAAAAAAVAALQT1EGnxHVbEsAAKDUNm/fT+c9u+X+CGa3jm1+WPDn7n3HuAA0xRTx27VlYu/W5eTleGbYpTS3i0sy5evR6XW80txXlg3Vvj+bLfP4GYd4gmQiTyKabEP6WZGpqfmHznEA4b3EfxEAAIBSUqvVqABtgvRzOXglGWh9Tk7O6XPZp846ffMk0yNu3JBrSJo3FdWvQxeFNfwEvt7mF0T6+VXSa4iu6v7d6V8kRAjV0I4vv0iJjHx79x6hhQXXc+/woZy0tKCJE7n0M+Vat65302ZRN27Q9tWtW4VSaYe33jJtoenQYfvmzYu6edMUgDZhWLb1668/Onc28trVggFoGzfDE+C5f1cP+v4HOlJiXciXmRMfPaJzz4aNuEU6xqVWrfjgYPMxzgG5v/4ktbW19/FJi47mFk1VoikHX1+ngICE0FDyoqQeniOt7FdceUB3tV5d39t3wpysrQc3rCG1rkA/ivXK5cgV+45c2H/skkQsrO3v1aRBzVGDu7q5OBAAAAAAAAAAAACAp+H88RNcaMqBAAAQAElEQVTya3tS/nlb0qi33eu/EBalxQAAXpxOp9u0bR9tTJk5d8rMJ/1nL1yLjklwd3Oq4eu1Z//xlNR0O1vrQregUqtJJfTs26Us7na5uxuqW0VGxXp55kZYwiOi1WqNj+eLJ1p0Np2e3oN4nmIP0ROiSCRatZ5nr633l862MwEAAKjY1Botn483sAZIP5ebcstA69LSsg4epZP87Hmux2pAX3Gzxlxb3KSh8/xvpR3aMTLE4yomLVLCUM1d2bQp4soV2oh/8MDeO/eJksscrxr/Zr7BIktL49qHqpycb5s2ybc2OyW50KvgUs5pMTEFVzUfMYJu7fr27bH37rUcPbrJ4NfYAj8ZYWMMMcszM009iowMS0dHUgSJjU1GfLxp8cHRoxfXr08IDdGq1fSZX5WdrdNomBc9LLGWiLIUColQFBuXTN/ve9jZ2UrFBIxycuS7D58/dOJKbX/PD6cMqxXgRQAAAAAAAAAAAACKhvPHuZQhZ1P+NWT0dOkJpEABTgAAeC4nz1yKS0ju37vz6yMHmjqPn7zw+7I1u/YdnTJhRN+enfbsP/7X3+s+/XAKt1an02Vl51hZGlIdjo72waFher2+PH9bvEwUf7tsba2VKlXoo0h/v8LP4XXr2Gbewr+27zncrnVTYgw2LVq8gja6d2lHygg/fjGPZJOUu3qtUq+10DTcqJf4EAAAgAoPFaA5SD+XMy4D/d8nLzEDLT9zLmbSO+Y9woAaepXSvEfWpycBAKh4uGfAxzduDPr+hxN/LDmwYH7NDh1ySz4bnx6HzJ8vs3+qcK9praWT02vzfsy3QZlD4VV+FVx2ubDPbAUSyYBvvg2aNOngggV7vvnm2tZtb/7zj0D8VKTY2s2NTjd2bG86eLCNh8f9I0fig4M7vf02KYHjS34/vmRJvR496VVYObuc/Ouv7JQUUgpnIuJSsrKcbQVxcYbtKNSaC5GJHWu4kmovLCJm4Z+bAuv4fv3Rm64u9uar4j+cbTtlgtDfjwAAAAAAAAAAAACYwfnjXDyxjBHLWGtn+7dWEr6QAABAKWzdeZDORw3t16ZlY1NnDT+v35et2b3v2JQJI/r37rx6zbbFS9ckpqR5GsseHz95oWnj+nM/mU7bbVs3Wbdx9/T3vwrw9+Gz7DtTXieVxDNuV8smm7bue/+T7zt1aJWUlPLlZzPyBblq1/J7bUB3etv5DOtgb3vu4rXzl260bt6oS8fWpCwwmedZ9Q2SE6/XKHXS5pqa/yNCJwIAAFAZqDUaYbUPQCP9/Eo4+rAjv7VaN6csM9D67GyehQXXFjdqwBMK9SqVuFGgRdfOsl7d+K4uBACgMuDyyJ2mT2/Yv7/E2nrt9Gmn/17ecZrh/a+jnyGrSjt9WrQoeEG6NiE42KNhw9w89LNE37pF5/Ze3kUNsPPyHvHb/3Z++cXVzZuDjx+v1zP/90YGfvPtxvffWzygv4OfX9y9e3W6dm09dhx5lsyEhONLljQaNIhenOu5e/BAzJ3bTw16nlIaOSr1pceJjlbWl8Me9m/TMikhTafTXYlOaOHpIBVW6x8kvHn34dJ/d380bbi3ZyEvgorrNx8PGmkzbpTd9Mk8iYQAAAAAAAAAAAAAGDEEjISeDRxnbrGftoYnxk/KAgCUCj17t3vfcVcXxzatGpv3Ozvat2gaeO3m3fCIaLr434qFk98cfuXa7d//+m/7rkO+3u4jh/ThRn76/luB9Wru2HNkwa9/nz53hVQqxdyuIQN70OnK9Tv0du07eDI5Ja3gxRf98NmMqWMvXLnx59/rEpJSxo4c+M+yn0iZ0KnYzJ1Ek63PitHL2mrqrET6GQAAKhG1WiPgV+tgENLPr5CLvyEDLZLyuAx0fIRWpVJrNPSfQqs3KuF29Dk5actWhbfrlrZmo6mTZ2HhvPB7n+P73NeutBn/OtLPAFDpWLsaqhfX7NDBv127MytWpMfE0MXanbuIrayO//GHMivLNDIrKYlrNOzfX6fVHly4QK/TcT30iVWRkWG+WY1axTXSY2PPr/lPaGFRs2PHgtdOt5kUFsa1XevUoXNVTk7BYWJLS7p7QZMmdXlnxnuHDg//5VehVEqeJTUqis5t3d25RbVcnhpt+EBDq9HQuYW9oUpx4qNHpMQi07I1Op2Qz3e3tpPLs/z9PWinQqOj/aQaO3b62sp1+z5///VC08+5tNq0Ff9G9hmSc/wUAQAAAAAAAAAAADBCBegn+M41CAAAlBrDMI9uHyl01bZ1S0xtsUj4xadv06ngMHs7m/3b/ibFGjqoJ51IWVv62zdFrapfNyA6uJDTbO9Nf4NOpsVibhePx/v1pzl0KubifD47671JdCp48YKb3br2d1JiTNo+JuMcSY/Uun+k9XiH8JCUAgCAykStVguqcQVopJ9fOS4D/cJ1oPXZ2Wmr1qT9t16Xboj3pa/bZDv5TdNaiy4dCQBA5dd79uwlAwfun//T8J9/kTk4dJk5c8833yzu3y+gfXu+UBhx5QrDspM3bKRPmP5t29Xv1fvi2rURly/7tmolT08PO3++dpcuvT+bbdraf2+9Fdi7T3pcbMipU/K0tD6z51g6FfIl3ntHDu/74Ye63brLHB3uHT7MF4k8GzcuOGznl19YuxjCtTF378Q9uO9cs5Z/27YM/xmHFm716tl4eND9pHsutrQ8/++/dFeJsSK1T/PmdH/c6tW/uXt3TlraiF9/K0k169CU3JB3UIDPgLrewTqSkmydlJxO+2s72ZDqhx7brN16+M6D8K8+Hm9l+exIuiYuPnbae9IO7RznfoKvDAEAAAAAAAAAAEB1D0CrQs8L/VsRAACAqk0VKwifpVdma+r8p7PpQAAAACobtUbL51fTN7BIP1cQL5yBTl+7MWXxX7q0dG7RoktH69HDCABAlWPn6dV63Bunlv716Nw5v9atmw8fYWFrd2blitt799r7+Ho1buLo50tfz7iv4w6eN8/B1+fOgQNXt2xxrVOnfu/edID51mq0aXt54wba8G3ZqsWIEV5NmxZ6pS41a9Xu3CXq5g1lVpZXkyZt3njTwde34LAOb005uXTp/aNHTT2udeu+uXKV0MKimFvEF4mGL1x06JdfTi1fbu3iUq9nr+bDh/835S16o3yaN6cDhsz/6ej/Fkdeu6pRKJ4ZgKYv5fcTDL8EZS0RjQj0E/DZxjpdmo9Lalom7e9Ty5NX/b6ovOfw+XshEV98+IZI+Bw/9JFz4nRk36F2UyfavDGaVNfjQwAAAAAAAAAAACDVPACdvv3brON/W/WbZdllCgEAAKiq9Fp+zBIdsdLW/gPpZwAAqKQ0ao1AwJLqB+nnCuXFMtDaxCQu/Ww5uL/9jKmskyMBAKgSanfu/OXtO+Y9XWbMoJNpsW737nQq9LIMy3acNp1OpAhBEyf2mTOHPItn48aFlnymzPetdpcudOLayszMMytXnlz6150DBxoPHtzjo4/pZH7B8f+sNrVd69Ubu2yZ+dqpW7eZ2nZe3kPmzyclc/FxolytoY3ONVwFfMOrBsswdaTijNreD4Ij6dqWXk6kOklMTtuy+8S3n0x4rvQzRy+XJy/6X8aO3U5fzRE3aUgAAAAAAAAAAACgWmJIdZV9dm3W8b9pQxMfSgAAAKouvSqZl35Z3fCkzrYTAQAAqJzUGk01rACN9HMFxGWgRVIel4GOj9CqVPThSf+JtHqjghexmTBWFFjP/Z+lTt/ORfoZAOCViLl9Oz0mhmuLLC29mxnqSfOY8vtsXKvTnQ6PpY36Lrb1ne1M/e5CtoaVzMXJjq7VFfYiUoWtWLuvS1ATd9cXf2VUPwyLHj0+vH2PmPFTCQAAAAAAAAAAAFQ/1bcCNGvpSPhCkV9z2xE/EgAAgKqLJ3JSN9xHAAAAKjONVstnq1cFaKSfK6xn1oGWnzqjS8+Q9evNdTIymceGfwgAALwiWpVq00cfZSbE1+zQwcbdPfrWrYjLl+28vGp27EjKS6ZCrdETFytp/zo++VbVFbNZ7o7nk9MzFSpriYhUD6fO34yJT3p38mslGs3jFbNKk5iky8gkAAAAAAAAAAAAUP1U3wC0OLCb4zsbBK41CVMdf0YZAAAAAACgEtGoNRYWElJtIP1cwRWVgdYmJKbNW5h95ARPKpW0aMY6OxEAAHjVWKFwyPyfji1eHHziBF108PVt9frrrca8LrWxIeXFWiJs4GxXw96SZfK/jgsYJkAskLvZW4mFpHpIS89cvfHAR9NHikQlu8lF18YWeHlK2rfhOzgQAAAAAAAAAAAAqH6qbwCaEno3IgAAAAAAAFDhqTUaPr+6vIFF+rlSKJiBtjq5Lufvf/RKJV3L2lhrEhIRgAYAeAE9PvqYTqRMudcPHPPnX+TV4fF4vWp7FrXWScB29XUl1cbvK7YHtQqsWcODlALrYO8w6z1Zn57cok6nIwAAAAAAAAAAAFDNMKSaUT68QAAAAAAAAKBS0Wg0guoRgEb6uRLhMtAiKU+UHJk1ZkL2kqVc+tl6ygTPgzuE9esSAAAAeNqGHceS0zJGDupKXphebzmgj9feLab0MwAAAAAAAAAAAFRP1SsAnbruo6TFI7NOrCQAAAAAAABQeag12upQARrp50qHy0DrpLYibRpd1NdrbLvpP4tJb9J/Qb0RAQAAgDzHz1w/dvrqR9NGCAQvelyn1/O9vZx++IqRyQgAAAAAAAAAAABUb9XlF4SprJMrcy5spg11zF0CAAAAAAAAlYehArSAJVUa0s+VlIs/O3ie16n3P9UoNAmKTkO0cmeVmlvFsoYHLY+Hfz4AAABy9Wbwv5sPfvHBOFdne/L8GAupLiubNhw/+4AAAAAAAAAAAAAAVKsK0AKnGjyBWFSjpe3weQQAAAAAAAAqD41Gy2er8jd4kX6u1Fz82aBF/ePsusrTmc2zJfERWpVKTR+0qAMNAADAuXj13pKVOz6YOszLw5k8P1mv7tZjRhIej+/mIm3fjgAAAAAAAAAAAABUqwC0qHZ7xxmb7SYtI0wVLxsGAAAAAABQxag1Gj6/yr6VQ/q5CnDxZ0d+ayWS8rgMdMJjDTLQAAAAxHiEs3770ZXr933yzqi6NX3I83P5eZ7zwu9zzl+gbVmPrgQAAAAAAAAAAADAqBoFoCmBZz1GbEkAAAAAAACgUtFoNAJB1awAjfRzlfF0BlqaGKVVqzXIQAMAQHUWl5Ay96eVN+8+/GH2JH8/d/JCRIH19NnZ6sgo2rbo0okAAAAAAAAAAAAAGFX9ALQuJ50AAAAAAABAZabRaPlsFawAjfRzFWPKQOekMps+M9SBRgYaAACqJ51Ot2Pf6dnfL2tQx+/rj8fbWJeqLgnPwsL3zGGv/dvETRs9YyQPR1BQafDyEAAAAAAAAAAAeCFVs4CWiTrqbuJvQyy7vW3ZdQrhVa9y1wAAAAAAAFWGIQDNr2pvYJF+rpK4DPS6ORlcBnro93Inz9xVrDHEj4wLAABUeXeDkwKq1QAAEABJREFUw1dvPEAbcz8Y5+3pQsqIwMvzmWO446sVuxI3HEohABVSjlJHuPQzAQAAAAAAAACAUqnKAWi9Sp684i06l1/fY9llMgLQAAAAAAAAlZRGq2GrVgVopJ+rMGSgAQCg2kpITP1vy6HI6IRBvYOCWgYyTHl+Jq+nr7B8lmF4muQ0TZJeTQAqJPoWgOHxWPpYNUIdaAAAAAAAAACAF1aVA9DyG/u0KVE8odR+/F+EqeK1rgEAAAAAAKowYwXoqhOARvq5ykMGGgAAqpvYuOS9R87fuPtwQI+2708ZRsodfW1lGN6wDsJ+LfVyuUKhVKlUaq1Wp9PruEMvgFeOCzqzDCsQsCKRkM8XcDFoHBkCAAAAAAAAALyYqhwLljYfzFjY6jUq1t6DAAAAAAAAQKWl1VadADTSz9UEMtAAAFAd0EOaG3ce7j96MTYhuV+31mOH9xDwy/ikgyYuPunbn/guzvbvTedZWBQ6hntVZRiGHjEKBHydTkgXaVurNaSfEYCGCoJ7oNJDQfrgFAoEQqGAZVjknwEAAAAAAAAAXlgVr4ssrtuJAAAAAAAAQCVnqADNVoUAtHn6OfQy0s9VHDLQAABQhUXHJp2+ePPspTt8lunXvW1QqwYsy5CXQBUcmn30BE8odJjzcTHDGIahx1l0H4QCgaHILsvQA0jao9PpCECFwZUqN2WgBQI+VwGaQwAAAAAAAAAA4HlU8QA0AAAAAAAAVAGGADS/0r+BzZd+3vg50s9VHzLQAABQxSSnpJ+7fOfclbtxCSktGteeNKZP/dp+5GVSPQqnc76n+zNH0hdV7oiRYXh8ltXpUf4ZKpzcItDGws/04crSFosS0AAAAAAAAAAAL6gKBqBT17wvcK8r6zCB4DMjAAAAAACAKkGr1b6kmoLlpmD6WaNC+rlaQAYaAACqgKiYxEvX71+5+SA6NqlB3RqDerVr1qg2KRea2Fg6F7i6FjOGezE1VtLV83gCltVRxqMvHgLQUNHQR6uxDjTDVYPmGgQAAAAAAAAAAJ5fVQtA51zaRidyaZvApaaodnsCAAAAANWD6ay2+YlD81Pdpv5857/LpP+ZV1pW/ZViJyv1zlfqe7hqU2s0fLYSv4FF+rmaK/MMdGJymqO9DQEAAChOaYO/CqXyQejju8ERl6/fz8ySN21Yc2DPdg3r+QsE5XpUpomJo3O+q3Pxw7gXU56BnmF4er3hu3NIP0MFZPZY5ZkvEgAAAAAAAAAAeE5VKgCtV2anbf6cNqRNByD9DAAAAFDlmU5mm5/VLuoM90vtfyVXSqriThLcwy/an+98eRU7fa7T6eicz2dJ5YT0M5AyzUAnJqd998t/v3zzNgEAKB1T/C7ryBH5jesEKjldejrJKy77wgeDOXLF3eCI4IeG3HN4ZKyLk12j+v7jR/WuV8uXvCKahARiCEC7PHOkIfus1/NKc/sByh0ergAAAAAAAAAAL6xKBaB5IguHScvTd/1oPfQbAgAAAABVmilQyCUjUdkLqjPTKXNeHi75QaoKjUZLKm0AGulnMCmTDDSXfk5KTiMAAKX15GhBl5lBJwJVAv1nZYwHhAzDlGQ8PUqJikkMDYsOCYui85i4JJFIWK+WT8c2DZu8NdTO1oq8apr4RFKyADRBlhQAAAAAAAAAAKA6qVIBaEro38rxvW0EAAAAAKo0fZ5TF29nZsu5ThcHm8BaXlz76PnbXGKS8vN09vc2nCxXqjQnL901RaXr+Ht4utjTRlpmzqWboab+ZoE17KxltBGbmHY7ONLUH9SsjkQspI1HkfEPH8dz/QzDdG0TyA24HfI4NiGV65eIRUHNanP9l249TMvI5vod7Kya1M2tnXbq0j25UsW1PVzt69bw4NqHztw0XWlNH1cfDyfayMpRnrv2wNTfqI6vk70hi5CUmnntbpipv1WjmlYyCW08jk26/yjG1N+5VSCfbwhAPAiLiYxJ4voFfH6nVvW4ATfuRyQkp3P9VjJpq0YBXP+5a8Hm93CD2t659/C52xpt7j3s4+5Y09eNNlRq7YmLd0xXWtffw8N4D6dn5lw0u4eb1q9hb2O4h+OS0m49eHIPt2taRyox3MNhjxNCI+NM/d3bNeQad0KjYuJTcu9hkTCoeZ2C97C9rWXTen4lv4f9vVz8vAy/pi1XqE9fuWfqp48lV0db2khOy7p655Gpv2XDAGtLKW1ExafcC40y9XdoUU8kNLy9CgmPDY9O5Pr5LNu5dX1uwM37EfF597ClhaR145pc//nrIRlZOVzbyd66UR0frn3s/B21RsO1vd0daxnvYY1Gd+zC7SeP4Rrunq4OPB4vIzPn/I0Q2q4b4EUfk1zepSploLkHG5+tfAHoQtPP9u4M0s/VVikz0Elm6edFf258f8owAgDwQvK+M0XE3bvo69RWKFVKeqys1dJDaHyxsPJiWYb+J3Z25NPDJpY1fTWu4MiU1IxHkbFhkbGhj6JDw6Ppv76lTOrv696uRWCAn3udmj6kIvHet1UdHcu3tyMAAAAAAAAAAAAAZqpaABoAAAAAqjzzQKGTnaW1pYTrt7WykIoFXNvN0cYU3LC3ye0XsIyHy5Oz5vbWuf1arci838pCzPXbWErM+2VSEZdwtbOxUKrz+vXEdKWOtjKWyY0XiAR8U7+LgzW9bN7GJaZ+V0cbdV6G2MHW0tRvfqV2NjKun8fTP7WTMhHXT/f26Z3P7be1tjDvl0oEfNYQgHawkXE1s4khvc0zXSm9J4WC3HSpVCw030kbK2nBe9jd2VaXF44x7byA/9Q9bBqv04kK3UkbS+lT97CFUCwUcPewh8ps5033sI0s7w4mQv6Te9jV7B62NL+HnWzUeTl4+7x7Mt89bG+b288wpNCdV1s8tfOWpns4385LhQJjfWJ6RaZoOMMzu4ftrQR597BEZH4PW5sew/QOefIYdrbR6fLu4byd12h1T+2k9ZN7ODtHkZaRpVGrGfZJ3oVUFdz3GVh+JXsDW2T6+QdrpJ+rsxfOQMfGJc9bvDY5JZ1bDA2LJgAApUOfcPh2tkKZTKdQ6lVqnlrDaLX05QsZ6MqIvnowDCMQ8AUCgZAe2TPc1+Jy12Zk5jyKiHkYERNG5+ExmVk59L2Np7ujr6dbx7aNani7ORm/+1cx8SQSob8fAQAAAAAAAAAAAHgaz/zjbO4HxDUajUKhmPBjolbPrv/Gl1QGyuAzopptCQAAAABUA1ztZ61We+VWaFRc0rBerQhAtbfzyBWxiN8ssIaAb4i9sHkxaFK+us4I8XVUzR7Fl8lkFhYWYrFYIBA8lb55IalpGe/M+u6fJd+zpSgCzT11qNVqpVIZf2KcPie85pCT5KUpJv1sYYP0M5C4UO26ORnKHL3UVmfMQNM/XL55wc5842Pjkr/5eXVGZrZ5539L5hAAgBfCvSxqNIaSzyqVWkVfINUarVan1aICdGXFvXzQlxI60deU1LTM2ISUqNjEx9EJkdEJCoXa3c3ew8XR3dXR3c2BNuztrAkAVGyRR9/KSbypa7RRZkTfXgmFwlfyRg8AAAAAAAAAoGKqChWgMw8uzti7UNpsoO2YnwkAAAAAVAPcN/d0eh3yGQAcwx+FVqtWqei5cHpGXM8w3F9H1Tg1zhXVLk36uZwh/QzP9Fx1oAtNP+ejUCoVCrVSqVIoVUqlWijk21jLbKwtCQBA0RiGHjYwQqGANvh8Vmc8wiYEFaArmfSM7LSMLMOUnp2YkhoTmxITn2Qpk3p7OHt7unRq29jbw6UiF3gGAAAAAAAAAAAAeDGVPgCtiQvN2P8LbTAWdgQAAAAAqgcuAE3/RwDAqHXjgPj4RK1Go+Pz6V9HpUkKl4xGo0H6GaqeEmagi0k/f/jFEqmFOCU1Iy09y9Rpa2NpbWXB4zHJKWkZmTm0TXvcXRwb1vNr1rC2UCggAAB5zzAMw3BtQwBax9JXMK4yNIEKKSk1Iyk5LSk5nT7zJ6VmpqZnpKZlJqdm0FV2NpZODrZ08nJzbteigY+ns1QiZoxIJf9GnOp+sOL6TYGvt6RlcwIAAAAAAAAAAABgpvIHoFOiGKGUsXay6vsxAQAAAIDqowpVtwUoPTtri9TkRI1WI9Dpql50SavV8VmGVAZIP8NzeWYGOi4+pZjaz1k58vatG9raWNrZWlrJLGysZZYyab4xiclpKSkZ90Iidh08t3rjwVGDu9KLEAAAsww0j6enM72evtTykH6uCFLSM1PTMtUqddjjuKSk9MSU1ISkNDrRVSKR0Nba0t7W0sne1s/b1dXJzsHexs3Fnrug8d9UzzNDKv87Jvmlq0k/LBD6+3nu3EgAAAAAAAAAAAAAzFT6ALS4bken2Ud1mUk8gYgAAAAAQPXA5TsdbC1trKQEAIx0el1VDS1pNFqWXwnevb6S9HPI3Yjxg+YOGdt95uzR5v2ThnwZFRa378qfpNzlZCn2bDnZMqiBl58LgWcpJgMdFZs0//f1RaWfqewcRf+ebYvfvqO9DZ1qBXgN7B10+sKtjTuO3bz7aMyQrjbWlgQAqj3zgCyiz+UsMTmdPsOnpWempGakZmQlJqWnpmUkp2Ump6RbW1k42tnY2sgsZRb2dlY1/NztbCxtrWW2NpZSifiZWzZPPFeB74tq0wzJb8bWhgAAAAAAAAAAAAA8rdIHoCnW0oFOBAAAAACqE3ou38nO0komIQBASEh4XHK6XCKRVsn0kkar4Rur4VZkqP1ssm3dkT8XbFy2OYBAyRSVgU5MSq3p537zXphKpS70gs/7996uZSCddh04M/uH5c0b12lUz79RfX8CANWbKSBLG8hAlwmFUpmZJc/KysmWK9LSszOycjIzDfOMzOysbHlaRjZt0Cd2O1srK5nUxlpmb2tlZ2vdONDJwc7KzsbS0cGWlELV+4UcbaohAM3aIAANAAAAAAAAAAAA+VWFADQAAAAAVDdV77w+QCkFh8fxiMajitbb1Wp1FTwAjfQzlFKhGejAOn6NAwM0Wt2te48uX39w7XaoXK7Id8H124+OGNiZPI9+Pdp279j81v2wyzfu/7Nhv5uzvaeHs7uLg6ebo4+XKwGAagzH2MXLys4xJJuzc6fMrJxMQyMny9iZSRvZ8rT0LIGAb2khlckkdG5laZxkFs6Odsa2hXFRKilBIWfg5AagUQEaAAAAAAAAAAAACqisAWjlg9Pq+BBZ+zcJAAAAAFRX2XKVWqN1cSxVjTSAqsQUwyVVi0ajYfkVNwBdKdLPqUkZ82b//eBOmFKh9g1wf2P6wBbt6tP+zIyc3s2nzl/2wY3LD47vv5iSlNGgWc2Zs1/38HYyXfb00Wtr/tr9MPixta1lnQZ+Mz4d7eBsCCHRTf2zZMeJg5fSU7Mat6zTf3jH5m3rL563bsPK/XTtpCFf0nnDZjUXr5ldcH+4YW++Pejc8WsRj2JdPRy79Gk1ZnJfhjHcY5tXH/z1uzW/rf6U7tXh3efiYpK2nvzVytqiqFvBSU46/KMAABAASURBVIpP+/nr1aEPIlOTM9y9nZu0rDPp3SFiibCYm0Dt3356+9qjYaHRdRrUaN+tyeDRXWnnrashq//YeftqiJefa4t2gcPe7GlpJSUvWVF1oPl8tlnDWs0b1dbpdHeDI3YdOHs/NJK2uUs9DIsmz08kEtJt0om2Y+KSHobHhDyK2n/sYsTjODsbK2dHW0cHG2cHw9yBLhuyehKpFD+5AABVkEKpzM5WZOfQSU7nWdnGhtzYky039iuyaE+2PEeulIhFMplEZiGxlEpkMqklbUsl9h7OMgtD2xB6pqsspQI+ao6UJR0C0AAAAAAAAAAAAFCESvlprF6tSNvwiSYlWpsUaT34CwIAAAAA1VJ4dGJcUvqwXq0IQLWn1+t5PMO8Sv54vUar5VfUAHSlSD+np2VNH/1dbHRi514tLa2kxw5c+mDC/O9+n9G+a1NuwFfv/+Hu5TR26oD42OR//9z1+cz/rdj2NVcHdM+Wk/M++9vN07HfsI7JiWmnDl+9dSV42eavHJxt/liwYcu/h9p0bNSqg/OFU7euX7zfvG19OoWHRtPFgSM72zvaODgX9x2VO9dDRk/um50lP7Tr3LKfNyfEJH/49RumtYu+Xh1Qx2v8O4OSEtKsrC2KvxWPw+Leef37zIycoK5NnVzs7t8OO3X4yptvDyREWMxNOH7w8nezltWs501XhdyLOLr3wuDRXeNikumWZZbSnoODkhJSN/5zYPiEXqRcFJWBpliWZRgmsI4fnbKyc67cCL50/f6te2EhYVGkdNxcHOgU1KoBtxgbl5yYkpaQmJqQnBZ27X5aRmZ6enZGVo5SqbKxllnKpDZWMtqwtbG0s7akc1tD24o2CADAq6NSqRVKtUKhVChVCoVKrlIqFWq5UkWX6Vyl1uTk0KaSrqID5EplVpYh3JyZlSMUCiyk4rxJwjVkUomtq4OhYSGVSnJXWVm+9G/CQKG0acYAtA0C0AAAAAAAAAAAAJBfpQxAp++cp0mJ5gnEsi5TCQAAAAAAAFRpWq2Wz1bEAHTFST9vXn2QTvk6ZbLckr0rftv2ODzuhyXvtuvSmC4OGt118pAv/5y/sW2nxtyAWvV95/3xLlcsOTM9e+OqAw9uR9QO9ElNyvhz/obmbevTy4rEAro2+E7EW8O/Wvrzps/mTbp+8T69ih//eo/2T5+lz8rMoY2WQYGh9yMvnLrV57X2tQN9i9/tWd9NcHKxo42eA9t9OHHBjg3HBo7s7F/Hi1trYyeb89NbXE3o4m8FHfPT3JUpSRn/+++zhs1qcuMzM3JkltLib8K18/doz0dfjac3lhiT4nR+93qoPEc5Ycbg4W/25DpN92Q5KD4DTec8Hk9mIe3QphGdFErltVuhpEy5utjTqdBVySnpGZnZmdny5NSMtLTMiKj463dCU9IyU9MyM7NyJBKxVCKik4VULBGLjG2JzEIsEgrookQiFNO5SGRoi4USiaEhEKBIKkA1pVZrVGq1SqUxNgxttVprnBsWDXO6oNEa58YBKs2TtSq1SqNVKlW5WWelSi5X0G3KLOhzjJA+w9DnHbFIJDY0BPSZhy5KREJLR6lhlXGtRJybeLaxlhGo8Bw/+0j1KEzcqAEBAAAAAAAAAAAAeFqlPNUkadRbeeewtO0Y1tqJAAAAAEA1ViWL3QK8gD4dGz0IDiFVlEajZSteALpC1X4ObBLQol2gec/ODcfk2QquvX/76YbNanK5Ycrbz7Vz75a7N52Ii06ysjFkvzy8nLj0M1W7viG1HBudWDvQ58Shy2mpWa+/1ZeLDlM163k3bFb77o2HtO3q7vDwweNta48MGtWFYXhW1hbkRbEsM2xcj8tn79y8GmwKQPcb2tGUfi7+VtBbev3i/Z4D25nSz5SllaFUZ/E3wcXdkPTd+M/+2T9Opvtgbbw3XDwcuavrMaCtjZ0l11meSpKB5hbFIlHrZvVIebG3s6ZTUWuzsnNycpQ5cmWOQmGY5xjmcrkiPTM7PjFVrqBtpUKtpv1yhUqhUGZly+mlpBKxIapojCSKDJlFQ1paJBIY84tCPr3BfPofnRhD07DMM3YwxjYj4AvoKKGQzulEGdoEAEpNoVSq1Vq1xpBFpq/CXJs2DIll2jZmlA2TYZUhjmxcVJsuYgwxa+kFTONVeeO5sDIlkYgFfJb+zQrpX7KALzRMFGucGxYFQq6HL5NKBNZ8ofDJANoWCYR5EWehzAK1masycYumdCIAAAAAAAAAAAAABVTKALSoRgunTw/zBGICAAAAANWS3ogAgBmeEamKNBotn1+xAtAVKv1MjCWc35g+wLznzLFrUWFxtJGUkJqTrfDwdjFf6+7lTOemALQ5ric7yxBODX8YQ+czxs7LN4ariPzOZ6OzsuSLvlp94uDl4W/0bN2xISkFFw8H4y4lm3qcXJ/UIS7+VqSlZBJjCrzgZou/CYNGdo14GLt366mQO+GDX+/Wb2hHvoCt28Bv+scjVv2+/fXen/QZ0mHE+F42dpakfOXLQA/7QeHokbsqXwa64pBZSF8gg0gfQgqlUq5QKZVqpVplbNC5UkEXVGqFSq2VyzVanVajM2YvdfQvjs4NTa2e/o92KOhFVJRGqdLk5Bget4Y8pZDP5aHpXCQSsDxDfpplecY5YwhQMzxjuJo2GGOommW4jDXDGHvoKl5uz5PBhkXGONgwmqHbMfQbG8au3Cl3tUgkJADPz1D3WGd8cOdOxrauwKJhSVfYMMP/abSGlyedTqfRGf5euOSxJjevrDFmlLWGDlOs2fh/pvgyMf4d8fl8oYClc4GANSzwWUMomW+cBMZOLrhMF4UCqVgksLQwdgoE3EhuyhsvNI6nG6HrRfiiAgAAAAAAAAAAAACUhcr6Y6NIPwMAAACAt5tDgLczAYC89LMJqVq0Wi2/IlWArmjp5+IV/m0RY+8zHyrcgC8XTrVzfKrur0BkyK65eTr+799PL5y69fuP6z5+a9HAUV0++GIseVFZGTnk6br+5rtXklthXi66hDdBLBV+8v2EMZP7Lpm/ftFXq/duPfW/fz8TS4QjJvTqM7TDmqW71y7fu2fryV9XfeJX04OUL/MM9MZPxSN+lNu75a6qsBnoFyCTSbgwehlSKCmNSqVSqgxzlTHTqeOiorq8nKgpM6rTa3PptHq9QqU2jtTmRVB1Gi5nqtNpuEE6Pe3R63VqYwg7L3WqfdLWGts6LZciNScUCui/GmN8lmaY3Kdr2uD+y+sk3ILZAGOTIU/aJLffuDXCM99CgY0/medulpitYsyvhT6eGNM4s27uKnKXzfYtb1e4C+Vdae6uELPr5RnuNXqXGWZEx8ld1BubJLcrd1FvXKKdetN/xnYZfPPN7Cqeui7uOnTcYu6e6PPW6p/sB3dB0/q8lk7/hGm3jetJXqfpHnjSn3dNevpYKvhQyY3sG+P4xnlett4w4+Ul9vP6jQOMWXyu19DIjfLzWbFIaGkhNSaPuSxybpo5L5rMPgk6GxeR3QcAAAAAAAAAAACAyqKyBqABAAAAoJrj8XgyqciqrFNTAJVUSHhccoZCaiHjMpFVLAOt0WrZChOArlzpZ8rByUYkFsRGJ5p3RjyKpXMPn2d8h8S7hiFya2Ura9yyTlFjWgYFNmlZZ/LQL7evPfLmtAGmnHHB9Gfx7t18ZNilIr7WUvytsLQyFB4OC40mL3QT6Ba+/33mT5+v2LXxxNnj1zv3akE76TanfDjMN8Dj24//2rnh2Lufv07K3VN1oGdLhn5XNTPQZU4sEtGJEAtSkahUarNcrF6nI2bJWH1eylafl7LVmQVqdbk5WvPo7ZM0LdGZhuclcblUsdlmza/XlMF9ehWh2zEU1TbfTr5rz5uZro882dpTe/x0wJdUoJ/sMGS5c6Pfphg3Y4qhm4LdjCl2bkDMhpnGMHnFwnMTyYyx7DebWy88N5TM1Qs3rswtEM6Fko0R5dzy4bkhZpQMByiCJi4++/AxvquLRZeOBAAAAAAAAAAAAOBplSkAnbHrJ21mgmXP9/h27gQAAAAAqjFEvgDyCQ6P4xGNpyupkipOBehKl34mxifMdl2aHtlzPuZxopunI+0JvRd5ePe5eg1rOLnYZRrrLhelfZcmfy3YuHLx9rqN/C0scn+IKSUxnUs50+04uztYWkkFQr53DffQ+49zshV0lbWtJV0bFhId2CSg+H1TKXND0vGxKZtWH5RaiNt2bvQCt8LByda/jtfeLadGT+xjSmDTm0b3rfibQBuZmTnefoa/nIA63nRObwKdXz1/r0krQ2C6Zl1DZ3aWgrwipgx0ZiIy0JWbUCggAADwnNQPHyV9v4A2aty9TAAAAAAAAAAAAACeVmkC0Jr4R5lH/yJ6ncCjnqz9mwQAAAAAqr1suUqt0bo42hIAMMotB5qX060ytFpdRagAXRnTz5wxk/qcOHjp47cWde3TKi0l48ie8xqN9s13Bj3zgnaO1pPfH7Loq9Vjes5q3bGhUCi4cfkBwzLLt3zF4/H+W7bn6oW7HXs0VynUZ45e9fBxdvNyopdq1Lw2S8f8tiU5MU2lUnfo1rx2oE+h2/9o8gK6S/ExyedP3cxIzXpv7lgHJ9sXuBUMw3vr/aEfT1701vCv+7zWnhjSz9n7tp76d888e6fibsKJQ5d/+25Nhx7N7B1tTh68LBQJApsEhIVEzxw3r2nrurXq+Vw9f5durXHL2uTVQQYaAACqLW1qGp2zDvYEAAAAAAAAAAAAoIBKE4BO3/kd0etYB2+knwEAAACAExGTFJuYNqxXKwJQ7en1ei4DacpAVyVarZZlGfJKVd70M+Vfx2vZpi8X/7h+27ojKoW6Ri2PL98e1LR13ZJcdtCoLrb2VuuW7z28+7yXr2tg05refm70zqCPtzYdG6anZh7edc7S2qJrn1Zjpw5gGMNd4eHt9N7csQu+WLXif9ukFuJ6Df0J8Sl0483b1t++/ihtNG1Vd9Corg2b1SQveitatW/wv/8+W/7rls2rDxKG51vDbepHI6xtZcXfBP/aXu26Nrlz/aE8WxHYJGD4+F7efq5x0UkDhne6cSV429ojNet6f/L9hN6Dg8grhQw0AABUT9rUdDpn7fCVVwAAAAAAAAAAACgEz/zUOG3rdDqNRqNQKCb8mKjVs+u/8SUVgzYzKX3zXGmL18T1uhAAAAAAqMa4AKJapbpyOzQuKR0BaABq+6FLDE9b39/NwkImkUiFIhGfz+cZkXLUdUaIr6Nq9ii+TCazsLAQi8UCgYBhmFLuxq79xyIex749aRQpBS4arlarlUpl/Ilx+pzwmkNOlvyypNKmnyumxfPWbVi5f8uJn51c7AiUTFyodt2cDGWO3tJRZ8xA8wUC+ofOUuX/xw4AAFAOUv73Z+ofyyUtmrmt+pMAVD+RR9/KSbypa7RRZkTfXgmFQu7YjwAAAAAAAAAAQCWqAM1aOti9uYQAAAAAAJipepVun4tGq91z5MKVm8Fp6Vl7kJBUAAAQAElEQVR2tpa+nq4De7a1trSgqxRK1cnzNxvU8XNxKvtw4dEz1/YevTh+eM+6Nb3Jc6L/ZJdvBgv4bKN6/qTUynZrlVqfjo0eBIeQKkqj1XFlbl8JpJ+hguDqQG+YizrQAABQXWhT0wgqQAMAAAAAAAAAAEARKk0AGgAAAADAhKvkSqq9Fev3X78T6unmGFg7MCY++cqt4CF92nOrjp65tvvw+QA/D/ISqDVauUKhJy/yT/AoMnblhv39u7chZaFst1bZVeESsFqtls8y5NVB+hkqCBd/dtT3Vms/QwYaAACqBQSgASodfFYDAAAAAAAAUK288jNTFT0ArVdk8cQyAgAAAABQgLebQ4C3M6mu4hNTr98JbVzff9KoPlxPjlwhlYjJy9ejQ7MWjWrbWuNAvQIxvbeskvFHrVb7qipAc1+30Ol0YdeRfoYKwdEHGWgAAKguLDq1F/r7SZo2IgBQgZlCz0g/AwAAAAAAAFQ39NOAV3ueuqIHoDP2/6IMPm0z8iehZwMCAAAAAJCHHj3LpCIrmYRUVylpmXTu6mRv6jGln9fvOHbywk3amP/HBjr3cnf6ZPpI2jh86sqVmyEx8ckiocDNxb5/9zZ+Xq60f/+xizsPnXt34ms1zSpGf7HwH/p25esP38h3vd//b01UbBJtfD5zjKuzfY5c8eE3f015vV/wo6hrt0Mys+V0myMHdnZ2KKRO29VbIcvX7aWNnQfP0ok2fvlqulBgeFcSm5C8YefxiOh4hsc4O9oO7hXk72PI9N26H/bH6p1BLQNHDujMbWT15oPnr957f/KQjMycorZWDZ2/8VCRk+MvsyRVMf6o0Wj5/FcQgObSz1qtNvyGft2nPKSfy9Dbn4ykE4EXwmWg//sEGWgAAKjiLPv3JgBQgXGJZ30eggw0AAAAAAAAQDXDnZMy/VJx+Z+iqtDhAG1aXNbJf4hOo7i2FwFoAAAAADBBtIvycHVgGN6VW8FtmtW1s7EyX1WvpndsQnJIWHSrJnVsrGQ2xlLN9Czk2ct31RpN0wYBaRnZ90MjFy3d9MV7Yx3tbdo0r7/z0LkL1+6ZAtDRcUmJyWk9OjYveL1tm9W/dPPBo4hY884VG/bbWVv26twyJS3z0InLf/67a+67Ywv+K7k62bVsXPvCtfv0irjsNcsydB4Vm/jjkvX0nzWwtq9YJLx1L+znZZumvN6fLtKpYd0apy/ebtc80NPN8W5IxPmr9zq2bujv4x4bn1zo1qqn5NRMHtGQKuqVVIA21X4Ov6Ff+wnRqHhIP0PF4ejDjvzWat2cpzLQ3IsjMtAAAAAAUA5MiefD9y+eC7tlikHTA1HEoAEAAAAAAACqA+5s1NR2r9nLrGmbYRhS7qeoKnQAOuvkSqLTsJaOlj1nEAAAAACApyWmZsUkpgXW9CLVkqVM2qVtk0Onrnyx8J8u7Zp0DWoik+bWww6s4/c4NjEkLDqoZQNfTxeuk77RGDesu6uTPVcj+djZ65t2nzh+7sbQvh2sZNKafh7X7zwcNbALlyG+djuUzls1rlPweju0bpiemZ0vAO3h4jBj/CChUEDb2TnyUxduRUTF+eRdtYmrs327FoEXrt2v7e/V0yxdvWbbEYlY9PHU4Q521nQxR674YfG6tduO/PDpRLo4vH/He6GR/2099O7E11ZvPujkYDO4d1AxW6vOqmrNLa1WJxQKSTkypZ/DruvXfmKo/ezgZcibIv0MFYeL/5MM9MbPxMO+Vzq408cn/1V9wAQAAAAA1Q33pulmdMi2G8cJAAAAAAAAAFRLIxp1tRJJ+XxDCKH8a1pV6AC0df9PBU7+PIklTyglAAAAAABPS0hOj0tKr7YBaGpQr3a1/b2OnL568MTlk+dvjhjQqUWj2sWM93Z3NrUb1/fftPtEQlIat0gvGPwo6sa9h03qB9DF63dCXRztnB1tSck42ltz6WfK19P11IVbSSnpBQPQhYqOS4qIiu/ZsTmXfqakEnHzhrX2H7+UnJphb2tlYyXr17XVlr2nfvpjQ2aWfOrY/vxyf+NU8RnrbBHT7w5XMRpDBehXUN47NkS/7lOiURGhhIz8GulnqHBc/NlBn8jWz83MSmI3zRaN+59aZq1jGIbH0yP9DAAAAAAvGxeApmj7j3Gfuts4EAAAAAAAAACoNlac2rX96nGVSqVWq+miQCDgTlWX51mqCh2ApqSthhIAAAAAAChCnQAvOkXFJq7ZdmTVxgMsyzYNDChqsFarO3b22sXrDxKSUi2kEvrGI0eu4FY1a1hr/Y5jl64/aFI/ICklPSY+uXfnluSFWEhEdJ6jUJZwfGx8Mp3vP36JTvlWZWTl2Nta0Ubntk0uXLsXFZvUs1ML8xg3mDjYWclzMkkVpdVqyz/1Tt+fO/npvRvpQi+wKjk5uCx70CwZAahI5Jn6o6tyuHbNDgrCp38rPJY1RKAJAABAJae8ez9m/DS+i5PHupU8iYQAQMXDBaC5U5vWEpmdhTUBAAAAAAAAgGpDLDD8hK/KiJ6dYrlzVOVbo6eiB6ABAAAAAIpRJYvdvgAPV8cpr/f7/KeVx85eKyoArdZofl+1I/xxXPNGtbu1b6pWazbuOm5aKxTwG9arcf12qEKpunIzmPY0b1iLlA/jW6DObRvXq+WTb427S275KJ1ep9Uaakpp1BoChWnZwC84JJRUUVpDBehXEICm5/L7faLe8o0u8qrgwRnV9nlZ/T+SMag/DhWDIlu/9rOMxAgtbdcfkFq/r1KnkxjzJ3hlBACAqkCbkKjLyFBlZyP9DFAB6fOYKkADAAAAVGo6pUId/lB9/qz87DF1XJSqVXefT+cQAAAAKAGVSqXRaOj5XNPXpMtTBQ1A67JSGJkdAQAAAAAoDHeajYAZa0sLWxtZUkq6eSd9m2FqX74RHPwoauTAzkEtArme7QfOmA9u2bjOlZvBl28G37j3yM3Z3tnRlrw05jtGr4vOGYap4+9V1Pg9h8/HJqQ0DQw4fPpqTT+P+rV9i9patcV9lbacv1Bbbuj7ZZZlyKvAsKT3Rzm75omib4jvn1WR+chAQ4WgyNavm5Obfq7dJ6lOjyxCxAQAAKAK0cQn0LnA3ZUAQAWGz2cAAACgMhIToZ7olUTNLapC7mev+kuYlKXLSlfHhajV6tv/bUYAGgAAoIToS6dGo3kl6Wfq1ZxCLp7y0aXYOU3TNs8lAAAAAABFq1vDbXC3ZqQau/0gPEeu5Nr3QyOTUjIc7HJ/cNbSQkrnUbFJpsEpaZl0bhqQlJKuUqm5ssqcugHeVpbS42evhz+Oa1JEGenSk1kY6rfFxqeYetyc7b3cnE5duBmX+KQzIyvH1H4ck3jgxKV2zeuPH9HLw9Vh1aaD6RnZRW2tOuOZIVWL5lVUgKZ3I2PA4wt43d/LdA2U0877Z1U752fpELmHV4pLP8c/NDwQA3rG1+qWyrIM3/CzYjzjD4tVwScBAMhHD1DuSLnjAtCssxMBgApMj/QzAADAC/l387r1OzYTeE4Hjx/xblZr276dpHS0RKchhs/W1BrtvYikiOUrhXEZysSozOi7eq06U0lYO3sCAAAAJaM3/kIU9xGBHhWgqcw9C+hcHXmTAAAAAAAUpqqmPJ+LSq35e91ejUbr5e5E75GwyFiWYQb2aMetrVnDg949uw+fS8/MVqs1zRrUDKzju+fI+Y07j3du2zghOe30xVs8hhefnCpXKCViETHUYOY1qut/8oLhOLxl4zrk5XC0s7Gzsbp2J2TDzmNikdDJwbZ107rDB3RatHTTd7+uqVvLx87G8nF0QkR0/Jfvj7O3tdJotX+v3yuViAf1CqL/4hNG9qbDlq7Z/eGUYXSx0K2Raun8jYfy7KwAC1mVLAWt1Wr5rygAzbKsQMAXibVd300/9LM+7rYUdaDh1cqXfq7dI00oFIlEQvpApRNriEEzCEADVFX5PkFG5gzKQcHXlHJ7ldHExtE538WZAEBF9Qq/IwEAAFDZbdu7Qya1GDFgSAnH63S6fUcP0M+AugZ1LmZYp8E96PzY1gMlWSwTdx7c7T16UMH+1s1arv9zdVZO9sBxw2r4+P41f/EzN/Vcg0tJTTR0rlCpT14PVwlldh0HWv7ynlaZxa2NzyYeA3sRAAAAKJlXW0ahwgWg1dH3lA8v0obVgE8JAAAAAAAUQa3WtG1e/15IxOPYRJlU0rBujf7dWrs655YlcHawHdKnw6bdJw4cv8Tns37erk3qB7wxrMf+Y5c27TnhZG8zenBXqUS0fO3eo2eu9enSirtU/dq+Jy/c9HJzsre1Ii8Hw/DGj+i5eOX2E+dv8nikS9smtNPX0+WjqcM37ToR/OixWCT08XDp3r6ZSCSgq7btO52QlPb6a90kYiF3u/p1b0076TS4d1ChW6ueklMzecYPbavkuWetVlf+FaCJId9D6J+PTsfXiegpBl3Xd9MP/0IqeAb69NFrqxZvjwyLbdam3ve/zyxm5KnDVz+b/uvn89/q3r8NKYXMjJzezacOGN7pw6/fINXDpCFfKrIV/+6bR8qdPFO/fu5T6WexSCQWC0VCgSEDzacMdaAJAFRF+arxInAG5Yb75imT9ysD9IFXPhloTWw8nQvcXAkAAAAAQNUSGv7wys1r9Lg6MTnR0d6xJBe5fufmtE/enfPuJySIVEAeru4+nt7mPbVq5P7IZFZOVlZ2dgm381yDSyktS37uTpReZqNVqu+q+do6LX1vHCU6fZKcZDGSVmNHEgAAACiZV/tJdYULQAvc6zh9sFt+c5+oRksCAAAAAFC0xNSsmMS0wJpepFqykIqH9GlfzIBObRrRybynRaPadDLvWfTFVPNFe1tLOm9U358Uq3/3NnTi2lKJeMn3T4UsA+v45evJx8/LNd/1Ul5uTh+8NbTg4KF9O9DJvKdbUFM6Fb+1astUGLKKJaK0Wi3LMqQccbEehjFcqUDAN92jFTwDHXwn4tOpv7i42Q8c2aVBs5oESi0nS7Fny8mWQQ28/FxKMp4O3r3pRHhItIunY9c+rUZO6F2GcWR5pn7tZxmJEU/SzyKhUCwWSsQisdgQfzZWgGZMATUCAFWIKfgc2babLiODAJQv1yN7WDtb06sMKReMjTVrb8dHABoAAAAAqpxNu7YR4xu9PYcPvDF8DKn8unfo8sWHswv2y6QWe9dsl1lYkBJ4rsHPhU9YHdHpiOETXoYwtJ2WrTh2NVzs6CxRK1x0me5uNsEdhrIatdP1k5HpxK5lQ6kzfosGAACgcijXU8glJPCsZ9XnQwIAAAAAUKzElIx7D2MIlJ27wRF03rxhLQKVTVWNPnOMAejyDhpzEVKGYViWEQj4IqFALBZJpcKu76a71M+hA+6fVe2cn6XXkYpj54ZjIrHgj/Vzp308vF3nxgRKbdu6I799vyYnW17C8QmxKWKJqP+ITjKZ5M8FG1f/sZOUkULTzxKJiEs/08cn0s8AVR59iddqdfR/BKDcKVVqtVpDFTLvTQAAEABJREFUH4FUuR1wuvzyo8+pg1ZDBxEAAAAAgCqEHlRv27MjqGVbG2ubvUf251sbnxQ/+cPpQQO61g1q3GvUwG8W/SBXKA4ePzLozeF07be/zPNuVotOCqWSVHhHTh+ju9q4a6uPv87NRn/z87zBE0Y+CA0eNnkMvYGdBvf4c/XyogbHxMV+8OUnTbu37TCw26ffzw0JCzVtOSk5eeIH05p0a9OqTwd6nyhVz7g3tETLpZ8pHdGlZOYcvxoucnDSyeVpofe+mv/bwt//craW3uk6bnOb0eFeNWuMf53Hr3DVJAEAAKBQeM0GAAAAgMoKv/pdhi7fDL5x9+GVm8EDurext7UiUNk42FnJczJJFaXR6so/AE3y6kAXvGrzOtDMz1n93pPxKsaXi6MiEzx9XBycbQi8Im++PZBrZGcrBrWbcf3SA1IWSpJ+5vPpQ5VF+hmgSjKVf9bmpZ+9d+1mbW0JwMsX1qO7PjtbqVQRtSbv62EEAAAAAABe2Mnzp+OTEt6dPN3F0XnT7q0xcbFuLrk/e/IoMnz45DHpGRk9OnV1dXK5ee/2geOHZ06e7ufjM2rw8LVbN3Rq26FxYEM6ks9WpJ+lK4KPp8/7U2Ys+vM3884rN66OnPrGoF79xg0b8+/mtT/8Nt/TzaNP154FB49/b8qjiLB+3XsLhcKDx4/07Nw9wDf3tysX/PFzy8bNB/fpf/bShWX/rWQY9rMZHxWzJ+ZnkjITEjedvS+V2YpS09QZ6dFh4VqdLjMrOzklNS5DeY2Vjfn0E5f2zQgAAABUEhUoAK3NSmZl9gQAAAAAoMSQgS4rt++HpWdkvzWmb8O6NQhUQi0b+AWHhJIqSqvV8tlXk7V5Zgb67gkVIWWTgU5Nypg3++8Hd8KUCrVvgPsb0we2aFefW/X5jMWnj1zdevLX5b9sPnnkipePy+9r55hf9lFw1Lh+ucVRgmqNa9is5uI1hsVLZ25v/OfAw/uP5dkKnwD3QaO6dO/fptBr37rmyM9frx7/ziAuwqvT6f9buvvQrnNx0YkurvYtOzSc/N4QoUhQ1M7T8wS/fb/mzNFrmenZTVvVnTFnjKOzIZmnyFEt+3XzzSvBYSFRji52gY0DJr831BTRnjTky7SUzKCuTc6duJGamO7j7z52av82nRo9c+2n0365fvHB9tO/icS5u5SckD6o/cyBozq/P3dsvn1bPG/dhpX733x70Lnj1yIexbp6OHbp02rM5L4MY/jHjQqPX7F424PbYYnxqW6eTu27NaWruFvKXZDbEzo33aucXRtPbP73YFx0Uo1anlM/Gh7YJMD8SunLk1gqciyLMLp5+rlm77ha3dKRfgaonuhhL31y5to8oZAnEhGA8qJUqhiNhmUZ+opDX+PwcgMAAAAA8MK27t1Bj6h7delpbWWzaffWHft3TX1jMjF+mvTpd58nJidtWvZf80a5Adz0zHQrmRWdhvYbvHbrhrbNW08a8yapeFasX00n0+Kl/aecHJxqePvOnDg9XwCaWvjlD53adqCN1s1aNOvRjt4Dfbr2zDc4MTnxXsj9Hh27LvxyHl2c/e4s+hmYaQsjBg796qPPufagNw3R8E/f+bCY9ylZp8+nnziVHfIo+2F4RKtOj2vWcVDqpCIx/XSwUeMmarXGQirVSSxuXL3XtJZ3r3aNGHzvEwAAoPKoQC/baetmJfzUUxl6gQAAAAAAFKvcfna5+nhjWI/3Jw9B+rny4j7eraphFK1Wy766oiZcqJTuAJ/PCgR8kVAgFoukUmHXd9Nd6ufQAXdPqHb9nKXXkdJIT8uaPvq7i2duNW1dr8eANtGPEz6YMP/k4SumAVqt7p0x39k72b713tDh43vlu7itndWEGYMdnW1t7C1po+egIK7/3Ikb926FNW1dt2OvFvdvh33z0V+Hd50veO2h9yJ//3Fdu86N35g+gOuZ99nyZT9vlkpFg0Z1tXe227By/8dv/VzME++hXWevX3oQ1LVp3YY1jh+8PHfGYq4/Kyt7x/qjIpGAbkcoFOzbdvqjyQvobTFdMC46Sa3SvD1r1MR3X0tNyZg15eeDO88+c23XPq2zMnNOm90/Jw9fprvXsXvzovbwzvWQ0ZP7zpwzxtbeit60RV/+k3vbgx8f3n3eu4Zb/+Gd6FWsXLz9fz+s5VY1b1u/ZVAgbQwc2dn8XqViY5JWLt7WsHmtoK5NQu9HfjhxQWpShvnV/TBrmU6jGzdtICkdRTbSzwCQS2eEY2B4JdQaih6R4UEIAAAAAFAq6Znp+48eateija21Tad2HejHOnsO7+dW3Qu5f/7Kxdf6DDSlnylrS2tSGTRt2OT9KTNMk1RqUczg2v61uIadjZ2fl+/jmOiCY2ytbeltP3vp/PU7t+iiTGohFAhNaxvVb2hqN2/UNDMrMzY+rqirS99z4OHMT6788++dM6eCpRbKfgOsLGTJmVnGtzckIlPlUb+JzCtg96WbMrFoyqDOEqGQAAAAQOVRUSpAa5MiFXeO0IZeUWV/tRkAAAAAylbdGm6tG/kTADDimSFVi1arY1/przqWQx3oFb9texwe98OSd9t1aUwXB43uOnnIl3/O39i2U2PWWP1ar9d36N5s/DuFB2ptHazemD7gzLFrimyFKcRMDX+zF52cXe1oe8T4XmN6fbLlv0Nd+7Uyv2xmRs7cd3/38Hb+fP4U7pZeOXd337bTY6f0m/TeEG4MVx96z5ZTfYe0L3QH/Gt5/fbvp1zh5L8Wbvxv6Z77t8JqB/o6ONku/Pvjhs1q0v5pHw//9uOlB3eevXDypqnMs4+f6wdfjuPaXfq0fmPA7L8WburUs4VAyC9mbbsuTWSW0iP7LnTpm3tbTh+56uhs27hlbVKEWd9NcHIx3A89B7b7cOKCHRuODRzZ2b+OV/uuTZesn1Pf+GoyceZrEwfP3bH+2FsfDKXbbxkUGHo/8sKpW31ea09vi/nW+Cy7ZN0cF3cH2j5/4uZHkxfS2zV8fE9u7cZVB+i/xaIVH3t4O5FSUGTr1815Kv0sFonEYiHSzwDVEBc5pSdn6R87wqdQ/ujBmCH+rC+/9HPG5u3yi5elrVpYDu5PAAAAAACqit0H9ylVyh6dutG2VCxp36rd0dPHw6MifTy8HoY/op3NGjYmr0JIWOjkD6YXP+brWXODWrYtdFXDOvVnTnzGxQtlY20Tl1BIdpl+5rX4h0Wfz/tqyISR/br3nvbGpAC/gEK3QD8no/McRU6hazOOnAj9YVFkRhJXj0HdqJmVlZW1JFWZlJAiENhZWjIMk5qVcz0kVCoWzHmzv721jCH0QzaejpSu3AUAAACUl4pSATrz2DI657sGiOt1IQAAAAAAz4KwF4C5Pcevh0ankSpKY6gA/Yrfvb7sOtD7t59u2Kwml36mvP1cO/du+Tg8Li46yTRmwMjO5Dk5u9px6Wdum74B7o9CovKN+Wn231ER8d/+9o5UJuZ6dm8+IZGKxk59EqQeMKITveH3bjws6or8a3tx6WeqfmND3DniUSy3yKWfifE+bNPBUJ2FXl2hG7G1t+w1sF1CXEpkWGzxa0ViQadezc8dv5GRnk2M9bOvnr/XoUfzkrwu0MfSsHE9aOPm1WA6Zxhe/bzv0oglwsat6ur1+uiIhOI34uhsy6WfqUDjDTTtc+SjuMXz1k1+f2iTVnVIKXDp5/iHSD8DQC7uF1BQfBdeCa7+uLFZTq84OafPZe3er7h5mwAAAAAAVCFb9+2kH+P06JibiuncrqOhc/d20wCG92o+BQ3w9T+29UDxU1Hp55ekfat2Rzbv+/rjOcfOnuwxcsD2/bvIc6LvoB/+sCAyPpr7yFZoY8P4BSQ+Cquxe0vjPVuy01JiU1MVKtXV4GCFSvnBqJ5ezvZ0mI7okX4GAACoRCpKBWhZ16mMtZPQvS7BSTsAAAAAeBYkvQCqFa1Wy3+lFaA5L68OdFpqVk62wsPbxbzT3cuZzuOik9y9nIzXy3AFjJ/X6SPXtq09/Cg4Wq3R0FtAr0ij0fL5ubdi18bj1y89oI2HwY89fXN3IPxhjDxH2bXhxHybSk3JKMk1iiWGJLRCruQW09Oy/vtr96Uzt2MeJ3A3ITMju6jLcqniuOjkGrU8i1/brW/rXRtPHNlzftCoLmeOXqM3qkP3ZqRkXDxyt8MtRjyKXf3Hzrs3H6YkplvbymhPVmY2KTGRMfmtUKi4xbPHronEgqFju5NSQPoZAAAqGMNrTXnm79WPwuhc6OtDAAAAAACqitDwh5evX6GN5j2DzPu379/1/pQZft6G3x8LfhRazBbUGhWpTujnX6MGjwhq1S5oQNc//1k+sGe/57o4/dCszpq/RRs2JV247N6xHr9RjeMnkgMOH9DdvprauYe7u2dodNStc6ed3V3mTB5W09OFAAAAQCVUUQLQfFs3q+7vEAAAAAB4pURld3hIT46rtOSlCo9OSs+Ud25djwBAbmHIXKRq0RoqQL/6ADR5mRnoQhj/HU3Z1hcLua743/aVi7d16tXi9Sl9HZ3tVv+xIy0503yDt6+Fzv5x8j9Ltv8+b12bjo24Ks50lYOT7dwFb+Xbmq2jDXlOcdFJM8b+wLJM514t6zb0D74bvuJ/24oZn5VhKKetJ/pnrm3Uorarh8PRfRcMAegj1xydbU2lpp8pdzvGe/jCqVufTPm5TgO/Pq918AtwP7jrXGxUEikFJzd7W3srgfDFX1CRfgYAgGpOr9OpHhoC0AI/bwIAAAAAUFVs3bOTzj+a9m7TBk1MnX+uXn787Mnrd241qFOvbs06G3dunTJuoqO9I7c2PTPd2tKaNuxsDWUFgh+Gkmrj4rXLTRs0pp+Aebi6O9k7ZmVnkecndnaq88403cREYcx3memKegcuyaOiY+o3yO7UOyQqOjwu3kGr/qhzUz+knwEAACqtihKABgAAAAB4XtlyZVJaJgEAY5ST4fGqXvSZo9XqWPbV/PhjQS8jA21tYyESC2KjE807Ix7F0rmHjzN5UUkJqSsXb+s9OOjTH3JrOR8/cOn+7XCuzT1axs8Y1HNgWytri1lTfv5v6Z7x7wyknT413B49eFy3oT/dK1I6//21Oy46ee3+H7kb4u7jXHwA+v6tR8Rwq12eudbwa6H9265asuNxWNyF0zcHjepa8ijwvZvG7Xgbdmnx92vcvZ1/WTWLC38nxqce2XM+33i1WkNKrHOvFnQiLwrpZwAAAE14JPdNMGENPwIAAAAAUCXQz+I279oqEoreGDFWJrUw9cclxh8/e3LPob2N6gXOevv9N2ZOHvjG8GEDXqOrMjIyNu3adnjTbicHJ09Xdz9v350H9zjY29OLe3t6D+rVn1Rd9O56+9P3rKysO7UJCg1/FJ+UMKz/a+SF8IhGmPy3TumX/PsVQ/rZwSateYuM0DvstWvtEmO9osMcv5jOjRQQVk1ecl0fAAAAKGsV5RQyAAAAAAAAvLBavq62MhGpoipOBWgOF4CqPlYAABAASURBVDylu8TnswIBXyQUiMUiqVTY9d10l/qG0sJ3T6h2/Zyl1z3HBtt1aXr1/L2Yx7kZ6NB7kYd3n6vXsIaTix15UTGPDZWMXT1yC8YoclSxUYbta9RPPsd3drWn8zadGrVq32Dd33viYpLpYo8BbbVa3R/z1+t0uZF6tUqTlZlDnl98bLJUKnJwsuUWw4KjDDugebIDKrXGFNy/cu7uiUNX6jagZ3NcSrK2S7/WdP7drKVKhbpjz+bF74lKqcnbpZRNqw9KLcRtOzeii7ExSXT3uPSzYQ9Dow23N+8usra1NHSGRJMSi45M+OnzFXeNGevnhfQzAAAApXwQTOc8sYjv5koAAAAAAKqE8KjI+KSE7h27mqefqa7tO9OPe3Yd3EM/BOvYpv2mZf95uLmvWLd61fr/bt67/dnMD21tDB+s0Y+DFn31k5Wl1bL/Vv729x+hYS/y0VMlolAqR7023NLCYs2W9fGJCTMnTv/yoznkxWTfJPKEqN9vRJ67qw5w7L/09W6dXVrdPt/+2pl2cdFSQizc3bmBSD8DAABURq+6ArRel/jrUGmzAdJWI3h8IQEAAAAAeB5Vtd4twPPy93bWqapsQXRNBQtAk5dQB3rMpD4nDl76+K1FXfu0SkvJOLLnvEajffOdQaQUatXzcfVw2LLmEMtnLGTSzasPZqYbfiny3s1HjVvWzjd45pzXx/X77Pcf1n7zv3daBgV26dNyy3+Hr1960LR13Yy07Cvn7rTv1vTdz18nz6l1x0bnT9786oMlXfu2po3Th6/wBey9m2GmATGPE2eMndeoea1HD6LOHLtmbWc58/PXTdHe4tf6+LnWDvS9c+Ohu5dTvYY1it+TjyYvoPdtfEzy+VM3M1Kz3ps7lotlt+vS5MieC79+t6ZOoO+uTSfCQwwR7fu3w1q1b0AbjZrXZllm+W9bkhPTVCp1h27Nawf6FH9Fq37fsX/76ZC7Ecu2fEWeB9LPAAAAHF2m4YhFVLc2AQAAAACoKnw9vSMuPyjYb2khe3j+jmmxeaNmG/76t9AtNK7f4Prh86RYx7YeKPlimahXq26ht8vEfO3n731CJ/O1m5evKXSwRCx+d9LbdMq3te4du+S7uvenzKATKYpey2Ze4omaJqfvlHRv0Hp6N5HgplVErdgrN/2FMnp6Se7pyghK+yN4AAAA8Aq94grQittHVOFX0zZ/oU2OIgAAAAAAJaM3kogEjrZWBADy8rhVNROp0+lYtsL9flHZ1oH2r+O1bNOXDk6229YdObDjrHcNt19WzWoZFEhKQSQWfPPrO/61vP77a/fWNYe79G65cue3NWp5rluxt+BgD2+nEW/2PH7w8pVzhjMun8+f8ubbgzQa7e5NJ+JiErv2bd20dT3y/AaM6DRuav8Hd8J/+2FNYnzK7+vmvPXe0BuX79++FsoNcHGzp9Pa5XvDH0YPGNH5761f123w5Mfui19LtQoyxJQ79WrxzD1p3rb+9vVHz5280aRlnV9Xf0p3jOuf+dmY7v3bHNh+evmvWxycbP7b/2Pn3i3/+2uX6W55b+7Y1KSMFf/btvW/w0kJqc+8ou79W9NL9RvWiTwPLv2cGRwzIrnXIGZCk6jfLA8fkdy6JU5IQPoZAACqG6thg2vcvew872sCAAAAAABQGjo5T5PME2ubfl+n1dz+QvaMxqpV/LGHDnwh/YRNqdM69+hKAAAAoDLjmdfMo216Xlmj0SgUigk/Jmr17PpvfMnLlPTH68oHp8X1uthPWk4AAAAA4FUTld0PhNDDTNXL+bkwetRKD1k1arVCIbeSSQT4dn7F9v5Xf3i6Ob43aQiBl4n+TQSHhEotZFKphUQiFYpEryQo2XVGiK+javYovkwms7CwEIvF9C+UYZhS7saYt2b9/P0njva2pBS4L06o1WqlUhl/Ypw+J7zmkJOk1LjNarVajUarVmuUKvrUpMzJUR3+xTrutpQOqNtBWPI60NXNpCFfKrIV/+6b9wJrOTs3HJ8/d+WyzV/WDizy44vF89ZtWLl/y4mfnVzsSIVkqv3sqTzZJXNWvrUWUydZTxxnSj+rg0OFtQIIAFQn3Ge29FVGoVAld+1DcnJ8Dhxk7SrocxpUMY86dtBnZ6tW/S11caIHd1KJRCjkcy9JBABessijb+Uk3tQ12igzom+vhEJhBfkD5N4H0feh9O3Vbyc2bLp5bO2U77zsnAkAAABAhaJJZpL36lkpTxVDeCKdVQti0UgZ+jB8+MRsRY42qGWjBd8LZDICAAAAL2TxkY3rLxxc2GVKDWdP+tmFxPDhoZDP55fnZxdll3B5IeJaQbrMJFnnSQQAAAAAKoBp06b98ccfV65cadKkiakzJyenZs2a1tbWN2/epGfayMukUmuEgmcfo+J0ezmj5zUv3wwW8NlG9fwJVEh7jl/nEU2DmrKq99eh1RpKKFfACtAc7g4v+NzY9d30w7+QuNvSuydUhGQhA/0y0KemqxfueddwKyb9XPGZ0s+0bdPNNttqrDAhgR8dwwsJITly2iny9zOlnzXhkY8HjaSdrLOTwNOdtbVlbW2krVtYoFYNAAAAAAAAAABAPnx7nfPr9P/1Zn0i/xriHp0S7txpu3gRw3/FoSkAAAAopVf8Wi7rPJlOBAAAAAAqhq+++mr9+vXvv//+8ePHTZ0LFiyIjo5evnz5y04/U5v3nGreqFaAj1tJBiMGXW4eRcau3LC/f/c2BCo88x/5qRp0OmMAmnnpzz8vrKQZ6PdleNIqQxtW7D9z/Pq9mw/nL/2QVFrm6eeaveN8ugmJqBcjForEIrFYxI+J0T0IkTSsbyroro58zF1QG59AJ67NEwnNA9Cxk2eoo6L4bm4CDzdR7ZqyXt0Ya2sCAAAAAAAAAAAARt7fz/UmAAAAUBXgy0wAAAAA8ISjo+Ps2bM//PDDHTt2DBgwgPYkJCTMnz+/T58+PXv2JC9fjkJ14vyt4EfRbZrWsbV+xu+OhUUlpmf+n727AIgia+AA/raXXLo7BBUQbLCxu7vPPvP8rCv1jAvrrLM99ezubrG7RUERRZBu2N7vLaMrAiIq6LL8fzc3zrx5MzuzxcR/32QHB1YkAJCDST8zNyMmukKhVGdDOWytbj+5KBloLi+z+UgDZKCLy5F9F9w8HcZsm+JWzoGUTnnSz16NU4UCgVDI18tJPwv4PJ6nO7d8OU36mVYTVPC2mjFZFvVK9vyFPDZWkZikSEnjmJvnXqwsOppOpV12zmj8tD/1awfZrlhIAAAASoP4KTOVGZminl2FlSsRAAAAAAAAAAAAgA9DABoAAAAA3jNq1Khly5b9/PPPrVq14nA4dEAikcyfP59OSk1NHTt27OnTpxMTEz08PIYMGTJ48Ju7ebx8+fLXX389cuSIkZFRw4YNR48e7e1dnnyumLikXUcu+pRzDvBx5/M+uMuamS1JSEknOupEyI0bd8OiYxMFfJ6djXmbJkFuTraaqXKFYuu+M4+fvkxOTTc2NHB2sG7XtJaVhUnhk2LiEumkyFexbBbb2tK0Q/M6HjmNbWdli8dNX+7hYm+gL3zyLIrDZttam3Vr28DWSh2qu3kvbNXmQ3Rg37GLtKMD838bnv91kcrk+49funU/PDM729PVoW51Xx9v1wI3Lfz5q237z7yOTxYK+I62lt3aBluaixQK5bjpy0xNjCaP6c1Uk0hk81Zu/3FED82MMxdupNUm/9C7kG2hxv621NHOsl2z2gdPXqbPQ72alTq1rEt0nUqlYrF0LfrMoC86UWeLtToATYqQgb57QkJHkYHObeWOqZ89dc2e6aRoRkzqTjuiZT6efuZxuVxO7vQzxbG0MOrQpvAlGzZpKHnwSPYySvb8BVPCEvAJAABAKZFx+JgyI5Pv5YkANAAAAAAAAAAAABTum11CTt09XZH4kgAAAACAluHxePPmzXvw4MHy5ctpf+3atd9//72Hh0d2dnZQUNC///7r4+MzaNAguVw+ZMiQqVOnMnO1bt1669atzZo1a9iw4Z49e16+/NI9PZVKde/x8x0HQ8KeR5OyR6UiF68/zMjKruLn6WBn+eRZ1LwV2+MTU5ipMrl83oodF67dFxkZ1K3hZ2ttdj80IjMru/BJUTHxvy/a9OxFTAVPZ/+K7gmJqX+v3H4vNELzoC+j42ytzXt3bBRUrSKt9ufiLTFxibTc1sqsRoA3HSjn5tCsfjXaFRhF3X7g7MnzNy3NRdX9vV/HJdF1LnDTwp9HL/x3d0pqZmDlCh4u9qFPX/y+aGNichpdZqUK7nTG+MRUpualmw9fRsdHvIhhRhOSUl+9Tgjw8SjKtsQmJK/ceLBSeffGdarUru5DygAvV1tTQwHRRUwAmp0vWKyFmKAqh8Phcjk8HlfA5wmFAn19fqMxqTY+WbTC3ROSw4sydS6jDp/s89LPRWQ2apjt8oVOh3a5P7xut3KRqGcX04H9CAAAQGkgDX2izMikA/pBNQgAAAAAAAAAAABAob5NC9CS0HMZZ/+lnc1vVzgiKwIAAAAA2qR169ZNmzadMWPG7t27TUxMfv31V1r4xx9/hIaGHj58uFmzZnRUqVT27t175syZPXr0EIlEd+7cad++/dq1a+mkOXPm8PnF09hkllh69vK9J89eBVUpbyoyzF9B9xq7ZbBYpG+XJrZW5kxDy6cv3t5+4OyZS3c6t6pHR/cfu/T85etWjWq2CH4TC8jKFuvrCQuftHH3ST2hYMKwrhZmIqb8j8WbN+0++cePA5ma/hXd2zQOzBnw8HJzXLRm956jF4f1bm1rbV67uu+VW6HeHk7N6lf70DqHRUTRtR09oAPJeV2ysiX56yiVqk17TvK43HFDuzCNUl+68XD9zuN7j174rlvzKr6eV2+H3n4Q3rhulZxJD2j/3JV7rjlNX9NJtF/d37so25KWnjWsTxvfDzRBrZM8nK2VUt1sEF2pVIdEOWxtbwGagXag4aOkWaTk0s956NUKpF2eQmVaGtvYmAAAAGifzHMXaJ9taMCv+Pk3FAIAAAAAAAAAAIAy4ttcQs68tJn2BW7VkH4GAAAA0E7z5s2LjY09ceLEL7/8Ym5uTktWrFgRHBzMpJ8pNpvNtAN99epVWsHU1PTkyZPXrl2jkwwNDYsYgBZLZemZ4pTUzPiktNT0rA9Vi4lL2nXk4pVbj6UyOVOiyqEn4Fma6myEy9nemkk/U0yzx3EJb1qAPn/tvsjYoGmuLDITcS5k0qvXCZFRsbWr+TCJYaa8WiWv1PTMxOS0/I9e3tPJwdby6fNXpMjMTYzpC3Tqwi2SkwE10BfmrxMZ9fp1XFJQ1YpM+pmqWbmCqcgoPKed7wpeLnpCwb3QZ8wKv4yOd3WyvXU/LFsspSW3H4TbWplZW5oWZVvMTY3LVPqZvM3dsnQxVMu0AM3lloIWoBloBxoKIc0iWyZ/pfRzflnnL0Y2aZswewEBAPhc17ZuubVr10erLW7TekXXrp+8xqglAAAQAElEQVQ3lUqIiFg/ePAfgTUXtWyRnZpKPpE4NXWqT8X9v/1GSthHN6QoQk+domt798B+AvTCwakztG/QsL5O7tYCAAAAAAAAAABA8fo2LUCrlOoL2AZ1+hIAAAAA0EoVKlQIDg4+ceLEkCFD6Gh8fHxsjvzXoePi4rhc7tatW7///vvatWt37dp10qRJdHZmqkQqS0xOS0rJSEpN93C2s7M2Y8plMsW6nSdyL8fb3aF2tYofWh+VSnXv8fOnkdHBtQOszdWxV7ombo5WxoZ6REcpFMrTF29dvf04LiHZQF+Pbm9WtpiWp6RliCXSCp7O+RvELWRSTGwi7R85c412eSalZWTpCQsIrFuYiaJi4rPF0gKn5tetbYM1247uOHjuxr2wJnWrVKrgnr9OXKI6w239Nv1Mctq6trIwefz0pUKppKvtV97t6u3QbLHk/LX7+nrCwT1a/jxr9dVbjyp6uUTFJLRsWPOj22Kek4k3FRmRMiYxJUMsVRoYskoiNPlt0c9CqdsitAMNBWLSz9FP1D/m+frpZypl1X/yqFfpUa+M27YSVg0gAACf7u7+/Xx9g4AOHUiJkYnF/w0aKE5P92ne3KZcOT2RiJRtaa9f39ixo8GIEUTXKVJSJHfVN4ExbN6EAAAAAAAAAAAAAHzMtwlAmw9YrsxMYRuYEAAAAADQVlwuV9NnYlgtW7YcN25cnmre3t6037hx40ePHv37778///zz5s2b161b16lz1417zzFt9zJMRYaaADSPp84F8nlcHvdNI6kiI4OPrA+H4+PtavU2/Ux0mkwu/2ft3ucvX1fz925ct4pMJt+2/8x7NQp5AgqclPOMBdcKqOjlkmeKvY2FXC7PPweTtyakqK3UWpqbTBjW9d6jZzsOhSzfcCCwSoXeHRvnqVNgk7cqlSon6Kdew2qVvK7cenTj7pMrNx/VqeErMjYIqOhx9vLdLLE6LVrVr9xHt4W829yy5fLtcBaRm5vpYEJIoVBwON/m5kVfopAM9KlFJPoOMtBlzjdPP1NWM3590aqzSiqN/fk3p71bWEIhAQD4FAnPnr28fZt+R2UkJBhaWJCS8ejE8bTXr7vOX1C+USMChByYPi3y5s0yEYB+Hcf38pS/itGvW4sAAAAAAAAAAAAAfMy3CUBTSD8DAAAAlCIWFha2trYZGRn169f/UB0ulzt48OAmTZq4u7vPmjWra7fu2WKpibGBvY2FkaGenoBv+X40c2C3pqTIbK3M6tX0NdRXR7VUb1O0OhyDvn7nyZNnUd3bBdep7suU7Dl6gRkwMTbk83nROa0g51HIJDtrc9pns9nlPZzyT80fgJYrFK9eJxga6OkJBZpChUJBPsa3vFv5cs4zF2y8dONhm8ZBImN1rl2Te7YwUzfPnJCcpqlPX83Y+GRzU2M2W/1qens4GegL95+4LJZI69bwoyV1a/r9vXLnmUt36BvJ2tL0o9sCuodpHZyUQh/KQDcYkXJ6MTLQZYs2pJ8proO9+fjRCTNny19GxY7/xWbh7LL4exEA+AK39uwhOftvD48drd6jJykZyVFRtO8UgIbqyxy+dznH3ZsV8QkEAAAAAAAAAAAAoAhK5VVkAAAAAPj6+vXrd/bs2e3bt2tKYmNjNcMhISFMOtbZ2dnGxiYtLY3NYnVtXa9Ti9qBlb19yjm7O9saG+mTT6evJ2gQVKllcDUm/Zzb/bCo3SduEF2UlJJO1HHhN5HxhKRUqVSmUCiZ0ap+5V7HJd15+FRTPyMru/BJdtbmTnZWIVfuvo5P0kxKy8jK/aDyt8unDpy4nJklruLryYwaGujRfkxsEvmwF9FxTKPRXA7Hxkrd1LdYom7/28hQLz4pRaFUL9zF0Ya+DW7dD2NGqTOX7qSmZ/p6uzKjbDbLr7xbekZWBU9nc1N1WtrT1YE+D7QkwMeDqVOUbSmDVO8jOkSpVLLzZYhLCybMyuG8aepewOcJhQIDA0GDESl2ldRv2rsnJIcXZerWKwZ5aUn6mSHq2VVYxZ8OZJ48k7RkJQEAKDKVUnn3wH63wCA9kejBsWN5pkrS00/8/feili3mN2t66PeZMrG46FNzm1O/3unFi+nA7Hp1p/pUlEskTPnLW7dW9ezxe43q8xoGbx45IiUnJM2YVbvWhiFDoh/c3zJ61MyqVU7Mn59nma9DQ2dUqbxuwHfKnAOWO3v3rurRnS7qv4EDr27eRD5F4RvyoZVMePaMbguzXW9W6dEjWhKycoWm5Pn166t796LzLm7d6tSiRZrduRVduz45e5Y+Lq1Pu5MLFhBdx7EsqcbFAQAAAAAAAAAAQMd87RagFalxHJEVAQAAAIDS5qefftqxY0eXLl0aNWpUuXLlZ8+eHTx4cN26dZ07d6aX57t162Zqatq8efNHjx5FR0d/9913dBYjAyH5MhU8nar6efJ53+y+Jd+Kb3nXgycvb9t3JrhWQFxiyvmr91hsVmxicrZYoicUtGpU89b9sFWbD9Wt4Sfg85Qq1cVrD7q1a1DZx7OQSV3bNpi3YvvMBRsreLmYmRi9fBUX+Sp26ti+TM6YunH3CX0pTYwNn0ZGR0bF2liatWoUyEyyNDMxMzG+9SBs677TQgHfysI0sEqFPOt8+NTVsIioShXcZTL5/ccRpiIjKwv1XV+8PZxCrtybPn/9wO4tHWwtmtWvvm3/mUX/7nZzsn0Vm3jv0TO6wCb1qmqWU9XP69KNh7Wr+2hK6tX023kopEZAeU3JR7elbGKxWDoWfWbIFQoOpxT/dhftQJdxWpV+Ztj8/VdU177yhESDBnUJAECRPb14IT0urv7QYcbWVrf37EmNiRHZ2jKT0mJj1/bvl/TihVdwsLmzc9i5c6nR0QamZkWZmkdQ336hZ06/uHEjqF8/gaEh8yOol7dvrx86RGBgULljx8yExAdHj0TeuDls507NCiQ8j9g+bnzdQYNsy5f3ad4i9wIlGRnb/zfWyMq6y7x5dGmPjh/f/fNPthUqVOnU6XVo6P0jR6p370GKpvAN+ehKFu7+oUM+zZtbuXs8vXTx3PJl4vS0Fj/9TMurdOwozc5KefWqzqBBdNSxkj8BAAAAAAAAAAAAgBxfNUqiEmfEzqjHtXQ27bWAZ+dFAAAAAKD0MDQ0vHLlypgxY86dO3fjxo2goKBx48Z5eqpbCBaLxUOGDDly5MiyZctoyeTJkydMmEC+jIWZce2qFWm/8Go6GfeknOys+nVpeuT0te0Hz1qZm/Ts0EhfT7Bq06FTF261bFjTxNjwp5E9t+47fePek6xsiYWpqJq/l6eLPZ2xkEmujjbjh3Xdvv/sk2cvhQK+i4NNk7pVBQKe5kFphZTUjJv3wtQx5QbVm9Wvpomes9ms77o1W7xmz9nLd1ks0rBW5fzr7FfeLSMzm84uFPIDfDxbNwpkknztm9Wmr1Jo+Iv4xBS65PqBlQz0hUfPXDtx/iZdjfIeTt3aBouMDDTL8fZwsrU2r1TBXVMSVLXijXthucPNH92WMigwwPPFi5dEFykVSg67dN+8KHcGOnfCFRlonaeF6WeKY2Fut3qJ5FGooII3AQAosjv79tNvqgpNm+iJRLf37Ll38GDtgQOZSWeW/JP04kWn2bOZ8HHdQYMXt2mtmbHwqXkE9e+fnhD/4saNmr16G9vYEPWegOLQ7zN5AsF3a9eZOjnREs86dXb9OOn0kn/aTZ/BzJXy6lXvFSvcg2oxo+LUVM0C907+NT0hYeCGjXoi9W/zIq5epf3Wk6fY+ah/bpedmkKKrJANKcpKFq75pB8DOnRgVn7zqJFXN22q2KSpc9WqVbp0eXz2THp8fL2hw4jukkfHKBKTBL4VCQAAAAAAAAAAAECRfdUAdNbNfSqZWJ7wgmvhSAAAAABAux0+fDhPiamp6bp16/LX1NPTm5wjd+FnJ5O5HE5lXw9fL5dCkmCqHESnVff3pl3uknlT3oUezE2Nv+/btsAZC5nkZGf1vyGdyQdYWZj07dz0Q1PdnGxzr0B+gVUq5G8WmhIK+D3aBecuqVbJi3YfWg593X8d3St3iZ5QMGFY1zzVCtmWwtdTV5mJDBKEutlWukKp5LA5pJTLnYHm89+F9ZGB1mHamX5m8FycaKcZVaanv+o10Lhze+OObVl6egS+CIewSvNvNlQyAlAQcWrqo5MnXGsG6olMPOvWZXO5D44dYwLQ2ampt3btcq1ZU9P0stDYmHbMcOFTiyLm0cOYhw/rDBrMBIsp31atzixdEnn9hqaOhaurJv2c25UNGx4eO9Zu+gyrnN9tUiZ2drR/af1/7X//g83hMKnooih8Q4qykoXjvN09EIpELX/5dUn7drf27nGuWpWUDYlzFmYcOW7cpYPl1J8IAAAAAAAAAAAAQNF81Qvk4odnaF+vSlsWX58AAAAAAOTjZGcZVLWCob6wKJUtTI1MRQYEAN7ma79+jPIrUCgUHE7pbgGaoclA53mNkIHWSdqcfs4vZfV/0rCnCb/PSVq8wrhDa6MObfkebgQ+D4fuw5TmrywFAtBQsPtHj8glkvKNGtJhnp6ee1BQ2LlzSS9fmDk6JTx7plKpXD4Q1S18alEkvXhB++ZO7362Qb82zV1cwkNClHI5m6s+vy2ytcs/Y+zj0Fu7d9GBmMeh/m8Lq3XrFv/s6e09e2IeParRs2flDh05vCLdRaTwDSl8JcknsvTw4Ovr00ckZYP47v2MI8fpgF7VAAIAAAAAAAAAAABQZF/1koz5wBUWI7YYNRhEAAAAAAAK0qRu5SKmn1kslrW5sberLQEAQhJTMsRSpU7GoBUKJVsnAtDk7UvDZrO5XA6fzxPweUKhwMBA0GBEil2lLFrh7gnJ4UWZBEq50pV+pnjOTjwnBzqgTEtLWbvxZZsuUV37KmLjCADAW3cPHKDfV+WDGzKj5erVo/07e/fRvjg9nfY53IJjxIVPLZICb/yiUrE4HPL2KzTvd2nOaNTdu9W7d/dv1+7qxo3xT58yU3h6em2nzxh58KCFi8vB6dNX9+olE4tJEXxkQ4qwkkVHN4fD4/H1ykQbIkqJJG7SFDog8K1o2Ko5AQAAAAAAAAAAACiyr30VWeBRg2uFZoQAAAAA4IvoXhu3AF/o8u3wVwnqXI5utgDN5hBdUZQM9LGlyECXYqUu/UwZtW/tdGSP3cpF+vXrMCXSZ8851laaCorEJFUm3pYAZVfCs2cvbt5UqVRzGtSf6lORdgenT6fldw8epH1jGxvajw17UuC8hU8tChM7e9pPjo7WlKiUyviICDMnJzbnA3sIOXFkj1q1m06Y2HDUaJ6+/sGZM3JPN3Ny7rZwUeVOnaIf3H9y5gwpgsI3pPCVZPPUzVTLpRJSNOK0tOzUVDNnZ02JQiolOipp9gLZ80g6YDn1JwIAAAAAAAAAAADwKXSkGS0AAAAAKIMQgy4u+nrCJb+P7tu5KYHST5WT+FEV2Axh6aRUKjm60gI046MZ6JuHkYEuZ+2MHwAAEABJREFUrUpj+llDr1ag7ZK/nY/vE/Xqati0Ye5JKes2PqtW72WHHgl/zMk4eEQe9YoAQFlyZ/9+2m84alS/f9doOo/atZNfvnh1/56Fi4uJvf29gwefXrzA1Kf7IQqpjBkufGpR2FWsSJfw8PgxpVzOlNzYsT0lKsqrfoPCZxTZ2dFvWiMrq/pDhz2/evXeIXVcOyMhISEigqlgW748UX91ZzGjW0aNXNK+XWJkZIFLK3xDCl9JYytr2o+6c0eztPtHjuRZvlKu0Cw2ZNUqOlC+YTBTom9qKpdINKutS7IuXE7dtI0OmA4dICjvRQAAAAAAAAAAAAA+BZcAAAAAAJROD8JfxcSndGlekwBATlxGg+gQhc4FoMnb32/kZKDfK28wIuX0YhJ9R//mYXUjkU2GGRAoPUp1+lmDa29n8dP4PIXZV6/TvjT0Ce1Sc0rYImPH7eu5DvYEAHSdSqm8vXcPVyCo0bMX3+DdH6a0uNjw8+cfHDli7+MbPGLkrh8nbRgyxCs42Nqz3LMrl5OjXuqJRLQah88vZGpR0CXUGTho/29TN40Y7ujvHxcW/uDoEX0Tk6C+fYu4hBq9et3cvevE/PneDYIfnTxx+I8/KjRuYmhp8ejECbpdjgEBTLXEFy/iw8MfHT9ee+DAAlej8M0sZCXpo1Rq2/bewYNHZv3lWbt2zMOHVzZuyLP8Y3PnxIWHSbPFUXduvw4NdQ+qRTtmkmu16rf37Nnzy8+edepkJCQ2mziRw+MRncBzceJ7eXKsLE1HDiUAAAAAAAAAAAAAn+grBaBT98yQJ740rPedwKMGAQAAAAAoDjqW8gT4EvTjwGaxdPJDoVAo2WwO0TnIQOsY3Ug/f4hp/95ZV2+Ir9+Uhj1lSpSpabnTz0kLlmQcPsZzceaX8+A5OvCdnXguThwrSwLaZOjQocuXL09OTjYxMSEARfb00sX0uDif5i1yp58pr/oN6N+w+4cPN/7fOL/WrbkCwYV/Vz+9cCExMrJy+w7ZKSmamoVPLYoqnTsLjYwurl1zYc0aoaGhV4MGzSdOMjA3L+LsHB6vxY8//Tdo4LkVK8rVresd3DDq7h1JRoZT5cpB/fpbuLoy1brMmftPu7aFJLML35DCV7Llz7/whXoPjx4NP3++XL167Wf+vu1/YzXzOvj5BY8YuXfqlMzERFNHx1rfDQgeMeLd47Zp8/Typbv790fduWNoaVl38GAjKyuiE3j2do67N6syM3FvHwAAAAAAAAAAAPgMXyUArVJl39irSE/guwQgAA0AAACgzZQ54Um5QhH9OsnMxNDQQI98LqWSAMBXExjg+eLFS6KLFAoFV+dagGYgA60zZGJdTj9TBk0b0Y4OqDIzxXfvi+8+UMQn5K4geRIuexFFu6xzFzSFLmcOazLQEjrX7XtsExHX3JRjbc33cCM6avr0GZMnT/nQ1J9++mnmzJnkiymVyp07d+rp6bVq1Sp3eb9+/S5cuHDp0iULCwsCpYfk3gOBb0WirTxq1Z56/0H+coGh4eTbdzSjFZo0oZ1mNPD95pkLn5pH0/ETaJensGKzZrQrsP6E8xfylAhFojzr7BYYqCnRNPmcF4tF/yS7BwWRDyt8QwpZSb6+fstff6WdpmRq0zfr4x0cTDs68MOx4x9YL1aHP/6kHdEVyuQUtum7X2KwDLCrAwAAAAAAAAAAAJ/jawSgpU+vKNLVF8b0KrchAAAAAKDFZAqSLZbuP3klLT3LzNSoQ9Mgoq2Ylm7RCDQAw0xkkCD8Snf4+cqUSiWbrZsBaIIMtE6QicnWqbqcfs6NZWCgF1iDdnnK9apWJjK59HmkPOrVm5p6erlbgM48fS55+b+5Z+Ha21nPmiEM8GNGlckpsqhXbJExx8godyqu1HFycmrUqBEzHBkZGRYWVq1aNdHbBmVd3zY0+4WuXr3apUuXuXPn5ilPz0GgtInq1s+4WyfzEUNK9Zu/tJOJxQem/dbkf+NM7O0JlBh5QmLcz79Jw5467t3KMTIkAAAAAAAAAAAAAF/ga1wgZxtZ6gd2VyRFcU3tCAAAAABoMaVSefTcjbT0LCMDveb1qhBtxeSeLUyNTEUIBQKoMalKnbx7uEKh5HA4RHchA12qMennqIfyZIuLFQPMvBqzdDj9XAiT/r1oxwxLw5/Jo17J328iWhYdk2cW+atoFvfdRzvrwqXYCe8aRlUnoc3NzMcMN2jUgClRZWambtnJMRGxTUQcE5M3A+ZmRMv07dunb99+zPD06dMnT548a9as+vXrk69i69atSUlJaP659FGp0jZvzzh8zPyHEcad2hHd/a7QZpHXr3nWqVOzd28CJSZty47EeYuVGRl0OH3rTpOBfQkAAAAAAAAAAADAF/gaAWiutbtp198JAAAAAGi963fDEpLSuFxO8/pV9YQCosVYLJa1ubGxoR4BAELCnr9OSpcYGBrpXshSoVTocAvQDGSgSylN+pkOG7rHXogJybrs0bBu5bKWfs6D7+FGuzyF1n9NN+nTQ/YyShb5UpGYqEhNU6akcm1tNBUUicm56ytphdQ0lUymKZHHJSTOXZhnsUbtW1vNnKIZjR33szIjg6WnxxYKWEIhSyjgWlub9OupqSB7GqHMzGQmsZm+sTH5iuLi4gYMGHDjxo3s7OyKFStOnjy5SZMmmqkXL14cN27c/fv3RSJR5cqVFyxY4OLikn8he/fubdeuHR34Xw46QJcml8uNjIzosIODw8uXL5maKpVq2bJlGzdufPz4cf369dPS0pjyuXPn0gc6d+5cnTp1NIv19fVVKpUP7l4m8I3QD0X8lJnpe/Zb/DReULE8ga/Lo3Yd2hEoCSpVxoHDSf+skL2IomNsQ0OLn8cbtW1JAAAAAL4dlVisys5WSaS0TyQSZbaY6+zINnvzI1tlSkrW+i1EoVBlZCizsulBlyozi1fF32DIAM0S0n6cIg99ohSLiVhMZ6cLIQKB1eXTmgrpM2dl/bcpz+NanD3KsbFmhqUXLyf3H5qngn6/XkY/jtOMxgc1pGvIHMYSoZCtJ+RXr2o46X+aCqn/+1GVnkH0hPQgl+QcC7NNTQyGDtRUkEc8pxVYAj5RHyyr63zlA2EAAAAAgBKlm7dIBgAAAIDPk5Sqbo4rOKiSsZE+0WJlJ0YGUERPnr9mEbmjLdE9OS1A63gAmiADXQrlTj+Xa/Haq3GF9Ey3U+dvLl6zt1mDag1rVy6b6edCCCqWLyTTaRBcl2tvq0xLV6SlKzMyFPEJiqRknoO9poIyPT3/XGxjo9yjWRcvK1NSc5fwPdxyB6ATFy7NPH4qz0KcTx3kvr38TKembtutyU8zA4bNGmvWXP4qOv3gUbZAwNITsgQCeu1Z3ei3txfHypJ8TFJSUp06dZ4/f96lSxdTU9Pt27c3bdp09+7dTJr50qVLzZo1MzIyGjhwYGxs7LZt20JCQu7cuePo6JhnOV5eXkOGDFm+fHmLFi1q1qxJS+hbjX57TJs2bf369dn04j3zjCmVdMn79+8PDAzs37//jRs3Tp16s+19+vSZMGHCli1bNAHoBw8e3L9//7fffiPwrYlv3Y3q0se4WyfzH4azDQ0JQOmnkkrjpv2lysykwwYN61v+MoFjbUUAAAAASoz8SZg8/JkyOUWVmkr79DhRlZIqmv8Xy+DNSZWsDVvSp/+ZZy7R338JWzRlhlXZ4szFy/IuV0+Ye0z26LH8UWjukjzH/qyP3dBMJZfnL8yzEHVQOyuLdsyogh4Iv3/PH+mlq8rExNwltELuAHTW0lXZew/keRTzfdu4XuXeLOHCpcwNWzgmJmwTEctExDY1YYtEXN+KHDtdPM8IAAAAADoHAWgAAAAAeKdZvSoxcUm2Vlp3Q/kCZWZLZXKFjaUpAYAcKpVK09cZSqWS87ErRroBGehSJF/6OVUoEJiIjIb2afPkWdS+Y5cuX3/YrX1wZb9ySD8XEdfRgXaFVBD4+bheOU2vWytSUpXp6YrEJEVKGt/L4706XuUUqakqiYReq1bm9NmG731eaEn+JbNzXcOWvXyVfeFSngp8D3dNAFr2Mipp/j95KlhN/9WoY9s3I/QCNpdPCjJlypQnT57s3bu3TZs2dHT48OHVqlWbOHFi69at6eiIESP09PRCQkLc3NTtZzdv3rx37950ln///TfPcry9vfv167d8+fKGDRuOHTtWU/7rr7+eO3cuNPTNBfgNGzbs37+fPsqiRYvom5D+aWjRosWRI0foJEtLy6ZNm+7YsWP+/Pk8Ho/ktCpN+z169CCgDVSqtM3bM4+fshg/2rBVc4LvEChVpGFPZZEv6A6NQXA9poQlEBi1bCp58Mhi/Bhh9SoEAAAA4MtITpxWxMYpY+MUMa9pXxnzWsXhWBzZo6mQtX5L9radeeZSpqZx3gagWe9HmRmqt78mVVcw0OdVq8KiJ2j0hGx9fZa60+P5VsxdX79HZ2V6BvPrWZa6ZWVhniNQYY8u/AZ18zyKpvlniufnY/rfyjwV2LnulUSZLJ2vSs/IOc590151nlyyfp/u6qi3uiFqibo56mwxy+i9H1Iqc36HlocmC07Jn7+Qnjqbp4Lxb7/odev0tkJkcseedMXoyrNtrDm21mxrK24Fb14F3LgGAAAAAL69Eg9AZ13fo+fXhMXX6hYEAQAAAECjtKSfqeev4l8npHZpXpPAtzZ9wQaZTD5tXD8C34hKpWKx1H0dSz8TdQvQCg5b91uAZiADXSoUmH4WCvl6QtoXVPP3Dqrmc+zstSVr99ap4du/ewsCxYRtZES7QnLSdmuWFr4EszHfi+gl6reXjZW0LxazRSJNBY65mcC3oirn/sXqC8z0+nF6uvpOwW+ppLL8i32vAv02/sCjr1u3rk6dOkz6meQ05Ny1a9dVq1ZFRkYmJibevHnzp59+YtLPVM+ePadNm3bu3DnyuZYsWWJqajpjxgzmi4X2nZ2dNVO7d+9+OAezPnv37g0ICPDw8FC8juBYvmlOLHXTtoQZs/Is1nrWdHUkl9nYzMxn1erlqaBXvard2nctpdElSMLCc1fg2dtZ/T5VM5r492Lx7bt5FmK35G/N9fj03fvT9uzPU8Fs+GD6QMywNOxp/Iy/8lQwaFAvd+Pf0QOGq+TvvXZcG2vrv6a/W88/5khCn+SuwBYIbVcs1Iymbd6efuR4nkexmvYLz9mJGRbfuJ24cEmeCia9uhk0DmaG6dMV/f0PeSroVatiNmIIKYgiITF24uSE3+fYrV/Fc3clAN+QSsX94y8Fn5/BYWez2Sw2S+DqYvnbz5rp0f2HyaJjlKlpyrQ0poTv6a4JQFPmY75nm5gQAAAAgI9RZmRIz11Q5MSaFTGvVXHx8ugY/W6dDIa/221OnfCL6v1QL0v/vSgCy9iIHuixTURsM1OWsTHb1IRlImIJBZoKgrq1TLesU/8aVn17Hz16TKfuC9+lotnGxmYbVpNC6XXpWHgFrpMjcXIspALdQefK0akAABAASURBVOLXqEYK9dEKuRt7LpDJP3/Tp4v5qTCRSNRHxGIJJ9cNl3je5fR7dlWmpOY0lZ2i3qlLTmHluuGSMjGJvi7KsHB5roM7YZuWotkzNaPxgcEce1uOowPHxVndhrSJiGNvx6sSQAAAAAAASljJBqAlETeSN/yQwhXYTL3INiw1SRoAAAAAANBmTyOjl63f3yDIv0VwDQK6TqlUsstMAJogA631cqefvdtEezZIz51+FvB5PB6Xy+W0blKrXmDA9n2nx075p3v7htX8vQloAUEFb1KhsNfCqG1L2hVSQb9uLbdbF9ThabE6Hq2OSoslPMd3V45ZH/i+io6OTk9P9/T0zF3o4aFuwfr58+exsbF0IPdU+lVQrly5w4cPy+VyLvdzTt/du3cvKCjI5AOJw86dO3///fdbtmxp06ZNZGTk1atXZ87MuXSde/0VygLm/GiT/O8/A+IHDyV37ucuoZfSc49KH4eJr93MswyVQqHJkcuiXuWvkHsh9PJ8/gp8F+fco9nXbxLZewFontN7SXrJo8fi67dyl7D09HKPyl5GFbAamVmaYUVKSv4K8kbBmmGVVJa/AudjkVBFatrLjj0dNq/henkSgG+H/fiJKueW6wpmPCs791RpWLgiKTl3Cf0Uvzc70s8AAADwlio5WRGfoExIVPejYxTPXwhaNBHUq/Nmalx86g8T88xCa+YeZVtbseRytq0NHeAwfWur3BWMxo+hXSHrwLa05FtakjKDZWCg+Ylp/iM6XpWAwpPKXHdX0d9/KV7HKl/H0r4qNk4eHcOxMNdUUKanK5OSaCe79+DdYv18zLZv0IxKTp9VZYs5Tg5cD/fcWXMAAAAAgC9UsgFo8d2jRN18jgPSzwAAAABaS6lUHTh5pYKns4eLLSltdK+xWygisVgqkysIvNWyvv/jJ2FEF8kVSs5H83a6BRlorVXE9DNFX0QTkeGg3q1fRMWu2HDgxNkb/bs3tyk991iAQrAEAtp98GcZH/i+KnCPhSmk75YPTWXeS+TTZWdnZ2VlCQSCD1UQCoWdOnXasmVLRkbGrl27aEmXLl1on50r9SvwrWg6fHCeGfmeHu9GuNz8FXi5GhKjjNu3kQVUUreonRMWV2Vnc9+PJvC9PJXZ2XkWwuK/a1Sba2sjrFY5TwWO+btr7WxDg/wVeK4uuUf1qlbO3wJ07lFBeS/y/lPNFrx3SZ7n6JD/UdgG79qZ45iY5K/AtXm3sSw+L38Fvqc7KRRHZMy0AK1UKgnAt6No14ZnaED/zNE/dRwOm2f1XmDIdNhAFi0VGXNMRFxbW56LEwEAAADIIY94zrYwZxu9aU5Ydu1GUq8BeeqwHew1AWiWhTnLwIBtY61ONttYc22taZ/nUyF3fYvDuwl8RWx6sNOiaSEV6BGcybIFTBvSysQkxbMIeUQk5/1fpWb9u1569fqbBVpZct3dOC5OxlN/JgAAAAAAX6ZkA9CyF+pbWOr5NiEAAAAAoK3uhkbEJaZKZU/dnW0+L2Tz9alyECir3J3tpo3vZyoyIpALKwfROUqFgsMpQy1AM5CB1kKflH7WfBidHKynT/zu/JV7fyzcWKNy+Y4t69KqBMoeOzs7PT2958+f5y4MDQ0lOQ0/M0nl3FOVSuWjR488PDwK+QWIVCr90CT6WNbW1vfv31eov0ILXkLPnj3Xrl27c+fOffv2Va9enWmOmqX/LgAt9PelHfkwlkBgli8AnYdxlw6FVzD/YcRHltCpHe0KqcD3Lme/bgUplN3qfwqvYPHjuMIrGHfvTLtCKgir+Be+GiwDg4+uZ24cC3OL8aMNWzUnH4jIA3w9LJaiXVuBjZXQQKivp8fnc/N8sYh6diUAAAAAhCheRUvPX1REvpSHPVVEvpBHvqCFoiXzhQ3rMxXYtjaaymwLC46tNcfRgVfe612hsbHVzQsEShV6bChoUO8jdfT1WHy+KucwVhkXL42L5zyPzF0hc816VUoqr5IvL8CPbWpKAAAAAACKpmQD0BYjt0jCLnFMSl9TggAAAABlhFgiu/3gGR2oVbVCqYtOOttZeDpbE10UFvFq1+GQhKRUmVxhbWFS3d+7YW11k4EKpXLT7pOPwl5kZGabmxpX8/dqEVyDmWXL3tPRsQkdW9TduPvE67hkE5FhjQBvL3en3UfOv45L5PN41Sp5tW9em3mVaeVzV+42rVf17qNn8YmppiZGdGrLhjWYqcfP3aBzjfqu/ZNnUdfuPE5Jy/jzx0EG+sKsbMmWvafoutEBczPjOtV9GwT5517ts5funLp4Ozk13dbKrHOreh4u79qAvHU//PDpK3TF9PUFzg423do0MBUZEvXds8Xjpi8f2rs1faxb98PSM7PdnGy7twu2tlCf5pbK5PuPX6LzZmZne7o61K3u6+Ptuv3A2dMXb9Op9CE0K3Dqwq2zl+8mp6QbG+nTmt3aNhDwebT85r2wtduO/jqm146D5569iFEqlb7ebnSqUOcCiKz3ER1C3/YcdpkLQJOiZaDZPFajgfoESt7npZ8ZdLROTb/qAd67D4VMmL68U6t6tWv46uTPFaAQ9BVv167d5s2bIyIiXF1dacmdO3c2bdpUs2ZNBwcHKysrFxeXHTt2/PLLL9ycz/zKlStpzYkTJxa4NMucmzU/ePCgkEcMDg6mDzdlypQZM2YwJWKxOHeFBg0a0AddsmTJ1atXZ82aRUB7sFjG3TqZ/zCcbWhIAAAAAAC0kiLqleJ5pDzypV67ViyDNz/Plt25lzZ5Rt6aL15qhjkO9mY7N3KsrNjv31ACdJ7J8kW0r4h5rU7GP41QPIvQvG0Ykv2HZA8eMcMcVxe+vx+vir9e5w7k28EvUb8tnDoDAACAIirZADQl8AwkAAAAAKCtbj94Klco7G3Mba3MSKlCz38Z6guMDfWIzrlxL+zfLYcN9IQ+Xi4cDicsIupR2AsmAL18w4H7oREeLvaVKro/fBJ54MTltPSsbm0bMDOGP49eun5f3Rp+HD9OyJV7B09eORFy08vdsV6bBvSFPnH+Jp/Pa9WopuaBnkbGNA+ukS2WXL756NCpK4nJqX07v7ub4ea9p+xtLFs3DkxOzTDQF0qlsj//2ZyQlOrt4WRtYfIo/MX2A2dT0zPbNa3F1E9OTT946oqvt6tYIr33KGLhv7unj+8vMlKfyA65em/znlMiY4PAKhXSMrLoJvyxaNOPI3swGWjq361HzERGdGWSUtKPn72+bP3+yWP60DOc9CEuXLtPN6GihTN9Ep48i/Lxdi3v4ZSemX39zmPNqp4IubHr8HlrS9M6NXwjX8VeufUoKib+p5E9mJOk9B0+c9EmTxf7rq3r3wuNuHo7lMfj9mzfkOiWsOevE9PE+gaGzFbr0glihULJLnstQDM+moG+vk8dZ0QGuqR9NP1Mv105HHaB6WcNWq9b+4bBtSuv3nTo6JlrA7o3d3W2I1CWTJw4cefOna1aterWrVt8fPzmzZtlMtnUqVPpJD6f/9NPPw0ePLhNmzaBgYH379/ftm2bhYXF2LFjC1yUi4uLl5fXli1brK2tjYyMPDw8evbsmafOlClTDh48OHPmzJCQkKCgoKioqA0bNuSuQN+xHTp0mDdvHh2mq0RAOwgD/Cx+Gi+oWJ4AAAAAAGgZefhTyZHj0hu3ZbfuqLKzmUJuxfJ8f783w24ubDMzjrsr18WZ4+zI9XTnOjly3FxzL4TnU5FAWcWxtaEdv2b1/JO4lXyV2WLFswg6rIh4nh3xXBJy8WsGoHPHnRF91gbMq5D7PBsi0QAAAFCgEg9AAwAAAIDWyswSPwhT34iwio8HKVV0+FRXcmrGpt0nTEWG/xvShckH0zN92WIJHbh6O/R+aETdGn5M4lkskc5asjXk6t0GQf7Wlm9uC9i3U9Pynk50wNPFfs7ybV7ujkN7t6ajVfzK/e+3pXQJuQPQ/bo0MTMxJur2v33+Xrnjyq3QBrUCnOysmKn6esJBPVponuqDJ68kJKXSpfmVd2PWauWmQ8fPXa8ZUN4mJz3PZrEnDOtqYSaiw3cePl2+4cClGw+b1a+Wmp65+/B5Dxe7Ef3b83nqA5DIV7Gzl27ddThkQLfmzMIdbCxGfdeen9Nmc2ZWdsiVe5FRr10cbcIiougsowd0YB4xK1v9PPh4u3K4HE0Amq7V3mMXne2tfxjUkVnCmq1Hrt15fP7a/TrVfZk6tav5dGpZlw5UreQVFRNPp+peAPrJ89csInfUxbvvKBSKPLdZL1OQgf7mipJ+5nI59DUqSvvrVpamP47ueft++D9r9ri72HdrF2xqYkSgbKhUqdLVq1fHjRu3ZMkSsVjs6+s7derU4OBgZuqgQYNMTEzmzJkze/ZskUjUpk2bBQsWWFlZFbgo+q3433//tWzZcu7cuVwut8CGor28vC5cuDBmzJhr1669ePGiadOmPXv23LhxY+46zZs3nzdvXu3atR0dHQl8a2wTkfkPI4w7tSO4pgsAAAAA2kHxLCJ3fFl65XrGomW5K7CtLFUpKZpRrreX5aVTBODTGU/5ifaV6emy23dl129Jr93guDjnrpD6w0QWny9s3ZxfO4gUKyZoq3qLIACtNTQtfTDo64IMNAAAAOSHADQAAABA2SUU8Kv6eSYmp1lZmJBSKDNbKpMrbN5mf3XD9buPs8XStk1raVpHpif19PWEdODKrUccNrt9s9pMOX35GtYO2Lj75JOIKE0A2tryzUtpZKhOQ5qbGjOjdEZnB+unkdEFPiibzWpUpzKd+uRZlCYAXbeGX+7ziReu33dztmXSz8xa1anhe/tBeMTL10wAWmRswKSfqXJu6hzV67gk2r9x94lYIm0eXINJP1PO9tYujjbPX77WLNzSXMRklylXR9uQK/cSklJpHXMT47iElFMXbgXXCqCPaKAvLOAZu/NYoVC2CK6uWULrxoHX7jwOexalCUDb21ho6jvZW8fEJaVlZBkb6mBgVCdP0yuVyrIcgCbIQH9TxZt+1vD38fAt73r87I3Js/6tG1ipTZMguiwCOufXHLlLKlWqdPz48Q/V75yDFE316tXj4+PzFOZZuI+Pz4kTJ3KX5GkEmsk9t2/fnsC3xWIZd+tkPmII2/Rr75MvbtOar6c/eOtWUqz2//bbje3bJl24KBSJSEm6e2D/rkmTui1c5P32twSfZ1btWnYVfXotX05K0tHZsy6tWzf2xEljGxtSTMSpqX/WCqrSuUvrKVMIAAAAQHGQXbshvXlbRrtbd5WpqebH9nGdnZhJ3PJeHEcHfpUAXuVK3ArluZ7uLKGQABQftpGRoE4t2uWfJDl1ViUWZ+/Zz7aw0GvbUq97Z/puJF+MOYlKTz9mr1yjlMnpOB0moB3U59oMDIS9u7HYbObkG0E70AAAAJBPSQWgs27szby0xaBGZ/1qX+++JAAAAADwSTgcdqXyrqTUioxOiIlP6dK8JtEhTGjY09U+/6SEpFRjI32BgKcpsba2o5aNAAAQAElEQVRUJ48Tk9NIEejrCZXKD4ZimexyUq5FacLTVFpGVla25FlkzPc/LcgzY2p6Zv6l8fnqAw2ZXB0ZjMnZokX/7s5bh1fwwYiBnoD2s3Iave7WtsGabUd3HDx3415Yk7pVKlVwz18/LlHdzAwTwtZsC4fN/tDTYmigR/vZ2RIdC0DnNIDxZkDHGimh71s+v0wHoAky0N9I4elnoYDP43E/I/3M4HA4zYKr1wv023UoZML05e2a164f5I9LOPCVnTx5kr6Bi566hhLisGWtwBf3AQcAAACAbyx707a0337PXcISCBTPIzUBaH5lf4sTBwjAV6fKzNT/rk/2zj3K2DhlQkLm6nW041WtbLbxX/LFVDmh58zFy4lMRkDLsMzNud06sTkcwiWaDDQAAABAbiUVgJY8PC0Nv8zicBGABgAAAIASosO3oivwRF5Bm6sixdTmQXZO4Fj13jrkGs7pe7k7NqlXNc+MtrmSxwVi5u3buamx0XvRzA8FoHOzNDeZMKzrvUfPdhwKWb7hQGCVCr07Ns5TJ//TQkvof2XzZKhOfijoFQic2SbIQH91cmkJpp819PSEPTs2blK/2ubdJw+fvNK/W/Py5ZwJQMnbuXPngQMH1q5dO2/ePKYdaPiGkH4GAAAAgK9PmZgoOX1Or9O7G8Kw7W2ZAUG9Ovx6tXn+vryKFQiAFmAZGBiO/p52sqvXsw8ekRw6pkxLYxkbkeJAzz2qlOqTyfS8qqhrVxYfN+nSCsqMzLTdu+j5bqlEyuPzmPNvzNlvxKABAAAgt5IJQKtU4gen6L/C8vUJAAAAAECJ0b24p01Oo86vXicyA7mZmRg9fR4tlck10eHo2ETatzIvhrulP42MKWRRRob6BvpCsURa3sOJfCJba3OS067zZ8zL8C3vVr6c88wFGy/deNimcZDI2CD3VAszdUvV8Ymplm9XPi4hmZ61tjQv2Vuua5uW9f0fPwkjukihVLLZbALIQH9FcinZPq3E088a9Otr1MCOzyKj12w5Yqgv7NYu2NnRhgCUpKNHj8bExBw8eLBFixYEAAAAAADKDNnd++KjJ6RnQuThT+ko28JcUL8uM4lXJUA0f5agXm2WPk4sgJbiVa9KO/LbL9JLV9jm786fqzIz5eHPeJV8yadQvaVQKJgLDWZDhrKNiidXDV9IHhOTtnuXKicATU++sdVYBGeJAQAAIJ+SCUCzWIYNh2Tf3Cf0rkcAAAAAQPskJKVFvorzdnc00BeQUog5L0l0UWVfz33HL544dyOgoof6jF6OrGyxvp7Qr7zbk2dR126H1qrmwxSePH+Ty+VU9HIhn0UmVzADiclppy/eoovyr+j+oco1AsqfunDr2p3H1Sp5MSWpaZl5ssgFb5GP595jF/efuOTuYq8n5H/SvC+i4yxMjem2czkcGyuz2IRksUQqIu/NWKmCx8GTV67celQhp9lU+r6gD0cH/Ct6kDKmWIKYWohegaBvAAI5kIH+Cpj0c+Tdr5R+1nBztps+8bvrdx4vWbvX3taic+v6zA9IAErCihUrCJRJkvT0kFWrHp04Tv+8lqtbVyYW8/Xe/clIiIg4OuuvqLt32RyOpbt7w9FjHP39mUlPL164vH597JMnkqwsK3f3at26+bVqrZmR7plf37b17oEDiRERLtWrSzIyC1+Nx6dPh6xaGRcWpm9qau/j22ziRCMrK1oeeurUrkkTh+3cdfzvv1/cuqmUy70bNmw2fgLf4N3un3pNNmx4efu2dblyZk7vfl8nl0jOLlv28PixrORk1xo1qnTq5B5Ui3yul7duHZ0zOy48XGhoaFuhQvOJk0wcHDRTr2/dcnXLlpRXr4wsLV1r1Gw6fjxPT4+WH50969K6dfW///7J2XMJEc9M7O19mzevPXAQK9dF+iubNoWFnEuJjqYrX3fQ4ApNmjDlSS8iT//zT/SDB+lxcaYODt4NG9UZOJAreHew9uLmzZMLFyRGRtItpa+OX8uW1bp1z7Par0NDV/XsQV+13itW0hfxzt6917ZuiXv61MHXz7thcPXuPQgAAACUYbJrN1J/nKJ4GaUp4Zb3VimUmlG2oaGweRNSqnzoFDEaiNV5/MAauUfT5yzI3rrTYNggw2EDCfcTMzAqlVKhIKCV6GdcLpVxKHqCmMulo/h0AwAAQB4lE4AmxKjxcNoRAAAAANBKTyJePQx7IZZIa1UtxfcxdLaz8HS2JrrF3NS4QVDAiZAbc5dv83JX35L+dXxybELyr6N71anhe/L8zW37z8YlpMgViruPniUmpzWqU8XY8DOTjgtX765aqVxSSvqjsMhssaRTy3qmog+2b9GqUc1b98PXbD1y9vIdZ3vr+KRUOlefTk00eegPERkbtGkcuOPguSlz1lYo58zlcp4+j2axWb+O7v3Rc5WHT10Ni4iqVMFdJpPffxxBV8/KIm8b1Q62FgE+HtfuPGaz2cZG+k+eRkW+inV2sKZzkbJEc+ZX904BK5VKNgdte7yDDHSJ+lbpZ42qlbyq+JU7f+XerMWbK3q7dKTfzCZoeQgAikdabOza/v2SXrzwCg42d3YOO3cuNTrawPRNq2mxT56s6tGdxeF4BwcLDAxDT51c07dPz6VLmRhxWEjIq/v3PevU4fB4d/bt2zVpEovN9m3Rkk5SKZWbR418cuaMQ6VK/u3bxzx8GHHlSiGrcWv37r2//mLq4Fi5U6eM+AT6QC9u3Ry8ZSuTgZZmZS3v2sW1evUWk34Mv3jh5o4dPIGg+Y8/MfNeWL36+N/zzBwd/du2zUxKur17t2axx+fNvbJxY7l69Tzr1n164cLz6zc+OwD98vbt9UOHCAwMKnfsmJmQ+ODokcgbN4ft3CmyVd8U/uqmjYd+/93G27tat24xDx9d37b1deijARs2alLOL2/fqT1ggCQz8+7BAycXLkyJed16yhTNwh8cO0qfYbpYuuHbxv7Qec7cis2aqZ//x0/uHzrk1aAB3YR7Bw+eXbqEbmCrX39l5np04sT2cf8zMDPzqt+Aw+NGXL369OLFPAFoSUbG9v+NNbKy7jJvHpvDeXT8+O6ff7KtUKFKp06vQ0PvHzmCADQAAEAZx7a1YdLPbDMzvbYt9Xp14zjYk1KLiT4zzWS8vKV08FcfobPeQkqyrFEmJROFInPxMunZEOM5v3NdnIs449s2oAloLblMruArlEq8VAAAAFCwkgpAAwAAAIDWUiqV4c+j6YCHqx0ptegpbEN9gbGhHtE5HZrXNhUZhly9d/L8LT0h39bavG2TIFrO43InDe++ee/pq3dCMzPF5qbG7ZrWalKvKvlc3h6O56/epwPl3ByCa/l7ujoUUlko4P80ssfmvafCn796FZPg4mgTHBRgbWFKiiC4VoCxkcHRM9du3guzMBO5OdvaWpnR08v0ZSx8Rr/ybhmZ2XQuoZAf4OPZulFggZcuvuvWfO+RC3cePU1KSRcZGdSsXL5r6wakjLl856k4K8vDUB2U1LELPHKFgoMWoN+HDHQJ+ebpZwZdcp2afoFVK544d2PKrDX+Ph6tmwRaFu37FgCgEGeW/JP04kWn2bN9mrego3UHDV7c5l0rzod+n6knEn3333oTe3UOpuHIkat69dw/bdqYI0fpaGCfvrRjEsBB/fovbt3qysaNTAD67v79T86cqdate4uff2ayJhuHDg2/cL7AdchMTDw+d457UK3uixYxzRvHPHy4qmePkwsXtJsxk6lTtXOXRj/8QAcqNG36OvTxnf37mQB00ssXtJpjQECvpcsEhoa0xMrD4+SCBcxcz69dExgZ9fhnCcnJZIvT08lnUSoU9KngCQTfrV1nmtPCtGedOrt+nHR6yT/tps9IefXq2Ny5zlWq9Fq+gicU0qn7pky+uXPn7b17A9q3Z5bQdto0YxsbOlCpTZsNQ4fe2L6tWteuNt7ezNQ+K1aYOanTGPHh4esGDTz85x9ugYH0mfdu2HDAho0OlSrRScEjRy3v3OnGtq2NRo8WGhunx8Xt/22qqb19vzVrmZg43UBJvg3cO/nX9ISEgRs26onUvxiMuHqV9ltPnmLno757THZqCgEAAICyRHzoqHj3fl5QDYP+vZkSjoO98YzJHCdHfo1qpJTTpJ/pie7QE4qD05VeDUmzSWw2h7DYbOawnaAd6LLEZMHs7D3706f9Kbv3IKl9d9P1K3k+FYs8NwuxWq2lymmfm37UCdLPAAAA8AEIQAMAAACUOS9jEqQyuaGBnrW5CSmddP7kdYMgf9rlLzcy1B/cs2WBs3Rr24B2mlFLc9GS30fnrjCkV6s8s7RsWKN3x8b5F9W4bhXa5S830BcO7N6CFOTX0b1yj3LY7DyPXtWvHO3yz6ivJ8xT07e8m6YksEoF2uWfq7yHU+656MN1aFGHdvlrVvb1XOL73vI7tqjTsaCapV1icjqLyIkuUiqUHDZagM4LGehipyXpZw36WM2Cq9evVen4metTZq+p6OXapmktR3srAlpOkf3Rn/cAfBPi1NRbu3a51qzJpJ8pobEx7Zjh+PDwyOvXG4wYwaSf1VNFIt+WLU8vXpwaEyOytWWizwwLV1crT8+48HBm9OqWzUJjUcORIzUpE5HdB39m+ejE8ayUlDoDBzLpZ8q2QgXnKlWj7tzR1LHy9NAM21WsGP3gfmZSkoGZ2fWtW+mV7+DhI5j0M5V7reiaxz55cm3rlmpdu7HYbD2RiHyWmEcPYx4+rDNoMJN+pnxbtTqzdEnk9Rt0+OHx43KJpM7gwUz6mao7eMjNnTsjb97QBKA12BxOYO/ezy5dfHHrpiYAzeW/2XBLD496Q4cenD499NQpOi9dZyb9TNGFu1avkRARkfzypW3Fig+PH8tKTm78w1gm/UzRysL3N/DKhg0Pjx1rN30GfWnePCE5r8Kl9f+1//0PuiZMKhoAAAB0nuJVdNbm7eKde5VJSerR55GaADSl17kDKf006WeFQvHgsOLoX+rRxyeJSilvMlFF93zoATUTgybIQJcleu1a8/z9knsNUMYnpPQbavLfCl6F8kWZEe0Kaznm9cFrBAAAAB9S/AFoRUYii8Nn6+EOrQAAAABa6tmL17RfzqUUN//MiE/OiI5P8S3nRAAgh+YKENEhCiUC0AVDBroYaVv6WYOuRuumtRrXr3r09LXpf68v52YfXKdygI8nruBqMSUB0EoJkZF0D8GlasE3D4l/+pT2Ty9eTLs8kzKTEpmc8eNTp65u2RIXHqaQyei3kDQzUymX0z9CcWFhjv4BwqIFjuOfPaP9td/1z1MuMCr4ZDKTY5ZkpBuYmdGVZHM4LtWrF1iz2YSJkoyMg9OnPzx+PKhPX8+6dclnSXrxgvbNnd4dYtCNNXdxCQ8Jodub9PJlztR3N9Q2sbfnCgSp0dEFLo1JIad8YKpdBfUv/RIinjGjCRER55Yvi7p7NyMxUd9U3fB/dlpaTvlz2ncMCCAfEPs49NbuXXQg5nGoeAvWWgAAEABJREFU5jeU1bp1i3/29PaePTGPHtXo2bNyh44cHo8AAACATksZOFwScoEZZvH5wrathB3bEt3CnPVS5rh/SH5slrrQwoGTEKV4cpqtUikaj5fRShyu+mZiyECXNVwXZ9P1q5K69WPpCelHgAAAAABAGVD8Aeisc+vSji3Sr9LWtPd8AgAAAADahznl6+poQ0q5uMTU1wmpCEADkJzLP/SjrZMNligUCg6HQ6AgyEAXC61NP2vQ9WnbrHaTelWPnL72z+rdVpam7ZvXqV65SO0YAQAwJBnptM/hfiACm/PlVnvgII+goDxTrDzULQqfWfLPmSVLKjZtVmfQIGNrm3PLl2fmtCkoE4tpx+EXOVmb80CdZs82NLfIXaxpELoQ4vR0dYT3A9/Dpo6O/dasDb9w/ticORu/H1ata7eWv/5KPkOBu1J0R4vujeTsbOWbor7zOovF/tA6f3CZ6iai1X+/+frqP9N0zTcNH27v61u5Q0crT8+7Bw6kREXlrswq8PdgOc9G1N27NXv3po91dePGqp27WLq700Kenl7b6TPo60WfkIPTp9/atbv/unWahqsBAABAJ7FM1D8eY5maGgz5Tr9LB5aBAdEtudPPDw4rmPSzZ3Vex1+M7hyXHF6UGXaGo1AoG4+T8oU8LnlzzoQgA12WcF1dzNYt51hbsXJ+UggAAAAAOq/4A9DiJ+dpn2NiSwAAAABAK9Wv6Ve9kpe+3sdDBgBQWliYGWdnpRNdRC9csTloAfqDkIH+QtqfftbQ0xO2b1GnUd0qx89e/2/70R0HzjYPrlGjSnl9PaTZAODjjK2saT827EmBU5nILP2uK7B95fS4uDNLlvi3b99u+gym5OGxo9EP7tMBnlBoYG4eFx6uVCjYRfjBkqWbG8lp1/lDDTkXtgk2ti9v30549oxZ2wJ51KrtWq36iu7drm3dUm/YMEMLiyIuXPMTMhM7e9pPztVms0qpjI+IMHNyohtoYqc+6Z3y6pWpoyMzNfnlC4VMphnN49W9e+T9FqNzS3utvjOPWU5r00f++svc2bnvqtVMFjw9Nvb+4UNMNQsXF9qPCwujFfKvN7PVTSdMzIiPf3j8+MGZM/r9u0Yz3czJudvCRfumTrm5Y8eTM2cqNmtGAAAAQIdIL13hB9bQjOr37s6t4K3fsytLoIMnfgts+9mzOq/9j+p7iVRqLFDIybGlmc9CeMdVUnU70OokhPp3eshAlzVcby8CAAAAAGVGMV9FVkkypS/u0gGBZyABAAAAAG2lM+ln3Wvs9uvo1rbBkt9Hm5kYE9AVNfzc7Mx1rV0fhkKh4KIF6EIxwdycDDSHz+cJ+DyhUGBgIGgwIsWuUhatcH2f+MSqLAL5lKL0s4aRoX6HlnUX/zGmbbNa5y7fGfy/OX8t2nTu0h2ZTE4AAD7MzMnJxN7+3sGDTy++uSs63ZFWSGXMsKW7u1Plyle3bEmMjNTMwrTxTCXnNEVsam/PjMqys5NfvaIDCrn6m8e1eo3U6OjT//yjmVEulXxoNbyDGwqNjc8sXSrJyNAUZiQkkCJwqVaV9o/OmkVXgCnRrD/1OjRUnJpKB+jfQks3dUJampVJctLbSzu03zhsqEIm+9CSDSwskl68UOZsjl3FivSJenj8GDNK3dixPSUqyqt+Azpcrl592r/3NppMn0Nmw70bNNAsTS6TMgOpMTGXN27gGxiUq19fM1WzWJlYfHnTRvpseNSqTXJC1UaWVpqWsOOehqsrK3L+QjVsSMsvr/9PqVBolsNsLENkZ0f/SBlZWdUfOuz51av3Dh0kOc9qQkQEU8G2fPmcJwQ7AwAAALpD8TIqZeio5H5Dsjdt0xTyKvkafNenrKWf2W9PGlVuLmgyTH1y7Nl5/ok5bKlYJpfJlAr1LDp5zzQAAAAAACDF3gI0S2BgPf6wNPIW360qAQAAAAAoGThnDZAHE83UycZs6GUqNhstQH9EUdqB5vJI/b5oB/qd0ph+zq1WdV/aPX8Rc/jU1RXr96/fcbx2dd+mDarZWJkRAIB8OHx+8IiRu36ctGHIEK/gYGvPcs+uXE6OeqknEjEVmk2c+G+fPks7tPeq30Bka/M69PGLWzdHHjgosrVVZ4IdHK5u2sTmcIRGRpfXr8/OSd++unfPpVq1+t9/HxZyLmTF8hc3rjv6B6TFvr574MCHVsPQwqLh6NEHp09f3Ka1Z926XD4/8sYNutjBW7d99Ju2cvsO17duDb9wfnnXLh61a9NDgpu7dmmmnl+9OuLqlQqNm8gl4senT5k5OZk6qFtlVkilCRERsU+eRD944OjvX+CS3YOCLv/33/IunTv+NcvK07POwEH7f5u6acRwWj8uLPzB0SP6JiZBffvSmnSqX6tWN3fuZHO4BmZmz69dpevvXLUq3RbN0ugz7NuiZerrmLCQkOyUlJY//2JkZaWZunH493QlU6JfRVy5khYb23DUKOYl8A5ueP/wocN//mHv40OXHxcWRgvpOnvUrkNfgqC+/c6tWP7foIGuOS1n0y1KfB45eOvWPBtSo1evm7t3nZg/37tB8KOTJw7/8Qd9LENLi0cnTnAFAseAAAIAAAClnyo7O2Px8qxVa5lRWehjPaLjipJ+ZlRurg5/H1ua+TSER5+bRuPQDnSZppJIsjdv53q682uh8T4AAAAAnVXMAWj1Em09aUcAAAAAAEpYBXe7QH8PAgA5WLkQHSJXKDloAboICslAn/mH9eq23uWdYjqKDDSjtKefNVycbIf1a9u7c+MzF26fCLl54tz1wKoVO7asa40YNADk49e6NVcguPDv6qcXLiRGRlZu3yE7JUUz1a6iz8CNm47Nnfvs8iWhkbG9r2/dIUP4+uo4DZ2r69x5x+fPD1m1SmRjU7FZ82pdu24YOuTCmn9dqlWzcHUdsH7D4b/+jL5/P/X1a/egWr4tW947ePBDq1GtazcDUzM67/1Dh8xdXJ0CKlu6uRKVinzsy5bD5/dbs/bQzJmRN67f2bvX0d+/9nffnVq0iJlarl7drJSUe4cO6Rkb+7RoUW/wEFZOxsXEwaH5pEkHpk/XRL3zCx4+gq5A+IULyVFRVp6eVTp3FhoZXVy75sKaNUJDQ68GDZpPnGRgbs5UbjdjpsjOPvTUyZSoKGNr66pduzX53/9yL40+A9e3qaPJrjVqVu/WzalKFc2kwL59Dc0tzi5fRv+yWLi4NBg+IqBDB2YSXUk2h31n3/7HZ844+lXqOn/+gekzzq1YUXfIUPUajhplbGN9Y8eOi2vXCo2NrTw8gkeOKOAp4vFa/PjTf4MG0hnL1a3rHdww6u4dSUaGU+XKQf3601eKAAAAQCknOXoi/ffZitexdJgfWMNgzHC+vx/RaUVPPzOQgQaNlDETpKfO8ir7myEADQAAAKC7WLlbzqPD9MhBLpeLxeIBf8UrVJwt03FWFAAAAEB3PH4a9TD8hY+Xi6eLHSm11HfrVihkUqlYnG1sqMfj8QhAmXf+xuPszHRPFxsDA0OhUI8vEHA4nK8f3Gw0KszVUvpzD66hoaGBgYFQKKSfUCZCSj7XLzMXtG3RsFqAD/kyTMvxMplMIpHEnu2rynpertM5onOYzcw5tFdIpTKJVCYWSzIzJeeWi15eV98HtmZHITLQOpN+zoO+7heu3t99OCQ+IaVxvSpd2jYQ6uKNjwHKIOaLXSaj52yliY1akqwsl6PHOGb4nUNRXd+29cqmTcP37CUl7OjsWZfWrRt74qSxjQ3RFc/q11NlZkrXrta3saI7d/p6enw+l9nPJABQwl6cGpIVf1fpv80wBz284vP5WvIBZI476PVEeni18OzW7XdPbxo608nMmgBACUsZNEJy7jzHxtpoxmRBnVpE131q+lnj5mHJsaWZdMC9jqzROCVfyOPSM1TqA/1SdqQPX4J+WOhHhg6Y/PO3oFGD/BXenEOTySViSXbthkQmcz11mm1kREALyGNiItu0VopE2etW6xsa6BnoCfSEXB4ORgAAALTL4pPbtlw5NrfhUHdrR3ruQk998pBPr7F9zb/XuI8wAAAAQBnyKjYxMTldKpMTANAt9KOdLVV/tHP/xlU3KBRKDhuHrkXFXMbLaQeaw+fzBHyeUCgwMBDUG5bqWFV95e/yTvGZdVmkDNPV9DPJacuqTk2/eb8N/65Hiys3H42buvTZ81cEAKBsS3oRGbJqVZupvxEAAACA0k80a7rBkAHmx/Yh/Vy4ys0FTYapfwf+NIR3Yg5bKpbJZTKlQr0o5iccBMoAQd3aeh3a0oHUX6Yp4+IJAAAAAOii4ryKrEiIzL51QJEaSwAAAABAK0XFJNC+nZWONBcXn5wRGhFDAOAt5vqNjl3IoZem2AhAf4oCM9D6eshAq+lw+jm3BrUC/vnzh/q1Aqb/vf72/XACAFCG3Tt0qO1v0xz9/QkAAABAKaSMi1M8i9CMskxNDceOZJWBu/18SfqZgQw0UEaTJ3GdHFXJyYktOkhOnyUAAAAAoHOK8ypy9r1jSetGxi/qSgAAAABA+6SkZUplch6XYyoyJDohPint0dNoAgA6Gn1mqFuA5iAA/WmQgS6QQlYm0s8anVrVGz2o0+LVu19E4ZfqAFB21Rs6zC0wkAAAAACUQtLzFxNbdkoZOU4lkZCyJHf6+e4+xWeknxnIQANLT89k3Qqui7MyPZ1lbEwAAAAAQOdwSfGRRlynfYFbVQIAAAAA2ic+IYX2bXSl+Wfy9lQ4AFAWZsbZWelEFynQAvRnYfK7ORno98rrDUs9u5S8vG5weaeYjtbvq0/KBoWM7JyZXnbSzwx/H4+2zYLmLN06Y9JAY6Oy8loDAHwrTcdPoB0BAAAAKA4Zf83L/Pc/9ZCeUPE6luvsRMqGPOnnE/PUo5+RfmZUbq5uLfvY0synITxCZI3GyYg6IUGHCXO6SWfOAMCHcOxsTXduzN6+m18lQFMovXhZvO8Q296Wvt+UCqVcriAKBQEAAACAUqg4A9DKjGTaF7hWIwAAAACgffh8npW5yMbSlOgQZKABGDX83J6EhRNdpFAouJxPv8AFyEDnwqSfn91UX+YsO+lnRuumtR48jtyw49j3/dsRAAAAAAAA0HrK9PSUIaNkN27RYUG9OsZzf2cbGZGyoXjTzwxkoIFtaGjQv3fuEtnN29m79+Wth2sNAAAAAKVQcQagLUZtU2Qksjg8AgAAAADax9nBinZEJ+AehQB5MJdqdPKCDb3ixeagBejPhAw0KdvpZ0b/bs3GT1vWtlkte1tLAgAAAAAAAFpMmZGR1KWP4lkEHTYYNshwzHBSZpRE+pmBDDTkwfVwFzRtpExKVr/vlCol7W7dJgAAAABQChVnAJriGJoTAAAAAICvooK7XaC/BwGAHKxciA5RKJQcNgLQn6+MZ6CRfqasrcwa1a18+NSVgT1bEQAAAAAAANBibENDvr9f9vNI4+m/6nVqT8qMkks/M5CBhtwEzRrTjr7r6PtNLsc2fpsAABAASURBVJNLxJLs2g2JTEY+y8EZM65t2Uxy3kUiOzszJ2ePWrWqdunC1/+is23Xtm45u3Rpxz//cq1Zk2graWbmyh7dLVxdu85fQAAAAAC+BVxFBgAAAIBSSYeTagCf4eCZ2+GvUoguUiiV7GK50lWGMV+YORloDp/PE/B5QqFAX09Qb1iqY9VMWuHyTvGZdVlE5yD9rNGyUeCl6w8lEikBAAAAAAAA7Wb8x29m61ch/VyM6WdG5eaCJsMM6MDTEN6JOWypWCaXyZQK9YPifoPw5RwDApwqV6Zn4CKvXzs2Z/axuXPJl1FIpFnJydr/zpRkZkoyMgkAAADAN1LMLUADAAAAAHwFiD4DlB30QhSHg9/ufqky2A400s+5mZuJ3JxsL11/WL+WPwEAAAAAAAAto8zIYBsaakZ5VSuTMuPrpJ8ZeduBHs+0A60+V4J2oEsIl3zRqygnClJKtP1tmoWbGx0Qp6Wt6tXz+tYtTcaO5RsYkM9Vs0+fis2aGVlZkW8h+v59ay8vDo9XeDW6gUN37BTo6+ad5QCgzMLPogA0SsXucbEFoF9Prs53CTBuN5lrZk8AAAAAQMuEXHuQlp5VtZKntbkJ0RXPXyWkpmcHB1YkAJBzRkaD6BCFUsFcgoIvVKYy0Eg/51eruu+Vm48QgAYAAAAAANA20ivXUkf8z3TTv1xPD1LG5E4/39whP7NYXVhC6WdG7gw0mysL/oHJQKshA10ShIRPvkAWEStJKTvVKTQ2tvf1TXj2LCEiws7Hh5Y8Pn06ZNXKuLAwfVNTex/fZhMnGllZ0dEl7dtV7tixzW/TNPNuGDLk5Z3b406fWTdwQNSdO7RkxL79Fm5uconk7LJlD48fy0pOdq1Ro0qnTu5BtZhZClx4gSv29OKFy+vXxz55IsnKsnJ3r9atm1+r1pqpMQ8enFiwIOreXZGNjUOlSo9PnfJr3brp+Amy7OyTixa+uHEzLjzM2NraqXLlhqNGMw/x5OzZTcO/pwN+rVp1+PMvOrCia1f3oCDrcp4hK1cmvXhh5eERPGqUZlUBALQcs1uC9DNAgbR5J7l4AtDSl3cVafHZd4+ZdJ9DAAAAAED7xCWmJKdkKBVKokMysyUJKekEAHLOyLBZLJ08L6NQKLmckrnkVfYUJQPN5bNqd9cjpRnSzwWqWslr7dbDMrmcx8XdwAAAAAAAALSF7N6DlEEjVBJJyqjxFod3k7KkwPSzW+USTD8zNBnosNPqdqCRgYbiJc3Kinn4kG9gYO7sTEdv7d6999dfTB0cK3fqlBGfEHrq5ItbNwdv2Wrl6elUufLD48db/PQzV6B+T6bHxT29eKF6jx48Pb3K7Tvw9fSfXb7ELPP4vLlXNm4sV6+eZ926Ty9ceH79BpMq/tDCC8xAh4WEvLp/37NOHQ6Pd2ffvl2TJrHYbN8WLemk1OjoNf370TOGFZs0SY+Pv7VzJ4fPD+rbj04Sp6df37rVzsenevfu4Rcu3N6zJ+bRoyHbtrM5HLqBDUaMOL14ce5HubplM19PL7BPXz1j47PLl20eOXL04SPfqh1rAIAi0kSf3zUzhDA0lG1v9odZ7xAt3kkunote8pcPaJ9j5sDWMyIAAAAAoGXoGeTklAw6YG6CvTUA3eTlapuYmEB0Ef0GY3PQAnSx+WgG+vzmbA6PFdhJSEonpJ8/xNBQz8JM9Dj8hY+3GwEAAAAAAAAtoExISBkySiWRsAwMTP7+k5QlH0o/d/y5ZNPPDGSgodhd27aVr28Q++Txy1u3slNTW/z0k8DIKDMx8fjcOe5BtbovWsSknGMePlzVs8fJhQvazZgZ0L7D3l9/eXTiuG/LVnTS7b176OeiSqfOdLhyp07pCfGaAPTza9fo0nr8s4QOq5RKcbq6XZjCF55/DQP79KWdyNaWDgf167+4dasrGzcyAehLG9ZLs7KGbN1mW1F9v83TixefXbY0NuyJkZUV7fqsWOlUpQotb/y/cbt/nHT3wIHw8+fL1atn7uJSb+iwPAFoLp8/cMNGkZ0dHdYTibaMHnX/8OHAvn0JAIB2o9/ACQnJc2evZL1tbIj2sT8AZRbz/udwOJOnjORw2Cw2W5t3kosnAM0xtdOv3pFr6kAAAAAAQPsk5aSfDQ30+HweAQBd5Olio5JlMJlOokPoNTDa57ARgC5OH81An/0vi46Wxgw00s+F8/Z0uvcoAgFoAAAAAAAAraBUpg4fq0xMJDyeyap/uN5epMwoJP3M+VonsCs3FyikqpOrs5CBhmJxZcMGZkDf1LT7wkVewcF0+NGJ41kpKXUGDmQCypRthQrOVapG3blDh31btDg+d87dgwffBqD3utasaeXpmX/hJvb2sU+eXNu6pVrXbiw2W08k+ujC82OizwwLV1f6QHHh4cxofPhTvoEBk36mnCoHMIUetWqrR3PSzyTnQ1GuXr27Bw4kRUaSD6DrxqSfKTsfH9pPiX5FAAC0mCbuLJVIIyPxlQXwDt0dlkllKvWVNaLS4stqxROAFpSvRzsCAAAAAFopKUXdHoCFqTHRLQZ6AnORoVgsVigU98Ki7j5+d1DarXlVknOwev1B5NOXb5rFFfK57Rr6M+Wnrz6OS8pgyi1NDRvW9GbK95+5myWWMeWu9uY1/FyZ8q1HbmgW7lvOvqK7+lxhlli67/RdTXkNXxdXBwtaOT4549SVx5ryhjW8LM2MaPmzqIRr99+dGWzbwE9PyKfl98KiHz6Nyb/yl+5EvIhJYgqNDYUt6vgw5ccvhSalZjLltpaielU9mfLdJ25L5Qqm3MPJsmpF9S32ZHLFzuO3NAv393bwdrWhA8lpWUcvPNSU16nsYW9tQhcSFZty4dZTTXmz2hVNjPRo+aNnr+8+efcMd2pSmcth53mGBTxu+0ZvnuGz18NeJ6Qx5eYig8ZB5ZnyQ+fup2dJmHInW7MgfzemfNvRm5o7SVX0sPP1tMv/DFf3dXHLeYYTkjNPXgnVlDeoXs7a3JiWP49OunI3QlPeqp6vob6gkGf48t2IyOg3z7CBHr91fT+m/OTlxwkpb94e1uZGDap7vXmGT96Wyt48w+6OltV81M+wXKHYcayAZzg1I/twyANNea0Ad0cbU7qQ6LjUkJvhmvImQeXNRAa0/Elk3K1HLzXlHRoF8HkcWn7z4YuwF/FMIS2h5czKnL/59FVcClNuaqzftFYFDofLfktnrtAoFDkBaE7Jt/xTxuhkBhrp54/ycnc6GXKDAAAAAAAAgBZI/3ux9Lb6xJdo9kx+ZX9SZuROP9/YLj/7j7rwK6efGdXaqs97IAMNxWLEvv0Wbm5bx4wOPXnSxN6eKYx/9oz2137XP09lgZH6Xp1cgcCvdesrGzZkJiUlRkQkPn/eYPjwAhfebMJESUbGwenTHx4/HtSnr2fduh9deIEenzp1dcuWuPAwhUxG397SzEylXE7PD4rsbJ9duiiXSJgstThNfWLf0MKcmSs7NSVk5cqnFy8mR0UZW1urS9LSSBHom5iol5aRQQAAtBvdOVHvlyjeXAEMrF7ZVKRrV9UBPklU9Ou7D0Lp3oJMImVKuG+vrGnhHnLxBKABAAAAQJsZ6As9Xexsrc2JDqH71m5O1hKxOCY2nvaVkix7Cz16cMqcQH/yJOzNLrhCbmumPmdHy7kctqZcj6fUlAt4Ck25uRFXpM9myllKsabczlyoykGHJZmpT55k0HK5QqVZCO2npiQ8yUqm5RK5Mnf569fRyQnqvF2WVJG7PDIyksNWL1wmlmnKWblWnkvelfM478oNBSqBZuXZMk25pYinVHHf/FJZnlXgymdlJD95kq4+XFG8t5JJibGZqfG0XCx7rzz61ct4jvoJkYjlucufPX365vBG8W4lOexczzBXkesZVmrKTQ3YhsK39VXvnmFa+d0znEWf4UxarlC+9wynvX2Gpe8/8/FxMamJsfmf4ZcvI7k51yrkEnmuZ5ileVCOKtczzOVoyvX5uVaeK9eUW4n4irfvMaIo+BnOzkhhnmG56r2VTE6My05LyP8Mx0RHJcSq3x7ZkvdWPiLiGTtn4Sr5u5WkJZoH5bOlTDkdFfA5Ua+ihUI9HpfH5rzLd+rARRp5zvkmtABdEnQsA430c1G4OtlGvowlAAAAAAAAoAUUL9S/hNcf1F/YvAkpMzTpZ9W3Tj8zkIGG4tV47NiwkJADM6YPWJ/TIHTO+6fT7NmG5ha5q2nabK7coePl9evv7NuXGBlpaGFRoXHB3wamjo791qwNv3D+2Jw5G78fVq1rt5a//vrRhedxZsk/Z5Ysqdi0WZ1Bg4ytbc4tX56Z9KZxEEe/Sjd37Dj9zz90/aWZmVc2b9YTiTxq16GTUl69WjvgO3pCrWLzFo5+fjGPHtJqBABA9+RkoJnBZo3re3m4EoAy7Oz5K3cfhDItoxMW3TFmqThslba2wIUANAAAAIDus7cxpx3RIerwGpvNYXO4XK6Arz6dZ2HGNjUxUCoUzDl0Tb5NT//drYtylzvq6xdY7pyrPPevGN0+UG5kZJC/XI8QE2PDAsr1ibkJ0SRlc6+kNSm4vMCVdPrAyrt+ysrTlTQ2Miyw3FRkWODKWJp9wkraF2Hli/IMGxoW/AyLCnzmP/wMW5kVwzPs8qlvDwODojzDmpW3MP2kZ1hfU0I/DTwejy8QcHk8LofL0qEWoJnzTRwOAtAlQmcy0Eg/F5G9rYVSpYqJTdSx30QBAAAAAACURiYLZkvOnBPUr0vKjNzp58vrFRdWqwu/YfqZgQx0SevcuXPr1q379OmTu3DKlCnTpk179OiRt7c3KRmyew94vhXJ12Xm5Fy9R4+La9bc3rPHv107Szf1/Q/1RCKX6tULrG/l6elao8adfXtTX8fW6NEj70m693nUqu1arfqK7t2ubd1Sb9iwjy48t/S4uDNLlvi3b99u+gym5OGxo9EP7jPDfq1aPbt8+cK/q0NPncxOTaWf0Pa//0GXTCeFrFqV+urVyIMH6ablbKATAtAAoHtU6vSzSqlQEgB4n0wq5XA5mvbBtFMxBKAVafFsvh5LaEgAAAAAAL6KnMQnPRnIVZGcACibzePxFAqFOivJ7H3nCqEyiVKWZs63J6w15apcodLiKn8Xe81XrlmZD5UXuPIlsZKFrPybZO0nriSe4U96hj9jJfM/w8wA/TjwuPQ/Ho/P57xtAZroBAXTAjSHQ6Bk6EAGGunnoqOb72Bn+SomHgFoAAAAAAAAbVC208/q0W+efmYgA13SRo0aVadOHVdXV/IVJXXupde9s+GoYWxTU/IV1Rsy9M7evScWzC/fqJF3cMMT8+efWbrUwa+SwPBNoiYjIcHQ4l2bzf5t2+3+6Uc2h1O5Q4cPLfN1aKiJra1QJOLw+ZZu7rGPH0uzMouycI3kqCjaN7W3Z0Zl2dnJr17RAYVcTk8L0issNt7ebC7HuUpVa69y1p7lNM1Ip8ZE8w0MjCytmNG4sDBmLgIAoENUbxELATEKAAAQAElEQVQAyIXuAyvkCnULdDkJaK39jBRDADrzzOr0U8v1a3Y27TaLAAAAAACUPCYAreKoz42zCIvD5Spz0s/Ktz8/ZOULiRZSzsqVNC32cs0Ka4bfxYu1ZiVL9crnX8/S8gznX5nPW3mScyWGQ6lDnvQ/ri4FoOUIQJe8Up2BViqQfv40bs62z6Niq/qXVOtKAAAAAAAAAPlpc/qZgQx0iUpNTe3evfv58+e53K94i3KVKnvTNvGhY0b/G6nXuQP5Wq+gwNAweMTI/dN+O73kn2YTJjYcPfrg9OmL27T2rFuXy+dH3rhBz+QO3rpN846q2LTp0Vl/OVetKrKz+9Ayz69eHXH1SoXGTeQS8ePTp8ycnEwdHOk1ko8uXMOuYkUTB4ermzbRCkIjo8vr12enptLyV/fuuVSr9vj06XMrlgf165ceH0e76AcPPAKDTJ2caAWv+vXDz5/fMWG8b4sWYefPh546xeHxou/fJwAAOgcBaID8ctIXRMt/IVAM+5ey109on8XV9lviAgAAAIBuoCfvmDgph8Nh5UShOTkNPyvz3XyFlaep4C9IrGqW/Knlha/Mp5aX0EoW78rr8DNcvCv/2SuZf/k5nwO2+v+cJHSedS7VmDuOcThsAiWplGaglQqy+w+knz+Nh6vDpWsPCACUcsqMDNbXzA0AkDe/xCMAAADwZVTZ2cl9Bxv+NJ7v70fKjNzp52tb36Sfnf242pN+ZiADXaJu3rz522+/TZ8+vcCpcrl89OjRR48ejY2NdXd379Gjx4QJE0hxUKWkpP06Xbxrn9GMyVwPd/JVVO7c+dq2rVc3baraqXO1rt0MTM0urPn3/qFD5i6uTgGVLd1c6adCE8jmCgSV2rZ1DwoqZIHl6tXNSkm5d+iQnrGxT4sW9QYPYeW8Jz+6cA36KF3nzjs+f37IqlUiG5uKzZpX69p1w9AhdF6XatU8atcu36jRxXXrJOnpTH16lrn1lKkBHTpU6dwlPS7+9t49r+7ds/TwGPDf+vALF04umP/y9m1Hf38CAKBDEIAGyEOVC9FixRGAjlXf5IJnh9aDAAAAALRRxMvYizceejjb1QjwIrpCk+9kcp+597w1reTmmaXA8tz50a9fXsSVLNUrj2f4K6y8ZiF5EJ2gUCiZK0xQ0kpdBppJP4ddRfr503i42G/YcZwAQCmk+RNPdwhedOxAAL6iXH9LcS0QAADgi2Qu/1d2515y1z6WV8+yRSJSBuRJP59b+ib93HmysValnxnIQJcE+qTx+fxp06b99NNPjRs3rlu3bv463bt337FjR9OmTdu3b3/06NGJEyfGxsbOnTuXFBPprTuJbboY9O2pP3ww29CQFKuWv/xCu9wldJOH7tipGa3QpAntCllC0/EFpL3rDR1GO2bYr1Vr2hU470cXrmFbsWKflStzlwzbtZsZ4OnptZsxk3Yk5zMbHx7+3+BBZ1csD+jQgc3hBI8aRTvNXFaenkH9+mlGp95/90v7wVu35l4+VyDIPRUAAABKoVKw91sMAWiTjtMViZHCcrUJAAAAAGif1PTMbLFU9360ynrbDvSH2gMGKGvytA+tG+QKBZp//mpKUQYa6efPZm9rQfuvYhKYAQAoLd7+/I+ohEKVTMYUFv7jKIAvp7kDSc6NRvBXFQAA4EspomMyV62lA/oD+5W19DN1/f30M5dPtBMy0CVkwoQJJ06c6NWr1507d0xNTXNP2rZt244dO8aOHcsknqdMmVK/fv2FCxcOGzbMzsOBFBeFIvPf/7L3HTKa+IOwTUsCudCP6pPTp8s1aMDs85u7uFi6uaXGxBAAAAAArVcMAWhhhfoEAAAAALRVaoY6r2ZsrE90Ds41A+Shex8KenmMw+YQ+FpKRQYa6ecv5O5sF/78FQLQAKUOc+cT491bsrPF2WKJRCKTyeRKlRK/A4SSw2bRXQIOn8+jf17pAN0rw99WAACAL5G5YAmRyVimpoYjhpAyoDSmnxnIQJcE+qStX7++UqVK33333e7du3NP2rRpk1AonDZtGjNqaGg4atSovn37hoSEdBBXUmRm0EJlRqYqNVWZkipsHMxxfJOKlj8KTZs5O88D6bVoqtejy4dWQ5mQkDr+5+yde41+nchxdyOQ4+aOHft/m2rl6elWs2Z2WtrTCxcyEhIKbJcaAAAAQNsUQwAaAAAAALRZRro6rCYyNCA6DSedAXSSAi1Af3VanoFG+vnLebjZP414VS+wEgGAUoV+pdHvNi5HnUZVqdRf1PQbT6lUEoASQ/+S0j0x+qdVkPMXlg7jbysAAMBnU7yMyt57gA4YjhzK0tMjuq70pp8ZyEAXI1UOOmBjY7NmzZqWLVuuWrUqd4Xw8HAHBwcDg3eXMDw9PWk/MjIy/fBhyZ07uStz3V01AWhVZpbs2o08D8f3qUA+Rnr5amK7bmbb1rO9PAkQ4t+2bWZS4s3duy+vX29kZWVbvrxvy5Z+rVoTAAAAAK2HADQAAACAjkvLVCfVDA10/6w6AOgeuToAjRagvzatzUAj/VwsPFzst+07TQCg9GC+0HKiqByeOvysosP06y4nTKJCC9BQQpg/purYPZe+8bi8nCagmb+xBAAAAD5dxoIlRKViW1jod+lAdF1pTz8zkIEuCS1atBg+fPgPP/zQtm1b8vY5zH9Qw5Qwz3NeUplmkGVsxKtWJc90jpMj+Rh+zepMC9D4TSmDw+fXHTKUdgQAAACgtPnSALQ89inhCblm9gQAAAAAtJJAwJfJFCIjfQIAUNooFUq0AP1NFCUDzeW9uRb4dSD9XFzKuTu8fBUnlcr4fB4BgNKDufavUnHU6WcOR6FQKlVKUlBWAKC4MH9SOWwOR/0/3SvgIgANAADw2QwG9lXJZIKa1QlPx4/FdCP9zEAG+gupsrPp9Yk8hXPmzDl79uzGjRvJ23eLi4vLqVOnxGKxUPjmRFNoaCjtu7u7G3VopZ+ZQYdZ+voskTHbRMQ2NtYsilvO02zDavIp2BYWRhN/ELZpSXAwBQAAAKATvjQAnbT2e1nME1H7Xw3rfUcAAAAAQPt0aBpEAABKJwVagP52PpqBptf/CPlKGejc6eeKHaPdaiP9/Pn09YTOjtb3QyMq+5UjAFBK5P5Opn0Oh/32LtIsXLOHksP8UdU0Ba1JP+NPLQAAwGfgenuZLJhNdJ0upZ8ZyEB/tuRho6WnzhrevZunXCgUbt68uXr16tnZ2UxJq1atDh06tG3btj59+tDRlJSUefPmGRkZNWnShGdpxCHFdMjD4Rj07ak/fDDb0JAAAAAAgK740gC0LP457fOs3AkAAAAAAABAsZKjBehvSksy0AWmn/X01LlnpJ8/T3X/8lduPkIAGqDUyQmhqlMWKhWbSZYg/QwlSvNXlfUWQcQHAAAAPkz30s8MZKA/jyot/UOTfHx8/vzzz9GjRzOj33333bx580aOHBkeHi6RSPbt2xcaGvrLL79YWlpmETEpDvyASkYzJnM9EGsBAAAA0DVfFIBWJLwgcql6KVZuBAAAAAAAAKBY0QtmHDZagP6WvnkGGunnklCrus/E6SvkcgV96ggAlBK5v+LwdQffCt57AAAA8CG6mn5mIAP9Udlbd0hOnjVZsUhTot+ji7ySL4vHK7D+qFGjjhw5wgwLBIJLly6NHj1648aNcXFx7u7u8+fP18SjvxDbwsJo4g/C1i0IdmUBAAAAdNEXBaA5Fk42M64rk2M45o4EAAAAAAAAoFgpFAq0AP3NfcMMdCHpZz29nPAz0s+fxdxMZGVpcj80wt/HgwBAqYLvOgAAAIBSJ2vFvyxzM2GzxiwDA6KjdDv9zEAG+kPkz56n/TpNdv0mHZbde8DzrciUC1s2I7Qj7O3btxc446FDhzTDFhYWGzduJMWLxdLr3tnwf6PYhoYEAAAAAHTUFwWgKY6hOe0IAAAAAGils1fuvY5PDqpSwdHWggAAlDZydQAaLdR+e98kA430c4mq7u999dYjBKABAAAAAABKlkyWsWy1KjOTKBR6XToSXVQW0s8Met5DLiNn/1NnoNkcWYPRyECTzOWrM+a9afWZVyWAaNMTYLZ9gyaNDQAAAAC6Ci1pAQAAAOiy9Ixs2iEUBgClFL1yhhagtQQTMs7JQHP4fJ6AzxMKBfp6gnrDUh2rZpKcNpCu7RWTYoL0c0mrWbXi1Zuh9CNGAAAAAAAAoMRILl5Wp58JETRpSHRR7vTzrV1yHU4/MwI7Cev10acDj0/wTs5jSyUyuUyuVCjo5qtykDJDmZGZPHA4k37muLqY/PO32aY1PB8tChwj/QwAAABQFuBCMgAAAIAuy8hSZ9EM9IuzSU4AgK9GgRagtclXy0Aj/fwV2FiZWZgbP3gcQQAAAAAAAKDESM+ep31+9apsExOic/Kkn08vVBc6VNDZ9DNDk4EOO8079XcZzkDLZIqXL+m/gsbB5vu2Cxo1IAAAAAAf8+BhqJNHwD9LV2tKKlVv0Oe7EaT4fIWHAK3yRQHorMvbsq7vUaS8JgAAAACgfejJ1kwEoAGgNJMrlAhAa5WvkIFG+vmrCa4VcDLkFgEAAAAAAIASI7l4hfb59esQnfOh9HPXqbqcfmYgA02xTU3M1q8y/GGEyeJ5LD6PAAAAgDahuyWr1mzs3X+4X7UGLdv1+GXKH6FPwkjJYALHU6fP1pQkJ6dUr9WEdnSAjo6dMLluwzZJicnk0+VfOKN1h54+Ae/2sb/8IWhXzqdm/cbtevQZumHTDrFYoqlw5OipOsGtm7TosmT5Gk1hZlYWMxfTdezWf8ToScyk4aMm3rx9j8DX8kUB6NS9M5M3/CCNuEEAAAAAQPuIJTJ6spXDYfN5XAIAUAopFUoOG3cu0i4lmoFWKsi+2RlIP38d9WsFPHryPCY2kQAAAAAAAEAJUCYmKiKe0wF+YHWiWwpJP/PKRlscyEBTbCsrg6EDCQAAAGiZ1NS0vgNGTps559ade54ernT0v43b2nTovWX7HvJV/DT599ex8X/9PsXUVH0XlIzMzIyMLFKSvvwhXF2c+vXu5udbMSEh6afJM9t07B0bF8dMcnZ2WLl03h8zf5nz9xJNjtxAX/9F+K3d29e1admUDvTu2eX02fOKHGfOXYiIiCTwtXx+FEaZna7MTqMDHHMHAgAAAADaRy5XiIwNuBxkBwGgtKKnCTj4EtM+TPI4JwP9Xnm9Yalnl5KX1w1OrlafZqrW9tOueTLp59CLUoL081fB5/OaNqi+7+iFIX3aEAAAAAAAAChukrPnaZ9tZMQr7010CNLPjMBO6q09+19W2GkeIbLgH9Q/52bOlLBzfs+vk+cupJeu8ANrEAAAANBiS1esPRtysV3r5vNmT+PmXMi5du3W4OHjfvp1ZlDNak6O9qQk7dl36ODh4506tG5QrxZTsmTBXympqWbmpqTEfPlDNKhX+6eJY5jh1Ws3/TZj9vKV/03+eRwdLe9dju4AX7txx0QksrGyKnD2PqLowgAAEABJREFUyOcvfX0qXLx8jcPh2NhYP3/xksDX8vkXklVZKVwbD5bAgGOGADQAAACANjIy1Ovconb7pkEEAKB0kqsD0BwC2qfY24FG+vmbaNqg2rVbj5NT0gkAAAAAAAAUN70ObU03rTGeOYXo0GEs0s+5lbV2oGV37iX3G5IybLQyI7OIs2QTyZd0SlIm2tIGAAAoRklJKevWb7W1sdKkn6lq1QJ+/WmsXC6fPXcxHR06cryzZ+WY13Gaua5du+XkEbBw8Upm9PjJs+079y3vVyuofsvvR07QtIX84GEorfbP0tV7Dxzp1GMAHT599kLuR38dGz95+mwba8upv04gOQ0z0zpu3tVatu1BSkZJPETHdi1p/1FomKbk+vXbnbr1HzVioImJqMBZIiJffNe3x5mzF86euzjou16RzxGA/no+PwDNMXe0nnTc7q/7HENzAgAAAAAAAFDcFAoFFwFobVWMGWikn78VA329ekF++49fJAAAAAAAX4sKoDQjn4hfJUDQtBHRFSqkn/MpOxlolVyeOv5nOiAJuaBKSS3iXAr1WZ/P7wgAAAB8onMXLmVmZbVv14r7/k0827RqamZmeuT4KTrctVM7upeyc9c+zdRd+w5yOJxuXdvR4a079gwYMiY+IbF71/aVK/keP3W2Vbtemgw0tXvv4X/XbOzfq9uQgX3q132vLbbxk6amJKf89fsUYyNDOsrn8f83epirixMpMSXxEEqFeidET19PU1K1qv+aVQvnL1px/8GjAmd59ux5w+A6T8KePXz0pHWrpuHPnhP4WrgEAAAAAAAAQCvRq0Uczuf/cBdKGpNFzslAv1deb1jq2aXk5XWDk6uz6Gi1toVdBUX6+dtq2Thwwm/LO7asa5DrXB4AAAAAQPHSRAB1KQsIUNYOUZF+/pDATurtP/tfVthpHiGyhmNl5G0Og57NILryVhHv3KOIfEEHjEZ9z3GwIwAAAKCV4uISaN/Z0T5POb3Q4ubqfP3G7ZSU1Pp1g1ycHXfsOTji+4F0klgs2X/gaMtmjawsLRMSE3+ftaBu7cBVy/4WCgV06v0Hj9p26jtr7j9z//qNWdTr2NizJ/aam5u1bNE490Ns2bb7bMjFtq2aNahXiynh83mjRw6+cu3m02cR5Av8u24T7fIUvslYF9NDaMhksj/nLqID5TzdNYV0d65h/TrVqwVcvHzdp2L5/HOJxVIOh1Pe21MikRro60slUgJfCwLQAAAAAAAAoKUUCgUHLUBrt/wZaKak3rDUkBWqyCuGJ1dncfisys0FBc6O9PM3Z2ZiHFzHf+POE4N7tyYAAAAAAMWNSUxqcpNvAtCIQUMpRI9JVW/vhsSg7+eyc6CK9HPhcmegOTxp/ZG6loFWKZUZy1bTAY6Hm96AvgQAAAC0VVp6Ou2bmpjkn2RhYUb7qWnpJiaibp3b/Tln0fWbd6pWrnT46Mm09Izu3TrQqYePnEpOShk+rD+TfqZ8KpavUa3yzdt3Nctp3aqpubmZZpTZz4l+/XpHTpPSt+/ez84W00s8pPhUreJfr3Zg7pJNW3dmZmaR4nPs5JknYU/pQOSLly+jop2dHIYO7MNMun33gZ9P+UtXrl+6fL1nt46557K1sW7WtCHd3kEDe9HRzh3aKOh1L0KGDu6bmZVloK9PoOQhAA0AAACgs27eD8/IEvt6uZiKDAkAQCkkRwC6NMiTgdZc0qs7JP0cPVV0xfDY0kw6mj8DjfSzlujUqv64qUvvPAivVNGDAAAAAAAUN5VKlZKu+GNVsiYMzUJT0FDaMOlnanhXI0cbHovNZo5VC5lFfOio/O59fr3a/MAapJRD+rkoNBno0GN8QnQtAy05dFQZHUMHjCb8wNLdk3VJK1eweHwCWkCZmckM4JQgAMCnsra0pP3EpKT8kxIS1IU21la0361Lh9l/L9m773DVypV27z3k6eFWK7A6LQ9/qm5HuWvPwXnmZZpbZtjb2uRf+JGjp+ztbYd/P+CPvxYsXvbv+B++J8XHz6fC6JHvrdKJ02cjIl6Q4hMVFU07czMzBwebNq2bD+rX08RExEy6eevOoKE/6OvrDR/6Xb06QbnnsrO1trNVN4PduUMb2vf0dGPKO3VAizNfz+cHoNP2z1JkxOtXbivwqk0AAAAAQPtExSTEJaZ6ONuZiggAQGmkUCg5OZeIQMvlbweaUUgGGuln7cHn8wb2arls3d5Zk4caGqBBAgAAAAAoZiqVSiJR3HgkIQClX2q6zNacxeGqA6CFp1olFy6Ld+yWv4wq7QFopJ+LTocz0OJ9h2ifW85TUK8O0S25zzulbt5MQMu8/b0Jzg0CABSVo6MdUTdjHJV/0qtX0bY2VgKB+tc+ZmYmrZo33n/o2JBBfc6GXPxt8gSmDvOVu2j+H1aW5rnn5fPfXd/J87Ws+XXrvFm/1axe9cDBYytWrevSsY2zkwMpPb7r22Pqr+M/NIl2BLTV5wegxY9OyaIf82y9EYAGAAAA0E5ZYnWqTE+IFgsAoLRSoAXo0uOTMtBIP2sbvwruPt5uKzcc/GFIZwIAAAAAUExUbykUSjpapbz+uJ62BKB0WrU3/uS1NLlMLpexmcikqtAjVmW4+g7aXHc3UprlTj/fPaBA+vmjdDUDbbJikezOPd1rvD/n5VDR80/s/n0UYolcJqOfcfpux10Kvjn6yqiTz4YGbHqCkMNh4SQhAECRVansLxIZ79h14H9jvmeyzoyTZ0JiXsf16dlFU9Kta/u9B46MGvuzgb5+h7YtmUIPd1faNzURBdaoRj5FuzYtmFlmTvu5TYdeP0/+fcPaJR+qnGenoiT2Mb7CQ4CW+PwAtCItnvbZRpYEAAAAALRSZpaYqAPQAgIAUDoplEoOBy1AlxofykDXG5p+NlcG2r+JAOlnLdSrU+P/TV0acvlunZp+BAAAAACg+KiUSqVCQQe4bJaxAX7jCqUVn6c+PpVJpDIpi8VmqQ9a2YWlKGSRL2mf4+ZCSq086ecTc9SjSD9/lK5moHmVfIkuymlgmM3r10slliizJQqpVCGnpySVBDGpb0eV87pwuFwen8fn89lvThMSAAAoCiNDgz69ui76Z+XocT8vmvc7veJCCy9evjZ2wmQ6PGxwP03NoJrVXJwdr9+43bN7R2NjI6awaZP6f85ZOH/RigB/P7oopjA+IcHSwqLwxzUzNWEG/P0q9u7Zef3G7fsOHm3Tsmmeaubm6oalw55GaEoszcwjnkfK5XIu9/ODrF/5IUCrfP6LyjGxoWcsOMYIQAMAAABoI5lcwZyhFvCxHw8ApZVCoeAL8CuO0qSQDPQ5Nnl+SZ2BvndcHBOuTj+UbxeD9LP2MDYyGNKn9fzl2y3MjMuXcyEAAAAAAMUhpwFodYCSAOgEmUwul3O4Cm7hbcippFJVcjId4Lq6kNIJ6ecvoasZaB2jbsedvs/pPzlZWy5fRV82DpejVOeflXQSXqRvJuesIIfD5tIThfRUIY+naQSaAABAEQz+rldIyMVDh0+cP3/Zy8sjNjb+xctX9BLMHzN+trd/d08e+r3ao1vH3/+a369PN02hpYXFxLEjf576e3CT9sEN6gj4/CvXbnI4nIN7Nhb9e3jC2BEHD5/4/c+/G9SrrUlRM2ysLf18K+zeeyglJXX5P3OFQkHdOjVXrdnYom2PhX/P9C7nSb7YV3gI0Cqfn4axGneQAAAAAIC2oufiTUQG9DQdTgmBFtJcIsL7EwqnUCjoWRUCpUqBGWhaWHdwOp0ScdGQST9XaPfas34Gn4/0sxapWsmrV6cm85Zt/21CfzsbCwIAAAAA8MVUTAIazWiCrlDI5Qo5lwlHMgo8elVEPGcGOI72pBRC+vnLIQNdKrDeBm1VPPWLQ89IcXk85p1P4JvKyaWzOVwOh54rpH3Om7OF+OAAABSFSGS88b/lP0/+/e69B/cfhHp5ugfXr9OvTzc3V+c8Nbt0bHvqzHkvT4/chb17dTY3N12+at2+/Ufc3JyrVfH38HD90H7vh1Zg0riRE36atnDxip8n/ZBn6qK//5g3f+m1G7ckEolQKBg7Zhhd+Nnzl16+jC6udPJXeAjQHmgOEAAAAEpW/pYwcHri69DXE3RqXpsAaBPmCwFfC1B0CoWSnuAmUNoUlIFWf/DrDEqn/YiLhn6d4jzqZfJ4fIGAL6SdUID0s5ZoFlw9Ji7xj4UbZ0waKDI2IAAAAAAAX+xNBhpAJ9A3M5N+Jm/f1QVmQeRR0ep/eDy2mRkpbZB+Li6BnYQKmer85uxSnYHO3rFbHvaUV72qsGF9ootYOUlbegqL/ktPTOW88fE3Sysw5wjZHHq2kOmzCQAAFJmRocHCeTM/Ws3MzGTbxpX5y1s0b0S7/OUVK3i/CL9VlMJuXdrTjhne9N+y3JNcXZwWzf9DM2poYDDll/HkAwpcOLV/18bcoyXxEFBaIAANAAAAJUWTdJRkqfh66pLcp/MQbAIoUzRfCNT+86kVXAWutvzcbTbgOwEKJJfLuWgBunT6UDvQ9YdkugdJrLykbLaQx+UKBOoMNNLPWqVf12aJSanT5q39ZUwfUxMjAgAAAADwxRCABt2RE31meoUcuwob1ueHHFcmJZHSBunn4lW7u55cqrq8U1x6M9Di7bult+/yQ5/oZABac/5KlRODJjm/cKDF+LP1zeW8NDk/L8lpChonDAEAAOBDEIAGAACAEqG5A6AkU7VlfKahBWn9s5DDfe88Bc5WAJQRmvQzPX28+2zKwu1JxvqsOSOsXGz56tvYvW28Ad8JkJ+6BWgO2vYorfJnoJmbirpVlqtUQqZZHT6fpw4/I/2sTehLMHpwp0Wrdk2ds/aXMb0sLUwJAAAAAMCXQZIMdEbR38tsK0vakVIF6eeSUL+vPu2X0gy0Iua19PZdOsCvHUh0lOZyFfP+Z6GZYW2S52IiThsCAABAfp8ZgM6+ezTz7BqOpbNpt78IAAAAwPvepZ8zlFsmZUaHKmnh/t+zW07iqpOOOWFH5B0ByojcF052n01ZtCPZ1JiTnKb43+K4WcPMXW35tAInB8F3AuQjlys4aAG6NMudgWbCzXQ/gMfjMjcIpsNc7psO6WetwuNyfxjSeenavVNmr/l5TG9721J2zR4AAAAAAAA+FdLPJaf0ZqClZ0KYAUGdIKK7cPNS7YfXBQAAAD7kM3++JosJlTy9ooh/TgAAAADex0Sf6UlScbpCnX5+qGTKn4Qo9/8hkUglcplMoVDQCkxNAiXj8dOoc1fuxcSVvtssgi7JfeFk//nURTuSrUy5839w/nWAXZZYNWFpYsSrLJlUqpDL6dcCvhMgP/rG4HIRgC7dmFhzTnPvbD6fJxDwhAIB09FhWoL0s3aiL8ewfm2rBZT/bc66iMhoAgAAAAAAALoL6eeSVr+vfs2O6qcy9Bj/zCKWTCqTy+RKrb9QIjmrDkCzTEy43l5E17FAixEAAACAD/jMFqCVGcm0zzYwIQAAACe64tIAABAASURBVAC5aNLPTNvPMY/Up+3q9NRLjVXePSEJP886pJQ3n6DkvT2dh3agS05cUuqTiGhzM5GtlRkB+BbypJ//3ppkZcqdPcrJwoRrYWL4U3+739dET1ie+udgpYudHj9nFrQDDXnIFWgBWhew3rYDzWKpaI9+NzAtQNNiXMnQZvRF6d+tucjIYNq8/+hA3cBKBAC+itzpB/w8DLQZC03lAQAAfEDWhi1sUxN+YHW2WSk4N4v089dR6tqBVsnlkstX6YCwQV0CAAAAAKCVPjMALXCvrhKn8+zLEwAAAIC3cqefN0/IfP1YfZ608WD9Kq2E9AyqUqG6f1r69CL78Gx5s/+9mwsZ6BIikajPnwr5PALwLRSSfmYq1PRRZ6Bn/vtq0or0PwcTFzuCDDTkJ1couAhA6wTmQ037eZJ8mnIC2qpDy7oOtpbL/9t3PzRiYM+WfOxaAJQk5ktS9RZ5LwCNr0rQHuq3peaPOIP5dRMBAACAHOnT/6R9s43/an8AGunnr6l0ZaCVL16SbDEd4NerTQAAAAAAtNJnBqD1/FvQjgAAAAC8VUj6mahP25GWYwwJyVBnoC9wj7IUTX6QaOZFBrokSCRS2hcK+ATgq/to+plR08fw5+/sZ/77auLytL+GIAMNBVCgBWgd8qEPNT7s2q965fJODtYLVu745c/Vowd1sre1IABQAjSJ5123z6eIMwvKQANoC+bPN4fN7lWlIZvNyrnPA37UBAAA8IY8LJwZ4Dg5EO2m2eHMnX62K4f0cwkqRRlojpur1e1L0pCLvMDqBAAAAABAK31mABoAAAAgt8LTz4zcGejw8xxCFE3HSjVTkYEudmKZ+sypAM00wldXxPQzAxloKJxcjhagdQ0+16WUjZXZtInfbdh+/Jc/V3VoUbdl45rMzhsAFC/mqGr9jRORSXEEQOuxCaurXz0Oh83lsuifBfyVBwAAYCgiImmfpa/PtrIiWkyTflYoFA+OvEs/d5uG9HPJKkUZaJaenqBJQwIAAAAAoK0QgAYAAIAvVZT0MwMZ6K9JIskJQKMFaPi6Pin9zEAGGgpBr8BxuQhAA2gFHpfbv3vzqv7lVq4/ePH6/UG9Wrk52xEAKFY56RMl0+KztbG5qYERAdBKmZLsl0mxdF9dIpXSPxC0hMfjMscC2IEHAACQPQ6jfa67K9FiedLPx/56l37m6xMoaaUoAw0AAAAAoM0QgAYAAIAvUvT0MwMZ6K+mR9v6BODr+oz0MwMZaPgQuULBQQvQANrEt7z77ClDt+8/89uctQ3rVO7cpoGeUEAA4Iup3qL7Ucw+VffApm0D6hEArXQ94tH4rfPpe5X55S09ludwVCyWCrvuAAAAlPzBQ9rnlPMk2ip/+pkWIP38lWlzBlpy5Dg9MytoHEwAAAAAALTbZ96uNHZa7djfG0rCrxAAAAAowz41/cxgMtA+DdT5xvDznKPzFFKJVC6T0ZOtzMV+5vQrAJQun51+ZjAZ6CyxauLytOfR2VKZVCGX068FfCeUcWgBGkALCQT8Xp2aTJvw3aOwF+N/W3r7fjgBgGJC93roUREBKCXULUDTw3n1brv6cJ4AAABADtmDR7TPq1ieaCWkn7VH/b76NTuqL6aEHuOfWcSSSWVymVz5rS+USI4cTxk9PmXE2MzFywgAAAAAgHb7zAC0Ii1BHvdMJc0mAAAAUFZ9XvqZgQw0gI75wvQzAxloyI/+WeCiBWgAreTsaDPzx4HNgmssXLVz5vwNj8NfEgD4Ypp2oAlAaUDfqzI5RffYCd66AAAAGuY7N4nmzxLUrUW0D9LP2karMtCK17Hpf8xJGT2eDrMNDfkN6hIAAAAAAO32WQFolVIll9B/WQIcBgEAAJRRX5J+ZhSQgZYiAw1QKhVL+pnBZKAzswky0MCgrz4HLUADaCs2m92qceC83753tLf8c+HGmX+vf/QkkgDA59IcZBGA0oMevqsPA1R43wIAALzDtrIUNm/CcXQgWgbpZ+2kJRnojIVLE+o1zVq7gQ6zTE1Nt6zlVaxAAAAAQEcFN+vQukNPAlD6fVYAmsU2bjqadlwLZwIAAABlz5ennxl5MtAnFiADXWwyMrMfhb+MS0wlACWsGNPPjJo+hpP62iEDDQz64nM5n/leAoCvw0Rk1Kdz07+nD3d0sJq1ePOU2f9evvGA7s0RAPhMLAJQemgO3rGvDgBQuNHjfvWtUr8oNdPS0stXqjN1+mzyWYLqtRr0/ThSMk6cDqHrtu/AMQKlENLP2uwrZ6CViYnS23ezd+xWRMdoCtlCAe2zDAwMhg60OLaX6+lBAAAASr/jxy9q/8lqqVRWoVLt5m265y5MSkoJbtYhT7VyPjXbd+5LSjO6FfMXLqebVt6vVpOWXX6aPDMhMZGZlJGZuXrtpqfPnpMSEx0TO3fBUgK65TMvJBs1H0MAAACgTCqu9DODyUBz+Zm3j0oen+EQomg0WqqZymazc+ogAfDJklIyLlx/aG9j3rx+VQJQYoo9/cyo7W84idj9uS564vK0v4YQFzvCzynncNQtAeM7oUxRtwDN+awf7gLA18XEoNs0Cdp/7OLydfs37jzRuG7VhnUrG+jrEQD4RAiSQmmD/XMA0HZtO/V9EvbsQ1NXLplTu1YNAlDcJMdOyh49Nhz9PdECSD9rv/p91a/E5Z3i0GP0VKi0/kgZeRvmKJYLJarMTNmde9Lrt8T7DipeRjGFxn9N12vXmhkWtGhK3x/6fXqwDAwIAACArti549jFC7d69m7j4e5ItBWfzwuuX3vfwaMxr+NsbayYwpNnzoWHRzwKfVLeuxxTEnLhklgsadigDinNxk2csmf/4apV/Bs1qBcW9nTP3sMTxo5gJv23cfufsxZU3bWRlJifJ8+8dv3W/0YPI6BD0JIWAAAAfILiTT8z6Fm7ZsPVJ9SQgS5GYqn69KiAzyMAJaaE0s+M3Bno3wcRd4f3MtAEXwtlhlyh4HI5BABKCRORUe/OTds1r3P24u2TITd3Hw6pXd23WXB1e1tLAgAAAADwjVSs4G1ubsYMh4aGJaekBtZ812SAsbERASgmkrMhstv3eFUCslaukV6+qomWfltIP5cWJZqBzpi7MGvj1jyF8gePyNt3KcfB3mDYIAIAAKBzYmLi58xaHRjo3659Q5FIS3f+GwbX3Xfw6OkzIT26dWRKTpw6R/snT53TBKDPnL1I+8GlOQAd8fzFnv2HO7RrOX/ODKYkNTVNJDImAF8ALWkBAABAUZVE+lmj2XAD/6bqO6w9PsM5sUAhlUrlMpmixG7xpvOkMvW5UT4PAWgoKSWafmaoM9B97TKzyY8r0p5GZUtlUoVcTr8WNNdsCJQB9DXncvHDXYBSxshQv1WToHnTho8e1Ck5NX3SjBVTZ685duZaekYWAQAAAAD46n6f9uO/y/9mOm9vT1qiGaWdn28FAlAslMr0mbMz/1meMvB76eWrRDsg/Vy61O+rX7WN+oJL6DH+mUUsmVQml8mVn3ihRJWdLTl2Mu3X6bkLebUCaZ9jYy1o2shwzHDR3D/Mdm40HDeaAAAAlA2XLt2eOnnxqVNXtPMKY8PguvRy2LkLl5nR7Gzx6TPn6cDJ0yGaOqfOhDg42FUo70WHExIT+w8aVTWwsU/luh269j8bclFTbejI8W7e1RITkyb9Mj2gesOO3foz5WnpGX/OXli/cbta9VtO/u0v+hCaWa7duN13wAifgDptO/aeM39JamoaKRkxr2Np38PNRVOiST9P/33un7MW0IHWHXo6eQR07P4dU16peoM+3424c/fhoO/HevkG/jlnUXh4BK0wd8FSzUIePAylJf8sXa0p+W/DthZte9Anp1pQk979h5+/eIVZMn0+6fNAK9Pur7mLaWHhS9MM7z1wpFOPAXT49NkLJOcS+eIlqxo160RXKbhZB7ryEomUwDeCC8kAAABQJCWafmagHehiJJXKaV+IFqChZHyF9DND0w70jyvS/hj8rh1odg66Gvha0Hn0VeZy0AI0QKlEv6L9fTxol5ySfuHa/dMXbm3YcdzX2zWouk/VSl4CAZ8AAAAAAHxrE3+avu/gsXs3zmjuPjR63K+nTofQEjrcpeegwJrVvDzdl69e//JFlIeH2+gRg2oFVtPM/uz5i79mL7p77yGHw3Z3cx0zanBAJZ+iPG5Wtnjh4pU3b98NC3tmbW0V4O/7w6ghVpbmmgqvY+OHjZx48/Y9Q0P9yv6+U38eb2Co/xmPS5ewbMW6W3fvuzk71wqq1q931yK2eB0TE7fgn5XnL14x0NcPrFGld8/O7m9jColJSSNG/3j77n0en9+8SfDokYMEfH7hG5WWll6jTotaQdVNRMaXr1zncDjlynn8OGGUm4uT5hFPnb2wctX6J+HPTE1Evj7lf5wwWvOE7N1/ZPPW3eHPIvx8KzaqX6dH9w5EK6X/MUfxPFJ9x0OtSdUg/VwaNRqofm2u7/vkdqCVcXGSE2ck585LTp9jSvTatOBVq8IMC4JqWIYcZ1vhBk0AAFB2ZYsl27Yevnzpdq/erZ2c7Ig2MTYyrFOrxvkLV+huG91bDjl/WSyW0AOBG7fuxryOs7WxCn0c9jIqevCA3rRycnJKp24D6GirFo1FxsYHD5/o3X/4yiXzmjZpwCyNLqRTjwFtWjadOG6EqYkJUSeP47r1GhTx/EXjRvXcXV1Ong559SrGwtyUTqIDffoPNzY27NShTWxc/L9rNg0e0IeUDG9PDx6Pd+DwiQ7tW9vZWueeVKd2zbDwiDPnLtBDDysLC2sbK80keiAwYszE4cMG+JT3bt2qqVKhLPxRfv9rwbKVa8t7l+vWuV1iUjJ9Mh8/eVo7qEa3zu0zs7Jfvnw1YugAWq1KlUqkaHbvPWxgoEeflgA/n/p1g2jJ+B9/275zHz0K69ur6/0HoSv/3fAoNGzjuqW4cv1NfE5AQfriTvy8dnTAbtZDFl+PAAAAgK77CulnBjLQxUUizWkBWoBfu0Hxy51+3nkm5Z+dySWUfmYUnIHOaRIYGWidJ5Orf8vBQQAaoJQzNTFq1TiQdq9iEkIu39m65/TqTYeqVvIKqubjW96Nw8HdyQAAAABAe23auktfT49e1RYZGy1dsXb4qEnHDm61srKgk+hF9O69h7A57IYN6hoa6p84ea53/xHLF8+qFVT9o4vNSM/Yun1PxYre3bt1uHDx6p59hx+FPtm5ZbXmEPhsyKWG9Wt3bNfy2o1bBw6diHzx6r9/FwtzfkZY9MeNjo4dNOx/RkaG7Vs3j0tI/G/jtu/6dCdFM2zUhOfPXzZrGkwf9MTpkMYN62kC0AsXr6xSxb9Nq2aXr95Y898Wen5m3A/DirJR9+4/6te7a6sWje8/CF29ZmOXnoO2bVzJZKB37Tn485Q/HRzsOndoHZ+QePJUyM1bd7dvXm1laX78xNlJv8ysUL5cl45t6QIPHTuphQFo+YuXaT9Mkt1/QLTpPFXu9POnUrFWAAAQAElEQVTjU0g/lyafkYHOWLQsc/Gy3CUcVxdl1rsbMbH09GhHAAAAyrwXL2L++H1l3bpVW7dpYGioRXtFdPf+9NkLdB+7VmD1YyfPWpib//zj2I5d+584ebZ3z86nchqEblC/Nu3PW7DsWUTkqmXzmzSqR0f79OrapkOvP2YvaNSwLrPvTXf7mjdt9MOooZqF/71wWcTzF4sX/NmmZVM6OmLYgAZN3uxU37xzLzMra+yYYYO+60Vy0tXGRobks6zfuN3V1al2UI0PVTAzNx02pB89oGjQpN2QQX379+5mamrCTKpft9bD0LAz5y506diukt97d+mJiopev+afenWCmNHw8AjyYefOX1q2ci09kFn895/8nNbi0tLSjXK2qGf3TidOnYuLjR89cjD5FK9jY8+e2GtubtayRWM6euHS1e079434fuCEscOZCv9t2PbL1D+27tjbrXM78umu37xz9fqt7wf3I/BZPiejoFLImAEWF20KAgAA6L6vln5m5MlANx6DDPTnqODh5OJgZWxkQACK1VdOPzOQgS6z5HIFUb/UCEAD6Ah7W4tu7Rt2bRccGhZ5/ur9f9bsoX9XvDwcK3q5Vijn7ORgje9zAAAAANA2Aj5/87pldnbqxslEIqORP/x86OjJfr270tGZf843FhlvXLvE3s6Gjo4ePqh776FTZ8w5fmjbRxdrZWWxatnfVSr70WHVD99P+nnGvoPHQi5cYZoTo9q2bvbnjJ9JzkmYv+Ys/m/j9rXrtgwd3OeTHvfOvQdZWdkjvx/ArHBKSpph0c4WxicmPX7ytGFwXWYdxo8dweO9O/PTsX3rX34cwwzTh966c+//xgylO/Mf3ajmTRoMG9yXqMMNQVWr+PcfNHrRP6v+nj0tITF5zt9LgwKr/bPgTybk/fDRk269h/y9cPkf03+6fP0mLfnt1wk+Fb2YrSDaRJWdnbVqbeaKNSTnV9zaI0/6+dAMpJ9LmY9moFXx8Wyrdy0j8qv4Z+YM8Cr5CoLrCZs05Li5EgAAACgI3TE6e/ba9esP2ndoGBQUQLRD0yb1f5n6x9lzl2pWr3Ls5JnWLRpXq+Lv5Gh/8vS53j0703ITUxM6idbcuftAtWoBTPqZ8nB3adWyyZZtu6NexdDz7Exhr+6dNEtOSUndun1PrcDqTPqZMjY2Epm8uTOMg726Mewdu/Z3bNvSzNxUk0j+DPXr1WrZvueCOTMa1Kv1oTrjxnwfVLPav+s2zV+4fN2GrTOm/ti6RZPCF+vu7qJJP3/U5q27aX/SuFH8t/fKLuI9cArRulVTc3MzzejWbXsM9PVHfT9QU9Kze8epM2bfvnPv8wLQ/n4Vf536p0Qszp1Zh6L7rFZ25LK3c6NNQQAAAB33ldPPjGbDDfybCujA4zOck//IZTIp/Z+eqKWrwawPgY8RGevbWpkZ6AkIQPH5JulnhjoD3dcuS0x+XJH2NCpbKpMq5HJmTTQrBrpHwQSg0QI0gG5hsVjly7kM6tVq5dxxPwzt7Ghvff7qvZ//WDVk/Ly/l28/cupqRGQ0KZVYhHB0okMMHQAAAOAdkbExk36mfCuWJ+o7RL+m/fCnz6/duN2lYxsmhUxyLqu3bNE46lVMTExcUZbMBIVJzh5y3TqBdCDyRZRmKpMDJjlJx/Fjh9N12LXv4Kc+LlNnz77DSckpdMDExJgUjamIbrfR5avX7917REcNDPQ06QHKz/dde2yVA/wy0jNfv44vykblVrN6Zf9KPnRb6PDxk2eTU1IHD+it2eoK5ctVreJ/9+4DOmxnq96K/zZspeeHP2krvgLZmZDkFh0yl6wsBelnJdLPpU+jgfpV26gvxIQe459ZxJJJZXKZXJGVlb3nQMqg4fF1mkhv3dFU5gfVNP5zmtXl02bb1hsMHYj0MwAAwEdlZmYdPXL+1atYoh2srayqVq4UcuHy5as3UpJTmjZuQAs7tG917vzlV9Gv6c55owZ1OBzO69j4jMxMV2fn3PO6ODvSftSrN6fWaTU7W2vN1LCnEXTPkAlP5xdQyefnST9ERb1q0LzDH7MWJCUmk8/l6GD3y6Qxw0dN/G/DNuYaboGCalZbtfTvYwe3lfN0p5WPHD1V+GId7OxIkT19+pxuu5urMyk+9rY2uUefhD/LzMoq51PTySOA6Vy9qsrl8oTEJPJZuFzugrkzVq7e8MuUP9LS0gl8os9JKvDsK5j1XaRIK9LROwAAAJRe3yT9zNC0A/3oON1dkTcc/m4S2oEG+Ca+YfqZgXagyyBZzuVDtAANoMMqlHOhXde2DTIysu+FPrt598mhk5c37EgT8Hnl3J3KuTt4eTjSCqRUYAsISydulaaUEZWYAAAAAEA+IhMR7adnZBD1ZXX1bZcXLVlNuzzV6GVvW1urjy4tJSVtxb/rL1y6FhUVbWNlSXJuzVxgTXpc7O3pcershcyMrE96XD/fCuPHDl+yYk2rdr06tm/Vv283s6I150Yfcd6s36bNnNuz//fNmzYc9F0vD3eXAmsKher2F7LF2Z+6UUTd1JzN7Tv36UY9exZJR/sNHJWnAtNedfcu7WmF3XsPPXj0pFf3jp06tM7dHPW3Jbt2QxGfUEgF1bf4UTfSz7pE0w7046Nc0esrPsJjirPnSGYWM1W8cw8/oJKmsl77NgQAAACKhu7xNm1au1mLOlwOh/mhnTZo2KDOX3MXb9q8UyQyrhVYnZa0bN5o/sLl0/+YS/fuGtavQz7ULFROoeZSaZ5rpmnp6n1yHv+Dp6+HDOzTrXO7JcvXLFu5btuOfZs3LPMu55m7glwud/OuRorsl6l/ZGRmfj+kfyF1vL08ly78q06DNv9t3NasaXAhNT/1EjC7uHfC86wAHbWxtlwwb2aeapbmFvnn7dpz8KUr10jR0Kfi1auYNasWEvgUn3N8yNYX6QW0IgAAAKDT3qWfMxWbJ2R9zfQzAxloAO3xzdPPDGSgyxp5zikn5jsfAHSboaFeYNWKtKPDySnpj8KeP34adeXmw50HznI4bFcnWy8PJy8PRy93RwN9PQIAAAAA8K0xpyAGD+gVlJNLyM3T0+2js7+Kft1v4Ch6wNu8WcNKvhUfPnq8eOm/hdTn8LhcLkeoJ/jUx/2ub7dO7Vuu/Hfj6rWbdu89+O+KBeWKsHpUrcBqB/ds3Lnn4IJFKw4ePvHH9J9bt2xMinWj0tLUUfKc8znq0Tl/TrGwMM9dQZDTILS+nnDmb5MGf9drzt9Lpv0+b/e+Q+tWL9YTasWN7/THjxF2apcxeYYsV0O8ubG+epgG6Wfdw2Sg7+6JL39qrOb9xHF2ErRtKWzXGmdEAQAAPoOvr2fnrs2tLM2Ilt1mtmHDun/NXbz/0LHuXTtwclK8Xp4efr4VDh0+QY8HGjSoTUtsrC2FQkFU1KvcM4Y/e07U7UA7FbhYpgHj0MfhH35kIhIZ/zhhtFc5jzHjftm0ede0KRNzT6WP/iL8FimCvQeOTJk268cJo7p0bPvRyhbm5vZ2ts9fvMxdKJVJC5+Lm/N7SIm44Gpu7s706UpKSjEzK/jHnxKptOhLK5Cnh1vo47CASn7CIhyVbN24ghRBxPMXrTv06t2zy8jvBxD4RNryA1kAAADQKrnTz1t//AbpZwYy0J/tUfhLAZ/nbG/F4SA4CF9KS9LPDGSgyxS5XI7mnwHKIFMTo6BqvrSjw1nZ4idPo0LDXzx5+uLIqav0Er6luYmjvZWzg7W6b29tZWmKb34AAAAA+GxM22ASiZTL/bQf2rnntIjM5rBrVAso4iy5kxUrV69/Ff368N5Nzs4OdNTZyb7wrPDr13Euzo4cDqcoj5snw2FsbPS/MUM9PFwn/Txj2459v/w4hhQNPSTv2qlNrcBqTVp2Xb1240cD0J+0UVKp7FFomLW1paGRgZubCy0xMREVslF0mYvm/z75t1nbd+0/e+5isyYNiHbgeribblojOXA4/a+/lQkJ5JtC+llX5WSgLZ9vaGAju53qFew4vrHA35fL47I4HNX7zT0CAABA4UxNjbv3aOnn50W0knc5TzdX52cRkU0bv9vdbdG88d17D+vVCdTXUx+z0L/7TRs12HvgyIuXr5wc7WnJw0eP9+w7XNnf187WusDFurm6ODjY7dl3qGP7lvXqBJGcPUapRKppbeTi5WtBNdUNPFesqH5mMjIzyWdJSExcunztnu3r6MHLh+qEXLhcybciPUihw5evXH/2PLJm9SrMJOZ+NWFhT6tV8S/kUWxt1Jt5885dTcn+g8c0wy2bNz50+MSK1f9NGv/mDjP0AndGRibziGZmpvToL/zpc80tbgpfWoE6tGtBn8zf/5o/9dfxTGqFHt2IxWLmIT7PhJ+nLZz3e3D92gQ+HQLQAAAAkFee9HP0g2+TfmYgA/15rt5+LJMrerZroMfhE4AvoFXpZwYy0GWHXK7gcnDQClCm6esJ/X08aMeMPn/xOvJVbGTU64dhkUdOX8vOFvP5PEd7Syc7awc7KzsbMztrC3MzEQEAAAAAKBpbGyvav33nXq0gdYPKr1/HXb9+uygzuru5VA7w3bRld9tWzTRX9xOTUsw/0MwYvZavUCiePX/h5qJulS06JlbfQM/S6s0tksPCnpGcnwFr6stztRwccv7KvfuPhg7uU5THNTc3jXwRpT6gzvlF8eWrN2tWr0wHKniXI7miDCtWrd+8fc+vP40NrlerwBW+fuNOgL8Ph8Oxt7OxtDDLzMwiH/PRjZJIZZrhFavXxyck9u/TjQ43DK4zb8Gyf5at8fetaGD4Jqgbn5hkaW7GDKSnZzDPW3lv9Z24i7IyXxWLJWzTkh9cL2PuwuzN28k3akQQ6Wfd1mig/unsn7ccNyAJpOI5WZ0K6k8Tc9YMF0qKi1a1AAqgDfDFAjqGw2E3a1anSbPaAj6PaLEmjRps3rardlANTUm71s3/nLUguH4dTcmwIf0OHT3Zf9CoNi2bJiYl7z14hO51jxk15EPLpGfRx435fsy4X/p8N6JJ4/reXp4XLl598fKVqan6XPrjsPBuvQbXCqzu61Ph4uWrtKRmjSrks5w4ee7v2dMKST+LxZLvR00Ui8VVAirRL5mLl6/RdRs7ZhgztWb1KvQAZM7fS+PiEsRSaYumwX6+FfMvRCDgd+rQes++w9Nmzqlfr9b9+4/W/LdZM7V1iyb/bdy2ZPmahMRkR3tbWnI25GLlAL9ffhxLhwNrVN2+c9/4SVPq161Fj0em/DKu8KUViM5Ln/m167dcvnqjdlD1lNS0CxevNG0cnKfZ7KK7c/dh145tkX7+bLiWDAAAAO/RqvQzAxnoT0VfQZlcfY1EKNDq4zfQflqYfmYgA11GoAVoAMjDxcmGdoRUYkbjE5Ijo2KZ7sGZq3HxySTnZK6djYWdtTnt7O0sba3MHewsCQAAAABAQVo2b/Tv2s3zF694HRtvbWWx4J+VWVlFDddOGjeqz3fD23Xq16B+LVtb69DH4bdu8so3PQAAEABJREFU3T20d7OtrVX+yrUCq23ZtqffgFE/ThjVvGkwvWQecuHK+IlTW7ZofO785ZNnQng87r0HoZr6e/cfUSpVpiaiR6FPLl25YWFu1rdn16I8bq3A6us2bOvYfcDs3yfT0yP9B40OrFGlQnmvK9du0KmaJpZjYuNev47btn1vgQFoemrlfxOnGBsb1ald89mzyLj4xA7tWpKP+ehG7dl3mJ53trKyuH3nwbUbt8t7ew4ZqE51W5qb/TBy8LTf57Vo16NenSA+n3/95m0Oh7Nj8yq6CSdOnP191oImjepbWpgfP3VWwOcHBPgS7cM2NDSe8pNep3YZ0/+S3rpDvi6kn8uCBiMdFXpZ1/eJHxykp/1ldYYiA108NLlnzeeIAJR5eb5P8PUCumHc+O9cXR2I1mscXDcpKZmfK6VtZ2tds0bVxo3qa0ro7v3+Xetn/PH3fxu3S6QSLy+PsQuG0gOBQhZL9+eFAsGylWvPhVyKePaiS+e2ySkpzCQDff2e3Tteu3Z7/cZtFSp6zf5zSpeObcln6dalfeEVxGJxz24dz1+8cvfeQ3Nz0zYtm44eMdjDw5WZ6uLsOGPqpB9/nTlv4TJDA4PK/n5+H9jxnz51kp6e8ODh42dCLjZqUHfeX9OGjZqgmbp+9T+z5y0+fe7C/oNH7Oxs/P18unZqx0zq2L4VffRdew7euHXXytJixPcDbawtC19agRbMm+nu7nLg0HF6lFfRx7tt6+ZVK/uTz1XJrwLtCHyuzwkuiB+cSlw5gMXXs5v1kAAAAIAO0cL0M6PZcAM2l3XzoBgZ6KKQSNUNq3A5bDwt8CW0Nv3MQAa6LJArFAhAA0AhLC1MaVfV31tT8vJV3Ov4pKjo+JjYxOt3H+87dlGa08ictZWpjaWZhbmJpZnIwlxkYWZiYSYyERmS0iYqKsrR0XHs2LFz587NP7V69eoZGRkPHxZ8vq5z58579+6VSqUEAAAAAN5yd3NZunjWgkUr/py7qEaVgO5d2p8JuXT6zPmizOvr4715/fJZf/9z+coNQyPDSr4VhgzsSy+cF1i5UXDdX38cu3f/kYePnjRvGty1c5v4xITdew/fvf/I08N145ol5y9enb9o+a07991dnQ0M9Vf8M2f23H/23Htob29L608aN9LExLgojzvy+4H0rAhdWlR0jJene9dObeil/c3bdpf39pz526T2bVsw1SaNH3nh0lXRB+7RLJZIu3Rqe/7Cla3b9zo7OXw/pN93/XqQjyl8o0hO/DouIXHfwWN0nUcNH9i/b3eh4M3N67p3bW9uZrp67eaDR064ujhVqezn5uLMnN7x8vJoGFz3zt0HmZlZlf19+8/ozrQGrZ14FSuYbl6bvX1X+txFqreZkpJWQunnsIeR37WfPHhsp95DWpOvJfJZzMKZGx7efmpqIVq2bbKxyIBoscV/bt665sjOs39b2ZiRr6LRQPUrigx0MXpzDlylzJZJlUrmEpn6mwcxaCizmPc/7evz+LRPv1s0JQSgdDI2NnRxcdDTE5SK9DNVrVpAtbe/WtTYtnFlnpIK5b02/beswCUsWzS7wPIWzRvRTjM6eEBvZsDB3u6P6b+Qr8LERDRp/KhCKvTs3ol2uUvuXD2dv5qBvv7M336inabkRYtbmmGhUPDrT/+jXf4Z6bfZ/DkzaFfEpVWs4P0i/Fb+5XA4nB9GDaUdAS3wWdkF5g8b9vkAAAB0i9amnxlNhqhP7SEDXRRM0EfLb98DWk7L088MZKB1nlwmp2cQCABAkTnaW9GuWq5IdGJSanRsQvTrpNj4xITEtCdPXyYkpWVni5mpNlZmFmYmluZMKlpkaWZiZmpkYW5CvkBKSsqsWbMuXrx469YtW1tbX1/fAQMGNGvWjJSAy5cvd+jQYcyYMRMmTCCg3Z5FRrs525GSt3br+hlz/2CGy3l4+nr5tGvZJrBqjdx1Jvz20407N7f/u9nMxJTA59q4c8viVUvmTpsVVK0mUbej+Xrbnu2jh4wkAABlRlR0bGn8Rdm/y//OUxJYo0pgjeWa0dxNHefJGQgF/Ed3QnKXeHt5/Lss7wI/pEe39rRjhunR7ujhg2inmVrO0+27vt2Y4esXjtL+5vXLPrSoQh7XwEDvxwnvIgVTfx1fYDUuhyMRS+rUDixwqp5QMHxof9rlKW/UoE6eZ2Dk9wNoRz62UWlp6SSnRbcPrQ/VpHF92uUvr+zvSztSirBYel06ChoHZyxcSsQSUsIKTD9bu3OKnn6+dObO0X0XH94Jz84UO7jYVKlZoUv/Zt8keSzOlo7tPysjPathyxruXk6ftw5ZGeKDO8/VqOPn5GZDilXovYhH956179GQfFPIQBc7+vG5G/eq4e4FBAByedLjV2OhHsn5bsEXC5Rqv00bMeuv1Z27lMjpWQDQBp8TX2Cx1LvOCEADAADoEi1PPzNyZ6A5PEX9we+ar8OpvdwkMvVJTz4C0PC5SkX6mYEMtG5DC9AA8OXMzUS08y3vnrtQIpHGJaTEJ6UkJKYmqPtpz6NiExJT0jPUtzunfztExobmZkbmJiIzUyNzU5G5qbGZibGZmZGpyKjwvywXL17s1atXRESEjY2Nn5/f8+fPd+zYUaVKlRIKQFPJyclisZiA1psya02julW7tKn3oVYhi1eAX0A1/8rJKcl3H97feXB3v669J40ez+W+2ZfLzMrIzMok8GUkUklSSrKmZbjJf027dvsGAtAAUKZcv/3g0rXbQo8vaGAWvp3Z85ZUquTTqkUjAiWDbWpqPOUnZVoaKUkfSj93n1Gk9LNcrvj7t//2bTvD5XGc3eyMRYZhjyKfh0f3+opNPud27vj1uNdJMxaPqte4CvlcuzefXDZn28odnqS4jez9e7VaPt88AE2QgS4+mutiFAGA98mkMjmHxyXq7xN8t0Cplp0tiY9P8iznTABAR31OgoHnVMlyxGYVE4MGAACA0q9UpJ8Zmgz0/UMcQpCBLpjIyKBBoB9+rQafpxSlnxnIQOsweh2Ox9XSNx4AlGoCAZ9pKzr/pJjYxOTU9ITE1KTktMSUtJjXifdDIxKT0zWNRpuZGluYGRsbGhgbGYhEhkYGeuoBIwMXZ1c2R9m7d++XL18uXbp06NA3N7+Li4vj8/mkZNSsWfPp06d2dl+jXWH4QnSf5PjZa1dvPezVqUlg1YqkhH3XvW/zhk3ogFQm/W32zLVb1zs4OPTr+ua+lgtmzktJS/2M5p/p/uG9Rw8qVSxVTTCWGPokt2zc3NrCigAAlGHxCckkIdlR3zQ1JZ2YWRMoJVJT02Pj4mf/MZlACWMbG5MSU0j6WWhQpLNhB7af3bftTAU/t5mLR1tYq++EQ0/FvI5KEOqV1CFM4aJfxtO+X0DxZ5d1DzLQxSjnQ/QmAN2rfM1yptjDhzLtyuuIg8/uESYAzZXTbxMei0vYiIdBKfbgQZiHhzMuNgHosM/5eLMNTPgeNQkAAADohFKUfmYgA/1RfB7X3dmWAHy6Upd+ZiADravQAjQAfH221ua0y18ulcriE1OTUlITk9KTU9NT0jLS0jJfvY5PS89KTc/KysoeNbjnqeOHnj17Nm7cOE36mbKyenfptHPnznv37n316tUvv/yyZ8+ecuXKhYSobyD++PHjsWPHXrlyhcPhVKhQ4ffffw8MfHcv8rCwsD/++OPQoUO2tra5W5KeOHHirFmz6MDy5csHDx7MFCoUiiFDhhw9ejQjI8PPz2/x4sV0geQDUlNT6eOePn06MTHRw8ODzqhZDpSQ1LTMf/7dffr8rQE9W1hbmpGSx+fxp02c/PDxo4UrlrRv3obD5frXr0bLbayszx84TQeyxNl/L114486NJ0/DbKxsqvhVHjt8tCbUK5VJl61deeDYwfjEJH8fXz2h8NL1a4c27ba1sR3545jjZ09dOHhm3tIFJ86edHF22bpiQ8jlC2u3rn8c9jgjK8vTzaNXp25tm71pPnDm/Fnhz8L+9/2YqbNnhoU/oUto36Jt9YAqfy9fFBr2WF/foE3TlmOGjGR/+KrqyXOnlq5bRec1MTH1q+D7y/8mMetZ+CYUuJ4d+nWpVT3I27PckjUrXkS9KOfuOWbIqDo1azGz7Dq4Z9POreHPwiv5+DWq17B35x75V6bTgB63792mA0e2HfBwcaMLvPvwPh31qK7+xA3rN5huaREXJZZI/lm99OjpY0kpyYFVa3Rp25muSVp6auWGgXRAZCy6dO0yl8Mt51nulx8mubu4MXP9t23j4ZNHHj15bKivX87Ta9TA4f4+fppl0hfur4VzLly99CrmlbWlNX26xgwZ4eTgRCc9ff7s9wWz7ty/w2FzPNzcxw0bE+AXQAAAvowoy2DF31tatazfqHEQh4N8TCkgEhn9PXsagdIsd/o57Kz80AzyqennjIzs1Yt26ekLfv9njLmViCmk52EcXAr7McP5U7c2Lj/w9MlLkalReT+3UT/2ZJLT4izpygU77t54EhEWZWlj5hvgOfiHzswk6tdRi8+fvLnr3IJV83ecO3nDycXmn02/5Fly29qjkuJT6UCbWupbapy4s0og5F27cH/buqNPQ19mZ4pdPO3b92jYpE0QU18ilq1bsvfssWupyRkBNcq36Vq/Wi2fxX9u3rrmCJ06qNNU2q9UtdzijT8z9SOfxSz+c9OjO89YHJaLu/2QsZ19AjyYSa1rDvfycR04uuP6ZfuvXrjXqU8TOjX3uqWnZbWoNowOhJy4WcerLx2Ys2pcjTpvfhb48M7TKWP+iXgSZWlr3rlPE7omTHnU89h/F+9+fD8iPjbZztGqbuMqvQa34gt4zHKmj1+2dt/MpXO23rvxRK5Q1m1UecTEHvqGn3BRBhnoYsFcHlO9bQG6mYtPQydvAlCGcVhsJgAtlUjlPAGbw1ZxubjIAqXai8gYR0cbAgC6C6chAAAAyrRSl35mNBmiX7mleg3vH+KcWaGQyaRymYye6qUbwmwRAYBPV0rTzwx1BrqvXZaY/Lgi7WlUtlQmVcjlmtsX4muhlJLJ5FwOfpQPAFqBz+fZ21r4lnevX8u/fYs6/bs1Hz24069j+86eMmzFnP9tWPKLv6/nrl27aM1x48YVshy6y1q3bl07O7vff//9f//7Hy25d+9e5cqVQ0JCWrRo0blz5ydPntAKx44dY+qfOnWqSpUqe/bsadasGS1fvXq1ZlGNGjUaMGBAnuXT2W/fvt21a9eaNWuePn26Xr16jx8/LnBNsrOzg4KC/v33Xx8fn0GDBsnl8iFDhkydOpVAyXv45PnE6ct3Hjwnk8tJyeNwOM0bNklLT71++wafxxs9ZKSL47ubfqalp2/etYXPF/Ts1IMv4O88uHvA6CH0jcpM/WvhnIUr/zExMe3Ysu2zyOfHzpxs17yVrc2bH1vSaj2G9La2tPrf9z8M6NGflpy7GHLvwb3AqjXpI95/eP9/kyfuP3pQ81ghly8MnzimSb3g0UNHKvyJDrwAABAASURBVJWK2f/MG/DD9yYi0ynjf67s679kzfJl61Z+aCu27981ZNyIxKTELu06+/tUOhVyukOfLrEJcR/dhALXk1q/Y/Mf82d1aNn213E/JyQlDR034nW8emlHTh2f8NtPMrmsS/vOdE/y4PHDBa5PlzYdalV/90OFLm07ebi4CfgC+vTSrmbVGkVf1OzFc5euXeHs6NK+RbuwZ0+v3bqumXTnwX0PV48/f53RtV2nazevdezf7enzZyRn53bH/l1JyUltmrWq4F2RPu3dB/d++eolM5dEKuk/atC6rRtsrKx7d+lZzt3j5LlTyanqONHj8Cft+nS6cetG/aB6zRs2fR4Z2W1In3OXLxAAgC9GT87t3n1ixvSl4U9fEoB8jI2NHt0JmfrreALFIU/6+cBvn9z2M3Xr8qOUxPRm7Wtr0s8fdXDnuR+HzU9KTG3dpX5Ff/cLp24N6jQlITaFqOPUmXu3nBIIeO17NKJHT4d3nx8/eI6mVV2i3iVTjuw109zKdMgPnbt+1zz/wrv1b1apajn1wHfNB4zqwOGqYwyXzt55dC+iSmCF+s2rh96PmD5++Yn9l5n6S+dsXb98v4OzTdN2tSLCX92+GkoLq9XyYXLJ7boH04U0a1+Hqfz08cuBHSbfvf6kZj2/Bs2qRz1/PaLnzKvn72sePfJZzNSxSwIb/J+9uwCIWo/jAD64oLu7RcqipFNCbAXsVuzu7m6xO7BRVMAWERFFRUSR7u6uuwPefwxPHiUiKPH7vHNv91/cttuOxXf/9Rk3Y9DAH0MxoTlCYyOTSfLKUqgFvaRkft7punvNOXEpYbsRJqXFZXs3XHjrE0yUR0cmPfd8J6ckOcTZIi+38IKrx9Gd15hDlZVWTBu+obqyauG6CSZW/R7e8j196A72m6ync+oMwS+UhHpR/E6y4tW10hlVcKHkN6HlVFVVhQEA/o+BflIYjGr8BoEq+D0BnVpqWpaMLFQcBkBXBteSAQAAgO6rk6afCVAPNABtq1OnnwlQD3TXgy7jkaAGaABAJ0GlkOPj40VERMTEmqsvDf2dHTly5MaNG5kl8+fPFxQUfPPmjZwcnkndtm2bgYHBrFmzYmNj0c8g6srGxvb27VsVFfwx0I6OjiYmtRfjBwwYQKFQ6kaiEUVFxXfv3hF/8m7fvu3k5ITGwIxT17Vz587w8PBHjx4RtUqjCZswYcL27dtnTJssJSmEgXbGYFTe83rtH/h12tiBGqoKWDuTEMMv80TGRluZWs6fNvvj549EjhYRFxG9ePSsTh9t1L6qetmyjavuP374OsDPwtg8Nz/v0s2rthbWx3YfQV3nTZ9tPtw2LOpnpB7tX9la2CyYMZdZMnXsJPQiEtLTx02xdRp06ZbbYFsHZg+71m8zqAkH99Xq4zh1jLG+4ZEd+9FbNJ6X/r4PHj2cM8Wl4fRn5+bsObrPpL/Rib2u7GxsqCQ0/PuoqWMOHDu8e+P2ZmahqelE2KnUW+euSYpLonZ+Xv45K+Z7P/OeOnby+0/vUcm21Zu01DRRS35BPtYYp6GjMrKz/AMDiLejhzu98HuVnp2FFi+znxaO6t2nQG5unjMHjmP4lri8qLiI2Wmgte28aXiN8mhedPvpTpgz5dAp16M7D6BtfOfarUoKSsTSuHHv1rqdm67dvblyPn4DxrFzJ99/+rBi3pKZE6cT4yksKuDlwYNNm/dt4+Plu3nmqpSEFHq7ZPYCx2ljN+za/MrjKQYAAG0hLS1r355zhoZ9R4wcwM3NiQEA2kFj6WeW300/I5lpOagpp9DSPFBeduHJvTd1jTR3Hl/Exo5XYxwZmuDivPn0wdtrds0QFhXYf24FkWCes8J524rTTx+8ff86xNCiD3OyzWx0ps4f1tT4x0wbmJNV8OVjpOMkG1Hx2oelOE+xRy8xCfzt6Kn24+1XuV99Zj0Yf1R1cGA4NzfH7lOLUfvcldXFRaWoRd9EKzo88b3fV4eRpj21fu5mH9p2hYeX6/j1deJSwujtjEWjZjtv2bfxwq0X+4ke0lOy959brmes2ei0ofmdPHeo2xlPGXkx1FKv68od08xt8aesTJ4z1NFyiecdX2KuTa21j99Yp9kHr2d6+sKR00dsuH/Dx2WpIzdP7c/jsDEWLkudUIuFnW50WMITD/9F68Zjvwnqgf5D1T+uk2EAgP9jMBhVlVVwewDoAjIzciQlRTAAQNfVmhqgqytKaNHv0AsDAAAAQKfVqdPPhIb1QFcyGFAPNFJcUoZeGAAt1gXSzwSoB7qLQT/qFDLctQsA6BzQX5msrCxpaelf9jlr1ixm+/fv3319fWfOnEmknxF+fv6xY8fGxcUlJSV5e3ujHubNm0eknxF5efnmR87Gxsa8vO3o6DhmzJhnz57FxsY27PP06dOWlpZE+hmruTRO1AP9+PnrQ6fvHDt/79TlB+eueV2+9fja3ee3Hvjc83r98In/oxfvn/l+8PH/7Pcu5N2n0I/B4cHfor+Fx4ZHJUbHpsQnpiWnZqVn5mbn5OcXFBUXl5WVV2CgaZlZeTsPu7meu5dfUIy1Jx4ubtRsqsJpIjqM1WQjLIzNUEtcUgJqxsTha05frdrMCj8fv3oP1YjoqLrDjhnhXPethLgEs35oJXlFFSWV6Jj/9c+sfFpEEM/ZS0nU9kwmk/tq9U5IbrzS0Kc+z/Ly810mziDyvohGT3W9fjrBocHNz0JT04nPDi8fkX5GtNTxpEtKWmrNJOGFF65dJuqQRnONtVYLRyUtKVVcXOTmfgOr2RL5eBuvgtFAR79vr74fPn8g3qIlwFwaliYWqJmYnEi8vX7vpoyUzNSxk5nDEunnqNjowKCPzsOdiPQzUT7IdlByanJaehoGAABt5+3bzxs3uL558wkOwwFoc22VfkYK8vFdUCHRlu7t+D77mJ9XPMFlEJF+RnpoyPXW6fn9Swzxlkg/YzW7ZIZmvVFLckJG3TEMHWOJ/SYxCUEi/YzIKUooqEjFRiUTbyWkhNERx71rLzB8J4qFl4+rqZHU1A8dMcTZgkg/Izy8nNaDDNKSszPScpkjbyr9/EvqvZWIFn5BHqUeMomxtXtWaKqI9DPCzkHt218dfXEpCZnMARVUfh4/9tRUKC4qzcspwn6f9XTOfvY1dwlCPdCtAhVnANC46h93CMDPCOjMyisqiopKxMSFMQBA19Waa8mMnOQs1zGoRWL7Z1au1p8CBgAAAMC/0gXSz4QG9UBXUH906s7VGwR/jwuPSerft6emqhwGwK90mfQzwbgP91KG+P5r6VAPdBdAZzDIUAM0AKCTQH9fpKWl8/Pzm++NTCbXDUl///4dNTfUqNdnRkZGaGgoajEzM8Naq1+/ftevXw8LC1NUVKxbnpWVlVGj4Z9FKhkz1NHAn3LKwO8upONNdPW8El05Ly4tx4sZVTUdiU61r6rqqpono9a8rfxRXlmF/ldBo2OgWe8+hX4JjZ45cXA/LRWsfaRk4CEMZtq4nvyC/BMXz7x575+ckixeU4V5UWEhs//Cop8hjILCQjGRn1XmkEgkCTHxemN77vvCzf1GVEwUjU5HK1hxaQkD/4P+6x1LXm5eOqPxtYWor3r8nMn1yrm5eZqfhWamsy6BmmhyUTGeARo7akxMXMwdT4/vEd8nOI93GjqSQqZgrdLCUa1bvKq4pHjj7i1PXj6dOmaSuXGTm7y0hOTnkM9FJcU8XNxoWV2/e+vhU++o2GhhAUG0hAuK8FnOzM7Ky8837W/ScJlHxeLhpMOnjqJXvU5ZuTnM5HrLUemkHqkSO45cwwAA7UUGf/lewjoqdDahqQPskpLSq1ceBgZ+W7x4IgYAaCNtmH5GhETwXaDiopbWoxEfg98ttmDirnrl3NwcREtBfvHVU54f/L+lJmUSVTgXFZYweyORWJn1Ov+WNy8+37v2PDYyBR1woMOX0hJ0VFKJzhfNXzOuuLjswObLvk8/Ok+2MzDv3dQY4qPxKT935C561euUl11ABKzF2ugxOFR2aml6LvNtQmza5RMPvofE5GYV8AngNyUWF5U0OiAPH961pKhUQIgH+302s/H8d9CjCqgHunWqqiDfCUB9EH0GXUN6WjYPDzdUtQNA19aaLZzlx4naagYNAwAAAEBn02XSz4S6GWgWVobZdAwy0DQ6fn6TjdrK6/SgW+li6WeChQ4vakIGugvAL2iRIAANAOg0VFRUfH19y8rKODg4muqn3t8g4u3q1attbGzq9ampqXnnzh2splJnrLUoFHyHkIuLq9HJcHBwWLZsWb1OvbXUBfg5sPZBo9Gr8AORmn/VGNFSVfPmR0nVj8Lq2r7wTtWqyjLE4NW1feIPKK76cVzzs1nTc/WPJlHOLMTHWPM/7F/YfuhqU53IZJKNua6WmiLWbgI+BKCmjIRMw04paSnjZk8hsbI6DLDvo9nrW0TYkdOuRCdJcUn0uuvl4TR0pLSk9NNXLyKiIxe6zGcO23Cf6siZY+hlb2XnMnmmuIj48Qsnc/JysT/GUpOvO7Rtn7Dg/yrsYWOjNj8LTU1nMzjZOXau346mf/fRvRt3b3F/eNft5GUO9tYcLLdwVDJSMm4nLr0OeLPzyN7pS2aPGzl688oNjY6wsLgmjF5dXUGrmL1iQVBI8EiHoVNGT0BvN+/bUbdP4li4HmI5zJo0w1jfqF6nHkqtCd/TSZXxollrjUdzsLNxsFOpVPSTQ0YfDTvbALSVjKD9FfmxVcobOWoQm1kH2cqIv7O+bz++DQxuqh8dHQ1HJzsMANBG2jb9jEjLiaJmamJmC/snfnw27Z8tKPK/B1ZQ2PCDjvSU7AUTd5JIrJb2+uq9lSO/x58/eq/h4L/r/FGPC673LOz1JswaJCImePnE/fwfdSRLyogcvbL6vd/XY7uvr3A5MGys1dKNE5uYcrw53mWQnlH9Op6ZdTC3x08rmrZVsw6q9VJ0GGmmqCL19GFAWnI21m4gAw0AAAA0lJ2dLyzMhwEAurRWxRrIP667MOAplgAAAEAn08XSzwRmBvqrJ9q3gQw0Vl6Bn9xkZ4MANPiFLpl+JkAGumuorGxRhZEAANBBDBw40MfHZ8eOHVu3bm3hIOrq6lhN9bTm5uYNu8rI4HHVkJAQAwMDrFWSkpJQs0eP2kdRM2vuERYWlpCQKC4ubuRzq+hYdTnWPqh/docetSve4NdLXWmys52oiABxmIa1g7SM9Cc+z6Ulpfv2aqRWvBMXz6SkpTy74y0vgz89RlZGrm56ePeG7fNXL7J1GqykoPg9IszWwnrq2ElNfVB6VuaRM8dGDRqxa8M2ouTxyydfw75hfwx9Omry8fL119HDfnMWWgeN6sQe1zXbN9y6f8fnzauB1i0K8NFptFaPytTAGM3diMnObu435k2f0/B2VhqdFhYRJi4qxsPNc//xw9dv/Xau3+Y4eATRdf/xQ0SLqLAIDzdvZGxUw49QVsQfzk4isTa6GFuhmhUr5aDJSYtkYSb4AAAQAElEQVRxc3FycbFzsLOhjRT9oMGeNgBthSuZVsqSWyUjwV2DnR2/1aCDbGXECcbQiJhGu4qICIwbP7hnT0Wszu4HAOBPtHn6GdHooyIkwvfg9iunKXb8NZUTN/HRtS1ySpKoySvA3VdfrWFvV095pqfkXHu8W1oefxyHlLxYvQB0K2Rn5l1wvTdwhMnqndOJkldPPoR/i6/bj76JVj99tZmOmzyuvZgyZygznE2nM5j9yCtLoSaJlbXRKf8tdUf7S6473KTkxA5dXEmtOVGflZH3wusd1p4gAw0AAADUk5dXICAAAWgAujhW7PeRBaVEl3tLbA8iCclgAAAAAOg8umT6mWDjwtnPAZ+Lr55k37MMGq0Cf+p2ZWXVj8rfsO6ktgZoNioGQNO6cPqZYKHDu3SseGkFtvp0YUxyGY1OQz8LxPxicAm2k6DXPNIUAwCATmLWrFliYmI7duzYt28fszApKenYsWNNDaKmpmZsbIx6iIr6mVbMysoiWkxNTVFz165d8fHxREl5+S+iyQzGz+vxKSkply9fNjMzk5TEkwoiIiKoa0REBNF18uTJvr6+t2/fZvafkZGBgb9IRFhg+bzRK+aNERURwNpNSlqKy7K5aM9n8az5FHIjCfLUjDQuTi5REVHibWQ0virSf6xIvNw8pv1NZk2ZucRlgd+DF8d2H+Hi4Gzys1LwwL2UlBTxtrS8LCktue7YWs3azIqHm/foueNFJcXMwqyc7JbMwu9Co42JjyXaNXritygUl5a0ZEBBPoEKWgVz2JaPKiwyvLCoALVQKVRlBTyjXPKjNzqNzuzt5IXTmdlZAwfYo/bU9DQMr9K7tsJC9C0Xl5YyZ3mY/aDQ8O++/q+Zw+YX5KOmioKSdp9+V27fiEuMZ3Zqkyq6AQCAiUqlDB9uvWHTXCL9DABoE+2RfkbYOaijJtoW5BYtn743I+3nLsHNC4+JtwLCeP0CCTGpRLmpVT9uHs4Lrh4lJT+PSnKzCoiWjLQcTk42YdHaPdu4SHw/EJ2hx/5AahK+vychLUK8LS+lpSXjx0oMOj7a6LDEosJS1EKhkuWU8F3Q0poJ4xPgwScgKoU5HnklyV7aKnfdnifFpTML837UJN1ygsJ88VEpLT+pmJaajRYI9Uc1JXHR+CTR6X+0TH7JZjZXP3u8MrtQL4rfSVa0P8mgM6q664USAAAAIC+3QECAFwMAdGmtDDdQpP70/kgAAAAA/GVdOP1MsHHhpLJj79yhHugfNUB3xRryQFv5X/rZJ+/Y3fwuln4mQD3QnR2DwaBADdAAgM6Dm5v7/PnzEydOXL58+Z49e9TV1SkUyrdv38rKyhwdHUVFRRsd6uDBg6ampr169RoyZIisrGxwcLC/v39ERISMjIyWlpaLi8upU6f09fXt7e1RVzc3t+anISoqasCAAf379//+/fujR4/odPrGjRuJTjY2NidOnLCwsDh06JCTk9OaNWvu3LmDWqytrfv16xcbG+vl5XXp0iXHkcMw0M6oVMpQW6OBA/q335+54xdO3rh3Mz0zPT4pkUqhbFm5Yajd4Eb7tDQ2f/3Wb/G6ZUNsHXzfvnnq+4JCpjCrbV6zY4OkuDhq+RrxPSw6oqdyD5P+xk09n0FDTVNaUvrqLTcyicTDzXPpxpX8Qjx3GxL6VV9bF/sDIkLCy+Yu2rh7i53jIDMjU3Y2tsDPH0kkksel22h3rvlZ+F1PXz3fun+HrYWNqLDIE59nbFQ27V59WzKgvo6uu9e9lVvXmRma5ORkr12yqoWjOnX57LuP7+0sbSoqyl+8fikvIycrJVNcgidy0AirqqtERUQ+fw0ODPqorqo2d4oLKjc3NN1//NC2gzsnOo9PSk5yc79JJrHGxMUUFRehJT97iovXs0dzVy1EXTk4OKsrK2963Nm8cr21mdXaRavGukwYNHa4pYmFpLhEeFT4py9Bz257S4hLYAAA8Me0tFTGjB0kKAj1qwHQltop/UwYNX5AeEiM77NPo62XySpKCAjxVZRVfAuOzs8rclniKCwq0FNT/umDt4X5xduOLhAU4Zu5ZNSBzZfH2600MO+N9mm/fIxgJbGedd+MdskMzPu8ex2yeelx60EGqOXN809kCiksJA77A6oa8hLSwu5uz0hkVi5uzjuXnxYV4LfDhYXE9tXvefWMV9D77+a2urRyuv/LIGl5MUlZ/Jirj25PEpqqI+45Wfk0Gt1sgG5PLfn5q8fNG7998tB1RpZ9xSSEosISv32OdHu8R0xCsOXT06+/uudt381LT8grSaFJmuAyuPn+ja36vfB6f3i7m5qWwsPbvvFReCg8/Ftcf9NeWHuCeqABAAAAptzcAmUVOQwA0KXBtWQAAACgW+jy6WeC+SS8NjLIQKspy6AT4hwcbBgAjekm6WcCZKA7NQaDQYIaoAEAncrAgQM/f/68b9++9+/ff/jwQUpKytDQ8MCBA02lnxEdHZ2AgIDly5e/ePGCj49PX19/7dq1XFxcRNfjx4+jYW/duuXu7t6rV6/169dPmTKlmQm4fv36s2fPduzYgYYyMDBALWiERKdhw4YdO3bs8uXLQUFBTk5O3NzcaCIXLVr0+vXrT58+oelctmyZiooKBtqZXj+18SMHCLZz3TNhkeG8PHyaPdVMDUzHjnRWkJVvqs8xw52ysjPdPT1CQr+qKCrfOn3V7/2bfccOfQ753LdX37lTZ5+4cOrZq5fM/jV6qrudvMTNydVwVOxsbK67Du47dvDUxTPiYuIOA+xGjxg9beHMM27n/zAAjYwbOVqQX/Cc23mvp94Kcgo6vfspyisS+3LNzwL2m9SUewwwswr+9qWktFi7d7/p46YqybeoEtPhA4e+DXzn8ehB8NdgUWGRWVNcWjgqC2Oz/IL8B0+8+Xh5B9kMnDt1FnH0ivTX0cvMzkTj7K3Ze5HLgunjp6CFjE9kj56Ht+87c+XCjgO7lBQUt6/ZjIZduHbJNfebLpOmo0+/f/nO9kO7vJ49LijIl5WRHWI/qF/vfmjAXuqat89d3310X8DHAB5u3t4aWrOnzOLg4MAAAODP0EiMceMGWxnpYwCANtWu6WeEnZO6zXWB553XAT5oFyYqN6dAXEJo3soxzlPtiB427p9z9sjdr58iaTQ6Gztl+FgrASHe62e9n3u+k1WQ0NLuIacoiaYRnV0bOtoiNyvf+67f96+xCspSx66vC/T7eurg7W+fozX7KmOtgj5x6+H5J/ffunrKU0Rc0Gqg/tAxFsum779+3ruvfk9D894FeUXPHwbw8HFZO/SfOHsoKyu+TKTlRBdvmLhv48XzR+9xcrFr9EafLt9TS+HkjQ3H9twICvjOxcOh1ktpwqwh7By/9wRFlyWOkd/jX3i9R+3aBuq/DEAvXDOeRCI98Xjj/zJIo4/ytqPzD2y+fPXUw8lzhmLtDDLQAAAAAKGgoIifH2qABqCLY6n7oBMiF4WuMZeXl0/bnVVZTbqxVQEDAAAAQCfXTdLPTK8ulb5zx592pzWIYTadTKWykchkdKoRndpjqYEB0I11q/Qzk8/Hwv3X0jnZsJ0zeZWkOagUKvpZYK2BwRn/NmW9IEpBhLZ2LJmbm5uLi4udnZ1CoRA/v9jvu3zjPvr1Huc4CGsLxF9DOp1eUVGR4TupujS+x6jXGAAAtBVWdoylSzx/o4qOVZdjoK2Nn7NNQlxo6uiBaj0ar3Xmx4nZyvJy2thrO1MKcxbZjh3a1wzrMIqKi85ePX/s/Kkd67Y6DRmJgfZUWFTQz8pg9HCnbas3YR3Sx7iw5TcPsWIsV4cu5+biRPt9HOxsVCoF7bzB3jUAbSXxpUtpVkhVn1vcNdDhFZVK7SBbGXF4defBU+9nr/kVeH3Lv7nN2SYrKNZon5WVlQw6IyWtdMaOEn0Nrg3TpbC/5cq1Ozt2H7564Zh2v7avb7WwsEjfZKDzqCGb1i/HOrZONKkdnOvtjEdvC9aMqVBTZOPgRn/82KhsVNaarbI9Nsz2Tj+DLu/piZKgRxWoRcOBbjKrikKlkClkVrhQUgexfdFp9KDUhMHPzqCSq/bTrWR7YgB0Y+e/vVnr74FafI2mCfHxcXJzsnGwU+BYD3Raa1YfnDp1RPOVQDOPWZISUtZvOIRKNq9doqrcgQKT2Tk5O/cc8X/7vrikVEVJwdLceN6c6a3bJFPTMq7furt04Wyskwv9Hm4/ZMzUSWPhGKed+L55f+LcVbSWbdu4EP0t4ODiaOrPgeuLWzfeP91vNUtJTAadu+Dg4EDnLshk8t/8q8GKtUpF1NsSfzd6ajgGAAAAgI6tu6WfsZp6oPuPxOfuqyfZ9yyDRquoZDDQcQtaCMTSwADoruqmn68/ze0m6Wesph7opWPFSyuw1acLY5LLaHQa+lkglgP2Y7GADojOYJChBmgAAABdgvNQy11rXZpKP3dYX8O+paanEu083DzafXRQC4nUylPKAAAAuhh5Wcn1y1xEegpXs8JhdSOu37xnYjk04P0nDHR7J07cKCgo/K1BIP0M/pzNbK5+9vjzQ0K9KH4nWek0OoPOqIILJQAAALqT/PwiXj4erDMrKi5xGjfj3n1vTU210Y7DWEmsL1+9aXW0dO2G7RcuXsMA6FpaGXTIv7WWkRXP77SdIgk3wAEAAAAdVzdMPxPMJ3Gi5jv38q+eaG+HYTYdYz7NDip8Bd1WvfTzmYcF3ST9TLDQwR9xtf9a+urThTtnYkrSNT8LZHze0c8C8fx0DHQwDEYlmQQBaAAAAF3BYFtDrLOh0WkL1y7LyMywNDGTkpAO+R4SGPRRXkbO0sgcAwAAADCsj2bPiooKDDSBRqfn5RdgEDEEGPYlODwyIn74cGsTU+2WnICqm36OeQvpZ9B6NrO5UDPoUUWoFwXD6Caz6NiPgAhcKAEAANDlFReXokui/PydOwDt9ehZdHTc7u3rxziPIEp+98460EF8/vKtb29NDLSDVlbXwcLGjZrV5cUYAAAAADqqbpt+JtStB/rFcbweaAadDvVAg26rm6efCVAPdKfDYDAoFAoGAAAAgH+BSqEe3LpXX0fvpZ/v1dtuRcXFU0ZPvOR6VoBfAAMAAADAr0wa7/TyibtBfx0M/LFvoRF0OuN3O3UoZWXl16557tp5JiUlo/k+66efN2CQfgZ/AuqBBgAA0G0VFhazsVGp1M59mSk9Dd97VFKQZ5bw8eFVPp06e1lWuW9gYFDdngfYO1rZjUQtKanpS1Zs6KdvbWo1ZPX6bVFRsahw8IhxL3z8CouK0YDotXu/KzEU2itwPX7W2m6UqpaBpd2IrTv2V1TQiE5Pn73qpWuRnpE1ffZizb4mRuYOy1ZtTklJmzl3qaG5A+q0YPGawsIioudGP/SfaGqOzl+6hmb8zt2HzD7LyyvQfI2bNJt4Gx0TP3n6fDRfffWsnMbN+Bj0hdnnrPnLFXvq5uTkrlq3FXUdOXoKKnz9JgD1r29si0Yywmnyvfve5bO/eAAAEABJREFUdSfjvufjISPGq/c2Rp3QUENHTnj63Lf5KQSt08oANCsHfnsEBKABAACADqubp58JzAx02FM8A02n07pDBjo6Pu3sjScv337BAPihYfpZTLDbpZ8JkIHuXOiMSjK5262lAAAAQMfRW0Pr/KFToW8+f/P7/PDq3bVLVklJSGGg/fHy8EUHft+2ehMGAADgh6DPXydOnW9qNUzP2H7spDnXbtxjdrp+y2PIyInaBjb2Q8Zu2ravtKy8mfE01fOVa3fUepsEfgw+fuqiw9Bx6JJ2QUER9ivoPOPOPUcGODjrmwxcsHRdRkYWUT5mwiw0NjPrYbFxCcyeX/r6o3L00db2jouXb8jMyiHKw8KjUM+nz17xevR8wtR5qN3vzXs0Ybv2HkUX3dGU2A0es3r9Dmb/yMJl67W0zXNy8zdu2WtsMXjc5DlEOepn3uK1aHrQpwx3moLGUFZe0cyk0ukMI/PB02cvrTtTaDLQNHg/ftH8vKelZa5at93YcojtoNGbtu6NiY1HY0MjHzl6GrOfktIy9GXVHcp5nMsI56moxT/gg8vc5eY2I3SN7cZMnP3A82nd3kK/R0ybtQR1Gjpq0obNe2bNW3bwyKlfdkKnd06duTx4xIR++tYOw8bv3udaQauNEdT7ftHCwf6FhITUHdtP3bv3vKl8Q8P0cyUDg/Qz+EOQgQYAANA9FRYW8/FxY52cunpP1Lx2625pWVnd8lHDB7GwsNz3eswsiYiKRq/BA21Q+9SZCx96PTE3MzQy1Hvy9FVqejoqHO04XFlZgY2NunThbPQyMtAlBly+evOeA8e4uDgmjXcWFxU9c/7qlBkLmHsI+Xn51vYjxURFtm5aLS0ldeuOh92Q0ZkZWcsWzRk9atiT5z5zFqwk+mz0Q/+JpuZo1PDBHBzs9x/+XGiPnrwoLCoeW1O7dnhElMOwMYEfPluaGTnYW8fFJTiOmebr95bZM9pFHzV2GloUK5fNmzl1IirxefUmOCTU0EBvoP2AL1+/L1y61uPhI6JnL+9n8xetzssvcBo1lEanX7txt08vDXNTw+anEAOt0sprycJzr2EAAAAA6Kgg/cxkPokTNd+5l4c9Rbs9DKs659u76iPeSmuuanCws2EA1Gg0/bxnfndMPxMsdPAbo/dfS199unDnTExJGqOi9zUpW/SzgBYXPPmx42AwGFQKBKABAAAAAAAAoLt79uL1khUbBAX4Lc2NyGTK+w+fAt59GDt6OOrkdt19265DPVWVxzgN/x4eefP2/fDwqGuXTxCn/ur5Zc9bd+xXU1WZN2daZlY2H9+vH5bt6fVUQUFugKVpVEzcs+e+WZnZ16+cROUjhjtwcHIEvPvI7POuh9fajbukpSUdRwzOys558dIv6HPI7evnREWEiB4eej/l5OCcOmm0lqaasZFeVlbOzdseGho9x4we4f820OPBo7DwSPcb50gkEtF/ZWXVxClz7e2sF8134efHz3XEJyRNnDq/sLDI2soUXZUP/R7+wsdv7qwpzUwqhUK2s7W4ftMjOydPWKj2IQ8+vv7oSryFuXHz8z57wYr4+CQ7W0t2NupzH78BVmZKivK21ua37z5MTkmTlpLAah7Y/Tn469evYVpaauhtampGyLfvC+fOQO2v/QK+hYabGOlTqJT7Dx+vXLsVfQuDBloTvU2cNh/Nqd0AC7Qc7tzzZKNSJk9wbr4TgpYwWlC9NNXHOI8Ii4i6eOVmRFTMuZMHmKd6mN8vjfbP6ldDX9yTx28+BH4dP2Gwurpy3U6Qfgbtx2Y2F2oGPaoI9aJgGN1kFp25XXTVCyUAAABAfn4Rbwt26Ts4CzNDIwM9dDTx/kPQwnkzRw5zIB6dKiQkaG5q6P3oxaZ1y4mSZ89eoebQIfZZ2dno2MHWxuLAni2oZO2qxVQKfi103JhRz1++zszIWjh/JnP8/gGBt90fzJszfcWSuUTJ5au31m3aefPO/dGOw4iS6ZPHLVrggloG2lnrGA7g5+N1u3ySixOPYURFx6CDjtS0DAqF1OiHtkJxScn2XQc3rVvBxtaaMTQ/R4MH2t6++yAtPVNCXBR1unffW1JCDE02al+/ZTeaNfebF6SlJNHb5UvmDnOatGb9dv9XXsR40I66va314gWzmJ81feoE9JKSFEftM6dNtLQdfunyjWGD7dHb46cviIuJPPW6zcGBR3Scxs0I/vK1vLycSqW0ZJmD3wLXkgEAAICuptH0s91crj623TQR290y0GVlRAC6lUcUoIuB9HOjIAPdWdDpDKgBGgAAAAAAAAC6ucysnE1b96KL0JfOHSXiwugsR3FxCVbzkOV9B4/raPc+fXw/UR3A+s2779z19HjwaMQwh3rjaUnPAvz8u7avazQ83SjVHsqXzh9lo+LnFQ4cPnnmvNvXb+Famj3xlHNWDjMAnZ2Tt+/gCUMD3WOHd7HXXMX/HhY5eoLLwSOndm5dQ/STnpn1+MENIUF+4uq7qKjw2ZMHtfv1Qu3Vi+esWrvtgddTP//3zDrD0OmLAQPM582ewny7ccve7JzcK+ddiaEwvNK7Ih4ebuKZ1E1NqoPdgGs37j30ejJl4mjUiUajv3rtb2Fm1Hz1Clk5uRGRMVaWpru2rcXwcMA8Ss0NzDbWZrfvPvTx9Z8wdhR66/EAr1zN/b4XEYD2fvIcNe1tLVFz8oTR6CUhgccOpkwa4zB0nNv1O0QA+rLbrdLSsjvXz2qoq6K3R4+fO37qYmRUDFomzXQKeP8JfZUuMyYumjeDmEg0X1t3Hrjr4T1yeCu/3/aTm1tw5PBVPT0tJ2c7bm4uZjlxYj82oPLh+uqqShZIP4M2VDcDXV1NM51No2JUdBYUPxMK50IBAAB0RQX5RfydPwBNoVAun3f1ePjo3IVrK1ZvPnfe7eC+LZoa+N71kEF2aMfbx/ct2glHb58+f6Wh3lNBXpbBYPDx8b59GxgcEtqnlwY3F1cz4795y4OLk3PBnOnMknFjRm7atjf4y1dmGFdOToZoYWOjCgrwoxeRfkZ0+vV+4eOXnJLWr49myz+0eWhYMok8c86S08cPtCID3fwcOTsNu+V+/959rzkuU9Izsnz93i6aPxNdi0THFO/ff1q6cDaRfkbQ7AwbZL//8Al0IElEnJHxY0bV/SxmOaKsJK+qooyOkoi3YeFR5uioiqO2gkJdnb7v3n+MT0jspaXRkmUOfsu/P8ADAAAAQBuC9HOjzCdx9h+J71yGPSW/OM6g02noX2UXfcQbUQM0J9QADSD93CwLHd6lY8VLK7DVpwtjkstodFolg0EsK+zHogP/HDpHQ4EaoAEAnUUVDasq7wqv6goMAAAAAKAjefrMJzcvf/qUcczKkllZWXl58SjDk2evyitoLtMmMNO6s2ZMQs2PQSENx9OSnkeNGPxb6dieqspEpBjp2wePHcfGJzTs7dkL37z8gpnTJrD/uH6vrtZDR7tPSEgosx8HWyshQf66QzFzzCwsLKYmBqglITG5bg+jRw1ltqML7YEfPw8ZZMscCiGWUvOT2q+vloKczKMnL4lOfm/fl5SUDbA0w5olwMeHRv4u8OPXr2HoLRcXB5WKVzvXX18HzcWr1/hzoqOi4z4HfzXQ1/Z6/LykuBSVvHjpp6mhKicnjdolJESJ9DOiKC+roqwQFRNLvI2OjUcjJCLONVPYiyhsvtNdD09OTg7iOyU4Ow4hk0khX78zS373+22IG4sJDQ3xfRP0/OX7x0/8vbxfe3r6enq+eviwuVdTYwsM/Lpx47GAgGDmOWrUjPGv9FiNp5/FlUhjtkL6GbQlm9lc/QbiP4Dfvan+Z/CqBxiMrnmVBPwd688elxxuk5KdiXUbUcmJjhtWKI8eou8yIa+oEAMAdGz5+YX8/J0+AI3VZKAdRwx59OD6hTOH8wsKRo+fSRwXONgP4OLkfOiJ33OYnJIaHBLqYGeF4TU+kY8d3iUkJDjSecqiZesio2KaGXlkdGxJaWkPzf6yyn2Jl4KqDtpFyM7JxVqAhwdfwpWV9N/60F9avXJhSkr6lBkLYuMSfnfY5udIV7tPD2WlW+4PULv73Qfo6GDcmJGoPSoKPxjZf/gEcyj0Qm9RYXZ27aIgkUiSEmL1Pu7pc98JU+bqGdn00bNEH1FcUoI+C5XLykoXFhUxeysswP9qiIiIYH+8zEFDcC0ZAAAA6Dog/dyM7lMPdGlNDdCcHPCld3eQfv4lqAe646MzKiEADQDoPKqw6ioMAAAAAAC0tbiERNTs21erYaek5BSsToVkWE0VXGxUalpaeut6bng9u+WIcHN5eSO3k8XG4pftJ09fUK+cm+dnvWgS4vU/Oj+/8PT5K/4BH5KTU8VF8SvlRF3OBHT1XVxc9OdHxNWmmbHfn9RBDjZHj5+LjolXVpJ/6fOGi4vDpCZv3QwymXRgz+Yt2/ePmzLH3tZqxtTxaFii3NrKzP2eZ3FRyb0H3sJCgrt3brCyHen99IVRf73gkNDFdR63/eLVm+s370VFxzLoDHQOpqSkjMGoRGOQFBd7G/ChvIJGTCcx10KCgqjZTCc0/aWlZX31rOpNam5uHrP9T75fAhtLXlZmemkhKyuJxMrKwoL/+6PTRyXFpd5evgoK0mJiQsS5/WCP2sMKMSUyOzecmwJtTEadEuSNb/vRryl9R9F4RVmrSaRqVjgR2i2ojhteVFqCvmsRfgFJYRHzPtqTBw4R5RfEQMuU0Soc1y8vLC0ZYmSmoagkwMOLAQA6tvz8IkUlGayrQD/gVhamO7etnTpzkcd974XzZ7Kzsw20t37g+bi4pIS4odFhoA3Rs6mxwcsnd2/e9thz8Nj9h48P7t0ybMjApkYrLiZy+MD2euUiQsLYb2rJh+4/fOLw0dMtHGFkdMwwp8nvXntzcnBgLfbLOZo03nntph3o2OT2PU97G0vRmlAysS80Z9ZUM5P+9QZU7aHEHHO9TgePnDx45NQg+wFzZ0+TEBM7cvxMTm5tiLlfH607Nc/GsTAziotP9PR+ZqCvK1FzBNeGyxwQWnktmZ78vfzrUxYuPm7TKRgAAAAAOgBIP/9SN8lAK8iKSYgKCHaJ+1lBq0H6uYUgA93B0el0ChlWWgAAAAAAAAAAGGtjR+gNqyzFT5BWV7E0VstvS3pup/MAxFj37dooLCxUt7zuA53rfXRKavrk6QvQ2Ql7O6veWhrfwyJcT5xvOM56WFlaU73x4JoAtNfjZ/NmTX3+8rWVhSlHCx4uZ2Sg6+Xh5u7hdfjoaa9Hz3duXTvYYQAqtx1gcfP2/WcvfT3uPxrjPFxESHCgnTUqKSwqJroSg7ueuHDs5Hk7GwuXqRNExUVOnbmUk5tPdOrdS+P23YfHTpxfumhWSUmZ2w13fj5eU+P+zXdCC1BUVHjPjg31plNEWLDOQvvT7zenWsfcokJNkY2Dm4udg43KRmUlkVhqNDPULJdNjZZTqRQHB1NLawN09qN2/ayuHrih2m375qsAABAASURBVGNVdeo31i9PK6qrMPv5XHB2CrSVcH/agwP4lsjGU2m9Np/MSa2sJJGqqlir4bHh3QUHlc3ZyrakvCw8Mf7wneun7rtf3bDdQKMXBlrA0/91Zn7eqWXrBhuZYgCAzqCgoIiPr6tdMdfUUEfN+MQk4u2wIfa33R88evLi2QvfPr00FORlmX2SyeRxY0aZmhgaWww6cfoSM4tcQaPVHaGKsmJ4RFTf3r3Y2+L50k19KNPShbPR65fjqaigDXOcJCkptmX9yt9KP2MtmKOhQ+137j28Zfu+2Nj4bZtWMYfCau4yNdDXxVomPSPr4JFTTiOH7tu9iShBh1TM588sXTQnLDxq0rR5mhpqUdEx8rKy27esaeEUgt/VymvJjJzEwieHWbkEIAANAAAAdASQfm6h7pCBVleWxUD3Bunn3wIZ6I6MATVAAwAAAAAAAEC3Jy+Hn+yKio6Tl6tff5ukhDiGP+45TUZakihJTEyh0xmyP95idXLPLem5nSgqyqMmPz+fvm7fFg5y5tyVlNT0R/evyclJo7dyslL1AtD1EFmH6Jg47PehBaKn09fT+7medt/CwiJbG4sWDkgmk5xHDTEy0LVxcD530Y0IQOvp9BERFjpy/FxefsGo4YNRieOIweOnzM3JzeutpU7MTmZm9rGT54cPHbhjy2piVM+evfoWGkG0D3aweRf48ewFtxcvXxcUFqETXDu3rSXCK810UlaUj4yK7d1Lg71OrLwj09JSGTN2kKAgX71yVnKV/Ua61wZSehgl5DleUy9koEGbCPen3d9bXF2FUbjopssyuUTI1dUUrMGdIaBrkxGT2DFzHtEeHBUxeNWidWeOvTh0CvunsgryyitoMqJ/Wkl/e0tIT0VNfQ1NDADQSeTnF/F3iSrDnj57ZWFuRKFQUPsd9/uoKS9be2Rk2F9XWlryytVbwSGhq1cuZA4SGBikrd2bRCJJS0mIiggXFxcT5YKCAhUVNOLZL0TJiGEDPR5479h9aNP65URegkajl5eX8/L+9qJr6kNb4cjxs+ZmRiuXzsN+3y/niJeHe/Ag2+s376ooKxoZ6BGFKiqKujp9Ll+9OXKYg6KCHFGYk5MrJNTkoxISk/BHDDGPLkvLypKS8b8U6BiTTCazsVF0+vU27K/Tq5eGmqqKspIC6487b9twmQNCK68ls3IJoGZVSR6+TwyHXAAAAMA/Benn32I+iZNBxz4+6OL1QINuC9LPrQAZ6A6LBjVAAwAAAAAAAEC3Z21heuDQictutyzNjdDVdKKwsLAIXR42NzU8eOSU9+PnBvraWM1ZkWMn8ZSwhbkxagrw86NmbHyCjnZv1NJ8z/VkZuXMmLNUXFTE9dDOP78118rS5MDhk8dOXuijpcHFzUkUZuXkijR9NT01LYOTi0NEtPYhyFFRsRh+nzCjqf5Veyj1VFW+e9972tRxzNESSwlrgYH21pu27j3seoafj9e4JgRw+uyV67c91q9ZYmlm1OggHz996dtHE30jUpLiIsKCJSWlRDkqGWBteu3GPWsLEwkJ/BHP2v16KSnKx8TGjxs9gugnOSUNNaWlJIi3pWXlSTUldAaDTCahszE9VVVIrCQd7T6qKko9VJXYqLWZ5mY6DRlk+9D72b4Dx9esXMCMEVRUVPDwcGMdjIAA75ixDr16qTbaFZ2GIlGrLVcVv9jNmfGdDTLQoE0w089UbobRohRuURZWVip+zhNWrG6sj4pqDxnZiKQE9NvrF/L59AP3sPjYkvJyZRnZaQOHOloMqNvzOS+Pq0+9kzIzOKhsPeXk541wNuujXW+EU3ZufPrh3fWNO0x7a5dWlO+4fO7d969RyYliAoK6alrrJ00XF6x9DEJmfu6m86ffhAShqxm6aurJWRnoj/LT/SeI8/BokPVnjwdFhqNfexUZmfUTZ+iqaTQ6C9aLZ+UUFtjrGz3/+C6noEBZWmaJ8wRbPQPm9Dz7+P7z+etoSh6/D1CQlPTecxSVB4Z9W3/uRFRSAg8Hp5aSyvaZ8+TEJJjjvOB9/5zX/ZSsTFEBAWOtvltnzOFkY0flGhNH5RUV4sttymjUjL3pyU7tHPfbdGTVcA8GaK2WXLZDK1h+flHDm806nQ8fPk+fvVhQUEC9Z4/i4uLgkFAlJfkJYx2Jrmjf297G8sz5q6h9iIMdUYjmfe6iVXy8vBbmRtHRcRmZWU6jhhGdDPR1brs/WL5qo7mpUVZ2zsZ1y1DLEAfbi1duvAv8ZGyol19Q6P/2ve0Ayy0bV2K/o5kP/V2lZWWVDMaq5Qt+2efTF68io2LqlqCjIStzk1/O0Win4ddv3h3jPKLuurRhzXLHsVNtBzkNsDSTkpII/R7xMSjY56kHOt5p9NN7aarJSEtevHITHcLw8PCcv3Qtr6AAlX8J+dZfX+fYifMfg77YDbCIj0tELxkZKUtzY35+fIVsq2UOmFofgGbl4CUJSFRXlLCwd7jjRgAAAKD7gPRzK1hPxy8zQAYadD2Qfm41yEB3TMRN0hgAAAAAAAAAgG5MQkJ08qTRJ09fnuayWE+3HyqJj0+MT0y65Xamh4riEAebO3c90YV/IUGBwI+fP376oqvdx8wEDz/p6fTh5OTYsetwSmr64vkzm++5HhqNFheXEBkZ8+17eN/ef1rXo4iQIJqALTsODBw21szEkEqlokvpaDLuXD/b1AkHdFHcz//98pWbHAYOeP3m3YtXfhQK+WtoeFMfgU5fLFkwy2Xe8jHjXUYMc8Bq0s/3HjzyvHeFrQUJLRtrs207D3z5+n340IFUKl63XFpGZnp65q3b9xsNQKNTJUtXbuTl5TEx7h8bm5CZlUN8KGGAlfm1G/dGjhjELBnrPGLrzgMOdrVxOnV1VWkpiWs33MkkEjc395VrtwsK8FTZ129h6FvzefXmxJlLUyeOyczKRi/0FRgZ6svK4DWrNdPJ2Eh/oJ2V2w33D0HBBnra+QWF7wI/WVuYrlu9COswyGSSra2xjZ0xW81CbgRaIVhZ0brBxkmyWF70ck91Zhg7ZKDBH6pb97P+vERecVYKlUqmkElojcTvOGCBM5/dFo3BILOSKGTy84/vg6MjLfrqUinku74vFx7Zi1aMkWbWRG+bL5w69cBdRVp2rLVdVn6+35egsMS4egHoM553nwQGrJ803bQ3Xl5QXHzlqZemovJkuyEvP3+49/rFt9iol4dPkVhJlVWVYzatDk+Mt9LW5efm9XrrV0arOLlsLbEefo+PGbh8Afp0Wz1Dbg7Ox+/fDlu75PLabajnRmchIzeHRqdtmTYnISPt9AP3KTs3Hl6wnJneRhdKhqxcNNzUYs3EqQLc+CWAD2Ghozet4mLnHGNtn52f5xngZ714ts/h09IiosRcbDx3soeM3GT7wSExUddfPP4WF/1oryvaTmYPc3z03v9zZPiMQSN4ODnIP+7IAq1AXMmq2wSgher9wWr+71deXiH6EegCAWg+fl6nUcOCgr98Dv4qLSU5Y+r4ebOnCQjwM3swNzM6c/6qrk4fZk63vLxi3OiRvn5vr167Iy8vu3D+zFkzJhGdRg4f9Obt+7seXp8+h4iKCM+bM11cTOTwge1KSvKe3s9u3PLQ0Ow5dLC9Tr8+2G9q5kN/FycHR0vSz0hycmpyTaXLTEMG4ynwX84ROsTT7tvLadTQuoW9e6l73L60fdehN+8+8HJz9e2tNX/2NE4O9qY+nZ2d7aTr3l17jx47eUFCQmyQg834MY4Tp849deZyf32d0c7DY2ITDh87w7yLVVBQ4OqFY5oaai2ZQvBbWnktmSLRQ2LnF6Id/iAB0Kj2PlaETQ8AQjc/LwPp51aDDDToeiD9/IcgA90B0RmMP69nCwAAAAAAAABAZ7dw7gwxUdHb7g/OX77Ox8ujoqQ4f/Z0otP2LWskJMVfvHydkpImJiY62mnYssW1Z/pERYVdD+08c+Hqly/fftlzPdJSEqtXLNyyfT8fHy/WFsY4DxcSFDh38brX4+cK8rLa/Xopyss1c7bB2XFIVk72vfuPQr6FqSgruF04/uZt4KGjpz5/+dZUINvEWP/Kedcjx85ecbuNTmUoKsotWzybn4+vrKzsl5MnwM/Xr0+vwI+f7W0siZJVy+f7BwTyNVGBdHkFzWnU0Df+72/evi8nKz3HZfLUyWOZXfV1+2pp9jQ17s8sGeJg8+SZD1EhNMLORj20b+v+IydPn78iLiZmb2s52nHYjLnLzl+8pqfTx8hIf4Cl2YUrN4qLSoj+SSTS5vXLRw53aKYTat+zY72CvNzjpy/v3Huo3lPVwc66b18trMNQVVUYN2GwqEjj1X4TawJe/TOJtYpMolApVRxV5ksLfPZhWeGQgf4NUd8Tpg7fMHPJqAkugzFQJ/3MxsvQnZ3AL8lCplKobOgfhUwhs5JILDUJaAx0P1eeeMakJPVRwWujnzPcCb2IEDBeu/P86acf3iMC0C+DPpx64D5At/+ZFeupZPzmjYKSIl7O/1WS+DkyfOvFM0OMzGYPcyJKJISEb27a3V8D/xHeVO0ye/+OB/6+zz8G2uoZeAf4hyXErZ88Y/ZQvPrSkWZWYzavDomJRIOjtytPHuHj4nq454isKB7jWztxmv2yecuPHwg6d73RuZAXl9g3dwnRPsLM0nz+jO2Xzw41MScmFRlkaLJi7GSivbKqcsXJw2wUtge7DilI4DfP3PJ5tujI3l1XL7guXpmYmb7t0tl+PdRub93DQcUvsy48sve2z7PrL56MG2CPFktGbg6a05lDR0gJi2KgtYhL2yX0chqjEr2trKxkgegLaBn01wqtKJxUNnYyhYWFhbnv1FT/uTn5goJ8xHX/Tq2HitK+XRub6UFCHP/BtB1gySzh4GBftMAFvRr2jJbYoX3b0KtuIdqjXrxgFno17N9mgHli9Oe6Jb7P79d9O3G8E3oR7U19aHvQUO9Zb8LqamaOmO7dvtSwUF1N1e3SiUb7P3l0b8NCLU31ev0/9bpFtKiqKF8+70q002h0X7+301wWnb90/cCeLS2cQtByrb+WzPwLBPflAFAX868ssVG07RFjve0OAFBXNzxBA+nnP9QlM9BB32IiYpP6aij1VJLBQHcC6ec2ARnojoZOp1OgBmgAAAAAAAAAABg22nEoejUsJ5NJi+bNQK9GhzLQ10avlvQ8Yewo9Kpbgk4CKCvJK8rLNjpmXl6esC9+//us/jp1S+a4TEavuj3YDDBHr4ajUuupUm9UWM0V8YVzZ6AXs6SHiuLUSaOJ9sP7tmKN0e7X69K5I/UKKZRfTCpBXExEgJ+v/4/FRSaRKsorTIwbqR4b4WBnmztrCno12hUtultuZ+qWcPNw1ZswDXXV8ycP1i25f/si0cLJwb5z65qd2Bqs5pRXdEz8NJfFJ89cGjncoZlOWM1Cmzd7Cno1nKSG3+/fJCjI5+Rk16ev2i/7JM5LkynEyX+8xGJZJ8hAZ6bnPrz1atqCEVjqsbwNAAAQAElEQVRbaNuxtZPgDxFupz0jwxJIrKxGVv2mzR/OL8iDdTx108/68+L5xFmo7GzsHGyoSWXDK4FGv4qsEIDuTpIy0kauW4ZacgoLI5Pi0be/dRp+bYyIPhNUpGUVJaWjkhKIt1efeqHm+kkzmJFiPq7/re2FJcUz9m6VERU7uGBZ3XIi/YzV/FGw0ev/wN83Ni0ZvY1MTkRNfbXam3mMtPAKLyOT8MKIxPhPEWFLnMYR6WeEn5tnpJnlgVtuyVmZdSeyUSJ8Ak4WNqce3IlOTlSXVyIKJw8cwuwhJDoKfcSc4Y5E+hlxNLfed/3Su+8hqP2h/2s6g7HIcRyRfkaWjp5w2+dZwLeQcQPsMdAWqn+Y9szteVI4BsDvm65muEXfgURiZWFlbf6CfnZOvpAQP9YNvA0IRAvBwX4ABjqS7JycuPgkXW38zxyVStHp15uHm4sEDxBoH628lswMPVeWJlVWMmoOwaohCQ26M2bumZXEQWIXq31cUDukn6vrwGCLA90Yc6Nj6m65NEg/t4mul4HOKygqKa1Ax3wY6E4g/dyGiAz0PjfIQHcIDEYlGWqABgAAAAAAAADw1yUkJJ85f2Xfrk1Y91BUVPwtNNzO1pL5IKa9B4737q05aKA19teh0y8vff0tzYyIM//ycjJKinJp6ZnNd+rINmyaw8726/P2xEkn/AQUqZpMoaACorzjZ6D3b7wU8jGirSLLbTu2dlLJqMzOyrcZbJiemu1x7UVSXPqhiyuwDqb59DOFSiGRSXgN0L+qQRN0JWW0ioDQEA4qm6SI6AhTqwWjnHvIyBOdvAPeXHj0ICIxnsZgsGAs5TQao7KSTCJFJSeJ8gsoSzVZ587y44dTs7PYKNScgoK6GeXcooLDt677fP6QlJkhLiiESgqKirAfYeu8omKit5zCAqwmu4ya4YnxqHnglht61fuU7Py8XwagEVkxMdRMzMggAtBoxa5bWzORwFaU/DkvqAclKWnf4CA0s3GpeFdl6Z9dZUXF0RJIzsrAQJtCV7Ig5QJajYHQGdXVJHThrrrZUFZOTr6wsADWpXk/ev7ild9t9wfr1yyVkhTHQEeydceBe/e9jQ31NTV6xsYn+L15hy56Oo0aioF28Ec1QKM/S8nP1Korf/3gJAC6D6qghbCBVzWJxPqr+41+S23kmU7PW7kMAtAAMDcripIy1+y5xObWrc7RQPq5DXWxDHR+If7wRz5eLgx0G5B+bnMWOrz0yurDNzIgA/1v0ekM1IQaoAEAAAAAAAAA/H1ej59v27iqb29NrKvLzcu/duPefc/H6GzH7JmTiMKCgqKMzKy9Ozdg/8Ltuw83btnbQ0Wxv552QWGR/9vA7JzclcvmNd+pI2tJ+plAnHRqWDNcp6gHulvRNlC/4FFbEfuCibu+fAivrKxCF4exDqOZ9DNbTQCamX5u8yq9QEfWQ0b+1ZHTDcv3XLt46PY1+/5GC0aNkRASOXDzSkFJEbMrC2vj6zax5iSkp51atm72gR1bLp46vXw90SkxM33Y6sVoJRtmYq6tqv41Jurg7dpMs05PddQ8fu+mgaYWJxv7oZqs8wgzS+YIZw9ztOynW++zesopYC1QUIJfI2MmKOqt240mK1BZzVVmrGFHIpGBOmKg7eCXsirxBmqX5xWa1dsMA6Bltr7zKqFXoPWHVlFBxaj4lotfsmvyml1Odr6QcBevAdr3TUBmZvaFs0eszE0w0MGsXrGIjY3t8TMf/4BABXlZ2wGWE8Y5EhVCgzbX+mvJpR89ysN9WQs5KsUhAA3AT9VYNY1OI1eRSWRy2x4x4nWuMxjlz55iAIAfqnKyqdNmkMlkjEzuPk/pgvRzm+syGWi0YuQV4DfNC/F3xMftgfYA6ed2YqPPh5qQgf636HQ6alKhBmgAAAAAAAAAAH/dHJfJWPeQn1/g/ejZAEvT6VPHCQrUZkT4+HgO7t2C/SPDBtvn5OTd9fC67HZbVFRYXa2Hg/2AIYNsmu/UZXS6DPSMUZvCv8ahFhNVPEA/wWXwzCWjiE5vXn52O+UZE5nEJ8Cj1ktxwepxwmL86MTanNHb4qKSrz7ajd6i3pITMqcOW6fRR/nghRXNjK2uD/7fbl16EhOeVFZSLq8iNXyslc0Qw2Ym0uP6y7tuz9NTsoVFBbT7q81dOZadEz/b5/c8aOvykxcfbD+x7+bXT5GMyipT637zVo7l5GYnBiwuKnXdeT3o/ffCvGIpebEhThZDR1vUGzmVShYRF+hQEckWpp/b44HGoDNKy8k+dPvaCFMr18UriZKH/r5hCXFEu7KU9JPAgJzCfCHe+jlC4vLE2ZUb9NU1gyLDTj1wfxPy2bhXX1R46JZbem6O37HzSpLSGF7pshQzAI1K1k2cse3ymX7TxvJxcSVlZiwdPcFICw+E9ZSVQ020ahJvW+FzVDj+EVLSjXaVFZNAzaSMNGYJurASmZQgKyqGNgkZMbzy1MSMVHlxCaJrbFpKZVWlvLgkBtoI8xo3kTcX4eSZpG6IAdAy+z4+LaFXVDIYdBod7SmxkipZa249auqaXUZmTk81RaxL2719PQY6KnExkT07NqAXBtpfa64l11ZEG/exIugBqzClEt8NYGXnU8EA6MaqKitoxfGopbKyklZRgbHh4Ri069YmVdIyq3yuqqwkSsS2/LMTTwB0ELTYuLyLF9BWRqfT8Pc152i6QyIN0s/tpGtkoInqn3m4OchkEga6AUg/tyvIQP9zNKIGaCoFAwAAAAAAAAAAQPtQVJDzfnAN60ioVMrsmZOY1VG3sFNX0rky0INGmZWXlKemZE9wGYzeavVTJsq93F/vWnNOUkZksJN5Tla+3/Ogr58iz9zZLCzGv3zrlGnDN7juvr7pwGx0km3HqtPom127a2YzY6snwPdL2Nc4A9NeZAr5scebrctPsbKwWg/u32jP7lefH9p6RVlNdvhYq4jQBI8bPlFhicdvrCciy2WlFWhitPurLVw3IfDN14e3fKls1EXrxqNO5WW0Wc5bE2JSjSz6SMuLf3wbum/jRTQvU+cPZ4781sUn7/2+bjk8r+OcKoT0M/hdiRnpqCkvLk68La0oT6iJCNMrGWQSaYix2ZPAgGN3b22YPJPoAV2PKCor4eOqrYhHWlQUNZeOnnDn1Yu1Z469PHwKrWEp2VkcVDYJIWGiHyJOTf8RdZARFbXTN9Ttqd5LqYemohJzVD1k5PuoqF549NDJ0kZZSoYozCrIE+ETaGriK+h05rn6118+PfvwDo1QRVq20Z7RyMUEhR76v146eiK55jf28hPP9NwclyH4jRa2ev33XLvo7vvStLc2VnP9ZY/bJdRipwcJ3bZRWwN3zXVueM45aDW0+jDojEpqFflHkr4piQlpUlKiGACgG2h9NoKFVwz/XwU+BhZWioKpGwZAN1ZeEB73Gj8YRnv8NFoFOmgk4f+1Zf6s9ma4Gtz2AzEAureywEAiAF1RUYEOa/EsWs0W17UTaZB+blddIAONTlj2UJTi5mTHQDcA6ee/ADLQ/xadUROAJsMqDQAAAAAAAAAAgO6lE2Wgh462eOsTnJ2ZP3nuUGZhXnbhyb03dY00dx5fxMaO39weGZrg4rz59MHba3bNUOwh7TzFzu2M12BHs+jwxK9BUWt3zyRqg250bA05T7FHLzEJQdQ+eqr9ePtV7lefNRqATk/JPrH3Rh9d1b1nlrFz4Of2dq8773nb99E9P4eRpkQ/w8ZYuCx1Qi0WdrrRYQlPPPyJALTbac/E2LS9Z5b2N+2F1SSuti4/efnEA2sHA1lFPCr67XP0mUN3pi8aiQbEOgZIP4NW6K3cQ1xQ6JzXA1YSmY+L6/QD9/xi/FmjnyPCDLX6DDexPO91/+T9O1n5eXI1dSQ/D/qg11Njy7TZdUfCzcG5btL0xUf3nfG8N2vIKBvd/n5fgmbu2TrSzPLZxw9PA9+iNS84KgL1mV2Q77Jv+yS7wSVlZQHfvgRHR6Kx6appEOPZMWPe0DWLLRfOHKDbX1pY7Gtc1KeIMP/jF6VFGk8xpuVko/4NNXp9T4h78SmQl4t7l8uCptZtKpmy2HHcqlNHxm1dq6uqFpYY/+idPw8n1+zheABaTU5xiJHZbZ9nZFaSCD//m69fgiLDtFXVbPQMMNCmai53YwC0TmVlZVXNi1mPZKObfF5eIYPBEBMTxgAA3UArryWjXxCSpDpZ07a85A4GAKiruhr9HcX/6NbcuNaGyRg831RdhQEA6qiuqQGajKOgTYRE6sq13kL6+S/o7BloPl4uUz1NDHQDddPPbo9zz3lB+rm9QAb6H6LR6FSo/hkAAEC3ROxgBESH5BYXYAB0SGn52XXewV4xAAAA0PZamIEeuIAL63h8n33Mzyue4DKISD8jPTTkeuv0/P4lhng7ec6wV08+HNxyOTM919xW126YEfY7iOgzQU5RQkFFKjYqudE+Xz3+UFFOH+8ymEg/I5NmD/G87RvyMZIZgFZQkWb231NTIfxbfF5OkYAQz/1bPv36qxPpZww/GcgyxMn8uee7sK+xsori6Grw9pWn+umroxFiHQOkn0HrsFOpF1Zv3nLpjKv7dQkh4WEmFpPthzhvXHn07g1DrT6oh9tb9m6/fPbFp/cP/V+jHvqo9BxvY99wPM6WNpceP9x/4+pIM6vJ9oMzcnNuvnjyOSqih4zsw92HXgZ93HX1woewUF01jWVjJl1+/DAzL5c57HBTq2OLV2I1lTR77T668cJJvy+feTg5tVXVFowaw8ne5JVQUQFBKWGx4x63JYVExg0YiHpuKipNmGg3iJeb69jdm2gQHg5Oy36622fOE+Wv/UlxXbxKRlTs0Tv/5KxMMUHBsdZ2m/+f8wZ/DrLP4A+x4GsRM0bf5N+ylJQMMTFheGYyAN1E6xMS1J6m1Qp6Jc8vYRDIBKCOqqqqSiIAXd2WT+4ggo+VP54LAwAg4IHgOltcFw6iQfr5r6mbgUY/u9bzacxOnaUeaNDlQfr5L4MM9L9CpzOg+mcAAADdCrFTwdyzeB/zDb0wADo2Ij+DwcEyAAAA0A5akoEmUzCb2R0uAx0fk4qaCybuqlfOzc1BtLBzUpdsnLR02l5hUf7lW6dgv+/Ni8/3rj2PjUyhMxhoOZWWlKOLRQ1zTilJmagpIy/OLBGXEqayUdJTsxsdLQ8fN2qWFJViNfVYf8oONVGdVK+f/JxC1IwKS0hOyFy5bTrWMUS9p0P6GTQvwu1eU516K/dw37q3bslr13PMdnYqdev0OehVb6iGhd57jjLb10yYhl7Mt2pyinOHOxHtS5zGoRfRnpKduezYgXuvXyxxHqckid+NoKmoVG9imsHJxnZi6WoMW92w04XVmxsdZJixBXo12olMIq2dOB29Gu3a6EIArQAZaPAnqltWhXhCfIqcnCQGAOgeWn85uYW/KQB0N7WbRvtsHbDRAVAPkQmurqrq2lsHpJ//MmYGOvwFOlsKGWjQRENQbgAAEABJREFUsTRMPwvzQ/q53UEG+p+gM6AGaAAAAN0OkUVQF5HlZ+OuqgXnYEFHROwAs1EopBqsLKwYAAAAANpBMxlo30NVGd84gx7h9UB3tAw0Mdmb9s8WFOGrW05h+3mqh1ZBR020t8ugMbDfdP6oxwXXexb2ehNmDRIRE7x84n5+TlHjvTbYlyautrD8au+FONtnYN57zNT6Nd3KKuCBKjFxIdQUFuXHOoCo9/R7u4og/Qw6i5dBH/TVNbnY8TsipIRF1eWVfIODyF36Mb8AgL8sMjJBFx6bDEC3ATkJANpeO16XgiteADRAbHFd+HowpJ//ic6Ygc7JKyopK5cQFaTA03y6rkbTz7vnyUD6+S+ADPTfR6PRqRQIQAMAAOhe0B4F2rVYaeFUVlZRVl6B/hrS6Qz8oUdwRgh0JDUrKguJRKJSyVQ8A41naYg8DQYAAACAttYgA127Z2i+uOjVQayDZKBp9P+FmOWU8IgwrwB3X321RvvPyy7cu/FCf7NeMeFJW5afPHB+BdqVaGps9WRn5l1wvTdwhMnqnbW1tL568iH8W3zdfpi7z2KSwqiZlpwlKSNClKQkZDLoldKyoliz+AV5hET4ykrLm5oFQRE+v4hLWAdApJ+rKjE2Ppr+3ERIP4MOLiIxfvzWtUK8/GZ9tLk5Od58+RyblmKlrSsnJoEBAEBbQGfSYmKSxoxzwAAA3QNEJQDoNOBaFwCNYm4aXXIbgfTzP9TpMtDfIhOi4lL6aSn301DCQFfUVPpZXAgSon8JZKD/MjwADTVAAwAA6GbQ3gQrKwuZRKZS8dAziZWVQiHX1AKNAdBxEMkZEolEIaN1lYzWUtQOeRoAAACg/TRVD3QHyUDzCXDTKugJsWlyirX5RVOrfqf23brg6qHeR5mLi50ozM0qYFYIvWvtufLSimWbpyTEpC6dtvfcYfcZi0c1NbZ6UpOyUVNCujbQXF5KS0vOQi0MeiWZTBIQ5kXtaLREV0OLPqcO3H7u9U7bQB2rOcV63vUeajGy7Iv9iv0Ik6unPF8+CrS012s4C+hzzx5xV9WQHzDYAPt36qafDRYk8ojUpp/ZONipbFRIP4MOSFVW/uiiFSc87tx9/YKDyqYmr7jS0mb6oGEYAAC0kYiIWF5eLnExYQwA0D38UQC64uEOaohwlXhRpXw5BgAAAIA2Bennf64TZaCrqqrjk9JRi7yUGAa6Ikg/dxCQgf6baHQ6BWqABgAA0G0QexGoSSKRyGS0W0FB7RQKmaj+Ge6KBx0NUVs5mYxWVzwGTYRqMAAAAAC0m46cge7XX+3RvTe7Vp/VN+2Vm1OwYPU4QRG+mUtGHdh8ebzdSgPz3lQq5cvHCFYS61n3zWhGHnv4v30V7LLUSUxCEL0GO5ldOeWpbaCBxtPo2MiU/821qoa8hLSwu9szEpmVi5vzzuWnRQXFqDwsJLavfk9hUYGemvJPH7wtzC/ednSBYg9pmyGGnrd9ySRWfiHe4MDw4A8RffRU0VT9cr4mzBz86smHjYuOPbj5SlVDLjUpK8A3eM2umUQe+rn3u5sXHqMWXWMtfgFu7F+A9DPopEaaWaMX9seeHzyJAQBAA0+fvLWw1McAAN3GHwWgq+mlLDQySzm6Jg0BaAAAAKAtVf9QUQbp53+ps2Sgk9Oz6YxKLk52Qf5/c6YVtCtIP3cokIH+a2g0OoUCzywCAADQvdSESlnIZFJN9bqsRN3PNfFnCECDjoWlphromjgNHqohWiBYAwAAALSrxjLQ+F7iP89A2w41+vg29Mn9t9+Co4VE+CbOGiwsKjB8rJWAEO/1s97PPd/JKkhoafeQU5RE+7U5mfmuO68p9pAePcWOGHz+qnEf3nzbvOzEhXtbBUX4Gh1b3Y9jY6dsPTz/5P5bV095iogLWg3UHzrGYtn0/dfPe/fV74l62Lh/ztkjd79+ikQnl1DPq3dOF5cUev08KD0lS0RMcNgYyznLR7dkvji52U/d2nh0h1vwh4jI0DjNfipjpg6UkautgkTHUKOHhlwPNTlIPwMAAAAdR0pKRnxcistsZwwA0G380eVkVgFp/H/lcE0aAAAAaEvM9HN5KcN9LaSf/7FOkYGOjE1GTVVFaQx0OQ3TzwLcJEg//1uQgf470DUqKtQADQAAoDshdiGIgAJqkEjVUPcz6MhYfkCrK7HeYgAAAABoZx2zHmg0Vev2uKBXvXJzW130qlcoLMbv+f5Y3RIOLrbbPgd+Oba6VDXlD15YUbfk4oNtzHZpebFNB2Yz35LJpBmLR6FXw/GYWPfzi7hUt2TmklHoxXzLy8e1dvdMrDHikkLn7m7B/pFm0s9s7GwUKgXSzwAAALqnR95+pua66O8hBgDoNv4ou0xWNStN3lPNUYoBAAAAoI3USz8nfoH087/XwTPQlZVVKRk5qEVNWQYDXUuj6ec9C2Qh/fzPQQb6L6ig0alUWNUBAAB0L8QuxI9QKb4rCAFo0JEx8zR1mwAAAABoVx0zAw3+pobp55rcM7WjpZ+5MQ6sjdAxRgVqAAAAAM0KCvr++fP3XbuXYgCA7uTPaoCWVKuULMOqKlgwiGQBAAAAbQDSzx1WR85AozOZY4aYp2flcbBTMdCFNJV+lhSBSGiHABno9kaj0dggAA0AAKD7QbsQxI4E7EuAzgXWWAAAAOCvgQx0d/bL9DOZQsYfz9G16n5mwWBXEwAAwC9ERsSdO+s+cdIwHh7YBQKge/mjADQAAAAA2hCknzu4jpyBRmc1ZSVFMNCFQPq5U4AMdLuCGqABAAB0W7ALAQAAAAAAmgcZ6O6pe6afAQAAgF9KTk4/duz6xElD9fV7YQCAbgYC0AAAAECHAOnnTqEjZ6BBV9JI+pmHtGc+pJ87IshAtx8ajUalQsX2AAAAAAAAAAAAAI2ADHR3A+lnAAAAoKGCgqInj99kZuYuWz5FRkYCAwB0P20QgGYpJ2OsJAwAAAAArQXp506k42SgaXTG528xfTQU2aCG1K4F0s+dDmSg20kFjcbDDZfoAAAAAAAAAAAAABoHGejuA9LPAAAAgHQeubq4wK8wmJXESqMxymm00pLy0tKyocOsnEf3wAAA7aIa6/D+NABNjuAlZXBWipZiAAAAAGgVSD93Oh0hA52dW/jibXBRcVluQZG9uQ4GugpIP3dSNvp8VdXY0Zt4BnrL1Oqe8pCBbgM0Gp0NaoAGAAAAAAAAdG9d5nASjotBl/FjXe4oOYBmMtCvj2BpXyAD3RUQ6WcaayE3L1v/eUmQfgYAANA98ZWzYoXlieVp3NycUjISWgqSMtLiIqJCbf63b9+R02QSKwZAN4au0mI1xxrE9tXB9zD/uAZo9krUYC1tg5qkAQAAgG4I0s+d1D/MQKdm5AZ9i07PykPt8tJiZvpaGOgqIP3cqdn152NlweuBXne2aPt0TBUy0H+svILGxtaOAegqRmnii5kYAAAAAAAAAHRI5fnhxLFkp7jc+EvE9H+LLVt0IAEDoHPKzGXg/0Nr84+YaQcJQTeVgTaZX+h3FDLQnR6z7udsRY9M3hwsVEK1h7xqD7mOn37W0NAoKCiIjIzk5ORkFgYFBWlra8+aNevEiRMYaILh7Emc7BzPD57EQBdy2+fZwiN7z6zY4GBgjIF/ZP3Z4+e8PD6cuSolLNqw69fYaNulc5aNmbTEaRzWYtaLZ5WWl709cQnrVLwC3szYs+XwguWOFgOwP/M31+1QCZqGuNg4TUtObk52Tg70d5BEJmFth7jKjxQVFWMAgBp1djM77kmJPw0uV3Ey8N+SEshkAAAAAL8N0s+dmvV0zip6NTp33N4Z6OLScnQQx3ybm1+UnpUnLMjbq6eCoqw4BroKSD93ATb6fKh5+EbGWshAt4WKCho7W9v/QSQO0VnJHJUslNLsr8SmBwAAAAAAAAAdEYmTVOOvPXOsPdReKK2Z+JKyqqikCgyAzoz1RwSAWRd0R9g2W5KBZqWwEPV6gE6EmX5mF6gYM9awtKogKS3z/cdQz8dv5OQke6oqqKkryslLdcy6nw8fPjxgwIB9+/Zt2LCBWbhkyRJeXt4tW7Zg7e+Yq9uYsYMEBfmwzqy4rNR26RxladlLa/7GQmsr573v779x5cTS1aa9tTHQPVy75qmn31tZSQZrZ0RMGbVQyGRxQSFpEbHBRqajrezY2+F5kh/Dv0/esXHm0JELRo7G2khwVERQVPjUgUOxViFmf5Ld4J0u8xt2bY8J/l36LhNQ8/2pK1inQvwZ5ebhGjrEmkFn0Gm0qsqqysrKmktIcGkPdDtozUfnIdBGQaGQSWQyKzrK6NoB6GpeOkM1s5oXA53IvNljy8pKz130wADoTtLDwk46jrJauNBkRkep6m+PsZGkhub4U6cw0C1B+rkLIOrMaI8MNKOyKiMrLyU9OyktO6+g2NHBhI+n9ty0oqy4sBCfuDA/BroQSD93GZCBbkMVNBobW1tuAnjNTDVfAfou+PWOltUoLy+n0+k/TmMBAAAAAAAAwL9HHLaQSCQ2dFBEoRABaGZtZJ0ROhQWEWC9s4OzrLSsoqycTqMz6Ax0DgSDAzHQSdTcS422SlYylcrGTmUl4VsoC0vHqgjtlxnojw/KsR/PNgSdQt30s8GCJG4hFiEOcRVVOTt2NvQjGp+YGhUZf/6CR1lJmaqaolpPRSVlGWnpDlRnirW19dChQ/fu3Ttr1ixRUbyy1fv37/v6+u7Zs0dERARrf1+/RkVudB042NzaygBtv1inVVJWVlRagnUqFXRafnER/J3vVtJSs/btOWdg0GfYcCs+Ph6snUmLiA7sb5yWk/M9IXbNadfzXvdvbdkjLiiEtbXC0uKKira8f2/YmiWmffq2OgD9S20+wd0HKysLNzennZ1JRVlFRTn6GaNXVVbCMQvopmoOc8hIzcNGSGRyTR66496V/ccBaLaqSpFyFlaIarWBvLycs6cPffkcWFZeJi0tp69vMmb8DEhIgA7Ia9u2DzeuN9XVZMZMq4ULsd+XGvot5ds3Xed/di9aV0UrKQm6e1fFxERIXr5u4ZmxY4QVFJwPHcbAvwDp5y6jPTLQialZT18H1S0pLiljBqA5OdjQCwNdCKSfuxgbfT46vfq4eyZkoP9Q+9UAjb4IdMxOoVDQRldz+zLeAgFoAAAAAAAAQMdBBKDR0QqVSkXNjlm1ZwsRU45XZE0mUagUDK9KilRJrUTHYRAmAJ0FUd8z2hDR5X8qGxU1WUk/6oHuSOpmoOtOG2SgO6PYT/XTz2wc7OwcbFR0voydjZtKERET1O/fG33RmZk5UVEJ4WFxjx/5FReXyspLyspKyMnhTUlJUeyf2rdvn7q6+tq1a8+cOVNZWYlaVFRUFi1ahDoVFBQsWbLEx8cnJydHWVnZxcVl5szaGqzevn27bds21OzZs6eNjQ3qjZu/lWHKChr9nvuzd2+Dp0wdLisriXVC3BycLw6f4uHkwn7fl+hIdXlFCvlPQ+A1kKwAABAASURBVEGtMHuo43ATy/ZIo9aFTuqieezboycGOoyAgODgz2GDh1paWOi1619JK239TVNnEe0nH9zZcuG0q/uNbTPmYm1Kp6f6+1NXJISEsU6i001wx1G7s4cfs6CdPXQhD13WI6EDFjwA/eNKLgDdx4+jeFa0RVBqMtBo62DpeIc/TP9gXwc0qqy0ZNniaZkZado6BhKSMuFhIe/f+42d0FHqqQWgLiFZWcX+BkR7fmpKbmKipIYmO0/tkaeAlBTWKhcmTVIyNIQAdJv7cOPGs4MHZPv1rVdeUVJSUdzJbhfuMiD93MXUy0Bbzfu9DDSdUZmSniMixMf1I9YsLMCLdiOFBHiFBHjERQSkxIUpZBIGuihIP3dJDsZ4He2Qgf5DNDqdja2NH1pHHLETAWg2Njbi9mWi+mc4gQUAAAAAAADoOOreuomgls5dA3RNoBtdNEVHXvh8URg1d6HCgRjoTGqrZifjazLaMmsSAB3xtoS6GWgK9ed5FchAdy6xn+ju25tMP/+ModQQFxdBLxMTHTRgcXFpfEJKYnxqUND3+/delJSWycpKoK5i4kJiYkJi4sJiou0bSK1HWVl54cKFhw4dWrRo0atXr0JDQ+/cuYP+rpWVlRkaGn7//n3w4ME9evR49uyZi4tLamrqpk2bEhMTbW1t+fn5J0+ejErQsMuWLcP+TFpa1s4dZ8zNdYcMteTgYMc6nqLSkoO33LwC/OgMxgBdg9KKCk52DlT+JDBgys6NqGWIkdnJZWtRS0xq8h63S1+iIzLycmVExRwMjBc5jUPrBDGeL9GRWy+fDY4MlxAW0e7R80ngO0cL6y3TZqNOquOG91busWb81AO3rr4ODpo2aNj6STPOeN697+cbFh/LxcGhJq+4cuykfj3UiFFZL55l399ISlj08O1rGXk5ytIyq8ZNTc3JuvToQWxKirSo2BLn8UONzRudHdtlc7/GRKGWV0fO9JCR8wp4s/joPt+jZ1eePPT2awgvF5eRVp8VYyevO3ssJCaqpKzMoq/OnjkL+bjwsEFpRfmOy+feff8alZwoJiCoq6a1ftJ0ZpCaxqAfuuV21/dldmFBHxVVTja2t99C0KdIi+BZfzTI+rPHgyLDSawkFRmZ9RNn6KppNL/kFxzeQyaRDsxb2nxv6bk5K04cCo2LyS0slBOXMNbqs3bSdA4qflEvMOzb+nMnopISeDg4tZRUts+cJycmwRzwxacPZz3dP4SHqcnJK0j8L0SBLgkdvH3tnu+L5KxMSWFhK239dZOmM7/KTq2svOLWzUfvAoLHTxj8d248cLaw2XLhdGh8DGq/9Pjh6lNHr2/cadZHm+h66oH75gun7m7b319Diyg5+9Dj+af3KVkZsmKSS5zHoe2r0dGiodCwqGWny/xJdoNRy40XTy5430drWl+VnmgDmT5oOLPnK088Tz+8h8apKiu/eeosPTXNhiPMLy5SnzAStTz/GCg53Aa1XF67zVpHD8OfDFy5+tQRn88fcwoKZMXER5pbLxj527GZehNMfNyltVvfhYY8eOObU5iPpmqHy3xFiUbyPOe8PNDms9hx3PKxk4iSR+/8D925FpmYwM/D069Hz+0z5tW9paGZdbsutPnPO7jL58iZLRdPBX4PZVRV2ukZbJsxl5ujY+2HELtPRNyzmkLG9/pIrBRqVdWPgxYMgO6HuNsTHf6Q8IqgSTU1QHesB+DUBQHojsL31dP0tOR581fbDxpJlBQXFWIAdEj9J05EL6Ld9+QJH1dXm6VL5fX0MNB5ULm4Zt1xZ+OEM1z/AKSfu6S6GehKGsNmyc9OTWWgaXRGbGJabGJ6akYuemvQr6dGDzmiEycH28SRVhjoBiD93IVBBvrPVVTQ2Khtf8KXqHgM+3HlktgA4RwWAAAAAAAAoOOocwH+p05aCTRzXlhJrGSMUnMBlVwFt6GCTojlx03VREVopA5ZAzSBmYGuaYEMdOdDpJ8rGS1KP9dbCbm5OTU1VNCLeFtcXJqUlJaSkpmVmRv6LTojIzsvr1BMTFhUVFBCUpSPjxv1z8ODXlzcPFwC/LxYO1i3bp2bm9uiRYtCQ0MtLS1HjsSzEDt37gwPD3/06JGdnR1Wc4Z8woQJ27dvHzt2bHBwcHFx8ZYtWxYvXow65ebm8vLyMrBK7M+gPzo+PoFBQd8dnex0dDSxjiQ1O2vYmsXJWZlW2rpKkjLPPr7LzMsV5sNPLytJSS9xGnfglhuz5+9xMQ/f+lrr6A3Q7X/39cvDd65n5eftm4tflErKzBi2Zgna9h0MTTLzcm75PKOQybOHOTKHjUpOnL5nyyKncb0UlYeZWqJl4vb0cQWtYripRVputk/Qx7dfv/gdOy8vXpvfPeFxR1xAcP6oMTEpSZcee07Yto6DjX2CzcCpDsOuPPGavX+HqICggUavhnM0foC9BztHQGgIs6S4rNRk3rThJuY7XeZffebt7vvicWCAooTk6vFTw+JjL3g/yCkqvLNlD+qzoLj4ylMvTUXlyXZDXn7+cO/1i2+xUS8Pn0I/vajrhnMnLj/27K3cw6Kf7uPAtxm5OeNtHIj08/f4mIHLF6AfZls9Q24Ozsfv3w5bu+Ty2m1oqWJ/JjoladjqJYWlxXb6hpJCIp+jI7zfvVk+diIHle1DWOjoTau42DnHWNtn5+d5BvhZL57tc/g0MUlH3G/sunpeSljUyWJATkHBnVfP6452/uG9aO40FZUm2w/+Ght9zssjND7Gfeu+LnPhIDExbeeOM6amOoOHWKCfGqw9VdbU0ctVc9tAS9x/4zOwvzHadp4EBszat72qumqYsUXD3kx698sp/PnFPfT3XeK6X1VWHq11ITFR9/x8mAHolOysfdcv2+gZFpcpoXUPrRXvTl0W5ResN0J2Khvaog/duS4vJjHMxByVKEjWBsRn7NmCJsZIq49DfxO05qM1Jysvd+v0OdjvqDfBBLSpyoqJLxk9PjUrE/1iTN25Ca2i9Vazb7Exmy+csuynu2xMbQrI7dmj5ccPSggJjx1gj35P0LQFfg99dvAEkYFuft2up4JOs148y0ir9/aZc18GfUA/Teiv2S6XBVjHQ1zTpxD3vJHwC3n4I2sA6MaIkxD49sBKNDvuXdltE4BmKSIXf37N3dcUA62VlZ2BmjKyCswSbp7aYwz/Ny93bF0xwHZIWlpKVEQoLx+/pma/WXOWc9dUuFtRXn7h3NFv3z4nJcYJCgqra/aZOn2BkJAIMezWTUsD37+5cv3RhXOu7wJeSUrKHDxyqe7nlpWWzJk1pry8zPXENeZQAPyJ8sLCJ3v3xH34UJafLygrqzPKUdvJCZUXZ2W5Dh0iKCM748YNYo/qq7eX+4oVVgsX6jo57zIyRCXhL19u0sRvxBx/6pSykXFTH5H0+fOTfXszo6PZubkl1NXtV67il5YmBr+7auVs97vPDh5M/BxUxWD0tLKyW76CylX/qUCVdPp+SwsJNfUJp08zC7898r6zfPmovXs17Qc2/NDsuLgne3Ynh4Sgn3URJSWrhYtk+vRB5c8O7Pc/f3704SPos/Ax02inx4wuzcubc88DzSSaLyVDIw4+vrj371jJZDGVHnarVgkrKDQ6XzFv/d9duZIRGVlRWiqqpKQ7enSvQYOJTs3PGr2s7MXRI4mfgjKjo3jFxGT79bNasJBHFD+yQt9FwCV8qz/t7IyastraUy9djvT1vTYX313uNWjQiF27m1+q5QUFaC7GnzwZ//HT9yePi3Nz5fr1s1+zBn2VGPh9kH7uwpgZ6Cg/tH/1iwx0cUnZjYevmW852KlojxED3Qykn7s8yED/obLyCg6ONv77SCxz4meZeKI0kX7G4BFmAAAAAAAAgA6DGRom7tvspNHnupgnx9CskKqYp0ir4agYdBbVddP8rLVbJrME63h+ngDBT0RBBrozaWH6uSUPn8Rq8tBqakroxSyh0xmpqRlZWflZmTlpqVn5eYW5eQWoWVqGrxIcHOw83Jw8vFzs6OPQZ+JNCgcnB4VColKpqL2mibeQKRQ2Kv5IdCoFFaJ/6G3jp7X5+Pg2bNgwezZeCbGXlxdRePr0aUtLSyL9jNWsqzNmzLh27VpgYGCPHj1QyaVLlyZMmCAsLCwoKIi1nYKC4rNn7vi9/jRuwmBRkbYc85/Yfe1iclbmscUrh5vi15oXO48znD2F6KQsJbNszKS6AWgHA5MHOw/p9FRH7WsmTrNcMPPa88frJ8/g4+I5ef9OBZ32aIdrb2V8Ge66ev6I+43QuFgJIWFi2IzcnCvrttcNBB9ZuLyHjBx7TSUURL25lx492DjFhehKJZM9dh4kotj83Dw7r55fPX7KNIdh6K2KlOyQ1Ytu+zxrNAA9wXYQ+qy6AWjEZfAIombZIcZmmpOc+Li47m7fTyRWI5LiX33+lJKdKSUsiqb25qbdRE29m6pdZu/f8cDf9/nHQFs9g+yC/MuPPQfo9r+0ZgvqunzsRL0ZE4hKf5GVJ4+gcT7cc0RWVBy9XTtxmv2yecuPHwg6dx37A2h3ZYnr/tyigrr1B+cXF6EFXllVueLkYTYK24NdhxQk8BjrLZ9ni47s3XX1guvilbFpKbvdLqDv4vaWPURlt6q35Pddr83qvP7y6d7rF3OHO62dOJ0oIerfdXv+aPyAgVhXgZaer++Hjx9Dh4+wMjLqh7UPOoOx9dIZ1KIqK9/CQW5v3askiQchIhLjR65bvvb0MbPe2gI89W8Cseyny0ahMNO9fiHBqHlo/jJiE0NrBbNP9LvMXPeefng3eceGOz4v5gx3rDdCtK2hLdr17i1FKSnUwiy/5/fySWAA2riIxPPysolDVi8+731/8sAhxHS2UL0JJvRSUnbbsIOosDyvqAiNNiQmipgFAlqfp+3eJCcueXLZWuLPSmZ+7paLpw21+lxdt434fUCDOKxYsPXS2WO/WrcbNdHWYcPkmahlqLH5t9joO69edMAANHPfqbpmb6+6JgCNijG4eAS6pR87mTXXsmuOfjr4SYk2CECz5nBSwkQyvxzj7mOMsUB2p5WUFFVR08vzjkoPdTb2Rh688jXk04iREwYPdvoQ+Ob5s4dRUd+PnbiODi2Kiwsfed9VUlZ1GOz48aP/q5ePYqLDj5+8wVpTqxlWk6pZumiKuYXd5CnzeHn56o12354NOdmZe/efhfQzaBP08vJzE8ZnxcT0MDcXkpOLDQh4uGVzYVaWxdy53CIiVgsWeG3b9vHWTV3n0SU5Od7bt0v37m08bXolnW4xb57vyZNC8vKaNce6gjIyTX1EUnDwlVkubFxc/UaOLMnOCX3yOOFT0Gx3dz4J/G5UWmnpKWcnBT29gatWR7/1D7pzh8LGZr96Tb2RkCgUDVu7jzdvoMngEqp9VEf4Sx8qF5eqhWXDD82IjDw7dgwLidTT0pKNizv85YsLkyaOO3FCydDIfM7c70+fPdm3T8nQkMLBgeYiIyJiwunTHHx5OTpsAAAQAElEQVR85QX4Xm/Kt2+Gkyb2GjQItfifP3dmzOgZ1280moGO8vND/aiYmKDJ+/Lgwd1Vq9CfEa2BDkTXZmatvKjo482bkpqaemPGRPv7B3t4pIWFudy6jX4H0FRlRcdE+7/RcR7NIyLMKyqG+kdfDVrgPq6uLVyqyJ0VKwSkZUxdZhVmpL8+ffrW4sUut+9AbOt31U0/31ldmvQV31cetIhL0xLSz10EnoFmZQnyKm80A11aVsHFWfsnnpuLA71IJBZlOSlFGTE+Xi4MdDN108/Xn+LpZz4u0s65MpB+7mIgA91qaOFUVNDQRRasrdXLQDNPXcE5LAAAAAAAAEAHUfdQsW4Fn530EBJNNjrgIo6/avIEcBQGOqu6NyfUbemYmslA+x/DUj5DBrojSghh3N2Jp585hcv7z0vmFmKlslOZ6Wfyb6afG0WhkOXkpNCrXnkFjZ6bk19QUJSbW4CapSXl6NRceTmtuKS0IjWLRqNVVNBpFeg/Oo1GR52aGj8nBzuaSDSl7Bzsu9YvJgpnzJgxf/58AwODvn37ordZWVkZNRrOQmZm5vjx4/ft27dlyxY1NbVp06YtW7ZMWFg4OTkj4PMXrI1ERMTt3H56+AhrY+P2SmS2XF5R4W2fZ/rqmkT6GeHj4uHjavKaEfr2ifQzwkFlM+7VJ+FZWnxaWm9lnsikBHYqlZlr1FPXwtxvRCXHW+vUPsZZTkyiXnXIvZRUmO22eoarTx2NTUthlvBzcxPpZ0SYH2+RFhEj3vZRUWWjUFOys7AWk5eorekWDSjAzS3Ay8esr1enp+arz5+SM/EANHrLzBmjNcRGr/8Df9/YtGSspgZr1NTtqUF0FeThU5NXCEuIx2pirJ8iwpY4jSMSqDUTzzPSzPLALbfkrEyiPua6ZuzZ4hXwhvn2xosnNUvA4MLqzfX6DI2L/Rj+fZiJJXOqiJGjZkh0FPrcOcMdFX7MmqO59b7rl959x5Pfl7wfol2dNeOnEglRRKbOZLg9fYSWw9LRE5klk+0Hbzx/8lP4944QgGajsSjlUgIDQzmI+y7IxC8PCxEGbUpOTn6j5SUlpVevPAz69H3suEGCgnxYG3kc+Bat86glLi0lPTdHUlhk3gjnFg7L/uPJk6qy8ktGj1935pj3O/9xA+ybH0pWDF+7jt+7fXzpKhIrCa2BzE5igoLMdc9QE78rICo5AWuxu74vyCTSqvG1dz6gdWbm4BFLXPe/C/36WwHoRsmLSxLpZwzfcvHfh/j01LoB6EVH9yVlZrx2PcdcV73e+qE/A4sdxzIXFPqt0FPTCIr4jv1q3W6UmtzPbEwfZdWwhLisgjwRPgGsg2Hu4OHHKXUuHgHQndU7F9FhD3/aIABdzVWzg1tVSctIoorLYaBV9PqbaGj2fe379OvXoPETXKxtBpPJ//t2xo6baTUAz0Eam1oJi4rdcDvr5Xln6PAxQsKi23cd19TCjxZmVC/evWOt3+ungYFv+huY/Ri02tjEesKk2Q0/9N5dt3cBvouWbFBV61jPeQGdl9+ZM9mxseNPnlQ2NkFvq6uq7q5a5Xf6VC8HByF5eR3n0V8ePnxx+IiGje2DTRsr6fQRu3axsLKS2djMZs1+c/askKwsamlm/FWVld47tlPY2KZevCQgi9dArGJicnf1Kp/jx4Zt3Ub0o+PoZF3zUCR1W9v08Aj0iQ0D0IjWwIEfblwP8fQ0mITfXVdJo0W+9lU1M6c0dgcC+lAOPr6pl6/wS+FnBKzmzz87ftzDLVsWPX6C+h+0Yf2VmTPfnDvXw9zszbmz/UaNUjI0Yg6rYWtr6jILtfQwM5PX0bk0baqPq6vj/v0NP8Vg4iT0IjLHhpOnuA4e9N7NjRmAbmbWeERFJ54+I6utjdoHLF12b/UqNF/Rb96gT1Q2Ms4Ij4j2f9NvxHBJjdotHX0XaDkzA9AtWaqS6hpjXF2JhVNaUPDu8uW00FBJTfjp+A2Qfu4mbFzwg726Geji0vLY5KyYxHRxYQEro97MncLB1vpcHPDtd1P10s9nHuLp593zZWTEqBjociAD3TplP2qdwdpBxz9QBwAAAAAAAIB6OvXxCxyFgS6p46/PTWWgjeZCBrojSghh3N5SyKDVSz+zM9PPlD9OPzeDjUqRkBBBrxb2T6czKmg01MQbeCqaQafj2WgGoxJv4v9VMnsmkUhogpnhB2LiHRwcli1bVm+0PXv2RM2lS5dOmzZt165de/fuvXDhwosXL6pYKZERcVjbQecenz31l5eXkpT8x5XEEaFeI83evzXI/htXgiLDsgvyiSRufnERakoJi/h/pZXTaERmsaAELxTh/xkxlBYVqzcq9IVdfPzA3fdldFKiIC8vWruIUf0SmUTiZGdnMBhYWyAC34zK2rHlFhUcvnXd5/OHpMwMcUG8IrOCInyqiPh1QZ0pLCguFhPAZzA8MR41D9xyq1tbNiE7P69hAHqp84TJ9kNQy7F7N9FGNWsoXlMvWgINpy0qOR41+6s3ck2ciGUrSv6s1g2t20pS0r7BQYzKyoikePTWSKsP1piIpIQKOk3ReVC98pzCxjPEfxmlikW0iJSSkkkhk4ifnZbc80Oc0m9KeHic/5ugwUMssDaSkZuDXnxcPFIiIiPMLNGX2LAK55boUxMFjq7ZEps31WFoRGK8u++Lr7GR0wePmGDjQCE3krhjr0kbl1VUYC0Wl5oqJiDEvCUAIXLPyZnpWJvi58ZD20VlpcySS4890Y8JavkeH6ssVbsyR9Qkyx03rKg3OCcbe03X5tbtXxLgxX+1CktKOmAAGmtwJyoGAPihg28RbRGAZmdg5CoWVs7KonwMAtCthfb4d+w+8fK51113t6OHt991v7pi1XZllZ6N9jxq1MQbbme/ffs8dPgY9JZIP2M1a5u+gYnf66epKUl1+x802LHhSCLCvp0/c8TSauAA2yEYAG3k053bCvr9ifQzwsLKqj1q1Fdvr5SvX4Xk5dEqOnjDxlNOjpdnTE8PDx+4Zo2gjGwzY0sOCQn28CDaNe3t5XV108K+p33/bjJjJpHTRbQGDXp14njCx0/MoURVlJntkhoaqaHfSnJzuRo8IEm2Xz80Sd8eeRMB6Og3b2glJWrW1g0nIys6OuHjR4t584j0M8LOx6fl4ODj6lqQlsYnIaFkaKRpP9D/wvnvz5/xS0raLluONUFBX1+mT5/4jx8a7cqsbhkRVlAQVVHJjI6u20Mzs0akn7Ga34EeZmYhnp65CS29rbAlS1VARoYZDZfSwO+szU9JgQB0yxHR56qqqorSyjtrIP3cxTEz0AlxJR530yq5a8/FpGflEbFXYu8Q0s/dFqSfuyHIQLdCWTl+fpCDvb1+KmGZAwAAAAAAAMBfBgdiAPx9kIHuLP5t+rkV0PSgF9YqwsLCEhISxcXF5ubmTfXDz8+/a9cuTU3NCRMmnD59+sCRg4rqsthvmuWyqdFyMplkY2tsP9CETCJVVlZi/1R+TbSXQmnp1YHnHwMn79ygpag8zsahp6y8u+9zz7d+RCcdNY1bPs92u13cOGVmcVnpWU8Pbg5OK2195rD11pwKOm3i9g2fwr+PsrCeNXRkBY2+9rQr9q8lZqYPW72YxEoaZmKurar+NSbq4O3aTLOMqJiogOCtl0/H2zrIiUmgGY9OSVriNA77MWuzhzla9tOtN8Keco08lplZePPlU7Qa/DLKycLayEbXaO2wNfXGsqLJyS8pppDITW+tLMJ8/CeW1q/ErW5g/R8qZq96pVK22chCiI+Pk5uTjYOdQqUQdzI0M9T+fReiohrPJ6iqKoweYy8uLtKGVepOshu802U+9sfIJPynjIv911WxcLKxH120cpHTuM0XTq47c+zas0cPdx9mVq78J6qx6kZLWFlYsXZDfJfB0REH5y/bd/3yhnMnbPUM2Gp+i1hqOrouXikmIFR3EKLrr9btrgAOWwDodNogAI3Q+mb3HPUaA3+GTCbb2A0dYDvk/bvXhw9uW7FsxrET1yUae6IBBycnL59ARnoq8bawIP/G9fOfPr7NyEgTEhJGJUVFhcyeWVhYRX48bYGporxs147VVVWVsbFRVZWV6HgJA+CPleTmluTkxOYEbNLUaNiJaBFTVTWYNMn//HlFA0O9seOaH2FeUuLHWzeJdgk1NXld3dxE/N47Idmfh7ho50NIXj7az6+qsXtMOfjwm9gqiosaBqCRXoMG+bi6ZkVHiygrh/u8pHJxqZiaNuwtKyYGNVGfzCqT68xXDpFatluxItr/TXZMzNTLV9i4ubGm8UtKJQUHVxQXN9pbxMuXgTduZEZHVdLpaNZoJSVovlgbu3ew3qyVFeT7nTkT8/ZtXnIyrxh+/2tZYSHWMr+9VGseclRRUoKBlqmbfr6xojQtDNLPXR+RgQ5PTsfTz5WsstKC8tIiMpKiaDXoOCcowT8B6eduCzLQv6u0rJyNjQqLBQAAAAAAAAAAAOBPQAa64+t06ec/N3ny5J07d96+fdvRsbYet4yMDDGx2vqJfXx8LCzwamL79sWrgSts8RXPltDSUnF0thcVwa+utmEWs9WkRfHKib/Hxbaw/w3njsmJiXvsOEAkEdNzs5kBaCeLAX7BQace3Hn07k1+STG6BnF00cpm6sR98MbX70vQ3jmLxw2wJ0p2XD6L/WuHbrml5+b4HTtP1ICrKCnFDEAjrotWTt212WTuVEVJmcik+AG6/WcPd0LlPWXxihrRRtLqWmmboiyNjzk8Ib5hJ1kxPCSQlJHGLEHLPDIpQVZUjMRKkhYRDYmOjEpO6CEj33BYVRk5z4AEbVV1orruLkxAgNfR0a6ftjr2t7Y4Uk32qZxGa2H/yZkZqKkgKcUsaX460Zp5ee22RUf23vJ59iTw7TDj1tRpTaP/L4MhIyr+9tsXZvXtSGRNjdTyEpJYuyFmcunoCc6WNvzcPFN2bjx8+9qKsZNRoWrNBsXPzdvoBtX8ug0AAP9E2wSgMY5/fGNcV4IOWvobmKG/Nls3L33x3Gv8RJdGeysuKhQWxveGM9JTly+ZzkpiNTO3VVPrFRUddsPtbL0R1v8IjCUvL0dVTWvoiDFnTh7w8rozeIgzBsAfI1Y2FVNTo8lT6nUSVvh5b2UlnY6aVZWM6qoqFtbm7lrTchiEXv8ranR3s7qaBe3I/v4Bfy8HPAD91dvbfO7csBcve1paUhq9t69mzMbTZygbGtbrIqqsQrSgmSJ2hRm/2pkuJ+5PaGxGXh0/9ur4cQ1bO5MZM3jFxF+fOsUMjjcvPyXl4rSprCwsGvYDZXr1Sgv77nPsGNZybbpUQT2Qfu62bFw4K89Khj9iq4gX4DFh6C4ho9+9StYf55ohA90tQfq5m4MM9G8pKyvnaEGlCwAAAAAAAAAAAACgeS3JQJMpmPkkyED/A90w/YysWbPmzp07Tk5O1tbW/fr1i42N9fLyunTpkqOjY2hoqKWlpZWVlba29suXL1HPo0KBkQAAEABJREFUzVQU/VsEBHjHjHXo1UsV60iUpWXFBIUevvV1+mRjpY3XXoxOFFfQ6ZzsHI32n5KdpaOqzvajxuiwhDjUpNVUaMXKwqqpqMzKSjLU6qUpr6SuoMjWbMXSydmZqCkvXvuA4sTM9JLycnpjdWP9TWgGOahsEjW1/mE/ZpD+o6JuXi5ui766KtLSvZR6qCsoSYuIEuU9ZOT7qKheePTQydJGWUqGKMwqyBPh+0WFyrZ6hqzNblYa8oo9ZORuvny6YNQYMYHaCtfyi4v4uXnQJ+Lfnf/rpaMnkmtCt5efeKbn5rgMGYXaDTV7ewe8WXf2xMU1mznZ8BPdFQw6c7SOFgPQl77x/MmdM+cRWzeNQS+rKOfj4sG6CjKZNGCAkd1AEzYqBfuLpIXxWyk+hofa6hmgFkZlpefb+rV5Mn6sUWW0ijOed9HmZtlPD70V5sMv4kQlNV6PdUZebmFJsYo0XqlcL+Uet3yeFZeVYb9PiI8vPDG+7iUhGz2D11+CPPx8RlvZYjUr2Ml7t9mpVPN+Olg7k65JnaFlZdK73/F7t8dY28uIitn3N952+dze65f01DS4OWr3DdDsE5tA8+s2AAD8E20UgAZtTaWHGmqmpiQ22jU6MqyqqlJKCr/t5vq1szk5WafPuUvV/KGVkpKtF4BuqBqr5uHl27L1CBc3t8+LR1cunTQ1teHrGE/TAJ0ap4AAt4gIrbRUXk+vqX7iAwPfXbnSZ/jw4Hv3fI4ds5z/v+eSENnoZvDX3HuXl5rKLKmuqsqKixOUlW1pReZ1wr4CMjLyurpfvb1Rs7ywQMPGttEhRJSUsJoTQ03NF9o99diwnoOXV1qrl/uqlTNv3OT9cY9yPZU0Wlp4OOrKxsPDHJZoKcrMfHX8OFoyw7ZuI0q+P32SGvoNawG/s2cLUlLme3kJ1tyNh5ZGwwB0Ja3JZdsGSxU0AdLP3Zz9dH7SKWpQfHmUH7mqstJu+c8bJCAD3Q1B+hlgkIH+HWXlFRwc8OcSAAAAAAAAAAAAoA38MgP9zh2vBxoy0H9Z90w/I9zc3O/fv1+0aNHr168/ffpkaGi4bNkyFRUVopOLi8ubN2+OHz/et2/f8+fPT548mYH9UX18ZDLJxtbY1s74LwcxW4JKpqweP3XRkb0Ttq211tFXl1Pw/RKUlpPdVM3NNrr9vQLerD51tF+PnleeekUk4knNkOiIATr6j969OXTLbfawURk52ej1OTrCoq+uQtM1yA7Q7r/32qU1p11nDBkRn5Zy6bEXWtOik5OKSkt4OLmwfwTNoN+XoJl7to40s3z28cPTwLckVlJwVATRdeGRvTI1dWaHxER+i4/VkFe00tYjwsc7Zswbumax5cKZA3T7SwuLfY2L+hQR5n/8IjMk3SgHA+Pmpwctk7UTp0/avt5u2dxx1nYYHk4tvunzzM/1nLig0GLHcatOHRm3da2uqlpYYvyjd/5o0c0ejgegx9sMvOj94E3IZ+tFLhb99NDJ/xsvHjNHa62jhz76yhPPgG9fTHr3yysq8g8JsutvvHvWAqxLqFvV+l/WX0NLTkzixounHOwc+moalx4/DImJqtfP2M2rBxuaJmRkvP36Oasgf+noicQWJyEkrCan8MDfN6+46NKaLfXq5/YK8Ntw7oS9vqGYgJBngB9a8fTVNLHfZ9yr722fZzP3blWVkWMlkZc4jRs3wP7EvdtrT7vGpaXQ6PTH798mZKTNG+HcTIL/ceDbyP8HtV2GjLSpyXy3zk6X+ebzp68/d/zi6s1iAoJrJkxdd+aYwazJVtq6bFS2d6EhaFt4eegU+kvU/LoNAAD/BCsGOgz/Ny8ZP+6oe/L4PmpKSskyu9LptakpOo128QIebTQ1G4CaWZnpbGxsRG3QSFw8/se7svIXd+ZxcfFw8/CgP05z5q4sQX+8L/xOZbEANK3P0GEJHz+GPv65i1Ocnc1sp5WW3lu3VkJdY8imzYZTpvidPhX3/j2zK7ewSGZMTPOPFJHU0OCXkvr+7GnVj43l053b+cnJqua/frYIl5AQambF/u8RQlr2A/OSk14ePcLBx6dsZNTogCJKSrL9+gXeuJGT8HMnsm7dzIHX3OLevbNZumzYtm2VNNrd1auqq6qYXSvpPyOPr8+cKc7K0rCzq50kYeHcxERiXvKSk1FTQKr26Sr0srK8lBR88BbcaFuQlkpFW/WP47fMqKi6A3IK4HvGmdHRTQ3+J0sVNAPSzwCrqQe6nwN+82vMW9LjvegXgsag0ysrK9GKQawhGOgeIP0MmByM+eeMFC2jYWvPFkXEl9LoNPQnm1g3sI7x1MUOoqwcaoAGAAAAAAAAAAAAaDMsNVhZWUlkEoVKpbJRqexUDm52o7mFUn1LUQ/v3MtfXSrFwN/SrdLP6OIIUZ0zk4CAwKVLl+Li4nJzcz09Pbds2dKnTx9ULicnd/LkyW/fvhUVFb1+/XrKlCnYn1FVVdiwae6QIRYdMP1McLIYcHLZWg0FxdfBQZ5v/QYbmsmJSTTV8/aZ84YYmd3xfbHz6nkJQeGAkxcHGhgfcb+BOlnp6Nv1Nz553/3ALTf0WnfmmPHcKVefeTc1Kk1FpWOLV5JIpA1nj/sGf9o/d/G5lRvQmnbe+wH270y2HzxvhPPXmKh1Z0+k5WQ+3H1o1fgpgWGhH8JCUdelzhNSsrKIGdx3/dKUnRsHLJldXIb/cPVRUfXafVRXTdPvy2fPgNfCfPwLRo3hZG+Da7IDdPTvbtsvIyp2+uG9s173g6MjN0yaLsTLhzpNtBt0fOnq3ML84x63P4aFWvbTfXrguCg/nvqlkin3dx4cbGhaUlZ22+dZfHrK3OFOdUeLvvRFjmMrqyqvP3+UlJk23NTStHc/rPMTERGYM3fM3Hnj/kn6GWGnUq9v2tVLWfn43Zs7r17QUFBeMHJ03R6mOQwbbWV3+uHdp4FvRQUF98xZtNR5PLPr6RXrBxmaRCTEldMq6o1ZU0HJRrf/x4iwWz7PUPvNzbuJ2qB/1/pJM1Rl5b0C3qDV2O/LJ1TCRqE+2udqraN/59Xzi48eop//DVNmrpkwrZmRZOTmBISG1H1lFuRhf0BRQsplyMingQHo1wC9nTpwKFpFJYSF7r/x/RAeqqemOXaAHXEB65frNgAA/H1tVgN06ffA0sgQLg1dDpXeGPh9375+3rF1BRc3j4Jij9Li4tjYCHEJqcFDfv6dOH1yf3xcdDVW/eljQFpqkompjaExnk3UNzAL/hy4fdsKS8uBgYFv3gX4ogOhiIjQFn6uqpqm9YDBTx7fHzTEUVGpYz3wBXRGpjNmfH/65PaypZ/u3JFQV8tLTo709R2+fQcR+X28Z3dBaqrzwYNoLbWavyDG39995YpZd9y5hfGn2Cjo6wW5u7uvWCGipIh6MJkxs+H4SVSqyfQZDzdvujZvrkyfPplR0aFPHnPy8xtOmvTLaeMRFZXU0Azx9CzNzx99+AiZDT/gUbOx8dqxPTkkpM/w4SRqkyk0u5Urz0+ceGLEcFVzCz4J8fTwiMTPQfM9vfgkJHKTEl8cPqxkaKRuY1PT56p7a1a/dHW1WlB7g2awh0d1VRWPiGjSl+CEjx/F1dRMZ7oQnZQMDd9dvnzKyXHk7j14CllaOvDaNTTv7Dw8765cKSsoQP2kfP0qr6vb/KypmptHv3lzZ8VyrYEDo968CX/5kkShpH6rrT1aTlcHjfOl69Hi7Cx6BU3d2lpSU7OtlipoSqPp56HLuNVMIezY7di4cJIpWKBHOZGBhnqguyFIP4N66tYDvXlKtYYS1APdiLKyCk4OCEADAAAAAAAAAAAAtBmoB7rj6LZ1P/9NgoJ8Tk52ffqqYR3eECMz9GK+nTPcsW7X1HtPme2i/IInl62t2/Xsig1ECycb+7HFK4l2dJI5IjF+1PoVB25cGT9gICqJcLvX8HOHm1qhV90SZm/PD56sWz7Gyg696paEXr6DNW3ZmEnoRbQ7GBjXnQUk8PTVum+nOQxDL6KdxEpaM2Fa3einmpwiM145yNAEvYj2otKSo+43XO/e9HjziphHTUUl9617sXbQX0Prwc5DjXYaZmwxzLjxOsUEeHhPLV9Xt2Tp6InMdjSnK8ZORi+sq2CjUocOs7QeYEght1kOrVFaisr11qh65MUl3NbvqFvCXPJbp88hWub/PxXNpCQpfXr5euZbI60+zM/SU9PUa6zK53obC5lEan7yhPn4fQ6fblhYb21pSvOzX3eC+bl56vVpraPHLGm4Ya6dOB29mG/r/S7V1fy6/f7UFWZ7w09ZN3EGemEAANCm2qwG6Hw/r8KAx6XhQRhoFR5eXkurgTw8fBHh3ypo5UOGjj54+BIf/88nGujqGX/8+PbxIw9RUYmFi9evWlv7B3vQoFGOzpNjoiJOntibnZVx4NCFSZPnfA8NDgv90sKPnjJ9Pgcn59HDOzAA/hiVi2vG9Ru9hwzJTUr8dMedXl5uOHmKkJwchtd+6h905472KEdJDXy/kESljti5qzQv786K5UR9ydaLFkuoq3975O3j6hpbp2boerQdHR337S/Lz/e/cCEp+LOqhcXMGzeJ2p1/adTePZr2AzOjoxnl5UQJJz+/bN++qEXT1raZAdE0T3e7JttPO/ZdQNjzF5wCAqYuLlRODjTld1fh9T0PWle7h4fmvYeZ2Zszp5mVW8vr6RVlZvmfP1dJp1vOnz/9qhsHHx/RyXLuvP4TJlQyGHnJyWQ2Nuf9B8RUe/qdPRt4/bqGnf3su/fEevTwv3Ae+xVtRyfTmS5p378/3r27MCNj2uUrVgsXJXz6mBQcjLoKysg6rF1XkpPjc+xY4PVrRZmZWJsuVdAQpJ9BPZZTOfWGQT3Q3RSkn0GjmPVAb7hQ/C26GOqBbqimBmh4ZgIAAAAAAAAAAABAW4J6oDsCSD//HRs2zekU6ee2gs4qewe8Ic4to9VGSUpGWVqGTCJhXciX6MikzAyinYeTS1+9F4YnieG59x3CdJdR9vam7Z1+BgAAABpiqXtxnUhrMRiM8vLyabuzKqtJN7YqNByG6I1Op1dUlOe8kMCqyllY2URZZuX73meTU5Wasx0Dbcr/zcsdW1csWbbZaoADBjqq8oLwuNf4ozEqOfRZe1zi4uLm4OJCB6noCBUdnf7hoSmx0dFotIqiwmILU1Si9OEjBtrI3VUro9+8WerzikRp4ycflRcU7DIy1HZ0GrxxIwbaWllgYOrcOQxVVcauPdzcPOycnGiLQyfr/nyL+0OQfgZNeXm+NNADv/tCybDSdhkrGxsbmUIh1ZzEJE46Y6DLgfQzaJ7Xm/zj7pnsVGzzZC5NZW4qhUoik1lrYJ322ob1gigFEdrasWRubm4uLi529lbuD7s/eJqTVzBzkiMGAAAAAAAAAKCDIU6BouuJFRUVR3xv3g7xuTZru6ygGAYA6CSYFzIqGZV0/AIkjVZOKysu9z/Gm/IZr/65/0h2qAe6nae5aSAAABAASURBVHSf9DM3xoG1EQZWWY7RsLaGtoLKSrQJ0INSEwY/O4NKrtpPt5LtiXVOlx97rjp1RElKxqRX3/ziYt/gj3lFhesnTZ89zAnrEmgMuuHsyZl5uVbaenJiEp8iwz5FhEmLiD7a5yrEy4+BNnL+25u1/h6oxddomhAfHyc3JxsHO4WKX9D889ALvgNJp6M/OhOeX/HNiNEVl38wdB4GQMtoXd60IeK1TVHNXRAqhhyTD6K/myQy/hczb9coRkoYKuY0n8A9ajVzkKxletXlxaiFe+RqTosJRGFVSV72SiOinc/lGJtWbSXu9MRveXtqfzAF194nS6gQ7RVBjwrOLyXaRQ4GsVBqH15a+vRM8YODqIWVR0R4py/zQwtOzK4Ixd+y6w3lnbiTWZ5/ZCot8h0+kQOmcw9dwizPnKdOtHANms9lN5tory7OzVplTLTzzztL7WlItDOyEnI329dO5BoPsmQPor38k3fhhWW1E7n/AwsbV+1EPj9f7LEPtZClegquvsv80LxDk+jRH1ALh5ETz5hNzPKcDdaVuakNJ/Jn+f+XMHPieSfuYtcb0nAiBZZepyj0rl3CUYF5hycT7UKbn5GEpIj2is9PCs4tJtqF975j5eAl2st83Ypu4xlUFiqHyIFPzA8tfni49Mkp1EISVRDa4MUsR18T+rJQC1XLkt/F9efEbx9SmRaNWtgNRvKO28osz905gpESji8E0zE8Tj+rfs9ebVpVlI3hq80qTova2s2r8tOz11liDZZ8xZcXBWfmN5x45pInCUoKbXn+c+Lv7il9eRFr+I0cGEeP/dxw4nN3j2Ikfcf+v3r8byKHLeO0noo1WPJ80w6y9a2tBpQe9yVv/xiiXWi9J0lMseHEi7p+Z468Ivhp6Ss3fOL5RHin7GOW0777MTITWLn5WQWlqIp9meWuL27deP90v9UsJTEZdHWYg4ODSqWSyeS/uR/bZjffsMn2oIhKs0srYQAA0HmUFxamhoZq2Nq1efoZdE+QfgbNsJyKny8O9CiPeUt6sq/SdlkFsxNU5NAlQfoZ/JKDMX5a9rh75saLJZsnY3gGGr2vqSAB/SygVag7/yyUlJVzcrBjAAAAAAAAAAAAAKCtESed8PPS+Imon6crjeYW+h/DUj5zvnPH6/KADHSbg7qfQfsZbW2blZ/r9uzRxUcPhPn4tRSVR5pZOVoMwLoKKplyZvn6XdcuvvgUiLYOBQmpyfZDZg0bBelnAAAAoDlVDGZrNSup0fK6GFmJRD6+SvR/9SZXBD0ue3cPtVAU+1KXuDHLtb4958mP4fvuXV1liqnoYv9CmwWguTT10QsDAIBOojQvL/D6tS8PHqLzB2azZmEA/DFIP4Nfggx09wHpZ9BCkIFuSklJqbiYCAYAAAAAAAAAAAAA2gFkoP8+SD+DdkUlU5aOnoheWNfVt0fPm5t2YQCA7uqIqEqKivk4hb5UQdG65TzjNmMVpaiFhf9/D6Xhn30Cq6pELSQROWYhK5eAwMKLRDtJUoVZThaV/1kuJM0sp/TQY5Yzq39G2HQcaus2Jv/v4i/X0EWc1lPwD+IVrlvOPXJFdWkhXi4gUbdcYNElrOayMmudD2XhFvw5MVKqzHISv9jPcuGf/VPrTuSP6p/xidS2p8hp1rT9b4+OZ9Sq6rIivGe+/12J452yH2NUNJxIZnm9JSyw8BK6Ko5PjLhi4xMpUadcuiezvO7Coajo/Cz/UYMyPsm9rcnEF8TCWvdDOQxHsvU0qBnyf/UocdvP5jRxxnvn+t+NMbzjt2O0Mryc938zyzNuS+1qw/e/1Yl3xmGWSjo+wSKyzEJWfvHGl7xS38YnnrnkyWz/m3jT0Wxa5jV9/P8bcVxL1FZeb+Lx+rlrJrLu6lF3IlmFZZiF/1/yP6swJkn2+Fle5xv8ueT/v9tJRSu2/Vx85LxCdcvRgiKJKlSV5Ndbt6VTQ9VK87BPN7DK0k4fgAYAgM6lNC/vq7d3TytLk+kzOAUEMAD+DKSfQQtBBro7gPQz+C2QgW5UcUkpN1ebPSUTAAAAAAAAAAAAANQDGei/CdLPAAAAwB+KZueJE5CplO7Fwv2/nROKrGaj/VOUtBsvV9FrWMjCzt1oOSv6m60i1LCcJCiJXg3LyZKqWGPIUj0bLaco6/7GRFLYG59IHmH0alhOEpAg/T/KXDsx0mpYox9KRLpbXt5Y2rXJieTgZf2dJczKL8b6/7w1gSQkTfp/Gri2XEKZhDU2kXJaWKPlTaw2VMW+jfff6DfCLdhoeVNLniQsi14Ny8ky6tgfT2TTS57nt5Y8WicbXS25By9Er4blaeKqMclhmmhnVkT5f+XHJrOycfDojeDs1e7Po4AAdCdgZGzp9eQjBgBoU8KKivM9vbD2xM7Ht+lbKAa6AUg/g98CGeiuDdLPoBUgA91QSUkZFycEoAEAAAAAAAAAAADaEWSg/w5IPwMAAAAAgC4puJfdjTLW/VazlMR+VkddWZBZFuaLWkqCHwuNXM9nMRVrT6xYW6NnpWAAAABAtwHpZ9AKllM59Ybhz2SpyUBXVVRUMOj0yspKtCIRaxQGOidIP4NWczDmnzNStJyGbbxY8i26mEanVTIYxLqE/Vi1upWS0jIuLri0BgAAAAAAAAAAANC+WGqwsrKSyCQKlUplo1LZqRzc7EZzC8W1SlAP79zLX10qxUBrddv0czFW1lavcoyGAQAAAACAToLEJyq58AaPoTMLmY1bezDWztoyAF1ZmBe/ZUrSvoX07DQMAAAA6AYg/QxaDTLQXU/D9DMvpJ/B74AMdF3FJaVQAzQAAAAAAAAAAADAX9BUBtpsUTFkoP8Q1P0MAAAAAAC6IXYVfZGxu+S2B5B4RZiF5bEfq2llWFtrywA0iVegmsHA8Gn9jgEAAABdHaSfwR+CDHRX0mj6eQ+kn8Fvggw0U1FxCTfUAA0AAAAAAAAAAADwVzSagWbnYoMM9J+A9DMAAAAAAOjOWLkEmO2M7IQ010lJ223o6dFYm2rLADTCLq+KmmVxEIAGAADQxUH6GbQJyEB3DZB+Bm0IMtBIWVk5akIN0AAAAAAAAAAAAAB/DWSg21ZSKKSfAQAAAAAAqEVLi6qmlTJyklMOOVfmp2Ftp40D0Dx9TYUGTxEaOB4DAAAAui5IP4M2BBnozg7Sz6DNQQa6pBR/+BHUAA0AAAAAAAAAAADwN0EGuq0khTJubYL0MwAAAAAAALU4taylVjxg5RLg0RtB4pfA2k4bB6C5+5ryGTuQeAQwAAAAoIuC9DNoc5CB7rwg/QzaSTfPQBcVl3Cws8G1HwAAAAAAAAAAAIC/jJmBZiWxkikUyEC3ApF+pldA+hkAAAAAAICf2GS1ZNc/FxqxFmtTbRyABgAAALq2hulnFlZIP4M2ABnozgjSz6BddecMdGFRCTc3FwYAAAAAAAAAAAAA/joiA01CyCTIQP8uSD8D8EteAW8kh9vc9nmGdSRLXPejqcovLmq0q+q44U4bV2KtYr14luHsSRgAAAAAMIyVWxBraxCABgAAAFqq0fTzsJWQfgZtAzLQnQukn8Ff0G0z0IVFxXy83BgAAAAAAAAAAAAA+BcgA906kH4G7ae4rNRozuRJOzZgoDHBURHnve9jfwt8HQAAAMCfo6WGM7ITsT/WLgFoWmpc0YcXGOjqTh3f52Crk5WZjgHwt2THxV2ZOXOnQf+jDgPLCgqwP3BryeItfXpj7Sw9LGyTpobfmdNN9XDa2dl1yGDsn/o7i6ILaCr9rGrQ9cOOrruum6hOykzPxUA7gwx0ZwHpZ/DXdM8MdGFRMS8PBKABAAAAAAAAAAAA/hnIQP8uSD+D9lZSVlZUWoKBxgxbs+TV5w/YXwRfBwAAAPAn8jwPJO+wz/HYhf2xtg9A09ITkg8vz7pzgpGfhXVgZaWl06cM37xxyS/7rKqq8n315N1bX+zv2rNr3eQJgwry87AOoG0XwiOvuwf2bapXmJmZvn/PhjFOA8Y62aDvpbjo57NF6DTahXNHZ890HjnMdPGCSbExEXUHDPnyadP6RajTlAmDT5880BlTIE9evK6srMI6vNTQbx9u3sD+DK2k5N2VKznx8djvo5eXX54xPelLsIatrf64cRx8fFiburd2zRF7u9K89t3o0BI4NnTIzUULsQ6s3qIoTE/3cXXFuorzV28nJKZgv+kvpJ/vXH5qojrp1ZOfB+chn6JMe05eOm0v9hdVVVW/fBTo/zK45YOUFpePH7h63bwj2O/4Fhw9zHiB2xkvrBMK/hCxfMb+ocYLRpgu2r/5cn5uEdZ2IAPd8UH6Gfxl3TADXVRUwgcBaAAAAAAAAAAAAIB/CjLQLQfpZ9DeuDk4Xxw+dWNTG4SEmvclOpLOYGCgWX/t6wAAAAC6KqqMJmqWBD+iJYVif6btA9BUcTkSF55KLIv4jezUP1FeVlpaUvzL3iLCv+3ZuTYlJQH7u8rKSsvKyrCOoQ0XwsMHN12P7KgX1EhLTV6yYNKX4I+mZgOkZGQD371et2Ye0Q+dRlu/dv4DjxvKyqo6OoYx0RGrV87O/FHt9PuA12tXz8nJzrKxHYoOvO/fu3buzGGss7l112vTzoNRsX97HftdFyZNivH3x/7Mhxs3Hu/eVdGCTa+hsOfPCtPTh2/fMWTTZr2x47C2RispqSj9G6dpKtAHFXfo+0HrLQrPrVveuV3FuorEpJSte4663bxfVlbewkH+Sd3PZSUVO9ec4eJiX71zOvYXfQ+J2bjoWHL879XuX1ZSXlzc0uXJVFRYSqugY51QJaMyOyvfZrChRl9lj2svNi05gbUpy6mcxmM4MMhAd0h108/nH+ZA+hn8Hd0tA11QVMzLCwFoAAAAAAAAAAAAgH8MMtAtAeln0N6eBAZIDrfRmuS04NAeosR68az9N6/cePHEYNYkRedBNktnvwz6cPWZ94Als5ScB5vNn37/zSvm4KjT6E2rek92Uh49xG75vNs+z+qO/Et05KgNK1Ank3nTFh3ZO3rT6q2XzhCd0Pnn/TevGs+ZIu/oYDh70vqzxyvotOYnNSEjDU1qSnYm9itZ+fkTtq1VGz+yzxTnDedO1B1zZn7u2C2rNSc6Ko8Zar983otPP2uPCgz75rxpFZpaNMs7r57PLy5CL/SJNAb9+cdA1IJeqKUl04/Oq5/3vo/Grzpu+JSdGxMzM7CWafTr2Hb5zL3XL0znTUOfhb4FtMwbHba4rFTfZQIaNj03BwMAAAC6Ma7eNhQJFdRSHheE/Rky1g44VHsXB72m5/56n+Yf4uDkPH7yJicXF9ZRrduwp7CwgI9fAOsq0tOSz5894v/mZcNO19zOFBUXHXW9KiuviN7euHbuyqUTX0M+9eqt4/PyEWpZsHi9rd1Q1On7t+DlS6c/fXx//EQXtEt66uR+SUmZfQfPsbGzz5y1ZP2a+d5e7uPGz0TfL9appKZl7tp/3NhAx3GYAzd3J5v4vyaLpyB/AAAQAElEQVQvORk1Zfv2xdqH4779ZQUFnAKt2ehSvoZIafVqSZ9ULq5Zd9zZOvYq+ieLolNAvx4vX7/9FBziPHKIvk7vX/b899PPyPE915PjM1ZunyYs2tG/CE5u9nMeW7m42H9rKM0+yjef7+34c9cobQP1Cx5bifYFE3d9+RBeVVXNytqWZy2Nx3BQ2Fl8LpTWZKArbZdVMDvBSdJ/iJl+rqysPH4v292nGNLP4K9xMOZHzePumRsvlmyejGkqc+OrHRk/oEM/C2jl7Eo/C4VFxQqyUhgAAAAAAAAAAAAA+NeIk04kEqleudmiYt9DWPpXrnfuePUo5pO66fVNSD+Dv0BJSnqJ07gDt9zqFp7wuCMuIDh/1JiYlKRLjz0nbFvHwcY+wWbgVIdhV554zd6/Q1RA0EADv379/OP74OhIi766VAr5ru/LhUf2oktaI82sUaekzIxha5agDdzB0CQzL+eWzzMKmTx7mCPxEfMP7733+oWmotJk+8FfY6PPeXmExse4b93XJmvy7msX9NQ0HS2sX3/5fNbzHtpINk5xQeW5RQWDVy5Mzc52MDDm4+bxfPt6wra1p5evH2RogqbWeeMqXk5OR4sBGXk5Zx7enTfCmUKmoIVz6M51eTGJYSbmaAwKkpK/nH50oWfC9nU+QR+1lFTGWNmi5RMY9q2FU97o13HR+yEnO7vL0FF83Nz7b1yZvGPD+1NXJISE6w07/9DutJxsjx0HxAWFMAAAAKB7Ex23hywgSeITxf5MuwSghezHiwx3YaGyYW0tJTnxyqUTkZHfc3OzxcQkjIwtx4ydTqE2njiZN3tsQUGeoaFF4Hs/1CItIz92/Iz+Bmao07sA362blqIWE1ObVWt3EP0z6PRTJ/d/DnqflZUhKCCk2lNz0pS5sbGRO7auQF3Pnz2CXqjl3kN/KpVt1/Y1fq+fPvB+RyLVLkM0wsD3bx4+es9sv3L90YVzru8CXklKyhw8cgmVJyXGnzqxNzz8G9qDlJFRmDZ9gZpGI8G7stLSUcNNUQs/v5DbzSeoJTMz/eJ5108fAzg4OPr01RsxYjwRFK5r0/pFHwL9r998xsvPT5SsXDZzzbrdzAj16ZMH7t+7fvX6IwFB4cpKxrGjuz99fFtQkC8uLmlpNdBp9JS6M1J34kc5TWp0IRD9h4d/3bZ1RVJCrJCw6PAR4wYOGok14eCBrZkZaYuWbDh0YEvdfeLiosLXr57q6BkxZ8rK2gF90a9fP+vVW+eR910eXr4BAwYRndQ1+4hLSL/xez5+ogua34z0lBmzlrCx46k7NE4LS/vPQe8CA/3MzG2xTuhNwMfgkO+OwwYaGej8wwPgpM+ffU+dTPryRVheXsnQyHDiRFS4y8gQNcNfvtykqYFaxp86pWxknJuY4HPsWGpoaFFmpoC0dE8ra5Pp08lstevGHmMjSQ1NywXzX58+HePvrz9+QiWdFnAJ3xZOOzujpqy29tRLlxv9RHY+vnpTtc/crDg7G7XsNcO3jnWfgogPKi8sfLJ3T9yHD2X5+YKysjqjHLWdnJhDZcfFPdmzOzkkBJ1ZEFFSslq4SKZPn4azTCsp2aGvh1p4xcSWvMAz+micaKjBGzZ6bd+W9v07j4hIv5GjjKZOZQ7y7ZE3mpesuDgxFRVRZZVPd26POXJU1dISa1akr++1uXNQS69Bg0bs2l2va0Vx8WlnJ1pZ2cwbN3lERVs+/cQEo+kxnzMn0vd1dlwsv5SUlr298fQZLKy1Nf2X5OTc37A+9ft3RkUFGpX57NloUbdkUaAvKzUUP94jvnqTGTOtFi5ELdVVVW/Ongnx9s5PTuaTlFQxMbFasJD57XcKBYXFpy9ce+3/ftLYkaIijR9k/qv087vXIR43fPSMNQeNMmUWJsSmue66FvYlloXEIq8k5bLEUbOvMrPrm5ef3U55xkQm8QnwqPVSXLB6nLAY/ufA73nQmrmHhzpbJCdmhofECAjz9tJWnb9mLDdPI+ciiZ5Ri+vu6+iFWp5/OcvGTiG6fv+CVw4dF5ksIiHkONFmiLM5KnzrE7xy1kHUYjPEcP1e/MTE16CoyycefAuKklWU0DPWcppix8Nb/7NO7L157aw3alm2efLQ0RaoZcaoTbqGmkqqMldOPUxJzFBQlp6xeKSukWajy8d11/WbFx5PmTc84NVntFgkpEWsHPqPnzmIiCDfufz08Ha3I5dXf/kY8dwzID01++7rw7x8XHnZhbvWnosIjasopyuoSE2eOwwtYWKEjz3eeFx7GRedotZLyXRAvxHjrIny4qJS153Xg95/L8wrlpIXG+JkQUxtXVQqWURcoD1+s/WH43/dIAPdcUD6Gfxz3ScDXVRUAjVAAwAAAAAAAAAAAHQQkIFuCqSfwd+hLCWzbMykeolbKpnssfOgMB9+0pifm2fn1fOrx0+Z5jAMvVWRkh2yetFtn2dEAHrOcCf0khbBrz7PG+FsNn/66Yf3iAD0yft3Kui0Rztceyv3QG93XT1/xP1GaFyshJDw6y+f7r1+MXe409qJtc+qPeflsf7scbfnj8YPGIj9sdFWdrtnLSDabZfNvfLEa8PkmWgz2XX1YlJmxtkVGwYaGKNO0wcNs106Z+ul0/b9DT9GhKKpnTVs4uxheB4gt6iAhxOv8RAtHNe7txSlpFALc/zNT/8tn2c+QR/HDRi4Z/ZC9KHo7LrzplVvQj63ZMob/zooFK89R2VExVA7PxfPzL1bPfxeEtPJdOqB+5PAgAPzlvbroYYBDKNVVqYW52MAtEwVPCQZgC6HTb4P1hbaJQBN4hXE2kdsTKTf6+e6ekb6+iY+Po9uXj+fn5e7YPG6pvrPzcmi02kus5elpSffc7+2ddPSJcs2Ww1wkJaWGzNuxnW3M8w+6TTa6pWzw75/0eql3d/ALCU54d2718NHjpOVURhgO+TZkwd9++n3VMP3Dhse2jWqqqpq6aIp5hZ2k6fM4+XFo5xxsVGLFkxiZWFB4+fk4n7r77N86YxNWw/q6NbPIKIjITR5L5550mi1D+DYsHZ+akqSsak1lUoNeOtrbGLVMACNCj8EvgkIeGVrj+/UJiXGf/sa9Ozpg1FOtTt5r1896dVbW0AQv8lsx9aV7wJ8e/XWNTK2+vjR/9KFY3m5OS5zljU68c0vhIP7t+jqGvXooR7g73Ps6E5BIWEiZd6QldVAE9MBBQV52P+f0x0fH8Ng0DW1flbrKyIqzsbOkZWRjqYkOjpcT8+Ytc4nysjIfwnGnxgSEx2Omlpa/X52kpVHzazMdKzTKi4pveB2x+/th0njRkpKiGF/XUFq6hWXmew8PH2GDi3KzHp39YrR5MkkKtVi3jzfkyeF5OU17exQb4IyMqiZERH5zdtb1cKih5nZVy8v3xPHS3JzB61fzxxbdnzc7WXLTWfMkFBT07QfmJeclBUdE+3/Rsd5NI+IMG/NAUCjn9hwwgwnTQ5/5ZP46ZPh5Mls3NzEKkEvLz83YXxWTEwPc3MhObnYgICHWzYXZmVZzJ2LT15k5NmxY1hIpJ6Wlmxc3OEvX1yYNHHciRMNg78kCgXN4JcHDxgVP/OFSZ8/X5o2VWvQIP0xYwNv3nh2YL+AlJS6LZ6t//7kyZ3lywVkZPsOH570OfjTndtSmprKxsbYr6CJRB/k4+raaNf7G9YXpKdPuXiRSD+3fPp/TnPwF+Np0ypKSkK8PF8cOZKflj5440ZUXlaQf37ihPzUVA1bW3Ze3u9Pn16ZOXP04SM9rax+uSi0R46klZXmp6SYzJiB3sr07sOc2mAPDyktLd0xY9LDwgMuXULrw4QzZzrd6ZvwyJj12/YPtLEYaGtBIf/vz2L1D385/VxcXLZ77Xlubo7VO6czC2MikmY5b0HnyEys+3Fyc/g9+zRv3PY9p5cSEV4v99e71pyTlBEZ7GSek5Xv9zzo66fIM3c2ExloJPhDuOMk2+HjrN6//vLwlm9EaPyZO5so1Pq7ATKKEkOdLe7f9Olv1kujN56uJpFZmV13rznX37y3qqYC+vS9Gy4Ii/IbWvSRlhOftmDEuSN3iX7SU3OWTtvLzcNpN8IkOzPv1qUnztPsG86jjqFGYX6x553XdQvvuT1n52R3nmzLzcd16fj9VbMPNV9FdGhw1LiZg0qKy549DDhz8E5mas6yLZOZXQ9suayiJjt1/vDszHxePq6C/OK547anpWRZ2uvz8HL6PPmApnP7sQWm1tqvnn7cvvJMDw05tPSiwhJeer8nAtDlZbRZzlsTYlKN0GzKi398G7pv40W0eNE4mZ9y6+KT935ftxye105rPmSgO46G6WduTlZIP4O/r5tkoAuKivl4IAANAAAAAAAAAAAA0FFABrohSD+Df4ufm5tIPyPCNXXkSYvUpgv6qKiyUagp2VnEWyL6TFCRllWUlI5KSiDeRiYlsFOpRPoZ0VPXwtxvRCXHW+vouT19hEaydPRE5rCT7QdvPH/yU/j3hgHosIRYq0WzmG91Z4wnWp7sP66lqIw1Rkf1ZwjYQF3ra0wUmmA0qXdePevboyeRfiYmeLCR2W2fZ4kZGXJiEqjkxounjhY2aN4FefiwpjU//ee9Pbg4ONdOnEZsm6hZdym1Avo6iPQz0q9HT9RMyPhfaiUoMmzrpTMjzaxGW3XKuvzaCksNov1LVpK22zYMgN+B/qrCn1QAQD3tEoBuP0YmlvsOnlNTxzO4k6fNm+Pi/OTx/anTF3Lz8DTav7iENDMebWFpP2uG44VzR8zMbaRl5MdPdKkbgL565VTY9y+TpsxlVoRcXFTIzcOLWmzthhHZ35GOE7HfUG1sYj1h0mzme9cjO7m5eA4cviAmjj9xY8rUeQvnTzhycPvla971hiRTKGjyvn4NSk6MR2/zcrOTEuP09E1WrML/9rvMKkVHSw0/z8jY8sih7YHv/YgA9NMn91HT6+EdIgAd9j0kLy9nzDg8v+jr8+RdgO+QoaOJxPOE0llLF099+ODWoCFOUtKyjU58Mwth8dINJqYDUMv4CS4Txzs89r7XVADaxm4oahIB6LoyM9NQk+f/u6doWaEJRvNeVVnJ/f9OnFzcNFpFWWkJEXTm4eVnduLi4qlZYjlYJxcdl7BxxyEbS5MhDgPYqBTsL0oO+UIrLbWYO89gEr7mlBXks9VsX2azZr85e1ZIVha1MHvuaWU17aqbdG+8InPL+QtOOY76dOum9cKF7Ly8RA/5KSkTTp9mBnaF5OQywiOi/d/0GzFcUkOz+U+sx3DKlKLsrMRPn/qPn8ArLk4U+p05kx0bO/7kSWVjE6ymTuK7q1b5nT7Vy8FBSF7ee8d2Dj6+qZev8Evhj1C3mj//7PhxD7dsWfT4Sb2Rk6hUNF8JHz9lx8XWLR+2fbuKCV7/rrye3j5zsxBvLyIA7XfuHI+o6Jx79yg1tY9fnDI5OSSEXl5Oov4iBoemCn1QowHo91evfn/6dPj2HVJavYiSlk8/09Atv/uwNQAAEABJREFUW4iF03vIkKuzZn26fUvX2Vm8Z08f12M5CQnMOqr1xow9Pdr52YH9PczNWf9/rqrhotB2corwfVWUlVX3q4979y7Yw8NkpovVgtobcz/cuO61bVvwvXt9R4zAOhsGo/KB9/OAD0GTxoxUU609CCfCjqhZ/nfTz8jhrVeyM/OWbJxYN/t7aNsVHl6u49fXiUvh97HMWDRqtvOWfRsv3HqxPy+78OTem7pGmjuPLyJqa44MTXBx3nz64O01u2YQg0+cPcRmCF6Pu9kAbRExwfNH7z249WrkeOt6Hy2vKGE3wvj+TR+d/hrOU+3qdV25Y5q5rS5qmTxnqKPlEs87voYWfWQVxSfPHcoMQH8Pji4rrZi2YITzFHzwgvxibm6OhvOIppZMJtULQFPYKSdurheXxGvj5uXnWjv3yAuv98R4GrVy+zRRcfyeK7thxsum70OTPWyMpbIa8YcM4xfkXrfHhagTGjl/5F5SfDpaRMZW+P02w8dZzxy16eTeW0YWfT+/C0MlyzdP7aklT0wzMYjbac/E2LS9Z5b2N8W3yqqq6q3LT14+8cDawQDNNSr59jn6zKE70xeNtLDTxdpNvQy03fLam6OIEwRdqcLXjqzR9POuuZB+Bv9Gd8hA5+UX8vHxYAAAAAAAAAAAAACgw4AMdF2QfgYdGZlE4mRnZzAYzBLvgDcXHj2ISIynMRgsGEs5jcaorES9SQmL+H+lobfsNZe5C0qKUFOk5hnjEUkJFXSaovOgeiPPKWykyl5ZMYnbW/aglsy8nLkHd59YuoYIZytISGItQHx6aXlZWk42mhhFCam6XRUlpVEzKTPNtLf22onTD9y4YjRnylhr+7kjnJgR8Iaan/7IxERtVTV+7nY5Cy1YU0NiYUkps6S0vHzWvu3oMtP3+NjKqkoSa4tqXezC4EcRtB4LCysrS00MGr2BOqEBALhOFoBGP2FE+hlBhw69++ilp91LT0tW5vn1EyL4+QWtBwy+5341KSleQVGlXldvL3chYbGRjhOYJUT6+U8MGuzIbE9IiAkPCxkzbgaRfibGb2E58LrbmczMdFFR8WbGw8vHz8HJ9SX4Q0T4N9WemhycjR80on509Aw/B71n0OnoaOrlc28Nzb6h3z6HfPnYq7eOv98L9FfA2ASv7fXlC28SiTxpytwfA3IOHzH20IEt374G/QhA/2/im9ezpxbRwscvICenmJQUh/2m0pISDP9C2eoWooPnkpLikmI8hcZGrd8Jw2tILSotLanXlehUUlqM/SMZxaKlpXwsSWkc7BxUdIhLoZLIZNY6N7G1HNr9ffzcN/BT8Hjn4b00e2J/C5G1DX5wv/eQIZwCAhxNHzMgaLeCSD9jeHKRXUFPPzsuLi8pSUJDgygUVlBoprriVnxiPZ/u3FbQ70+kn4np0R416qu3V8rXr1UMRsLHjxbz5hHjR9j5+LQcHHxcXQvS0vgkJFoyfjGV2rtd0YQJycvnp6QQbzMiI1RMTIj0MyLbt1/8hw+5iYmSmppYq6R8DXmyb2/f4cN7Dx1KlGRFR//J9KMfAYMJE2ID3iZ+DhLv2RMtXlltbSL9jNV8L5p2dkHu7gUpKQKystjvC7p7l8rJaebiwizRdnR6tGtXckjI3wxAl5PIKRSOSrTFcRSgM0oUCpVMofxyi6sopzVanpWVu+/IGT3t3s4jB/PXhK7w9HNJ1c2VJWlh+K7zkGXtm34mJvutT/BjD3/U8uVj5PCxtVV0x0WnBAdGTFswgkg/Y/i9H5zWgwzOHbmbkZYb8Co4P694gssgIv2M9NCQ663T8/uXmEY/yHmy3fmj90I+RTYMQDdPvbcS0cIvyKPUQyYxNq1hP+LSIqj52OON7VAj/M5r/t+ov5OPl4tIPyNqWviDDtJSslsyIDqF6DTJ9uPb0JCgSGYAerCjOTP9TExSb50eRPoZkVOUsByo73nbNz0lW1wK/9Bblx6v3T0TjYo5zfdv+fTrr06knzF8J4RliJP5c893YV9jZRXFGYzK7StP9dNXnzR7CNbO9IezV9KrX18ti3lLenqg0nYZHe0RVbGysrTq7wv4XU2lnxUk2TAA/pGunYEuLilFW5wAPx8GAAAAAAAAAAAAADoSyEATIP0MOpc91y4eun3Nvr/RglFjJIREDty8QgSdER01jVs+z3a7Xdw4ZWZxWelZTw9uDk4rbf2ajizCfPwnlq6pNzYiHl0PFzuHkRb+GOGEDPzqoU5PdSnh1lSoXPdB4vUKWVnwDWrucKdxA+wP375+6sGdGy+e3N2+V01OsYmRNTn9ZbQKGoNOpfyluBT6DcjMz+vXQ2364BGbzp+89Nhz6sChWHdFXNycoWpgK9aDQWcw6OhfZXVVVaNfPQCE2praWfE/rT34RUlkMkttBhqulQPQFRS9dy96d4fXaDS3Tiv/PrbXX/RqWnm+74PiL28kZ24m8QpgbScpMd7tyumI8K/5+blEncFFxYUtHFa8JnyckZ5aLwCdm5NdWlKsrW1IIrXZAmFhYRWpE2tOiMdTaNfdztStdpqQn5fTfAAaTdXqNTuPHtmxbMk0Y2Or0eOmyckpNdon6vo+4PWHQDw5l5+fs2P3sV071j7yuturt86bNy9699Hhq9kZTU1NEhQSZuf4WSWntLQcamZkpDY68S1HZWPL+fEglZbjrrmvjsg6MxWXFElKyRIx9OIf+98E9GWhJpoFrpoBi4uL+H7sZJfU9MnN/afh9Vb7mq6RWiLHkvwZHfmzkvD7jliII1uslXLzCu57PfubAWgprV42y5b7njzhOnhQ3xEjjaZM4RRobhPOjot7fepkckhIcU4O0WdZ4c9Nkq8F93T+7icyleTmluTkxOYEbNLUaNgpKwbf6HxcXRtWt1ySm9PCAHRdHPz8hRkZRLuAtHR5ndksL6pZ8UREsFahlZa6r1xZxWBkREZVVVYSVTL/+fTzS+ILPz81tSgzk1ZSIvT/oLOgjCzRtXUB6KzYGDTZ27T7YQ2mDfuL8tg5fXlEqt+jLY7MStzo14ItLr+wub8aHz9/lZQQG2yPJ4/RgVbKd3rqd/xwS0iGpNTvb1T1+ujeG0PzPlw8HM8eBgxxMu/XH7/DJz4a/30+d+Qus6JlprzsgvgYvOuCibvqdWq06mWEk5tdWJQ/o2XZ4qagc3ml6bkNy9V7Kc5dMfriMY8JA1c5jDIbPdWeX7A1N0/z8uEp5JKishb2Ly6NR8PTU36ugaISQsz27My80pJyabn//WmTkhWrGSR7+BjrhJg077t+UaHxIyYMGOxoTqaQ8nKK8rILP2WHmqhOqvdZ+Tn4KhQVlpCckLly23Tsr9CyYgt5VpGfURX3gSUnsVJUnsFSc1DX8EQzaFuQfgYdVhfOQOflF1KpFA522MoAAAAAAAAAAAAAOhzIQEP6GXQuaTnZh25fG2Fq5bp4JVHy0N83LKG2VjsniwF+wUGnHtx59O5NfkkxuhpydNFKgZqQhqqMnGdAgraqOjv17z0MU0JImEImJ2Vm1C2MTEpETQXJ2lrD+Ll5Nk6ZqSavsOjI3ouPPHfPqn1eMY3OqDtU89OPRhKWEP9blTG3OqGLhkOL1G3DNl5ObnffF3uuXRpiZCb8O7XCdQ3Eg22ra2KsxpJK5QJStPIKOvra6IyqmgA0ZKBBM4jL4iQyicpGJaOfCTwDzQp1iQPQNRS/dy+PekcRlO5wAWgWVlK+r0c1nVYa/olH7/cqmGzGh0D/LRuXKCn3tBs4XE5e6eULb3+/Fy0fvLgYDyk29Vezbj2Rf67ewQzxdqTjRB1dw3p9yisoY7+irWt47qLHY2+Pixdc/V4/X7Jso6W1Q8PeDAzN0e/9+/evCwvz1dR7y8krDx02+rjr7sB3flmZ6aPHTCN6a7gEiBIiqov99SMx3pp9u9TUJKzO9JSWFAsKCvMLCKK3aXU6YTXfIwcnF5pT3ppHh6SkJDIrria+YjQg9o9YK/tUcpSy9ljKxcXNwcWFDnPRMS5x41EzQ02bu7LRcg4O9uGDbS1NDbC/y3Dy5H7Dh/udO/f2wvlgj3uTzp0XVVFptM9o/zfX5s6V0tLqN2Ik6ifE0zM/ObluDy1cl1r+iQ1HrmJqajR5Sr1OwgoKiZ8/oxbj6TOUDetvdKLKvx5586R79/5y/370Gz9lY5PcxITQJ4/l9fR4xcSw34dmojA9XU5bW3/cuEc7d366c1vXeXRthz+bfiKWjTV5qFDN/JTWYGHhERUduWt3vWJu4b+69UmUFE7MTWSsmMfNzcPOyYm2OCqV+sstbtPOQ0nJaY12UlaQmzRupKSEGLHQUFO2N8vAVayP9lTlJFXe2FA4egsvtd1O2REfyi/Es2rH9KrKKv+Xnw9svnTxwXYyhUTM0HiXQXpG9WsZV1CRJuZ30/7ZgiL/qyyTwkZp6rPyc4tExQWx9jF6mr2Do5nbac9rZ7297r4+fHGVYg9prJ0VF+KPkaq7ttddDZrYCKqJ3tg5qat2TBs/c9DxvTcObL7sfdfv6JU1xNAG5r3HTLWvN5ysAn53gZg4HrAWFv0bpyeKcqqurCgszKois1VZLSviEmGrrCJRfqylcP60/XTM9PNLX//jJy/ExSca6uscPbQD+7t273O9eOWmzxN3cfHWVN7QfsLCo0Y4T108f+bM6ROwboOZgd5woXjLFDwDjX4ZyBT8x79TZ6Bz8wuEBLrdyV8AAAAAAAAAAACAzqKZDPSr/aSM7+xdOAMN6WfQ6SRmpKOmvHhtJUGlFeVEJc30SgYZrassrJqKyqysJEOtXprySuoKimyU2riwo8WAh299N54/uXPmPGKVpjHoZRXlfFzN1XzEx8W9xGkcLycX1ipoq7HVM/B86xefniYvjtcI9i025oH/Ky1FZaJK6Tchn4174Y977aWIx2yKSkuJAYX4+MIT4+ueFW9++o179UGfsuvqhbUTa6s6KqfRm5kwET7+2NRkRmUluVU1E/FxcRGfiyZm0MqFu66e3zd3Cdb9oG+HFa/El1RFqqRQa65lkEgUaiWRf8YAaFrNysOCVhgyhYxWHhKZxKwBGv7aAtDZsfcwKIsMqEgMwVqr3Z7pQKZw9OhTGhpYEh7UhgHok8f3iolL7t1/hlJzk1ZOdtZvBaAjIkKxH7Ud11VTHTJnfFx0M8PS6f/b3UE/pqhJq6BxcLZoGcrJ4nU2o9/fXr11sFZBP+MOg0dp6xhMmzzs1s2LjQagOTi59A1M3wX4lpQUL1q8AZVYWNqfPXPoyKFt6G+BkbEl0Zu4uGTIl080WgWVWhvfSUzE7/CTlJBpfhrqLYS2wltTk3dY2M/1OCL8G2qqq/dGSwzNVEx0REVFOTpqRIUMBiMqKkxTC9+pJaoADw8L0dM3/jEg/hVraPTBOj897d7OIwfz8+H7wX9/b4+dj2/AkiViKip3V6/6ePvWwDVrifLK/68Dj3fvFpKTm3T2HJkNX5eKMjK+PfJuyTsourUAABAASURBVPgrGxw/NPWJzeAUEOAWEaGVlsrr6TXsKqJUu9E12rVWaxes5bz5GZGRV2fNklBXz4qJEZSVHbR+Q3MDNP1BqAu3sPCYo65sPDxfvb19XF01bGzRrLVo+puV8vUragrJyvGIiqIvKD81tW7XrDh8q0df38/paFYljVb3rYiiYmZkpHTv3sRX3wVwc3E6DhtoZKDD3D9mbneKBtWWC2gvDlNSIxntnYFGpi0YKSCEb/hT5g47tufGtXPeE2cNllfG72lGe/F99dUaDiKnhOdxeQW4G+3aUMS3eAajUlq+uZr+6f+/Sfp38fByzlrmpKAivW3FqQc3fRatb/c8YlhILGpKyzV+H4KwKD8bOyUt5X/PKEiIxc/vSMvXDoJadhxbuGf9+Ye3fN++Cra01xMS4SsrLW9qqQqK8PlFXMLaHzP9TKJWGs/LElIgY9VU4t6GashAt6f2SD8TIV2iXUpSXEOjp7Gh3qjhg1r+DX4Pi5y7YJWkpNhox2Ha2r0x/PEXZc7jZyooyB49sB1rU2jenz73ZWNjszAzxEAdLV8y7fftMDXMQGP4oVjnzkDn5xfy8/+zJ7oAAAAAAAAAAAAAgF9qMgO9uMD3INZVM9CQfgadUW/lHuKCQue8HrCSyHxcXKcfuOfXPJr7c0SYoVafR+/eHLrlNnvYqIycbPT6HB1h0VdXoeYhz9Y6eg4GxleeeAZ8+2LSu19eUZF/SJBdf2NmjcuN4ufmWTZmEvYHFowc++jd23FbVg83scgqKPDw80Hn5JePmYw6hSfEOW1cqa+u2UdZ9fWXIKwmx0wMZdyr722fZzP3blWVkUNzusRpXPPTv3zMpBcfA4/duxUQ+lVPTSM1O+uBv28zU2XeV+e8933LhTNPLV+rJqeItVa/HmpOFgOuPX882X6opqIS1v3gYVVWFtKPp1mSKeSqyipIP4OWwNcdEitRDzRahVhJtY8HBwB0dpzqZrSkULKgFNZa7fhbwKWmza6owa3VH2s72VkZQsKilB+PqIiPxyPLzaRyUSfmX8rPQe8D371WVFKVlpVv2KeFpV1CQkzgOz9mSWFBPtHCxyeAf1ZcTN3+RUXx3Fho6GfibVZm+tevQVjTZOUVe6hqeD68nZKUwCzMz8/FWuZbSFBVZSWG1zcpycvHX1pS0lSfRkaWRYUF6BjL1GwAesvGzm5pOTAvL6dvP30e3tqaQfUNTCsrGb4+T4i3xUWF7neuUKls2rpN1jTc6EJoK/IKyiKi4t+/BX/98gm9ragov3zxBGqxtB6Imrq6Rmhq791xI3p2u3KqorzMygrPf+vqGaO/cU+fPCjIz8PwiqKT0RKWkpZTVdPEOjMREcFlC2a4TB1LpJ//vrj374kW8Z49UbPix/rGLSySGRNTd+8zPyWFR0SUGYHNjME3yarK5nKTnAL4upQZHd2ST/ylPkOHJXz8GPr4MbOkODubaBFRUpLt1y/wxo2chJ8bXUlubp0pEUSbVXZcHPb7yFSqbJ++BpMmGU2Z4nLz1mz3u8IKCo32ySWE1xGbFRvbzNjYeXnRC+2u2a9aVZqX99LVtSXT3ygGvTamXJCW9s7tKpWLq4e5ORpzT0srtJDzkmorU08PD//q5SXdqxdvzc2+v1wU6FtjVFTU7aH3kCFokKf791VXVREllTRaeWEh1jkZG+hs37Dc2FC30bNRqFDRoNpsbinGUk1koGmlWPvhF+AmWkZNtFHsIX3l5IOMtFx5Jcle2ip33Z4nxaUz+8zLKSJaTK36cfNwXnD1KCkpZ3bNzSqoO1oarXbDpFXQzx29i1os7PSamAA8cxYXnYK1VtC7MKKlhzqesC8pLsfaB62idqbQIrp9+SknF7uRZeM3wKAv0dhKG01YalJtBjo6LPG5Z4BGbyVRcUG0rIgwNKKihk9zac2StB9hEhwY8fJRIHM8dZdqeSnNddf1Zw8DsPZUN/3cf3aqoCIdX0uJW1zhftb21K51P8vISE4a72RmZlhUWLRh855ps5ZkZee0cNhbd+6zs1GvXz61fMkcSzMjorCkFO0btv0PU8i3sMXLN8QnJGLg/35rybTTt1OXgzH/nJGiFXSWDReKv0SW4I+Lo9OramD/4j66P5ebXygIAWgAAAAAAAAAAACAjo04R03kkMgUCpWNSmWncvCwmS0uEFPHz7G/cy9/dal9z4z9TZB+Bp0UO5V6YfVmdQVFV/fr5708hplYvDpyRllK5ujdG6irlY6+XX/jk/fdD9xyQ691Z44Zz51y9VltlWcnl61d5Di2sqry+vNHSZlpw00tTXv3w9qZpqLSo72uYoJCFx49dPd9oSwtc3PTLmsd/LImJwfHaCvbrLy8i48eoi1v75zFY63tiKHWT5qhKivvFfAGzYVfTeyk+elXkZb13HNYX10zLD72np8PJzv7YEOzZqZq1fgpk+2HMCoZ8Wlp2J9ZO2k6FwfnipOHsG6pthJoMolCpVLYqOj3kx0tffzFAS94NfvC1xO0wqDVBu11MGuAxgAAnR+bbC+xGSeFRq7HWqvdaoDGMB5dK/TC2pR+fxP/Ny+PH92t2lPzkffdhAQ8jxsV+Z1ZAXA9OdkZy5dM1+qlHR8X9SHQn4ubZ9781Y3+Ao4dN/O177PtW1cMHurMzs5RVVX5yPve/AVrDI0txMUlxcSl3vg9P3VCiJOTU1JS1mqAg4WFvfvtKxfOuWZnZQoJi14871pR/ouA1+y5K9DEzHZx1utvIioqERMdHh729cyFe0SWuhnV1dXbt63k5ubR1TNOTIgtLMiztBrYVM8GRuZUKpud3TBmTNxh8Egvz9vGpj/r4bazG44m/sSxPampSXQaLSDgVXpaiqPzZH5+waZG2+hCwNoI+uM002Xprh2r169bYGZm8/lzIPriRjpOFBISQV0nTJod8uXTlcsnYmMjMjLToyO/q2n0NjSyQJ1kZOVHOU28c+vS/Dnj+vbT9/N7jmZnzbrdWKdFJpMG2lgMtLWgkNtx22xeZlTUpWlTFfr3l1RXj3uPx/4UdHSJTgr6ekHu7u4rVogoKaIDeJMZM3taWn175P1o104pTU3UCQ2LeksNDVU2Nmlq/HK6OmjYl65Hi7Oz6BU0dWtrMhtbU5/4S6YzZnx/+uT2sqWf7tyRUFfLS06O9PUdvn2Hhh1+qGO3cuX5iRNPjBiuam7BJyGeHh6R+DlovqcXnwT+uBxlQ8OPN29cnDrFfuVKDTt77Hf4nT2TGPxZzcoqJyEBvQSkpFVMTTn4+Br2ySMqKqmhGeLpWZqfP/rwkebrS5bS6tVv1KhPt27qODqK9+zZ/PQ36qqLi9ZAh4L0tCg/v7L8fIe169AEoHLjadPCnj+7Nm+upr19SW7uN2/vKgbDfO5cYqhfLgoFXb1gDw+PdWtVTEyKs3PQhCkbGWvaDwy8di3h40f03ZUVFMS9e9fTyqolVXd3KJISohPHjlJRrP9kAOIvRc0dqPhthGQyWaE/jU4vCDjD/3fqgcbw30bSss2T54zZdmjL5Z0nFs1fPW7e+O2Th64zsuwrJiEUFZb47XOk2+M9YhKCgiJ8M5eMOrD58ni7lQbmvdHR4pePEWi6z7pvZv7Jc93hFheVjFre+31NiEm1GWJobNW30c+VkBaWVRB/4fVOQIiXk4tDWk4U9Yy1WFxUysJJu7QN1FU15IPefUclffV7Yu1j+cx91g79M1Jz3vmFFOYVL94wUVhUoKmex89w8H36YYXLATRIfm4hmkEGo3LK/OGok++zj0e2u5nZ6giJ8L9++pHKRtHqp4LKJ8wc/OrJh42Ljj24+UpVQy41KSvAN3jNrpmW9vhJlufe725ewO++0DXWYsbW21bd9LOeS7KQYhWFwon+aKIVkpUF/Vd7FhUO7dpcu6afEXMTw1XL5xPtt+8+3LB5z7Zdhw7v29qSYROTU+XkZERFhJglXFwcd2+e5+Lsgk+T7AL+2rfDrAd608XiTZOx3j3wxwt23nqg8/IKBPggAA0AAAAAAAAAAADQ0XWfeqAh/Qw6gtR7T5ntzw+erNtpjJUdetUtCb18h9neW7mH+9a9dbu+dj1HtHCysR9bvJJoR2eSIxLjR61fceDGlfED8EQKuki6Yuxk9MLalIOBcd15wfB48VT0Yr7VVFS6u21/wwFlRcUPzFuKNUaYj9/n8Ol6hc1Pv5qc4r3tB+qWnMKavNLNzcG5Y+a8uiXNfB3sVGozXUX4BKKueWDdEvp5RKsZkVutQv+xsmA/nnaLOmIANAdfVWprCquJ0TMTHRgAoNv7ZyHL1pk9byUrK/nlS+93Ab5q/7F3H4BNFQ8cx6+ZbdMJpbTQwd4b2UOWMh2AylBABRkOHH8V98KJiAo4EHChgggKKEM2IjJkg+w9CpTu3TTjf+krr2lpoYVCR74fY7hcXtPL65v3frnUa/TaGx9Nmfzu3Dnf3D9kZJ7T+5cLCAwMmv/L9wEVKvbodfd9Ax/OL21crnzA1C9mf/n5hHVr/0xKTAgKDunatVf9Bo6BJOW5yrgX3nnl5ccXLZgtt6L97x0iMkd0fvPtT7+ZOeWraZMaNmx2510DNm/+69/NG67Q+Fq16388+duvvpy0c8cWT0+vOnUbDBj4kLvRXVyN2Zzeq0//rVs2LFk8Pzg4RL4L+YP5TSzPsVq0at+zd3+1JrxKjfoNmnZ0CkDrDYZPp8z6fOoHq1YuSUiICwqqNGLk033733+FNuQ5E4pQ2/adP5w0Y/68WZs2/VWpUkj/ex64q+8g5alKlUM/mzb7p1nT5R/d6O5+d9/BQx96VI13PzT8iapVa/65bOHGjWsbNGh6d7/BzZoX5aDjN1OdWtWHDe7vHGkqFgZPz+b33ndqx/Z/58wJqlv3rvFvN+nbV3mq21NPn9u/f+9Sxyc+q7Zu3eGRkT1feEGj1exa9PvBtWtDGzUe8Mknf4x/+6+vvuo4anR+r18uNKz3y6/8/tabaz77zGAyhTZqVLF27fx+49VbazI9MnvOsg/eP7ltW8S+faFNGrd98KHy4Vlh1kr1G4z48aflH310bNNGd2+fyg0bdhw1yuDpoTxbp2vX3q+8snPhwoh9+wsbgG7Wr3/UsePrvvzSZskagNbT33/ItK+C69W7fOJ7PpywespU+QYtaWlXDkBLXcc+uW/5iiXvvvPw97Ou3P48VW/bbuvcn4Ujrd665cCBYc2bK/VBderIGbV84kQ5ky1mc2DNmp3HPCr/iKJgs6LRnXce3bRx9++/n9m1y6tChY4jR3oHBvZ7//2AqlX++/PP7fPnB9et26BXr7CmN/wjv0XIaNDf0avb7V06yv6o/KbJ+gSqNnPoAquxRrtUuz120wz/m5aBbtisZo+72y1bsOHv1Tvad2n65ZzXPpswZ/vGfSZvj7qNqg8Zfae7R9bGsO/grv7lfWbPWLLyj01hVYMbNq8VXq2SPFVUD/jbdG6yef2eCxFRjW+pff8jvXv2bZ/cz3I3AAAQAElEQVTfL5Uz5OUJo8aN/Ojnb5bJspxYFIaHp/GuAZ13bTv020+ratULf+Hd4b36dRA3Rot2DRbMWS0LzVvX6zu4W+Nbal1h4hp1w6b/8sbUD+b8NnuVOS2jeu2QNx7v27yNY52tUSesfbdm/+08mpqcJuf5gId7hldzfMzA08t92tzXp7z7485/Dx7673iDZjUHPdwrNLyi8oK3tK1fq354rbrhNyH93GLk6YDqNoPR3WA0GgzGrAy0hq/1uSFudPo5l3v73XHo0LEfZs/buHlbm1bNlV89feYPfyxdcfbsueDgoI7tWz81dqT8wx86fOyue7K+Nq5u4w7NmzX64ZvP1v71z5gnHF2Td/a+/YN3HZ+JvO/+R9q0blG7ZvVpM2edPnWmRo1qTz7+SLs22Z8sWr1uw/QZsw4dOebv59uwQd0Xn38yz2OPlWvWP/HUS7Iw4aPP5E0WdmxZ5W7M2ubs3rPv6edfP3z0WHDFwCH333tf/zvVHzx24tQHH06RE8gNSPVqVWXjmzbO+6s5Zv00790PPv1u5pSt23YuXrIi4tz5tSsW+Pp6JyYmvT9x6pZ/t8fGx4eHhtx3z10D7sl6/Q0b//3+h7kHDx9NTkmpUa3qoPv63tnndlEwH0ycKt/1M2NHvf3ex7IQHFTxrjt63NK88ZTPZhw8dNTT06N3r9vGPjpcXa3ya0Z+c+bJZ19dvWa9fAuTp05fteav8PDQRx5+INdfRzgO7DM+nPT5xs1bIyLOBQZWaNSg7uOPjggLrSSuW1nKQMfGJ1SuVFEAAAAAAACgxMsrA+2oKUsZaNLPKMNk1/HSTRt6tm6nDLhTvXJojZDQiKhIAdwYSgZa+QIB52+wLI3fZombyXn3qpbZ5wJQuOXao9hsNovFkpaWNvyDi1a7ds74qpf/jDJZRkZGenpa9KpgYUtz0xjr9N4gSpjHxwxOTU2Z+a2LfnYKN1la/IHjfz0gC1aPVppa35lMXh4mkzzrlae8V/3mhWdeHH9fvztat2iS3wTKSmc2m9MTE5I6d5Q11f/dKlAyWM3mIxs2zH7i8cZ33dX3nXdFMfnzwwkbv/vumZWrfIKChGtI3bIl4rFHLbVrW96f4OXl7e7pKdc4g8Fw1TXujfc+8ffzfWBA3/Ll/K78K5RVz2q1WjIy5Pond45yx3dkg33TDH+7TVSqpbsJGejrt37l9pce+/TVD0cVaiDnEm7q+7N//mbZ/HUfBwaVE2VRrvRzhRo2dwcPeTO6yz2LQc1AC07titSNTj/vP3C434CHhwy+56VxT6qVO3f/N2jI6IeGDXz+GcfA/C+++u6CRUsbNah3S/PG+w8e3rhpa5vWt8z8clJ0TNzceQvnzl8kt0iDB/avGFihf9/ex0+eXrps1ZTPZzoHoGWlp4fHsAcG+Pp4f/HVt1FRMcsX/xwYGCCf/XXB4pdffz8kpFLXTu0vRkWvWr3e19f7l9kzL89AHzt+8vsf5v48b1HH9q0bN6ova0YOH6LTaT+YOPXbWT97eZs6dWjj5+u3cs1f589HfjHlg04dHVuYg4eODhoySqPVdO3c0cvLc+Wqv2Szp02d0K5ty8vnhhKArlG9St3aNTt3ah95MWrYA/elpqXfO2jE0WMnOt/atkp42IZN/x46dPSx0Q89PsYx9sN7Eyb/sWRFh3at9Ab9wt+XZWRYPnzv9T69uqnz9uknRo4ckffn9JSWV64UNPC+u+Xh2c9zF8gZ5ePj3a5Ni25dOq5dt+H3JSueevyRUY8MlRNfoRn5zZknn311xcp1VcNDe/boFlSxgp+fT/XqVXP9ddLN5pFjnt2ydUebNrfUr1NbNmDjpn+//erThg3riiKy+O+4z+dHGnTijQe9Gtcy6XXyP736eYmbs7noNvZw1QrmlwfrvLy8TCaTu3uBjoedvTT+k3533HZLk/oCAAAAAFAi2TPJ64np6emT1/38y+41P41+J6wcn2UFXJeyWbA6LqhkXlJJzzCnpacmpq/72PfCPsdwYK37u5fSDDTp5zJMWWgzzBnbI07esWK6rPmh54iuYTfqe01Lpu+X/fHCtMnVK4d2aNQ0Lilp3c6tsYkJrw4bMebu+wRc0td7/355gyNkta7d8PK+vp5enkYPd3lRRqvVFu0mjsQzrgc7XKDkmLpq7pzNyz/qOrp6xVB5ddjDw8NgMOh0upu5nt6MEaDTjv2n9fLTB1YWAPLyzmvPeXhcfSxwlBzJ0dExp06FNm0qy1qDIaxZU6OXl+ayb/hCyTTs/nuqhoUUcOKsQaB1Ov2lc7Aa7dKEuKnjQMPV5Jd+NmaOAK2kn9VeBs7uitBNHvtZVSnIcXXw8JHj8n7j5m0LFi0d9cjQpx5/RHn2pzm/jX9v0q8LlvTv2/vRUQ+u/WtDcnKqLCjPVg0PleUpn890fkGjwTD7uy8rZQ6g6+vr/cTTLy/5c9WDQwZERcdO/PiLtm1afPbp+8pYzvv2Hxo4ZNTHk6e9N/6lXK2qVjX87rt6/TxvUetWzR8aOjDXs++8/sLtt3WShTGjhnXrcc/8X/9QAtDvvP+Jj6/Pj99+XrmS49M4Tz72yKAho994e+KKJXPzeffC38/v/XdeUcddnj5z1rHjJ7/6bGKH9q1E5p9j3Mvjv5z+fe9et8k3++CQgfIWHBwon3po2KDed93/4+x5SgC6gN5+88XWLR3fV9CkcYOBD4xq16bFpAlvyoe3d+u0Zv0/ixYvVwLQV2jGFeaMXIRuu63T42Oyv6ol11/ni6++27J1x/+eGj3ioayvXklISPTx8RZFp2yMAx1xPjIwoGx+vgUAAAAAAKBMymscaIfSPg406WeUeQO7db8YF/PjiqXfLl0U4OvXsFqN/rd2vbfzbQK4wdhmAgBUaUe2XPxxnM2cEv7OZlF4N/yb089/807EtNcTNi0XAPJB+rnU+fPDCTOHPPD9iBHLP5o4Z+wTk7p2taSnN+vbT6A0KFT6OSsArdXqZC+W3uDu7ujTqtHOrfWIWDeNUDLQ5hQBFJUrpJ+N7u4Gg1FJPytjqdI1UISKK/0smbwcEVX5e4VjhOY/PD09Rj8yTH12wL136nTa3Xv2Ffj1hK+Pj5J+lhrWdwwtfPbseXm/YtW62Lj4kcOHKOlnqV7dWrc0b7J793+ikBo1rKcUyvn71apZ/djxk7J85OiJf7ftvK//nUr6WfLx8e7d67YzZ8+dO5fv9+Xd0+8ONf0szZ3vCBYrsWORmdm9p9+dcuYocyA4OFBJP0vVqoTVrFH18NFjojCqXNoFlC/nL+8rBWc1Vc7kJo0anD5ztiDNuIKB99x1hWfn/rIwJKTSg0OyY9NFm35W9G7v92j/QLNFvPFt0q5DyRkW+V+GLZMoDWMqJCWlWCzW4KAKAgAAAAAAAKWH0mWtdVxQcVxSMRjlNRWjh7fx1qfjK9ZzpJ83zU9b+11puqBC+hmuwKDT/2/g0O0zZ0f8tnz3t3PnvPE+6WcAAHCTaTy8My6esMZH2pJjReHd8BGgjWG1Uw7sSNq1ofydDwkAKBNue+Z/OqNx/8qVxzdvKhcWVqdr15YDBykDQqOMUXqsnMN5CsaBxo1A+rm4FGP6WYqIcKSTKwU7IstHjp5ISUlt2rJrrmliYq7lQF/y9fOV94lJSfL+2DFHTPnBEWNzTePlbRLXwd3deD7yoiwcPeoYxHrK5zNzjUgtRUXHqMHlXJQ3roiOiYuOjt0YvbVu4w65JlPnwKq1f8/++bfDR45ZMixyJUhOTrVYrDpdEXwJg4+3V0aGpYDNyJNcPYOCAvN79mJUdGxcfId2rYqktVdWqseBjoyO8fYy6XU346uKAAAAAAAAUITK0jjQpJ8BAACAm0MfWFUpZESdMpr8RSHd8OvKXg1axy6fY02Ks0Sf15UPEjfR1C9+EgBwA3gHBt755lvyJkqM7s89L28CN0Bpz0B36NZs/cHvRNny+AuD5E2ULaSfi0vxpp+ljZu3yvuQSpVE5gYnMDBgwruv5ZqmQkA5cd2UpWbi+68HBJR3rjdeGhD6ul/f8QtGDn+gbZuWuZ6qWbPalX/KuYW3dmjz0LDcK3i1qmHCcXj/zWdfft3j9s6jHh4SGFRh2vTvomPiRFG7ajOu/INXe/GbtPKW3gz0xaiYIlngAQAAAAAAcPOVjQw06WcAAADgpnHTu5e/53Wtd3l9QNg1/PgND0DrK4YEDhxrqnuLmztjYwIASqUCZqAHve2jdxfANSD9XFyKPf0sGzDrp3nyj9u9e2f5sEa1KocOH2vcqL57EYWSnVWrVkXe+/n5tmpRiK8sUAZFLojq1avIe41WU6jXd1bO369CQPmUlNQ8XyEyMuqzL7/ue1evd996UalZsWLt3v8OOk+j/EGv05WboSr4nFHI1/T29jqcOU72zVFKM9CRF2MCCUADAAAAAACUWqU9A036GQAAALjJfDs9KK6VRtx4Xk07kn4GAJRqSupU9mfJPjud7N3SG9zdHX1dNdq5tR4R66YREYcsP8sesTQBFBbp5+JS7Onn1LT0/41748yZiHv69q4aHipr7uzTXTZm4qTPZauUaczmjMTEJFEUunbp4O3t9dmX3yQnpaiVF6Nj8pu+nJ8jPnu0wIHd6tWqNGva8Kc5v504eVqtLOwIzX3v6vnvtp3Llq8Rl7XwzNlz8j6kcrDyMCU17XRmTYbFEUQuX87xVTjHjp8UReEKzRCFnzOqO/rcvm//ob/Wb1Jr4uISxI3Uu73fo/0DzRbxxrdJuw4lZ1jkfxm2TKKI8uJF7mJUTGAFAtAAAAAAAAClmNKVrXVcUHFcUjEY5TUVo4e38dan4yvWc1xH2TQ/be13KaLkIf0MAAAAlC43fARoAADKhquOA31mnyMDPeANxoFGIZB+Li7FmH5evfbvI8dOJCUlHzp0NN1sfmDQPf97eozyVPt2rXr16PrjnPn/bt/ZpmXzuPiETVu2devc8ZUXnxLXrUL5ck8/MfKtdyf1unvwrR3aGgyGrdt3yqVr3uwZeS5alSsHVQ0PXbxsVfny5Tw9PcNCK9/Z5/Yr/4oXnh079OHH7r7nwc6d2gUHVzxw8MiOHbuXLJwdHBwoCmbk8KF/rlj79HOvzZ1/S706tU6fjfjrr3/ee/uVHrd3rlevdkjl4J/mzNdptV5eXrN++iU+3pEe3rN3f8tbmgQGBjSoX3vR4uWxcfGTP373OofQvkIzrm3OKEaPGLps2eon//fyA4Pv9fBwl4vfL/MXvfbKs107tRc3TKkbB/pcZFTH6s0FAAAAAAAASrOCjANtNGna3FOCLqiQfgYAAABKnZsxAjQAAGXDVceBVjLQjAONAiL9XFyKd+znsxHnd+zYLf+uvXvdNv3ziS+/8KRzWnfCu68+Nvphq8U677ffIyLO9+7RrXXrIguDDhrQ99OJ44MqVly8bOXO3XubN2vU765e+Q0DLJe99995xcfb65vv53w5/btjJ64+uHLD8byOMQAAEABJREFUBnVmz5rWrHmjTZu3rVj1Vzl/v1Ejhnl4FOIahsnk8fMPX93Vp/upU2d++fX39LT0h4YNCg8LkU/JufTJxPG1atf46utZP/38a8/uXRb88m2tWtW//vYn5WcnvvdG757dDh89bk5PF9fnCs0Q1zRnFBUCys+bPbNDhzZL/1z19Xc/rV779x29uzdt3EDcYKVrHGi5glQucGIeAAAAAAAAJdZVx4Fe933Kxnkl5YJKxEHSzwAAAECxscadN0ccFIXn5nzBW5blVXCLxZKWljb8g4tWu3bO+KqX/4wyWUZGRnp6WvSqYGFLc9MY6/TecIVfY42Pjlu3MPXofyFPfySAsigt/sDxvx6QBatHK02t70wmLw+TSZ4Qy7NhJbgmroOy0pnN5vTEhKTOHWVN9X+3CsC1pW7ZEvHYo5batS3vT/Dy8nb39JRrnMFguP417qrsmZTopEXuDjPMcr8p94lHNtg3zfC320RIPR3jQOOqSD8Xl+JNPwPFZfHfcZ/PjzToxBsPejWuZdLr5H+Ow9Qiv2bTbezhqhXMLw/WeXl5mUwmuV0r+PFwUnLK6Gfe/Pazd3U6rQAAAAAAlFRKB6m8npienj553c+/7F7z0+h3wspVFABwGWWLYXVcUHFcUjGny2sq6amJ6es+9r2wz3Ed5dahnsU+DnTEQcucVxPMaaSfXYuyZGaYM7ZHnLxjxXRZ80PPEV3D6gjAhX299++XNyyQhXXthpf39fX08jR6uOsNjkuWbP0AAJebumrunM3LP+o6unrFUHl12MPDw2Aw6HS6wu41EjfPvzjrWa1fcPjb/4hCulkjQLu5xW9YYj5/MmXfvwIAgNKMcaBx/Ug/FxfSz3BZpWIc6NNnz5cv50f6GQAAAAAAoMy40jjQDVJECRgHmvQzAAAAULx0PhXkvTXhoii8mxSA1vqU86jVVBYStq4RAACUcmSgcT1IPxcX0s9wcSU/A3024kJIMAOGAQAAAAAAlCn5ZaA7PZ1Y7Blo0s8AAABAsdNmBqCFzWJLTRSFdLNGgBbCr30v/9sGBPQeKgAAKP3IQOPakH4uLqSfAVHiM9BnIi5UrhQoAAAAAAAAULZcloE2GGSPuKmYM9CknwEAAICSwFC5bqUnZ8ubxsNbFNLNC0B71G7q3+1eXfkggWL1yaS3ene/JSkxQQAomINr1ky77753W7aYM/YJATghA43CIv1cXEg/A6qSnIE+cfpseGhlAQAAAAAAgDInZwZal5mBNhRjBpr0MwAAAFByuNdsLW+i8G5eABoASqNz+/bNfuLxlLjYWwYMaNq3n7hWv7380uSePVJiYwXKFjLQKDjSz8WF9DOQS8nMQMs19PjJM9WrhgoAAAAAAACURQXJQP+78GZcUCH9DAAAAJQNBKAB4Eq2/vKLzmgc8cOPt//v2dqdO4trZU5OTk9JESiLyECjIEg/Fxfn9PPkX0g/A1lKYAb65OkIeWkpKDBAAAAAAAAAoIzKmYHWO2eggxs7rqOtmnnDM9CknwEAAIAy42YHoG0pSQn/LEnYuFwAQGkQe/p0+SpVvAMDxfW5d+JHj/76m6e/v0BZRAYaV1Ya089ujgX72m8lRK7088L1pJ+BbCUtA33k2Kma1cMFAAAAAAAAyrT8MtAdnki4CRlo0s8AAABACZR+clfiP3PSjmwRhaQTN1fClpUxS3/QmHx8WncTbow/7TD/l++/njH5hZfe73BrN6Xmu28+q1mzXtv2WWPNbtyw9u23nn3h5fc6dLzNarV8NuWDbVv/iY+PCwqq1KVrr/sGPqRM9tuvP86Y9vF7E6bt3rV1zeolURcjf5i9zNvH1263//H73FUrlpw9e7JRo+YpKcnqr46MPP/t11O3bd3o4eHRpGnLfv0eCKtSTQClVmJk5OJ33r5w8FByTHS5sLAqLVt2Hfuk3t1dPnV6x44/J34YeeSIu5dXcL16Pce94BcSIusPrF796wvjxsz/dcXHH5/asd1msdTp2rXHc88bTKbIw4c/73u38spvNKgf1rz5w999L8uTunYpFx7+4NffqL93Qvt2leo3eGDaNFnetXDhvz/PiTx6NKRhozpdu7QcNNicnPxuq5byKZ+KFZ9ZtVr5keTo6IWvvRqxb58lPb1C9eqdxoyp3rad8tRXAwZUb9u2Yq2a66dPjzl1KrBGjS5jx6rPosRSesGUHjFnNdrJTrrYTTP8lQz0gDd89O4CLqWUjv2s115XjjnDKmzFMIBsDqSfgavq3d5P3n8+P/KNb5PeeFA0rmWSD+VGSWTu0eRKdDM3SkeOn6peJVQAAAAAAACgrFM6nWTHeK76Dk8krJ8izu3yXDXTkYRucVcRX1Ah/Yw8qX/qyNTEEwnRAnBhMWnJAgCA4hC75JOU/9b6dhnuXqNloX7wZgegvW/pHLPsR1tyQuqhXR61mwrIE7lbb/96xuTNm/5SAtA2m23lij+OHT2kBqD//nuVwWBs2aqDLL87ftymjesaNW7Rrn3XrVs3fPfNZ7Ex0aMefVZ9tSmfvlO9eu2hwx6Njr7o7eMrX+2NV5/atvWfGjXr3n77nYcO79u3d6c68WsvPxFx9nT7jt0MBsPGf9a179CVADRKr+iTJ795cFhaQkKdLl19gipG/PffgdWrO40eo3d3P71z56zRo4wmU7P+/ZOjov/7c9nJbdvHzJ/vGxwsf9CckjJtwH1VW7bs9cKLR/7ZsH3ePL3R2PPFl0zlynV+/PFtv/xizchoOXiwT2DFq7Zh/4oVv738UnC9es3vuef8gQN7ly1rOWiwVq+Xr7Nr0SJLeroyWWp83NdDh8RFRNTv3t3dx2ff8uWzRo4c+OnkOl27KhNsmTPb4OHRZugwDx+fddO+nP3EE08uXXb9o1DjRiMDjcuV0vRzGUD6GSigkpOB3r3v0BOP3C8AAAAAAADgAm5+Bpr0M/Kj/rmfWfuzAKDgwiUA4ObSePjIe1tqgiikmx2A1nr5etZukn7muDU1SSBTYGBQ7ToNNm1aZ7Na5TnV1i0bYqIvxkRHRUdfLF++giUjY/Omv1q1vlWeeK1b8+emjevuvGugkngekjL6f08//PuiuX3uvK9ySJjyaj4+fs+/+I4av1u14o9tW//p0avf42NflEcndrv95Rce27XTMVR4bEzU6VPHW7bq8PwLb8uHo0an6DODDkBpJJft3994PTkq6qFvvwtr3lypTIuPd/fxkWvWknff0RuND3/7nX+YY02p2aHDry++sObzz+4e/7Yy5S333tft6adloV737ucPHNz1+++OAHT58reOHnNwzVpzaoosFKQZx7c4Vq47Xnu9UoMGIjPoLO+1BoP88ZNbt0UdP6ZMtmbqZ9EnTw6aPKV2ly7yYctBg78aOGDFpI9qdeqkyezo0RkMI3740bdSJVn28PWd8+TYvUuXthk2TKDEIwMNZ6SfiwvpZ6BQSkIG+uTpiAxzRt1afBoTAAAAAADAVThnoJ07oG5EBpr0M/LjCFEIALnJq5dcwQQA3ExZAeiUEh+Alirc86jW21/ASYeOt8346uP/9u5s2Lj5ypV/hIZVjY2NWbr41weGjtq69Z/UlOQOHR3jwq5etUSr1Q176DHlpzw8Pfv2G/zJpLf27tmuBqB79e7vHLxbtPBnD0/TQw8/rhyUyPvAikHKUz6+fvKpXTv/PXhgb+06DeSrCaDUunDw4Il//218111q+lly9/WV9+f27zu3b1+HR0Yq6WepYZ8+a7/4/OTWbeqUgTVrqOVK9etH/Lc3OSbGVK6cKCS/zMjyxlnf9333PdlL4uHrl+dkOxctlO1U0s9SQNWqDXr02D5/fvzZs0ojPXx9lfSzoz2ZWeq4iLMCpQQZaChIPxcX0s/ANSj2DPTOPQfq1alx+d4TAAAAAAAAZZhzBlpvMKj1RZuBJv2M/CgXaMK9/T9pcZc53ZxhzrBarPLqgrzEIACXpMkMPuv0Ok+Du0brKLNVBADcHH63jfbrOkIXEC4KqRgC0KSfL9epc/cZX328ceO6sPBqm/5ZN2LU0xfOnV229LfBDzzy91+rDAZjqza3yskiIk6XKx/g7uGh/mBIiONPfuFChFpTsWKw8yufOnW8Tt2GXt4+l/9SrVb34kvvTZn87rPPDG/fvuvA+4eHh1cXQOmkDK4c1qTp5U/FnDol78tfSj+LzFPZ8lWqHFm/3maxXD69R2ZsOj0p8RoC0C0GDrx47OjOBQvO7d/f6v77m/Xrr71sYPXEyEhzcrJze6RyoY6HcRER/jnrJU8/RyApLYlR80sTMtBQ0s/R8Rdtvgm3DnEj/XzTkH4Grlnv9n4ZVvv0BReLJQO9Y8/+9q2aCQAAAAAAALgYNQOdWciRgf57qlvETo/rzECTfsaVyb+5n7vnHVUamNPM6WnpGWazzZF/JgANFyU3g1qdTqfXyS2kLMito1xH2DYCAG4CXbnK4poUQwAal/MvF1CvQZON/6ytEFjRTaPp1q13bGzMgt9++ufvNZs2rWvbvos8wBCXMj3OlBo354yd05FHenqaJcOs1+nz+73NW7Sd+e2CZUsWfPvN1PV/rXzm2de7dOstgFLLLc9RA+32PCvdtFpR1Efqeg+Pu8a/3eGRR5ZPnLh4/Pgdv/720Hff6d3dc/7mPL9GKbOSM4cyhAy0K1PHfrb6x8RXW7Zgk7VubNVGdWvWrO5P+vmGcsH08333P5KcnLp4wQ8CN9eiP5aPe3n8lE/e7da5gyhD7r7V8VHVm5+BjrwYc+TYqbEjHxAAAAAAAABwPdmXVByXxLMz0O0fj//nS9uZraZrzkCTfsaVOS7SyD+/Vit7QeUVBrkIaHVau80my/lc0gXKOLkWONYInVZvMOgyt5AMAg0AKOGKMwBtjY+yJMYbQxh12KFDh27Tvpg4f+73nbv08DR5yVvjJi2//HxCakqyfEqZJiio0u5d28zmdIMhK8dz6tRxeV8pODTP15TnbV7evidOHLFZrZrMbw66nDx06X3HPc1vaTP8wbvn/vwtAWiUUgFVqsr7yKNHLn/Kr5LjAyKxEdkDpcuz1ovHj5cLC8tvvbgyebBvSU+/wgTlwsIHTp6y6I3Xt8+bd2jt2vo9ejg/6x0YqDMa45zaI8n2yPvy4YUexh8lGRlo16Smn7V6W6f79RVq9I5LSDpyPGLB0rUWy+q6tas3alC7ft3a3l6mkp9+njx58p49e6ZPn+5cuWrVqm7duk2bNm3kyJHixjh+6kzVsBBRSIz9fLnk5NQBD4ysWjVsyqR3xHW4/HX27D2w97/9gwb0FShziiUDvebvLfXr1Cjn7ysAAAAAAADgkvLLQLd9NPGfz8W1ZaBJP+OqlCs1cilQkjOyoDPYMgPQpJ/horI+FaBxjAOt1WkzR4Bm8wgAKNGKLQCd8M+SqIVfu1erX2nUmwJCdOjYbdoXH8XGRvfq3V+p6dm77/vvvOjhabqlZTulplWbjju2b1635nzfOEUAABAASURBVM/but8pHyYlJsyfN8tgMDZv0Sa/l23c5JYN61d99+3nDw1/Qqkxm83qs3t3b69Xv7E8r6sYVMnH1y8lOVkApVPF2rWD6tTZuWBB+4eHewUEKJVp8fHuvr6V6tf3q1x534rlt44apckcTH3bvF/izpxp9/BwcU18g4NO7dhhTk42mByRoMPr/0qJi1OeSoqKSktMDKjqSGMH160r780pKbl+XJ4h1OnSde/SJbGnT/uHOj69cP7AgT2LF4c0auQTFCRQtpCBdjXO6efmI05XqGFzd3ev4udfu2bNfnd2j4qOP3Dk2PqN277/6bew0MqNGtRpWK92WGilktxxMGPGjJ49e/br10/cRO9MmHpr+1Z9+3T38vIs4I+Qfs5Pcoo8vksR1y3X6wwb/ni7Ni0JQJdVzhnoV4aK5nVubAY6Pd28ct3G4Q/0FwAAAAAAAHBhRZuBJv2Mq5J/d9nbqS4DsiAvMejtWWSdAFyOPWv8pqyx0TWZYWi+0hYAcDNkRB5L+neRm87g1/3RQv1gsQWg9eWD5X3asf8yLkboK1QSLs+/XECDhk0TEuJr1a6v1LRt19nbx7dFi3Y6XdafqUePvvN/mfXFZxMiIk5nmM0bN649f+7svQMe9PMrl9/LDhk6ZuuWDfPmfrdnz/b69ZtcjLyw/q/lylPyqP2dt8d5eXm3aNn+1MljCfGxXbr2EkDpJI+8uz311I9jxsy4f3DTvo48VmpCws4FCx9fuNCrQoUOIx75/c03fnr8sdAmTSIPH/nvz2Wefn5thw0T16TxHXee+Pff3155uXGfOzLSUv/88EPNpZV0/6qVS997r95tt3tVCNi/cqXOaAxt2vTyV2g/fPj+lStkexr07JkcE7N3yRKbxdLpsccEyiIy0K4jV/q5Ym2ru4OHozPV3d1gMIaFVa5aNax39y7pZvOBg0f3/Hfws+nfp6amhYZWDg+pFCbvQysHB1UoaT0II0aMaNGiRWhoqLhZ5CHK2vWbtm7f3e/OHh3btbzqDCH9nB+TyePXn782eeabI9+9Z1+jhvXEdb8O8pSYmDTl85ktWzTt1qWjKG3UDPRb3yW9NuzGZqCXrf7b5OnRslkDAQAAAAAAANdWVBlo0s8oIHWRc/R4auwarUZkpZ8B16VmoJ0JAABuMEv0mdiln4pSFID2qN1UH1g5I/Jsyr5/fW+9S0CI9h276nXZJ3Jara5nr/516mRHAfQGw6dTZn0+9YNVK5ckJMQFBVUaMfLpvv3vv8JrhoZVmfTpt/JHjhzefzHyfPNb2nToeNv6v1YIx1DQ6b369N+6ZcOSxfODg0PuG/jwgIEPCaDUqtG+w0Pffrd66pRNs2a5aTQVqlW7/ZlnPPz85FPN773X3dv7n2+/2fDNN+5eXrU7d+457gVT+fLimjTt1y89KWnrvF9+f+vNWh073jPhw7nPPK08FVSrdp0uXc/s3iUnCGvWrO2DDymjQecSVKfOI7PnLJ848d85cyxmc2DNmp3HPFq1dWuBMooMtCu4avpZp9drM7tT5fLg4e7etHF9eZM/GBMbf+r02ZNnIrbu2P3roqWJSclhlSuFh4UEB1eoWKFCxcCAgPL+olilpqY++OCDK1asuHwZliwWy5NPPvnnn39euHChevXqgwcPfv7550VRSEpO+X72r+s2bBo26J7wsMr5TVZK088/zp6/bMWa/QcPmzw9a9es/viYh9Ug8gcTpx46cuyZsaPefu9jWQgOqnjXHT1uad54ymczDh466unp0bvXbWMfHa7+OeR7f/2tD//euDklObV2reqvvPhMjepVZP3av/4Z88Q4Wbiz9+0fvPuqMvHipSu/+2HuseMnataoXqtGtbnzF0399L2undqPe2n8osXL92xbq9NplSmffPbV1WvWy5pcr5OQkNiqg+MjcyvXrK/buIMsTP984qEjxz+c9Nmsr6fKdqrv8c7+Q202+x+/zcr13vcfONxvwMNPPzGycuXgOb8s2Lpt11efTezQvpV8I9Nn/vDH0hVnz54LDg7q2L71U2NHGg0G5Xe9+vr7C+d9N/7dSZu2bvfz8WnZotljox56b+Lk/fsPJSentG/X8rWX/uft7aX8iqjo2FffeP+/fQfT0tNrVK/62KgH27VtqbypFSvXrflzfsWKFZQpt23f/cBDj419bMSYkY6PRa1et2H6jFlytvv7+TZsUPfF558MrJB9tLDhny2zfpq3feeeOrVqhOW/TKp+nrdQTj933qLNG5Yqb6R0yZWBblbbkYAv8gx0bFzCoiWrHxl2b55bGAAAAAAAALia689Ak35GoSjLgDIatADgRF07BAAAN56bPjPjYTGLQiq2ALRUod9orae3vmKIQKY77hyQq2bYQ7nz7L5+/i++8n6eP9633/3ydnl9lao1Jnw03bnmhZffUwpDho6WNwGUFWHNmz/4zbd5PlW/Rw95u7y+Tpcub+z9z7mm65NPypv6cOTPP1/+U62HDpU39eHzf29QCqFNm+Y55LM0dMYM54dBderkqsnvN+qMxlwtRGlEBrpsK1T6OVc3QTl/X3lr0igr/JqUnHLy1NlTZyNOnDr779Zd5yMvJiQmVwquGBQYEFQxsGKF8gEVyvt4eXl7m7y9TOIGU5r63nvvPffcc/L+5ZdfvnyaQYMGzZs3r3v37n379v3zzz/HjRt34cKFjz76SBSRk6cixk+Ycmv7Vn37dPfyyj0CcSlNP8tmz1+wOD0t/Y5et1+4ELlm3T+btmxbvODH0JCsL0X5Z+O/J0+eHnjf3T26d/l57oJJn37p4+Pdrk2Ll194au26DdOmfy+XrVGPZO2GTpw87e3t1fP2rkeOHl+3fuPQhx//4bvPq1UJCw8PfeLR4VM+n6n+3j+Xr3n2hTdDQyv1u6v3jl175s5f1LBB3Q5tW125tblex2A0yodffPVtlfDQnt27yprQkMp169ae+PHnS/5cpQagDx85Lm+Pj3k4v5f9fclyTw/Ph4cNlG1o386RTn759fcXLFraqEG9QQP67T94+NtZPx88fHTml5OU5TAuPqFPvyF9et326gvP/Lrgj18XLF65+q+qsm2PjTh8+NhPc+bHxMbLiR1TxiUMeeixsxHnet7exdvb+88Va0aM+d+Uj9/p1qXjPXf3Wb5irfwt6tz7ffGfct28p18fWZavKdsQElLp3n53XIyKXrV6/fYdu3+ZPVPJQM/45sePPvkyLLRy3zt7xsbG/bpgibiaLp3a/754edvWLUpj+lnhnIF+dai9eR1HZdFmoL/4ek61KqGtb2ksAAAAAAAAgEzXk4Em/YxrwJIA5IlVAwBwM7npLsU8LGahK8QV9uIMQLtXrSsAAHANZKDLqjzTz46e1AKkny/nZfKsX7emvKk1aenp5y5cvHDhYuTF6P2HjkT9829MbFxMXLxjYi9Pby8vby9T5s3Lx9sk+3DdjY6OXMnD3ag36OX/RqNBMhr0Hh7Xsmy1aNHi1VdffeONN7p169aqVY6w7Ny5c+fNm/fMM88oiefXX3+9U6dOkydPHjNmTHjVGqKI2O32tes3bd2+u9+dPTq2a6nOQzX9LJWi9LPI3Bq8/cYL1apVkX8s4RgneNEb4z/8+ZeFzz49Rp3m7TdfbN2ymSw0adxg4AOj2rVpMWnCm/Lh7d06rVn/z6LFy9UIb0hIpZ9/mKbMlmXL1zz93Gtvv//x119+XDU89NFRDzoHoKd/82NgYMDCed/LZUM+HDZ87O49/6WnpxsM+iu0NtfryDbLhzO+/qFKmKNenax925bLV6x58bmx8vqBfLh6zXp536fnbfm97PnIi8sWzSlfzq/77Z3lw42btym55Kcef0SZ4Kc5v41/b9KvC5b079tbqRn2wH2PjXZ8XUn32zt17Hq3r6/3zK8+MXl6yJqjx06s/euf8+cjg4ICp3w588TJ08rI1vKpwYP63Td4xEeffNn51nbt27UMC6288PdlytxLSzcv/nNV99s6VQgoHxUdO/HjL9q2afHZp+8rf5d9+w8NHDLq48nT3hv/0qlTZz+ZMr1pk4bTP5toygzi16he9eMpX4krqlY1fOG870Qpp2agx3+f/Nowt+Z1MrdjOt31f+ddhsUy7Zufj5888+FbzwoAAAAAAADAybVloEk/43qwSAAAABQjY5Um1aYeF4VXnAFoAABcChnosie/9LNj+OfCp5/zJF+ualiIvOWqj4mLj4tLiI2Ll7f4+ISY2LjzkRdT01LT0szp6ea0tPS09PQ8X9DDw91o0MuGyXuDTm8wGnQ6nUH2/OrkA8e9vJMPe3Vrr/7IK6+8snLlyvvvv3/Hjh3OL/XTTz/Jt/rWW28pD728vMaOHTts2LD169cHBodYrHZNJuMV87UFlJSc8v3sX9dt2DRs0D3hYZWVSrvdbrPZPp17sRSlnxX16tZSy106tXtj/IcnT59xnqDKpb94+XKO+Gml4CDloU6nbdKoweYt29Qp5d9LXbR63N555epui5euPHU6Iiy0Uq5fevDQkY7tWivpZ6lZs4Zbtu44eepsg/q1xXXr1eu29Rs2/7VhkxI7XrX277p1aoaH5/tNL727dy1fzk99+OuCPzw9PUY/MkytGXDvne99+OnuPfvUAHRoSNbf3Wgw+Pv5ypuSfpaaNm6w9q9/Is5dCAoKXLhoafNmjZRmSNWqhPXs3nXer3+cjbgg50n/vn0+njxtx6698keWr1iblJh8T7875GQrVq2Tq9LI4UOU9LPI/Bvd0rzJ7t2OL2GYM2+B1Wp94tHhpkvDkAcFVRT569DlrqjomFyVL417csjge0Qp5DwO9GvDxC113UTmBu0aLhSlpqUnJCTFJSRu37Xv703b5B/99XGP+fn6CAAAAAAAACCnwmagST8DAAAALqikBKCtSXFaLz8BAECZRga6LLkJ6ecrKOfnK29ChF5hGrM5I93syEM7ChmOe7NZuc/IkPcWpUr+Z8nIcDyU/yWmpmVYLLI6Lb2FMsSyvJdv4ccff2zcuPHIkSMfecQxQK/ydo4cORISEmIymdTfWLOmY+zqkydPfv/Tr5u27hJF7eSpiPETpjw39pHataorbduwO3nh+iRZfn1E5dKSfpYyMixz5y38Y+nKI8eOl/f31+m0iQmJBfxZH28v+eP5PVu3bq3FS1ceO37i8gB0aOVKCUlJ6sOEREe5QkA5URR63NZ5/DsfLV22qmun9mcjzu/Zu18dyzlPwTkDxEeOnkhJSW3asmuuyWJiYkUBeHl5icwRhSMjo5KTU8PDcqwXYaGOHPbZiHNyntzb/47Jn834Y+mKpo0b/L5kefVqVdq0ai6fPXbspLx/cMTY3K/s7Vi8jx49IdflVi2aioL59KO3ZWNyVYaHVhal1t23+kfGWDb+veiH7w79cLWJw4WwnRfjJ11pmrCQ4IH9erVt2UTOWAEAAAAAAADk5fIMtFLT9tHETdPspzZ7qRlo0s8AAACSScHRAAAQAElEQVSAayr+AHT6maNRC2fYLRkhT04UAACUdWSgy4biTT8XkMHgGMvZ28t0LT+bM5QYGho6Y8aM/v37e3p6qpVKQtqZUiPf9b19e3Xv1snqGKDZZrPabLLeZhMFM+HTr/J7qlJw4NDB99SsFq6Gs1vXd+/bwfO39SnTfo1879FQTw+NKPHSzeYnnnppx+69d/fpOeyB+9LM5nfe/1gUEb3OcXjv4eFx+VONGtVf+Puy9X9v7tC+1cmTZ/78c3WrFk0rVqwgioK70XB7t05Ll61KTk5dsWqdcAxH3eUK0+daKeTDwMCACe++lmuywuazL18m1UrlN/r7+fa4vfOyZasfHjpowz9bXh735KUGOO4nvv96QEB55581Zg4InZCYZNDrCr4iN2vaUJQt+46n/bkp1mpreFfXWrXDPBxbFqdNXK6J/zf5TJCfZUg3rVwO3R3bQ8cw88qWUM5PuUXy9jbJzaUAAAAAAAAAriZXBlrtjGo7JlmjFSf+cWSg4yJte1ammdOEqUJ6q8dIPwMAAAAupPgD0HZzevqpw7KQeniXR83GAgCAso4MdGlXKtLPRa5fv37Dhw+fOXOmuJQorVKlyurVq9PS0uQ7V6Y5cOCAvK9evXo5fz9JFB2jQX9n79tu69xBzlelJivqarc/3NuUbs5Ysjn9+SmnJjwRVvIz0H8uX7t+w+Z33nyh3929lZpPJk8TReT8+Uh5XzU8j6HBn3zskUOHj4587Nl6dWsdPXoiLKzya688qzylyRyFNz3drNN5FPAXmTMyctXc0ev2BYuWrli1ds3aDQ0b1A0PDxEFVqNalUOHjzVuVN/daBDXITAwQL5CRMQ558pjxx2jO1cJy2pP/759Fi9d+dyLb3l6ut/Zp7tSWa1aFXnv5+eb5zDPwUGBO3ftla9TPXOyAkpMTJry+cyWLZp269JRlGaHTqa9+uWpDIv9qX6mJjXKuXt4enh6Gi9t6C7fxKVpbG5Gc3iozsvLy2Qyye2DvMSUZ1QaAAAAAAAAuKqcGehsrUcmy07ikxu9tv0ur60o6efTpJ8BAACA0sgad/7Ct0/JQtAjX2pMhUibFH9AxL1aPWNYLVlI/He1AADANSi5WNnjptVqdbL/TW9QErQ12rm1HhHrphFKBjojTaCkcc30s+LTTz+tXbu2+rBPnz5paWlz585VHsbFxU2aNMnb2/v2228XRapRgzrjX322R7db1fSzMzmTH+ph7N7c7fg587ipp1NSCzrUdHE5f/6CvK9cuZLy8GzE+eSUlAyLRVwTq9Wqli9cuLjw92UtmjcJDAy4fEq9Qd+0acMHhwx4eNigeXNmLvjl22pVwpSngoMC5f3OXXsutTBy69adV/il5QPKHzl2PNdwy61aNq1cKeinn3/bsnVH99s6icK4s093+UYmTvrcdmmkcLM5IzExSRSSXBi6dum4acv202cilJoDB48sXrqiccN6QZnvUWrdsllYaOUdO/f06Xmbt7eXUtm1SwdZ/uzLb5KTUtRXuxgdoxTkLJX370+cmpKatVHOuCz/fbmf5y2c9dO8Z8e9mW42i1Lr0Mm0l744bbGKR3sl165sdbvELgAAAAAAAICbJPuSis5xScVgNBhlf7yHe5tRyVXbJcsJvALN7Z46511Bq9Qb5Y30MwAAAFB62MwpaUc2y5vdevVr8c6KfwRoqdztAzJiLvi0KuKsDAAAJRnjQJdGrpx+lkwm0+zZs1u3bq08fPjhhydNmvTEE08cOXIkPT190aJFBw4ceOWVVypUqJBhFUXC18dr2OB7Gjesm6s+e97KXm83xwcJhnXX2+zpK7anj5t6+oPHQ0vyONAdO7T5eMpX7034dMjge0+dOTtn7gLZB3/s2MmkxGQvb5MopJOnzjw86unGjeodOXri7783ZVisj45+KM8pp8+ctWPHnm5dOsofkbfKlYM7dWjr6+stn+rds9vX387+ZOpX5y9crBgY8Oln01NSUq7wS1u3bDbv1z+efeHN6tWq6LTakSOGyEr5V7it663fzvpZlnt17yYKo327Vr16dP1xzvx/t+9s07J5XHzCpi3bunXu+MqLT4lCGvHQ/ctXrh3zxDj5gjExcUuWrbRYrI+PeVidQC48991718RJn98/6B61skL5ck8/MfKtdyf1unvwrR3aGgyGrdt3ync0b/YMOX3/vn3mzFv494bN9w4a0aFdK7vdPn/BH1dtSZdO7X9fvLxt6xZGw3UNa12MlPSzOcM2ukdinRA3nU6v1ekcmzjHxSZGdAYAAAAAAMDNk8840PY2o5I9y1urdkxy99XLviudQW90NxqMBtLPAAAAQGlyaaw0oSlc2KNEREM8ajYm/QwAcEGMA126uHj6WdG0adPx48crZaPRuHHjxj59+vz444+ff/65fPjJJ5+oz14nx1C+t7Z957XnLk8/qzSZ5DzXZ64+w27T3drQciwivYSPA12ndo2PPnhDp9O99+GnGzdtHf/a85M+fEu+39m/LBCFN/H914ODKk6bPmvnzr1NGjf48bvPW7dslueU9/S7o3z5cl989e2Uz2fK2wsvv93rrsH79h+ST1WvVuWLqRO0Gu37H02ZM3fBoPv6dujQ5gq/9Omxo+rVrbVk2Sr5Opu2bFPrO7RzhOObNW0YHBwoCmnCu68+Nvphq8U677ffIyLO9+7RrXXr5qLw5Oyd++P0wMCA2T//tmjxn9WqhX/91Sft27VynqbfXb1a3tK0Zo2qzpWDBvT9dOL4oIoVFy9buXP33ubNGsnJlFGuDQb99zOm9OnVLTklZeHvy06dPjv8wfuv2pJqVcMXzvtu3LOPi9LJOf1cN1QYjEa9nBF6g/OGTgAAAAAAAAA3S17jQLu7e3o0H2T1CzK4ezrK7oz9DAAAAJRCGi9/n45DPBve5qYt3Phibs5fXS3LNpvNYrGkpaUN/+Ci1a6dM77q5T+jTJaRkZGenha9KljY0tw0xjq9NwjAhaXFHzj+1wOyYPVopan1ncnk5WEyGY3u8vT6+gMiykpnNpvTExOSOneUNdX/3SoA15a6ZUvEY49aate2vD/By8vb3dNTrnEGg6E0RrLsmeRqbrVaLXL/mmGWO2K5kz2ywb5phr/dJkLq6Qa+5aMrrUOIlhGuln42aMX1vIkMq7DZxbUZ/ti48LBKwwbdEx5W+QqT5Vpx5E4yLTU1LS115rKMdXt01SoZS/g40MXLbM74e+OWx8a+cNcdPd5/+2VRRI6dONX7rvuf/99jDw0dKFCaZaefuyfUDXO7fHOn0+nyu3rUbezhqhXMLw/WeXl5mUwm+WNFcjwMAAAAACg5lG4ZeT0xPT198rqff9m95qfR74SVqygA4MbL7hm2yK5hiyVD/mO1Z/ZHa7Qarey3cvRdaUk/AwAAADfa1FVz52xe/lHX0dUrhsqrwx4eHgaDQR6O38yD8BIXCrElJwgAAFxJQcaB/uWtBItZoLgw9vPNdF+/3q8+P/bK6WeRc8WRndqO8T7cHX+R4T30pWIc6JsvKjp2+849Stlg0Ddr3NDk5SmvBIiis2nTNvlH6XFbF4HS7KrpZ7nOKRs6NncAAAAAAAC4yXKOA63TG2XPsNHokXlzlw8MjP0MAAAAuA6dKDHsaSkXF85M2r4ubNznunKF/tZsAABKL6UPTumPc1ajXZoQsZtm+J/c7chA3/sa40AXA9LPN1n3rh0LOKW64uh0OY5ph/eQdxnr9ohxU08zDrTqw4+mLlq8vE3rW+rWrnnq1JkNG7dYrNZ+d/cWRWH5irVr/vpnwaKl4559PDiYI/lSrCDpZzZ3AAAAAAAAKEZqz3BmFNqmDAqt1LtlVpJ+BgAAAFxECQpAuxkMqUccg9LFrf894K7hAgAAV0IGumQi/VzCkYEuuP89NcZgNKxc9demzdvCw0K6dek4cEDfZk0aiqLw9z9bLkZFfzl1wq0d2giUWvuOp702jfQzAAAAAAAASjr1C8okJf3sXClIPwMAAACuoQQFoIVG59fxjug/vkv8d2W52wZoPL0EAACuhAx0SUP6uVQgA11AgYEB418fJ2/iBnjr9ecFSrl9x9Ne/vy01Ub6GQAAAAAAAKWAEn2+vLeKzisAAACg1Ene/kfU3DcMofWDH/uuUD9YsoIgPq1vNwRXDbjrEY27hwAAwPUoXXUajUar1er0kkGJoNVo59Z6RKybRigZaItZ4EYj/VyKqCuOTpKrjSHzD+XuMbyH/taGlmMR6eOmnk5JtQkA+SD9DAAAAAAAgFLHLS8CAAAAQGljS0u2JkVnXDwhCqlkBaDd9MaQpz70btFFaLQCAACXRAa6JCD9XOqQgQauGelnAAAAAAAAAAAAAEBxsaUlynuNh7coJJ0AAAAljJIw02hyf06pRrs0IWI3zfBXMtD3vuajMwgUOdLPUoZVXM87s9nFzaeuODpdjkPc4T3kXca6PWLc1NPvPhrqbSpZnwAEihfpZwAAAAAAAAAAAABAMTKGNfTv+aQuIFQUEgFoAABKIjLQxYX0s8Iub8URYr5OBchAn/rg8TAy0ICC9DMAAAAAAAAAAAAAoHi512glb6LwSmgA2hofHbt6vnDTBNw9QgAA4JLIQN98pJ/LADLQQAGRfgYAAAAAXA/nE8aI2EibzSoAAAAAAIDLSExNFjn7B26+oglA24UtNXavKDop2/9N2LRcFoz1qukqBAqgxDMnnxQ3HukT4HLKelFW1w4y0DcT6ecygww0cFWknwEAAAAARejZnz8VAAAAAADA9aiXlYvlynIRjQBtyzjx94OiSBmMIW7pugsLPsyoe1EAyJnvPDtiuABcmy0xUSmoqwYZaDLQ14P0cxlDBhq4AtLPAAAAAIAiIU8bm4fUcbO7ZWSyZbLb7QIAAAAAAJRpytVknU7n6+FVjNeXrz0AfaObaw2PdYvzsFSNEUCpItcLR07xBq0gl14zbdcuAeDSGueWuRMVZRcZ6BuN9HOZRAYayJMj/fwF6WcAAAAAwLVTv5RPnj+2rtKgSVCNtEwZGRlWq5UANAAAAAAAZZ7sE5BXlvV6vbzYrNPpZPl6LjGffLmVxmiqcP8H7tVbFOoHrzEAndW1Idz05bpZLMk2q1X5VLesLLJ+jbDMG1BKZA/k7llfo6RGRFGmRpQX1+gN+kmfmNPTMzLMGWazxWpR1jvABWkd+Sytzt/fkLkT1biRgSYDfY1IP5dhZKALRR5UTJ/5w2+LlsbExo14cPDIEUNk5bETp9794NNde/4LKFduzqxpvr7eAqWZkn62WGxjepB+BgAAAABcFyUALXtd5MVOeXFQli0WCwFoAAAAAABcgewWkBeXZbeAwWDQX7rQLK6J3ZxqjY+0ytfU6kUhXdcI0LLFpobfpKWlpqelWczpSr+GKMIMNFBKKAERbeY6bTQY5Sot1+0iz444thpyk9GipT0tzWZOt5nN4lIAmpUOrkbZBzlWOcde1KCscRrGgSYDXXikeNaWSgAAEABJREFUn8u8K2SgLTbLhv/MZKBVP8759ZOp0xs2qNO7Z7eOHdvKmtS09OGjnk5MTOzVvVvtWtWvLf2cnJw6f8EfHdq3rhoeKkqMPXsP7P1v/6ABfYUrIf0MAAAAAChClzpptbKPVul7UdLPXLAAAAAAAKDMUy4rK4NAKyNAX3NwyxJ3TilofQNFIV1XAFqJe+r1jpiV7OTQZ44DLW4ES7pjvGnyXCjZHD19mUMdyJVCeykALYqCfB1l+AQ3Rx+i3m60yyrnzkQiKnApdqedqNwP6Q0Gee9W1tPPCjLQRUtNP7tprc1HnCH9XFbll4Ee2TPVbs/4Zx/jQGeZM3dBg/q1f/7hK3VpX7Fy3fnzkZMnvXNb147iWs2e++tHn3zZtHFDUZIMG/54uzYtXSoATfoZAAAAAFCEnPtb1DGf7JcIAAAAAABQpilXlpUBK5Vrzdd8udlN7+7T4X5L7DmdfyVRSNcSgFY7NWwajV6nF1kdHHqbksUURdyvYT+1XSx7361JX9FykABKKrfMlVqTlcfUy1VDU6QhEuV1HD2JyrAKWq0t8yMH9CTCZWXtROUa5+had9y5XSLKNDLQRcU5/dxiRATp57It7wy0mxjVS/5DBtrBYrEeO37y/oH9nZf2M2cj5H3TJiUru4xrQPoZAAAAAHAjqOeS8lKFPLUUfF8lAAAAAAAuw83J9YwVq/OvFDDgbXFN3Jx7ImTZZrNZLJa0tLThH1y02rVzxlfN88eUD3DLia1Wq+N/eW+3ZX2qu6i7NtJ/H2/ZvkAYTZ5jf3fz9BVAyaSuzJkpaCUJXYQ5EnXgBGW9c/xD+hmuTY0zanJ+ishFklvOGwRLhmSW++709LQjG+ybZvjbbSK8kY4M9BXkTj/XzSAO6ArUFUce7soVx2xOl2tNakrqtCUZ/+zThQcZynwG+tiJUx98OGX3nn1y6a5erepTY0c2bdxA1v8057fx701SJxs5YsjTT4zs0OWuqOgYtXLHllXuRsc2JSo69tU33v9v30G50alRvepjox5s17alMk3bW/vUr19n7KMjps2c9c8/m4fcf6/ZnPHtrJ/VF2nerNEP33x2ecPS0s1ffPXtihVrY+PiW7Zsdl//O9u1aZGQkNiqQy/54n6+Pps2b5WrZK1aNV58fmy1KmHqD65et2H6jFmHjhzz9/Nt2KDui88/GVihvKxfuWb9uJfGL/jl248+/XL79t1yU9m1c4dxzz5hMnkoL+v826d/PrF9u1ai7LrJ6eduYw9XrWB+ebDOy8vLZDLJ36TX6zWu8UUNAAAAAOBqlIsUzvcAAAAAAMB1qFeBlcLNvyh8LSNAi5zDTyrhMyVQciOab+z9XOz+1fbUBLFroXvnUQIoqexOQ7tf58caLqduI9TRFAT9iXB5alRL2R+5VFDVjXGgrwPpZ5eV9zjQwlXGgT546OigIaM0Wk3Xzh29vDxXrvpryEOPT5s6oV3blg3q1x45YshXM2Y1alDv1o5tlFT0g8MGrln797btux8aNtDLZNJlDuMUF5cw5KHHzkac63l7F29v7z9XrBkx5n9TPn6nW5eOym85fvzk/154fdTwofXq1OzVo+uZMxFHjp34e8PmgffdXSGgfMXACnm27aOPv/hh9rxOHdt27NDm73+2/LttZ7s2LZSn9uzd/+CQAX163bb3vwMzv/nxvvsfmfvjdCUD/euCxS+//n5ISKV7+91xMSp61er123fs/mX2TCUDnZKS2n/g8FYtm7087sm/N2755dffjUbjyy88aTAan3h0+BdffVslPLRn965yytCQyqLsYuxnAAAAAMCN43wuyXklAAAAAAAuq7i6Ba4xAC0utVibGX1WAlg3KovpG+jT7w1hs7g37yuAks35owxF/rEGJfcs75X1TgDIlOuzRK6DDPS1If3s4lw5A/3O+5/4+Pr8+O3nlSsFyYdPPvbIoCGj33h74oolcxs1rFclPPSrGbPq1qnx6KgHlemHDxsUdTF62/bdQwffGxQUqFRO+XLmiZOnp376XtdO7eXDwYP63Td4xEeffNn51nbKF92ejTg/44uP1DGh5cseOHTk7w2b+93Vu2GDOvm1bcu2HV7epi+mfCDLNpstMTFZfarn7Z3HjBwmC506tr2leZOHHnlyymczPv7wrajo2Ikff9G2TYvPPn1fGZp63/5DA4eM+njytPfGv6T87MB773rmydGy0P32zgcOHl74x7KXX3hSTizf44yvf6gSFqq+2bKK9DMAAAAA4CbgpBIAAAAAAFyzjMjj+sCq4ppcewBaOMUxb3TXhumWuwVQ2tyI9YJuROByrrxekIEuLNLPEK6agT5y9MS/23Y+8ehwJf0s+fh49+5125TPZ547FxkcHFjA11m4aGnzZo2U9LNUrUpYz+5d5/36x9mIC2GhlZQaNf1ccCHBQYcOHZ3982+DBvSVfxpfX+88J2vdslmTxg3kG5HlFavWxcbFjxw+REk/S/Xq1rqleZPdu/9Tp69RvZparl+vzt7/DkbHxJUv5ydcA+lnAAAAAAAAAAAAAEAJd+a9nkKjCx4z071GK1FI1xWAFsQxgWLCqgdAQQa64OIjbT++SPoZDi6YgT569Li8n/L5THnL9VRUdEwBA9CRkVHJyanhYaHOlWGhIcIx8PM5JQAdfClgXSgvPD82KTnlrXcnrVi1btiQAbd2aJPflCGVg3bu2puclHLs2En58MERY3NN4OVtyvMHfX195H1SYpKLBKBJPwMAAAAAAAAAAAAASjhL9Gl7RroQ6VpTOVF41xuAvvnMp3bpA6u7uXsJAABABrpg4iMdYz8nxZB+RhZXy0Ar73fk8Afatsk9PHPNmtUK+CJ2uz2/SnWtubbVJzSk0nczJ/+9YfOESZ+Nfvz5QQP6vvbSM3lOmZCQpPxS5fdMfP/1gIDyzhMYjYx4T/oZAAAAAAAAAAAAAFAKmM8ddvyj0emDqovCK2UB6IRlnyYu+8Sr03Dfu18RAAAg0xUz0HEbv/I7udsyb3ziPa96u2YGmvQz8uRSGejq1avIe41W06pFU3GtAgMD3I2GiIhzzpXHjjtGYq4SFnLln82wZIirad+uVcsWze67/5HZP/82ZtSDRr0+1wRmc8b+A4crVqzg5W2qVq2KrPHz873md2TOuHqTSiPSzwAAAAAAAAAAAACAUsEYWj9w2MeOQaDdriWbUcryHG56o7xPWveNNeqkAAAAlyhRNo1Go9VqdXrJoITeqre1txkZKw8STuzK+OWtBItZuBrSz7gCdcXRSXK1MRjlsuHh6TGql75tPcvJ8+ZxU08lJttE6Ve9WpVmTRv+NOe3EydPq5XRMXGiMOS86tql46Yt20+fiVBqDhw8snjpisYN6wUFBeb3U/5+fvL+yNHjV3hl+ToJCYmyYDDoa1SvKgspSSnKU+nm7JjyVzNnXYyK7tW9qyx37dLB29vrsy+/Sb40pXQxOkYUTPmA8keOHc9zTOtSjfQzAAAAAAAAAAAAAKC00PpW9Gpxt3fbAeKalLIRoL27jk7dtjAj4kDagXWm9kMFAAC4JL9xoKu3TRUidtMM/5O7Lb+8lXDvaz6uMw406WdcleuMA/3Cs2OHPvzY3fc82LlTu+DgigcOHtmxY/eShbODgwML/iIjHrp/+cq1Y54Y16tH15iYuCXLVlos1sfHPHyFH2nRvIlcyyZ/NuPixWiz2Xxb104N6tfONc2Mb37ctGVb99s6paWZV69ZHx4WEhpaKSkpWT61YNFSu80WGBiwc9d//27bWbdOzVEjHGcBFcqXe/qJkW+9O6nX3YNv7dDWYDBs3b5T/qJ5s2cUZF1u3bLZvF//ePaFN6tXq6LTakeOGCJKP9LPAAAAAAAAAAAAAADXUcoC0JL/kE/ddAZdhSoCAADkdIUMtN0eu2m6a2WgST+jgFwkA92wQZ3Zs6ZN+PizTZu3eXl7NW5Yb9SIYR4e7oV6kTq1a8z9cfqESZ/N/vm3dLO5Vs1qj41+uE2r5lf4kbCwyq++9Mwb4z+c+sXXJpNHo0b1G4jcAeiO7dvExMX9sWSlj493r57dRj8yTN2OtWrRNDIqetHi5bLBYx8b8dCwQe7GrO3XoAF9y5fzn/nt7MXLVlatEta8WaNqVcLtdntBVuenx47at//QkmWrZFm2vwwEoEk/AwAAAAAAAAAAAABcipvz9z7Lss1ms1gsaWlpwz+4aLVr54yvKgAAQKlizyT36Var1ZIhmdMcUo/+IzbN8LfbRHgjXZnPQJN+RmGpK448GJYrjtmcnp6elpqSOm1Jxj/7dOFBhvceD/U1aQVuloSExFYdeg245843Xn1O4IpKVPq529jDVSuYXx6s8/LyMplMsh16vV757QIAAAAAAAAAAAAAgEwZF46ZIw6412ip9Q4Q16TUf5c3AADIRYm4aTQarVar00sGdweP6m1F6xGxbhqhjANtMYuyivQzroG64ugkudoYjHKZ8fD0GNVL37ae5eR583OfnopPtgqghGHsZwAAAAAAAAAAAABAqZO8e/mFmY9FfDpIXKvSHYBO3bE4ff86AQAAcnLlDDTpZ1yzK2SgW9W2nr2YQQYaJQ3pZwAAAAAAAAAAAABAaZR2bLu8d6/aVFyrUhyATlw+Nea7x2NnP2dLSxQAACAn18xAk37GdcovA/3onfpWtSxkoFGikH4GAAAAAAAAAAAAAJRSltiz8t6jZmtxrUpxANrjlr5uBg9rwsX4ea8JAABwmfwy0DXauTlnoK0ZomxIjCL9jCKQdwbaw/3RuwxkoG8mHx/v/bvWv/HqcwJ5If0MAAAAAAAAAAAAACi9Ql5YHP7ev56NbhPXqhQHoHXlKvve9bLWO8CjSS8BAADykmcG2mh0d85Az38nsQxkoBOjbD+8QPoZRSPPDLRcoMhAo4Qg/QwAAAAAAAAAAAAAKO203gEad29xrUpxAFoytbs/8IUV7g2uPQAOAECZd9UM9LHtGaU9A62kn+MjST+jyFyegZaLExlolASknwEAAAAAAAAAAAAAKN0BaElj8hMAAOCKynYGOjnGfin9bCP9jCJEBholEOlnAAAAAAAAAAAAAABEGQhAO7OlxAsAAJCXspqBdqSfX4y/lH4+Q/oZRYsMNEoU0s8AAAAAAAAAAAAAgNIudd+6sx/1i1/zjbg+ZSQAbc9Ii5v3+oW3b7UmRQsAAJCXspeBVtLPsefU9LOFOCCKHBlolBCknwEAAAAAAAAAAAAAZUDy7hXpx3ckbvlVXJ8yEoC2pSen7vzDlhIfO+tpAQAA8lGWMtCkn3HTkIFGsSP9DAAAAAAAAAAAAAAoG1IOrJf3pkbdxPUpIwForVd5/8EfyUL6wfUZEQcEAADIR9nIQJN+xk1GBhrFiPQzAAAAAAAAAAAAAKDM8G1/vyG0vmedjuL6lJEAtORer5PPnS9UfHGlvlIdAQAA8lfaM9Ckn1EsyECjWOw+kkr6GQAAAAAAAAAAAA0gzcQAABAASURBVABQZvh2Gxky7g9j1abi+pSdALTk3WWUrmJ1AQAArqb0ZqBJP6MYkYHGTbb7SOpr086QfgYAAAAAAAAAAAAAIJcyFYAGAAAFVxoz0KSfUezIQOOmUdLPVivpZwAAAAAAAAAAAAAAciujAWi7PX7Re8l/fy8AAED+SlcGmvQzSoj8MtBj7tSTgUZRIf0MAAAAAAAAAAAAAChj0g5vyog8JopI2QxAJyyfnLT6q7h5r2dEHBQAACB/pSUDTfoZJUqeGWgPD/cxd+qb17CSgcZ1Iv0MAAAAAAAAAAAAACh7Lv704um3usavmi6KQtkMQHt1eFBbLkQWYmeNFQAA4IpKfgY6OY70M0qcyzPQcpn08HB/7E4tGWhcD9LPAAAAAAAAAAAAAICyJ/3U7oyLJ2TBs14nURTKZgBa4+lbfsQMfWh9/yGfCgAAcDUlOQOdHGf/ifQzSqQ8M9AmkwcZaFwz0s8AAAAAAAAAAAAAgDIp7dh2eW8IqacPrimKQtkMQEv6SrUD//eHvlIdAQAACqBkZqCV9HP0WdLPKKGcM9B6g4EMNK4H6WcAAAAAAAAAAAAAQFnl2+nB0NfXBPR/TRSRMhuABgAAhVXSMtCkn1EqkIFGkSD9DAAAAAAAAAAAAAAo2/QVqrjXbCWKiKsEoBNXfWmNjxQAAOCKSk4GmvQzSpGCZKBjEslAI1+knwEAAAAAAAAAAAAAKBSXCEDHzXst4fcPYr8fKwAAwNWUhAw06WeUOmSgcc1IPwMAAAAAAAAAAAAAyjBbcpy4AVwiAO1e91Z5n350c8Ki9wUAALia4s1Ak35GKXXlDPT5aDLQyAPpZwAAAAAAAAAAAABA2Ra9aMKp1zsk71wqipRrBKDrd/W5Y5zGw8dYs40AAAAFUFwZaNLPKNXIQKNQSD8DAAAAAAAAAAAAAMo2a1J04obZlugzGVGnRJFyiQC05N11dMWX1xgzh4IGAAAFcfMz0KSfUQaQgUYBkX4GAAAAAAAAAAAAAJR5SVt/l/duRpNv+/tFkXKVALSk8SonAABAYdzMDDTpZ5QZZKBxVaSfAQAAAAAAAAAAAACuwLfTg0Gjppe/+0U3dy9RpFwoAO0scdWXltgIAQAArubmZKBJP6OMIQONKyD9DAAAAAAAAAAAAABwHZ4Nu/l0KOLhn4VrBqDjf30r4fcPor960JaWKAAAwNXc6Ax0aiLpZ5RBZKCRJ9LPAAAAAAAAAAAAAABcP1cMQLvX6yTvLecOx856WgAAgAK4cRloR/r5pQTSzyiTyEAjF9LPAAAAAAAAAAAAAAAXYUuKETeSKwagjXU6+g2eqPH09e4xVgAAgIK5ERloJf188aSV9DPKKjLQUJF+BgAAAAAAAAAAAAC4CHtG2qnx3c59/qAl+rS4MVwxAC2ZWvav+OpfhtBGAgAAFFjRZqBJP8NFXCED3bgqGWhXQfoZAAAAAAAAAAAAAOA64td9Z0uOTd23zs3oKW4MFw1ASxoPHwEAAAqpqDLQpJ/hUvLLQD/VV9eoioUMdJlH+hkAAAAAAAAAAAAA4FLiV8+U9349Htd6lRc3husGoJ2l7licfnybAAAABXD9GWjSz3BBeWagPU3uT/fTk4Eu20g/AwAAAAAAAAAAAABcTciLS3w7PeTXdaS4YQhAi5Rti2K+ezxm2kOWc4cFAAAogOvJQJN+hssiA+2CSD8DAAAAAAAAAAAAAFyQ1jug/D2vaTy8xQ1DAFoYq7fQ+la0pSVGfXG/PS1JAACAAihgBtqWM8xJ+hkujgy0SyH9DAAAAAAAAAAAAADADUIAWmj9ggMe+0lj8ve+7TE3dy8BAAAKpiAZ6N/ey85Ak34GxGUrDhnosor0MwAAAAAAAAAAAADA1diSYsTNQgDaQRdYreIra00dhgkAAFAYV81AH96SlYEm/QyolIXcsdY4BoImA10GkX4GAAAAAAAAAAAAALig8zPGnHmne/rxHeLG0wlk0nj4CAAAUHhKek+jyf2pquptU23W2M0z/ZUMdHyU7eJJq0Znaz78LOlnQFnO5WKfq/7pfuLjXzN2nxDPfXrqwyfDynlrBUob0s8AAAAAAAAAAAAAABeUuPGXtCNbZMHN6CFuPEaAzkP68a1Rnw22Z6QLAABQAHmOA+3u7lGzg2g9Ik5OcHhLRuSxrPRzUN0M4oCAYBzoMor0MwAAAAAAAAAAAADANcWv/Ube+3Z+2FCpjrjxCEDnZktNjP7ywfTDG6OmPSjLAgAAFMAVMtBtHolTpmk16kLlBjZ3Dw9ZTxwQEGSgyxzSzwAAAAAAAAAAAAAAl1X52d/8ejxers8z4qYgAJ2bxsPbf9AEWTAf2ZS643cBAAAKJv8MtFu7UYldnosJaSSU6DNxQEBFBrrM2HEw5cXPTmdY7KO7x5N+BgAAAAAAAAAAAAC4Gje9sVyf/7kZTeKmIACdB48mvQIen+PVabip7WABAAAK7PIMtDEzA137Vk1oI52Hh6eHp6e8Jw4IOCtIBjoqziJQgu0+kvrmjLMaN/tjPePrhWtIPwMAAAAAAAAAAAAAcEMRgM6bsUYr37tfEQAAoJByZaANeoO7h2PIZw8PT09Pk5J+ltXEAQFnV81APzuZDHTJtftI6mvTzlittjE9Ehj7GQAAAAAAAAAAAADgUmIXf2yJjRA3HQHoAsmIOGBLjhMAAKAALs9AK1lARxzQ6G40GPUGA3FAIJcrZ6AvxlrIQJdMOw6mvD7tTIbFPrp7POlnAAAAAAAAAAAAAIBLiV/7TezSyaff6mqJOiVuLgLQV5dx+r+oKQOiPhtEBhoAgALKlYHWGwzqTavTEQcE8kQGutTZfST1zRlnLVbbYz3j64VrSD8DAAAAAAAAAAAAAFyHJeZszMIPZMG9ajNdQJi4uQhAX53dbrPbrBkRByIn3WGNjxQAAKAA1Ay0pLtEm4k4IJCfK2SgG4RbyUCXKLuPpL427YzVahvTI4GxnwEAAAAAAAAAAAAArkbj6WNq2kvrUyHw4cnipiMAfXWGsIYBj83Weldwr9tF6xsoAABAwbg50VyiBAGJAwL5yT8DrSUDXXKQfgYAAAAAAAAAAAAAuDiNu3fg0Emhr6zQepUXNx0B6AIxhDUMfOFPv3veFAAAoJDc8iIA5C/PDLSXlwcZ6BKC9DMAAAAAAAAAAAAAAAqNp68oDgSgC0pj8nd+aEuOEwAAAMCNQQa6xNp+MIX0MwAAAAAAAAAAAADAZZkjDthS4kVxIwB9LTIiDl54t0vc/DcEAAAAcGOQgS6Bth9Mef0r0s8AAAAAAAAAAAAAABdlTYo+9/lDZ97vk3HhmChWBKCvRfqh9bbk2OT138V894QAAAAAbgwy0CWKkn4WdjvpZwAAAAAAAAAAAACAC7JbzOc/f8gad96SEGlLTxLFigD0tfDqNKLcsCmOks0qAAAAgBuGDHQJoaSfNYKxnwEAAAAAAAAAAAAALspNZ9AH15KFwAc+NIY1EsVKJ3BNPJr2CfCtaKzWQgAAAAA3khKo1Wq1ueqf7pf68a/WvSfF81NOTXgiLMCPY/sbRU0/P9ozsVYI6WcAAAAAAAAAAAAAgIsKHDLR+5Y7Pep2FMWNEaCvXa70sy01UQAAAAA3wJXHgb4QY3l+CuNA3yiknwEAAAAAAAAAAAAAUJWE9LMgAF1UrPGRke90Tlz1pQAAAABugCtkoOuGOjLQz00mA130SD8DAAAAAAAAAAAAAFxcxvkj1qRoUcIQgC4aiSumyr9uwu8fxP78ggAAAABugPwy0M/dq6sbao2MJQNdxEg/AwAAAAAAAAAAAABcnDXufMSUB85OuDvj4glRkhCALhp+fV/1bHaHLFjO7BfWDAEAAADcAHlmoE0mdzLQRc6Rfp5O+hkAAAAAAAAAAAAA4LpsqQkRkwdb4y9Yk2PtFrMoSQhAFxGt3n/oZJ8+z5cbOVOWBQAAAHBjkIG+CbLSz3bSzwAAAAAAAAAAAAAAF+bmpvUqL/8Nfuw7Q3AtUZIQgC5K3t3GaL0D1Ie25DgBAAAAFLXcGWgjGeiiRPoZAAAAAAAAAAAAAABJ4+5d6ZlfKj0zz71ac1HCEIC+Uezm1KjPBsZ886g9LUkAAAAARSpHBlpHBrrIkH4GAAAAAAAAAAAAAMBZCUw/CwLQN07qziUZEQdTdy29MKGnJeasAAAAAIoUGegiR/oZAAAAAAAAAAAAAIDYPyaJEo8A9I3i2bK//5BP3AweWu8KOr8gAQAAABQ1MtBFiPQzAAAAAAAAAAAAAAAXpo+KXTbl3OT7RcmmE7hhPJvfZahc383dS2i0AgAAALgBlDCuVpv7gPO5e9M+/MWy/7R4bvKpD8eGBfhx5H8lpJ8BAAAAAAAAAAAAAIj6+ZXkXctlwbvtAFGyMQL0jaULqqF1Gv45/fi2lO1/CAAAAKDoMA70dSL9DAAAAAAAAAAAAACAVO6uce41WgWN+drrljtFyUYA+iaymGN//F/s90/Ezhlnz0gXAAAAQBEhA33NSD8DAAAAAAAAAAAAAKDQuHtXemqOZ/3OosQjAH3zWBIuumkcMzxl09zkDbMEAAAAUHTIQF8D0s8AAAAAAAAAAAAAABeXfmKnLS1RlDYEoG8eXbnKgc8u9mx1jy6ohlfHBwUAAABQpMhAFwrpZwAAAAAAAAAAAACAi0vcPP/sxL4XZjwqShsC0DeVm8HDf9CHFZ6cLzQ6tdKWmiAAAACAokAGuoBIPwMAAAAAAAAAAAAAXFzSvwsuznpWFtJP7rZEnxalCgHoYqDx8FHLlgvHLrzZPumvbwUAAABQFMhAXxXpZwAAAAAAAAAAAAAA3Ku30Hj4aH0DKz09V1c+VJQqBKCLWcLiD2xpifG/vhn1xVABAAAAFAUy0FdA+hkAAAAAAAAAAAAAAElXrnLwEz+EvvSnoVJtUdoQgC5mfgPe92zZXxa0fhUFAAAAUETIQOeJ9DMAAAAAAAAAAAAAwJWlHf3X+aExrKHG5CdKIQLQxUxj8vcfPDHg8Tl+/d8UAAAAQNG5Qga6YbgrZqBJPwMAAAAAAAAAAAAAXFncii8jPr4v8tsnRelHALpEMNZo5WbwVB+mH9mc/M9PAgAAALg+uTPQhqwM9DP9XS4DTfoZAAAAAAAAAAAAAODK4lZ8GbPwA1nIiDxuT08WpRwB6BLHbk6J+/GZuLkvR37UJ+P0XgEAAABchxwZaH1WBtrTxTLQpJ8BAAAAAAAAAAAAAC7Op90gnX8ln1uHVX5+kZvRJEo5AtAljptW79H8LuHmlnH6v9TdSwUAAABwfVw8A036GQAAAAAAAAAAAAAAjadvyItLAu59Q5QJBKBLHq3ep8/zAWN/MVa9xfu2xwUAAABw3Vw2A036GQAAAAAAAAAAAADgsmJ+n2hPS1Ifajx9RVlBALqEMlZtHvDkL24GD7Um+e9Z5pM7BQAAAHBNXDADTfoZAAAAAAAAAAAAAOCaMi4cO/Nuj7jfXatPAAAQAElEQVQ/P4v84TlRFhGALh0sMWfjfn3r4sd9Y39+yZaaIAAAAIDCc6kMNOlnAAAAAAAAAAAAAIDLipz1P3PEQVnwrNtRlEUEoEsHe3Kc1j9YFlI2zrZGnRIAAADANXGRDDTpZwAAAAAAAAAAAACAKwscOslYpUnoa6u92w0SZREB6NJBH1o/6MWV3r2e8WwzSB/aQAAAAADXqsxnoEk/AwAAAAAAAAAAAABckD0tSS3rA6tWfvY3eS/KKALQpYfO4HP7E/4D3nWui/9tvOXCMQEAAAAURhnOQJN+BgAAAAAAAAAAAAC4Gkv0mYhJ90bNf0u4DALQpVjSX98mrfv6wntdY78fa0uOEwAAAECBlckMNOlnAAAAAAAAAAAAAICrSdm7+tTrHdKObU3c+Iv53CHhGghAl2LutTsaa7aRhfQTOzQe3gIAAAAojDKWgSb9DAAAAAAAAAAAAABwQe7Vb9GY/N0MngED3zEE1xKuQSdQaukqVgt47KfUHYvdDB5Co1XrbSnxGk9fAQAAAFyNEgXWarW56p/pnzZpvmXPSfHc5FMfjg0L8CvpJw6knwEAAAAAAAAAAAAArsOWHKsx+StljYdP0MhphqAaao0rYAToUs+jaW/3+l3Uh9aoU+dfb5Ww+EO7OVUAAAAAV1MGxoHesi+Z9DMAAAAAAAAAAAAAwBXYkuMu/jjuxLhmlqhTaqV79RYulX4WBKDLnsQ1X9kz0hNXfH5h/K22pBgBAAAAXE2pzkBv2Zf89syzpJ8BAAAAAAAAAAAAAGWe3Zx66q0uiRvnynLsn58JF0YAuqzxvftV755PuenddYFVNV7lBAAAAFAApTQDraSf3QTpZwAAAAAAAAAAAABA2edm8PCs28FNZyzf/9UK938gXBgB6LLGTW/06f5kxZdX+/Z/y7k+bc8KAQAAAOSv1GWgST8DAAAAAAAAAAAAAMo8W1KM88Nydz4f+upK384PC9dGALps0voF6yvVVh9azh2Onjny/Outk/76xp6RLgAAAIC8lKIMNOlnAAAAAAAAAAAAAEDZZok5e3H2Sydebp1+cpdaqStXWVc+RLg8AtAuwXx6t7y3xl+I//Uta+xZAQAAAOSjVGSgST8DAAAAAAAAAAAAAMo2e1rS6be6Jm6YLawZcatmCOREANoleLbsH/TWFlP7oZ6t7tEFVlPrbcmxAgAAAMiphGegST8DAAAAAAAAAAAAAMo8N3cv7zb3av2Cyt/zeuDQjwRyIgDtKrQ+FfzuedN/0IdqjT0t6fz4jtEzR2VEHBAAAACAkxKbgSb9DAAAAAAAAAAAAAAok2zJcdEL3rMmRqk15e58Lvztjb6dHnTTGQRyIgDtulJ3LbOnJaXtWR45oWfG6f8EAAAA4KQEZqBJPwMAAAAAAAAAAAAAyqSYhRNOvto2fuVXcSu/Uis1Hj4C+SAA7bo8W90TMPo7Q5Vm+uBa+tD6AgAAAMipRGWgST8DAAAAAAAAAAAAAMqqjIsn7OZUjclPXz5EoAB0Ai7MWKdjhTodncdLl6K+fFBXPtSr40O6itUEAAAAXJsSJtZqtbnqn+mfNmm+Zc9J8dzkUx+ODQvwu7FnFqSfAQAAAAAAAAAAAABliTU+UusbqD707/mEe5UmPh2HuBk8BAqAEaAhtN4Batl8enf6gXXJG3648F7X1B1/CAAAALi8Yh8HmvQzAAAAAAAAAAAAAKCMsNtS/ltzftrIk6+2TT20Ua02VK7r220k6eeCIwCNHPTBdfwGTzRUaepmNLnX7SQAAACAYs1Ak34GAAAAAAAAAAAAAJQZ9vSUCzMfT9mzQtisSVt+FbhWN/aLqlHquOkMppb95c2aGOXm7qXWJyyfYjmz17PVAPf6XQQAAABcjxIv1mq1ueqf6Z82ab5lz0nx3ORTH44NC/ArylMM0s8AAAAAAAAAAAAAgLLEzd3L99ahGRdP+LQb5FGng8C1IgCNvGm9A5wfpvw9y5pwMXX3co/GPco99IUAAACA67nJGWjSzwAAAAAAAAAAAACA0stuMafsXZ28Y4ktLSlozNdqfbm7xglcN40ACsB/2BTPZnfIgnujns711sQoAQAAAJehpI21Wq1O0usNBqPR6O5pcn+mv65huDUy1vLc5FNRcRZx3Ug/AwAAAAAAAAAAAABKtbQjmy/MGJO07feU/9ZknDssUKQIQKNAjNVb+Q+dHPzeLs/md6qV1qiT519tETXtwdRdSwUAAABcwxUy0E2rFU0GmvQzAAAAAAAAAAAAAKA0ssZHqmWPOh20fkHGKk0Ch0zUB9cUKFIEoFEIGg8f54fJWxfI+/T962K+edQad04AAADANeSXgX7ibu31Z6BJPwMAAAAAAAAAAAAAShdbUkzcii9PvdHp/PTRzvUh436v/OxvXq36CxQ1AtC4dl7th/jcMU5bPsRYrYXWL1itTz/wl1yZBQAAAMquPDPQJpPHdWagST8DAAAAAAAAAAAAAEqdxM3zYxZ+YIk6mX5ihzXuvFqv9Q4QuDEIQOPaabzKeXcdHfTqev9hU53rY3945twrzWO+Hp0RcUAAAACgjCryDDTpZwAAAAAAAAAAAABAyWc3pybvXGaNj1RrvFvfow+sWu6ucVU+2KH1CxK48QhAowhofQPVcsa5Q9akaFlI3f2nLTFKAAAAoOxyzkDrDYbryUCTfgYAAAAAAAAAAAAAlHD29ORznz94/Jl6F2aMSdzyq1qvMfmHvrba77bRGpOfwE1BABpFTB9cq9KE/8oNm+rZZqCxdnu1Pvmfn6KmPZi6e7kAAABAGaJmoKVrzkCTfgYAAAAAAAAAAAAAlHxuRlNG5HFHQW+0W9IFio9OAEXNzeDp0bS3vDlXpu5ckn5oQ/r+dcbqLQOe+FkAAACgrFBCyVqtNlc6+Ym7U6cssO44Jp6fcmrCE2EBfnmffZB+BgAAAAAAAAAAAACUNPb05OS9a5J3LHHTGwOHfazW+98+RrhpvJr1djOaBIoPI0DjJvG4pa+x7q2yYKjVzrk+Zdsia3ykAAAAQGmmpJM1Go1Op7t8HOgLMZbnp+Q9DjTpZwAAAAAAAAAAAABACZS4+dfIb55I3rk0eecyYTGr9d5tB3q3uY/0c7FjBGjcJKaW/eXNnp5st2YHX2zJsbGznpQFfUgD3/5vGKs2FwAAACidlICykoF2rr/CONCknwEAAAAAAAAAAAAAJUH6iZ3Je1Z61G7nUauNUmNqfHvU3NcMIfW8mvS02yxuwiBQkhCAxk3lZjQ5R1cyzuxVCxqnz0PY05LsdrvGw1sAAACg9LhCBnrqQtv2oxbnDDTpZwAAAAAAAAAAAABASXB2wp3pp/bIgi0lTg1Aa30rhr+9UesXJFAiaQRQfIy1OwS/v9t/6BTP1vfqK9VR61P3LD/3YqOozwYnrZ0hAAAAUHooeWUlA603SEaj0d1k8niyr6ZZdduFGEcGOirOQvoZAAAAAAAAAAAAAFAs0o5sTt651LlGH1xL3ms8fDSefs71pJ9LMkaARjHTuHt7Nusjb86V6fvXOu4Pb8w4vdfr1uGC1AsAAEDpkd840E/2dYwD/e9hy9Mfn4xJsOq1YnSPJNLPAAAAAAAAAAAAAICbI+7Pz2N+/1AWNJ6+piY91XrfW4f5tB3gXr2FQOlBABolkU+/140126XuXa7xqeCcfo76YojWp4J7/W7u9Tq5GTwFAAAASqT8MtBP3J02ZYH138NCr7M/2jO5dojGYDS6G90z70g/AwAAAAAAAAAAAACKjPns/vSTu7zbDlRrdAGhatkSfUZXPkQpG8MaCpQ2BKBREmm9ynu2GSBvzpW21IT0g3/LQsq/v/kPeM+zzUABAACAkirPDLSsHNs3bcpCa9u6lgbhBo1GqwSg5T3pZwAAAAAAAAAAAABAkci4eOLMB3fY05Jk2bNeJ61fkFLvWad9hSET3as00VesLlDKEYBGKeLm2/c18/Gt8ube8Ha1Nm3visQ/p7o3ut29fld9pToCAAAAJUOuDLQSa9a4aZ7qb7ZadbKsc9AbjUa93kD6GQAAAAAAAAAAAABwDSxRJ5N3Lde4e3m3G6TU6CtUEdYMWXDTG82RxzwuBaA1Jn/vVv0FygQC0Cg1NB7eXrc+JOQtp/RDG82nd8tb0rqvg8dvFcRlAAAASozLx4GWZa1OZ7PZZFmr1er0ep18TPoZAAAAAAAAAAAAAFB4UXNfT/jre1lwr3aLGoCWKjwwUV8+xFiliUAZRQAapZ57k55Cp884vk1bsbpz+jnmu8dtCRcNVZu7N+5hCG0kAAAAUBycM9Cy7Ag966w2uyMArXHTOHLPWi3pZwAAAAAAAAAAAADAFVhizqbsX2e5eCoj6mTFEV+o9Y7BnuV9xeqGkLrO03s17yNQphGARqlnrNZC3nLX2m1p/62xm1PSj26xWy0EoAEAAIqRmoFW7jVard1uV+o1mdwuEQAAAAAAAAAAAAAACGGJOqkLCFcfpp/eGzX7ZaWcceGYvmI1pezdqp93y74ak5+AiyEAjTLKTeN798vmEzvMJ7YZq7d0fub86630IQ0NVZp6NO6lC6wqAAAAcOMp4WZtZvRZo9GoAWg190z6GQAAAAAAAAAAAABgPrs/5veJacd32JJjQ19ZoQ+qodS7hzfW+lZ0r9rMvVozjaePOr3G01fAJRGARpllajtY3nJVph/71xofaY1flfbfKn1QLTUAbTenWmMjdBWrCwAAANwYbm5udrs9z5GeST8DAAAAAAAAAAAAgKuxJcemHt6cdny7e7VbTI1vV+tT9q5WCumn9qgBaK1fUPg7mwRwCQFouBZjtRaB//vdfHK7+fh2Y802an36kU3RXz0sC7rAqhVfWi0AAABwAxB0BgAAAAAAAAAAAACXZYk6qQsIVx+enzYy7dhWWbCnp6gBaEPluqZmfRwjPVdtaqzSRAD5IAANl6MPbSBvpvZDnSutsRFZJY3WuT5pzXR7WpKhanNDlWZu7l4CAAAAAAAAAAAAAAAAAAAUWOqBv+OWf552YpfG6Bn+3r9qvSGkXtqxrcawhvqK1Z2nr/jwFAFcDQFowMHU7n55Sz+6xZ6a4Fyf8u/8jIiDjgnaD/W750213nLhmK5iNQEAAAAAAAAAAAAAAAAAAISwxkem7FubEXk8I/JY4NBJbkaTUm9LiUs9tNExgTnFlhyrMfkr9f7dHyt/9wtuBg8BFB4BaCCbsXrLXDWGaq00XgGWC0cMVZurlbaU+AvvddV4+hqqNPPp/Zy+cl0BAAAAAAAAAAAAAAAAAIBrsMSczYg8lnHhmHeb+9QEs/n84Ys/jrtUPmIMb6yU3Wu0ChjwtiGour5CFTX9LGl9AwVwrQhAA1fiPOqzKuPMXpEZg07bt8an5zPZ9REHk1Z+pqtQVVuhqkej290MngIAAABwMW5ubgIAAAAAAAAAAABAGWKNOyfcNFrfispD89n9Z97rpZTda7Q0XBpC1BBUPuQNZwAAEABJREFUQ+Ppq69YXV8h3E1vVH9c61PBp8P9AihSuQPQyrVq5T42wfLW1+cEgNyqBdT8JjB5d2DynpkryguRtZrUilnX4czvSnly/T/NWm+lbLTEGW1JCYYQAQAAAJRpFotdZJ5REoMGAAAAAAAAAAAASh17WpIl7rw+qIZaEznr2eRtf9gt6b7dRpa/+0WlUh9YTSlo/YJsKQnqxFrfilUm7BTATZH3CNDKteqUdPuKLYkCQB4qZd56iAvZ68hFjUmn7Rjods5TpCzeJiuynuqhXfSA/ktZOG0Le848XQAAAABll0aj0Wq18p4MNAAAAAAAAAAAAFBaJKz/IWbxx7akGF350LA3/8p+wmK2W9Id/148oda56Y0hLy7RB1ZzHuYZuMnyCEArg3VNHuuXkpIqpaenZ2RkWK1Wu90uAFxJzcybsAnxkYhTa733Ros9jkKwd9pHd2bXl9vwqS7uhNWnckp429SwtgIAAAAoteRZpFar1el07u4Gea9moIlBAwAAAAAAAAAAACVH8s6lsYs/sSbH2lITq368P/sJN40tKUb+a4k+7Ty9d7tBng276QOrGIJrOdcbKtcVQLHKOwAtr1V7uus0Qq/X2swGN4tFZ7PZCEAD16jd0JR2QzXn/nNLS/D39VSrjUlnNAkR+oQIbWA1d6d6w9K37eVC7b6VrOEt7B5+AgAAACjx5ImkMvazIZOagRYAAAAAAAAAAAAAbrqU/9bGLHzfEXROia/68YHsJ9w05nOHlGJG5DF9YDWl7FGrdYXB7+srVtMHVnV+HY9abQRQIuUIQCtDc2kyycvVRqNR1siC1Wq12WwCwPWo2SpXhb3To+LCIXvsGWO15kYvr6zamNO2k5uFvMlVcsDHbhVCsuojj9i3zBblw4RfiFvN9kLHdwcAAACgZFEC0PIUUq/Xy3t1BGgGgQYAAAAAAAAAAACKijXhoj0jXVc+RK05O7GvNTHKmhQbOPQjU+PuSqWbVmeOOJj1I3HntH7BStkY1jBg0DuGwGr6CuFqpaSXNZfC0ECpkO8I0Ha7XRnBy5bJnkkAKEINuzhuOdndgjJ6PGM9tct6Zq+pcm03k0mpz0g4k3ZgtVL2enGtMGSNGG07f8hyfKvG01d4+OpqtRcAAABAcVCzztpMjAANAAAAAAAAAAAAXDNrYpQtOc5usxoq1VYro+a+lrhpnt2c6tXi7sBhH2dPnHDREnNWFpR7haFynfJ3v6gx+Wu9/DQePmq9zr+ST7vBAij9cgeg1UGglfG6lCQ06Wfg5vH0FJ0fvrzaHBgmGve0Rp+ypcR7+gWo9cnHN6cvnyILbgaPwPH/qvUZp3bLm8bTV+MbaKjeSgAAAAA3nvIxWgVjPwMAAAAAAAAAAABXYI44mHH+sDU5zk2r9247QK2PmvNKwt8/yoIhuFbIy3+q9bb0FLs5VRYsceedX6dcn/9pPH30FaroK1ZXK7XeAb7dRgqg7NLlWatctFbu5UPSz0CxM9Tt4FW3w+X1aQaj3G/ZkuO05SobDAa1PvXQX4krvhSZ300Q9OIytT5l+x+21AStyU8XXEdfke8sAAAAQFFSEs/qaNBqDQAAAAAAAAAAAOCyzGf3J/zzsy051m61VBz+mVqfsH5WwnpH0FlXrrJzAFrrG6gUNCZ/59fxbtXPs25HfYVwQ3At53qvln0F4HryCECr16dzXagmBg2UQP63j5G3y+s1Bg99xerW5Fh9hTCtVqvWJ66eLneosuDXY6x7ryfV+oszH9VVqKoPrOrRoLPWq7wAAAAACunyrDPpZwAAAAAAAAAAAJRV1rjz1uRYjaevzr+SUmM3p579+F5bUqzNnFLxockedbLGu7TGRyas++7yV9D6VNB4+GhMflrvAOd6n7YDvVv115WrnGt6j1ptBYBLdPk9waVroFQr13OsvF1er/UN1KUlOYLR5UOUId4lS/SZ5F1Z35VQ6ak5ep8KStl8dn/M7xM1Jn+tyc+/51i5uxUAAAAAAAAAAAAAAAAA4Bri13xjPnfIlhzrXqOlb+eH1fpTr3ewRJ+RBb/bx5S783ml0s3gYT79n1K2JsWqE+vKVfZs0CUzheVvz0hz07sr9f49n5S3y3+pOgI0gCvQCQCuJPjRby+vdNPqvNvcmxF5wnzhqM4vWK3PuHAsZe9qpVyu11NqfdLm+Rd/eUNr8pO75MrPL1LrrYlR1vhIjaev1svfzeApAAAAAAAAAAAAAAAAAKDEsESdTD+115oc52Zw927VX62/8PXj5tP/WZNjvZr3CRjwtlqftP2P9OPbZcFNZ3B+Ha13gCX6jMbkpzGanOsD7n3DzeDhpnf3qNFSrdQH1QgaPVMAKFIEoAEIrV9QhfsnXF6vK1fZ59ZhtuRYW2qim7uXWm+Jj7SnJVnSkqwJUc7TJ29fHPXLG0q52tTjan3Kf2ssUac0XuUMgdUMofUFAAAAAAAAAAAAAAAAABSFlL2rrMlxtuRYU6PbdQFhSqX5zL7IWc9ak2NlffjbGzUmf6U+adsfMb9PlAVDpdrOAWhL9JmMiydEzpGbJY9abXS+FbUmf2O1Zs71gUMman0DNe7euRrjc+swAeCmIAANIF/GKk3k7fJ6U9Oe+grh8rhB2CzO9dbEaKWg9angXJ+4eX7y9sWy4NX8jsCHJqv1p17rYLeky+MD/15Pmpr2UuvTT+zUevnLww6Nh48AAAAAAAAAAAAAAAAA4DIuBZrjPOp2MATXUirtGWkRH99nTY6VT1W47y2vln2VejnZ+S9HKGV9hXA1AC3sNvPZ/VnTpCaqAWiNlyOSpDH5yYmdf6lv54dsKQlyMkNgFef6cnc8m2cj9RWrCwDFigA0gELTV6gib5fX+/d5xqfTMFtyvN2c6lyv9Q7QB1a1JsXkCkZbYs7Ie2vCRXtGulPl2bMTsw5Qgsf+5FGrjVLOOHc4euH7Gk8/rcnP7/Yx8jWVeltqQsbFk1qTv6x3HqYaAAAAAAAAAAAAAAAAwM1kS4nPHHQ5znnUxdSDG9KO/CsLOr+K3u0GqfVRs19OPfSPnN6n45Byff6nVFqTotVAc4X7P1AD0G569/RTe7J+S1qS+iIak5+bzijvtSZ/WVDrdf6Vyt/9osbkr/Xy0/oEqPU+7QbL2+Ut97rlLgGgVCEADaAoab3Ky1uuyoB738hz4qDRM22Zn8oyhjdWK+UBUParmfzUsiXuXMre1UrZt9NDan3ase3nv8h6GPraKn1gtaz6I1viVk2Xr6D1DSx3x3Pq9BkXT9gtZkdgOmcaGwAAAAAAAAAAAAAAAIDKlhSTenSrLSXOkVFuO1Dj6avUp5/YGb3gfaUcNOJzjVc5pZy0dWHkt08p5WpTj6uvk3Zsa+zST2XBEFzLOQCdEX0q4+IJWbA7BZq1XuUzA82+WpO/xmhybo8j0OzhrTH5GcMaOddX/eSAuIxslW+3kQJA2UUAGkCx8WzQ5fJKQ2j9KhN325Ji5ZGTPrCqWq/1C/Lt9KA12XFE5RyMtqXGq2WNh49atkSfTtmzUql0DkDHLp2ctOW3zN/eNWj0DLX+4k8v2tOT5RGSqXF3j9rt1Pq0w5vlUZYs6AOraX0DBQAAAAAAAAAAAAAAAFBi2JJirMlx9ow0Q0g9tdIcccB87ogtOVbrXd7UtJdaH/nd05bYc7Lg0+F+r+Z3KJWW2IhTr2alZUJfXamvWF0pp5/ac2H6KKVsathNDUDL35V2ZLNStqYmqAFojdEzu1Up8er0horV3Wu0kgVdzuyNT9sBpka3a738DZXrOtfnGWiWCDQDcEYAGkCJo3H3ljddQJhzpSG4Vvl7Xr98Yq9b7vKs10n57gytd/bXVchDMZ+OQ+VhnNDm2NDZUhKyfounj3N9yr511jjH4Z3Ov5JzADri04FKIfDBT9SvurAmRcvDPsd3ZJj8A+553b1mK6Xebk6JW/GVUjY17WGoVCfrl6Ylmk//p5Tda7YWAAAAAAAAAAAAAAAAcA12c4o1yZFs0fkHq1lhW0p86uHNmd+dHut322h14tT9fyXvWal8g3rgQ5PV+sSNv8SvniEnFm6a8Hc2qfUxCz+IW/GlLOgrVAl9fY1aH7f8y6StC2XBs35n5wC0+ex+c8RBWfCokx2P0Rg8slubka6W3QzubgZPrZe/I8rsplHr9RXC/Xs+mfWz7l5qvXu1FiHjfs9M1Pi5OQ3ebGrWR97EZfKsBIACIgANoNSTx1iOw6wKOSqNVZrI2+UTB42eYU24KA8H3XQG53qfdgMsMRHW5DjnYadtqYnZv8XpM2r29BR5tGeNOy9v9ow0td6aGKN8YYejAaH11QC0+fS+iE+zvr+j6sQ9bpeO/GIXf5L1BR+V6oS8tFR9ndg/JpkvHNWa/N1rtvZqnn2ol7hhtt1u13r6GkLqObcz/dRueTTp+OIPk78AAAAAAAAAAAAAAADAZSyxEZaoU7Lgpnd3TpWYT+81R56wJcdqPH29brlTrU/a9nvG+aMiM+/r1bKvWh/96zvpp/aIzAyxf48n1PrT47tlXHBM79fj8XJ9/qfWH3+mvlKoOOILU5MeWb804oA6uLJvhwfUMEnqkS0Jf80SOb8IXbImRJrPHRKZAws617vpjErB5hRcdtQbPDQmP63JP9cQhD63DrXGRQpHWPkWtVJj8q/05GylrHea3r1Gq6qT/hOX0foF+/d+6vJ6+RsNTt/rDgA3FAFoAC5H61NB3nJVqp9Lc6bx8K429Xger+AdEDRqujU5Th77qt/6IbkZPXy7DM+sj9P6VVTrbebU7GmcPvdmM6dkVTp9kE5KO7Ez9cB65QedA9CxK6ZZok7Kgt9to8vdNU6tP/fZMOWTf/Lg0vmNnBjXNKu+xxP+fZ5RKu3m1HOfP6SUA+59Xf0OkYwLx5K2LsqaG04HqamHNqYd3pz5rsv5dByq1mecO2xNihaZAXTnLyKRR9tubhrHMbTTgNwAAAAAAAAAAAAAAKB0sacnK9EIXbkQzaVUqy01wXxmn1J2/hJsa9y5jIuOSIObzmis2lStT9q6KOPCMVkwhjf0bNBVrY9f+40tOd7xIlWbetS7Nbt+5VfmyOPyl3rU6eDT4X61/sL0UdbM6WWlV/M71Ppjj2eNH1fxkS9Njbsr5fSTu85+eLdSDn/7H61fsFJO3rE0+te3xWWDJcf88VHKf2tlwaN2O+cAdPL2xcm7/syqdwpAm88fTjuiRCnKCyduWn1WyZIh8mK3ZtfLGZU5uHI5OW/twu52qd5QsZqp8e0aTz+dX5Dzz8q5Xb7/a1qTX67Qi3ebe01NumtN/tqc01cY/J68Xd4Gn3aDRV74SnMApQ4BaAAoNDeDh2fDbpfXa73Kl+/3yuX1nvU75Rmk9mk/2NSgi7jsQ3tezXrpyofIo3ljSD3nekNwLXkv63MFptUvH1E/1ZdVf+l42k1vdJo4TTkKd5TN2cNXm88dUoevzhGAPrA+bvkXjt9eqbZzADpmyS86GCIAABAASURBVCfJO5Yo7y5ozDdqfdTPr6Yd2eJ4F83vcP4qlrMf9U8/vv3y+jPv9TKf3S8L5fr8z6/H40qlLTXx/LRHlHLAfW+oY2nLV4heOEEpBz/2nfq+5PlSwt8/CcefwL/iiC/UF5fnJ+kndorM1LvzeVHyruXK+ZjOP8i77cDs+p3LzGcPOOrLVfJuc59an7DhJ+Xjjx61Wjsf8ccu/kQpeLW8W54dqY03n8n6+GOOk734yIxIx0mdcHNzr9FKrbfEnLVEn3ZU6wzGqs2y66NOWmLPics+eJpdb/AwhjdW6+U7kueZjjfrF6Q2RsrMr9tlQR9UQ02l280p6Sd3K2VjeCN5TpXV+KQY5QOjuRsfdz7j4okrNF5odc6fDbVEn7HEnLm8PuP8EWtilCxovMopy7Mi/fgOu8WxGOsCwnT+lZwan/WtPYbKdR0DvYvcc9hYpam6GMhXlq9/LY1307jXaOnU+NPyKUe10WQMa6jW5zuH5Qplz5zDFaur55lyRVOWPUfjQ+urH8C1pcQrC3zuRiZcVD4HnKte/fxx7kbmM+flMiaXNHHZJxPk6b0985MYsmNCbl6yG39pDuuDa8otWFbj05OVDyuLIls89O7VmmfXR52S70tc1vGR/bGKwi4elepk97akJZpPq4tHE7n6ZDUyn8Uj32U4nxVQncO5F4+Ig3LjLDK3Ns4fjEk7tk1kdmHIZca5uyG78SH11F1AvotH/IWMyON5zGF1Wc3VyAvHrAmZi4G7t1z8Lm+k41PXl7arIvMrruSvzmx8oL5iNafGbxVWi6PxgVW1vlmf6pF7nPQTO7Ia77xsJ8cq35Ml8unnumxZPS7f1xXmpMbkL/c72fWn/5N/3MsbKVc05asYcq+YV2u8MbSB+pGk/JZtp+1zzmX1wlG5zorM3bfBaU+dvZXIuRiojZQLsPPH69OO/itsVpH/sq0PrKb1Dbxy4+VaI9edPBp/aTuce/FQV7Sci4Fc6+W6f4U5mW8jnXcuzouH03Y7x1alIHM+n8bLieWPiMu3EuomLtccVrfPTnNS5LNzsaclpZ/em9VI501ffsu2ulu/zsari0d+2+ccc7iQO5fsRrq512yVRyNzLdv5beKKpPHOxx5hDdXvvMt3MVD3gNe79dhrS0tyvIxvoFwSshuv7lwKsmfM58DpqjuXfLceuT5AmL31yLmJy7eRl47u8lu2K9VWvxkmZ+Mbq+cR2cceOY8x1DmceyeiNtK3ovN30aibMuftrSjsnk49ltBo3au3yG7MxRPyKZHHn/uA8jlP+TeSf6nsOZbv1mCLsNuu1EjnOea8yXJeVq++Nci5ouVzIOT0pjyNYY2y69Xj5Fw7l0u76UKvgPke3TktBvktw/kcY2RvDXKuaOmndtvTHR/u1fkH6wLCsxtz1Tmf70F+IY7icp1GZR8P51qG1QOefBebnI1Xl+0K4eq1MZHfHHbePofU13h4X+VN5bf7LuzWI3sTl3PFVA+E8ml8jmU+xx7QafG4eiMLOee9A+R+Qa3Pfxm+tIlzOr0S+W1VCnlumG/j8zt+vnrjK+vKh2Y38qrHHvmduRRkzmfvGXNuVbK3216G0AbZjS/6TWUBGn/Ncz7f4+pce8btdovZ0fjyoXLmX97IfHffTtvzwq+A6uKR9xy+bJN46bg654p59cbnt8zne8h69cUm39OxItvD5rHM5zgpcN4kXvUwIL/+jXyPSXIc3eV5DphjThZk+5zfMny1FbDI5mSOnqX8zr7j5OtfsZH59G/k7EjMPvYo7KFpfstwQc5c8mm807Kacw6rK2C+jSzc2Xe+nTPBtdTvH8/3zCWfo8F8F4/8NnFq/0buDsZL2+F8Gpnz2MN5Rctvz3gdB1T5zXm18QU4Kch3GXZKShXkAMmp4zGfLtxc/R75Ldv5HThd/YzGaetx1cUg5xlNdiPzOfu+bOdy6cQ218H/NR9v52h8PlsPdTHIb04WsIPxan13BTnqy3cnUsjGq2cuubfDl+Zk7i6C/LYeheoWM6fK7bxSztH9ld9iU9jG53cscWkxKEgHoyjIibBzv0chOx6zO8lzHj9nd5Lns6zmdyBURJu+nGfr6uWJnGfl2Qf/uY4x1BXN6c8t8tmJiHyOn3PsXHIsHvnsGdUrArn6SdSD/9w7l6xNXO5lOM8/t/OczNGDlL0M55jDhT1zyW+rcqlfOr9lO99NWYHmcGrqwQ1KPNfUrLe6LshlNXHTPKXs23W4ujOScyx590pHI3V6v+6PqS+eum9d2nHHzMnvMrF7zZYetdqqc1K5gC6ZmnRXdzo56pv2VE8W5IoWt3K6UvZqcae6mMnZFTnrOaVc4f731cMDuQmKWTRRKVd6ao7amKQtvyb8M9fRyPIhgUMmqvXRC95LP+H4C5oad/ft/JBaf3ZiP7k6yMXbv9eTvp0fVuvVrHD5/q/mWV/hgQ+9W9+jlGWnxMmXsvbCwY/P8qjTPmtOnj2gfgl2+Ltb1BU5acfS6PnjM+dk5bC3/s5u/LY/UvasEJm5W+cAdMJfPyjdaz4dhzgHoBP++Vmpd97uOWbO8R1KP4mn08Q5ZO7cFW4arVq222zZ9bqsgLI9c1OfXa93l+uF1uTvvDsTjvWirjXzIN95Hy15t+znHu5Y1J23e8IxAyco54Zy9+1cX/nZ35TBmNUTPZG5+cpzcGWvlv3k7fJ6edjpfOSpypxRlQUAuB4C0ABQbOQ5jHMvp8q77UDnVK4qaNRXeb5O1Un78qwPHjNT6T13Pt2VvZnqKNHOZwvyIFvJ1TmfBjim8a+s1Dt3CwrnkwGtIWf9pU8rqp9rzHri0hlFzte32yyX1+dIaadnj59tSYhS653JM9isz1bm/Dhjyn+rle+FkefqOQLQO5YkbV0oMk8PcgWgs+udz2z/+uHyizTypEWNjLtXa6b+KWUHbvbJ3jub1a4l2ZiLP72olJ0D8fLcO3aJI0gtT+zD39mk1sf/9UP86hki888X9sa6y+vluX3IS0vV+qh5bykzwbfTQ+XveU2tj/g06w0GPjRZ/RRsRtRptZEhLy1TT79Tj25Vv2Gn6kd71S7+5F1/Rv3yRh6N3/Jr7B+TRGZ3Z5UPduR4U5kzJ1d97LKpyhw2NenhHFW/8M0TSl9w+btf9O02UqmU3XxqI3OcTkdkn06Hvble7TZNPbQx8puxWY3/eL/az5V5mv2Wo6TVV/v0kPpLk/5dGPP7hyLzCpDzSiRPp+P+/ExkLjYhLyxW66Pmvu7o8XScfg8NuO9NtT5i6lCR2TtT4f4P1MXGEndebWTl/81XLyHI/qNznw1TyvLPrfbmpPy35uKP47Lm8OQj6uqQvO0P2WchMs+35ZvKnsOb58cu/lhk9nNV+XCXWh+38qvEf34Wji9a6hD8+PdqfeSsZ5XOvhxftGQxq42s+PBU2SuklOU1p+zF48Ulaq9N6pEtF2aMUcryl6r9X9mLR845nLh5nvIhAdk5VeX9bWp9wt8/xa2cJjK/FCn87X/UevVjFbkXj68fV3oky901zu+20Uql7KxRGxk05mvP+p2VsuxjVetDX1+jrpip+/+K/P5/l+bwYaHJOgZO2rooZpHjYxW5ltX4v2bFr54pLvvktzqHDZXrhbyYvXjELPowZe8q4ei3ujtw2MfZjf9qlNKpV77/a2qXk+yjzF62x/7kUauNUpa9zOemDlHKzlsP2RMX9XPmp2t0hmqfHMyekxtmK/1oubYScSu+UDr1jFWaVn721+xG/j4xZY+jU8+j7q3Bj32r1st+KLn6yIJ3q3sqDPlQrT//xXDlgmLAfW/JXqesxidcVBtf6Zl5ag9L2vHt578coZSdFw/ZnxX927t5zOG132Rtn0Prh4z7w6mRHyn9X54NugSNnqnWX/z5VaVbNlcj5Z9V6f/KtenLbvyAt9XtvzXeacV89je1+zX16L8XpmctWnJroPbhJm35LeaPj8Rly2rs8i+SNs8XmV/45dzzqG6HvVr2DRw6Sa2/8O1TeX+Bw+cPKf1fzps+YbOojaww+D11J5Vf4+Xlogszs7poHYuHLmunrG6Hcy0eMUsnJ293zPBcn1+6OPtFpSM71ybu/LRHlCv35e5+wa9b1g5C9uGqjZELvFzssxrptHjITZDcECll84Vj2Y1/fqF6acF5q1L1k4NuauM3zo1dNkVkHnuEvrZabYzc4yhDLHg2uj1o5DS1PnsT122UbKdaHzFliHJxJWDQO+pIBjlWwMe+86jbMauR54/kuWdMO7r1/FdZf53w97eqF13kKn9x9ktKudqUY8LNLdecz7X1iP3jo+Rdy8Vlm7jI759Rrmfk2D7b7dlzeOgkdTwJuTEswM7F6dhDbaSbm6ORl6iNlAdO4W9vVOvjV82UvfnishVT7nHkMZKj8Y1vr/iI05z/7mnlOrR/z7H+vZ/OqrVmZDc+x7HHqew5PO4P9eppjsVg4h71CpC6Byzw1iNrEye7zoNGz1Dr5RxQruF5txtUYdC7av35mY9Z4xxBEOdvSnFufMWHp5iaZX0TS44940tL1Uu8zscejj3gpaNfdQ8oL7eEjd+QPSf//FxeohCZx5Pq1whKcjfquOguG9n6HnlpQa1X94A55rBcticPUg7y5TuS7yur7YlR2XvG0TPUSwjOjQ99daUaEEnZKw9NHeuLm95Y9eMDl89huYDJxSy7keqBUPv7Awa+rdaf++Jhe+Y1thw7i7hz2TuLJ2erx8/yYvO5qVmfqAx/71/1wmHSzmXR8xxbHrkAyMXAqTHfJqz7Tjj+3A1Cxv2u1kcveF9ekZIFefQij2HUesdOQflmyZxbA/lLlbxOjkYmRec9xyJP5LmsOu/pnBufY2uQ13GynFJOn8ebCq4V8vKfan3s0slJ2xzvMdfOxfFm9/8lMi9fVXzkS7Ve3bnIkzv186t256O74Z+ZmvZSys7b4dBXVqjXY1L3r5dbocsbn/DPnLg/PxeZV8pDX1uV3chLWwPPht2CRk1X6y/+8LxyRd+3y4jy/V5W6899NlT5sG7O3fGFvHcWTgf5+R/FZR8nq8fDuU6j1KO1XMtw9G/vKd+zJFdtuYKr9epik7vxl5bt8v1e8e0yPGsOpyfnuZVw3j5XeupnNZrjfG4o92jqOXXqQbn1yPpS1Bx7wEtvKtcFQsdp1L8LROYgQ8FP/KDWZx4gOeJlcvbKmazWy2VVuXLv3Pgcx8+jvvJseFtWIyOzFw+5TKqX8XI08uMD2R8/vnQaJa9ryqub4qpzfv7bqYccx1Fet9wV+OAnav2Fb8YqF8VzfRVs9iZu8PvebQdkzeGYs07Hzz+q15vleXr2ueEba9U8UOEXm2ny8ENkdgXIQ9zsxv/6jryIntn4OwMf/FStV/eAfrePKXfn89mNV489Br7j0/7SsYfzAdKj36qXcjPOHcl7xcwx551ObOWZy8IPxGWnV/FrZias/9Ex58MayQOt7Marm8qmveQGIbvx6jIh3+u7AAAHaUlEQVTfbaQ8ClXrs1dY502l885lzDfyADKPxjvtXFIP/hP5bVaPk/OhafZxda45f+nMRa41ct1R66Pmval8tD7XnvH8jDFKXKzcHc+qMQXZg3T1E9sXFqsBEefj5xwH//8ukIcT4rIDJHXxkEfg8jhcrY9ZOEGeyAvHJvE25/46uVMwZ2aUc+0x1cbLfbrcs6v1Tgf/2cu81alLIb9D1tCXl6vBkbRDm+RhQ9abcurMyT4d8/StMmGn+kvj18jdvaPHINceVn1TpiY9K474XK3P3sPmPKOJmHy/EizIcebifM741Bz1Q7w5DllzHAYsjZ7n6LTJ1b+hHprmWjGzj0naDZbH+Wq90wnsm+oIDs5bD+fG5Ng+O+90Dm6I/DZrr5pj06eugCb/Kh9sz25k9qFprjn5gTJoXKHnpFPPkjUh0uns+xc105x2Ysf5L7ISKv9n715CrarCAADf431ppT28ZqBpZQ0iGkQUFUQUjZpERDWogT2ICKIiwgYFPSaRBJVgVBANCs1BCA4KDHoojSJEwmEFElqWieIL9do6Z9+z9r/22WcgCHXk+xA8LI7nbvfdZ61//evfa6c4Odf91PFz40zm/MbSVekLm9tz7NEYXPIZHhqa3vPcxff0n0B4ejbMXN7OxRkn/9nTOnPpBVSPDx58vlbThCtNu/IPzb1Eypyk/MngQTZm33l6NdDFrT7dexJjTM7MHj1U9x7h+eNF77FmSy5OjXPDK9buzHWZ+cw3Dz4PLmV0l/Mbjdl3+oJU9ZczD7y66I65L0uKRsL0al1+VmRMEcR4O46MZexRX9tF/5y7vmH9czlz2bfpleO9srBG7FFPCh56Y9Htj8wdZOgNigns7p/3vDcXGcYvYOzKWhOPnYnpK9+pZy4Ht29Ixzk2OPvO13aZHd238eWqsC8Nc2mwazn40HsUM5rQe8RJQdnfbtm/+c3uQU6dF6uXclzdiO4OfP3RoR+6V0Vj+E5ZyjRTGxuYfe/7dE1VInnhnY8tvv+V+uDzZRPPfDEd25jrPo/9tmPv+48OnuF8GUwsvnzFa9/XZ/KrddUjQxv9cD7IlI9NWdn6IPuXx0Dv8UxVKTs06iu6vjCIPL8p130WXd9bO3LFWA5NJy5ZvuL1bfXB9zNIjeB/32cvVQs9jRTBH588W5WwN3qPPLjE3F2MPWLeo0jaxNzdLz/u/WDu38a8Rzjzy9MyR9vBFxPevR8+depQt9qv8STYPetXV3fXxNxd7J+LYXpY6uDPX1vzHkWMEWcuOf1V5u7qJHkZ/PcSjN3C6Dg3jGdyycNvLbz1gep1SkW2Rnex64tJ9aFzyV3fpZxh9bqY8Kak+tbu5LqxxJaD/xSSpcAst+c4OeboUlwXBpH1acSvXsfYo4ifw+Cy7MXN+ZakboC0fnX1OhaPHt659a/Pu1/2Zp7km48PbuuO2o34OXdxMcaIZzj+uuMXLbYXE9swuAybuRRxdZy55C9m2avs//Ldwz91l1Sa13Y/To5dWTyY1B+mXnGwPZ7hdObzvlqp18oF0Cf+3p1Xchfe9mAugE6DUdWeDjsWQB/Z9W3K24wNLhNv31AF+RfNPl0XQJ88nj98csnKUAB9rG5felXOM88eq5eVp1denwugZ48frtfEjx3OPzR9F8KOZkfynQkn9v9etU/2KoCzlJmp2qfKMtxc716v1Df0euO29iHvHwvv73Tq16HmeNiHTy+/tupX0xkr2q+8obr+J2eK9vlX3zR9+XWp289rxJWL7n5y9mh3+E4L9LE9xy2xFjn1VLk93saQxv249VsWs/dRNwXX9kTxuEt08Z8Kd0gW7eHGAADOFgXQAOesuFFolrJycYPnLCULcr4gSsmIWDqcxcKjaNkLX6SZ6qkjBzplAXTKKs5tgVM+iuXSR9bO7X0SqrTnTS2oq7TDbZFTS6/K7XFb6/mrbqza551X7KU9ObNirnq7cY/mZVdX7XGTnuptre1pilIlBCdn6r2d4las+Q7pnvaJ3+kznVgOkz8nziqjYe0AAAAAAADA/1en/1e53lcv/w1rb/mQs2no+mOn5T3NNw85+Lb2zpAfFNuL11ML6hXbfpVzMt7f/GusXFYeX3Tp3KZg/brtyuSSK4YuE/dueplcHHYcmzeeP3x8UV1W2xmfaG+fmKrbw7Ly+MKZvPYd3z8Z18T71c/JgmtuGeu1j18Q16bHFt58X7UP8fTKou72knvXpPOQFrIb9bjdG7Sqh5CUtch1DXHYCj0t7i97cXN30+L0Z0F9huevuqn1IdgX3vlY3FU6694OOtYibmUdxbsRis+/64nW9rgZedaZPr+1HYBzSef0mdZdAQAAAAAAAAAAAAD8R+wADQAAAAAAAAAAAACMDAXQAAAAAAAAAAAAAMDIUAANAAAAAAAAAAAAAIwMBdAAAAAAAAAAAAAAwMhQAA0AAAAAAAAAAAAAjAwF0AAAAAAAAAAAAADAyFAADQAAAAAAAAAAAACMDAXQAAAAAAAAAAAAAMDIUAANAAAAAAAAAAAAAIyMfwEAAP//gsTuPQAAAAZJREFUAwCjD3sFXkHOCgAAAABJRU5ErkJggg=="/>
</p:tagLst>
</file>

<file path=ppt/tags/tag14.xml><?xml version="1.0" encoding="utf-8"?>
<p:tagLst xmlns:a="http://schemas.openxmlformats.org/drawingml/2006/main" xmlns:r="http://schemas.openxmlformats.org/officeDocument/2006/relationships" xmlns:p="http://schemas.openxmlformats.org/presentationml/2006/main">
  <p:tag name="MCDIAGRAM" val="mcDiagram:25d9e851-f712-4f1d-accf-4ee7e2a76413:e2a6df7d-dbbe-40d6-bdae-967ac33737be:0:1"/>
  <p:tag name="MC:BASE64" val="iVBORw0KGgoAAAANSUhEUgAADwAAAAPGCAIAAADRSPi3AAAQAElEQVR4nOzdB1xT5xrH8cNyMMSFoqKiICC4996rbuuetXVra23r7bBatVq3rdo66t577733VmSqOAAB90BEIHDf5IVjDGgdqAR+35tP7ps3JzknJ+EUnvx9jnlcXJwCAAAAAAAAAAAAAAAAAAAAAMbAXAEAAAAAAAAAAAAAAAAAAAAAI0EAGgAAAAAAAAAAAAAAAAAAAIDRIAANAAAAAAAAAAAAAAAAAAAAwGgQgAYAAAAAAAAAAAAAAAAAAABgNAhAAwAAAAAAAAAAAAAAAAAAADAaBKABAAAAAAAAAAAAAAAAAAAAGA0C0AAAAAAAAAAAAAAAAAAAAACMBgFoAAAAAAAAAAAAAAAAAAAAAEaDADQAAAAAAAAAAAAAAAAAAAAAo0EAGgAAAAAAAAAAADAOcXFxCgAAAAAAwPsxMTFRjBwBaAAAAAAAAAAAACBF0889k4EGAAAAAADvw8TERC0vGG8S2sQYSySUdQAAAAAAAAAAQIqSCrrmIGVSvxczGPB9GQAAAAAAeFtqCUsODG4aF2PqAG1Qx6GsAwAAAAAAAAAAUiDC0Egu+qFnSR0rfFkGAAAAAADekkkCUVXQTz/r3zQWRhOANqjjUNYBAAAAAAAAAAApgf6XQ3JsjN8YISUTn6jnEQ9C/A8l+dUY35cBAAAAAIDX0y9VZbTNnS1vCTUJbWpqKmtZRlfRMo4AtH7cOcl/4A4AAAAAAAAAAPDxyS+K1IH8okgOFFpB4/3ofx2miYmJiYpQAAAAAAAA3k9MdKQoM5gmiI2NFdeKETKCALR+ccfvWli0RiPH+nlzYtAAAAAAAAAAAOBj0m/2XChvdgsLczUMrRB9RjKJ0yNnLDPlME+XUQEAAAAAAHhL4Q+CYzUxosgQExNjZmYmqw2yA7SiK2cZVxPolB6ANuj6HBkVHaOJVQAAAAAAAAAAAFKMGI1GfDekNs6Rk8Z45lCkHGriWQxideTNLPbOVrb2CgAAAAAAwFu6Fn43VhMjigwxMdoYtJmZmXpmM8UI/z2/EXSAlmRxR47TpzO3zJBOAQAAAAAAAAAA+HSeR0VHREaLgfa0oSYvEqumpqbknpEsEneABgAAAAAAeB+xsbHR0dFq12f13/Ab3b/kN4IAtFrWUQPQ1hkz5M2VRQEAAAAAAAAAAPh07jwIj4h8IAbiSyNTE8XMzEzOy2+MFCNsnIMURQ0963eABgAAAAAAeB+yA7QoW5mamsqagxgY43nMUnQAWv/cXvzrdgAAAAAAAAAAkDKJL43MTONPFSq/MVK/NDLGb4+QciTuEwQAAAAAAPA+9APQaiFLvdeIallG0wGaf9oOAAAAAAAAAABSJo1GEx2tHcivjvRPHqoA74cOQQAAAAAAIBmJOkNMTIza/lm/Q7Fx1bJSegBavwk0AWgAAAAAAAAAAJACRUdHm5oo4nsjMzMzedpQOU8GGsmCDDQAAAAAAEguakti/fSzYoRMlRRPP12uAAAAAAAAAAAApDAaHfV7I4XEKpKJ+kGiTxAAAAAAAEgWMgCdZDTXuMpZKb0DtD4KhQAAAAAAAAAAIAXS5Z9Njb1rDlIa/ROlKgAAAAAAAMkkdZSwjCMATbkQAAAAAAAAAACkWGrvZzLQAADg09q7b//KVWuDb926e/dezpw53Fxdypcr26RxQ3Pzd8+HtGzT4caNm/ozO7ZuyJYtm/7MpUteXbv10p8pXrzonJnTlQ+gYpWa0dHRYlC2TOnpUycrb2/Cn5OXr1glxxvXrcqdO5cYPH78uFbdhnKyUcMGw4cOVozT06dPJ/897Yfv+qdPn17BxxUZGVm1Rl3xt8CI4b991qCe8k5OnT5z82Zgy8+bKwAAfBjaslVcEhRjY6oYFcqFAAAAAAAAAAAgpZHfX+hfAwAAfGQajebr/t//+PPg02fOhoSERkdHBwUF796z74/R41q17ejpeUlJPkeOHjeYOXHytIIU4MTJUy3bdPT28SX9/En4+vrLPwfcC7spby8qKurXIcP69Ps2W7asCgAAH1LqqF8ZRwdoiYohAAAA3s2zZ8+WLlly6ZLn9evXw8PD3dzcihQt2qFDRxsbG+VdRURE1Kldy2DS1NTU0tLS2tra0tIqUyabGjVrff755+/TV+MDefLkyfLly7wuXfLz8zMzM3N0dCzk4vLttwMUY7ZwwYIZM+K7ifw7c1bRokX/8yFfdOly+bK/GOTKlWvN2nVycv++fYMG/SLHvwwa1KRJU+UtPXjwoFHDz+S4ceMmg379VUmRBg784eiRI1WrVRs7dpyS4p0+fTowMLBFixbqjPih/uefv62srHbt3qMAAAAAn5pRN8sBAACpw8S/phw/cTLJu4KCgn8ZPHTV8sUZM2ZUksPJU6ebNmmkP3Pq9BkFKcCsOfPu3r1brWplBZ/Cw0cPS5Uqkc4iXf78+ZS3d+78hR07d4tBsaJFFAAA8F+MJgBNxRAAAADv5s6dO7169ggNDVVnzuhs3rRp8JDfypcvrySf2NjYcB158/z587t27pg85W9LS0slxdBoNH169w4IuKrO3L9/PyIiQkEa4+3lJa4LuxVWUraoqKg/Ro7ctWvnmDFj9ee9vb3FtYeHhwIAAACkPHypAQAAPrLbt2+vXLVGjjNlyvS/HwZUqVzx6tVrf07+29vbR0yGhoYtWbqie7euSnIw6PcsingXLnoqRk5U8mdMmyLH2bIaZf/dmJgYT09t4ffd2g/j/dWoXk1clHd18aK2U7u9fc6sxvkJBADgIzNVAAAAgFRtyOBf9dPPqnv37v3y809BQUHKh+Tl5TV8+DAlJfHx8VHTzyYmJk5OznkcHNzd3d/ksdHR0WcSPHz4UIHRunXrlnwH3VN8gFj7Dwl27RSDIi939fbx0QagC7/ZRxcAAAD40Oj9DAAAPi39RHLP7l9+1qCejY1NiRLF/hw/2tQ0PhlyyctbeSeikiwHefM6yMGDBw8uX76iLnD23HlRPRYDMzOznDlzGDzKWJibm5cpXUpeChRwVIyQj4+vRqMRgyIeFE6N0kVPbQDag7o3AABvxmg6QAMAAADv4PTp0xcvXpTjhg0btWnbJlMm2zVrVi9ZvFjMREZGzp0z57ehQ5X3kzNnzsFDflNvPn/+fNOmjQf275c3Dx086Ofn6+qaUtotBAe/yHx//fU37Tt0eOOHKo8ePfrm635yPGHCxEqVU+FJ9IqXKPH3P1PlOH/+/Eoq5e3tJQfuKb6QeslT2znG3t5ev+PF/fv3Q0JCFG0jEwrBAAAAAAAAgGJjY123Tq1bIaE3bwZWrfKicps9e3Y7u+xhYbfFODQsTHk/2bJpa3SBgdoi8/ETpwoVcpbzJ06ekoNixYrcuXNXjpP852GXL19ZtmLVRc9LISGhWbJkdnZyci/s1rFDWysrqyTXuGnz1n37D4rl06dPV7SIR7s2rUuUKKa8mihiz1uwyMvbx9//iq1tpkLOziVLFG/XtpW5+X/HYx4/flyrbkM5btSwwfChg+X4j9Hj1q3fKAYFCxZYuWyRt7fPytVrff38g4NvuboWEs/fsX3bzJkzGzyb+KZg2fJVYs/4+Pplz55N+zLbt3V1dSlXsVpsbKxYoF+fXl927awkk337D/zvp1/Vm+06fiGuJ/81vnKliuKrkKo16oq3Y/Qfv4sPif6jzp+/2L1XXzFYs3Jp/vz5xODwkaMDvv9RbOeShXNPnzk7Z+4Cz0te4n2f/e9UP//L4q5cuew3rV+t/R5k89bNW7ddvnw1Z84cjT5r0PWLTmZmZv+5nS1atROfH7Fvq1SuKN6p02fOXb9+QzxnuzatWn7e3GDhL77q6eXlPWHcqLJlSs+cPXfP3v1PnoSLd7NPrx6Krt318hWrxWfjakCA+ISL96JE8WJiJyfZOzkg4NrfU2dcvnLl7t17tra2Yo3NmjRq3qxJ4pi+eNVr1q4X79rt23ecnAoWL1ZUbJuDQx7lDQQFBTdv2VYMZk7/p1SpEmIQERFRvVZ9sfM3rluVO3eu/QcOrlu/6fyFi5aWluXLlRnQv5/6yenQ+Ut//8tyvGfvvjLlqxQp4j5/zkz1yXft3nvo8JGAa9fFHhPbI34c2rZu6ezspAAAkIYRgAYAAEBqduH8eVNTU1FMzJYt26Bff5WNLvr1+3rP7t2yLbTnpWQ4K1/6DBlKly6tP1O+fPl+ffuo2euDBw+mnAC0qHWq41y5cil4WZYsWQzezVTJx0d71sv8jo7W1tZKynZJ90Nq0OnZ2ys+wG3QFhoAAAAAAABIm2pUryYuiecfPHgg089CDjs75b2VLlVSBqBPnjrduVN7OXnq9Fn13u07diX5wKdPn46b8NeWrdvVmdDQMHE5fOTo2vUbfxv8c6WKFfSXv3v37m/DRoq1qDPihezdd+CH7/orr3Du3IVfBg8VD1TXeOtWyIGDh7bt2Dl21Ig3zLC+3u49e4cMHSHbXSu6ALG4rF6zfub0v9U4uODr6ye2RO4oITw8/Pr1GwcOHp40cZzyYTx5El6qVInLl68+efJEVLkLFNB29yhRXBsW97zkJcPoidtCy6bgokos08/qjKtLoc1btg37/Q85aWtra2dnt1aXAncpVEjs5yHDfhfvnbz35s3A6f/OCg0L+/WXH1+/kY8ePZL7RGxP2w5fqO/UtWvXR4+d8ODBw+7duqoLx8TEiN0oBg558vTs842fn7+cl6/Cx8d3yLARYq+KsaWlpaNjfh8fvwsXPFesXPO/HwY0a9pYf737Dxz8edBv4gnFki4uhQICrl265CUu2nfkzxfvSFRU1O8jR8sPcMaMGZ2dncTWihWtXrPu6769O3Vsp/wXufdMTEzc3eO/EvL28RUvVuxhCwvz7r36ik+LnBcfTrGHff38F82fbWFhIb7Gss2UydXVRb5MDw/39OnT1ahWVS5879690WMnileh6PqUi09aUFDwlStX163f2PLz5r/8NFABACCtIgANAACA1Kxb9+6dOnf28vJ6+OCBepo/RXcaPjkoUKCA8gGI52/UuLEagA5KqHJ6enr26tlDjmfPmfv8+fMF8+eJzStYsGCduvVat26tPsOVK5dXrljpeckzNCREFCsLOjkVdivcrn37V7XBEIXCtWvXHD1y9NatYFFcc3FxEQ9p3bqNg4ODuszyZcumTJms/6hBg36Rg+07dmbKlEn5YFauXDnprz/l+OChww8fPlyxYvnhw4dFedvd3b106TLtO3TIkCGD/kOaNW1y584dMXB1dZ03f8Eb3qUKDQ1dtHDBxYueYod4eHiUKlVarCJ9+vTKf9m/b5+6W34ZNKhJk6bqXSdPnlyyeFFISIgsy2a3sxO797PPPqtVq/brO1usW7fu8OFDlzw9bWxs3NwK16xVs3btOsqHodFoli5ZsnPnzrCwUFHPtcuRQ3xyevfpY29vr7+Yry4A7eHuIa537tyxd+9eP19fUXIVb8fX33zj7FzI4GnF1yTLly+7d1e3iwAAEABJREFU7O8fEBAQGRnpUaRI2TJlW7ZqJSqz6jJjRo/euHFDjZo1R40arf/Ybl99KfPWW7ZuEx9mdX7xokXTpk3Nnj37mrXr9J9H9UWXLpcvxxe19+3dK77/EG/lrNlzxE0fX+0T5s6dWzyh+Alat3atn59fUFCgo2OBDh071K1bL/GznTlzZv26dX5+vrdv3xY/cUWLFTP4AQEAAAAAAABSnxWr1qjjcmXLKO+tTOlS6zdsUnSNckUF0tzc/PHjxzKoKu9NMgAdGxvb95vvvHTx0MRExbX/gIGT/hxXpXIldXLCn5P108+OjvnF6oKCgsdPnJTkk1y/fqPP19+KZeTNvHkdoqOjZUjXz8+/e69+G9etTJcunfIexNp/HqQ9G6So9FpaZlST5U+ePPl76owpkybIm2K9Pw0aEhx8S94Uu8jZ2enWrRCxo8QWyvbPya5pk0bi0rxlW7ExzZs17tenl3qXl5e2mpo5c+ZcuewNHuXlrX1H3Au/aODi6+uve0Xhw0eMqi1K2bVqiH1ob59T0WaOte/yg4cPxKsoVbLEyOFDnZwKiHLxshWrFi5aum79xgH9+73qK4yE1fnIwagx4zt2aPtZ/Xp58uT287s8f+Fi8cXBrDnz6tWtnS9fXrmMeNdEuVvs6j8n/S12df+v+zo45D5+4pQoFItNEm+o+IalbJnS/fr0dHcvLL4Aevbs2R+jx4mP3+ixE4oVLVKggKN8nvv37/82bGRcXNz4sX9Ur1ZVLCmeduOmLWPGTTx85OiKlavbtmml6DLZ4kMoPtVijd99+3WTxg1lc+jFS5ZPmvKPuJQoXrRIEQ/ltbx1lXAnp4Lq9x3e3r6KNkGeqWu3XuKTMGHcqMJurmIVR48dF5+lK1euHjt+olrVKmKrpk+dLEPnYr1zZk5Te5aLre3X/3uxpINDHrGHK1YoL7/pWLZ85cS/pqxZu97N1aVF86YKAABpEgFoAAAApHKiElSqVCn9mfXr1wUHB8tx9erVlQ9P1KcST/r6+v49ZbKo0Cm6YHS1avFb8vTp0z8nTty2bau6ZKjO0SNHNmxY/8ugXytWrKj/PKJaunTJklmzZqo9JxRd1lPYuGFDjx4927Vvrx/+/uTOnTv325DBjx49kjfP6mzatHHEyD88PDyU5HD+3Llly5Y+fPhQ3jyts2Xrlt9/H1G4cGHlnYwcMWLr1i36M0GBgeJy/NixbVu3jhs/IclTKEZERPz8808HDxyQN0Xp+datW3v37gm8Gdj1yy+V5CY+A9983U8m7x0dC0RHRwXevCku+/btnTR5SsmSJeVi4jMjE8n58uX7/vvvxEtQn+HkyZM9unefN2++o96/DdixY/vECRPCw8MV3Rkzs2e3Ew85dvTo8uXL/hg1Wn3XsmXPJq7v6rLpqgsXLsh1CeG61iPqpi5dukQMOnXukmT6WdvxwjaTi4urv7+2qu7u7i5+ltUfE/HjI67d3ApPnz5t0cKF6qP8/HyH/vZbVFRUo0YvOnyIm6P++GPnzh2Krm+Hk5NTUFCQeIZ1a9f26dO3fYcOCgAAAAAAAJAanT5zdu68+OqZqIw1bdJQeW8VK5STA1HiO3f+QtkypY8dPylnRKFPthxObMHCJWr62cEhzw/f9S9VssS9e/c3bt4yf8FiOT9y1LjVKxbLc9adO3dh9559cl5UJCeOG+Wh6/t75sy5gT8NEoXWxKsYM26iTD9nzpx5yl/j3d21peAjR4/98L9fxPzdu3eXr1jdpfN7FQNFpVFUOEcMH1K+XNm4uLg1a9ePHR/f+OP4iZOipClL8StWrlHTzyVKFBs/5g9ZF5WJVeVtTJ3+b0hIqHj4a/peq0QJNyhI+92Hh/tLZXAZOy5WtEjih3j7aAutartiRdcuWlzv23+gZ/evevb4Sn9hedfFi5fatW098Ptv5aSNjU29OrUXLloqxmJTnZ2dlFeTUWyhbp1aakS7WLEi48aMbNfxi+vXbyxdvvLnH3/Q32zxXgcGBS1ZOCdnTm0Iu1bNGoouPy2+W3Fzc53813g11C4+4cN++/WSl7fYCf/OmjNm1Ag5f/rMOVGoz5cvb80a8eVlMzOzFs2b3gwMXLR42aYt22QAWnxExc+LeLZJE8cVL/7ixIOdOra76Hlp7779s+cu0G8XnaT4/akXKJeRaPF5KFrUY/o/k9VgdJ3ataytx4m3TOw0g4e7uBTS/7ph8ZLlV65cFT8X/0z+U7+Left2ba5cDdiwcfPU6TMJQAMA0qwUFIMAAAAAPrRffx3UuVOncWPHypuNGzdp0OAz5QMQpbeNGzaoN7PbZU+8zKS//pTpZ6lO3bqKLvT5bf9v9NPP+kSJ9ofvvzt65Ij+5LRpU8VFP/2svxn//PP31Kn/yJt2OexKliyZN18+dYECBQqW1EkyvCs8fPhw1qyZ6kUmVqWdO3fq3xUQcFV5M/8b+MOjR49EVdTV1VVdb2ho6OBfB+nvkPcxffo0seWizO3q6qauIjgoaNAvP7/bKlYsX66mn0WZtV69+k2bNhPPL2eOHz8+ZXLSTUf27t0j08/OzoXES1bnxR67deuWktxmz5518eLFipUqbd6ydemyZatWr1m5anWpUqXEx2PE78MjIyPlYteuBcjxvHlzgwIDv/v+h1mz54gC7tx588R3CWIXrVmzWn3O3bt3DR82TNRhW7ZsuWLFyo2bNi9eskQ8rdi3t2/fHjb0N/Vpc+TIoejaaehvkvzMyA7Z4U+fqvMbNmyQ71Hz5s2TfC3iq4Ipf//Tpm0bRXfGwBn/zpw6bXrbdvEnGfT20pbajxw5vGb16u7de4gld+7aLbaqgu6fByxbukx9HvE9hPip2blzh9j/g379dfeevXPmztuxc9c33/QXX3v8/fcUL91TAQAAAAAAAKnMqdNnvvvhJ7XfcJ9e3d/5NICiyKYObG1tHR3zy5snTp6SK5I3ixcrmmSpWWzD8pXxJUdLS8vZ/06tWqWylZVVvnx5v+7b+8uuneVdogC+ddsOOd62Y6f68G/69ZbpZ6F06ZI9unVNvIobN26ePnNWjrt26eSekACuXKliy8/jK5A7du1W3lv7tq0rlC8nKpaigNm61edFirirr1Ht+rF9Z3wPbLE3Rg4fqnaFaN+uTd06tZS3ceTo8e07du0/cPBNFj5/If6klAZZ58RtniVR9ZVBbfUucVO+Cmdnpx7dX2rhcetWiLyrUCHnb7/pq3/X3Xv35EA2in4NmWkWn8PvB3yjPy92VMkSxRVt7fq6wcLCD9/1l+lnaeeuPUePHRf7f+Tw3wxaeovnafRZAzHw87+sTlpaZhTXN28GLli4RH/hju3bzpg25ftvtVvy7Nmz2XPni8HnLZrpp58l+a5dDQhQXkvXeUTXzkNvV8tXkSFDhhHDftM/DaZYo+w5kiOHnTopA9CF3VzVmdDQsJmz5yq6nwL99LMkX6yotItavQIAQJpEB2gAAACkFTExMfv37VMLtc2bN//xp5+V5PA8MvLMmTPqzeDgoLVr1sq2tVKVKlWVpLYnb758bdq0jdVoboXckvW7xYsWeXurbTAcvv12QImSJe/fu7d5y2a1ze2YMaOXLlsu22BcvHhx6ZL4ml3GjBm//qZ/5cqVzczMjhw5PGXy5IiICEUbBl1avXqNYsWK1a5dR1w2bFg/dswY+ZAePXrUqFlTebUnjx/Pmzs3ybtkP11VQa3XtXZQRUVF9ezZ64uuXUWNWFS0+/btExQYKObDwsKWLF78VbduSnL47rvvW7fRZmfFKn75+ScZchWrELvry6++ettnO3gwvoVzzVq1/vhjlBz/9LPw06GDB/PkyXP//gPxupI8f6J4iHgfZTj4j5Ejt2zZrOi+Jziwf/9/9h7etm3rieMnxODbAQPUKvlrHDp4SFzXq1cva9asckZ8ikaPGdvwswahoaGnTp6sWq2aom2zER/5tc+Va86cueIrB3nTza2wR5EiYsNCw8LkzNOnTydP0ma7W7Vq9f0PA9UViZc8YuTIDu3bBQcHb9mypWXLlmIyW1ZtB+iwhMcq2jNCBon9I77JcHFxOXfu3OPHj+W8+PAvXDBfDDp16vz6k0766tpjFCrkov/FiXhaWWrXaDT6zarFD0XFChWPHzsWGhqiLix+psSPp1jL+AkTxU+BOi92vuclT3FMmDdv7oQJExUAAAAAAAAgFVm3fuOoMePVenjtWjU7tG+rJJMypUtdv35D0QagT3/dVzl56rScL12qZJLLX7x46V5CRrZJ44bZs7/UMeTLLzrPm79Iji95ebdprS026rfFrV2rhv7yNWtU/3PS3war8PF9UZA3MVHUMLRgZRVf/7x27brapPmdyZyuqoCj46VL8SX958+j5CAwMEgOChVyNsgEi43ftXuv8mF4e2vjs3Z2dmp9WNF1rLh9W3vWPjWrrVID02rHaDVzPPD7b0UBX39h9a5uXxqe08/X11/RNeqWX1u8huwh3bhRA1tbW4O7smXTbnOwXt8QmQYuUaJYjerV9JfcsFFbY69YobwaxNeXO3cuRfcWiA+/fAnly5UV2ya+Kfh76vSDhw8P+KZfUV1AXHe2w/iP4s5de2Snj+ZNGyd+Toc8uRXdZ1JUtl/VTUa4ejVAdmBR9+eDBw/kJ7lpk0YG8WW504SCCfVt8eS+uo+xfgPvLVu3i+cUO7ZZUhuWJ08uOQgMDJbfQQAAkNYQgAYAAEBacSs4WK32CuvXrw8ICBj++wj9zgHvJiws7Juv+73q3oqVKpUpUybxvJmZ2YwZ/+qnWkXtddWqlXJsaWk5bfoMWX2zsrLq06evKNUtXLBA0SV6t2/f3qqV9qRsq1auVB8+YsTISpUry3HTps1y5rT/bkD8SehWrlihH/38tMqXL9/1y/jWEeIFjhw5susXX8ibO3buSJYAdM1atWT6Wa5i6LDh7dq2kZ1OxCreIQCt1sSPHzs2a9bMWrVqFSzoJN6RH3/8adCgXxPXalWiLjlkyIu+Dp+3bCkD0EJoWOh/rtfX11cGzXv26vUmAWjZymLhgoVFixbLnTu3nLSxsZk+419RJM2TJ77A6pMQsh848H9q+lm6e0dbCs9lby9vTp82VXwzYW9v3+/rbwzW5eDgULx48TNnzlz2jy/U5tSV8jUazaNHj+Q+WbJY+71F4yZNbtzQfh3y+HFCB5Tt28THOHPmzJ/rktOv4aMLQLu5vdSbxNs7PsDduUsXNf0s3b6jbXSRK1f8a3/27Nm8edoEf7PmzRP/CNSuXXv/vn3X/qtvBwAAAAAAAGBclq9YNeHPyerNBvXrDvvtVyX5lCldcvWadYq2fCdKmH63bsX3IyhbpnSSy9+4eVMd503UxVaUKGU+VdEFoOWk2qNB1EX1++Yq2oBvdlGb1a/2K9qwrI86/mvyP0pSoqKixKYmbqP7VrJnz6Z/M3369OpYlEYVXTvepwmnwrPLbnhyyFz2b/d9xNJF8958YT05ee0AABAASURBVJkY1o/PChcuespBEQ/DALSMI4s6rfotidyNYiZxll22kTY3N69SuZLBXfJd0+9bnKSgoGDZ2KJWjRqJ7w0L05Z21fMoRkZGym7QdWoZ9nCRH6eKFcoluRa588VLUAPcFhYWkyaOHTJshHjCCxc8v+zeu0SJYp06tNPPVauJ+XYdv1DeldwPYhe5urrIGbmHherVqiS5sPj2J3/++JN2+vn5x8TEKC83kJYvtlzZMkkGr8PD4z9pmTO/8ksKAABSt/f6l20AAACAEcmaLduKFSt379k7atRoOzvtOcUuXrzYq2cP2Sb5A6lVq/bIkX8keVepUqUMIq2enp5qG4yGjRoZtMHo0uVF3c1b18FXlFMPHYo/852Tk7OafpbKly/v6hpfcFQDoylBzVovnePPxcXVw8NDjkNDQgzK1u+mevXq+jcdHBycnQvJcXBQ0DusolSp+MK9NlA7d27nTp3q1qn9ww/f79279/WfnyJFi+pX57Nle1Ecfx75XElu9erVV7SNTAI6dewgtlPdtiJFipQuXdo+Idbs7R3fVllM6j88Njb28mXtmQELOsU38960aZO4/vzzlvp1fFXu3NqvCoKD49uZ2NnFd5i4e1ebon7w4MHWrVvNzMzat+9gmVEbs5bVWLGWxYsXi0G7du0NvrowIKq9fn7ajheFXy7Zyw7WouDbqlVrg4dcvXJF0fUjlzd3794l+3Y0bdo08fPLRHhISIgsKwMAAAAAAACpwJKly/XTz12/6DTy96GvaVv7DvSDzv9M+1cOLCwsEvcYlpKsLiYpKiq+ibKoK8pBdHS0wTKJ08+KtpaoUd7A1ffuhpA+/UtntEu8Y19ff46NTYYC+KskGUSWqWhHx/yJ2zOfOXtOXBfTtUPWX7hypQoG7Z/VuyqUL5e4qCvXaxC8TkztIZ3k5yQoOFhcZ08ooatR+Fo1X6r2ixJ9aKg2HO/snPQZKX39tA07DBpvu7m5Ll+yQPwg1KxRXby08+cvDvxxUP8BA9XP260QbYhffHNUqlSJV12qVa3y+p8juYvc3FzUjipyRuz5VwXK9Xea3D/ih6VQIWd18sZN7fkznZwKJLlGtfG57HsNAEAaRAdoAAAApBXWOmJQo2ZNUX76+eefxPj27dtLlizu0aOnkqxy5MjhVrhw585d1GhvYmqTWtXNmzfUsYNDXoN79dtgeOkCzaGhoWp5Lm++vIlXkTdvPpkfFUuKB2ZP1G3iP+XNl+/osePqTfEkTZvEn2dtwoSJBpHrN2Rvb1iJy5PHQUZaRS07LCxMzekmMKy0/mdcNfEqcuTM4e+v3RUajeb+/fv6QeQ30blLFx9fn8OHDqkzERERx44eFZe//pzYsGGj/t9+mylTpsQPzGTz0mS6dC+K44kL94l999334qK8sdZt2ty9d3fpkiWRkZGzZs0Un+2mzZp16tRZ/4yH4q4rV7Qp5zp16hg8PCDgqvxEubhoS+RBQUFyIytWqpjk6mQvDVvbzPKmra2tqP+Kd+fevftOTsrKlSvEw+vWrSd+HKysrMQC4U+eiOt9+/bevHHDxsamVevWymv5+8d3vChc+KXSuexgXaZMmcRdsT09PXXbH99g42xC347OnTopAAAAAAAAQGq3e89e/f7HQ4cMatK4oZLcRCXQ2dnpypWrYnz8xEk5WbpUyVfFQ3PmyKGOA4OCDe4NDw+XdW/BLaGpR768eeXzi3tFMVb/RHY3btxMvIo8egHQebNnFNUL9SYvNdv6KrJltezLcDeh44kqMChI+TCCg289fPhQDDw8Xqqm+vpqA8GJ08l37tw5f/6iotdvODY21ttbG9itVLGCwcLiLi8vbTy3RPFir1rvq+LvKtleWlSGE39ORNH+0iVt1VcNCsvVOTrmz6H34VG0X3bEtwbPkFSqXlSkDx46oryc6pbMzMwa1K8rLiEhodNmzNy2faf47mP23Pl9e2u/HpLNO2rXqjHw+2+Vd5XQgfvFfpD7U2xM4pcsE97u7i+aPcsAtKtrIf3PmNha3YtNupPIvv3aFjnihzFjxowKAABpEgFoAAAApEUVKr4IdHpduqS8n3z58y9fvkJ5S7aJTkmm3wbD5LWPjdalVPWX/8+uxs+fJ3+/4XfzNDzcYCZxMwl9iePO//laEi8g6rPqWD2J3psT1cmxY8edPHly86ZNJ04cD3/5JWzdusXX13fe/PkWFhYGD9RPPCtvUBx/T2JP9u3br0mTptu2bd21c2dwcPDyZcvENv/229AqVavKZcSmyk9LqdKG56NUOyvLAPHNGzfkcxYoUDDJ1clMuV0OO3Xt2bNnDw0Nffz4UVRU1Lq1a8Vkh44dxLW1jfbfHoQ/1e63xYsWies2bdrqf2mRJG9d0Fl8ztUG3orurRQvQdFry60KvHlTZrLdE/7hQUjILUXXt8PBweFVa7Gytk7e/jcAAAAAAADAJxEUFPz7yDHqzb69e36I9LNUpnQpGVBWJe5xq3Jzc1EzwZs2b+3+1Rf6rQ0WLFqijp2d40uRefPmUSe3btvRqmUL9eaqNesSryJPnhcNRy55eesHoI8cPXb//oO8okTokPsduoS8g9y5cwUEXBMDPz9/X18/t4SWzKIwq/9ik5faX1kNNEuXdW+Ti15TYenfWXPjl0/I4Iptlu9R8WJFDRYWd8mqe9Eihj1fPC/Fn3+yiIf7m2zhs2fPRI3XoFS+cvXa6Oho8SFp1rSRnJFh4sSry5o1/pMTdvt2EcXw3p279sg0dr06tcX1/gMHB/44SAwOH9itNq7Olct+xPDfrKysVq9ZJz5aMgCdw87u6tUANV2t78TJUytXrbWzy/7dt1+/ppe5+CLD31/beUS/A/eFi9qGHYn3zP379+W69O+SL9n95W4g4vWKhW/fuZN4jbduhRw4qG3aUrd2LQUAgLSKb3kBAACQmh0+dOjatWvBwcH29vZdv/xSnddvvmueKLT6cSQOy+bI8eKkbIFBgQb36rfBcNG1wciWLZuoEspob1BgEn0jAgPjn8Ta2jpPnjxKynD79m2Dmbt344t36dKly5kzfieoqegYzUsBaFGBjYiIUF7r1q1gRSmrPxMcHN9WRDy/QSj5DYntKa+ja4PhffLEiZMnT1y8eFHeGxBwdfPmzS1atFBSgLx58/bs2at79x6bN2+aO2eO2OHDhg1duWq17APtq2uzIaq9bm5uBg/00RWgCxcuLAPBoWHaCqzYXUnmtv39/YJ03UqKFnlRDbezs9MFoJ9s27b18ePHpUqVcnXVrsXaShuAFu/d2bNn/fz8LC0tW7dpo/wX2enZxcVFfwMuX45vC12yVCmD5WVndEWvY7Ts21GjZs23aqQNAAAAAAAAGJ24uLhBQ4aptVNHx/zFihU5nXCGNCl9unRqMnjGzNkygpk5s+2A/l8rb6l0qRLLV6zSnylT+pUB6IwZMzaoX3f9hk2K7tx6X3bvPfD7b0uVLHH37r0NmzYvWBifCbaxsWnetIkc161dS50fP3GSqGc2/Ky+KOzPmbdg1eq1iVdRvlxZUf+8f/++7qXNKVumtLOzkxhfvHjpj9Hjbt/WlqBF9XL9muWvybAml5o1qskAtEaj6f/d/wb9PFBs3o0bN/+Z9u+1a9eVD8NLV03Nlcte/1yFYo/JrxX0TxIoLF6yXL4dil5zaNmTOHPmzPb2OQ2eXN4liuQG7aWVhL7O4vMmz8D5KmJXyHbIorp76PCR6tWqqnf5+18W2yMGXbt0UpPx8uUkjg7b2tqKdV2/fuPosRO1a9XUvys4+NbfU2eIQYXy5UqU0HaqLuDoqG5/mdIv1ZPtdd9EPH8ef45N8QYdO37i+ImT4iOkv68ePnw4ctTYkJDQ+vXqvP6T4+XlIzuPqNscFBQsG3Yk7o190TO+L4+aNRdLys+GQVRdLHDlytUTJ0+Jt1L/SyVRbP995GgxyJ49e+tWKeKLCQAAPokP234MAAAA+LSWLFk8ffq0jRs3rFmzWj81e/z4MXWcOAb6caSzMIzhurq6qk0Itm7Z8uDBA/17Fy9epI6dnLSlW1FtLFGihJy5evXKyZMn9ZcXN/38fOXY2dmwu8MntHbdWlHrVG+KAqKnp6cc582bT809Z0xoD3z3zh39JtD+/v7/uYrNmzbpt8S+cuXyjevX5fg1nYBf5d69e5s3b5o1a+awoUN37txhampapEiRr7p1m/HvzH9nznqxYQl7+5Po+sUXlSpW+Oefv9UZsZ1NmzabNXuO2KXiw3/48CE5L9s8e3h4mJmZGTzJJV03dLeE9HCWzJkVXTvtR48eJV7jmtVrFN1XF5WrVFEn7ey0pyN8/OjR6lWrFV2bZzlvreu6HR0VJX4SxaBV69b6VfhX8dGVzt1e7njhpSu1m5ubu7q6Giwvu7kXKuSi/hzl0HWnDgtLom+H+AH56acfJ4wfl3KaowMAAAAAAADvbP+Bg94JPYCF69dv9O7b3+AyZNgIdYGDh45s3rJNXPbs3a+8vfLlXupAIeqERRI169XX/+s+ORJOJRcUFDzg+x+r1az3eev2aspZGDF8iBq9dXNzbdzoMzkW9eRhv//RoFHz+g2bzZ23UEmqvYjYgH59esrx06dPu3br1bPP181btv2qR2+ZfhZ69+z2EdLPQpdOHTLriquKrtfvwB8HVa1Rt9MX3Y6fOPlu7TneRFCQ9mx4oiwsuzhLYkfJLTl46LAshIqC/OS/p06a8k+BAo6KtmCex9Y2/mSVPr7aM/4lbv+s3lWokLNaelXJvsVqivpVrly5GqU7s2W+fHl/GzZyx87dcmPOn7/43cCfxDYXKeLe9YtOcmG1QXKST9um1efiesPGzbPnzFe/a9i3/4DYw3fv3hWvd8ivP8nJ/PnzValcSQyGDB1x+MhR+UWD+O5g+45d8xcuFuNaNavLJRs1rG9lZSU2Q2zbkydP5OTRY8e79+oXEhIqXvj/fhigvJYMgosncXTML2fUntzF9PqR6+808WlXA9+BCT1u5F5StWjWRFTyxY/zz4N+Uwv1YmeKT/jpM2dF8X/woB/fpNgOAEBqRQAaAAAAqVnFipXk4N69ewO+7X/hwoXHjx/v2LH9z4kT5byo1jVuHN9SQtS2Ro4YIS8bNqxXPjpRoq1Xr74cR0RE9OzZ4+iRI2IQePPmtGlTFy5YIO+ysbFp0qSpHDdp2lR9+K+DfhGbffv2bfFiN27cMPjXQepdnTp1VlIM8XLEeyGbB4eHhw8fNlSt6DVo0EBdLHu2bHIgqtXTp0+TTbtDQ0MnTpjwn6vw8vL69ddBMkEuSqgTxo9X76pTt67ylkR5Uax03ty5O3fumPnvv9evXVPvku23JSfnQsqnkz+/tqgquzvry5o1q/wyIDo6PkTu46MNELt7GH4bIT7/164FKLpstJwpWqyYHBw9esRg4SOHD2/atFEMunb9Uv87g2zZte/aVa0refPlq1qtmpy3sdE2/7h9587BAwd/b1fDAAAQAElEQVTED127du2V/yLe9+vXtbu6UKGXdqy3LsDt5uYm21S/dJeuKYi7Xk28bNly4vrkiROy9YtKfCrGjhl96ODBJ0/CP853HgAAAAAAAMAHtXbdRuUjsrS0dHN70aGgVMkSam+LJGXKlGnKXxPUbKgBOzu7f6b8KbOqqm+/6Vu06IsypijxiXqyGLRq2cIgfi01a9p45O9DZblPdzK680FBweq9vXt2FwsoH4WVldXsf6eqgW9V/vz5fhv8i3ozcYXzfWTJog06BwffqlK9TpnyVcTXBHK+S6cO4nrX7r2Vq9UW83XqN960edukP8dVrlRBzBfWexNfE2WWdyXuxywq5D4+fsobBKBlGli8O3NnTc+ZM8evQ4bJjeneq29Y2G3xWZo0cZy6Q2TDabGwi0sSVfc2rVt26thO0XUxr16r/lc9erfr+MX/fvr1yZMnrq4uixfMUc8zKQz7bVCePLnv3Lkz4PsfxcJdvuxRrWa9wb8NF5+lUqVKfNOvd8Ley/L7sMGidn38xMmadT4T2yYu/QcMvH79hvhYTv9nkppof/0LdC/8ouGOj692pyXZG9vLy8dgf6rPP2bcRLHq0WPjvwcRe2bE8N/Ehh04eKjeZ007fdGta7ee7Tt1vXLlqviZmj51ssFPDQAAaU1y/joFAAAApDSft2y5bfs22f330qVLfXr3Mligd+8+9vb2chwdHb116xb1rmbNmisfXd9+/Y4fP3b79m0xDg4KGjjwh8TLDB06TN3m+vUb7Ny589jRo4ouMDp2zJjEy3fo2LFS5cpKcsiePfvRY8eV93bmzJk2rVu5uLheuxYgk81C7ty527Rtqy5Trlx5sZgcL1u6dNPGjYUKFfL19X327Jkog+r3hDYg6+z79+07sH+/s3MhsQp1YUfHAk2bNlPekqg8tmvffsH8+WJ869atTp06Vq5SxcnJSWzJls2b5TI2NjbVEsK+n0Sr1q337Nl99uzZ8ePGfvlVN/FOKbq8+N9/T4mKihJ7rLLuMyCquuIlKNo6rGGpWvyAyLbZ7u7xXyqIJ6lVq/bevXv+nDjRMqNl9Ro1FF23FbEr5syZLcbFixfv2KmT/pPYZdfW9I8cOazo2j+r33lYW2krvMePHRMFcfEu/2exWNE2LAmUg6ioaP152Ra6sLvh9ot3+fLlywZ3Nfjss7lz54gfjRG/D/99xEgbXSPqY8eOTZkyOSQkRHw8vvv+ewUAAAAAAAAwcqLsdubsOeXjKl2qhK+uMbBuXPI/l3d2dlq+ZMHuPfuOHD3m6+d/61ZIliyZnZ2cini4d2jfxjLhlICqLFmyzJoxddKUqcdPnAwNDYuMjCxQwLH7V13r16sz4Psfk1xFg/p1CxZwXL12/c2bgdeu3xCFQXv7nOL5O7ZvW6jQRz1NoqNj/gVzZ86Zt9DH1+/q1YD8+fOVKF6sR7euAQHX1WUsLTMqyWdA/34ZMmTYf+Cg2FclShTLltBhpEvnDpky2SxfuTooKFhsQ6WK5Rt+Vl9UaBcuXqpog8vx1VRdffWKdsbDMMqs3pU4AO3vf1k2lk58lwGZaRaLiVXPnP73mrUb9u4/4OfnnzevQ+eO7Rs3+ky/N7bMWxcu7GpqavqKF/t1g3p1xRt9/sJFHx+/bNmyVqpYoXmzxtWrVTU486FY3eoVS1atXrtj1x7xkZNd0sVHsUWzJm1at9RP7YvHiiXXrFt/9NiJa9euFyjgWLSIR+OGDV7f2txgm/X3noxEJ7ln5N7w0Ctliw/qP1P+nDt/ocxGV6xQTr2rXt3aJYoXXbt+45Gjx8WGiZ+UYsWKfFa/3mcN6llZWSkAAKRtJvonhk5p4nTEb+riK/ZonavBD2PjlGy21nlzZVEAAACANxAaGvr78GHnz583mDc3N+/QsWOvXr3VCteTJ0/q14tvD9ywYaPBQ4a85mkjIiLq1K4lx/ny51++fIXyBjw9PXv17CHHvXv36fLFF4mXuXr1yuDBg2Vo24Cdnd2gXweXL19ef/Lx48ejRv1x8MCBxMuLiqF4ge3at9ev4m3YsF7NSY8aNbpGzZrKh7dy5cpJf/0px527dFmxfLnBedxEFXL8hIkeem2JRTm7c6eOwcHBBk9VvUYNC3OL3bt3ibGrq+u8+fGNsRcuWDBjxnRF19X7x59+GjlihH57ZkEUfMeNn1C48Iv64xdduly+7C8GuXLlWrN2nZzcv2/foEHxTTh+GTRINtsWf5j8NmTInj27laSINY4dN75s2fimIw8ePGjUMP7kjI0bNxn066/qkuLNalC/nhx/9lnDIb/9piSf5cuWTZkyWY7FZ1K8/KBAbYZYfNTFiurW1a73yOHD//vfQDHYsnWbenI9acH8+f/+O0O8EVu3bVcnxef8559+PH36tKLLQzs4OAQFBd29e1fcrFevvnhpBmds3LZt64jff1d0ifANGzep50MUP4B9+/SWGyPmDVadJPGT+3mLF/8IoUWLFv/7UXsmxNq1aoq3Y9jw4Wq7dOnixYu9e2nPcbl4yZKCBZ3U+UMHDw4d+pv+aR+lSpUrDx485E2i2AAAAMBr3HkQHhymPflM+rjwDOnTid+B0+tY6JiZmZmamproKMBbkt+RqV+TRTy+8yhQ+2+S87hUsrK1VwAAQEp148ZN8Qthjhx2ifO7Bw4e+uF/8fXnyX+Nr1ypopI2tO3Q5erVgE4d2w3o/7UCAAA+nWueO6Ijn0abZlKsCqiFLPGdryhkiW9yRS3LJIFiDOgADQAAgFTO3t5+2vQZR48c2bt3r4+PT1hYaMGCBd3c3Fq3aZs3b14l5XFycl60aPHevXuOHT3m5+cXEnIrS5YsBZ2cPNw92rZrl7gNRqZMmcaMGXvy5MmjR49cvHAhODhYfEXq6urq5OzcqlVrBwcHJYUpVap0kyZNV69edf7c+evXr2XLlk28uh9//MnO7qUTAoo/t2bNnjNt6tTt27fJFs558+Vr37598+Ythg0d+vpVNGjwWb58+f+dMf3UqVPi7zTxzM6FCg0c+D+DVbw58Qfe7yNGNG7SZPOmTdeuXbt37+7Tp08zZ86cNWu2suXKduzYKSXkaNu1by82Zt7cef6X/UNDQqKiosQ+rFatevcePdSPgbePtrFErly5EkeQ5V3uHi91sxCftyl//3PwwIFt27f5+fp6e3vb58pVr1Tplq1aFS1aNPE22NnlkIPmLVqo6WdFm4eOP8df8+bN3yT9rOh+cv+aNHnhgvlipeJm+fLaEzJ6eXnJf8RbpIjh2r29vBTdySX1089C1WrVli5bvn79uuPHjovPm6NjgSJFPD5r2MjD4436dgAAAAAAAADAW1m0ZNn6DZtMTU1z5LCrVbP69wP6y/krV64uXrpcXczN1UVJGyIjIwMCrolBYTc3BQAAIPnQARoAAADAB6ffAfqvSZMNmlgDAAAAgJGiAzQ+HDpAAwBgpLbv2DX4t+Hqzfz582XNmuXatRsPHz5UJ2vWqD5+7B9K2nD6zNnefbUp8PVrVjg45FEAAMCnk8o6QJsqAAAAAAAAAAAAAAAAAN5bg/p1xUW9eePGzXPnLuinn8uWKT140I9KmnHpkvYsf1ZWVqSfAQBA8jJXAAAAAAAAAAAAAAAAACSHEcN/a9qk0Zat2y9fufrgwcMHDx5kypQpf/68LoUK1axRrUzpUkpa4u3jK66LFyuqAAAAJCsC0AAAAAAAAAAAAAAAAEDyMDExKVe2jLgoUJRxY0YqAAAAHwABaAAAAAAAAAAAAAAAAAAAAABGgwA0AAAAgA+ujY4CAAAAAAAAAAAAAADw3ghAAwAAAAAAAAAAAAAAAAAAADAaBKABAAAAAAAAAAAAAAAAAAAAGA0C0AAAAAAAAAAAAAAAAAAAAACMBgFoAAAAAAAAAAAAAAAAAAAAAEaDADQAAAAAAAAAAAAAAAAAAAAAo0EAGgAAAAAAAAAAAAAAAAAAAIDRIAANAAAAAAAAAAAAAAAAAAAAwGgQgAYAAAAAAAAAAAAAAAAAAABgNAhAAwAAAAAAAAAAAAAAAAAAADAaBKABAAAAAAAAAAAAAAAAAAAAGA0C0AAAAAAAAAAAAAAAAAAAAACMBgFoAAAAAAAAAAAAAAAAAAAAAEaDADQAAAAAAAAAAAAAAAAAAAAAo0EAGgAAAAAAAAAAAAAAAAAAAIDRMFUAAAAAAAAAAAAAAAAAfEinTp9Zs3a98qmlkM0AAAB4TwSgAQAAAAAAAAAAAAAAgA8lKirq1yHD+vT7Nlu2rMqnk0I2AwAAIFkQgAYAAADwoQwZPLhSxQoDB/6gJKu4uLgVy5dfuHBBf7JundpiXcuXLVOM2Zu/isjIyMqVKoqFd+zYriSfnj26i+ccM3q0/mRQUNDUqf8oAAAAAAAAAIB3cu78hR07d4tBsaJFlE8nhWwGAABAsiAADQAAAOBD8fX1EdeF3QorySc4OLh7t68mT55UsGBBdfJaQMDTp0+163J3V4zWW70KPz+/uLg4JVl3b2xsrK+vrxi4FXZTJ5ctXdqhfbuYmBgFAAAAAAAAAPBOLl68JK7t7XNmzfopWy+nkM0AAABIFuYKAAAAAHwA4eHhwcHBYlC4cHIGoDdv3uTj45Pf0dHGxkad9PL2EtcmJiYeHh6K0XqrV/Ho4cOSJUumS5cuX/78SjK5fft20aJFxaB4seJy5vnz59OmTdVoNMn7JgIAAAAAAABAmnLRU5s89vjULTxSyGYAAAAkCwLQAAAAAD6IC+fPy0Gx4sWV5HPJ01NJ1PbY10fbatrFxcXc3Ij/xnmrV1GtenVxUZKVvb391GnT9We8vb01Go0YuLsbcbIcAAAAAAAAAD4QUUFdtHjZ9p27QkPDYmJicuSwcy/s9nXf3vb2OeUCHTp/6e9/WY737N1XpnyVIkXc58+ZKW5O/nuqeGz7dm1++K7/2nUbVq9df/NmYBEP9xnTpkya8s/iJcsLFiywctkigzX2/XrAyVOn69er88eIYepkbGzs3n37t2zdcTUg4M6du5kzZy7gmP/rvr3c3Qv/52a81bq++Kqnl5f3hHGjypYpPXP23D179z95Et6ubas+vXqIe8Ue2LFz9+Yt267fuBkeHu7hXrhM6VLt27W2srJSAAAAkhsBaAAAAAAfhLePt7h2cHCwtrZWkomo4XrKAPTLDSq8vbXrcjfyrhUp8FXIuLmolYv3UQEAAAAAAAAA6ImOju7dr/+FC9o6aoECjlFRUTdvBorLnr37p075q1SpEqKmbZspk6uri5+fv1jGw8M9ffp0NapVlQ/38tY2xXB1KTRy1Nj1GzbJSTc3F/Uu98JuiVea+K5Hjx4N/GnQuXMX1Jk7Ol2+PD1uzMhaNWu8yWa8ybpiYmJ8ff3EwCFPnp59vpHPJhTx0Ja1Q0PDvv/fzzJmnS1bNkfH/Bc9L50+c3b5ytV/jBhavlxZBQAAIFkRgAYAAABSmzGjR2/cuKFGzZqjRo3WCMFahQAAEABJREFUn+/21Zc+uh7DW7Zuy5Ilizq/eNGiadOmZs+efc3adRYWFoquiLlq5UrPS54BAQG3w8JcXFyKFS/erl37rFmzGqyre7evvL29x4wZW7pMmTlzZu/ft+/Jkyet27Tp2bOXXJfby62aT5w48eP/BoqicJEiRSb++ZeNjY3yZsLDw+vVraPe/OvPieLSqXPnvn37iZry5cvaiqq7h4cYr1yx4vTpU15eXpaWlmXKlP36m2/0X6z0+PHjjRs27N+/LygoyNTUVLy6ypUrN2rUWIz1F4uIiKhbp3ZcXNzqNWtz58598MCBDRs3XLxwQTxz2bLlxDNnzpxZeQOi+jxj+rSz586JnZk+fXo7uxwVKlbo1q17hgwZ1GXe6lWIzW7TupUYTJ02vWTJkmKwffu234cPz+PgsGrV6gP792/esvnC+fNiXa5ubj///It4c99kO1s0bxYWFta9e4+vunX7668/xWdAzj98+LBSxQomJiZ79+0Xz6kAAAAAAAAAABTl31lzLlzwrFyp4tAhv8j6eVBQ8Ig/xpw5e+634SNWr1giisDTp07evGXbsN//ECXWOTOnqScAjI2N9fHRhokPHzm6Z+/+Th3blShe7MJFz6aNG4m7vL19lYRgsb7r1288ffpUDDwSWmmIen63nn3FvCgmd+rQrnq1Kvny5T11+syUf6aLyVFjJpQrW8ba2vo1m/Hm6/Lz89doNKKw/+ekv8PCbvf/uq+DQ+7jJ06JAvLdu3c7fdFNFJMLFiww6Kf/lShRTNHV2H8fOXr3nn2/DRu5dtVS+kADAIDkRQAaAAAASG2yZc8mru/euaM/eeHCBZlIFsKfPFHTtNHR0UuXLhGDTp27yPSzr6/P8OHDb1y/LsaiYJo/f35fX9+LFy+uXrXqu++/b9Kkqfqcoq7q56etz+ZxyNOvb19/fz857+HuIa49L15UXu5nfPjQoUGDfhGPqlqt2ogRI9OlS6e8sVu3gkuWLBkWFnbr1i1RmS1atKiYLF++gri+fPmyKLmKgSgld+zYITgoSD5EVGa3bdvq7eM9b958/ajxmTNnfh30y+PHjxVdg+r06TMcOnjw4IEDK1esHD9hgr29vbqk2GNxcXGiNCz2TJ/evcQ+VJ9569Yt4rXPnTdP7rTXCA4O7tWzx/3798VmOzk5hYaGXr16RVz27N49d958NUL9Vq/C29tLXIs6deHChdVNFdfi+f+cOGH16tVyMjw8/OiRI927ffXvzFk5c+Z8/XaKLRS7VwzcEp5T7PBz586JQd58+bJny5YrV27SzwAAAAAAAACgOnDwsLhuUL+u2j3EwSHPhHGj6tRvHBoaduLkqeq6LsvePtqEsYtLITV2LFy7dv3Zs2disGfv/hlTp5QurW11UaN6NUVbLr7y/PlzJalQ8iUv7YkERXFYNooW1q7bcP36DfHMk/8cX7JkcTlZrWqVQs7OTZq3evjw4bnzF6pWqfyqzbh6NeDN1yUbQj958iQwKGjJwjmy7FyrZg1xPXzEaLEu8fL/nTZF/QJCfMUwfOjg8xc87969u2bthi6dOygAAADJhwA0AAAAkNrkyJFD0eVZ9SdlytnMzEyj0YTrejZIGzZsEEXJzJkzN2/eXNGeoi60T+/eotxZpkyZXr37FC5c2NTUVBRhx44Zs3PnjvHjxhUtUtSxQAH5WH//+GYPUyZPvn07rF+/r/PkyXPy5IkKFSsGBgbKzhCFEwLQ+/bu/e23IWL5Nm3bfvvtAFEzVd6Gi4vr1GnTR/3xx61bt9zd3cVYvcvLy0sORvz+e4kSJb788ks3N7dcuXKfOH580KBfbly/fvTIkVq1a8tlTp48+d2Ab+Pi4ipXqfLdd9/nzp1b0TVU/uXnn69evTJhwvgJEyaqz+yrSxXb2tr27NFdVITHjBnr6uYmXu/xY8cGD/5VLC9WUaVq1ddv+fBhQ8V78UXXrl980VUmmM+fPy8mxa4eP37cH3+MeodXIePOBQs6qZFoH29tJVpsWI6cOf+aNNnZ2Vm81wcO7J8+bdrt27dnTJ8+dNiw12/nJU9POShWTNuZQ+wcsYWft9B+Kr7//ofy5csrAAAAAAAAAAA9lpaW4nregkXFixXNnTuXnBQ15Nn/Tn0eFeWQJ4+ckcnjwm6u+o+V8WKhXdvWMv1scJcoSru4FDJYo4wgOzvHF4dFrXvu/EWKNjldVU0/S7ly2Q/o/3X40/DMtrb/uRlvsi51Rvjhu/76TTdOnzl77PgJMfj2m74Gp2RMnz692LbVa9YFXLumAAAAJCtTBQAAAEDqki2rtgO07OYrBQUFHTp40MrKSmZbZfNjRdfCeeGC+WLQqVNn2Y953Lixz58/d3V1nTDxTw8PD1NT7Z8MGTNmHDxkSB4HB7H87Nmz1af11oVunzx5Ip5/3vwFHTt1qlGz5o8//WxmZqa2KBZPIgY7d+4YMmSwRqP5YeD/Bgz47m3TzyoZ/FVbFMdPeseXiWvXrjNp8pSGDRsVLOgktllsTKZMmfR3xaNHj0aO+F1UhKtVrz527DiZflZ0faCHDR8mBkePHPFOeDZ1dcHBwXZ2dosWLxGPEiVdUdGuVbu2tbW1uCskNPT1G3z//v1Lly6Jweeft1RrxCVKlPjf/34Ug/379oWHh7/tq1ASktlq+2fxvvj6aivX4qWNHze+fPny2bJly5w5c7Nmzft/+62Y37Fj+717916/qT6+PnJXyJcmeCdksvXbeAMAAAAAAAAApAb16ojrgIBrbdp3nj1nfkREhJwvWrRImdKl7O21EWFd/VZ7+kQP95cr27pJUXDu3bObwdPKnLGHR2FZotcnQ8zuhd3kzQu65spi0KRxw8Sb16lju949u4uNec1mvPm61JkSJYrJTtWqTZu3iussWbLIjtcGZBA8KDhYAQAASFZ0gAYAAABSm5y6oqpGo3n06JGtrrXDksXaDhCNmzS5ceOGog1AP5JLbt++TdRGM2fO/HnLluLm7t27jh87Jqqcw4YNl3lolbm5+WcNPps9e5b/ZX91Us3sfvvtAP1mD0pCNtrFxVU8cOfOHcOGDrWwsPjjj1HVa9RQ3lVkZGRAwFVFL/gbvxm65K61tfW3AwYYLC+j3uq2rVy5QrxesUk//fSzQTHXycm5QIGC164FiFWoeV8fH+2ryJAhw29Dh6nxZeHZs2cyuJzDzk55rfTp05uYmMTFxU2eNGnwkCHqk5QpW/bvf6Yquoz4276K2NhYGXdWg+D+/v6ieC0Gnbt0ye/oqP/wcuXiOzdfv349W7Zsr97S+FC1q+uLWrbcpLz58tnY2CgAAAAAAAAAgJe1a9v67r17ixYvE4XcGTNnL1y8tEXzJl907pg1a1Z1GT+/+PqtfpJYSUgeVyhfzsrKyuBpE5LHhQ3mnz9/LkPM6lNd9NQ24DAzMytbprTyWq/ajDdfl3iN165dF4M6tWoaLHz6zFlx/eDBg3IVq71qA0SdXAEAAEhWBKABAACA1MbOLocc3L17x9bWVtQct27dKgqg7dt3mDJ5spgPD3+q6HK0ixcvFoN27drLYO7mTZvEdfkKFQxCtFIu3fn7ggIDRZlSxnZlg+TixYtXq17dYGE/XULX3b3whg3rx44ZI8affdbwfdLPii5ULSuk7oVfNCR+9OjRTV2qu1HjxrJTsurKlSty4OzsrOiqq9u3bRODKlWrGpyDT8qdJ/e1awHBCV0oxH4LCQkRg8aNGzs4OOgv6efnJwcFChRQXktUrqtWq3bwwIG9e/d4e3v17NWrXr36pqam6dKlK1269Du8CkXbTeSqKD0rut2r7hlFV+Nu1aq1wQaooedbt4L115iY7FSt3+w5vs+0W2EFAAAAAAAAAJCIKJV/069P86ZNNm/dtn3HruDgW0uWrtiwccvvwwZXq1pFLiODzunTpy9UyFl9YExMzOXL2tpv5UoVDJ4zMjLS3/+ykqhVs3DhoqdGo9G/65auiO3q6mLQ0ySxJDfjrdZ1ySu+JUqtmi99IyBeS1jYbTEoWLBA5sy2r9qAUiVLKAAAAMmKADQAAACQ2tja2pqbm4ua4717952ctG2Po6Oj69atlyNHDtlJIvzJE3G9b9/emzdu2NjYtGodn5q9efOmuC5fvkKST/v0qfbkfZkzZ5bpZ1EYvX79mhjUrFXbYEndqfS0AeirV6+uW7fO0tIyIiJi//59333/vaiuKu9KNpy2trbOmy+fOumd0IW6du06SS4v1uiQN68YBAcHy0Dz/n37KlWs8Kq1qF0ovHSBYEUbmDZsWeHt5aXows358udX/svPP/8iysRHDh8ODQ39ffjw2bNmtWvfoVmzZhYWFu/wKrQbplu7eItdXFz1t6d06dLi3TF4eFhYmBzYWL+ui3NgYODTp9pYfGG9ALSMRBcuTAAaAAAAAAAAAF4pb16HPr169OrRbeOmLTNnz719+87g335fv2a57AMtk8euroX0T0vo6+sn+zFXrVLJ4NlkMFooWsTD4K49e/eL63Tp0rm4FJIzMnmcPamz/125clUU53PksBPF5Fdtxluty8tL+wyOjvnFdw36S8rzJQq9e3arVbOGAgAA8LGYKgAAAABSFxMTk+zZs4vB48ePoqKi1q1dK8YdOnYQ19Y21uI6/Km2HLl40SJx3aZNW1EDFYNnz56FhoaKgZOTU5JP669re5wzp728KWO4Qo1EfZ2vXLks1isGFy9eLF269JKly0SB9fHjx7t27VTeg2w4rd+iWEnoUpwhQwYPD8P6rNzCIkWKyHqu2tq5WLFiJV/NNSFV7OOrfWZra+tSpUoZPLPMKxtsyatkzpx5/PgJ02f827x5c/Fst27d+nPihE6dOgYGBr7Dq1AXdnV1VWfkproneqwQFBQkB9nt7JRX8/HRviLxyXFziz+bodpn2o0ANAAAAAAAAAC8rGOXr8qUrzL576nqjCjYNm/WZMHcmaLQGhERcfDQETnv7aM7X+LLhVYZR86TJ7cMSevz14WSRTFZ3Ks/HxgYtGnzVuXlELOtrfaMgo+fPDZ4kjt37ogtbNqi9foNm16zGW+1LvkMiaPStra2sv90aGiYksjiJct/HjREXCsAAADJjQ7QAAAAQCpkZ2cXGhr6+PGTbdu2Pn78uFSpUq6u2mCrtZU2AB0ZGXn27Fk/Pz9LS8vWbdrIh4Tp0s+KLoab+Amjo6MPHz4kBkWLFpEzsjNxfkdHg2YPijazG9/PuEGDz34dPNjMzKxqtWr79u5dv25d48ZNlHfl7a2NArsmJHQlXz9tybVEyZKyL/VLy+tCvWos+GlCF4px4ydkypRJ+S8yb12kaFHZHiPxlrxVMri4Tr+vv1m6dMniRYsCb94cOeL3f2fOettXodsw7cJqq+bw8PAb16+LQWbbzInXe+TIYUVXvy5UqJDyajLSXbCgk/ruy+C12B6PpHLVAAAAAAAAAJCWOebP5+fn7+3tazCfNWtWCwuLqKgoUVRXtAijq4wAABAASURBVGdWfHrt2nUxcCnkrL+YDEB7uCdRZA7R1eqzZs2iP3n37t1vv/+f7Dziodebw1F3lkJ//ysPHz5UzxCo0Wj+GD1eXOfIYdesaePXbMZbrctLV0Yu4mHYGUSUkcuXK3vo8JFtO3Z1aN9W/64LFzyn/DMtNja2XNkyCgAAQHKjAzQAAACQCtnZaUPJjx89Wr1qtaJr8yznrW1sxHV0VNSaNdr5Vq1bq1HgLAl9Jm6HJdGkYffuXaJ+Kga169SVM7LrcBGPIokXltno0qVL/zZ0qJmZmRg3aqStsXp7e/v5+SrvRKxdNqh2L/xSddXz4kVFW4Q1DOmGh4cH6Vosq8vnyJlTDkJDQxI//8gRI4YPG3bo4MH/fOb79+/LLUl8l76IiIhKFSuIy9EjR9RJKyurHj16DvntN+3ze3qq7Znf/FXExMRcvuwvBmqrZhnUVvTOM6h68uTJxg0bxKB5ixbp06dXXs3PVxeq1ot0yxln50KJ898AAAAAAAAAkMa1bd3K1NT0zNlzo8dOuHv3rpwMDQ0bNHhYVFSUKKtWrVJZ0bVSlnfJPLFKdlNOMgCdQ3c2v1u3Qi5d0napiI2NPXPmXNduvSIinsnTORZ2c1UXbtSwvrW1tShH/zpk+LNnz8SMWLjfN98dPnLUwsJi5PCh4vo1m/Hm69IVxsNetc0dO2i/g/Dx8ZVxZ7mites2fP3t9+Jmo4YNWjRvqgAAACQ3AtAAAABAKpQtezZxfVXrSt58+apWqybnbWy0HaBv37lz8MCBDBkytGvXXn2Ira1tfkdHMTh+/LjBswUHB0+fNk0MypcvX7x4cTkpU87uSbUHlu2EixYrps5UrFgxe/bsYrB2zVrlnciIsFDIxUWdDAkJkbHsxJtx4fx5OSiWsMGFCxe20eW/d+3aZbDwksWLt27dsnPnjnz58smZoKCgp0+fJvnMlzw95UD/BSYmqsPyJcsWzvrs7XPJQbSu1vxWr0Ls27i4OEUvLe2ta9UsHDp00ODh48eNEyXvTJkyde7cRXk1UYD29X2pq7SS0AH69X2jAQAAAAAAACBtKlasyLff9BWDNWvXN2jUvGWbDi1atWvcrOWevfvMzc2HDx1sb69tyaF2ZR4zbmKZ8lVGj52g6E7SeP36DUXbYSSJAnuD+nXt7OxiYmK6duslHlKuYrVefb8pVrTIovmzZMRZP4IslvxjxFBR+j5x8lTdBk3EZoiFT585K7ZhxPAhpUqVkIsluRlvta5LuhM/pk+f3sUliaJxmdKlunfrKgYLFy0VTyKeqlLVWqPGjI+Oju7Yoe3QIYMSn/wQAADg/RGABgAAAFIhu+zatg1HjhxWdO2f1dqitZU2AH382DGNRtPi88/VoqfUsmUrcb1p08Z5c+eKBeTkgf37v/qy6927d8XCP/8ySE6qXZDdEzV70JVur4mBm6ubOik2oHGTJmKwffs2tVGxqJ/269tHXObMnq38l+DgYDmI1mtQ4e0dn/0tWrSowfIydmxvb58lS/zJ+8zMzFq1bi0Gq1au3Ltnj5x88ODB339PmTr1HzH+6eefZQRc0Xaq8H7VM8vW1/rP/CoyX75wwYJVq1ZFRETISS8vr7FjxoiBo2MBxwIF3vZV+Or6PVtZWb3YVN325HFw8PPz+/nnn+7duyeq1YE3b06fPm33bm3Ue8iQ32Ty+1WuXr3y/Plz5eV3U+5wOQ8AAAAAAAAAMNCxQ7vlSxbUqV0zb16HkJDQwMCgDBkyNKhfd/WKJfXr1ZHL2Nvn/GfKn6VKlUivU7FCOTHpqWu3LMrmHh5JdFPOlCnTgrn/1qpZQ5SFc+fO1aplixnTpowaOfzGzcC4uDhra2tHx/z6y1euVHHd6mVfdOlYsGABsRkODnnENqxdtaxO7VrqMkluxlutS7asLlzY1dQ06aBR757dF86b1axpY7EBYj+UKFGs6xed1q9Z8d2337zqIQAAAO+JcxkDAAAAqZDsAB0ZGWljY9OoUSN13loXhI2NjTU3N+/UqbPBo1q1ahUScmvZ0qWzZs1ctGhhoUKFIiKeXb16Rdzl4uI6ZuzYnDlzyiVl12FRJy1UyMXgSTwTGiS7FX6pdNuoUeP58+ZFR0dv3bKlTVvt6fB8fX3PnTsnBqVLl1H+S+Ys8Vnt9u3bievhv/9et2492Wo6v6OjqMMaLC+30N39pf4ZXbt+6XXp0smTJwcP/lURlwS2trbf9O/fsOGLHSU7Iif5zPGtr92T6MxhoEPHjhc9Lx48cOCvPydO+utPsa/u378nT4Yo9uQff/whg+lv9SrkwoX19u3FCxfEdbOmzWwz244eNUqsTr1LPP9PP/9cuUoV5bXkc4qPhP67mTlLlvDw8D17douL2LZly5YrAAAAAAAAAAA9zs5OY0aNeP0yFcqXExf9mbJlSp8+cfg1D8mRI8e4MSMNJsuULvWqR2XOnPmbfn2Ut9yMt1pX757dxUV5LXf3wol7pgAAAHw4BKABAACAVMjOLoccNG/RIkOGDOq8jU18xLZ58+ZJNjD+5pv+9erVW7d23YWLF3x9fbNly1ahYsWmTZpWrVbNzMxMXUx2HXZzc0vcuUHmg0W9VZRN9efz5MlTunTpM2fOrFq9Sgag/XQhY8HV1VX5L/XrN3jyJHzjhg0BAVdtbW2LFSuuJLRD9kgqi3zp0iVFW29115+0sLCYNHnK3j17tu/YLh4bGRlZpGjR8uXKN2veXH8vqa8iyWf2ig8luytvYMyYsQcPHFi1amVQUNCVK5djY2OzZ89er379L7/8ysrKSi7zVq9C7vnCCTOhoaEPHz6UM2L35sxpv3XLloMHD0RHR9erV79jp44FCzop/8XHO4l3c8L4CTNnzjx9+tTjx4+rVaumAAAAAAAAAAAAAACQYpjExcUpKVWcTmxsrEajida5GvwwNk7JZmudN1cWBQAAAICRO3Xq1I//G7ht+w6D/DHe0N49ewbrWlnv3beffQgAAAB8fHcehAeHPRCD9HHhGdKnE7+Wy7OKW+iYmZmZmpqa6CjAW5Lfkalfk0U8vvMo8LiYz+NSycrWXgEAAAAAAHhL1zx3REc+jTbNpFgVUAtZ6dKlE4Usc3NzUcsySaAYAzpAAwAAAPhkNm/aVLNmLZK778zbR9upOr+jI/sQAAAAAAAAAAAAAJB2EIAGAAAA8Ak8e/Zs4oQJZ86cXrR4iYJ35eOtDUAXdiusAAAAAAAAAAAAAACQZhCABgAAAPAJXLt2zSaTzfwFC7NkyaLgncTGxnrLALS7uwIAAAAAAAAAAAAAQJpBABoAAADAJ+Cuo+A9XLsW8Pz5c0W3MxUAAAAAAAAAAAAAANIMAtAAAAAAYJScnJyPHjuuAAAAAAAAAAAAAACQxhCABgAAAAAAAAAAAAAAAAAAAGA0CEADAAAAAAAAAAAAAAAAAAAAMBoEoAEAAAAAAAAAAAAAAAAAAAAYDQLQAAAAAAAAAAAAAAAAAAAAAIwGAWgAAAAAAAAAAAAAAAAAAAAARoMANAAAAAAAAAAAAAAAAAAAAACjQQAaAAAAAAAAAAAAAAAAAAAAgNEgAA0AAAAAAAAAAAAAAAAAAADAaBCABgAAAAAAAAAAAAAAAAAAAGA0CEADAAAAAAAAAAAAAAAAAAAAMBoEoAEAAAAAAAAAAAAAAAAAAAAYDQLQAAAAAAAAAAAAAAAAAAAAAIwGAWgAAAAAAAAAAAAAAAAAAAAARoMANAAAAAAAAAAAAAAAAAAAAACjQQAaAAAAAAAAAAAAAAAAAAAAgNEgAA0AAAAAAAAAAAAAAAAAAADAaBCABgAAAAAAAAAAAAAAAAAAAGA0CEADAAAAAAAAAAAAAAAAAAAAMBoEoAEAAAAAAAAAAAAAAAAAAAAYDQLQAAAAAAAAAAAAAAAAAAAAAIwGAWgAAAAAAAAAAAAAAAAAAAAARoMANAAAAAAAAAAAAAAAAAAAAACjQQAaAAAAAAAAAAAAAAAAAAAAgNEgAA0AAAAAAAAAAAAAAAAAAADAaBCABgAAAAAAAAAAAAAAAAAAAGA0CEADAAAAAAAAAAAAAAAAAAAAMBoEoAEAAAAAAAAAAAAAMA5xcXEKYPxMTEwUAAAA4D0QgAYAAAAAAAAAAAAAIOVKHHomBg2jZmJiYvAZJg8NAACAt0UAGgAAAAAAAAAAAACAlEgNiSYeAMZLfIzVxLMcyA82MWgAAAC8OQLQAAAAAIBk85pv4Pj2AgAAAAAA4K3ISot6bXBTAYyTrBPqXyt6MWiqiAAAAHhDBKABAAAAAMng9V2I1JNa8gUGAAAAAADAm1CDzqG3H5y8eFm/9kL4GcZO1Ajz57Yr6pbfJIFCBhoAAABviQA0AAAAAOC9GESfnz6OOrfvdqUmueWk/tcVxKABAAAAAADehH7X57C7D7fsPa0AqUulUq7uhfKKMqGpqamoFoprhbIhAAAA3gYBaAAAAADAuzM49WrEk+jFo3zvhzx7dOd5/a75Fb1zWdLHBQAAAAAA4M3FJYiNjVWAVCc2Ni4mJsbU1FRUFnUR6PhqoeyhQPEQAAAA/4kANAAAAADgHen3ItKmnx9HLR7t9yA0UkxePHRXzNTu5CC/vZB9XNSBQgYaAAAAAADgFfRPtxUbG6verFmppLtLfgUwZs+ePZ+7YpsYaGJjo2NizM3MdJ9wMxOTWLVyCAAAALwJAtAAAAAAgHehn34WX8VFPI5aOsZfpp8lz8P3omM09bo4mGn7uMSZ6oglyUADAAAAAAD8J7X2onaAzpHN1tkxjwIYsyfhEXIgPtkxMTFiYKYrEoqSoaw0KgknkQMAAABejwA0AAAAAOCtGaSfnz5+vnz8lft66WfJ9/hDE1OldofcZmamSpyZjEGLeTLQAAAAAAAAr6GXfo5TgNRIE6uJidGIgYm5RayWKBjGUS0EAADAmzNVAAAAAAB4G4nSz1HLxl2+F/xMXSBz9gzq2Ofow71Lg6OjY6JjYmI1WrrvM2L1z+WqAAAAAAAA4GVxCdQO0EBqIgqE0dHRolio/Z+uWkidEAAAAG+FADQAAAAA4C0YpJ8jnkQtG+N//9aL3s+12xTsPqxMPhdbdcb76KNdC4Oio2NitF9okIEGAAAAAAB4IwkRaAVIfcQnWxYLZaVQzUCr5UcFAAAAeC0C0AAAAACAN5U4/bx0tP/90JfSz2Vr5zG3MGnTv6h+Bvry6fA9i4OjoqK1GehYMtAAAAAAAACvE/cyBUh1tAHo+Dqh+IjLz7mJAgAAALwxAtAAAAAAgDfyhulnOU4yA713ya2Y6JiYGDLQAAAAAAAAb8KEADRSq4TGz3FqhZA6IQAAAN4KAWgAAAAAwH97q/SzlGQGevfiYDLQACDFfQAKAAAAgFSEX/KRiskyI3/SAgAA4J0RgAYAAAAA/Id3SD9LiTPQV848JQMNIA16VVg57qNQAAAAAABIeRL/xcrfsAAAAHhz5goAAAAAAK8W967pZ0lTRQntAAAQAElEQVRmoFdO8bzp/0jOXDnzVFGC63TSPsRc769SU1NTExMTuS45AADj9Z9f4sa9+h9+vOHXvQaHSvUQmviu1z8QAAAAQEpGHhSpWxxtEQAAAPCuCEADAAAAAF7pPdPPUpIZ6FhNcL0vyEADSFVeFXFW9A6nBncZzEv3n4dHxMSERz9/FhMVEf3c0iJdRvN01ubprS3S2aazVBfTP06q4yQHrz+ocrwFAAAAUjiCoUittJ9tE4WTFwEAAODdEIAGAAAAACQtWdLPUuIMdMD5pzsVMtAAjN5r+jonmXIW1/6Pbl97cvfq4zvXnty/EX7vXmRERMzzp5qopzFRD59HvMlKs6SztLZIb2meztIsXdb0GV1sczraZC1gk72AdTZHm2yKLtMsD6FJXusfYOVNdawAAAAA+NRIggIAAADAmyAADQAAAABIQjKmn6VXZaDrdsmtkIEGYGwSd3dW9ELP6vW9Z+Fn7wdeeXzn6qO718PvXnl05+bTB8p7exAVIS7qzT0h/vr3OmeyK2CdtYCNXUGbrGJc2i6ftXkG/Ui0/uBVR1oOvwAAAMCH9pqgc5weBQAAAACQFALQAAAAAABDyZ5+lpLMQO9SbpGBBmAsEuee9Q+YcnAj/P6xsIDjYdeO3bl2+dFt5aO78viOuCiKn7xpopgUyZqrfHbHCnaOle2ds2ewUhLSzyrl5cQzbaEBAACADyHJNPNrJl/8uaEQgwYAAAAAQwSgAQAAAAAv+UDpZ4kMNABjlGTuWX/g/SD0WNjVY7evHQsLCHn2WElJ4pQ4z/u3xGW2/1Fxs6BNtgp2BSrkKFAxR4H81lnFAVYcb5WXI9HqgVdNQnMcBgAAAN7Hq84h86qF1e7PojJDD2gAAAAASBIBaAAAAADACx80/SyRgQZgRAyiCQa55xNh1zbcuLjm+rk7keHKW7K3ylTQNkdB2+y5rTNbW6SztMhgZZHO2jy9uLZKpxvLGYv0T6Iin0ZHhUdrr59GPw+Pfv405nl41PMI7Tgq+Mn9q4/uBjy6c/fZG21DwJN74rI04LQYO1hmblOgZJO8RYtkzW3YFDqhM7QBjsYAAADA23rNnxUGC+g/JDZWW5nR0v2/AgAAAAB4GQFoAAAAAEC8j5B+lshAA0jhEgcR9HqwxZ29G7j22tmNNz2Dnj58k2fLkt6qYObsBTNlL5jZrqCtnbh2zmyXwcxCeTM26TKIi6Jkev1i4dHPrz68ffXRnYCHd64+vBvwWFzfeRr9/DUPCYp4+KfXPnFxyWTXLF+xlgVKOtlkf00SmobQAAAAwNvS/5vC/1rwjaC7L8ovuiv1t2t1SfmLt6TRxIrr0LsP5F237z68cj1YAVIMWxtru2y2CgAAAPApEIAGAAAAAGh9tPSzRAYaQMqUZG826fy9oA3Xz2+46Xn9yb3XP4k4bHlky1UmZ4GyuRwr2jvZW2VSPjxri/TF7fKKi/7k1Ud3ToVePxVy7WTY9SsPb7/qsf6P74y/tEdcCme2b56vaIv8JQrYZFOT0OpxOHFbaA7LAAAAwJuQf1Os33ni6o1Q5T3sO3ZeXBQgJRnQvVV+h5wKAAAA8NERgAYAAAAAfOz0s/SqDHSdzmSgAXwCr4o+X318d8nlExtuXAh4be7Z0jxdGfv8ZXM6lrMvUCpnfmuL9EoK4GRrJy7tXMuK8cPnESdDrp0IvXbm9o0TIdeSXN7nYai4jL64q1iWPE3yFWlToFRuS1vx3wV5HKYhNAAAAPBWDOotCpAahd65TwAaAAAAnwQBaAAAAABI6z5J+llKMgO9Mya43pfa1elnoNXUHRloAMnOIPoscwlifCz06j/eB7YFescpca96bKZ0GT9z9GjqVKJ6XhczE1MlBcuc3rKeo4e4iHGkJnrXde+NARd23/AR48QLX3wQLC7jPHd/nr94X7eqhTPbKwmtoNUwtFySGDQAAADweokD0JXKeNhYWymAMbt998G5S5cVvb+pAQAAgI+MADQAAAAApGmfMP0sJc5AX78UsXOeYQba1DQ+VkgGGkAyUo+Bil7L59i42E03PP/xOnD67o1XPdDKIn0DxyJNCxarmc/NwtRMMTYZzCyaOBUXl6cxz3dc99p49cK+m35RsTEGi0XHalZcOysuNXI6f+1eo6p9QVMTU9kQmhg0AAAA8Cb0/txQYmPjc6KVyxbJnTO7AhgzT99rMgANAAAAfCoEoAEAAAAg7frk6WeJDDSAjy/J6HNkTPTiyyem+xwKeHI3yUdZmqerm9+9qVPx2vkKpzdLDYU1K/P0nzuXEpfw6OfbrntuuHL+QJB/TKJzc+8PuyIuRbPk7uNapVn+oham5rEJGWh5cNbv068QgwYAAAD0yKqLQKNcAAAAAEhGBKABAAAAII1KIelniQw0gI9GzRzE6bkT8WSm3+F5/sfuRT5N8lF187u3KlS6nqN7BjMLJTWytkjfulAZcXkc9Wz7da+V/qePBF8xWMbzwa2+x1f+cXFHb9cqHZzK2likNzE1lUdj04QBMWgAAABA34tTzST6d4YAAAAAgPdBABoAAAAA0qIUlX6WyEAD+NCSjD5fe3JvyqV9y6+ejtREJ36IpXn6Dm7l+hSvnts6s5I2ZEqXsY1LGXHxexA67fz+tVfOGjSEDo54NOTclvGX9nQuWLanW5Vclpn0Y9DqYsSgAQAAkMbp93sWQ/kHiAIAAAAASCYEoAEAAAAgzUmB6WcpyQz0jrlB9b9yUMhAA3g/6qFPXMtzTz+Kejb89JYFV47HJpVCyGFp061I1a4eFTOly6ikSa5Z7CfXbDeofKNZngcXeh97EhWpf+/j6MipfodmXT76TeHq33rUzGBmLmPQ4hAtm0DLxThQAwAAAOo/v1QAAAAAAMnHVAEAAAAApCUpNv0syQx0PhdbdeaG17Mdc4OinkfHxGhiYzWCTC6q3x3yDSKA14t7mTiGaGI1C/yPl143et7lY4nTz65Z7P+s0fZ0x8H9S9ZKs+lnVU5Lm8HlG53tNGRYxSZ5ErXBjorVTPTaW3nzxG2BXhpNjCZGSx6o1WO1otDrDgAAAGmU/m/C/EoMAAAAAMmLDtAAAAAAkIak8PSzlLgPtMxA0wcawDvQP+5JF+4FfXt01YX7QYkXrpTbuU+x6nXyF1bwMmuL9L2KVe9WpOrGgPMzLuz3vHtL/97AiIdfHF5cLUfBcWWaO2bKpsSZ6beClodrjtUAAAAAGWgAAAAASEZ0gAYAAACAtMIo0s/Sq/pAR9MHGsAbS9z4+eHziG+PrKy5eVLi9LNrFvsNzfqtadKb9PNrmJuafu5camfL7/+t09nBOovBvQdvB1TdNnnMhV1Pnj/TaGgFDQAAALwgfxHmHwQCAAAAQDIiAA0AAAAAaYIRpZ+lJDPQ22bfIgMN4E0YHPQ0sZq5PkdKrhm18MqJOOWlY0W2DNbjqrbc2/qHcvYFFLyZpk7FD7f76aeyDSzN0+nPR8dpJvnsr7Zt0pYblzSaGN2hWpNkDFoBAAAA0gx+AQYAAACAD4EANAAAAACkfkaXfpYSZ6Bv+jwlAw3g9RI3fg6JePjZ1n9+OLn2QVSE/pLmpqa9ilU/3uHnzu4VTenE9pbSm5kPKFXnSPufWxcqbXBXUMSjr44u7XF46cPICDUGTStoAAAAgN+BAQAAACAZEYAGAAAAgFTOSNPP0qsy0M+fRZGBBpCYwRFP2B7oVWH9+BN3rhssWTe/+6G2Pw2r2MTaIoOCd2VvmWlKrfbbPx9QMkc+g7s2B3vX3vn3mds3YsSROibGoBW0XIYjNgAAAAAAAAAAeDcEoAEAAAAgNTPq9LNEBhrAGzI44j2Ljvrh2Jr2e+c+inqmv5hz5hwrG/Vc2OArx0zZFCSH4nYOW1v0n1q7Qy4rW/35wKcPm+6bPfnSvmhNjEZ7iT9c68egOWIDAAAgVeIXXQAAAAD40AhAAwAAAECqlQrSz1LiDHSQXwQZaACqOD0yXOv3MKzmlklz/Y/qL5Y5veUflZvvbzOwqoOLguT2uXOpw+1++qF03QxmFuqkJi52jNfu1vvm3XryQJuBjtFSA9D6/51SAAAAAGMT92pJ3mtiYqIAAAAAAJIJAWgAAAAASJ1STfpZIgMN4FUMDnfCHJ8jNTb/5fswVH+xSrmdD7f78asiVcxMKIh9KJbm6QaWqb+3zQ8e2XLpzx+7e632rql7gvxiNC+O2Pp9oBUO2gAAADAer085JxmHfnEFAAAAAEgmfN8DAAAAAKlQKks/S2SgASRmcLh7+Dyi0755A0+ujdREq8uYm5r+Wr7R6ia9smWwVvDhFciUfdvnA7oVqaI/+SDqWacjiwad2fgsKkqjidEdsw1j0By0AQAAkMLpFxxUsS/TJFB/21XvUgAAAAAAyYcANAAAAACkNqky/SyRgQagzyBwcOr29cobJ2wN9NJfJq9Nls3N+39doqaJwsmmPx4LU7ORlZsvbNDNNr2l/vz8qyc/2zXN90FotDhqiwsHbQAAABgPg+izzDobhJ71xMpfeBPC0HH65z8BAAAAALw/cwUAAAAAkIqk4vSzJDPQq/72vOH3SM7IDPRn3XMrGdOZJ/yZa2oa/y9+TUxMxK4Q1wqAVEQ/LCtjBMuvnO53dHnsy3mCBgWK/F2zvbVFegWfQt38hfe3Gdht54KzYTfUSZ/Htz/bPWN+pY5V7J3Mdcdm8faZ6igctAEAAJBS6f8NIq6PnPZZtG6/8pbU33XHT1+hAClJ3tx23/ds81YPUf9w4y84AAAAfCoEoAEAAAAg9Uj16WfJ3MKk9TdFVv19iQw0kDYl7rv2l+eeEee26S+Twczi90pNO7tXVPBJ2Vtm2tis359ndv11ZnecEh9Pf6aJ7nB4wdRyrRvnLWJuLt5DMzkvDtTi0M1BWx89AoGPhsMOAOANiT9A1mw/ftH3uvJOzMxMNZpYBUhhAm/dCbtzP6ddVuXDe/FbF7+AAQAA4P0QgAYAAACAVCKNpJ8lcwtTMtBA2mSQftbEagYeXzvP/5j+Mk6Zc8yv39U5cw4FKYCZien/ytSvlsel5+6FtyOeyElNXFzvEyuHRzz6yqWSuXmcie49NTMzE//9UjPQShrOIxrknolBAx+aethRbyoAAOgx+DMkKPTO7bsPxYyTY27lLUXHaG7ffZAjWxYLCzMFSAHuP3j84FG4GMR+rL87XqyGv3QAAADwfghAAwAAAEBqkKbSzxIZaCANMogdPI+J7rp/wbYgb/1lOrmVH1GleQYzCwUpSflcBQ60+V/v3YsPBPmrk0M9d4Q+Dx9UtJ54Y83NtPkPedCWGWhF7xThaYcawXzNAEAyMjjaqDcVYtAAgETUqktcrPa/FObmZl93baEARm7LnuO7D51R3h5/qgAAAOCTIwANAAAAAEYvDaafJTLQQJpicKwLj4psu3fO0bAA/WXGVWvVuXAFBSlS5vSWyxr1+PXw+nleR9TJ6f5H7kSGjy/dXHm5UmmSX4L89AAAEABJREFUIE0dt9UPuZLwUU88qQBIPvqhZ/1jTpr9NxgAgNfQ+yVNAQAAAACkBASgAQAAAMC4pdn0s0QGGkgjDI51d549+XznzEsPb6kLmJuazqjduVHBogpSMBPFZFSVFnmsM488sUWdXH3zQmjEk7mV2ltnyGimfZNftIJW0tJx2yDoPObPGbdCQvXv1W9MC+D9ycNLJhvrhvVrlCtdQtxU288riTpDAwCg6P67EKvDb2QAAAAAkBIQgAYAAAAAI5bG088SGWgg1TM41t14cr/JjmmBTx+oC1iap1vY4KvKeZwVGIN+JWpmt7T5bt+KOCU+OXL4bkCrg3MXVemcPaNN2jxu63/IpUNHT0ZEPFMAfGDiQHT0xNnqVcsP+r6PPNSY6igJGWgAACT19zTxJ4kCAAAAAEgBTBUAAAAAgHEySAQ+fRS1bMzL6efWqT/9LMkMdH5XW3VGZqCjn0fHxGhiYzWCrkVTPIUOmoDxMDjWnb8bVHvLJP30c5b0Vuua9SP9bFzaupSZ3+DLdKYvujNcfBjSdO+sG4/vqsdt/UO3kgaO2+rLXLluq7hERj5XAHwEcdp/YnH02JkY7VEnJjYBvzQCAFT6/y0QQ/W/EQAAAACAT4sANAAAAAAYpcS9n5eN9b8X8nLv5zppIv0sJZmB3jo7iAw0YNQMjnWX7t9qunPavedP1QVyWdluaN63WPY0dLhLNerld1/WqIeleXp15kbEg1YH5wU9uS+P22knhqi+LvFibwbdmjF78b9zltBZEPg4TEy0nZ7F74s3AoP0Dz6E2wAAiVFMAJAqxQH8pw0AYLQIQAMAAACA8YlLlH5eOvrl3s9t0krvZ32JM9CBPs/IQAPGy+BYdzP8/ue7/n0S/aItboFM2bd+/m2hzDkVGKdKuZ02Ne+XPaO1OnPr2eN2hxbcfvooOjomTbVi5RtH4JOL1cTGaGl/aeR3RQCAAf3/NPBfBwDGLsnkaxzSsCQ/AAoAAMbAXAEAAAAAGJU40s+vJjPQq/6+dMPvkZyRGeiG3R209yb8EWxqGv/vgU1MtCc9F9cKgBTG4Fh399mTZjum34kMVxcomj338ka9smawUmDM3LPl3tKif6tN0wOfPJAz157e73B44erqX9oq8s3VHrvVA3UqPm6rn3b9yYhnT4Ou31AAfAAOjvktM774j0h0dLRGEyMOL+IXRVOT2FiTeIrux5NfFwEA+oiFATBScXpx58STSLPkZ0D/rx5ZfjGYBAAgBSIADQAAAADGhPTzfyIDDaQCBse68OjIz3fNvB5+X13ALav92qZ9rS0yKDB++Wyybmz2TYO1k8IiHssZn8e3Ox1ZsqJKF0tFvsXmMpKoHqtT03E7Tq/LbOIANICPRhOriYmJMTUx1egS0CZxpvI/Q/yWCAAwQFAQgJEy+PNTebmrPTHotEz/n50rif4VukIMGgCQghGABgAAAACjQfr5DZGBBoyawbEuKiam/Z45ng9uqQvksc68onFP0s+pib1VptVNejda9/fjqGdy5tz9oK+OLl9YuaOuAatGXVI/Bp1qvJR+5itn4BPRxMTEamI1ZhrTWDPxw2hq+uJM0PyWCACQ9JOCAGBc1F9uw58+Cwq9FxRyLzY24TdehW7QaZd+1jlHNttcdpmzZ81konc+HP4aAgCkcASgAQAAAMA4JJF+HuN3P/S5ugDpZ31koAGjFpdAE6vpcXjJ4bAA9a4s6a1WNemdI2MmBamLc+Ycyxv1aLFx2nNNjJw5fDegz4kV/1ZoqyjpzPWqmDIDncoO2upnng7QwKeiEf/J0WjMYs3itEkQhfQzAAAAUg39wnLAzdCpi7aJCX7PRWJ1qhRvWrusru5iQuUcAGAUTBUAAAAAQIqXdO/nENLPryMz0PldbdUZmYGOfh4dE6OJ1UZcxHWsmjlT6HECpAD6P4/iJ3TomS0bb1xU77U0T7e8cc8CmbIrSI1K5sg3t15XM5MXFcsdof5jvPZoYmK0x23dQVtKlQftOF3iUgHwiegOLi9+N1To8QkAAIBURC2Bhtx5JG6RZUVi4q+goJA72hKM5uW/jqicAwBSMDpAAwAAAEBKl3T6OTRSXYD086vQBxowLupXKTLkOsvn8FTvA+q9ZiamCxp8WSw7h7vUrFY+t2m1O/bavUidmXH5aInMuT9z8NB2H9JoFN2xWnw8UmsfaPENowLgU5CRZ0XvC34AAAAgFVB/uZW15chIUVXW/h1tY5Uxh11WBVCUp0+fhd65b6KYROhah4iPipmZWVyctmYuyy8KAAApFQFoAAAAAEjRSD+/JzLQgLHQb/wsrL12/qdT6/UXmFa7Y5U8hRSkdk2dit+LDB90eJ06882ZdYvTWVbMWVBJqGbqvofTfmBS20HbhI5KwKekNn9WaG8GAACA1CUuLs7g3/oVKpi3c8u6CqAol3yuzlmxXdG1JIiOiY5LyJKZmpqoHxoK5gCAlMlUAQAAAACkVKSfk4XMQOd3tVVnZAY6WtfQIjZWo5Fn9eOMfsCno3+4Ey7cC+59eKn+AqOqtGjqVFxB2vClR+VvStZSb0bHanqcXBny9KH2NKyxmviMfMJxW0kt+EIR+LT0jyraa34WAQAAkFro/ZvzVPV3NJKd+HiI0ou2/KLRL73wmQEApFwEoAEAAAAghSL9nIzIQAMpn3q4exr9vMv+eTFxsepd/UrU/NKjsoK0ZFC5hnXzu6s3H0dH9ju1Jjo6Wvcd3IuDtrw3FRyx+U8PAAAAAODDUcue4q9pBXgF8QlRay9qAloBACAFIwANAAAAACkR6edkRwYaSLH0TsOqPeL9cHxN4NOH6r0187oOLt9IQdozrXZHB+ss6s3T9wOn+B3UtiHSHbRj9fpAK6noiM1/egAAAAAAHwLpZ/wnUZPQpp81slQeXyanWg4ASMkIQAMAAABAikP6+QMhAw2kQPpNfMUP4KabnisCzqj32mW0nl67o4I0ydoi/fwGX6YzNVdnpvgfPnXnuib+TKwcsQEAAAAAeB39OrN+khVIkvh46Ho/x2kvcbF8YAAAKR8BaAAAAABIWUg/f1BkoIEU5eXv4eKuP7nX78hy9V4TxWR2vS9s01sqSKs8suUeXe1z9ab4rvabs+sfRIbHyAy05sX5WDlWAwAAAADwn/jzGa+h+0oijmILAMCIEIAGAAAAgBSE9PNHQAYaSFHUI15UTEyX/QuexkSpd/1Qpl45+wIK0rYOruWaO5VQb4ZGPvnx3GaNJkabgdY7Yst7OVwDAAAAAPAqRFrxn/TTz1TIAQApHwFoAAAAAEgpSD9/NGSggZRAP7QqfuL+OLf10oNb6r1l7R2/K1VHARRlYo02eW2yqDd3hvkvu3Y2PgIdG98EWo1Bc7gGAAAAACAx0s94E7pPCZ8TAIDRIAANAAAAACkC6eePjAw08GmpP1YyunosNGCK9wH13izprWbX62JqYqIAimJpnm5OvS8tTM3UmZHeuy8/uh1/qOZwDQAAAADAa/GXMt4Ep9gCABgdAtAAAAAA8OmRfv4kyEADn5b6w/UgMvzLg4v075pVt3OOjJkUIEHR7LmHVmyi3nymie53Zk1EdKTsAh2n1wEaAAAAAAAA74ZKOADAuBCABgAAAIBPjPTzJ0QGGvgk9H+gxI/YL6c33nkert7bp3iNynmcFeBl3YpUqZ3PTb15OfzedP+jGk2M7kitiU3AsRoAAAAAAAAAgLSAADQAAAAAfEqknz85MtDAR6b+BMm46tk7N1cGnFXvLW6Xd1C5hgqQlKm1OuSyenG4/vfqsVvhDzXiYK09ThseqwEAAAAAAAAAQCpGABoAAAAAPhnSzykEGWjgI1N/mjSxmm9PrFbnzU1NZ9TpJK4VICm26S3/qtFGvfk8VjPKe0+MJiZGl4GO0+sArXCgBgAAAAAAAAAgVeP7JAAAAAD4NEg/pyhkoIGPQz+cKn6mFl8+5f0gRL23W5GqjpmyKcCrVXdwrZvfXb25NdT3zN2bGk2M7jCtiU3AgRoAAAAAAAAAgNSNADQAAAAAfAKkn1MgMtDAx6Ee+h5HRYw4v1Wdz5rBamCZugrwX0ZVaZHO1Fy9OcxrV3RMtEbXBDo20YEaAAAAAAAAAACkSgSgAQAAAOBjM0g/hz8i/ZxSkIEGPij1Z0f+HI05v+v+8wj13qEVm1hbZFCA/+JgnaVP8erqTZ8nt5deP6eRh+i4WPUoLe/lKA0AAAAAAAAAQKpEABoAAAAAPqrE6eclf/iSfk45yEADH4h+IFUIeHx3lv8R9d7idnnbuJRRgDfTv1TtHJY26s0//Q/ef/ZUNoGO08tAc3wGAAAAAAAAACC1IgANAAAAAB9PkunnR3ej1AVIP6cEZKCBD0S/A/T3x1fH6v3gTKzeWgHemKV5ut8rNVNvPol5/pffgRhNjF4b6FiaQAMAAAAAAAAAkIoRgAYAAACAj4T0sxEhAw0kL/0oqvjZ2XLz0qGwq+q9nQpX8MiWWwHeRjOnEhVyFVRvLgs87/f4dowmRneA1sTGvugDrQAAAAAAAAAAgFSHADQAAAAAfAykn40OGWggeak/LM9jon85vUGdz5Qu4+DyDRXg7Y2p+rmpiYkci+PvsEs7Y2JeNIHm+AwAAAAAAAAAQCpGABoAAAAAPjjSz0aKDDSQLAzaPy+6cuJWxCP13p/LNbBNb6kAb881i/2XHpXVm6cfBB2+HSCbQGsT0DSBBgAAAAAAAAAg9SIADQAAAAAfFulno/aqDHQUGWjgbajHwBiN5h/vA+q8c+YcXdwrKsC7+rlcg2wZrNWbswNOag/O8tisd3xWODgDAAAAAAAAAJC6EIAGAAAAgA+I9HMqkGQGeuf8YDLQwJvQb/8sbLrpGfj0oXrvoHINzUwoT+HdWVtk6Fuihnrz6P0b3o9C9ZtAf5yD87PI5woAAAAAAAAAAPiI+IYJAAAAAD4U0s+phsxAOzhnUmeue0aQgQbekHoYFCZc2q3O57PJ2qCAhwK8ny7uFTKaW6g3Z189IQ7JGnF0jo9Av2gC/eGs2rRn+fqdxKABAADw4UycOq9Gky/EZdL0hcqnINe+7/AJBUm5//Dh8rVbFQAAAAAfEQFoAAAAAPggSD+nMuYWpm37FyUDDbwVg/bPh0Iv+z4MU+/tW6KGiWKiAO/H2iJDp8IV1Zvbb/vfinioidXoss+GTaA/EPHcB46dGzZh1snzXgqQGtWtXW3PttU3r5zx8zyyfNGMCuVKKQAA4CN6HhW192B88njnviPPIiMVpCS79h9t99XAnXuPKgAAAAA+IgLQAAAAAJD8SD+nShbpyUADb039iRA/HVO9D6rztukt27iUVYDk0LtYNTVMr4mLnRNwUjaB1h6SE5pAy3s/6GH58ZOn85ZtnjRzWUjoXSW1cMyfd+B3fVYtnXXm2M6ggHOXLx3bsHrB6BGDWrdsYmFhoaQwd4K87of4iovYzsT3ig1ev2q+XEBe/hj+i7zr+GIfvAwAABAASURBVMGtcsbr3IvDVLs2zdUle3Xvos4fO7BFTl46e+C/tkg5uHu9+iSFnAskXqBp4/rqAvNnTVbn27dtoc737vEfa3/Vpibpr/G/6+8Eebl17YLYaedP7jm8b+PieVNLFC+i/5C6tastX/RvyRJFrK2s7LJnq1enxurlc5wKOqoLTJs8JvFzykupEkXVNYo3KHNmW/mQCuVLq8sM+LqHAgAAXmvfoRNPI565ODtmsrGOeBa5a98xBSmJ3+VrUdHRCgAAAICPiwA0AAAAACQz0s+pGBlo4B3Ig6H/w7A9If7q5JcelTKap7j0JIxUbuvMTQoWU2+uCvZ8/DxCI4/JcbHqf5E/zgHZ7+rNkZPnrtmyLyrK6AMQv/707dH9mwf9+G3tmlULOOazzJgxW7YsVSuX79W9y7//jD95eFvDBrUVI2FiYrJg9uRqVSqoM/MXrfh16GgFOhkypBdvbr68edzdXMTbumvLis4dWqn3NmlUX1x7+/qXqlD3m+9+FWPxYahSqZy6wPWbgWfOXRQX/8sB4qb40ZM3xeVpRIS6mJmZWf26NeS4Ts2qCgAAeGNbdx8S16WKuVerXEYM1m/do6RhQbfC5ixeM3/pOgUAAABA2kYAGgAAAACSE+nnVI8MNPCG4vSIH4op3vv17/2qSGUFSD5fl3yRxH0eG7PoxhmN7pAsm0DrH4c/wjFZrHD3wZPDJs729L6iGK05//71w4A+GTKkf9UC+fM5LJ43dd7MSSYmJkqKN+PvcQ3q1VJvLlu57vsfhyp4BTMzs7/G/161cnl5s//3vxYsXL5br++cnRzLlS0pZp49i7zg6a0uP27i1LoN24jL76Mmipvh4U/lTXHx878ql3n48JG4rlkt/uBfVRdGf/DgoQIAAP5LcMjti5f8xKBy+VINamn/EVHA9cCL3v5KWnUrNGzRio1LVm9WAAAAAKRt5goAAAAAIJmQfk4jZAZ6xRTPoCuP5YzMQNfrqn1zzRP+1DY1jf9XxyYmJuIjYRT5MCDZyeNhSMTjVdfOqZMdXMvZZbRRgORTNHvu8rkKnAi5Jm8uDjzXvWB5c3MzU43GzMzUJDbWREfRHZOVj+LBw8fTFqwpUtipdePaObJnUYzKb4O+b9H0M/XmvXsP9h86evrMheiY6ArlStesVjlbtvhX1KxJgwGXfP6a8q+Sgg0dPLB1yybqzTXrt/T79hf9BX4c9Lu1tZUYREY+V1KGQ4ePd/qynxx7+3yoeNO/sxceOnJCvelU0PGngV9bZsyo6H6N+a5/L/XeR48eP3/+/Mi+TfLXm3/nLDp/4dIbrkX+hnz0+OmGDWpXr1ZRjDNnti1VouizZ5HnLlyqVaMK/1QMAIDX27R9n7jOkT1rUfdCYpAvb+6bgbc2bt1bzN0l8cJ1P+8WHR0z/59RGTNmWLRqo/+V6zeDQvLkylmksHPTBjWdCuRL/JDDx8+u2bTr2o0gjUZT2MWpeuUyjepV7/e/EV6+V77u0bFV03qv37yw2/eWrdlyOeBGwPWgrFkyORfMX6lcyfq1kvgnr/sPn9q8Y3/QrdB7Dx7mtMuWzyGXh6tz4wY1bTNZKx/FO+yc0+cvLVi+ISzs7oNHj+1z2hXM71C+dLHP6lRV/6w4dur8L7//JccBNwJrNPlCDGb+NczFuYD6JFt2Hjh2+kLAtZsPHz0Ra3ErVKDd559ly2r4N4L/1euLV266djP4zp17VlaWBfI5OBfM17BuNbGjFAAAAABJIQANAAAAAMmD9HOaQgYaeD39Q6Iww/dQrPIi39anRA0FSG69i1ZXA9D3o56tCfLsWKCMNgGt0Sag40xN1ePwxzwgX/K56ut/vV7NCp/VrGhubqYYg1Ilin7d5yv15oLFK4f/MVG27xXmzl9ma5tpyC/fffVFeznzw4Dem7fuvHzlmpIi9e7R5dt+3dWbm7fu6tl3oMEyBw8fV1KYoOAQcVE+MP/LAVu379GfuRkYPG/mJDmuVqVChgzp1VB4Lvuca9dvSZcuXeOGdQd83ePOnbvTZy5Q3tj1G4Fht+/kzGFXrKi7m6uzmZnZ8ZPHY2O1/2ngFyQAwEew48DpOlVLmZka3+mRRYlp6+6DYlCvVhU507he9Wlzlu07dOKbHh3EL2ZJPupmcMhf0xc+SPgV7uq1m+KyYeve7/p80azhi9NiPI+KGjtp9t5DL/5B1MmzF8XlopefWK+i/c+08nr7D5+a8M/c8KcR8mZwSGRwyO0DR05t2XXglwE9cuW0U5ecuXDV0lUvejYH3QoTl6Mnz6/csHPK2EH5P2LG9w13jjBh6rzN2/erNwODQsRFvLrNO/b9+E13x/zaElAmG+uiHi4hoXfu3nsgfncq5JRfTGbIkEE+5NHj8NF/zTx++oL6JJ7e/uKyeceBXl3bNG/04jw2h4+dGT5+WnR0jLwZ+Tzq3v2Hp89fWrl++2//61ujSlkFadjcldtrVyqZ3yGnAgAAgJcZ3994AAAAAJACkX5Og2QG2sH5xXeNMgMd9Tw6JkYTG6sRxIdBDYAqCZ8TII1QP/ziB2HRlRdfqNfO5+acOYcCJLcGBYoUtH0RsFh846xGezjWHopj42INDsgfU4xGs3X3kd//nO175YZiDPr2/tI84Z/ynDl38bv//aamn6VHjx4P/Hn4seOn5U3LjBknjR8hBsWKut8P8ZWXdSvnJX7mM8d2ynsDfE5kyJBenbfPmWPi2GG7t626eeWM55n9a1fM/XngN+nTpzN4+JZ1i+XDN6xeIFYqHuJ9/qDXuYMrFs90dXFSktKpfcuRw35Wb+7Yte/LngMSfwaOH9wqn1k8m5IytG/bQt2ZvXt0UT6WDZu2h4TelmNTU1OXQtodKxs2W1iY9+z3v649vj16/JSY7Na1g/KW9h84Kq7r1aleq7o2v3Uo5eXOAQCp2MrNB4b+ufDK9VuKsTl07Mzjx+Fi0Dwhm/tZnarmZmbi19xNO/a/6lEjJ8wQRYn/ff3lynl/LZs9oecXrdOn0/5yNW3OsmeRkepi4qZMP7dp3mDB9DHbV8+aOn5IYZeCO/Ye8fEPULR/1r1m05QzF7yGjf3nacSzZg1rTRn765YVM1bM+XPwwN657e0uXvIbNuYfjS5FLXj7Bcj08+eN60wa9cvm5dPn/zPq+75dLTNmePT48fQ5y5SP6A13zppNu2T6uUrF0jP+HLZjzawlM8f16dZe7HzxcoaMniJ+zxf3erg5/z3m1xqVtQHl3DlziLG4qD2bB/8x+fjpCwXyOfw8oPvif8eJPTx94lDxDooVTZqx8PDxs3KxyOdR4/6ZGx0dU7Zk0VFDBqyeP2ntosnDfvpaPFD8IfPX9AXPo6IUpGE3g2+PmLJ4yfq9z1LMKWsAAABSCDpAAwAAAMD7Iv2cZtEHGkiSGi6UR8UtgV5Pol98RderaDUF+DB6Fqv686G1cnw14r7v47Ai2fLEajSxZmZmptpPo4mO8nGbQEt37j2cPGt56WKFP29UI2vmTEpKJXZL9SoV1ZuDh4551ZIjx07asm6xHFesUCZnDruLnt5nz3uWKlFUzFSpVE7MhN2+oy5frUqFAo7xZxVfv2m72le4Xu3q/0wenT1bVnnT2soqT277GtUqNW1Sv0efH7y8/ZJc+9xZk8QD5djKyvLGzaDEyzRsUPuv8b+r/xXed+BIl279NbqcCl5D/ycjnYWFuN6+cZlLoYLi/W3yeWcrKyungtrzud9/8FB5S/sOHmnbupn4JBRyLihubtm+u1LFcgoAAB9LSNi90VOXVSlbpHWjatZWGRUjsWWn9h9olSzmnj1bFjljY21VqXzJg0dPb9y2r2PrJkn+Whuj0Uwa/XPB/HnlzQ6tGouHj/pz5vOoKB//gFLF3BXtmR9uiWeQ9/b8orVc0sPNecqYX/v9b4T/1euv37Do6Ji/pmlPBzGgV5dmjeLD2VaWGXPmEL8bFv+y3yC/K9dXrNvWoWUjMX/8jLYFcoF8Dv17dZZLWltZyg7KMxesvHPvgXg2C4tXRheCQ26H6v1ieeVaoLiOi407c8FLfzFX5wLiaZX/8iY7J+BG4L/zVohBg9pVfx4QfzqRPLlytm3ewMnRYeCQ8YHBoQuXb/iq4+evWdH2PYc8vf3Fo/4e96u6YYVdCoqLU4F8/8xaMnHq/BJF3cRdPn5XZMx96E991SVrVClbwNGh13dDbawtr14LdHd1UpCGiULL3iPnzly83K5pjXIlXJUU7+q1m936D0k8L45gmWysbTNZFXZxalSvekHHvMqHdONm8MoNO3z8Am4Gh2SxtWnRqE6H1o2joqNXrdvevHEdcchSjMGVazeu37xVp3pFBQAAJEIAGgAAAADeC+nnNI4MNJCkOD3rb5xX53NZ2VZ1cFGAD6ONS9lhRzdFaqLlzS0hPu6Zc2nMNKYajZmZqUmcqfxMfsKD8JmLPp4+lxvWrlynermUeQZ210JO2RKyNY+fhJ84dfZVSx47fjoy8rnayDlPbvuw23eWrlgrA9BmZmYd27f8c/IMdfk2rZqq4/mLVshBieJFFs37x0KXslW0KZxgMc5lr20S7+bivG7lvJLl6jyNiDBYdYVypdSHCLv2HIhM1AitRrVKs6f/KTZD3nz06HGHL/pER0crn07F8mVk8FefR+GUlV1o16a5fc4XTfplsnz2vCXjRg0pVtT93Ik9GTKmt8yYUaPR/Dn53zd8TvkTJ6537j4gfluuUK60ubn5tes3L1+5pgAA8NEdPnXpnNfV1o2qVSlbJOX/aX733oNT5zzFoGHdqvrzn9WtevDo6dt37x85eb5K+ZKJH1ijclk14CuVLuEhBw8fPZGDfYdPit+NM9lYd27bRH9JCwvzPl+1/e7Xscprnb3oHXQrzMoyY+PPahjcZW1lWatahRXrtm3bdVAGoG10od479+5f9PYv5v7iT8Kmn9UUF+W/bN9zaNGKjQaTMRrND4PH6c/8PXZwUfdC//Vkb7Rztuw4GBUdnTFDhj5ftTN4eJkSRapULH342Bnx6l4fgJb58kb1qiWOZTeoXWXq7KUPHj46fvpCneoVbWys5Pye/cebNqyp/sGS3yHX9lUzFSDBoyfh/y7ZfOD4hS9a1cuRPbNihJ6EPxWX4BBtY/gNW/d+06OT+i8okp34k/brn/4Qq5M379x7YJHOIuB64A9DxoufviZvcPBJCf6euWTNpp0tGtUhAA0AQJIIQAMAkAw4nT2A90ca0kiRfoZCBhp4BXlsjNREbQvyVidbFiqlAB9MRnOLuvndNwVckDc3h/p+71LdLNYsVksceGPFofiTZ6CjomPWbz9w/KxXp1YNnPKnuF8SHBLO1i0E3wp5/cLXbwa6uTjLcc6cduJ6ybI1Q38daGOtDXA0b9JADUBbWFg0blhPjs+e97zoGX9YGPvHYBllfvjw0Rfd+x86oj0De4umn834Z5yYz54t67df9xg1brLBesVd4k1ct3HbgYPMrfRMAAAQAElEQVRHy5QusWnLDoMFLC0zzp81WQ1nC7a2mXp26/z3tDnKpzNpwgglhXEpVLBhg9pynCF9+iqVy3fu0Eq9V7xTd+7eU3QB6JiYmI7tW7oUcnoe+fzsuYujx/997Php5S2Jd/nMuYtlS5cQ4yPHTikAAHwiTyOezV+149Apz64t6+W2z6akYFt2HhC/9lhZZqxZ5aXTJlQoXTxbFtt7Dx5t2LI7yQB0ntw5DWZsM9nIQVTCPwk7f0l7qg0XJ8eMGTIYLFy8iJuZqakmNlZ5Nb/L2n/LJHZm7WZfvmqZO3fvy0HViqVnzF0e/jSi/09/FMyf19WlgItT/uIerh+6+WuS3mTnhITdFtdOBRxsM1knfoaSRQsfPnbmzr0HYvl0ev8wT5/4C+T/7N0FYBNnGwfwN1pJ3d3dW+ot7j5syDZszJgw12+DKWxjY8DGYIINNtxdC5S21N3d3S3a700uvV5ToQVaKs+PLHvvcknb5O7Nyf+ey5JUqv7jwHF8Qz0oK6vE91bmpkYGuoXFZdt2H/jn+Dlne7zaZeLkYONga8lsP6MPAFJqVsHnW/fPnuQze4rP0DyxlmrpgpneY5yJtkAgxPN5QWFJXmFJTHyyQCjE8zxbjjVzylg0AKLjUoj087yZE8e4OiopKVqaGiemZtbU1qHhIz4pDQEAAACgZxCABgAAAB4dNfcMGWgAwBMEscjhAtLPgAQZaABI1L4Ru5CXyBMJyUfnW7kjAAbSfEs3MgBdym2Mry121zJhiMMborCopFOX76ABgGf6/nbopeWVW3cd8vN0njd9rIoSBw0ZamodVcQq2wMrPamoqCID0CqS1AiXyzt99tLK58SXUHdytHN0sE1KFh+sXfjMLBVlaXbkv6OniYaLswORhcX++PsQkX7GTp+7PHnS2BVLxeX05sye2jUAjf3z74m33/+caHR9VEFBHt9kRn70/huXrtzMys5FoN0r61biW7cPCYXCbzZvIwf3/3OUrNv9OO4FhxEf+q3b9xAAAADwVGXlFm/cdmDaOM/5U/3YbBYaevD21KUbd5EkZDxlwYvdThMRk4hXLPV0tGTGa6rLlobtyNG2H8uorBKv7GlrqXd9Wbz7QldHs7i0AvUsrQ8Xc2jl8uobGvF6IP4NP3v/1W27DjQ0NmXnFeDb5eviCSxMjV97camXu3Pvr/Pi84vwjRwMj47/cONPLBbz+qlHOb2tL29OeUUNvtfT0e72FQz0pOMLi0tlikmT8N/I5fHQw1RW1xKNLz9+Y9P3vxUUlVZW1dwOfoBvSJzMVlm7YsGcmROGfsgVDDKBUHj2ekh4fNrqxdOszAzQEGZipD/G1ZEc9BkjbaSkZ2/a8mtZRdXWnXttLE0tzU3Qk4b7H3yPF5+3X11Jh4UIAAAAGKEgAA0AAAA8IjLY0e0ggkg0AKBX1NRj1zbEIocFSD8DGZCBBoBEpp9x93gmL44cb6qi6aQ5pA/LgRFgqpk9hyXXxOcSgxdLUlzVDUVMhlAobEOwjfZweXkFZFtHW6v3ibW1Nbs+ce+B/4gANPbcskWffvEdbiycP5sY09DYdOTYGaI9xt2FfDr+dMhSxFhj+0WKzU1NGAzxxyfzoy8SkZmH+e/YaQ11telTxZc2VlRQ+PWX72bOW4HAw9TW1r3z4caguyGon2okNZ7Jj4+Ql1+IRxYUFuH25au3xo/zx18Q12+K41yZWTnq6qpEhUUAAABg8IlEbVeCIh7Epr6wYLKrgyUaYiJjE8vKqx462anz19e/uFxmZF+ifkyGZFdFD/slHrq/QiSpD+1kb/XrD5+jPpg01sff2z3ofnhEVEJqRk5RSRmSpIQ/+GJroK/H/95/TV6OjQZFX94cBkP854t6rYEtnozW40uJhNLn/vjV+w9NeCNxtWmTA7s24w/9/oOYpJSsrNx8vMpUV1+/bfeBkxevf/PpWyaUS7UAQCgpq9r8239jvZ0WzxqnxFFAw4q9jcWWTe++9t5Xra3c3fuO4SUFPWlCyQn58vJykH4GAAAARjAIQAMAAACPghp6Q5SEBwSgAQB9RB5CoElQGwhikcMBpJ9BtyADDQAVnr0b+a03S9PJMYttxiAABhibzpxp5ngiI5oYvFSW/pHtRPxljb+wfT0cx3q7MphMugR17esxHTh2KSwqoV9P0dPRen7xDEtTQ5kNyacuNj5JKBQyJDXwTE2Mep/YwsyUbMcnpLQ3kiOj4zw9XJGk8POnX3ynq6M9cbw/8ei5C1eampuJtqtLRxmwj957o9sfISfHtrO1IspIU2Vm5aKHOXnm4usbPjE3Mxk/1h8f88ZjfLw83nht7a+/70VPg8/YmRldCiXOmzN9/5/b0dDA5fKyc/MuXrrx2559dXX1qP9CwyKnznpWZuQvO//AN6IdFRNPnYDIxwMAAABPV01tw459Z1zsLV5YOEVDTRkNGReviq9eYqCn/e+fW7ud4J1Pt8QkpFy5Gbxu5WI2q99FrA0NdXPyCysqurnoB15BLS2r7P3pJob6oRFxmTkFqM/k5dgzJgXiG5JcESUoOPzW3QfpWbnBYdFXbwTPnz0JDRlGBnppmbllFd0H0Mna2Orqqj29gpmpdF06K6egLwFoJNlf5O3hgm9Ict4gflvuhkTgNzm/oHjv4VObPnodAdCde+GJ0YlZz84ZF+DpNLz2MpqbGE0e53vx2p2ImARqMfsJc1fh+8N//JielXPk5KWiknI7a4vF86f5eoo3M1u5vGu37iemZBQUlRQUlbJYLDMTQytz4znTxpuaSHfI/33o5D9HzxHtpuYW4gUD/TyCQ6PJnz5vhXiZem3tsqULZvb0G77/+Y+RsYlvvPTc1PG+e/89nZiSWVhUqq2lPsbNcdXy+Rpqal2fUlhctnv/0ZzcwqrqGo6igqW5qbODNf7lFeRlL1KEe79Dx87n5BdVVFRxOIr43bCyMJk1dRx5tsPve48cPX2ZaJ++eAPf8AtePLobAQAAAIACAtAAAABAv1FDb64nvslteHgNBgAA6Im5kuY7TpNWWHmRKRwyDw2xyCEL0s+gF5CBBqMc9cxA3EOezY0XUCpmLbaGADQYDPMs3ckAdBW/Obq2yFvbTMQQiSQ5aJpIRHbCT6UHZrOYsyYHTBnvPTQvY83n84uKS02MxV9b8vJyz8ydceb8lW6nnD93Bnmx+MLC4uaWFvKhf4+cIgLQOtpakyYEurk6Mdu/Ag/8c4ycjMlkoD5wsLfpGoAuKS3r/VkXLl1/eb24hFhObv4fe/95a/06YvzHH7x5+eqtrOxcBBB676NN+w4eQQAAAABAKD4l+7Mf982b4jdt/JihsJ5G5F9xY9I4v56mmT45ICYhpb6h8UZQ6Kyp41A/GRvo4fvE1Az8CirKStSH7ofHCh9W/JiI6LW2coMfxAT6uMs8+r9vtyemZNpYmv3w5Xt4EE8TE5dkbmI4Z8ZEYgI9Ha1lC2ctnj996Zp3qmrqktMzh1QA2tBQ/OakZeZWVtVoaarLPHr7Xhi+19XRJN+3rpsVbBZLR0ujvLL65p0w/JfKPJqRnffmh99oaqi98fJzfp5uqRk5+OPm8XhkMW9lJc7MKWPx7fPNO+6FRKWmZyMAetbU3LLv2NW74QmrF00z0NNEw8eMSYEXr4lP9oiKSZw9fQL1odiElB93Sk9ejYxNfG6J+LJCeflF733xI14wqVPW1NbFxCefPH/9vfWriBfBPYyzo011dV1RSRneA+Bob4VHmhob1dU31tc35RWIr07jaGdFZ9C1tTTQwxQWla7b8EVFVY22pjru+nILis5eunX9dsjGj173GeNCnfLi9Tvbdh0UCATEYCuXV1UTHx4df/rCzXdfXxXo60FOGRwa9eWPu/h8ypTVtfjPPHbmyhcfrJ8Q6IVHGujq4L8iIysP97S4uzDQ11GQk0cAAAAA6Awu9AAAAAD0j0zJZwQAAI8np7Hq29grQoFAKBSKiFhOez+DoJb8kATpZ/BQRAbayEqFHENkoHlcPl7WRSIhsbxTVydgYQcjDDl7n8mPI0c6axmYqQyng3Bg+JpkYqsmp0gOXixJxd/ZQlGnvvdpdbxjXOw3vv/S9Im+QzP9TDhLSTx/+P4bPU322UcbyPa5i9eoDx07ca6+oZFoL5g/c+6sqUQ7JjYxMrqjWygoLCbbi5a9qKFv1+3t+MnzXX86PgCMeoZ/+pqX3yY/5R9/2lVUXEq0FRUUdm6DqsMAAAAA6AaPxz9x6e7Gnw9m5hajp+3yjXt4dyFuTJ8U0NM0E8f6EJe5OHf5Fuq/yeN9kGS16t8TF6nj8Xrzwf/OPPTpAT4eShzxWvdfB4+3cnnUh0IjY4PDomvr6u1tLYgxl6/fOXn++snzN0Sdc9VkblhDXQ0NJVPH+zGZTIFA8MeB4zIPhYTHJKZk4sY4P09yJEtSgVsgFFCnnDJRfBWUjOy8K7eCqePxO7xjzyFJMrLO1dEOj0lITj907Nzxs1crOsc6MRoSv0UaPZeaBoCUlVu8cduB4xfv4t4MDRMW5sZEIytXtpz8nv3HDPS0Z00dP2W8n7GhnouTeGH5euueyqoa3Pm88dJze7ZtunLiz4O7Nm949QVNDTXcvez869+mZvGpubOnjd+55bPF86fhtoK8HG7j20svLBLfr1xMvP7mL97Bg5PG+jz0lzxz6SZeWr/4cP3x/b/8uf2rc//+5ufl2tzS+tnXv5SUVZCTpWfmEOlnMxPDn7758MKR308e3P7VJ2+qqapU19Z++cNv+YUlxJR48f/h1718vsDL3fm7z98+sf+XU/9s3/TRG+YmRviv2Pb7AS5P3KnOnz0J/4bEySq4w8Ft4pQSAAAAAFBBABoAAAB4RETuDao1AgAeX1lrQ2FjjVAoELVnoEUPq7ACnhZIP4M+ggw0AHiWruW13CvvKFI139IdATAoGDT6bHMncvBGRaYAr2iJqz+L79BTykBra6pteGnZuufmaaipoKFt67Zd5RXSK57b2Vht3bKR1fmK6nhw6+aNVpbmxGBFZdUPP/1KnaC5peXEKWlqefaMKa4ujkT72Mlz1MlycvPJtucYV+pDC+bNfPnFF6ZOHmdmaoy6eOjhfD6PL5QEhghNzc3fbNlGDvp6e6x/ZTUCAAAAAOhOSVnV5t/+23fsamNTC3p6iEyzlbmpsaQUcbfk2OwJAd64kZqRk90lO/hQ+MVnSupGHzl1aecfh/MKS1q5vJT07A2ffJeelUtM08vlUtTUVFavWIAbuflFr7yzKSY+uaGxqaikDL/aV9//jsframsumDWZmHiiJGKYk1/446/76uqkl8yqra3f/PMfVTV1uD11gh/qM28Pl6DzB66f+hsNGPy2L5k/HTeu3b7/2Te/4HeYy+Phv+7omStfbBav+qqpqixbOJOcXomjgO+LS8rvhkRGxSU1NjXjwZVL5xPVo7//5a99/57OLyxpaW2NjE1877PvE5LTJRPMU1QQ13Md8JE/SgAAEABJREFU5+9Jp9PxFsrGzTvz8ouI1+TzBfjNxC+IxGl1XwRAH+Bt3itBEZ/+uC8uOQsNBxy8DEhO5KiurZd5qLWV+/tPmz58a+3/3n/1n93fM+j07LyCzJw8/NA761ctnjfN1spcXo5tYmywYPaU915fTTwlNWNAyqWvfW4BGZXGv/E3/3sb9xICoXDPfuk1jnAX8dWPvxPp590/bxrj6qjEUdRUV8NL995fv1ZRVsJL9A87pb1WSlpmfb34nOGNH63393bHHYWGmtqEQK9Nn7yB3w1lJcWsnH536QAAAMCoxUQAAAAA6CfqRb1FkFUCADwJrXyeQCBsY7QxEbONRiMTOYN/TXbQC0g/g34hMtBHdyQUZkp33xMZ6GmrxTMJs31znN5eAZQmWfZhqQfDGrW2Lu4nrxWmUNeWF1hBABoMnvmWbodTw4l2Fb85oa50jJaJ9DyzNhGdMmcOQt/LZDCmTfSdOdGPyWSg4aChsenHn3f9uPkLYnDtquWeHq4Xr9woLCrBh2zNzYxnTpvk5toRMf/pl91kvWfSn3sP4ScicTJGWqyupaX10L8nqNNcu3GnqqpGUxIKeXP9i3fuhoZHxuD2pAmB3339qa6ONm6XV1R6+U/HvxJ6PEePn131/FJfb+kVhz96/82r14OysnMRAAAMPVzJWRz4K4svEAoEAtz38gUCLpfb3FBTV83F61ct+WVyinzJGleb+J+41b4OJhnZ1n6+j0i6YkZZSWtfVSN2PJCPip7G2UEADGXBEYkxSVlLZo8L9HJCg66wuAzfcGPS+IeUJp05OfDKzXu4cezM1Y/fXof6acMrL3BbubfuPTh5/hq+keNnTAokihYryMv38vQFc6ZUVtWcOHs1r6Donc++pz6krqa6ZdO7au3n/k0Z7xeTkHrxatDl63fxTeZ1Fs+bZmFmjIaYVcufaWxqOn8l6P6DGHyjPqSrrfn1Z29paqiTY9xdHJC4ArTwi807cWPTR29MCPSSl2N//elb32//Kze/6MB/Zw50rqu9YPaUFYvnkC/4+QevfvXD78lpWate/1TmN3GwtZg7YyIacUQiYXllbWh0GhNvKTEY4js6HTdodPE/Se1rov41QPUN/dsgqqlt2LHvjIu9xeolU1WUOGho4ygqtLZyGxubZcaPcXNQVVGijlFTVf703Zcrq2vH+3vKTGxvI60339zUip40VRXlxfNnUMfgeRUvv3jpDouM4/H5bBYrIiqB6LdfX7ccL/vUiTXU1FYtn7/zj8OJyRl4GiMDXWVl6YdyMyhs3qyJ5E4JUyP9K8f/QAAAAADoDwhAAwAAAP1AHgOQpp9FIjrlSPlb7pPGG9kgAADog+rW5peuHyQHRXjvuECA189pNKE4BUnJQUIgcoiA9DN4BJCBBqMTGa8JpZR/HqNraqA0tK5oDEa2QCNrNTnFWq70AGpETYG7hpG0BLTkq5yorzYIXa6TveWSOZN1tNTRsPL3/n9nTp80aUIgMeji7IBv3U55517oH3//03V8WnpWeGSMt2fHmQ/nLlxtau50SLu2tu6n7b9/95U44aHE4Zw+ti85NV1XW8vIyICc5pedfzx++pnw4adf3bpygin5AlZW4vz6y3cz561AAAAwwPh8QUVVbU1dA+7NGnA/2Nza1NLa0sptkdy3cnlcfOPxuTxeU3Pf8zolCAAw8JqaW/Yfv1pWWb1o5lg0uOISUojGjMkBvU/p6mynp6NVWl55827oGy+tUOIoov6Ql2N/8eF6N2f7sMjYzOx83B052lnOmDzW38edCEArc3qLTjLo9FfXLJ09bfyZizczcvIys/LwaraWprqvp+vKZfOJ2sakD95YMyHA89yV27l5RZVVtS2trXjFzNfLdfa0cX6ebmjowW/Oe6+vmTt9wrmrQVnZ+Tl5hUpKHDNjQx9Pl5lTxsq81fY2Ft/87+0zF24kpWbyeLzGxkZy/N6d35y/EhQVl5RfWFJYXKaprmpkoPf8s3OIzDRpYqCPhZnJibNXEpMzq2prieqwjnZWMyYHTp8cyO58SZYRok1UXl2Lbwg8DN4z/Qgbr/Ep2X8cvvT+K0vQ0EZEn9lysjO5g62VzBgNNbVpEzv1ijW1dZXVtXjhCg6NJsYIRAL0pHl7OMtkmjFzUyMkqTmdnpnnZG9VVFZBjJdZtNtH2hONgqISIwNdK/xkA13cIWzbfeCf4+ec7W2sLU2cHGwcbC2ZjOFx4jQAAAAwdEAAGgAAAOi3TnXtKGVRrNR1/A2sEAAA9EFJUx11kC8U8AV8Go0mDuPQRG2SRA7kIIcOSD+DRwYZaDA6EeUEQ8tzyDFTTOwRAIOIhmhTTeyPZ0QRg5E1hS9KSmkSEej2Va2BXd1SV1NZPn+qs8Nw3UhcvHzdK+tWfvrRBuUeCoY1NjVt+XHnrj37e3qF/46epgag9/9ztOs0u/88iA8Yf/fVp/LycgoK8mPcXaiP7tz1N54APSGJSan//HtizcplxKCPl8erL618gq8PAACkwpLyuKSMxLTssvLqui418mVwFOXZbLaKEkdbU12OzcY7BcQVMMX/6OJKmEQZTPGJ0kjEb+U3l+G2mpaxvKKy5Oxp4iEanfgfDUnH0NtHkNNIX0Q6GZ06SCfupM9BAIxQP+4+hvpJRZnz7Jxxvu4OeBMHDa7Z0yfgWx8nPvL3T9TB66f+7mnKoPMHuh0/b+ZEfKOOqaquIRpGRroPfbqxod6bLz+H+sDL3Rnf0NPzCG+OjZX5+1bmqA8Cfdzxret43L3OnzUJ3x76CqZG+u+9vgYNQ+WVtZm5RX2fvqWFi+9pdIaZoa6XswWLxWSzMCYBfx/hr0FEQ9IvLYDQgeNXy6vq+vUUBXm5hTMCJvoPxbMLqOrqG7k88W52VWUlmYc01FW7fcrlG/du3X3Q1NyUnVeENydlHh2Iq1no6+t0HamjLT3PubS8wsneqry8SjxSS6PbBLOBnrQvLS6V5qS//PiNTd//VlBUWllVczv4Ab4hcalplbUrFsyZOYHRvq8YAAAAAA8FAWgAAACgf6hFoImLSSIAAHhsfD5fKBQJ6ALxAUd8xFFSlRBB+eehAdLP4DFBBhqMEtTeEqviNmU3VpGP+uj16YAxAE+Qt4EFGYCOqisWtonEEWiGqH1LbgA35fDxzmkTfaeP92Gzh3edtj1/Hbx+8876l1ebmhrp6+saGRrgNdXCopLi4tLcvIJde/Zn5+T18vQjx89s+t/7qqri654np6Q/iIjudrL9/xxNTctYs3K5mZmxhZkph6NYUloWn5C8+8+DPT3lkX313c/PzJ2hri4tSP/JhxsuXrlZUNCPrAYAAPSiuLQyJDI+Ija5srpTRElDTUVXW0NfR1NPR1NfV0tRQR7fFOTllJUeUqiVvAadUCjE+w2a6yvqCsLweEMbV46qHgIADBi8zjNlrMe8KX54UUUDE6cbCu6FRP38+wEDPe3tmz9hMjvFBkLCY/G9ioqSuYkRAuBhbt2Pvh0Sg/qJRqMrKcqbGmrLsdly+D82SxKDZjGZDOqJPAggJNel/HDvvN3sls0bT0SKh/hxzOS0TKJhZiK7g53B6CYE/Ok3v4Q8kM5s+rraxg762lrqJkb67i72L7+9EQ0MRnfzocz7ypT8tnivQ7evgOdo6Uu17wG2NDc5sGtzZGzi/QcxSSlZWbn5+JOqq6/ftvvAyYvXv/n0LfxHIQAAAAD0AQSgAQAAgH7rqBUmvuYU7HwBADwBIqH4eKaIQScuy47auxroZJ46SD+DJwIy0GCUoPaZd0oyyfEMGt0LAtBg0PlS5rpmIT+lvtxVw5AoAY3v6ZQK0E+2y7W1NFmxcIaOljoaEbJz8t7/5Ev0SLhcnrmdd1+mDAuPxreHTjZ7wfO9T6Bt5Nj7BHV19ZYOvl3H+46b1XXkkWNn8K3reL/xs1GfjZvyTO8TnLtwVUPfruv4/46exjfUt5/e06/arXc++ALfEADgiYpOSLtwPTivsJQYNNTXtrMyw98IBnra+jqaCAAwrFiaGaxeNM1Ab+QvvLY25jW1dfj2+Xc73njpeUNJidOW1tbT528cPHYOt6eO90MADCTy8gUQd35StDVVVy2eZm9lgoaJW3cfEI1A3zEPnTg4NIpIP8+fNen5Z+dpa3ZsdxeVlKMBU1ZR3XVkaVkl0dDSEP8aRobik9OqqmsFQmHXItCFxdK1RHU1FXIk3hXs7eGCb7jd0NgUHBZ9NyQiNCIuv6B47+FTmz56HQEAAACgDyAADQAAADwiWnu2AwEAwGMj6jkxRAxpZXnoXoYGSD+DJwgy0GCUkK4ht7WFVuSQIz10TZhw7U4w6KzUdNTlODXcJmIwqqbAWU2fqKPZcUrrE73ghooyZ9Gcid5ujggAAMCoUV5Z88ehMzn5xUgcOVIb6+Pm7+WirqqMAADDEF6de3bOOF93h1GyLa6jpfH+66u3/rY/NCIO32QedXdxeHn1swiAPlBTVjDWUyc3rHqPMuOHJAWexTvBDLTVGAwGpdwzjfoiCPQHfhunjfNcMD2AyWSgYSIzJ+96UAhueLg4EOdg9O7Sjbv4Xk9H6+1XV8rMIVk5+URD1EMN5g79n7UiYxK67jq4Fyq+5JS8vJyNlRluGBnoEuODgsOndDl7JOh+JNFwtLPC96kZOcFh0Tweb/2Ly4nxykqcmVPG4tvnm3fcC4lKTc+m/L6wLAAwGOCwLBim4GsCQQAaAAAAeDTU4+UAAPD4iEqE0v+gexkaIP0MnjjIQINRQtxttonCyjsC0D5Q/hk8JX4GFpdyEoh2ZG3RSmJVS/xfx0bdE+lmGXTalHHesyb7ExdJBwAAMEqkZOT+uvd4K5dnY2kyc5Kfi70VAgAMT3iVcLyv6+JZY0fb6tycGRNtrM1PnruWmpFbVV0jEAr1dLRsLM0mjfPx9XRFAPSNhqqiq62hJNlMhJu7VnQW72glBvEkuMFgMJhMBovFZNAZRAaaGE88A/aG9ddwLF1fWVXz3c9/Eu11K5f05Sk8ngCJZybZoyd40/7IqUtE+6EBaDZLGhAXCoWob8orq8Oi4vw83cgxFVU1J89fw43pkwIUFeRxw8nexkBPu7i04uCRs4G+Y+Tl2OTE1bW1x09fwQ3cu2pJqlYnJKcfOnYOz+dLnplBrWONxOW3xDO/hroqOQYvJvheIBQgAMAAoB6QhYOzYNghDiOSbTRaQQAaAAAAAACAp0/UJs49E9slsIE9FED6GQyQbjPQ1w8UT11lgCADDYYzareJVXOb0+o7rj3qo2eBAHgafPTNyQB0dF2J+Dho+5c7Rmc8sbJYi+dOph7dBAAAMBpcvhV68uItvK7+4op5/p7OCAAwbFmaGTw3f5KpkS4alWwszT5552UEwGMgos+SHDOBTDPLlnMmxpEBaPwP3xOI4LTMxAg8DEdR4dk54wI8nYbsu5VfWBIVl0Qd09TUEpeYdvH6ndZWLh5cuWy+g22fdhzZWO4ilakAABAASURBVJtFxiaWlVf9+ufhV9YsZbNYeAM/JDz24JEzaZm5xDQtLdzeX0SJo0Q0zl8JcrS3MtLX09V5eHD8x+37Nm9829bKvLGpOT4p7aff9vP5AhUVpRefX0RMwGIx31m/6oMvtuK/95V3Nr31ynN4Yi6Pl5Kate33Ay2trXial1YtJiYe5+/5+94jeL/Exs07P3rrRVMT8YEG/IInz1+7GyKuFT15vC/5ozmKivg+Jj4F/+14kXFztkMAgCeEPCBL7txGEIkGQxh11ahrezQfTIQANAAAAPDoYJUXAPAEtReWl926BoMP0s9gQHXNQOfEN0EGGowA1M4zpIxypU5E8zWAADR4Oqjh+zpBa0ZDlSNLnzjxrK0jsd/2+D0tpJ8BAGC0uXU/6sSFWxxFhQ0vLbU0hc1DAIYrvBQvnhU41tsFtrkBeEyM9hgzWdG5uzrQYmShaDwlU5qAFreJ0tHEPQJ9E+jltGT2OCWOAhrCjp6+jG/dPoQ//ZVL561cNh/1zYpFs2/dCSstrzx5/vqFq3dMjQ2KS8sbm5rxQx4uDqXlFcWlFUUlZb2/iIWZkaqKcl19w97Dp/DgM7Mmv/3ayt6fYm1hWlBc+so7m6gjFeTlv9/4noqyEjnGy935rVde+PPA8byCovf+9wN1Yjk2+4O31uIJiEFdbc3PP3j1qx9+T07LWvX6pzI/zsHWYu6MieSgu4t9eHR8YXHZ+5//iAfP/fsb9YcCAB6ZTOiZegFwmWA0QvDFBJ66jotpIOkZZTRqA43ug4kQgAYAAAAeEcQTAQADCDalnx5IP4NBABloMFJJs6QIhZTlkCMdNPWUWKPrKtJg6HDWMpRjMLntF4qNqi2wV9Mlyj/LHNWAPhYAAEDflVZUHz173UBP692Xl6urqSAAwDCE1/7G+7oumB4wxIODAAwL0orODGmaGd8TEef2cs+dKhSSoWgyMy2uBC0tHg3bZX2lr6u5evE0KzMDNAzhOcTM2NDfx23+zImaGup9f6ISR3HPzxv/PXnpQVR8eUVVelauHJvt7GAza+q4GZMDt/66r7j0zp2QiNfWLutlG19ejv3L5o8P/HsmPimjura2lct76M81NtTb9PEbR09fik9Kz80vwmP8vFxfXv2suYmRzJQL50wZH+B57PSV9Ky8zOw8/Gvg545xd5o5OVBfV5s65cRAHwszkxNnryQmZ1bV1tbXN+KRjnZW+A+ZPjmQzWKRUy5bOLMNtd29H5GZnc9kMSuraiAADcDjox4KPHbx/q2QeATAsOJiZ/bSsil0yjlnaBQfTIQANAAAAAAAAEMFnFnx1EH6GQyanjLQ01ZDBhoMe7j/DK3oCEB760H5Z/DU4B3AvvoWdwrTicHI2qIVbR4iEVH9uaO6C/SuAAAA+k4gFO7ad4LJYHy4/gVlJUUEABiGLM0Mnps/ydRIFwEAngRJAFpc+Zmo6Cy+ZzCJQA6xa6u7DDQiIs+S59GJotEyIR7QLTabNX+q39RxYxjtuw2HJktzk6DzB9Aj6eWJqqoqr61dhm9dH/rgzbX4Rh2zYPYUfOs6pbmJ0aaP30D9Yaiv8+761X2ZUlNdrdtfrytTI/33Xl/z0Mnw4rBi0Wx8QwCAdi2tXAX5x624QS2OAMCwg2ddoVCE519iDQp1Xt0abSAADQAAAPSV7Oov7H4BAICRBdLPYJB1m4G+eahk8vP6qHMGmtxtASm9p4jNevq7UHh8ARrCyF3GgjZhSl0pOd5H3xwB8PT4UALQqY0V+CseSb7oiSLQCAAAAOinkxduF5VWLJk7CdLPAAxHHEWFxbMCx3q7wLY1AE+QOABNl6afWfjGYkqKQFPzzDSZ6YnK0ERkh5iSmJo+tEO9T52LvcULC6doqCkjAAAYxT79Yd+yuRN83O3QIyF3CcpkoE2NdPF3We/P5XH5BSUVuKGuqqyhDr0xeALqG5srKmtxQ09Hk6P48GR/Vm4xvhe1iQQCgfhcMgYDz8P4Hu/uJtamRuGRRAhAAwAAAB0eevy7jYIcRAAAAIY/SD+Dp6JrBjozuhEh2Qw0osSgIQMNhiDqWjFu5DVUU1eRHTWH5fVYwYhBnQOLWhtERPi5TSSZa9tk5l7oYAEAAPQuK7fw2p0HWhqqMyb6IQDAsIJX9Mb7ui6YHqDEUUAAgCeNyN8wmQwi/YzvxUWdaXRp0rlLABq1l4KW7PJCZFaa+igCFOpqyi8smOzqYIkAAGDUq29o+uPfi3cfxK9aPE1HSw31Hxn5oJZIeH7hNC0Nld6fWFRasXX3MdzwcrObOdEbAfDYwqKTj567jRuzJ/k42T2kmgyeYd/7ahfR4AsETAZxHJFBo4nTz8TMPApXoiAADQAAAHTKPfceaG7rAnbBAADACADpZ/AUQQYajBjSIGlbW25jNXW8uaoWAuDpMVfVJNsi1FbUXG/Bkut6aiv0qwAAAPri8q1QfP/MzPEIADDc/O/N58yM9RAAYACQtZwZ4hS0pBQ0/sdor+3cZWtLMqaNRutUHxqu3t6LcT4ugZ6ObDYLAQAAaJeaVfD51v2zJnnPnuTz0MrNXRF7BUUiKHgHhiXxpTgFQkmT2X5SGRq14AIiAAAARjWZWs7UU/26EgqFZFsyhbReGAIAADCcQfoZPHVEBtrIqqO0QGZ0481DJXweH++/kKyDSFdCqGVKEQBDD9GX5jRWkWOMldUZNNj7BJ4mcxVt6mBeS02nbTrKmgACAAAAelVTWx+TmM5RlPd2d0QAgOEG0s8ADJz22I34xpAiCkKLY9DiPHTnG/Eog4xIt+ekyfQzxKBlTPJ3g/QzAAB0JRAKz10P/d/WfSmZ+aj/iGMusFcQDEd47uXzxccQhSIhMSdTjyGONlABGgAAwOhFjRDJJKFRD2WhybJ2QkkUCUMAAACGM0g/gyEC6kCDkYFYV86p7whAm6lqIwCeKiadbqCkVtxYSwwWNteJ2kSSrTrJVh5c2wcAAECf3QmNwffjfN0Zo7mwEgAAANAFsUlFVnOWFIOWppp7rgDd10EAnqKtX3+AAABDXkVV3dY9x73dbJfNm6CqrNT7xDLV8UZzZhQMa3jWFQiExOoWg87Ag7hB7ugebbu7IQANAABgtMPf/QUNVT5nfkDte1W6ruNSVw5kHm3kc8nhHTG3/kuNQACAUWmMjskqR38jJXUEhg9IP4MhBTLQYFijnkaYS6kAbaqsgQB42sxUtMgAdF5LLXFSK/U8WAAAAKAvHsQk4fsAb1cEAAAAAAq8d4rWBZl+ppZ2ftjrwG4uAAAAjyg8Ni0hNXfBdP9JAe59/EJpgwt+g2ELz7gCoYAhFF9VQ1Lvg47XpNBoBQFoAAAAoxQ19NYs5DfyuehRkesRmTXl+IYAAKNSaHFWaVPdzkkrEBgmIP0MhqCeMtBTXjBAkIEGwwHRteY315BjzFW1EBjO+BlpgqgQfkqcqKgQf1+iiXNUFz5L5yihYcVcRSOkWNouaq2XFndB0nvU3UmwAAAAgIyC4vLyyhoTQ119HU0EAAAAgO6QaWcy9Nx7+hl2agEAAHiCWlq5/569HRyZvHrxVFMj3b48BeojgOFLJNZRxXw0z8lwlS4AAACjF/XKJggAAB5bcHEmAsMEpJ/BkEVkoI2sVMgxmdGNN/4pFvAFAoFQJBJiImKvRvu+DNg9B54uau1nopnTUE0+aqYCCaEhTZ7GZHS3e7BNIOCGBdd/+ibvm/8xb9xBcfHCvCxhXmbG/n94DY1ouDFT1SbbBZIK0OQFLqkzMAIAjEpwsBP0UUxiGr73cnNAAAAAAOhO1zQzOYbWAwQAAAA8aflFZV/vOHT49M2W1t5K4MGuADCs4fmXTD/L7NoahfM2BKABAACMRtTAEBEhQgAA8NiE0JkME5B+BkMcZKDBIGvl8tBjI2ZCfOiyuKmW3yYkx5tCAHoIU6Cx8E2RxmJ0vjoePzmh4esPBL9v51S1Ksirc+vK+U01bUJBM7etrrRKJBx+Kzymyhpku4jb2NYm6mmPMHSnAIwqdDoDidqI6A0s/eChouPFAWg3RxsEAAAAAAAAAGAIw9v4t0JiP/1h34OY1K7b+zIVPRAAw5BMaY+uMehRhYkAAACA0aqn9do1jgEa8ooIAAD6IKOm/Fx2HALDB6SfwbBAZKCP7kgozKwnxmRGNyJUPOUFA9xmUjbl6XQ6US8Hz9JQOAc8mvPX74kEwnkzxivIy6HHQHSt2Y1V1JFWajoIDFXCNhEfCQWo4xQuvkCYkl2meugf3fIaOUVtbkNlS2W+kN+C2sSTVDSjNgUOjT78uhpTVS2yzRUJylubjVhy4lWC9m1BcvUAOlIARg8OhyPHliP2B4mXfTjkCXpVVVNXUFymqa5qoKeFAAAAANAZbEkBAAAYguobmv749+LNkJjVi6YZ6EGdDjDSiPdp06CihxgEoAEAAIxS5BFucfnnzusEa50CIKgBAOiji9kJEIAeRiD9DIYRyEAPKfi99fb2joiIwO179+4FBgb2NKVAIPD398dTKigoxMTE2NraoiEP/3VBoTHRiemL50zydHV4zJmorKWebOsoKMsxYNfT0MVDQh6lXHdtY0tkUn6TgO5o54da7zfmxHHry4nos3hiAapuQUoeNjQWCw031p237yp4jYZITZp/ptTJgC4UgNGDo6RkYGRMXepxu7qm1thQHwHQndikDHzv5gTlnwEAAIDuSc4okyahaTQabF4BAAAYIrJyizduOzBt3Jj5U/3Z7OG3YxOAXkD6mQBHoQAAAIxe5NFukWj4XcQZAABAf0H6GQw7kIEeOvC7euDAATc3Nx6Pt3bt2ri4OAUFhW6n3Lx5M5GT/v7774dF+plU39C097/zQSHRzy+cof+opQ3bUFuzkE8O6igqo+EsvSDvfMjdkMT43JKi6vp6E109S0MjB1PzZydPN9HRk5n43P07r279lmhvf+uDJROnPvT1p7zzanJuNm4YaeuE/3EIPVUlFXUxacVt8hwNHc2KNp7c7SMKdWXij5ScoAnx25CmpydD7rEqhT8VCkyWPIPV2j5ztgh41MsCQqcJwGjDUVY2MDTquspEa6ORmwwIgM4SUjLxvZOdBQIAAABGnMzcIqLxw64j6FGRoWdyLQv2UAEw7AiF3NKyim37LiAARhaRqO1KUOSD2LQXFkx2sYfNOgBGGjoCAAAARjHiqseiNghAAwDACAfpZzBMERloIysVckxmdOONf4oFfIFAIBSJhJhIgkzqQGRngNjb22/atAk3MjIyPvvss26niYuL++abb3BjypQpb775JhqGsvOKvtm+99Sl2zwev19PJMvoNvO55EgFFhsNT3gJe/fXnya89dJPR/4JTYwrqark8nkZhflXHoT8fOyw7ysrX/rhq8aWZjRSZBVUhCcXIo6yqpZmY01tdgMv29SllaNKTtDERzUtSESj60wcx1RURMMQh9WR2yZi+tTaz9BzAjB69JR+xkRIdu8QdA6AIBBR7xDCAAAQAElEQVQKk9NzmAyGg7U5AgAAAEYcOfbjbrzLy7Hx+hVxfr5M+WeIQQMAAAAAgAEFFaABAACMdnA0CwAARjxIP4NhDepADx0fffTR6dOnIyIitm/fvnDhwsDAQOqjPB5v1apV+F5TU/PgwYNo2BKJ2q7fCY+MS10+f6qzg1VfnkLN3zfyO3pXzrANQL+y9ZsrD0J6meBiaDCXzzvw6dfDfVkTtbWl5ZSl5VcpqGtyVJSrSsoaamqEAmGu6yT5phqThDssXiv+eIvqEVeIdAJ8FIwNaQwGGoYUWayqVmm7SVIBWno6LKSfARhNOMrK+j2knwHoRXpWvlAocrAxZzKH5ZcgAAAA0Ds9Xc20rHzcUFdRYDIYZCFnYv9SL3uZiKyzHJvpaGXEYOC9Uh37pmCNC4DhiMGQ09FSWT7LR06OLS+HseXYbBaLhVeDGZLOQeYMBwCelhc/2NqGaAj/17f5EX87TRs3Zv5UfzxHw55AAEae0RiAhr4MAAAe38jYtpF+I9DgqwEAAEYySD+DEQAy0EMEfnsPHDgwZsyYlpaWtWvXxsXFKSgokI9u3LgRj8GN3bt36+vro2GuprZ+14GTTvaWy5+ZpqGm0penEP1tk6Cjg1VkyqFhKDQpnkw/66ipz/ANcDC10NPUyirKj0hNJh+6ERl+IeTu3IDx6FFtXf9OU2sLbsgNZFKcgejyNCa/TchDwvYxtDZxoVPxB5aSXZZRUKWoqaWgxKE31Tkq00Vs/LnJZ1c3ZY5dzGcrmsdcr6tubODhAwrIZNlStnKfZoYhiFoBuqVN0KlqPnSWAIwORPqZDitIoP+S0nLwvZMdXCgZAADAyMRiSC8b7udqrq6iKKnlTCMqOiPKAUGZus7iuDONzmAwmEwGi4VfQ5yPxE8U/xNP2YYgBg0AAGCgtH/T9OFIiKWZwepF0wz0NBEAYIQaXQFoar6tpzYAAIBuyezXIHrOYb3ngpqHgy8CAAAYqSD9DEYMyEAPEfb29l9//fX777+fkZGxadOm77//nhgfHh6+ZcsW3Fi9evXixYupTykoKNi2bVushL6+voeHx6xZs5YvX971xc+cObN379709HT8FAsLC/yzvL29X3zxRXV1dfSUJKZkfZn116xJ/lPGezPo9K4TyKxIiytAC7jkIIc5LCtAhyTGk+1f3/k40MVdOuDl+xpCXx/48/czx4kRkakpjxOAdrO2RQNPhEStbXwR6vikhJK2QCRKzy1PL6jiaGrLKSrwqqtYdZV7Ll3JKSxWU1V+/pnZKgrKWT5z8ozsG65fUednmvt7aXh50NnDtaq3IjUALRTIbAnCViEAIx5HScXA0FBm1UjU1kbNQ9Pp3RT3hc4BYAmpmfjeydYSAQAAACMa3qckzjC3IyLOPQegxTlphoS4PiyTCEB31IHu9okAAADAk0JcckBS7a77UtAcRYUls8cFejnBFxEAI9soCkCT0QdyUGYMAACAXnS9ZNXIiEEDAAAYwSD9DEYYyEAPEe++++7p06fv37+/devWefPmBQQE8Hi8NWvW4IcsLS23b99OnfjMmTMvv/xyRUUFMVhTU5OcnHzo0KF9+/b9+eefpqam5JSbNm368ssvycFEiePHj//yyy+3b9+2trZGTwmPxz9z5U5YdNLS+VPsrEwfNjmtVcgnB6iR02GETVmcSqsrZR59ftrs2Iw0ot2Getyn1MLj7jzxX1hyQnxmhqWR8Rgb+xemz7I37VQ5cso7rybnZuOGkbZO+B+HiJEv/fDVxdBg3PCydzz73baknOzdZ4+HJMZxefwxdvYzfPyXT56B+qOtPfFMJRSKknNK0nIqlLS05RTkq0pKtRii1LT0sqpq3G/U1NYnpWeZ2TniwwdRLajM3kvTM9Br+UymqioathQpcXyiTnmnItAAgBFNUvtZNv3cUF/HYDEVFTjkGJFISJ0AOgdAqK1rKCqpUOIoGuprIwAAAGBEkwSgpYWcGXSGNAXdHmXuGoDGGOLpxEWgJQloOvEs8lEEAAAADDDJV5TkEm+dj4YEejktmT1OiaOAAAAj3WgJQJPRBy5fGJ1e3obaqAFoIsMHMT4AAJBBTczghpqSnL2JBmrfr4Ha+0wI1gAAABiCIP0MRiTIQA8F+P3cv3+/q6trc3Pzq6++Ghsb+9NPPyUnJ+OH9u3bp6KiQk4ZFBS0YMECfAjw7bfffvbZZ52dnWtqasLCwjZu3Hj9+vXnn38eT4APK+IpIyMjifTze++9N3/+fDc3t6KiopCQkA8//BA3Pv7445MnT6KnqrS8cvufRzxd7RfPnaSqrNR1ArKebhOlArQia1hWC/awsSPbG3ZsvRIeOi9g/BRPH0U5eTzGXN/g5Ddbe3+F7OLCme+/mV6QSwwmZGXg2z9XLx7ZtDnA2Q312d8Xz2zcuxt/ixGD1yPC8O303ds73/5IV12j768j/niEQiQStQlFSCQUNjRmlteGZZQIRAyOhlZVSWljXb2qqgJDfLRaeoFjNouJv0gLyssramvx8LwpfvoGOvTuqoAPFxzK3NjSJkCU9QRyPHSYAIxIkvSzEb1L+rmkqMjIrNOJPeS6EwKAIjYpA997ONsgAAAAYKTDa0N4N4WklLM409xRCbpzmpnWXnKTWgSaqAAtzkBL8tOwbQUAAGAQib912mjSehUGepqrF0+zMjNAAIDRYVQEoKmVnqvqmzcdCEMAAAD6z91K68tV3sSuDvLIN+zCAAAAMATJpp9ruf9uTqOmnycuMof0Mximus1A0xnFk1ZABnrwWFlZbdmy5a233kpMTNy8efPWreI47Mcffzx27FhyGh6PhyfAjd9//33dunXESCUlJWNj4xkzZri7uwcHB+/YseOdd97B469evYrvPT09iZfC7CRw45NPPikqKsKvxmY//TBxZFxKYmrW3Kljxwd4MHrIwjbyOzpbOcaw3O/k5+ji5+QamhiHJIvPpdBgfGMzWRM9PCeN8Z7tF6ih/JBCyNtP/Ifv8WFfB3OLjIK8Vp74PRGKhB/9vv3eb3v7uDwmZGVEpCThhqGWjjKHk5qXQ4wPjo/54q/f93zwGeobEZcnKCzkpmfws3K4mbm8zJx6xEgKmFSuq68oJ1daUEh8lJUNrXY2NsXFJRm5+doaGnY21pl1LRmFxUKhcPwY+zH25gpywzLOTpJnsMh2s4An8yjEoAEYqbpNPzc2NJQUFSEA+iY6QXzlBw8XOwQAAACMdETxZ6aYtKgznfaQItBEQlpcOppOpp87KkDDthUAAIBBQ5P801RTWbt0hoWxHgIAjBrDuHDLIyBL5gAAAHgEkqphApFQKJIga7yh4VYdB2r5AADAyNZt+rm2olP62WeaEQJg2CIy0EZWHZWG0yMab/1bLOALBAK8qiYUUlbYiAlg/eeJe+ONNyZOnIgbn3/+eV1d3ZgxY4gSzqS7d+8mJCRoaWmtWbNG5rnKyspLly7Fjf379xNj1NTU8H1eXl5oaCh1yrVr15aVlYWFhQ2F9DOhlcs7fuHmN9v2pWbmEWNkaug2ifhkW4klh4YhfLD2t3c+NtDqdJl7noB/NTz0o9+3O61cMuvDN38/exyP6eVFPnpuTerhU1e3/pZ48IStiRkxMrukKCE7E/VNK4/HUVA89Pm3EX8euvXLnlPf/ESUoMbOh9wJTYrvy4u08XgNFy4Xv/1p/ocbc37/O/fa9ey8nAwHF66VDZvJauZycbdBfHytAmFpq2jO7Fkfv/nK2ueXlXBpkRk5XB7PykRv7jgPdWUOGuaUKXNji1D82UHHCMCI11P6ubiwAAHQNzy+IDUzl8Vi2lubIQAAAGCko9FoRC1n/N2H/7GYTDabJSfGxjd5eWmDesMTiP9JM9NMovwzeU4+AAAAMMiqa+u/23n4n1M3GptaEABgdBgVFaAR5Uqs+PgvMQavdFsb9+dqoQAAMFrVN3NLKhuRpC8VCIRtDMk/yaHiYbELo9uj2hAGAgCAkUom/dxUz4P0MxiRutaBTo/AK2xQB/oJ4/Px+q84Ty4UibQ1OhX9xW/mvn37nJycGhsbFRQUDh8+LJNRjoqKwveVlZVMZo/7XnJzc4nG3Llz33333YqKCn9/fy8vL09PTzc3t4CAAEdHR3LiVi5vx19HxRl3Sf8m6eWQqE3SIHs9SYsyQXtD8jj+c7r9NdrElwfs37xRWl65/c8jY1zsFsyaoK6qLH1PJPdNvFZyMmW2PBqe9DQ07/76984T//1z9VJ1Q53Mo7EZafh26s7Nc1u2K7C7CXmPd/PYsHg50VaUk3924pSvD/xFDBaUl7lYWqO+eXPRskkeXkTb19H5gxWrvty3hxjEP93P0aX3p4uamxuu3Kz8+5/S3Jw6IY+oCsCzcma4eyjr67eUl5fX1DS2tooPb0s6ikauIL64Bs8qzVxuck5uTUODoY7GqlljdSUzv+QaksMYhzI3NgmlKwbD8YReAEAfdZt+bmpqhPQz6Je4pAy8KujqYM1kMBAAAAAw0uFNQ6KKM5Mhjj+zWCxikIa6qeZM1oQm6kBL7jva3RaNBgAAAAYB3tUXFBoXEZe+aGbgOB8X+CICYMQb+QFoasSNOBpIDLJZjG9fmYIAAAA8zL24vO3HwpC4jn6bgM9va2MiJg3v8m+j08lib0Nt/0XXA9gyY8gvBWodawAAAMNd1/Tzke/TIf0MRirIQPdRSyu3lcvD/7VweS2tPC5XPNjaymvFDR4exDd+Cw+3xO1WLp/Lw/e8puZO9SFUVTg/b3pb5pVNTU19fX1v3Ljh5uZma2sr82hMTAx6mPr6+traWjU1NRMTk3///ff1118vKyuLkCAm8PLy2rJly6RJk3BbKBSlZeWjoUV2dhLPY9TB4ZyYVZST/+i5NR+uWB2flREUG3U/ITYyNQnPM+QESTnZ3xz469uXXu/63ABnd+qgjnrHGfitlID4Q80LGE8dXDljDhmALqwo6/25RPq5Yv/hkpzsehGf/CTazCzkjU1bGQwFFpvDYDY2NTLodGUFBYako8CfIP4b0/PzaxoaNFSVVs4KNDHQEl8BGdEZNDqvTTAyNpxElG1A2BgEYETqNv3c0txclD/UvknBUBcVn4rv3RxtEAAAADAK0CUkoWc6kyjqjP8xOgWaSeQgrT0fLQOBJ+dWSKyfh72C/LC80BYAADwVeA//wZPX70clPTd/kqmRLhoOJsxdRTTk2Oyz//4mL9fjZSETkjPe/Ogbov3Bm2tnTxuPhrN/jp77+9BJNVWVM4d2PnTin3ftP3f5tqOd1W8/ft7TNMfPXv3tr39x4+tP3hrrP6b3F3xpwxcZ2Xm2VmZ7tn3Z9VGBUPjSW1/k5BdePfmn3JC5UCeQMboqQFOv/wsAAKC/RG0igVBcNI7YcUETiYgD5ENnLwa1k+/leHYbBZIUxoMvBwAAGAG6TT9XlXTkzKYusxwz0QABMIKMtgx0VU1dXX1jY2NzU2trSzMX3zc3tzSLGy08pBNLawAAEABJREFUHh/f+AIhX4AJ8X94oJXL6++PwEeS8F5FZSVFLQ1VvDOLyZQc+GMylDmKqJ+EQiG+nzRp0s2bN/sy/aJFi2bNmnX69Onr169HREQkJSXhkbgxefLkZcuW7d27l6Oo8Pv3H6EBcOz8jdvBUf16iram2oqFM+ysTLueTKjI6jga18Tv90cw1ODlxdXKBt82LF7ezG09duvakVvX4jPTiUcPXbv47tLnNFXUZJ6lpqxMHWQzO3aM8gQC1GdG2jrUQQW2nJ6GZml1FW7nlZb08kT8oTTdC6k4+G9JRjo1/Uxns0XqWnUtXAG/idlQb1ReXCoS1YrE86qyggKe3Vu53LT8/IraOjVlxWXT/ewsDFmSgpcCJBK2iYb1ZlMTn0u2FRks1GlTEQ7MAzCidJ9+bmkpyMtFAPQHjy+ITUrHKwNuThCABgAAMCrgQ3/iBDStPQYtrv4s+U+8Wwn1FIBGnatBo07ZaNjaejLuPog/fyNs9eKprg6WCAAAQJ9l5RZ/vePQeF/XBdMDlDgKaJjg8nj3H0RPHufb0wQ374Qi0LMZkwP/OHAMHyS6GnS/9wB0Xn5RRnYebsyZPqHro3gH8tYde3PyCxEY2kZFAJqagSMOQAIAAHgUbW0CvkC890IoOQecJmqj09GQQb14MTUDR32UOrFIekVwEQEBAAAYziD9DEatkZeBrqqpq61vrKmtr6ltqKmvr61rrK1rwIN4ZO9PZDIZLCZTfGMxFRTkVZRwg4HbbDZLQU4ca5aTZ+MGvuGGPJvN4SjgR+XlWHJsNr7hCfAgenKsra3xfVRUP4LFCgoKKyRwOz8///Tp08eOHQsJCTly5MjkyZPXrVuHhgA2izlrcsDksV74DZd5iOiKFekdYV9q5HS4qG1suBEZlldWll9WYmtstn7BEvIhRTn51TPnvTB99jOfvhuVloLH8AWCxOys8W6yu1DlmCzqIP1Rt5sampvUlVW6fanez+HEyzi3vr66qaGRSWuTpNDpLDZbVUXO1qbV2KixvkGhstwgJEguKa7N27/Zwa26sYHH57Pp9Kzi4uqGBjVlzvIZ/p72FmxKJzLcTxptpsTxFcQB6Pbj8Z0nG9ZniQAAUC/p59wcBEA/xSVl4MOlznaWHEV5BAAAAIwOeIOIqAMtadCIJDQxEvUQaO4p7gzbVk9WfUPTjn1nXOwtXlg4RUNNGQEAwGiVk1/Sr+nxftSg0LiIuPRFMwPH+bigIY+oQng7OLynALRQJMKPohFER1vT2dFGWYmDnhD8UmN9x9y69yAsPLapuYWj2GP2/dyV2/heXl5u8ng/mYfwDoEfdvx9PSgEgSFvdFWAJip9IgAAAI9EJBIJhUKaQLzHQ8RgtDHoZO/61EtBU3PP5S0Nf6bco/5iqHMAmtYxPSIuDlDZ2ilPszfxvoZ8v4v8AQBGADaDNdbQyl3HBIFhBdLPYJQbphno6tr60vLq0rLKipramrqG2lpx1rmuobeUs4oSR0NdRUWZo6aipKqirKrCUVVWVlMV3ysrDbmVNxsbcaXAurq6S5cuzZo1S+bR5cuXBwcHe3p6nj59Gg/iaW7fvu3g4LBmzRpiAhMTkw0bNrz++uvW1ta5ubnh4eFDIQDtZG+5/JlpGmoqXR8i17c5lOzvcKwALWoTbdixlfhzNFXU1s19ht05zcygM5wtrIkANFbf1IQGTFFFBTUAjb/jyqqribaloVHvz1WbMdVEVZV25mxtfAIeVHe2NZw/Ix/JtxQ3qWSkGIfcYeRmlsvLCU0ttPUMqpoayysrKvJyW4VCTQO95dP9PO0t5NksNII0CagVoOFihQCMTMoqqroGBpB+Bk9KRGwyvvdyd0AAAADA6EAt4UxvR7ZRnzPNEH0eOPEp2Z/9uG/+VL+p48YwhlKZKgAAeOJikjLDY1Mra+rLK+veWDnP2sKQGH/g5HXUf03NLQdPXo+MT3/3pUVoaHNzsotJSImISmjl8uTlutmNGR2XXFffYG5iJK1MPPy/dadPCsA39ETNnj7+1r0HAqHwRlDo/FmTup0G72+/cScMNyaP81VU6HTmc1FJ+Zff/5aelYvAcDBaAtCIOBTX5cKsAAAA+kUgFDAYDFGbqOPEkiGAmnvDSpvqvo+91r9XQG00yorhvqT7CAAwWm1GaM+UF+ZZuiIwTED6GQA05DPQ+GdVVNaUlleVlFdJ7ivLKqrxzrtuJ1ZR4qirKaupKquLbypqakr4XtxWUxlex3XmzJmjra1dUVHxxRdfTJw4UUGho8bAtWvXjhw5ghuvvfYaMebgwYNHjx719PRctWoVtVow+Rnp6emhpwq//8vnT3V2sHrolIoMagB6+FWA1lBWdbe2i04X55ur6mu/P7z/81UvUScorqy4FBZMDlobGaMB8+eFU9vf+oAcvBYRJhRJr2xmpveQrzamsrLetMlagX51cQl0equ6SXNba2regxaVqFqjpGRaZUUFi17rHSAwMhO0tbW0cisrK7kN9cZqnOXT/ZwdLNkjK/2MOsfx5elDeo+oTOesqMCxsYfsHQAPJxLhxaeb1Rv8FdzHhQg/G0FeB7TDX45xSRl4/XOMix0CAAAARhNad9DDVpNgJWrQ8Hj84xfvBkcmrV48zcoM9nsDAEaCmtr6sqq69KxCNVWlcT7OxMjCksrw2DSi3djSQk5sZWZYUFyB+s/bzXbZvAloyPN0c8zIzmtsar4XGjl1gn/XCW7dlWR2x/v89U8hAj0Y4+qoq61ZVlF1/U5ITwHo4LDouvoG3FgwZzI5UiAU/vrH4QtXg3BDXo7t6e6EJ0NgaBtFAWhEpCKG/RU7AQDgqSGCZUTJZOIeDQHU3FtmffnRzMjylsZHeR3JFwRtBJwfBwB4bFdzkwYhAN2lw4HV1EcB6WcASEMqA11YUl5aXllaXl1SJk48F5d1sztSQV5OX0dTT0dLR0tdkngWp5y1NdXQSKGlpbVp06bXX389KioqMDBw27Ztrq6u1dXV586d+/LLL/EE1tbWL7/8MjHxokWLjh49GhkZ+cYbb3z99deampp4ZGVl5Ycffpibm4vbS5cuRU8Jk8GYNtF3+nif3hOx5AFRRVZHUYrmYVgBGntr0bLVmzcS7d/PHI/JSJ3m7Wehb1RdX5eQnXns9vWmlmbiUWcLKztTczRgjt++rspR+nDFKiUFxYzC/E17d5MPLRo/uS+vwFRU1PR2YtbdZNffaxOwTeoEyqnJ/MqKCpqo1sGt0dG9HtHyCwqqKqsYLS0m/NZnbO0dzAxHXvoZdY7jK9KH4h/Yl0gBAKAXdDoStYm3qx55MWrrnJ+G5XGUC41KxAc7PV3tuy24BQAAAIwakmNnfctAg8GE97lt/u2/sd5Oi2eNU+IoIAAAGLbwcYTPftxHtO2tTMgAtKu9uZqKko6mmpaGiqZ6x1Xynl8w+XZILOoPbU3VVYun4RdHna8cPjTRGPSx/p6Xr9+9fe9B1wC0QCC4HRyOd9qP8/f665+T3b4Cl8f798TFpJTMzJx8/N1tZW7i5mS7ZMEMNqvTTtE3P/42ISn9gzfX2liZ/bH/eEJKuoWp0YRA72efmfH+5z9Gxia+u361v7fb4eMXktIy8wtLtDTU/Lzcnl8yR1VV/HGcunAj5EFMakY2nUE3NTZ4c90KGyvZXeWZOXnXb4fm5hcVFpdWVtUa6OmYmxq6u9jPnDKWSTlq9c/Rc38fOokPEp05tJP69Lq6+sMnLoZGxJZXVJsY6TvZWy+aNw312dwZE/BblJicUV5ZraOl0XWCyzfu4ntrC1Mrc1NyZHNzy5lLN3HDZ4zLW688n5yWBQHooW+UVYCGFXIAAHg8be0BaNRe/ZlMnj31vR7iAHRt+Q9xj3LFEzKGKFMKGgAwOjUKBqNcZZcT86Dz6TdIPwMg4ylmoJuaWzOz8zPyCrNyCvOLSkUi2X2IaqrKetoaepLEM77X19FUUeagke6VV14pLi7+6aefoqOjx48fT33I2Nj47NmzWlpaxOCSJUveeOONX3/99XcJmdf58MMPHR0d0dNga2myYuEMHS31vj9FkSlHtpuFwzIAPc3bb8nEqcdvS7cswpIS8K3rZHg5+urF9WiA/XXh9D9XL1oaGiXnZpMjF46b7G7Tt2qUbSJGUzyrKQohraYUBroVzi+rqKQJaw0MGu2dauj0guTE5tpanYZa86IcvbIC/aleLErMi4noQiQaGSdpUeP41DrlEh1/4tPdsCV+uoGeLpPJ4PMFkC4AoL/w+g3eLqDR+nfJCGKrAv+noa5GrXFIgOVw1Ap+ID6gPs7XDQEAAACjG7k6BOtFQ9C98MToxKxn54wL8HSCzwcAMCy0cnkhUclBoXEfvfYsR1F8/oaejoaXq62aipKZsa6DtQk5pYmhLr6hx8NkMGZN8p49yQfvbUPDx6SxPpev3w2PSmhsalbiKFIfCg2Pa23l+nq6qii1H2HpvPc2O7dg45ZfC4pKyTERMQn4dv5q0EcbXnR3kb1GVl19w3uf/1BfLy4ymJyW5enhTD5UXln90tsba2rriMHC4rLjZ6+GhMfu2bbp5Llr+/49TU6ZkJT+2ntf/frj5/Y2FuTIPw4c//fEBerPyskvxLdb9x6cvnBz5w+fETNAT/Brfvbt9voGafXDjOw8fLtyM9jN2RahPp39PmfahL8PncJHwS5eu7NmxQKZR/HfFRYZjxuzp42XecjJwXrl0nneHi7Ee4LAkDdaAtBD/wQOAAAY+tqI0DOto1MdOkWgSdTxfgaWqJ+Sq4pFCFmr6cgxRtdFEgAAefVVxY21RLtf+wlhr+LTAulnALo1mBno2rqG9Oz8zJyCjJyi0vJKcjx+NW0tdXHWWVtTUuNZU19Xa3RWzmMwGN98882aNWv27NkTGxsbHR2N33YTE5MZM2Z88sknHE6nCPjOnTsXLFjw999/JyYmFhQU1NTUKCgoPPPMM6tXr542rR9VDZ4UFWXOojkTvd36HbymRkubhmcFaOybdesraquDYqJ6mkBHTX3zK2/5ODihgfTBilU//nuAy+dR088uVjZfrHmpj69AEzUwm+MZInpjBrP8ZHRlcn4ts41hZcR2tlNQp9uJqk3SIlFGuiKPq9CG+KhNTkeLRlla5WjM1ja+cERcp4JaAVqeziSPDAy1v40mqa3m6eYUFhknOV8O1jUB6B/6I6zV0KQnwxNrR5L4s+SuDVI+o1dpRXVeYamqspID5dgtAAAAMCzUNTSJb/VN9Q1Nra1cRUV5VWWOqgoHb+Yrd05QdaBEnKHS87DT1Nyy79jVu+EJ65bO1NEaOZdWAwCMSEGhcUfPB/HEp/2j2OTsAE/pzudXn5+DBoCdpfGqxdOGX9/Y1ubp5qimqlJbVx8cFjVj8ljqgzfvhuL7SeN8un1qbW39Wx9/19jU7DPGZf6sSbbW5mwWKzUj59Dx83EJqZ9+vf2f3Vu0NDuVOzly6jI+zDpprI+yMicqNmm838WbUs0AABAASURBVBjKQ5fwL/PyqiX+Xu4qqpxrt0J27ztaVFL29idbMnPy8OsvmDVFTVX55r2wPfuO8fj8Pw4c3/btR8Rzg0OjiPRzoK/H7OnjrcxN5diszJz8c5duBd2PyM4rOHrmytouoWRSRVXNBxt/bOXy8G/74VtrHe2s6xsab9978OfBE6ERcUh6NvtDqKmp+Hm7hTyIuXozuGsA+srN+/jomLy83LRJAdTxKspKv37/PwSGldGV7uqajQMAANBf0hD00ECNYkuKU4vIh5TZ8qfmvoYAAKBvvg67sCsuiGj3a30R1i6fCkg/A9CLnjLQk597AhnoktLKjFxxmefM3ILq2npyPJvFNDcxsDI3xjcLU0M8iEaH69cffvkRS0vLH374AfXBJAn0tOH5YlKg16zJ/gryco/wdEU6NQA9GBdVGAjKipx/v9h8PyH2t9NHiyoqahrqaxoa1JWVDbR17E3MJrh7zvDxl2MNeKz/zYXLfOydjty8Gp6cWFFbg396gLPrVy++xmay+vgKtJZsuqCKWyFfeTG9Ija7ltmmMsbC4YWxNI2aOpFm2Y2CyqICGo+nTGdx6MzyNoGcmgad8nc1tQ3XCHtXTZ0qQIv7qCF7RB//Ym+vXxMdn3QjKKSxsYnYziXuYccmAA9VU1ff3NzalynxskYsU2w2S1dbEw+qcJTw2hGi0brWgQajzZVb4iPKk8d6wlwAAABgCKqpa6ysri2tqCksqcjKLVJUkONy+a1cHpfHx7eHPt1YX1tdXVlViVNQUuHrbo/357S1H1wjTwVDYLjJyi3+fOv+2ZN8Zk3yHl5VTgEAo4q6qhKPLzA20Bnn4zzG2RoNGBVlzrK5E3zc+3YNvaEHfxePD/A8e+nW7Xvh1AA0l8cLCY9ls1jjA7xautv7sXv/scam5gkBXps+foMc6eXuhG+ffvNLyIOYH3bs/eHL96hPqW9o3LzxHT/Pbi5/JBAIPn335WkTpfngZQtnRcelhEfHZ+bkzZ4+4Z3XVhHjF82dxuXy/jhwPC4xFT+FKTkKdTXoPr43NTb86pM3xTtbJDxcHPDt5Xc2pmfmxsQno54D0HsPn8LrNvJy7D0/b9TUECe2OYoKKxbP4Sgobtt9APXZ7Knj8V9dWl6ZmJLpZG9FfejitSB8PzHQW1FBHoFhbtSVt4TjBAAA8DjIwBkaMtraeioADQAAYGSC9DMAD9VtBprBLJmwVB/1PwMtErWlZ+fHJabFJmfW1jWQ4zmK8pZmRlZmxlbmRqZG+viVEBj+LEwNn184Q19PC/Vfm2TPrBIlPtsybCtAEwKc3fCtjxPPCxiPb90+NNsvsPj0ta7jb2zbjR7G38kV39CjaePTubkMGr2plFZfXtOoKqflaWn33DgVw+Y2XouogleUnKHZ2KrIUsQdAV8kYmlq0BUVR+qhbmocX5HBonWpcPbUUcvOyivIe3k4uznZ8fg8AV/8TygQ4NUeyqYvdLkAdPJou4Tw4kaXYOCjcwwmi81i0BkMBl26ggQZ6NGqobE5JDKeyWBM8PdAAAAAwBAQk5hRXllTVllbXFpVVlkt82hVDeqXgpIKfCPauQWlXScg1oCIS2TA6tAwIhAKz14PCYlOWrV4mr2VCQIAgCGgvrHp+r3oRTOlEV5XB8sfPn1JU10FDRj8xTXRz23hzMBHq+4xdEwZ53f20q2o2KTGpmal9ms4BAVH8Pj8CYHecmx21wC0QCC4eisYN55dMKvrC86dPiHkQUx4dHxVTa2mekdVbPziPh4u3f4O6mqqZPqZYGtthl8BN1Ys6vQjnB1skaSCQ3FJuYmx+BDtwtlTxrg4GhrokOnnjhexMkvPzO3l9HX8OvdCInFj8fwZRPqZNHv6uINHz1TV1KG+8fNy1VBTq66tvXY7mBqATk7LLiwuw4050ycgMPyNugA0AACAkYc8BkytAA0AAGBEgvQzAH3UNQOdEirOLvc9Ay0QCJPTc2IT0+NTMpuaW4iR6moqlqZGVuZG1uZGBnraCIwgHEWFZ2aOD/By7e/BTZn8qDyzIwBd3tyAwNNDE1Qx+OWILs9xNlCZWiXfYmY43kVJR9DWWsxXdKiMr6TnlcjTxF0AXvx5bUI5Q32mogIaiRp4rTyRgBxUZIhLaA+p8q5EJVp8j/vktjZJHJPOEDHF/ySPIgGNLmoTwbm/AHQlsxj3bwGR9AOS0DODwRT/o0vizzRpBBrqQI9Sl26GCIWi8X7unBH6tQgAAGDoa2xszisqyy+uyC/E92XNLb1dXonJoCsqsDnybAV5lqI8m9zPgySrRnyBkMfH+3hEAoEIt7l8AV8yyOMLu74UsUnScW4mrAgNQxVVdVv3HPd2s1s2b7yqshIC4JHA4g+eiCtBEWevheCvITMj3THONsTIAU0/mxjqrl481dRIFw1/zo422prqFVU1d+5HzJ4mrbtx624Yvp8y3q/bpySnZxN7Rda//2Uvr1xaVkkNQNtZW3TNKBMszYxlxhBRbCaDoa/b6fCQgoL0oABeyyAa7i4O+EZOwOPzyyuqq6pqYhNTI2OSkOQIFOpBbn5RY1Mzbrg4ypYJZzKZXh4uV27eQ32D/7RZ08YdOnbu1t0HG15dyWj/Sy/fuIPvzUwMHe2sEBj+IAANAABgJCBycLApBgAAIxuknwHol0fLQHN5/MTUzNjEjMTULPLCqWbG+q4O1vj2aIWBwRAnvqCen/ucqWOVOI+V8iHmIl15ZXJMVWtji4CvwGQhMPjaRPTWXAa/BC/iDJbQdDKTxlSj0WtFrWV8OQu+8ngkuikvamPQaG2ojd8malFR0gzwk9PSRCNRdl0ldVCTpSgzATH3Pt3De2TUkk4ThzHxqg4Td8osaSqazhCKz/gVrwJB+hmA3vQrAC0N99Dp7flnSSFo/I/BIELQ5GQIjBrllTXX7jzAjWnjfRAAAAAwuHIKSpPSc8OjUxokoZ+ulBTlNFQUNdU4igpyHAW2ojxLiSPPYjJQ542abtdeyNUkstHUwq1vbK2pb65v5NY1ttTWN4tPBKMRV8igI1gLGlx1DY3NzVy8L87MWI8Y08rl5RaWEW38AOqP8NjUhNScAE8HN0crAx0NFWUO9VE6Q7qiC5dzG6lS0vMKyioKiyuqa+rxnMVrzyNKTremy7FZCvJySory8vJyyhx5RUUFcZeiKE9MQz35AToB8Dhuh8Qev3gXN7zdbC1NB/zIHZ6rF0z3nxTgPpLm2wmB3sfPXg0KDicC0HX1jVGxSUocRV/P7gs2p2Xk9OVlKztfPEJdrcdIuoJi91W0cb8hk5mmdXe1urKKqv9OXMzKK6iuri0qKZd5tA31uAOnrLKKaOh2t7NaT6d/e7CfmTXp0LFzjU3NIWExY/3HIEmp7Nv3wnFj7oyJCIwIEIAGAAAwQkAFaAAAGNkg/QzAI+h7BhofX4lPyoxKSE1KyyZHOtiYjXG1d7azUlZSRGDkmjt1rLwcGz0e8iCrubIGdXxGbbmLliECg66tjU8T1uPvToE44syg0dg0XpmIqSpU9hcq+bQxNbR9fWrCY1qqo/giQYOinMqsqXrzZrPV1dFIlFPfEYBmIrqevDJqn2O7HhQZ/MMkRPlnoo0PHuD1HDqNxmzvo8XRAyGDQRe2F3+WrhEhAEAP+r6AtOef6UTddXH8WVx+nSE+NYxSAhqB0eS/09fw/QR/j/4eUgUAAAAeWWJqTnRiRnp2IXkBLiptdSV9bVUdDWVtDY4cm0XrRDwBWa8ZPezcTpkMNJvFUldRMjMUrw4xJOtCLBZTcj0MwtM/TXTkSUzLjYxPV1NVqqquC/BysrOUVtb88Ls/q2rE++6UOIrbN71GjCwtr/5x9zGijT+x/n4ULa3cG8Ex14NjXlw6w3+MA/Uh2KIcYXIKShNSs7PzSiqr65pbuPj4iXhszzONzPXaZCaktXXqVQB4ZBP93coqa33d7cjzOgZOgJfjopmBI6/s/aRxvsfPXo2KS66rb1RVUQoKDhcIheP8vZjM7tOeRFoGL7zXTv6Fv9P7+FMYDEZPD7EYjx4rjU9M+/irn5tbxIdx8dEHB1tLHW1NPV0tZ3ub0MjYC1eC+vIi3X5fKfbzYk1amuqebk6RsYlXg+4TAeig+xGNTc34LZo5ZSwCIwIEoAEAAAxvHZcApsEWOwAAjFiQfgbgkfWegabRRYmp2VEJaUmp2XjfGZJUSnCys3B1tHays8LH1RAYBR4//UzRZqigxqIx+G3SC9jl1lVCAPqpoNHl+CrjBUq+bXQ2rU3A4BXR2vgCtiFiqiFJQQ45Wys5J/vmhORGfqvCeH+j5c9yjI3QCJVLqQBtLK9MlBeRKWj01A/skfkFaQEVcZMpLv8spDPoIhGT0bHx2/4wAIDUyx6hnh5qX/all3onos8SknZ7ABqB0SQlIzc+JROvDy+aDVWgAAAADLjS8qqI2LSohPS6hiaZh9RVFPW1VPR11PS0lNksJjXxLK7RLEv8FFrnc7e6rsZ0rQBNkp4OxqBLr4jBoMv8FAT6Kbeg9FZIbGV1fWVNnYez1bK50lWL/KLye+EJRNvKzJAMQOM9M0ocRY6inLpKR3pPXl7O3sqEJQmmp2TmNbdwUT/paKm52lsY68tez42cBeCo6vB1Nzw+ITmrtKKmsaml+6hzn5dc6oS4f2CzGLTuIAD6oLaugcsT6GpLKywsmzcBDTB9Xc3Vi6dZmY3M44P2NhaG+jpFJeXBoZGzp0+4fU98taKpE3x7mt7YUJw1xwtydl6BrZU5eqp2/HG4uaVVS1P9/TfWeHk4MygVo4OCw3t/rqaaKtEoKa8wM5U9uFBWXoX6afb0cZGxiWERcY1NzfgL9+rNYDxy0lgfRQV5BEYECEADAAAYIShHggEAAIwokH4G4DF1m4Gu49YwDOtikzJbWsWHTxTk5fw9nV0crR1spPvFYL826Atq5VrUfsDVXEkjvaGCGJNb3+/dkaPcnx9+gZ4QGl0O0eWIJVmoYCv7KJOpOC6grrCIw2bqP7eUY/GU94kPqM4BaFXZY3htQ6XH6xSAllw7kk6niRgMvP7TXv0ZNnsBeLiHhqGpizxR2oyIOxO5H/LC79Qj/bBeNBoIhaL9Ry/ixsJZE+AgKAAAgIFT39gUFpUcGpVcW99IHc9RYBuIE88qhrqq8mxW+9oIkpRi7lhdkY7pvE1DXWmRrrd0XSEiRrd1c0kZ8SvTpEWgxflnYpWovQg06F1jU0tFVW1WXklVXf3SOROIkU0trfcjk3BDWUmRuibpYG2iID9ZR0tNW0MN35Pjv3pvVddX1tNWf/+VJUR707aDzS0VqM/U1ZRfWDDZ1cESdR95bw/KIzDMBIXFhkenllZUi9pENESe8IDIhhybhTsTZSV5LVWOEkeeo8BSVpCTl2ejLhs1tQ0tpZX1lTVNdQ3NTS3cVq5AIBTKy7F8XC3JSvAy0WfYLAK9yy0o3b7vDEdR/ou3nmMPfGkV/CPmTfHHpGsGAAAQAElEQVSbNn4MNVk78kwY63P42PngB9F+Pm6xiamqKipuzvY9TWxqLD1UeiMotGsA+tiZKwePnNVQV92x+VM1NRU0kNKzcjNz8nBjzXMLfD1dZR7Nyi1Ave69MTc1VpCXb2ltDX4Q4+flJvNoeEwC6qexvmNUVJTq6xtv3gnz93GPjBV/R8+ePgGBkQIC0AAAAEaCrkewAAAAjAyQfgbgiaBmoLnM+mqN1MLSVlQqfsjF3tLNydrN0UZyfIuOlzVinYpsAPBQMuEwU446GYDOowRPwVAj52Cr+cIyprqavK7OyF7ecxs6gvidAtBoqOQaiXMJqAFo3BaJx9IZ9DZ8XLN9jQgufARAX/VlYaHkhKS5HyIMTQaMEBhNTly8VVldq6ejOUFySVwAAADgyeJy+fGpWRGxaRk5hdTx8nJMC0MtC2NtTTXFTilnGrlO0mn9pCP83J6KRu0XtaBum3e7mUNNP8uczEwWgSauh0HsI+oUsgY9+PSHfU3NLUSbDEAb62u/+vwcB2sTjqICdWIzYz18QwMJf27TxnnOn+rXS/oQtiuHnbthcSFRSeUVNeQnR6af8bKqrqpgoK1maayloiRPkzk9ArV16hkooXdtDaa2hjL5akQ/wJTUgWe09wFkMXgEwMPEJWft+ue8QCC0MjXAO7PQAHOxt3hh4RQNNeWeJqhvbCopq2nhcnk8PhffuOJ74hqYqA21tV9lXIR3ugmFeYWlIpEQfw2ioWfKeN/Dx85HxSafvxyEB6dN9OtlkTTU13W0s0pKzTxz6ebcGRNNjPTJh8oqqg4dO9/Y1GxlbjLQ6WckWe3p6aHw6PhsIgAtEvU0DYvFDPBxv3En9OrN4BWLZhvq65APRcQkFhSWoH7CPdv0iQHHz14NCg5v5XLxR29ibODiYIPASAEBaAAAACMHbLEDAMAIA+lnAJ4gMgOdl8UXMLhyXGXFFl1XJ4tpc03wjm28g4+ckjx+Bhlo0F/EQRFTjgY5JqcBKkAPXTQWS8XJAY0COZQgvlF7AJrYehxqvRyZgSZ6YGItiNYmPm7Ubak2AICM/i7SbZ1i0DTyDASygeB8+9EhPjnzWtADBp3+6sqFUO0SAADAk1VUWnkvPOFBdLLMeFN9dStTHSNdtfZ8M5L8j96Omnsm0tAd8ej2Rqd8MjWn2EsAGnXZuCBXhPA9QxyDZlCT1ghI8PiCtKyCpIzc5Iz8hdMD3BytiPFTAtxr6huM9LTsrEzIiVWUOV6utmjQWZoZrF40zUBPs/fJ4GMdLvKLyk9fuZdXVNYm6rQrAC+8CvJsI111Jxs9VY5CpxMjaB2pZVqnwvDd7OaVdALESPGjktwzQ5yBZjA79wOyp1gA0BXuJAUC4TPT/OdO9UMD7+UVsxTk5ahjWlq5yRl5uYVlBUUVeUXl9Y1NqD/axMvCUAxAm5sYmZkY5uYX/XPsPB6cPP4hb++GV194+e2NfL5g/ftfvf3aSlcnOzaLFRGTsO/wqfqGRiaTufa5hWjgWVkY45+F54l9h09bmZsQ5airampPnL12+sJ1YpqWltZeXmH1igV3QyJ5fP76979+//XVbi52ykqczJy877f/hR7J3OkTjp+9mpiaIZJcJmMulH8eWSAADQAAYIRog2sBAwDAyALpZwCeODIDjbK9GSLx/sGs8NYgRsmEpeJKAEzKHgLIQIP+kh4IaRM3LJQoAei6flyhFYCBwBUKypsbyEETOXFtGFoX6Gkj4s6IErgkN3JlYgoAgCeO1rlc4kPDQ2CEKa+s2X3wFG4sXzDN2EAHAQAAAE9IeGxqWFRSTkEpdaSOhpKlsba5kaYcm0UNNxMFmClonVPQtE71oemdA46IzCZKf8rDAtDd/LbSBDblp8tkKNHo9iAmdf/xq0S7qLSKDEDPmzYYUb+H4igqPDtnXICnU18+KHIGgC3MIevW/Zi7D+Lq6jslOPEHp63OsTLRsTXXoZy3IOkQUK9dRHsGGrUvy+RlpkjkORhMJlEDmk6tBI8AeBgvV1t7KxMljgIaFJ/+sG/Z3Ak+7na4nZCWcz8iKSIujXyUoyjvYG1qaqTDUVCQYzPl5NjEPUtyCKStjSz/LBIKRUKB4F5kamJ6PhqqJgZ67/v3tEAgMNDTtrM2731iG0uzT955edff/9XVN3yzdTf1Ibxkf7ThRRenwTg/R0Fe/tU1S3/983BlVc0r72zS09Fis1n5ksrN8nLsaRMDrt2+X1PX0NjUrMRR7PYVjAx0P3p73eZtf9bV13++eQc5XktTff6sSWcv3UL9ZGJs4ORgnZicEZeQymIxZ0wORGAEgQA0AAAAAAAAYMiB9DMAA4TMQBdm1hNjUkLFuUDIQIMngjgoYs7pKDVU2lTfIuArMFkIgKckq7acOmiiqEYeBJT2cpLxQzADTW1A9BmAvuvX8kJd9ruGe2AVaDQQCITb/zrK5fHHuNhNDBiDAAAAgMfW0soLDo+/dOsBdaQ8m2ltqmNtqq2ipNARMu6Sexa3aXRqBWhqEWhKbVfUJdr48NUY6mpS11UmckOJjDwS18QYtfh8QVxKlqeLNCjm7mhx9a7m1EAPTxdrjuIgJfz6KNDLacnscYOWOwQDCncdd0JieQIBOQYvrWpKCrYW+vYWOsSCKU050zr1D9TugrLbQ+Y0Bmon0PH6SNoDIEkvxJAEoMmeiQYZaNCLllYuWYl5MHuh+oamP/69ePLyXR5P2NDUjMeoKit5u9tYmhiYG+tpaaj28lzyyCOGtwf5fH5CeiFedNBQNWPy2H3/nkZ9KP9MmD4pIMDH/fjZq8mpWTn5hQ0NTdpa6rZW5i+velZXRxMNlsXzphkZ6J44ey2/sLisogq/5/inj3F1Wr5olpwc+9rt+/j9v3M/Yva08T29wuRxvqbG+n/sPxEeHY97IVNjA0c7q9UrFuBnoUcya8q4xOQM3Bjv76WsxEFgBIEANAAAAAAAAGBogfQzAAMKMtCPhscXIPAwxHxioaJFHZlXX2WnoYcAeEpy66vINhPRtdgc8TFARB4KHFoXcqWWYoIUJgD91XXZ6aNunwLL3WggFIq2/3W0tLxKR0t93Yp5CAAAAHg89Y1Nt4JjQqOTeTw+OVJHQ9nOXNfcSJOaeyayhWTAkMg9MyjxZ2oGmthqoVR0pXVOP0t/EK3XS1jIJJ67DUCjzlfLQd2dITZKnLseeu1uVEsrd+Pb6iaG4gtEKHEUv3l/NRpi9HU1Vy+eZmUGu8pHgjNXg4PDE/AKKjkGL3jG+ho+LqaK8myZEyeINlmkmawZT2svAk2jddNjyJDpB4ippL0TnU5GoHt5BTDKpWUV7th3+rUX5jrZmqFBJBRJF5OqmgbUhsyM9RbPGmtnZTICZtKg8we6jtTV0ex2vJqaSrfjkeQ7a82KBehhdm75rKeHtn79Qbfjly6YiW9dx1uam3T9ZXw9XfGt29eRmfiFpfPwretkVuamP3z5nszIxfOm4Rvqv1lTx+Eb6qepE/zxDYGhDQLQAAAAAAAAgCEE0s8ADALIQIMnjjgQ0iZp6Mkrs2gMfpuQeCipqggC0OApSqoqJtvmCmo9HQIcUl0c9ZeB2s8A9N0TWZBhhWf0IGo/J6fnMBmMt158ls2GC1YAAAB4dLX1TdfuhIdGJVNHWpvq2FvoaqhyZKLPRKqQiDsz6AxpQ5o1pHVMSwk9E8WYiS2Y3rdl+rIy08tWhkz0eXQ6fvHulSBxdUkPJ2u8noCGJPyLzZ7kM3uKD2N0F+oeGU5cvBMWlUxmOpF49yzD2crAxdaAWPypJ0d0OnGCcqJEe/S5+wA0EsepOy3Ube3VoMkOgehgZE7DgOgz6El5Ze3O/Wdaubzyqlo0iJLScw+fudUxTEO5haUHTl5btXiavZUJAgCMShCABgAAAAAAAAwVkH4GYNBABho8QeLos2T2kB4TodGc1fWjqwuJR8NKchZZwwXlwVOD50Cyba2o0V79uZsMNBqSx/ih4wUAgIEgEAh/3vNfWlYei8XcsG6pvq4WAgAAAB5JQ1Pz9TuR98ITyDF4N4qdua6jtT5HQU6mujNDShJepHdKQlOKPnekGJFki0BcAxp1n3vuur3w0C2Ih+7eGeKbSINg5gRPLo8/Y7ynloYqGpLsLI1XLZ6mo6WGHlF74BWBp+zY+dvhManU6DOLSXexMXSyNugo80yXFoynVo4nRlLCypQANI1OdhXd9huo81kQ1AA0kvY54gg1JU4N50WAbvx68GxLKzfA03GSvxsaFHhWPXPt/oUbYV0fqqiq27rnuLeb7bJ5E1SVlRAAYJSBADQAAAAAAABgSID0MwCDDDLQYCAQB0W8NIzJAHREaS4C4CkRiERRZbnkoJuKPvXonbhDa0MyGWgAAAAjHpl+lpdjv/vqCktTQwQAAAD0X1Nz6/W7kfcjE/E3CzGGxaQ72xjamungrxgyuSgTfZYp+Uyp4UrrHDfsdOYm6pJ4fuStmL4/cfRsKLVyeRduhs2c4M1RlMeDShzF5xdMRkOSqrLSsnkTvN1s0WNoE8mW/gWDTCgUXbwZdjcsXigSto9rU+YoTPSyVldV7LZCPGUMeeIEpf4zolF2dXTbb3SzU1cyA3REosnJukIAdLFy4dTTV4JXLpqKBgWXx//j30uxSZn4G/a1F+Zu++tk12nCY9MSUnMXTPefFOAO8y0AowoEoAEAAAAAAABPH6SfAXgqIAMNHh+tvfwzotSV8dY02ZMZSkyQVlPayG9VYskjAAZdfEUBVyggB92UdaW9Ga0jToAAAACMJuWVNbv2nygoLucoKnyw/nljAx0EAAAA9BOXy78dGnsnNLaVyyPGMBh0ews9FxtDOTaTWvWZKNoqvaeTg+0B6C65ZzLCiBDqKfosAzZqHlNmbvGug+frGhqbmltXLZ6Ghir8OU/0d184I0BBXg49HjqD3v6aMPM8BbFJmWev3q+tbyQG8V41RTmWj6u5qYGG9LwIOp0s+Uw9caLbmvEypZqRZFaR6T1QD591twn4bvsfBHML6MLKzOCDV59FgwJ/237/+7H8ojJtTdV31y3upf59Syv337O3gyOTVy+eamqkiwAAowMEoAEAAAAAAABPGaSfAXiKIAMNnhRqPV1vLRPUUUQGhRRlTTNzRAAMugelOWRbic4yklclZlTyArEIqhkBAMBocj8i/vDJK1we39LM6LVVC9VVlREAAADQHzy+4N6D+Fv3Y5pbpLsu8XaFjZmOm52RgjybjD4zmcyO6HN7crFTfpFGKd1K61S6FaFOl6npurUC2y9PUEVV3ebf/sMNf0/HZ+eMR0OViaHOmiXTn1SYTyQUSRtQAHpwRcann7sa3NDUIhkS7zhTUmRP8rZTV1Ugo8+U7oLsQDqfONG5Znz7Xg5aL5Hlh3YaZBKaOmVPbQAGGY/H3/rHifyiMkcbs9demNOXk0DwxF/vODTRz23hzMDHP2kEADD0QQAaAAAAAAAA8DRB+hmApw4yf8v+XAAAEABJREFU0OAJImYSZaa8vapOSn05MTKsNAcC0OCpoAagvVUNiaOBRIUkSaYAQfoZAABGieaW1oPHL0fEJuP2otkTZ032RwAAAEA/3X0Qf/1uVGNTMznG2kTbxdZQRUmh2+gzk8HsFGTsnHtuDy8iSt1W2fwiCTZbBoi2purkQA8TA+1ALyc0hK19dgYaAOKz2MGgKK+o2XPofHVdAzmGxWT4uVmaG2r0FH2W6UAk0zBkasZTTuvuplp83/uNXqaEzgfIOHbhDp775k/1Z7EGI3DI5wt+/utkTn6Ji73FW2ue6fsMiQ883gqJjUzIWDZ3grebHczIAIxsEIAGAAAAAAAAPDUy6edmSD8D8JRABho8PuJwS1t7w1PDmAxAh1NCqAAMpgclHfOeq5IukTWgURAPQQwaAABGtut3w89fu9fU3KqnrfHKyoUmhnApZAAAAP0gFIkiYlKu3omsrW9sH9dmZqjlYW+kqqxIJJkZdAYZfW7/PxGGlk0udi353FPuGTZSBseK+RPRaNWGYB4bDP+euRkRm0od42Cp5+VkStSDl4k+Ex2ItPNorxnPoJw1IblH3fYePXUavXcmZPnnvj8FjFpFJZX42xDPn5P93dTVVNAAEwiFv/x9KiOnyNLM4PVV8x5htqxvaPrj34s3Q2JWL5pmoKeJAAAjFASgAQAAAAAAAE9H1/Tzfz9C+hmApwYy0OBxiKPPkvlBehyXTvfWNPknN4p4NLa8oFXIl2ewEACDKL2mrJbbUZvNRVmXOERIqbUmG4NGAAAA+qy2ttbMzKyurk5XVzc5OVlDQ6OnKfPy8lxdXfGUdnZ2MTEx8vLyaLAEhURfuB5cU9fAZrPmTx83c5Lf4BQqAwAAMGJExqddvvWgulZat5XFpBvpqjvbGGiqKfUUfW5PLnZUfSbTi2S9Z8g9P0U8vuC3A2efmeZvbqKPRiW8VSxtwLw2wGIS04+dv9PK5RGDeNeZsb76ZB9bItbc3oEwuo0+E3fEiRO42fXECdRD7rm/fQj0OaDvjpwPwvczJ3gNQvoZO3z6ZmpWgYGe5rvrFuElAz2qrNzijdsOTBs3Zv5Uf7xhiAAAIw7s6AEAAAAAAAA8Bd2nn4sg/QzA0wQZaPBoyPQzQh0VaPy1zckJhG2i6LJ8fwNLBMAgekApPS5PY1orahKZA8nBPUnNJESDHgwAAB6ZmpraDz/88Morr5SVlb311luHDh3qaco1a9bU1dWx2ezDhw8PWvr53oPYC9fvV1bXMpmMaeN9Zk/xV+IoIgAAAKDPcgvLTl28U1BSQY6xNtH2cDBWkGeTyUVpZlESVGQymDLRZ7Joa5dzMLuJPsO2yaD5df/ZpPTcssqaLR+vQ6MS3h0vbbQhMEBw13Hg2JWqmnpyjIqS/BRfWxUlBWkXQakT3230mXLiBI2IQVP3vCE4dwIMuobG5sLSShUlzsyJ3mjgxadk332QIC/HfvfFhfgePR6RqO1KUOSD2LQXFkx2sbdAAICRBQLQAAAAAAAAgMEG6WcAhizIQIPH0X4UV3ynwVY0VVTPa64hHnpQmgMBaDDIwkuyybabsm57wSR6x4FDSvIAAADAI3j55ZdPnTp19erVw4cPr1ixYtasWV2n+fXXX2/fvo0bmzZt8vDwQAOMzxeERCZcvhVSUVWLB6eM85o9JQAfpEcAAABAn9XWN56/HhqdkE6O0dFQ8nUx11Dj9BR9JoOM1OgzWbRVJrkIscWn6Nz10KT0XAV5uddXzkejVsd1kBAYCL/tP5OZU0i+v/JsVoCHhbGeuqRboJNl46X3HedOiMdQa8Z3PXcCwYkT4OlRVlLc/NHaotJKuYEvolzX0Pjnf5dx48VlMwan2jQAYFiDADQAAAAAAABgUEH6GYAhDjLQ4HEQx2OIQzSeGkZkAPpWQeo7HlMQAIOlDbVdz08lB12VdKXJA5o0AU3mnxEAAIDHsHfvXgcHh7q6updffjk+Pl5DQ4P6aFZW1ieffIIbvr6+H330ERpI1bX1N+9F3HsQ29TcymIxp47znjXZX0UZos8AAAD6gcfj3wiOvn43khyjpCjn6WhiZqhJJhfJnGLfo8+QXBw6DPU05eXYb61+xthAG41a7ZWfoQL0ExcalXTy0l2hUESmn72dTe0t9MhzJ8joM1n1WdrqXPUZos9gaML9p6XpYBy8O3TqVnNL6wQ/Vw8na/Qk4AVq2rgx86f6s9msNuj7ABhx6AgMludXrnNw9lz23OpuH03PyMSPEreU1LRup3lm0TL86Jsb3ke9+vvvA3iyiVNkay1cvnI9Pj4RgUeyaMlz+F399bfdfZm461s9xisQP/3kqbMItKuvb9i+Y9eqNS97+o6bMHnmhx//r+s0l65cw+/bDz9uQ4+nuqaWXL42ffUdGhq8/ScQv9LLr72JAAAAgFED0s8ADAtEBtrIqqO4QkpoQ9DREqEAE4pEQkwk0dZxyAT2G452HVlS4v80mqeGCfloZGluWXMDAmCwhBRl1XGbyUFXZT0i/EwE9Ml7hCAGDQAAj8XAwGDbNvH+26KionfffZf6EF5XXLVqVWNjo6qq6uHDh3HHiwZGbkHJrv0nP/z61yu3w/DK6oyJfj9+/uayZ6ZC+hkAAEDf4b0akfFp3+08TKafmQy6u53RgsmuFsbaTCaDxWSymCw2W3yTk8N3LHyHG3KSAfGNxRJPI74jAo5kHLpTBhrBNshTNcbZ5sfPXrKxNEIAz4oI9uY9MXX1jVt+O3zsfJA4/SxhZqS5ar6Po5UBS9IviPsJSgci7kNwgy0Zif+Jew9mO5kkNJ2agYYOBIx4qVkF0YkZ6mrKS+dOQE+CpZnBl++sWjJ7PHvga1cDAJ4KqAA9eHx9PKNjYpOSUpoamzhdLrgWHBxKtkPuh9nb2cpMUFtbl56eiRt+vt6on3g8/gur1yUkJO3csRWBgQRvdd+99+En9++HEe3mpmahUNh1mrEB/nj1PST0AQIAAADAiADpZwCGkW7rQDOY9MBFukh8FLBjSqgDDZDkAAwxA5DwjDFJ3xrFd0xzJjP6FZfxCIBBcTY7jmwrMdguKrrSo4b4hiTpZyQbQUAAAAAeyZo1a06fPn3+/PkDBw4sXbp05syZxPiff/75/v37RMPCwoL6lODgYDxxXFxcenq6nZ2du7v76tWrfXx8ZF4Z7zT+6aefrl27lpmZWVVV5ezsbG9vP3bs2Oeee47FEh+6rqiq/fPw2azcQiSpRjZ1nPfU8d4cRQUEAAAA9EduYdmpi3cKSiraR7RZmeh4OpooyLOJFLNM1Weyhiu16jOZVOyp6jNsdAwRigryaFTqGpxtQzBPPhlnr96/ExZHlodQVGBP87NTU1GU1oaXVHrGeij8TK38TJNB/gjoQMBTVFldt2P/mbmTfb1cbdEAEwpF+45dxY0V8yeyWY+bacTbhktmjw30coYFCICRDQLQg8fHx2vX7r/wDrv4xKSuIeb7oeIkqIW5WXZObsiD8BdfXCUzQXiE9GRTfz/f3n+Qnr4ufn1V1Y5KXQI+PyEhCYGBB291H9XV1RPp5/HjAmfNnK6rq62ro9t1MmVlJQ9316joWLxc4KUDAQAAAGA4g/QzAMNO1wx04r06fB+4SFdmnztkoAGp/fiM+E5HTslbwyS8Op946Fx2PASgweBoQ23nsjoC0BPVTPFRRSKXT8YRUJdDvwAAAB7ZX3/95eDgUFVV9dJLL8XHx2toaGRmZn7xxRf4oYULF65du5acEh8i+eabb7766iu8VUiMeSCxe/fu9evXb926VUFBGl/mcrlz5sy5ceMG+dxQib179x44cODSpUt4yoSUzKzcQi0NtWnjvcf6uEFBLwAAAP1VW994/lpIdGIGOUZbXcnHxUxLXamX5KJkkAHR52Fkz+ELBrpasyZ5M+ij/RrpxDnrRLuisgaBx5NbWPb3fxcbm1qIQbysu9kau9gaUDoQ6fkS4tAzo+PcCfG9pONo70gg+gyGrlshsUUllXlFZYMQgL50O7yyus7O0tjDyRo9BrzcTPRzmz/NX4kD58cCMPKN9tW7weTu5qqkrIQb0TFxMg81NjSGh4vzzS+tW4PvcbupsUlmmqjoGHxvZmaCb73/oNmzZvz9566ft25BAAxVtbV1ROPFtavmzpnp7eVpamrc7ZQTxo3F92StaAAAAAAMU5B+BmCYIjLQRlYdZ9gm3qsLPlnG5/OFeGEWiokkyBonZAOMWu0xU7G5Bg7k+OiyvLLmBgTAwLtflFnHbSYHp2laSWZLmiSQICkCTYPrxgIAwJOko6OzY8cO3CgqKvr0009x4/XXX29paTEyMtqzZw91yu+++27Tpk36+vo//PBDXFwcniY1NfXnn3/W0tLatWsXfoic8rfffrtx44aamtovv/wSHR3d1NQUHh5OhKqDgoKIl1VVUVq/etGWz9ZPHusF6WcAwOCAFcgRg8fjXwmK2LzzMJl+VlKUG+9lPXu8k46mCovFZDGZbBabLflPTg7/n4Vv4oZ4jPhxFpMkzUPLVHBF3dXcBYPv0q3w8Ni0kKgkkVCERj08Q3o4WoxxssTtgpKK977adeN+NAL9V9/Y/MtfJ7b/dYJMP2uqKS6Z7uFmb8RiifsH3EsQ3QXuNyQ9h3RQfMP/yO5DXAe687kUlHMnoAMBQ8G98ER8P9HPDQ2w6tqGCzfC8FKxesl09BjwkvW/N59/bsFkSD8DMEpAAHrw4B7W23MMbsTGyQagQx+E42PGpqbGs2dNV1NVxe2wiAiZaaKjY1Efyj8DMCwIRUKiweEo9j6lf4B4ng8NgwA0AAAAMIxB+hmAYQ0y0KDvOo7yEgdoaLRZhg50yqGa05lwUA0MhrOU8s9qTDl3Fd328LP0UCJ5QBGOJgIAwJOyYsWKefPm4cbff/+9Y8eOa9eu4fbevXu1tLTIabKysrZs2aKoqHjp0qUPPvjAxcVFXl7e1tb2nXfeuXHjBovF+uGHH8LDw4mJr14VX/h4zZo1GzZscHd3x8/y8vL68ssv8RhjY+OUlBT86BgXO3yDnhwAMGg6OhzJ/+nQ/wxbEXFp3+48dDUonMcX4EEGneZmZ7RoqpulsTaTySCiz0TWmUwuktFnIv/cHn+G6PNQl5yRd+rKPfwxvbFqPv7U0GhFrUquqa5Ejsf78y5eD92883BZFVSD7odj525t3Lovr7CMGMR9yDhP67kTXJQ5CtLTJzqyziwi+iztUthy4mx0dx0IRJ/B0FRUWqmowHaxt9BUV0ED7PTV+wKhcNYkb21NVfRI8PKED06sXjLVzFgXAQBGjdG7hvdUeHt73rp9JyYmTiAQ4NUZcvz9+6FIEm7GI/39fS5dvnb/ftjkiRPICWpr65KSU3HDz8+bGLNr91+//rZ70YL5H37wzk8/b79x87a+gb6jvd3GLz7du/fgT7/s1NXVuX3jEp7yhVXroiThaezNt97H99OmTv7l5+/JFy8pKT34z78pqZEiRzQAABAASURBVOmpaWnaWloODnbjxgbMnjUD9Q0+sH3n7v3QsLDsnNzc3LymxmZra0tLS4tJE8cHBvhRp3zxpfWhYeHffbPJzs4W//IRUVH2trZTp0x6bsVSYoL8gsKdO39PS88oKStTU1Wxs7V1c3FevmKpooI89XWIv+iF55d98tH7Mr/MoiXPpaSmvbxuzdsbXifGrH/j7aA7wZu++HT+/Dl//bUvNj4hJTlVTU3Nydlx6pSJ1DeZhP+QP//eHxMTW11T6+zk6OPtuWLpEtQHD32rsabmFvxrxMTGJSanmBobW1lZ4Lcav+FdX+1xPpe//z6A54FZM6d9v/nrv/cdfPAgIjE5WVVF1dXZad26NbY2VtSJe5mXiLXqpsamXbv/DHsQUV5eLhSK7B3s7O1sn1v+rL6+Xtcf/dAPMTwicvXaV8np8UeG78nZ9Ycft+0/eBg3rl05Z2QoTkHZ2drgRlhYRENDo7Jyx8ZYbFzCiufXEE+MiIw6deZ8ampacUmJk4ODh4fbsqVLNDXUe3mLjp88c+fOvbi4eGUVFUcHezwz4A+r62R49r4VdOfMmQtZ2dllpeUWluYW5maenmMWL5zf0yZHRWXlseOn7gWHFOQX4o0UW/wWWFstXbrYxNgI9cHlK9ff++AToq2upvb3X7/b2T7WpT0AAACApw7SzwCMAEQG+uiOhMLMemJM4j3xRV0CF+kiVqdKe+SeerzIw2760Yk8okYcuVGXUxirZXGnIot49FxW3Ksu4xEAA0nYJjqfHU8OTlW3EF91ViIjtyg8Lg3PnngWHe/n5uFsR0zz76mruPdSVuLg9sQAT46iPAIAANB/f/7554MHD8rKyjZs2IAkRaCnTp1KneDAgQPNzc3PPPOMi4uLzHNdXV19fX3v3bv3zz//eHuLj4Ooq4t38OIXLCgoMDbuuH7g3r17EQAAPFXijR7Jab88vuCjb/dMHec5ZewYBIaJguLyk5fukrFF/Flameh4OBhzFOSIHCJD8j9pNpHBJOKJxL24Tivxn/TSMrKJZ+IVYX/IkKKqxFFTVZ472ddQTwuNSniGpJQqaCNOW18wzdPWXO/sjcimFi4eW15V+/3O/3zH2D87dyICvUpKyzlw4hpfcu6EWFubpbF2gIcF7ixwlyDuNiQ9BrUPIco84//jCRhEXyLpPMg+BEEHAoYw3Hl+/8lL9Y1NaIDV1jeGRScrKsjPnOiNHomHs1VMUqa8vJy3mx0CAIwmEIAeVL4+Xvi+ubklOTnVxcWJHH/7zj187+/vg+/9fMUB6GBJJJoUGR2D71kspq+Pj8xrvvP+xyEh4uK41TW1qqqqXdeH7Oxs8RrVg/BI3La3s1VTU7WyNCcfvXEraNOmb/BzicH6+oas7JzzFy6fOnP+q03/MzTQR71qam55+90P7t/vVJ03IjIa344cPbF44TNfffk/mafU1Na+8uqbFZWVSJyFjfL1lX51nT174cuvN7dyudJXbmwqKiq5eSvov2PH//fpxxPGB6LH0NTc/Pqb7xJvFJK8V9k5uefOXZw7d9b3331FnfK/I8e3/PATucIaGvoA327dvkNULO59dbP3txorKCh8fuXatDTpdZRSUtPwDb/bm7/ZNH/+HOqUj/m5EPCu5FfWb8B/tYa6mpWFZW5u3sXLV/Ht7Q2vv7xuTdfpu52XkpJT39zwXmkpuRdA+p7899+xV19d99KLq6mv0JcPUVlZ2c/Xu7WVGxMrrsbk5uqsoKCgqtrjuWL41xg7NgB/LuGRkd0G1m/eDnr3vY87PrKwcHw7fPjoH7t3Ojk5dJ2+qan53fc/vnL1BjFYVV0jfmcuXXnn7Tdk/py8vIJPPvsiNi6BHJOUlIJv+IM4febcd19vMjMzoU4vEokOHPz31992t7R2JLrwW4pvR0+cemP9KyufX443Y1DP8ILz6f82Em2OEue3X7dB+hkAAMBwB+lnAEYMyECDhyKPqJFVoIkjwnP07ckAdEx5fmFjjZGSOgJgwNwvyqzjNpODUzUsaeIQAx3/a2puzS0oJca7O1mTfVRyek51rbRzmzO1Yx9UfUOTijIHAQAA6BsdHZ2dO3c+++yzSLy33G7r1q0yE0RHi68FcebMmV7WEvPz84nGggULjh49GhISYmFhMWHCBA8PDx8fn8DAQPxTEAAAPG3erla5hRUCoZDHF1y8GRYSmTRvqr+bkxUCQxhevT93LSQqIZ0co6XO8XWxwPfSdDOdQcadpdlFSRJaJrmIv8So9Z4RJBeHNkN9rS/feYGjqIBGPRoFnoFtzPXfWjk9ODo1OCKjDe/GQ22hUckJKTnPL5xqa2WMQHd++ftkXvteBfyeaWsoT/SxoZ4+QcadJWWgO/oT4rQJ8vQJ8lNA0IGAYUJFacD3j126FS4StU0N9GD3v1q/tqbqqsXT8grLoxMyx/o4MXqN5QAARh4IQA8qG2srHR3t8vKK6Ng4MgCdkppWUVGJV3qIcHOAvy++LywsysrOsbSQxmejo8QB6DEe7jKr5nfuBVdWVk2ZPNHExDg+PmHK5Aldf+hnn3zQ3NTs6TsOt9evf4kaIQ2PiHxrw/t4NWvlC8unT5tqa21VV18fF5/462+7Q0MffPTx5wf27cGP9vwHoV27/yDSz6+8tDYw0N/OxrqhsTExOWX//kPRMbEnTp2ZO3eWl6cH9Sn79v8jEgrnz5+jqqIcGho+aeJ44k0ggrOODnYfvP+2g51dC4+bEJf49XffFxeXvvf+x6dO/Gdq+ujr2b/t2sPn819f//LsGdPVNdTvBYf89vuevLyC8+cvLV4438tTelr27dt3v/5WXLA5IMD33bffNDc3wx/E3/sOnj17gZig9+s49/JWE/74a5+2ttamjZ95jnFXV1O7e+/+9p27SkvLtv68ffbsGWRR8Mf/XAhBd4Lx/XMrluJfjPwFtu/Y9cv23/R0defNnUWduNt5qam55YOPPsO/oaaG+ieffDDG3U2Jw8nIyv55247IqJhtv/yqq6NDvk4fP0R7O9u//9yVnZM7Z95i/KzP//cxHkP+GsbGRn6STLycHJscOXHCuP+OHA8JedD1La2urn5rwwf4Fd7e8Lqbi3NuXv6FS5cP/vNfbV3dth2//f3Hb13flouXrhANJyeHkuKSqmrp1Xx27Px91szpZLi8orLyuRfWkBl0GbGx8SueX3Pm1BG8RJMj8Xv759/7u50ezxg//Liturrm3bffQD3A78mGtz/gcnm4raiosGvnNjdXZwQAAAAMZ5B+BmCEgQw06KP2/LP0WM4MA/v/JV7hiqSnrZ7Pin3NFeoJgQF0PiuObGuzFB2Vtek0OlGT3MvNLsDbVXKpWRaxa4Xooz5/98XK6prq6vraho56NqVllV/+/LeLo/WsSX6mRn06Fx0AAMCSJdKrKc6bN09eXragfmRk5ENfoaSkhGgsXbo0Li5u69ateN/+DQli/PLly7/66isrK0gZAgAGFa0zFztTAx21q/fiEtIK8KM1dQ0HTly9FxG/cOa4UVtldoi7HRp7+eYDvkC6ZaqkKOduZ2Rpok1vP1tSGnRuL9pKtslcI51Oh+TiMMLj8dls6d4qSD8TyFkXz85CkbTYuZ+btZudyalrUUVl4oPmjc0tuw+d09PWWLN0ho4WnL7e4fTleyGRSQKhkBiUYzEn+9npaChR+hDZqs/SALSkPyE7EGrleOhAACA1NjXfDU/Au+wmB7r364l4AZs1yXv2JB+8xB2/eBeP8XGF8s8AjDoQgB5sAf6+p8+cj6PUlCWKPXt5ehBr3np6unZ2Nqmp6fdDwsgAdFRMLL4niyWTKiurXnlp7Ya31qP+wyv9320WF2D44vNPlix6hhipyFHU19cbG+C38NnnomNi/zl8ZPXK53p5kYsXxVnS559bRv4OHCUO/hO8xnhMnja7ubklIjJaJgCNf+c/d/8aEOBLjmnlcj/+5AsiOHvwwF8Kkr2iSkhp0qTxLq7OCxcvx0/58uvv9v71O3pU+Df5ctP/yD9zzuwZnmPcJ0+bgw/GR0bFkAHon7btwPf4od2/bScOg1lZWmz+ZpNIKDx/4TJ6bIqKCn//uQu/JjE4f95seXm5d977uKq6Jj4hycPdFT2hz4U0YXwgmX7GXl63pqSk7OixE7/+tnvunJnUNelu56XvNv+Qm5snLyd3+J99JiZGxEg3V2f8Wbzy2luhYeFbf94eGOivoa72pD7E5cuW4JvMSG8vT/w73Lt3v2t4gs8XmJub/XNQ+hOdnBzwDb+HR46eiIiIEggEZKycavbM6R+8/zaRXd705bfHTpzGDaFQePNW0MrnlxPTbKRU4MZv42uvvGRpZZmbm/v77r/wZHhkbV3dpq+/27VzGzFNTGw8mX5WVlF6/923x48NwJs7d+8G/7B1W319Ax7/19/7J04Y5+4mvbwj+afQEA3/rFdfewu/JpLUev956xaZBQcAAAAYdiD9DMCIBBlo8FBEHWjiiJp4LqDTFVmsiTpWV0pTiQnOZsVDABoMHGGb6HxOx263GRqW7XMjcZhR2pI51igvxzbS18U36ktV1tQryMvFJ2Xg27PzpkwMgMuaAwDA4xJIYmcbN27ctGlTX6b/7rvv3nrrraNHj969ezc0NJTIRv/3338nTpz46quvPv74YwQAAIOCvNwNoiShVZU5z0zxdLc3vXY/sbRCfEQpO6/kpz1Hvd3sZ0/xVeYoIjA0RCdmXLgeUlPXSAxyFNguNoZWptqS6qzirYNuo8/Se0nyWVL1mdZTchFBeHFI+v3QhZZW7oa1C/BmHQKU3TXEGet4vhYxRHgmF1d+lmtbMsMrq7D8yt0EPl8c8C2tqN78679ujlarlkxHo15EXOrJi3e5PL50uK3N1kLf18VUcl4EjTh9QqbwM9EmT58gpoQOBAxHxy7ccXe0sjY3RAMsKDSezxdMGevBUZTv+7PsLI1XLZ6mo6WG27jPzyss4ygqmJtAFQMwisCXCAEC0IPNx9vr9Jnz0ZJAM4GooBzg1xEI9vfzTU1NDwt7QGQxmxqbkpNTZaYhTZs2GT2SyKjo9IxMdTW1hc/MlXmIo8SZOX3qH3/tO3P2fC9BW/z189mnH1aUV/h3+cVUVVVMTIzxX9HY1CjzkKaGup9fpyR3WGh4Rqb4YrjvvbtBoXNNCC1NjfWvvvTVN1vCHkTkFxSaGBuhR2JkaECGiQl6errW1pbp6Zm1tdKQa1p6ZnZOLm68vv4VmfrKL7+09okEoKdPm0KmnwljxkhDruXlFUTj8T8Xqtdfe0VmzMvrVh89dqKwqDgmJs7Dw436kMy8hGc8PK/ixotrV5LpZwJeZf/ow3efWbissrIqKOjuwgXzBvRDZLNZvr5eQXeCU9PSqeWiCWtXvyDzE708xxw5egLvTK9vaNRQV5OZHr+3X331OfmUJYsXEgForLREesGavLwCon425ubm8tvObcR3hoO93c7tW19YtS4qWrx2EpptAAAQAElEQVQIBwXdy8zKJj7TI0ePkz9i6/ffjQ30J9r4zcEz27qXXycG//3vGBmAJnG5vNfffBt/KEjy3v7805ZxYwMQAAAAMJxB+hmAEQwy0KAXlMNpkqpC7WHTuQb2ZAA6rqIgvabMRl0XATAAbuan1nGbycFpmpb09kOSRMklWnt5cnKanjooJzuLLf974/6DuLsPYtydbBAAAIDHZm9vHxwcnJiY2Pen6OnpbZBAkgLS58+fP3ToUHZ29ieffLJw4UIbG+ifAQCDhwytEZs5RLjNUFfjubl+cam5YbHZjc1cvEvsQUxKTGLGtPFekwOh0s1TVlBcfvLS3bzCMmJQns10sjawt9RjMjrqOktLtLYXbe0Yw2CKtyOkhVshuTjMnL0WEp+Sra6mzOPzIQBNolSAFu+sE7XhuV0k2YUv3qFnaaTzyrMT7kenx6QUENPHJmXGp2QFeDotnDUOjUr5xeUHj1+tqq5H7Qu6mrLCJB9rVWUOJdxM76HwM4PeUTy+Ux9Cvj50IGCIKyqtvHonMjQq5ecvXh3QuRWvPt15EI8b08b2tfqAijJn2dwJPu4dxZ7jkrPxvYdTX68U1O0CeO9BnILCQxLY9Y3Sy8dl5RVdCYpAADy2wpJyohGdmFFYWtn7xDKnZaI26cxMvR+FIAA92Pz9xVnhiorKnJxcc3OzhobGiMgoPMbP36djGj+fvfsOhrfXr42IjBYKhRrqag4OsoX6FRUVbG2s0SNJTknB9zW1tc5uPj1NU1Rc0ssrsFjMqZM7FW1qbGgsr6wsLi4JCXtQVCxOc4raLwJCcnZ2JC4JRCosKkKShdBzTDfXMvBsr4Obn1/wyAFo4+6eqKYqjsaS5+rFtKfS3d1cZaa0tDC3MDcj4tGPw9pa9rtWS1MDr/Xiz7epSfod+fifC8nU1NjR0V5mpL6+nrKKUkN9Y2xsPDUA3XVeKpB8LoiS0qaysbbS1tbCczL+XNDAf4gTxo8LuhMccj+sawDa2Fj2bDM1NVWiwefxur6Um5sLNTCN/wqy3dLKJRrXbtwkR65ds1LmG+LFtaujot8m2gkJSVaWFkT1aGIMfs/J9DMBL9Furs6xkrrvCZSd++3fSig8ouPKj3gjyMrCEgEAAADDGaSfARjxIAMNHopG1hSiiQ8YT9O35TDYTULpNtqeuDs/TXgWATAA9sTfJdsW8moWiuri44zk5Wa7VF3q/dXYLObEwDH4hgAAADwJNjY2wcHB165dKysr09XtdDYUj8dzcHDAjXXr1n388cetra2HDx+OiIhYu3att7e0ooqnxNKlSx0dHfHggwcPIAANABh87fFBuqgNb+uImExGG2pzsTW1MdOLSMiJSc4XCEU8vuDCjdDQqKS5U/1dHeCgz1NQW98UFBJzJyyOHONkbeBqY8Bms4hSrESlZ2n0mcgukoWf26PPxJTEJw7JxWEkNavg3PVQ/Fm/vXaBqrISApQy9u0ZaPEc3rWwPZ7VA8fY+LlZnQ+KKyipxg+JRG33whMi4tOWzZvo6tDXWOEIUN/YfODYlex8SSpDsqwryLHGeVrpa6tS+xCy9jOTIT2FgkhCdz19gkjIkP0GdCBgWIiMT8f33u62Az3DJqbnVNc22FuZaKqr9PEp3324Rub8lqqaeiWOopuDRV+eLtMrkovkXUkOu4+ycovxDQHw5MQkZvRreupqKhrdXy4QgB5sWpoa9na2Kalp0TFx5uZmwfdDca+qra1FjXWOGeOuIC/f3NwSExvn5TkmMjoGjwwcG9B1TsVPlAkT911KStpDp2lqbKqvb1BRUe5lmpjY+H//O1ZdXZ2ZlV1RIXsiArneTNLU0JQZU1ImPu/W2NgQrxR2fX1DQ2k4prA9j/sItLQ0u47E65zEr0gMlpWJz6jQ09PFm0NdJzYw1H/8ADSHw+k6UuZjfVKfCxK/dd1fh8JAXz+tPoN420ld56XSkrL21+k+n2RibIQ/cSKNPdAfInHmQNDdey++uErmIW0tLZkx0k+2u9kPU1HttM7EZrPJtoAvTcPn5xWQI7smts1MjMl2QmLSgmfmlpSW4QWWGGNKeZRkbGJMBKDz8wsrKiu7/s4kLpf38y87t2/7AQEAAADDE6SfARglIAMNekHWgSaO9EjSp4xlJm5/54QTExzPiPrYZ6a2gjIC4IlKqS4JKc4kBxdo29FJeGdBe0nyPqafuxUUEu1gY66jpY4AAAD033PPPbd3796GhoaNGzfu3r2b+tDXX3+dlSW+xmBAgPjieHJycp9//nlJSYm8vDwZgCaQHbi+PlzaGAAw2KhFoBl0ujj93NaxCeznZuVoaXgvKj2rQHzd16qa+v3HrpiZ6C2dM0FPRxOBQdHU1HLtbmRIZJKgvUqXqb66l7OpMkeB2CwgLg5DjSqSKUaypGv7VkRHKhRBcnH4sDYzdHeynujnaqSvjQAFmY7CszTei09eE7ujZ5PEqAQC4fxJbrX1zVfuJVbWii/33dLC23/sqqZ66Mol000MdNBId+jU9ZiETFGbiBjE74y3s5mduS7RR0j6EOm5E3iQxWR17UMYXc6+hg4EDEfp2YX4fozTIxbl7Ls7oeLY8Xhfl74/pWt1/9mTffAN9QdkRsEw1ybe4d3liwaNyrkaAtBPgY+vV0pqWnx8wqKF80NCwvCYCeMCqRPIsdn+/r43bwVFRMZ4eY6JlgSgA/x8u74UXrtCj0ooFK+x+Xh77vt7N3pU//537NvNPxIxF20trcBAPz0dXSNjQx9vr2+++z4pKaXrU/BWpMwYpuSvEAlF3f4IMpVL78MfK+xScFr6XEZf36huI7OYUnfZ5f6i96GLeSKfC4HRQziejCV1nlj2LSI/qZ4+GgJeb0dP9EPslpGhgY21VXRMXENDo3LnU3X7+5pylMQz9XejYst1TNPDHCHFl1QQl+s0fa9PkEScux1PVObGjes3boVHRHp7eSIwhH3+166/L57pOl5ZkaOupKyqpORkbvXm4uVmerKHYWobGxxeWES0F0+YsmPDhwiMICu++iQoRnxhB9y3FJ68gp4QmG3AMALpZwBGFchAg26R6WfpceL2yOkqM899OREiJP6m4IuEfybc+9R7FgLgifol6gbZ5tBZs7WsaO0RB+lFyvFOgMc49BiTkHb07HVdbY2P31wlL8dGAAAA+mnSpEnLli07cuTInj17amtrP/nkExsbm7S0tL/++uu3337DEzzzzDNjx45Fkv558eLFO3fu3L59u4ODw5o1a1iSNczk5OR169YhcTEO4wkTJiAAABhEXbOD+L7jqFCb+JCZmip95jiX4orqB3G5RWU1eHRufun3u474jnGcMcFLVfkJHG0EPWluab1xNyo4IpEvEBBjNFQUfVzMdLVUiDAi3i6Q1nhur/RMBBbbY4vS/4j6uJBcHL7w5/jGqnkIdEY9WR3vupcc4m+fyRGt/SR2Pl2A7wV4QdBUZyyd5V1QWnUrNLWxRXwV5aqa+p//OO5ib7FgRoC6al+rtA4vt4KjL91+IGzPPOAO3tRAY6K3NZ2INdPp1Ogz8f+OXqW9DyFPnyD3iEIfAoapD159NjI+zcbiUa7x3nd1DY2xyZkcRQUP5wFPWndF9IJzJ4+ZPtaFh/ExAV9yLxIf5xT/h/qQAgJgoBHfIMRXjGSdloF3kkivd0jvJgM92kAA+inw9fbav/9QXEIibgeHhIrH+MqehuLn633zVlBcXHxTY1NCYrJ4Gj9v9EQRdWqTUlLRo6qoqvr5l524o/fz8/ngvQ12tp0uNtfY2NjH1zGR/CZFxSUCgaBr/eCCgkKioakpLa5DJFaF3WVta2pq0aPS0NBAkjrQLa2tCvLyMo+WlJaiQfH4nwuptLSs2/GFReKrMGhra6GH/CYmRKO4pMTUtJuqxvmSj0ZT8r7190N8BBPGj03PyLx3P2TWjGlogOnqdpy6WlBYaGvT6YI+uXn5ZNvWVrwSpqWpif9qgWR/Sn77H0uVny99ioa6mlF7PWzqV8+ECWM/fPftBUuWE/HoLT/8fPLYYdgEGo4ampvwDZWjhOzM40HXd7/32Sy/QAQAAKMDpJ8BGIUgAw160VEpS1IE2oCjOlff4WxJEvHoweSwtz2mKDIhQgqemPyG6vPZHdepfFbHQY7Baq/NRByppBO1+h65vouzvZWRvk5hSfnZy0FLnxnwvRMAADAibd++He9HPXHixFEJ6kMTJkw4dOgQObhly5bo6Oj79++/IkGdEu+M/f3337u9GiEAAAwQGuVS6ZIANG4zJPesjvM/JcFB/J+xnpa+lnphWc396IzKGvEB07CopMi41LFezpPHjuEoyiPwpN0LT7hyO7y5RborUl6O6eloammsJVOxVabqMxlbFEdJ2mOL3UafESQXh7zkjDwHa1ME+oAsak6jiZC0W6MJ6EI8j4sXEgFdIBASC4WZofbKZzTuR2fGpxXg/g4vAwkp2fhmZqL/3DNTtDRGTgz6QUzypVsP6huayTGKCuypfrbqKhyyG6H2Ie3RZ+ngQ/sQ6EDAMOXpYosG2N0HiXh9aqy3Y08VHgcIjXIKCFE2QbxEi4iDnOJDGEKhSJyA7q6+JABPBXm8RTq7StdpGZRrHqJRG4OG3UNPwZgxHnhlKD09My4+saysHEnizjLT+Esi0QkJSdGxcUKh0MnJQVvz0S+N1NbdzG1mJt4AaGxovHM3ePw42Xze+x9+GhUd6+TosHP71p5e9uqV683NLbjx1ab/GRp0qnJaW1tXWChO2eKvA/QwRHYWf2HcuBk0Y/oUmUdv3LxNNFycnIgGsVuzvr5eZsqKisqKykr0qPCbTDSCgu7NnDG10ytXVSUn9ymR3PbY/cjjfy6kzKzs4uJSAwM96sj798Oam8Qr7h7ubr0/3dBQnwj13rp9p+ssin8N/Ibjhp2deI2nvx/iI/D39/njr3137twbhAC0u1vHxTX27ftnyqQJ1Ef//Hs/2ba2Fmej8feHl9eY0NAHuJ2UlBL2IMLXx4ucBg/GxSUSbVvKeQLkOpKtrfUvP/3AZrOeW7Fs776DeExqavrJ02cXL3wGgeFMIBSu++Grg599M8XzCZ/BMkrwBPyIFGk+xt7MXENZFQEAhjBIPwMwakEGGnSLDJi275JjCIX0V6x8yQB0Hbf5cErYS87jEABPyO64O21IuqXNpjEW69h3RJ/FlwOkU/YFP+KOYLxb+cUV87786a/4lKwFswVsFuxZBQCAftPR0Tl+/PjNmzePHTuWnJwcHR2toaFhYWGxcuXKtWvXUvtnRUXFW7duHT58+OjRo7m5uQUFBc3Nzfjpy5Yte+WVVxwcHBAAAAw6spuSxAdF+DgajSZsjxpIg4MMulAgFNdPNTXQNNRRyymsCIvLrqlvFgiEt0Nj70clTfBzm+TvLifHQuBJSM8uOHnpXnllDTGIPwhHKwNXGwN83K2niq0yVZ+JjVZqxVaIPg871+9GHTkf5Otu/9IKv8362wAAEABJREFUuNhUj8gi0Pi+vQ40mYSmERFAIUMoWSKEZAwaD47zsvF3t7wdnpaaXUK8VG5+ybc7/nG0MZ0/fay25vA+fpeSnnfo9A3y9AkkOYPCx8Xc3FCT3n5RKfJ8CTL9TOlG6O0nXcPpEwA8irsPxOUMfN0fa/suNjmrpZXrYmfOUVR46MTkWW2oY/c1TbJQi8iz3YS4NxQK29ohAIaAjoIzkq+n9u+jjvXY0fzVA7vpnwLc4Xp5eoSGhf/7n7i8gecYdzU12ZVCM3NTIyPDwsKiCxcvo/Y89COTY0s3oQV8ATly/PixGupq1TW1v/6229vbk1rz+P79sEuXr+HGsqWLe3lZbiu3p4f+OfQf/jJA4jrNQvQwri7OFuZm2Tm5f/y1d/z4QOpvUllVvf+AuOSDm5sLWbFYS0ucBQ8NfdDc1KzIUSQn3vPnXvQY3N1cTEyM8vML/957YPKkCWx2x36HY8dO8ilvXS+6fav75fE/FxL+Gj5+4tSGt9aTYwQCwa7df+KGg70dngl7fzruIhfMn3P85JmTJ888t3ypmZkJ9XV27NyFGywWc8J48RUJ+/shPgI3V1d1NbXg4NBBSEt4eY6xtrLMyMzC7ZjYuNdef3v9qy9ZWlnmZOf8vucvPIaYzBtP5yHNkS9cMI8IQGPvvvfxe+++NTbQH3/P3L0b/PO2HeQrr171fNcfh98WYn579aW1Z89dqKqqxu2dv+6eNXOGogKUARgG3lv6vK+jC5fPr6yrrW6oKyovv/IgpKiynHj0/d9+url9j6aKGjGopKB4/KsfiLa22qPXRB8Nquvrl3zxIdEe5TlymG3A0AfpZwBGOchAAxk0mdJoIskuOTrDWkXbX9M0pCqPmGxXXNCLTmPpMCeAJ6GW2/xfajg5OFPDUpUlj+c6muSagHSikIukGPljVmDS09Hc8NIyS1NDFqSfAQCgB305PDxZ4qGTsdnsNRIIAACGADI7iDrqp0o3fHoKDuJjbVamuuZG2kmZRWFx2VyegMfjX7sTERyeMCnAfayPC5xT9zgam1uOnL2VlJZLjjE31PR0MlFSlCeCIJ0qPVMqthKD3VZsJfOgxAvCvoth4eiFoGt3ojiK8lPHeiDQK5l+jGiL99yIiPlfRBeKlwKhkN7em4lP7MAdGm5P8XOY6G174U58fkkVTVwMGiWl5+GbiYHO84umDccY9J2wuGt3IjtFn9ksf3dzYz11MtJMhJ6phZ87yslLOhCyGyHPoEDQh4AR4V54oquDuYoSBw2k4tKq6toGDTVlYwNt9BjOXgvJLyrf8vG6vgSgSZ3ipLhDlNTiJPLQQrpIxGC0oTaoAA2GiI6KM6hzEWjxxUykZDLQowpsUz0dPj5eoWHhl69cx20/v+7DzePHBR7+92jv0/QRnt05Spymxqabt4LU1dVUVdVsbaw01NVeX//K199+n5Sc+sLKdR99+K6drU1tXd3toLu7fv8DP8vU1HjJ4oW9vKxje8nkjV9+u/nbTdpa4mxrekbmvgOHzp69QDzU3NLy0F+PzWb977OP1q57LTU1Hf8mH37wtoOdXQuPm5SQ/O2WH+rrG/Dy+dYbr5HTj/FwP3/hclV1zYeffP7NV1+oqanW1dXv+PX3/44cV1RUIIpSP5o333jtgw8/S05JXf3iKx998K6dnY0cm33x0pW9ew/28RW6fatRfzz+50K1/+AhU1OTZ+bP4fJ4GemZP23bQYR3P/v0w748fcOGN27cDKqprX1h1YuffvKhh7ursopKamra9h2/RURG4wleeXmdiooy6v+H2BP8IRLlords/oqYo0j4RwQG+uGPPi4+0c3VGQ2wr7/8/IXV64jg+527wfgmMwH+pL7f/BV5mcXZM6dfvnzt1u07uI0/r883ft31NV96cfXYQP9efqiSstKrL7/47eYfkaSi+R9//P32htcRGPKsjU0DnDuVVP9s5boXv990OzoSt8tra3YcP/Lli68SD+GNYZmJAXgomG3AEAfpZwAAggw06E5HwRvJXmPxPjkh/UUzLzIAXdpUfy477hlLWM8BT8C+pJBWIV860IaW6zq1V39m0CT5e3rnHcGP0//YWcFVlQEAAAAARjWZ7GAvwUGiFLRAIHCxNbY21Y1IzElIKxK1tTW3tF64EXo3LG7qOC+/MQ54awmB/igsqbh2NzIxNZvMIxnrqXs4GGmoKpEVW9ujz4yeKrZ22USgPebZkuCpwPNAUUkVR1H+k/XL9HUf/ZLaowf1rHWZQUlJaEkvRqN39GbCjsL2uDebP8m9srb++v2UyppGYinJLy7f8uthLS212ZN8XOwt0XAQGpl09noIl8sjBttQGx3RPByMnawNiM6BLB7fQ/SZyaDsZui28DP0IWBYS0zL3X/8qpOt2TvrFqGBFJWYge99PezRY+DzBflF5RxFhX6didERJ5VcxAMRl3BnisfgQZEElH8GQw01tS8+2U+SfiYvRPD4+72HLwhAPx0+3l5IUkYX3/v1UN3Zz8f78L9H8TRKykpkldlHhl/txs3bFy5ewTdHR/vjR/7BI59dsrC8vGL/wUPJKamr1rxMnV5PT/fXHT9rqKv18pq+Pl4zZ0y9fOV6SEjYpCmzHRzsampqCwuL8ENmZiZmpiZBd4IL8gtRH+CX2vjFJ9t++VUcPl77KvUhRY7i15s+xxOQYxYveiY0LPzqtRu3bt/xH9tRJeL555bh+0OHj6BHNXvmdPwL7Nv3T2xs/PLnVpPjAwP98Dos/nP68iLdvtX98pifC0lLS1NXR/vT/23CN+r4r7/83N3NpS+vgH/Qtp+3fPn1lpyc3Pc++ETm0bVrVr72yovkYL8+xJ4UFBTiDxc3yO0NqvHjx56/cDko6O4gBKBdXJx+2rpl06Zvqmtquz7q4+256YvPdHV1qCO/+2bTxi+/xXNm1+kVFRXeenP9C5JZtHfLli4+euxkZlY2bh/45/CSJQsNDfQRGG7k2ewfXnvb6yVpwe8DV85/8sJaPBK3axsbHF6QbicsnjBlx4aOsxHwOvTF0HtHbl3NKS4qra6SY8kZamub6ul72Ni/Mm8RU7LaTVVSVbnn7IkHKYkZhQU2xiaetg7vLn0+NS934f/eIyY4t/kXTzvxmSo7Th7ZckhcI19RTj7zyLlD1y8dvHK+qKLC1cr61fmLx7mOwQ81tjQfuXn1fMjdoory8ppqDWUVIx09Mz2Dad6+8wLGkz8U/2IeLy4n2n9++MVED8+dJ/7Dv0N8Zoaxrt4YG7vXFy4z1xfHHA9euXAtIjQyLYUjL+9gZj7V02/ljDlocF0IuXc9Miy9IC8lN0eVwzHU0Z3gNmb1rHk6ahpdJ8Z/Gn5bbkQ9yCstxTsrHC0sHUzN18yaT/w5XYUlJRy+fikxJ6u4ssLLzmGW39gVU2b08ssIRcI/zp8KSYhNyMrEW0v2ZhbOFpavPbOErA7ei55mm7FvvJhVVIAbL85+5ut16/F7fj0yNCotVVFe3s3a9oVps8e7iT/ce3HRh65dislIrW1sdLaw8rZ3fHPxcjwzUH/EwM1+pIuhwefv30nIziirqbEzMbM3NXth+hwXS+uub9Q/Vy+eCLpZWl1ZUVujKKegq6GJ36tVM+bKvCAYIiD9DAAgQQYadEXujyOLQAfqWNoqa6c1VBAT7Iy5CQFo8Ph4IsHfCR07bcarmRgpqNApJd+kSWjaqC6DAQAAAAAAHp/MxqwkLygiNnK7BgfF66AC3BDhNVJJ/VTG2DG2LjbGIbFZWfnia0jWNzafvHTnZnDUwlnjnO3MEeiD1Kz8m/eiM3OLyDH62ipjHEy11DlE8gOv/ktLPssWfpZ8InTpf0R9x25jiwiSi8MK/qzWr5xbUVUH6ee+67pfrv2MjjbJaeziMzoYIrqkGxMKBAKiN5P0Y+J7HQ3VZbO8y6vrboamVtc14afjw17lFTX7jl6Rl2PNnuwf6O2EhqSausZTl+8mp+fhrpscyWTQrE31vJ1NqdFnamXNjtrxlOLx0gLR0IeAESpRcnUFV3sLNMCiEzPx/Rgna/QYisuq8L2x/qNcjp4mvfgD7hPER8PpIvGKhKitU/oZMtBg6CC/ccgTcNqvRTB6o8+E4RGAbmnlMkfWma8uzo5KykqNDY3qamquLt2v//n4erNYTD5f4OPlSVaZfWTffb3RyNAg9EF4WlpGU1MTMRIvAxveWr/gmXlHT5xMTU1PSU7Fi4S+vl5ggP+6dWv6cmmALd997efnc+HC5dy8/ISEJPyCTk4OUyZPXL50yb37IUF3gmNi4woKi4yNDB/6UkuXLJo0acLhQ0dSUtOSU1LxYmlhbu7r6zV3ziyZACheen/8/puAAN/g4FD8+vhdsrezCwz0w6+w+fut6PF88O4GT3f3X3b8lpGZpaio4OTo6OU15uV1az757Is+vkK3b3W/PP7nQpCXk9u/78/D/x4JDX0QF5fQyuU6Ozu+sf6V3osQy/D28jx94r+jx05Gx8SmpaeXV1RaWVp4uLlOnz6166zb9w/x0YwN8MevGRL2YHDqIk+ZNMHD3e3SpSsPwiOzc3JLS0otLM0tzM3we7Jwwbyu3xwqKsrbftoS9iDibvD92Nj4gvwCvCZkZ29nY2OFl4i+LAVI8um//dbrb2wQJwi5XN4vv/z64w/fopEur7DU1EgPjSyGWjruNnYx6am4zRPwYzJS/Rx7O/FAKBK+uvXbi6Edx+xbeby6pobk3OzLYfdvRIYd/fJ7NrMjOXT67s2P9/za0CztZGIz0vDtTmzUO0ufQ73ad+nsZ3/+RrSDYqI+XL4aictUVy/87P3s4o5TVspra/AtOj3l1N2bCVkZn61c1/WlUvNzNx/aSz4rLT8X3y4/CPnroy92nT56MyqCGF/f1FhSVYkHK+vr3n32Ib/ek5JfXvrBrl/uxUWTYyrqavENv0t/nDt16PNvfR07zqPAGzC/nz3x478H8CdFjgxJiMW3Q9cufrB85SvzFhOXvSPgD2vT3j1/XzxDjrkVHYFvESmJPIGw29+nsKIcf774/STH4N8N347duv7rOx8RGfTHUd/ctPLbz29EPiAGaxsbiisrLoUGb3tT/LHuPNlxalBoUjy+hacmn/z6R+pfNKCzH361T//YeeTmVXIMfivw7djt6x+uWL3+mSVkj4pfc9Hn7ydmZ5FT1gka8G+SXpB78s5NPPHbS1Yg0B8D3cFC+hkAIAMy0IBELSDUsUNOcnhoranXR4mXiMmSq0pCijP9Dfp36SQAZBxNi6xqbSQHV+g5EYF7OqUItMyBSfTYxyP3H7mYW1Sy6b11CAAAAAAAjDLE9g6NUge62+CgkCEUX0JdKKLWT9Vg0GeOdS6rqn0Ql5NfUo1foba+ce+RS2oqnIkBHr4eDmwW1C/rXlZu0a37MckZeeQYXU1lD3tjXS0VStXnThVbO2LQ4vJ4jIdWbEUQWxw+7oUnWBjrG0ribvJybGMDbQT6qdZZ80MAABAASURBVOsZHURbfBq7SHxSB40mpItoeHGR9GZ0aRhasigJBEJ9bfXls30qaurvhKeXVtXh/g+/SCuXf/LSndOX79pYGC2YMVZHWx0NDZdvhUXGpdc2NIpE0iBjG2pTVVIY42Bqoq9GRp+x9qxzn4rHk3s4ofAzGGGSM8Xftg7WA3sNtKqa+vyiMg01ZTPjxzqUqamu/OKymcqcviapUOd1OWoGGjck0Wfp2h0kn8EQRGxxkEddup7Uh0bllxFtKC+vZJbig69/nT890NXeMquoFq+QaKoqGev3dVWJeBGhhEDAL6yof/O3MCQuz8k8tHFga/UD8LT8/feBn37ZaWRocO3KOQTAY7sXl7f9mLjntDVQfGOmmRzekcDGd3IsNpspQZwr/8hnFK3/+PuxPm5zp41T6s9aKYH4msAEYvwreUlrwv4jHlJmy6ev+QYNjM//2kXmX3e//xm1RjLpkz07D1w5T7S/f23DC9Nmo55L+W7978DPxw6Tz7U1McsvLWnhcckx5Ctg2SVFE95cJxBKs7YcBUVLQ6P0/NxWHg9/Kly+tIB61wrQ5L4MYgJzfYP7u/bjxsL/vReWlECMxHsubIxNUvNzqWsId3/928rQGHWuAE3A61L2pmbpBfl8yWUNqPDrV9TWNrY0E4MKbLm4/UeVFBRRD6ob6vZe6EgVN7W27jl3kmg/M3aShX7HeRRzA8bjtwj1bN4nb0emJhNtFpNpa2KaXVTUzG0lf5PQPQfIOtBfH/jz9zPHe3m1V+cv/mJ1Rz3+/ZfPffrHr+SgtqqajoZGSl4u9Xxx/LYUnrxCtPEnMvGtl3JLS4hBDWVVPH1qXg458Y1tvzuY9XZRsIdWgCbZGJuVVlfWNzXKvIIqR1lZUaGwopwcc/yrHwKcpdUWB3T2w97a/sOJIGl1fHk229pIPIORM8w3L72+dtZ8or12y6YrD0KItp2puZ+jS1FleXB8bHNrCzHyjw8+n+M/Fg2Mr8Mu7IoLItrTzBwPTF/TxydezE5Yd/0A0dZWUIpfuamPTyxpqvM49DU5eHbMc6bKGnJsOaKbZeF5l8ki9qY9Tgc73s9j3vRxCvJy6EmD9DMAoCd8roiagcacxqoGLtJlsVgMensRlfYDBcQEcGxgRCK/KYTkThl84/GaudyJQbvKudKTqdx1TC4teAsB8Ki4QoH3v9+WNzcQgy4cnd9sZ+LNVbxGJb7D/2Phf2y8bkX2P09kR/Bfh89Gxae+88oKGwtjBAAY3SpqGovKanBDrq0Rb8/Jy+PdZmIsicfcrAOjHLnzE69M8fn85vqKugLxflpDG3+O6kirKAHAsEPuQqfuJWtfbNuIJVcoFAmJ/wuJoxjiEeJ78RaSsKSyNjwup1DyJUJQVJQf5+08fYI3AhSFJRUXb4SlZuWTYzRUFN0djI311KnRZ5mqz2SEkYw+Q8XWkYHL4x+/ePd2SKyutvp3H65F4LF125uJpNp7s/Y+jejIJP2ZpEeT9GZ4mqCI9IzcUoFIRCShkWSZUlPmuDpZzZ8WgJ6SkIik2OSMjJyiTmPb2jTVlQLdLdRVOcQeSrIPofYbnaPPDy8eD30IGEnuhMVn5RevfXYGGkjX7kYePX9n2rgxS+dOQIOOWt2ZuhZH5p6h/DMYgqhfOu3nXnYTfe7LV1JOwlV+axOfroI45uSOLLw/nSXJKDxmBmzwDY9TSOsbmv45cTXUzNDb00NZWRkBAAAYQfBK492w2Kj4tPkzxgV6u46Y7UNtdQ2yXVVX18uUPAH/9L3bRNvFyuavD78w0tbBuw2uhoe+9MNXxPiIlCQygfrlvj1k/HTVjLlfr1uPV0Baebz3f9t26u7NXn4QsYIe4Oy2fMr0nJJiHclvmJKXHZ+VSUywYsqMjWteUVbkNLY0bz/+72+nj0l/emoSEYCWsXLGnE+eX6PKUS6vrfZ66Xky0mqopfP7e5962jlw+byV335BVGJu4XFj0lPHunr09OvVNDRQY7hUZ+7dog7amJj1EoD+59pFMv3s6+j810dfaCirNrW2vLX9h8th94nfZP+lcx+uWI0kbyyZflaUV9i4+qUpnr54L8b1iAeb9u1pkqS3d589MdMnwMveEUmyyN8flkZd8b6On994d8nEqUhS43nVt5+nUGLNpF9PHSPTzz+uf+e5qTNxI7OoYPW3X2SXiPe5bDm87+BnjxvWH2Nr/9u7n5jo6OF5Y87HG+Iz04nxeP1025vvzQ+cgH/bLYf27mivBn0/IZYIQA/07PcgOZFMP+O//et1r8uz2XVNDRt2bL0WHopH/nLs8NJJ0zjyCvhFyCLW1FR0TUP99PfWF1VWOFlYZVHqlIO+wAt9UEh0dELa4jmTvNwc0JMzTNPPVVU1d4OC01PSExOTM9Iy9fR1zcxNrW0sn12xWFtb9tpYt2/cefO194j2t99vmr9wDhp66usb/MdMJNoLF8//avPn6Emj/oiuXN2dDx/bh0Cv/v7jwLYfdxLtg//95eHphh5VQ33jyeNnEuISM9IzK8orrWwsLa0sJk+dOHZ8P67xMgigDjQgUItAi4tnSA42CxkMORZzlannj+l3iMliyvNPZUYvtPJAADySX2Nvk+lnbLmuI3Fskiz/TJekHBClMhN6Egcmx7jYRcWnRsQkQQAaAAAAAGB06ro9S1YTpNFE3VWDFtdPxchq0Ea6GvqT1UoqaqOS8vKKxVdvb25uvRIUcet+jL+n00R/NxVlDhrdikor7obFh8emkmM0VBWdbQzNDTWJ6DOdJg09UzOLTEpikVKxldZRtRUqtg5n//txX3VtA0dRftWiaQg8Cd3unWsvKon3/0uWHHHfRRcyRET5Z/HyJWBIzugQ92a4Z5vsaz/ByyY9tywqOb+uoZl4wZr6xqCQWHwzM9YzNtQd7+OqqT4YaR/caSSm5SSl5ZD1ntv/UqSnqeLvbqHMkSf7kJ6iz2TxeHFCmtKNwBkUYDQY7+uCb2iAxaeID6y7Oliip4FGKQJNjiF3aMucGQLAECGz+krewwk5w+kaOpm5RTn5Ja4ujlMC4bRXAAAYaZqaW/49dfVeWNzzi6ebGI6E+iVKCh0FrWsb6nuZks1k3d+1P6+sJCot2cncykhbB4/EG9ez/QI1VdSq6mvxYF17TV8un3c9IoxoWxoaf/vS65JrsogL6257873QpLiSqspefpazpfWxL7+nrvTYm1qkHz6dkpeLf/qzk6bh15H88oqLJ0whA9C1jQ1dXwr/bvin4y1/3NZR03A0t4zNSCMeen/5SqL6rxyLPTdgHBGAxop7/d2elP9uSEsv43dm25vvayir4jZHXmH7Wx/g3xC/aa6W1r6OzsQ0ZCVv7Pf3Pp3q6UO0n5s601BLZ8VXnxCDf104TQSgb8dE1DVJ341nJ04l0s8Y/tS2v/XhtPde6/r7HLp2kWhM9fIl0s+YlaHxx8+vfflHcfXfG5HhjS3NvdTG7ostr2ww0REvOHjOCXByJQPQC8ZOXDhusvQXnjydDEAXV1YQjYGe/fZfltZBV1dW+eal1/EsgSQVqX9c/zYRgK6sq70bGz3TN0BSEQu/mjhd/cfZk3jKqV4+eNbCTzz21Y96GprEzAkeQX1D097/zt8Pj1uxcIaO1hO45NxwTD/jX/XYfyd/2767urqWHJmZkY1vN67dPnzw6Cuvv/jcymV4hyYCnSUnpSIwNPzx+96/9+xvamomx8RExeHbiaOnx08I/Pjz941NjNCQARloQCL3vkkuDI2PkzFEQsZzph77ciMqedL5+cvQ87PNXeQY0AmDfittrt8R3XEano28RqCaCb09AU1ntIccaHSZYhiPz9FOfHgmPacAAQAAAACAUeyhwUGRODwoogtpkgChOEMoPjNUwJCkBsU5QiM9DT0t1er6xqjEvIw88UX8eHxBUGgsvvl4OEwO8NDWVEWjDF8giIxLCw5PLC7r2OFsoKPqZGWA76mxRZmcYnv6mU5efIqMLZJbpgiiz8PcGGebzLzi11fOVVeFwnlPErU3IyKABNwkzugQSXo0Yvsa92ZE7hkvbUQMWlINmm5vaWBjplvX2BoWm1lQWiMQSi+dmltQim/4KLCSkqKRnpaLg5Wfhz16oqIS0vGhkDuhcXUNTbJ/muTcCXsrfUsjLboUrb2foHUbfSarPpPF47tW2aS+bwCA/sLdRkZOEV7mrM0N0VNCrd8hMwZB9BkMYd3GoGUeGm2G2bEloUgUHZuQnZO74plpzg5WCAAAwMhSUFy6ZeeBsT5uc6eNU+IooOGsubUjC0jsU+udqa4+vuHdB5GpydklRYUV5bejw4n4KdbC5RKN9IKOq7xNGeNDfWUWkznVy/fglQu9/JQZPv5dV3rwiziaW+BbM7f1blxUfnlZTnHRpdBgcoIWLq/rS7nb2BDpZ4IOpeI1kX4maKmoke2m1hY08Mi3yNHMAr+l5HglBcWov/6lTon3xlyVZHCROAhuTqafCRPcxzhbWidkZeB2dLo0/1dYXk5OMNM3kDq9k4WliY5efnkpdWRZTXVZdRXRVuUo3U+IJR9qaxOR7dS8XOqb1l+K8goOZubkoLZ6R8LVU5LbJuiodYzHnzX1FQZu9kvMkdYX19fUIitzk2OIwHRGUcFMySt4OzgFx8fgMfht/GDXNmIaLzvHWeI0ticEoB9TWlb+1z//PX2i74yJfngvHnpUwzH9XFNT++ar78ZGx/c0QX19w4+bf0mMT/7xl+8Q6CwtJQ2BIeC/f47t+HkXOaihoWZiZpKVkd3QID5H5U5QcF5ewb8n9quoDKEDP5CBBqhT/TNJAFokPW7EYct9aDPhw8RLxGTlzQ07Ym5+4DkdAdBPX4ac44kE5OBHZgHieYzOkDloSaOUeUNPaEcwm8X88oOXn8jZZQAAAAAAYLjrJTiIV0WJ+qkMkUgoqZ8qFBJbRkQVVWn9VB0N1an+jr5uFrEphclZxUJJavBBdHJ8cpaNhZGPh729lSkaBaprG2IS0m/ej25p7TgqYWag4WJrqKHK6T36TBmUbntKNkW7r9gK+x+Gl/iUbBd7C6L9zHR/eTk4WDBQZOKA5I4dyRkdRG/WUdi+UwxaKIlAS/7TZDJnjnPBjcLS2uiUvIrqBjIJ3djYnJqZj2/Hzt3CL8tRlNfX0QjwcnLtf/gnt7AkMSUnr6isqqa+uq6BhmQXavx3qKso2Jjp2VvotJ+XQpOcKk2nRJ8l/Qmj/cSJztFnmarPcAYFAE9QRm6RQCh0sDZl9CFH0QseX/DOl79bmRm8s24R6r9uM9AIDlWAIa/b+XM0z7TDsrhObV3DrgMnnewtlz8zTUNNBQEAABhB8Brm3bDYqPi0+TPGBXq7Dt8v6TpK1WR15Yd/WyXnZv1x7tSV8ND69mq73cotKSLbupoaMo8aaumgXpnqdl9d+1pE2D9Xz9+JjcZbGqhviMrKJDlmx/4mTZWOhxTk5Mh27ydKWhoYFZ++Rg6WVlfw+J++AAAQAElEQVR5vLicaB/87Jspnn26/kNVfW1ze8zaUPsh70ZhRTmXL92LamHQzdmlFvqGRAC6qLIc/z56Gpq4QT5qoiv7+gba2jIB6Jj0jsqpJ4Ju4BvqTlpB3uMEoLVUVKlLijyr47NQV+qY9+TZPX4WAzT7tfC4WUUF7T8ie8kXH6LupOfnEY0dGz5c9L/3ckqKyYdKqirP3b+DbwpsubeffW79giXU2D3oL7yAX7xxPzwmacXCGXaPdMhEJv3c0sgf+ulnbMfPu8j0Mz4EsmbdC5ZWFqpqqhnpmVcv30hKkEbzL1+8FjjOf/7COWj4UFRU2HtoN9HW0tJCAyAtNYNoGBkbzl84V+ZRbZ0B+aFARllp+ZZvfyLaamqq32zZOGHyONzGRxFOnTj3zcYtuJGbk/fdVz9s2fo1GkoeIQMNRiqy1hY+gEQcHptv5PRPfnRCvXTd6deY2y84+Okpwk4e0A+x5QVnsjrOMJypYWmjqMEg671JYhDS+HPnS10/KZB+BgAAAAAAVN0GB6n1U6V1U3uon0qsw47ztPFyMktIL0jIKG7l8ltauXHJWfimpaEa6O3s5WqnqCCHRqKk9NyQiMTkjDzqSGsTbRdbA2WOgjStKEku9hR97iW2CBVbh6+C4vJ/Tt/Myi1+Z90iJ1szPAbSzwOta/iPcn67qP2kDnFhe0bnGLSQCEG3x6DxeDMjLWN9dfzcqtrGhIyiwpLqplY++YPw+MamloycInxD6Coeg5dfYwMd/Go9/W61dQ1NLa2S5yIupXgTJf3chrsELXWOuaGWjRmZe5Z0CDTpySdEN0FcOaqj92jvQ4hgNL3TjgQ4gwKMIo1NzZt+ORTg6bhgegAaSMQ3voP1457fVVpe3crlCQR9TTh0RS7R1KPnsJiDYQRmVzRMA9CExJSsLzP/nDU5YMp478c8IwSAEebFF1fhGwJgOGtqbvn31NV7YXHPL55uYqiHhqGUvByybWVo3PvEPx05+NPRQ0Qbr6DYmpg5mFq4WdvsPPFfRZ24Ci8+aE882vulVkQPuxSLhrKazBgun7dm88agmChiUI7FdrKwdDS3NNc3/HLfHmJkt9+zLGan3BJ1tYoatB1kbMpv1dTa2vvEcpSg8EOvYUNEpZmU9C2PL7sp1TU+zhcIUB9kFuajx8BiyXwWHR8G9W/sycDNfi3ch3wEhIwi6Z+vp6F585c/LoXdO3bremhSPPXda+FxNx/aW1hR/v2rbyHweCqqarf/ecTT1X7x3Emqykp9f2LX9PPRrRlDP/0cExV3/Mgpoq2iovzrnm0enm7E4Njx/mtfWrn5662HDx4hxvyz/9/hFYDGh3m8fTzRQEptrwDt5e3x2hvrEHgaIh5ECdu/Yj7/6hMi/YzEhwQYS5YuyM7MwbMuHrxz6x4+XIrnCjSU9DcDDZUVRiTy2L/4mJOkUpdIKD5Ctslh6sLQg8SjPJFg4/2ze6a+gADomzbU9t7dY+SgPI3xqsEY6SFLafSZPnDlnwEAAAAAAOhWL8FBSf1UkaQhWz9VnH5uj0ELhSK8EuvtYulqZ5yaU5qYUVxb34xfp7K67syV4DuhsZamhmNcbewsTdCIUN/YlJZVePlWWE1dR20OFpNub6HvYKWnIMcmMogyOUVm+zo/kzwBsufoM4KKrcPWnbD4gyev44YSR7Hv5XvAE9Ftb9beoYmIpQz3aWRvhpvtuWcyBo1HtknuRTqaqhPVlcVHFtpEGbnlGXnlFbWNXJ5AZoHE0+YWlKJ+wvsHaIiuqixvpKvmaKmvqMAmQs/4F2/vD+hkrJk8m6K9P+kUfaZ36D76jKAbASNdWnZhTW1DWUU1GmDJGeKjww7Wj7s+U1ZZg+91tZ9AkQJYugEYvoZxABpJStmfuXInLDpp6fwpdqPjuj8AADCqFBSXbtl5YKyP29xp45Q4Cmj4qKyrDUtKINp4K3msq3svEydkZ5LxU2dL678/2mjUXrr4t9PHZCY20emIg5dXy257UAv0dovNlD1tet/lc2T6eeG4yT++/raCJL6cWVRABqCHEWVFjraqGhHbLauuknn0yoP/s3cWgG0bbRg+s2MnscPMnKZtyszMuHbduq3tmJmZ18E/6pipW5mZmbkNMzM6Dpj+k08+K3aSpm0431NV+XQ+y7J8Okl3r947LhKK+oeHK+R2eNHNwZE00OA4NaeBXZeSk0UCe7mtn5sHDgI4RtE5RQVRgUHc/Gkc62KCv4dZDPry4mWPz7sddTBatfg52inwriOu0mP69v/n9Q/Q9ZCKxbgc4qmmru7YlUuHLp49cOEstZH+a9fW+2fMue4TBUBzOHsp9lp8yoxJI0cP6dOcW/oG1c8FGWqaoWOqn3Hr6kfvfUoXl95/N1U/U55/+an9+w7m5eSHhgeHhAWXlpY5OCivu+a4mITV/62LjYlPTU719fPBbxwzbtT4iWOsc1ZVqTev37pn1/7c3Lz8/AJHRwcvb09fX++Ro4dPmDyOZrt04cqdC5aSeNX6P2tqan/54ffLl66GhAZPnjph4Z3zG9yMiorKof3YD507f9Y7H75O4vfeXv7f32twEBERtmbzP1evxq5ZuS4uNj4jPTOyRzjeCXfcfXtzvma1uiYhLonEoeGh6KbAv8K61Ru3bdlZkF9YUFCIuytcXV3DI8PmL5zTu0/PBvOv/GvV6VPnYq/F4cIWFh4SHhF297I7G9vgfXsOHj5wNCUlFf8cCoU93r2DhwxceMd8J2dH68yFhUVr/l1/5PDxrIws3IodFhGG9/Dtd8738fW2yDl3+u0J8cx3X3zP7S+99tzuHXvxj4g/orKysld0z6FDB82/fa5IZHlDnZuT9/cf/125fDUxPikiMrz/oH73PbgENc7JE2f++OWv7KycwoIivOjm7urt6z1j1lRclrhOJ3YKu2kzJmdmZhUVFo+bMNpiJfgrk6CyUpWZkRUQ6I86GA1qoPki3tCZrqCB7g5wLdDwT4xjdrhivSBK6THPM2p97jWSc3PKpSU5Q4d4BiEAaAYr487EFOfSxSUevR3FNqZOSwEdvZZ0X1p3WLYU1TW1J85ecXVyiIqAogsAAAAAAACwXE8GbemfahwqR8+6QbPeqXqhUBAd7tczxDsrv/RqYnZqFtN0UFquOns5Hk92trJ+PUPHDetjaytDnRDcy381LuX0hbj4lExuuqNCFh7gHujjJDIaOxPTVqFQiAOu1tnC9Znj2MozCR9B+twVCAvywb81Luczxg+2kXZN7/MOznVl0KQ2Y2TQzMMbuPLic5TQuHGXUUJTGbQRQ0SQZ1iAu97AmOqkZRel55SUVagrqmo0Gq2ea7ODXzbbsrIhEyADLhU2UpGdXGonkzgq5J6uChxzjn3E1Bwm42f6bASpUUjVQZTQbADSZwDgkMA4sqOQAG/Umqira9Iy83DF7uvlhm4NXKs4KO1w0xwCAKAb07kF0IS8gqIvf/qvX6+I22bemIkdAAAA0PHBt7KHT148dzl+1uSRwwf27hT3lvhm/tUfV9Rp2VGcpg4eZmvTVBPkgQtnafz+fY9S+alWpys2CnkR56ba29V8G7D1+OFnFi6mK88tLtpw+ABqErGVH/Dhi6z6WSoWf/Xk83yT2XNBqVne2rlu6YN9/IgAOiEz/UpKUs/AYJKO9+dLP3xFvlef0PBty7/C32tQZM8TVy8ho2P34UvnRvbuR9eDF/HbSRzpH0ACf3ezAHrdof0TBw6hi1uOHSoy/V6UAI4A+mJSPPeluPTU07HX/Nw9/Nw9fVxdBfxGh/RqVVq7+Pm5uZPdeC0lGR8U1KK7VlP3+44tfm4eeBf5e3hKROL4jLRTMVfT83Px9MKie0J9/Mb1G4AnnPmrdf999Pev5I1XkhNAAN1SVNfUrt6058SZK9f12u+k6mdMQkLStauxJLa3t1u0eIF1Htx38uuf3zs5Ocma/aTNv3+t/uyTr2qqWffrmGtxeNq0fuvsudNffuMFudxc5xcXldx3z8OJCck0JS83H0/nzlzYsG7LAw8ve+KZR6zXHxMT/+mHn1dVMXv4zOlzo8eNQLfA3t0HXnrudbq1p06exdPqf9f99Pt3oeHBTb+X2j9jzp05f+jAkbiYeDcP16ioHvMXzu7ZOwpdj8pK1QNLH7ty6SpNqa2pLS4ujY2N37Bu81PPPnbfQ0u4+XNz8vDW4v1DUwryC48cOr5pw9YPPnln8JAB3Mw5WbnvvvUhfpWm4K+Zn1dw/uzFv35f+c2PX3D17rjo/vnbyhVffk93Beb40ZN4Wrtq/aNPPrj4nkX8hkY8wMX/i09X/PzD7zTlwN5DeNq0cdtvf/1gI5PS9M0btn303qcVFZVk8fSps3g6cexkVM8eqCHeevW9tas3ovq7Kykx5eC+w6PGjvjym0+ol/Oo0cPx1OBKcOfBgb0HSYyra2cXZ9QhsdZAX97PnGWoBpqea0AD3VXhcUyg8WWPXoDPKELczf9M2KidBQlqHXvl/NLR9QcXPMcZtxQAGkalqfng1Da66C6S3+YSSe2fhUQqwbF/5rfa2HHnr8St2bIvIsQfBNAAAADWFBSVLl/xZ61Gc9+iGdFRYQgAAKCb0YQMukH/VOIGTVSDjBU0q4rm+3k6+bg7qtQ1Mck5CWn5FSqmZaNSpT544iKeHJV2PcMD8RTk3xFb5yyo02gTkjPTsvKOnLqMY+5Lgd5O4QHurk52rFSRb1YoCkwPOpo10I1Ln5GxbQGB9LlzUqGqOnjicq/wAH8fpr3a3cXhf68/KJd1JoOkLkkzZdBMhcb8wU0+emr/bPaBNrACaKqExv9D/NyDfFwNbOcD86dKXauqrlFV1dbU4X4qVhAtFglkUpFMJna0l3M3iUqU6cwkYUZUziwwyZup7tnsBl1P9Yystc8WewAAugPlFYytVWgrC6CT0hhPsfBg31s/tgb1CccTAgCge9MVBNCEc5djr8Unz5w0cvTQvnD9AQAA0MWoUlevXL/ryMlL11XptT2JmenHrlyki1XV1Z+v+edSUgJNuX/63KbXIOb4RyZlZ/YPj8RBTV3d56v/pkN66UxPPTsrlAMjok7HMkqyrMKC29544YP7Hwv19TsbF/PKj19T1XXzoZJo/ImZhfnE5zivpPi7jWb3X9zKijoPt40eTzTNmMXvvPLRQ0+O6N1HJBS+9P1XVNU9KIIV7d05YTLNfN/yd99Y+sC4vgNxu8eeM6fe/eMnus6HZ7OiyaE9e7k6OJL1bDl+yPM35+cW3S2TSDcc2f/yDyusN8bWRja+/8C9Z0/jeMfJYxsO75szkjF8zSzIf/O3H45cOk+y7f38u0j/9hFMtHbxmzV8DBFAF5SVvvrjiuUPPYmbkFTV6s/++/uHzWtJnvfuf3TZ1FlZhYUv/fAVSVHXVH/7zCtKWzuySFy6Ce21o7owxGt/1JC+08YPb9Brv/OqnzElxqGvCGHhoba28gazWbv/NsHGdVvff+djEuN2zmBfnQAAEABJREFU0vDIsOzM7LKycual9Vvr6jQff/4+zfzis69R9bNIJAwNC4mLTdCZDq4fv/t11tzpfv6WI3x99N6ntTW1dHHy1InoZknPyHjq0edx4OTkIJPLMzNYY/vi4tKvvvh2xff/a/rtCXGJNN67m33IAX/Z+NjE9Ws33fvgPU8+82jTN19vvvoeVT9H9gjvN6Bvbm7eqeOnKyuZRrQvPlsREORPLY3rauseXPZYSnIaWXR2cXZ1dY65FoeMMuj773lk3eZ/uaLtV19868xp9jEeiVSCd29aShpZM54/cv+T2/ZsoD7QX33+7c/f/97gRlZVqT/+4POS4tKnnnvM+tWN6zYTMXpoWHBuTh5ZP+bq5Wv/rVyz9L67TPsq6ZUX3qTvsrOzDQoJTEpIvnDuEp6sV/vPn/9R9TMugX37R0ul0v17DxIr6EP7j3y2/KsXX30GNUlxUQkuY6dOso+yzJ47w64DPxLctAaaxxnGFDTQXQ9rE2h8uYU7xYQCobPU9tHAIZ8kHiY5E0rz/449dVfEYAQATfLp2T0lNVV08QnvARKh0Ch9ZsoV7sNk/jZk/9ziFUt0j9B/1u2KTUyrqKyyt5MjAAAAwAS+Ofry51VlFaoJowaC+hkAgO7MDfinGmXQxDwVX9kyGmjGOpV1hFYI+AN7Bvbv4Z9fUpGYVpCUUVBTy7THlpRVHjp5CU8yG8mwAT39vN16hPqjjseFq4nnriRci0+zSHdxkAf6uAT5OEvEIqJCpBatAoGASp/rLTZb+oxAtth5qKmt27b/1O7D53DBT83Me3LZHJIO6ueOA7d5h6aQROptTzoRjEpogVHhLCACaMYK2hRwldAkv3FOuiAMInuhwo5xGDEgsx10vSoUme/uuVplPp+6PrPVgoBVOPPMSmj2+QoBzk8qEONbeNZwvzUCgO7EQ4tnLJhe6ai0Q61JUjojgA7280AAAAAtQdcRQCPjZfHqzXtPnL3aAeVxAAAAwK1DVHojBkXPmDjSVt5Rmjw+W/V3E68uf/jJARE9UJMMiexF4xe++yI2LVWj024/eZTrwVymqqTxK3ctm/0Kq4i6lJQw7cUn6EsSkbhWU4duhME9eu4+fYLEs15++s7xU1Jys3eeOs5dT4VKhdocd0ennA270Y1z+7hJf+zcQjToheVl9y5/2yJDoIfX4/NuJ/HckeM2HN6/79wZHKuq1S98+4X1Ch+efduE/oNIbCOWvLx42dNff0oWf9i87vcdW1yUyqzCArwoFoqsRcCv3nXfoYvnNVrGzeLRz5f/vnNrdW3N1RSzHez80ePbUdTb2sXv3umz/tmzLTWXuY/9Z8+OM3GxClv5xcR4skMQYxHtsXjiVByM6zcAHyxnYq/h+OCFc8MeWTqu30BfV7eMgvx1h/aRzP3DI8N8/RHQ0uBGy4PHz5+5GDtn6uih/XtZN+hRDXSNWteJ1M+YkmJzSXb3vNWBtDAVFZVffMY+7dBvQJ9PvvjQ1dUZN93+9P1vK774Hidu37rr7nsXR0VF4DghPunalRiSeeEd85967jE7O9uqKvUvP/z+43esqfmFc5etBdC1NbUhoUGLFi/QaXU5Oblu7q7oZlFXVbu6uXzw8duDhgzAv+DaVRveeeND8tLRQ8f1xh62Jt4eGxvf2Et4bT9//7uHu/vCO+c3lgd/kYP7WVHj62+9RHOWl1fcMe+erKycqF6RqSlpNP/vv/5N1c/vfvTGnHkzcZCelvHkI88lJabgT1zx5fdffcfWwOvWbKTq58FDB3765YdKpQJ/39dffnvXjr04UaWqWrVy7SNPPIDji+cvU/Uz/hWefempkaOG4Tbuw4eOfvLB58Sz+ecffh89dmR0314W3wL/ZH37R7/9/msBgf7V6pqP3vsUfzR56eTxU1QA/ely8xnkzrtvf+6lp0QiYU11zbtvfbRp/VZkxYF97J6ZOn0SFc2/9taLzzzx0p6d+/BnlZSU1NXWiSVi1Ai4gD324NM52blksUdUxEuvP4c6No1poIfNYg5P0jzB7UoBDXQXg9s1xfY9MV69grv9+q3KupxRzQ498f6p7XOCo21FUgQAjZBWUfzL1SN0sY/cbbjSl8+xf2YGyG4T+2dk7Izv3SPk4tWEhJSM/r0jENDZICedTgScGYFOxE//bMorKA7081owYzwCAADo9ljLoJFRrWtMMdSTQev0AoGe4watM8mgWSW0l6uju5NiWJ+g9NzixLSC1OwivdHAQl1du+cw84y0WCyKCPbt3zs8KswftR+1tZrEtOyk1KzE1Oyc/CKLV5V2Nv5eTsG+zrYyKRUsUukz9X42PtlYT/pszMPnahzZ20yQPndycvOLt+9nrGS83J2njhmIgA4JrcpQfRk0qdyMMmg9qdlMNs96fBTrDUT9LDBrn42KZyqGxuvTUwW0CbJyY0CPZQO3cQlxBNBmC2fE44qe68U8c1zvLfVXZfFlAaAb0trqZ0xSKtNxHOTXCQavAACgU9DOAugqdXVZuUqlrm6wrdni4qaZsCZ2g/tMmzCi48jjAAAAOjsSVKOv02fmFuG2M6EIz/BcyLY5GZ+UNf5r9VtBfE44fPLiucvxsyaPHD6wN+rABHp4vf/AY6Oi+103Z+/g0Pmjx689yKi1tDrdT1vXk3R81x3q4xeXnorj5Ows3LaJ2/dwPDAi6qcX3njkfx9QCSlhyuBh4T7+n6/5hyyKhM06yy+dMvOvnVuJPrWgtIS+3VmhxD9wXkkxYoyBM1Cn4rtnX71v+dsxaSnWL7k6OP79xgcOdvY05eunXnpmxWc7Tx23ziwRiV9cvOTBGfO4iQvHTjyfEPfXLlbNVqupI+rnPqHhY6L7/W/1PxYrCfP137b862UfvUmyEYEvZWzfAZ888hRqP1q7+OF9uPmjLx769ANilJ6QmcZ9l6+r++p3PhYLRWTxt5ffmv3yM0nZmTgurawgW8XN/OPzr6OuiGu1BNduBfllvEodrl1xFSvENSxTxQpNY6+1RQWLr8z/Xrvj+JnLi+dO9nB3Jon0Upzxfq7S/vdxPFf9PO62wI6sfkZGoS2NnZ2d0C2zZ9e+okK2w+aFV591dWV2FP6pHnr0vv17DhKv4p1bdxEBdGhY8LGz+xPjky9fvjpz1lSJVIIT5XLZ1BmTqQC6srLC+lPwOfaXv35wdFSiluCOuxYOHsr0GeAW2wWL5m3bsvPcmQt4UavVlpVVNP0pGo0Gb3ZtTa2Hl/srrz3fp390tbp6356DX33+jbqqGhktnEeNHeHu0bC4nPRHkfivP/4VS8UjRw13cnZUKOx/+G2Fi4sz2SeUtas2kGD8xDFE/Yzx8/d9/OlHnnyEkfbu33uwqkqN9yGOqapYKBS+/f5rSqUCxzK5zdsfvH7taqx/gG9kj4i+A/qQPP+tXEM/5ePPPxgxaiiJ8ae4u7vdv+RRsvjv36utBdCYZ55/IiDQHwc2MumLrz67acNWrbEOpBbjRYXFx4+eJDH+3V989RnyxaU20jfefvnUiTN5ufmWO8e0Z44cOvbdip/xVw4OCcS/0WtvvvjWe6/iXYSaJCkx5d67HiotZQWjQ4cPXv6/98ie6eCIJPwFT/Rc/fWVrESzBhrXc0NmupKBKvWt5tIKtC+NmUDjSwyxSPxa+NgHLrAXIeW16ucPrf1u/GIEAA2Be0Qf2vu31jRCCK4pnvMdwlw2mf7xWX84gbmLs5UrlukThs2cMIJePgGdAm6DcyfSQNO6FMGJEujwHDl18fyVeDtb2eP33sYIUQAAAAAj3DsjGpPecK4btNE8la8TsOapOlb+rDfN2PQgHzd/T+c6rTYlszA+NT+3sJx8Sl2d5lJMMp5wrLCT+3q7+Xq69gwPcHNxRK1MZm5BVk5henZBcUl5flFppUptkcHNyc7b3cHPw9Hetp7umZqzcj2e2f/Gl0y66HrSZyp6BtliJyU1I1cus3F1ZtonA3w9po4dGBro3TMsAAEdm6Zl0KROIxUaHVhSwLQFIb1ZF92A/TMTI7NAiEifufdrxs8ycG/wieKZawLNN/tA89iYx4kbsXxG8PgEALQh+LhOyczFx1mgbws4QGdk57s6O0gbt5IBAKA70NYC6ApV1cmzVy/FJBaV4N52lVarQ60AY2J34sKZS3HLFs2MCPFDAAAAwC3jyi8wlNat35WCOgBV6uqV63eduxT75P23o46Ei0Lp6+4R6Ok9vGf0vFHjmu809umjT/cJCVt9YE96Xm6ZqlJuIxsd3ffxeYtKKysWvf0yzqCuqd5//iz1IZ42ZPjqtz/+c9e2qymJOcVFvQKDh/Xq89T8RZ+vWUnXKbdp1lNAEpF404dffLN+9YELZzPzc6vral0dHKcMGvbkbXf8vn3TV+v+w3mOX7lcWF7qonBAnQR/d48dn6z4eOXv+8+fKSorLamsdLSz83BxnTZ4+H0z5tiI6+ntlLZ2v7701uFL5/adPXMq7mp6bi5uYYkKDO7hF7h02iy8Kuv1L3/oiZ5Bwb9v35xTVIh/L2eFEud8bM7Cn7ZsaHB7ogKDdv/vu6/X/ZeYlZ6YmZlTXOjh6Bzq63vb6AnTh45s95aU1i5+TvbKVW999MOWdRcS4pKzs1JyshW2tgEenvi73zFhCvfncLRT7Prft1uPHV5/eF9mQUF+aYlOp3VROng4ucwbPe72sZOaKevvdEzMcsKNdIezL6IOQEp69ntf/jp3yphxIwfQRNLIuOqTeurnvqM9Boz3Qh0bRydzxVVSUopumdgYsyNyZUXl6VNn6aKHpzsRQKdwLI3xiSAsIgRP1eqakyfO5GTnZKRn7tt9kGaoqam1/pTBQwe2lPoZ07dfNHcxINCfCKAR49Bc0/R731/+1rsfvpGZkWVnb082SalULL7n9oqKym+/+gExAm7Vvj0H7ry74dOxSCTsP6DP0cPMOANpqemvv/QODrx9vKL79ho3frRi2CCuALqosJiaGdvb23P3rcGkcsMkJST37tMTB4nxSSQlMircy9ssxLe1le/cv4m7GbhHcP/egyTuERVB1c+EIcMG4RVeunAFx1cuX0VW4I3s2ds8mINMbuPj602Mq2tq2Z+Pbjlm1JgR3AsA/PbhI4asXb3RYrUDBvUjmmm8D7/58ns82dvb9RvYd/jwISNHD7+uAPrt19+n6ue7l9757ItP4H5A1EkQS/gLHu/505tnKkvZcQMu7iuVygT9JrrgXl6k51GBLJhAdz1ol5KxS5/pw9YLhUKDfoRL4EjngMNFqSTbxuSLo33DF4b2RwBgxcdndl4qzKSL85zDfaT2RCVBjJ+NGmiz/rkN6hCvWxirAWgX6nuJ1ZtbZGhfGuuAb9A/EgA6FLgb6L+Ne3Dw4F1z7G3lCAAAAODQmHDQdAusp6pBPlE68wV6IUcAzSQazKGeGVcnMsgrPMCjpk6TnV+anV+Gp3JVNVlzeWXVldgUPG3bx7RCeLg6eXs4e3u64otme3u5q1iqUvcAABAASURBVJOSaE9vmnNXEgqLy/MKilXq6kpVdUFRA+1vdnKJm5O9h4vC200hlYjNxqs8vknVzDMLnVmpM89s+YzTG5E+g+tz5+XY2WsHTlxKzcgdOajnPfMnksR5U0YgoPNADzfuvQmt4owaaINJAG1WQpsCA/OvvgDaygGa1+CtGfFQQJyHHzg+0DyzyplnNng2PRqNLJ6RBukzAFhw5lK8p5uTVys/5J+TX6zRaH08XfFJHt0aqir121/8jS9mPnzxXgQAQDem7UQkCckZm3YdjktKJ4s2UombC+5Dt8eTws62sXeRi5ute4+hG0QoEIwa2jc00AcBAAAALUG5XuFmzx8YrCSmpHhuHmaMx0esAzS6CbbdeCWP6d87Yv6MsaidePe+R/CEbhylrV3Oht3W6WKhaOnUWXiyfsk6/9WUZFdHh0GRUXiyeEmlriIBvkX3dHYh8RPzbscTahxnhfLNpQ/gySL9pcXL8MRNcXd0anD7Md8/9yqerNNHRfdr7C2tikgofPXu+/DUzPwje/fDE2o2iydMxZNF4iNzbsNTg/nxT//6Pfejm6KxYnNkxS8N5r9n8gw8WafjY7ftix8B1xMPz2p4z1hgI5bcNmYCnlDnpLS2eu6W75qZuU7HumhfdqzE8zs8e9mLbYh1IR3pkce2y7VpBTuoT1T/PuYB3KkipN94l+2/pNP0K8fzI/q5+IQqUAcmIMifxvl5BY1lKygocnJyaI5+NOZqLI3vu/vhBvOkJqdxFw8fOrbmv/XHjpyoq61DzcPTuyV9tZ1d6rVVSTmaYz1HWNwYuCD6+ftaJPYzOStjcnPymnj7ux+9iXdUclIqTcnKzMbT1k07bG3lDzxy7z3L7iR7/uqVGJpn/dpNeGpwhSkpqb379CwtLausVJEUdw931CR5ufnErxrj69fAHSJOJALojPSswsIil/p7DC9alA2phN2HuLfR9BHmneDhabk9ru4NOGQvve+ua1dj9+7aT1MqKioP7D2EJxzPu232sy89aW/f8EhzVy9fu3DuEomfeu6x+x5cgjobhzemUfUzRmYv8IuywT235MKyg8jOgBaHKtoJzJGFu7gEBr2Okay+ETF+zok/K7XscwUvH1nX380vSOGCAIDD6bzULy/so4tuItkDXv2EzO0p+4/cqFL5c2NmTkB3xkL0zHUX62gaaAtFFDdAnEoVAUDH49eVW2pq60YOjo4I8UcAAABAQzQtg+bzGVEgiYlXKr7M1Ql0RuNnZpHqofX4jkrH+qnii+EQP/cgH1ecqK5hxNA5BeW5hWUVKvMD8LkFxXg6cymeuzGuLg7RkcHNvK5ITssuKC6tqFQ3nU0qFnq4KNyd7T1dFXZyKdd1lQ7VQjxZzXJnPtU9swHxbCUNpeTtTVzkw3VRJyI3v/jXVTtx4Oqs9PNyQ0Anp8FHNHkmK2jEtDDTey+BhRKaVT8ja/UzIvdkBksHaBKwi/Uw3TDx6zs80yVU3zAeKhAAsAAfbj//twMfnt++94RI1IpiwrRMZsDMAJ8WqP9LypgOVkeFHQIAoHvTRgLonQdOrN16AFeX/j4e/XtHDIiOdHa8vlSCXv3cqAA6KiLotunjXJ0dUKcaxBAAAKAjU4EUHraywX38JVKJWIxnEpFYLDSCm5+4d4w3yo3q81yclHfMnRwezBj8d89K/qFP30vJzcY/gJeL69ML7pg3ajwyithOXru84cgBkifE21cmkSIAaGmg+DWNRq89kZN8g29Cl52Y+/N3o/z97Z0kYuYfrmZFuHoViWj7fttUsO6uzovnTw7yY32dud54mLCBStyxsuu3LJKoqdOv/vrqwid6eofYo45KUGAAja9culpeXtGgse4rz7+RnJQybuKY8RPHDhjYtwkltFajRdcjMyOrqkotl8vqauueevyFwweOknSZ3CayR0RYeKiPr/dH731KEhv8ZR2ULWb/jOornhHT3NwCPsHOzk40rm7SRtrFxXn1hr/37T24deP2U6fO1nIcr1Wqqv99/FVeXv4rrz+PF7Xa6+9bZNKXCzl+8NXq63S5iTljn133ysFap26xAzF8oeU+FHC2R6PRWLxKddJc8Ff4/Ovlp06c2bh+y7HDJ6idM2Hdmo2x1+L+XvObWCyyfu+1K6wQHxeze5YtRp2NvatSzu7PpotSW96E+xxtFDyDaQBMnoFPuzqg+6FLwu2DoibQPnKHDyMnP3aZffihWqu5d9cfu+c/JeZ3zfEfgJugpKbqvt1/0EUB4r0bMEYmFDGuz2b9M7lFNds/89pQ/RybmObl4QJepx0Zrvq5pKS4tKSElhDaW9/RYmSqNm3t7HBhN1WfMFQC0HE5ce7Klbhkpb3t7bMnIgAAAKBJeI34p5JFIoMm531GA63nM9JnAauIpkpoxhC6vhIaIxKK7GTSUD83nK5S12bmlpSUq0sr1OWVanWNZcNFQWHp7kNn0C1jJ5M4KuSM7tnFTmkn43FdV00PKArqmTmzKmeayHpCmKTPHM9nBNLnTs2Fa0mXY1Nmjh/soGTaZj3cnKaOHRge5NsjFIby7jrwrJ7rILUZ4jxuatZB4+YgPZtCxNCcVxFdjwE15ACNeJyPqKdppq7w3HRe437PCCoQAOCQmVOg1eqC/D1bVf2MSctiDGX8vd3RLcMKoJUggAaA7k5bdCP9s27n/mPncPDIknn9eoWj1gRfNC+aNaFnZDACAAAAuhy4H3vSmMGTxwwRCjvNIO+twZCo3im52bWaupScrMe/+PiXbZtwq2BMakp1nVlVtnjiVAQArQAUv9ZDQIZo5zTNoTZEKhHPmDhi1NC+An7DA04ZjC4Mof0VOr1u7x+5JFFTp1/11ZWOrIEWS8R+fj7p6Zk4rqpS//v36ocetTSGT4hLOnn8NA7++3vN2v827Dm81cIAmIuXj1fMtTgcSG2kZy8fbfrTV/27jqqf58yb8eqbL+J34Tg9LeOj95p6o7BFW5d4/JssSxUVlefPXCgrq6isrOzZq0d03170paKiYhr7+V1n1B2JVDJ1+iQ81dbUnj1z4fjRkyeOnUyITyKvrvxz1R2LF/gH+Hn5mH2vn3nhiWX3393EOu3sbN3cXYmrd2FBkcWrB/cfEYlEvXpH2dkzYw05OzsJhUIisM7MyLJeG/5FSODoqPSyst/m868/CpuPrzeNC/ILLV7NzMxq8F34MB88dCCecCv/1csxJ0+cPnns9JnT50j7fkxM3OaN2+YvmG39xrLychLgr9babZEtjrX6eewShUzBY5yADXquywvQJeF05DNHlvHkItAL8M8vxP/GugXf5tlzTc4Vkjm+NO+t41s+GD4HAYCR+/f8VVitoosPefYNlzsx6mcifRZS+2d2iOw2vqDadeDkxp2H8B3r7MmjENDhwfVPeVmZRR95M+cE7hVCa8embUbsaAkm9TMCgI5Hharq77WMoeN9d86SNPQsHwAAANAgPCv/VHr3RG6T8eWtXs9cA7D6Zz1zF2VUPxMltMAohmZfIf9NGERCkdJOzkRGeWGdRldmVEKXVdbgeXlldUmF+oa21kYispXh9h6RTCqS2Ugc7WV2thIHezkyP+9q1Csj9sEtavZcL+bonqn0uWndM0ifOyPxyVnf/rVFVcWUMU83pwkj2HE4500ZgYCuCPe5DmSlhEYcMTSxhTam8IkFNKo/Vs91P8VizrWFRlaKZ9A9A8B1SUpn+v5CA7xQK5OezThA+3m5oltGaW87rH+PkNbfZgAAOjit3ld68vzV/cfO2UglTz9we5C/N2o18O3P2OEDZkwYLoZmNQAAgK5IWJDvHXMnE3f/bs6bSx84Gx8Tn5FGFi8mxltkuH/63HunzUYA0ApA8WtN6jXltyVD+vWcNWWkws72ujlxs2NwtK2mzvnQv6zktONroO+4e+GH77J2y//88V9YWMiY8WZZUllZ+QvPvEIXZ8ya0oT6GeNtUsfWVNfExyaGRYTQlzas2yyXyTx9vPz8fOyMO/PE8VPkJblc9vYHr1MVC1ew2+DPLRJ1iDsa3DH22EPPkBjvtK+/+4y+dO70eRqPGtNod0VSYsqF85eys7KzMrIfeeLBwCD/YSMG4wm/9MuPf3z+ydckW2xMvH+An6+vWUh97UoMdz2JCckXL1z28fHy9vHy8HQnFt2BQQFEAB0XmxAbGx8REUYya7Xa999ZnpvNWAj07R/9578/4508YFC/E8eYn+Pa1diTJ84MHjKArhwvXr54lcSh4aHopsA/Om3H37tr/6NPPEhtpwsKivbtOWiRv7io5Ojh49nZuXjnjBg1bPLUCb2io/D0wMPLLl24cueCpSRbXGx8gx83Y+bUPv16I+bRhU5mt2+hfpbI0fA7pDb21+/VALoS9GDhmRxMja4/AoGOcfF9KXz0hfLspKoSkvm3a8fG+oSP94tAQLfn20sHj+ck0cWBth63uUQKWPUz+0/AZ4TQ1FuOzFFb9WsOGdBz696jB46dGz20n9L++pdVQHtBH7Zxc3PPy2P69nAJcXVtgV631kCtVuNLMsYrUSjS6bS4kOvrqwd4YAINdDB+XbmlprZu6IBeESH+CAAAALhBGpRBI9MFjIUhNKN65vOJEprAcYA26M0qaNZdlV0wIJHQYCMRuzsrDIg+hMzTaLR1Gp1Gp6vTaDUaXf0LDIPI+LChSChgJpEA1VMc4sBgatNk/5ouyK0E0LwGxNBcv2eL91pgsaOADktBUZmrMzvAnVwmIernkEAvP083BHQbGlRCc1+yUDyj+iNS1g/Iextej0WF2WCi9VYBAGCNg718YHRYr7BA1Jrg4zotMx9fw/h4tkBTjL+P+7KFkxEAAN2e1hVA5xYU/7FqG76KeHTp/FZVP4cF+S6cOcHD3RkBAAAAXQ57O/n86WMHREciwIitjWz7J19vPXZ4y/FDGfkFJRVlZapKTyeXQC+vXoEhC8dNDvDwRADQOkDxaxrcyn+nEyPSak6jPM9kOMdjXAoFCrFEwBfQxn1Ufw2thLur8+L5k4P8mvtsNNmkoD5ynU53ZBU7YngH10DfefftJ46fPrjvMI5LS8sef/jZ4SOHDB0+2M/fLz4uYeVfq4oKzWbGi+5e2PTaJk+d8NvPf5H4vbc/+ubHL+zt7fDe2L1z3+svvUPSp06f9PHn7+NALGYlsFVV6tycPGItXFhY9Mdv/9AV4p4n1FFRKhVDhg0iuuEDew+t/HPVorsW4B/90IGjv/78J8kzbsJoP3/fxtaQn1fw9mvvk1hdXf3Rp+/i3UUWDXqz2jUklBnARy6XjR0/ev/egzjetWPv+G27p0xjhszOzc7738dfHjl0nGRev+W/0HAm//SZU8i2YR574OnX33ppwOD+uEPug3c/IepnTN9+0SSYM38mzfzcEy898+ITw0cMxR1shw8d/fzjr+iW3LNsMbopJFLJxMnj8GbjOD0989EHn35/+Vuubi7XrsW9/uJbNdU1FvkFQsEH73yn++VJAAAQAElEQVRcZez+uXThSmhYSGCQP3mJWyRCQoIa/LicnNxzZy6S2N3DDX8Q6gxYq5+HLBTbKOo5sgDdB9odxWc67BmvLz3uUDfo5Xrp5z2nzzv9T51eR3I+un/lgdue9bRVIqAbczwn6YNT2+mig0D6ut8IoVBgNH4WiEQiJjD6QLPaCSOobbG3lY8bMWDXgZO79h9fOHsiAjoeFpZjQpHI2cWlqLAQX8sVFha6uHS482lVVZVJe8SonHU6oxLawCOSaASd90DH4+yl2CtxyXa2sjvmQDUIAABw81jLoFHjhtAccbNZCW3hAG0wjrlEY/ouIn4mf3CLio20vgARWT6ozEMN6A5pCyd+B3VrpiJm4gPdsAO0WfNskkUbVwaWz52XwuLyfcfPnzofX6Gq+ua9x6VGdwBvD5d75k/oEerv5NBB7TOA1oZ72Dboc09fsggaXGxM0Nx0RQFVBwA0hz5RIXhCrUxOXrFOr/fzdsONeAgAAKCFaF0B9I9/bajTaBfMHNd6j/vb28nnTR8zMLoHAgAAALoc+IZ01OA+MyePspFKEMDBRiy5bcwEPCEAaHOg+DUBbkW72yWK1dzgtnsen+uDYs7G6SFgBmrnC0S4k0EkIkO2Gx1OUGtrGnAD9IyJI0YN7StotjyIxxlDLrC3TKfXHV9T3ik00G+9++ojuQUxMXFk8ejhE3iyzvbiq89ERoY3vaoePSPnzp+1fu0mHF84d+m2WXf6+HonxicWF5eSDPinfOix+0ncr3+fvbv2k3jJ4gfmzJuVmZG5b88BdVU1XWFlRSXqwDz17KOXLl4mG/zBu5/gifuq1EZ634NLmnj7sBGDBw7qf/rUWRwfPnB05uT5I0cN9/DyyM3O3bRhK8kzYGC/4BDWUeCJZx45dvREbU0tjp9/6pU1/66vrqm5cukqXSHe+UT9jJk1d/ra1Rvwr4CMSmtqVk3Bq116/90knjp90o5tuw/sPYSMtt9vvPyu9dbe99ASfEigm+XJZx87sP9wXW0djk8cOzVuxFS8qfGxici4oyw00Eql4p5ld3779U84TktNnzv99jHjR4WEBFVXV29ct4XkcXJyGDNuVIOfdeH8pW++/J7EI0cN7RQCaAv1s1hmGHibUK40d4IintkpCvokujy0i4vA2LrjDniBgemuF+qD7FxeChn1Tjxbf1bUVd+7549ts5/gQ8HorhRUV9y3+y+dwfx8yNv+IxViKRU9k/+s+pnH5womUNt2c04aPRh/3JQxQxDQ4WGFPiKR0sGxtKS4A2qgifoZBxqtlinVOqZI64xzvgFcn4GOiFar+2vtThzcu2gmtOMBAADcOlyHVAu9IEk3OkEb9HoeETFTJTRe5OifuekGrhjaQgBtsoK+/hhNvPoeq/VhH3MlomeiZqa+zmb/Z8Sz8Hum0mfuOhFInzsbq7YeunA1kcQ5eUWBfqxVyshBvRAAGOE1wxb6hg72JjJDpQEAHZP07Hw89/PqoCNxAQDQSWlFAfSp89cysvMD/bxw6z9qBUAVBwAA0LXx8XRfPH+Sr5c7AgAA6CQY+x74fM64jezY6xw9HzcgnQHMEJLGAdwZI2jGBNos3EGtw5B+PWdNGamwu87g7LRPhfZgkC+FN1In0Af0ssHdJSfWVXZ8DbSzi9Pfq3/93ydf/f3Hfw1m8PByf+yJh2bNnd6MlaE333tF6aD49SfGAjk7KwdP9CW5XPbld59RK9+Fi+atXbU+OSkVGW2Mv/3qB5Lu6uYiEonIG1NT01EHpkfPyM+//uTt19/Pyc61eMnJyeHr7z/v2Tuq6TX8b8XyZXc9mBCXhOOiwmKiHaf4B/h9/MX7dDE4JPCfVb89+8SL6emZeJEopymjx4187a0XuSkffvLOs0++fO1KjPXn4t90xQ+fKxTm0vj+8rfeeu393UaTZgtkcpvHn3pk8T23o1vA18/7jbdfeefND4gGGh87RP2Mf+6nn3v85effsMj/8OMPZGRkbd20AzFiEe2enfvwRF+1s7Nd/vkHncXa+bpYez8PvE1oq2QeADFWewLyn/aD1us7Bbo05l/aePI0GISMYZnQsMC797HitH1FKSTbxYLMj8/sfGngFAR0P7R6/bJdf5TWVtGUxa5Rve3chabrJ5FQJDDqoNkqhV59tQe4iXLWpJEI6DwwPtBCob29QqWq7FAaaKJ+xtTU1DIPigiFPJ6Or+cToRMCgA7JjgMnVFXqXhHBPSOCEAAAANBCcMWCVBNc3wqa9YFmxtWpb/BM5c7UIpr7Ks3AFUKjBkxYyQYYuNtTb17vLh5Zm0Cz6mdevUULwTRqXPeMQMXYIUnPyo9NyoxLysB3Zo8tmUUSRwzo4easiAoLiAj2RQDQJBbHNa15buV4h7oCADoFGTmFeO7r2TIC6IMnLpVXVk0a1Z8MOwAAQLeltQTQOp1+9Wama/mu+ZNRKwCqOAAAgC4M7jaeMXHE6KF94WYVAIBOB1Xykf98sw0h82q9ao1n7gBgHQwZDbRRvcPjt5L+z93VefH8yUF+XugGIZtq0DMbiLtHBHod3lr/Xja4afLUBlaT1JE10GKJ+KXXnhs5evi+PQczM7Iy0jNLS0rDIkIDgwIGDu4/acp4xn+0eeCcz7zwRJ++vffvPZSenpGUkCwSi3x8vQcPGbjwzvkuLs7cD/3tn5/++OWv40dOZmZmqVRVHl7u48aPvvfBJatXrv1uxc84z5mTZ4uLS52cHFBHZdiIwVt3r9+wdtOJ46djr8VVq9Wh4aEBQf533rXQP8Dvum9XKhUrV/++d/eBHVt35eTk5ucV6HQ6Zxdnd3fXqTMnz5w9XSSqd08aHhn67/o/f/3pj5SktNSUNPwWDw93/DPNnD113MQxFoeDt4/X36t+/e7rH48dOVFUVFxSXOLo5Ojh6T52/Og7Fi+Q2ki5me3t7f731UcnT5w5eujYxQuXM9MzcekNjwwPDQu+/c7b8KrQLTN73vSgYP/PP1mRmZWVl5OPC8DM2dMee/KhvNw868z4u3z4yTuz587YuH5LSmJqQWFhRUWls7OTk7PT4CED7l52p4ODEnUJrNXPA+bx5Aoe69dKqz6jEprPZ7tDEdDVoX32pKvb2N9uPMMIhSJmpGXDez0mXT35V36tiuT/8sK+SCfPmUG9EdDN+OD09nP55oeFwmwcl7lHk/oDn0FEIpHZB1ooMCrpBU0oJwDAGlL7SKTS2pqaDqKBpurnSpUKbx8u6EY1E/+6dowA0I5UqWu27z2Gg0VzJiIAAACgFeBZGULzOG7QJIXPp3JmAVfobNY6I0P99Hr2z1wTaPKZ3GsP06W1gWflAI048mWqbeY84Yyo2TNi2xh51m9EoHvuPNTU1r3z5d8kdlCYLTZ6RwbhCQHAjQPHOwC0O/9tPpiZU3D7zNE+nq3rzZyewzhAt5QAeuu+k6XlqunjWsWVFQCATgSvlZpNDx4//9faHQOiIx66ey66WehzqA++sJwmSiSScSMGTR8/uJmXQWQlOiNarSarsOLxb07idKlY+Peb8xAAAABwPY5cSv9yNVNzhnnKHpviL5FKxGI8k4jEYqERiz7mG+XhF5dzF4f07zlr8vV9SQkm6wK9lkGzM/3a0pP/kpfsxNKEpe8hAACA5vHuya3fXjpI4on+Pf6YtLSZb9yWcuW+PX+wCwbDwei7GR0f0eKYjQjZFn/6LtqszzT983is9I+tVI0m0oJ6Foa3XsHiynvGxBGjhvYVGDsbmgnt9iCVLXtNrdVpNRoN/l/H/Eu9pD69UU3fIhLzO6YGGgCAtsdC/SyWGQbO59s6GGs7kUhsVC+Kjf/wMntZKRRyjfCh/6Nrw+mMN55lmDOMznR60Zwvzrzr3Gq9yWlMwOOvm/HwII8ABHQb1iaee3z/v3RRyhP8GTHLQ2pHqw6JWEIqEFydCIgJtPEKqt3Vz4XFZX+t2T51/LDw4Os/LAS0GU1f2RIBNDI+7daOGuiqqiq8bbj0lpaW6vUG5qaCKeD0H7PQUjcLQAtSWKrKzi/FgcSgwndeUiluNmMQGaFVUxf+pXBnEO4SGjk4+p4F0xDQonBrLVxdqSsKyzOZdlqv0KFyBTgEAUD3hdu/z/Vsphc8NMZXFMhUmZhS9CbD5wbym+aNfjTX5cFCvswzDyNnlkGbstV3iq4vnq6/friw6UDkFpScv5KYmpWfmpn33P3zPNycSPqabYeVdvLwYF8fzy4yfBkAAEA3543//ZGdW/Tus0s83Z1Qa/LQK1/itphv339SLGoBw9YHXvxcLBatePcxBADADZJ6ZZempkrDt0fyANqQJcZHlEh06xqwtqe1HKD3Hj6N5zMntvCwj2EhAYP79/Vyc4Kbn1shITEpJSVt8qTxNGX3nn1PPcMOJ738w3dnTG+3gWUrKioHDxtD4nlzZr37zuuoC/HIY08dPHQUB7iyuHzhJEncd+Dg4088R+IP3ntr9qxmjb0OtCpnzp67cPFyTEzctZiYmuqawMAAfz/foUMHT5o4npsNH0qz597AUOk7tm7w8/Ohi7h7bfzE6YVFRWRxyd13vvD806h7c9O+pAAAAB0H3K9NbE0ZIY5RBm20eOaTVn5UvxGf7QngEZ9ovkm0Yzl6+61f+vbrFX7bzHHNfLaEC8/kJUN6LIiFjFBo6hcRMS8FGO04qQa6I/tAAwDQljStfhaxc+YfK1s01oMgfe5u8FijMqZTXI+LAGKGGRDqmX/RDl6PBQz+KvUEyakz6O/c8fOW2Y9FOHogoBuwPyPuyQP/cVNe8RvmLrFlvJ9N/wTksQl8wcWvJ31udwqLSxNTM3/+Z9PLT9zj5KBAQMeAe2XLsxTn8HBZwi/qdFq9Xt9ePtAqlYpcZRcVFRsMerxJXJ0Qa5aIeHCiBDoaBUWlh05cwL3Xc6eOQQAAAECbQK8EqP0zqu8JTefUFhpfL1PLZ2Qleubqns2KasRxgEbWzg7cuAFxM83QoOIZdM8dlvzCUjcXdrS6xNTs9TuPkjivqJQKoG+b1sIiEAAAAKAdqamty84tkkrEra1+Liqp0Gi0Hq6OLaJ+rlJX6/R6hb0cAQDQ7WkVAfTVuJTcguIgPy9Pd2fUQri5ON42fbSOJ9XDQH+3QG5u3opvf9i8Zftdd97OFUADAEDIys55+90Pjh07yU0sLik9c/b8mnUbBw7o/8brLwUG+KOWYO++A1T9jNm4aeuTTz4qEYtRt0QsFk0bN2zcyAE35EsKAADQATG6PguIVZvQqNBhUnh8olVAVgJohOgokGYldAvq/9xdnRfOGn+L7oN0M1jXFtz/IaQX5cxLoIEGAMCC5qufhQJ2TBHy+Ad53AI6PrsJpHuedn7jMyZiHhgmj9gwfe73BQ6MqSzYW5RM8ldpahdu/WH73Ce9bR0Q0KW5UJCxbPfveo7v3F2uUaOU/kIyyAbnHzt6BscNl9cBDHEjQwNmTRq5adfhL37897Wn75WIRQjoMNCah5xxba3FHwAAEABJREFU+AY9U370Ojzn6XTI+Kpery8qKnJ2brGW7eZgVj8XF+u0WjIkAo/8N40sg//UkxeB/TPQMVi9eS8uupPGDLGzlSEAAACgbeEqoRFHW0xvtawl0RZOz9aJqL7DdIMfZxEY54YmhM68Rowe4Eqmg1Bbp/l7/d70nILs3CKFne3/3niQpIcGeI0b1icyxDcyxE8M9zUAAABdlLyCErFIGBbkg1qZ1MxcPG+p0QPEItHzDy2wkXRTgQ0AAFxaRQC95/ApPB89rB9qIeZOHTV8YC+9TpecXYaAmyUvL3/qjLm1tXUIAICGWLNu44cfflJTW9tYhtNnzt62YPHff/0SER6GbpkNmzZzF8vKy3fs2N09LcCjIoIWzZ7oqASRHAAAXQGjgbOAeD8TYR/RLhgVOUwG61Z+nmlGVTstNT7yvGljxgzvf4vPlnC7TPimVVnfRRAN9JlNatI/AhpoAOjONEf9LBaJTRauIqJ+Fpj0i/SN0A/aHeBZDTWADAK9gJEACg16g178Sc9p959fe7Y8h+QvrFbdtuX7bXOecJSCt0eXJams4PZtP9XqtDRlvnP4vR59jGNsMHWGyPRfQNTPfEvz+I5Qe0weOwT3HoUE+YD6uQNCah5S5/D1zF98yc6MBS8U4npHq9XiIqXT6dpSA03Vz4WFhXgDTL7mfGJyLhCYBovh8S3GigGAdic5PfvC1QRbuWzq2CEIAAAAaD8aVEKj+i17qBGh83V1z018nLXXA7qe6BnB/X57k5yek5qRl55TMH3sIGL2jG9bLsWmVqmrfTxdubo0d1fHO2aPRQAAAECXxt/H/bsPniwtq0CtTHp2PvNx3u6oJcCNg+GtL9oGAKBT0PIC6KKSsqtxKXKZdGj/nqiFGD9igEaj0et0CLgFamvrOr76WSaz+f3X70ncxj4r7UWf6Gj6lQMC/BHQTmRkZH300adU/dwnuve0qZO8vDzLysovXb6yZduOKlUVTq+uqXnhxdc2rPsX9z95eXnR346we8/+lf+uJvFdi28fN3Y091VXN3OTQXZOroXPNGbd+o3dUwD96JL5CAAAoMtAvJyN/mxGDbSIaBVwGmqkrZ9nNVJkgz0HN8H4kQNRS2Dh0EnkiQ1qoAUC3sn1VaCBBoDuzK2on3mND4YLdG24Qw0w0meBUQGtFxpEBqnBsCJ61pJza+JU7Pg5aRXFt2/7YcOsR+VCCQK6HAXVFfO3fF9RV01Thth5PezRj6ifyaNlRP4sYN3jO5b3M5clt09DQAeDXtbiMqPXG7XPjPk8Mya8yGg9T+b4JWEbaqBVKhX+RBwUFBRotTpS2gUCWubNZuc8q7Fi4HQJtDt/r92B53OmjAJXSAAAgA4C9/LAQgyNrPTQ6KbUzw1+1nXbM+G6pV2oUlenZRWoq2sG9GatnfYdPb9y0wESRwT5EAE05pXHFrm7wGhLAAAA3ReH1rerS8tkBNB+3m4IAACgRWl5AfSZi7F4PqhPDwQANw5uzR84oD/qTjg6KLvbV+6YvP/hx9U1NSSeMX3Ku2+/QVvtZ82cdvfiO+5acl9xcQleTE5J3X/g0MQJ4+QyG4vf7lpMHI29vbyb+GXXr99E25Lc3Fzz8wtwcO78xbj4hPCwUAQAAAB0WogEx6jF4QmoJyHHmND6LVw3lOv6o7QX1mIR1NC9hG8UMwcNNAB0W25R/Qxyru6J9WM2jAZaKCBmqAaRwU5v832v2QvP/ptfV0XecqUo556dv/039QHhrY1yAHQ0VJqahVt/zFeb/WbCbBzf9h8pJnJnon1mjJ9NelB+PT0o6sBk5eYr7OzsbGUI6DDQoVcMBlyemBSRyQFRo9VotFp8lsLXva2tga6srKTez/hTqdYfny9FpvMlNTvnPi8EAB2ByzFJGdn5rs4OIwf3QQAAAEDHw+KywVoPjayso29l/Tf0KtDaVKrUb3/5d2lZJY6dHOypADokwGv4gCh/bzc8Bfh60PygfgYAAABam7QsRgAdyDn7AAAAtAgtL4C+cCUez/v0DENAR2L23NsTEpPo4u9//oMnHBw9vNfRQWmRubqm5tff/jx//uKVazHBgQG9ekXNnTMrNCTYerVx8Qn/rV4XFxefnJLq7+sTHBI8dsyoCePGWOfMyMj69oefEhISCwsKVVVVbm6uHu7u48aOnjNrhtzWPHBtRUXl4GHs2+fNmfXuO6/Tl1SVqh9/+f3U6TMFBYVlZWUODg7ubq79+/dbtHC+h0fLDJHQgpw7f3HDhs14/+Tm5kVH9xo/bsyc2TMazLnvwMHHn3iOxB+89xbXAFhdpd64eevuPftz8/IKCgrwV/b28vTx8R41cvjECeOsV3Xx0pV16zZeuXqtsLCoR1TEkEGDltxz50+//P7Fl9/gV22k0nNnjpKcv/zyx2dffI0DWzvb08cPrlu/ac26DTk5uVE9Iu6+687BgwY0/9O379z93POvkPjksQMVlZV//rXy6tVrickpEWGhfftEP/DAvTIbqbq65tdff8e75WpMrJeHR0hI8Px5swcN7CjK71279x45epzETo4Ob772soVnib+/72OPPvj2Ox8qFYqIyPBqdTW6BXD/2dp1G0ns6ury1BOPvvzqm2QRp7/2ygsIAAAA6LwYWDEFIxHm8chw1fzGpTlNmKN0tE4C0EADANA0oH4GbhruKYYmCoWsBFovMjjb2P0UPXfxudUVOnbQnmPZSY/s++eHCYt5CApMF6FOr71z+y9xJXk0xVts90ngOKlR/UnVz1w9KM9YiXT8CqS4tPzzH/6zkUoeW3abu6sTAtoV7kMX9escRJ+7ICl1Go1YJMLXvcXFxU5OrfLDWaufjWdMkUVpN/pBC7mnSzhjAh2EHftP4PnsyaNw8UQAAABAh8f64oErer7FSwu4MmlHTl+MP3cloaC4vLC47LPXH5QYuzjtbGWVKjUO/H3cfTzMQ9T6erktXTAJAQAAAICRgqKy7PyiiGBfqUSMWhP8QdU1tW4uDmJRyygVdx48s+/YhQXTR9GHfAAA6La0sAC6Sl2dnJ6Nq8XwYH8EdE4yMjIW33VvbFw8Wbx46Qqe/v1vzU8/rLCws1357+rP/vcVNc29FhOHp02bts6ePf21l16Qyc2uNuvWb3r73Q+1Wi3nU7LwdOr02ZX/rf79lx9cXV2a3qqY2LgHH36C+O8S8vLy8YS37Z9//vv2my86jpRWp9Ph3UL05YQDBw/j6dKly3UabfPXU1Rccu99DycmJdMU8pXPnruwYeOWB+9f9uQTj9CXcAvF/75Y8etvf9KmiqNHT+ApNi7Oz8+v6Q/6b/Xad979iMQHDx195KEHbvTTKXv3Hfj0sy/LysvJIs6Mp9Nnz734/DOvvf52ckoqSU9ITMLT9h27fv/1hwH9+6IOwI6de2h8xx0LuaWXMmP6tCGDBvn6eqNb5sChw4VFRabVTp00afy773+kNoqqN23Z9szTT8hspAgAAADonFjYOVNjuRvyJuywHQaggQYAoDFA/QzcIuQUgzierMggMBg10CKjKDHAzum73rOWXVxXq9eRt2xJuaQ4JP1k1G0I6PzU6DT37f7jdF4qTXERyT4LGq8U2wiFQms9KHXDJaWlg1cgTg6KCSMHbtp1+O3Pfl40Z9LIwdEIaFca00CLRJY5iQYat/W1hg90E+pnizMmUT9b3FPAGRNod9IycxNSMpT2tgP7RCIAAACgcwJXFJ2LsvLKTXtOFpWUF5aUBfl63n/HVJKelVd49nICDmzlNmXlKjeTl/NbT9/t4eqIAAAAAKBxzl9NXLPt8NSxA+dNGYFak/Rsxv7Z39sNtRAVKnVJWWVd3Q2osAAA6Kq08FChZy/F4XnvHiHwxH8b8Msvf5SWlqGW5pvvfoqNi8et69G9e1IZKG6Ff+/9j7nPAW/ctPW9Dz4m6mfcDB8VFalUKNiXNm598+33ac5r12LfeucDon52dFCOGzt66T2Lw8NDyatpaRmPP/Uc7khoYpPwpzz2xLNE/SyVSAYN7L906V14LjSOT4lfxWvIyclDrcDly1d37d57Q29Zu34jV/3s5ubas2cPvKmr1244fvxk89fz4kuvUf0x/jl69IjA+5m++sNPv+JdRxc3bd72y69/0B/Iy8sDfyjOv3Xbzt9+/7OJT6lWV7//wSd0MSgwAP+UN/rplNfeeKesvNze3i4yIpw2mly8eHnRnUuI+rlHZLjE9NwY3trvf/gZtQ43enSUlJi19b179Wwwj8xG2iLqZ8yGDVtoPG3qJFyqJ00cTxarVFVbt25HAAAAQGemnijBgCx82pp4y3WzdQToV6MiDL5AwA5Lz9E4+kbZDJ4rp1+FaKCzEisQAABdEVA/Ay1FvQeHcCnhG0uRSRLYU+nxZdR0Psfy+e+4U3ft/KVWB83cnZuKuupZm77ZlxFHU2Q84aeB49wlttwCQP4SN1ymdNzgA2bty+SxQx65Z56NVOLqDONKdwjoeYfWOcazkoA5R3E9mIXCOo0G5yE+0KjlqKysxOsE9TPQqdm29xgy1m9QIAEAAACgxTl3JWH7/tN/rtvz6+qd3PTDpy7HJKYXFpfnFZXSxH5RIY8tmfXJqw98+dYjVP2MAfUzAAAAcF3ik7PwPDSwZZQwTZCWxWi6WlAArapiHAZlMgkCAKDb08IO0BeuMLbBfaLAXr4tqFKrH3j48d9++s7Wzva6mTeu/y89PXPK9Dlkccndd77w/NONZX7m6ccW3b5QLrNRV9fcfc99MbFMF1RSckpsXHxkRDiOKyoqP/9iBcncv1+fzz750MXFWafT/fjzb1+v+B4nbtuxa8k9i3v0iMDxoSPHiL7Z09N9+5YNYjHrpvLn3/9+tPwzJ0cHF2fn9IzMwAD/xrbnypWreXn5JF71358hwUEkvno1ZsGiu2Uym549IuPi4vH6UUvj4+ONd3Jtbd3MGVObkx/vmRXGPYCMuuH33nlzxvQpOM7NzXvi6eevXYtFzSMhMelqTAyJFy6Y/+xTj+FfWV2l/umX33/46VeSfvHSZX9/X2R0Xv/y62/ph374wTtTJ0/EcU5O3lPPvoD3UhMfRH6aYcMGz541IzMzy9nZ6UY/nQtu7H7nrddmzpiGN+PAgcOPPvEMfWn48CHvvvW6m5sr/ikXLV6an1+AGIvo8zW1tVJJy1+R3NDRgSkuMTcTeLq3fEHiUlhYdODgYRKHhYWEhzEPA0yfNmXDRlYVvWr1ugW3zUUAAABAJ4eHGlAzd42O4QY98xr0gcbZTm1Qgw80AHRtQP0MtBTc8wuek6dw2fOL0SQV/x3q7P9B+ISX4nbTd+1Nj71t6/crp95nK4KBdDolOaqyBdt+TC4roClCxPskcKy/jZJROguERJBKKhSiiBcw2niBhfq549chPSOD33vpIe6IT3V1GtpKBrQ9vGb7QNfW1YlFIqKBdnJyQrdMRUUF8X4uKioC9TPQSSkqKT9/JR7XaaOGdIjx/SeU/x0AABAASURBVAAAAACgk5KSnnPg5GV8Yi0oLp87adiwAT1I+j8bDpRXqki8bMFkEigVdgtnjHJ1Ujo5KFydlXQlft5ufi2nJwMAAAC6D7hpIj4lEzczhPh7oVYmLdPoAO3VYmocO1sbO1uZTAptwgAAtKgAuk6jjUlMxR0QvXuEIKD1uefuO//5b9Ujjz+94qv/2dvboRZi1Mjh9y1bQmLcgjl9+hQigMbk5uURAfTuvfsKi4pI4osvPOviwgwBiZvkH37wvv37D16LYfJv27mLCKCpHXhOTt577y+fM2dmVI9I3Ia/cMG80aNG+Ppc/0EiHs/cCfHhR5/iLz6gX1+ZXBYVFbll05oAfz9uL0XL4uCgXHzHwldffxt/xPRpk6+b/9jxk1RKO2fOLKJ+xnh4uL/79utz59+BmkdoSPCJI/sTEpMvX7k6c8ZUIhHGX3natMlUglxewXoonjl9luiJyYcS9TMyKs6Xf/DOzDkLmzbYju7d88fvvub2ndzQp3OZNHHcvLmzSDx4yEDuS++8+ZqbmysO3N3dhgwZuHHjVmR0Fi8pLm0N5fqNHh1lHLtoUp5bj7XrN1Kv7hlT2RIyeNAA/LmFhcxhFRsXf/HSFfy7IAAAAADoqDRTA+1nPJuBBhoAujCgfgZaFnp+wSVEr9fjOV4UME3xQpHxXIKjKR7hVTrNu4kH6LvO5KXN3PjNymn3u8vg/NLJiCvJW7jthwJ1JTfx/YDRUXbuRBIqFomo+llotOMVGN3BO6kelKt+3n/k7L6jZxbMHA/tqM0kPSvPz7uFW5Car4Gu02haSgNN1c+FhYVarQ7Uz0Anhdg/jxnWTyxqYZMdAAAAAOgaqKtrSstUXh5sn2NpeeXXv2/CierqOndXh1ceXcSmV6iOn71G89C3z586XGYjcVTaOznU6+WcOLI/AgAAAIAWAjcyzJ08vLisQmoayL31SM9mRE3+vi3WtnPbtFF4QgAAAC0rgI5NSNXp9D3Dg6DNq21QKOxffemFl155455lD3yy/P3goEDUEgzo34+76OJsbtOvqa4hQWxsPE2srKw8feYsXXR3dycC6LTUNJIykLPCtes34kkiEffu1XPw4IEjRwxDzaBnzx5yW3mVqgrHJ0+dwRMOekSG9+/Xd+TI4b4+Pq0ngMbcd9/SfQcOvfDSaxmZWQ/ctwR3tjWROTcnl8bjx47mvhQeFurv75eWlo6aB/5S4Yw9cAi+GcZfOTs7JyMjc+/+gzRDbW0tCTKzzIKDMaNGcFcSEOAfEhIUF5fQ+Oeg0aNHWvedNP/TufTsGUVjG6lUqVCUlZfj2NvL093d/OSxg4N59KUqdRVqBW706HB2diotYzXQRcUluLyh1gH3b61bv5HEeLdPM6nqcTx75vSffvmdLK5btxEE0AAAAG1Mlsr8MExyWeGnZ3c1842JpQXcxe6jS2iGBppRqoEGGgC6MKB+BloDrgaaJtIbcfI06Xzvno4i6QuxuzUG9nHf2JLcaRu+WjP9oUBF6z7RCrQgZ/PS7tjxc2VdDU2xE4g/DhgTaetmkoSaqxGifhYKBMZaRNAF6pCYpNSSsorv/1zv6uL49AOLlPbNGsCqO7N8xR+jBveZOXmUjbQlRxJrvgZao9GIblkDTdTPeCUlJSWgfgY6L5Uq9bEzl3CVPGHkQAQAAAAA3ZWyClVqRq66uq6qujrYzzPQz5Ok/7Ry+6XYlOqaWntb+edvPkQSpRJxehbjfImvZmWcoXH9vd3vmjvexUnp4ljP1Hlo/x4IAAAAAFqf8SPaYlSfgqIyfGZ0d3UEPSEAAK1BS9YsSWlZeB4ZFoCAGyEnJy8rOwvdFO7urhHhYbFx8XPmLVq65K6HH7rP5pbt/RWKemIUMeceTKPRkiAmNpYmLrvv4QbXk5ySRoK+faNffvG5D5d/Sl+qra07feYcnr76+ru+faLfffu1gAB/1DhSieT7b7586NEniQaacC0mDk9//LXSy8vjrddfHTZsMGqSM2fP4/4FdFPMmT3zo+Wfrfjm+9179r75+it9ons1ljOvwCyB8vCwfHTJw92t+QJozOEjx1avWX/s+Am8x5rIlp1j1hxYuxe7u7s1LYD28vK8lU/n4shRNiOm8LBPiSkdlNx0G06hol7IDdJmR0dAgH9iUjKJ8wvy/fx8rPPgTS0oKCQ+1jfN0WMn8JcicUhIUHpGBp7IIveH2LFr9wvPP21nB92fAAAAbUdGRTGNk8sKPju3B90s3UeXAD7QANCdAfUz0AYQGTS5bRQI6vlAj3UL+U4oeeradpWOvWPNUZVN3/D1P1Pv7ePqi4AOz76MuGW7fq/Ta2mKs9Dm86DxvjYOXPUzrj4EQoFxzlQiVP1MahLUmeuQx5beduzM5d2HTuHvBern5oCP/oMnLpy/mjB/+tgB0ZGo5bgJDXRJSYmjoyO6QSoqKvB78WcVFxfjVlZQPwOdlz2HT+t0+pGD+9jZyhAAAAAAdC0qKquqqmtramoDfD1ISpW6Ztv+U8S8WWEnu3POOJKempG74o/NJJ41YSgVQFfX1uGLOFdnpVxmQ1drI5W8+dRiFyelxeN8Tg72o4f0RgACAAAAujIpGYyVpL+3GwIAAGgFWlIAnZiaiefB/t4IuBF27Nj12Rdfo1tDp9Nt2LBp/NjRvXpFoVtDLK43tAG+Q7POo9Vo0fXIzMxSV6llcqYN9K7Ftw8ZMnDT5m379h+0UACfv3BxwR33rF+z0sfbq4m19esbvX3r+m3bdu7es+/ixcvcl7Kzc+9/6LH/ffrR5Enjm1jDQw8/UV1Tg26NhISkdes2NiGAFnC6SXCniMWr+GdCzaO2ru7pZ144eOgoWZTJbHpERoSFhfp4e1MpOf1pmtYQG/RNvYpxUCpv5dO5iMT1uoZox4xEfJPjZbTZ0eHna1Y8Hz12cuCABgaQOnP23NJ7Hx44oN/4cWMmThzn4nwzvmLrN2ymMS5OS5Y91GA2tbp646at+MBBAAAAQFvRInoCqsVBoIGuD2igAaCLAepnoFXhnlwQI30WGP9anl4GOPn+Fj33ocubijXVJKW0tmru5u9+m7R0tE8oAjowK+NPP3dwjQGZ2yu8xXZfBE1wkdg2KAk1Vi5MNULqEPMVVydn2IBeeCqrUNGU0xeu7TtypldkyPBBvRXwUHRDVFRW/frvlmOnL90xd7KrswNqIdrAB7q8vNxgBNTPQGdHp9fjmgoH08Y3a3RHAAAAAOiAMObNmXlqda2FefP7K1ampDMKLYlY9O37T5BEfAm36xA7GLKzo+JO00qcHBS9wgNlNhKZTOrva1Z0PbF0doMf6usFqi8AAACgm5KcnoPngT7uqOVISM7CrSUhgV4IAIBuT4sJoHGzV3JaFm6V9fPxQMCNcO+99+AJ3RTq6po7Fi9JSEgaN3b0e++8YWHebEELNpR7eXldi4lDzOOq0nNnjjbnLcFBgc8+/TieUlLTTp06c+Lk6eMnT6mr1PilKlXVim9/WP7BO02vwcXJacndd+KprKz85Kkzh44cPX78ZGFhEXn10/990bQAupnb2SAbN2195bW35LbyD99/e/zY0U3k9OXoaPPzC8LD6vW5pqVnoOaxavU6qj+eM3vGa6++SNyL09IyPlxumdnd3XyVUFRUbPEqNRhuDJHVGBM39OmtSpsdHQEB/jReu3bDg/ctxT+3RR68W3Abx6nTZ/GUlZX94gvPoBukpLRs774Dzcy8es06EEADAAC0JU0/UNRMhDxWqYCMl15ckV8XBjTQANDdAPUz0AZYaKDJ+cVgwMWs3ik71N71j97zH7qyKau2gqTU6DSLd/z89bhFc4L6IKBD8um53Z+d3c1NibBx+ihgjFJsw/F+FjZWjXDVz12jGuHaP1+OScrIzsfT1j1H33rufjeXG/YY7ibEJ2e8+79fJo0ZPHnMEFw8UEtwQxpo4h/RfB9oUD8DXYnzl+NqauuiwgOdHRUIAAAAADoMiSnZpRUq3DmIz1OTRw8giVXq6v/9vB4nVqlr3VyUrz52B0lPycj9piHzZlsbG7kMTxKZjXlQWVu5ze0zRrs4KZwc7F2czK5Svl6uT947BwEAAABA5yQtM++HldvGDo2eMKIfamWSjALoID9P1ELgFuLl36+ys5V98ebDCACAbk+LCaDTMnP1ekNIgA/XARdobT788BPGRHbJ4uefefK6TeE8jmXvLUp8vLxNg/jU1MTFJ4aHhdCX1m/YLJfLvL28/Hx9bO1stVrt3n0Hs7OyM3NyXJwcH33kwcAAfzwtuv228vKK2fNuz88vwO+Kj0to4uNOnzmLPyUnJ6eoqHj5h+8qlYrJk8bjCa/8qWde3H/gEM6Tk5NXWFR0c6a8TZOckvrehx97eXl8/+1XQYEBTWf29TELoLdt3zlq5HC6uGfv/oKCQtQ8Tp48RQKZXPbu26/Tfhf8HWkenoH9Qb08zU8dbN6ybeQIs/fGvgMH09KuK4AW38qnd1hu6OgYP3b0dz7emZlZOC4rL3/9rXffeO1lXNJohlVr1u3YuYcu3r7wNnTjrN+wsfku4Ljg4ZLfoBc1AAAA0BoopTJ6eSRAPAlfwNVdNQbRSTAB4jmKbILljviKi8/6EjLvNZiyoS4NaKABoPsA6megzWhajMicf433sj52Dn9Ez3/82pYYFXvHrTPoH9n7z4X8zNcHTxPxW0YZCbQIFXXVTx5ctTP1KjdxgK3Hu/6jZCIxI/y8XjXCLQldshq5785ZfaLCzlyOLSgsoernOo323w27o8IDwoL8beU2CDCi1em27T12+sK126aP6xkZjFqCZmqgcZ66ujqxWKzX65ujgSbqZ5IZ1M9AF+DQiQt4PnIwPGgEAAAAtCTllSp1dZ26uoYrjbocm6Kurq2qrrGRiIf270ESL8Ukb9h1rEpdg19aOGP0yEE9SfpfG/dm57L9mFQAja+x0jLzSKyqktA1+3i43jZtlFHoLPF2d6HpjQmaJ4xsdWUYAAAAALQxsUmZBUVlFSo1amVwY0hmTgFu9/DzbrHBEKrUzJCA+DyOAAAAWlAAnZiSiedB/t4IaCtOnzm7bsOmJ5945MH7lzUnv0Rs1rlevRaDzzEVlZX2dnbWBsDXZcrECb/99heJ333vo++++cLe3k6n0+3as++1N1gj52lTJn3y8fu43+qflf+dO38Rp0glkh6RkaNHjyAZcKu+VqMhcUhIUx0VJ06c/uGnX0ns5+v7yMP3kwFw8crrNHUk3cXFuTXUz4j5gsvdXV1/+mGFh8f1h2Po2y/a09M9J4e5l966baerq+vDD90vs5Fu37n7gw8+Qc2GipLVVeqc3DxvL+Zuv7Co6I8//6F5cJ8uCQYPGoj3f0VFJY6379hta2e37J67cMrBQ0c+/uRzdOPc0Kd3TG706LC1s/3w/bfvuuc+ImLbuWsvLrRTJ0/s26+PqlJ16PDR3Xv20czjx43x8/NBNwhe87r1m+jizz9+M3TT5brVAAAQAElEQVTIIOtsr77+9oaNW0iM84MAGgAAoM2IdPQ4mBlP4oG2Hm97DyOaA0b6wKoPGvYaJOIERpXDjM0uNHsTmnUL3UKyABpoAOgOgPoZaGOaFiPS4uQss/2p55ynr207XWEunz9dOXw8J/GnifcE2LdKWwFwo5zLT39g7185qjJu4hSHwGe9B4uFBGM9YhKGNliNIM7vjroo/XqH44mbkpCccfLcFTzheNzIAfOnjUWAicLism//WBcVEbRo9kRHZQtcTzZTA12H6pqpgS4vL8d58DpB/Qx0DYpLy2MT0+Qym+ioUAQAAAAAjYAve5IzcklsJ7Px8mBvyuKTs85dSSCa5mljBwX7s1rn59//saSsksTfffCk2NhzXV1T++WvG0iir5crFUDXMSIq9vHXmpo6+qERwb7uzo4yG4lcZtZCicWiVx5bhDtqZTZihZ156BUXJ8Xk0dABBwAAAHRrYhLT8TwyxA+1MviqAPcJBvp5tGArB76cQIwAWooAAABaUACdlMoIoIMDQADdRuB2848+/t+bb7y88LZ5zXyLUqmkJoXnzl/s3XcwDrZvWe/v74tukKioyHlzZq3bwKg5L1y8NH/BnT4+3gkJicUlpSQDbrd/+OH7SfzIww/c98Cj+HNramsfefzpQQP7R/fuhdv2d+zYTfPPnjW9iY+7486Fa9dvLC4uwfF3P/y8Z+/+EcOHym1tL1y8eOzYSZIHbw9qBfYdOIj7J37/7Udnp2aNaGkjlT7+6MMvv/omWfz1tz//W7XGxcU5PT2TvFpdU9Oc9fTr1wd/TRIvWfbAnNmzMjIz9+07oDY+xkQgimeMvb3dA/cu/fTzr8ji6tXr8ESzyeQyddWNPbN1Q5/eAbmJowPTt0/vV156Dr+RmDQXFhb98ddKPFlkCwkOeu2VF9CNc+r0WVIMMH5+PkMGD2wwG95mKoDeuWvPSy886+CgRAAAAECbYxYx87iyvYY00DwideYT/TP+xxcY/3GEC6h7aBdAAw0AXRtQPwPtQhNiRG5ZsuPxVvSc+Vr87t1FyTTxWnHu+DX/+2DE3IWh0LHdnugNhi8v7Pv07C59/eHIFrv0uNejD64kuOpnXI3gyymoRrhEhQc+9cCi2MTU+KR0Z04TwS8rt6Rl5ri7OoUF+Q7p31Mu677m0Fdjk99O/nnauGHjRg649cEJm6+B1mg0uOAScXODGuiysjKDEap+xmdNUD8DnZrDJxmjk+EDe8NAoAAAAF2Vmtq6tKx8Eivtbd1dHEh8MSb5WkK62ui7PGfyMF8vV5L+/d9bM3ML1eraClXVL588SxKrqms++X41iXuE+j9zP9tbl56dt+/YBRIP7RdJP1RmI63TaGU2EhwwnXRGAbSNVDJvygiS6KAwa5cH9A7Dk/WWL5o5BjUE11IaAAAAAABKbiEjwYoIvmHB2I2SnJaD58EtekaWSISjBveCodIAACC0mAA6wegAHRJww66owM2BW8DXr1l5Q28Ri0XTp03esnUHNzG/oOAmBNCYt958RaFU/PrbnzjOys7BE31JJpet+PKzwAB/sjhk8MA333jlrbffJ4unTp/FE+J8kWefenzY0MFNfJaLk9P333y59P6HVZUqvJiUnIInbobx48Y89uiDqBUYN2Y0nm7kHWjWzGlXr8X8s3IVWVSrq4nstV/f6CFDBq/45vvmrGThgnlr1qxPTknFcU5O3jff/kDSXV1dxCIR2dtpaek0/7Jld1eqVNQnm/LC808fP3Hy6NETOBaKm3u83+indzRu4ugg3HnHwsjIiFdee5MqlS1WO3XKpBdfeKaZangLNmzcTON5c2c11onVq1dUn+jeFy5eQsZH5Nev33TvvfcgAAAAoG0hjs48Hl8gYEQ3PCJEQA1roFl3aKM8x6h/ZuATH2ge30I53eUBDTQAdFVA/Qy0I42JEYVCcwYSfBQxqUfmxa/STugQK7RVa+ueOvDf/vTYz0YvsBXBkIjtQJ664sE9f53OS+UmyvjCl3yGjlD4Uj0oUT+bpKEiY+UC1YiZsCBfPFkk1mrqVFXqq3FlV+OSe0WGEAF0XZ3m1/+2ODsqnZ0cAn09fL2uP5pZ1wB/8Q07Dp44d3Xx/MlBfl7o1miuBlrDaqBxntLSUgcHB+6rDaqfybnS+owJ6megU4DL8+GTjGpt9NC+CAAAAGhXUtJz6rSMmw9uuAwJZC9+qtQ1ialZVdW1anWNr5dbWBBrW7bz4NlLceyTordPH01Hn3/xw5+KSipITLXLxSUVVLs8tH+PexdOJnFccsZ+k3Z57PBouiX5RaV5BSUkVlfXECNGiVgUFeZPtMt+Jqk0ZmDvMLxhJPZ0Nfe1vf3M3aghpo5t2EsIAAAAAIBb59NXHygoKkOtT1I6IzFq2UeSFHa2d8+bgAAAAIy0jAC6uLS8Sl3tqLSHpys6OG++8apELNm+cxex8u0RGW5ra4tuCtwF9dwzT/SN7r3/wKH0jIzEpGTc3O/j4z1k0MDbb5/v4lxvhNkF8+f0ie61bv3GS5evFBYW4UmpULq4OIeFhdy77B4qlW6CHj0itm1eu2XLjiNHj+Xl5xfkF0okErwGb2+vOxYtaFo/3fa8+vLz4WGhq9asy83NKy4ucXV1wRu59J67/l75XzPXIBGL//j9p99+/+v48ZMZWVlVqipPT/dxY0ffd++SVavWfvv9zzjPqTNni0tKnRzZzpUnn3jE38/3wKEjsXHxNTU1vXv1nDJ54pTJE44dP0Ey2DX7t76JT+8yMAV11T+//7UyOTk5Oyc3KSnZ2dkpJDg4IiJ8zqzpHh432XFYWanavWcfiSUS8dw5s5vIvOC2uUQAjVmzfsOyZXdDpxcAAEDbYxTcGEU3jCRBwEgRGpEjmPTP5A3GtwiExjkfdSfpMwU00ADQ9QD1M9DuNK2BpgUMc7dvn34Kj+fjduXWqmi2zSmXLhRm/DThnt4uMHBZm7InPfbxA/+W19YblipE6vCO30gPqT1VPxufIBMxFYlIKGAfJ4Nq5Po8cg9jpFdQVJqYmuHqzLbPFJWUXbqWSOKRg6N957DtGAeOn8/MznNxVDo5KnqEBXZVu+i8gqJPv/17aP9ec6aOvsVm6sarnXpG5nWaOq1Wi4uvXq/naqCJ+pkkXlf9TIo6qJ+Bjs/lmKSKyqqQQB9a5wAAAACE6ppadTWeamykEmdHBUnMKyjJzi/C6VXq2j49gtxMVsr7jl1QVbEDrs6aOJQEpWUVP/7HOliFBnjPmTSMxNv2nVq/8yiJH1o8nTof/7p6V65RdiyViL9573GSmJ1b9PXvm0g8dexAKoDG/fgJyVkkLldV0c2WSiT4kklmI+FeHMpsxD3DAmQyidxGGhJgfq6sd0SQk9JeZiOV20gCvM2dZW8+dReyAu+Hp+9rYIxWpcIOTwgAAAAAgI6Bq3NbjEaekMJchwTDmAwAALQaTEsuumVww/pXv6zu3SPkiXsXoJaDmGTglmKdTqcxkpxdpjcgJ4Wtj0dzm9jISnRGtFpNVmHF49+cxOlSsfDvN+chAOj8VKmrs7KyfXy8yXPVFtyxeOnFS1dw0L9fnz9//wkBwI1z5FL6l6uZmjPMU/bYFH8JblET45lEJBYbfU6FRp9Uc590W0JOExgtg2Zn+rWlJ/8lL9mJpQlL30MAAADN492TW7+9dJDEQ+y8lgePI6OxE7ECI0ow2jnz+Xzu1bNJoIBMjm1EwEA0DJZShm6lYyB3GfR6Xm+8ptfi63H8H1/Wa5l/dZq69CtqqoHGiMR80EADQEcD1M9Ax6GBkws5vej0+OTCnGXICUajKa+pfidx/76Seq7DQj7/5YFTH+49ioegNLY6tTrtOye3/nr1qEX6Aqfw+z37ipnLKyH731R7kAqFaJ/5AqhGbhLcRnQtPqWouKywuKxHeED/3uzA4j/8teHi1QQSv/LkEh9P1njv9eXf19RqbGwkMqnkpcfNI1DtOnDSxkYqs5HY2cqtzafbhYdfXN78zHKZzZypo4b2732Lpca62mHbmOtf0+IcuASTmwUHB4eysjKcE7+Fq34WkfMlqJ+7KIWlquz8UhxIDCrcbCaV4mYzBpERboWGOjNf/7oG1yT3LpoxdEAvBLQV3PoHVzzqisLyTKad1it0qFzRXWz+gW5OlbomM7eQxI4KOyrTyS8sLa1gH3r09XShHWS7D52rrq3FAT7XUv/g8krVwROXSezt4dyvZyiJj5+9duTsVRLPHD+EDgH/57o9ZFB4zDP3zsPnbRxUqtRPvf0dSQzw9Xjt8TtIfP5q4jd/sEOAThjZ9/YZY0j83+aDe46cI/ETS2f3jgwi8euf/Z6TV0xis+9yacULH7BdeL3CA5+8dw6Jdx06u3rrIRLfv2jq4L4RJP5t9a6CEsayUcgXPPvAfJJYWlZx+DT7dYL9PXuE+pO4oKispLyS/fruTrZyGQIAAAAAAGgT8gpLX/34V3wJ9+GL9yIAADoMqVd2aWqqNHx7JA+gDVlisZg007ejBuzmaBkH6KzcAsTcMboiAADaHHVV1Zx5t+PAQan09HT/6MN3gwIDEPPEec2uXXuJ+hkTHh6GAAAAAABoBvhSnng/M6ocxoqQEecY1c3MjJvNHBjlDpyRq/nWUoZuBfhAA0DXANTPQIfC+uRiKmA69mXjGRn/V/B4yyMmb8yN+TTtWI1eS96u1evfPbl1U/LFz0YtiHICx5FW5EhWwvNH1qVXFHMT7QXiN31H9LXzwDWElfqZ+ECzz9fyTRdR9X9lqEaahVxmM7BPD+v0yWOG9O8drjaOh+7iZPaVKCopx3NVlZrIeggVqqqNO1mdjbOj4t0XHyJxZk7+J9/+LbfBTeLSqPDAedNYcc+FK/Enz1+V2TD2gUMH9PRyZ5uI9x05g88VMhuxws4uJNCHJNbU1qVn5ZHYgdEwmb2ri0vZEdjdXR0Vduw4ZvHJGejGqVJX/7125/EzV0YP6adQ2IaaPv1G4TXiA83NgjPUaeowuIcAx8XFxeRdZWVlGo2WKdH1SvpNqp9z8gsrVaxVZICPB+6MIHFCSiZRaUvEIn8fD5KoqqrOzjMJxZT2Lk4moVhBcVkla/pIde3cX0Quk3h7sOL4isqq3AL2KPZwdbK3k5MYdwRUqWtI7OPpStVm9JeSSkR+3uyWMK4NJsma0t7WzcXRekt8vdxspBISp2Tk4J1G9gP91aprajOy80nMLTP5hSVlJt0bd0tSM3LqNFqLr8ndQlxQ6TMA3H2lsJO7uzqRGK+6sJgdCBh/ooPJq5L79enK8TanpmcXljLCMgcbg4cr+zXxt8QHnZC5l+TjT7SzZdVmKenZZAtxMQj296Y/RFpmLontbeWe7uz4ivjQIMep8Wu6yWXs18zMwVvCFgk/b3e6D5PTsjRancXK8TFOfwj8HfFvQWL8ifhzSRzk50XrgYTkDL2xXIlFwkA/1vszL7/44tUEXEsr7O1KyyvpPsnIzsNfZLmUTgAAEABJREFUk8ThwX50h8clpZMAb5ufySi0vFKVm8+WK1wemr8SO7nMy8OF3bFFpfgHIrGXuwvdsXQl3M3mfndbuQ3tw8KFJ89Uwt3wT6xk70Czcwsrq9TWW5KYkqnT65Gx/Ph6sV8HHyY5+UUkdnJQ0GON++sE+nrSA5auRCoR0wMWV7k5eexKFPa2HqZCmJtfVG48TPAxjjPjOoOkp2UVVhQwK6+W5Pfu5W7+miYxpbODwtmR/TpceainqyM9kBNTs8mWSETCAF96wJo1pnYyGy8PthDiyrnQVAj9vFxpYUtMydYZmJUIePyQQLNHbFxyJgnw+cLHk/3VCovLi02/GleompyeQ0oss8ODzHV1QnKWHhmMK8EHLPurFZVUFJWyW8JVcKZl5tXUaaxX0uDXZH76wlISuzsrqRMt86uZCmGgr4fYdDjQlXC/Jv59M3OLTDvcntr95uQVV5jKj7+3G/6hSZyUlqPVMV8TX6ZSR15cD6RksEc9rn9o1YF/tay8QuIZ3DcqmIp99xw+p65hthDXkDMnDCGJuIbcfZjV1+IKf8TAKBKnZuRejmMfBezTI9jXi92Hh09dKTWpYKnxcF2dZsfBM9YriU/O2rjnGImH94saNoC9wNi4+3h8CvsrP7BoKj2Ql3+/igQuDoplCyfTHbhy035cuvA3Gjmo54Lpo0j6Pxv27T9+kcQvPXw73bePv/GNupqpZvFP89lrD5DE9Oz8z35cS+LxI/oumslegew9ep6u5PmHFtBff8/RcyVlzNfERx8VQFdUVm/eww6XOjA6jAqgS8tV1Bq5bKB5DBl8OKSksz8Q/vlIDcm9GNDp9DRW2MpDTb+ss1JB03uGB9hI2WLA9c6fMLyfVquVyZiHzWiiva3stcfvsDH6K9OaDTNpVH88ISuWLphknYhrM/rLcsEFqW38HQEAAAAA6BRUqtSxSRk9Qv3aYIgwfM2PmEezvFCLcu5KwoWryfgalT7ABgBAd6ZlBNC4aQAZG+AQAABtjouLc2hIcEJiUmlZGZ4WLLyrd++e6urqmJg43IZC8uAOlTmzZyAAAAAAAJqBSb8soGIFozZBwDOpEywyG+eIqK6YvhCTGLpzPRnZ4oAGGgA6O6B+BjogFicXOqyZUIi4RY4wx7NHH4X7c7G7UmvK6BouF2ZNXPv5nRGDXhk0xUEiR0CLkllZ+trxjbvTrlmk95a5vu43zFlsy6qf2UfM2PrDGNXzfiZOugjUzy2Hn7e7n3cDRqFfvvesurqmWl1Tq9HQRHzdO37kwOrqWnVNja3MPNpYbR1jelymUaEKlaebM00vLC67HJNE4iA/LyqA3rL7SK1RkebsqHz3xQdJYkFRyRc/sgM3jRneb8GM8SQ+evrSrgMnSXz3bVOH9O9JYpr5JkhJz05JzzIg3vfLX0Q3S4PXtNwSSfyhNUYNtEQiITnLy8up+tn4OKWAPVcaH628Ce/nzbuPXjJ5eL/x9L0eJnXs5z+sJIGLs8M7z7NCseS0rO//XE/iCaMGzZ06msS7Dp46cY41SnjvpYecHBiFVl5BMd3JYUG+Tz2wiMSxSam//7eNxHcvmDqkH/uLrNu6n2pScWYiAtbqdHQlPp7urzzJuomnZuZ+8+saEg8b0HvxfFYPt/vQ6eNnWRvO5x5ZHGTSqv7yzyYibMV74tuP2F8tO7eQrnz00L4LZ00g8b4jp4+cukTiJ++/nWpVf1m5udgkkcQrITsVp9CVBAd4P/vQnSROScv6zrSvBveNumfhNBKfvRi7YcdBEi+YOX7MsH4k3rD9QExCGok/eu1RotQvLa/87d+NJLFnuD9VMR4+efHk+RgSP7JkXt+erDnFj39vJOpqO1vZF+88TRJz8go/+fZvEvfrFY7z05Vs28sKEJ996I7I0AASr968NyaBVTe+8uQSug9X/La2wqiatZXbfPnuMyQxISXzm99Y7SA+vkYN6UPiP9dsp/L3D195hIrzPv3uH6L4xAfv8tceJYmbdh9Gxt/6fz+sXDR74viRA0j6X2t34mONxJ+9+QSRk+Jjn34dfx+P159eRuLLMcm/r9pK4ttnT5gwkhUm/rNuV1IaK0D87qMXiGK4vFJFVxLdI+Rx0+ij+46e2XuYFWs+dPecAdGs1f3fa3cmG7cEl+2PX3+MJCamZK4wffdeEcFP3r/QtCVJf6xmS/jCmeMnjh5E4vU7DlK//M/eepKKxb/46T8iFg/083r1ySUk8Wp8Ci5vJJ48ZvBtM8aReM2WfdfiU0j83osPepgqzC9/XlVtFLDiCvmNZ1jzs7jEtB/+YsvP4H5R9985i8Sbdx85fYEtP+++8ABVV/+x4RCpWoWCgh969Wa/Zmr2CpP77MwJQ6j8cfeRcwdPsIfJvbdPGdqP3Vdf/rqBbAnXhi0tK+9/P60z7fDgx5ewW3Ls7LVNu4+T+MWHFlKV5+e/rCNbYiOVrHiX3eFl5ZWffL+axJEhftSV9sCJi7sOnSUxV6j63V9bSstZyel37z9BxeKf/bSWKIZxTpzftCVXqYD10Xtm9o0KIfFva3ZTmfunrz1A9bhf/76JKNE93Z3efXYJSbx4Lfmv9XtJvHjOuDFDo0n83+aDVLr9/gvL3F0cTCvZSB57kIhF377/BElMycj74he26pg2btDcycNJvHnv8TOX2PLz+hN3+vu405WoqlhNPLX7LSkz76vBfSPuXzSVxAdPXdp9iNU0+3q5mAXQR8/TJ4WoALqmppbuk2B/T6pdTsnMo+nODgqzAPr0lVST6nrSqP5Eoo1P7zRzgK8HXUlVdTVVBodzHiXKySum6XV1WppOE1Xu1TQRX2ZkZBeQ2IDMY6rxBQ0+VsQ8vIHrRrmNxN30zAwGX43QgufqZFbxujk79OkRLJNJ5DZSJ6W5EWniyH7kcQiuXllhJ7tt2kiZjQRPbs7mleOdH+TPPhvp4WrWKN89dwI+RePMeOW0ZMplUvoLcsFrwEeHdXqPUD88WaePHNTTOlHEUeoDAAAAAAC0KueuJOKr4mH9e9Dn1lqPhBTmKjGopa9z8EXpifMxfl6uIIAGAAC1mAN0DuPBQJ/DBgCgjfnwg7fvXvpAlYpp3a6uqTl56gz3VTt729dfeSkCHKABAAAAoHkQzQ2jV+AbVdBGmQIZiZ2onFF9dYKBo86heh0LqXT3FO6ABhoAOi+gfgY6LNyTC+JYQfOQzhRo2AeTeLxAvvNfved/kXZ8bX4MXYMBGf6OPbkl5fKLAybdEzmUD6W0JajRab46v+/bSwdrdVpuOh/xlrj2vNM9SkikzUJi9iwQMTWJiKhCjRdafPyfZ6xHyNVUvaE2gFZDLBKKRbZU4UeQy6TU3ZlLsL/35+88ra6uwZNIIKDpfXuFuzo7VFXXVFfXeLq70PSJowfrjRpKOWeYdXtb+bgRA8hK3JydaLqTg4K6RCs420MTE01mkzeEo1LhoLRFt4b1NS1eFDD/mEBo0Bv0QlyxkPMfyalQKEpLS5mBZRgJNOt4bhT/sz7n/BtRP2O83JzVJkNZsURE08OCfIlTr4PCfOVsayuj+82FIxRzd3Wi6dTrVyoR00QvTvO+ndzW/IvYmfeht6cbkcYioxUuCfB3opm5qjJbmQ1Nd3d15GyJI02n1piIEd55ORmNVLk1s42NeQtdOSvH5Yemy2US7kocHdi9QVeDv6/5a3LGsZRz9hW1f8Y4Ophty6mYkryXutUKTUeBWCzy9/WsNaoAlfbmR2tcnRyC/L1ImeF6eQb6eRG/Ya7Vlo2NNNRkKc0daRP/gjSdmuYioxkNkYcy75WYv35IgA8xMJZzMtvJZXQl3OPdz9tDYnKopfI+DM5MfmXud09KyzYwBsBuUqnEQWlO9/d2x6Wa3SdCtlxJxCL6idznJfCn03RHjlrR19udqiHpluA9TDNzfzVcDGi6na2c83XcBcYtUdqbN8+W8929OSWcuyUOnC3xcnch7rMYkdBc0eHyQMS+3pxaDh8adCVcc33cU6Yx+ZJwdyz+dWrqGBW1u4u5sNkxxrEN7CtcndJ07kr8vJyrVYyBsczWfHTbymRm91kHs/usu7MDTVfYmfdVaKB3dS0jD3Xk/MRyG7PG1MvdvIXODvY03YbjVotXQh6ekYrMRzEuAzQztX9GRtEqTZdJzSsJ9vcsV6mtvyZeuVbPlHCq3CVfja7ETmY+pgJ83GSmSkAkNDc5hPh7qo1f04WzTxwUtnQlOKbp+IP0JnmuRMT56f29yEokIvPmcfW4Lo7mlffvFUo9vJWclU8ZPYCUHx7nCRq8Eqpj5u6rqFB/qVhsWrn5V54wvC91gKaJ+HikK+EeU4E+7g2ufOyQ3jV9I3BlgvcYNajGhwlVmdtIzL9maIAXTeeWq9kTh44dxgrHufvwlccWyYzuxfacwtY7MqhBxfCimWOokTOXz994yDrR18utQXnx+BF98WSdPmFEP+tEvFWTRw+wTndysHdyaKD1ibvfAAAAAAAAuhgXY5KRcbQK1PrEJDIPUYcFeqMWpdr4hCr3NhkAgO4Mj5rl3DQ6nf7BFz7k8/g/fvoyalGIfwZuKNfpdBojydllegNyUtj6eDjc0Ep0RrRaTVZhxePfMG4iUrHw7zfnIQDoKhQVl2zdtuPIkWOFhUUlJSU1tbW+vj5+vr7R0b3mzp5pZ3ernT1Ad+bIpfQvVzM1Z5in7LEp/kzjqBjPJCKx2DRGsaC9XE7JaQKjZdDsTL+29CTr6GMnliYsfQ8BAAA0j3dPbv320kESD1f6/i9iiljC/BOJRSLjf6P62ewAbV3jcdMtasVuLtwhdxz02l5vvL7X4mtz/J+xEWT+1Wnq0q+oqQYaIxLzQQMNAO0FqJ+Bjg/35MI9v+jIfy1zdsEnGw1zpmGCQ0UpbyYdUOnqLNYT5uD+v1G39XXzQ8AtsCX50tsnt2SryizSXUSyd/1GhsmcWeNn8t9k+WysPMhjZnxuHQLqZ6BBHn5x+Q3ld3FS3jF3MnUFvnVotYMrG1NrM3tBW8f8Y6sXGxubmhpGPYmzVapUuIgzNxPkxMmcOpmCTx4HaL76Gej4FJaqsvMZTarEoMLNZlIpbjZjEBmx+Lk7I/mFJa98+J29rfzzd55CQNtCr3NIN5m6orA8k2mn9QodKle4IwAAAAAAAAAAgBsBt2o8/MqXOr3+63ceteE8ndgaFJWUv/jhz8zwR28+jFqUP9buOXzq8mP3zOxjGhkGAIAbIvXKLk1NlYZvj+QBtCFLLBaTPsB21IDdHC3gAJ2dV4Cbf319oKkFANoTZyfHJXffiScEAAAAAMAtQ72cTTCOhNSkzTqzRczr9t7PXMAHGgA6F6B+BjoF3JML9+kjpMMznXHABnzu1jJzHl/D14x2CVpn7/Z16omtRYnc9cSX5k3b+PWc4L5vDJnuLoMzzg2TXF74/OG1J3KSLdIFiDffOfwej15ygURgrCRERuEzcYAWmqTPQpP62XzJBY+QAYsBwBsAABAASURBVLcMLlWTxgyePGaIkOPeeuvQagcXVL1ezzNWLzweE1D1s729PfP0pFhcUVGBz4z2dnbV1TU8dngZAXmaEplU/nDGBDoRpy8yAykM7BuJAAAAAAAAAAAAgM6MVqudN2VERVVVa6ufMbFJzHBePUJa3nti4sh+g/qE+3jAqB0AADC0gAA6M6cA1R+XDQAAAAAAAAA6NUSOYDCOT0r0z1QP3aBAoTHVAqgZCKCBBoDOAqifgU6ExclFr9eTU4yxGOpMxZGn5bMPNbny7d4MHTffvceHKUfi1cXcVW1IOr8r7doz/cY/0GukiN+SiskuTJW29uPTu365elRn0Fu8NNjW8zGv/l4Se1w3MBUEx/iZcUIVCszqZ/KQmVUdgqAaAW6WsCDfO+ZOdnVu7uCBNw25WcBUValIClE/4wCXbTs7u8rKSlywZTIbrU6HGholBgA6EecuxeJ5/94RCAAAAAAAAAAAAOjMiMWiiaP6oTYhLikDz8ODfVFL4+HqiCcEAABgpAUE0FlGAbSPlxsCAAAAAAAAgM4Pr75AwZrmvB2wADTQANDxAfUz0OkgJxcS4HJITjQ8jhc0jzqtao2PM/E1PZWef/Seuz0v4dusM0UaNV2VWlv73qltv147dl/UsMURQ+zEUgQ0Qr668perR/6KOVlWq7Z4yVMkf9prYD97T1I74P9CIn/GNYYxFJm8n5kX+QKifra4yoI6BLg57O3k86ePHRDdug61BiMkwP8rystIikKhIOpnAo7t7e0rKipwecalHpneQt8OAJ2I4tLyzJwCe1t5sL8PAgAAAAAAAAAAAIDmcS0xHc8jQ1peAA0AAMClBQTQuflFeO7jCQ7QAAAAAAAAQBfB2n3QQosD0pybADTQANCRAfUz0EkhRY6eX5DxFMOWSJ2O0UHjMw4jg9ZqGa9hvgb/0/JmeESMdvb/LevCv7lXtchsYJyjKnvn5LbPzu1dHDH4gZ4jPG2VCOAQX5r33cWD65MuaPQ6i5dkfOE9rj3nOIeLBUJq/EwU0CJW/cwxfmZqDgEdW4M7wgbUIcBNgEvNqMF9Zk4e1aqDt3KFyzjW6/UlJcU6HXMsUO9nLsQHWqUi/tAGrVaLjwi93iDgM+/lPr/BrcEAoANy6vw1PB/QJxLKKQAAAAAAAAAAQKemUqW2s5WhNiG3oAR/nLOjwskBevcAAGhdWkAAnV9Ugueebs4IAAAAAAAAAFqOuJK8S0VZDhJZlba2vEZdWltdzkw4UONEmUhSVqMuq1OX1qgr6mpwXFyjou/1tnVwldu7y+zd5QoXG1ulxEYhlTlKZAqxzF5i4yC1cZDIuZ9VT3Ng5cpmqJ8HBAo3DWigAaBjAupnoLPDPb/guV6vZ88yRh00kdjyeXwt/sfH/wV8gVYpEDzuP2SWa/gXaSeOlmdy11alqf3h8qGfrxyZEdjr4egxvZy9ULfnYGbC95cPHspKaOA1A5riEPCAZ1+l0IZIn6nxM3F/NlYlAmvjZ4sKBEEdAtwUPp7ui+dP8vVyR62JgWPhjGsYnU5XWJBPEu3t7cVicYPvwqdQW1tblUrF1FF6vVan5bGyf56ecz0MGmigg3PuchyeD+gdgQAAAAAAAAAAAIDOzH9bDsYnZz5y14xAP0/UysQlZeB5RHCr2D8///6PJWWV333wpFjUArpHAAA6O7daEej1hsLiMolYZCtvo2dEAAAAAAAAgC5DRV11blV5QVVFjroCz/PUFfnq8jwcVJVnq8rQLZClKsVT03lcbew8bJWuMjs3mf3+zDiaDiqcVgU00ADQ0QD1M9A1sDi/kNhUQHV8o/0zz6h/5rFSaCbw5zt9FjnlVEnGx2nHsmoruSvUGfQbky/iaYhn0EM9R07wj+ShblfINXrd+qQLP14+FFOc22CGcBunp70GhMqc8d6l0mej/TPzD1chfAHfJH0m1YZl7QHXXcBNI5fZzJk6amj/Xq1deG5O/UzgaqC1Gg0t9vSBS9BAAx2c4tLytMxce1t5cIAPAgAAAAAAAAAAADottXWak+djceDsqECtT2wSYzkRGdIqAujqmjrciALqZwAACLdaFxSVlOHGWXdXJwQAAAAAAAAAjVNRV32tKCe+NC+xrDC2JDe/qjy3qrxaq0HtR0F1JZ4afMkkxzEgoBUADTQAdBxA/Qx0JUg55IoIzQVVr7e0gtYxcl2tQKvTaoc6B6x18NlZkPhP7uXE6hKL1Z7IScaTv73T0qhhs4L6uMnsUDcgS1W6Ov7s79eOFVarGsww0NZjnnP4AHtPpjog9YLR6JlRPJsdn4VGTbTZ+JlAfgiQPgO3wpD+PedOHWMrt0GtTIPqZxzgRYVC0bT6mWCpgTbeagg5176ggQY6MucuMY8K94+OgLIJAAAAAAAAAADQqbkan4rnUWH+9nZy1MrghpNrCWk46BkegFqBmtpauazVG4UAAOgs3KoAOr+I6RZydXZEAAAAAAAAAMAhpjjnSnFObHFuTElufElugboSdR54jMejpTEh0IKABhoAOgKgfga6JPQUQ4IGraD5OoFOq9XyeQKdQMtnRNB8LW+ae/gkl+CL5bn/5F4+Wp5psdq0iuI3j29+6/iWIZ5Bs4Ojpwf2dJC0eldB25OvrtyQdH5j0sVLhZkNZhAg3jiF30LXyAAbB0bVbDR+FhChM/7PSp8ZxTPX+Jkoz3EExs/ArePu6rx4/uQgPy/U+jSofsZzXG6bqX4mEA10VVUVXo9GU2dME4MGGugUnL3E2IMN6B2BAAAAAAAAAAAAgE6Or5frkH6RqPVJSM2qqa0L9ve0kUpQS1On0YYEeivtbBEAAICRWxVAFxQSAbQDAgAAAAAAALo3qRVFVwqzLxRmXCzIvFyYpdbWoRbCTiDGky0fz0X2QomdQILn/IZyagz6Wr2uVq+tM+jqmFiLF6t0mkpdbaVeo9I1a5MYzUG9wakNIINuDUADDQDtC6ifgS4MOcUgTvmsZwXNyKCNMDbQOj4xghYItFqtQCfo5+AdrfBIryr9N//q9sJEDdJz12xAhuM5SXh6+cj6UT6hs4KipwZE2YqkqJNTXKPanHxpY9LF03mpjeWR80UznULmOYc7iWRER26UPBPZs9HoWcBaP5tcn40VBo9vYfyMOL8LVCDADSEWi6aNGzZu5AABn49aH2v1c0F+Hg5wor29ffPVzwTqA41jjaaOFH7QQAMdnOqa2uT0bNxdHRLYKmMWAwAAAAAAAAAAAG1Gv56heEJtwoVrSXjeOyIItQJikfDFhxYiAAAAE7fuAF2K527gAA0AAAAAAND9yFaVXSnMulCYca4g41h2EroFZHyhs1DmLLJxEeE5EzjhudDGSSzDKYwdcz2tDELNU8wQ1QLOawpQhba2Ql+r0tZW67WMCMpgKKpTF2urCzXqYk11ia6moK5K1JDCz/TRoEVoSUADDQDtBaifgS4PKZz0LMO1hSYyaJMVtE7AZ/yf+TpGtstYQTPLukA755fkIx706re+IHZtQUyZttZi/TqDfn9GHJ6ePyQc6xc+Kyh6gl+EXNjyjiatSkVd9abkS5uTLx3PSdKbLpascRfJ5zuHT3EMkgnExPKZb5I/U+mz0QeazIR8avtMcnLqDZA+AzdNVETQotkTHZVtdPnXhPr5hryfueCzK9FA4/JfV1dr/AjwgQY6NJdiEvE8KjwIyiMAAAAAAAAAAADQfC5cZXqNoyNbRQANAABgAThAAwAAAAAAADfA2by0IzlJ5wvSLxVkFlarbvDdSMIXBEqU/hKFr9TeUWjjIpa5iOXOQpmUz1yXmiRKiKura0BmdyOqO9YA0hQ4i0VOBjn3JdMqGVgFj9G5kFFF8cySHQS0Djeoga7CeRFooAHg1gD1M9B9sNYR0mKs1zNXHHhJZzzhC4xSaL5WoNfptAKtTqfT6/QuAuF9vv2XefXZUBC3syjpSlWB9UfU6bU7U6/iCccD3P2HeAT2c2PmduIOagtdVK06npN8Lj/9ZG7y5aLspjP3t3WfrAwc6xjAN10YUddngYBqoIV49wmNUmgifSbiZ67rs0WlAbUHcBM8umQ+aisaUz/jRaVSeXPqZwJXAw0+0EDH51pcCmIE0IEIAAAAAAAAAAAAAJpHdm5RcWmFk4O9p7sTAgAAaH1u3QHaKIB2AQE0AAAAAABAlyVLVXogM/5wVsLBzASVpuaG3hsoZeTOeAq2cfCV2HtK7XmongMgV0jHTTKnGCw10Lz6VtCmmDV65Hw4j7tIYypo4CayAmhG18MXiUREu8Oq/ZClZyHQsjRfAy0Q8o6vUYEGGgBuBVA/A90NrhU0OeOQGBdpvV7PWEHz9AIifyZu0DrGDVpvVEAzaLU6vmC+Z9Qct4iCGtXe4uS9palx6uIGP+tMXhqeSBzh6DHA3X+QR8BQj2B3eTufqpLKCk7hbctNOZ2XllpRdJ3cBtRb7jpW6Tda6WcvlBIZM7V8Nv7lU9dnC+kz4w/NFyCT/JkHxs9AJ6RB9TOe48RbVD8TiAa6qqoKxxpNnSnRnAE00EDH4XJsMp73jgxBAAAAAAAAAAAAQKclM6fw19U7Z04Y0qdHMGp9LsYw95LRrfZZ+YWlJy/E+nq69ImC21UAABhuSQCt1xsKi8twd4fCzhYBAAAAAAAAXQiVpvZ4dtLh7MSDWQnJZQXNfJeHSO4nUQTZOPhLFQFSZaCNA1fubCGC4Zm69rkvmlNIX7+VPNo8N2mbG5QFsMpmnjm2EEBbpJsF0DyjjkfIDuDONzoYcj8CVAitQTM10N4RaOhtCDTQAHDTUPWzll8n1ItB/Qx0H8iJBnEuJMySaFy8jTJoPiuFpupnPVE/M17QeIkv8BQo77SJvsOzV6a6bH9p2t6SlOSassY+MbYkF09/xpzAsaNUHqx0DVW6Bjm4BitcQxxcfewc+a1zHGn1+tSKwqTSwqSygsTS/MTyAhw38wG2SBunsUr/cQ7+CqGUWj4T6TOfx+qfBRzXZ4EpiVVF8+gbGpA+I6g6gM6Atfo5Py8XB6iF1M8EfATJ5XLQQAMdnMycAlWV2svDxc5WhgAAAAAAAAAAAIBOy/7jFzOyC7Jzi9pIAG18mLZPjyDUOmTkFGzec2L0kN4ggAYAgHBLAuiikjLcCOvh5owAAAAAAACAzo/eYLhUmHmQcXqOP5efrjPor/sWPuKF2jj2krv2lDn3tnWzFUpMUuZ6cmemC78hITRjr4xQvaxEltSAHppnqOcA3VwpgFHEwOOKnnmmoL5dNCKbxjgXEvdnodHXkMe3lu8ArQFooAGgtaHqZz1Pm+t2SqqXh4e58iTuQqEE1M9Ad4DHsYKmKfTsoyeXAWYZtMkRWsfqn8lMqBfiub+98z1yh7s9e6eoS/eWpOwvTcusrWjio0tqqk7npeKJmxjp5BFkFEMHKV08ZAqxgNEUiwV4Eor5QhEOmEWhrUhC8qs0NbU6rUanr9Nr63Cg19XpdBqdFi9mqsr8pY+uAAAQAElEQVQSS/OTygqSygqb/9waJczGcbTCd7TCz01iy9U9k5A4O/P4ZrmzQMCNWeEzSJ+BLkDbqJ8JVAONjw6Nps7APNwpBg000KG4Fs/0WEeFtVaPNQAAAAAAANDBsehAAYCbAO5nOwLq6prDpy7jYNTgXqj1KSopT0nPlUrEEcG+qHVQV9fiucxGggAAAIzcqgAaz50dFQgAAAAAAADotJTWVu1Ki9mXEXs4K7Girro5b+kld+0tc+kpd42Su9oIRFxdMxG+IBojcyLT0GGOuW+qJ3GmghlefUk0qieARiR/E1ChM+IE5kVkaQhNt8dkZEgUPXwL5R/QeoAGGgBaD6p+xtSJVPhoqxWoLiWpVHXqKaP7gfoZ6D5Yy6CR8aRDLlf0ej3fqHykEmihgNU/63R6nE610HoBo4QOsXcJsnV6wLtfVnX55aqCixW5l1QFWXWVzdmSmOJcPKF2wYACpQp8IYev6PrYujuIbIxfn6N7NkmfeaYHw/j8egpoooduTPqMOHUFVBpAZ6Ex9TNedHBwaFn1M4GrgdZqNMY00EADHYircSl4HhUeiAAAAAAAAIBuhvVwmg0uAoAFFreuPB6P2wGHgHaioKhMqbCLDPFtm+F9jp+NwfOB0WGo1SACaBsJCKABAGC5JQF0SRljb+PoAAJoAAAAAACAzkdmZenWlEu70q+dyUvTX6/dSsoT9pA597J17S13DZc5S/hCom+hYhfi8UwUzyYVEUcGbdQW08zU35mrfqYSZ/oaslI8I0s9zfUl0NwmucbE0OY3mKCCHkbiA9LnNgQ00ADQGnDVzxh7oWL8+FFlteU5BaUBvu5U/XzyQiyuF6MiAn293EH9DHRtuDJocuohsDHjAq0nTtB6vYGRQguMcki9TqBnBNF6oxLa+AfPDfgVP6GTj9xhqnMIfndpXfXFqvyLFXmXq/IT1aWoYxw3AtOoHb1t3fAVnZwv5l7L8S3kzybBM3V+NqYJyENixpeYnOTaD6TPQBegQfUznuPEVlI/E4gGWq1W41in1RrTQAMNdAi0Wl1iSqZQIAgNbC3LLgAAAAAAAKADYt2H0lhnCgA0iHW7UINmBEBb4u/j/tlrD6iq1KhNOHbuKp4P7dcDtRr9eobYym18PJwRAACAkVsTQJcaBdBKEBkAAAAAAAB0Gi4UZOxIu7oz9VpiWf51M0fLXQfZefa2dQuzcWIEwUZlsIXi2ZTOZzXOVEbD8X5GHIVNYwpoZNIfI5O42Rwb6qmfSUtbM9tKzM+X119kgoZWwDM5QXO13SD+a0tAAw0ALYuF+lksMwycz7d1ECiFrsEBXlzv5xPnY9XVNfuPX+gdGbJs0XRQPwNdHp7Jh8ZCBs2+ZJRBC/gGoxs0Ywot0LMm0ET5bCCiaEYtySqhmcCgdxYKx9vYjnUMwKtSa+rSasozasvTqsvSa/BUkVVXoUetjpgn8Bbb+kuVvhJ7P6kCT94SexFP0Ni1nEn8zKO6Z2L/zOqeWckzm5V9U/1hPVD9WgJqDKATYa1+zsvNwQFqZfUzAZ+HZTIZaKCBjkZsYppWp+sZESQUChAAAAAAAADQPeBqnfE9kSo1U1tdg+rJoNmccG8CcKGNabRfzy7YTyAWWzQZwV1t+2Irbwv754TkrKKSCmdH+5AAL9RquDor8YQAAABM3KIDdDmeOzmAwgAAAAAAAKCjc604Z1Pyxc3Jl9IripvO6SO262/rMdDes7fczUYgsnAH5AplWA2N6SWqhEZUD81RQvO4ihuz3JkjejY5QBusHg3nNWQl2JyGEmtbgusO2cbZtnribKAtAQ00ALQUjamfhUbdM1f9jP89vmxeTGLatfjU4AAvqmssKi7LLSyOCPYXi0UIALoctAMGcWTQyHQmwgcC7vDjGfDhwKibDcig0+n5egFOFBrV0Dqj7pmVQBNPaKMOGq+DRPYiUZTUJsrgRoSVeK7V6zNrK0yS6HJmqi2vM9ySKFrGF/pJlX4Se1+JvT8OpAp3sZyP+NxrLTPkys102WbSM7NXd1T3TKTPJmk0nw6OYaF7Bukz0NlpQv2sVCpbW/1MoBpofPiABhroIFyNT8bznuFBCAAAAAAAAOgecM2eMTm7j6b+vQEBwE0R/fHLEmelhc0QAroBx85dw/Ph/aMQAABAG3KLAmijA7SDAgEAAAAAAAAdkpTyog1JFzYmXUgqK2g65yBbj0F2nsMVvs5imdHKmWeSxTQsema1MIibh0cVzyTFommDeQUhKsUx1Fcbk83gNeQz2vRiM2lsjDaLdO6WNCG/Blob0EADwK1zQ+pnHLs4Sce49Bs/YiBX3Xj87JVdB0/it4cH+90xd7KLEzgrAF0QCxk0TSRnIqqExoGAb2Atn41/BALjHwPrAY1YLbTelIeksMJKg7EPUWQwhIjFwbZOyGinhEw9i2qdRmswaAy6Or1Oi/QavV5r0OkMBhxrDXoh4ov4fCFPIODxRDyBiIdjvoiZBBKjrzMyPVqGrJ/j4kQNPsBWb2aleyZXc9a6Z7hMAroAjamf8aKDg4NEIkFtBWiggY7GtbgUPO8BAmgAAAAAAIDuAVU/kxui7O0H01dtRQBws2i0GqGOMQggzU1cuwG4pW1LLsembD94eu6k4aGB3qj10Wi0py/F42DEQBBAAwDQptyaALrUKIBWgrYAAAAAAACgY5GjKluTeG5r8qWrxTlNZLPhCUcpfIbYe/e385AJxDyuiJn9w5G/cB0AedQzEHFT6otjEPevgSPHQc22dm6wKeQm2kdurlXlulsCtCqggQaAW+FG1c9CocDo/Srg13frDw3yzc4rvBqXHJeUbmdrHiavoKjU1dkBAUAXgp7ruZcN5GRENNBEIskjoVHQbFY66/UioYGYQBuI6JkNmCxUXkn10CzIHCqRmDvULN2S624t4l5WcQeyQPSqjH2JbzVqB49zLce97qOJZF20WkD1L+estwQAOhENqp/xHCe2sfqZQDTQ1dXVOMZbo0F1oIEG2gtVVXVuQbHS3tbdxREBAAAAAAAAXR0L9XPW1n0Za3YgALgFdDq9VqvFTc0I4UkPz8+3F5v3nkzNyFXX1KI24eyVhLo6TVigj1Jhh1qTlZsOZOYW3LdwipMD9AMCAMBwSwLootJy3AOitG/dmgsAAAAAAABoJnlVFZuSL2xOuXw+P72JbM5Cm2H23iMUPn1s3U0KGO7g54yFs1EDx2plrGQxxAnQbA7NUcawBs+ovta5adEzryUMnpvmVtYJLTLtCGigAeDmOLghrUXUz3geGRqApyp1dXxSulQiJissKil785MfHZT2UWEBvXqERoUFIgDoQvBMhtAW1yrUEJoIotkZq4RmXG0EZtdnVvdM0kki1wdab9JBmyTQCHHkmKhJ6bP1pnLnZMANxH0mDXFik7jZ4lrO7AxtTOeO44EaeoaN++kA0BnpaOpnAj4/29jYgAYaaHfik5n2hJBAHwQAAAAAAAB0dbjqZ0zW1n2Za3fSV/2mT1CGwaggQLMoS0hJ37KbxBqNRmi8xTYi4PH0dKhYuJ9tM67Ep6Zm5Pp6uUVHttFRfOzMNTwf1r8HamUSUjIzcwrZVlAAAIBbEUBXqWs0Gq2TgwLOTQAAAAAAAO1LaW3V9tRraxLOnMpNbSKbHV88Suk7TuHXy9aNz+NImYmy2aRuFgjqq6Ebcge0UDwTFTWq7wvYoNz5JkQzbdAUYq0xgvaXjgNooAHgRjm4Ie3kzky6eCvqZ7oSucymb69wuqiqqvb2cMvKzT9y6pJGo6MC6LIKldLeFgFAl6DBXhmaaMakhGZ0z6zZMzL5QOuJxJnqnqkkuv4q6umg6WVJ0xpoXkMO0KZLs3oh58jmcUftMF3OIQvR83V1zwiulIBOjrX6OTcnm3lQoV3VzwSqgcZHGWiggfYiKS0Lz0MCQAANAAAAAADQxbFQP2dvP8hVPwfOn+4zaTQCgOahUanMsUYr0mqR8e6VDKqGgDYnO7cYz+dMHorahLLyytikDNzX0L93KGpl1NWMp7XMRooAAACM3LwAuqSsAs8dwU8eAAAAAACgnaisq9mWemVT8oUjWUk6g76xbHK+aIS99xilX187DyFPQKXNTLsDR+zMY9XPAo7Zs3nGdQdkjQORhcbmOornprvn27fzHqQDHRzQQANA82kN9bM1/j4erz61JL+w5NylWF9vD5q+aefhk+euRIb6hwb6DRnQ095WjgCgk0OPBWslNFdDyWqhkYDqmU1iaLO6meqhLUTPBkM9E2ie6ePoZ1n0EjUgyDZfd9W/NOM4OVtcsjV9LQe6Z6AL05j6GS86Ojq2r/qZ0LQGmnt7BRpooJVISjUKoMEBGgAAAAAAoEtjrX7OWL2NvgrqZ+BW0Ol1Wq2Ox44/picaaLiHbWMmj+4/pF+4wq6N/EqOnY3B84G9wyRiEWpl1NW1uCi1wQcBANBZuHkBdCkRQCtBTAAAAAAAANCmqLV121Ivb0m+vCc9polsQsQbZu89Vuk/XOHDKpmJizPH5Jlr9syq36zEz7z67oBNiJ6bqXiGBg7gJgANNAA0h7ZRP1PcXBynjh/GTSkuLcPzmIQ0PEVHhVIBdEFRqauzAwKAzoy1Epp7buL6N1uLoekfxHQrmvsXzW/kvJf9FHR9axx8TcbdPHYLeZYg5tRpDAzMOdRglQXV95BGoHsGui4WxylRP+uMw/K2u/czF6KBrqmpwbFep9PyNMZEZHqigQ9HJdB66PT6tMwcqUTs4+mGAAAAAAAAgC4KqJ+BVkWr1Wm1WmMvpJ48ckzvx+F+ti1pM/Uz5vDpy3g+tH8P1Po8sWQ2FCQAALjcqgO0k4MCAQAAAAAAAG3CwcyE1QlnNySdbzrbQFuPcUr/4UofGV9MLP9MIme+gC/g6p7JIo+k8Hh0kXarE+UzcYC+rui5wbtNuAUFWgrQQANA07Sx+rlBnnnwjvzCkvjkjLSMHDcXR5JYXql685MfceuBj5dbj7DA4QN7IwDozFDFM2rQjNnUnYPqq6LpIp/PnJ+4kmiu/TNZlYXlM3fR+gjlWQ6+YdIxG9jAYGXq3MxrObiKA7ow1upnqbRjDZyKz9t4k8waaPbg1ZFDGPcfk9M3dB4DLU5KWrZebwjy94KiBQAAAAAA0FUB9TPQ2ugYSPkC9XM7UKGqauOxGWOTMopKKpT2tuFBvqj1CQ3yRgAAABxuVQDtAA7QAAAAAAAArUxqRdF/cafXJJzLrSpvIlu0zHWsg/8oha+9UNqg7pn4PFvonus7PpuNohlPQY7BWIPugAhEz0DbAhpoAGiMjqB+Jri5OOJp5OBomlJTXRsZ6p+Qkll8tdxBaUfTj5+9nJSS5eHmFBzgE+DriQCgU8E9WLj9NxZ6xHqmzvXF0MhKIc2rr3WuJ4Mm6zM0vAHs53LSr6tybuJaDi7kgK6Khf1zTnYWUT/js6HaiEV+6yccrOPWzk9jPd5Wvs54t6bXG+/RrB/DAIAWCvcd6gAAEABJREFUITGVuaQMCfBBAAAAAAAAQFekafVz8KLZXmOHIwC4NXAZ0xuo+rle+xjQ2pSWV768/Nceof6PL5mF2oodB07j+bhhfaCVAgCAduHmBdC40sRzJxBAAwAAAAAAtA4qTe3mlEur48+cyk1tIluEjdM4pf8YpZ+DyMaoYjbrno2CZwGjbTPK3Miihe6Zb1K/NWb2zLueOyCCfnegDQENNABY03HUzw3i5ur0+L0LcRCbmCaXmf01r8alXLgST+KnHlgUZjKH2H/krKODvZOjwtlRaSOVIADo8HDlzshKvGitabZ2em7M+/kmtqGxoGk5JlzLAd0KfKAVFRbqdDpyVUlsqegVJvdqsyPEdFGPt1Mg0PN5SM/jZgAPLaBlSUrLwvNgEEADAAAAAAB0RUD9DLQNJt9nA0if254/1+3VaLSRIW3hxEzIzi26lpAulYjHDotGAAAA7cHNC6DLK1R4rlTYIQAAAKDb0KriGAAAKCdyklfFn9mSclmtrWssT6BYMdbBf6zS311iyzfZNFNBs8njmdcc3TP+16DZM4iegY4JaKABgEsHVz9ziQjx5y6OGzEgxN+npLyisLjUy92FJJZXqtZs3UdiJwfFey89RGJVVTXeZNBDAx0ci+OoQT00atzm+RY7hHi34D4LAN0E0vNaW1srEArkctu6ujriRYU7/vnGK0xGZ6zXczOTuOm7oebcKzU/P68+5HKXZ7R8Ngq1+dB/DLQqSalZuDwG+8OAwgAAAAAAAF0NUD8DbYaF+BnuYduMA8cvXo5N8fVyHTesD2orthvtn0cN7iWViFHrE5OY/tPKHSMGRc2dDFUWAAAsNy+ArqiswnN7OznqPNCeXYxWp197IAYBAAAA1yM9r4y7aKxI4S4FAFqFbFXZ6oSzq+LPpFcUN5ZHKZBMcgic7BDoZ6M0Gjab/Z6J1tkobiYKZyp95nEk0caU6+merb0DG1wEgPYCNNAAQOhE6mdrgvy88GSRKBaJ7pw3OTu3ID0rz85WRtNPnbu6dtt+H0+38BC/wX2jPE2CaQDoyDSoh0aN6CBbxMO16TXAhRwAEMRisUCg0Ot0Wp1Oo9FotRryD8Mk4Rd0OuNQvfr6ru2tdwTVqxzY51SNd3P4TC4QCshJnM8n0mfzdhjA+xloafIKiqvU1f4+HviyEQEAAAAAAABdCAv1c8aG3dmb9tBXQf0MtCymG2q4Y21rhvSLvJaYMW3MANRWlJVXnr4Uh1syJo7oi9qEKnVNhaqqUlWNAAAATNyCA3Sl0QHavnM4QFu3BWt1+v/2XkEAAADAjcB0w6FGlZEAANw065PO/xt35mh2YhN5Rth5T3EMGmTvRfyerXXP5G9jumcTDeieG7R85gIHO9ABAQ00AHRq9XNj2Eglwwf2tk63tbPx8XTPzMnLzMkP8PEEATTQGbE+1rj+Ny1+JML1GwBwoYcbNzAfg8wBY/RaFhiN2xHPIKhnBY3aBO59Gd88ug85azNbhQCglUlMzcLzkEAfBAAAAAAAAHQhOHa8zJ1O2n9bcncepq+C+hlocYy3tzz2oWIwVmtDpBLxY/fMRG3IjkNn9XrDsP49lIo2Ug9WqWvw3FYuRQAAACZuUgCNz1MVlVVymU0n6kxhTrEG6P4BAAC4eXis+JnH46igoV4FgFvhQkHGv/FnNiVdrKhr9EHVEKnDZIfACQ4BdkIp69xMMAmd+cY/VOvMJynGRa7umTluiZdY83TPcHQDHR/QQAPdmS6pfm6CQX2i8IQbN6/GJ0WFB9H09dsPjh3eX2lviwCgEwKXWwDQ9pALSMQZ+sZ486THp0icqGOW9SZ1QPuM0sueonnszRxzl0d00CYltIGTEwFAi5KSno3nIQEggAYAAAAAAOg6gPoZAIBWAjfXHzp5GQdTxw5CbYVEInJQ2tnJZAgAAMDETQqgK6uq8NzeTo46FbhRWCYRTejjiS/smLEMdXq9Qc8d0BCh9mnXBgAA6JjQvjTS0+blJBXU63VrYODm9oWq3wCgg1NYXbk24ex/8WcTSvMby2MvEI9T+E9xCAyWO1laPhuFztTvmXo8sweoOWIPVmL5DLpnoEsCGmige9Ld1M8UuUw6qE8UXTxx9sqeQ6eOnrr4yJL5wQHeCAAAAACaByt95hPXZwHxo2JupPQC0lDMNBEbT5Jt3FbMnpoNdAvZ2zv6dCv3PA4ALU56Vi6e+3l7IAAAAAAAAKBLAOpnAOgOXI5N2XPk/NIFkxyVbWTDTNh//KJGo+0dGeTu4oDaiiF9I/GEAAAAONykALq8ghFAKzqVAJr4ldrLxPdODtVo6vA/jZb5q9Vp9YwUup4MGgAAAECoXn+bUCAUioSky42MDNvRpDPUxgkAOjJbUy6vSjizNz22iTyDbD0mOwaNVPha6p5ZrbOl37O17hkflCQF0aMYdM9A1wU00EB3o9uqn60JDvAJ8vNKTs/+7Pt/Xnr8bhDrAAAAAI3BbTFgT4XG//j0iFOExqdGiU8GO0Qvm7ldzpXWBtWm+0F2sB8+aKCB1gB3kmTlFNhIJc6OCgQAAAAAAAB0fizUz6n/bs7bdYS+CupnAOgaZOcVfff31ro6TWlZZVsKoLU63d6jF3AwZfQABAAA0K7cpAC6opI4QHeaQWbNTcamEeH1QuOFnsiAU3R8o7cHHd0QAAAAMGISyPCI6pIoahgNDRHQoHq2Qx2h7427DZV1NR4/PIeDQR4BC8IGzAzsbSuSIABoJ2KKc/6NO7Mh6UJxjaqxPL5i+0kOAZMcAx1FMq70mW/yeGYtn40d31TtTJ3ATCJos+6ZSJ8R50IIge4Z6KKABhroPoD6mYuLk/K5Rxav2bpPq9GC+hkAAAC4LuT0R64b2XslPXNm1Ov5ej6fbRnuGO3DzPUt57l09nbPKIcG9TPQSmTnFej0en8fuKYCAAAAAADoCoD6GQC6A5Uq9cffr66r0yxbODnI3xO1IUdPX1VVqf193EMCvBAAAEC7crMO0JWMdqezOEBThw/cTmzQM32/pDGbvKQT6PhGB2hUz94DAAAAMLsiEZElo30WCgSshoZHet1Qx6AJKc+p3FQ8vXpkw+zg6AWh/Yd4BiEAaCvKa9XrEs+vij9zuSi7sTwyvnCMwm+KQ2CkrSvfZNbMSpxNumdq+WxMNz6TwGO10bQvnByroHsGui2ggQa6A6B+bpDbpo9DAAAAANBsuFeM+PIR6fE9lsEgMAmgUUcZXYrqnMkwXMg0tk/XPq0D7Uh6Vh6e+3m7IwAAAAAAAKCTA+pnAOgm2NnKpo0ZVFapGta/B2pDtFrdlr0ncTB93CDUtpy8EIs7PHpHBolFN6l4BACg63HTDtCMANq+kwigEUcAxGiJmOs9RgNNRjrk6wVCxgBaj0zqZ9BAAwAAII6kmO1dM2ouhQIhv4MNusq1oI529H4geMiGzMuFtVUW2Wp0mv/iz+DJz95pYdiAhaH9PW2VCABajX0ZcQcy4365erSJPNEy16lOweOU/iavZx4d2hj/Yf2eBYIGLZ+ZFDK0BccDDHTPQDcHNNBA1wbUz80hNSMnLStvzNC+CAAAAADqw71WJBCbDGoLTduEO44AmgYNggCgRUnLzEUggAYAAAAAAGgPVvyxecG0ka7OLdNxCepnAOhWTBzVD7U5uw+fK6tQ+Xq59ukRjNqWbftP5eQVf/baA2KFHQIAADBy0w7QjLBMYWeLOg9UGMTInwW4FVuoN0qNGO2zQQ/SZwAAgAYxPz9iUl8yYkyjEW3H6XUzbQTPSSp/pcf4p0NGHMhJWJ995WBxqtagt8icXlH88Zmdn5zZNdI7ZGH4gKn+PSUCeDoQaDFSyotWxp1am3AuX13RWB5XkWyyMnCKY5CbxNakeTbZOfOMUjWO9JkceTTJ2u+ZK2sD3TMAgAYa6KqA+rmZ/LJyc3Fp+ZkL1yaOGhQdFYoAAAAAwAp6TiTXjTwer6NJnylcDTSi43RZpQNAi0AcoH29PRAAAAAAAADQtsQlZbz+6e9Txw6cNnYQbtZDtwB9trNB9XPoXfM9Rg5GAAB0clRV1eUVVV4ezqg9qFLXbNt/CgeL57TD2Iyqqho8t7WVIQAAABM36wBdwQigO4UDNFcDUd8ZUafX8/R8Pn36DYEAGgAAwArau0bUM8T7mWfWYHaUnjaj/pl90kUkEIxxCx7m6FukrtyWF7+5IDaputQivwEZDmUl4MlWJJ0b0uf2sAF9XH0RANwsKk3tpuRLq+JPn8lLayyPhCcYae8zxTGot50bH11H90ysnonfM5vHZBGNZ8hK94w4PeL0E6EvHOiegAYa6HqA+rn5PLbstlWb9sQlpf/w14aPX3/cDppBAQAAAA5U62x939TBm4UbVDzDHR/QguBDICMrD19Iurs4IgAAAAAAAKDN0ep0m/ecOHE+5p75EyOCb7LLkupe9EbS/tsC6mcA6HqUlld+/P3qmlrNG0/c4aBshy6tjbuO1dTWRfcIDvLzRG1ORWWVVCIWCm7pWREAALoYN+0ArUKdRADNhfg9Uw00I37W6w2ow41vCAAA0HEwmwyZZnwr01nU3r1udEuIPFTAF+iFBqFe72Rje4d37wUePeIrCrYUJuwsSVbp6izeq9LU/BlzAk8hSrdF4QMWhPV3knam8Q2Admd76pUtyZfPF6RnVJY0lifSxmmKY9AYpb9cIKY6ZqJ1JtJnHp/H0T0TxRqf2D/Txw3Iswemos5vzACMAB3hQDcHNNBAVwLUzzeEu6vTk/ffnpCSmZWdT9XPeQXFRSVlUeFBCAAAAOj2cOXOnVpMDDd9QMuSnVeo0+sD/b0QAAAAAAAA0H4UFpd/+sOagdFht88cfaPjsVOtC1U/5+48TF8F9TMAdA0qVeqPvv2vqKTCx9MV9yWjNqegqOzAiUu4UWLh9FGoPZg5YYiNVIwAAAA43KwDdCXjAK3oJAJoKoDAc77R8pnEBuMyeD8DAABcF64PNOIIjjtCfxvX49+gZ/Q+xuda8H8RzRChcA+1c3ncd+CRssxtRQkny7OsK/3Esvx3Tm794PT2cb4Ri8IGjveLEPDa4Z4B6Czsz4jbnHxxS8oVtba2sTyOAulkh8CpzsGeYjuT5pmVPwtYaZql8zNX90wykMcOeFaWz6B7BoCmAQ000DUA9fPNERrogye6ePD4uUMnLuAgPNhv/oyxXu6uCAAAAOje0DNj52oThjs+oPVIz8rDcz9vdwQAAAAAAAC0N6cvxl+JS5szedjYodHNvAugohdCyp/r8/efoK+C+hkAugxxyZlFJRVRYf4P3zVDKmkHHfCqLQdxJYNrJ1dnJWoPZk0cigAAAOpzswJolVEAbW+HOglcDTTpA6bDf4D0GQAAoDlwh1u1UNJ0kB444osrYOp1ATVz4vP5WoEWI9Ax9rrjXYLGOvoX1lbtLE7aWpSYWVthsRKtXr8r7RqecHxX5JDZQdFDPcEsEDBzqTBze+qVP2JOlteqmyZ4W34AABAASURBVMg2yt5nskPgQHsvru6Zb/J7prpnavmMUzix2fIZWemeEecYpEAvOAA0CGiggc4OqJ9biqjw4No6bWxCalxSulzG2kLX1mmuxCaGBwfYym0QAAAA0F2BsyQAEFgBtBcIoAEAAAAAADoE1TW1KzfuP3rm2pL5E/y83ZrzFiKA0ev1GRt2cdXPwYtmg/oZaAsMcH/dFgzoHYYbtCOCfVF7kJyeczEmWSoRz540DAEAAHQYblIAXalSy2yknat9mCuAoCkkAA00AABA0/AaHxa2fTsLSd2OqAO0MRYK2Zd4yOicq2UsdXV6HQbP9AKhu1B4t02fxR69Llfk7ypJ3lWcXG3QWq/8r5gTeHKX288K6jMrqHcf1/a5kQA6ApcKszYmX9icfClHVdZEthCJw1SnoHFKfzuh1FgmeawKzejrzNo7Uxk00T2b7J+5umeeSbhGFGyooQcPEHTVA0AzuDEN9Noqg55ZBA000BEA9XMLEhUeiCfEDM9XqrRnBw9NTsv+ZeUWHNjZykYN6TttPLTYAgAAAADQfcnMycdzH69maWsAAAAAAACAtiEjO//dr/4eM7TP3MnDbKSSxrJRuQvRQJdejqcvhdwxx3MMtHoBQOemTqNNycgND2LHPGwv9TPm7w378Hza2EFymRQBAAB0GG5GAF1dwwz13hlNkkjXL5XKWaQDAAAAN0THqTzplpjFbQLEWu7qdAK+Ufis0xsl0Dq9wbiAFwX6Po5e0UqP5/2H7ihO3l6YcF6VZ73yvKqKHy4fwpOPncPc4L5zQvqEOYAdTnchoTR/Y9KFTckXU8qLmsjmI7Ybo/Qbp/T3kSq4ls88VvBstnw2SZ/pywKj6bMAF2GjXo3Ps7J8blC+BpcuANB8mq+BHr6Qd3SVCjTQQEcA1M+thKuzAydWThk3NDElo6i4TGZjbq5dtWnP1bhkFycHJwfFzEkj7WxlCAAAAAAAoKuTnVuArxw93JwRAAAAAAAA0JEwGND+YxfOXk5YNHP0wOjwxrMZTA7QZu8/p14RoH4G2g5oim4dElOzf1y5raSs8s2nFvu26zOrJ87HZGQXKO1tJ47sh9qJawlpx8/GDO4b0TM8AAEAAJi4GQG0qqoaz+WyzjpKLLcPGLyfAQAAmk/H1NBYK9tY61y9ns/n6Yi8VK83qZ5xwHpB60mi8e8019CpzsG5NZU7ipO2FyXm1KmsPyizsvTLC/vwFO7oPju4z+ygaD97JwR0RfBvvT7p/ObkizHFuU1kcxXJxir8Ril8w+TOfJNu2ai7F/BZy2cejc2Wz6wVdD3LZ8Txe+ZaPoPuGQBahGZqoD1D0fCFCDTQQLsD6ue2wdlROXPiCOv0ujptUUk5nnA8b/pYkqjRaF98b4WTg9LZSREa4DtmeLu18AIAAAAAALQ4FaqqKnWNu4ujUCBAAAAAAAAAQMejorLqh3+2HTp5+Z75E12dlQ3mMQmg9VQDw4OrO6BNAfFVy3PifMzP/+7Aga+Xq628Pa06tFrd2m1HcHDbtJG4SwK1E1m5RScvxHq6OYEAGgAALjcngFajzukAbQ10CQMAAHQZqLKNqNz0eFHPSEv1zM2+Xm+SQesFRALNJHOV0LhBwFsovFfWb6ln9OWK/H2lqftLU0u0NdYfFFeS99HpHXiKdvWZE9xnVlAfN5kdAjo/+erKDUnnNyVfvFiQ2UQ2R6F0jMJvjNIvUu7CQ7x6fs9Gj2e+SfJs8ns26p7JS1a6ZyJW42r3rVVrcLkCALcOaKCBzgKon9udu26bgqeUjJycvEKpREwSC4tLq2tqs3Lz8YQ7kagAesueoyfOXnFysHdSKgf2jYwMhVZXAAAAAAA6Hzl5zLBXnu4uqCWYM2fOxo0b8dXp4cOHhw1r1HFQLper1erly5e/8MILCAAAAAAAAGgGccmZr3/6+9SxA6eNHdSgAJFooBEAAF0Fd+OQhlPGDJg/dSRqVzbvPVFWofL1ch3cNwK1H5VGvSIM2wgAgAXd0QEaAAAA6GIQWRsyaX2oyg33tej1ep7BKIpmHnlmZNCMFpoong1GHTT5Y1RCC4ziaDzr4+jVW+nxtN/gM+U5+0pSDpSlq3R11p97sSATT28e39zPzW+iX49ZQb3BE7ozUlStOp+f/t3lQydzU5rIZscXj1L6jlX49bZ1I37PfLOWmc9qnckfk/SZZ9I9G2NzXq70mQuy0quBfA0AWhDQQAMdH1A/dxwCfT3xRBc93V0+fPXR4tLywuJSe1s5TS8tqyBTEsry8/WgAug3PvmxurpWJpM6Oygev3cBzZ+akSOzkeIJmmgBAAAAAOg4ZOcV4rmXhytqOXDb29KlSy9cuCCXyxEAAAAAAADQQmh1us17Tpw4H3PP/IkRwb403cCCuA7QAAB0UmrrNBKxCAcBvh5fvf1Iu8vzMrILtu8/jbsdli2YjNqVShWjV7S3g9Z1AADqcVMCaHXXcYAGAAAAugZE6EOVbYgjdGNv+fl8nl4v4BuoITQ70+n0QoFOp8MvcA2hdca/g518Byq9XtQPO1aWebg0fV9ZWo1ea/3p5/LT8fTh6e1BStdpAVET/Xr0c/NDQMcmoTR/Z9q1nWlXLxRkNJFNxheOsPcZo/TrZ+ch5AnMfs88RtfM1T0T32ej/TObDS8SW2ijHJ9n/Mf6PXM1amD5DABtBmiggY4MqJ87OEp7WzwF+XlxE+++beqk0YOLSyuKS8uC/M0v2UjEFRWqgkI1n/NzFJeWf/zNXyQe3K/nPQumknjPodP5hcXOjkpHR/vIkEBobAEAAAAAoI3JIQJod2fUoiQmJr700ktff/016gZUqKrU1bXV1TUebs50FJGElAy9npEfScSiANPDdaVlFYdPXiRxcIB3j7BAEl+6lpiWmUvi4YN6OzkoSLzzwMna2jp8J4tXO3xgT5JYq9HtOHRZJGWe5A8J8IoMYdshL8elpGbkkbhPj2BfL1bUvnn3ibJKlbq6Bt8uPLR4Okmsqa378rcNJO4ZGjB17EAS7z507kJsEokXTB0Z4OvBrmTPidhkpg2Nj3jPP8Q+45eRXfDvlgMk7h0eOHn0AHZLYlN2HDpD4nFDo/v3CiPxjyu3lVaocCAViZ+8dw5JxJfTP6/aQWI3J+WS2yaROD45a+OeYySePnZwj1A/i5Vwt4T7dbgrT0zJXr/7KIknjegX3SOYxH+t35tTUEzip++dJxaxbQPLv19lvZKCorLf1u4i8eDoiFGDe5F44+7j8SnsTdwDi6Y6KNhBAj/5frXeOAS8TCJ5fOlsklheqfr+n20kDvRxv23aKBIfOX3l+PkYEi+aMdrXy43EK37fVFVTY7ElRSXlv6zeSWI/L9fbZ4yx3lfjh/Xp1zOUxP9s2JeVX0TiFx9aaL0lAd7uC6azW3IlLnX7wdMkHto3coSpvHGLxNL5k1ydlRb7ivurxSZlbN57gsTD+vUYPiCKxDsOnLkcz3pPLJw2yt/HncS/rNpZVFqOA5FA+Mz980hiTl7xXxv3kjg6ImjSqP4k3n/8Il4LiW+bMiLQjz2sfvp3e0l5pcXXxEX+27+3WH/NkxdiD526TOKZ44dQ7eCvq3YWGreEW664Ozwi0HfmxCEkPn4u5siZKyTmFk5uuXpy6RxSG1TX1H71+0aS6O3mfOeccSS+lpC+df9JEg/vFzVsQA8Sb9t36mpiGonvmj3e0521XFnxx+aq6mqLfcU9fIJ8Pag35IVrSbuPnCPx2CHRA3qzx+D6nUcT07JJfN/CKU4ObEvXpz+s0RlbwZR2tg/eOY0kpqTnrNlxhMQDe4WNGRpN4u37T19JSCXxknkT3VwcSExLPrdIcMvVxBH9+piOQe6W3LtgsrMjW+n976d1Gh3TBWMnkz1y9wySmJaZt2rbIRIP6BU21rQl3H3F/Tqf/7yuTsushHv4FBaX/7qG/TXDAn1mTxxKYu6vOWvC0PAgHxLTqkYulT62ZBZJzC8s/X3dbusdfikmeefhsyQeM7j3wOhwEq/bcSQpPYfEj941k9zv41PGd39vJYlRIf7Txg0i8cVrSbtMvxr38Nl16OzF2GQS3zFzrI8nO2LDF7+sr9VocODioFi2kJWjnbuSsPfYBRKPGNBzaL9IEu87duHslQTrr/n7ml35xWWofsnn7nBuHX7wxKVTl+JIzK1R124/nJzBnsIeu3smUelxCye3hONTUmwK2yPD/elpIXSwt33gjusUwp0Hz1yKY6uUO2eN9fZg98nXv21U19ai+r9aVm7hP5v2k5hbpRw4fvF0Q1XKD/9swydNHODenecevI0kcstPRJDvzAmm2uDstSNnr5KYW6X8sXZ3XlEpiRusfrkngrOX4/cdv1hbp0E3At4kvNMGRocN6hOhsJXRehUcoLsquA9btXNT7bH9ValpfLmdTe++9jPmif0Dm/VefJF66az60K7qhDh8nIlDwu2nzJT27s8zdZEAHQp8If3Pxv34jHn7zNEkpd3Vzzq9/sd/t+O6BZ+z6GmovZg0sv+QfpF+Xi35+C4AAF2Am3eAtgUHaAAAAKCDYWEFzU0xSqCtDKH1BoNQqNPphAKj7NloCW1g9c+sElovEOK/I50DRjj6vawffrgsY19xypHyzDqDznoDkssKvrqwH0+uMruJfj2mBvQc4xOGgI5EZmXpL1eP7km/llJe1EQ2CV8w1M5rjMJvmMKHo3nmsfpmzl+ux7NRhMbnmyM+0T1Tv2ciuGxMpgaSNQBoAxrUQFsPFggaaKCNAfVz58XNxRFPFokvP7EEER2MuoYm4l9t+MDexEZaYW+2QkxKy7wcw+oJnn/0LiqA/ua3tYxjtEzq6uzw2FK2yy0vv+hqfIqNjUQmlXq6u1h/NAAAAAAAwI1CHKDxpQVqaVasWDFnzpyxY8eiLkSVuiYlPRtfzvl6sUqjVz/6Ps8keXztqaVU6/z5j//VGcVMzo7K5a89ShLLKlSbd7NargkjB1IB9MVriYdPspK1iFB/KoDeffAUvqrEAU6hAug6jX7HEVauN3n0ALMAOjb1wHFWXe3kYE8F0LuPnKuuYQRh3MFMcKtnQnIWiZ2V5lvd3MISmq7iXM3m5BfRdIq6ppYmujoqaXpZRRVN7xsZTNNTMnILixmNqY1UQhPxXqKZq6traTr+4jS9YmCV9Uq4cL8O1aAbv4Kapg/sZW6nTc8uSDXJ9XDbL01vcCU1tXU0PdDHg6Zn55r3iUZjbiuOS2Zv7rhqFY3GvIUigblztrCknKZXcb5+YlqOyjjAN3dLamvN+4pnMN/9cfdV3x7mHZ6WnZ+Szn7NOo2W6LzxptLMuEGTZsaFk6aHcB7vzCsyF4maWnYLcYs7TVSrzZtdqTLv8NAAb5qOf7MGvyb+FXILSpDxdokmVnPKFRn2nVBQVGYunNXmwomLBH6JxMz4jsbWHq1WSzML+eaVl5RWmsvVILV5JZl5ufnFqD7cHW4nMxsNFnN+NW7hTMvKT8vj/6hDAAAQAElEQVRkH0Kg5UqrNe9wHNPM3F8tPNCHpucUmPcVOXIJSWnZePei+vuKe/hIhCKaXlpm/pp9IsxFgltoccGm6fEpmeSBDWdHc22AdzLN7O/tRtO5tYTFSojqklskuOVqAOcYzMwpbHAlCalZGg2jXVaanihAxjJDM3MFT9x9VccRjyakZpPF+geyeSW2NuZjs7i0gqZXDjEXieT03KISpqqxlZt/em7hrLfDy81fs1eYWY+YlVPE+fVZbx3uMejI+ZrclYRxD5+CkgYrycTUbLLrKt2qaWIJ56ePDDJ7A+dzDh/u10zNzM/KZS4DuA1K3B3eJzKIphcUm1cyqHc4Tef+mhpTIecePtwSnpV33UKooIn4NNRgIcwr5O4T80pwzVmlNupYOM+Wqzlfx83JocGvU79KySkqqcCBgKMN5Z4IFJxBvXDOBqsUvGMzcwrYfaLRitjqt+ETQWkZ89Pjw+cmWvVOX4zPySteMIPVUhuoCzTQtcC/afl3n8iLEiWoTl2n1lapKvfvVJ894fzAk7Jho5p+r660pHr/NuHlQ3JNrVajVpdW6UpLNZnp9jPn202eCY3JHQp8lvngm3/xQY2MlzSow7B9/2l8meTu6jjL9PhQO+Lp7uSJYERuAAAs4d3EBdDGHYe27Dl657zJY4f1Q60JuT4jRpwaI8nZZfjS10lh6+PhgAAAAACgcbgnOKqBtoBphTQQT2jiC21UPBuMOmjjH5MqWmd82UD00Tiu0WkOlqTvL009WZ6tRU3dgdiKpON8wycF9JjgG2krkiCgPdDodYcyE3alX9udfq1AXdlETiHiD7LzGKPwG6rwsRGIWOdmqmo2Gjyb9M/1/J6JDJpNZyyfEXkP4vg9NyFQgyYGAGhjuOcFU/WPwT0ROi2+69Ay/+o0dTkJNVQDjRGJ+aCBBloDUD93c9KzcouKy9U1Nbgjc+iAnrRv9e+1O5LSstTVNXa28tefXkYST5y78ufq7SSePHbIrEms3dSBo+c27z4sl9nYSKWL5kwINDlVr/h1tVQilcsk7i7OY4azbTh4nQVFpTKpBOe2s4XhAgEAAADgViksVWXnMyZ/EoNKKhFLpVKJEZER7mUb6pA8/NLH+Dbop09faZEtnDt37oYNG4YNG1ZQUJCYmOjv73/16lW5XG6RDaeo1erly5e/8MILqJOQlVvwy8rNGdn5OJ4ydsj86aywe/mKv7LzCvBlmMxGumzRdB9Pk4Pvb2vxlTtOdHFywPlJYll55aETrNA50N+rZzgrLOM6QA8b2JvKvxJTM/E9KjOQHZ/n7eGirigsz2QsY9XiIKkt8yyck9LexYnNnF9YSvxKMR6uDgo7W3YlKdnEVlMoEAT7e9JvRHW6Cju5hyv7ZF1eYWmZaSU+Hs5UwpuTV1xh1OPyEC8siFXm4QvLjJxCEivt5O6mleA14PWQ2M1J4WASWKek59QZtXECHj8kkL1kravTpJg0o1KxiHpYVqrU2SZBqqero72d3GIl3C3hfh3uylVV6qw8diXuzkoqqUzPyq82Ce+oE2pjK6mprUvLyicxd4dn5xVVVrG6w0BfD2ojHZ+cZTD64OKDPySAXQn+HalDqtxGSs3zikrKi0orSOzr6YILDImT0nK0Ost9VVunSTXtK7mNxMfT1XpfuTkrqRc1Lq7qGsuv2diWlFeqcgvYX83ZwZ4WQm6R8Pd2o4pSuq+4v1qFqionv8S0EgVV0+YVlJRVskJhHw8XuYz9mqkZubVGtSuuJUMD2V+zuqY2PZsVDirtbd1NBsMFRWXU6ZlbOOlKUCO/JvdrFpdWFJawAnpPN0f6VABdCbdccXe4vVxGzZjrrYRTOK9brmRSMTX5rqisyiloYF/lFuBvye4rPy9X+rQALRLcfcU9fGxlUuqDi6uaPJMonHsMZucWVapNhdbHXSxmJbwJyVnEvFksFFAf3Cp1dWYu6yHiqLCj5t/cLeQWCVryuUWCW664xyB3SwJ83CV0S1Ky9MZWO3z6DPKnW1KTmVvY9JbU+zqmlTR2+NjJbei4B9xf08vNid4j06qGW3Nya4N6O5xT6bk6KR2V7NfMyi2kT5I0WCS41S/3V6t3+HCOQW6RoHW7RCSkbv2l5ZX5ppW4OCqoKzb38OF+zbTMvBqjWJxb8rk7nFt+CovLi8vY+or7azb4NbmFk/t16NkEWfz0N1IIuVVKvX2Smk0kg9xf7UarFPrT496d0BuqDThVCt2xqBnVL/6B84vLv/p1w42aQONtnj91eJ8ewfgSTmYjIa3cuH0bX9fFffR9TTpjsu7cJ6rHI0sQ0MlR7dsp2PuPoa5OZesl7T9MX62uOryvLj1V6Obh+vwbkrDIxt6oV6lUB3ZVrPxF5myPfEOEob20pSXqk0c0OVnSqN4Oi++TRvZELUfh2YsxP/xNYsWji21cnSRifHOEZ7hxm2nm7vh3Ru3Opz+s0esNd8weQ08x7Q6uLV/95FccvPHkXe1u/wwAQAuSemWXpqZKw7dH8gDakCUWi0m3JBnkvBPV2DcjgP573c4Dx849eNecgX0iUWsCAmgAAADgFrGWQSMrJTRHBm2phKZ/dSZhNMlH/KFxVKWtPVaWdaws42h5ZrVe2/TGjPIOXRY1PNTBzd8eHkxsCyrqqrelXt2XEXMgI16trWs680Bbj1EK35FKX1uBpEHdM9/o82yhe7byezZbPhPInTwyuT4jsHwGgA4DaKCBDgKon4Ebori0PIsRMdSqq2v8fDyC/dmuuBPnruw9fKa6uqaquubRpbeFmtyVHn5xOQn8fTxefOxuEsckpH39CztcdViQ71MPLCLxlt1HcGuPXCa1kdrcd+dMV5PX2tY9R0kgt7GhKuo6pvOP7bdzsLd1BS9qAAAAoBvTqQXQ5ZWqZ9780tPd+d0XHkQtARFAT5gw4c033xw5ciS+1br//vt//PFHi2yNCaArKyvffvvt/fv3Z2dn4zu0vn379unT57HHHvPx8UHtAb7mqdNoyCNqVerqJ177n4ebc1RYYJC/94DoCNT6cO9Y8a0qFUB7hQ6VK9wRAAAAAABdgsdeX8E1fb8uw/r3WDB9FPG65opqcGcmvnqJXw4C6C5F7kuPOgkqysUejs++wZdI8E+uqywv+urjmisXpNH93d/4qLE31ibGFX72rr6y0n76HPtZC3giMdLra2Iul/y8Qlteppg5X7ngLtRygAD6RsEdUcfPxUjEosF92TsLVZWaO/JAu4O70d5fsTI1I3fWhKEzJw5BAAB0IbqYAFqIbhwy6BJ35CYAAAAA6JjQ8zG++bcQntJxoPC9Fm4X4BnwX6aFwIAM9WTQAj2VPhudoest2guFk1xDJjoH4eTTFTnHSjMOlqUXa6sb3JhDWQl4wkGQ0nWUd+gIz+ARPiFyIdhCtzAXCzIPZSecyEmOLc4tqK5sOnO03HWs0n+UwtdeKG1M92xUOAuM+mcBV/fMXPZR1TMPEQdoqntGCDWmS4MbewDoCJATATke+ZwBDS3wDEXDFyKqgdbU6Vd9dQU00EBLAepn4EZxclDQ8dC5DOnXE0/W6f9n7z4AoyjzPo4/KdvTe4EQqvTeQRBBxHYqYkfFcq96p55X1et6d97pnXrWs54i9oL9RMWGohRFek9ICOk92d7yPruzGZYkQDak5/txHZ559tnZzWazO+U3//3p1UusvlS0w2g4/M2/Wk3k0MaEdHbW4RKAdodTHmzzH2+rFY2nDjqcrg9Wr1Xa6amHy0iXVVb9+8mXlXb/jLTf/uwqpR2cor7m0rPTUgIn/j363Bs6jVY+jMT4uNPnTVc65f6lbzZuMxh0RoMuLjZmcGPh6tp6c0ljLbT01MTg72oHAADtq6jEV1gxM639S3nNmjXr1ltvvf/++5966qnFixcvWrTouDfZtGnTeeedV1BweA35E79HHnnkD3/4w+233y46S2V17Tcbt+7al78nJ3/RvBkXnuMr9iwPiv3qxstHDM0WAAAAXSQrM/Xy804N/kqHYG2ofojuz757V6HXk/6Xn0dEBb7fIzIhKenGnx+6aZkzZ5/zQI524ODmt/JaLc79e13FRYYxE2LPvTjMGIjVagcPNUyZUbvyFXdpsUAXcbncKz/6eu3GHRarPS4mSg1Ad6v0s/Txmu8OHCzul5581oJpohuQT9dtf396+OD+Ny07VwBAkLYFoH25LuV8MgAAeoTmSWgl+qb2BMpB+0LQctYbER7uS0FHRChB6Ej/v42FnxvUgtBKr5KKnpGQNT2u38+903dbKtfWHPym7tAea2WLDyanpkxe/rvdV0tvevqgS4dPHRybPCl1gEBbldvqPz24+7ODu9cW7a+yW447fqQx6dTYAfPiBiRojE1yz4Gg85G558NVnpWBjckzpd5zWFAKLZholkgjoAZ0K2Sg0bVIP6MTjB7ewvGPIQP7/eL6y5r3X3jO/DNOnWm12qx2h/oVtzqtRklRW20OjebwTqTI8Ag1RR0cmXI4XWqK2uv1qv3bd+UojaSEWDUAXVNnfuvDL5R2v/SU3916tdLeunP/Sys/Uto/vvzciWOHK+3f/+Pxymrfd8vqddoH7vq50il7lr/2QWAhGSkXnbNAaecfKnn/k6+NBr3RoBszYujIYdlK/4YfdpRVBL6b+OzTZquPcE/OQaVhMur6pR/+Wuqaunr/N9rrKAQAAOiVCv3fcd+OAWh1b5uc/u1vf/vwww937dp13XXX7dy5MybmWNtQFovlsssuKygoSElJeeihh2bPni3H79ix47bbbluzZs0dd9zRr1+/pUuXivYm117KK6srqmrlSsX82ZOVztLyqrdXrVHaRSXl6mDSzwAAoKvI/RJLzpx98tQxXbgzcOtXa++57qeyccezT4ye2UIgUh46feQXd6xf9bFsjz151s8fvk9r0L/31LOv/OvBhLTUh78M7O157YFH3nn86exRI/628uWj9ZygE1+gy+H8eMXL8y9dojcdcWZ+wZ59hbm50884XXQK33q1xyMbkalB3/4RFhYRG68bepLzYL6r8GCLAegGu91VUhRhNGkHDVHTz1K4VhcRE+dbrn+x6BJyL+sP2/dbrPbxo4YsmD1BdEuV1XVvfbRWHou4YenZEUc/gtaZ6sxyL7Wjzl+zFQCCEYAGAPQtyn4B5TCMuo9A7WxMQftj0F5vk5rQEY2loVtMQjd4A98wNSo2dWR08nUNE0vs9V9W56+tLfjeXHK0x7OuOFdelPaMjMEz0wdNTRs4NX2gPkIjcEyl1vq1Rfs2FOftrSndUlZgdTuPPT4mQjsjOnNydPqU6IzYZvWewxtLPoeFh7Uy9ywaiz23GHqm5DPQI5CBRlch/YzuSe7qab63p8UUdVpqUosp6iVnnyovzftv/b9LlYZOe3gtN8poOGvBLKUdFxsV3K+mq2Njo4PuNFH+Lcj93MH73OXsvtzAX1NkRITaX2+2bN8dSF0bjQY1AP3td9t2789XAFUqoAAAEABJREFU2gvnTtP6H09lda1a0FqOvPnai5X2jr25z7/2P6U9f86UJWcFfrQPPln7/uqvlfYvbrhs6MDAo731D/frtFqDUZ+dmb7skrOUzj05Bz9oHDx90uiZk8cq7U+/2rjvQIHRoDcYdHOmTUhNTlAfoZLzFkER7Zo688YfdhgMepNBn56SKJ9/pb+sorq6NvCdJ/3Sk9WUdl5BscPpUtonDc4SAAAcRaE/3ZvRARWgJb1ev3z58unTpxcWFt5yyy3PPffcMQbffPPNe/bsMRgM33zzzeDBgdUPedtPP/30jDPOWL169a9//etFixYlJSWJNpEfpgfyC81Wu8VqmzxueFJCnNJ/76Mr5Oem0p41Zaxe5/vejAH90mdOGTsku9+okwYlJcQKAACALjVr8qiLzp7bzSM6wenniafOvfWhf0VoeuqxzkP79t/z45uqiktOufD84P6X/vnAB08vP+PqpZ0WgJa7fyOTU93lpc683Mi0w5W/le84FvLItLXlMKg8ht1gt8uDHyJod5nwVYa2uitKww2GiGiObnSeHXvzvly3bfCA9NPnBk65vPrCRSmJMWoRim7oqZf/53K5zz99VnpKguge6up9r/a46CgBAEdqUwDa6gtAU/kGANBzNS8IrfarhWqUGHSDLwLduiS0vyUbDUrL682MjL/UGHtx+miL2/l1zcH1tYXr6gprPY6jPapvi3LkRWkvGjh6VGLG0LiU0UmZg2M75ChUD/X8zm+/K8n7viw/t7aiNePHG1OmRKdPjEo7yZQUJpS8sgjOPTdmncPCjyj5HBYUifb3HD33LIRoMYhGKA3oEchAo/ORfkYf1GIGNy42OrgGs2rCmJPkpXn/TVdf2Lyzf0bqA3f93GazW+324D+K7P4Zauo6OLc0dcKowdn9lLa2MY2t12kXzJkqF2Kx2dNTD8eqogyHo9hpyYlqv9t7uEZOcBrb4XTJS53Zog/KedfVm9WI9kmDD3/rS3FpxZYd+5T2iCED1QD02g1bcvILlbb6/NTW1a/83xdKe8708ZeeHzjM9vk333+x9nulffO1F6s57/++8l55Y6Hr/9xzm9Kw2R2/+NO/lfaAfmm333yV0l6zbvPLbwWKMC1dsmjWlHFK+5+Prsg9WKS05ZOsBMIsVvsTK1YqnZlpyRefe5rS3r0//3+frlXaU8aPPHnaeKX90efrduwNnPB5zSXnxPkT7fLwyUdfrFM6k5Pipk0YrbTlD75r7wGlPXHMSWoa74tvfzCbLU2eE7PF+sU3m5R2WkrC5HEjlXZVTV15ZY3Sls9qXEzgoMih4jL54JX2wKwMbWNFc/nb8fq3ATWREYMGZCqddocz/1DgLNboKENGauCRVNfWqxXEU5Pi44IC+gDQQ5WU+b6+LD2ljani45oyZcqvf/3re+65Z/ny5ZdccsmiRYtaHFZfX//ss8/Kxm9+8xs1/ayQa8cPPPDAmDFjSkpK3nvvvaVLr1C/leKD1Wvl277V5pAf4pctPj0lKV7p/8sD/62tM8s37ekTR/94aeDLkfflHnz8+beUtnwPVwPQsmGx2pITfT1ut1v4P+9MRv21l54jAAAAulpWZurl5506JDtDdG8et/vRX/5WST/PPPvMG+65S+7rVK5KTE8dPWOaKbYnnVRWXlhcVdxCcas93/0gOp1hyoz6/71d8+ZLhqkzwxp3QzVY6h3798o9LNYNa6PmLQw7Mmvuq+9cVWHb+r3XanEd2C+cDqHVKVe5Cg9av1sfkZisGThEoOMVl1be+eALcleY8O1Vs6kB6JMG9xPd2Kdfb9p3oHBAv9SzF0wX3Uadf/dgbLRRAMCR2hKAtvjrySuHPQAA6NGaJ6HVJJySfhb+PJyahI4I9xV69rdbTkIrRaC9agjan42OiYxclDLs9KQh8oZ7LJXf1RVuqCs6RlloadWB7fKitE0a3aTUrLFJ/eb2GzY7c6joSw6Zq7eWH9pUdnBrReGm0nyLy9GaW2XrYiZH+So9jzWl6CM0Snb5cGq5MfSs1Hs+Ru65kXxlBBbRmtyzIJEG9DRkoNGZSD8D7U7uoZKXeHHEu3GUydBi6nrG5DHNO01GwwVnzWveP2bkEHlp3n/u6XPkpXm/GjUOdtLgAS1GsRfMmTplwiil3S/98BmP0yePGT40Wxz5Zx4THaVWy87un672jxySLbdkrDaH1WaPMunV/gGZ6WrwN5ia584MynnLjRa1Hfw56AnqV3PeTpdLzXPLlWR1QG19vdqvRsyFP1en9qsLdLrcH6wOpKVHDR+kBqD35xao/RmpSWoAes23m4pLA2c/Hg5Am63q4PGjh6kB6O+37FLD4pdfsGj21ECee+UHn+/al6e07/rN9cmJgdzb/U+8pDTkM/b33/1UfdhqUXC58OuvCBR82rx972vvrlbal55/+pzpgZy3HLwn56DSvuf3N8VE+74eNzhxLn9rt910pdJet2n78lc/UNryhbTo1BlK+6kX3tm0bbfS/sPPr1F//Btvu0dpJCXE/eW265X2zr0HHn7mNaV96uzJF54zX2m//NZHa9ZtVtrB5cnvuPsxuWVqNOiTEuPUcwkOFZe+9u6nSnvcyKHzT56itOUSvtuyU2n/aOGcIQMDv9DnX/9fRVUgXK7WgK+pM//35XeVtvzVq38aGzbv+Hr9FqV95vxZw4cE0v8rXv+wvCoQIpePRDkPwe5wPvbcG0pnekqiGvEPDtbPnDJ2+sTAS+W9j7/adyDwurr6knPi/Ul0+bp65L+B5yQzPeXiHy1Q2sFV2CeNHTF3RuC7ZT/76rvNO/cq7QvOOnVAv8C3CT/94jvKETWdVvvTq5conQVFpa+/F3iu5ItN/dWv+uzbnfsCqf3FZ85T/zyDn6ubrrlICdzLH3P1mg1Kp/xFqD/O/rxDuxtfnJPGDE9PC/x5fvLlBocz8E1H6is/+PyB6CiT+uPIF+13W3Yp7SED+6tPuOxU4q3C/7aj7NKvN1u//DZw/kBcbLT6Z1JWXrVhc+BXn5WROnZUYP+D/NvJyTuktKdOGKVmTD/6fJ3L7TuIK9+j1OdEvq42bw+c3TEgM019F5VvBXtyAgX4x40a2j8jVWl/tX5zbZ1Z+N9/zpw/U+ksLa/a2PhIBg3IHDlsoNLem1uwt3EhY0YMUX9r677fVlHVQu38r9cH/hwGZmWOOmlg8ydcLlk980Heo7zfJs+VfDGs+TYQcchMS1bPzykoKtmyY7/SHjooKyEhcBKLPEJcZ7bJFTq58rbg5MkafwpBvhiWv/6hMiAtOeGqiwJfEZCbX/j6+58p7RmTxqjP4avvrM47FChIfMu1Fxn0gaTC/U+8rDzh8mPrpsYX597cg299+KXSXnTK9HGNv7UPP/t2667AI7z0vNOyMtOaLES+zV6x5Azl2W4QDSveDDzC8aOGnn5K4Aj326vWqL+1y84/vX9GitJ+YsXbNXW+7x+Ii4m+/orzlM7C4nL5vqe+YwS766673n333V27dl133XVbt25Vn65gubmBs2XmzGnhE3b06NEZGRlFRUX79++Xn0RqAPrTr76rrTcrbYuvcE/gxSlf9vIvTjZsjsP7keS7qHwBpybFJyfGD8w6HCG68arFAgAAoPuRa6TnnT5zweyJ3X83oMftfvBnv/5+9eeyffL551z/97uCH/PMs8+UF4G2ijvvIvPq/zl276h44O6Ea26MiEtwl5VUPPKvBn/tZ/vWHyqfezzxupuCn3N3WWnlC8+4Dvn2VNj37q56dUX84kuERmvf/kP1y8vdpcWmWacYJ00VaG9yq2TnvoPb9+RddPYcpahoemqi3B+YkZI4ZdywKeNOEj3B3txDL73zudyu/fGl3esvVz6BPeU5BNDJQg5Auz0euTdZ2Y8PAECvoWwWKonn4CS00qkmob1eb1iDLw99tCS08k9jBFrNR3sa49DekZGpI6KTl2aMs3tcm+pLvq8r3mIu3WU9VjFji8ux5tA+eXlks2/fQZopZmxy/wnyktJ/YsqAaK1e9CJbKwr3VZfk1VXV2K1v7Pu+xmFt5Q1N4ZrJ0ekzojOnRKfHawy+aLO/0nNj4NnfaKz5rBR1blL+WYk+k3sG+iYy0OgcpJ+BPkjuQ2txN1paSqK8NO9Xk4jB4o9SLftoEe1rL2uhaKVBr1NDq8FOmTlRXpr3qyWimzySFnPew4dkqznvxPjDOe/TT5k2vTF0rvabjHp1cHTQF/hOHj8iNTnBYrPbbPa01MNPzpwZE5UK0MHvfiaTUQ2FpwcNHjggU+3PykxV+yeNG5GSFG+xOmx2uyby8Ne/njQ4S6kAHWU6XD9GHmZWw+JqEFn4asyY1P74oIh5RnqyshDhq1QaWLh8tC0mzuV2pNoO/okaxOH+8Jbe54P71LtrupDg/qCEusvllgfh6s1Wm+1wFlA+G2o8PSPoEZZVVqn9Vptd7c8rKFaT6Cqn83AmXo1pSlVVdWq/ZcbhzboDBUXqQtSfwuPxqIOVqkiK4GD9yKED1f7C0orDwXpPoCK73OBWO4OeS1FvPlyFPasxLyuVVhxO56vVwX2P8GBRVU1dkx/Hajv8XGX3P5ybLC0//Fwp35qoCH6u1HMM7A6nmtofOSxbDUAfyC8Mjv6rAejVazbUNat97nS51MGZaSlqALq0rFLtX3TqDDUA/f3W3Zu3B3LeJ08fHyjlbjl8/kB2//TDAejKGrV/1pSxagB69/68j79YHxiflaEGoD9Zs1556vpnpAUFoMvVhZw8bdzhAPSBw2c4yHcDNQD99frNBwtLlbYagC4rr1IHz58zRQ1A7889qPbHREepAej1m3bs3h/I6QblvM2HF3LyFDUAHfyEy9+yGoD+bsuurTv3N3mugs+1mDJ+ZFAAukztP3OBmK4GoPOK9ucHsstzZwSeE4fDtbfxHAm7PRBqF/4Xntqvnq7gX3ip2q++woW/gLHT/wcSE3X4Y8VssamDZ0warfaXlFWq/dagP3x1Icrfmtvtqa03x0ZFqYODv/GgqKRc7Zdvnmp/bn6hEvFXiyj7fjSHfINt+ax1rVa7fPnymTNnFhYW3nDDDa+99lrzMQUFgT+lgQMHtriQwYMHFxUV5eXlqeln6azTZsl3OoNBZ9Trgz9VH/37r5svYWBWhhrXBgAA6OZmTR51wZmzY6OjRLcXnH4+9aILrrnr9+y6bF+R6ZlJN/+64tH7zF+uNn/1WURsvKe2Wvi3FOS2r83b8EONy7E197ShmbF6nTwgXVBr+WbnwQybd6Bvz4Dw1tfVvv5C3XtvhGm0XnO93ImgHzMx9kdL5HIE2tXbH619b3XgjOVxIwdNHB3Ypv7rr5aJnqOqpv7h596RjRuXnp2ekiAAoCcIC94t3ho1tfW/vPOh9JTEv95+g+hgarlNuZvP5ZdTWCOPESTGRvVP58MYANCBmnw+NklCKx9PgdmGI5LQ3mb/BJeIVstCqxPhv97ucW2zlP/gD0NvsRbV6ioAABAASURBVJSJUGTHJF4wdKLcXk01xgyMScySl+iesTVS7bDk11ZZ3Y5D5ppVedv3VZftrwntZ4+L0I2LSh1jTJbTwYZ4eYBfiS0H556VbLNSBDo8IkI2ggo8HyX37I9KKzFnNXAmyD0DfUDwu703cAKL5Ha7PW65NeL2/ed0OYv22tUMtKTRhpOBRmuQfgYA9HR19RabzW6xOwY1Fk91utwHDhYp7WiTQc2LV1bXqhV5M1KToqMC+fK8gmKH06W0g8u0qyW0DXqtWqpW3l1xY/XipIRYNUNfVFIuH4jSlo9ETUOqCzEadGq+ts5sKS4NLCQ+NloN75aWV9XUBQrH9ktPMRkDpxbnHixSgqHyA1itZWu12QuKApurCXExagXxkrLK2npL40KSlfJOrfkx5d3JO1Xa8nGUV9Y0f65y8gvlWugxFqLXadUEsNliLSwJRK4T42PUWGpRaXm92dZkIU6n60BBIKQb/IRbrLZDxeVKOy7alNoYJ5UPTwmFN/kx9+cd8ni8/keiGdAvUP06+LcWFxOVmhzYQRH8kkhLSVCTHPmHiu0O33MVHnTOgNliKywJPJLg31rwQlKT4uP8xb+Fv+y0xepo8mPaHc78QyXNFxL8hKckxsXHBVbjg19X6kLk7zGv8bmKjTKmNZ4qUFtvLimranzCYxvCIgpLfaXNzVVFHm+DVquVK3cjhmZr/Nwer3wkyrqc/K2plcLlE66+ruQrXP2tFRSVqqF8Ncsu/MWevf4zKORa4pDGWvvyV6/+1tLkz9N4boZ8caqv8KzMVKNB32QhBr1Ovn4OFpbeed/TwwZnqeXb5bOa1vhbk7+FenPgBAY5OPisgGM4//zz33777QULFnzyySfB/X/84x//8pe/yMarr7560UUXmUwmq9V6zz33/OY3v5Gdq1atOuMMX0Xqffv2DRnSwrk9c+bM+eqrr5YuXbpixQrRlwRvnMqtUmtdeW2BL1SROWymKTZNAACAXuGmPzyinkuWnpq4bMnCIdkZrbxtcKhGbkHIzZk99zxuzy+UVyVNGD3qJ8tE+9n61dp7rvN9ddIdzz4xeuY0cWT6+cxrrrj8tl82v9V7Tz37yr8eTEhLffjLj5Se1x545J3Hn84eNeJvK18+Ws+xbVnz9YaPVudu31mSfzAmIT41K2vm2WfM/tGZkVrt0RZ41+VX7/nuh9OvvOzK3/2mydJ+e/4l+Tt3n3v9tRf94maX3bFs3LQmA+RNaisq33nimeDOqPi4J9Z9oc7KG/7vuRX7Nm/N37VH7sAdOHL4SRMnLLziUo1OG3yrvy+7fvu366//x13ZI4a/8dBjuzZ+P2DESVMXzl+49FJxTNb1a6ueedRdXSkCp1U3+E5nbBAVqf0/O/96j84Qb9RN7ZdcY3NuOFTu9bjTCvbP+uhFg7VeyGOjEb6tZt8GiU6nGzU2/uIrtYOHifZW/t3mnU+8oLRjf7rUkJKo02r1chNI7vL2bRhFBu/oFj2c3PItr6zde6BQ/vWdeWqglvaa9duWv/Fxdv+0kUOzZk0enZbc81JtcifPXQ++IPeinL1g+vmnzxIAeq8D2z5y2S2u8BhhGqiXb9Z+yh4t5ZvNgo9Ldn8hV4BWVrwMhl5VbBIAgCbUD/LgmtAiqFC0Wh9a7lMIFxG+abg/BC0alGj04bhzY01oeTOPx9MkBK2MjGzQTNP2nxqbqcxut5RvNZf6wtDmMqvXdeyHmldXed/3nzTpHBSbvDB7pClSGxYWnmKISjfFJRuj00yxqcZo0elKrfUlllqLy3f0bldVyYbiA/n1VTk15WaXPfSFiYG62JHGpLGmlNGm5HRdtBp6PhxWDsSYDxd7Dg/qaWkSrsamm+SeRWPomdwz0EdQBxodh/QzAKAXaF7RXKuJDM7mqhLjY4NrgavU6GcTLS7kaAXUg8tyH38hUabgcrmq1OQENZsbTM12BzMa9C0u/Gil3EP6MRPiYhLiWliNHNxYmbg1C4kyGVvsz0hNFqlNO+WxjBYHm4yGFvuTE+PUzHcwNYMb7Gi/taO9JNTkdLAokyGk11W/9NTmnfI4e0hPeIuvK91RnqvY6Kjganzl1ebGRxgj71c5bhS8kOFDBjQ/aCSf8OB8s0qN7zcxbFDLv/oWF3K0F2eThZSW+2LcmWnJLS4k8yh/a23zxz/+8d13392yZcstt9xyyimnNLl26NBAdbT8/PwWA9A5OTlympKSIgAAAHopuSZ53ukzT501IeLou6a7leD08wU337D4pg4voSi5nc6n//iXr956T+2pKCyWlx3frv/89ZW3P/OYIeqEymaHhYeNnjHNXFeXt2OXnB05bYrcPRufkiLX8mV/7o6d1rr65H6Zqf376YK+SOrQvv2P/PKOgj371J6q4pLvP/3i8zdWXnfXH4dPndTkXszVtfdc95Oact9ZrLvWfyeXfNwHZpw2yzBmgm3bD+6SIhEZ4amvt6z93F5Vs3viXLfOd5JqldXx3q78iro6i8OREhujS0zLHTV1zO6N2qHDjeMni8jIcI1WN2iwZuDQMI1GIBROl7usorpfemD7yGqz//yux5W23AZUA9CTxw6VF2NPTtM98cL7xaWVo4Zln7ewO6afDxaWWu3OwVnpwd8LBACiDQFoqxKAbt25/gAA9HTBSejgI1XBSWjhz8mp51jLZmNZaNFYBdp3hcfrifBGNPhi0F4lJd1YJTooEe2PUI/XZIyLSVvqX+Bea9Xm+uIt9b7K0LUeRysfdm5t+eNbvmzePyQuJdmfgU7QG1ONsemm2FRT9ITkLNkvTsAXBXsr7fU1Dlutw+ZtrIm6sTRvX3VZsaVWnJg0jWmYIWG4MXG4IXF4VJIhTKMcNAwLrtCshJhF2HFCz41jjlbvWVmSIPcM9GFkoNERSD8DAACgGyqr8AWgU5M645vE5Drv8uXLp06dWlpa+uMf/1jd/aJcm53tK5jtcrneeeed+fPnN7nt119/XVTkKzY/YcIEAQAA0BtNGTfs0nPnBZ9l1815XK6Hf3m7kn5efFMnpZ+lD55doaSfx82ZdcEtN/YbMrjs4KFta9e99u+H92/e+sI/7vvxX/8kTkCkVnvHc0/88MVX/7r+Zjl768P3mWID+/znXbT4TxdfKe9l8mnzlt7+K/Um9VXVf7vy/+qqqiafduqpFy3OHjlCo9Ue2LHzvaee27b22/t/+vN7P3hTHp4Nvpf3n3lOHhE++fxzTDEx279ZP2n+Ka15bGFGo3Ha4Vhq1KIf1X7y8aH4w2cPaiMj0uLiaqzWfSUl9bGxCVPnTZ41PW3uqXJdXKB1Kqvr5EZKQlygoNgb/1vz9cYdyhfj/P7mywZm+c7gNRr0WZkpyQlxI4dmjRx6+FTSHh19lt775NvNO3NSk+N/cuU53fNAxJMv/a+4rOrBP/+EADSAJkKvAG3zRa+MBgLQAIC+5bhJaKUgtJqEVgPR/prQvjB0hJp1jvB1ejyeBuW6oBC0JPw38jYmpEdEpoyITr7YP1vutObZa3Js1Qes1bn2mjx7rb3BLUKxv6ZMXkT3lqwxDtPHDzcmDTcmDjMkxET6NhfVMs+HyzOHBYLN/p7GDLQ/zXy0is/qbQMLC0qVkXsGoCIDjfZF+hkAAADdk1IBusVq6B1h3Lhxf/B79913lR5lZ5ok136XLVv21FNPPf300zfffLNaEFpyu92///3vha94ufbss88WAAAAvc7Pr1s8eECG6P4a9096Pe77fvrzLV9+rczu3vi9PK4Z1vGFq2319W//5ynZmDBvzi8f+7dyj/1PGiovsvHiPfdt/OjTq/94R6RWKzrRa/9+tK6qataPzvzJP+9WO0fNmCYvD/3sN+tXffzfO+/+xaMPBN+ktqLytmceGzt7pjgBmrj4Aeecn7UzP6+6XvjXqONiTW6373DFsLT04urKQeNHpg7JEOxVPpLT5bba7Farw+lyZfdPUzoPFpY+tuK98kpfVa/TTp50yY9OUfo9Xm+92Tp0YGZKYpzcb68u5E+3XiF6l+178t7++BujQf+L6y7Q6zr1L6j1Kqvr5DGTKJNBAMCRQg9A233fVm/Q9+wzVwAAaLMWk9BKWk4EJaEbAjnocGXSWBO6obEetDciQsk6B5d+PrIidEND8L/y6nSNJs0QPS2uX0OjIof5oL0mV16s1QfsNfvs1aIHytBE9dPHjPDXeB5hSo6N8J1nFZx4VkPKSr45qOJzWIuh5zA1G62mov1LU24jgktHN0bKyD0DCEYGGu2F9DMAAAC6LSUAndJZAWjp9ttvf/fddzdu3Nj8qrvvvvutt96qqKiYPXv2ww8/PGvWrPj4+M2bN//2t7/98kvft5z9/ve/j4uLEwAAAL1Oz0g/C9+xT+Xf5/92b/GBfNkYMW3yrvXf7Vy/8a3HnuyEItA/fPmV0+YLLF3+m180yVvPPu+s8Ijw+JQUt8vVmQFoj8v1xRtvycaiKy9vfu0pS85dv+rj71d/XltRGZuUqPbHJCSMmTldnDCjTrNgSOby7/e6vF6TUT9wYLrN5rRYbXqvZlxm2tSspM7fq1wbGWkLj6gvr9G5vf0zUvT6QG3NnIPF8uUjH4/cAT5sYD+l02Z35BcG6nbFRZvSUgIbJmUVNVW19Up7+OD+6sJ35wT2tMtd58MGBRZSV2+RC7daHVabPbtf2tBBmUr/tt0Htu4+YLXaLTb7hWfNyUxLUvpv+dOjLpevvpjRoH/4rp8qnZERkUr6OTrKqNEcDjqfPmfy4tNn9/p6w0UllY89/6787dxy9XlJCbGiW5KvFqfLnRjP0TcALWhDAJoK0AAA+AQnodXZ4CS0UGPQShbaXwNaCUOrZaEDlZ79mWel5LPSr0Sh1Z7GytCBPHRDY5x6gCY+yxQ3qyFQMVreY76t9qCjNsdWXea0VLpsVW67bFR77KIbiI/QpWhNyRpjhiYqUxctL+naqHRddGPO+ci4c2PiWXYHh5ibVHpWw85hQQWhm+aew8JbWvrh6LMg9wygGTLQOHGknwEAANCdlVVUy1XNlMR40VnkKvDy5cvHjx/vdDqbXJWUlPT666/feOONu3fvvvjii5tc+5vf/EapAw0AAIAuV3wgX+7FvOGev0w7fcGfLrkqb8eulY88MXzyxJHTp4qOlLt9p5zGp6akD8puclVMQsKiqy4XnU4+JK/HIxt/WHKse68oKgoOQA8eO6pdCmbLnci6iDCb0ybCIx1OZ1V1vcPhcrs9Bq12cFKsUdsFdXx3mGL2R0WJtVtl+8rF8+JiopT+J178wGzxHa02GQ0P3fkTpfNQUcU/H39NaZ88dfSyC09X2p+v2/zxl98r7X/97sfxcb6jLbX1ZnWwVqv5z99uUdp7cg89/sL7Svu8hTPVAPS+vMLP1v6gtE+fOzmz8RFOGj3U7fEYDTqj4XDdz4y0xDt/cWVKYpxccvCPoz7+Xsxitd//zJsOp+uyc+cNHZgpuiuvt+GUGeOC4+nojp9MAAAQAElEQVQAoAo5AG21+QLQBj0BaAAAAo6RhFbaalnocH9BaLU2tGgs7dzg/18NQwdXhg4UjVZz0oHkdGMpafWGjVnrIZqkwQ2JpzQcQT6cUoe5wm2tctkqXNZKt73MYa502+Sl3GUze5zihMVEaKMjtDERuig5jdRFhWvkNCFSn6QxykuCxpCiMQU9OSLsyNLLRySgmyWeA+2gftGYjm4eelaD07JfHC/xTO4ZwDGQgcaJIP0MAACA7szucNaZLcmJcb49Lp1oxIgRd9555x133NH8qlNOOWXLli2PP/74119/LRvFxcUjR46cNWvWRRddNG3aNAEAAIDuIUKj+ek/7552xmmyfdN9//jd4ksdVusjv7zj7++8FhzzbXd1lb4vMEnKSBfdxoGdu1ozrKasIni2vZ4lt8dbWG+tt7vMjvp+YYm5uUVqf7nVUWa2pUUbReeK9bhSHfaIzFT5ItHrDiewB2elWx1OeajXqD/caTBohw0OFHJOC/pempSEOLVf7kdXGnIHutqpiTicgu2Xnvyj02Yo7aGNZaGludPGTh4zzGTUGw264ITbjy87U7RELkf0PV5vw0PPvlVdUz994oj5syeKbkz+Kq9YvEAAQEvaWAHaEHQqDAAAUARHlNTMXPBVwWWhlYYaiBZH5JhFkzC0mntWhniD8tCBgtD+kQ2N84GQtAjckfy3nyYusyG2yb03zgqb1+Vs8No8cuqRDaev4RVhgTHBIkS4LjxC67tEasPC9eGRUeHaJj++v9HQPGd8eBocSvZ/4VFj2Esczi8H1XgOTjwr/eqwJqFnuYDmlZ6bRJ8FuWcArUYGGm1D+hkAAADdXGm5Lz6SGpQzaBdvvfXWccfc7tfiVVqt9hY/AQAA0GfY7I6eVYLwmj/9Vkk/S+kDByy97RfP/OmvtRWVj/3qt7f/9z/tUtu4RXI/quiAXaZet0e0VYPHd0hA7tl9dvO3ka2uuBweEXJSq0UOj3d3ea1RpyuoqkyJizPpdO7Gn8XidOVU1XV+AHqUuV5eYi9eaEhJ1AU9Iddffpa691vt7JeefNsNFzdfyLyZ4+WlSafRoG9xcHpKwrkLZzbvT4yPkReBY3r53c/35xVl90+75qJFAgB6rNAD0DbftxJQARoAgGMLCyoLHZy7bV4W+nBN6IiIFsPQhwPNgarPDd6GxoY3KPXcUiRa+M/dDL4XX1sccdfy0WgbNEIcEXduHn0+9o8pjgxANwjRJHbsiyY3LfncNAzdpMaznA/MhqnZ5yNCz4FbtxR6Fscr9ixIlQFoHTLQCBXpZwAAAHR/gQB0UjsHoAEAABCqPz+w4uz502dPGd1TdgcmZWYEz556yZLNX639fvXn279dv/LRJy+4+QbRMVIHZMlpRXFJi9fm7dgVk5gQn5LcYgJb6VTyyk3UV1eLtkrL9j0kr8dzaF9O9qgRohPJwxZmuzOnsi4yIiI1Lu5QXfW88aMrymusVl9RS6vTfaCyflJ6kl7bPmFr9D7fbtr52dofYqOjbr3mfHl0QgBAj9XGCtBGAtAAALROcBJaNEkJN4aMm4ShZUOtDB3IN4vg/HPDETnp4AR0s0h0k5nDdxFU/lkEVYMWLUWfm/QcLUncpL5yWGMdaDUPfUQ0WTSLQjev8RzcFTzXuADRGEYk9AygQ5GBRuuRfgYAAECPUFrRIRWgAQAAECqL1f7c6x99tXHbsgsWZqQlih7o+r/9+fYdu6qKS9569IkRUyaOnD5VdICUfr7gtbyXwv05mUMGB19VV1X1u8WXysZvnnpk3JzZzW8b6S+6bKmrbdJfU1ZeU17RpPNou2ab77NNH5itNNb97+PmAeiPX3h55aNPJqSm3PHfx6MT4kW7cvnLP8up3LMcazAWFlXll5aNGzJwf26R1WqXh4trHc68avPw1DgBNLN1V+5/X10lD1Dceu350VGdXSm8DVZ9sbGkvOqMU6amJrfznxKAXiDkczis/gC0waAXAAAgFEfkfZv1hPtFRAQiUEoj0k/+I5vKnNafndJqNfIi/9fqdL6LtvGiCbS0QX1+Op1Or9fp/aN1voZOr1zt7ztifIs9SqfaaH5Vk5v7psrS/Xek3rXySHSBjqBbabWyV+3SKD+h75H7//VlxXyZMeV5iPA/J4Enp5HypIUfWSK6+ZMvAKBNgs+yCHrH9r9J+96Zff/Jt6uMYfrZF0eFNW5mKRnoQ/vqBPoG0s8AAADoKcorfYXuUghAAwAAdA85eUV/emD56x+scTpdoqcxxcX+9N6/KZVEHvnlHbUVlaIDjJ09KzbJFxBf/dLrTa769GVfT3RC/OiZ01u8bWyy74bb1q63WyzB/e88/kzzwZEardLweNzB/fKYpZx63R61J6V/v5HTpsjGRy++XJqfHzy4qrjk7f88XV9VHZuY2O7pZ8nm8uyuCOS5tZGRWQmJ4TZbqkmfmZksdzvLTovTs7+qztu6r/xFn7Jp+76Hn3s7PCz81msXZ2WmiJ5g+568rzZsdzidAgCaCTkAbbP5A9BUgAYA4AQ0CUM3T0Krcd4mYWg5E6nRqHlojXLxZ6h8QWElD607Ir+spJQbg9BH5JuVmLISSg4OSeuD0tLqpUmPvqVEddBU23IwOqhDDWErc8dOPIercfDGuHOw4NBzi/lyAQAnjAw0jo30MwAAAHqQikpfWiI5kepZAAAA3YXX27Dqi42//eezW3bmiJ5m+NRJ595wnWzUVlQ+8ovbG7xe0d5MsTFLbr5RNla/8vqq5S/KhtfjObh778v//PebDz8uZy/82U/k3tgWbzt80kThLxT92K9/Z66pkW1LTe1zd/794xdf0Rmblr81RkcpjS/feHvn+o2VRcXKrMHfv3P9dzvXbdi9cZPSufSOX8mp02b/8yVXr/vwo+rSMrlk2fjHdT+RT4VGrzv/Jz8W7c3b0FBqtpWZrcqs3NM8MSvj2mnjBus1STHGlJR4uZPZ4XaX1NuqrA4BBNm0fd9jz78XHhb+8x9fMHxwf9FDVNb4jrIlxscKAGgmMsTxwma3y6nRQAAaAID2EZxzavCfhhsc4W1oPDFXaRxjGhgZaB3uVLuDhymNsJYW5WuIEM4GDhNHFFoOnjY06zky8B24SWAJR17bpNFkKo6SDyM0BqBDKW/LyltNePhRzybNGCZmXyy+ftXc4N/Hq2SgL75lTL+hMQK9FOlnAAAA9CwVVb7YR3Ii34gNAADQvVTX1D/07NtjRwy6YvGChLho0XMsvun6bWu/zdm6fef6jSsfffKCm28Q7W3exReUFxa9/8zyFXf/U16Cr5p97lnzL7nwqDe8aPH2b9evX/XJ959+cf20U9T+06+4VE4/WvFy8OB+QwbHpSTXlJW/ct9DcvaMZZcvvePXsjFiyuTvV39esHff3676Pzn75IY1ptiYASNO+ul9d794zwNy/MO33ha8HI1Oe/3f7xw2aYJobx5vw67yaqUtdyhH67Qzs1LTo00ur3eQUedMiTebbXV1FrPTmVNZl2TSC8BPST/LwxI9K/0sfBuwtfK4isnIixlAC0IOQFupAA0AQIc5bhhanW0aWT56JDqwHLUnTBw5RrS4wCbtYz9U0VIu2d9oOCK7LI4ajBZBcWdxlMSzIPQMoBsgA43mSD8DAACgx6mqqYuNjooID/lrQgEAANAJtu7K/d0/n/3RghkL507qKetscn/oTff/47fnX2qrr3/r0SdGTJk4cvpU0a7kHtSLf3nL7HPP+vSVN/J27c7ftTcqLiY1K+u0Sy+acvr8Y90wPPyn9/197OyZW75eu3fTFrmbdsCI4eNOnjn/kguf/9u9TQZrDfrfPvvEO088vef7HyoKix22QBHlRVddJo+eblz9ae62HRqdrrqszBTr2+E/8+wzJ8w9+eMXX83Zur1gz/666uqkjPRBY0YuufnGxIx00QFsLvf+isDXTmojI0akxA5N8lXG1YSHp0eIWqPOkpHkcDgtTndedf3EjERNZIRAn9dz08/SL//vQi0vYwBHEXbsbFNzt/z+fovV9vR9v+2EQ7NKTsvr9Xo8HpdfTmGNt0Ekxkb1T+d72QAAfcjRPq+b55WbRKLFUULSTWbDWow+H/ujXhnSUgy6QRxxVYuVm1uMNZN4BtBTBJ9q4vXz+Ljdbo9bbre4ff85Xc6ivXY1Ay1ptOFkoHsf0s8AAAB9XHm1ubDUV31N12DW67R6vV7np/ELXvET3UZlde1v/vLI4AGZv/3ZMoFuLHiTU25rWuvKawvWyf7MYTNNsWkCAAD0Cjf94RGb3XG0a9NTE5ctWTgkO6PFa4NDNXLvtNw3veeex+35hfKqpAmjR/1kmUCv421o2FRY8eEe307piPCwwYkx544YoNcEyl/KQxd1Hu8WiyO/vPrQofJYrebMk/pnJ3R4KfHy7zbvfOIFpR3706WGlESdVm4cyYncPe7bUd49t4z6jh6dfgbQ7g5s+8hlt7jCY4RpoLojS6vVKgc25Tt28BHM7q8NFaBt8oflAwkAgM7U5JNXDSs3zwofrYRzi+0muerWxKzFMRNax8guHyPxfNwls+IBoLuhDjQUpJ8BAADQE1VU1cppYkKcAAAAQPdWXFr590dfnj1l9IVnzYkyGQT6PJfbs7PMdwam3KmcYNTPzEpT08/CX97KFBY20KCxxsVYbQ5ztTmv2jwgPopd0H0Z6WcAvVtoAWiXy93QIIwGvQAAAF2n+TbqMSLRyrVHi1C3ONu+D68NVZzZCAfQ/ZGBBulnAAAA9FAVlTVympQQKwAAANATfL1x+w87ci48a87sKaPZm9iXyQO69U53QY1Zto2ayIkZSf3jTE3GRIaHJYuIfiatIzk+z+YsrrfY3W6DRiPQJ23YvPvJl/5H+hlALxYe0miH0yWnWk3IdaMBAECHCmvJMa4ND9Jktt2F+tjIgQHoKdT0qvpG6gu3+uKvEf78q+8/rUabMUw/++Ko8IjArZQM9KF9dQI9GelnAAAA9FwVVUoAmgrQwIlqODoBAEC7slhtz73+0d8fe7mopFKgr5LrGGX1Nm+D0ESED0qImZiR2OIwfXhYf01kikmfkhLv8HirrU6BPmnD5t1PvPhBT08/r1i5+ra/P7Un55AAgJaEGoD2fSjqtJwYBABADxB2dK0c1jZtfiQA0OOEtT4DfSkZ6N6D9DMAAAB6tIrqWkEFaODEqCnno6WfiUEDADpCTl7Rnx5Y/voHa5z+8oXocxqENjIiSqdJNulnZ6fJHc9HGxgVHjZAGxlv1McY9ccYhl5MST9HRkT09NrPpeXVFVV1Oi3VWgG0LLR3B6fLLXwVoAlAAwDQs5G4AoD2It9R5RFN5X01PPyouxHTB4vZl4qvXzZ7Pb5ZJQN98S1j+g2NEehRSD8DAACgp1MqQCdSARpoEzXWrDRcTs/X75fOPS9N6Qw78rvvlDFsAAJAr2S12R1Ol9Pp9k1dbpfb7XA4ZcN38fV4nC6X7PTPul3+by0uIwAAEABJREFUAbJtdzatxesIMcrs9Tas+mLj+s27rzh//tgRgwT6ErmPeUC8afaA1GitJsmkP8bIiLCwpMiI4UadJy0++Zgj0Sv1mvSzVFbp24BNTY4XANCS0ALQcnVNTrVUgAYAAACARq3MQGcMCSMD3dORfgYAAEAvUFnlqwCdnEgAGgiZWt1Zmbqcnpfvz8nbaT60z3zRzwZGRB7+nqjgrT91pwEAoAepqTPX1Jpr6i1yWldvran3TevMltp6i2wo1QPbifxYCfljorbOvDu3gAB0H6SJiJjSP6U1I7XhYdkmnZAX9DHvr1731kdr5QGKW69d3NPTz5LRoGtoiDboeSUDaFmoFaB9Z57pdFoBAAAAAGjU6gw0daB7MNLPAAAA6AW83obK6trY6KiIcL4IGwiNmntWKOnn/F0W2Zm7vf7VB3Mv+OmASI3cABTqZqDSEGSgAaB7O1RcfrCwrLi8qqKqtrrWXFFdV11Tf9xb6bQanVaK8E81Ok2kVuPbS6jTRspZra+hiYyI8HcqUzkgIibKKHcbSr69hxHhkZHhv7v3WZvdKUIxODtj2QULM9IS1e8lAADhy/W5n3rpf5u275NbfD+/7vz+Ga3Kyndzf/75lQIAji7ECtD+r96Qa2YCAAAAABCEDHTvRvoZAAAAvUNVja/8c2JCrAAQiibpZ6fD88oDgfSz4sB28xuP5C3+SVakJtzrbZCbg+pmoIIMNHqJCF0bStXiWDwOfwFgdCqL1bY399D+/OJ9eYX5h0rdbk/zMXqdNj42Ki7Gd4mPi4qJMsZGm+Kio6KjDDHRJpNRL9pNCH9TJqPhwrPmzJ4ymo8UAE1U19Td/8zKopLKAf1Sf37t4ugoowCAPiDECtD+ALROSwAaAAAAAJo6Wga6yQFOMtA9DulnAAAA9BoVVb4AdBIBaCAUwelnr9crp689mBucflbk7bC8+ejBxT/tJzcH5Ri5VSiEV90/QAYaALqDb77bsfa7HbtzCoI7TUZDdr/U7P6pSfExCXExCbHRSYmxWk1ocZpOMHvK6AvPmhNlMggAOFJOftGD/33bYrVNGXfSdZeeEelbEQWAPqFNFaAJQAMAAABAS46WgW7yPTpkoHsQ0s8AAADoTSqqaoQvAB0nALROk/Sz9OoDBw7sMLc4OH+nZeWjBef9JFNuEzZmoAUZaADocoeKyz//dsu6TbvsDqfS0z8jedig/icNyszul5YY3933yqanJi5bsnBIdoYAgGa++X7ns6+tkuuZS86cc8a8KaIX2bE336DTDBrAux+Ao6ICNAAAAAC0JzLQvQnpZwAAAPQyVdV1cpoQx3YH0CrN08+vPHAgd1u9OiC1n2nJT0e98eiO0kOBgtD5O60rHzl0/k8z/TcNIAMNAF3C7fZs3Lrn82+35OQVCf+b8IghWVPGnTR57FCTsWfUUdZqNT9aMGPh3EkRQbuaAUDh9Ta8+PanX3y7Ra/T3rTsXPkWJ3qXVV9s3Lkv//afXDJ0YKYAgJa0JQBNBWgAAAAAOAYy0L0D6WcAAAD0PlU1vgB0PAFooBWapJ/lZvvrDzdNP1/2q3E6Q4ScvvSvLWoGumC37a1HC8/5v/TgpZGBBoDOVFld9/m3m7/asN1ssQnf11/ELJg1cebkkT0l96wYO2LQFYsXJMRFCwBoRr6/PfL8O/tyC5MTY39x3ZKUpF74PT/l/q8wykhNEABwFKEFoB0uKkADAAAAwPGRge7pSD8DAACgV6qu9QegY4nRAMfR+vSzbLeYgX7vyeKzf5ym12vVm5CBBoCOJt+8t+858Nk3m7ftzlUq8Y85aeCps8ePOWlQz3rTjY+LvuL8+eNGDhYA0JLCkooHnn6zutY8fHD/m5ada9DrRK/j9TaUV9bqddqede4KgE7WpgrQGgLQAAAAAHAcZKB7LtLPAAAA6K2qa3zxzXjqCALHFFL6WdFiBvr9p0rIQANA57Da7GvWb/v82y0VVbVyVq/Tnjxt9KkzJvS4kqhy/+LCOZPPPW0G380O4Gi27Mz5zwvvu1zu006edPE5c3vrKqXd4Thlxjh5AEYAwNGFWAHaH4DW6VjNAgAAAIDjIwPdE5F+BgAAQC9WXVsv11ujTSYB4CjakH5WKBnolx/YWpJvVnrIQANAJzhYWLZ67aYNm/e4XG452z8j+dSZ46dPHKnV9LzM3ODsjGUXLMxISxQAcBRvf7T2vdXr5BGJ6y8/e+r4k0TvZTTor1i8QADAMYVaAdopqAANAAAAAK1GBrpnIf0MAACAXszpdFlt9sT4WFZXgaNpc/pZ4ctA/2LsS/eTgQaAjiXfPPflFm7elbNlV25JWZXskfvnpk0YPm/G+KEDM0UPZDIaLjxrzuwpo/lMAHA0VTX1T7/84Z7cgiiT8efXnp/dP00AQJ8XagVo3wlzOq1WAAAAAABahwx0T0H6GQAAAL1bVa0vxJkQxyYG0LITTD8rtHoy0ADQUWx2x7bdB7bszN2254DFalc64+OiT5k29pQZY6NMRtEzzZ4y+sKz5kSZDAIAjmLN+q2vvvel3eEcc9LAay9ZFB3VU9/xAKB9takCtLbnfVEIAAAAAHQhMtDdH+lnAAAA9HrVNXXCHxISAJppl/Szggw0erHXX3/9oosubuXggQMH5ubmip7v3nvvve222/r161dQUCDQFQqKynbtK9i6O3fX/oNqZ2py/PiRgyeMHDJ0UI8s+az61f8toYwrgGOoq7c8+dL/5BugXqe9+qLTZ08ZLfqGFStXy+lFZ8/VaTUCAI4i1ArQLkEFaAAAAAAIHRno7oz0MwAAAPoCJQAdF0sAGmiqHdPPCjLQAHAiyitrDxSUHDhUnFdQmneo1OlPqgjfu6UYPCBj/Mghk8YMTUmKE70C6WcAx/DN9ztfevszm91x0qD+/3fZGX1na06uG3+1YZs8CnPF4gUCAI4u1ArQvtVKLedVAAAAAEDoyEB3T6SfAQAA0EdU1/rSnAmxbFkARzhu+jltQNSlPx/b+vSzggw0eqVTTjnl888/D+5xuVwLFy6UjSuuuOKaa64Jvkqn04leoX///gsWLEhISBDoGA6nq7C4vKyytqS8KvdgSd6hEovVHjzAaNAPG9Rv3IiBk8YMNRkNAgD6gHqz9ZlXVm3bc0Cribzs3HnzZ08UfUlpRY3H483KTBUAcEwhBqBdSgVoAtAAAAAA0BZkoLsb0s8AAADoO5QAdHwcFaCBw1qTfr7sF2O1+tDSzwoy0Oh9kpOTTznllOAeuz0QVO3fv3+Tq3qNS/0E2oPX21BWWVNSXlVaXi2nJRXVJWXVdfWWJsP0Om12v9Ts/mkD+6dm90tPSmCnKIC+ZfOO/f997SOL1T6gX+oNl5/da2ret15hSbmcZqYmCgA4ptAC0A6lArSGADQAAAAAtBEZ6O6D9DMAAAD6lOqaOjmN7zNfmgwcV4emnxVkoAH0TeWVtdU19dV15ura+qpac2PbXFNb3+L4lKS4tOSEjNSEzLTkgf3T0lOotw2gj7JYbStWrt64Za88ELF40ewzT53aN9cMJ40Zdu9vfywA4HhCrADtpAI0AAAAAJwoMtDdAelnAAAA9DVVNUoFaDYoAJ9OSD8ryECjj8vNzf3973+/devWgoKChISE8ePHz5gx46abbjIajSc4uIl169bJwf369ZO3/fLLL5999tnNmzfn5+dPnjx59uzZP/nJT5KTk5vcRP6tPfHEEytWrDh48GBNTc1Yv6VLl86aNSt42L333nvbbbcpS1Y7q6qq/vrXv27YsGH//v1ut1s+VHnbs88++9RTT1UGyLseNGiQfHt57LHHbrzxxiZ3XVFRkZ6eLm94YP+e7Ows0QNVVNXW1Flq6821cmq21tbJhrXOYq2oqjNbrMe4YWx0VGpKXFpSQmpSXEZaYkpifFpyvAAACLFt94GnX1kl30Xl2+MNl5+dmZYk+rDEeDZdARxfWypAy8O+AgAAAABwAshAdy3SzwAAAOiDqmuVCtBsTQCdl35WkIFGn/X888/fcMMNNptNma2rq8vLy3v77bcfe+yxRx999Kyzzmrz4GN45513LrroIqfTqcyu9nv44YdXrVo1efJkdVhNTc255567Zs0atecbv8cff3zZsmX//ve/Y2Njj3YXOTk5CxcuzM3NVXs+9XvggQd+/etf33vvvbJnwIABZ5xxxgcffPDCCy80D0A/++yzbrdbjsnOHiDfjUR3UldvsdocFpvdanfYZMNql7P1Vqsv6Fxn9SWe6602u+PYC4mNjoqPi4qPkdNo/zQqPtbXSCXrDAAtsTucL6z89NtNO+Ua4Fnzp5172kx5OEIAAI4ntCiz3eGg/DMAAAAAtAsy0F2F9DMAAAD6II/XW2+2xkZHsRoLdHL6WUEGGn3Q5s2blUDzpEmT/vWvf02cOFG2169f/9Of/jQ/P/+iiy7asmXLkCFD2jD4GMrKyhYvXjx+/Pi77757xowZe/fuffHFF//9739XVlb+9re//fjjj9WR8u7WrFkj9wPdeeedF154Yb9+/XJzc//zn/88+uijzz33nFarfeKJJ452L7/61a/k4LFjx8plygecmpq6cePGp5566pVXXvnnP/95ySWXyMcvh1199dUffPDBN998s3v37uHDhwcv4emnn5bTa6+9VnQAm93hcDgdTrfD6XI4XA6Xy+F0+hpy1ul2Ol02h8PucNrsTrtvmEuOV9pmi601y48yGdNSEqJNBpPREG3SR0cZTQa92o6PjU6IixYAgNaRq3xfbdj21qpv6syWlKS46y87K7t/mujzDhWXpyTFaynSCuB4Qnib8Hi8cm+ATqsVAAAAAID2QAa685F+BgAAQN9UU+sLd8bFRgmgb+uS9LNCyUC/+tD2wpw6pYcMNHoxu91+xRVXKIHmr776ymAwyM6YmJgf/ehH06dPHzduXElJyQ033LB69epQBx+b0+kcPnz4119/rSxksp/sfOyxx7744gu32y33/Qh/AeZXX31VNpYvX37ZZZcptx01atQjjzySlJR05513Pvnkk7J/7ty5ze9CvnV88MEHsiGHnXfeeUrnqaeeevLJJ2/fvt3hcHz33XdKAFo+/vT09OLi4ueee+4f//iHugT5M+7du1f+sV933XUut8fpCyG7XS6Py+V2uuTE43K7/T2+Tl+Py9cjL3Kc7HcGpr7BDv9NnL5BHiXKLEKn02oMel2UUZ+UEGvQaY0GvdHgn+p1RoPO1zDqTAZ9lNEQZfIFnQUAoJ3syTn0wturi0oqZXv+7IkXnnmyhsivEDl5RXc/+vKY4QNvvXaxAIBjCuFNU64zy6lWy/ssAAAAALQbMtCdifQzAAAA+qy6eovwfx+9APqwLkw/K+SSL7l1zCv/3kYGGr3e6tWrt2/fLhv33nuvkkVWpaSk/PGPf/zJT37y6aef5ubmDho0KKTBx73rX//6100WMnfu3Mcee8zlctXU1CQlJcmeJ598Uk7nzYk8tsYAABAASURBVJunpp9Vt99++/Lly/Py8uS0xQC0/AtNSEgoLS1dtWrVwoULjUaj0i/3LW3bti14pOy54oor5A+1YsWKu+++W/3Tfv755+V00aJF6enpDz3z2pYd+8QJMOh1WnlPmgiTUa/VJug0kXJWp9PIXt9FNjRKQ+vvidTrZZ9vqtf5cs/y1gIA0OlKy6tfe//LzTtzZHtgVvqVixdkZaYI+OUXlckpTwiA1gghzexwOIWgAjQAAAAAtDMy0J2D9DMAAAD6sto6s5zGxpgE0Fd1efpZodGGk4FGX3DgwAHhfyXPmTOn+bVqsHjfvn2DBg0KabA4nuZjEhMTlYbDESiQnJPjC5y1eHd6vX7mzJl5eXn79+8XR7FkyZJHH330iSeeeOWVV0499dQJEyZMnz59xowZUVFNTzS69tpr77333qKiolWrVp155pmyx2KxyFvJxpVXXimnWRkp4aJBo4nQ+IPLmkh/w7ebKtLfI/dSyWmE/Efn24EVofXHmrX+aw16nQAA9DQ2u+Odj7/9bO0PHq83KSF2yZknTxl3kkCQg4W+APQAAtAAWiGkCtBu4asArREAAAAAgHZFBrqjkX4GAABAH1erVICOiRZAn9RN0s8KMtDoKSxWu9PpdLg8vqnD7fZ6hgwaqNG0KjBQUODbDzNo0CC506X5tQMHDlQaSvQ5pMHHlZ6e3qRH7uFRGspbQX19fXl5uWxkZ2e3uASlXwlJt+iee+4pKip66623amtr3/KTnUaj8ZZbbrntttvi4uLUkcOGDTv11FM/++yzF154QQlAv/rqq2azOSkpafHixXL2vIUz5OMSAIA+wOtt+Pzbze98/K3FajPodecsmL5g9kR5FELgSAMyUyyjh2b3SxMAcDwhBKBd/gC0PAYsAAAAAADtjQx0xyH9DAAAANTW+ytAR1MBGn1Rt0o/K8hAoyM4nS6bw2G3u+wOp83htCsXu2/qcLrcHo/b7XF7vHIq+We9jQ2Px+tVhjmdbjm12R0t3sU//3BzQnyrAtBKlFkuv8Vr1de2Ek0OafBxHXeYtvFbr+UbQtuWYzKZVq5cuWPHjjfeeGPt2rXr1q2rr6+3Wq3/+Mc/nnvuuWeffXbRokXq4GXLln322Wdvv/12TU1NXFzcihUrZOcVV1zRyig5AKB32Lo797X3viwuq5IHHubPmnDuwpkmo16gJfNmjpcXAQCtEEIA2tvgW/uPCOe8EwAAAADoEGSgOwLpZwAAAECqrfMHoGOiBNDHdMP0s4IMNI7GZneYLfZ6s8Vss1utDovVZrU5LDZfQ05tDofL5XG53C635PG13YG2aG96nVan1ep0kTqtRrblvhKNprV/KUOGDJHT/Px8+cia13VWiyunpKSEOvjE6XS6QYMG5ebmyntscUBeXp6cpqUdp/DkKD/hqyXn+uyzzz744IPly5eXlJTccMMNcuHqH+9FF110880319bWvv766wsWLPjiiy+EPxUtAAB9Q3FZ1Ytvfbpr/0HZHj9y8MXnnJKSFCcAAO0hhAC0x+MLQIcTgAYAAACADkMGun2RfgYAAAAUtfUWOY2hAjT6mG6bflYoGeg3Htmev6dW6SED3bvV1Jlras31FiXQbLf5p7Ltv9jNVlu9xV5TWy9OQJTJoNdpDXp50SmpZdmWU3mJ9O3wiJB7PiL9rcjI8Ej/rPxfNjQRkVqtL+gsB2q12qPWpIzQtfKRKJlm+Xf31ltvXXjhhU2ulZ1KY+rUqaEObhfyHnNzc999990///nPTf6mamtrP/74Y9mYMGFCi7ctLCx87bXXNm3a9PTTT+t0vidE7mQ63W/kyJE33nhjfn7+oUOHsrKylPFyzLJlyx588MGVK1dWVFTInpkzZ44dO1YAQG/kX/tidSXAbLG+9dE3X67bKp+WzLSkKxYvGDowUwAA2k8oFaC9VIAGAAAAgA4XQgb6ErHmRbMy68tAP7zt4pvJQB9G+hkAAABQ1SkVoKOpAI0+pJunnxUabfiFN49+/WEy0L1HWUVNda25sqauuqa+2p94rjVbqmrMrUk2G/Q6+Uat00Vq5S4LbaRBpzUa9Caj/2LQy3aUUWcw6DWREf6Lfw9HZLh/H4cvuyy6k+nTp48YMWLXrl1333332WefbTAY1KvKysruu+8+4c8Bp6enhzq4XSxduvTjjz/evHnzCy+8cMUVVwRfdc899ygx5XPPPbfF21ZVVf3iF7+QjfPOO++CCy4Ivkr529RqtUlJScH911577YMPPrhmzRqXyyVnr7rqKgF0sNp9Bzb/8zEBdAqX/2RLReN+dd9qWJjou2ssHo/3k682vf/pOpvdERcbvfj0WTMnj2INrjU+WfO90+U+edromChO3wVwfKFUgPYHoMPCeTMGAAAAgI7V2gz0UDFnqVj7isXj9u1MdDmoA30Y6WcAAAAgWG29LwCdmBArgL6hR6SfFZEaMtA9j8Vqr6yurayuq6iqq6k3l1bU1tSZyytrzRZri+PjY6MGZqXHx0TFxUbFRhmNBp1RyTTrfQ2jQdv7TlDRarWPPPLI/PnzN2/ePHv27Pvuu2/ixIk2m23jxo0333xzdXW1fEn/5S9/acPgdnHFFVc888wzX3755TXXXFNQUHDhhRf2798/Jyfn8ccfl49EDlAqOrd42zF+27Ztu/XWW6OjoxcuXKj0f/TRR7/73e9k44ILLjAajU1uMn369HXr1n366adRUVEXX3yxANpbk88Fl9lSuzdXAJ1OWWNp3L/eF3ewO13uL7/d8tFX31fX1Gu1mnNPm7lo3hStJoSEXh/31cbthSUVE0YNIQANoDVCeHtt8Pp2E1ABGgAAAAA6QevrQJ98ufjqxcYMtJMMtA/pZwAAAKAJefRdp9VwlAd9RA9KPyvIQHd/eQUlh0oqCksqDhaW5ReW2eyO5mMS42PSUzLjY6OTEmLiYqKSE2JjoozxcVF9tvr+qaee+vjjj99xxx2bNm2aN29e8FXR0dFPP/20HNC2we3iueeeu/HGG1etWvU7v+CrzjzzzBUrVsg9RUe77RtvvDF37txDhw41D0mnp6fffffdzW9y9dVXr1u3TjaWLFkSG8v5SGhnjTsz2Z+J7qChyW72vkOuHnyyZtPqtT9YrDb5o8+aMmrJGSfHRJPiDYF8DotKK/Q6bUZaogCAVgi5AnQ4u8YAAAAAoFO0MgOdNpAM9BFIPwMAAABNyKPI8ihPYgxxK/QJPS79rCAD3a24XO6DhWV5haX5h0rzC8sOFZcHXxsTbRrYPy0xPiYpPiYxQU5jk+Kj4+P4Pq4WXH/99eedd95DDz30ww8/bNq0Sb5iR4wYMX/+/KVLlw4YMOBEBp+47OzsDz/88M0333z//fe3bdu2a9eugQMHTpo06Ty/Y/9xDRs2bMeOHU888YRcQkFBwaFDh9xu98iRI+VDve6665KTk5vfRI1KL1u2TADtJzhjKhv6zLSG8LDGD8EG9dNQ+dQQQMdQ96hLEVpNeFh44872vrKbvaa2ftWX33+5fqvT6ZKHGk6eOvrMedNSkuIEQnSgoES+V8kVLQEArRPCKs6OPbn3P/Hy1Akjr7/ifNEp1FUxj8fj8ssprPE2iMTYqP7p8QIAAAAA+oAmB26VTSQ5kYfi3HIzyR34r+SATc1ASxpteN/MQJN+BgAAQGcqrzYXllbLhq7BrNdp9Xq9zk/jF7yeKbpUSXnV7/7+n6ED+99+85UCPUTwNqDc+LPWldcW+EqHZg6baYolEHBUPTT9rHK7vMEZaKn/cIOSgZYbsBGB7Vc2YDtEZXVd7sHivQcK5TSvoETtlzsPMtOSMlIS+qen9M9MzspIMRn1os+K0MkXnUDo7r///l/+8pdDhw7du3fvEVd4HPJNSwBtonzqKWsLcp+x2+12+pI1bqfkcsn/3T4e3/pEg1eOJQONdudfD2nwr52E+3bCR0Zotb498PLTU6fTavx75eXai1yD6a01ocsqat7/dN26TbvkX5rcJJw7fezpcyf12S9/aBf7DhTKJ3P44P4CQMc4sO0jl93iCo8RpoHqjiytfPv2H0ftce/YIVSAlitEcio/sQQAAAAAoLO0vg707EvEVy/Xez2+kfIQ7ysPbrvkZ30rA036GQAAAGhRXZ1ZTmNjOAyPXq6np58FdaA7XU1t/c59B3fnFuzYe1C2lc7+GcmnzpqQmZqYlpKQlhQXFxstgBMj35Gefvpp2bjmmmsE0AHUUrsR4RGecI/c4RnpbWjQ+D4g5EeGxx+BFoIANNqfeuRC7mL3vfAiI3z/+RLPvkh0bw09Kw4Wlr77ybofduyX7Zgo04LZE06dNd6g1wmcmKEDMwUAtFoIAWiPf30oPIIANAAAAAB0qlZmoNOHiDlLhVoH2u3yvvrQtr5TB5r0MwAAAHA0tfX+AHS0SQC9V/MvUHrzkSPSz+kDoy+9dUx3Tj8rjpaB/tH16cHDyECfCJvdsf6H3V9/t+PAwWKlJzM9ac7U0UOyMwcPSNfrtAJoD/v37z9w4ID8a33mmWd27drVr1+/m266SQDtR/0IUPhDqF65w1P5NBT+DwuPJ9xX/1n+T/oZHaPx5Rfm39vuz0D7+RLQvn3vh8eI3mL7nrwPP9+wO8d3PCIlKe70OZNnTx0dGdHdVzIBoFcKqQK0LwAdEc7GMwAAAAB0ttbXgT758sMZaJezr2SgST8DAAAAx1BbZxFUgEav1prazz0i/axoMQP93lNF5/w4I3gYGeg2OFhY9tGX3637YZcym5WZOnnM0CnjTkpJihNAe6uoqFi4cKE6+8gjj0RF8VmMjuLLPnsb5FRNYfoKQnvDPeERyoejCKMCNNqfb/WjQSi72QMZaH8d6Igjd7+LXkH+BW3csvfDLzbI1Qk5O6Bf6hmnTJk89iRWwdqLze6QU6poAwhJKBWgPb4AtPzAEgAAAACATkcG+mhIPwMAAADHVmf2BaBjogldoXdqTfr5sl+M7SnpZ0XzDPTBnXYy0CfiUHH5ylVrt+zMEf7c85Sxw6aOH56U0Ce+NQtdZdCgQWlpaSUlJampqffff/+5554rgA6g7t4M9xU0PJx+9keildLPDWpNaKDdqXvXw3273X11yP3pZ39F8vCw3hGAdns8azfuWPXlxrKKGjk7YkjWmadOHTl0gEC72rhl7/I3Pl5y5pwz5k0RANA6IQSg5R4DOZUfUQIAAAAA0BWOm4FWrupTGWjSzwAAAMBx1daZha8CtEkAvU6vTD8ryEC3lzqz5YWVn32/ba9sDxvcb8kZJw8ekCGAjpeSklJcXCyAjhe0x9irZKD90dNw34djg5f0Mzqauqc9PMz/yvNTMtA9fSd8SVnVl+u3fvP9TrPFJh//lHHDzp4/vV96skAH2JPjO9aTGB8tAKDVQqkA7fUFoIMPsQMAAAAAOtnx60BrfZM+koEm/QwAAAC0Rl29vwJ0FAFo9Da9OP2sIAN94tZ+t+Pldz632R0ZaYkXnjUB9XteAAAQAElEQVRn7PBBAgB6keB3fqUEr+yQDfmxKNvBtZ/JQKPjhDWjxKCV16TogewO58Yte9Zs2Jab7zuPRR5ZOGXGuDPnTU2M57sjOtCu/b7DPcMG9RMA0GohBKC9Ht/KUAQBaAAAAADoUsfOQKuHOXt9Bpr0MwAAANBK9RarnEZHGQXQi/T69LOCDHSbuT2eJ174YNP2ffLJWHTK5MWLTua7jgH0bmriWX4UyD2gSvJZzT0TgEbHUfe0y3+bJKGDrxU9QU5e0Vcbt23YvMfhdMnZfunJs6eMmjV5lNGgF+hILpd70ID0yuq6uJgoAQCt1oYK0GwtAwAAAEAXO34daL9enIEm/QwAAAC0Xr3ZVwE6LoavEkbv0ST9LL1xZPo5c3DMxbeM7unpZwUZ6DYwW2wPPftWTn5xXEzU9ZefRSlBAL1Y87d9pUcI0s/oJE1efkF56LDmA7oni9W2duPONRu3FZdWylmDXnfKjHGzJ48amJUu0CnkYZybrvqRAIAQhVIBOhCA5rxYAAAAAOh6fTkD/dkbBzZ8ckidJf0MAAAAHJvZYtNqIil9il6jSfrZ7fK89lBek9rPvSb9rCADHZLK6rp7H3+1oqouu3/az645LybKJACgV1MTz03ypuSe0claTDx35xUS+TeyfW/eV+u3b96xXykMetKg/rOnjp467iR5WEEAALq9kAPQEQSgAQAAAKB76JsZaNLPAAAAQEg8Hq/d4UyMjxVAr9A8/fzGI03Tz5f9YmxvSj8ryEC3UkVV7X1PvVFRVTd1/EnXX362AIC+QU0895TgKfqIbvsirKqpX7Nh29cbt1fX+FYj42KjZ00eOXfa2MT4Hv/9mQDQp4QQgFbOdAmnPAAAAAAAdBt9LQNN+hkAAAAIVV29WU6jo4wC6PlaTD/v39L7088KMtDH9cGn69/7dJ3L5Z49ZfTVF50u0O48ToF2RoFetCf1PZ/az+hC3Xndw+3xbNq2/6sN23buyxf+MqCTxgybPXXUmJMGctSgC1VU1X7w2Yap408aMSRLAEAoQq4AHc7bPQAAAAB0J30nA036GQAAAGiDeotVTqNNBKDR4x03/Zw5OObiW0b31vSzggx0iyqr675Yt2XN+u1m/zvewrmTLj77FIEOQaQS6BnYBQoEczhd23bnbtq+f+uuAza7Q/ZkpCWePHnMrCkjTUaDQFfbvidvzfqt8mAOAWgAoQopAO3bmAk+mg4AAAAA6A76Qgaa9DMAAADQNvVmfwCaCtDo4VqTfr7k1jEabe8/lEkGWnXgYPGWXbnb9uTlFZQoPZlpSVecv2DooEwBAAD6PIvVtml7zg879u/Ym+d2e2SPXqedM23M7CmjBw/IEOg2du47KKcjh5J+BhCykCtAy2PHAgAAAADQzfTuDHST9LMuqmHKYtLPAAAAQKsoAegoKkCjJyP93ERfzkA7nK6de/N8FRx3HzBbbEqnyWiYMm7YyVNGZ/dPEwAAoG+rrqn7btu+TTv278stVFYj9Trt5DHDJo0dOnb4IHn4QKA7kb+infvyZWPUsGwBACEKIQDt8QegqQANAAAAAN1Tb81AN08/T10Sbool/QwAAAC0ChWg0dORfm5RX8tA5+QV7ck9tGv/QSUfo9BqNVPGDps2YThxGQAAUFhSsWn7fnk5WFiq9BgN+vGjBk8eM3TUSdmREeSeuym5fvrbn156sKhMp9UIAAhRKBWgPQSgAQAAAKBb630ZaNLPAAAAwAmqtxCARg9G+vkYencG2uttyD9Usjvn0J6cgr0HDjmcLqU/LjZ6yID0IQMyhmRnZGWm8vXFAAD0ZXJVMTe/aNOO/Zu27yurqFE6o0yGCaMGTxo7bOTQARHk3HqCjLREeREAELpQAtD+/Qt8MAAAAABAd9abMtCknwEAAIATF6gAbSIAjZ6H9PNx9b4MdFVN/ZadOVt3HdiTW6CGnmOiTONGDho+OGvEkKyUpDgBAAD6No/Xu3v/wU3b9/+wPae23qx0yhWGiWOGTBozVK4zyEMEAgDQB4QQgPZQARoAAAAAeoLekYEm/QwAAAC0CypAo4ci/dxKvSAD7fF69x0o3LY7d+vuA0UllUqnyagfNSx7xJD+wwdnUREQAABItfXmzTtyd+7L374nz+5wKp0xUaYp44ZNHjNs2OB+Aj2N/J0Wl1UPH9xfAECbhBCAlnsYBBWgAQAAAKAn6OkZaNLPAAAAQHsxKxWgo0wC6DlIP4ek52aga+vNn67dvGb9NqVWvdQ/I2XsiIHjhg8aNCCdjXoAAOByuXfnFuzYm7djb756opSUEBc9acywSWOGDsnOZJWh5/phe86KlatPmzPxknPmCQAIXUgBaN/Hhde/uwEAAAAA0M313Az0cdPPGq1WE6kh/QwAAAC0Rr3ZIqgAjR6F9HMb9LgM9N6cQ6vX/vD9tr3K7Njhg8aN9F3iY6MFAADo8w4Wlu3cl79t94HdOQXB/YOzM0YPzR4zPHtgVrpAz7d5Z46cDhmQIQCgTUIIQMvjyMK3r8ErAAAAAAA9QU/MQJN+BgAAANpXvcVXV9Wg1wmgJyD93GY9IgPtcrm/3bTz07WbDxWXy9kok3HOtNHzZ46PI/cMAECfV2+2btuTt2Nv3s69B+v8p3EqkhNjRw3LHj1swIihA/Q6rUBv4XS6du7Ll4d3xo4YLACgTUIIQCtbv14vFaABAAAAoMfoWRlo0s8AAABA+2poEBarPTY6SgA9AennE9SdM9But+eztZs/+HyD2X9WxoB+qfNnTpg2YbjctBcAAKCvMltsu/Yf3JN7aE9uQVFJpdqv12lHDMkaNWzA2BGDEuO77Psq0aG8DQ2LF53scDrlgR8BAG0SSgXoMKUCNAFoAAAAAOhJekoGukn6WR/dMOUC0s8AAADACVGChlFRBgF0e6Sf20U3zEB7PN4167e+/9mGmlrfb3PowMwfnTZj5NABAgAA9El1ZsvOfQf35Bzam1tQUl6t9ssVkoFZaaOGZY8aOmDwgAy541+gV9PrtItOmSwA4ASEEoD2bwZ7CUADAAAAQE/T/TPQzdPPUy8MN0aTfgYAAABOiNlqk1OTgQA0ujvSz+2o+2Sg5WK/+X7nu598U1FVJ4g+AwDQh9XU1u/cX7A3t2BP7qGyihq1PzIiYmBWmlxJGDawn5zqdVoBAECrhRCAVrZ5G7wEoAEAAACg5+nOGWjSzwAAAEAHsSgBaKNeAN0Y6ed21+UZaPkr/W7rnrc//qakrErODh2Uee5pM0cMyRIAAKBvcLncBw6W5BaU7M8rPFhUVlldp16l12mHZGecNKi/nA4b1E8AANBWIQWgfVu8DVSABgAAAICeqXtmoEk/AwAAAB3HYlEC0FSARvdF+rmDdGEGOje/6IW3P8s/VCqIPgMA0JeUlFXlHCzO9V8OFZd7g4psxkSbhvnKPGcOHdivf0Yy+/Ox/I1Pyiqql54/Pz01UQBAW4UQgFa2fr0NXgEAAAAA6Jm6Wwa69elnrUbr7yX9DAAAAITAbCUAjW6N9HOH6vwMdE2d+bX3v1z/w27ZTktJuPjsuWNHDBIAAKCXstkd+/OKcg8W5+QXHygosdrs6lVy//7gAamDstIHZaVlpiWnpyQIoJHL5V73wy65/h8fFy0A4ARQARoAAAAA+pYTyUBf+ouxGQPbbW8U6WcAAACgo1kCAWi9ALof0s+doNMy0C6X+8PPN374xQanyy3fc360YMa8WeMjwvndAQDQq3i9DQcLS/01nktyDhaVVdQEX5uSFDc4K2NQVtqgrPSszFS5I18ALdm+54DT6ZoybphepxUAcAJCDkAHfz0BAAAAAKAnCjEDXe9x+0a6nN5XHth6yc/bJwNN+hkAAADoBBarrwYbFaDRDZF+7jSdkIHesHn36x+sqaqplxvtC06eeN7CmQa9TgAAgJ7P4XQVFJUfLCo7WFhWUFx+qLjc7fao18pPfCXuPGhA+tDsTFYA0Er5ReVyOnnsMAEAJyaEALRyXg4VoAEAAACgF2h9BnrOFWLNikAG2ulonww06WcAAACgczRWgCYAje6F9HMnO1oG+uwTzkCXVdQ8+/pHe3N92/hjRwy65JxTUpPjBQAA6LHqzJaDheUHC8t8oeeisrKK6uCkmFw96J+RPLB/+uAB6YOz0tNSEtlJjzY4b+HMBbMmyANBAgBOTOgVoAlAAwAAAECv0MoMdOqAds5Ak34GAAAAOo3ZogSg9QLoNkg/d4kWM9AfPltyxtVpwcNan4F2uz3vf7ruf59v8Hi8GWmJl5176oghWQIAAPQocr2svLImv7C0oLj84KGyg0XltfXm4AFy/3y/9OSsjJSsjOSszJT+6cmEVtEuokycpgugHYRSATqMCtAAAAAA0Kt0fgaa9DMAAADQmagAje6G9HMXap6BPrDV2rYM9N6cQ0+/+mFldZ3ckl+8aPbpcyeznQ4AQI/g9niKSiryC8sL/AWeC4rK7Q5n8ACjQa9knX2X9JT01ES5b14AANAthVIB2r+t6/USgAYAAACA3qMzM9CknwEAAIBORgAa3Qrp5y534hnoerP1pXc+37B5t2wPH9z/mosXJcbHCAAA0C253Z7isqrissqiUnmpKiqtKK2obhL9SoiL9hV4zlRqPKfyyY4OVVpevfb7HadMHydfeAIAThgVoAEAAACgr+ucDDTpZwAAAKDzNQag9QLoaqSfu4k2Z6DlL/CLbze/+eHXNrvDaNBffM7c2VNGCwAA0G04Xe7i0sqioLhzeWVtk6BXlMmQmZqUmZaYmZYkG/0ykgx6nQA6y5frt3705Xcul/vic04RAHDCQghAy4POcurxeAQAAAAAoHfp6Aw06WcAAACgS5gtvgA0mQZ0OdLP3UobMtCFxRVPv7rqYGGpnJ0ybthl550aE2USAACg69gdzmIl6FxWUVTim1ZU1TUZo9dplaxzRmpiv/TkzNTEmGg+wdGVvtqwXU7nTh8nAKA9hBCAloefhf/LEQQAAAAAoNfpuAw06WcAAACgSzQ0+FIRUSajALoU6eduqPUZaJfL/fYn336y5ns5GxNtWrbktHEjBwsAANCJ3G5PaXl1aWV1aXlNaYW/UVZTW29uMkzubU9PSeynJJ7lNDUpMT5GAN3G7pwCq80+fHD/tOR4AQDtIZQAdIRvsMvtFgAAAACA3qgjMtCknwEAAICuYrZY5dRk1Aug65B+7rZak4Hesffgi+98Vl3j+32dMn3skrPmUFEeAIAO5fF4yyqqfSnnCn/W2Zd7rlE+i5uIj41KS05IS0lIS4r3TZMTEuNj2I+O7mz44P5/+801drtDAEA7CSEArfFXgCYADQAAAAC9WPtmoEk/AwAAAF3IbLUJXwDaIIAuQvq5mztGBrrObH139bofduTIztSk+CuXLBg2sF/wTgMAAHCCPF5vRWWtv65zdZkSd66orqyu869AHUGv06Ymx6f5Lgn+S1xaSqLcty6AnobazwDaVygVqvwajgAAEABJREFUoCP9FaBdHgEAAAAA6L3aKwNN+hkAAADoWpZAAJoK0OgapJ97hOYZ6Nwt1qcfW1/o2u9wuuTW+6K5k0+fO0luxSu/UDLQAACESn6E1tTVV1TWlVfXVlbVyqlsV1TXVtXUNzQLO8sP2eTEGH9p5/i0JKXAc1xcbLQAAADNhFIB2n/mkJsK0AAAAADQ2514Bpr0MwAAANDlLBYqQKPLkH7uQYIz0J5we0XCTpfFLPsHZ6Vfcs6clKR40SDkL1HdP0AGGgCAo6kzWyoqayuq6yuqasuraiurlWmdx+NtPliv0yYnxiYlxCUnxqT4pnHJCXI2Vu4mF0DvYrM7Vq5au2DWhFQqQANoVyFVgI6QUxcBaAAAAADoA1qfgT75cvHVi0dkoIdNTNr+bZk6xhDbMPWCcAPpZwAAAKBzNVaAJgCNznbc9HPWsNgLbx5N+rn7UDPQeXs8nnBnuEcbVzsoIylbvoG43Ye/H5gMNAAACovVHgg3V9X7KzrXVtTUVlTVOZ2u5oPlB2Z8XHRyYmxygrzEpfiCzjHJiXHRUUYB9A1frd/+2dofrDb7jy89UwBA+wmlArQ/AB28iQsAAAAA6MVamYFOG+irA/3VC2a3f9eu0+E9Iv0cI6YsiTBEhZN+BgAAADqZ1eaQ0ygTAWh0qtakny+6ZUykho2+7kXNQDtzR2rchvAGzYGt1g+fLTnj6rTgYWSgAQB9h9Vmr64xV9XV+6a1clpfXVtfVWuWDbvD2eJN5M5vf9D5yKLOibGREREC6MNWr90kp6fPmSwAoF2FUgE6wjeYADQAAAAA9B2trwM954qwNSvq3UeWtzDEiKkXRRj96eeIiEitRuPPQJN+BgAAADqD1WaXU6NeL4DOQvq5R2vMQIv8PbVKDxloAECvZ7Haq2rqq/0pZ1++uabeP+tLOTtaKucs/BWd42KiEuKjE+Oi4+OiE2NjEuOjE+J80ygTRZ2BpvYdKKysrjtpUP+szBQBAO0qlAC0vwK0y+0WAAAAAIA+o5UZ6JQsMfuyhjUv1nvdgQOfxjgx/UKNPipMST/7iz+TfgYAAAA6j8Vmk1OjkQA0Ognp515ArQNNBhoA0JuYLbbq2vrqWrMv3+xvVCuNmnqn66g5KJ1WkxAfkxjnDzfLqa/tSznHx0VHBO0qB3BsQwdm/u031ziOUjcdAE5ECAFoeZhaEIAGAAAAgL6nNRloeW3aQDHvyvAvVtR5XMIUHzbrEp3OFOZLOIdHyC3KiEgl9xxB+hkAAADoHFarrwK0yUAAGp2hafrZ7SX93EORgQYA9Dhuj6e2zlJbZ641W2Wjrt5aa5azlpp62bbU1luO8XX3MVGmuNioeOUSI6fRcUojLsqg1wkA7SEtOV4AQAcIJQCtVIB2EYAGAAAAgD6ntXWgB4TNuzLsh4/NM5ZEaXS+8f78c7gv/hyo/qwh/QwAAAB0DqvNF4CmAjQ6QfP081v/ySf93HN1kwz0G/9bs+TMOQIA0OfJFQ2L1VpTZ6mtt9Y2Zpp9lzqlYVXWe49G7plOToyNj41WUs5xMUrW2Rd0lhdqOQMA0HOFEICWB6jl9BgnRQEAAAAAerFjZKDVELPsT8uOWHidTh7wVm4ieyLCI5T8s/ynSfpZWQ7pZwAAAKAjWG0OOTVSARodrMX0857va9UBpJ97oi7PQP/vsw0ffr6xtt567cWLBACgt3M6Xf58s6XOX7lZKeTsb/jyzfX1Fo9/h/MxRJkMvohzTJRazjlQyDk2ymQ0CABdYcPm3T/s2H/RWXPi42IEAHSAkALQ/grQbipAAwAAAEAfdbQMdGTjxqWvonN4WKQ30tu4PzrMF3b2VYD2R58j/bHnw7WfBelnAAAAoMMEKkATgEZHIv3ci3VhBvqLb7e8+eFXsrEnp0AAAHo4m91Rb7bVm631Fnmx+dpWq9msNJR+m9PpOvZC5DptbLQxJsoUI6fRptgo/9TXY/RNYyjkDHRH737ybXFZ1Zjhg2ZOGikAoAOEEoD2HZ8OowI0AAAAAPRlx8hA+0pAe3wJaK/vqHdjBegwf51nX+Y5Qm5X+vPQ1H4GAAAAOoPN7qsAbdDrBNAxjpt+HjgibsnNo+W2oEDPFKkJv+hnY954ePuBXTVKTydkoDds3vPCW6uVdmV1nQAAdG/1ZqvFapeXQJrZbKuzWOrrbfUWa50/91xTZz7uQmKiTUqUOdqXbDbGmHxB57iYqGiTXvbHxUYLAD3N99v2FpdVpacmkn4G0HFCCEBLWo3G4XQKAAAAAEAf1mIG2pd+Fr74szciQh72Vo5/h/n588/h8j8lC036GQAAAOgcNrtDrm7rdVoBdADSz32E/A3K32OnZaC37s596uUP/C8uAECXcbs9ZovVYnP4ks02u5JvbmzYzBbZdlhtNovVoZxxdwxGgz4lKS7aZIgyGaNMel/DKBuGaJPe3+NrGA0GdhIDvc/unENyeu5pMwQAdJjQAtA6rdbucHo88nA23xwBAAAAAH1X8wx0IOssD3qHexsawv0HwuW1DUoRaDX6rOShBelnAAAAoOPZ7Ha9jvLP6BCkn/uUTstA78059Ojyd73eI+LPz7y66tqLFwkAwAkwW6w2u0uuHPqmDl9q2WZ32mwOp9tttshup2zKTiXobLbaWvPl8FqtJtpkSEmKizIafLHmKEO00eALNPsaRpM/6xwTbRIA+qrLzzt1zEnZY0cMEgDQYUKsAK31jXc4nUaDXgAAAAAA+rAmGWil7fX1hiuHwNVhSu5ZrQYtSD8DAAAAHc/ucMq1cg7ooCOQfu6DOiEDvTfn0L//u7J55G73/oMCANCoMcrs8KeWHTaH09ewOx1Op9XWmGy2O5RAs9JuTZpZpdVE+qs1G0wGvcloMBl10VFGo15nMuqjjHqTQfbIfl1cbLQAgOMh/Qygo4VcAVpOnU4X+8sAAAAAAMGHM9V2cPpZBGWdVcH9AAAAADqIzWYXvu8cpwI02tlx089DxiScf+NI0s+9T4sZ6FXPlS5alho8rG0Z6LyCkn//d6XD6Wp+VVVNvQCA3qjebLXZnVZf/WWXnMq2XYksO5x2f3zZ7nAFUs6+fpfZYhVtpdVE+hLMh2PNsq33t/2xZqPST6wZQPuwWO3y7UUAQMcLtQK0Rk6dLrcAAAAAAKDZ4UxlVjQeERdHFnsm/QwAAAB0GqvdIacGPUed0Z5ak35efOPIcNLPvVTzDHTuFsuJZ6CLSyvvf/rNFtPPANCd2R1Op9PldLnlO5i/4XG4/D1Of4/LLdsOl2/W6XL5x7hLKqqVOs2uEwjeRJkMep1Gr9MZ9Fq9VqvXy7acag06nU6r9XXKWZ1GDvLFmk36uJgoAQCdpbyy9g/3PbfolCnnLZwpAKCDhVoB2heAlutwAgAAAAAAPzX0HHxE82htQfoZAAAA6BRWKkCjvZF+huiADHRxaeU/n3jDYrWLo3v4uXduXnauAIAOoJRe9pdYDtRd9s8qdZcb++0Ouy/Q7E85Oz2yYfOfaXaCTEa9Qa816PUmf3LZn2nWBjLN/kBzYBrINOvkgCiTQQBA9/byu5+7XG6Xi3PbAHSG0ALQer1vN5nd0Q5rcgAAAACAXkM5kNk8Bt3iMAAAAACdwEYFaLQr0s9QHS0DfcbVIWegK6pq//nEG7X1ZnFMe3IKBIA+RqmR7HJ7nP4UncvlcXk8TiWFLNsuX01l2el0+6719/grLrs8bt9Ufkx5vN4Gj+T1yv/9/8pZr1v+6+vxtKHqvEGv02k1Ol1kdJRBq43URkZqNRpfQ6vRauQ0UqeVEzn19ej8nb6CzJG+q+RIpb+m1mIwaOWi9DqtAIBeZ+OWPVt25sRGR52zYIYAgI4XWgDa4F8DowI0AAAAAKC54GOZyqFxQegZAAAA6CI2mz8ATQVotAfSz2iixQz0xytKF17RNAOt7hZonoGuqTP/84nXjpt+Fo1ndADoKv4IstvlljxKIxBH9kWQfRll36y8Upl6PG5f2tjr/79ByR8HZn3tBuW6wGyD1xdiVpbjjy/LJTid7VY0VKfVREREyPeiSN8kTKOJ0Ou1sin7/P1h8mqlyrJRrzPK/zUaf0lmnTKVVxkNvmk71l02Gjg5DUBvNrB/2qhhA047eRKneQDoHCFWgFYC0HYC0AAAAACAYyH3DAAAAHQtq80uCNmgPZB+RouaZ6D3fW8RomkGWgTFoIMz0Bar7V9PvF5RVSeAXs3hdHm9avy3wX/xNZT4rz8Q7JV/GnLiGyEaPOoVQTdp7GtojBU3+IYrvQ2BawODPf6eIwPHXv+7t5o5bryXJsO8wQ9MmXW63KJTGHzB40itJiJGNvwVlCMjIvw9vkukv4KyJjJCq5F9vmHyX9mv0fh6/J3hSo96lVarEQCArpCUEPuLHy8RANBZQgxA6311AqgADQAAAAAAAAAA0J0pBVMNeipA44SQfsYxtDkDbbHa7nvqzeKyKtFqf334pd/ffJlAK7hcbt8fbMMRvEH/eBvkL0I07RdBgw/fWDQ2he+/drUnp0B0rkAOOBDz9c0EQsMN/kLEgStFIFesxo5Fgz867HsWfLFg5Wb+diC43LhMJUzs6qzQ8InTajW+ssjh4RH+/yN8BZLD9eEafztAdsq5yEhfHFlz5NSXSfa1I+Q//p7IQDsyMtx3q7BwpdBy4L9wpVOpx+yfhGs1oeVVAAAAgCbaVAHawXcMAQAAAAAAAAAAdF9KANpoIACNtiP9jONqQwZavjvd99Sb+YdKRSgOHCzetudAUGK34XAwt0mWt4UUb/BgX7/wv7C9zfPBTQZ7m1wlWh7vPVp/g/JHFLj+cPi42X01u6PGQLJovkD1Fm63R6ATaTSREf6XsS+8G+ZPDYcJX5cm4nBcOMI/QF4tu0SYmi2WveGBBHDz2TDfcGURYY038d1BmLpYJYjceBdhgZFqTDksLBAvDiwkPDhw7L+7wPJ11EUGAHQMu8P53up1Z8+fxim4ADpZaAFoAxWgAQAAAAAAAAAAuj27PwCt13H4GW3UQPoZraNkoN/6z8792wIVnY+RgXa7PQ/99+1Q08+Kfz+9UvQZkZERShY2zM+faQ339fn+E4c7wwKDGgcqc8LfHxbu+1conYGeMHWhQvknPPBfWPNlKrc/PBfWzn/sgbtUG8p9+R5xg78/LPCwhPIjBAb6Bwi10ThE+Ac0zqo3bRwQWLj/CjVJrCSMlR/Pn2kW4YF5JURMXBgAgNZa/sYnGzbvdjpdl58/XwBAJwotAG0yGuTUbLEJAAAAAAAAAAAAdFc2u6+cjV6vFUDoSD8jJBERYfL1sLIVGejHVry798Ah0SaJ8dEZqUnBedxwf6C1MaQbPFVzw0pSNrwx7Bs0VRYSHqZGhBuXqS5GBI8JziIfsUzRGCw+YvzhWHH44R6hPrLgxyn/12hCO2oPAADQfazduGPD5t2J8TEXnHmyAIDOFdqmlNGol1Or1S4AAAAAAAAAAADQXdkcvupkp+cAABAASURBVArQBipAI3Skn9EG4UfJQJ9+ZVrwsLNPnTawX/q2PQfyDpX4X2gh0ERG3nrtYgEAAIDupKisUk6vuXiRXsf5twA6W2gB6Ch/BWiLtQsqQIeFsQ8FAAAAAAAAAAB0R0pZUNGd2O2+ALReTwAaoSH9jDY7Sga6JDgDnZWZkt0/7ZzTpssjztv35m/fnbd9b14rv3+4pLxaAAAAoJu58Kw540cOHjowUwBApwstAG1SAtA2KkADAAAAAAAAAAAEqOlnpdEdwtA2fwDaQAAaoSD9jBPUmgy0Qh53nj5hhLzIF1v+odJtu/O27jmQV1AcalloAAAAdDnSzwC6SmgBaKNBL7qoArQI2l1YY7ZaDjgEAAAAAAAAAABA1/F4vGpbLQLdTUpB2x1O4QtA8x3EaC3Sz2gXrc9Ah4eHK++c2f3TBmal/2jhDLPFun1v/rZdB45WFvqZV1dde/EiAQAAgK524GBxSlKcUk0VALpKqBWgfQFoq7ULKkAf3mnY0CD3JwbvUgQAAAAAAAAAAOhCYUFE96BUgFZK2wDHRfoZ7SjUDLTwv/ZkI8pkVMtC5+QXb9tzYOuuAwcLS9Xxu/cfFAAAAOhq5ZW19z+9MjIi4h93XKvTagQAdJHQAtBys9Og19VbLKJzqelngy5C7nAJpuyIEY37ZQAAAAAAAAAAADqacuQiPDxcmcrjvuF+3ScJbbc7NJrI7hPIRnd23PTzsPGJ5/3fCNLPaL02Z6CVTtkYkp0hL+efPquu3rJtT9623Qd27M2vqqkXAAAA6FK19eb7n37DarNfdt6ppJ8BdK3QAtDCXwTaZnc4nK5Oe/9S089SarzRGeB2uVxuvyZJaAAAAAAAAAAAgA6iHrbw5Z1FeEREhCZSIycRR2ag1ZFdQh4xcbrc0VFGARxPq9LP14/0p/2BEJxgBloVE22aNXmUvMgDwjl5RQIAAABdavf+Q2UVNafMGDd/1gQBAF2qDQFoQ0VVrdVq65wAtNzEVTZ0A3sSw317EiMjI5V9MUqnx+OhDjQAAAAAAAAAAOgEwXVbIvwiGzXPQHcVq80hpwa9TgDHRPoZHaq9MtCNY8KGDsoUAAAA6FLTJgyPj40aNqifAICu1pYAtJyarfb4uBjRKdSvilMD0GrcWUk/q+WfST8DAAAAAAAAAICO1uTIxdEC0F0Yg7Y7fAFovY4ANI6F9DM6QftmoAEAANAdkH4G0E20MQBttdlF51JLKagpZyX9rJZ/Jv0MAAAAAAAAAAA6R3AGWi0CrRSE7vLyz5Ld7hRUgMYx9aD089drvr3h2puV9oWXLP7TX37bfMw1S2/YsP47pf3R5+9m9ssQvUVlZfVHH3x82ZUXN7+qvs785utvb9uyfd/e/eVlFUOGDR48ZND80+adPHem6E7IQAMAAPR0Tpf7seXvLpo3Zfjg/gIAuo02BKD1cmqx2kTHk5u1ys4XZQeiGnEO3qWoln8WjXtqAAAAAAAAAAAAOo4Sy2vy9ZWK4ArQwYM7mU2pAK3XCqAl1H7uEawW2/JnX3z+vy9kZWc1D0A/+Z//PvPEcxaLVe354fst8vLGq2/NPWX27X/4Vf+sblSWjww0AABAj3b/02/syy3MLyx74E83CADoNtpYAdpi7bwK0OqWbXjQXhZlB2JDEEEAGgAAAAAAAAAAdLzgAHRw0ZbwIF1bB9rh8FWA1usIQKMFpJ97iisvvXb3rr0tXvXyitceuv8xdTYhIS4rOytnX259vVnOfvnF1/n5BS+98VxMTLToNshAAwAA9FBPvfS/fbmFsnHdpYsEAHQn3boCtErdk6juMZSbu2oAWgRFn8lAAwAAAAAAAACADhVc3Tk4A60exejyxJ6dADSOgvRzD6KkmZsrLSn7x9/uU9pxcbF//cefTpk/R7Y9Hs/KN97965/+IRt5B/Lvvuvef/zrL6I7IQMNAADQE82aMmrTjv03Lzt35NABAgC6k5AD0EaDrwK01dZJFaCVrLPSVhPPzQPQKgLQAAAAAAAAAACg4zSJ4oW1RATVdhFdwW5XAtA6AQQh/dw7bFz/vcfjUdp/uOsOJf0sRUREXHjx+bn7D6x47iU5++VnX7nd7sjIkA8Hdygy0AAAAD3OyKED7vv9/xkNegEA3UzIW7zRUUY5rTdbRGdR4s7B1RSaF34GAAAAAAAAAADoEmrWuUnouQsTe3anPwCtpwI0DuvL6Wf5I3+++st33np//77c0tKywYMHDhycPXnqpAsuPLfJ3+lf77znlRdel40RI056/d0Xt2/f9fpLb+7etedgfsHIUcMnTh5/2ZWXxMfHNb+Lzz754uOPPt21Y3dZafmw4UOHDBt8wUXnjRw5vPnIdd9uXP7MisJDReVlFXI2NS2lX1a/c849c8HCeREREU0ehmLHtp2jh06WjQcevue0RfOjY6PPOmdRQcGhivLK+aed0mT5mf0ylEZ9vTnvwMEhQweJboYMNAAAQI+wO6dg+OD+Spv0M4DuKeQAdGy0SU5r6zsvAC2C6kA332lIBhoAAAAAAAAAAHSV4Eze0dqdz253CF8FaALQCAhOP0t9Kv2cn1/w21//ccsP29SeHdt3ycv773z49pvv/u2ePw/Izmrxhqs//vz2X/3B3vi9uOvXfScvr7385lPP/WfY8CHqMIfd8Y+/3ff6KyvVnu83/iAvb7/53s233njVNZcHvxv8+Xd/feO1t4Pvpb7evH9f7hefrpl76skPPvrP1hRsnnvKbHlp8SqPx/P56i+Utrzf1NQU0S21IQMNAACATmOx2h7871s5+cW//L8lI4cOEADQXYUcgI5RAtB1ZtG51LN7RXfagQgAAAAAAAAAANBElx+8cDhdwheA1gmgkZqB7tHp54qKyg3rv2veb65v+dhleXnFFRddXVVV0+K1mzdtvfzCq1e+/0pKanKTq/IPHrz1p7+WjcTEeKPJVHDwkNJfWVn90L8fe+Tx+9WRf7vz3pVvvKO0TSbj4KGD9uze57A75OVf//i3Qa+/+PIlyrUvPv+Kmn7un9Vv4uTxer3+s9VfKKWgv/zsq/vueei23/1CtFVlRdVtv/z9+nWB5+e8xedEx0SJ7krJQL/95K69myuVnmNnoCkCDQAA0DnKK2v/9eTrFVW1Y0cMGpqdKQCgGwu9ArR/O7mTK0Crgjdrqf0MAAAAAAAAAAC6g+4Wy6MCNIKpx9S8Xq/b7V35WF7Prf38+eov5aX14//0u7+q6ec582b/5KYfDx4y+EBe3hOPPP3pJ1/Izpqa2jv/ePejTzzQ5IZWiy0lNfnue++cNmOKfALfePWtu/74d+Wqr7/8Rj6T4f6nbNN3m9X088WXL/nN7T/X6XX1deY//Pau1R99Jjuf+M8z55x3ltFk8D34T9coI888+/R7H/ib0v79n2/7xS23f7Lq04GDsquqqpwOp1an/f2fbpOX0+f9qPBQkRwzaszIV1c+f8wfVOzds/+m639eVFiszI4aPeL2P/xKdG/hEWHytff2EzubZ6Dle2pYQINaIYsMNAAAQCew2e01tebpE0Zcd+kZrH0B6OZCDkBHRkQYDfq6+s6uAN0c77AAAAAAAAAAAADN2R1OQQAaQRoavfWfI9LPI6ck/+i64aKXys8vWPP510p7/MSxjz7xgHJ4ceTI4Q8+9q8rL71u03ebhb/08v59uUOGDmpy88uuuHj6zKnCf1Dyoksv+OC9Vd9v/EHOut3umpq6hIQ42X7jtbeUwUnJibfd8Qut/48uOibqD3fe8enHn8snvKy0fMO6jafMnyP8lYyVwV99ufY/jzy9YOE8eady4b//021//uvvYmNjRFvJx3/tFTdUVwei3jNnT7/n/r+aTEbR7cmnRKkDvfv7CqVn3/eWsLDSRVelNQagAweFOTQMAADQObIyU39zw0WDszMEAHR7bTmbOzba5PF4LVa7AAAAAAAAAAAAQDdDABoqtfyzbGz8pHz3d4fTz6ZYbS9OP0uffPip2r76uiubJGiv/b9lanvb1h3Nbz5x0vjg2YGDstW2wx44Trp75x6lkZqWunnz1g3rv1MuOftzMvsFIiM5OQeUxpRpk5RGfb350QcfP/+si2dNPvXmG3+5+qPPrGarOAF3/uFvavr5yqsv/8/TD8bHx4me47z/G5GYblBn935n3vJVjTwe7ZH/exu88v+GQB1oviIYAACgI9Sbre+vXqfOkn4G0FOEXAFaiomOKi6rrKs3m4x6AQAAAAAAAAAAgO4kEIDWE4BGgJIfnXhqwsG95l0bAxloS63z3ad396wM9IWXLP7TX37bvP+apTdsWP9dk86D+QVqu39WvybXDsjur7a3b9tx/gXnNBmQlJwUPKvX69S21+uVU7vNvnfPfqVnx7ad8jGIluTl5imNq6+7Ysf2Xas/+ky9qq6u/vPVX8qLbF9w4Xm/vP1nMTHRIkTbt+744fstSvvWX9103fXLRE/z9pO7Kott6uygcYbhU40eryfcG6ZGnwEAANBB9uUWPvbCe3X1lpSkuKnje/MZkgB6nzZVgI4xyWltvUUAAAAAAAAAAACgm2msAK0TwBFFoMUZV2cMnXA4YrtzY/nK/+z0p3l7IW3wOQDHzNC6HK7mncGJZyk8PKLJALvDIVohtzEAHRkZ+cDD9zy9/LGzzz2jeYXmN19/+7orbnQ6XSJEO7btUhomk/Gqa5aKHkW+9uQrcPf3FWpP/5HamYujvX7yFauWfyYGDQAA0BG+37b3H/95pa7eMnX8cNLPAHqctlSAjo2OktPaOrMAAAAAAAAAAABAN+MIBKCpAI0ANT8aHi5OX5bq8XpztwRKHe3dXPn2EzvPu35keFvqJnVrqakparug4NCw4UOCr807cFBtnzRiaPObh4WHiWOKi4tNSIirqqqR7bmnnvzoEw+I4wkLC5s+c6q8eL3e7Vt3rvt2w7q1GzZu+F757ezcufvdtz9YctF56mDRCjW1gZLeSUmJGk1bDv52Fa9XyNeefAWqPRknRU47zyDCAvln338N8nUZeB7ks9TK5wQAAACtNOakgYOzM06dMX76xBECAHqatmwDx0QrFaAJQAMAAAAAAAAAAHQ7SmFaAtBoUXi4OO2K5FUeT/52u9LTWzPQ4yeMVdvPPbNi/mmnBF/7zJPPqe0hw4aINumX1U8JQO/ZtdfpdGm1GqXf6XC+9srKfv0z5SUrq59Wp62sqPp6zTeFhcWFhwpPnjtr0ZmnjR0/Wl7+78Zrtvyw7fKLrlZuuHvXHnXh4Y0J7IZj1ug+50dnTpg0Tvj+5PWi52iefk4bGj75HG1YWNNKz9R+BgAAaHcWq81kNMiGXIP97U8vFQDQM7VlN0ZjBWiLAAAAAAAAAAAAQDdjd7jCwoSaxQSC6+bKdni4OPWyhP4jD0fklQz0MXO2Pc+UaZOGDhustH/4fstPf3zr9q07bFb79u27br7xl7JHuWrqtMmTJo8XbXL6GQuURklx6T0LxCBpAAAQAElEQVR33+f1P4Nms+XRh574x1//ddP1Pz/vzIveeuNd2RkRGXH3Xfc+9tAT76x8/5F/P56bk6cuxBv0vA8dOlhta7WBX9ChgsLSkjL5yGtqaps/hqKi4u83bpaXtV+vKystFz1B8/RzymAx8exI+coM8xO+F6oIC8xR9RkAAKDdFBSV/eWhFx9d/p4AgJ6vTRWgY3wVoOuoAA0AAAAAAAAAAND92B0OnZbyzzhCmMofh46ICJt7SdwXL1cf2uVSBvTKOtB33f2HKy+9zuVyy/aXX3wtL00GJCTE/f1fd0VGtuWYqXTp5RetfP2dnP0HZPvVF9/YumlbdEz0li3bHHaHMmDgoOzzLzxXNuLiYq+65vLHHn5KtvMO5C8++5J5C+YOHTrYZrO9/WYgfZKYGD9v/lx14UlJifv35cpGXV39/JPPlI077/79BRee1+Qx/LBpy6MPPq6058ydmZKaLLq3FtPPE86KjAgPi4gIj5D/h4VLQdHnQAVoktAAAAAn6JX3Pv9kzSbZGDEkSy0CDQA91wlUgCYADQAAAAAAAAAA0M00NDS43R69jgA0AsKOzD6H+2KmPprIiJMviskcfjj72/vqQI8ZN/pfD/4jISGuxWunTZ+84rVnU9NSRFtpddrnXnpq1snTldldu/ZsWP+dmn7OHjjgyf8+otZiv/Hm/zv73DOUttvt/mTVp489/OSzT6+orq6RPdHRUfc8cHdwfHnhmac1ubvSkp5R4PkYmqefkwc1jD8zIjIy8LL0Z6DDAy1/FPrwyxcAAAAnxqDTxUZHXX/52b+6/kLSzwB6gbaczRzrrwBdW2cRAAAAAAAAAAAA6E7sDqecqplLQOVPP/v486WeyMgIrTdy9oUxX71WW7THo4zpfXWg5592yoRJ4z98f9X6b787kJtXXFwyePDAgYOzp06ffP4FPzrxWG18fNx/nn7oxedf2bZlR37ewQMH8mLjYgdk9V+w8NTzLjhHb9CrI+V9/f2fd523+Jy3V76Xu+9AWXl5XV19UlJiYlLi9BlTrrzmcrmo4CVfdMlim9X67NMrKsp9ceH0zLT+/TNFT9Zi7efxZ0ZqNOGREZGRvv8j/A1fW75KwxuRfgYAAGizrbtzxw4fpLTPXTjzjFOmsLUIoNcIa2hoCPU28hbX/fJv0VHGf9/1cwEAAAAAAAAAAIBuo6a2/pd3PpSVmfqnX14n0GPJQ3heP4/H43K5rHXltQXrZH/msJmm2LRQF6VoXKDX7Xa75MUlLy6ny2W3u9a+UV+4263eZNj4xN6UgUZ30GL6edwZ4RpNuCZSo/H/r9X4Glr/PxpfCFopCB2hZqBJQnd7YSJCJxCswSu8TgEAQFcoLKlY/uYnOXlFv7nh4pMG9xMAIMSBbR+57BZXeIwwDdTr9To/rX8zzH8qakTP+hKetuy3kD9adJSx3mwNPTsNAAAAAAAAAACADmR3uuRUHr0SQCPl4KVaT1ce0ZRHNZXIqTzCqddrZi2Jzhx++JtjlTrQXq8A2sXR089KyecI5aWovCaVAtBK+pnyzwAAAG2zduOOP963PCevKC422uP1CADojdp44nZ8bLTwlRCoEwAAAAAAAAAAAOg2HA5fpUkdX2qMRmrp3MYYdJgvAO3PmKrBUzLQ6DjHTD9H+Es+a+WLMFD4Wa38HB6mpJ/V2mMkoQEAAFpvSHaGXK8657QZf//N1SOHDhAA0Bu1MQCdGB8rp5U1BKABAAAAAAAAAAC6kcYANBWg0VRQEegwpb6uWnOXDDQ6SBvSz2oBaOUVS+4ZAACgNSqr61565/Pq2nplNjU5/v4/3HDewplaTo4F0HtFijZJTPAHoKtqh2T3EwAAAAAAAAAAAOge7E5fAFqvIwCNw8LCwhoaGpR2eLhSIMkbGdnsQKFezFoSvfaN+sLdbqVDyUCf938jwiMIoSJkJ5B+Dm+SfiYGDQAAcDSFJRVvfvj1lp05sq2JjLjwrDlKv8moFwDQq7U1AB3nD0BX1woAAAAAAAAAAAB0G40VoKnyhSMoGWhlGmoGeuV/di6+cSQZaISE9DMAoN2pJ3Shq/Ch3D15PJ4tO3OyMlN/tGDahNFDBQD0GSdWAZoANAAAAAAAAAAAQHdid7jkVEcFaDTT5gz0/m1VZKAREtLPAIB20WLimRh0Vwn+UpHgToFOV1ld98lXm848dUpMlEnOZmWm3nrt4jHDBwoA6GPaGIBOiIsRBKABAAAAAAAAAAC6mUAFaALQaAkZaHQC0s8AgBOnBm2DE7dEn7uW8vwHfzqrkWg+sjvN1l25K1etLSgqk+1ok+Gs+dOUftLPAPqmE6oAXVVdJwAAAAAAAAAAANBtOJz+ALRWI4CWkIFGhyL9DAB9ls3uMOh14oQ1iT43+ImjRKLRmZSP5uCp2lBWLwU6nlyJKigqi4uJmjNtzKwpowQA9G1tDEDHRJnktmd5ZbUAAAAAAAAAAABAt2H3V4DWUwEaR0cGGh2E9DMA9GV/fmDF2fOnz54y+kTewoOzznJa+L8vDseg/RP1A4IYdKcJfs618XG6uOjoQVkRel3wyqS6einQfurN1m178nbnHNy9v+Bvv75arjvJzuGD+9+w9Owp404SAIA2B6Cl5MT40vIqi9VuMuoFAAAAAAAAAAAAugGHQ6kATQAax0IGGu0uOP1cE51r11dF6UzJA035RaaE2KiUxFjSz33BsGHD9u3b18rBzzzzzDXXXCM6kcPhePjhh2+44YaoqCilZ926dTNmzJCNXbt2DR8+/Ng3f/PNN5csWSIbLperhTdMoM+zWO3Pvf7RVxu3LbtgYUZaomgrJdns9XodlTUHXn5XoFuRv5wwMfrOW4390uVHt/z4lr8pOVVXLPkQb0fPv7l60/bAp2rOweLhg/srbdLPAKBq+0p5QlxMaXlVVU0tAWgAAAAAAAAAAIBuwu5UAtAaARwTGWi0I6+n4e0nd6m1n10ai1tjrfFaf9hZro4xGfRJCTHJ8pIYl54ijzZHRRkNUSZDbIyJ9DM6wY4dO84444yCgoLrrrtOAOgwOXlFf3pg+cI5k889bYY2xDVStaiz1+st+XydrbhMoFty1pl1Ho9chZRtNQMtcGIOHCzeue+gVht52smTlJ6xIwa5XO55M8eNHDpAKf8MAGii7W+OSQmxclpZVds/I1UAAAAAAAAAAACgG3A6XXKq01EBGsdHBhrtwutpkK8H+apQe4bHjeg3zVZnsdebbTX1ljqzrarWbLHZLYX2/MIW0myRkRFGg95o0JkMuiiTMSbKGBcbZdTpDAad0aA1ySs0kTqtVqfT6LSaKJNBoLt6/vnn7XZ7cM9///vfFStWyMbHH3+s0RwRhTzppE4tYJmXl1dQUNCkMyYmZsGCBbJhNBoFgHbi9Tas+mLj+s27rzh//riRg0O6bUOj0jUbzDn5At2Nf9XPXltncHsiIgKBdaUCtOAsprayO5y/+uuTNrtDtuNio9UA9MlTR8uLAAAcXdsD0Inx/gB0da0AAAAAAAAAAABA9yAPnwsqQKPVyEDjBDVPP6cMFuPO0Go0hgERERpNpFar1UTKqabObK+zWCuq6ipr6iur6+otdpvNYXM4LFa72+2R8/LS+vs1GQ0Gvcag15sMuuTEuLTk+PSUhPjY6IS4qCgTSdYuM3369CY9n3zyidI4+eST9fpu9+XSI0eOVB8hgPZVXVP/0LNvjx0x6IrFCxLioo87XknQKulnr9erVoM2ZaalzZwi0NWqd+6r2rFbaXsavG6PW0mdhYUpK5INSvpZbeBoSsuri8sqd+47OHf62My0JNmj12mjTPq0lITp44ePOilbAABare0B6IRAALpOAAAAAAAAAAAAoHtwKBWgtVSARmuRgUabHSX9HK7RREQemX6W0lIM/SKS5EsrwidcvuTk603JSNkdTrvdYbU5rTZHvdVaW2cxW2zexuib/MchBzhcTqfL7nTJtk0Zb3fW1le5XO7dOUeU9U2Mj5k6/qQhAzIGZKbEx8UIAEDX2bor93f/fPZHC2YsnDspIrCacVRBGejDnYaUpH4L5wp0NY/TpQag3U632+0RvtXISK/XKz/MlTVJQRHo41n1xcbXP1ijtOUaixKAln5302XRUZzBBQAhowI0AAAAAAAAAABA7+FUAtA6KkAjBGSg0QYhpZ/lrOxsMf0sGfQ6eYmPE23gdLmLSipKK2qKy6ty84tyD5ZUVtd9+PlG5dook2FAZkpyYlxyQlxyYkxyQmxKUrxexyki3YV8z3niiSdWrFhx8ODBmpqasX5Lly6dNWvWCQ4OZrfbDQaDOhsfHy+nDz744C233LJu3boZM2bI2V27dg0fPlwd43K5nn32WXlfW7Zsyc7Onjhx4rJly5os9vrrr3/yySczMjIKCgrCm8U6f/aznz300EPXXXftU48/IoC+Ta6dvvG/NWu/37FsycIh2RnHHqyUfw6uAI1uyOPxyPdJ+TEu3/3CvV454ffV3MYte8ora/flFcon59ZrFyud2f3TMtOTRg7NGjl0wEmD+quDST8DQNsQgAYAAAAAAAAAAOg9HA6nnGq1BKARGjLQCEk7pp9PsFSkvJvs/mnyovbszT1UW2/JLSjOLyjLO1SyY2++EPnBN9HrtHExptjoqNgYU1ysKc7fiI02GXRavS+KrdHrdDreRTteTU3Nueeeu2bNGrXnG7/HH3982bJl//73v2NjY9s2uAn5eluwYEFVVdWmTZvk7Lx58+QLMTMz82jji4qKFi9evH79emV2m9/y5ct//OMfKz3Ki1be75NPPikHr1q16swzzwxegt1uf+mll2Tj7LPOEgD8iksr//7oy7OnjL7wrDlRJsPRhvnLPzcQgO7mPB6vcomICKTVFX2z/LPD6Tp4yLfKkVdYuuTMk+Njo5X+x194X2kkJx7+hBo+uP9dv7hKAADayQkFoOXnVnlljQAAAAAAAAAAAED34FAqQGupb4qQkYFGK3Wf9HOLhg3qJ6dTxp2kzNbUmSuq6sqraioqa8uramW7uq6+utZcUl597OUY9Dq9TqP3TbV6rUan0+q0kTrZkD+eNlKv9c1qfVONr1/2RkbIH1n+0FqNfBI0JqNe4JhuuOGGNWvWyNfGnXfeeeGFF/br1y83N/c///nPo48++txzz8nn9oknnmjb4CbktZ988skHH3xw9tlny9mVK1fGxR213rh8A7zgggvWr19vNBrlwk8//XS9Xv/FF1/ceOONTz31lDpGTmfMmDF69Ojt27e/8MILTQLQb731VkVFRWxs7MKFCwWAIF9v3P7DjpwLz5oze8ro5p8Ayh+XnJB+7ua8Xq8v/+wJ93oj+tTvq6a2vty3UlEbZdKPHT5I6Xzl3c/XrN+mtGdNHqUGoJddeLpckchMTcpISxQAgI7R9gC03CxNTowrq6i22R1y208AAAAAAAAAAACgqzUGoKldirYgA43j6ubp5+biYqLkZUh2RpN+JCDYPgAAEABJREFUp9NVXWuurbfU1Flq68wWm91ic9gdTrvdKY+A250uf9tRU2uWs6Kt/JHoyMDFF5XWKM+SfGLkM6ZtbPieKl9/hNb/nPl7/FdFRsrnS/5Zyal8AiU5CfNP/f+G+RtK29cpbyV6iGefffbVV1+VjeXLl1922WVK56hRox555JGkpKQ777zzySeflP1z584NdfAJeuWVV9atWycbb7zxxhlnnKF0nn/++cOHDx89erTX6w0e/OMf//hnP/vZW2+9VVNTExyqlo9TTi+++GKDwSC8TgEgiMVqe+71j77auG3ZBQvVYKiaoG3MQBOA7ta83kDhZ7X6s+hdfti+r7zSd/aUw+W65qJFSmdeQclfHnpRaY8ZPlANQI8cOsDl8qQkxiUmxGSkHs46nzx1tAAAdLAT2v5JTU4oq6guKascmJUhAAAAAAAAAAAA0NUcTqeW9DNOQEgZ6K9erS/eRwa6D+lx6edjkA8yNTleXloz2O5wWqx2q83hv9isNqfFN/XNWmx2q9Vhdzk9bo/H2+DxyH99sTCPj5w2yDk5rN5ic7ncouvI30OY8qT7p2ozLLjXP1X+C/e15P8NzcYHtdWl+UcP6J927aXntvLxPPnkk3I6b948NdCsuv3225cvX56XlyenSqY5pMEn6J133pHT+fPnq+lnxYgRI+S9v/DCC8GdV1111W233Wa3219++eUbb7xR6ZQP5pNPPlGudThdJSWl6vPs+ysIa04+24EnN+ha9bejPLth2p6TbgdaIyev6E8PLF84Z/K5p81Q1l3VHG2vDNT2Mg2iQYlAK23RzX5rNXVm+dEsP4T7Z6QoPXVmS25+scX3wW1PSYwbN3Kw0r/2ux0frfnOavWdBHXL1eeNGJKl9D/7+icWq0025HuvGoBOToybMGpIclJsUnxs//Rk9e6mjDtJ/d4JAEAnO9EA9LZdOaUVVQSgAQAAAAAAAAAAulxDQ4Pb7YmO4qs7cUJan4Gec3H0GjLQfUZvSj+HSq/Tyktiq8LSx2ezO1wut9PlcbndsuG7eDy+qVt2ytnD/R6v13dREtVeX6VNjzdQdjOo0eBt5BspPwpkjz+IphbmVNrew22lKfzVO4MHe9UBXv8HSkg/l9FoaP3gnJwcOZ0zZ07zq/R6/cyZM/Py8vbv39+GwSdozZo1cjpr1qzmVy1atKhJADo2NnbJkiUv+KkB6OXLl8vnb/To0fKB7T9w6O8PvyAAtES+0az6YuP6zbuvOH/+2BGBYrqNGWiKQHdT38XE7YyOEet2y8sl55w8eli28P/W/nj/85XV9bIdER7+5D0/VwYXFJX/+YHnlfaUcSfdsPRspf3e6nVvf7RWaV9/+VlTxw9X2nc9+EL+oVKl/fjdP1O+1iAnv+juR15WOsePGnLzssCZNm9++NX/PtugtK+9eNHMyaOU9k1/eET56ob+GSl//vkVSue+A4WPPf+e0p4xcaQagLbZHIXFFUrbarOrP+akMUPl2ktyQmxSQozaaTLqb1rW2vN8AACd4wQD0L66/aVlVQIAAAAAAAAAAABdze5wyqmOCtA4YWSg0URfTj+3O4NeJy+iZ3K63EER6iOi1fJ33sqF1NfXl5eXy0Z2dnaLA5R+Jfcc0uAT5Ha7i4uLZaNfv37Nrx0wYEDzzquvvvqFF1745ptvdu/ePXz4cPk8PPfcc7J/2bJlcqrTafpnpASeKCXR2dAQlEsXQQ1x5FVB4fXQw+hAF2mQ7/EiRLV15t25BWoAWgiizz1G11Z9Dl6dCH4Uep1vLcRk0GWkJqidcTFRY4cPMhp08jJ0YKbaP3ncsGGDMo0Gg8l4xEfzVUtOEwCAnuDEAtBJvo+K0goC0AAAAAAAAAAAAF3P4XQJXwBaK4ATFlIG+stX6kr2B/J5Sgb6/BtHRpCB7i1IP0Ol1RwjY9DaX6628XPK6/UeY5h8AYU6+AR5PIH3sRYjfTExMc07582bN3z48N27dz///PN33333p59+mpeXJx/zlVdeKa/tn56s1h8Fej218m7rDc7OWHbBwoy0RELPPcXkuhp5MZ5/WtTY4XqdLzGs/O7u+sVV8kNfoQ7un5H8zD9/2Xwh5yyYLi/N+//4s6XNOwcPyGhxIYsXzZaX5v3/+v31LS7kZ9ee37w/LiZKXgQAoMcKFycgLcUfgC4nAA0AAAAAAAAAAND1nP4AtJYK0GgnSlZVmQYiLeFhSrBVExmp0UQqYVetLnLuJTFpQw6nD/dvq3rj4e0eD2Gm3oD0M9qdTqcbNMhX7TU/P7/FAXl5eXKalpYW6uATf2BJSUlHu6+DBw8275Sv6quuuko2VqxY0dDQ8Pzzz8v2ueeem5ycLAAcXUy06bpLz7jjJ5dmpCUKAACANjmhAHRifKzcci0pqxQAAAAAAAAAAADoag6nU/gqQBOARrtpTQZaKy/NMtAHdtWQge4FSD+jgwwZMkRO33333eZlX2traz/++GPZmDBhQhsGH00rX4HTpk2T03feeaf5fX3yySct3uTqq6+WL/VDhw59+eWX8oayZ9myZQLAUchPhoVzJ939m6tnTBzJJwMAADgRJxSAlpKT4u0OZ73ZKgAAAAAAAAAAANClHP4K0DqdVgDthwx0n0X6GR1n6dKlcrp58+YXXnihyVX33HNPRUWF8NdRbsPgo9HpdErD5XIdY9gFF1wgpzt27HjllVeC++vr65cvX97iTVJTUxcvXiwb9957b11dXXp6+qJFiwSAlgzOzrjz51ddfPYpBr1OAAAAnJgTDUCnJSfIaUk5RaABAAAAAAAAAAC6mMPhD0BTARrtjQx0H0T6GR3qiiuumDt3rmxcc801d9999759++x2+44dO26++ea///3vsv90vzYMPprY2Fil8d///veLL74oKChocdjSpUvHjh0rG1ddddWDDz6oDKuurl68eHFtbe3RFi4Hy+mHH34op9dee618/QsAR4qJNl136Rl3/OTSjLREAQAA0B5OdLU71R+ALiuvFgAAAAAAAAAAAOhSTqdTEIBGxyAD3ac0Tz8nZTeQfkb7eu655xYtWuR2u3/3u98NGzbMYDCMHj36kUcekVedeeaZL730knw9tW1wi0aNGpWRkSEbt99++7x58x544IEWh8kX9Isvvjhw4ECXy3XrrbdmZWXJ13BCQsLatWvvvvvuoy1cPoYBAwYo7WuvvVYACCI/B+bNHH/3b66eMXEknwkAAKAdnXgA2ndiVmlFlQAAAAAAAAAAAECXcjh9FaC1Wq0AOgAZ6D6ixfTzhLNIP6OdZWdnf/jhh2+88cayZcsmTZpkNBpHjRp15ZVXrly58v33309ISGjz4BYZDIbVq1cvXbpUSSpbrdajjRw9evSGDRtuueUW5fN06NCh8lbytuecc87RbiJf9qeddppsyKl8qAJAo8HZGX+4ZenS8+cb9LpW3oTPju5P/or4rAcAdAdhDQ0ntKNhT87Bex9dMWns8J8su0AAAAAAAAAAAACg63z57Q/Pv/6/M+fPvOCs/2fvLgCbuP44gL8mTeru3lKB0hYoxVtKcZcBQ8c2GGPGmLv7xn/O2GCCu7u7W6GlRp0adfdY/y957RFqtFBJ2u+H7Pby7nJJLmmSe/fNL0MJqDN6CE+mIJVKxWJxWVF2YcoV2m/nMUjPyJq0K3Z4kU1l1aokEon8pkokYjE9iUX0VCk5u6UoI07KXdDF03j6q958PlIyKq3B9LNQE+lneBgNwm9qwLGDqaysdHJyyszMXLdu3bx58+7PqJIRmYgAdA6LP/mjvKKSO6unqzN9XMDgfj2a8m5QpcA++UilMpFIHP3DioqkNAIqSW/qSP0entpalJCeFF+EE9BPAtVfj8MHAAAAFZYYdlRcUSrmGRI9F21txWs5fSlX7OCxPTuNGkQdPHYFaHMTOs1CBWgAAAAAAAAAAAAAAID2VimSp6y0hAIC0GpQB7oDQ/oZ4NFs27YtMzPTxMRk+vTpBKDTo+8AQwf1+vbd+YH9ezT33aDmYwbRdbDVdrIjoIKqqjSEAvbIKn8sVKO0HAAAdBia5PEYGxnQ/dt7mTkEAAAAAAAAAAAAAAAA2pVIJKZTIQLQ0Mo0NOQ/M8umPB6ruCTT1KznyOOQWYbKdaBZBhp1oFUT0s8AzXXkyBFtbe2EhISPP/6Ynv3oo490dHQIQOfm6mw7d/IwJ3sr0kxcfJY1bGaOK8vKTfzqDwIqpUr+CGkaGnK1nuX/FJl1AACAtve4AWjKwdYq/m5qZnaelYUpAQAAAAAAAAAAAAAAgHZSqQhAawmFBKCVIQPdwSD9DPAIli9ffuDAAdb29/d/7bXXCEAnpqerPWNC4OB+PR7nfYDLQNN3FqGpsZaLvUwmq6oiVUoItAf20PBNjTWNDTQN9NhbP4cAAAC0hxYIQNtZW8TfTU1Nz0IAGgAAAAAAAAAAAAAAoB2JxKwCdAscAAJ4KGSgOwzl9HOloFAg0bN04iP9DPBQffr0YQHoSZMmrVmzpt4XQIDO4/M35uloa5FHwn2oULQVAWjF24v9y0+JRGL6EVcikdCJTCaT0jctRR6aQFtRPC5ViorPPE05+WcDPk/xOUD+GQDv/gAA0G5a4PO3va0lnaZlZPv16EYAAAAAAAAAAAAAAACgnVRWKgLQAgEBaBPIQHcAyulnKU+UYxbB42k4eTprChyRfgZo3GcKBAAUHjn9rIy9s/B49HOFjC9/x6lSVICuYmWGpVKpZpUm7aFLIgPdlmoeFw3Fg8KX/5MnoHkM6kADAEB7aZkK0HSalp5NAAAAAAAAAAAAAAAAoP2wCtBaQiEBaCvIQKs15fQzxZNpWgnssknK5dDY2OT04QN9HO2skH4GAIA2w3K0LFbL5/FlfBl9+5H3SOTvOTKZJstDI/3cxmoeFw3FRwC+ogi0oLoEdE0EmgAAALS5FghAOygqQKemZxEAAAAAAAAAAAAAAABoPyKRogK0sAUOAAE0HTLQaqpW+pmycNbwHe8skthfDolLSMnceuiyl4fj2CF+enq6SD8DAEBrY+8mrJSwPADNryJEwEWi+VIeCz/LK0BroAJ025E/HlUPFIHm6kDXqgCNzwMAANDGWmD8S09Xx1BfLzM7VyKV0v1dAgAAAAAAAAAAAAAAAO2hkgWgBQIC0LaQgVY7ddPP5s5VvuN5AqGmjo7WxGF+6dmFJy+FRsQkxySkDffvNXRAD00tpJ8BAKDVsXcZpQ5N2kPffaRSfpUSAm2Iy6YrgunV9bn57D8eos8AANBuWqYAgJ2NRVRsaXpmjoOtFQHoQPChGQAAAAAAAAAAAAAeSnWO97MK0FpaQgLQ5pCBViONpJ81+XyBQFMoFLo52XRzdbgRHn/qUuiRs8HXQmOeGD2ob8+uSD8DAEBr4D5IEKUMtCJYK+XJNGSyKk1+laxKxlIcyHK0Pa7GM0/xQYDVfmZhaOXyz/hgAAAAbakFA9B3U9OzEICGDqDuB2V8dLR1r0EAABAASURBVAYAAAAAAAAAAACAhrCshvJZ0n5EYlYBumUOAAE0FzLQaqEp6WeBJp0KqKABPoN6dzt2/taFGxH/bT168lLo3CnDXBys2QURcgIAgNZAP0XIZDJFsrb6cwU9q1z7GSmOtqfxIMWjQ1j6+cGK3QAAAG2nhQLQ1pZ0mpaeTQDUGfcRWfmzckNtAAAAAAAAAAAAAOjMuNgfV6mOKIWh2ysUWMkqQAtRARraDTLQKq5Z6Wd6lnZqG2jNnBg0PKD39gPnwmPufrNsk38fryfG+JsYGRCAB1QRaQUBAHhUtT5FsLiz4hw9q1ETfpZDeKPtcQWe6f9rhaGV5xIAAIA21GIVoAkC0KDmlNPP3FcG8d1BAAAAAAAAAAAAAGhEvcf7lX+/u42JFAFooVBAANrPY2agp73irSlAeqZVPEL6WVM+oXjWFiavPffEnfiUjXtOXbwRcf12zIRh/UcF+glQch4AAFpOrQ/S7Gyt5AYiHO1C+UEhNQWh6/YDAAC0pZbZHbW3kVeATk3PIgDqSfmDcnJ2SW5RZUPpZ3ySBgAAAAAAAAAAAIBaR/e9nYw1+Tzux6C56GfbhwBYBWgh8ojQ3h4nA73t97AZS3yQgW5xj5N+rvmlew1PN8cv33zmzJXQvccu7Tpy4ezV20+OD+zbsysBAABoIXV/U0X5p1cItLd6E89IPwMAQLtomfEvLaHAzMQoN7+QDqtpoagAqC0Wes7ML7+bVUoAAAAAAAAAAAAAAJrGw1Zfg/B5CjKZrB0z0CKRGOWfQUU8cgY6OaYQGegW1yLpZ3ZB2jPc33eQX/fdRy+dvnRrxYYDh05fmzNpmHsXOwIAANAS2JtOrRg0QcpWVeFxAQCA9tJiBQDsbCxy8wtT72W6OtsTALXCVXqm6MA01y/U5BEAAAAAAAAAAAAAgAZIZVX0RBsSiYSOKLNxZj6fzzLQpM3Ra5dIpfraWgRANSADrSJaMP3MNXS0teZMHjp8UK/N+06H3Un8/q8t3d2dnhw/2NHOigAAALQE5Vgtaj+rGoSeAQBAFbRYANrexvJ2ZFxyGgLQoK64ADTLQGsL+WP6OBEAAAAAAAAAAAAAgAYkZBTdTsihDalUKpEQPp9PFFEAVgGatHksoFIkJorf7SQAKgMZ6HbXGulnjpWFyevPTY1NSNty4ExkbNIXvyb5+XhMHzfY0tyYAAAAtBzEbQEAAKCuFis/4GAr/y5vUmo6AVBDykWg8cVBAAAAAAAAAAAAAGgWsVgskUikCjKZTHmouS3HnEWKALQQAWhQMSyxxKa8ahosYivQ1BQI6EkgpCctzSGzDK3d+NwFWQZaIsaBm0fXqulnjnsXu0+WzH11/hQ7G/PgsJgPl65ave1ofmExAQAAAAAAAGg1LRaAdnawodO7KQhAg7riKkATAAAAAAAAAAAAAIDmYAFoiv3MYHuV20AFaFBZyEC3i7ZJP3N6dXf94o1nnp8zztzU8ML18Pe++3ftjuM5eYUEAAAAAAAAoBW0WADa0txER1srNT1LKkV+FNRPlRJkoAEAAAAAAAAAAACgWaRSqXIFaG6cuY0z0KgADaoMGeg21sbp55olyQBfz2/eXTBv6ggDPd1zV2+///1/f286eC8jlwAAAAAAAAC0qBYLQBNFEWg6jpeclkEA1Ify6HO7FOQAAAAAAAAAAAAAAHXHyj9LpVJunLldBpxFYkUFaAEC0KCikIFuM+2SfubwebyggT2/f/+5p54YbmZicPXWnU9+WrNszd67KTiODAAAAAAAAC2mhQPQdJqYkk4A1Ao3Bt1eP0oIAAAAAAAAAAAAAGpNIpHIZDL2G4PtOM5ciQrQoPKQgW4D7Zt+5tA1Dx3U67v3Fj4/e5ydtXlIRNxXv2/8ceX2qLhkAgAAAAAAAPDYNEnLYQHoJASgQT1xNTkIAAAAAAAAAAAAAEBzyGpUKSFtTiyW0KkQFaBBtWloaNA/EDbl8Vi1JpmmZj1HLYfMMjy7pSgjTsrOsgz0jCU+moJHT+V2eCqSfubQ9Q3o7UlPoZHxB09djYpLpicHW4sh/XsM9OuurSUkAAAAAAAAAI+kZQPQtnSalIoANKgf5V8kRAYaAAAAAAAAAAAAAJpLFUaYRWJWAbolj/4AtAZkoFuJqqWflfXs7kpPMfGpB05djYi5u2H3yW0Hz/Xv1XVI/x4ujjYEAAAAAAAAoJl4pOWYmxrpaGulpmdJpTICAAAAAABq65OP3vcf0IeefvjuG/IYrl29wtbT+Gn0iKAmrvDM6VPcpQ7s20seQ15e3ratm5V7ioqKuJV//eVnBFpaeno627whIbdIS4iKimQrjL5z56ELX7l8iS1MH3qukx5o37plU2hoCGmCehd+563X6Trff/ct0qIqKioCBvalaz565DB5VPRpTNew+KVFXM+KP/+gPbNmTCUtp96b2qwNCwAAANAxKKef2zEDXSliAWhUgAY1wPK1bMqrpsHCuAJNTYGAngRCetLSHDLL0NqNz12QZaAlYpSzqU2V088cD1f7N5+f9s0780cM7k2v7/y18K+Xbfr0p7UnL9wsK68gAAAAAAAAAE3WkgFoqouTLR3WQxFoAAAAAAD1FRkZcerkCdJxlZeX//v3ihnTJh88sI9AG4qMCCeKY6jdunmSlhAVGUGnWlpa7h4eD134zp0oOjU3Nzc1NWU999LSnl/wzO+//tyli+tDL97QwuxOdfPsTlpUdPQdFprxfIw1RyhuW3cvb66HbYSW2v5M3ZvarA0LAAAA0GFwoef2zUCLWABagAA0qAdkoFuQVB3SzxxrS9PZk4Yu//rVBTPGuDjapGXkbNp7+tVPl/+2avepi7dy84sIAAAAAAAAwMO08I+gOTvYRkQn3k3N6OJkRwAAAAAAQN3cvh36zpuvkQ5t4YKn7yYmEmhzLK/s6uamra1NWgJbYbdunjU/l9wYmUzm69vbs7sX13Ng/96oqEgnZ2cDA4OHXrzehdPv3SsoKKANL6WQcYsoLCigt1YgFDo6OZFHUlFRkZKcTBtu7vfT4bq6unS1AwcFkJZT96Y2a8MCAAAAdBhc+ef2JRKzAHQLH/0BaD0aGhr0b4dNa3buZJqa9TyHh8wyPLulKCNOys6yDPSMJT6aglZP66o+qbRqx7LwxKgCrkeV08/K/Pt60VNqevb56+GXg6NuRyXQ08Y9p+xtLPr36jagt6epMXYtAQAAAAAAoH4tHoC2odOkFFSABgAAAABQMxUVFav+/Xvrlk0SiYS0gn79B8x7+tl6Z/H4fNI0PXv5Llu+grUdnZzJIyktKam3X1dXl1u5qakZgZZ2JyqSTpUjyI8pUhGAbuIKFzz3PD0p94SF3SZNLrFc78KsxDJp0TvFBA4JoifyGCIjwln+xtvbh+v89vv/kZZW96Y2a8MCAAAAQMuqrgAtRAVoUCfIQD8m9U0/c+xtLGZPGkpPsYlpUbHJ4TGJ8UnpqenZOw+fd3ex8+/jNcDXU4CvdgAAAAAAAMCDWiUAfRcBaAAAAAAAtbJr5/Y1q/7Nzc0lrcbMzKy3Xx/yeEyox15JQ+jBv96ttnKQyWQsr9zds2WywhUVFaySd7dHCtrS2xPOcrpNyC43tDCLdDs5O+vr6xMVEx4eRuRRflNbuzb9gaZmbVgAAAAAaHEisfwbrUIBAtCgZpqVgT6zqTgzofrL28hAd4D0szJ3Fzt6mjRqYElp2a2IhJDI+IiYu7GJadsOnPPv2334oN4WZkYEAAAAAAAAQKGFA9CmxoaG+nppGVlSqYzuNhMAAAAAAFAHG9ev5dLPk6dM3btnF2knQYMHihU/2fzy4iXDR4xa8eeyK5cvWVhadvfyfv+Dj8+eOf3RB++yJT/48JMJkyYrX7agoGDHti2RkREJ8XFFRUX0Us7OLmPHTRgSNJQdw/vhu2/27d3NLR8XG+s/QJ54/vLr74aPGEkvMnbUMDZr7LjxH3/6Ra3bRpfftm1zeNjtjPR0ExOTLq5u3Ty7z5o9V09PT3mxnJycyRPGsDZdc9DQYevXrQkNuRUTfUdbW9vbp8fQYSNoJ2lRWVlZT0waRxvrNmxxdXPj+unWe+uNJbTxxNTpb7/7PtdfUVExbcoEusXeeue9qdOeZJ35+flbN2+MiYlOTIinC3h5+/Tp22/a9BmCB8MTZWVlo4YPocekjxw/XVRY+PfKP+m10Lv21jvvs0rAGRkZWzZtuHLlUnZWlpubu29vv+dfeOluYmJlZSWdSx9K5bWdP3eWPv3S0lLp9jc3N3dwdHp2wcJevXzJw0TWVF+mmzQ7O5ve8rDbobGxMfRxHzVqzDPzn1M+Ur5/757vv/ua9pw8c4HetdEjgrhZv/z0P3p6at4zL73yat1rKSkpaWRhFoBm9+jY0SOnT52IvhNVWlrq2d1r8auvu7m711qbRCI5fuzo4UMHkpPu0jXTxXr79Zkxc3atp1BaauqM6VNo44+//vb17d2Ubd7Q9vFSKv/85eefHD1ymF4jV+n8919/3rplE33C0KfNpYsXDh3cHxUZQa/Lf3Dg84tesrKyosskJiRs2bLx+tUr9Aa7u3tMe3LmsOEj6r2pdG7dbfW/n34d5B9AAAAAAKCtoAI0qK9mZKBnG5zdjAy0XAdLPyvT19Md3M+bnioqReevhZ24cPP4OfmpX6+uT4wOsDQ3JgAAAAAAANDptfxPBTk5WIdFxSckp7m7OBAAAAAAAFAfXVxdP/z4MxMT03YMQHOKi4pee/Wl1JQUebu42NrapvFDcbt37Vjx5x8lJSVcD70sPV04f25I0NAvv/6u3oOmTVRaWvrLT0sPHzrI9WQoXLp4Yd+eXR989OmAgYPqvWBZaekbry0OvnFd+YInjh+bOHnK+x98TFqOhYUFa2RnZykHoDdv2lBzF0qUl9+ze2dBQYG5ufnESVNYz9Ejh3/+8Qe2AWm/uYXFlcuXLl+6uHXzxq+/W+qllFq+ExVJj0bb2dtnpKcvWfxiUVERUSSqeypSy/QiH3/4Hj3LFg4PD6MnugE9PLrSs1paWvRpxq2KPmTr161h10j74+Pi6Pa5fu3qy4uXzH3qadIoVk/a1NQ0MiL8h+++plfB+umDvuq/f9Iz0j/+5PNaC3ft2o0+De6lpfn69s7IzEi/d4+e9fHpQWf1HzCw3mtpZGGZTBalCEA7Ojq99cYSurm4S9G7sGjhs6vWbHB2ceE66V17/903Y2NiiKIgupOTc3jY7ZvBN3Zs2/L5l9/07defWzJCkV2mT3jPmuLWjW/zekUoKkArx83Zre2uVJiZBbjpZln22y9bNm/k+g8fPHA7NGTdhi20c9W/f0ul1b8uHRJyi56srNdwzwflm5qclFR3W9G7SQAAAACgDYkUXyjVQgAa1BMy0M3SgdPPyrS1hCMH+9FTcFjMnmOXroVE09Pgft5Pjg/U09UhAAAAAAAA0Im1fAC6i5NdWFR8bEIKAtAAAAAAAOrCzd3jpVdWwYvFAAAQAElEQVSWDB8xkh7xysjIIK0gNzf3ZvCNuv3GxibKiVjO5k0bJBIJd3b4iFGkYdeuXvlx6ffcWQsLCz19/buJiezs2TOn//zj9yWvv0keiUwme/3Vl1mCtq6cnJy33ljSUJnbX37+Hyt77OrmlhAfT4/gsv79e/dMmvyEchT1MdEHztLSMisrK6+mkjcVfefOjevX6IFNqVSqHA0Xi8WbN66njbnznmHVnU8cP/bl55/QxtRpT86YOdvB0ZEosr8ff/QeXcnnn360fuNWbW1tdnGWozUzNXvrjVdtbG1fevlVTYEgMzPDyMjo0sUL77z1Op07dNjwp59Z4OjklJiYsHPHtl07t9vZ2xNF+rbmGLb8UVu/bo21tfW33//YtVs3oki6//v3ih3bt674848+ffqxzoZEKR4Rer8+/fiDyVOmDhzk79G1m5aW1tbNG9etXX344IHFr75ubFxdESo6OopOuynyxB5du/7x19/ffvPlwXv76O2h7UaupZGFExMSWM57zap/zS0s3njrHc/uXq6ubvSJ9947b9AnBr3jb73zHluYnn3u2acKCgpcunR5570Pe/bsRRR1nb/75stTJ0989cWnm7ft4upAs1wy/btoyjav92bTq8vLy6MNN7fqKtR0QyUnJdFG126erIc+K6Kj77AHorCwcMFzz/v17efh0fX0yRP0/qalpr70wnP0STtn7rx+/QfQTRcbG/PGklfo8/ni+XNcAFr5pjZrwwIAAABAKxGJ5LtRQgEC0KCuHjMD/eSr3gJhp/iJ2k6Sflbm5+PR29vjcnDErqMXz18LvxWRsHDWGJ9uLgQAAAAAAAA6q5YPQLPcc9zdVAIAAAAAAGrih//9TFrZtatX6Klu//ARI7/8+ru6/RKJRF9ff/qTM52cXa5euRQ4JIg0oLKycukP37I2PY73yWdfjhw1mrZvXL/2zluvi0Qioih4PP+559/74CN6mjJxbHZ2NpHHvt3Xrt9MHmbD+rVc+tnO3v6119/q5ds7Lzf34IF9rHox9cN3X2/csoPe4Lq3beLkKS++tNjY2Jhe6dtvLomLjWWzrly+9NAA9OFDB69dvUwbS15/y8TEpPGFTU3NsrKysnOyuZ4tm+Xln/0DBp87e6akuJjrp7c8JyeH3qRJk58givrWv//6E21Mmz7jzbff5RaztbP76uvv58yafi8t7dDB/VOnPcn6Web19u3QQf4B33y3lB5SZf3FxcV0O9AG7aePKTtQ7enZ/eNPPs/Jzr5+7SqpiSAz9FbRad/+A7igs4GBwRtvvRMedvvOnahjRw83JQBNH98PPvxkwqTJXP/wEaPWrV1NGxnp6SwATZ9LMdHRta6d3QvlnkbUu3CkovgxZW1j8++qdbq6uuxsN09PL2+fs2dOZ2be/y7Bt19/UVBQQJ8/y5av5B5KepGPP/3idmgIfTjoU5Qrel336hra5g2h25AojmFzK4mqeQ5zNaG5AHdJScnf/67x6NqV9Y8YNfrbb76kDbrRli1f0duvD+vv2bOXk7Mz7WSZ/sZvahM3LAAAAAC0OFYBWogK0KDOHicDveXXsFmv+3T4DHQnTD8z9MYO6uPVp4fHxj2nLlwP//W/XXOmDBvu70sAAAAAAACgU2r5/X9XZ3u68xmPADQAAAAAADyejz75/PkXXho1eswnn33JpUvrCr5xPf3ePdYeM248Sz9Tffr2e+rpZ52cnUePGfvCS68o15NuOplMtmPbFtamt+HPFf/6BwzW09NzcHR88eXFTz8zn83Kyck5euRQ3YvTJd948x0Ww7WwsHjxpcXcLOVSzQ2JlueAj9BTRXn5Qxe2tLJSXm1GRsbJE8fpAc7xEybRs4VFhdw92rB+LW3MnjuPFRj+a/my3Nxca2vrV159rdY67ezteyhqFcfERHOdLPhLL/vu+x8pJ3F37thGtwO9xvc++Jgr88wMHOTPGsq5WB0d+S/Vnjh2lD6Cygt/+vlXy5avGDtuAmkYvaLMzEyiSOUqp5+prKxM1rC1s2ONqKhIVnubq1tcUVGREB9PmpbTbWhhLhb/9jvv13p+5igS9tbWNuzszeAbV6/Ig+yvLH6tVpBdS0trcGAQbdxNTGA99AG6c0der9pT6eoa2uYNYcvTZ6mpqSmp2QhEXnDdmD7QystQi5e8zqWfiaLyN2tMnfYkl35WnsVt2Lo3tVkbFgAAAABag0ikCEALWr78DUBbYqlcNuVV02ARXk2+pkBATwKhQKClrTlktoFVl/tP+LT4oi2/holFMtJxddr0M4fetfkzRr8wVz5usGnPqXNXwwgAAAAAAAB0Si0fgKa71I521iWl5elZDz+cDwAAAAAAUC96cM4/YHBTlkxJSebaAQGByrOeW7ho05Ydn37+1cxZcx5aQbleYWG3c2sixePGTzQ3N1eeO68mAE2U4qTKunl219LS4s66dHHl2pWiStKizM0t6DQ3N4ed3bZlk1QqpbfZ1lYeVy0tKWH9x44eSb93z8DAgKvofGD/Xjp9YtqTyjeVw9KuaanV33EtKCjIyJAXNp495ykLCwvlJY8cPkinY8dPqLWVKD1dPdbw8vbhOkeMlEfVy8vLlyx+6asvPmWrpZycnXv79XFzdycNiwivPro5a85TtWbFx8cptoa5oaEh62E1ifX09OiaWU9kZASLRD+0CHcjC0dFyQPQ7h4etVLCMpksNjaGNlxd3VjPoYP76ZQ+AwcHDqm7fjt7e6K0hRPi41mJZU/P6qtrZJs3eJsVz0Z3dw+uh20E5e3PItFmZmYTJ01Rviy3befMnafcT29hieJZ5Ozs0tBNbdaGBQAAAIDWUIkK0NBRNJSB1tTs1BnouulnU4fOlX7m9OvVdfEzk+i9WLvj2LWQaAIAAAAAAACdT6vUAHDv4pCUmhGbkGJjaUYAAAAAAAAIGTtu/MefftH05W1sbenRuaYsmZqSwrW5mrstJSUpiWvbOzjUmqurq2tubp6TI88cR9QXgDYze2CfSDlhXCV7+LHY1998m55I05gpYsesAnRRUdHePbuIIjKrpSjzXFxczBZbv241nc6cPZcVLU5LTRUrEhIDB/rXu9qy0lKiqBzMzoaH3WaNocNGKC9GN0JKsjyJHqioZ1xLamoKW4mNzf0HqGu3bp9/+c0vPy0tLCw8cvjQ0SOHhw0f8cyzz7m6uZGHiVJUX9bW1q4bKWazPLp243pYGli5JjFbRl9f38HRkTTtumotXFFRERcbSxvDR4yqtXxCfLxIJKIN95qyyjeDb9Bpfn7+4EH9GroWlhvmbi09Ps1VZW5omzdEJpOx6tTdaypec/fCUymXzALcfn361vohaXZZ+ijQv0Hl/rCam8GlqOve1GZtWAAAAABoDawCtBYC0NAhaGho0H0lNq35oSFZrV0YZshsg7ObizMTqn/6iWWgZ73uIxC2fCmodlRv+tlvEl8g5He29DPj6+2+aM74lRsP/LP5oJ2VmZ2NOQEAAAAAAIDOpFUC0G7ODifOXY9LTAkc0IsAAAAAAAA0n7GRcROXVM5Jl1eUkxYlrK8ocr3EisxrLSx8zGlipPvRmJvJj/MVFhXS6d49uyoqKvwDBjs6OZWXy7dJZWWlRCK5dvXK3cREfX39GTNns0slJd0ligOfLl261Lva6Og7dGphYcnOskLC5ubmtWLKmZnV9ZuVc8Ycdi3KeVxm5KjR/QcMPHL44KkTx8PCbp88cZyeFixc9NzCRaRRLKTr29uv7iHb0JBb5MGk7507UfIepRvG7oVn06oU17swXSeLLNcq/0yUY8Ee8lgw3eyZmZlEXv+7SyPP6l6+vVmDFWbu2rVbzdH9Brd5Q5KTklhhZi6pnJeXl5WVRRvdunmyHvr0iI+Tl8r29fUj9d1fP7++9fZ3cXXVrnlWN3RTPVH+GQAAAKD9iFgFaAEC0NBB1JuBrnfneuhTBmc3FafH3c9Ab/0tbOYSH4FWB8lAI/1cr369uiampB87F/zftiOfLHmqA90zAAAAAAAAeLhWCUB7ujvRaWxiCgEAAAAAAHgkmk0+YO/k7My1sxUpT05ubu6lC+e7e3m7dOnCZTSbdZzP0sqKayuXmmZKSkpY+WfyYMlhjgZpuyNv7KYWFxVJJJLdO7fT9qzZc+lUR0eHHu2USqVlZWWbN22gPU/OmKWnp8cuxYLL9Cgpt32UxURHp6Wm0oa3Tw/Ww8LEAYNr113Oz8tjDa06kfG8vLxrV6+QBnKxhoaGM2bOpqewsNvLf/+VTlf9+3ePHj379utPGsaCtj17+dbqz8rKKiiQHwz2rsn+0scoWVHGWzmZXV0TuiYN3Lh6F2Y3QFtbu+5KIhWVlT09u7OyZPQGsP6Fz78YNHQYeZg7d2pniBva5g1hFaPpA+Hu7qHcQ/n06Mka0dF3ZIoa5LVS6fTJExMTTep7sOoW0q57U5u1YQEAAACgNbAK0EJUgIYOpL4MdP0Gz3ygDnRqXNGW3zpIHWiknxvxxJiA4LDYpNTME+eDRwb6EQAAAAAAAOg0WmWHX19P19zUKCsnv6S0jAAAAAAAADSfoOkBaCdnrn3q5HHlWadPnfj+u6+ffmrWiKGDz545zTq5w6Wsgm/junbtxtW7PXRwf35+vvLcjevXcm1X1yZV52095uYWdFpYWHju7JnMzEx3Dw+uOLGBgQGRp5nv3Ay+oaOj82RN+WfK2NiEKOpD0wvWXefOnduIIkLtHzCY9dwODSFKpYU5lpbVSfHcmkQ4Z92aVRUVFUQplPzbLz/5D+jz/IJnlBfz8enx58p/WSHqI4cPkobdTUwsLS2t92ZwSV8u1xulqBVNlHK6BQUFGRkZpGmFihtamCV96bXULTwWER5GlILCRkZG9Dg0USqSrWzzpg2ffPQ+C6YTRf44NiaGNroqZYgb2uYNiVDcNjc3d+6py+Ladvb2+vr6yj1aWlpdXF1rXZb9XXjVCUazWuBcf92b2qwNCwAAAACtRCSWRz+1EICGjoVldtmUp8Dn0xNfU5NP/wkE9CQQCgRa2ppDZhtYdblf/iktvmjLr2FikYyoM6SfG0fv/POzxtHGziMX8guKCAAAAAAAAHQarfWNZzcXBzqNTUARaAAAAACADiX6zp1vvvqcnUIVucx216NnLwdHR9Y+e+b0D999k3T3blVVVURE+D8r/2L9UqmUqxbM1ZZOv3cvMzOzoqKC1Qyul46OzsjRY1i7rKzshefnX7p4gTZSkpP/Wr5s3drVbJaBgcGESVNIu7KwtCSKWOqZ0yeJvPzzU9wsfUUAeucOeZp52vQZRkZG3CyuJDC9X7VWePHC+QP79tLGM/OfY3Wd01JTq5PHD6ZjKe4huHDhnHI/fcLs3rWDtbmkrLOzC50mJMSXl5crL0wPyrIgtUgkIg1j4WN61LZ7A1WKHZ2cuKRvpCIAbWxsbG1tzXrCboeyhodHV/IwDS3MVlt3O9CnU2JCAlFKYNPbyapZHztyjHgmsQAAEABJREFUuNbCt2+H/vnH76dOntDV0eVWWyt/3Mg2b0hkpHwjuLq5cz1Ririzp1LxZpYLpz21yqexDainp2dnb6/cHxMTTZ9aiot4NXRTm7VhAQAAAKCViERivlLYEaDD6LQZaKSfm8K9i92wQb3EYsmeY5cJAAAAAAAAdBqtFYB2VwSgYxIRgAYAAAAA6FAyMtIPHTzATqnJyUQF0AN7b739Hnd2397dc2ZNDxjYd9Fzz5aUlLDO1954y9jYmLXNTM1Yo6ysbOrk8cODAs6ePtXI+l9+ZYmlIltMFGnUd956feSwwFkzpm5QKv/86edfcfna9mJgYMAq/l68cN7c3HzEyFHcLH09eRr4wvlz9LDorDlPKV+KLjls+Aja+OWnpVyRbKlUuuq/f957503a7tmz19ynnmb9LPWrp6fn5Oxc69p1dHSGjxhJG3+v+JPFpmUyGV3hKy89z4Kz9g4OXPB66PARVlZWFRUVb73+avSdO6yTnv3v37+vXpEfqgwcMpQ0jN0MN/f7FY45LNerHIxmpY69fXpwPWlpqazReMy6kYXp8yr93j1SX6njiPCwuhWUZ82eK78ld6L+/ON3ulnY2vbu3vXma4vp2bHjxk+a8oTyrVXewo1s83rRzRgfF1frBtQqSk24SHSd2882IBeL57BgtJaWlruHR0M3tVkbFgAAAABaiVgsEaL8M3RQnTAD3cT0M7vvnTb9zEwdG0Dv+ZWbUaVl5QQAAAAAAAA6h9YNQMclphIAAAAAAIBW1rdf/5deebVWLVvO3KeenjrtSe4sV9GZk52dRRpmaGj448+/NxQ/tbCw+OW3Pwb5BxAVYGZuThQR2OkzZtFDnly/nqIcskwmmzxlqomJSa1LffDRp359+paWln74/juTJ4x55cXnp04e/98/K6uqqkaNHvPrsj+5DRt9J4pOvbx96r32195429nFRSwWf/ftV9OmTJgwdiRdYTfP7iwYrRxKppv0sy+/0dHRCQ0NWfDsU+PHjFjwzFOjRwSt+vdvoogLK6e362LR2+7da1dEpneQ5Xq7K2V/2cLK2V9j4+otMGfWdP8BfY4fO9rIddW7cGjILdbZo2evWsuHK6LGxsbGyhWUe/v1mb9gIW1s3LBu8KB+dD1DAwct/eFbuq3onf3w48+449Asf6x8axvf5nXFxsawBDaX+U5NSWE1pLm4c0lJCe2sdUVMZE1l6Fr91Tesmyf3ZKh7U5u1YQEAAACgNdCPglKZTCDQJAAdVKfKQDc9/SxvdO70M6WjrTXQz1MilZ6+FEoAAAAAAACgc2itUTA7GwttLWFSSrpILBFirA0AAAAAAFrZU/Oe8evT988/fs/MzMjLzaUH/s3MzV1cujz97ALlUrjUE1Onl5WVbVy/trCwkChKINva2Te+clc3t3Ubtpw6eeLK5YvR0XfS790zMTHp4urW3ct75qw5urq6RDVYmFukpaZqaWkpB76Jojg0UZTKnjvvmbqXorf/9z/+Onf2zJHDB6PvREVGRljb2Izy6zN1+gwfpcLJpCbzWjcdy5iZma1dv3nzpg3nzpxOTk7y7O7lHzB42vQZr7z4PKlTbLhnz17bdu5dt2ZVcPD1rMxMulVpJ30E6ePYr/8A0jCJRBIbG0MerHDMxMbEVFZWEqUAdF5eXlZWVq3bPHrM2JKS4n17dyfExxsZGdUNMSurd2G2HehWqpsmry5BXee2LVz0ov/gwD27d966GZybk9O1aze6qilTp9cqHF4d4FbaVo1v87pYsWf6HHB0cqruURRvpke7u3XzZD2snDOpsw0bqWwdWed+1b2pzdqwAAAAANAaKkViOsVBGejY6N4N3eVn04a+CM0MfcrgzKbijDgJO5sWX7T197CZS3wEwtaqD9WCkH5+BKMG9zl/LfzkxZCxw/rxeWrwKAMAAAAAAMBj0mCloVrDr/9sCYuKf2/xPI8ujgRAVVUpyBQkEolYLA69W5heKNEW8sf0cSIAAAAAAAAAAAAAAA1IyCi6nZBDGx5GpbraQm1tbS0FgYI8iqiIIbZNALGouPSNz361tTb/6t0XCKg/7uCFVCqlBy/KirILU67QfjuPQXpG1qRzY8c32bRmK8k3lEQipf/EYvnhHpFYXFkhObu5ODNBwl3QztVw1uuqnoFG+vmR/fDX1piE1Nefm+rTzYUAAAAAAABAHYlhR8UVpWKeIdFz4QayFHuXArZrqVGDqINW3L3v6ioPj0bHJREAAAAAAAAAAAAAAABoTSKxPOVJD1gRgI6OHYhlU54Cn09PfHqslv6jB23pgVv6t6ClrTlktoFVl/tl0dPii7b8GiYWyYiqQvr5cQzsLf8BpVsRcQQAAAAAAAA6gVYMQHu6O9NpZOxdAgAAAAAAAAAAAAAAAK1JLBbTqUCgSQA6gQ6ZgUb6+TH19nal0+CwWAIAAAAAAACdQCsGoJ3srfV0teMSU8RiCQEAAAAAAAAAAAAAAIBWUymSB6BRARo6jw6WgUb6+fHp6+m6ONqUlJYnJN0jAAAAAAAA0NG1YgCa7lp3dXWSyaqi45MJAAAAAAAAAAAAAAAAtBpWj0aICtDQmXSYDDTSzy2ll2cXOr0VGU8AAAAAAACgo2vFADTl6e5Mp5ExiQQAAAAAAAAAAAAAAABajUgsrwAtQAVo6GQ6QAYa6ecW5OvlRqe3wuMIAAAAAAAAdHStHID2cCEIQAMAAAAAAAAAAAAAALQyESpAQ2f1mBloUYWUtB+xSIb0cwuyszE3NjJIz8orKi4lAAAAAAAA0KG1bgDaxtLM0EAv5V5maVk5AQAAAAAAAAAAAAAAgNYhEskrQAuFqAANndHjZKA3/Xy7vTLQYpFsy69hSD+3LDcnGzqNT7pHAAAAAAAAoENr3QA05eXRhaAINAAAAAAAAAAAAAAAQGtCBWjo5B45A52RVNIuGWiWfk6LL+J6kH5uEa6OtnQan5xOAAAAAAAAoENr9QC0p4czkQeg7xIAAAAAAAAAAAAAAABoHWKxvAK0QIAK0NB5qVEGGunn1uPiYE2nickZBAAAAAAAADq0Vi8D4N0NFaABAAAAAAAAAAAAAABal0gRgEYFaOjkNDQ0qqqq2JTHa6wU1JDZBmc3F2cmSNhZloGe82YPoTaftDKkn1uVk70l3SoJqAANAJ0GfcsjANDS8CkLAEAttPoomJGBvpWFaWZ2Xk5eobmpEQEAAAAAAAAAAAAAAICWJhLLc5xCVICGTk/FM9CiCunW38ORfm49dLNZW5imZ+VlZudbWZgQAIAOp27iGRlogJbFPknW6iEAAKB62qIMgKe7c2Z2XmRMYuCAXgQAAAAAAAAAAAAAAABamkikqAAtRAVoANXNQIsqpHT99Fq4HguXql7jkH5uYU72VulZeXdTMxGABoAOhktkKkczkX4GaHHsz0r5c1etHgAAUBFtFIA+c+lmVCwC0AAAAAAAAAAAAAAAAK0CFaABlKlgBrr+9PN4vkCA9HMLc7a3unIzKjE1vb9vNwIA0FGw/GWtab2RaAB4TOyzlvKUIAYNAKCS2iIA3c3NmU4johMJAAAAAAAAAAAAAAAAtAKxWF4BWiBABWiAaiqVgUb6uS11cbCh07spmQQAoKNQTjxHZyZduhui1K9BEIAGaFH045aprtGE7gEaSkjNxzD2CZMAAIAKaItRMH09nS5OdglJafF3U12d7QkAAAAAAAAAAAAAAAC0KJEIFaABalORDDTSz23M2cGabqekVASgAaCDUE4/S2XS706uSs5PJwDQypxNbDwtXXg89llMo9anMgAAUAU80iZ6ebnTaUhELAEAAAAAAAAAAAAAAICWJlJUgBYKEYAGeIByuT5FfoXH59MTX1OTT/8JBPQkEAoEWtqaQ2YbWHW5Xz2KZaBFFVLyeJB+bnt009lam4vEkvTMXAIAoOaU088ymexA+HmknwHaxvKL2yQKUin945Oxv0HuT5IAAIAKaLMAtAeRB6BjCAAAAAAAAAAAAAAAALQ0elCeyCtAt8WPfwKol3bMQCP93F6c7a3o9G4aikADQEfApZ9LK8vXXN9PAKBNxOemHIu5LJFIlTPQDEEGGgBANbTRKJidjYWxof69jJycvAJzU2MCAAAAAAAAAAAAAAAALUckkleA5vP5BADq0NDQqKqqYlMer7ESUUNmG5zdXJyZIGFnWQZ6zps9hNrN/uNC+rkdOdtZXbwekZSaNbB3dwIAoLaUo5bUuhsHCyuK2SxXC8dn/acSAGhpEWmxW64fZO31tw73t/fW19JTXoB9mMTHMwAAVdB2ZQD8enqePH/9VnjMyMB+BAAAAAAAAAAAAAAAAFoOC0CjAjRAQ9o4A103/WzpVtVzTO30szz5LIf0cwvr4mhDpwnJ9wgAgNri6svKFJLzMneHneLmPh84s5u1CwGAltbd1u1C3M3U/HTaLigv2hF2am6vMWyWhgb7LFnFPp5xDQAAaC880lZ8vT3oNDQilgAAAAAAAAAAAAAAAECLEonlYU2hUEAAoAEsocKmPAU+n574mpp8+k8goCeBUCDQ0tYcMtvAqsv9rxOwDLSoQtrEK6osrzf9zBMIeEg/tw0HW0u6Ye+mZEqlMgIAoLaqashksn+u7JRVVb+mDXLtjfQzQCvha/BeHDKTO3sg+lxGUa5EKqEfKqRyMu4PkwAAQHtruwB0V1cnHW2tO3FJ5RWVBAAAAAAAAAAAAAAAAFqOWIwK0AAP1wYZaHn6+cfQ+tLP1VeB9HMboBvT2cFKKpMlpmQQAAA1xGUrWfo5NC32SnIY66HvJ88OeoIAQKvxtvPo6+zD2hKZdEPoIbFYoshAS1lFduW/UAIAAO2n7QLQdFfdu5srfd0Pi4onAAAAAAAAAAAAAAAA0HIqFRWgBQJUgAZ4iFbNQLP0c2ZqKdeD9HN7cXW0pdP4pHsEAEA93S//XFW17OIWrn9yrxGWhmYEAFrTfP/p9BMia19NDb+TnSiR1MSfZVXKMWhkoAEA2lHbBaCpXl7udBoSEUMAAAAAAAAAAAAAAACg5bAK0FpCBKABHq5ZGWgLJz53wcYz0HXTz1buBOnn9uLmZEOnMYlpBABA3dQq/7w//GxKQXU9e0Md/el9RhMAaGW2xhbjfIZwZ1ffOiBRkEplrA40+34CAQCAdtWmAeieXu50X/12ZBx9FyAAAAAAAAAAAAAAAADQQkRiiSafTwCgaZqegQ6a26QMNNLPqsajiz2d3olLRjgJANRRde1nmaykomzNjQNc/9MDn9DW1CIA0Ppm9Ruvp6XL2smF6acSrkskUvqvpvpzFZeBxocNAID20qYBaB1tLfcuDuUVlbGJKQQAAAAAAAAAAAAAAABaiEgkFgg0CQA0WRMz0No6gnoz0JXl9zPQddPP1l2reo7haWryFKtB+rkd6Onq2FmbV1SKUu5lEwAA9cGlKlnEcn3wwVJRGZvVxdx+uOcAAgBtQk+oM7f/RO7s1ojjZb2uw2cAABAASURBVKJyqZQVgK6dgQYAgHbRpgFoqpeXO52GhMcQAAAAAAAAAAAAAAAAaAkSiTyIqSUUEABojsfKQP8YyjLQ9aafe4zis/QzXRXSz+2lm6sDnUbHozgXAKgNLknJUpXJ+Zl7I85ycxcNma1B8E4B0HZGew+2N7Fh7RJR2e7IM6wItHIIms1FDBoAoF20dQDar0c3Or0ZdocAAAAAAAAAAAAAAABASxCJxXSKCtAAj+CRM9CZqaWbfgwtzqusp/bzaD5qP6uCrq72dBoRk0QAANSHUgXoqr8v75BVyVj/IFffbtYuBADaEF+D9+KQmdzZI/GXskrypFKZVCZTZKBRBBoAoJ21dQDa3NTY2sI0J68wPSuXAAAAAAAAAAAAAAAAwGMTieQBaKEAFaABHoVyBpqFkhvJQFs6P5CBXv7BNeX0s62nPP1ML87SzyzzjPRze+nu7kQ3bFRcMiuTDwCg4pRLycpkstC0mGspEaxHwNd8dtBUAgBtztvOo4+TD2tLZNKNt49Iq8k4bC5i0AAAba+tA9BUL28POg2NiCEAAAAAAAAAAAAAAADw2ERiCZ0KhQhAAzwiLv3MNJKBHjLngQy0MrvuxGek/CJc+pleBOnndqSjrdXd3VEilUbGogg0AKgHrpqsWCpddnEL1z+p53BLQzMCAO1hQcB0Xs2ntev3IqJzkiQSeRlorgi0TPE/ggw0AECba4cAdE8vdzoNCY8lAAAAAAAAAAAAAAAA8NjEigC0QKBJAOBRNSsDbeFUOwNt0414j6i9cHURaKSf209vb/mx6dCoBAIAoNpqlX8+GHk+pSCD9Rjq6D/ZdwwBgHZia2wx3ieIO7vq5j6xRMzSz6wQNPfVBQIAAG2rHQLQ7i6OOtpasYkp5RWVBAAAAAAAAAAAAAAAAB6PSCymUyEC0ACPp+kZ6KC5D2SgbT01fMfSWZr0Hyv5jPSzivDzkQegr4fi14kBQA2wAKVMJiupKFt74wDXP2/AFG1NLQIA7WdW/wl6WrqsnVKUcTrhhkQipf9ksvv5ZzYXMWgAgLbUDgFouhffy8uDNq6HRBEAAAAAAAAAAAAAAAB4PCJFBWihQEAA4PE0MQOtoysc+pShlYv8WwcO3vx+E3Vop1DI0s+aSD+rDgN9XV8vt9Ky8msh0QQAQFVx5WNZlHJd8MFSURmb1cXcfkT3gQQA2pWeUGduvwnc2W2RJ8pE5VIpKwCtXAMa6WcAgDbVDgFoqk/PbnR69WY4AQAAAAAAAAAAAAAAgMdTUwEaAWiAFtDUDLSOPAPtPURn4BR9Fn0WygkU/69OQiP9rAoC+/vQ6bmrtwkAgEpSLhxLJedn7os4y81dNGS2BsFbBkD7G+0TaGNkwdolorJdEadZEWjlEDSbixg0AECbaZ8AtI+nm66O9p24pKLiUgIAAAAAAAAAAAAAAACPQSRSBKCFmgQAWkKTMtBCgY6OVu8RBlpa8sSzfKoIRrPos/w/pJ9Vg083F2ND/ai45Jy8QgIAoJKUKkBXrby8Q1YlY/2DXH27WbsQAFABfA3eosCZ3NnD8ZeySvKkUplUJlNkoFEEGgCgHbRPAJru5LMi0FdQBBoAAAAAAAAAAAAAAODxVFeAFqICNECLaSQDLdCUZ6BZmWeWe6YTLVb+WTFl6Wc6VVwE6ed2Rjd4QD9v2rhwHcemAUDlKJeMlclkoWkx11MiWA99D3l20FQCACrD17G7n5M3a8uqZOtDD0mryThsLmLQAABto30C0FT/3vL3g6s3IwgAAAAAAAAAAKibqkYRAAAAaFtisYROhQIEoAFaUr0ZaE0FeQZaU3A/Ay2sKQItVFR/VizD42nw+Xykn1XB4L7yY9Pnr4VjbwUAVBA3nCKWSpdd3ML1T+413NLQjACAKnku4Elezce54PSo6JwkiUReBporAi1T/I8gAw0A0CbaLQDd1dXJUF/vbkp6Vk4+AQAAAAAAAAAANcFFnBuJPiMGDQAA0MYqRYoK0AJNAgAtqm4GWhFrlseg5UlnTU2hQF7wWZ6Epv+qo898+X+KctFIP6sIc1MjTzfHgqKS8Oi7BABAZdQq/3ww6nxKQQbrMdTRn9F3LAEAFWNrbDHeJ4g7u+rmPrFEzNLPrBA0KkQAALSldgtA0737AX7yL9peuYlfGgIAAAAAAAAAUA+1os83jqXnppexn3esNwZNAAAAoE2IWABaiArQAC1POQOtCEDLk80s3yyQB575AlYQmqv8rEg/c5B+VhGB/XvQ6bmrYQQAQJWwgRQ6rlJSUbb2+gGuf96AKdqaWgQAVM+s/hP0tHRZO6Uo43RCsEQipf+Uh0jZXIyOAgC0tnYLQFP9e3vR6eUb2MkEAAAAAAAAAFADyulnOpx/9VDaiQ0Jm78Lz88sp2dZjZNaZU4wyg8AANA2RGIJkVeARgAaoFVwGWg6ZZnmmgw0Tx6Argk+sx4u/cwy08prgHbk5+Ouo60VGhlfXFJGAABUADd+wsZS1t44UCqqfoGyN7EZ0X0gAQCVpCfUmdNvAnd2W+TxMlG5VFp3cBTjogAAra49A9DODjaW5iZZOfnJaRkEAAAAAAAAAABUmPJhOXn6+UDqma1JtL+kQLz5u4i8zDKZtJrySD9BBhoAAKBNiMSoAA3QumrVga7JQDPyGDSrCc2viT8j/axq6CMT0Neb7q5cvBFJAADam3KBWCo5P3N/5Flu7otDZmoQvHcAqK4xPoE2RhasXSIq2xl5ihWBVh4aZXMxNAoA0KraMwBNDfTzodMrwREEAAAAAAAAAABUFZdmZsP31w6lnd2Rws0tKRBv++FOXmaZVCKR1WSgUQcaAACgLYlEigC0QJMAQKtRDjRzSei6uLm1LgXtbsiAHnR6/Hwwe80EAGhfSl81r1pxebusZvBkYJde3nYeBABUGF+DtyhwJnf2SNzlrJI8OiYqrf6VPBSBBgBoI+0cgB7g502nl2+E4QUfAAAAAAAAAEA1KaefWe3ns9tTai1TUiDe/r+Y3PQyRa2T2jFoggw0AABAKxOJJUQegEYFaIDWxSWbNepTt/Az0s8qxcbStJeXW0FRyeEz1wkAQPtRLg1LB09C02JupFQXp+fz+PP9pxEAUHm+jt39HL1YW1YlWxdy8MGfx7tfBxrjogAAraedA9CW5ibODjZFJaWxCckEAAAAAAAAAABUTN3087mdqdxcQzMtrl1aKNn5c1xOWqk8Aa3IQHMD/RjrBwAAaG1isaICtBABaIC2UDflXCvrjOizypozeSifxzt06lpBYTEBAGg/XHVYsVS67OIWrn9yz+GWhmYEANTBc4Nn8Go+8t3MuBOeES+RyMtA1y0CjXFRAIBW0s4BaKq/r/zbMFduhhMAAAAAAAAAAFAltdLP1w6lnd+Vxs01t9Wd/3HvqS9256Id5cXSPb8l5rM60IrRfmSgAQAA2kalCAFogLam0TACqsrMxHDE4N50d2X7ofMEAKA91Cr/fDDyXEpBBusx1NGf0W8sAQA1YWtsMc47iDu7OmS/WCJm6ee6GWgAAGgN7R+AHuDnTafXQ6Lo6z4BAAAAAAAAAADVUDf9fG7H/drP5ra6c9/pqaOr6eFr9sQLD2Sgd/92FxloAACANiZiAWgBAtAAAA8xccQAXR3tKzejktMyCQBAe2DRZ6qkomztjYNc/7wBk7U1tQgAqI9Z/cbraemydnpJ9umEYIl8VFRSa0SUYFAUAKB1tH8A2tBAr5ubU1l5RfideAIAAAAAAAAAACqgielndrb+DHRGmYSVPEEGGgAAoPWJxBIiD0BrEgAAaJSOtta0sQG0sX73SQIA0LaqHrQu+ECpqIzNsjexGdF9EAEAtaKvrTu733ju7LbI42WicqlU+uCAKIpAAwC0lvYPQFP9e8uLQF+5GU4AAAAAAAAAAKC9NZ5+trLXU04/M7Uy0BUlst2/3s3PLEcGGgAAoG2IxYoK0EJUgAYAeLghA3raWJklJKVfC4kmAABtRbkQLJWcn7kv4iw398UhMzWIBgEAdTPWZ4iNkQVrl4jKdkWeZkWglUPQbC5GRAEAWpxKBKD7+Xbn83g3w6JZfQIAAAAAAAAAAGgvD00/z3m7dvqZQQYaAACgHVWKFAFoAQLQAAAPR3db5j0xgja27j8jkUgJAEBb4WrB0gGSlZe3y2rGRgZ26eVt50EAQA3xNXiLAmdyZw/HXcoqyZOPhspkigw0ikADALQilQhAa2sJfbq7icWSkHB8xRYAAAAAAAAAoN00Jf2spcNv6OLIQAMAALQXVmJGCxWgAQCapqurva+XW0FRyZEz1wkAQOtTLgFLx0auJ0dcT4lkPXwef77/NAIAasvXsXtvRy/WllXJ1ocekkjkFaBrRkPv14HGcCgAQMtSiQA0FdC3B51euBZKAAAAAAAAAACgPTxm+plBBhoAAKBdiBQVoDU1+QQAAJpmxoQhdLr76MXE5HQCAND6uCqwdIhk+aWtXP+knsMsDc0IAKizhYNn8GqGRIPToyIyE+QRaJm0bhFoDIcCALQgVQlA9/L2MDLQj4hOzM0vJAAAAAAAAAAA0LZaJP3MIAMNAADQ9kQiMco/AwA0i6W58bypI2hj+bp9FZUiAgDQamqVfz4QeS69KIf1GOroT+8zhgCAmrM1thjrPYQ7uzpkv5iNhcqq6magAQCgpahKAFpDQyNwQC/aOH0xmAAAAAAAAAAAQBtqwfQzgww0AABAG5NIpUIEoAEAmiloYE9fb/f8wpJ/txwhAACtiUWfqZKKsnU3DnL9T/WfpCfUIQCg/mb3m6Cnpcva6SXZpxODJRIp/VdrIJRgLBQAoOWoSgCaCvL3o9PzV0PoITACAAAAAAAAAABtosXTzwwy0AAAAG2GFS4VChCABgBotoWzxpiZGN4Kjz1x/iYBAGgFVQ9ac31/qaiMzbI3sRnp5U8AoEPQ19ad1W88d3ZbxPGSijKpVPrgOCiKQAMAtCQVCkAbG+r7eLqWlJYH375DAAAAAAAAAACg9bVS+plBBhoAAKBtiMRiOkUFaACAR6CtJVz8zGQ+n7ft4NnktCwCANCilAu+Usn5mQeiznFzXxwyU4NoEADoKMb5DLExsmDtElHZrqhTrAi0cgiazcVAKABAi1ChADSR/8ZQbzo9exlfrgUAAAAAAAAAaHWtmn5mkIEGAABoAyKRhMgrQGsSAABoPkc7y5kThtC9k99W7S4oLCYAAC2Kq/lKxz9WXt4uqxn6GNClp7edBwGADoSvwVs4eAZ39mj8laySPPkgqEymyECjCDQAQAtTrQB0Ty93IwP9O3FJGdl5BAAAAAAAAAAAWk0bpJ8ZZKABAABam0iECtAAAI9leEDvwf28C4pK/rdye0lpOQEAaAnKpV7p0Mflu7evp0SyHj6Pv8B/OgGADsfPycvX0ZO1ZVWydaEHJRJ5BeiaQdD7daAxCgoA8PhUKwCtoaExZKAvbZy9hCLQAAAAAAAAAACtpc1h+JtfAAAQAElEQVTSzwwy0AAAAK1KJFYEoAUIQAMAPLpnpo/q1d01Izv/p392VCq+WAIA8Pi4aq8iiWTllR1c/8SeQy0NzQgAdETPD57FqxkJvZl+JyIzQR6BlknrFoHGKCgAwGNSrQA0NWRQb/oWcP5qCH3pJwAAAAAAAAAA0NLaOP3MIAMNAADQelABGgDg8WloaLz09ER3F7vktKzfV+2muygEAOAxcCMbbMRjb8SZ9KIc1mOoo/9kn7EEADooW2OLMT5DuLOrQ/aLFUOgLARdKwMNAACPQ+UC0MaG+j26u5dXVF4PjSQAAAAAAAAAANCi2iX9zCADDQAA0EoqFRWgtVABGgDg8Wjy+a8/N9XO2vxOfMrfGw9ijwQAHhMd2WADHUXlpetvHOT65/afpCfUIQDQcc3pO0Gn5s88vST7VMINVgS61vgnwRAoAMDjUbkANDVkgC+dnrl4kwAAAAAAAAAAQMtpx/Qzgww0AABAa6ipAK1JAADg8WhrCd9eNN3U2ODG7Zi/Nx2g+ygEAKD5qpTQgY5V1/ZWSCrZLHsTm1Fe/gQAOjR9bd05/cdzZ7dHniipKGNFoJWGP1EEGgDgcaliALpHdzcjA/24u6kZ2XkEAAAAAAAAAABaQrunnxlkoAEAAFqcSMwC0KgADQDQAgwN9D54ZbalufG1kOif/9lRqfiSCQBA0ykXdqUSc+8dib7IzX1xyEwNokEAoKMb5xNkY2TB2iWisl13TkkkUvk/pfFPNhfjnwAAj0wVA9AaGhpB/r1p49T56wQAAAAAAAAAAB5b4+lnayf9tkk/M8hAAwAAtKzKSnk4T0soJAAA0BJMjQ0+WjzH0c7yTnzK939uKSktJwAAzaFU/rlq2cWtspqRjf4uPbztPAgAdAJ8Dd7CwU9yZ4/GXckqyZOPfcpkigw0ikADALQAVQxAU4EDfOkxsEs3wiQSKQEAAAAAAAAAgMfw8PTzmz3aLP3MIAMNAADQgqorQAs0CQAAtBB9PZ33X57VzdUhOS3rmz825RUUEwCAJlAu6UpHNi7dDY3IiGM9PA2N5wKeJADQafg5efs6erK2rEq2NuSARCKvAF0z9nm/DjQGPwEAHo2KBqCNDfV7enmUV1ReuRlOAAAAAAAAAADgUTUl/SzUbtP0M4MMNAAAQEupFKECNABAy9MSCt58fnpvb/esnIKvf9+Ump5NAACagKvqKpJI/r6yk+sf5x1kaWhGAKAzeX7wLF7NAOitjOjwjHh5BFomrVsEGoOfAACPQEUD0FTQwN50eubSTQIAAAAAAAAAAI9EZdPPDDLQAAAALULEAtBaAgIAAC2Kz+e9/PSkwP4+hcUl3/yx+cbtaAIA0DBu4IINaOwJP51elMN69LR0Z/UbTwCgk7E1thjjHcidXRN6QKwY+WQh6FoZaAAAaC7VDUB7d3M1MzFKTL5HTwQAAAAAAAAAAJpJxdPPDDLQAAAAj6+yUkSnQiEC0AAALY/urTwzfdTcKcPoHspf6w+s3XFcIpESAIAG0IELNo5RVF66IfgQ1z+n3wR9bV0CAJ3PnH4TdYQ6rJ1ekn0y4QYrAi2rwQ14YuQTAKC5VDcATfckhwX40cbhU5cJAAAAAAAAAAA0h1qknxlkoAEAAB6TSKyoAC0UEgAAaB3D/H0/fnWOqbHBuau3v/x9Q2Z2PgEAeFCVEjqO8d+1PRWSSjbLxshijE8gAYBOSV9bd7ZSAfgdkSdKKspYEWjFmCdBEWgAgEemugFoKmiQn7aW8GbYnZy8AgIAAAAAAAAAAE2jRulnBhloAACAx1EpYgFoVIAGAGhFjnZWX771jE9Xl7T0nM9/XX/lVhQBAKihXMCVSsy9d/jORW7uosBZfA2VzucAQKsa3yPIxsiCtUtEZTujTkkkUvk/pWFPNhfDngAAzaLSH7C0tYRBg3rTF3YUgQYAAAAAAAAAaCK1Sz8zyEADAAA8MhaAFiIADQDQynS0tV5fOPXJ8YESieSfTYf+XLe/oKiEAAAoKJV/rlp2cSvX7+fo5evoSQCgE+Nr8J4bPJ07eyz+SlZJnnzIUyZTZKCrlIc9AQCg6VT9G2YjAvvxeBrnr4aUllUQAAAAAAAAAABolJqmnxlkoKHjqQIANUHUXGWliKACNABAWxkT1Pe9l2YZGugFh8V8/L81py+FYNcEoJOrUirdSgcuLiWGRGTEsR6ehsZzg2cQAOj0+jj5eNm5s7asSrYm5IBEIq8AzYY82atHFcY8AQCaif/5558TFaajrZWdW5CcmqGpqdnNzYkAtA42xs0Oo2YWVJZUyjT5PDdbYwIAAAAAAACgPrgIlzqmnxkzG11LO/07wdnsrERUFXez0NlHX0uXHjFURKOrJ7WnACpF+UgVjloBqL5abyXNemfJL6nMzC+jDTNtsUCTr1mDr8DjKd6/NDRa+93qzKWb+YXFo4MG6OnqEOhAuIw+/WgnriyrLJJ/tDM0cxBq6xMAaFemxgaB/bxLyyrjk+7dvpMYHnPX3cnWQF+XAEBnxb1rV4rFHx1eXiaurvE33mfokK59CQAAIe6WzkcjzrNxooyS3K6mTpb6pmyvUXnnEWOeANCqCrLiZRKxTEOLCE3qDmS12VhWS9EkKm/88EGXrt8+ef76uOGDhAI1uMEAAAAAAAAAAG2vA6SfGVYHevfKSJYaZXWgn3jd2cTqgcXoMBxRHAmg9xrHA0B1KNf9aqgBAKqDvYMov5WwdxaibgebK0XyCtBCVIAGAGhDujraz0wfGdjP+79tRxOS0j/7ed2YoX0njRioqakGu10A0IK4fT02ILM77GROaT7r0dPSndVvPAEAUHA0tRntPfhw2Dl2dk3ogaVWr8oDh/L8s1SRNqxSxx1SAIB2pAZ5YmtLM59urmF34i9cDRkW0IcAAAAAAAAAAMCDOkz6mak3Az3lNSdT6wcKqiEDDapG+YdKub9KrkGQgQZQMbV+T0A5A00eTEWrvspKMZ1qIQANANDmXBxtvnzzmRPnb+45dvHgyauXgyMnjxo0yM+Lx8MeCkAnwn6ugU6Lyks33jzC9c/pN0FfG7XhAeC+uf0mnYm+Xi4qp+30kuyT8ddHewykg5x8GY++jNB9UG7nFAOeAABNoR4FlccMGxh2J/7omStD/f3w4g4AAAAAAAAAoKyDpZ+ZuhnoPb8lTXrVydwWGWhQUcrp53v7jxRF3NF4MPGM9DOAquHePkz8+5sO7Mt+4pObRdTqeLNIJA9Aa2sJCQAAtDn6BjJqiF+/Xh4b9py+FR67etvRI2euPzHG38/HgwBAR1elhI7J/Hd1d4Wkks2yMbIY4xNIAACU6GvLC8OvvrCDnd0acdzfsacRX1/K4/N4Mrpbyo30YqgTAKAp1CMA3c3Nyd7GMjU960ZoVN9e3QkAAAAAAAAAACh0yPQzUzcDvfe3u5Nfc0YGGlQW98dYnnqvKCKaAICa0HF1kUml9E+YZaC5dxaiPipEIk0+H++DAADtyNjIYPEzk2IT0rYcOHM3JePPdfudHaynjQ3o7u5EAKCDUv61Hyox997h6Evc3EWBs/gaPAIA8KAJPYKOhJ1NL8ym7XJJxc6ok0/3msDjSej+qGKfFEWgAQCaQW0+bI0f4U+nB45fJAAAAAAAAAAAoNCB088My0Bz4/yVZVV7f7ubc69MIhFLpVIZPSlw2wEVdqG91DrsjacigHqRVckkEolMnd9ZRCKxlpaAAABAe3PvYvfJkrmvPzfV0c7ybkrGT3/v+P7PLclpmQQAOiil8s9Vyy5u5fr9HL18HT0JAEAdfA3egoDp3Nlj8VfTirLl+6MymXzAU1aF0U4AgKZTjwrQVN9enjsPnkpNz7oTl9TNDV+TBQAAAAAAAIDOrvH0s52r4cwl3mqdfmZq1YFmGWjUgQbVxP3qMcV6+Fpahl0cCQCopPw7cYQdUZYfZpZUkSp+FZ++cVap27uJSCSmUy2hkAAAgGrw6ebi3dUlOCx699FLsYlpX/y6wdPNceTg3j08XbGzAtBhKH8Plu4DXkwMiciIYz08DY3nBs8gAAAN6Ovs42XnHpEWSxTfyN10+/Db/vP4fFYDWkb/R19V2C8UEQAAaJTaBKDpa/qoIf037T525PRlBKABAAAAAAAAoJN7aPp51us+AmEH+aFVZKBBLSjV/ZJxndoWpj3efIEAgEo6/8qHMpGINqRSqVgs1qRvM5qK3xrm8bj3WbV4Q6lQ3AstISpAAwCoEPoG0qdH197eHlduRu45dikqLpmeLM2NR/j7+vf11tbCt1YAOgJuN1Akkfx5aTvXP94nyNbYggAANOyFwFmvb/laptjxvJURHZ4R39POgw5v8qQaiuhz9csLhjoBABqnTofBBg/w1dXRDouKz8jKJQAAAAAAAAAAnVWnSj8zLAPNDfWzDHTOvTKJRCz/aUj5r0PK8OuQoArk6eea5yEAqAv6ViKVSKTcu4nSG4paqK4AjSwdAIDq4fE0BvXx+u795158aoKbs21WTsGmvaff+mrllv2ns3MLCQCoLe6zIvsAuTvsVE5pPuvR09Kd3X8CAQBolKOpzSivwdzZNaEHxIpxTsVIp7RmrxRDTAAAD6FOR8KEAs1hAX1o49DJSwQAAAAAAAAAoFPqhOlnBhloUFncU46rAI2nH4B6oX+3EqmEkr+bVKlZ+pmqqGQVoBGABgBQUXwer2/Prh+8MvuLN5/27+MlkUiPn7v5wQ///rhy+6UbEZWK77EAgNrh9v7yy4o23jzM9c/pN0FXqEMAAB7mqf6TdGpeLtJLsk/EX5N/M1dWPcipPL6EgSYAgIao2cGw4YP78Pm8y8FhRSWlBAAAAAAAAACgk+m06WcGGWhQfajNA6COFAWgJYoEi4wFWZTnqv4fNUvOaQkFBAAAVJu9jcWCmWN+/vSFqWMCjA31o+KS/9t65PUv/vpn86GImCR8jARQF1VK6EfHNdf3V0gq2SwbI4sxPoEEAKAJ9LV1Z/Ubz53dFnGipKKMFYFW7JwSFIEGAHgoNTseZqivF9CvJ32RP3r6CgEAAAAAAAAA6Ew6efqZQQYaVBP3TNNABhpADcmrPnMVthTpZ/U6zFzJKkBroQI0AIB60NPVGT+8//8+WvTm89MG9PakPVduRv38z463v/57+8Fz6Zm5RP1o4NS0E3QEygVZqcTce4fvXOTmLgqcxdfo4CMzANCCxvsMsTGyYO1yScWOyBMSiVT+T2mQk83FWBMAQL00ibqZMDLg3JWQUxeDxw4bpK+H3w0BAAAAAAAAgE4B6WcOy0DvXhnJhv1ZBnrya87mtrrKi/F48q2hoaFBt5uGBo40Q1uoyUviiBSA+lH+/ozafY0BFaABANQR3Unx8nCmJ5FYEhwWczk4KiLm7pEz1+nJwdbSz9uth2cXJ3srohb4WgSaokpGZCIC6k+p/HPVsotbuX4/Ry9fR08CANBkmjz+/IBp3x5cwc4eT7g2wnWAo4m1lC/jSaUarVmf7gAAEABJREFUcjI2sIlBTgCAeqnfUTFTY8MhA31FIvHBkxcJAAAAAAAAAEAngPRzLagDDSoITzMA9VU396xeh5QrRagADQCgxoQCzYG9u7/5/LTfPn9p1qQgZwfrlHtZe45d+vK3DW9/vXL9rhNh0YkSqZQAgApQLsVKhx0uJNyKyIhjPTwNjecGzyAAAM3Uz7mHl507a8uqZBtCD0ok8grQbICTvdpg0AkAoCFqeWBs0ujBfD7v1IUbhcUlBAAAAAAAAACgQ1MqLIT0833IQINKw/MNQK1wb7UaSl86UiMVFfIAtDYC0AAAak5fT3fkYL9Plsz930eLZk0K6ubqUFhceuZy6K//7nr1kz9++XfnsbPBqenZBADaFffRUSSRrLiyk+sf7xNka2xBAACa74XAWVw7NDM2PCNeHoGWsRD0A9/XxQgnAEAtmkQNGRnoDwvoc/zstX1Hz8+bPpYAAAAAAAAAAHRQyjUpkX6uhWWgd6+MZCP/LAM9+TVnc1td5cV4PPn2wc9EQpvBsSgAdaTWx5KrK0ALBQQAADoEU2ODkYP96Km8ovJ2VGJIZFzYnbvh0fITnWuor9fd3bG7h5N3Vyd63JwAQFvhPiuyb1zvCjuZXZLHevS0dGf3n0AAAB6Jo6nNaO/BR8PPs7NrQg/8YPUqn8/jadBxTamGBhvXlL8EYWwTAKAWtQxAUxNGBJy+GHz28q3xI/xNjQ0JAAAAAAAAAECHg/TzQ7EM9J6/I2Uy+VlkoAEA4BGo+1sDKkADAHRUOtpa/X270ZNMVpWYnB4ZmxQZlxyfdO/KrSh6ogvYWJp293D2cnfs5uaIb8IAtAE2PkOn+WVFm24e4frn9JugK9QhAACPal7/yedibpSLymk7vST7RNy1sV0H0SFNvoxHX3boPqsiBi3fdcXwJgCAMnUNQOvr6YwOGnDwxMXdh848N2cSAQAAAAAAAADoWGqln09tuXvzWCY3F+lnjoev2dSXvHb9FYEMNAAAdE4VrAI0AtAAAB0Xj6fh6mxLTxNHDhSJxNGJqZGxSVGxKSn3stKz8k5euEkXsLO2cHWy6eJg08XR2trSDDs9AC2r1ijNqqt7KySVbJaNkcUYn0ACAPAY9LV1Z/Udt/riTnZ2e+SJwU69jPj6Uh6fx5PRgU32+kNQBBoA4EHqGoCmxg4beOrCjcvBYeNG+NtYmhEAgNaHH7EFAGg6tdv9xos8AEDTYYy1DSD93CxuPUyRgQYAgE4LFaABADoVoVDg09WFnmi7tKwiPulefHJ6XGJaQnJ6yr2sM5dDieJNwcXB2tXZ1sHG3NHWytLcmADAY+AOH7CBmsTce0djLnNzFwXO4mtgiAYAHtf4HkFHws+lF2bTdrmkYnvkiWd9J/J4Eh5Pg45qogg0AEC91DgAraOtNXrogD2Hz+4+dOblZ6cRAIDWUTcPh4QcAMBDsVxRrR6ievAiDwDwCNTlRV6tIf38CJCBBgCATquiEhWgAQA6KT1d7R6eXeiJtmWyqtT0rLi79+KS7sUn3YuKS6Yntpi2ltDB1sLB1tKRTm0s7G0sNDX5BACaQ2mgpmrZxa1cv5+jl6+jJwEAeGyaPP58/6nfHlrJzp5IuDbSdYCjibWUL+NJpYrws4yNZ2JsEwCAo8YBaGrUkP7Hz14Lvn0n5V6mg60VAQBoUcrf5a3VqLsMAAAo72bX2uvmonKqsyte72t7rVd1vMgDAHBqvcgr96jgi7y6Q/r5kSEDDQAAnVOlSFEBWogANABAp8bjaTjaWdHTMH9feraopDQ+KT0hOT3+bvrd1IzYxDR64ha2szG3szJ3sLGwszazt7EwMzEkAB3F3ZQMZwdr0nKUjybQgZoLibciMuJYD09D47nBMwgAQAvp59LTy849Ii2WtmVVsg2hh94NeJrPZzWgZfR/9FVIUQ0aQ5oAANXUOwCtJRSMGz5o+/6TOw+efv35WQQAoOWwXVluWussAQCAhnFfPiYPxuOIyvwkU62fq1NuELzOAwA8TEOv88iStojG08+OHkZPvuqN9HMjkIEGAIBOqKJCEYDWRgAaAADuM9TX8/Vyoyci39Mk9zJzElMyEpLT6TQ1PTstPYeeroXcYQtrawntbMztreUnO2sLB1tzXR1t8qjKysr27Nmzf//+6Ojo1NTUkpISOzs7W1vbZ555Zv78+W2/C5aTk2NhYUEbJ06cGD58OOvU09Ojt3PlypWLFi1iPUKhUCwWr1mzht7Oxld47Nix0aNHszWbmZkRUDE//r3Dz8f9yfGB+no6pIVwYzUiiWTF5Z1c/3ifIFtjCwIA0HJeCJy1ZPNXrB2aGROeEd/TzoMOZvKkGoroc/XLEQY2AQAY9Q5AU8MD+hw9cyUsKj4x+Z6Loy0BAGgJXBiuuEy082w0eTAYxy2DT5MAALUovzbaWRgM7+2o+D0m1cpAK3+b5cSNu6nZxURp+FKlgtoAACql1ovkEwFuhvrarI3f3WspjaefnboaPfmqj6YAW/ghkIEGAIDOpqKykshLxiAADQAA9aN7PHbyZLN5QF9v1hObmJaRnZeVW5CemUcb6Vl58Xfv0RN3EX09HStzYwszYytzEwszI0tFoylx0h07dixZsiQ9PV25M07h3Llzf/311+bNm93c3AhAa7pwPfxWRPyT4wPpc/4x9/i5A8QyhZ1hJ7JL8liPnpbu7P4TSMe1bPWK3/5Zztrzps/+7M0P6y4zbt7UmHh5qdo+Pf22/LWGqJLj50699P5rrP3Dx19NGzdFea5ILNqwa+uMiVP1dfUI1JGbn3fwxJGnn5xDVAx9vsUlJYwbNpp0XI6mNqO9Ao5GXGBn14Qe+MHq1Zoi0FLFYHwVfpIRAICj9gFogUBz4siAjbuObtt38r3F8wgAwGNTLgVaUibacuoOAQCA5vN1tQjqYSvfGVf8EhOXMSIqgL3U08HK07eSg2MyCQAANN+I3g562prsdZ4opUiRJX1kTUg/eyP93ETIQAMAQKdSWamoAK2FADQAADSVu4sdPSn3ZOcWZuTkZWblZ+bIT/cyc+OT0ulJeRkdbS1Lc2N5GNrCxNxEnoo2NzU0MzHkFvj000+/+qq6aOWwYcMmTJjg6Oiora0dHR195syZI0eO3LhxY/z48adPn7a1befSZkFBQSKRyMbGhkAHVVpWvmb70fPXw56dNsrW+rEKdbOBGjrNLyvaGHyY65/bb4KusMWKTKu4DTu3TB032aebF1F/9KHce/TAH6tW3E1Nnj5uMoEHlZaXrdqybtXmdS4OjioVgE7PSP/tvz93H9n/9JNzO3YAmpo3YMq52OByUTltp5dkH4+7Oq6rPx3J5Mt49OWIjmJyRUkwqgkAoPYBaCpwoO+hU5djEpIjohO9uroQAIAWUrfqMwAANB19CZVKpTz6Qkr3vRXpIlXIGHEv7HiRBwB4TFIFnuLllM/n04FX9joPj6Zp6Wds4WZABhoAADqPCgSgAQDgsVmYGdGTj9LRdvr+kp6Zey8r715mbrp8mpOTV5iUmklPyhfU0hL8+d27tHH27FmWfjYxMdm7d+/gwYO5ZcaPH//mm2+eO3du9OjRMTExTzzxxNWrV0m7OnjwIIFOIP7uvc9+WTsq0G/yyEFCoYA0U63hmv+u7hVJxWyWjZHFaJ9A0mnQLfDxD1/s+nczHQYkau7rX39Yu30jgQbMevHpqNhoomLSMzNGzJpYKaoknYO+tu6svmNXX9zFzu6IPBno5GvE15fy+DyefByeO8qJ8UwAgI4QgNbk8yePDlyz9cDuw2cQgAaAx6Rc/lm+K1slY/18nsaYAe4EAAAe5l5O8a0YeV0Q+hIqkYh5dDCsSj4eVqUyuSLl8Uqus6e7tb2FIQEAgIc5ejVOIpW/fkooqYS9yMsUlf65IVcESZsL6edWggw0AAB0EuUVlfQd7BEyPQAAAI3Q1hK6ONrQk3JnclrWvazczOz83IKi/IKS/MLi4tJyNmvx4sXyS2lrHzt2rE+fPnVXGBgY+MMPP7z22mvXrl07dOjQuHHjCEDrk8mqjpy5cTUket4Tw3t2d236BWuVU0nMvXcs5jI3d1HgLL5G5xqriYiOWrdz0/wZavPD7H49fDcsW8XaXZycuf7i0hICDVPN7VMpEnWe9DMzvsfQA7fPZhfn0na5pGJ75IlnfSfyeBIeT0Px07soAg0AUK0jBKAp/749Dhy/kJh871Z4jK+3BwEAeGwsecBl4zQ1efPH+xIAAHiY86HJLABNX0jFYrEmHSLUVHz/WLEfriJfR1ZOmbGewT2dgnydCQAAPMyp4ISaALRYKpGwcQX5KzzCo48K6edWhQw0AAB0BpUisY62FgEAAGh9jnaW9FS3//Lly+Hh4bTx6aef1pt+Zp5//vnly5c7OjpmZt7f82V7YYmJiTdv3vzll1+io6P79++/ZMmSkSNHsgVSUlJof4iCjY1N7969x40bN3v27Hqv4ujRo7/99htdkrYHDhw4ceLEepPWenp6ZWVlK1euXLRoUa1Zd+/e/fnnny9evEhvUr9+/QYNGkRvNr1e0gQXLlxYu3ZtaGhoTExMt27dfH19n332WXp3CLS3/ILi31fv6eHZZd7UEabGBk28lNKITdWyi1u5fj8nb19HT9L5/Pb38vHDxliaWxB1YGpsMsCvLwFQT5o8/sLB0787tJKdPR5/ZaTrAEcTaylfxpNKFQddZewNFEOaANDJdZAANI+nMXPyiOWrd2zbd6Jnd3d6lgAAPCrl/AGp+WovAAA0F30VlQfjFDveMg2efPdbURxURfbAZXTAUqkCNAAANJdEgTY0BBr0RVWj5nf3MNLaLEg/twFkoNuMVpsMNEqkRIo9dQAAJeUV8kJo2ghAAwBAu1q/fj1rPPfcc40spqOjEx0dXe+ss2fPLliwgFUmOnDgwDvvvMP69+zZs2jRouzsbHY2Pz8/MjJyw4YNq1ev/ueff5ycnLg1iEQiuuTatWu5nl0K8+fPZ2ebsq935MiRt956Kzc3l509qrBs2bILFy507dq1kQtKpdKvv/76yy+/5IorXVVYsWLFyy+//OOPP9L7TqC93Y5K+Oh/qyeNGDhqiB+f19h4i3L5Z/qYnosPjsiIYz30aMdzAU+STqmkrPTr35b+/tX/mrh8eUXFnsP7Dp8+lpCSVFJS0s2tq6uzy/jhYwb1uf+tgFsRt598fi5r//bl0vEjxnKzAqaMyMiSD5RZW1lf2H2c69979MBbX3zA2ut+/1d5bcqOnzv10vuvsfYPH381bdyUgycOv/bpu8rL9B7tT6fPPvnUx2+8RxpF/8bX7th07eaN8JhIeoTJw9XDy8NzwaynTYyN6y58Oypi064tETFRmdlZIrHY1trGwcbezaXLc7OfMTU24Rb7e8OqpX/+Qhv6+gYhxy5t2797277taRnp3l295s+aR+/XuHlTY+JjuVt46NSxo2dORMVEFZUU9/Lq6d93wKwp0wWaD/wOTCAmcbgAABAASURBVHFJ8Yr1/10JvpqZk51fUGBiYmJtYdXft89TT8y0sX7IFzk+/+mbDTu3KN8Lt0E+tLHsm5/HDh15Kzz0yUVPsVm7/ttSWVlBryg08nZXV/dxw8bMnTrz3a8/3nVoL1sg5MQVfV09blUNzaJbddu+nfuOH8rMycrKztLT1bOysPTy6DZj0nRf757cxbntwKzeso6eaCPybLBQICQdV3+Xnl527hFp8vtOX5LWhx58L+AZPp/VgJbR/9FXJ0U1aIxkAkCn1nEOofX26erRxTErJ//E+WsEAOCxsfSzDNk4AIBHRV9CxRKxlJFJq79YogKUc2YqcpMAANSRVCKRSiWK13ip8m+n4KW1iaoehPRzq2IZaO7IJstA59wrkyg+q3DPYe7jCp7GAACgRioqRXSqo92RD/wDAIDqu3HjBp26ublZWlqSR/L+++937dr15Zdfnj9/fo8ePfz95anEM2fOPPHEE/n5+a+//vqlS5eKi4uTk5O3bdvm6el5/Pjxp556iu7TcWv46KOPWPr5gw8+iI2NLS0tpRfp16/f6tWr2QJN2dfbsmUL3T2k09zc3PT0dHpZXV3dnJycuXPnsu+BN+Tbb7/9/PPPbWxsli5dGhoaWl5efufOnZ9//tnc3PzPP/+kswioBpFIvOPQuc9+Xhd3917jS3KDNiKJ5O+ru7n+8T5BtsbqUQK5BVmYmbPGoZNHzl2+0JSLXLx+ZeSsCZ/876tLN65mZGaUlJbcCA3eunfH00sWfvTDF8UlRWwxX68etta2rH3h+mXu4rEJsSz9TNGLxyUlcLPOX73EGuamZv19+5DWl56R/tSrz33729IT50/RG5ORnXXuyoW/1v0z8Zlp9N7VWnjd9k1Tn5u14+CeqNjovIJ8esdj4mNPXji9cv1/k+bPSEpNqfcqNu3a+uF3n4ZEhGXn5py+dFZfT195bhWp+t9fvy75+K2DJw4nJN/Nycult+SLn7+d9eLTZRXl3GIR0VEjZ01cKc8lh9OtVymqpLc2JDyU9oyaM+lycIuFqaJiop5/+5Wzl88XFBZevXmjsrKSNF9xSfHMF+fRZ8j1kODk1JSKysrc/LzImDvbD+x5ctFTK9b/S4CQFwJnce3bmbHhGfHyUXmZ4tCrTKmuH8YzAaAT61BH0eZNH6uhobH3yLnikjICAPAYuM+I+JgIAPDI5Eku+e63VKa8C96u++HKV6p8YwAA4BHQMVaJfLRVyn45RQOfn5tDeY8D6ee2gQw0AAB0VCwAra2FCtAAANCeiorkWUZbW1vyqEpKSi5evLh8+fJVq1aFhoby+XyRSLRkyRI666+//vrll18GDhyor6/v4ODw5JNPXr161dXV9cKFC7///ju7eHJyMmu///773377rZubm66uLr3ImTNnunXr1vSboampefr06ZkzZ5qamlpbWz/77LN798qrlgYHB69cubKhS8XHx3///ff0Gg8dOvTOO+/06NFDW1u7a9eub7zxxokTJwQCwdKlS69dQx03FZKemfvd8s2rtx0tKS2vO7dW+eedt09kl+SxHj0t3dn9J5DOQYPcLyv7watvc+3Pfv6mvKKi8cteunH1mdee5xLMtWzdu+O5txdz9RRGBASxxrnLF7llLgdfV77I9Zs3WIM+KGevnGftoQFD6GsFaWWVosr5b7x4PSSYnbU0t/Du2p21M7Kz6N2Mjo8h92/2tS9/+Y476+LgZGV+/2shGZkZf6xeUfcqysvLvlC6lJuzaw9PL+UFdh7cs3L9f7Th4epuoG/A9YdGhm/atbV6JRUVL7y/JCdPXsCe7h0M9Ou3cM6zdEpf1tjclz54/V7GQ3L/TfTVr9+XlJVyZ8cOH02a78PvPw+JCGNtuknnz5w3JmgEd+9+/Ou3Y+dOkU7P0dRmlFcAd3ZN6AERG8yUVSmmMozJAwB0qANpttbmQYN608G+nQdPEwCAx4NgHADA46uu/kx3v1VmD5yLNLGgHn4WCgDgkVV/xUUpM4oPz01UN/18YkMi0s9tABloAADokCoq5OXWtLVQARoAANoT24HS0dEhj2rMmDEmJibKPefOnQsLCzM3N58/f36thQ0MDGbOnEkba9asYT379+8XiUTGxsbvv/++8pL0Jr355pukyRYuXNizZ0+lDjJixIjRo+XZvg0bNpAGrF27tqysbNSoUT169Kg1i65twIABtLF+/frSsorE5PSk1MyUe9npmbmZ2fk5eUX5BUVFxaUlpeXlFZUikZhAG7pwPfzDpavPXwuvOwDADdrklxVtvHmY65/bb4Ku8NGf5+qrb68+T4ydxNopaal/rf2nkYWLS4rf/vID1qZHYV6Y99yxLftvHb+8+peVbs6urP/m7Vurtqxj7aH+Q1gjMycrMuYOa1+79WAAOvQma9wKC8kvKGDtkYOHkuYYP2Js3KWwqeMmcz03j16kPR+/8V4jl/pv81qu/vR3H351ad+pPau3Ht96wM3FjSieKr/+8we38P7jh1jD3NRs619r6WIX9508uH6ntaUVd/vrXgU7mja4/6Bfv1j6xqJXF8x6utYCJWWlfXr6Hd2879D6XXSFT06ays26WFM2OzQiLCMzg7V3/7d5/bL/3l/8Fp1uWyl/7dLT0e3p6RUZe4c07PO3PqJbw97Wjp3t4elFz9LT2KEjay1ZUVnp3sX9q3c++ezNDxfOedam5t41HV3DqQtnWfuLtz+mm/Sj197949tfzuw44mzvyOfze3n3TExKZAvQe31i60HusvNnPc1umFDQKXaC5vafqFPzspNekn0i7iorAv3gwDwGMwGg89IkHcsTY4Ou3ow4fzVkWEAfR7tmv8UCAChDhgMA4HGwwUE2RsheUTWUZrVj8vh+7IzgdR4A4NFVf7+FVKHORLPUm34OOZXFLYD0c6tiGehdf0WwGkMsAz35NWdzW13lxXiKlDT9uFKFr0sBAIDKYxWgdbRRARoAANqTlZVVTExMbm4ueVR9+/at1RMcLK+3mpOTw8qX1uvu3buscfGivHCsr6+vkZFRrWXGjh1LmiwgIKBup7+//9GjR2/cuCGRSOq9MTdvyqOZe/bsaWQXMjk5Oe5u2u//bSNNJhRo8vl8uovK/uPzNHg8DT7roh3y/2loavI1qlg/r3pJ+SwNpTbXr6E41fTX9LCzvOpODZ7SGngaGorr5fF46jRMwdUVborSsvI124+evx727LRRttZm5MHyz9Sqa3tF0upguoOpzbgeQaSz+vDVd85ePp9XkE/b/2xcPXnMBFcnl3qXPHjiSFZONms/P3f+Oy+9ztqD+w/auHzVyFkTi4rlNePXbF2/cM6ztDGoT39jI6OCwkLavnDtUnePbnTLX7xxVXmdXMz3/NVLrKGvqxfQbxBpfVv37WSN0UOGPzlhCmu7ODi9+cKrL7//Gm0fP3e6pKyU3h7a/vb9z997+c1b4SECgdCvZ2+2cFdXj769/PYfk2ej8woL6r2WXt49V/28opHXkPdefp1tcF1tnY9fe2/3oX30FYmezc2vLk9O/2K5hb/69YcFs57u08uP3qoenl6HN+1xdXRpwT9kgaZg4x//mRqbkEfFXsFYe+22DUKh1tBBg81NzYwMDVf/stLC3AI/ccMx0jGY1Xfs6ou7aFtTItgbfNFR005fW1cgEPC5twQN+T+iGM8kAKAONAj9q9Vgf7vy//MU5+STmjZ3tuEFBIKOFv19NB1tK+jpak8ZO2TTrqPrth/6+PX5BADgUeFLcgAAj4mFuthQI0sbE7yuAgB0IFytXIKX9yZ7aPrZ3s0Q6efWhgw0AAB0MGXl8t8f19ZGBWgAAGhP1tbWdBodHU13dR8tY2dlVbu62a1btx56qaKiooKCAmNj47S0NHrWzs6u7jK0UygUikQi0gROTk51Ox0dHelUIpHQ6zI3N6+7wI0bN8jDpKen6+pqOztYK+p2yv9JFOU7pdIqVsaT/ZyiRCLlLiISS4hYQqCZHmFHPv7uvc9+WTticO+ZE4KI0tBNSn7m0ejL3GIL/KeTzoQd1qk5U2VibPzWC0s++uELek4sEX+y9MtNy1fXe8Hj5+//ZvtLTy9UnmVmYjpz0rR/NsovmJGdlZKW6mBnz+fzh/kH7Tq0lyiCzoueWnA7KqK4pJiede/iXimqSE5Nyc3Pi70b7+7sev7aRbaqYQFBbVAAODs3Jy39HmsbGhpeCb5fl1o5ah+bEOfrXV083sjQMGhQoKIzNvZuYkZWRnDozTOXL7C5ZeVl9V7R8IAhjTxvtbW0enT34c7q6eg62TnEKwokV1ZWsk66gL6efklpCW1funH1kiJB7t21e99efvT2ONs7tmAAemCf/o+TfiaKCHWfXn7nr8gfzYTkux98+wlt0CdDb+9eIwKHBRgZIQCtbHKvEYfCz2UW5hiWGpsWWWzZe4EAANShJaz+XoRiosEamjVnNfma9LOogZ6OoYFuRUG2QEOqKZRpGWYbGugb6OsZGVbRD8xEPXXAGPjQQX6nLwYnJt+7Ehw+wM+bAAA0HwIcAAAtgo6OaTxYL4GoBuUi0AQAAB6JcpaX4CN0EzQl/TxziQ/Sz20AGWgAAOhIyivkiQddHW0CAADQfvr06bN9+/bi4uJbt275+fk1suSff/4ZFxfXq1evuXPn8vl8rr9uZWWpVB4FHjZs2MmTJ8ljoDt0xsbGWVlZTVm4keSHQCAwMak/8MfqsH722Weff/45aUSV7JMlc0nTiMXygLSUhaRl7Ie4FJlpKTvL+qvkC1RVL8YtKZWxxaqqe6Q1nYom3cnl1kzP1KywZuHqNVTJuGuhvWo1kB6XeK9ZRaAZMxPDbl0clHvohrI1tLDSN8ssqS5tfjM5wtfRk3RiMyZN235wT0h4KG1fu3Vjx8E99S6WlJLEGhZm5gb6BrXmujjc/5pBaGSYg509bQz1H8IC0Fdv3SgtL7t2qzpnPLB330qxKDk1hbav37xhamQSEhHGZo0YHERaX9idcK69ff9ueqp3sbi7iVwAOjs3Z/PubQdOHE5IvkuazMHGvpG5FuYWyi+YlFZNPpi9VBJFSPrfH/9Y+PZiloFmwqMj6Wn11vV2NrZfvftZYP+WqZntYGvX+AK1xorZi2QtP3z41dNLno+7G8/1pKSl0tPeowf09fRfeXbRgllP17rXnVZSblpmYQ5tiPniMq1Se0MrAy1dVqefIewfIQRDmABqoop+1qq6/1va1dPqf1U1P7VNaqbKndVtcZ2vyVWKxPR1gjQDfWFJUj5PPw5ZWZhZWZhamZtaW8obluaP9XWXttEBA9D0Bf7p6WN/WL5+276TvX26CoUCAgDwSHCQGwDg8cnHOFT4pRSv8wAAj+P+QDbSzw/TxPSzQAvp5zaCDDQAAHQY5eWKALQ2AtAAANCepk2b9t5779HGsWPHGglA093h77//PiUlZcCAAU8//XTj63R3d6fT4OBg0gSWlpZ0mpSUVHdWZWVlE9P7KaYvAAAQAElEQVTPVE5OTt3O5ORkOu3atWtDUTxPT88LFy6Eh4eTliMQaCLo8GgWf/IH+4ZYE2ny+WOG9p04fICm5v3Hl/vO/4K+k787vYp1Hrx9eqz3EFtjC9JZ0bGRb977dNKzM1jo9n9//iKo7zsDwpps7kMrJlSKqx+poIGDtbW0KiorJRLJpetXLgdfY/19fftUyaRb9+6g7eu3bwqE1WumCw/1DyKtT6xUlL0RCUkJrHH20vnXPnuXiyA72zt6enh29+h6LSSYVTvWbOBlxNjIuJH1awlrf9qvdz19evod37J///FDh08fvxUWojwrLf3egjde+P3rH8cNG00em0mjt5aSPrjdKisr6i5jaW6xZ/XWE+dO7T6y/+rNaxWV9/9s6Qb8YfnP6ZkZn775AQFC/j6/jTWK9QvsnUwWDRilJaR/Z0KhQCh/sxBoyqu7KuLQBIc+ATorkUis+IYbfQGWf3tN8ZMjih8YUXy/TaI4yy18986VktKyMomgssqQzhJJpCKxpLxClJmdFxmTSE/Ka3ZztndxtHXv4uBkb2NuakRUTwcMQFMero69vD1CwmMOnLg4dVwQAQAAAIA2h5qgAACdAV7kmwLpZ9WEDDQAAHQMZeXyMIGODn4hGgAA2pOrq+u4ceMOHTq0dOnS+fPnW1tb17sYnZuSIq/kunjx4oeu08PDg04LCwvpaunKa82dPXv2hQsX+vTps3u3vCArbezYsePq1avp6ek2NjbKS+7fv5802blz52pdF90Z3LVrF6kJZDd0U+mNOXbsWGZmppWVlfIskUjUvXt32li4cOH7771LQMX08Owye9JQS/P605z00R/g4ONp6RKVJU8CyaqqVl3Y8fGEl0gn1tXVY+GcZ1eu/4+2c/Pz6l3GysIyJj6WNnLycguLiowMDZXnKtdF7u7ejTV0tLWHDAg4elZe7v3slQvXQ24QxWjMIL/+3GDMpetXuKFIurDOo34DsFmDOw4290sdv/fKm8/Pnd/IwpWiyg++/4yln81NzX794n8D/PqyWQlJd0mjBJqNxbd4vKbeagsz8wWznqangsLCS8FXzlw6f/Ha5cyc6nHI7//4+aEB6KYMf2nW9wUN5YtJpA/UJc0rLCD10dbSmjByLD1VVFZeCwm+cO3ihWuX2ZOHWrdj01PTZ3dxdCadO9R7NTE0Iq16m/A0NGZ0HVkzzEzY79zKGwoYugTozJpVI1irLFJcwRfzDImei7Y2fTGWE9JVCAQVlaKcvMLMnPysnPyMrNzU9Ky4u6n0dPyc/LtJerra3dyce/fo2rO7u462qoxEddhDa3OeGMXn8Y6evpKbX0gAQDVUNYoAAAAAAAB0OEg/qzKWgebVbHuWgc5KKZVIxFJWJKH6B4Hxta5OYfOuw/FJqQQAQN2wAoeoAA0AAO3u999/19XVLSgoGD169J07d+oucPDgwY8++og2RowYMWvWrIeucMKECRYW8lK7n376aXl5ufKsY8eObdmyJTU1tW/f6nDh9OnTiSJt/MUXX9Raz4oVK0iT/f333yEhD5RN3blzJ+uZO3duQ5dis4qLiz/77LNas7766qt4BX9/fwKqxMTYYMn8Ka8teKKh9DNDhwKe93uCO3sjKSw8LYZ0bovnv+hgZ9/IAn4+vlx75Yb/lGflFeRv27+Ltfl8vpuLKzcrqKai8+5D+8or5N/x6+nVw8jQ0NDAsGd3b6LIWx8/e4otM3zwUPKolMPEdNSn8YUd7R249u2oCOVZsQmxW/fuuHj9SkpaKiuJHRlzJysnm81dMOtpLv1M5Fnw6uryDUVUhfXV0m6WK8HXV29b/82vP7z26bv09hgbGY0bNnrpx1+f3XV0xOBhbJl7Gfe4W9gQXk2SuZGNIxTUE7OjbwFcOy0jnWtXVFZG12SaObGJcXTr/fjXb0s+eScuKUFbSyuw/6APX33n0Ppd7778BrdYVExU9a1S3m6daYBOIpP+e34Hd3aQTQ9zbUPlfA2GKwGgZenr6bo62/v37TF1XNAr86d/9+HLv3315msLZ44f4d/NzUkskQbfvvPPhr2LP/zxpxWbzl25xb6W37467NE1MxOjUUH9JVLp5t3HCAC0N+WjxQ1FnxGDBgAAAACADgbpZ9VXNwO9b1kyy0BLJBJkoB+BsbExPZhnb2+fl5fX0DJXrlzRUKANojIysnJ+Wr523fb9JaXlBABAfaACNAAAqAhXV9dt27bp6Ojcvn27d+/eixcvPnXq1JkzZ3bt2vXLL78EBQVNmDCB7l45OTlt3LiRz+c/dIXm5uaff/45bQQHBwcEBJw7d66wsDAxMfG3335j+Wl3d/dFixZx1/7yyy/TxsqVK1944YU7d+6wvbl33nnn5MmTpMny8/OHDRv2119/paSkpKamrlixYt68ebSfdk6bNq2hS9G57CbRa6eN0NDQ8vLykJAQuhG+/vpr2j9lypTBgwcTUA2afP6EEQO+fWd+z+6uD11YvodrZDnUpQ/Xs+LsVmmVjHRiOtraX7z9SSMLTB07UbOmnvE/G1f/sPznhOS7xaUl569emvfqwqLiIjZr0dwFAqVCwiMCglg4uFJUyXr6+1Zv9v69+7EGm0VXPqwmLf0IBML7n5yDw27SF4qM7KyGFtbX1RsZWB22Pnzq6METh1n7Xsa97/74+aMfvnjmteeHPjk27m48kceC74eYE1OTuPaxc6cuB19jbYlESlrHpRtXvvl16eptG+iNXLbqL5bJJorNVSmu3qRW5paW5haNr4fbPsn3UtOzMssqygsKm1R30tzUnGv/+s8ydqnyiorPf/yae9A56VlZdOutWP/voZNHflj2s/ICMqW/Lw9X95pbdX/bht2JFEvEufl5MlnH/0s8ePt0dnEua2vztUY7DtCoVr0Aqj4DQGvT19Pp0d1t6rigd15+avm377z14pygQb0N9fUiYxLXbjv0zpfLdh06U1rWniPqmqTjmjRq8PmrobfCY2Likz1cHQkAtAflfDM3FVVWiEUVuvpGyp/GWBs/zAEAAAAAAB0D0s/qwq2H6RMvdN/5VyQ7KyqX7V+WPGGxg5WjPlEaO+MpUtJ0jxX7rU2Rlpb24osvbtu2jaibK9dvh0XEThk7bFC/nqr/QKfExL4/8clanfRmG5iaGJiYGJgau/p4BT4xyd7djXRo4krRsfWbh8+erq2nx3riQm5/NvNp2vjfod22ri6kg5rbtRedvv77T31HD2+oBzqDMlYBWgcVoAEAoP2NHz/+8OHDc+fOpXsEyxVqLeDh4bFu3TpLS8smrvCFF164d+/eTz/9dPPmzSFDhijPcnBw2Lt3r7n5/bzdd999FxMTc+LEib8VuP6PP/7433//zcjIaMo1fvvtt3Q9Lytwnd27d//nn38av+Bvv/0mkUh27NixVUF5VlBQ0IYNGwiohh6eXWZPGtp41eda6E7WDK+Rl1PCKiTyz12p+enHwi+M9QkknVhg/0Hjho85dPJIvXNtrW3ffvG17//4iShGxv7ZuJqeai3Tu4fvawtfVu4xMTYe1Kf/xev3vynN5Z4H+PX/e8Mqrn+gXz9jIyPyqMxNTLn2C+8uodMnxk763yffNLT8my8sOX/1UkWl/NF/7dN3N+/dXlFRERIRxi3w5MQnurp6EHla143ei/yCAtrevm+XqFJkY2l98frlsDv3S0eLJeKSslJ9XT3S0uZNn71t/86cPHlY9o/VK4+cORk4YJCBvsHN27fo7WfLTJ8w5aHrsTQzi0uMo42i4qLBU0bQxrfvfzFj0tSHXnBQ3wG//L2Mtek1+k8e7uvTIy0jPSUtVVtLi21ADn0KDfDreyX4Om2fvnR29JzJQYMG02fOvYx7uw7tY8v0793H3aV6QMNU8X17Ntx6IzTYM7A3bYScuNIaW1J1lFSUbbl+mDs7yrGfnkBH4z6iUV2uu+qBTDQAQKvh8TS6e7jQ07zpY6Pjky/fCDt/NeTgiYtHz1wZ5t9n7LCBhgbt8LLckY+xCYWCGRPl47zrdhx+6O9WAECLq1v1mR7vl4jFRfk5xYV5lRXlrAdltAAAAAAAoONB+lm9uPcym/6KUh3octn+P1Iyk0ukUgnqQD+y7du3q2MAmiotK9+48+D3v69KTm1SQkLV0OdnUW5eWlz8nWvBB/9b9/G0Oae37SIdV2ps3JujJ2363y/SViujBaDiKhCABgAAVTJkyJCEhITVq1ePGjXK09PTxMREV1fXzc2N9v/+++/h4eH9+/dv+tr4fP7XX39NL/XOO++MHDnSzMzMwsLCz8/vo48+ioqKoutXXtjQ0PDIkSM//fQTC1hbWVlNnjx57dq1X331VdOvkV7L6dOn582b5+HhQVfo7e39wgsvXLt2rUuXLo1fkF4p3Qk6ceLEokWLAgIC6L22t7cPDAz8999/T506pafXkSN66sLE2GDJ/CmvLXiiielnLmLI4/GMtPUnuAdwszZc3Vcq6uy/HfTxa+8a6Bs0NHfhnGeXLHy5oVrvc6fO/O/H5VyVaM7QgPvfcxBoCvr7+rE2bTxQK3rwMPIYRgYO0xI+8PMpWTlZjSzv7uK2/e8NzvbVVRevBF9XTj8PDxj6+Vsfcbf5/cVvcbP2Hj2wYv2/LP3cy6sH1x9/N5G0Agsz839+XK5f86DEJcat2rzut3+Wc+nn0UOGv7bwlYeuZ9yw0bV6MnIySRP4evWYMmYid7ZSVEm3VUpaqpuL26sLXqq7/B9f/8KC41R2bs72/bvpraVTVru6i6PzL58v5RYWCoSTRo2vtYbKB0PVHc/6q3vLa15qTLUMB9n04D1Io1Y5aBSEBoA21NXV8dmZ45d+sjigX0969OTY2avvfbP8ys1w0uY6cgVoyr9fj+PnrqXcyzx54frIwH4EANpE3arPTGlxgaiygn3kolOJWMTja9IGV0aLuxQ+lgEAAAAAgPpC+lkdufUwnfqS166/ItiPZ4oUGeiJqAP9eJYsWRIUFNT06m4qJSUt44dl/w0e4Dd57FAdbS2i2ia/8Jy3/wDWlkmkGcnJGXeT7iXcDT13UVwp+veTLwVaWgGTx5OOKDstPS+9dlRdR1/Pe6A8WCPURiQUOj72M6MIQAMAgOoQCoXPKjRx+Yd+xdTV1XXp0qWkCfh8/psKtfrT09Nr9ZSWltbqEYlEXHvdunWkYaNGjWroNg9XIKBiNPn8MUP7jh/aTygUNGV5pQKrGixlSJ9a4z0Gn0q8kVdRSBcorSzbcu3gcwHTSSdmaW7x+sJXvvr1+4YWWLLgpXHDRx85dfx6yI3ElOSiosJu7t1cnV0mjhg3wK9vvRcZGTD0619+YO1+vn5cTJk26EVYkJc+KCMDHysA7ene7e///fHt7/+Ljo+hZ/X19Lu6eTz0Irv+2/z3htXxSfEJSXfTMu7ZWtnQ+zJ5zKTRQ4YrDxBNGzfFzNh07Y5NCUmJaen36C3v7dNz7rTZ/n36B0weUVpeRpc5fvZkz+7esuMglAAAEABJREFUpBX4dPM6tmnvvmMHz14+n56ZkZmTpaWlZWFm6Whr/9S0WYP7D2rKSmZNebKsvPyfTauzc3OIop43vThpmh8++opulnXbN7HLWpiZz5w07YV5C/cfP1x3YWMjox3/bDx29gSdm5aRnpmdKZNK6UWsLa0mjhz/xLiJyql36qv3PhVqCQ8dP8I2o3fX7gLNjpx5S85LPxp+njs7ySVQwKMvZiz4fD8CzcWgCQBAezAzMZo/a8LEUQF7j56/fCPsnw1778QmzZw8oi1H1Dt4AJp6+smx3/y2Zs/hs4P69NDTxQggQOtqKPpcVlIkqiznOukuoraeId09kclk9AOZ8hgBPpkBAAAAAIBaQ/pZfSED3SLYNpkxY8aePXsyMzOff/75vXv3EvVE/5rPXQ4OCb8zdcKIvr28VfnRtnZx6t7//vFjLgydGBax7K0PMpOS//7ocydPDwcPd9I52Lm5frBmJQHoHErLKugUhz8AAAAA6tXDs8vsSUObWPWZU5N+1mAJQz6fJ9TUnO09avmN7WyBQ2Fnx3oPsTW2IB3Xq/NfpKdGFnhmxlx6amQBN6cui+e/QMgLpGnsbOziLoXVO2v1L83exRsZOKyhtfn3HXBw/U7SHIYGhm+/9FpTlgwaFEhPdftDT16t1bPoqQX0RBp2aH2DP+i0678t9fZbmlssnPMsPZHHsGD20/RUq9PXu2dD25PD5/Nfevp5eqrVP2PiE/RUd3kdbe3JoyfQE2kCXW2d797/gp5I57Dy3P2H2M3QvrupC/syBn05Yqfq16ea9DNGKQGgHZmbGj83e2LggF5/rNp+/mpIbELy2y/NNTE2JG2i4x9s6+JkN7h/r4pK0ebdxwgAtKa6h/mpivLSgtzMyooyGTuATIhAqCXU1q+SyRcgNYvh54MBAAAAAKADQPpZ3bEMNK/m8WEZ6MzkEqlUQsmkUm4flnusCdTHx8fns88+o419+/atX7++6RdMSEiYM2eOt7e3kZGRi4vLE088sXTp0rKyMtJ+iopL12ze+9Ofa9Mzcoi6cfHxeuvPX3UMDKRi8fZflxMA6IhYBWjVr1UPAAAA0MZMjA2WzJ/y2oInmpV+5kKEXAVoVnKVz+f3s/P2MHNkc6Uy6eqLOwgAQCu4lhgakRbL2vQlaUqXIPo6pKkpjz9r8jU1Fa2aQtAaqAANACrC3cXhi3cWOdlbZ2TnffnLqtT0LNImOn4FaGrm5BGhEbGXg8MG9vHx6upCAKClKR/35Y70S8Si0uICqVTKfeGM0hRqa/D4siqZBu2okvfzag4so3QWAAAAAACoNaSfOwbUgW4p77///p49e65fv/7GG28MHz7c1tb2oRdZt27diy++WF5ezs4WFRXdvXuXruTPP/9cvnz5+PHjSftJSEr95te/hwX0nzAqsIk/mqwi7Ny6BEwcd3zT1uCTZ3LS0s3tbJTn5t5LP7x2Q1JUTFJUtLGluXP3br2GBAyaMK7eVYWeu3Dt6ImE8MiMpGRDUxMrR8dBE8YGTBqnKRQqL1ZeUrJr+cqIK9fzM7JkMqlzd0+62lFzZ5rZPnDVu5ev3PH7X0HTp8x9763N//v1+olT5ra2Lt27LfjyY/aXFXL2QtjFy+kJd+/dvVtRUmrv4Wbv5uo3bEiPwf5sDeKKymd79udWuKifvMLW0x+9O/rpOXEhtz+bKa9W9b9Du21dXQ78u4ZehZau7p8Xjmvr6dW6X/v+XrX1p98NTE2WnzvGFwi4lR9asz425DbdMvRPnd6wrr19R82bLdASkkZ9/fTCqKs3/CeNe/l/3yr3//vJl6e37aJ3beWVM3rGRlx/zM2QL2Y/S/tXXD6tbyKPZYjKKy4dPBIbEppxNyktPlGgpeXg7uro4TFk2mSbLs6kmeb3GkBX+P3+7eJK0ZF1GxMjovIysuzdugwYO3rEnBl1707Tr725a6aib9w6t2df8p2Y9LvJti5O9LkROHWSW08f5WUir17/5unnrZwcfzq6d9/K/87u2kc7Xbp7zv/8A33j5hXt6yTop4+KSpGBvi4BAAAAgBqafP6YoX3HD+33yLtv3P4+ixjKy63ypZqa/Kd9Jnx0ejkbB7h+Nyw8LcbbzoMAALQcifz7FfeLfw+w8rHUNVbUfuZryuPPiiLQimLQyhWgCYpAA4AKMDbU//C1Z5ev2nE7Ku6739cuWTizq6sjaWWdIgCto6317Mzxv/+3bdWW/d+8/6L2wwapAaDp6o0+SyWSkuJ8OiVKO4cUX6AtX1AmoxP2ZTTllQAAAAAAAKgvpJ87EmSgHwf3t0C3z9q1a/38/HJzcxcsWHDkyJHGLxgSEsLSz/QiP/74Y+/evWn76tWrr7zySlJS0owZM0JDQ93c3Ej7oeMZJ85duXk7cvqkUb28uxL1MWji2OObthJ5tPRa4NTJXP+N46f+/fSr4rx8dra0qCgtLuHivkNnd+57/utPze3uZ9YlIhFd8vzu/VxPTlo6PUVcvnp6+673//tTR1+f9SeGR/68+M289AxuyfBLV+jp2MYtT7y8aNKien7b9/fX3w27eJk26C3RNzKkf02VZWW/vvr27QuXlBe7cy2Ynk5s2hb05BPPfy2vL67B0/Ae2L+kqOhuRBQ9271/X/qsM7G0rHsVgVMnbf15GV3tjeOnA6bU/mndc7v20qn/xHFc+jk1Nu6Ptz5IiY7llqH3KPjkmdM7di388tNu/fxIw3oFBkRdvXH7wuVarwwhZy8QxZ9G1PXgPiOHcf2h5y7SqdeAfiz9nJ5wd+nzi7NSU5XXSa+dLnZozfqFX32i/Ag23c3T5/b89Y9EJHbo6m7l5JAQHhkXGnZ29943l/9i6WDPLfYI197ENcukUrrYrj9WcsOA8bfD6enklu0j5syY++6bQh3tWmvet/K/bb/8wdoF2Tkv631NoD7FpaV0qqerQwAAAABAoZub44zxgc2q+lyLUvqZx3Zv+XyeZpUm3St0NLYa7Oh7ISWELbni7NZlcz7WIBgTAIAWc/D2mfTCbNbW5muNcuiviDvzFJWfNfnVWPHn6kKEGJkEANVBX6cWP/fkX2t33QqL/uXvzd998JKJsSFpTZ3lqFtPL/e+vTwLCou37TtBAKAlKP/gLzu6T0klkuLCvML8bOX0s7zB42vwhbIa8s46PxaMz2QAAAAAAKCmkH7ueFgGuuZ7u9UZ6MzkEind3ZVIZFIpt3tbVWf3Fjienp5ffPEFbRw9enTVqlWNLFlRUTFv3jyWfj5//nxQUJChoaGVldWkSZOCg4Otra3LyspefPFFogLyCor+Xrfj15UbsnPyiZpw7OrOGimxcVxn5NXrvyx+s7SwaMwzcz/fsva/mxd/P314ya9LbV1dwi9dWf7OR/R5zi18cPV6ln7uGej/5Y4Nq0Iuf79v+9z33hJoCeNCbm/4/ie2WGVZ2fK3P8hLzzA0NV38y/fLzh79N/jCF1vXdevbW1ResfWn3y/sPVjrtt06cz7s4uW+o4ZPWPgsXazPyKG0c+fylSz9PPnFhZ9uXE1XsuzMkTf++NnDz5d2ntm++861YNrQFAo/WLNy+pKX2apeX/YTPdtvzIi6W4DeHt+gwbRx5fDRWrMSwiLSE5NoI2BSdYnx4rz8b55elBId22fksHf/+ePPiyf/uX7+wzUrffwH0iV/fuWNgqxs0jDfoEC2koSwcK7zXnxifmb1m8KdG8HKy4eckwejew8bws6ueP+TrNRUA1OTZz/74Jtdm1eHXPnxyN7nvvjYwt6Ovvys/+7HCkXatbm2/bxM18Dgh/07vt29hZ5+PrbPoas7vY8/vrhE+YF+hGtv4pr3rvh357IVxpYWs995/bu929aEXv3x8J6n3n9b38T4xKZtO/9YUWu1xfn5u//6p2sf3/ELn6Ebp/+YEVw8HWopLasgCEADAAAAKFn8zKTHST9zWKZQUdSLFYHmsQDiDK8R2ppabJnU/PSj4ecJAEALKako23L9EHd2pEM/fS0dzWosBq0oAF2DSz8jbwMAqoO+SL30zFRHOyuxWLJ660HSyjrRgbenpo3V0dY6e/lWTHwyAYDHUG/0mSouyi/IyxJVVrDFlNLPmlWE90D6uQY+igEAAAAAgLpD+rmjQga6Rbz11lv+/v608eabb967d6+hxU6cOBEeLk+LLl26VEfngRifpaXlp59+ShsnT55MSEggqiEmPumrn1YeOHZOJBITlaetp6djYEAbRbl5rEciEq37eiltLPj8o3kfvuPu25MuY2Zr03/sqC+3rbd0cIgJvnV03Wa2cHlx8Z6//qEN36GB76xc5urjraWj49DVfdyCeTNef5X2Xz96kq6QNtZ89UN6YpJAW+vzrWsGjhtjam2lo6/v1qvHh2v+9h7Yny6waenPXMFppjAnd/KLC19f9tPsd17/ZMOqEbNn0M5L+w/T6eh5s2e8sbhrH1+6ElMb6z4jh739569aurp0VtT1G6SZAibJCz/fvnC5tKBQuf/SAflhRQcPdxfv7qxn26/Li/Ly/CeNe+OPn3sGBhiZm+kaGngN7P/+qr/6jxlVWlS06otvG7kiO7cu9ETkpa+vcp0RV68pZrkSeQA6hOvPSUtn5av9hgfRaVpcfFxoGG3M//TDkXNmOnt5CnW0bVychs2aPv+zD2h/WVFxQngkeSRvLv/Z1tWFtS3s7d7681e+QJAWl3B2517W+cjX/tA1ZyYn7/tnNV3bu3//MWHhs47dPOiTxKaL89j5T324eiVfU/PAv2vib4cpr5Nel6uPF31KzHnnjbf++u2F774k0IDSsnIiD0BrEwAAAABoOdzx65oMNE9RB5p+euWb6BiOd/Pnllx/ZV+pqJwAALSEDVf3lde8pJhpGw2y6VFT/lmee2YhaD5fOfyMsA0AqCL6QvXK/OlCoSAiOiH49h3SmjRJp6GvpzNn6uj/Nu37d9O+r99/USjoRPcdoAUpH9blDvRWlJdWlJVUx51rPmBVH/rV0JRVEY0qOiEPfPms+j+l3+TAJzMAAAAAAFA3SD93bCwDveuvCJlMfpZloCcudrBy1CdKw2o8RUqa+4Vc0iGIxRJpzReZ5b/4VN2qkirOc+lvKZtHGxJpj27O9NBLrfXQjbN27VofH5/CwsIFCxYcOXKk3qtLTExkCwcGBtadO2RIdXHc2NjYUhG5HRWv+HvjJorfmVK0Cf2n3F/1YLvOLOXYesq9TNIcEqn00Inzl2+EzpoyxtvTjag2fSPD8uLi0sIidvbO9ZspMbH6JsZDpk2utaSOvv7AcaP2rvzv7O69Y+c/RXtunT0vKpd/3X3uu29q8B54NQuYMp7H55lYWkrEYrFIdG6XPPA6ceF8K0dH5cXoAbqnPnz7/YlPFubk3jx9rtaV9h/9QM1mqVj8zMfv5Wdn9/AfVOu26RkbWTs5JEVFlze/CrLf8CEGpibFefmXDh0ZOWcm65RJpRf2yQPQQdOncNd+Zsdu2hjz9Ew+JE0AABAASURBVNy6KwmaPvnqkWPBJ07TO2JkbtbQdfUKGpwWlxB26crkFxeynsir1+l0ykvP/fXuJ4nhEaUFhfS+EPm2PUenLt5e5na2tGFgYrL45+8KsnL7jAiqtU4un11RWkaaz2/EUNcePso9FvZ2Q56YdGrbzuvHTw6dMfWRr70paz6/+wB9CtElHbt51Lq4k2dXt14+0TduXdhzsNZ6+o0agdHCpigtlR8a10cFaAAAAIBWwB3apnu7fD5fviMsz0BrjnMPOH03OK9C/u3K0sqybdcPzfefRgAAHk9yXvqxiPtF5Sc6DxYoXnMU1Z/Zf3xFHlqegVaO2WD3GQBUkLmp8VPTxqzavH/DziNeXbtoawlJ6+hcIeBBfXwu3wiLjEncdej0rMkjCQA0h3L0mTu0L6qsKCsppA12oJd+5pJyv26pwaNHfulCRIMuf/94MPsm2v2f5Kjzqxz4cAYAAAAAAGoB6efOQH0z0PmFxSUlpcUlZcWlpSUlZeXlFZUisUgsFkskIkWDTiX0n1Qi/z/tlZ+T0KXIo/rz+3e1hIK6/a6urt9+++0bb7xx9OjRv/7666WXXqq7TEpKCp126dKFDizUneviUl1cNjExUaShd+r8NdIa5F/dJs2VX1B08Pg51Q9AF+cX0KlQuzoimRghr+Nbkl8wr7tfQxfJSUtnDVb018TK0qaLc61lDE1NxzxTHRROiopmjW59fOuuzcHD3djSoiArOzPpgV/n09LVrRWK5QsEfUcNV+4pLy7Oz8rJuXcv/PLV7DR5HXGpREqaia42YNK4w2s2Xjl8jAtAh56/VJyXTw8dDpo4ltTcWZliaOuT6XMbWRu9MY0EoHsPCTz479qoqzfKiop1DQ2kEknEJfmT1nfIYBcvz/jb4RFXrvcbI499h567SKd+w6pz/4ZmpgPHj1VeVVFeXkFWTnpi0s0zZ1mPVCwhzddnxNC6nbau8krVd27cYi9cj3btTVlzoqLKdfCJ03O79iINyElPr9Xj2sObQBOUsAC0ni4BAAAAgBZ1/+eOFYe2aVORga7i86VaAsEsr5F/Bu9gSx64fWa8T5CloRkBAHgMK89tkdV8V9/N0L67qQtX/rk6AV1T/hlFBgFALfj37RF+J/7arcjdh8/MnjKKtI5OVwV5weyJH3331/Gz1/r16t7FyY4AQBPUjT5T9FBpcWFeFTsCTOT7e/TTFT2Qyj5jSWm3fJdQPleDaPA0eFWK+vbc7wPxNKrTzzylADQAAAAAAIC6QPq581DBDHSlSJybW1BQVJybX1BYWFxcWlZWXlGimNL/SsvkYWfy2IQCTd59GvzqvXh5g1dzhq/Yq+dr8tnx4IZW9dprr+3bt+/06dPvvvvuuHHj6i7Acs/3v1P9IG7NdPChX28fZycH0gq27z+e1swi0Hq6OlPGDhvUrydRbaUFhRWKksn6iqrD1N3I6IdeqrykpLSwSM/IsCg3j541t7VpfPm8jOqtZ2Ff/6CrlaN9QVZ2dtoDOVdjC3ON+p45sbdCj23YWpSbmxqfQC9Va65y6e6mGzx54uE1G+9cC85LzzC1saY9lw/Iyz/3GTnU0NSULZMYGdWUVRVk5TQy18OvF93UJQWF4Zeu9hszIj40rLSoyMPPV8fAoFs/v/jb4VHXb9D+yvLy8MtX6fK+QQ8UPr+w9+C1o8dLi4uTomLKi4trrfzR7rulXT0PiqmVBZ1WlpUV5+Ubmpk+2rU3Zc0J4RHkYQqya2/SRiLmoKyoRP7XbaCPADQAAABAq1AuAs2OcmtWacpkVf3tfY4nXo3Nk3+bVyqT/nthx4fjXiAAAI/q2t3bEWmxrE1fd6Z0CaLDbiz3TCcs+sy/X2awOmlDUGEQAFTb00+OC4uKP3v51sSRAa30Bf5OF4A2MTKYNmHYpl1H/9m496v3XqBvEQQAGsYd1VD+cVipRFJSlC+RiNks+jlLS0uroqKCqwMtlsqP9VYpzlaHm2tKPis+lMnTz6xR91c58OEMAAAAAABUH9LPnU27ZKCTUzMKCouqSziXltETbdOOvPzCpuSbDfX19A10DfT0DPR19fUoHaFAUygQCDQFQqEm/b+2lpDum8vPa8r76bEUgRxtP+KAYSOXo1tj9erV3t7eJSUl8+fP//bbb7l+1nBzk1dQTkpKkkgkdYtAx8fHs4alpaWZiZFxTYq3ZelqazVr+QF9e0wdN0JfT15T+dEyqW0mPiycNexcq2tpy6rkWfPuA/p9tPbvh16cPl1IE0Zs6FE41qiSNVaeWePB10V6CK/uMsc2bln31Q9sqxpbmPcY7G9qbWnpYO81oN+aL79PbEKatl5O3bt18fFKCIu4sP/QpEULKkpLrx07SfsDJk3glqmSf6ef3hf+6pDLmsJH/FlGevHew4ac27Uv7NKVfmNGRFyRl3/26t9XPu3XR14c+nowbYdduCyuqDS3s3H28uQu+/tr7149coy1bbo4d+/fx9TS0sbFqVtfvw+nzCSPint0lFWR++N+j3ztTVkzK6o9dfGL0159kTQZH0P3TYMANAAAAEDr4XbwGflXgmuKQNOd6Kd9Jnx85k+2r3QtMTQ8LcbbzoMAADSfRCZdfWEnd3aAlY+lrrEi9MxX1H3mVVd/5vOVo88AAKpPR1trqL/foZOXTl0InjR6MGkFnS4ATQ3z73P5Rlhi8r19R89PHRdEAKA+ytFnOqWH89lx/ZKifFFlBbenp6urS2eVlZWxhelSYsWBIu5Yr3xXUP6PV/1pjPtaGp+v/MMcSD8DAAAAAIC6QPq5c2rtDHR+YXFaemZKWkZ6ZnZqelZGZoP1ZY0N9c1MjfX1dPX1dPR0dQ3of7o6urra+rq6erRHh7ZpvzZRMU5OTkuXLn355ZdPnz69fPnyWnNZAJr+Ne3evfvJJ5+sNZd2ska/fv2ICrC2Mp87fbyrkz1RE1ePHGeN3sOGsIa1oyOdJkY0qdqxlZN84Zz0jHrn3o2IMjQzNbG0sHZ2ZD3ZaRlWTk51l8xMTqVTrtJwQwpzcrf8+Dv9C/IeNGDOu284eXZVnltWpyZxswyeMiEhLOLa0ZOTFi24euSEuFJkbGnRe+j9AszsXsik0tTYeOVccnP1DlIEoC9epu3Ia/K4c/cB8gB0t75+9NBlSnRsQVb27QvyuX1HDuMudev0OZY/Hvvs3PELnjGxsuRmZaemkceQm1HPw5ebJu/kCwTsQXm0a2/Kmm1du8QE30qJjSXQCoqL5QOzBvp6BAAAANSASn9zEhpRE4Dm0TEhrgi0k4n1YEffCykhbJkVZ7cum/OxBsHxbgBotoNhZ9MLq3//SpuvNcqhP8vWsPLPmor4s2Z1+hkZGwBQMyOH9Dty+vLxc9fGjRjUGtWKO2MAmr74Pz938idLVx46eal/by87awsCAEoaij6XlxaXlRZzB3F1dHQEAkFZWZlEImHLS2RVEom8oIvSt2B58rgzF32uqf2sUfO5jDswTAAAAAAAANQB0s+dWctmoHPzC5NT0+kp5V4GnZaUltdawMzEyNrK3NTYyMzU2MzE2MzUiE7VusbnSy+9tH379tOnT2/YsIH1cEMQAwYM8PT0jIqK+vbbbydMmEDHHLhLZWVl/fTTT7QxaNAgGxsbiZS0I20t4cTRQYGD/Pg8tfkbT4mOPbtzL230HBJgYW/HOm1c5AHl8uLikLPnew2pXXjjjzfej755y8W7+5vLf6FnLe1t6TQvPSMtLt7OzVV5yaK8vI+mzqaNd//5w8d/ID0kJ5VIgk+e9h7Uv9Y6o2/cKsiSH8lz9nxIqvjK4aOVim/aP//1p+Z2tsqzSgoKWBK3iv0RKjRrVMl/4vhNS39JDI/ISkm9dvSEomeshtKjaePiXH0zDh2rG4A+tmHzruV/m1pZfrBqhYGpSSNX1CNwEN0a9NYmRUVHB98S6mi79+pJ+7V0dbv26R155drti5eDT52hPb2HDuEudX7PfsVtcJr7/tu1Xj2So6vTw/SdhzRfxJXrA8ePrdV5Q3EDuvfrw67r0a69KWu2cXaMCb4VduFKYU6ukbmZ8pISkeidcdNoY+iMJyYtWkCg+VABGgAAVIK0ggB0UNzePdvZp23FEXAeCybO8BpxNS1cLJMfLk/NTz8WcXG0VwABAGiOkoqyLdcOcmdHOvTT19LRrFZT/plXXfuZS0ATJG0AQE0Y6usN7ONz8drtC1dDgwb1Ji2tkx6Ns7IwnTw6kH42/XfjXpkM37MEuK/usXyqoqw0Lzu9rLSYzdLW1jY0NKSfs4qLi7n0c0WlWCKW0NkaSl+B5Smnn3l8Fobm8ev/ZIYPZwAAAAAAoOKQfgaWgebSkiwDnZlcIpXS/WOJTCpl+9HsGUKUAr5MdNzdwycvrFiz7d0vfv7kuz/+Wb/z6OlLkdEJJaXlero6rk72/v18Z04Z/cZL837+6p2vPlj8yoJZs6eOHRU00K+np7ODbQfIt61evdrIyKhuv1Ao/OOPP2gjJCQkICDgzJkzRUVFmZmZBw4c6N+/f35+Ph1D+Oqrr0i78uvZ/bN3Xxoa0FeN0s8FWdn/fPQ5ex5Of/Ulrt83KJDld3f89peo/IG0yu0Lly4fOpKXkenq48V6egT4s9DqiU3ba63/5GZ5D12V96ABdMAncOokevb0jt0Zd5OVF6N/H9t+kz++fIHAN+ghP3QoqqhsaNaRtZvoXxlRfF2f69QUCKuvRSohD6NnZNhnxHDa4MozD50+VXkBSwf77v3lpZqPbtycmZSkPCsvPWPPX/8W5+UbmZk1nn6mtHR0egb608bOP1ZIxWLPfn0EWtW3s3s/P/l9WbeJPjp0PV379Fa67/LHotbrBus5vLb6awMy2aN8CeDCvoOlBYXKPTdPnY0JvkUbw2dNf5xrb8qa/SeOo9OK0tIdv/9V6+K7//wnKyWFnjx8exF4JMUligrQeghAAwAAALQW7ih2zRFw9mvHciY6hpPc7/+kzMar+0pF5QQAoDk2XttXXvPSYaZtNMimR035Z3m8hoWga1I2GojWAIA6ChzgS6cXroWSVtB5D8iNHTbI1to8OS3z8KlLBACUDuErR59FlRX5ORklxQXswJJAIKDHKbW0tMRicXFxMVtSIpGWlVey47vyFSk+byk+f8k/hVX/IofiVzl4dT6XsavG5zMAAAAAAFB9SD8D09wMdGFRyfkrN1es3f76x0t/+3vj/qNnb0fGlpSWO9pZjx466OkZE99e/OxPX779v8/ffOuVZ+ZOHzdkUB93F0ftmqxkB+Pk5PTjjz/WO2vYsGErVqwwMTG5efPm0KFD6fiDtbX1/9m7D8Amqj8O4K9tmqR7LyjQQtkbWvbeey9lCAiKwF9QBEVFQERBUFGGCDJl771HmS17tOxVSkv33ln9v7uXXI+0lNJFWr4fY3h3uaSZt973ftezZ8+goCArK6vNmzfTCcg74uhgO+mToR8P7WtjZUkMUviz53cvXRFfrp303bShEI+vAAAQAElEQVTgj6+69XsScIdOMGDS+Iq6QDPhI8v9/zeONp7duTt76Kj7l6+lJiZFvgg5sm7jki++oeNdKpRvN6g/m9jCxpqFp09s2U4noA36PQ++/3DzgkU7Fy+ngwMnjac7fmhj8Bf/s7SzVaZnzP5gpP/ho7HhERlpaQ+v3/x51Kf0T9AJ+n42hj5a7q+lYq0arPHvjDnxUdGs/eLho+XfzNi9bAUbTOdLRDPmug/lzI499IXHvAzL/fFb9ulOrw+sWkt/sl716rhV9NCbYNj0rwj3006fNWQUfRVxEZEp8Qm0MW/M+IToGFO5rO/4sSQP6rbkAtDXTpym19V9Ggrjq/Ht53fvEy6J3pK9dYxnLe4zCg8K3rzgD2WGgvALnVtnzv04dPS9S1fZNBmp+SmvSD+U3//3ZVJsHG3Tz+XE5m1/fTGN8HXBfTq1L8hfz8sj12zauGm3LrRxauuOxZO/fn7vAX176TuwdvYve/5eScc37NC2mk/hV395TyTxFaCtrSwIAAAAABQl0TmQjVifN+sC71alhb1ce6BvYlrytiuHCQBAngXHhh0NPCcM9vRoacrHbCRZURvd+dZNjIUZEUHMBgBKFC8Pd7rz6lnwy/jEZFLYJOR9RddKxw7t/ePvq/cePetdt7qLkz0BeF+Jq1IJffm0EygpMVapULBp6IqVubk5O7NPamqqUqlkp/tRKGn3Llf6Rbt2xR/2ytLP2gPR6DU7GQcffTYSYY+M1TIAAAAAADB8SD+DGMtA7/r7DqtCyzLQPSeWcynPBTHZ7rbY+ISbgQ9v33307HmIcEe6A6qSZ7nqlStVr+JpbiYn76UxY8bs2LHj6NGj2W/69NNP+/Tp89dff924ceP69et0j0H16tXbt28/bNiwChUqkHdBairp2qFl+5aN6e4NYsD2/rOKXnK8yVQu6z/h056fjNYb337wgLiIqENr1gfduTdn+Mfim+zdXKcsWyQuctx2cP+o0JcHVq377+cF9CKeuEXv7u2HDGRtepdJfy5YPWtu2NOgxZO/1vuLPcaM7DP+E/ImNZs2btK1s//howEX/P7XurNnjWpJcQmRIdzvyNWjvJtHhRu+5yKDs35W7l6VbJ2d4iOjtvz2Fx3sOnLosOlTc3n8Oi2asenZk88+QYXqVSf89vPG+X/QafRehalM+ukvs6s0rE/yoGH7Nmtm/8zaNZr4COOrNKgnNZOzwtsN2rQW36XbyKF+Bw+HPXt+cNX6k1t2lqviFf48mGWL67ZuERUS+vLJs/DnL8jbo6/69vmL45q2FY+sWLvm+F9/KuBfz8sjUyO+n6bWqC4fOUE/WXoR31S9sfeEBXMJ5FdiUgrd61paD5sBAAAAMBCsZ5zoikDTJu0G12gyTUzUMlPTITU7Lru2g0154Pbp7rVbO1s7EACAPPjn7BaN7lxMXtbuNew9hfLP2gS0rsygXtIGAKBk8alX4+S5K9dv32/XwpsUqvc3AE2VL+vaq1PLvUfPLl+/67vJo+hCgwC8Z4STWr5S+1mtTkqMU2Rw3TBsE87CwoJFn2kff0pKCr1m23gpqen0OutoV361i6v0rEs/G2v/NzHSVX1m1+yPYs0MAAAAAABKhOzp56NrngScixYmcPO0Qvr5ffO6DLSVkyTw/rNrt++9eBnBpnRxtK9W2bNypQpeFctbW5b+Cp3x8fFvnObIkSOvu8nFxWXuXEOJQtaq7jWkb1d7W2tSApnKZRWqVqnXpmXbgf1snRyzT0B32Az6YmLr/r1Obt35/O6DoLv36F4bRze3Oi2b9f50tMzcXDwx3YczeMrnLXp3P7llR9C9+8/vPbS0tXYpX77jB4N8OrcXT1mjsc+8vdvoZA+u3Xh+/0F8VEzZSp5VGtZr0rWzV93aJG/GL/ipdvMm5/cfDA8KfhJwhz7VirVrendsR//crfMXbviee3j9ZuSLEOdy7nRiqZn82zX/7P3nX/oXo0PDMtIycn9w+jJb9+21959VpjJps+5dc5ymWY9u9Vu3PLZx65PbgS8ePE6Mi3Ms41axdo0B//vMoYwbyRs7F+dKtWvS529tb1+xVlb5bbrXrEYjn5tnztHPqG6r5uK7mFlZzdq87tCa/26f94sKDX1045bcwqJW08Yt+/Zq3qvbuh/nvXzy7MrxE4On/O9t96o17tqp96cfn96x69GN2xHBL+jn225wv77jxlrY2hTwr+flkSlrB/tJfy4MvHjp0uFjIU+e0u+bpY2Nc7myLXv3bD2gD3YS5hvdPavWaBzsbAgAAAAAFD2h6irt8WblvySZEo0ms7F77ePPLj2K5Q4XVGvUq85vn95tHAEAeJMrQQF3Qh+xNp2/9KnYRqguT69Y9Fl7jnVjI+Fc6wRhGwAogXzqVucC0AEPCj0AbSTEH99P9OXP/XPts+CXHVs1GtKnI4H3j9B7TalUKqVSeSsoISxBJZeadPF+N7WFioc4+kz4ZDN7K5KT4tNTU9hNdOXJ3NxcojsRJ31zUnUnGFUolRkKJcnUJqRZgWeu3LOJxJg/H4cQfWap6OyHoxnsCpm2ADaPfiHCYpInLD5Lx8ukJhtnDiAG4OOx4/38L7P2ujX/+Hg3fN2USqWqRZsOSfzpA/r37T3nxxmkiEXHxB46fHTEsA9IfsXGxbdo1YE2Vq1c1rRJIwJ5c/jI8bJl3OrUqUXyK/tnt2rVut8WLXZxcT594hB5F27eCvhw2CjaOLBvR0VPD1ISnDp1ZuKkKaz9y0+zevfuwdqDPhgRGHiXcOf7Lnf4wG69ez189Pjp06AunTuQ0uLcreA/t/nRRhVXs4k9KsplcqmMkptKpaYSU/5ETSbv6hhlYblPZ/L0f4VSMXfj1ZtPYuhNEwc0blPfgxS7YSPGXL9xk/5+t2xcm/1W+vXo028Ia+/cvrF6tarZp+nTf8jDh4/bt2uz+M+FpOj1Hzj03v0H48eNmTgBO3AhTw4dOfbV1G9Hjhg6beoXJL+mTJ1OF3YymfTMqaPW1la5TJmYmNS6XeeMDMXYj0d+MXliQ58Waenps374dtDAfsQw/PnXsn9Wrq5RvdqObRtIyTT8x51pGSra+GGgl5uDJZvJS+lM3lQqMTU1EZ34hZQWeUk/fzC5tlSOw6rfR49vx7IMdCbRpMtj0ywj0mVxmkwuE+3saF+vVtX6tau5l3F5T85NKSuWSgsqNVEXze7MP5b/9+hpMGs7OtgO7Nmpdo3KebyveP+SWqWi65khqzYmXbtNb7Jwd/OeOYUAvCOj6jVRpKWPnTurzYA+pFAV3SMXp3MTvtXwZ8CTtfSxaNNMJpfLpPQ/GV2xMTXlNmDZjk2S6wz8aXji7afcikEVmxRzuVROH4RnyivStaPQ8Kgffl1RqULZbyeNJFAaZS1c1Gpu/3xiVMILfzq+bJVmFjauBAAAAIqX0LHOls60n4H2xtINQIVC+TQ69HvfZcIq3099JtcqW4UAALyeOlMzcePssIQoNtjUpXbfSq2lpty+dtobQjdK6bUpv3WqPfO6aNMSAWgAKIhnAUeV6SlKY2ti4SnsyOJ7+kwlRRbnoKtRX85alJySuuyXafTvkMLzvpcmop/T+JH9zc3kx89evn33MQF4P+j133MbZxpNakpSTOTLtJRkNo2ZmZm1tbWQfk7ladtp6WnpGeKz/LDQM3cImkTC+gZ0x6RJxLv4Ufu50B0/cTqXW8+cO8/Sz8Xj0JFjXbr1PnDwMIFiRHepDP7woylTp0fFRJP8wmf3roSFhX83Y3b/gUNv3w4g8L5q0pg7wPHOnXspySnZbz1/3k9oX7zgn32C+PiEhw+5lVgcNAIGq2XzZnTd76LfJVIAfXr3pNcZGYpDr54wPTu6OKOT0cagQf0JQGFA+hlyx+pAGxsThSQ5xv5uqjQmU5NZpYLnp8P7Thk3tHObJq7ODsIhx0R0NDIYLLojo1uHlj9MGZf39DMAwLsSn8Dt+rO1sSIAAAAAUFy050bWlgjjTo9MVbBzbVm+vjDN8jNbMwn2AABAbg7e9hXSz3ITWadyjdk51iVC3oYrQWjyar1BpJ8BoKSis67a1SrR3pLHQSGkUOHcrMTe1nrs0N60sXLj3oSk4ksKArwTma9ix6emp6XGRoUlJ8bTNl1Vkkqltra2MpmM3YWOTExMVCqVtK1WqxMSk1jbiBhp6z5L2LoXn30WpZ+NddFnvTNxYG2sUNA3nl4fO36Sfiivm+bo0ROkGN29ez81NY1A8VIplQEBd0jB5PjZubq5NG3SqH69OuQdsbS0oE+AXuQyOSmNwsMjuvXst3vP/lx+xfA+aNzYh/BL2NuBOfyWL/hxoWdWBP3ipcvZJ7h85SprNGvahAAYJCsrywb163LV7p8Fkfxq0bxpmTJcebODh47kPuW+A9yJC5o3b1KWPz29j09DuihxcnQkAPmC9DPkBctAm2mspQprq6QKrhGNVTcryDWWarWK0vCHHCMDXVJUqVRhxpRPe3RqRXdtEAAAg0d31dJrW2tLAgAAAABFT+jv1p4h2ZjvLtfFoAfV7GBqrC0uFhIXdvzOBQIA8BrJ6ambLx8UBjuWa2QpM5NosRg0d751Y2F2g/QzAJR8lSuWp9cPHj8nhapYzkxp8OrU8GrdtP4ZvxvL1+2eNmEYlhZQKon7WYX+e4UiIzkxTqlQsK+9VCq1sLAQ30upVKakpNBb6cQZCkV6egYdqd2YMzJmKWdt+pnVe+YT0SwZjcLPRYV/Gxv5NLx+42ZkZNTVazcaN/LOPlVqSupp3zPm5mZurq5Pnj7Dmw9vq3u3LvRC3h2vShVXrVxGSoUfvvsmNY0roi+VyoSRGRkKVqMU3nP169W1tLJMTkq+fuOWXhVnOvLyZS7fPHbMqOnfzaTtlOQUC8tXltTXrt+g1x4e5emFABiqNq1aXrt+88IFf5bmzwe6JtOvb58lS5fTx3kRElrOvWyOkz17FnT7diBt9O3Ti41ZvuxPApBfSD9D3rEM9K6/iUbDDSrSNPuXvOg5sZxLeS6RJux9o5vJhJ+n0W8UttEMUN/u7T3KlSEAACVHPH/yNxsEoAEAAACKC9uoJ1kx6ExtyTATjZ2Zda/KrXY+OMWm3HBpX/PKDS2kZgQAIJtNl/enKbQVyhzkNs3c6ujKP3O5ZxaC1lZ/NjZCnUEAKB0qVyxHrx88CSaFChWgtT7o08nFyf7h0+D9x88TgNJFXGVKqPqsUirjoiPiYyJpg64q0fUnGxsbvfRzamoqSz/T6ZOTU9LS0glLPxsZ01UuVuzZlP7HV36mV0LhZ+4a6eciZm5u3rJFc9o4eiznMs+nfM+mpqZ17NheKpUS1BgDeKdq1arRyMebXurVrU0AXkUXmo28G9LGzVu39G7yu3RZrVZXqFCue7fOtjY2tO1/5YreNNev3yQo/wwGr1lz7ivq5+9PCmBg/z5sfXLf/oOvm2bHzj302snRsWP7dgSgYJB+hrfFMtDGuj1trOQ9pwAAEABJREFULAMdEZyMOtAlCNLPAFDixCfwFaBtrAgAAAAAFCOhH5x2ibOMIjtFcrcqLezlNmyaxLTkHVePEACAbIJjw44EnhUGe3q0NNWeeZ3NS0xYDJploMXBG6RuAKBEc3WytzA3exz0Qs1qyRQSVIDWMjWVTBg5YPbv/+47erZW1YoVK5QlACWf0J/KGkJXa1JCbFqqtq4zXWOysLCg61DiO/KJ52R6TaehPbWJSVwpEXYYq5Gu8DNb7zKRZKv9zEef2TV7NKyEFZHOndqfOHn6+PGT302fSt98vVuPHD3OTdOxw8MHj3K8e0pyyrLlK/0vXYmMjKR98dVrVKtererQDwa5ubnqTRkfn/DPilW3A+4Ev3ihVqmrVatStUrl1q1bNmnswyY4f8Hvk3H/Y+3AwLs1anMVqXdu30gfkOSK3vG/DZvv339I23Xr1m7bplXLls1znJJ+V7du37lv/6GwsPCkpKQqVSrTS6/uXRs0qJd9YqVSdfDQEd8z5x4+ehQRHuni6lypYsXBg/q3aN5UmGb4R2OuXb85fNiQ6V9/pXf3/gOH3rv/4JMxoyZPmsDGjJ842ffM+TmzZ7Rq2XzN2v9u3Q589OSJm4tLq1YtRo8cbmdnS6ehT+/MmXMBAXeMjU28vCp+NWVSji9/z94DFy740cePjY2rXr1qjRrVRwz/wMnRUTzNqlXrflu0uGePrvN/mbNj155z5y7S6TMyMurUrtWsaeP+/fpIpabiV8Ha//uceyGdOrZf9Pt8NiYtPf3QoaO3bgUEPX/+9OkzqUxW2asSfd/69enp6ekhfASv++zY03BxcT594pD46eXxm5P3V/E6N28FfDhsFG0c2LdDqBiqVqvXrt1wwc+ffhvpN7NKZa+Knp4NG9bv0b0rXZTn/oAPHz3u02+I9umtXObdsMGOnbsPHT56/+Ejr0qe9erUGT7swzJlXHO874OHjzdv2Xbz1u2Q0JdOjg5elSrVrFl9+IdD9Grxvs6gD0bQt5c2KlQod/jAbtqgz4Q+H2GCtes30gttnD97wp7/RrEXu2HT1itXrt29d5/OkOnvjr7VH40YaqebAEqNRo28T50+c+PGLbrMFS+R6eyC8OFmOrJZs8aHDh+7cMG/fds2wgT0V3Dn7n3aaNr0ldLRefydLlv+75Kly/v37T1t6he//f4nXaa4lXGrWb3azB++Zcvup8+CVq5ae+PGzdi4+Nq1ajZu5P3h4IE5voT7Dx6uXrP+0eMn9DdiZ2NDZ4NVq1Tp07sn/c6TvKH3pTN5+iY8evJYKjEtV75c86aNBw8e6OhgL54sKjp6396DDx49ehb0POh5sIuTk5cX93sc2L+vra2NMNnlK1dHjh5H//qh/btW/Ltmz979dGSN6tUmT5q4/8DhHF81XVXavmO3k5MjnekZG+sfJvrzvIUbNm7x8W6wbs2K172Et5rvLfpzKX1i9HOhs1y9x/ll/sL/Nmxp2KDef+v+FY+nM6LDh48+oZ9K0POwiAhPjwr0tXs3qN+rZ3fxDJAts2b98G3v3j3+/XfNzdsB9+7et7W1rVW7ZscObcXfn7d98wlXcfzm3r0H7j98SN98OmeuVq1q394969apRd6kWtUq7mXL+PtfSUpKtrLKqk7HZvVsWXPl6rVde/bfv//gZVhYrRo16CJ+yOCBDvZ2wsT002nduoWv7zn6HCZ89kn2v0JXAPbuO0AbPXt2E96Thj4t6AKRviGDBvYTpjxxynfX7r1BQcER4RHu7mUrVvSk3/D+/Xrb2FgL0xTdZ5SjN65uQTFD+hnyR1cH+g7qQAOA4Vhzs0AHob2TR4a8YxWgba0RgAYAAAAoPnpFoGmTq/+sod3uapmp6ZCaHZdd28Gm3HfrVNdarZytHQgAgMg/Z7dodGEeL2v3GvaeQvlnbQJaV/5Zr+wgAEBJV82rwrXb9588C6lSqdBOcI0AdJaybk5DenfcuOvosnW7Zn811sJcTgBKrNdFn1OSElKSE4nusFQLCwtWHlhMqVSmpKSwaVLT0lJT09jGG7+Gxa9osdCzCVf5mQ3StTE2BQo/F6d27dqYW5jHxMb5X7rSvNkrtT8TEhLPnrvgYG/XskXTxUv+zn7fO3fv/2/SlPDwCGGMn98letm8edu4cWPGfjxSGB8cHDLm0wkhIaHCGPrn6GXdf5tGjRo+9ctJdIy1lVXTJo1ehITSySytLGvXrEFHmpuZ5/LkFQrlzB/n7t17QBhz4uRpeunbpycbFH9zEhOTJn7+5dVrN4QxN2/eppdt23b26dNj+rSvxFGqiIjIL6Z8ffNWgDAmKCiYXk6e8v1gyMAZ331N8is8InLwhx8Jb9qjpORHj5+cOXNu03+rN23dvujPpcKUUdHRQz78aNN/a2rWrC6MpB/KjJlz6GsUxvj5X6aX7Tt2ffnF54MG9M3+F/9YtGTlqrXCIH0J9LJj5541q5Zb8z1b1apVpT/GS5ev0nb1alVtbW28KnmyiZ89C/p0/CTxB8e9hPCIc+cvrlu/cfbM79hb/bafXd6/OXl/FXmXoVCMnzCZvmnCGPpB08uuPfv27jvw97I/zeR5XXZHRkYNHznm9u1ANnjrViC97Ni99/vp03r36i6eMiU5Zd6vv+/cvVcY8zwl9fnzF/yr2D175vd6v77CEhYW/vX0GeKvPX3O9OPbs+/AvJ9/RB6ulGEfKF3g3r17v44oS3r6zDl63axZY3rdtAkXgD7PR6IFV69z3xBTU0mTxo2Fkfn4nX7x1TcXL3LZhdi4eBsbGzYH3rxl+7xff1MqVeIHOXX6jFqjJq/OpX19z02ZOj0tPZ0N0l9NSOhL3zPnV61Z//tv8zq0a0PeZNPmbfSHplKphDF06Ubn81u27aTzCq9KFdnIU6fOTP36O+EPUU+TU54+Czp2/OR/GzYvX/ZnjerV9B55xb9r/vxrGWtHRUX/NGfm6171hM8+2b5jN52G/tBat2ohfpD0jIyDB7lCHb16did5UIjzPcGSpcuXLX8la3vnzj16oUvSrdt3rv13OV0lEN+akpo64X9fshdI+NdI36h9+w727Nlt/s8/iqfM45uvVquXr1i17O+VwkomnYXSC10WDxk8YOpXk3OfA9MvTMuWzemX6vLVqzmGsE+e9v1yyjdZ3zd+Eblx49YVyxfXqlVDmKxv7570+0a/YHT26N2wvt6DnDl3nr5S2hjQr08uT2bpsn+W/r1SGKRLc3o5euzE+g2b1q76x8Mjnxvbb/sZieVldQuKE9LPUBDIQAMAQHGKjef29NrbIgANAAAAUNyEaqy0e5z1k0syJbRPvrF77cOP/Z4lcPv66O70NRd2ft31EwIAoHP1ecCdUG0NOzof6VOxjVBFnitByEef+fCzMZu9CMUHsRcRAEoBj3Ju127ffxocWogBaGMCIu1aeNep7hUXn/jvxr0EoMTK3mFPpaUkR4WHCOlnuVxua2ubPf2cwmOPEB+fIE4/a4PPpgy9q5S26TBdCTPmb0P6uZjogkdmcnnb1q1o4/iJU3qTHD1+UqVSdezYPntlaMKFotKmfv1deHiEg73dwgU/czUX/c5s2rDGu2H9tPT0PxYt2bc/q+Lvgt8WhYSEVqniRac8fGA3nXL1v39369qJ3rRmzX+s8midOrVWrVzWqWN72vaoUJ626SX3qp+LFi9l6eexH4+kD3v18vmN/62uXbvm7j37da8y63zQs+f8fPXaDfpaJn0+/tD+XdeunN+7e+sHQ7gqpHv2HPjt9z/Fj/zdDz+y9PMnY0Yd2LfjyqVz/637l028ect2ceT6ba1atTYuLm7qV5Ppw571PfbN11PoyMdPno79bOKiP5eOGP4BHX/+7Ikfvv/G3NxMqVT99Wr0/Muvvjlx8nTNmtXn/zLnyKE99FVs3/LfoEH9k5KSZ82e63vmvN6fO3nKd+Wqtd27ddm2ef1V/7Mr/1nSskUzOv7e/QcbN2/VvtjpU5f+9Ttrjx8/lr7tEyeMY4PfzphFPzh7O9sZ3329Y9sG+ucO7ds564dv3cuWod+NeQt+S01JJW/52b3VNyfvryLvNm3e5ud/2crakr759EXRr83WTevGjxtDuGqv17Zt35X3h5ozd97t24H0k6pXt7atjbZqbEpyyvTvZj54mFWYmc48Px0/SZx+Fnv5MnzspxPPnb9ICluGQkEfWUg/Ozk61qyhjXVGRkZ9PHa8+ElCKVClspezsxNtXL95SxhJfyZRUdF08crCzSxqT3/XT54+E6a5zn9JGjaob2Fuxsbk43d6hn6JL/p3aN929KgRdLIO7dvQkadPn50zdz6dlTVv3mTn9o3Xr17Yt2db79496A/nIf/1E+bS9GFnzp5Lr9u1bf3P33+dOXWEziH/+nMhnd3Ruc2cn+alZ2Tk/vKvXb/508+/0onLlXNfuXyJ/4XTp44fXDD/JzoviomJ/XzyV+xv0Xfjm+9n0j9EFxZ//DaPLQ7orOCzT8fQBWJ0dMzvi5boPXJsXNw//6xq2KDeqFHD27Zp1alTeyGkm/1V169Xp7JXJXrTgQOH9R7n5MnTcfHxllaWXbp0Im9SuPM9xtf3HEvW0uUvfYt8Tx6m79K6Nf/07NGV8PX712/crHeXpcv+uXLl6oTxn9CZv9/5U7/O+4nN2/fv5wotC5Pl8c2n/lm5ZumyFU5Ojl998fmuHZvpV+Lgvh3Tpn5hZ2u7ZesOetMbXwX9COj1xYuXst8UGxv7+aSplb28VixffPmiL33r6FKVcKfzTvjjr6XiKdu0bsVOm3Dw0NHsj7Nv30HCHS3QKJcQM327WPp51EfD1q9dSX8gdPE9Z/YMuiygM9jfFy0m+ZKPz0gsL6tbUGyQfoaCYxlo4XQCLAMdEZysVtM5rkqjVrONdPYdI69u+wAAALyV2DhuZ6+DPU4VBQAAAFCshDAiQzvJWWSRFXD9qG53YWPf7+nNwNCHBACAp87UrDq3Qxhs4lLb2dzWRBvH0c5DTIT6z6LzrgMAlA7lyrjQ6xehkaTwoAK0vjFDe38/f/nte49PnrvSviXKK0IJI+49FfrsFRnpCfExtKeVrRvJZDILC4vs96X9r0lJSey+arU6Lj4hq/Az/z9LP3PHnLEK0HzhZ8pIt+IlXv3Celjx6NSp/cFDR44cPT7ju6/FWeejR4/T665dOuZ4r59/+TUo6LlcJtv435ry5d3ZyHp1a6/+9+9PP/vcz//ywt//bNGimb2dLf1WnDnLBXMnThgnlPBs0tinYYP6jx49USgVd+7cFXKZeffyZfjGjVtoY8zHI7+YPJGNrF+vztrV/wwYNOzZsyDxxLt27zt8hHs5v8yd3aN7Fzayslcl+pLpM1z698ptO3Z3797Fx7shHX/R7xKrdvnlFxPHjB7JJm7YoB69hIWH+/qeO3z0eO/ePUi+pGdkLPh1bveundngiGEfXLly7eQp31u3Aj/8YNA306aw8UMGD0hLT1+wcOfuOiEAABAASURBVBF9J5VKFTvl/f4Dh+mgV6WKa1b+bamrV12zZnV6qVrZa87c+T/+9ItPw20Wllm/zdTUNHGdzubNmtB3fuCQ4ffvPxRXBc7R4ydP6bOijRnff9O5Uwc20sOzAr24ubnSTzkpMTnw7t1GPt7kbeT9m1MoryK7C/yH2693L/rmszG1a9ekl7DwCPrXn4lSoW9En1inju3n/vgDfc9VKtXX02ewrxn168I/Vq3Q5u3WrPnv+o2brF3R02Pa1C8a1q8XHRO7d9+Bf1auZjNM+tnt3r7ZUlSGPC/27Nry/PmLrj20lb9HjhhKH1y4de26DU91P4SffvyhX99ehK9l/vnkr+iHS//ukqXLF/+5kEApQn8du/fsvyWqXs+KPft4N2DhZldXl2rVqtDfDv0hVKqorfV+jf9+NmnSSLhXPn6n0dExn44dPenz8eLn89sff9Fr74b1ly/9ky1f6Bzsl59madTq/a/mgwMD70ZFc7nAeXNnCz8Eusjwqlhx0IcjbG1sHj18TH+n5PXYmQpcXJy3bV5vY2NN29bWVt27dalQvvygD0bQb/6Nm7cb1K978rRvclIynakuXrSQ5cWpGtWr0Qv9Fa9ctfbSpSu0QVdRhEem8zr6EtatWZF9tSTHVz2gf99f5i88cep0YmKSuFTznn3cwTPdOncUgua5KNz5HnPw8FH2Yn+d95OxLk9HF3z0EhLy8sbNW3R5NO6Tj/WexuxZ3w/sry2ETBeg9K1o36kHnYHQp8EWmiTPb35wcMiqVWvN5PLly/6qVrUyu6+npwe90Fc3aMiI1WvWd+rQTly/PDu60KHfzHPnLmSvdUoXl/Sh/lv/L0uo16pVg14UCuWWrTvoSxN/rPQLQJfj/65aS1d/vv3mK7aQZWJi4077nqWNvn165fI0zl/kfll0+Tv1q8lsTEVLCzqHp41Ffy6JjIqif1cqNSVvKR+fkaCIVrcgf5B+hsKCOtAAAFAM1BpNQlKyhblcaoqOHgAAAIB3QxeANqZ7lYQi0BXty7YsX//8C20H0/IzWxd/+L0RwYY/AJBDAb5hCVGsLTeRdSrXWHfshK4GtAlXBVqXwcmqP4idhwBQOpQr40yvX4RFkMKDCtD66O7Cz0b0o42t+06EhkURgBJCXDtKqPqsUipjosJioyNY+pmuLdna2uaYflYqlQkJCewRUlJSxOlnE35Ny1QqpReu3jNf/5kloY1ZNjrbwWdY9yo2bVq1tLa2SkxMuuiXVU8xOibW/9IVZ2cn74YNst8lJTmFVVn+ePQIIRvH0I/662lfEj4W5stHiOjHyuJQ589fTE1LF6akn//e3VsPH9g9aGA/8vZ8z5xVKlVW1pZjPx4pHm8ml380YqjexNt3cmV9G/l4C+lnwccfjyxb1o029ujqOh8/cZpelyvnPmKY/uOM/3TsDzO+GT70A5Jfrq4uQvqZqV5dm0bSe9r169Wl1yqVKlR3Lvudu/bQ6759e2WPyfbq0Y3+iMLDI85mKyRMn7N4kE7WoH492oiPiye5or/0Bb/OnTb1i3Zt2+jdVKNGddZISU4lb+OtvjmF8iqys+HziLcCAsPCwsXj586Zeer4wVkzvyN55uBgP/enWSxxTp8/bdPPl93k53cpKorLOdG56MYt29hI+kNbs3p5q5bN6V0qVCj3+f8+++xTbY4tNDTswOEjpFDt2LmbNTq0b8vSz5SHR/nPdWHNk6d8WQ1vKDUaN+KOuxMC99SFC1ziv3nTJsKYZnzb3187w6e/yrt8XVhhmnz/Tjt1ai8efPDwMYvgTxj/qd6ZBD4ZO1rvvtbW1qxx+NgJcQFL+o29fNGXLixyTz9HRERevsIVJB7/2SdsiSOoVavGd9Onzv9ljqsL9/P08W7480+zfpz5vZB+FtTgs6FqtTpdtKhiOnZo/7rVEr1XTfXp3UMmk2ZkKA4dzqouHBL6khUt7tUrr8fPFOJ8j6FLWzqL+2rKJCFZK6hZk5urp6TqzxDcy5YR0s8MnctVrsyVuI6P1z6NvL/5e/cdSEtPb9asiZB+FlSrWqUun3ved+AQyRVdl2zSxIe+n/cf5FDvZPTI4UJ9boaltOnCNDEpWTy+X++ehE+3n/Y9Ix6/b/9B+h2ws7Xt2LEdeT1rK25REvYy7MbN2+Lx/fv1Pnfm+JaNa/ORfib5+owERbS6BfmA9DMULtSBBgCAohYXz5V/tre1JgAAAABQ7IRIorEW37fOda9zQcZBNTuYGmuPUguJCztx148AwHsvOT1106WDwmDHco0sZWYSLV35Z2MTY2G2gvQzAJQ6tjZWFubyl+FRKrWaFBIUBshBlUrlu3dofvDEhaVrd8ycMkaWry5wgGIj9JJmiqjV6sT4mIz0NHYTXV2ytLTUyzAJUlJSFAoFe4S4+Hi1Sm3Eos/a+LO25DOXfn618DN3bfTKYWcE617Fy9RU0r5dm9179h87drJli2Zs5IGDh+lH2aN71xw/ixeh2khuw5zi0VUqezk5OUZFRQcHv2BjOnVsv3nL9m3bdx06cqyxj3f16tXq1qlVv24dcwtzkl83btyi19WrVrPKlgZupXsVWU84OIRwKaj62R9HLpPVq1s3NDRMeLZ37t6l1/QZZk8vsXKSpACyp76sLLnnL5NJy5ZxE483M9OWCFWolITP0QbevUcbCxYuopfXPb5eqJf+vli8W8yWD0ixH2wuHB3s9bLaMbFx9GN9/vz56TPn2BiVWkXextt+c5iCvIrs2rdve/jI8Zs3b3fq2ruRT0Ptt7F+Pfp6yVtq3bKFuJIr/S717tn9n5Wr2WBI6Ev6cm7eCggP1x521rd3TydHR/EjjB45Ytnyf1k7MOAuGUQKS1RMDP1Ws7aNtfXlK1eFmzJZCUHew8dP6tWtTaC0aNaMCzHTH9GzZ0Genh5JSclXrnLJ1KbNGmdN07Tx6jXrL+sK4l65ep0u7u3tbGvoSsPm73dqbm5Wtcor87cbuhw2O5xDrFJFz4qeHk9FpfqrVvGij/zw0eOZs35a+e+aBg3q0UerV7dO7Vo1xMWYXyeQn29TDerXzX7r0A8Hi/+0UPqa8HHn6OiYyMiou/fvH9FVcFeq9Odsr4tfZ3/VFF0q0aXe/gOH9x04NGTwADZy774DdKla2atSjs8wu8Kd7zE+3g3oRRjMUCgiIiLpR3nt+g1WGl+l1H/h5cq5Z38cWxtb/u5KNpj3N//uPS5qf/KUb43arz11gN5SLEdtWrfyPXP+4gX/6tWqEv0nXFZvjK2tDWsoX33fPDwrNG3SyM//8sFDR+nnJYzfyx8N1btXd5lUSnJ9DvMX/B4bFz90+Gi6YlCzRo3q1arUr1+XfsSkAPLxGYkVxeoWvC2kn6EovId1oBWFtscyN8iKAwAwMXF8ANrOhgAAAADAu8C25UlWDDpTW1/MRGNnZt2zcstdD06zKf/z39OySkO5REYA4D226cqBNIU2w+Mgt2nmVkdX/ll7SvZXyw8aIXsDAKVSuTIu9x8/fxkeXb6sCykMCEDnrG/X1ncfPnsW/HLDziMff9CTABgkcfSZ8CFL1lufGB+blprMuk7pmpGlpaWpac45fnqXpKQkDd8Zq1Kp4uLi2Ul6tHWfdelnU4kpy0CL089snQuFn9+5Th3b796z//jJUz/MmM5OBH/s2Al63bVzxxynD9edR6Bs2TI5TlC+nHtUVHToS23+8ssvPo+MjDp5yjc5KZle0wvhSzUPHTpkzOiPrPmKvG8rIjKSXru4OGW/ycXFmb4KpS4klJKcEsvXyyxTJudny5LHwS9C2CAr3OviUjjLSD0WFpY5jreystIr96j3U3j0+GleivVGR0eLB52cHLNnB+mGD8lzcbh9+w8dO36S/sbvPXiY/Gr5TPL2Febe9pvDFPxViHXr0unB/Ydr1m2g8ys//8v0wsZ379p54oRxFSqUy/tDubnpf0nc3bOydyEhofXr1RGHRMuX139wcwvzMmVcX77kAn8BgXdI4bkTcFdo79y9l15ynOzp02cIQJcmjg721atVvXf/wfUbtzw9Pc5f8KO/EfoLEudEGzasT2e/qalpN27e8vFuePX6DTqyRcvmwvI3379TvZlYRAQ3l3Z1dcmxFG6Zsm7iADT16/yfpn3z/cOHj+lvJ0RX+d7Z2WnC+E/79en5uuOvmJjoWO3DlnEjb5KWnr5h45bLV64mJyffvXtfmS1Rmn224ujokONDZX/VTN8+vfYfOHzz5m36Git6etBPYc9erqh2n9553SIo3PmeIDw8Yt36jQ8fPaYL5SdPn+ndmv2Rc3zhdK8Zm5oN5v3ND7xzl7xJ1KtLsRyxoL/v2XMff/yR3k16B5lkPducXl3vXj3oIuDsufOJiUlsVeT27UD65hCuEnN/kis6614wf+6cufNjYmIDA+/SCxtfq1aNLyf/r0ljH5Jfb/sZiRXF6ha8FaSfoejkmIHuMb6cq0fpzEAjmgwAUJxi4hLotQMqQAMAAAC8U6JS0EZc9lmjoT3q9Kp7lZa+z6/HpnPrbIlpydsuHx7RrA8BgPfVy/ioIwFZZ7bs6dHS1ERXitBEG8bRnoHdxFhchRA5HAAoZVgA+sXLCASgixZdfkwcNeCHBSsuXrnt5eHeuml9AmBgxCfJFfrpFRnp8bFRbCTtQLWwsJDJXnsgqUKhSElJYe20tLSkpGRj3UGpbP2Kiz6bvrLSRde3+JP3mGQdcYb087vWonlTB3u7mNi4Cxf82rRpGRwccvNWQEVPD3a+9ezoB8saGrUml4elnzBrWJibLf5z4aPHT44dP3n9xq1btwNSU1LT0tP/XbV2z979c+fMbJmtZnNB0C+StZUVfTlsUKLL3mk0uT1bIV0nk0lJgb+N6tecZ0Fims+FpkajfcDV//6d92SVxKRACZsvv/rmyNETrO3p6dHYx9vZ2cmjQgUfnwb9BnxI3t7bfnOYAr6K7L6YPHHYsCGHjxy/evX6rVsBLG938PDRo8dP/m/iuLEfj8zj4yQnp+iNEX9t2FxUKpPqjXkdhTKfVV1zpMxbcW69BCqUAo2b+Ny7/+D27YD+/Xpf5EvGtmnVQjyBTCpt1qzJyVO+V67e8PFueJ0PQDdv2kSYIH+/U7pwz3Gy133tLS0s9MZUqey1a/umS5evnj17/ubt24GB9+iMNDIyauasn7Zs2f77wnm5HJ8gHKP1xrxUbFz8qNGf0uUR4U9tUb16VfeyZZydnKrwhZy/mzE7x3u9bi70ulfduJG3p6fHs2dBe/ceoDMcP//LoaFhpqaSXr26k7wp+HxPpdJfDF2/fnPi51PiE7gd5RaWFo18Grq4upR1c6tXr8658xc3btqa/UGM8/A08v7mq/mnNOGzsRPGf0oKgH5k9NtCVyfoaqfeWSCMjd/ifevcucP8X3+Pi48/dPgoq9W9/+Bhet3Ix9vDo/wb796pY/uWLZufPOl70d8/MODu4ydP6cjAwLujx3zWrWvh8lzxAAAQAElEQVSnOT/+YCaX5/4IhfIZiRXz6hboyZ5+Pr7+qTj97FrBEulnKAivOvYD/1d7+5JAjZr7sinSNAeXvehRqutAAwBA8YiL5ypAO9ijAjQAAADAO6NXBJo2+Qx0pomJWmZqOrRW58VXt7Ep99462bV2SycrBwIA76VV57ZpdP0xVW0q1LD3FMo/axPQuvLPelEcAIBSphyfe376PLS5Tx1SGBCAfi1bG6uJowb+umzDxp1H3Ms4V6pQlgAYhuzRZ0qpVMTHRqmUSrYaZGZmZm6e2ymzk5OTlUole5C4+HiVUsVizVlHl5maCkWgaVso/Mxdi7BHw7rXO0Q/kQ4d2m/dtuPEydNt2rQ8fPQYHdmjR9fXTV+hvDYY9DIsLMdEGqum7GBvLx5Z2asSOzW8Uqm6dPnKmbPn9+w7EB0dM3vOz8cO78uxiGYu7PkHf/lqCVImQ6EQ0s+ET/u5u5cNCQkNCwvL8aFYHVOhziV9dcHBIREREdmnTElNe/HihbOzs72dLdHFC9Q5ZQTj+JrThahiRU/WePjocUFKS+adr+85ln7+aPiHo0YOd3bOKrYdEvqS5Ev+vjlFwcnRccSwD+iF8Hk13zNn9x04TL8kfyxa0rFdWw/PCnl5kHC+wK2YuHapRwXuxbo4OwtjXuiqjAuSk5JZ+WeqWtWq5O29bs7pLqrd+9UXn48ePYLA+6FJI5+1azfcCgik7fMX/bgxTRrrTdO0SaOTp3xv3bqdkpwSwFeubdK0kXBrYf1O2Vw6IiIyLT09exI0LDw8+13oTJU+N3qh7aSk5NO+Z0+dPnPs+Ml79x8s+2fl/J9/fN3fqqArrx4RHu7p6aF3a9Cz58YSEzdXV7pWsmrNukePn9Cl3qwfvu3SpZOFuZkw2Z69B0ghoT/MPr170PnJvgOHJk+asHf/QTqyXds2DvZ2pFBpF0OaHA65SUxI1Buz4PdF8QkJdIE4c8Z0uhwRF9U+fvwUya+8v/l0QXb9xs2Hj56QAmvTuiVdGp67cLFbl04kv+jqQc+eXdf/t5kFoOnKw+HDRwlXwDuvhbrpF7tH9y70QrgVkvATp04fOXr85s3bhw4fa9y40cD+XCGW4v+MCnd1C/Ioe/r55KagW75RwgSuFSw//LIO0s9QQJ41bAdOrCVkoDPSNAeWIAMNAAAFFRXD7UNzcijkrRUAAAAAeFviItCsmJgkU6LRZHqXrVn5aflHscGE39O48tyOb7sVqMYEAJRQN4LvXgvWnlLYiBj19GxpYsyiz3xpQj76zIefjdlsRDgTO3YSAkDp4+bMRbwio+NIIUEfam6qVCo/qFd7tUazeNW2xGylIgGKH+uVJ6KSz5RSoYiJDIuOeKlSKulNUqnUwcEhl/QzvUt8fDxLP6vV6qjoaJZ+pky50DP939SUPoqplP+H/itl611sGnb0qnh9C6tc71znTu3p9Wnfs/QD3bf/EG1369L5dROXLetGP03aOHX6TPZbr12/GRXFxUCrVeMCnRERkWvXb/x6+owMhbbALf1+tGje9LvpU6d88T/CZ4bCw7VB0rx/E2rV4qpT3w4IZH9LzNf3rN6Y8nw865Tv2ey1SJOSklmR1BrVqupeHZccvXzlmkqlX0P33LkL/QZ82L5jtxR+fs7ehMRE/QATfUriIGyhkEml5cu708aRI8ey33r/wSOfpq179h544YI/eXuZOb3tLLHn4VFh2tQvxOln6uGDR6xBd7sII/Py2b3VN6copGdk7Ni1Z9aPP9++HSiMrFWrxsQJ45Yt+YMNsuRoXvieOauXBT95yldoe1WqSPjXYqkrULp77/7YV5Pxa9dvyJqez6u9LSNj/ZrTTIVyWbnVwLt3xXd59PjJth27/fwvvwgJfV2pcii5GjZsQH9lDx8+vnU7MILP6LM8sVgzPhIdEHDn+s1b9DtAfwJODlnlIgrrd0ofljV8fc/p3RQVE3P37n3xmDt37y/9e+Xvi5YIY6ysLHv17Lbo9/ndu3VhzzaXv1WunDtr+F+6kv3WL6Z+06VbnyVLl9P27l376HXf3j379+stTj9Tjx49Zo3cTxeQR3369KRzRfoRXLl6jb2TfXr3IIVNwldfjo9PyH7Tg4ePxIP3Hzy8dYubuU0YN7Z5syYmr5Z2fviYe+2azPy88Ly/+eywkAt+/vQLoDeZQqHs3K0PvaxctZbkQbNm3Hf4zJlzpGD69ulNr69euxH8IoTOwOks2s7WtkuXjm+845mz53/9bdGu3fuEMWXKuI4Y9sH6NSvoL4gOBuoWJcX2Gb3V6hYUrhzTzzdOZB1Kh/QzFCKWgTY20a4Bsgx0RHCyWk23XVQatZpt4Iu3+gkAAECuIqO5PRXOjghAAwAAALxL4k5zyoTVFdMVdv2oTg9hG//ys1t3Qh8RAHjPqDM1K85mnSiymWsdZ3Nb3anZdRdtDNpEiOIAAJRWLk5cObbo2EKrTYkA9Bt0at24Qe2qScmpi1dtV6sLIVEBkD/iTlCNSFxMZFREqEKRQfjzmNvb21tZWeXyOAqFIj4+nj1aampqTGysETHSVXnm0s8s8WxqKuWGTU1ZNWhj7YaaiTj6THC0mcHw8W7g7OwUFx+/cfO2Z8+C6tWrw+K2OaKfY18+yLVz556goGDxTbTf/a/Fywgfu2nTuiVtxCck/rrgj/0HDmcPKrFPn05pyxdUJlzM15Q9CHmTTh06EL664dK/V+jdtHXbTr0xPbtz1azv33/Ist1i/65aS181bbRt25qN6cFPHBERefzEafGU9Au/fedu2mjZormFpQXRFY3287uUmpIqnvKflatJEWCv4uatgAMHj4jHq9XqBQv/SElOiYyOqle/Lnl77G2nVMqsdz4jI53/Vz8zQd+H9Rs2af+0qKRlXj67t/rmFAWZVLp48fJt23cdPHxE7yZhXuTk5JjHR8vIUHwybuLlK1cJ/7YsXrI8MFAbNW7fro25BXcMiYW5WQ8+vkm4rHzSRyPHnr/gR78wz5+/+POvZX//s4rd5GBv179vL/L26CsS2oF37tJfRExsHL2mf50+Bzb+yNETh3S5+Zcvwxf+9ues2XM/Hju+c9fej588I1C60K8cnZ/TxqbN3E4Q74b1bW31T2Ts4VnB3b1sfELCgYOHiS4PLSis32l93XJk1ep1CoVSfNO2bTuVylfmFbdu3V667J81a/+LjIzSexz203TO9YdJf7bNmjWhjc1btuvdRH+hD/hjNjp16kB/pxkZGTk+Qmxc/N592grQmYURgHZycOjYoR3hXv56On92cnRs2aIZKWyODtx2HX3T6KJBPP74iVOPnzwVj0lPz3jdg/j5X2b5ck2+tlPy+OYT3Zkl6Axw6dJ/9KZc/s+/L16E0Ev9enlaitWrW9fO1vb8eb8CBvuqVvGiKzyEm08eP3bsJG307NlVPF99nX37D65du2Hz1u16cXlhUeLoqP3GFttn9FarW1CIkH6G4ocMNAAAFK5IvgK0m3Ned4YAAAAAQJESMtDaItC88rYurSs0FKb5+8yWTILtfYD3y5GAs2EJ2k40uYmsU7lGfNzZWJx7FoVxsk7GjkAOAJRKFuZmdHaHAHSxGju0d1k3p6fPQzfuOkIAil2OVZ+pxPjYsJCgtFSuli1dG7Kzs7Oxscn91NjJPMLXR4yJjU1OSeHOnmFioo0/m/LRZz79bMqXgWbVoNkE4lUt9mhY2TIc9AvQtTNX8nARX4CzM59VysWkSRPtbG3TMzKGf/Tx4SPHIyIiU9PSr9+49fHY8VeuXqcTfPrJGGtrLklftYpXlcpetPHL/N/E9YnPX/D7808uSNepQ3tzMzkbaWHJ1cp99izo1Kkzl69cTXl94fzy5d2HDB5AG9u275o1e+7TZ0HsW/3rb4uyF6Hs3as7SwR+/8OP/6xcHRQUTJ/5o8dPfvr5V1ZssnnzJi2aN2UTN6hftycf0vpl/kL2WtLS02lj8pdf+/ldMpPLx382lk3ZsEF9eh0TGzdt+gxW3DEhIXHO3PmbNm8zf7WwaKEYPfojd/eytDH9u5n0VTx//oK+55cuXx03YZKf/2U6ftwnYyzy9Xfpz5NFuk+e8uXyag+5MpM1a3A1tul7teD3P1k5STr3OHvuwvCPxl6+co3dMS0tTXiQPH52ef/mFAU6z+nEFzv/b8MW+s0RIpiPnzyd8cOPtOHq6tLIp2HeH5C+PyNHj+vdd3DL1h3//udfNpL+mqZM/p8wzeTPJ7APjnry9Nkn4/7n3aRV1x596Yco5FF++flH+qfJ27O1tRVmpNeu36zboAl9JqF8XepJn4+Xy2Tspq+mfkuf55ChIzt07nHu/EU2sn/f3vTnSaDUadzYh17T3xe9btq0cY7TtG7VIpdpCut3+r+Jn9Hru/fuj/z401u3A9mc5OChI6tXr9ebsl3b1nRGpFarp33zPZ2NsJEKhXL9hs3skI8und9QlHfaV5PpT4/+lqd/P4v9oZDQl1u27Zg67Xva7t61c80a1eiPpU6dWnRw5+69Bw8fZXekc/jtO/cM+fAjoUB7yqvHtORbn15cjpz94vr36537+lX+NGhQjzW+nzGbzl4IH1KnM7evpn2rtxiqUqUymyEsXb6SfiJsZFRMzOIlyz//YiobTE3L5wvPy5tPG00a+3Tr2onwC+4pU6fff/CQvvn37j+gy83lK7ijQdq3a+PdsL7wsPSj/3bGLHqJjonV+4t0TbNFi6Zx8fG3bue1Zv/r9O3DHXxCl+8X/S8RXU3oN+rYgVuU3Llzb87cX+N03xz6Ffph1k+hoWG0LZSRLrbP6K1Wt6CwIP0M7woy0AAAUFjo4iIuPtHSwpx2mRMAAAAAeKeEqKKxFp+B1sWgB9fsKDXW1jMKiQs7cdePAMB7I0WRtunyAWGwS/km5nS/M0vpSLJi0Eg/A8B7xcnBju7aSi6kzn0JgTehnfSTxgyeuWDlGb8bFSuUbdEoPxU6AfJH3OUp9M2np6bEx0WzCeiKkaWlpfRN5e64wHRiolqtpitJtFc1JjaWbnaZ8NFmftXKlGWguXNrcLlnruQzO9TMSLeehcLPBq5jh3br/tuUnpFBP53uupq1r2NvZ/vH7/Nmz5n37FnQlKnT9W4dPWrEZ59+LAwu+m3+iNGfREREjh03UW9KJ0fHSZMmCIONvBvSv56RoZg4aQod/OvPhR3atXndc/hy0sTnz4P9/C9v27GbXoTx4z75eMeuPdHRMeKJ5/4068effjl/3u/Pv5bRi/imVi2bz/v5R/G55qd+9UVKSuqp02c+GvWJeEr63L755qtqVauwwQH9+9C/fvTYCTpls5bthcmGDR1Crzds3EIKlZlc/sfCebN+nHvn7v3sr2LkiKGjPhpG8qtp40YnTp4+cPAIvdSsWX37lv8+Gj704OFjQUHP167dsG37riqVvYKfB7OAIH3HQkJCnz4LCg4OER4hj5/dW31zisIXk/939+79GzdvzfrxZ3oRN6KVCQAAEABJREFU30S/Az98P53OvvL4UAP69bl+4yZ9Hx49fiKMpHefOWO6h2cFYYy1tdWSv36b9s33D/lkuR73smVmzfyu2WtSqm9EVzB6dO+y/8Bh8ciIyEgPj/JelSpu2rjmiylfP3/+gvClWMXTtG3T6vvvvyZQGjVuxAWgWTn2pk1y/mrRn/zGTVvpNJZWlg11AU1BYf1Ou3ftfPfe/TVr/rt58/YHQ0cK41u0aErXD3zPnBfGuLq6/Lbg5y+/mn75yrXuvQboPY6Pd4O+byqRTudR836ePe/X3/fuPUAvejfN+uFb1v5qyuRhI0bTOdXUad/Nm/+bu3uZhw8ep6VzBe/pXHTt+o20EfziBf0FkQJr1ap5mTKuL1+G03a/fnmK1b4t+jP/5usp9IXQGVHP3gOF8fQd69Wz+4yZc4Qx5mbyqV9NnjN3Pp17Dxg0zMOjglwue/DgEV0ttLC0oHMzutyMiIhKTkqmXwnylvL45lPffP2VSqU+dvzk4SPHWf5e0Min4bxf5ojH3Lt3f88e7tHGjR1D+DrKYq1bt6SzPl/fs/Xq1iYF0K1r53nzFl66zM0h6W8hj4eFdOnc4eq1QZs2b9u6bQe96N1KfyOVvSqxdnF+Rnlf3YJCgfQzvFssA719SaBGzX0VWQa6x8RyLuW5WYSwOssOv6Fr6fRbim1wAADILjyS23vGzhkKAAAAAO8c24QnWTHoTL4ONO1911jLLfpUbbPtnna36n/+e1pWaSiXyAgAvAe2XDqQkqFN+DnJ7Zq41jIx5nI6LPfMZ6BN2BnZhQQ0AQAo7exsrCKiYmP5Y/tJgSEAnScOdjbjR/b/bfmm9dsOubk4VqpQlgAUsezRZ0qRkR4fG8VyUXS9x9LS0szszSVjFQpFcnIy6zRNTU1NTEoy4cPPlKmpKd3s4q65ELQpO8qMpZ+15+YpmYWfn4eEVXB3I++TBg3qubg4R0RENmns4+jw5p6PRj7eu3ds3rpt5/UbNx88fBgZFe1VqWKDenU7d+5Yly+xKfDwrLBv97ZtO3adO3chPCIiPDxSrVZXqujZs2e3/v36ONjbCVPWrFl92ZI/tm7bcf3GrbS0tMSExFyegKWV5Yrli9dv2Lx69bqY2DgHB/u6dWp3bN+2d+8eO3bt0ZvYvWyZFX8vPnb8pO/Zc48ePn76NKhs2TI1alZv365Nh3Zt9L6T9OUv+eu34ydPn/Y98/DB42fPglxcnSt7eX02boyQfiZ8nmDB/J+aN29y/rzfjZu3TE0l1atVa9Gi6eCB/X+Zv5AUAfr+bN28fteefZcvX6XP6smTZ/SJeVSoMHrUCFbiOt9+njOTvkV+ly4/ePAoJYUr3kzf3o3rV61bv/HCRb/Q0LCbN2+bW5g3bdKod68ePXt0/ennX58+Czpx8tQXkyawdy/vn13evzlFwdxMvmbV8gMHDx8+eoy+rojwiLT0dPol7Nq186CB/egzyftDOTs7btm4lr6Qi/6XbgfesbK0LF/O/fOJnzXIFietUtlr+5YNx0+eunDB7979B8EvQuh3jH6jateuOeyDweYFWxub+cN3Mqns0JGjqalcQe6aNapZWmqzcfTrunXT+lWr19EPi17CXoa5urnSn16vnt06tG/7nm/6njjr37ZFIxPjUngmkzq1a9Lfb3JSsp2t7et+U42bNKKzLKVS1djHO8fQf2H9Tqd+Ocm7fv1Ffy199PiJublZrZo1fXwafjJm1PTvftCbsmOHdvv3bN+0ZRudnUZGREVFR7OnQWc4PXp0lb3pMC2qe7cuzZo22bBxS8CdO/fucgV0y5Vzb9+2zbDhHwh3pz+Qnds30R9FQMCd0NCXt24F0mVH69YtPhgyiM5FL/pdevjo8fHjp1q1bE4KjC4jmjVpQpdHTZs2pjNYUjRGDPvA06PCkaPH7967HxYWXrNmjXp1ao8dO+rs2fN6U34wZGD58uU2bt769OmzFy9C6ILYw6N8k8aNRo4YJpNJ6fOkK4cnTvn26d2DvL28vPmEX7wu+n0+d+zQ0eOPnzy7d+++tY11OfeyvXp179+391vNlFo2b0anp7PfyQXL9VqYm/Xo3mX7Tm61gVWDzqPvv51GZ6Q7d+199PhxeHhEYmKSXCajKxV9evekKwbiKYvtM8r76tb74PL1QK+K5e1trUnRQPoZDAEy0AAAUHBhkdyWl5uzAwEAAAAAgyEqBW1E++K50zzxdV47ezX1Db4WmcKdMS8xLXnblcMjmvYhAFDavYyPOhjgKwz29Wwt4ecJJiYs/cxXLOTqxaP8MwC8X1g/YGx8UvmyrqTAjHAyzbw7eOLCrkO+VpbmP077xNrSgkCpIHR7UyqVSqlU3gpKCEtQyaUmXbwrkHchx+gzfWZxsZFKhYK26bqPXC4XQnK5S0pKoi+KdZfGx8dnKBRc7Wd2Ng32P1/ymRWBZmOEws8lNP1MTfh6bqsmDXt1bWsmf+tjZ9kbrubRtz0sJnnC4rN0vExqsnHmAAIAJdbDR4/79BvC2uPHjZk4YRyBonHuVvCf27gzuFVxNZvYo6JcJpfKKLmpVMoOtuEWNK8uX97K+GlzXV0cB/fuXNXLg7wlYblPZ/L0f4VSMXfj1ZtPuLpZEwc0blPfgwAQQteXOnTqERMT+8vc2b17dScA8KrhP+5My+COyfxhoJebgyWbyUvpTN5UKuEOsCxQpYr12/Zfv3W3a4eWHVo3KfRjXd6Yfi5byXrw57WQfobi8exuvJCBpmRmxr0+L+/kbkE3z1nVF/FWOUG3h8ET719Sq1R0PTNk1caka7fpTRbubt4zpxAAMEjnJnyrUShoQ9bSx6JNM5lcLpPS/2R0xYbVjGBzY5LrfPhpeOLtp1wcuYpNirlcSvfcynimvCKq47X/+Pk9h88M7Nm+S9smBEqvrIWLWk3386cmRiW88Kfjy1ZpZmFTCH2EAAAAULjE+53UahY/4LYQFQrlpReBi69sZZPRzf6/h85ytsbBbACl3Jz9S68F32Ht6rYeo2r0NJVI6K50GbflyWjzOrp9gcbYEwgAxeBZwFFleorS2JpYeAo7svhZkqmkwHGOvNh1yPfgiQtD+3dp17whKTBUgH4L3Ts0f/ws5Pa9x4tXbf9m4gi6+CEAhUo4ICFThG4bxcVGpaelstkKne9YW+epHBrdrEpISKDXtE13j0bHxNBHYLWf+cCzafb0M6sLrZd+zvEZFlBRr67Rp3nG79qNwPv9enTwqVcLK4cAAKVMeET0nys2NqxbfUCvTjZWeToiCCDvjhw5HhMTa21t1alTewIAxU6hVO09fPrS9YChA7pXquBOCkle0s9DJtc2lb77Lf2M9IyGtXOuZy83k7s4Ozk6O7qVcfWs6PHBsEF0ZvW6x3l4/7Hv6bM3r9168SI0LCzc3b1MtRpVq1Wv2tC7Xu26+ucE+PeftYsWLmFtCwvzA8d3OTk5Zn/M33/9a/XK9axdwaP8zn2b6FMixWXrph1zZs6jjSpVvXYd2JLjNLRn8dD+o1cuXX344HHQs+flyrt7Vank3ahhn349cjxzwjuUvQ70/iUvek4s5+T+yiH3qAMNAAA5Co/gDuVFBWgAAAAAQyMuAs3OuCzJlGg0md5lalS2L/8oNpjeqtao11zY+XXXTwgAlF43gu8K6WcjYtTdo4WJsTErS8jqEgrFn9nsAulnAHh/sArQcfGJpDAgAP12Ph3Rd84fq58+D920++jwAV0JQCERR58Jn11mvfIJcTGpKUmsm5OuBdnY2BjnrQqaQqFISkpi7bS0tPiEBO3qk4kJX3dEYsr9x2WghWrQ4vRzEeWeGdZxm30kKWyJSSlrN+89e/Ha0P7d3VwdCQAAlC7Xbt27c/9Jj06tWzf3LvQqofAeOnf+okwmffEi9K/Ff9PBT8d+bCYvvlQfAOgJj4j+bem6Jj51endpW/BjXUpQ+jl36Wnpz5+/oBc2uGXj9iUrFtWsWU1vsrTU9Hk/Ldy5fY945ONHT+nlwN7DtN25a4cp0yaVcXcTbh01ZvjRg8fv3XtA2ykpqQt+/uPXP+bqPezTJ0Eb1mfFjmfP/b4408/JySkrl6/JfRrfU+fm/jg/LDRcGHP/3kN6oa/6vzUbp/8wrUlTH2JI9DLQ6SlqZKABACCPXkZwNafdXLDPEwAAAMCACBvvDO2ez8w0oT3/JiZq2hv/UZ0eM3yXsW5yv6c374c/q+bqSQCgNFJnalac3SoMNnet42xuy4eeTVg8hw9Bsxi0SfaIDgBA6cYC0LGFFIBGUuTtyGXSSWMGy6Smvhevn798iwAUBr3OeLVaTfvjk5MSwkOfpyQn0jF0jceOl8f0cxKP8EHqmJiY+IQE7uhSXe1nLv3Mn8BRoj24TMIdeWqUQ8ln4fx6mYVK7zGFv1W4MWvB0+chcxet2HXgpEKhJAAAULqkZyh27D8+94+VDx4HEYCC2bxl28jR42bMnBMVHV2/Xt3hw4YQAHjX/K/cnv3r36fPXynIxkKpST9nFxUZPWHsZEWGQjwyKSn544/G6aWf9Rw9fKJn1wFbN+0QxtCtztnzZgg1kg8dOHrJ/6revX79+Tfhbw0c0s+7UYPXPX5g4L3Y2HhSeKKiokd9+El4WEQu09wJuDvty2+F9LPcTF6nXi0nZ20s7MnjZxM//YJOQwwMy0Abm2i3xFkGOiokRaVScjsH+P0DwhY0KezjkwEAoOQKDY+k+3GdHGwJAAAAABgeIQOtLQLNK2/r0qp81nneV5zZnEmwmQ9QOh0JOBuWEMXachNZx3KN+LizsTj3bGIiPjW7Eco/A8D7w86WO7spAtDvjLOj3bgR/Whj/bZDz0PCCUAB5JgMTktNiXgZHB8bTdt05cbGxsbBwSGP5+qld4mNjc3IyCD8mX/DwsJom9uy4v4zFiee+ZUp3fk0dMeTiZ+JWtfPytqFRfOq7DFoUgTo3zlx1v/HhctvBT4gAABQ6oRHRP+5YuOqjbsSkpIJQH7VrFmDNdq2abVsyR95XPsCgKKWnqHYvu/YvL9WB+drA7ykp5/LlHVbvWG5+PLv+r/HjhtFN+jYBNFR0QcPHBXf5esp39++GSgMVq9e9eNPPvpr2cLvZ37do3dXoWZzRnrGzz8uuH/3oTBljRrVRoz6UBj8aeY8pVIlDB4/cvL8WT/WdnF1/nLq57k87XO+Fzq27j7jmx8f3n9MCoZ+art37h/YexirTp2LGd/+mJqSxtpffTP5wuWTm7avPX3hCH3HyrqXIXz97CmTptMtZWJgkIEGAIC3FRUTT5cP7m4u6BoHAAAAMDRChFHoh+dLlWlj0INqdjCTaHfOPI0OOXHXjwBAqZOiSNt0+YAw2KVcE3OpnK/9zJcp1MWgkX4GgPeWtgJ0XOEEoNGpnx91anj169Zm1yHfRSu2fP/FKAc7GwLwlsTdlkJnvEKRERcTqVRwJbXomo0FL++PmZGRkZycnMmfVUepVNI2vXvWdhUrAo6rOxQAABAASURBVM02sIyIEf2zGpWaaDI1auHwU3pfocg0O0EPyS+9k/OKV9S4Nv/nTKXy7CtzmUV2St/Y+MR/1u+oUqnC0P7dnRztCAC8Z6pU9robcJVA6XXt1r0795/06NS6dXNvE2Mc5gdvbcJnn9ALAQCD9CI0fP7iVS2bNKTzeUsLszzeqxTUfpbLZY0ae+uNbNLUh27xrV21gQ0G3r7Tt39P1t61Y+/Z0+dZ28rKctp3U/r06yFsYQ0ZNvBlSNjcOb+eOXWODqrV6p9mz1u3aaUQpx7/v09OHvd9HhRM28+eBq1d9d/YcaNoOy01/fcFi4UnMH3GVCtrS5KrjPSM3Tv30Qt9tkOGDmzXsY3x2y+dL/lf/WPBYvoC3zhlRHikELb+cMTgkR8PE26iT2Dq9C8mT5hK2yEvQu8E3KtbvzYxMCwDvX1JoEbNfWlZBrrnxHJO7q/sE2Dvod7mNgAAvIeeh4TR6/LuLgQAAAAADI/Qz66LQWfydaBNJBKNtdyiX9U2G+8cYVP+57+nZZWGcomMAEApsuXSgZSMVNZ2kts1catlYmzClys0YTULWcVCVgJa7zztAADvAwtzMzr/i41PoGtMBZ8FIhqST907NG/VpH5icsrCvzempKYTgDwTF20Sqj6rlMroiJeRYSG0QW8yMzNzdnZ+q/RzWlqakH6m16amprY8a2trKysrC3NzczMzqZSOlpjQNSiSqVGr1PSPZaQrMtIy0lPpJTUlKT0tJSU5kTboNWukpSaLr4ULnZJdCxf6CHrX9JGFtt70aSlJqcmJekWgi6eK1cMnz+f89s+BY2dVKjUBAIDSJT1DsWP/8bl/rHzwOIgAAEDpQjcXzvpdm73g7wuXbuZl06EUpJ9zUb9hPaFNtwSF9qp/1gntjz8d2bd/T72952Xc3Rb8/rODoz0bvHn99sb1W4Rb5Wby2XO/Fwb/WbYq7CVXeHv1yrUvgkPYyPYd23To1Jbkmb/flckTp/Xs1H/d6g1Jb3muhoN7Dwvp545d2ruVdX3dlKmpqX3792rU2NvRyaGPLg4uKFuujNC+f89AzwuEOtAAAJB37NSUFV6/ZAQAAACAd04oBGZsbKQ9OzNf/7V9pcbOFto9M4lpyduuHCYAUIq8jI86GOArDPb1bC3hf/vcHMCEnbXdRFu7EOWfAeA95uRgR3s8MvgqsQWEAHT+jRjYtXb1SpHRcYtWblEoDe4MqmCAcow+U7HREWGhz9PTuXP1mpqaOjk5WVtbv9Ujq1Qq+oBmXMRZSteYuJjzW17Tla3s47UrYYV3rVfjWanIyHy1B7d4qNTqQyfO/fjbcsTjAABKpfCI6D9XbFy1cVfCW6asAADA8KWkpm3cefC3ZevCwqPfOLGw/VXK0s/U40dPhHaFCuV1I5+y4s2UW1nX4R99kON9zS3Mxo4bLQwe3H9UfKt3owYDBvVh7fS09F9/+eNFcMgaXbVpOzvbGbOnkzdp37ENfRALC3NhzPPnLxb8sqh9y64/z1kgPMk8cnRynLdwzh+L55vJ5a+bxrOix5x5P6zesNz34tEaNarp3XriyCmh7epmuFkxZKABACCPWAC6PALQAAAAAIZKfJ5kdsZmod4r7c4fVqurMOXemycjE2MIAJQWq85t0+j22lW39fCyK8d++9ros9Yr8WcCAPD+sTDnTveqUChJgUkI5BddCI0fOeCXv9Y9fR66bO2OSWMGY7EEuRB3TwodlkmJ8YnxsWy8qampjY2NRJKfXyULKxMDRl9yWloaa7MjXU1MZbRFO3FN6K38mXyFMwEVz8l8o2Pi/1yxsWHdGn27t7e3fbvEOQAAGL5rt+7duf+kR6fWrZt7mxjjqD8AgFLl6fOQuYtWtGvRuGuHFmbyHE4SKgRDWWC0NKWfo6KiL5z1X/vvf8KYlq2bscadgLvCyDp1asnkrz19agOfrALS0VH6UfIvpn1+9syFyIgo2j5+5OTzoOfpaem6m/7n6ORA3qRKVa9Zc7+f+u2XRw8fP7Dn8OVLV9n41JS0Teu3bv5vW6u2LT4cNrh5yya5P46Do/3U6ZMHfzBAbiYn+aJSqX6b/9d/azexwQoe5Zu1aEIMGMtAb18SqFFz32GWge71v/KOZc3Fkxnz6zbFtvkMAACGhnZJ0OsK5dwIAAAAABgwoaqrsbERn4E2lmRKNJrMuq5VajlVCozijm9Xa9RrL+6a1mUsAYCS70bw3WvB2jPaGRGj3hVb0T5KPvrMXbHoM6sHz2YLLAZNUP4ZAN4/UlMu6JhRGAFoZEEKhH4SU8Z94GBnE3DvyfrtODUJ5CzzVawDPjUlOSwkKCEuho6h6zT29vYODg4GHmLOH/oC09LSUlNT2cun623qTKNMIxP2VghvC3lHxauu3br744K/j56+qNZoCAAAlC7pGYod+4/P/WMlSv4DAJQ+dGPixFn/2Qv+vnwjUO8m8Yl3qFObn5fc9PPTJ0G1KnuLL22bdfn+m1lJurMcjBg1tHbdWqwdFZkVZS5TNrdElLt7WaEdGRGlty1mY2M97dsvhcGH9x+zRpNmjfoN6E3yzMLCnE6/esPyg8d3jR03ysXVmY2nf+7MqXOfjp747bSZuT/CpCkTPho9LN/p5+TklE9HTRTSz5aWFouWLjA1NfTt7ux1oPctDo4OTVWpVWq1OrPYz6EEAACGJjo2IS09w83FUWrwCzUAAACA95kQamRY/Wd6xarADqvTXUg7Xnxy4374MwIAJRzdc7fi7FZhsLlrHXu5NSv4zH74fAhaoq3/rIs+AwC8n6SmpoQLQCtIgWEHWUFZWph/9dnQOX+sPut/w8nBtlv7ZgRAR5zrFXrfFRnp0VHhapWK8EWbrKyszMzMSCmVnp6uUqlY7lmj0ShVGsJt3ZnQdb/EpJSbdx6xc/4YiRC2KUiKj0Kp2nv49KXrAUMHdK9UwZ0AAEBhsDZKyExJvHRDwW/L04150fY8vZDiO5Y5PCKaL/lffUCvTtaWFgQAAApMRtItjFID7j5+Zi7l996ymTzXjWOsW6vP30z+RWjEW01PNyvWbt578fLNwb27uLk6CuOFo09Pbgq6fjxcGF+iaz/r8azoMXHyuM5dOwhjkpKShHbudZqtremWqCVLUdM3Kjk5hQ6KJ+jSreO+XQfOnrkgjJHJZbPnfk/ypYJH+UlTJtBne+G8/9JFy+8E3mPj4+MTSJFJT0v/ePg44W+VdS+zaNmCylUqkZIgex3ofYuD+0zycChrbqQ2Yn2nxXwOJQAAMByPngXT68qe5QgAAAAAlAR8BWhjVhaN7jzTZHI708pYObTzaHQy6DKbZsWZzb8Nnm5EsIEPUIIdCTgblhDF2mYmso7lGvFxZ2Mh98wqQBu/mpEhKP8MAO8lqZQLQCsKowI0AtCFwNnRbvInQ+YvWb/z4GlHe9tG9WsQeO8J1ZjEtZ9VSmVMVHhGRjpbfbGwsKB9zqSUysjIUIiO0khJTdNouI06Y36Fjr4v8UnJJ89fJQYjPCL6t6Xrxo0cVLu6FwEAgAKzMUrITFVcuhlJDMO1W/eSklMnfTKUAABAgcmMMuyNYwPux5LClpmvgyEfPnn+y5//Tp04qlxZl6yHysx8FhAvTj9THYdUKgXpZ2trqz+WLmjcxFtvfJkyWVWfIyOic3mEpKRkoYa0lZWlXvqZmfnTd326DRImmzhpXFn3MiS/khKTDx86dmDvISGRXNSWL/1X+FvNWjSZ//tPdna2pOTwrGFbs5FzgJ/2kID0FPXRVS+GfOelpp2mGmONqIMEAADeN4+fhRAuAI06DgAAAACGTnzcclYGmu8wl0gkA2u2vxhyO02VTm99Gh1y4q5fxxootwdQUqUo0jZdPiAMdinf1FwqZ9VD+AIi2hg00s8AAAw7s1kGAtCGo1KFsuNG9Fu6Zse/G/daWpjVqOJJ4D2mV/hZw4uNjkhLTWFbOHK53Na2JPW8vhWlUpmRkcFeKb1OS09PS0s34svBsVU39s7YWFm0b+GdVQGaXRNSKBWgD544R96Sq4vj4N6dq3p54FTCAACFIiHTxsXCqFEVu0KvAJ2PmbyZXNazc+vWzbwJAAAUhoxMWazGvnUNe8vCrgB9887D0LC3KwJNValUQagALV6fr1DT2qeL65UjWRnoHYsDP/yqrr1LiTkJT8VKHnsPbw8Pi3j+/MW/f6/297tCRyYmJv044+eVa5aWcXcTT1yhYgWhHfIiJJeHfSG6tVr1qjlO4+LqXLd+7fNn/dhgu45tyNujH4f/xcv79x46evhERnqG+KYmTX0+HDaYFA2FQrlz2x7WbtO+1Z9LF/BnIipJLh4KFtLPlNzCuM0wZ5VKRdej6B4GoqsdRdBHAgDw/nn09AW99kIFaAAAAICSQHwSJ76HJJPbmabJ1Eg0FlKzflXbbLxzhE35n/+ellUayiUyAgAl0JZLB1IyUlnbSW7X2LUm3V0u4ftIJSYsA83tRGe9pShtAACACtCGqEHtqh/06bR5z7HFq7d/N2mku5szgfeSOP1MeyVpIz42OjEhjt0qlUrt7Oy4EsilkVqtTktLE94B2k5KTqHrbaynWTiIjUXf7Gys27dip/wwMX71PB+kwD24b5WNk5pKunZo2aF1E5NS+rkAALwTiZk2rhZmjetXlMvkUhklN6XrsBJTPgxtYlSAsoVvG4D2rlejf8+ONnxtSxzlAgBQKDKIPCNTXruGl5uDJZvJ0y0dU1OpxNS0gDtwY+IT3ioAbW1l0a9Hh0b1a+mNF87D06yPm0qlvnFCe+bB5ETlpoW3hk6tZ+csJyUEfSfdyrjSS/36dUYO+zTgViAd+TwoePwnkzZuX2thYS5MWbFS1sHYl/2vxsbG29vnfOTtqWO+QttDFJsuRC9Dwvbs2n9g36Hg569Esa2sLHv27T5oSH+vyhVJkaHvT1xcPGuPHjOixKWf/Y68OLv3uTAoNSNtR9lZOXLR50x+P4OR7kuOnhKDJf5o1OmK+LuPCAAYJDpfFdolYqaakpoeGh5laWHu7GhHAAAAAKCEEHrA6W4zvgy0Easp0L5S45NBV8NTuBN5JaYlb79yZHjT3gQASpqX8VEHA3yFwb6erSW6uiF8+pnvHTU2QflnAACBKSpAG6YOrXyi4+KPn7n829+bfpjysZ2NFYH3kpB+TklKjIuN4ko08SFge3t7umpDSiP6YtPS0tRqNVs/y8jIiIuPJ5nESLcGp12ZMxGOajMRghFZyeh3cZRbrepeQ/p2tbe1JgAAUOo4OtgO7d+9qpcHAQCAUoduOrRs0rB317Zmcv26OMLhLiwh2rQ3Vzc3wFd7VGpyonLjgpslKwPNyOSyhYt+HtDrw6SkZDr4+NHTH6b/+Ntf84QJnJ0dm7VocvG8P23Tadav3jD5q4nZHyc+PmH92o3CYJ9+PUlh27ppx5yZ8/RGVq5SaciHA7v37mppaUGKWEJ8gtB2cS1hB6j7HXlxZneQMCg1I62GW1nRVxuwAAAQAElEQVQ7mHCFn/mvtCZTo3dMF5LQBi49OubWH/8QACgJxPsqiUG6EfiAXteqWoTHEQEAAABA4dIrAk2btKNco8mUSDRStWRk3R7zLq5lU+67dbJzzRbO1g4EAEqUVee2aXT762rYenrZlWO1nrXR56yAjLG2YiB25QHAe09qyleAViIAbXgG9+oYHZtwI+DBwr83fvv5SAvzEtafCgUk9EGq1erwl8GKDO4Mv2zdhd4UExPDbmUbOcK1cPfXreUUfPwbx7B1LIlEYmb21ieDTk1NValU7DGVSmV0TIxGrRHizvQxjY2Fg9q0R7jpzu3BDRtlqw9XPGt7jg62A3t2ql2jMgEAgFJHKjXt1qFluxaN6DKHAABAqVOxgvug3p3Lu7vmPpmwXdG4pyPdRrt7LpENltwMdFn3MjN+nD7ti+/Y4NHDJ5pt39N/YB9hgq++mdy/5wdsy3TThq01a1Xv2KW9+BESEhK/nTYzNSWNDXbu2qFu/dqksMXGxgttU1NJx87tBwzp26ixNykuVatVWb1hOWs7OTmSkiN7+rnZELmVg7H4ZFMMzmthmF7ZoYGuLIASJXt1BsOcz167dZ9ee9etRgAAAACgRBEXgeYD0BpNJteHXt3Js45z5duR3ImDlGrV2ou7pnUZSwCg5LgRfPda8B3WNiJGvSq2NDFm0WcJOyM6X/6ZD8gYGxXiedEBAEo0KSpAGyy6eBo3ou/8Jf89fR66aOWWrycOl5S0E61CAbEaYwpFhiIjQ5xvppswQuL5de3s18JjZh+vd1/hCWQfn5cxarVaLpe/bfo5PT1doVAILzA6OlqhVLJYs7bKM12VezX9LMmWfhaf5IMUC/oMOrVt1qVdc6TiAABKJVT3BwAoxSzMzfp0bdesUb1cth6EsjqZojE+3e00avX9iylsTMnNQHfr0fnUcd8jh46zwV/n/t60aeMy7m5ssEpVr4FD+m3bvJO2U1PSvvjf133796xTv07Zsm6JiUnhYREb1m2m12xiqUyaY4nowuJW1rXfgD4DBvcp/ghyclLytSs3WdtUYlq/YV1SEmRPPzceZGrpINpkFnWNoIPEAIlrehkRfEAAJYxQhUtvX6VBzW/TMxR3Hj41NZXUruFFAAAAAKDkEPrlGV0GmisCrVabfFi7a8DJR2xH1sUnN+6HP6vm6kkAoCRQZ2pWnN0qDLZyq28vtxbCMtqkjLGu/rOo9jN27gHAe04q5StAIwBtmOjCa/LYIT8tWv30eeiS1dsnjh6IDPR7Qlx+SSqVOTq7KRUZGp5ao6Y3cw21mpuMH5lJMtmt2vvyyWnhocTp5+x/K3vuOUdC8WnxvYRBuo5lba0Nh71t+jmDJzzD+Pj45JQUurpG19+MhTN48HFnY23qWdtg0Wdj/tA2If1Mr/Wec9GpUqnC0P7dnRztCAAAlDp2ttZD+nRBdX8AgFKJbii0bNKwR6fWlhZ53XLJ6lOiV0bGDbvZajI1D/20xY9LbgZ6+oypVy5fi4mOpe2UlNSffpy/bMUi4dbP/jf2xrWbjx4+YYO7d+6nl+wPQt+TyVMmlCvvTopApUoev/81r13HNnQbkLwLYWHhS//UVoA2N5eXiAC0XvrZVJ7pM0BiZW9srNt2FhgR/Uwe+ksMivDpOPXsbNO6qUqpVKqU3LVSmcnvIMrUIQDwTulWE7j5LLfX0taadUgLB5wQw5vB3gx8qFZrGtSuih4HAAAAgBKKrYLSTUL+bMrGrAh0WWvHdh6NTgZdZtOsOLP5t8HTcWAtQIlwJOBsWEIUa5uZyDqU95HoKgSy8s8mr4Sfi7UyIACAIZOaIgBt2CzM5VPHD5u/ZH3AvSdLVm//38eDTET5Tij1WCeWTG5maipVqVUatVrFI7SdSTLpXupMwvV3abSyur6yndO2UJ6JeFCbs87MtLSwsLa2ZhtXlpaWee+Wpj12aWlpwoMnJSXFJyS8MfrMxnEbcnz6mY7JXk+FFHGngr2t9cBenerWqkoAAKDUoYuU9i0bd+/Yih0pCAAApUy5sq5D+3cv7+6ax+lFBXVonxK3RaLm6uqYNOxiQzdkHvmns8lKaAbawdF+2rdffv3l92zw7OnzRw4d79KtIxt0cnLcunvDsr/+WfPvf2q1OsdHqOTlOeeXmXXq1SJFo1PXDgTeRk7pZxNrB925lYy1p1fSHktsxCLQ6CkxRNrPhf+AZE4OxjZWSoXCWKU0ptf8DiKK7QgiCEADvFtZ5x9n81qJqampsfakxPp1uQzH1dv36XXDOtUJAAAAAJQ04gJnLAPNF4HWsNqwA2u2vxhyO03F7bN6Gh1y8p5/h+pNCQAYthRF2qbLB4TBbhWayyVSITFDf90sBp09/Yw9ewAAXLEXrnhrIURqEYAuKva21l9PHPHzX+sC7j35e+3O8SMHsI8N3hM5lvMROuDZeA3hBkz4IDR5NaxcuHWAMnW56kw+dU2vbGyspVIpbdC1LqEI9BvRXrrU1FT6bNnmGW3HxMay6LOuQ5YPPQvpZ13VZ3ar0FkrrNyxws/FkH6mf7Bdi8Y9OiEVBwBQOlWs4D60f3c3V0cCAACljlwm7dm5TZvm3nncXmBbK0RcUEfDbYbQLZJMjYT+16AzdyDo40vaE9qU0Ax0955djh46ceqELxtcOG9Ry9bNLSzM2SDd8Jn81cQ27VodOXTsZWh4aGhoSHCopZVlufLuZcq6VfKqOGzEEJlcRsAwZE8/e/c3tnbUbmVLuEieadZGt9GrHSboLDEY4pmP9pBvDX9GY4mEHYtOR6r5mRFBBWgAw6CdixoZscNN6OxWu5OT34OpN481hPmtQqm6ffcRfYJ1a+KsRwAAAAAlUrbdVtwZmyUabpeVhdSsX7W2GwMPsynX++1uUbmBXIK9NwAGbculAykZqaztaubg41LdxNhEKP/MojLasIyxMXblAQCIKZUqem1WGH1VCEAXIXtb628mDv/5z3U3Ah+u2LDnk2F9kIF+r+i6IrOqiRB2HCe/Y91YVPhZ6PQqit4vVvWZtVjS2tLCnOUAzHh5eRB6x9TUVKF4WHp6emxsrFqjYb0C9LVpz+FhrDuZB99rYJK1Nsc1iJGR/ok9iqXwM1JxAAClmIW5Wd9u7Zr61MMeAwCAUqmJT53eXdraWFmStyQU0mDbYnQrhSUOJZnchliDztaEJBpsBlomlwU+uvrGyf76e2HuE9RrUIdeSAEsX7WYGJJ9R3bkccoG3vXy8h4aAv30s1mmdz9jGycJq0WqTT/zMWh2pDHbBjfMuqQgYDMfujMk04TOdrS7ergqs3RfEH8qMFI0u4AA4K1knS+C74rWdU9L2CAxvONMbt15pFZr6teuKjVFtw4AAABACSbabcVvKtKtRw23Ktq+YqOTz66Ep0TTWxPTkrdfOTK8aW8CAIbqZXzUwQBfYbBfpTYSXX1AiRCcYSdIN9YdLY/yzwAAOkoVl0KUyxCANniO9rZfTxw+f8l/V27epYOfDu+DJdn7wEgPixuzni06ZKShHWCZujgyKYJOL3Gi2oi/ZudXNTE2omtY7EtobW1N17ny8mgpKSlKpZLdS6VSRUdHq9Rq+ppMJaZZBZ510Weuk8BYe0YPoeqzXuHnYiugYm1l0a9HB596tfCzg5IiKSl5/YbNAQGBd+/dpz+gihU9q1WrMvXLSaQo/brgj7XrN7L2sSP73MuWIQAlRBOfOv26dbC0yNPBPAClybHjJyd/+TVrz/9lTs8eXQlAqePq4jh0QPdKFdxJARjpTjtDZZKso08NPwMN74ns6edGA4ytHF5JP0v4hnDUsd7GNUGXieER7wsyyTRhO1/5EWrurFyvzosIALwjrxwrZaQ9WQTbp5m1P9PAMtDXbt+j1951qxEAAAAAKLGyF4HmMtBcV7tGqpaMrNtj3sW1bMp9t052rtnC2dqBAIBBWnVum0a3b6eGraeHdRlWHTCrZqCJ7iRDot3UAADAqFRcBWi5XEoKDAHoIufiZP/1xOE//7Xuys27dBn38Yc90TX1PtBVf85aj6GDLIXMromuo6vQu7vY10v74ESbtFar1SZG2jOu0pUsGxubvDxUWlqaQqFg96IPEhcXl5qWRu/Oos86Em3eme+PNdZ1FRgb6U7k8S6iz/SBWzVp2KtrWzOc1hlKDvo7HfXxuLv37gtjIiIi6c+QAEA2hZKKAwAAwyQ1lXTt0LJD6yYm+d0pzHqShGATOyKVFWIVT4YMNLxbb0g/s/+l0qwYNL/1zeqSogK0wdKf87CRpnwpetqbjfLPAAZGXL+C7cNkJ7IzMrxzEyenpF4PeEAXAvVqViEAAAAAUMKJNh65vntuWzGT62+v7uRZx7ny7chH9FalWrX24u5pXcYQADA8N4LvXgu+w9pGxKhXxZYmxsbamoG69IyJMcvMGBmLtjGxTw8AgGEVoAsl14cAdHFwcbL/ZuLwXxav87sWQAc//rAXlmilkriXnTXoegzt1zLhV2U0RhpjE12Zn6Ks9CPkqgUajZpoVOwpmfHe+CAKhSI1NZW16QZXcnJyYlKSOPrMKj3rztthwqLPwjkiWVcBy3/nuDJX1Gt10/43uoK7GwEoUQLv3BPSz/QXVK1alfS09Fo1axAAeFW/Hu3btmhkgkOlAQBKo2penj06tba3tSYFI2ydcRtlGg23eZLTHhBkoOFdKUj6uXiOK4aCEOY8GrZHiDIyzhTtquEmQgYa4N0S7aVkdSyMxaclNrxa+wdOXFCrNc0b1ZHLCqEuDgAAAAC8Q8JuK93BeCwDnSmRaNRqkw9rdw089USTyR09e/HJ9fvhz6q5ehIAMCTqTM2Ks1uFwZZu9RzMbISzCrFzqLPMjF4hA+zKAwAQsArQCECXJG4ujlPHD1+w7D+/awGmpiYfDepOoFRjKy5sVYbr9NLV/skshugz0QWg+VLTSkW6SpFOG/QJWFlZSSRv+NXT+UtqaqparWabXrQdFx9P7yuu+mzMJ56FM/AKJ/AwZityr1Z9ZjWwi3mVDulnKIlCQkOF9tSvJo8Y9gEpFoMHDWjTpiVrOzriRFpQAnRo1YQAAEAp1ahBLVJIkIEGg1XA9DMKxhgsYbYjHB7P7QtivdkaDREdr04AwDAIs1M+Am30SkFoAyv/7HvxOn1SvTu3IgAAAABQWginD+Lqi5kYsyLQZa0d23s2Ov7Un02z4szm3wZPNyLYAwBgQI4EnA1LiGJtMxNZx/KNTIy10We2H09b//nVc6UTAAAQYRWgC+VQfwSgi0+5Ms5Txw+fv2T9Wf+bdGk3tF9nAqWUOOwrdH1ljz4XYo+XkegxBarMzNTkBI2am1/Qr5yNjU3uD8IqPWv42DR9zmlpabFxcbQhdLWyAs8musLPWUWgWUeskTE7QeQrK3GiNTms0gHkLj0tXWiXLVt8If4KFcrRCwEAAAAodZCBBgP0hvSzBOnnkk2cfhZ2B7HObESfAQzWKzFoQgxwl+aR0/5KpaqZKmn79gAAEABJREFUTx0HOxsCAAAAACWf/qGzmZl8EWgNKzjWv3rb88E301Rcv+HT6JCT9/w7VG9KAMAwpCjSNl0+IAx2q9BcLpHqyj/rzqFubJI9/Yy9eQAAYnRnF72WowJ0iVOujPNXnw39del/p85fpYPIQJc+bFuFvLruIowkRV37OZM7nyrrXlMoMpLiY9itZmZm5ubmudydbk2lpqYqlUr2VFUqVXR0tIbf0OKKOeuiz6zbNXv0WVz1WS/9TERvAgEwSPHxCRs3b7tz9+7jR09i4+PLuLp6enr06tWtXZvW2b+39AdyyvfMnj0Hnjx9GhEeWbGSZ0VPD2/vhgP69dab+NCRY19N/Za1z589QW9b+e+au/fu33vwoLy7e716dYcMHlCpovaUVf9t2PLL/IXiu//v869Yw//C6bi4+K49+rLB0aNGfPXl58Jkz5+/eN1NyUnJK1atvXT5SmRkVHx8vJ2dnauLM32qHwwe4ObmKv5bvy74Y+36jax97Mg+97JlxLempafv23/w6NETQc+Dk5KTq1WpTJ92ly6dmjT2Ia+aM3f+5i3baaN6tao7t2+8c+fe1m076esNfvGiRrVqDRvUG/rhEDs7WwIAUAQePX6yb/+hGzduPXryWCoxLVe+XPOmjQcPHujoYC+eLCo6et/egw8ePXoW9JzO1lycnLy8KtWsWX1g/762tllJgmXL/12ydHn/vr2nTf3it9//PHHytFsZt5rVq8384du//1mV4010VWz7jt1OTo6nTxxip78Q+3newg0bt/h4N1i3ZkUur0KtVu/YtefgwSMRkVFRkVEWFubOzs50pjpgQN96dWvnckc6r169Zv316zcD7tz1quhZp06tfn17V6nspTdZeHjEpi3bL1+5ShuJCYmubi5ubm4eFcr369OLvgnCZA8fPe7Tbwhrr1q5zLthgx07dx86fPT+w0delTzr1akzfNiHZcq4Zn8aCQmJq9asv3Pn7r17D2ztbOkTqF+/7tAPBr3xDCQARQoZaDAob04/myL9XOKJu7GJaKcQ0s8ABi7H0LMhzG9T09JpbwJ9Ij07tiAAAAAAUFqIcwV8Bppw/fCaTI1EYyE161et7cbAw2zK9X67W1RuIJcUQjwIAApuy6UDKRmprO1m7ujjUl2v/HPW2dN1O/QIAABkk5bOdcmZIQBdEnmUc5vy2dDf/t5I91rSrq1BvdoTKF1el4EWT1O4nV7i86tq+ALOqSlJ9ML+rrW1de6hk5SUFIVCwdoqlSouLk6hVNJVMVMTvt4zSz/rqj6zESa6SDSr+iyknxF9hhJn247df/21NDYuXhjz+MlTejl+4lTXLh3n/zJH/PN5/vzF9O9+uHkrQBhz5849etl/4PDuPft+njPLw6N8jn/lyZOn382YHRISqr3X3fv0smXrjp9/mtWzR1dSBO7eu//pZ5/HxMQKY8LDI+iFPvmNG7csW7qocSPvvDyOn//lb7+fFRERKYy5dv0mvdD3bdCAvlO+nGRlZZnjHY+fPP3NNzPS0rU1rS9dvkovW7ft/Hfl31WreBEAgEK1afO2eb/+TldjhDExsXE3b97esm3nmlXLvSpVZCNPnToz9evvhFkT9TQ55emzoGPHT/63YfPyZX/WqF5N75G/+Oqbixe5Uw3SJYWNjY14rUbvpgmffbJ9x+6oqOhz5y+2bvVKLiE9I+PgwSO00atnd/J6yUnJY8ZNvH07UHxH+kLu3X+wa8++LyZPHPvxyBzvGBwcPGz4x3QyNkhn9fSyecv2lf8saeSTNbe/fuPWp+M/T0lOEcYEBQXTi5/fpR07d/+xcH67dq2zP3hkZNTwkWOEZ3XrViC97Ni99/vp03r3euXl0KXD19O/f/kynA3GJyQEBT2n7+3hI8d+nfdT+XLuBODdQQYaDATSz+8PvV1DepFoADBM2X+kBvKzPeZ7KUOhbNqwtrOjHQEAAACA0kV0EhKuFDS3G0DDdcS3r9jo5LMr4SnR9NbEtOQdV48Oa9KLAMC79jI+6mCArzDYt2JriYm2dKDEJIfyz+wfgh16AADZJPHd1nKZlBSYMYFiV6lC2SmfDZWaSo76+m/bd5JAqaNXLyQ748IgfjT2t2h3mkatToiLSklOpIN0Hcve3j6X9HNaWhoXd+bTz/S+tB0RGalSq2lHq4Q/5S5PxrVkMu7CjZLR/1mPrITvozXRBaPFzyr7+wBggPz8L8+aPVdIP7uXLVOtWhXh1sNHjv/x11JhMCo6eujwUeL0s9jNm7c/HDYqMjIqx1s/mzg5JCTUTC6vXq2qMFKtVv+64Pf0DC5h4+Li1LRJo8pelYRb6ZR0DL1I+IDOW0lLT5/4+RSWfpbLZI0beY8aNZxes7kBvfV/k78SAmq58L905eOx48XpZ7FtO3aPGz9Jo9Fkv+l5cPCkyVPpH3KwtysnSrzFxMb9tXgZAQAoVNeu3/zp519VKhWd4axcvsT/wulTxw8umP9ThQrl6Jzw88lfsfhRVFT0N9/PpLOm2rVr/vHbvEP7d127cn7Htg2ffTqGzp+jo2N+X7RE75HPnDt/8aJ/h/ZtR48a4d2wfof2bXK5qX69Omw2fuDAYb3HOXnydFx8vKWVZZcunXJ5ITNm/STkjGvWqPbR8A87dmhnZa09zuSPRUtOnPLN8Y5L/1557/4DU1NJvbq1zS20J/1QKlU/zf1VOOguMTHp80lThPSzrY2NuD40nfiXXxfm+OBz5s6jz8rc3Iw+OL0XG0kfZ/p3Mx88fCxM9uxZ0NhPJggLF69KFcuX187/6d1HjxmXoTvcDuBdEfYys20WFirlS3Jog6d0M4e2GnS29mqcdaw5y0DHRaYTgAJD+vl9k/3gcAAwcLn8hN+h9AzFsTOX6HPp1bklAQAAAIDSxUjUqy5kAFgpWbqDYGTdHsKUe2+eiEyMIQDwrq06t02j63mpZVfJw7oMq/WcVU7QRJudMRIleQAAILuEpJRCST8TVIB+VypVKPvFJx/89s+mo77+SpXqw76d0YFV+mTfS164hZ/Z42fyWEOpyIiLidRoNPQmMzMzc3Pz191XoVCkpKQIpaOTk5OTkpPp6pdEV/VZV/qZG5TwB6oZ68ax7S6h6rM49GxkSGeHBMhdekbGnLnzWdvUVDL/l5+6dO5A+NTvxM+/TE1No+2t23aOG/sxK3I8c9ZPQlS6TesWn306tpJXpaCgoL+X/3uST6TFJyTMmvPzssV/ZP9bqSmpM3+Y3qd3T5lUevt24Ljxk+jEhA8EBwbe9W5Yv1PH9vSyc9feGTPnsLuMHz+2fds22vtHv90ejYCAwPDwCNbeumW9kKumf2vQByPMzc1q16xx//6DMmVcc3kQOlP4+psZrE1/0R+P/qhf755OTo43bwfMm//bk6fP6PgbN2+tXbdx9Kjh+q83Nc3Z2emXubObNPahc5jtO3fP/vEXdtO58xfpPAobewBQiBYv+ZtwR5I4b9u83sbGmratra26d+tSoXx5OtMLCgq+cfN2g/p1T572pXM2OsNfvGghnUex+9aoXo1eVCrVylVrL126QhviI8eio2M+HTt60ufjs//RHG8a0L/vL/MXnjh1OjExiT4HYfyefQfodbfOHS3MzV73KuhSyffMWdb+4ftvhgwewNoJCYlDhn4UEvKydq0adKHzurt/+cXED4YMpo+fmpY+4qMxd+/dJ/w5De7df8DKWh8/cYqu7LGJ58ye0btXd/pKo6KjZ/ww5+y5C3RkaGhYSOhL97Jl9B6ZztLpEmrujz9YWFrQ9+fr6TMOHznObvp14R+rVmiPFJo7byE7pMfJ0XHZkj9q1qxO2xcu+P9v0hQ6/uXL8E2bt436aBgBeKeMUAca3h2kn99b+MgAoIC27j2eoVA2blAT5Z8BAAAASiujrOP2uYP2+RM+cx301Z086zh73Y7k6lAo1aq1F3dP6zKGAMC7cyP47rXgO6xtYmTcw7M53XnHR5+1V3z5Z3YSdaMcgzQAACBISk6Ry2WkMCCB9M5UqVT+q8+GymXSU+evrtiwW51TEU0oZYwKifCAmTp0Oyg5MT42OoIlC21sbF6XflapVPHx8cnJySw2nZaWFhYenpKayq+QmbK6z3ztZxnFlX7mSj7LWDVoes33xOZc9dko6wQ9WHuDEuDKlWtBQc9Zu2+fXiz9TDVp7DPm45FVq1bu26fn5P+NV6pUdOTz5y98z5xnE9SrV2fp4j9q165pbiavUb3a4j8XNmxQj93k63vu8ZOn2f9W61YtBg/sT39LtF2nTq3Bg/oLN8XGxpLCRveQCO1f5i08c/Z8akoqbdeqVWP/3u2X/c6sWrmsXbvWuT/IoSPHoqKjWXv0qBFfTp7o4VnBwtKiebMma9esEIJ96zdsyvHuw4YObtqkEQsY0dfu3bA+G8/NghISCQBAIYmIiLx85RptjP/sE5Z+FtCZ3nfTp87/ZY6riwsd9PFu+PNPs36c+b2QfhbUqMFFhNVqdXqafpHXTp3av+5PZ7+pT+8eMpk0I0Nx6PBRYWRI6MuLFy/RRq9ePcjrcUeX6ebe6zds3rV7XzRfyJ++qBXLl1y5dHbThjVjRo/M8b50KUNvYulqumzq0aOrcBNdzWON/v16X/Y/+9+6f+kbQtss5+3k6NimTVYZuYSc5s8ODvZzf5pF5/+0Te9F266uLuwmP79LUVHckiIoKPjiRX82cvToESz9TDVv3kRY5B09doIAGAAj1IGGdwHpZwAAyJ/rAQ/O+t80k8sG9+5AAAAAAKA0EvewCxloVgSaXj6s3U3Yb3zxyfX74c8IALwj6kzNirNbhcEWrvUczGx0VQS18Rm+GnRWioZNiX16AADZZWaS5JQ0M1SALgUqe5ab/vlHC//eePnG3ZTUtImjB0lN8YnAGwj1ntm1RqPhAoWxkUr+xOISicTW1jbHO3Ih6eRkFZ/mJHwR6Lh4rpwtV93Z2Fgo8MxvUAnn55CwQtBcz6sRNwnRnX8nx0A2Vt2gBHn+PFhot2n1yllEx33yMb2Ixxw7cVJojx41Qu+r/vHokdeuT2btgIA7XpUq6v2t+vXrigc9PT2Ednp6BilstWvXtLC0SElOIXxBa3qhjZo1qnk3bNCqVYvy5crlpQDzqdNnhPanY0aJb3KwtxvQv+/qNetpOzIy6kVIaDn3snp3r1+vnniwoqfH1Ws3WDsjHeEhACg0gXfvskaDV+e0zNAPBwvtShU96UUYVKvV0dExdCZ29/79I7qSxkrdahJjbm5WtUplkpMcb7KysuzUsf3+A4f3HTgklHDeu+8AXWGr7FUpx2coMDWVNPSuf/68H+HyxM+//+FH2nB3L1u/Xp327drY2TQmstce/+rj3VA86OToILTFkW6ZVNqwQT16iYmNu3Pn7suXYfcfPjpxPGsBl57T/Ll1yxbiwtVymax3z+7/rFzNBkNCXzo5OdL3UJiArjFevnJVGLTkk9PU48dPcAYAMBBGqJ8GBWsAABAASURBVAMNxQvpZwAAyJ+4+MRVm/bRxifD+9jwZycDAAAAgFKM7a2iu634fntjVgS6rLVje89Gx59qy0+sOLP598HfEgB4F44EnA1LiGJtMxNZh/I+wrEKEl2uJlsJQezQAwDIWUISd+7iwqoAjbjtO+bu5vz95NG/Lv3vzoNn9PrLTz8wN0N/KryWOP3Mnf0mM1OpyIiODGO3mvNyvGNSUpJSqWQ9/QqFIiExkd7diHCHkBpxZ+XIijuzU3MYsxg03+3KHajGVtMQfYZSJCQ0VGi7urnkPnHw8xdCu3w5d71bPcqXE9oBgXf69umpN4GDvb14ULwI17xl+f9MkikeVKlV2aeRy2TLl/45bsIkloFm7ty9Ty/r/ttUtqzbrBnfNW/ehOTqebA2IO7o6GCZrZutQoXyQvt2QGD2ALSTo6N4UCZ6yTjjAQAUophobR39MmXc3jhxWnr6ho1bLl+5mpycfPfufaVSfxaa+eqgk5Pj6wK7r7upb59e+w8cvnnz9tNnQRU9Peiq1569+wlXHLoneZO5c2aO/vizJ0+zaniEhITSC31AC0uLz8Z+/NFHQ1lSU49e6WupKCotfo3pGRkHDx7ZtXvfjZu3SJ65ZVtEuovm+fTp1a9X587de8KYX+YvzPFxUlPTQkJfZl+GArwTyEBDsUH6GQAA8oeuqyxduzM9Q9G6af061b0IAAAAAJRewq4q2mYZaLpzgN9nxXXU96/e9nzwzTQVV73iaXTIiXt+Hao3JQBQvFIUaZsuHxAGu5VvLpdItTUGhQKD2lyNEXbrAQC8URIfZ7K3tSaFASW43j1He5vvvxjl6uzwLPjl3D/XJoryagBiQvqZFX6mkhLioiJeEn61ydbWNsf0c0pKSkxMjFKpJHzUMj4+Pi4+PlOTyU7zTC8ymYzrcZXK+CuZTMoNciNZL6zEVLu+xvLQOuITdmClDUoi4YxRVGpKau4TS0WnXcjMzG1KpUKZfaTeQUt0M4jkl0alFg++roB0wwb1Dh3YNW3qF/Xq1dG7KTQ0bOy4iUeOniC5orMC1sjM/QXn8SUb5/8lAwDkwtTUlDXeNK8isXHxQz746I9FSy5c8L9z5361alW7dun40fAP586ZSS853iWXedfrbmrcyNvT04M29u7ldoT5+V+mc126OtWrV3fyJk6Ojtu3bVjw69xWLZvLX633nJKcsvCPv+b9+nuOd6RrcOJBupqWfZqQ0Jd9+w+ZMXMOSz872NvRvzL245HDhw0R3TGHbcPkbNsm4hU/7VF5ry6bXufp0yACYDCEvc9s04ZFTvlSHdpYKv1l0VaDztZejbN+jywDHReJ01lAnlw5GYr0MwAA5M/+4+dpZ4Gzo90HfToRAAAAACjtxD3vrC9eSFVaSM36V2snTLneb3e6qvDPLgsAudty6UBKhjZR4Gbu2Mi1hpB7lkhMdAUHjU1Ee/YIAAC8XkxcIr0u4+pECgMqQBsEa0uL7yaN/P2fzXS35k9/rJk2YbijvQ0B0BEXfhbSz7HR4YqMDNZbb2dnl/1e6enpqamp7IBRtVpN26lpaVzVZ2N+zcvERK/qMxvPlX9ma2dGxqw+tBAL0Ot8xUoblGgeHhWEdlR0tPim6JjYc+cu1KxZ3atSRZYGc3FxFm59ERJStcorpXeCngcL7apVK2f/W0bGBTrcSPxbU6lfCZnFx8W/7l5ODg4jRwyll/j4BP9LV86cO3/xon9UlPaVLvx9UZfOHcjrObs4PXz0mDZiYmITEhL1yosGPX8utKtVq5L97kbGmD8AQHGooKvBHxEe7unpoXdr0LPnxhITN1dXU1PJqjXrHj1+QtdtZv3wbZcunSzMzYTJ9uw9QAoJnWP36d3jj0VL9h04NHnShL37D9KR7dq2cbC3y8vd5TJZ966d6SU9I+Pa1RsX/fwvXPRnc2Nq46atQ4cM8vCsQN7egoWLnvNnM6DP8JtpU4Tc845de3K/Y3hEpN4Y8ULTgz8hQJkyZYQxmzeurVunFgEoCVAHGorUlZOhJ7c9FQaRfgYAgLy7eOX23iNn6TJh4uiBdBFBAAAAAOD9IOwKoP/yGWhjEw3Xd9+uos+JZ5fDU7gds4lpyTuuHh3WpBcBgOLyMj7qYICvMNi3YmsTXeKGDz+z4s9Z5Z+FeoLYswcA8DoRUTH0uqyrIykMqABtKMzN5NMmDK9Z1TMmLuGnRatDwiIJAE+cfmbRZ6UiIzLsBUs/m5ubZ08/KxSK2NjYlJQUVi6aNqJjYtLTM+haF6v6zPpauYuo6jPX5uuccVWf+VU141dLPou7YLGuBiWdpyhAduz4SfFNJ06c+m7G7D79hjRq1ubUqTN0TH1RHeU1a/7Te6iVq9YK7cqVC/+0pGYWWSm9sLBw8U33HtzPPv3lK1fXb9g879ffvpr2rVqttrW16dK5wy8/zTp57EC7tq3ZNC9fhuvFvvXUr1dXaP+7ep34pti4+J07tYE5ul1XqWJFAgDwjpQr584a/peuZL/1i6nfdOnWZ8nS5bS9e9c+et23d8/+/XqL08/UI13CmK5lkQLr06cnXU2KiIi8cvXaqdPcQqRP7x5vvNfjJ0+37dj9x6IlU6ZOf/osSC6TNW/eZOpXk/fs2jJl8v+Eye4+eEDeHl0bPH/+Imu3btVcXPU5OjpGaOe4dud75mxI6EvxmJOnfIW2VyVuEVDOvawwJjDwjnjiCxf89+47eP36zdwXOgDvCupAQxFB+hkAAPLt4pXbqzbvp42BPduXLaQqOAAAAABg+LIXgaZYYVm6B2Fk3aydzHtvnohMjCEAUFxWndum0Z2HtJZdJQ/rMuLyzzraUI2xMWJ4AABvFh4ZSwqvAjTmvAZEaiqZNHZIo/o1kpJTf/lr3aNnLwi894T0s1D4OTE+NiriJW3QlSdbW1tzc3Px9CqVKj4+PjExkd1RoVDExMampqZpqztrk89c6lnKos+yrOiztv9VYiqsqemlnwmiz1CK1Ktbt7JXJdY+fOT4nLnzg549pz+c27cDFy9ZzsZrVOoGDerRho93Q2HiGzdvfTZhckDAndS09Dt37k38fAodw25qRKfjpy9cttY2MpmUtU+dPnP8xCnWvnrtxrp1G7NP7+d3ed7839b/t/nQ4WPL/l6p1hWNptthCqWCtZ2cHJ0cczuUqnfPHnR61l69Zv3C3/+i709KcsqFi/6jx4xLTExiN308agRqEQHAO0TnZs2aNaGNzVu26910+crVBw8e0UanTh3o7D0jI+fTAsbGxe/dp60AnVkYAWgnB4eOHbgzEq5avZ7ONunMtmWLZm+8V0R45KzZc1euWksXSQt/WyTMZikNyRTaVfJ1mA1deaOre6wdEvIyQ6FdFtx/8HD/gcNZf+jVkwwwGRmKT8ZNpG8m4ddI6SIyMPAuu6l9uzbmFtyKqE8jb+FUCUuXrRBKVt+8FTD7p1+mfzdz2Edjhg4bnZ6BMzOCIUIGGgod0s8AAJBvZ/1vsPRz13ZNO7ZqRAAAAADgPSPsGaA7CfjOeiN2LufqTp51nLU7h5Vq1Tq/3QQAisWN4LvXgrWVX0yMjHtXbGXCCrTryj/zBaCN2Q82xzOrAwBAdpHRsXQ2WcalcCpAI7RkWOgi8ZNhfeUy6Vn/mwuXbRw/sn/dmpUJvJfEhZ+F9HNMVJiSz6zQ1Si9ws/01qSkJKVSSfh1KdpISU1VKVXc6pXuBBz8apfuYDR2Rg7ReO6kz7ojSo1EhD+BVTQoTUxNJdO/+Wr0mM/Y4OYt27OH577++ktbWxvWnjN7xvCRY5RKFW2fOXueXvQmtreznf/Lj0JouHCfatOmjX19z7HBSV9M8/Co4OzkePnKNTook0kzMhTi6T8cOnjHrj0xMdzxUn//8+/xE6datmhmYWl54+bNCxf82TT9+/bO/Y+WKeM6+fMJC3//k/CzoNVr1tOL3jT169WdOOFTUgBLli5/GR5uY2X99bQvCQBAvkz7anL/gUMfP3k6/ftZs374ViaVhoS+PH/h4t9//0tv7d61c80a1WijTp1aly5f3bl7b+MmPnQkHZOWnn7g4JGV/66JjYtnD5WSkupUGEeZ9unV49jxk+f4osv9+/XOy+H+zZs3aeTjzXLGvmfO9+g9oHXLFm5l3MJehu3R5bMb+TRkFZfzoXEjH3b8DH2jxn4yoXFjn8DAu3rLssSk5BzvGxQUPHL0uMpelWLookX3XtH1RqE0tYW52aT/jf/2+1m0HZ+QMOyjMbVr1oiIiHz6LEh4kPGffSKXacOjqWnpP/08jzbq1akzaGA/AvCu0c0curbDMtB0q4rbLMppX0mDztb0h/L4kjbKzzLQQ6fWs3OWEwAdpJ8BACDfzvrfWLftEG182K9z+xbeBAAAAADeM8JOKnEGWqPJlEg0arXJh7W7BZ5aosnkqnhceHy9Z91n1Vw9CQAUJXWmZsXZrcJgqzINbOWWLGMjFBVkSRshZsOmxM49AIDchUfFujo7FtbcEhWgDQ79ZD8a1L1Pl1YqtXrx6m0Xrtwm8P4Rp59Z9FmpyIh4GczSzxYWFnrp56SkpNjYWJVKxaZPSKSSNGqNUPVZwnpZTbmqz1JW9dlUW/WZa0toR6zEmD9+VK/wM3t8FH6GUqlJY5+pUya/LrL8yZhRgwf2Fwbr1Kn128J59na2OU7cuJH3xv/WCPUvC93/JowTcmOEy6I9Z+nn6V9/lb2Qs5ODw/Klf1paWbLBx0+erlm3YcnS5UL6uUP7tnkJLo8eNXzC+E9ZBii7IYMH/LPszwIGvs9d8Nuz58DJ02cIAEB+VansNe/n2Q4O9nv3HqjfsFmN2t6duvT6cc68qOhoetOsH75lk301ZTJdCaIrV1OnfdeyTacPho1s0bLDzFk/hYSEjhwxlE0T/KJwTsDSqlXzMmVcWbtfv955vNei3+dXqaKt4REdHbNz914666bXrJC/h0eFBb/OJfk1+fPxwnLk6rUbS5etYOlnunQTpnkmyisLBvTrU9HTgzYePX4ipJ/pzJ++sR6eFYTJ+vTu8duCX1hB6OSkZD//y+L08+RJE+gEwqBapaIzf3q5eRtbOmAoUAcaCoVe+llqjvQzAADk1cnzV9dtO0SXAKM/6In0MwAAAMB7TthJZSwUmpVIylo7tvfwEaZZcWYzAYAidiTgbFhCFGtbmpq3c2/IFxzkL/yePW3951drDBIAAMiVSqWOT0gq61oYlcl4qABtoHp2amljbUl3eq7evD8pOaVL26YE3htC+pnhSjsnxCUlcokTurZkZ2cnThympKSkpaWxNp0yJTVVkaHgNod061l8oNkkK9/M/yOu+mzMTsXxmg5XrJ9B6TZq5LBGPg0XLV4a9jI8KiZao8l0dXauWNFzzOiPateuqTdxh3ZtGtSvd+jQkUuXrz59FhQeFl6xkmdFT49GPt79+vYq0h9L9WpVN21c88eiJayeKOFrhX4yZrSPd4P/NmzKPn3NmtUP7tssWnTGAAAQAElEQVSxf//hc+cvhEdEREZEyWQyJydHd/eyH34wqHmzJiRvJnw2tmuXjkePnbh69frz4OD4hMTqVatUqujZrVtn+qoJAIBh6N6tS7OmTTZs3BJw5869u/fpmHLl3Nu3bTNs+AcyqZRNU7NGtZ3bN61avS4g4E5o6MtbtwIdHOxbt27xwZBBdF560e/Sw0ePjx8/1aplc1JgdLWqWZMmO3btadq0sXvZMnm8l62tzeaNa0+cOH3o8NGXL8MiIiNVarWzk6OLs3P37l169+xhapr/bTdPT49tW//7d/W6wIA7L0JClEpVtWpVevboNvSDwZ+M+x+rPH3i5Gm6WNS7o7Oz45aNa7du23nR/9LtwDtWlpbly7l/PvGzBg3q6U1Jlxf0r+zYuTvoefDTp8+SkpPpa69ds+bQoUOq6oLdAIasIHWgh39T38ZBRuD9lj397DPA2Moe6WcAAHiD+MTkTbuOXrt9ny4YcEJIAAAAgPecsIeK8PuZaZsvAq1h/fr9a7Q7/+JWmoo7Gv9pdMjJe/7tq+e1yw8A3laKIm3T5QPCYNdyTeUSKQs9S4TTrhubZE8/Y/8eAEDuwiKj6XUhBqCNWNQSDBPd7/nP+t1qjaZ5ozojB/WgS00ChU0IGVMqlUqpVN4KSghLUMmlJl28K5DiJS78LDyrmKgwRUYGq0Nmb28vTJyRkZGUlMSmpLempVNcNzzrsxeiz9rTb/AFzFgGmvWwsvQz0U2M6LOAfSXUPPqFCItJnrD4LB0vk5psnDmAAADAm5y7FfznNj/aqOJqNrFHRblMLpVRcu60AxJTtlR6V4dBC8t9OpOn/yuUirkbr958EkNvmjigcZv6HgSgwDIUig6desTExP4yd3bvXt1JSfPw0eM+/Yaw9vhxYyZOGEcAXjX8x51pGdzJZ34Y6OXmYMlm8lL+3DISU1MTUaCTlDTibTG2UUAXFiruP25TkV4pFAraun40KwNNWdlJh02thwz0+0xIP6tMMiRqmTb9bJdVRBzpZwCA0u1peOLtp1zPTRWbFHO5VC6Xy3j8AiC3taPDp/z2Hj1L1zLsbKw+GdanSqXyBOBVQjcBXTWla6SpiVEJL7iTvJWt0szCxpUAAABAaSQulEb3TvEZBhXtzsjIUBx95L8h8BCbzNrMcsWIOXIJdkkBFIlV57bvv32atd3MHSfXHSLVnnXdVMadeZ1u8Umk3K4/oQi0MXbxAUBJ8SzgqDI9RWlsTSw8hR1ZfE8fm60VbZzj4tWAVZv2ffZRP++61UlhMCZgwBrWqTZt4nBzM/mFy7cX/L0hJRWn1i3NxOlntk9TkZEe8TKYbsrQMWZmZkL6me7ojImJSUxMZJs9dDAhMSmDL/zMDjjT9bByK190zYv9w13xJ27mu1u5/BlLRxvnVP4Z62QAAAAA+XPkyPGYmFhra6tOndoTAChRhA0itonEIqr8+Qy1G1lsk6pBZ2uvxll9S0lxig0LbibEZBB4LwnpZ7qFHuF0JdzlsmndoFRNijFqPwMAwOvdexT09U9Ldxw4Rffudmvf7OfpnyH9DAAAAAACI1E9Wb7wmTGLAXSo1MjNUlsuMTEtecfVowQAisDL+KiDAb7CYN+KrbUnWOd3F0u0xZ+zyj8j/QwAkHdBwS9JoVaAzv9plKF4eHm4z5wy5o8Vmx8+CZ79279ffTbU2dGOQKkjpJ+FozmTEuKSEuNpm64q2dra0o5SOoFarU5MTFSpVOxedDAlNY21jbOwos+6es+iQWMjbsBI7yQcr8adsUIGAAAAkA/nzl+UyaQvXoT+tfhvOvjp2I/N5HICACWNcKZRutHEn2DUhOS066RBZ2vazSTUgWYZaNSBfg8J6WdKZZqaaaxRkfQHz1/Qi4WZrHxZF3Zxc7FA+hkAACiFUnXpeuAZvxvP+J6eal4VPhrUHTv8AQAAAECM7Z4iuqP0aZNe010KGolGrTYZVrvLAr//2JQ7rh25F/6EAEBhi0qK0fA/Q6qOvZeHtRufezZhF52sjA4BAIA8e/YijHaJuDo7kEKCAHQJ4GhvM+OL0UtWb7/3KGj2b/9OGDWgRhVPAqWFuPCz7kQ26pioMKVCQcfQLlI7Ozu6bcNFopOSMjIyWLcoHUzPUNAphR5Tvv689pgzts5lbGzC6tIb8/9rKz1nSz8LzwQdrgAAAAD5tnnLNt8z51m7fr26w4cNIQBQMiEDDXkkTj9TFlLz/m1bxKcnBL2MfvEyKiUt497jYHqhN9FNc1dnR1cnBxcnezcXJydHeycHO6nUFOlnAID3x8vw6NMXr/ldDaA7demgg53NkD4dG9SuSgAAAAAAciI6UxmXBGA7qWjvf22XynVdqtyKeMgmuxP6iABAkZEYmfTwbMEXNTCWsAi0tgA0H8MxNkKNAwCAt0I74J6/CCvj4lSI80wEoEsGuUw6ZdyH2/adPHbm0u//bB7cq0PH1o0IlHzi9DPdaKENRUZ6dGQYqwNtYWFhaWlJb0pKSkpPT2d98Nw0CqVKrWbFoXVn0+BizblUfUb0GQAAAKBI1axZgwWg27Zp9fNPs+iaGAGAEgsZaHgjvfSz1DzTZ4CxlZ3EUVKmeuUKEonpy8jY0IjYkLDo8MjoDIUy5GUEvYgfwdrKwtHezt7O2s7G2s7OxtHO1srSwsbGytbakgAAQGlB9+Nev37n/OXbT5+HEm4dg9Ss6tmycb0GtavRXbYEAAAAACAnwr4pRpeBzpRI6J4qzdDaXYQANAAUqVZl6juY2dAeH+70btryz8Z8DUJdCUJd2AapGwCAvHjxMkKt0ZRxdSKFB73yJQZdWA7u3aGsm9O6bQe37D0e9CJs9Ic9TXAmhZJMSD8zXI3nhLjEhDjCf9z29vZ0FSotLS05OVk4x41KpVaqVMLWjhB9Fqo+mxjryj+zU27w6WejrJy0/pFnWAkDAAAAKBQTPvuEXkjJV6Wy192AqwTgvYcMNOTidelnE21fCL0y9fIsV61yRW7Q1DQxKSUqJj48KjY6Jj4qJo5eEpOS6Uh6efo8h8e3tba0tbGWy2UymVQmNZVJ6bVULpdaWJhbmptbWVlYmptZWppbW1oQAAAwPHQXbmhE2IuXUc9ehAWFhCuVKsKXfG7RqG6LxnXtba0JAAAAAEDesH1TrDIa7fzXZHJB6DLWTp0qNj729BIBgKJkaWre0aORRFv5masCnVX/+dXygwQAAPLmWXAYvS7r6kgKDwLQJQzdSerq7PDnyq3+1wOjYuM//3iQpYUZgZJGXPiZRZ/VanVMVJgiI4OuG9GtFjs7O6VSGR0dTceztSUNX/iZ8Heha1J8ctmIRZ9Z1WfdYWbcADfeWL/qszEfl0f0GQAAAAAAIC+QgYYc5SX9bCqVsga9ojc4Odi7ODvVqWks7hSJiIyJjU+MjUuIT0iMjU+IS0iijYTE5PQMRXxiMr3k5cnQnQEyKf8XTSX0X6nubwoNUxPueUhlpmZymZlcbmEmNzOXm8vlZmZyczoskxIAACgMapUqLiYq5kloeGRseHScWq1h42nHuHfdanSvfs2qlehuWgIAAAAAkDfCjinCxwNomy8CraG7Amh7WJ1ug6p3VCpVPLr6qebPNp0pziEAQD6IT6luYswSzybcTjb6nzb8bKKtRija0Yf4DQBAHj0L5k6S5uVZjhQeBKBLHi8P95lTxvyxYvOToJBZv/07ZdyHbs4OBEoO8VaHht8QUWSkR0eG0TYdY25OOyLlsbGxbJCbkhClUp1J+CLQfIhZm2vWVn7OqvqsLfycLfqsd9gZ1r0AAAAAAADyAhlo0JOP9DPbVBdvoRP+q+Xq4kgv2f+EQqmKi09MTE5OT8vIUCgVCgW9zqDXGYqEZCo1NTU9ISk5JSU1PUNB+zjphZB0kl9cF45Ewj91VsxG22YnmjJl/Tq0YcI6eUxMWbkbExP+tfE7I14pgcMPGmvHCDdRCFsDQOlAVwziEpJiYuOjY+NjY+Nj4rhGRFRcUkoy0YVMpKYSD3fXShXKVq5YrnLF8mZyGb8UIAAAAAAAb4XtmCJZdaAJ3b6m13zO2VQIatKb1GoTjZCARvoZoACEow5Y4kYbgJZod/XxO7qM9Xb0AQBA3j14Ekw7C6pWqkAKDwLQJZKjvc2ML0YvWb393qOgOb+vGvdRvzrVvQiUBEL6maHbIYnxsUmJ8ey0NdbW1rQnMyUlhW3McNsqmUSj4pLQ/KqTdgNGHH021hZ9lhgZaweIbprs0WeC9DMAAAAAAMDbQAYaBIWYfs7lr0hNJS5O9vRC8iA9Q6FQKpUKFf1Hwf2rzEhXJKempaWlp6ampdDrtLTU1PT0jAylUqVUqRRcbSi1tq1Q0kdgEeo0kkGKi0xqyg7ilmj/58PTJlwpnVzuZaorsiPcl+9xktAH4/uB6X/aI8H5I8KNtFdG2tuE8cLuEu2kRtznQ3SdxsSIGPN7X9g0JJOwqbkD0nW3GukmIFxnGNfmGuLxwmTcYezaD509rNQUe2IBDJFCqeKONslQZmQo0pXc/DQ1LZ3OTtMyMuj8My0tIzWdm5fSkbHxCdEx8Tk+iKlUZufgVMXdxtPdxbN8GRmPVegnAAAAAAAFIOxMoNuYfACakuhu4kqn0S17jSYTAWiAQiH6xRmzCoR8xQATVjhAW5PQOCuTQxDCAQDIs7j4xMjoOJ961Qv3PGnY+1ZSyWXSKeM+3L7/1FFf/7/+3dq/e7uu7ZoSMGDCloYQfabXkeEhdOc64XryTOnqUUJCQtYdjE1Uao1wTKe2z06IPnMrVSZ6VZ9zLPwsPB7WugAAAAAAAPIBGWggxZV+flt071ABKyuzMtJcLFoXjOYS0fwY1lKq1GruRhUbw7d1t6qFm7gGHcmd5EqhVGvU/CPQf7lp2JT0wdlf5AtaKwm8in5ljHTBa/F+HaFJdOONRTcYC7dpI99G7H/+IbXfNeGLJz4x2Cv/6abgrnR3ePVeRqIbxffT3itrUPiDmdqnpX0QvcfXewJ6jy/+k0XxsylZst7hrPdB710RPiby6geku2POd9PdJ+vD0XuQTO0DiD6yVx5Q746vfmSiYTZp1qdOcvjCiAf4vaaZ3H98Q9iJKmQ5uJPmZRLtBJna6diAJjMr80H/oRMp6GyNOziEv+bbSqVaQamU3HEj/CUfcyRba0snB3sHB1tHBztHe1tnR/tkpcnj8BR6UxWbFHM5Ct4DAAAAQKEx0i8Cncl2TAm3cvEBtbE2AE0yxSejBoC3Jdofwm2tZmWg+fQzOwGaUAGaAADAW7p19zG9rlOjMilUCECXYHSBOqhX+/JlXVZt3rfjwKmQl5GjPughEa3vguEQb2mwHfEZ6WnRkWFsDF1Joj2HbEq+z4o/c41Gw8Zoe7D4cLMJW5ky1lZ95ta2jLQjEX0GAAAAAAAoIshAv+cMM/1cKLj8tCF9PbmK1lywmotTa9QaPjzN5a5TUtNYsWo+ha1hI1m0OlOtYalHFprU6CKQMmmvFAAAEABJREFUWQFK3XiNLkepTVVqR2ZyO2z4qQkLU7K9N5mZ7Bh2fjzRjmeD3L4dbtCITZaZbTLCHpboxnPX9Nnm8sKFgDgAvBPmZnR2aCqVSeVSqYw/tkTOVXCW0tFyuczC3MxMLqfXttZWbq6O2e/+NDyRkBQCAAAAAFA0hP0JdD+DeCR3Qmku/SzRaLTbugTpZ4ACE/bmsQyOUJWQi+hoTz1m0Lv7AAAMVuADrp+lfq0qpFAhAF3iNWlYy9HB9q9/t/lfD3wZETVh1ABHe1sChkTY0hAkxMUkJsSxW+n6EO3YY20TiWkmMcrUaMTHcbIVK3H0Wbt+pUs/E6Os82tkrwFDAAAAAAAAoMCQgX5vleL0swGSSul7aUreMwqlSny6sExdDjtTkxWtzuFW7V34g+hfvYG8sjNKO8T9xzV1/+lNp3/uslduy/qPG9beYqR9mKwp2a26yfSeR7YnIH78VzvpM/UeFZ33kF8Sfq4s5f6RSLkLN4eR8GNk3AB3bSbHAhoAAAAADJqwS4ro8gNEG9BUG2uM6A4I4YBfBKABCoW47CALPOviOlxDiPEQ7O4DAHgbdG3lzoOnlTzcC313HALQpYGXh/vsqWOXrtnxLPjlzAUrRw3p4V23OgED8GrXEUetVkdFhGakpwvrQ2xzxcREYiwxZaWHiG6NSkg260WfuQFj/arPwqYO+4tY0wIAAAAAAChcyEC/h5B+hmIgNcUeWgAAAAAAAHgtvV1S/D4HblA40ZEo/UwAoOD4tE5WHWj+WmgYEwAAeHtPnocoFMp6NSuTwobd66WEnY3V9M8/2nXw9JHT/n+v29WuecPBfTpK+L5YeFf0Kt3QDY+M9LToyDDaEHd8cp2mUrn4rDRGuiizfvSZNbNFn8VdqgS9qgAAAAAAAEUGGej3CtLPAAAAAAAAAGA42C4pFnem+6jo7ge+aSIEoAkqQAMUjF7whiWhc9zXhz1+AABv5c59rrelbg0EoOH1aPfawJ7tq3l5rNy459SFa4+DQiaMGuBob0vgXRCnn1myOSEuJjEhTjg9DUX7RGVyc2ECQl45hoxfhTJmuWdtByo/SLJu1Y8+E6xjAQAAAAAAFDFkoN8TSD8DAAAAAAAAgIFg+6OIKHkpqvqcKQ49IwANUBDZ4zc57ujDHj8AgLd1PfCBjZVlWTcnUtgQgC5talevNHvqJ0vX7HgW/HLmgpWjhvTwrludQPESb2mw2s8RYS8UGVy3N9sUkUgkUrk57S6nt2USdoCmdoWJ6yjlM85C9Jlr81Wfcyz8LPxRrGABAAAAAAAUD2SgSz2knwEAAAAAAADAoOhloIUGaj8DFIVcEs/Y4wcA8LZehkeHhkW1a96QFAEEoEshOxur6Z9/tPPA6aO+/n+v29WmWYMP+nSSSEwIFAu99LMiIz0iLIT2iBPdapCllY2xiYSr+kxH0hGZJCv9bGRMB/ISfSY4tgwAAAAAAODdQQa6FEP6GQAAAAAAAAAMkDjxnD0GjR0RAIUr+28KvzIAgPzxvx5Ir+vUrEyKAALQpRPtcxvUq331yh4rN+7xvXj90bMXE0YOcHGyJ1CM6DZGQlxMfFwMG6RrQmbmFjK5uYanPf4ykxgRI9ZFytd91qH9pkbsXxNhPKLPAAAAAAAAhgMZ6FLpxpkwcfpZZpnp3Q/pZwAAAAAAAAAwFMI+B3HJZ+yIACg6+H0BABTQxSu3aXdK9coepAggAF2a1a5eafbUT5au2fEs+OWs3/79aFC3Jg1qEShK4vLPES9fpKWlsjUhuZm5pbWtRq1m0WftpojRK4Sqz8a6ILS46jNtEESfAQAAAAAADAky0KXMjTNhRzc9FgZlllztZ0sbpJ8BAAAAAAAAwOBg/wMAAAAYvqfPQ+MSkurXqiLhO9EKnTGBUs3Oxmr65x91btNEoVCu3LB33baDCqWKQNGjXeCmUhnd5JBKZU4uZaxs7DJF0WcjXVFnE56E9aSamnJNbkjC/jXh+1D1yj8TbMkAAAAAAAAYDCHwyjbcWByWy8XqIrNSqZS2GnS29mqcFXdmGeiEmAwCBgPpZwAAAAAAAAAAAAAAgEJ06cYdet3UuzYpGghAl360I25Qr/aTxw4xk8vO+t/88bd/I6JiCRQllnK2tXd0dnN3cHI1NjYRzj4jlHNm6WeJRBd3FkWfWSzaWEQcfUZPKgAAAAAAgEFBBroUuHb6pTj9LLdC+hkAAAAAAAAAAAAAACD/MjPJpet37GysGtSuSooGAtDvi9rVK82eOtazfJmwyJhZC1eeOHtFl8iFQpYpemdpz6j4JiH9bKKr/GzM/uGjz8Z816nJq+lnRJ8BAAAAAAAMHzLQJdqNM2HHtzwRBmWWmd79X0k/048P6WcAAAAAAAAAAAAAAIC8u3X3UVJyaodWjYquAwUB6PeIg53N9M8/6t2llVqt2bzn2LzF66JjEwgUJXEnKO0GZ9lnbdBZW/k5K/rMjdBFn8VxZ0SfAQAAAAAADB8y0CXUjTNh4trPMkv92s/sg0P6GQAAAAAAAAAAAAAAIO9OnL0sNZW0adaAFBkEoN8vtHeuV6eWM74cXcbV8XFQyIxf/zl94RqBIsb1f/PxZ115ZyEEbfK66HNWbBodqAAAAAAAACUEMtAlDtLPAAAAAAAAAAAAAAAAhS4qJv7eo6BmPnXkMikpMghAv4/KlXGZNWVs9w7NlUrVhp1Hfl26ITY+kUAh0YsvGxlrcV2kRsa0m5TFnU34ws9c+We+0xTRZwAAAAAAgFIAGegSBOlnAAAAAAAAAAAAAACAonDktB+97tK2KSlKEgLvJdpb169bmwa1q/7z3+4HT57PmP/P4N4dWjWpT6CQsO5P2ieq0WjoP9xAZmamKNlMbyJCSPrVuDO6TgEAAAAAAEouuk1Ht/9YBppuEpqYmJCc9r806GxNSOLjS9rQM8tAD5taz8ZBRqDoIf0MAAAAJVkmfwEAAAAAAAAAyA+ud8NIHyk86RmKi1du16zq6eRgS4oSAtDvNY9ybj9O/WTXYd/jZy6t23bo8o27Yz7sZWtjRaDAhDkCCzrz4eesm14pEY3oMwAAAAAAQOmCDLSBQ/oZAAAASgphfUPcmxD60I8AAAAAAAAAABRA9tBzIfZ6nPW7oVCqOrRqRIqYMYH3G+3FG9yrw7efj3Sws7n3KOj7+f+cv3yLQH6Je0DZPIJ1jhq/Ro77LgEAAAAAAKCkEzYM2aYfi89yOdpXI7YNOlt7Nc6KO7MMdEJMBoEig/QzAAAAAAAAAAAAAAC8z4QOrKIo/6xSq4+c9ne0t61dzYsUMVSABk7FCmV/+mbc9v0nT52/umbLAf9rgZ8M62NtZUEgv3Kv62yEqs8AAAAAAAClHepAGyCknwEAAKDEEVZCJFJzmV1FtYhGh7x6IkoAAAAAAAAAAD1CTwdXt9XUQq+Eq7iQKymY85duJSQlf9i3UzH0pSAADVpSU8nQfp0b1qn276Z99x4FffvL3x/269zMuzaBt8R6uIV27lMSAAAAAAAAKL2QgTYoSD8DAABAycWdVMRUbuHgpeARpVKtUGhUKiEGzSZDDBoAAAAAAAAA9LB+DdbZIZFICO384HpD+E4QUQaaFEYPCN1PcfDEBblM2rJxPVL0EICGV1TzqjD3m3Gbdx87d+nmqk37Lly+9dGg7s6OdgTeBpsRvG4/IzpKAQAAAAAA3h/IQBsIpJ8BAACghBJWRViXJF1FoT2UmTw6yALQbJAAAAAAAAAAAOQk+74FEx02XugHIQXrCrlw+VZsfGLHVo2kUlNS9BCABn0yqenIwd2beddevWX//cfPv5+/vEvbpj07tqB9fwTeBvpEAQAAAAAAgCADbQCQfgYAAIASSliTZCuTdBWFxZ3ZTWpepg4BAAAAAAAAAMiJUARaCEDrZaDFAeh8UyiU+4+dp432LX1IsUCkFXJWpVL5n74Zd/S0//7j5w+euOB3NeCDvp0a1K5KAN4nbOcyAQCAfEFUCADgfaCdyWNW/ybIQL9DSD8DAABAiSakn+n6JF1LEdLP2cs/Y282AAAAAAAAAGQndHOIi0ALdaDZmELpBDly2j82PrGZTx0nB1tSLBCAhtei3+7uHZo39a69duvBOw+eLl2zo2bVisP6d3F2tCMA7x+lUvPLf+cIAAC8SWxCKmtkBYYMr/dNWHcXugYPXHjgF/iCAADAmyiUatYolAPB3yvIQL8TSD8DAABAKaCXgRaqQaP8MwAAAAAAAADkkdDrIc5AG+uI+0TyJzE55fCpi7TRt2trUlwQgIY3sLe1/vLTD24GPty46+idB09nzP+nS7umPTo0p32CBKD0EubmQkOTmXnt/ksCAAB5xmW8iFHWSrTh5eT4J6R9SkFh8fRCAAAgz/Rm74iH5gUy0MUM6WcAAAAo0YS1R6Ir+cwadE2SrU9KJBJWAZoAAAAAAAAAALyJXgZanH5mux0KYu+RswqlqnObJva21qS4IMMKeVKvVpUaVTz3HTt3zPfSgePn/a4GfNC3U/1aVQhA6WWYWT0AgBIka0YqqgNtUCkizOQBAArCyIAPcTFkyEAXG730s9wq07s/0s8AAABQUrG1R2FFhVWDpmOI6PRWAAAAAAAAAAC5EDo+2L4F4VrcIZK/bpHo2IQzfjdcnR16dW5JihEC0JBXUqnpgB7tWjSqu3rLgSdBIUtWb69ZteKIgd0c7W0IQOllbWE6rnt1lVqlUatVKvqvSq1Rs6IamfzOZQAAEGjXhnUHCNpbyYUTprA1ZkPojhOvuxsRox5NKzSu5kTn8UqlkpvV0xk+j/B9h+hBBADQY8TP0rnZu5GxjYXMmG8gBv22CpKBHjGtnpU9MtBvlj397DPQ2MIK6WcAAAAoYYRVR3rNQs/CIEVXYDKxBwMAAAAAAAAA8kAv5Sx0hQinnCIFsG7bQbp3YuTg7nKZlBQjBKDh7bg6O3z7+UcXrwZs23fizoOn3/3yd9f2zXp0aC6RmBCA0oXN5c1kpm3rlVUoFEqlQsldK7l0nJrPQOPcggAAr+ITxVyWi+WHTCWmJnQVwZgLEhEDCxIZ6epS16noqGQzeUqh4I92ycpAYz4PACAQ5px0ri6hs3cTLjeaFRglSIu+nfxnoBfeGv51PUubYt15VOIg/QwAAAClibDqKB4Udllg3wUAAAAAAAAAvBVxBpq82huSv54R/+uBdx8+a1S/ZmXPcqR4IQAN+dHMu3a9mpW37z911v/G/mPnLl65/WG/znQMASgttLN4IyOuoB2f5MvUSDJNuV3JXCFTEzVLP2PnMgCAHhbk4mecJlz6WXctrgMtTEmKndBlKGDPVUNn8roSSnQcfwpZHOUCAKBPmHWaGJtwGWj+KBchNkpEM3nIi/xloBNiMjYuuDV0al1koF8H6WcAAAAofdiqIxGtouitq2AnBgAAAAAAAAC8kd7+hNwH8ygtPWPTrmNSU8ng3h1IsUMAGvLJ3Ez+0aBubZo1WLNlRE0AABAASURBVL15f0hY5OJV27w83If271K+rAsBKOGEuTl3SkGNhmXjhP3Lxmq1iVqdqUMAAEBEF4Dmjh5h9UFZooj+b2RgwTjtU9Vwc3mJbpbOH+Si1uAoFwCAnAiHjrBDBLnYKDvKxchYnBxFbDTv8peBjotKRwb6dfKefqYNFuRH+hkAAABKBLZ+oheD1rsVAAAAAAAAACAfCrJjYfPuYympaf26tbG1tiTFDgFoKJAK7q6zp449cfbKvmNnHweFzP7t3yYNa/Xv3tbe1poAlHBZlUEzTdjMUlfuTq2RaBCABgDIjq0Ts/wQC8dJJBKWfmZpOcNJxWXVf2bzeRNd+lk3k9doNAT1kwAAXpVVPt9IqPUv0SZH+TkqgbeHDHQhunUhAulnAAAAKN1Q+BkAAAAAAAAACqgQ+0EePgm+cOW2q7NDl3ZNybuAADQUgg6tfFo0rnvwxIVjZy75Xwu8eutex1aNundobiaXEYCSRnwyQW3imd0gISzVoeGrQQvpZ+xiBgAQiGNDrHw+f9yICWvoRYve7fMkwoEuJtrZvDCTZ+WfCT+Hx0weAEDwysxTV+yflX82QX60YJCBLhS3LkQcXv9QGET6GQAAAN4HWHUBAAAAAAAAgHdFpVb/u2kf7WYZN6KfyTuqlIQANBQOuUzav3vb9i28dx7yvXjl9uFTfmf9b/bu3LJNs4a0M5EAlDRCEVN6rSHEhB+jMdJojI21eTiknwEAXpXV5SaqD8qyXEL62aCKg4qfDzeTp4yMM1nsmS//TDCfBwAQ0ZvPG+vm74Q/mMRADnEpufKegTazTA44mcYGkYEWIP0MAAAAAAAAAAAAAABQnLbtOxkTl9CvW5tyZZzJO4IANBQmWxurjz/o2aVNkw27jjx8Erxp97ET564M6NGuYZ1qBKCkERcxZUkEI43GRFT7mSAYBwCQjbg+KNfWheT0ckXvMF0kJMzYIHtuGlbyXxt+1hC+KjRm8gAAeoSZpzCTF45vQQC64PKYga7e3JJeIwMthvQzAAAAAAAAAAAAAABAcbp97/HJc1cquLt2a9+MvDsIQEPhK+vm9PWE4QH3n2zfdzI0PGrZ2p2e5csM69/Fo5wbASgJWPKACOlnHaFNkIoDAMiVXgzaMHNF4idjYmKSNbfn2wQAAF5DPJMnr87txRNAPuQlA01vRQZaDOlnAAAAAAAAAAAAAACA4pSQlLzivz2002XciH7vtocFAWgoKrWrVapVteL5y7d3H/J9Fvxyzh+r69Ws3LdbG3e3d1bwHCDvxBlo8SBqPwMA5IV+idBXQ0XvPGCUfSZP+Bk7ZvIAAHmhF3TWm88jRVpARqgD/TaQfgYAAAAAAAAAAAAAAChOmZnk77W70tIzhvTp6OxoR94pBKChCNEexJaN6zZuUPPoab/Dp/xu3nlELw1qV+3btU0ZV0cCYNj04nHCSAIAAHmmN9s0nLmoEHrGTB4AoCAMdj5foiEDnUdIPwMAAAAAAAAAAAAAABSzQycvPHr2onpljw4tG5F3DQFoKHJSU0nPTi3bNm948OTF0xeuXQ94QC8+9Wr06dLK1dmBABgwIR5H0CkOAFAwhjkXxXweAKCwYC5auJCBfiOknwEAAAAAAAAAAAAAAIrZs+CXe46csbe1njBqgCH0sZjMmjWLABQ9qdS0VtWKrZrWV6vVwSERIWGRpy9cjYiKK1fGxcLcjLxr7Kz3Gl5EfEZyhkZiYuxVxpYA8D3iOSIAAJCTEjfPxEweACDvsG5cbIR4rjina8T+047h/rcva2IsyYx8pmL3Sk9VPboZU62hk1RuQkovpJ8BAMCgxCVnRMSl0oaDXGnKLY60THh6Sx8AAAAAAAAAAIASKjkldd6S9SqVetrE4Q52NsQAGLGKdwDFKT4x+cDx82f9b6jVGrrbt5l37V6dWzrav5u0sTj6rFKplErlraCEsASVXGrSxbsCAQAAAAAAAHhH2E4bttFKr9V0K1qtVnH/cVuv/JVSqVDcu5As1IGm7JzkpbgONNLPAABgaJ6GJ95+Gk0bVWxSzOVSuVwu45nyxBloAgAAAAAAAAAAUDKpVOpfFq8LehE2dljvJg1qEcOACtDwDshl0jo1vFo0rpeeoQh5GfE8NPzU+auxcYnlyrqYm8nJu4AK0AAAAAAAAGBoUAdaD9LPAABggFABGgAAAAAAAAAASr3l63ffexTUsnG9Hh1bEIOBADS8M2ZyWb2alZt6105Lz3gRGvk8hItBxycmly/rSm8ixQsBaAAAAAAAADBAyEALkH4GAADDhAA0AAAAAAAAAACUbgdPXDh1/mrFCmUnjBxAd3cRg4EANLxj5mby+rWqNmlYKzU1/UVYRNCLsJPnr8TEJZRxdbIwNyPFBQFoAAAAAAAAMEzIQBOknwEAwIAhAA0AAAAAAAAAAKXYrTuP1m476OxoN23CcJnMlBgSBKDBIFiYmzWoU7VR/ZrJKamhYZHPQyJOnb/y4mWkq7O9jbUlKXoIQAMAAAAAAIDBes8z0HrpZzObTJ8BSD8DAIChQAAaAAAAAAAAAABKq7CI6IXLN5mbyaZ//lHxJDnfCgLQYEAsLcy961Zv0rC2QqEICYt6GR59xu/Gg8fB1tYWLo72pCghAA0AAAAAAACGrCAZ6Oo+zlJZSc1A55R+NrKwMmXpZ1Mu84z0MwAAvEsIQAMAAAAAAAAAQKkUG584b/F6pUo1bfxwNxdHYngQgAaDY2FuVq9WlVZN69M9wiFhkRFRsf7XAm8EPDCTy8u4OBXRbmIEoAEAAAAAAMDA5TsD/eR2TDVvp5KYgc4x/WxumZV+5ipAI/0MAADvFALQAAAAAAAAAABQ+sQnJs9bvC4+MWni6IFVK5UnBgkBaDBQcpm0ZtWK7Vp4m8lloeFRUTHx127fv3jlNt1jXNbNmV6TQoUANAAAAAAAABi+/GWg05JLZAYa6WcAACgREIAGAAAAAAAAAIBSJiU17Ze/1kXFxA/p07GZd21iqBCABoNGuzErVyzXoZWPg511eGQM/UUF3Htyxu+6SqUqX9aV3koKCQLQAAAAAAAAUCK8JxlopJ8BAOD/7N2Jc5xnnh/2F91Ad6MbN8ALvO9DpCgNdcyMNZprNTPZmT28h3d21y7nmqqkylV2JankT/Am5VRS2U2Vy7Fr7XXt7MZVcWzP7lZ2rpVGMxpJq4siKVI8QIIXSBD3fTWQ5+0XaDYvDSXxQAOfDx89fN7nfboblASw3/f99u+tFgLQAAAAAKwkU9Mz//Mf/due3v5f/urnv/XSC9EyJgBNFQjniLdu2vCVF57d1Lm2b2C4t2/w1NnuH/7kzcHh0fVr2hsK9dGnJgANAABAtVjxGej7ST/XZTLSzwAsBwLQAAAAAKwYMzOz/+yff7f78rWXXnzu7/3qV6PlTQCaqhHOD3eu63jxs0/v27VtZHS8p7f/wqWeH/30rXMXLhcK9Ws72j7NCWQBaAAAAKrICs5Af5r0czlkFkk/A/CoCEADAAAAsDJMTk3/r//8u13dV1568blv//pL0bInAE316Whr/uyRg88ePlAsFq9e77vWO/DGOydef+d4OIO8cf2acF45+vgEoAEAAKguKzIDff/p5+DO9HNU8a8lAoBHQgAaAAAAgBVgbHzyf/k//2335Wtf+vxnfv83vh5VAwFoqlVjQ/6pJ/Z8+e88U5/L9vT29w8OHzt57kev/u3o2MSGdR35+tzHejYBaAAAAKrOCstASz8DUI0EoAEAAACodkPDo//0D/9NT2//C88d/od/75tRlRCAprpl6mr37NjySy8+u2Ftx8DQSN/AUFf3lR+++mb35WtNjYU17febYBaABgAAoBqtmAy09DMAVUoAGgAAAICq1j84/E//j3/TNzD8lRee+Qe/9ctVdB5LAJqVIJxC3rRh7Yufffrg3h1T0zM9vf2hvfbWsbePngqnmLduWv8Ln0EAGgAAgCq1AjLQ0s8AVC8BaAAAAACq1/UbA3/wh38yODz6m9/8cmjVdRJLAJoVpa2l6ZnD+7/w3OFwZvny1d7wbXn0xJlX3zg6NTWzfl17Lpu51wMFoAEAAKheVZ2BPvFG71/+a+lnAKqVADQAAAAAVerS1d4/+KM/GRuf+C9/91e++sIzUbURgGYFqs9lD+zZ/tKLz7W1NPX2Dfb1D314rvuvX37j8tXeTKZu/dr2Ox8iAA0AAEBVq9IM9Ik3ev/ijz8sb0o/A1B1BKABAAAAqEbvnzz7v/+LP5udnftH/8VvP/vUgagKCUCzYoWTy9s2b/jqC8986fOfyeWyN/oGuy5effPdE3FB6OmZ9WtvKQgtAA0AAEC1q7oMdJJ+XlhY3JR+BqAaCUADAAAAUHX+6kev/ev/+y/CWaz/7r/5vQN7tkfVSQCalS+XzezdufWlF5/bvrVzema2+1LPqbPd33/lzQuXe+pz2bUdrZEANAAAACtCFWWgpZ8BWBkEoAEAAACoInPF4r/67vd+8JM3Gxvy/9M/+gfbN3dGVas2gtUhnF9+cv+u0IZHx37y+nuvvv7e0RNnQmttafrC84dfeO7JxkI+AgAAgCoXjn8XFhZCn0ql5ufn0+k403znCaD9f6ch9Md+NJls9l+b/O4/O/p7/8PhQmNd9PBJPwMAAAAAADxiY+OT/9u/+LMLl3o2d679x//177S2NEXVTAVoVp1SQegtv/Ticzu2bYwLQl+OC0L/8NW3ui5eDVdN21uabozOqgANAABA9VrmdaClnwFYSVSABgAAAKAqXOm58Qd/9CfXevufferAP/nOtwv5+qjKxTWBIljFhkfHXn39vVffeK9vYDgqxaM3b9ncvH5b54YN33hmawQAAADVKTnnE/r5+fnQF4vF+WJxLv41Nzs7W+pmZ2dmTv5srFwHOmhfX//3/8en6gsP66Zh0s8ArDBd10be7+oLgz3N4/lcJpfLZUtKf6/VVWagIwAAAAB4TF594+h3//3/NztX/K1vfeUbX/5stCKoAM1ql83U7d6++cufP7Jr+6ZwPfhab3/vjb6rF89funAuXAZub2vJ1+ciAAAAqDafuA501/GB/c+srcukogdN+hmAlUcFaAAAAACWs5mZ2f/rT//jX/3otUym7h9/53c+d+RgtFKoAM1qt1AyXzI3Nzc+MfmXrx4/cersYN+15Jtj17bNzx958shTB3LZTAQAAABV5ZPVgV6zMf97//3hB1sH+rb0c7514dnfTIWXkH4GoKqpAA0AAADAsnXl2o0//Ff/7kb/UOf6jn/ynW+3tzZHK4gANKvdbQHocNn36IXhnuG5aH4mPzf4+tvvX7sen7wO112fOrj3+SNPHtizw6lqAAAAqshyyEDfmX5+7rfTufq09DMA1U4AGgAAAIDl6eXX3vmz//D9ubniF55/6vd/4+t1dQ+y8M1yIADNanevAHQuk/7GM1vDgouXr73+9vtvvXdibDy+j2FTQ+HpJ/cfeerAzq2bnbK1pI3HAAAQAElEQVQGAACgKjzeDPS90s+14UxbHHmWfgagiglAAwAAALDcTE3P/Ms//Y/vHj9dn8v+V7/7K08f2hutRALQrHa/MACdKM7Pnzh17o2333//g9PhMnGYaW1pOvLkgSOHD2zdvCECAACA5e1xZaClnwFY2QSgAQAAAFhWTp3t/pff/U+DQyM7tm78b//hb7S1NEUrlAA0q919BqDLJqem3zt26q2jJz48eyFcMg4zazpajzx54JnDT3RuWBMBAADAcvXoM9DSzwCseALQAAAAACwT0zOz/+4//fDl194J56K++Usv/NrXXwynpqKVSwCa1e7jBqDLxicm33n/5FvvfXD2fHfybbRhfceRw088e/iJNR2tEQAAACw/jzIDLf0MwGogAA0AAADAclAu/Ly2o/U7v/9rO7ZujFY6AWhWu08cgC4bGRt/+70P3n7vRNfFK8nMlo3rjzz1xJHDB1Zw9XgAAACq1KPJQEs/A7BKCEADAAAA8HhVFH6u+doXn/+7/9kXw9WYaBUQgGa1+/QB6LLBoZG3jp54670PLl25lsxs29x5+ODepw/uW7umLQIAAIDl4WFnoD9B+jmVTqelnwGoQgLQAAAAADxGbx09+ef/4QeDw6Pr17R95+//+rbNG6JVQwCa1e4BBqDL+geG33j32DtHP7h67UYys35t+1MH9x0+uHfrplX08wUAAIBl6+FloKWfAVhVBKABAAAAeCz6Bob/+M+/d+psdzj19PUvffbv/vIXa9PpaDURgGa1exgB6LLeGwPvHj/13rFT3Zd7kpnWlqbDB/Y8dWjfru1bwnnvCAAAAB6Th5GBln4GYLURgAYAAADgEZubK/7lD3/2Vz9+LQxWYeHnMgFoVruHGoAuGxoePXriw3ePnTp7/mK4rBxmCvn6Q0/sfuqJfQf27AjXeyMAAAB45B5sBlr6GYBVSAAaAAAAgEfp5JkLf/znf9E/OJzJ1P3KSy98/UufDaegolVJAJrV7tEEoMvGJ6aOfXD6vRMfnjzdFS4lh5nwY2jf7u2H9u0+dGB3U2MhAgAAgEfoQWWgpZ8BWJ0EoAEAAAB4NIaGR//03//1O8c+DONnnzrw7V9/qaWpIVrFBKBZ7R5xALpsZmb2g9Nd7x0/deyDM5NT08nklo3rD+3fffDA7i0bNzgfDgAAwKPx6TPQ0s8ArFoC0AAAAAA8bFPTM3/1o9d+8MobM7Nz69e2/+e/883d2zdHq54ANKvd4wpAlxXn58+dv3T85Nljp85c7+1PJpsaCwf37zq0b/e+PTuymboIAAAAHqZPk4HuOj5wZ/q5Pl8bB52lnwFY6QSgAQAAAHh4whWbv/nZ29/7wU/Hxifqc9lf+/qLX/3Cs+GEU4QANDz2AHSl/oGh9z84c+zkmTNd3eEnV5ipTad379x66MDuQ/t3t7c2RwAAAPBw3GcG+sRPRk+8PFV+VHN7drh/urzZ0L7wzG9KPwOwighAAwAAAPAwhOs2f/veif/nL1/uGxgK55i++PnP/NrXX2wo1EcsEYBmtVtWAeiy6ZnZk6e7jp08c+LU2ZHR8WRy/bqOQ/t2Hzqwe+e2TU6XAwAA8MDddwZ67MTLk3c+vNC28Nxv1+bq09LPAKweAtAAAAAAPHAfnrv4Z//v9y9dvR7Gzz514Le+9ZWONuVTb1cbActPNlP31MG9oYVLzxev9BwvlYW+eOXatet9P3jl5/W57L7d2/fv3rF/7w5loQEAAHhQamrij8qHPpVKzc/Pp9Pp6G4nj554saEmtXD8x1OVk4W26Lnfrq3PxxHnurq6JPQs/QwAAAAAAHD/Tp3t/t73Xw19GO/ZueV3f/1rWzaui7gbAWhY1sJV4K2bNoT2za+9ODI6fvzk2WOnzpw63fXusVOhhQVrOlrjJPSeHXt3bctlMxEAAAB8Cvebgf5CU7QQHf+bxQx0oS36/Lezmfok4ZyWfgYAAAAAAPhYTnx4/ns/ePVM16Uw3rRh7W996yuH9u+MuDcBaKgaTY2Fzz93OLRicf7chUsnT3eFdunqtZ/0vf2Tn7+dStXs2LJp357t+/fs2La50yVkAAAAPpn7rgPdFC3UHH95sqGt5oXfz2fq4/VJ/jmuAL1UBFr6GQAAAAAA4CMcO3nue99/9Vz3lagUff7WSy88c3i/qyi/UHxBK4JVbKFkvmRubm52dvboheGe4blcJv2NZ7ZGy974xOTJ0+dPnuk6deb84NBIMpmvz+3dtW3/7h1P7NvZ2tIUAQAAwMeUnDJKDplDXywW54vFufhXSTh+npsN45M/G+3cV1ffFMeaUzWpcv3nJAYt/QzAitd1beT9rr4w2NM8ns9lcrlctqR0N4S65G/AmpIIAAAAAG713okz3/v+qxcu9YTxlo3rf/VrLzx9aG/E/VEBGqpbIV//zFMHQgvja739cVnoM11nznW/e+xUaGGyva1l765te3ZuDX1zY0MEAAAA9+FedaDLEa7QF9PpJ15ML5QS0jXJ0lSqNl27mIGurU2n0tLPAAAAAAAAleaKxdffPv79V9640nMjbG7f0vmrX/vCkwd2RXwcAtCwcqxf2x7al194tjg/33XhchyGPt118UrPa2++F1pYsG5N256dcRg69I0N+QgAAADu7a4Z6Di7XLqdWFzPcm4unUrPL8wn5aJTNeFXKi76XKoDLf0MAAAAAABQaWx88m9+9taPf/r2yNh42Ny9ffOvfO2FJ/buiPj4BKBhBQrXlnfv2BLar37jSxOTU2e6Lp4+d+FMV/flq73Xbwy8+vo7Yc2G9R17diRh6K2FfH0EAAAAd7gzAz1fU7NYB7oUa54vWawAnczFked00qWWRNLPAAAAAADAKnatt/+vX379tbeOzc0Vw+WSI0/ue+mLz+3evjnikxKAhhUuX587/MSe0MJ4fGIyDkOfvXC6q/vqtRs91/peee2tML+pc20cht61bfeOLfW5bAQAAABLbstAJ2nmZH6+JrVY/rlUATqsCJNx4edUXAo6nU4nj4qknwEAAAAAgNXqg9Pnv//yG8dOnQvjXDbzpc9/5mtffL69tTni0xGAhlWkkK9/6uDe0KJSLf3T5y6cPtd9ulQZOrQf//TNcCV644a1O7Zu3rlt845tm/yQBQAAILpbBjqu9hwGpdrPiSTcvLirVPVZ+hkAAAAAAFi1Jianfvbm+6/8/J2e3v6w2dbS9EsvPvviZ59WovRBEYCGVaqhUP+ZJ/eHFsYjY+NnznXHYehzF5Iw9E9+/naYb21p2rlt885tm0K/ccNa16oBAABWrcoMdDnxPF86TqwMQJdDz4tJ6KUDSUeUAAAAAADAKnG66+IrP3/3raMn5+aKYXP7ls6vffH5Zw7vDxdPIh4cAWggamooHDl8ILQwHh2bOH3uwpmui2fOd/dc63vrvROhRaXa+9u3btq5bdOu7Vu2bdmYqfPTAwAAYHUpZ6Arx6G/bU3SSz8DAAAAAACryuTU9E/fPPrKz9/tud4XNjOZui88f/CLn/vM9i2dEQ+BCCNwi8aGfDkMPT4xdbarOwlDX756/eTprtCiuI5XzebO9Tu3b965bfOu7VvCQyIAAABWgcoMdHnztgXRrYln6WcAAAAAAGBlO3P+0iuvvfu3Rz9ISj5v7lz3xc89/blnDuWymYiHRgAauKdCPnf44N7QwnhqeuZs18U4DN3VffFKT/fluP341TfDrva25u1bNm7bsjH0mzeur02nIwAAAFaocuj5zmTzbTOizwAAAAAAwArWNzD02lvHXn/7+PUbA5GSz4+cADRwX3LZzMH9u0IL45nZuXPnL53p6j7bdfH8pSv9A8OhvfXeB2FXOp3a3Lk+CUPv2Lqxva0lAgAAYGVJks33ikFHos8AAAAAAMDKNT4x+fo7J15/+3hX95VkZnPn2hc/95nPK/n8aAlAAx9bpq52/57toYXxXLF46cq18xevXLh49fzFy/0DwxcuXQ3t5Z/9bdjbUMhv29JZCkNv2rq50893AACAFUPKGQAAAAAAWD1mZufeOXbq9bePn/iwa34+LhPT0tz4/NNPfPbIwS0b10U8cgLQwKdSm05vL9V7TjbHJya7Llw+f/FKaN2Xro6NTxw/eTa0ZO+6te1bN23YkrTO9ZlMXQQAAAAAAAAAAADL0vTM7NETp986eurYqXMzM7Nhpj6XPfLkvs8eObhv11b1Yh4jAWjgQSrk6w8d2B1aFN8NObp2ve/CpStd3Ve6L1+50nPjem9/aG++czyKS4VF69d1bN3UmeShN29YV1fnJxIAAAAAAAAAAACP2eTU9LvHPnz7/VPHP+yamytGpVKhTx/a+7kjBw8f2F1bm4543MQNgYelpibasL4jtM89ezgq3QLg4pWei5fj1n2553pvf8+1vtBef+v9sDeVqulcv2bLpg1JJHrjhrXhL4wIAAAAAAAAAAAAHonxicm33//w7fdPnjx9oTg/H5WCbQf37XjuqSc+8+Te+lw2YtkQgAYekUxd7a5tm0NLNqemZy5euXbx8tUkD32jb/Dy1d7QXnvzaNibTqU6N6zdsnHDts1xfegwDjMRAAAAAAAAAAAAPFB9A0NHT5x559iHp852lyf37dr6zOH9zz39RCGfi1h+BKCBxyOXzezZsSW0ZHNyavri5Z4Llxbz0AODw5euXAvtZ2++G/am06nO9Ws2bli3qXPdpg3rNm9c78M0AAAAAAAAAAAAfDIzs3Mfnu0+dvLssVPnevsGy/O7t29+9ukDzz99oKGQj1jGBKCBZaE+l927a1toyeb4xGT3pZ7uUn3o0AaHRy9duR5aeX1bS1MSht5Y6td0tEYAAAAAAAAAAABwb9d6+4+dOnfs5NkTH56vnN+3a+vhA7ufP/JEc2NDRDUQgAaWo0K+/sDeHaElm+MTU5eu9Fy6ev1Kz/XLV69f6+0bGBoJ7f0PziQLctnMxvVrN3au29y5GImurU1HAAAAAACPRE1JBAAAAMDyMzMz+8GZC8dLuee+geHyfHtr86H9Ow/t27l/z/Zspi6iqghAw+2Sk9QLCwvD4zMRy0VqQ+fG0JKNuWLxem/f1Wu916739ly70XO9d2pq+lz35dCSBeG/YVtry7q1a9av7VgX2po1HR2t6VQqAgAAAAB4cKam55JBcmK5pkIEAAAAwOMzOzt35vylU2e7T5+72HXxSrE4n8zX1qb37txyaN+ug/t3bljbHlG1ahYWFiJYxRaWFEtmZ2ePXhi+OjQbUVUmx8dHRwZHh4dGhwdCPzkxftuCmppUoaGxobm5obG5oakl9PWFRtcgAAAAAIAHYl/rZD6XyeVymUwmm83W1dXVhotp6XQqlZKHBgAAAHg0yqHnD892n790tRx6DtZ2tB7ct/PQ/p37dm3L1KkdvBL4rwhxTQ6fBKh29YVCaGs3bEo252Znx0aHxkaGR0eGx0aGxkeHZ6anx0aHQys/JFx7KDQ2NTS1FOJIdHNjY3Muial6cQAAEABJREFUX4gAAAAAAD6+ctZZ4hkAAADgUZqdnTvddenDc6XQ88Wrxfmboef21uZ9u7bu3bl1766tHW3NESuL3CerXfItMF8yVzIwMjU6OR0Gs+FH49xcsRh+JM6Hvlwr2pnrajQ9MzM0PDY0PBr64dGx4ZHR8J/3tjV1temmpoamxtAKoW9uLDQU8uFqRQQAAAAAsCQ5S1zOOqdLWvPpbKYum81mMpm6ktra2lSJPDQAAADAg1UOPZ86233hrqHnXVuf2LO9pbkxYuUSgGa1S74FQl8sSTLQMyWzs7OhT2aSGHR5cUT1G5uYGhgaGxwZC/3A8HgYVN7yIBGuTTQ15FubCq3NDS1N+ZbGQhjX1qYjAAAAAGC1StLMSaw5ST/XLcmUJOnnJABdsyQCAAAA4JNaWIiu3ejv6r5Salcv91yfn7+Z4utoa07KPAs9ryoC0BAldZ2TMs9BUvh5dkmSfq6sAB2xEoX/sqPjk/1Do4PDY4PD4wNhMDI2NT1758qGQn1rU6Gl1FqbGlqbG5oa6l3AAAAAAIBVJakAHdyWgS6nn8NksiBaykwDAAAAcP/GJybPnr/cdfFqV/eV8xevTk5NV+6NQ8+7tu7bufWA0PNqJQANNwPQ5Qx0EoAu134ul38WgF5tJian+wdHBobHQt8/NDowNDoyNnHnslSqprWpoa2lsSXuG9qaG1tbGgr1uQgAAAAAWKGSus7lAHTtrZLJpAJ0JAANAAAAcB/misXuSz1d3Ve7LsaVnvsGhiv3ZjN12zZ37tga2sZd2zc1NRQiVjcBaIjKyebbMtBJn8xIP5MI/1/0D430DYyEfmBwNPT9gyPTM3cpFB3+xm1vbYpbS2Po21ricV1tOgIAAAAAVoQk31zOQJeT0JXp50QEAAAAwN1cvzFQijvHZZ4vXblenJ8v7wonVTauX7N9S5x43rG1M4ydZqGSADREyXdBEoAOfVLvuVz4OSEAzUcYm5jsHxi5MTDcNzDcPxj3A8Oj4X+fO1c2FvJtrY3tLU2tLaFvbGtpamtpzKsVDQAAAADVplzaObWknHtOeuWfAQAAAG4zN1e8dPX6pau9pf765au9k1PTlQtamht3bOlcDD1v6cxk6iK4BwFouBmALteBTmLQ5ZrQ0s98XOH/lv7Bkb6B4Rv9QzcGhuK+f2h4dPyui3PZzJr2lqREdHtrc0fo25qbGgouiwAAAADAclZTIVUh2SzXfhaABgAAAFatgaGRy0tx50tXrl/vG7gthZfJ1G3bvGHHlrjG844tna0tTRHcHwFoiN2WgS7HoCtF8OnMzM4l9aH7+of6BhfLRQ8MjlTeuKGsrq62raVpTVtzR3tLR2tzR1tLR1tzW2tTOpWKAAAAAIDloZxyvi33LP0MAAAArEJzxeKVnhtLcefeyz3XxyemblvT2ty4uXPd5o3rNm1YG/r1a9qcP+GTEYCGReUMdHRrErr8PeKbhYdhfn5hcHgkKRHdNzAUx6NLFaOnZ2bvXBz+sg/vAOIq0W3N7W3NHa1x39bS1NzY4G0AAAAAADxi5YtztyWey+NIABoAAABYuaamZ3qu91293tdTamFwo3/otpRdbTrdub4jTjyXQs9bN62vz2UjeBAEoGHRnUHnykh0JADNozUyNt7XP3RjYOhG31ApHj0YxqNjE3ddXFubjktELwWj21ub17S3tDY3NhTyEQAAAADwcFSGm+9a8ln6GQAAAFgxRsbGe673VyaeB4dH71zW1FgoxZ3XJqHnDes6UilnSHgoBKDhFpXfEb47WG6mZ2b7Bob6B4bD24cwGBiMS0f3Dw7deauIRKautq01LhHd1tK4NIhbe1tzbTodAQAAAAAPzm1xZ+lnAAAAoEotLET9g8Plus7xoLfvrgmltpamDes6Otd1bIhb+8b1awr5+ggeCQFouAvfF1SXqemZOAk9MNQ3MNxfykaHwcDQ8L2C0UFDoX5Ne2tLU0Nba3Nrc2N7a1OSkA7jCAAAAAD4FESfAQAAgGqxsLDQPzjS2zfQ2zd4vdSH8Y3+odnZudtWplI1a9pby3HnpM9m6iJ4TASgAVas8Eakb3B4YHBkYGg4vFMZCOOhkf5SPzdXvOtD0qlUc1NDaykJHbeWUt/cFAYtzY3qRgMAAAAAAAAAQDUqzs/39Q8lEefrpT6M+waGisX5OxfX1qY3rG3fkJR2XtvRub5j/Zr2dDoVwbIhAA2wGo2MjZeC0aU89OBiKjoMhkfHPuJRDYV8RSq6cSknHcej63PZCAAAAAAAAAAAeNzm5oq9SxHncl3n/sGRu+ZFM3W1azpa13a0rSv1a+O+ta2l2T2uWOYEoAG4qTg/PzQ8OhjaUOhHwmBpc2RoeGyuWLzXA8M7oeamhpamxtCXBrf0DYV8BAAAAAAAAAAAPDgzM7O9/YP9A8P9g4utb2D4I2og5rKZtTdTzkniubWluTGCKiQADcD9GhufWMpGL6aik4T0wNDI5NT0RzwwnUo13ZGKbm5cHDQ1NqRSPjIGAAAAAAAAAAB3MTI6vhhuHhoux53D5kckdvL1ucqU89o1cei5qaEQwUohAA3AAzAzOzc8MjY0Mhr60uCWfmx84iMeW1MTNRYK5Wz0rQWkG0NfW5uOAAAAAAAAAABg5ZqfXxgcHukfGO5LyjlX1HWem7vnbdubGgrtbc3trUlrivvSZr4+F8GKJgANwENXnJ8fuSMVPTy6OBgZHQtv4D7i4blspqmx0FjINzYkrbA4KMSDptAaG9LpVAQAAAAAAAAAAMtY6QbscZHBodJ914dGxoZKd2IfGh4bGRu7V5wzlappbW5aTDmX485tzR1tzbVphQVZpQSgAXj8RkbHy8HokdGx5O1dOSf9ER9iK8tm6iqz0c1hlM81FgoNhfqGOCodT9bnshEAAAAAAAAAADxM13r740xznHKOs86DQ4tB5zD70Q/M1NW2LdZyjsPNoW9rXcw9R8CtBKABWO6mpmdGRsdHxydGx0IbD/1IqV8ax4Nicf4XPk86nWrIx0nohkJ9qYB0GORL8eiwWYpKF/JNDQXFpAEAAAAAAAAA+AjjE5MjYxMjo+Mjo2OlWMvk8MhoGExMTYe9p89dvNcDM3W1zU0NLc2NLU0NYdDceHPc0tRYyOci4P4IQAOwEkxMTiXB6LGxiaWodKmNT4zFbXJ0bHxmdu5+nqqurrZQn6uvz+Xrc4VSn6/P5vP1cb+4WdqVz9Xnct53AgAAAAAAAACsMCOj48Oj42PjE8PxzczjcVytb2kwNDz6EY9tbW6sq6ttaWosBZ0bknBza3NTc2MhDPL1oibwYAhAA7CKDAyNjI5NlD6ENz42Njk2MZmUkY4T0uPxTJiPPqb6XLYciS7k60NrbMiHcUM+X4irSteHt65JeekIAAAAAAAAAIDHZGEhrtw8Nh4X1BuPsyKTSVm9saX6eqVdkxOTk/eKVWYzdU2NhaaGQtzHraGpIV85lm+GR0YAGgBuMTU9E97sTkxOT05NjU9MTUyWWhhMhcH0RGlXmBmfnJoMK6Zn7v+Zw3vchkJ9YyGfL8Wjw7iwGI+Ox7lsJrRsaJmMwtIAAAAAAAAAAPdpYWFhfGLq0ySbE/n6XJJmbm4sNDYsDpoaCo2lQUtTY21tOgKWBwFoAPhUxuL3x3FIenJqOi4mPTE5Ph73YT68pR6fnBodGw/jsDf6mAr5ylR0XS6XzWXCuC6XzeayddnSrlwpMB3W5XKhz4VBQ6E+AgAAAAAAAACofqVk82Tpzt5Jjvn2TPP4fSSba2pqSrfyXixRVypXl0/u5t1QUbou9KlUTQRUCQFoAHhE4nj0eJKQnkwS0ovvyCcm4wrTk4u1pT9BVPo2mbraOAxdn63PZfNxHwejw2Y+zkmHPt6VD7PZTOjDrsaGfAQAAAAAAAAA8DAtLESTU3EuIrkv92TcT09MTU+WwhJ3nf/oW3On06k4ytywGGgu5OsbG/IN+Tji3FjIL92Xuz5fX18j2AwrjgA0ACw74e17eBM/sfjmfumd/WRyDDCVvN0vv+kPM9Mzs9GnU5tOZ7N12cxStekwKvWlmdJ8slnam03mS4Nc0mezPgQJAAAAAAAAAKvE+MTU9MzM9PRM+G16ZnY67sM4HkyFwWKUeSnYUMo/TN5fvKFU6y2Xjyu71cd9PoxzhXgmV19/c1zaVZ/N1EXAaiUADQBVL/xlXjqQmFk6ogiD2dIxxs2DjfjIo+JgY7q0eKp0EBJ2ffr3A+l0qpyKjvtbxnWZTCZXClIv5arjmXK0emmQ8YFLAAAAAAAAAHjY4sjyzB3RglKK4Ga04C6pg9lk2VyxeP+vlamrjfPK+Vw+l1scVASaC/lcZdy5PpetER0A7o8ANAAQzczOLR7DlI5ewubU1PTUzNLRy+KHNRePcGbiA6GbR0FhPDk1HT0guWymrq62rrY29OEoKIi3a9NhXJ5f7JNBWJCJlyWTLU0NpQfWJQ9PJiMAAAAAAAAAqHLjE+FKfjCbVEZbjCxXXMefnZubjRXDsDSem5sr3jkfJqNPqpDP5bJxTDm0cH0/Fw/iPh9vZpPNQqkwcynWnGtqLEQAD4cANADwAMwVi8lRVpKTjpPTpU+LLg1uxqZnZm4um64YhwOth/SuJIlKJxHqJBu9GI+Oh4vzoWUzmXQ6VZtOhxYG4Z/aeLQ0UxvPhZna0q7FvalUaWZxfTi6iwAAAAAAAABYxWZm4+RxkjMu9YtB5JnSRpJLng27SmuWNhfXVG7GlctKcedwnX18YjJ6oMKF8lJYeTHHvDhYGic55vpstr4+F6eclyYzCpABy4kANACwXFQc4BWXPoG6eOC39PnU0vFhaTM5Pix/UDU5AhwaGU2OA5OHhOPA6HEIx36VZarL5atrK+pSVxa6vmOmLlVTU5MKv2pSqdJwsV8aLM5EqViy8Ja96l4DAAAAAAAAq9b0zOz8ooXi0iD5rVgxLm/eTCrPFW/24bfifOlSdfGWXYvXtYvlNPPSw4sP+wp1uBKdzWZymbpsKZGcydQl6eR4MhsuUqfLFcEqa4GVxrfMhwdGANVPABoAWOGmS4ek4Z+ZUjY6mEkS1Ys56cVdyRFpaIm5uM1XboaD23D0mxzlLs3csiY8SbT8JJWqg+S3e43DspooTlEvrl7aG8+kykrjdHlXPKhZXFBTCmCnUku/3bJrcU9NMhu/RJLwXnyVxYx3xeZddmUdhAMAAAAAAEC1OfFh183A8cJCOXO8UI4mh2ExWXJzWdhbTh6X4sWLg9Jl3GKSOV6MIxcXdz2u8lh3VZ/LhiuwcZGs0Cex40xduABaropV7sNl0HBltGIyflQ8n82Ex2YzmXLEWfVlgNsIQAMAPEjl+xnNLg2SetW31LFeHMzN3LpydjGiXbx5YL+wUB7dNpMc9icnAsp7QxceHq0y4cg/Lohdqn4dNmtuipIu/EotbsQrbu5amoluXX/bgor9UancdrIzqnitKNlTeqmKryMqv6lroqIAAANkSURBVGaUSiVbN7+kipWlLy9aep7ULa+4uGrpV3ll5dcWzpVEi88c1dx88YoXLb/iHYtu/VNW/kGiyq81devD7njQ0r+cmy90y58lAgAAAAAAqFpJvCpcjUuGC6UuSgbJvlK/sLS9tFVeUrkgWlq49LTlUXz1r/KJo5svV/Gw0igeF28WMI5/W9pcKI/Le4vF5PJiZeXjpeuMS11y/bGcPk5WFqv24mNdXW1yW91y3aXU3co/pZYqRtWm00leuRxZvmWz1NcupZPD4psLSvvqlsb1uWwEwKMiAA0AsJLNzMzePPexeLJjoWIci4taV97yKd5aKJ0HST5rvXDnKZLklEqyK3l05bKlZ6uYWbh5MqW4dEKleMcJlJth7mRZ+SzMwsLssiywDQAAAAAAANWlrq42vXQn1qUbvdYs3Zv19smKG73W3HxIef72xTXl+aW7xcYPjT6+8PA4Z1xOHsd9uhRTTpLH5UGyIB6k02k1kgFWFQFoAACq1ezsXMWH6Ss++L70yfubn55PPjEfL7i5vvwh/eTD9PMLC5Ufo6/8zH3Fp+2ju7xWVPlbVPm5/ts/x1/5Kf+lJ6z8lH/Fh/mjWz7jf8/P98e/zS8VHKjYG1U+QeUXf7PmwO1fYVRRUuCOR90c3KWYQeUXeUcpgtLTAAAAAAAAD9TS3RwrZio2lu7gWFq4tCx5SHTnuLyu8jG3jn/hk3/0C9XU3Pnkd/4p7jK+y+ve6+v86D/j/T35XV/o5g03b73RZk3NHTf/rFhx521Cb7sP582bi9bc4yaclc+zdAfOyv3lYsbpdLnO8eI4iSyX88eZTF0EACuOADQAAAAAAAAAAAAAUDWU/QcAAAAAAAAAAAAAqoYANAAAAAAAAAAAAABQNQSgAQAAAAAAAAAAAICqIQANAAAAAAAAAAAAAFQNAWgAAAAAAAAAAAAAoGoIQAMAAAAAAAAAAAAAVUMAGgAAAAAAAAAAAACoGgLQAAAAAAAAAAAAAEDVEIAGAAAAAAAAAAAAAKqGADQAAAAAAAAAAAAAUDUEoAEAAAAAAAAAAACAqiEADQAAAAAAAAAAAABUDQFoAAAAAAAAAAAAAKBqCEADAAAAAAAAAAAAAFVDABoAAAAAAAAAAAAAqBoC0AAAAAAAAAAAAABA1fj/AQAA//+D6wviAAAABklEQVQDANYRbFAKmjEzAAAAAElFTkSuQmCC"/>
</p:tagLst>
</file>

<file path=ppt/tags/tag15.xml><?xml version="1.0" encoding="utf-8"?>
<p:tagLst xmlns:a="http://schemas.openxmlformats.org/drawingml/2006/main" xmlns:r="http://schemas.openxmlformats.org/officeDocument/2006/relationships" xmlns:p="http://schemas.openxmlformats.org/presentationml/2006/main">
  <p:tag name="MCDIAGRAM" val="mcDiagram:25d9e851-f712-4f1d-accf-4ee7e2a76413:478c63dc-47c1-419a-b4a9-dac33707fc55:0:1"/>
  <p:tag name="MC:BASE64" val="iVBORw0KGgoAAAANSUhEUgAACiwAACAACAYAAABD+P5UAAAQAElEQVR4AezdB4BdRdn/8d/c7Zvd9ELoJfQqXeEVrCiICKiv+opIUyxIl+ZfsSCCImJ5URERsb/0EnrvnSQQSCMQ0nuyu9l+z3+ec+7ZvXdbdjdbbvmGPPeZM2fOnJnPPZssu5PZRMAvBBBAAAEEEEAAAQQQQAABBBDIdwHmhwACCCCAAAIIIIAAAggggAAC+S/ADBFAAAEEEEAAgawXSIhfCCCAAAIIILCJAlyOAAIIIIAAAggggAACCCCAAAL5L8AMEUAAAQQQQAABBBBAAAEEEEAg/wWY4WALsGBxsIXpHwEEEEAAAQQQQAABBBBAYOMCtEAAAQQQQAABBBBAAAEEEEAAgfwXYIYIIIAAAggggAACBS/AgsWCfwQAQACBQhBgjggggAACCCCAAAIIIIAAAgggkP8CzBABBBBAAAEEEEAAAQQQQAABBPJfgBkikOsCLFjM9XeQ8SOAAAIIIIAAAggggMBQCHAPBBBAAAEEEEAAAQQQQAABBBDIfwFmiAACCCCAAAIIIIAAAoMswILFQQamewQQ6I0AbRBAAAEEEEAAAQQQQAABBBBAIP8FmCECCCCAAAIIIIAAAggggAACCOS/ADNEAAEEehZgwWLPPpxFAAEEEEAAAQQQQCA3BBglAggggAACCCCAAAIIIIAAAgjkvwAzRAABBBBAAAEEEEAAAQRyXIAFizn+BjL8oRHgLggggAACCCCAAAIIIIAAAgggkP8CzBABBBBAAAEEEEAAAQQQQAABBPJfgBkigAACCAyvAAsWh9efuyOAAAIIIIAAAoUiwDwRQAABBBBAAAEEEEAAAQQQQCD/BZghAggggAACCCCAAAIIIIAAAj0KsGCxR55cOck4EUAAAQQQQAABBBBAAAEEEEAg/wWYIQIIIIAAAggggAACCCCAAAII5L8AM0QAAQQQQCC/BViwmN/vL7NDAAEEEEAAgd4K0A4BBBBAAAEEEEAAAQQQQAABBPJfgBkigAACCCCAAAIIIIAAAggggMCwCgzJgsVhnSE3RwABBBBAAAEEEEAAAQQQQACBIRHgJggggAACCCCAAAIIIIAAAgggkP8CzBABBBBAAAEEENgUARYsbooe1yKAAAIIIDB0AtwJAQQQQAABBBBAAAEEEEAAAQTyX4AZIoAAAggggAACCCCAAAIIIIBA/gsU9AxZsFjQbz+TRwABBBBAAAEEEEAAAQQKSYC5IoAAAggggAACCCCAAAIIIIBA/gswQwQQQAABBBBAAIFsFmDBYja/O4wNAQQQyCUBxooAAggggAACCCCAAAIIIIAAAvkvwAwRQAABBBBAAAEEEEAAAQQQQCD/BZghAoMowILFQcSlawQQQAABBBBAAAEEEECgLwK0RQABBBBAAAEEEEAAAQQQQACB/BdghggggAACCCCAAAIIFLIACxYL+d1n7ggUlgCzRQABBBBAAAEEEEAAAQQQQACB/BdghggggAACCCCAAAIIIIAAAgggkP8CzBABBHJYgAWLOfzmMXQEEEAAAQQQQAABBIZWgLshgAACCCCAAAIIIIAAAggggED+CzBDBBBAAAEEEEAAAQQQQGDwBFiwOHi29IxA3wRojQACCCCAAAIIIIAAAggggAAC+S/ADBFAAAEEEEAAAQQQQAABBBBAIP8FmCECCCCAQLcCLFjsloYTCCCAAAIIIIAAArkmwHgRQAABBBBAAAEEEEAAAQQQQCD/BZghAggggAACCCCAAAIIIIBA7gqwYDF337uhHjn3QwABBBBAAAEEEEAAAQQQQACB/BdghggggAACCCCAAAIIIIAAAgggkP8CzBABBBBAAIFhE2DB4rDRc2MEEEAAAQQQKDwBZowAAggggAACCCCAAAIIIIAAAvkvwAwRQAABBBBAAAEEEEAAAQQQQKA7gfxZsNjdDKlHAAEEEEAAAQQQQAABBBBAAIH8EWAmCCCAAAIIIIAAAggggAACCCCQ/wLMEAEEEEAAAQTyVoAFi3n71jIxBBBAAAEE+i7AFQgggAACCCCAAAIIIIAAAgggkP8CzBABBBBAAAEEEEAAAQQQQAABBPJfIFtnyILFbH1nGBcCCCCAAAIIIIAAAggggEAuCjBmBBBAAAEEEEAAAQQQQAABBBDIfwFmiAACCCCAAAIIINBPARYs9hOOyxBAAAEEhkOAeyKAAAIIIIAAAggggAACCCCAQP4LMEMEEEAAAQQQQAABBBBAAAEEEMh/AWZYqAIsWCzUd555I4AAAggggAACCCCAQGEKMGsEEEAAAQQQQAABBBBAAAEEEMh/AWaIAAIIIIAAAggggECWCrBgMUvfGIaFAAK5KcCoEUAAAQQQQAABBBBAAAEEEEAg/wWYIQIIIIAAAggggAACCCCAAAII5L8AM0QAgcERYMHi4LjSKwIIIIAAAggggAACCPRPgKsQQAABBBBAAAEEEEAAAQQQQCD/BZghAggggAACCCCAAAIIFKgACxYL9I1n2oUqwLwRQAABBBBAAAEEEEAAAQQQQCD/BZghAggggAACCCCAAAIIIIAAAgjkvwAzRAABBHJTgAWLufm+MWoEEEAAAQQQQACB4RLgvggggAACCCCAAAIIIIAAAgggkP8CzBABBBBAAAEEEEAAAQQQQGBQBFiwOCisdNpfAa5DAAEEEEAAAQQQQAABBBBAAIH8F2CGCCCAAAIIIIAAAggggAACCCCQ/wLMEAEEEEAAga4EWLDYlQp1CCCAAAIIIIBA7gowcgQQQAABBBBAAAEEEEAAAQQQyH8BZogAAggggAACCCCAAAIIIIBATgqwYLFPbxuNEUAAAQQQQAABBBBAAAEEEEAg/wWYIQIIIIAAAggggAACCCCAAAII5L8AM0QAAQQQQACB4RBgweJwqHNPBBBAAAEEClmAuSOAAAIIIIAAAggggAACCCCAQP4LMEMEEEAAAQQQQAABBBBAAAEEEMh/gX7MkAWL/UDjEgQQQAABBBBAAAEEEEAAAQSGU4B7I4AAAggggAACCCCAAAIIIIBA/gswQwQQQAABBBBAIB8FWLCYj+8qc0IAAQQQ2BQBrkUAAQQQQAABBBBAAAEEEEAAgfwXYIYIIIAAAggggAACCCCAAAIIIJD/AswwCwVYsJiFbwpDQgABBBBAAAEEEEAAAQRyW4DRI4AAAggggAACCCCAAAIIIIBA/gswQwQQQAABBBBAAAEE+i7AgsW+m3EFAgggMLwC3B0BBBBAAAEEEEAAAQQQQAABBPotEARBxrV2nJXhx8m4AmGAAc8AzwDPAM8AzwDPAM8AzwDPAM8AzwDPQF4/A/z/P//vP4TPQMYXxfxB/LHli0P6mwWLQ8rNzRBAAAEEEEAAAQQQQCAbBBgDAggggAACCBSegH0B1mbtnMv4QrhzzqoJBBBAAAEEEMhDAaaEAAIIIIAAAggggAACmQL2NbI4nHNyzoUN4rrwYJBfWLA4yMB0j0ABCjBlBBBAAAEEEEAAAQQQQAABBBDIf4Gcm6Fz7V98dS4q2yTsi7Hp2cpx2Ln0iOvJCCCAAAIIIIAAAggggAACCBSIANNEAIEcEUj/GpaVuxq21TsXfV3MufZ/1GttnXNtixfteDCDBYuDqUvfCCCAAAIIIIAAAgj0S4CLEEAAAQQQQAABBAZawL4gG/dpZYv0YytbXTKZVBxWlx5xPbndCAsseAZ4BngGNuUZ4FqeH54BngGeAZ4BngGeAZ4BngGeAZ6BgXkG0r+GZeX461yW44jr03PHsh0PdrBgcbCF6T/7BBgRAggggAACCCCAAAIIIIAAAgjkvwAzLGgB+yJsOkB83FW2uu6i4xfMu2tHfSAMMOAZ4BngGeAZ4BngGeAZ4BngGeAZGJZnIMAdd54BngGeAXsGOn4dy46tPg77WpnVWaTXWb1Fxzo7tvrBCBYsDoYqfSKAAAIIIIAAAnkuwPQQQAABBBBAAAEEEMgVgfQvrlo5Dhu/leMv0lqOI663Yyunh9URA/Mv/3HEkWcg+58B3iPeI54BngGeAZ4BngGeAZ4BngGeAZ4BnoHsfgbSv25l5fj96lhubW3t9A9Ora21s6+TxREfOxf9yOi4fiAzCxYHUnNg+qIXBBBAAAEEEEAAAQQQQAABBBDIfwFmiAACgyRgX1R1zoW9Wzks+Je4HOf4C7J2bF+wteM40o9bWloUh9UTrcIAA54BngGeAZ4BngGeAZ4BngGegV4/A3z+3IoVHy88AzwDPAOD+QzY162sf8sW9vUtO7ZIL9vXwOzYwsoW/ktmXf6OzzkXfY2ty0abUMmCxU3A41IEEEAAAQQQyFYBxoUAAggggAACCCCAAAKFKuBc9IXU+Aur5hCXLb/9jx9o9g3f1Zy/XNAW8/56kebd6MPyXy+WHc/1xxZv33SJP7a6i2XH88LzvuzbzvXlud3l1PVzfO5NzPbtuoy/XKSw3rKPWb2Mt3y7jLjhIoXHln28ecOFeiuV3+w2X6iZvt2bPiyH8eeobqbltHjDl3sTr/t2YVx/oTplq0vFDJ97jgtk56dff4Gm+7bT/+Tzny5UZra6KKb58z3Fa6nzr113gawcZit3iFdTx5Z7ilf+eIFe8W3DbOVO8V3ZuZf/+F297M+93GX25/7gw597yeee4sXUectdxu+/K6t/wbIPyz3F875Nj3Ht+Xr+2u/qubT8XOq4PZ8fnrc2z/p2Xcb/nq+w3rKPZ3oZT/t2UZyvMP8uLfvyUz6e9mG56zhPVv/k79rzk779k789T23Zyql4wufexOO+XRi/OU+dstWl4jGfexOP+nZh/Po8PZoR56aOo/zIr8/VI/58Zra6KB6+pj0/7NvacVfxkG9n9ZZ7igd/da4e9G3DbOVu4gFf33Wco7D+6ijf7/P9V5+r+zPyOanj9nyfP99l/PIchfWWfdy7kZiaOm+5y7jqHE31cY+POFu5Pc5WVI7y3Vedrbt927b8Czv2kZ59+a5exp2+XUb8/GyFx5bT4g5f7k3c7tuFceXZivJZut3KV0b5Np9v88e3ZeSzFB2351vD82fp1it8+HKYrdwhbvHHvYmbfbswfnaWbu4h/s+fy4wzFR1H+T+Xt+f/+LZ23FX827ezess9xb9+eqb+5duG2crdxD9T9Za7jMvOlNX/w+fM+I6i48z898u+o7/7tn8Ps5VT8ZO07Mt/20jclDpvOSN+/B2Fx5Z9/NXHTT4s9xQ3+jYZ8aMzFB6n5x99R3/xx39py2ekjjvnG3y7jPjhGbqhi/izr+tNXO/bhXHpGWrLVk7Fn9Kylf906bf1J1/3pw75utTxdT/4tqwcZit3iD/6497EH77/bf3Btw2zlbuJ3/v6HuP/fVt2/lqfr/Vtr/1/31JY7ib/r6/vKX73vW/pf31Y7il+m2pjucu45Fuy+t/43Jv4tW8XxTeVkS9OHVu++Fu6xufexK98u4y46JsKjy2nxdW+3FP80p/PiAu/qfA4PfvyVT5+6eOqyD1VhgAAEABJREFUC78hK3eXf+HPZ8QF39Avuoif+7rexJW+XRjf/YbaspVTcUVatnJ38TPfzs797PzTZeUwn/8NdcyX+/O9iZ+ed7p+6tuG2crdxGW+vsc493TZ+Z/43Jv48blf14992+7yj87x531Y7il+mGpjucs4++uy+kt97k38wLfrMs76usJ6yz6+f9bX9P2N5q/p//l2GXFmqs5yWnzPl3uKS1LnLYfxna+pU/Z1F/u4xIflnuKi75ymi3y7tnyGPz7ja7ooI5+mC/1xb+KCb5+mC3zbjGx1HeK7/rg3cf63TtP5vm2YrdwhzvvWqbJzls/z587zx+d1yqfq3G+eqvP8Ocs9xTm+XY/xjVNl58/2uTdxlm/XU5x5+ik66/RTZfnMbvMpqfOn6Du+fUZ8PVWXymf43Jv4tm/XZXztFIX1ln18a6NxsqzNN792sr7p234zzqelji2nxTd8uac4PXXechinnqy2bOVUfD0tW7m7+JpvlxGnnKyvZcRJ4fFpp5yk03x9lK3cdZx68kk61bfNyFbXIU7xx72Jk086SSf7tmG2coc4KXX81a9+VWH55JP11VQ5yl8Nj0888URZLFiwINxl0RYtWgRBoDhb2b6OFkfH47h+IHLfFywOxF3pAwEEEEAAAQQQQAABBBBAAAEEsluA0SGAAAI5LJD+BdW4bDmO1a8+oDjWvPagLFZPe1CrrezzmmkPaa3F9IfCc1a2usx4OGyzZtrDWuPbrnnNt42zL6/25dXxubb8kFaH9T7HbSz3EKusvT+/yiJVXu3LcYT1/niVH3tUflBhfrVDtvO+bqXPFtYmznbtylcfkh1nZF+3ykdYF2d/LzteYce+bHmFzyutb6tL5RU+h+fi/MqDCuvibPVx2efl/jg9Vvg6a788LVu5PR5SVI7zgwqv9+0tL/N52SsPKc7L/bFFdPxgqt7nl334c8t8XuojPB9nq0/FUp8twnZWtjY+7JooHlBGfiXtOGxvxw9oyctxPBiW42uW+L6W2LmXovolln0stnqfl1juIhb7c1GbB2TlJS89oCVW57MdL46z7zsqP6BFaeW2Ot9uUVrE9YtffMD366/xeVFaLPT3iNo/qIVp14Vt/PFC33bhi/5cKof1YfkBLUzPqbbv+TqLjHNpdXYuPRa+4Pvx8V4cL96vsGw5vO5+LUjl8LoX7vfn79cCn6N4ICy/569fENZFx3ZN+7HVdR3vhtc9IMthPH+/3n3et/V5gc/v+j7f9eWM7OveSUXGOd/unW4ibNfluQdk18z395rfxfn5z90vqw+zL4dtfW6r89eE5VR+259728qWfcTXxTk87+vj3Ln+PkXnojzvuftk8bbPYTxr9b7O53lh3K8w+z7bsm87z44tP+vPW9myj7mpmOdzFNbX/Zrr+5rr6+Z2me9LnW/Pc3w7i7nP3Kc4h2U7To+4XSrPsXNWtpwWs33ZIjzvy3G2ur7ErKfv0yx/fZxn++P0SD8Xle9NtU/L/ppZT/tjn9/yOT1mPWX196q97r5UuZv8lNX7SOU3fbZ4K87Wv5V9ftPf703ff6dsdR1ipj9OjzefvFd2bXpdj2XfPjxv2ccbqbA6K1ueaXX+Pm9YxGXLqXg9la19HFYXxhP3ynJY78th9u2tLjOmhu1ef2KqZth5n1/37V9P5Rk+h/GkP+/Lr/ts0V53r8Kyv8bydJ+n+3YzfJ7Rln2bx334uukWvhxmX47bTPdtp/vj6XF+fKqm27HP03xM7xDTfDurD7Mv2/mw7NuF9RvLj01VWztffs23fy3OvhyfC+v9cVu2Nj5eTUV4jS/H+VXfNiP8OWvbdj51bHVR3CPLrzx2j16xc4/eo1ct/LHlqP4efy6KV319Rt2jU/WKb/9KKr/s88up4zD7PsNzln1E56cqzvG11jaqu8efa4+XHrlHL/n+wvO+HGZ/bHVdhm8T1lvuIl70175o9T6HfafKVtcedysqx/me1LHPD/vw17zgs4W1e8EfW7awchi+LszWzpdftBzG3bLrXng4Mz//yN16Pj7vy9F5q9tIPHSPv863sfzQ3XrO9/FcnP09rM/0aDtnbfw14XGnbP348G2etfD9hNmXo/Z3Kz7ulB9MnbNs4a95Ni0/89Bdesbq4pw694zPVh/mB30bO27LdyuqT2V//dP+/NNx9uX4fFjvj9vyA3crLLflu/R0WE7Lvv1T/l5P+fz0A3fJypaftjo77iaeDOvv1lNx9u2f9H1bfZyf8sfp8eT9dyk8l57vv9vX+fo4+/6iPu7SE74chm9vObzeyt3E47794/E5X34iLqfy4/ffqcd9+fFUjs8/ft9dUb3l+3ybOPu2j/l4vEM85s9bfZh92a6Pyz3nOxWdz8yP+ns+6vt5NMz+3L0+rOzzo+mRqnvEZ4tH42vuvUuPWp3Pj/j2j2Rkf84fP+rjkU7n7tQjvv5hX/+wz4/4nB4P++P0eGTqnXo4Pey8HafyQz5bWJs4WzmOh6beoYd8+zg/7MsWUd2dGece8m0f9OctMs/fKasL4x5fTg9rb8fp2cqpeOCeO/SAnff5wbT8gD+2+ihbm7S4O60ctrtD9/tsYdfE2a69/+47db9vn5nvDO8Z1oXX+TZxtra+fJ/PFtG1vn9/bGWr60vc669Lj/vuukPh9ZZ93HvX7bo3Ldu5e+/2deF1Pts5O7bs2071OT2ia+9Qel1b+c5u6tP6uOfO23WPHfs81dqH2df5HJ1Llf2977Gw+jhbORV3+xzFHbJ8j+/rHqu7Izq+2x/ffcft/pwdW8TlDjlsc7vu8vmu8PqoHF6bqovP2fm2sj93p4/wOC1bXXrcdfttUd+pfOcdtyk6H+fb/XFc9vl2O/aRynf4nB7htVbn79lWH5d9vt2fs2g75+8blW+T5dtvu012Ps532Pmwzuq7jtt8m6j9bbrt1ltl5dv8NRa33urr2sq3hosT450X7Ut/HRcrxl87s3ODGSxYHExd+kYAAQQQQKAbAaoRQAABBBBAAAEEEEAAAQQGT8C5aJfF+A72xVYrWw6s4GPOmkDTVwSalgorZ8TKZHTe52krrW10PH1FlGeE2cpJheW4jWV/zQyfZ6Tl6f4+FjN8DsPOW9lyD/F6D+dm+HN23iIuW7Z4fVWg1/3927K1DeusvnO84c+9kd7GH4fXprKdszav+zYZZX8+Opbs/BurusuBPy/N9O1nruzcJqy3c6l4Y7W1DzQzzlbvy3G76F7+vNVbrE71nZbftPZ2bNmPa6Yvv+lzeljdTKuzcxkR6E1/bPe3/Ka/h/UXhi+/5fsMyz5HZfn20TVW/5a/1urfWiNZDvsIy/44zmEbf5ye43OWfczyEfXh21nZ2oY58P1Ks/xzPCtV19bWn7dyeC4sB7I2UZ1d0zlm+3YWndqsjdraudlx2Wc7traWo3AK89q0bO3s2LL178tzfJ7jc9h2Taqtz3N8m/Swe1lYXZytHF0vZdSF1zqF533fcZ6bXr/On/cx15+fG2dfnpOKub7tXF+eG+d1krWbk8pzw+zr7Lwvz7OcirBsffr6uak8z+f0iOqd5vl7tNWnlzu0b2sT16/311rYcZgla/O2v+fbVucjzmG9b2PHb1tOD2tnx5bTYr6vm2/HPne6xteF5322Pq0ctvHtrRxFQpnZ+eO0upro+B2f36mJ660uind83+kx37cL+7PsI7rOKc7z1ycUtU9l32d4bDlsn9C7YTkhu18cVtcW1keqzbv+mqjehdfFx+/E9bVW78Oyhb/u3VReELdJywtqE1rg28T5XX9sER77cvq5jHL6OSu3hVN0bZx9//7cexap+7znx7PAHy/w+T2fM6IuofA4znY+rbzQH1uEbXz5vfhcKi/02cLqw1xbpLDss123sK5ImTmhsC68zp9L5UU+L2pra218+PstCusTivNCf5wecf2iDVGbhb6PqFyUuiYzL/bnLRZtsHofln0sjsPO+/Iin63NYn+/xb682Pffln15kY+wrmNOtV3i+1gSnitS1C7KS8L6IsV5sT+2WFLfXtdWTq/z7eJrwhyfq08obB9na+fPLfV5qc/WdqkfR9jGZ6vrSyzzfVh0d42ds1jaUKQoFysqF2tZWOdz2EecrV1c9tna+FieivAaX7a+rLzcX5seVpce8XVxXtZQrOX++uX1qRweWzmKFf7YYrnP6WF1YTQWaUWjtS3Scp9X+L7C+ozsz4XHRb5txygO61b6/ldaXz5H1/t6X17p+4zOFcvKdi8LK2dE3LZD+4w2ds7fI6orCvtb2RT1u8pnCzu3KmyXqvdlO24La2d1lruI1f6cRXftVzeVaHV4XXu2+65O1a/251Y3RudWt9V1PC7WGt/OYnVzcdhfmH3Z6tJjtW+XHmuaS6JrLfv2q1M5rPfHa/w902OtP7/W6nyO2vjrfTmsD3OxrLzGrk07XuuP17YdF8vOr82oK1F43FIiy+t8Xhef9+W14bUlWudzeqxNnYva+/P+OCzH2dpb2bJFXE7PVs6IYq33x+tbimV9rfdly3ZfK/cYrSXRtalc46+tSZW7uq6mtVTWZn1aXu/b19ix5fD6qE1NS1oOz/ljyz5qU1Hjc3rU+uvjc1ZOP2flWn+f6HypLNt9Ldcmo+PwfFi241LV+fYWYb0vx7nOt7H6umSJrFzrc21YZ8c+/LjqfF2dZR92PixbG6vvkDf44w1W7+9R58txRPWlinN39RuC9jZt5bCuJHVtnFPtwnO+bDkoUb3P9T7bfaxseYPV+bHUp4fV9RAN/pyF9dFVNARlavBt6tNyvT9uSB03qFQNitq05fhcWy5Vo7/GoiFsX+qviaLRH4dh5325wef0aPR9N/r6xlRuSOX4OMplvn8f/lxTKtrqU9c2+dwUniuV5UZ/3GjHzh9b+OOmOPtyo4+mMMp8e9/G2tqxs+MyNfts0eRzGHbel5t9To/4nLXtMew6u96PIbzecnjcfq/061v8OYvmRJniHJftuNtItW+x7KM1FfFxx+taE+VqtXtZ9m2jdr7Ol8NzXWXfPu43zknfziI+jnOyqExWH2ZfDuvDHN0j6e8bnk/l1qJy395HerZyKgLfLrCyz+G1vi/Lgc9WH+fofuWKjsvSclSX9H0Efszp10Rt7Xy55M9bBMXRcZytTsXlCrNvE13f3r7tnL8ubFNcprAuzv6a8NiyRdgu1cbPITzn61wq7NjKli2cv8aOw0gvp9qH9b4cfk0stZuiLVKMFy1avf8yWbjrYly24zi6qovPbUpObMrFXIsAAggggAACCCCAAAIIIIDAMAlwWwQQQAABBLoUsC+kWthJy3HYF2Mt/Fdg7ZScfz3v8Vad320kw3PffTyp7/o2333C5ydalZmTuiCsj7KVu4sLn0yqp7jIn+8pLn4qqYt9mzBbuUNc8lQgO2f5En/uEn+cEU8HsuPv+dxT/D9/vst4JpDVf9+yD8s9xQ98m4x4VgqPLT8b6OQz+wQAABAASURBVFKfL+2UlaqXfujPZ8RzqTrLPn60kfhx6rzlMJ6X2rKVU/ETn7sOJ6u/7PlUfsHJypdZToufpsqWe4rLX3S63LfNyFaXip/53FNc8ZLTFb5Ne04oLL8U5SvT8pW+rR1nxMsJ2fHPff65bxtmK3eIX/jjLuOVhKz+qrRs5e7il75dRrxapPA4la/2+epXE7o6Ixeljov0K1/fZbwWnbvGsg/LXcWvU+csZ8S0IoXHln38pi2KFZUz82+nRceWw5herLbsy7/z8VsflnuK//VtwphRrLZs5VRc63NP8Xt/PozXixXlEv3eyq9H+Q9p+Q++/g/+uKv44xsl+qM/F2Yrd4jr/HFP8aeZJbLzlnuK62eW6nrftrv85zdL1VPc4M/3FH95q1Q3+LDcVdyYOme5y5hVqht9/LUtyhSVM/NNs6Jjyxkxu0x2/DfLPiz3FH/3bTJiTpnCY8s+/rGR+Oeccv3Tt2nLc1PHlueW6V9hLg+zlbuLf/t2YcwrV1u2cir+43NP8X+p8//3drmsHGYrd4ib367Qzb7u5m7yLfMrdIs/F2Yrd4hb/XFPcds7FbLzlnuK2327LuPdCln9HT7f4dvc8W6lwnJGrtSd4XGUrdwWC1J1qXyXzz3F3f58RrxXqfA4le/xuaeY+t4ITfVtpsZ5Yeo4le+17MNyT3Gfb5MRi0YoPLbs4/6NxAOp85bDWDxCbdnKqXhwcZUe9OXMbHVRPOTPh7GkSm3Zyql42OcuQnHdI6nzjyytkpXDbOUO8ag/7jqqZfWPLavWY75NmJdVKTNX63E778Nyl7E8avOEzz3Fk/58l7GiWlb/lM89xdMrRupp36a7/MxKf96H5Z7iWd+my1g1Us/6eG4j8XzqvOWMWD1Kz68e6SPKL/jjF/zxCxl5lKLjUXrR12fEGl+XFi/5ck/xcuq85TDWjtLLXcQrvq7rGC2rf3XtaL3q27y6Li2vG6Xw2Ne95sPKlnuKaetHa5pvG2Yrd4jp/rinmFEzWjN8mzBbuUO8XjNGr/u61zOy1UXxRm17tnJ3MdO36zLqxsjq3/S5p3grdd5yRmwYq/DY8oYxmuXzrE55bKp+rGb78xlRn6qz7GPORmJu6rzlMBrGqi1bORXzfO46xsnq324Yp7d9m7cbLftIz74834eds9xTvNM0Tu/4thnZ6lLxrs89xYLmcVrg27Tn8QrLzVF+z+f3fJvMPF7R8XgtbInKlhf6tmH2dR3zIl/XUyxuHa/Fvk2YrdwhlqSOLWfGBIXHySgv9XlpcryWZuQJqeMJWubru4wgOrfc555iReq85YzQBIXHln2sbIuJisqZeZUmapVvE2Vfdj6szrKP1T5W+bDcU6zxbcJITFRbtnIq1vrcU6zz58MomqgoT9I6KxdFeb3P6/3x+ow8SdHxJNWE9VG2ck2xL3cRtb6up6jz58MomaS6LmJDqm5DyWaycne5vnQz9RQN/nxP0Vi2mRp9mzBbuUM0pY4tdxnlm8nqm32OYrK6yi3lk9Xi27SE2cqpqIhyq2UflnuKpG+TEZWTFR5b9hFsJFS5ueTbtOURqWPLIybL+dxTJFLnLYdRtbnaspVTUeRzHImy0XLOhdHS0qJ4sWKc7etlFvHX0Cz7L5sN6m8WLA4qL50jgAACuSrAuBFAAAEEEEAAAQQQQAABBBDILwH7YmscNrN4p0UrF24wcwQQQAABBBBAAAEEEEAAAQQQyH8BZljoAvHXxGyRoi1atAWK6RGft2xWcXbO2eGABwsWB5yUDhFAAAEEEEAAAQQQQAABSSAggAACCCCAwLAIOBd9ITX+wqrl9IgH5eTiIhkBBBBAAAEEEOi/AFcigAACCCCAAAIIIJDlAs45OefU3Nwc7rBoixZt8WKXXzPz7eLpxOfj44HKLFgcKEn6QQCBIRXgZggggAACCCCAAAIIIIAAAgggkP8C/Zlh+hdSrWx9WLYI/+V4EO2tGCjKdp5AAAEEEEAAAQQQQAABBBBAAIHhE+DOCCAwuAL2dTGL8GtjyaTSs9V3jMEdjcSCxcEWpn8EEEAAAQQQQAABBLJTgFEhgAACCCCAAAJ5K+Cca5tbxy+4xmfi3NaQAgIIIIAAAvkpwKwQQAABBBBAAAEEEECgwAWcc+EOi7ZQMd5d0cpxxF8/MyYrx9k5Z8UBDxYsDjgpHSJgAgQCCCCAAAIIIIAAAggggAACCOS/ADPMNoH0L6jGY0uvi78Ia+fYX9EUCAQQQAABBBBAAAEEEEAAgY0L0AIBBBDIbQH7+piFLVa0r4+1tra27bJo9XHEs7Rj55wsx3UDmVmwOJCa9IUAAggggAACCCAwcAL0hAACCCCAAAIIIIDAAAnYF1fjiLscnH8fHvdORgABBBDotQANEUAAAQQQQAABBBBAAAEEBlXAORfusGgLFS1s0aJF/PWy9BwPxOq6Ksd1m5JZsLgpejl8LUNHAAEEEEAAAQQQQAABBBBAAIH8F2CGCBSygH1R1SLdwI6TQbS3YvSafpYyAggggAACCCDQf4E/fGG8Xvn+jtprq4r+d8KVCCCAQD8FuAwBBBBAAIGeBOxrYnGkL1i0RYsWdm183rIdD2awYHEwdekbAQQQQAABBPJZgLkhgAACCCCAAAIIIIBAjgjYF1otbLgJ5ywpeg2LvCCAAAI9CXAOAQQQ2KjAZqNKdMxB1dpmQqnGjy7baHsaIIAAAggggAACCCAwlALOOTnnwh8DbV8js0i/f8fj9HNWds5ZGrBIDFhPA9oRnSGAAAIIIIAAAggggAACCCCAQP4LMEMEEEBgYAWcc0r/AquVLdLvEh+zw2K6CmUEEEAAAQQQ2BSB/5w0XpWVCRX77+O2JsUvBBDoJEAFAggggAACCAyngH09rGPYzorpdTY+O07PVh6MYMHiYKjSJwIIIIAAAtkgwBgQQAABBBBAAAEEEEAAgQIWiL/Amk6QXufk0k9RRiB3BRg5AggggMCwChy3zwjtvlO5nP/UImjlW6/D+mZwcwQQQAABBBBAIJ8FNmFuzjn/+Wr0D33t62MW1l2crWzhnLM06MFnzYNOzA0QQAABBBBAAAEEEEAAAQRyVYBxI4AAAgjkroBz7V9gtS++tkVqSoHYYzFFQUIAAQQQQACBTRD4wSfGqKjIyfnvujp2V+y35BeP+IievfF3mnnLjbr+++drREX5kPbV75txIQIIIIAAAgggkAMCbV8XC/xXxHzYkK2uq2x1zkWLG608GOE/dR6MbukTAQQQQACBjQrQAAEEEEAAAQQQQAABBBBAAIEhFXDOSakvyvrSkN67gG/G1BFAAAEEEMhbgZ8fOVqbTy6WfYoh+c8ukj40PL/O/OLxev3/btCs227qMf7yw4uGZ4AbueuHDnifxo4cqaJEQnvvNEWH77fPRq7o/vRA9tX9XTiDAAIIIIAAAh0EOMxiAeecnHPhCG2hokV44F+ci+p90X/ZLFrQmH7e6gc6WLA40KL0hwACCCCAAAIIIIAAAggMmQA3QgABBBBAAIHeCDgXfeE1/Yut7K/YGznaIIAAAggggEB3AluMKtbR+1bKPstwgfM5kEv9w4jurul//cavvOaft2iPz52kb1/xK705f0H4zeb4qtq6DfrNv27Vvl86TV/9weVxdVbl+597USvXrFNrMqlps+fqsZdf6/f4BrKvfg+CCxFAAAEEEEAAgSwSsK+JWXQcktVZxPXO+c9rfcTHg5VZsDhYsvSLAAK5L8AMEEAAAQQQQAABBBBAAAEEEEAgLwTsC68W6ZNx8QEZAQQQQAABBBDoh8BVR43SmFGlcs5/VuECBXIKmv23XoN+dDaAlzz43Mu6aeoD2tDY2NbrE6/N0G//fZvq6hva6rKtcMtDj+uQk7+t3Y4/Uaf86Oc9jvWqc76pn3zrlG6n0Je+uu2EEwgggAAC+SfAjBAoYAHnnJxzWSPgP2vOmrEwEAQQQAABBBBAAAEEEMgzAaaDAAIIIIAAAghkk4BzTvEagjhn0/gYCwIIIIAAArkqUGjj/tSuFTp8ryrZN1rDXRXtEwsfQYuX8Nm/DuvvlhY/kLRxbGjI3oWKfYX64L576/177p5V33Dv6xxojwACCCCAAAIIDLWA/UNeC7uvc9HCxfjY6oY67PPoob4n90MAgYERoBcEEEAAAQQQQAABBBBAAAEEEMh/AWY4wALRl2SlOItfCCCAAAIIIIBAHwUu+NBIlRQHSrik/5wikJI+FCjwKUj2sTOa90ng2A//l8aOqu7TNTRGAAEEckSAYSKAAAKDJuCck3Mu7H84FyqGA/AvLFj0CPxGAAEEEEAAAQQQKFQB5o0AAggggAACCCBQqAJBoU6ceSOAAAIFKcCkERg4gcs/Plp7bFemhP9kwsK1+r5tkaKPhH0TOIi+Eexr+T3AAmd/+XP6yIH7tn2zfYC7pzsEEEAAAQQQQCBvBWyRokW2TJAFi9nyTuTjOJgTAggggAACCCCAAAIIIIAAAgjkvwAzRCBHBZxcjo6cYSOAAAIIIIDAcAlsNapEXziwSq7VtYVa/GhanIJWKZD/1mvgj/k94AKnHnuUvvyJj6qspGTA+6ZDBBDopQDNEEAAAQRyVsA5//mrj2yZgP+sOVuGwjgQQAABBBBAAAEEOgpwjAACCCCAAAIIIIAAAgMrEK8hCBSXBrZ/ekMAAQT6I8A1CCCQGwKXf7RaY8uL5FqUFv7brS3+84pWH7a7YlI592tERbnO+fLn9fDvf6k3br5Rs267SW/d+le9cNPv9avzvq19dprS7Zx22HJzXfbtU/XMX36rJ/50jQ7ec/ew7WnHfUqP/PHqsJ+Zt9yo+373c336sEPCc129HLj7rvr1d7+jl//2B039zRVtTbbbfDP9+Qff1dn/83lVjahsq//sRw4Lx2ljTb+vNeiuLzvXMT528H76x0+/p1f+/sdwrNbfa/+6Xrdd9RN96ZMf6di87Xiz8WP13RO/EM7RxnzM4dHcbFx3X3O5bM5m+OT1v9ZJn/5k23UUEEAAAQQQQACB4RCw3RUthuPeXd3TfwbdVXVB1DFJBBBAAAEEEEAAAQQQQAABBBDIfwFmiAACCGQIuNRRnFOHJAQQQAABBBBAoEeBz+xSoU/vXq1Es9LC+XIg1xxIvj6ob9UWI8uUS79sweHvLz5XXzvuU7J/0HHZ9X/Vvl86Tb/9920qck6fPOQg/fuKH7QtDrQFfXf96qeyhX43/fgS3XH1ZbJFeuNGjQqnXVpSrBsuvVDnfvnz2mLCeDnnVJRIyBYeXnjSF8PrlPbrpGOODBco/uVHF+qI9x+QsSjRmi1fs1b/fuBRXfzbP+rlN2dbVRj3Pv28vnvN78O47Pq/acbcedpYX+GFqRdbpGmLMX917hmaMGa0fvG3f2uX476ic6++Vu8sXqpdt9tal5zyFf3+knNkbVOXyRZD/vaCs3Tfb3+uUz5zVDRHP7+Ej5+fdbp++I2TtePWW4bRn9zfAAAQAElEQVRzds5p4tgx+s4Xj9dXPnVE3AV58AToGQEEEEAAAQS6EXDOhZ+XdXN6yKtZsDjk5NwQAQQQQACBfBJgLggggAACCCCAAAIIIIBAbgoEuTlsRo3AMAlwWwQQQACBcw4eKbVIgS1MbItAQZOPeqdgQ6Cikev1x/8eoZrLt/OxvWp+6uOy7bXuh7vp+uOjnQezTfKSU76sA3bfWTV1G/Srf9yif9z7sOrqG8IFi3+/72E1t/hJ+0GvranVPU89pzsee1r3PPmcKsrK9cgLL+up12YomUz6Fgq/CX76Zz+tLSeN16/+frMOO+1MnXPV77R05WrZL1vUeNyHP2jFtmhubtY//X2mz3m7rS69YGO5/9kXw/s2NUdjsfN1DQ1hnY3Hzlu7jfVl18Xx/dNO1Mfff4AWLl+p0y/7ZThvO3f3E8/o9J9epZlvv6viooQO328f2QLFeNFi9YhKvfzWbE198tk2G7vuyEMO0sF77qa/3nWfjjzjAp3wvZ9qzoKFdkqV5WX6zOGHhmVeEEAAAQQQQACB4RCw3RUtNn7voWnBgsWhceYuCCCAAAIIIIAAAggggAACCHQtQC0CCCCAwLAIuGG5KzdFAAEEEEAAgVwU+MkHR2nvCRUKml3naPJ1GwIFdVJQEyhpUeuzRZ3PG5JqrhmrHz3c9YK84fSwH3m8zy47hgsN31u2QrZYL308tz3yhBavWBVWVVVUaPHyleGOhr+/5U7d+fjTuuGu+2Q7HdY3NoVtxo0epcamZp3w/34qa2MLFW2R411PPKOWltawzbaTN8vYsfBvUx/UTfc8oOdnvJGxADBs3MeX3vZlux3aYsUgkB598WXNW7g440427utvv0frautCm/1220knH3Nk2ObhF17WDXdM1Z1PPKvV69aHdbYgcfzo0Trjil/rihv/Gfb3whtv6h/3PSRbWGmNJo4drQ/svYcVCQQQQAABBBBAYMgFnHPh5zVDfuNubsiCxW5gqEYAAQQQyA8BZoEAAggggAACCCCAAAIIIIBAuoD/vnR4GOfwgJecF2ACCCCAAAIIDJbAdqNLdMIeoxS07aqorsv1QbjLYlCXjBYv1vl2PlrWjNZPn1qkd9fWD9YQ+93vLttuo8qysvD69XUbwpz+Mn/xUi1ctjysKi4u0h5Ttg/L3b2sXLNWf7jlrrYdFeN2c95bqMZmD+grbKfCPafs4EuZv5PJgfvsbGN9HfH+A8JdD+vq6zWtm50dbaHlq2/NCQdZVlKiow49WNttvll43PFlQ0Oj/nLXvXpt9tyMU28vXKralGtlebkmjBmVcZ4DBBBAAAEEEOi7AFf0T8B2V7To39UDf1Vi4LukRwQQQAABBBBAAAEEEEAAgTwSYCoIIIAAAgjklYBLzSbOqUMSAggggAACCCDQpcCP3z9SI12i60WKzeqhPlCyqURzaiv1y+fmd9n3cFduOXF8+k47XQ5nyarVXdb3pXLZqrWq3dB5QWRf+hiotp885CDtuPWWYXcNjY1as742LHf1MvPtd9p2fZw0bqwO2WfPrpp1W/fcjDdUW9/Q7XlOIIAAAggggAACQyXgnNvo531DNRa7DwsWTYFAAAEEhk2AGyOAAAIIIIAAAggggAACCCCAwHAIDNwePr0ZPW0QQAABBBBAIFcF1je36unF9XphaYNeWFKv55Y06YVljVpf7z+baPGz6iFamsbqzAff9I2y83f6YsSy0pLsHOQAj2qXbbcKd1e0bm0xoS0qtHJXMW/REjU2NoWnSktKZAs8wwNeEEAAAQQQ6FaAEwhkp4DtrmiRLaNjwWK2vBOMAwEEEEAAAQQQQAABBPonwFUIIIAAAggggEA/BJxcP67iEgQQQAABBBAYNoFhuvE3H1qrT922TEfcslRH3LpMn7x1sY64eYmmr6zvYXdFqaVplP45p1bPL1kzTCPf+G3fmDdfdQ3RDoBbTBing/fcvdNFY0dWh3UtLa16fe7bYTmXX8aPGa2S4uJwCuWlpdpzyvZhuauXlWvWtfkUFyVUXTWiq2bUIYAAAggggAACWS/gnJNzLmvGyYLFrHkrGAgC2SnAqBBAAAEEEEAAAQQQQAABBBBAIP8FCmmGQWqygeJSqoKEAAIIIIAAAgj0QSCZTHa7YDHZnNDaxtG69LnZfehx6Jve8djTmjZrnmy3HVvId+yHDs0YxD47TdHO224d1r2zZKlue/TJsJwvL7YIcURFRa+mY0atrcletaURAgggkM0CjA0BBApTwD6XsciW2bNgMVveCcaBAAIIIIAAAgggkK8CzAsBBBBAAAEEEEAgiwTif0se5ywaGkNBAAEEEMhtAUZfaAJJdb9gsWWsvvf8PK1pbMpqlbr6Bv3kT3/VtDnzlHBOnzz0IP3oGydrs/Fj9bGD99Olp5+kzceP06IVK3XFX/6peQsXZ/V8ejO4xsZm2WJTa1s1olJbTBpvxY1Gc2uLlq1avdF2NEAAAQQQQAABBLJRwDnHDovZ+MYwplwVYNwIIIAAAggggAACCCCAAAIIIJD/AswQgYEXYH/FgTelRwQQQAABBApOoNnPuEMELZV6dmmJ/j1voT+Z/b9tEeLfpz6k5avXaH1tnY798KF6/LprdM3539Hk8WN11xPP6EsX/1hPvDIt+yfTixHOXbhQ9U3RQtKK0lLtvt22vbhKqqmt14y583vVlkYIILApAlyLAAIIIDAYAra7osVg9N2fPtlhsT9qXIMAAggggAACCOSTAHNBAAEEEEAAAQQQQKAABVwBzpkpI4BAgQswfQQQGFCBRIvrcofF5taJOuelGQN6r8Hs7ItHfESXnPJlvfzWHB168hna83Mna+djT9Bux5+og77yDZ3/q99r6cr82Vnw2WlvaPmqNSFpIpHQ+3bZUSMqysPjji/jx4zSiPLo3Iy5b+fNos2O8+QYAQQQQAABBPJfwDnHDov5/za3z5ASAggggAACCCCAAAIIIIAAAgjkvwAzRACB3BGId1aMc+6MnJEigAACCCCAQDYJBK32I6Gdgub2SBaN0a9mLtG8mtpsGmq3Y9lnpyk69dijVFJSrOemv9Ftu2w5saampm0olamFhFbx+Y8drk8fdogVNxrzFy/VPU89p8Zm2xpT2n7LyfqfIz/W5XX777aTKivKw50nH3j+pS7bUFl4AswYAQQQQACBXBSw3RUtsmXs7LCYLe8E40AAAQQQQACB7gSoRwABBBBAAAEEEEAAAQQGTMCleopz6pCEAALDL8AIEEAAgZwSCAJbsNgeSpZpweoxunLWrGGfR3VlZcYOOkWJrr8lfMg+e2jiuNHhLoLf/coXdPc1l+v2X16m315wlq488/S2+MHXvqqjDj1YXe1EWFxcLKU+sbIdCxOJ1IHaf40ZWaXysrKwwrIdhwdpL+nXWQ9d3aumboPib7Tvu/OO+siB++lLn/yIvnzkx5S0NyTV38b6+vMdU/XyzNlhX+WlpfqfT3xUH9x379TVUbLjD+33Pvm3WY+8+Kpueejx6ETq1e5h8w0P/YBDh/Cg/WXPKdvL+reaoqKEJowZbUUCAQQQQAABBBAYcgHnnJxzQ37fbm6oRHcnqEcAAQQQQAABBBBAAAEEEEAAgXwRYB4IIIAAAh0F7JvPHes4RgABBBBAAAEEei1gC+RafOtUtBSN03lvvO4rhvf3xw7eT7bjYGV5tEDQRnP4/vvoG5/7TKcFh0tXr1FDQ5M1UdWISu249ZbadbutZX0cc/ghisMWBf7y3G/pieuu0UUnfzlsby+bjR+rIw4+QJWpxYhjR43UZz96mKzezltY+WMH76+qygo7VLXPH3//ARltDtx913DxYYktfvSttpg0QWf897Gdxvv8jJlaX7fBt1B4/f9edJa+d+pX9Ob8Bbr7iWfC+t70VVffoIt++0c9O31muGjRxviLs7+hy799WjjnS0//qq486+saM6paNz/0uC749R/CvuMXW0x59H+9X2Oqq8Mqm/8xh31AO2y5eXhsL9bmqEMPkv1YaTu2hYuH7btPRhurH/igRwQQQAABBBBAoLOA/aMPi85nhqeGBYvD485dEUAAAQTySYC5IIAAAggggAACCCCAAAII5JyAk8u5MTPgYRbg9ggggAACCKQLtKbtrlhVrVsXNejxlcvTWwxp+cwvHq/X/++GcHfEnbfdOuPetrDurC8dr1f+cZ3+8sOL2s7ZroG/uOnfWrV2vRqamtSaTLad66pgixq/cMSH9LXjj5bd76Frr9Jh++0t56LPq4oSiXAnxsevu0aXffvUMKxsuzMWJaJvSyd8PvKQg2TXWh82npt+cnG4WDK+Z1lJiU465kg9ef1vwgWEcf09Tz2nv959v9bV1oULDdf7/I97H9KPrrsxbNKXvpauXK2TLv2ZrrjxX5r73iJVlJfquI98UFd85+s6+tD36823F+ibl/9K37/2z2Hf8csxhx8SjsvaFhcXhdXOOR20x26a+psrQl+b1/N/vTacQ1lJSdjGXg7cY5ewzWXexo4JBBBAAAEEEMhSgTwclnOu7XO2bJhe9JlhNoyEMSCAAAIIIIAAAggggAACCBSsABNHAAEEEEBgqATinRWD8Af8DdVduQ8CCCCAAAII5JtA0n9SETTLf0ZRpHWNE/Sjt4Z3d8Vr/nmL9vjcSdr52BN6jK/+4PK2t8J2AfzwAftq6arVOu7c/6fdjj8xvPbIMy7QuVdfq+9e8/swLv7dn/TvBx7VvIWLVFZSooP32FUbu98lv/2TLDqOJz62sVofNp64rmPe90un6Y7Hnm4brxV+++/bdOAJp2uX476iA3z+yZ9uku2YaOf62pddc8MdU3XUdy7Unp87OZy79bvfl78eLmZ86tXp1iQjbDw2ro5jjY9tDDavPXp4L8wlo1MOEEAAAQQQQACBQRaw3RUtBvk2ve6eBYu9pqIhAgggkLMCDBwBBBBAAAEEEEAAAQQQQAABBFICrkNOHeZDYg4IIIAAAgggMIQCJUGJrVaUGzVal82ap+WNjUN494G51fdPO1H777qTbn/sKc1buLitUyvf/cQz4WJBW6BnOzHaToPfuvxXWrB0uRKJaGfBtgsoIIAAAggggMBQCnAvBPos4Jxjh8U+q3EBAggggAACCCCAAAIIIDCsAtwcAQQQQAABBPJNIMi3CTEfBBBAAAEEEBgAgd53UZqUEmNH6KXVFbpxwTu9vzBLWn7t+KP1iUMO1OqaGj392oxejWqrzSapoqxUb6ctbuzVhTRCAAEEEEAAAQQQGFYB213RYlgHkXZzdlhMw6CIAALDJMBtEUAAAQQQQAABBBBAAAEEEEAg/wWybIYuy8bDcBBAAAEEEEAgtwRcskgtGq9zX38ttwaeGu0n3n+gyktLNW7UKH3koP1Std2nHbbcXF8//mjVNTTq7/c+2H1DziCAAAIIIIAAAghknYBzjh0Ws+5dYUAIIIAAAggggAACCOS4AMNHAAEEEEAAAQQQKEF3UgAAEABJREFU6J1AvLNinHt3Fa0QQAABBBDIDgFGkT0CP3u7Rh9/9hXNqq3JnkH1YSTL1qyR7bIzoqJcZ33ps5r6myt0/le+oMP336etFzt3xPsP0OXfPk1//+n3tOXECfr5jf/SPHZYbDOigAACCCCAAAII5IKAfd5nkS1jZYfFbHknGEc2CzA2BBBAAAEEEEAAAQQQQAABBBDIfwFmWCACLjXPOKcOSQgggAACCCCAQJ8EHl6+Tm+sX9+na7Kp8S9u/JeenT5TLa1JFSUSsh0UTz32KP3hknM167abwnjlH9fp19/9jo798H9pwdLlOvPnv9HDL7ycTdNgLAgggEB/BLgGAQQQKDgB5xw7LBbcu86EEUAAAQQQQACBghcAAAEEEEAAAQQQQACB7BIIsms4jAYBBBDIEwGmgQACuSJguySedOnPdNYvfq0nXpmmVWvXh4sX4/HbQsY1NTV6+rUZOuPKa/T5716q12bPjU+TEUAAAQQQQAABBHJIwHZXtMiWIbPDYra8E5syDq5FAAEEEEAAAQQQQAABBBBAAIH8F2CGCCAwoAJObkD7ozMEEEAAAQQQQCAXBR587mWd9uNf6AMnfUu7f/ZE7XzsCWFY+eCvfFMn//BKWZtcnBtjRiBnBRg4AggggAACAyzgnJNzboB77X93LFjsvx1XIoAAAggggEAeCTAVBBBAAAEEEEAAAQQQKAyBIDXNQHEpVUFCAIGCEGCSCCCAAAIIIIAAAggggAACCBSagO2uaJEt8x6KBYvZMlfGgQACCCCAAAIIIIAAAggggAACgydAzwgggEBOCMT/ljzOOTFoBokAAggggAACCCCAQPYIMBIEEEAAAQQQyDEB5xw7LObYe8ZwEUAAAQQQyAIBhoAAAggggAACCCCAAAIIIDCQAuyvOJCa9DVwAvSEAAIIIIAAAggggAACCCCAAAL5LzC0M7TdFS2G9q7d340dFru34QwCCCCAAAIIIIAAAggggEA+CTAXBBBAAAEE0gRcWpkiAggggAACCCCAQB4JMBUEEEAAAQQQQACBDAHnHDssZohwgAACCCCQFwJMAgEEEEAAAQQQQAABBBBAAIFcEIh3VoxzLow5m8bIWBBAAAEEEEAAAQQQQAABBBBAIP8FmGF+CdjuihbZMit2WMyWd4JxIIAAAggggAACCCCAQKELMH8EEEAAAQQQGAIBl7pHnFOHJAQQQAABBBBAYKgEuA8CCCCAAAIIIIAAAkMq4Jxjh8UhFedmCCCAQCjACwIIIIAAAggggAACCCCAAAII5L9A72fIDou9t6IlAggggAACCCCAAAIIIIAAAtklwGgQQKAvAra7okVfrhnMtuywOJi69I0AAggggAACCCCAQD4JMBcEEEAAAQQQQCCPBJxcHs2GqSCAAAIIIDCAAnSFAAIIIIAAAggggAACeSXgnJNzLmvmxILFrHkrGEihCzB/BBBAAAEEEEAAAQQQQAABBBDIfwFmOPwC8c6KgeLS8I+JESCAAAIIIIAAAggggAACCOSXALNBAAEEsknAdle0yJYxsWAxW94JxoEAAggggAACCCCwqQJcjwACCCCAAAIIIIDARgXif0se541eQAMEEEAAgWwTYDwIIIAAAggggAACCCCAAAJ9EHDOscNiH7xomjUCDAQBBBBAAAEEEEAAAQQQQAABBPJfgBkiUDgC7K9YOO81M0UAAQQQQAABBBBAAIGOAhwjgAACCBSSgO2uaJEtc2aHxWx5JxgHAggggAACCOS/ADNEAAEEEEAAAQQQQACBrBFwWTMSBoIAAnknwIQQQAABBBBAAAEEEEAAAQQQyCIB5xw7LA7G+0GfCCCAAAIIIIAAAggggAACCCCQ/wLMEAEEENhUgXhnxThvan9cjwACCCCAAAIIIIAAAgMvQI8IIIAAAgggMHACtruixcD1uGk9scPipvlxNQIIIIAAAvkkwFwQQAABBBBAAAEEEEAAgbwXcKkZxjl1SEKgkASYKwIIIIAAAggggAACCCCAAAII5L9A2wydc+yw2KZBAQEEEEAAAQQQQAABBBBAAIG8EmAyCCCAAAK5IsAOi7nyTjFOBBBAAAEEEMh2gdGVTlMmFumA7Yr1oV1KdeTeZfr0+8r1mX3L8jiYG+8vzwDPQO48A8f4P4+P3qdMH9+jVIfsWKI9tyrWFqMTKi4SvxBAoEAEbHdFi2yZLjssZss7wTgQQAABBDYuQAsEEEAAAQQQQAABBBBAAAEEBkjAyQ1QT3Qz4AJ0iAACCCCAAAJZKbDV2CJ9cq8ynX3ECP3uhJGaes5oTf/JOL106Tjdd94Y/fMbo3XdySP16/+p1i+/WKVffKGawIBngGeAZyALnoGr/Biu/lK1/vcrI3XjaaN02xmj9fjFY/XW5eP11CVj9Pevj9KPj6vSCR8o137blqiUhYxZ+fdwXg6KSQ2ZgHNOzrkhu9/GbsSCxY0JcR4BBBBAAAEEEEAAAQQQyCMBpoIAAggggEChC8Q7KwaKS4UuwvwRQAABBBBAIB8FBmJOW44p0n8fWC5b5PLkxWP06IVj9JsvV+tbH6nQEXuWaqfNilVZ6gbiVvSBAAIIIDBMApuNKtJBO5ToiweX6wefqdK/vzlKMy8fH+ZzP1Gp908pGaaRcVsEEBhIAdtd0WIg+9yUvliwuCl6XIsAAghkCnCEAAIIIIAAAggggAACCCCAAAJZLhB/Sz3O/RgulyCAAAIIIIAAAnkrMGVikb71kcpw963HLhqjyz5bpaP3KdPk0e3bbSVbAjXUtKpmRZNWL6zX8nl1WvJWnRa+XqMF09brnVd8vLxO77xEYMAzwDPAM5AVz4D9mexjwavrtXB6jRbPrNWyOXVa+U691i5pUN2aZjXVJzP+brOdFr/x4Urd9LVReu1H43TVF6r0iT1LM9oUwAFTRCBvBJxz7LCYN+8mE0EAAQQQQAABBBBAAIEBFqA7BBBAAAEEEEBgaATYX3FonLkLAggggAACXQtQm00CJUXSFw4q1z+/MVr3nTdGZx9RqT23Km4bYnN9q9YtawwXJkYLEtdp8Zs1WjF/g9YublTtqmbVr29W04ZWtTQmlWzx0RoomSQw4BngGeAZyIpnwP5M9tHSnFRTQ6saalvCRYrrlzdq9XsN4eLFhTPWhwvNl7xZGy5G37C2Ofxz3P4yqCp3Ombfcv32hJF65dJx+sExVdprK3ZeNBsCgVwRsN0VLbJlvOywmC3vBONAYCgEuAcCCCCAAAIIIIAAAggggAACCOS/ADPslYDrVSsaIYAAAggggAAC+Suw9dgiXXjUCL34g3H6yfFVOmC79kWKG9a2hDtv2QLF92bUaNW79eHCRFuQmL8izAwBBBDIMYEBHq4trqyvaQkXoy+dXRctYHyrVuuWNoYL0u12IyudTjikXLeeMUp/+/ooHbV3mVUTCCCQ5QLOOXZYzPL3iOEhgAACCCCAAAIIINCtACcQQAABBBBAAAEEclsg3lkxzrk9G0aPAAIIIDBYAvSLQD4LbD+xSJd9tkqPXDhGpx5WIds5y+bbWNuile/W691X12np7FrZzlssUDQZAgEEEChcgfr1LVq1oF62gH3JrDqtX9GkeJe2g3co0TX/U617zh6t4/cvL1wkZo5ADgjYx61FtgyVHRaz5Z1gHCZAIIAAAggggAACCCCAAAIIIIBA/gswQwSGVcCl7h7n1CEJAQQQQAABBBDIe4HxVU7fP2aEHjhvjP77wPaFJTWrmsIf8bxoZq3WL2tUazP/tCPvHwYmiMDQCHCXPBOoX9eslfM36N1X1oc77zY3tIYz3Hlysa74fJXuOHO0PrEnOy6GKLwgkGUCzjl2WMyy94ThIIAAAggggAACeSTAVBBAAAEEEEAAAQQQQKA3AnwbvjdKtEEAgewVYGQIIIBA3wRO+WCFHrlwnL5ySEXbheuWNYU7Zq2Yt0ENNdGik7aTFBBAAAEEEOhGINkaaN2yRr03vUbL396gxrro75DdtyjWb0+o1h9PGqndNi/q5mqqEUBgOARsd0WL4bh3V/dkh8WuVLqrox4BBBBAAAEEEEAAAQQQQAABBPJfgBkigEBBCDi5gpgnk0QAAQQQQACBwhY4cPsS3fzt0broUyNUWRpZ1KyIFiqueneD+JHPkQmvBSrAtBFAYJMFalc2adEbtnCxTs0NybC/D+9aqjvPGqOzPj4iPOYFAQSGX8A5J+fc8A8kNQIWLKYgSAgggAACCCAwNALcBQEEEEAAAQQQQAABBBAYToF4Z8VAcWk4R8O9EchfAWaGAAIIIDD8Aud8olL/OH2U9tm6OBxM/foWLZpZqxXzN7BQMRThBQEEEEBgoARqVzbrvenrtXphg+L/3f72Ryt02xmjte82JQN1G/pBAIF+Ctjuihb9vLzHy/pzkgWL/VHjGgQQQAABBBBAAAEEEEAAAQSGT4A7I4AAAghsgkD8b8njvAldcSkCCCCAAAIIIJCVAlMmFoULFb/54cpwfPajO1e8U68lb9WqsbYlrOMlJwQYJAIIIJBzAmsXN2jhjBrVrmkOx77nVsX6z7dG6dTDKsJjXhBAYHgEnHPssDg89NwVAQQQQACB3gjQBgEEEEAAAQQQQAABBBBAoBAE2F+xEN7lnubIOQQQQAABBPJT4Oh9ynT7maN14PbRblZ1a5rDhSM1yxvzc8LMCgEEEEAg6wSaGlq1fE6dVr6zQYp+SrQuPGqErv5StcpLXNaNlwHluwDzMwHbXdHCytkQ7LCYDe8CY0AAAQQQQAABBBBAAAEE8kmAuSCAAAIIIJADAnyLJAfeJIaIAAIIIIAAAn0S+M7HKjMWg6x+r17L5tSppSm1WqRPvfWiMU0QQAABBBDoQWD98iYtfKNGDTXR7r62qP7/vjVaO21W1MNVnEIAgcEQcM6xw+JgwNInAgggUCgCzBMBBBBAAAEEEEAAAQQQQAABBPovEO+sGOf+9zS4V9I7AggggAACCCDQF4HLP1ctW7Bo19gCxSWz6rR2CbsqmgeBAAIIIDB8Ak31rVr8Zq3WL4v+Ttp18yL9+xuj9V87lw7foLLszgwHgaEQsN0VLYbiXr25Bzss9kaJNggggAACCCCAAAIIIJBPAswFAQQQQAABBApYwKXmHufUIQkBBBBAAAEE8k+gIGZUlHD6/VdH6nMHlIXzbVjfokVv1Kp+XXN4zAsCCCCAAALZILDy3XpZ2FiqK5xuOGWkjt4n+rvL6ggEEBhcAeccOywOLjG9I4DA8ApwdwQQQAABBBBAAAEEEEAAAQQQyH+B3J8hOyzm/nvIDBBAAAEEECh0gYoSpxtOHamP7hbtUlW7qlmL36pVa3Oy0GmYPwIIIIDAgAkMXEe2y+KyOXVS6n/Ir/5StT57QPnA3YCeEECgWwHbXdGi2wZDfIIdFocYnNshgAACCCCAAAIIILBRARoggAACCCCAAAIIDLqAkxv0e3ADBBBAAAEEehTgJAKbIA+/RwYAABAASURBVFBa5HTdydX6wJSSsBdbBLJ8Xl1Y5gUBBBBAAIFsFahbk1pc3xKtWvzZ56p0/P4sWszW94tx5Y+Ac07OuayZEAsWs+atYCBDJcB9EEAAAQQQQAABBBBAAAEEEEAg/wWYIQLdCUTfErENHeJSdy2pRwABBBBAAAEEslfg2hOrdfAO0c6K65Y2tP2YzewdMSNDAAEEBkeAXnNPoKGmRUtn16m1Ofr/8is+X6Wj9or+Tsu92TBiBHJDwHZXtMiW0bJgMVveCcaBAAIIIIAAAgjkjgAjRQABBBBAAAEEEEAgZwXif0se55ydCANHAAEEBl+AOyCAQJYKXP3Fah22S7Sww3ZWXLWgIUtHyrAQQAABBBDoWqCxtkVL59Qp2RotWrzmyyP1gR2jXYO7voJaBBDYFAHnHDssbgpg/l/LDBFAAAEEEEAAAQQQQAABBBBAIP8FmCECCAy3QPQtkeEeBfdHAAEEEEAAAQT6JnDhUSN09PvKwotqVjSxs2IowQsC2SzA2BBAoDuBeNFifP6aL1Vr+4lF8SEZAQQGUMB2V7QYwC43qSt2WNwkPi5GAAEEEEAAgawUYFAIIIAAAggggAACCCCAwEYE3EbOcxoBBHJAgCEigAACBSbwpYPLdephFeGsN6xt1or5G8IyLwgggAACCOSqQMP6Fi2fWxcOf8yIhH7xhSoVJfg/9hCEFwQGUMA5l9s7LA6gBV0hgAACCCCAAAIIIIAAAggggECWCjAsBBBAIF8F4p0V45yv82ReCCCAAAIIIJBfAvtvV6IfHVcVTqq5Pqll86LFHWEFLwhsggCXIoAAAsMtULu6WasW1IfD2GvLEl3+2ejvu7CCFwQQGBAB213RYkA6G4BO2GFxABDpAgEEEEAAgT4K0BwBBBBAAAEEEEAAAQQQQGCYBFzqvnFOHZIQGAwB+kQAAQQQQGBABEqLnH5yfGrxRiAtn1enoHVAuqYTBBBAAAEEskJg3dJG1SxvDMdy3P5l+soh5WGZFwRyRCDrh+mcY4fFrH+XGCACCCCAAAIIIIAAAggggECWCzA8BBBAAAEENk3Af69/0zrgagQQQAABBBBAYIgEfnDsCE2ZWBTebeU7G9S4oZBWK4bT5gUBBBBAoAAEVrxTr8a66O+47x9Tpd02j/7uK4CpM0UEBl3Adle0GPQb9fIG7LDYSyiaIYAAAgUlwGQRQAABBBBAAAEEEEAAAQQQyHMBJ5fnM+zF9GiCAAIIIIAAAlkv8Km9y/TfB0a7TNWsaNT6FU1ZP2YGiAACCCCAQH8FbGF+fO0lR6d2F44ryP0X4MqCF3DOyTmXNQ4sWMyat4KBIIAAAggggAACCCCAQD4JMBcEEEAAAQQQyE6BeGfFQHEpO8fJqBBAAAEEEEAgNwQGc5QjSp0uPKoyvEVLY1Ir320Iy7wggAACCCCQrwK2w+Kq9+rD6R20Q4lOOzz6ezCs4AUBBPotYLsrWvS7gwG+kAWLAwxKdwggMCQC3AQBBBBAAAEEEEAAAQQQQAABBPJfYFBmGP9b8jgPyk3oFAEEEEAAAQQQGACBcz5Rqc1GRz8Oc9WCegVJ/sHFALDSBQIIIIBA9glkjGjdkkbVr28J687/ZIW2Hhf9XRhW8IIAAv0ScM6xw2K/5LgIAQQQQAABBBBAAAEEBlCArhBAAAEEEEAAgcIW4Nv9hf3+M3sEEECgcASYaa4K7LN1sU48tCIcfu3KZtWtaQ7LvCCAAAIIIFAIAqtTuywmnNNZH2eXxUJ4z5nj4ArY7ooWg3uX3vfODou9t6IlAr0XoCUCCCCAAAIIIIAAAggggAACCOS/ADPMaQGX06Nn8AgggAACCCCQ7wLf/ki0OMO+sbxqYfSjMfN9zswPAQQQyFoBBjbkAo11rVq7tDG876ffV6b3TykJy7wggED/BJxz7LDYPzquQgABBBBAAAEEECgkAeaKAAIIIIAAAggggMBgCMQ7K8Z5MO5BnwgggAACvRegJQIIdBb48K6lOtyHnVmzqFGtTUkrEggggAACCBSUwNpFDUq2RP/3/o0PRwv5CwqAySIwgAL2j2AsBrDLTeqKHRY3iS9nL2bgCCCAAAIIIIAAAggggAACCCCQ/wLMEAEEuhBwqbo4pw5JCCCAAAIIIIBA1gicelj0o6BbmpJau7gha8bFQBBAIGsFGBgCeSmQbA20Zkn09+AHppTIFvTn5USZFAJDIOCcY4fFIXDmFggggAACCCCAwCAL0D0CCCCAAAIIIIAAAgjkskC0R0Muz4CxI4DA0AhwFwQQQGBoBWxnxQO3j37s5bol0Y/CHNoRcDcEEEAAAQSyR8D+LrQF/Daik/4rWtBvZQIBBPomYLsrWvTtqsFrnZ07LA7efOkZAQQQQAABBBBAAAEEEEAAAQSyRYBxIIAAAsMo4OSG8e7cGgEEEEAAAQQQ6FrghPdHizFamwKtW8aCxa6VqM05AQaMAAIIbILA+qXR34fvn1Kig3aIFvVvQndcikBBCjjn5JzLmrmzYDFr3goGggACCCCAwMAK0BsCCCCAAAIIIIAAAggggEBngXhnxUBxqXMbahDIJQHGigACCCCQPwK7b1Gsw3aJFmKsWx4tzsif2TETBBBAAAEE+iewfnmTgtbo2i8cVB4VeEWgAAU2Zcq2u6LFpvQxkNeyYHEgNekLAQQQQAABBBBAAAEEEEAgnwSYCwIIIIBAHgrE/5Y8znk4RaaEAAIIIIAAAjkq8Nn9U4swAqlmeVOOziInh82gEUAAAQSyWCCZDBQv5D96nzJNGsVSpyx+uxhalgo459hhMUvfG4aFAAIIIDCkAtwMAQQQQAABBBBAAAEEEEAAgeETCIbv1gV2Z6aLAAIIIIAAAr0RSCScjt2vLGxau7JJrS3JsMwLAggggAACCEg1/u/G2OEz+0Z/X8bH5GwRYBzZLGC7K1pkyxhZdpwt7wTjQAABBBBAAAEEEEAAAQT6KkB7BBBAAAEEEOi3gOv3lVyIAAIIIIAAAggMvMBRe5Wqqjz6DGX9qg67K4pfCCCAAAIIFLZAc32rNqxrCRFsl8WwwAsCCPRawDnHDou91qIhAgggMIwC3BoBBBBAAAEEEEAAAQQQQAABBPJPIN5ZMc75N0NmhAACCCCAAAK5KPDJvaLdopobkmpYHy3IyMV5DMSYi8sSmrR9hbZ93yjtePA4bb33WI3frlpFJUUD0T19IIAAAgjkqMCG1dGC/l0mF2uPLYv7PAsuQKCQBWx3RYtsMWCHxWx5JxgHAggggAACCCCAAAL5J8CMEEAAAQQQQACBrBNwqRHFOXVIQgABBBBAAIH+C3DlJgpUlEof292/+H7q1jT718L8PXHbCu3/ybE66MgxmrLfSG2xS7UmThmprfYZr50/tKUOPnF37fWZnVU9qVr8QgABBBAoPIHa1e1/R350t7LCA2DGCGyCgHOOHRY3wY9LEUCgTYACAggggAACCCCAAAIIIIAAAgjkvwAzHCwBdlgcLFn6RQABBBBAAIG+Chy+S5n/BnJ01YY10e5R0VHhvO794THacZ8KlVUkpJJSH2VSablUNVmafIS05eeliYeoetvNtNcX99P2H96pcHCYKQIIFIgA09yYQLI10IZ10S7EH9qlZGPNOY8AAmkCtruiRVrVsBYTw3p3bo4AAggggAACCCCAwHAKcG8EEEAAAQQQQACBghVwcgU7dyaOAAIIFJwAE0YgywUO3SladNHaFKihtjXLRzuwwysuS+jAI8eqaqT/3Czhv3Vd7C1swaItVhy1i7Tdt6UtT5YmfVba4pv++EfS6B01+QO7abf/PnhgB0NvCCCAAAJZL7BhbbSwf/ctizV5lP97I+tHzAARyA4B55ycc9kxGD8KPno9Ar8HR4BeEUAAAQQQQAABBBBAAAEEEEAg/wWYIQK5JhDvrBgoLuXaDBgvAggggAACCOSbwME7lIRT2rC+/UddhhUF8LLP4aNUYtNPFEnFPuygtFQqq5Qqx0utS6TmRe0SxWOlMZ+TSso1ZpettNMx+4lfCCAwNALcBYFsEKhfH+2waGM5eEqJJQIBBHohYLsrWvSi6ZA0SQzJXbgJAggggAACCCCAQH8EuAYBBBBAAAEEEEAAAQQGWCD+t+RxHuDu6Q4BBBDojwDXIIBAAQtsOaZI24wrCgUaatoXYYQVef4yZb9qlZX5SRb5b1kX+c/OiosVrl603RXtRLBSalnqY4nUusI3TP0uniwVj5OKSjRhn+00dsfNUidICCCAAAL5LtBcn1RLYzKc5v7blYSZFwQQ2LiAc44dFjfONBQtuAcCCCCAAAIIIIAAAggggAACCOS/ADNEAAEEuhZgf8WuXahFAAEEEEAAgaEV2Gfr4rYbNhbYgsWJk/3c7cdAJ5xkixaLS6SSMsl2WCwp9y7NihYsLvPZR3K9r0v9diN8wUmuSNt+dHcN5a+V9dKfpgc6YWpSR90Sxf/cnQzrVje0j2RpnXTDjPz9rHPu2kDH3R7NP3awbHV2rl1iqErRfV5Yorb3xcbT2/jS3YG+/XBS101PatZqKRn0771b3yQ98E6gcx5N6rg7OvvYfX76fFI2zpZozVU08C5eb54d9Gou3Zk3tEgXPN51H1/1z2/689rF7duqGn0/f5gW6Ohbk7LxP7EwyMr96l9fGej0ByLzy58LtCbt47FtMptYuOqlrj2tfhO75vI+CDTUtIat37e1/3sjLPGCAAIbE7DdFS021m6ozieG6kbcBwEEEEAAAQTyUIApIYAAAggggAACCCCAAAI5KuC/vZ2jI2fYCAyDALdEAAEEEBg0gT23LA77bm0J1NSwkdVLYcv8eNlqlyo521XRwhYt2oLFIm9hixaLSyWrswhqpdblUssSH0uloDECSNtxsWJclaq3GB3VD+KrLWC7c26gk+5N6smFgb6xd0K3HZvQPccn9McjnLYeKZ3xUFJ/eC3QhmZp5qpAa1PDHcRhDVvXU0Y7/fajiXDewzaILm584GTpbv+eXHdEQvtPcp1alBVJ13zEhe+bvXf/PDqhM/dzak4Gmr9Wun2OwsWG5z4aaFFN7xct2ntu770tXr3m5SBc9PiRrZ3+/EkXjueu45x+91Gn/TaTnl4o/fCZpD53Z6BbZvuP/dau7/PZnfz1n3DafVznedjEbC5XHOZ0y2cSsvfD6tKj3H9I/cyfN4uDvEt87ku7+rF8zGlseVzTc75lTiB79j2R1jUG+uULgd7yz3fPVw3t2WV1ga58QXqvJrrvU4sCXTc9UOsA/7F65r5Op+7V9fsR3bn/r7bA1BY+9nYhaf/vlPtXNm5oCSex02ZFGlE2OO9HeANeEMgjAedc73ZYHKI5s2BxiKC5DQIIIIAAAggggAACCCCAAAJdCVCHAAIIIDC0AvG3AuM8tHfnbggggAACCCCAQKbALpsXhxWNddFuUeFBAbyMnVwiOUn+m+eynCiSinxYln0L20nhCZ9tcWL4o6F9/ymBAAAQAElEQVSXRosW61+QgiaFv4KkLyc1dofx4eFgvdjnjrfOkWyXuQo/9Ivfn9AHtpBKbaj+piNKnD6+rQsX8M1bK33uzqSuejGQH50/G/3Ox9fNq6QpY/x7lGWTsxHZ2I7dSeFTpB5+jSxV+N795L8SGuHLcdPZa6RLnwm0fENc031eUBMtcrxznn/P/cNim4ZefFBC33qf06RKF44h4Z/1bUc5nbO/09k+Ek5qag305xmBv4/U3W6Ak0Y4nXegk82n4wiKi6TqUoX9q5tf/jbhtR/dJnpYv7Cr05d2c7JntptLOlUvqcusavZzrGmynjPrh/OoplmqbfIDSxvEqnqpeYA/CIs9454TJFssmnarASk+siDQ6ysy5zAgHedhJ+l/Z+5iu/Xm4RyZEgIDLWC7K1oMdL/97c//cdrfS7kOAQQQQACBrBdggAgggAACCCCAAAIIIIAAAghkCMTfVotzxkkOclWAcSOAAAIIIJCzAjtOKgrH3lwf7RYVHhTAS6nt7Ob8t6qd/6zMdlIMw1vYKq6M+QeS/WjeeMFiw6tS/ZNRi2SrlPRuPleMtg6j6sF4td0S//a6H4vv/IBJTjuN8YUufo/xw/jBIdLeE/28ujhP1dAKVJVKpUW9u+fO/j39zJTM921xrXT99EA9/ejmOWukCx5Ltu3sZ3c7YXenD2xppc5hd/jQVk6f2M5K0flpywNd/GSy28WREysl67P9iui6uibp6UVRuadX22XQdhy05/YYP8eO/fR0rZ2bPMJe26PEd1BdGn08tNcOb6m6RKoq9QNLG8a4CqkkkVaRxcUF66Wb3gjCP+6yeJhZM7Tmev/nf2o0Uyb28oM81Z6U8wJMoJ8Czjk55/p59cBfliN/PA/8xOkRAQQQQAABBBBAAAEEEECgNwK0QQABBBBAID8Fsuvba/lpzKwQQAABBBBAoGeBqnKniSOjb9c2D/uPg+55rAN9tqjIf8Pcvmkeh/xxSOE/S7NdE5fWSDMXSi/Olqb5eOcdqWmej7ekoFnhQsXWJqnVys0qGVE80ENs68+PSE8sCGS7yrVV9lCwnetO3N0Nyg5sPdyWUwMgsM8Ep6KEMn69uDTQO+vtKcioDg9s98UrX0hqvX8Uwwr/slW19LFtnD3R/qjr33aPT+2gjB0dbcHar18J1NDS9TUHT5YO8NHx7L1vB7KFlR3r04/n+/G/uizQV/xzaTtKpp/rTfn4HZ0+vYMLm44qczrnQKddxkXHYWUWvNhOlN89UJpcFQ3m0C2cTtvLdXo/lYW/6vwfLr+fFmQ8R1k4zKwaUmtLoNamaPvM7SawYDGr3hwGk7UCtruiRbYMsMNft9kyLMaBAAIIFIgA00QAAQQQQAABBBBAAAEEEEAAgWERcD1+C3GAh0R3CCCAAAIIIIBAFwJbjmlfZNHcGC286KJZXlYFChR+OuakMNt3ra1sC1Dm1Uir66XRI6TtJ0hjKqUla6TX35KaNkgtDT4apVaLJp+blWz0WYPzq7FFeme9DS7q/8VlgezHBUdHXb9OGS0dvHn7NV23ojbbBCb6R250Web71tgqLa/LrLNx266F/zer82LB9010sp02rU1PsWWV0z4TM1vYokL7scCZtdFRaZHTZ3d2KukwlNX+w+HhBeFHVNSww6vtDvl//kPHnse9JnS4uEPb7g7LiqWv7+N0z/EJ/eNTTh/c0oUftt21H676PcY7/emIRDjOiw7u3fswXGON72s/FvxP0yXbZTOuI/dOoNn+vvBNtxhjf4H4Qrb8ZhwIZKmAc/7Pbh/ZMjw+crPlnWAcCCCAAAIIIIAAAggg0C8BLkIAAQQQQAABBPoi4L81Hjbv/lt64WleEEAAAQQQQCDLBPJxOJuNbv9WbUuBLVhsafZzd/auhi++4D9LSyalxU1Swkk7VksTyqTqEmmSL++5pbShVZr7ntTS6KPBh8+pRYtN6zf4Pobmd50f4qVPJTVtRff3sx30DtvKyc9S/ModAXv0EraYtsOQF9f557ND3ew1gR6c37l+v8kdGnZzaM/IrmP9s97h/J1zA63xj3eH6vBw5zFOB23e+Zqp8wK9tz5s0unl5WXSW6sDHbujy4ndBlVAv2wx9G9ekR54p/NzVEAM/Z5qvMPi5NFF/e6DCxEoJAHbXdEiW+bM50jZ8k4wDgSyU4BRIYAAAggggAACCCCAAAIIIIBA/gsU1Azjb+/FuaAmz2QRQAABBBBAIKsEJlS3f6u2tbmwFqzUrG2O3gv7pMx2+7EfA93UKjX6ioneJfDlpG9jP/a5pUlyLdIW1dK6eql5Q7RYMVy42BiW1763VoP1y4+o00Iv+xHAFz+R1OXPBVrWxWI2G8s2I6XRZVaKwnbC++rUpI66pXNc9ZLvZ0OgS54MdMxt0fmjb03qgscDzVkTXd/TazII9NryQFc8H+hLdwdt97A+zn88qddXdv3PdW6e3d42fVx2X/vRxPZU2sLMbzwYjem8xwKt9G9BT2PpeG5j805vbwv1zNTGYvN4YmHX406/ZijKW1fbU5B5pyfe84+iAaVV2/raiZWd26Y1yShuUdW57Xs10vQVHTpOXVXsPzQ+s6M67bJoz+M985Kdllpa/b/eTOqj2zpt5Z/HVDe9Ti8sUduzZO9Jeti5uKOenqMN/sN41mrp0qcD2fNofdjzZM9kfH3HbLO38+f7Zze+5gT/sfPgO4Gsvz9OCzR3rbVS+CO07Xm1fjuG1dtz3LF/+3h5YWkg6z/+eOt4bcfj9Pl27C8+thHZuM99NPq4srH/zH9MdvUxU+NdfvJcUh131FzhP75OuCf6eLMx2J8Ncf8DlPOmm5YmE5fS/y7Nm8kxEQQGQcA5J+fcIPTcvy4T/buMqxBAAAEEEEAAAQQQQKB3ArRCAAEEEEAAAQQQyEaB6Fsb2TgyxoQAAgggkJsCjBqBvguMroy+VRskAyVbC+uzk8VzU1vI2bQD/+J/y3aZTPhCSavU2uyjSbLFiraLYotvX+HPJb3zhnpf749bfdiiRX9+9TvdbC/nm2/q77Ji6f2bd93LU4sCnXxfoKttwWGHhYubjZBO2rN9YcDYculPn0joy7u118W9LqoJ9L0ng3DRYYvN0Z/wj0W40PCsR5K6bXbQaTGabxL+nr1G+toDgS59KtABm0l/PdLpjmMTOsXf22hnrlS48PH6GYHivsML/cvxOzldcJCT7SyoDr/s/nfPs3EltSDF++aqQLfM8u9Dh7Y9Hdq8f/3RhA7fqn3eW1VLVx7udPZ+7Vc2+Y+BX7+SlJla7brGQD9/wZss69v97Nr+hi0sW9fUPk7rZ1yF0zYjM8dQ3yLNXZdZZ23L/bNSVWKl3sVY/0yXFXVu+9ryznVxzU5jnD60TeYY7dyD70rzUov47NjiqYWBmvzzdPQOTs4q+hgHTpb+/qmEdhvf84XH7ShddLDrtLC32T9EN7we6JxHk3pxaSB/KPtlz9OPng00yz+7dtwxbMfIi54ItNp/qP/mIwnddZzTDz+Q0NS3A33uzqTuS9vZ0swv/6B07gGuV3O0RbHfe0r64dOB7GPDdq288ciEbj0moY9t6zoOpdfHLf6PrX+/GYQfa7ajpV1o833SvwcXPZHU8g1WE4UtJL3w8aReWRYd89o/gdaW6GNwdGX/37f+3ZmrEMhNAdtd0SJbRh99Fpwto2EcCPRVgPYIIIAAAggggAACCCCAAAIIIJD/AswQgUEQ4Fsag4BKlwgggAACCCDQJ4Hq8qi5bS4YlQrntXZVk2rWtPgJRwtOfEFyScn/VksXixVtYWJjg8JfSVvI6MtW19qohS8tU6stdgxPDs7L+zd3skV23fX+0LvRwkXbHdAWvXXXznbIO2Cy1HGRmu1AV+Q/Qf3dR6PFWWfu5zIWEf759UBd7fBmC79+8FRSS2ql6jJpl3FOdg+Lw7d2Gl+htl+3zQ709KI0b3/G31J7jHcaV+4POvyetTrQpEqnnx/uMsZba29bh7YbOxxZKtmPyLZ2m1dJPzo0od39WBNpOz3VNjvN77BRpi34mrfOrhqaeGlpIFs4mX63T0+RJo4wqfbadY0KzdtrotIk366yOCpvyuvi2mjnwK76sB8lbbssjvCm6ecbW6VbZ0ut9jHkT1gf/3pLskWp6Tt9+lN9+m3XHjQ5c/4dO7D3cTf/fo71z2D6OXuu56wJ9OdPOl13REK2iDc+bz9a/Z8zvXdqvHH9gvXS33y9vfcf9s/wtqPkPxacth8t/eS/nPae6OKmbdnuv4+vT3/e206mFeqaA/38xUDTlkcfB9bTf+/iwo8TW5h87I5SuusntpNs8e89xydkizfTuupUtIWJ89cF+tenE/r5YYmMjxl7L+zPiPgi+3iwj/VbjkmEH39xveUJ/mP2pqMSsntanLu/s2qiC4GgNXofR5Q5FSVwEr8Q2IiAc07OuY20GrrTiaG7FXdCAAEEEEAAAQQQyEYBxoQAAggggAACCCCAQCEJRN/SULc71BSSBXNFAIHCEmC2CCCQfQLlJdE3jZO2Mif7hjfoI5r3ap2CVruN/wzNtgIs9QeW1/vc2iRZ2KLEMBqk1T6KfHvXKNmOiz4a19Zq4bRVvnJwf9tCqLMPSGQsZurqjrY74Cn3JXXz7KDTwreu2sd1tkjK+o8XZ9lCrQ9sHj0f1sYekX+/lZQtuLLjOO59O5Dt1mbHxnPd9GSP97VFj17bmvcYK+sDvbxc2m+StONo17bY0C6q6seCPNvZ0RZL2jzPOzChiZXWU2ZUlQTabnRmna1B2mFUZt1gHdluf7fPzdQ5cnunz0xxch1uWtscaENzh8p+HFb5PwMqSzpf2NgaKLV5XOeTvmbrkU4f2brjqKRnFgZ6a00Q/r/OXfMCTR4hpT9H/tIh/W0L887ZPxEufJ1cJe0yNnPM76wLVOs/1NMH9fKy9mf6kQWBFtS0nx3hvU7f22lcRXtdX0r3zlfbYkW7bqztnpn2fE2sdNpmpJ2J4oF3pBkrMp+J6Ezn10ne+uS9nKr9+2nP8Q5jMttM8x9PDf1Y7JvZC0fpAul/d5Z79/RzlBFAoLOA7a5o0fnM8NSwYHFw3ekdAQQQQAABBBBAAAEEEEAAAQTyX4AZIoBADgnE3yKLcw4NnaEigAACCCCAQJ4J2C54NqVC3GHR5l23uknzZ9Qq3FXRFipa5ehGaXWJwtVgtlCx1R+3NEhrfbbd98Y2Sc3+2Or8+TfvXzrouyvasCx2HiP94vCEetpp0drZ4rwbZgT68bOBanq5qO2ASU47+f7tegt7Ng7u8GOo5/r5v7uu589il3rOhtaoTa2/d1MyKlufFrb7Y2MvFk0trZP2HO9UlFAYX9zVaeuRCuPYnZz68suWe9lCwEffC3Tm+xIyx66uLy1y+s6+CR26RdT/qDKn8w902sfbdNV+IOqS/rkzk7vflr73ZFK265/1u9MY6YrDnL75PhfuWGl1qRjQVFokFUfTzeh3rX/EVP1aZAAAEABJREFUm1ozqjIO7JJPbudkCwLTTzR77JtnBXpzpfTYgkBf2EUqL05vMbTlrUe6tsWpNuZEIvP+tth2dYMfdFr122k7atpzeNbDST3un5241Vb+OTzCzz3tkl4V7bl/ZVlm05JEIP/YtVXa8EpslWyqxhYK2yLf1GGPaTf/8WI7klqjcK4dlrnaIuD6Xnzs2fVE7wT8h29bQ/szs+2AAgIIdCngnJNzrstzw1Fpf+YOx325JwIIIIAAAggg0EsBmiGAAAIIIIAAAggggAACAy8Qf8Nr4HumRwQQ6J8AVyGAAAKFJ+DkwkkX8uclS2bVadFbdZKtDLIY2SqVt0iryqXA51ZbddckLfff1h7ZKJX5ctLXBUnNfmyVbNFjiDhEL1tXS7/+iNNJe7qNLmSzxVG/fLHnHQ/jYdtCruhpiGsU7kpnCwbjmtakNGNl5tPy+V1cxgK/U/b24/Id/f61QN96MKl1jZnt4742lm2XONsRL243sVK69mOJMKwc128s24LAu+YGuvmtQJccnNAHtuz5ijH+bb/oYBf+ONx/fMrpg1u61EdJz9f15Wyjf8TOfDjQUbckdfStgU6cmtS1rybDNbLWzxn7JnT1hxPhj+p1VjGIYY98sosZThrhVFnc841t4d6RO3Qe4UtLpR8+k9TBmzvtNaHz+Z57Hf6zW1ZljsHerytfCHTZc4FscanN6LM7OU0ZbaXMtj0d2UeCfQyltxlf4VSR5mw/Frrj7o21/o+h9Gv6W7Z72xj6ez3XdSGQvmKxi9NUIYBApoDtrmiRWTtcR5L/zG74bs6dEUAAAQQQQAABBBBAAAEEEEBgCAS4BQIIIIBAJwHXxTcGOzWiAgEEEEAAAQQQGESB+Ee+ZtFmN4M42+67fufV9VowvVYKkgp3W7RdFFuc1JD6VnZtsVQcSKOa2jp56+GVWjHPX9NWM3SF0iInWzD1z08ldMJuTnbc3d1fXCLNWOHn0l2DHupL/Zw77r63sMOU0xf4/e0oqa7J6cR7k3rkvUBn7+c0oaKHG/RwyvodXdZDg16cst0lr3he+sO0QIdtJR04WVnxGXhZkXTNR5xu+GRCm3dYHCf/68+vJzVrjS/08HtseefdDXto3u2ptY2Bapv8s92hhS2is0WsHaozDu2p+vg20rgKK7WfskWQga/6zI4Kd8dsP5Mbpb0mSCWu81ifXRToa/dn7rbYuVX3NdZl+gJga9nYGij+c9iObVGh1Vk5jir/x09cJmeZQNpfnv6tzLLBMRwEsk/AOSfnXNYMLJE1I2EgCCCAAAII5KgAw0YAAQQQQAABBBBAAAEEEMgdgfjbgYHiUu6MnZEOrwB3RwABBBBAYKAFGlMLlbLoe8cDPcVe9/fejPVas7BRshVD9h3sslapIbVSqKFIqvDHir7Jvuj1Gq16p67XfQ9Ww8oS6Qu7Ov39KKf/2c11ueOifcb5xML+febZ1aK4VfWS/WjbjnOynee+95R05QtJNbRIZ74voX0mRV4d2/bmeGSZU2miNy27brNgnXT+o0k9tcgEpKnzpWcWdt12uGptp8iv7p5Q2k8ADodS1yTd+HqgOvv5ymFN55cRxdLm1Z19l9UF2uD9O1/Rt5rtR6tX/rYT40e36dx3ZZFUXdp5fJ1bZl/NLuOcvrxH12OPd1u8fkaglmTfxm67J+47KfOajj96u9n3ua6h/d72bNhC28yrOMoWgYS9QanBNPbw8ZpqQkKgTwL52Nh2V7TIlrltwqcZ2TIFxoEAAggggAACCCCAAAIIIJDjAgwfAQQQQACBIROIv/0U5yG7MTdCAAEEEEAAAQQ6CNQ2JcOaRMdt9MLavHzpcVJvv7BOSrZGixZLfG5KfSvbsh37q1ubA733ylpfGrrfqxuk66Ynw7WUXd3VFi5+aVcn23Hxw9t0/ixzaV3Xiwy76mtjdbaI0KVY4rZvrgp0xkNJTVseLQ78qB/DwZvHZ4c+26Kyq17y71NN+71t17+/vJHU8g3tddlQ+sCW0ud36fyemeWtc9TtP3HqavGbzccWi9Y2W6l3sbreybzSW9vuggdsll7Tc9mev55b5NZZezc+M8WFu5d2N/LbZge6a270vHfXpqv6T24n7T3R7hCdXd0oLU3btXStP15U297vx7eV9pzQ3j66itdsEUgURyNpaAnU7P/KiI54RQCB7gScc3LOdXd6yOs7fDoz5PfnhggggAACgy7ADRBAAAEEEEAAAQQQQAABBBBAoKNA+7ehOp7J1WPGjQACCCCAAAK5JrBuQ/QZie0S5dJ2isq1eQzUeBtqm7V2cWO0YLEoKbWkvqme9LnYH/sbLZtdo1bbBs2Xh/L322sl+/G9Pd3TFo6dvZ90Yje7w/V0bW/PVZcpY+e9BeulHz0TaH1T1MOIUmm4fxSw/djdHx+a0El7+vctGlb4urhWun5633fGCy8epBcb4XE7Zi5ii2/1n7eCHneFPHAzp5Glceso24/BXp76uI5qen6dvy76MyC91V6TpB1Gp9cUXrk4If33rk4/OdR1Mo417pwXaFV9Z7/4fFd5RInT+Qc4vX8Le+cVLkL+y+uBbIfSDc3STW8EWtMQXXncTk5f39t1uXNq1ILX4RZIFEXv47q6vj0Hwz3ugbk/vSDQdwHbXdGi71cOzhX+j/rB6ZheEUAAAQQQQAABBBBAAIG8EWAiCCCAAAIIIJB3AtG3NvJuWkwIAQQQQAABBDZFYIivXVkTLcKz2xaV8NmJOaxZ1BCtIlKrz76mJYi2uSvyZf979bv1/nXof9suic8v2fh9E87pE9u5jAVnFcVSoh/flV/nKWqbM++5zcj241b/+PzrrfbFinbGzk+sdFYctrANQ0eWBbJd8j6xXeYwnlrUv53xMnsZ2CNbxHbKnk622DO9543tCrmVfy+O3KGz9cu9eE7sPk2tgd5Y5Z9vO0hFwnd37BSn0tRCrFR1QSZPofdNcrr+Ewl1tXPpukZpjY++4owply452OlHhyRUXaLwPThxalKfuzOp15YHOnZHpxuPTMieCd6HvuoObfuikkR4w5W1/g/DsMQLAgj0JOCcY4fFnoA4hwAChSfAjBFAAAEEEEAAAQQQQAABBBBAIP8FsmWG8bcE45wt42IcCCCAAAIIIFB4AsvSdlcrLnWFB9DFjBe/5ytbWxX+aGj7hK3ZXnxdkFRrS7FqVqVWLvqqofwd+GHcNifo1Y80tl33thnV/n7ut5lkP8q5r+NtVSBbNBdfZzsX7ja2vV/bVXHWaj+wuIHPm41wsgWSvjjsv8Nd8nZJaPOqzKH8c1agWWsy6+KjZRsCffexQEfdktSX7g70xMLAK8RnBy/vMFr69vucXIdb2K6Q176WlC0u7HAqbNvV7oyvLm/fpa/jNenH89ZK05el10if2sFpn0kdR5HZJt+P7poXyH7MeTxP27n0nP2dzvVhz1Rc399s7+WfZwT6/bSkfvnhhO45vj3+/qmETt3LaXxFf3vnulhgKHJx6g/WpetZsDgU3twj9wVsd0WLbJlJtOQ4W0bDOBBAAAEEEEAAAQQQQKA/AlyDAAIIIIAAAggg0EuB+Nt/ce7lZTRDAAEEEEAgGwQYQ54JLFrb2jaj4rKitnIhF+YWHaipbxyi55e8X3MT+2h2/bFaPv4wrag+XcurzlfJHscOG48tXrt+elJ18SLKbkZiC6LWNUYLCbeqlt6/ef8+81xe59TY/ohoymhpm1FRv3brVQ2dF8Ytr5MaWuystKQu0NqGqDxcrxMrpfMOTGTsXljXJP3ihaSWb8gclY37ly9GO97ZGTP8+QuBXlvWPmerH6z4gH+fjuiwI6Td64Ul0p3z1OXCSdud8az9nNIXZb5XIz28oOcxtySl++ZL6Y/SoVtIX95N4UJIFfAve+b/MyvIWCRqH0G2y+IJu1spwhlVJo3xER317tXc/zAt0K2zA+0yLvN9610PA9vKdl7taYHx4+8FWrB+YO+ZT72VlCfC6SxanfYHZVjDCwIIdCXgnJNzrqtTw1IXfQQPy625KQK5IsA4EUAAAQQQQAABBBBAAAEEEEAg/wWYYaEJ9PwtxELTYL4IIIAAAgggMBwCq2qTWrch+qykNLXwYjjGkU33bHblWrBqouas2EavLp6itxZO8HkHvTG7QgveDVQ6cVcVjdl62Ib81CLpsueklT38ZOoXlzi9ukzhIr2zD0j0are2mSsDLa5tn5Y9FdOWJ9sq7EcF//cuCdkCubhyXLmT/Xjb+NjyzFWBXlga7QT5zjppq1FW2x62CLC+pf14KEo7j5G+uHPmAgmb67/fSsoWkMVj2ODHtazOZh7XKNxhcp6fR3tN30q1TVJTh7VMgZzvN3M81qvt3vfFXROyRaZ2nB43vh7omYXpNe1lW5T5k/9y2tHPM661BXf244Xj4/Qc+IPb5wZ6yD/Pvhj+/ug2Tufsn/n+hid68WI/GrxjM/tJ6h3n3bFNNh/bItGbZyvj+bDxbl3d/r59bFuncRXtx3Z+Y/HmKumBd6yVNH9dINvRMzoanlfbIHDyiMx7258tr/s/D2b6sb7sP5Y3G2FPTGYbjqSE/0Mx3mHx3VXtf1ZigwAC3QvY7ooW3bcY2jMsWBxab+6GAAIIIIAAAggUpgCzRgABBBBAAAEEEEAgywSc/0Zllg2J4SCAAAK5L8AMEECgzwJzl7eE15RUsMNikChV8YhqVZY7H9KkcSO10w7bau8999Kee+6jzTfbXs3F26q5ZKvQbChfSvzbc8FBTrcfm9DHtpHOeTTQddOTWlJri+qiBUVrGqS/zwz0sxeS2qJK+sXhCe08pnejtIVYt8xO6tVlgWwB2itLpQffbb/25D2cDpzcfmyl0eXydc6KbZH0Q7nqxUAvLg105PZOe0/IPG+7/3313qSeWRRd4ptr/lppdWN0HL/OXx9o7tpAycBaxLWdsy08tIVf6Wdsh7y3fZ/p175vklRdkt4q2mHw+hmBGqMPAVUW+/d8ROZ4E/5whw6LLjN76frIRm1ju222Ou2MaDtg3jGn8+6U1tP4Cuns/RPquOFp6PpSUo8sCDotorPrJlU6XXmY08l7OpUWOdkukj94OtA/3gy0uj4ag3ksqgn0y5cC3eDnbddN9s/JTz+Y0Fn7O5X5+Vtdb8PmaM4PvGOlzKvsWbxjbqCN7QaaeVXXR2v9s2EL5zqefXJR+3tnc3trlTrt6GnP24KaaP4LawO9tSpzrPasvLik88JEu5d9LJ3/WFI2R+vfFvLdPCu63najPGaKtYrCzs9YIa3yH4NRTfQ6Z00QPsfRVdIsf2zvpZ215/7kewMddUuyUxx9a1Kn3Z/UH6cFsnFb+zhske3MlZKNPa6zbB8H9szZvWzONnerj8PG/9ryzh9Tx+7kMnbotOuveD7Qpc/4cU1JhM9T3Ae5XaCkItF2MHdZ6g+RthoKCCDQlYBzTs65rk4NS137R/Gw3J6bDoQAfSCAAAIIIIAAApgWVLgAABAASURBVAgggAACCCCAQP4LMEMEEBgYAfsGkPUUdPrWpdUSCCCAAAIIIIDA0Aq8tSRaaFFWWTS0N87Cu62a/DEVjZioirJJaqyfqLmzWvT4w2/r5ZdnatqMmVq44j21LrhdieVPD/no95ogHTxZKklIH9ra6bqPO9kitYufTOroW6NFT6fcnwwXRP2/9yf0248mtHV174dZVSZ9fW+n92qlr96X1PefTqo5KR2wmdO1H0/IFjV1XGJgx1/d3enTU5xsYZ/FIVtKv/uY01HbOzlJX9xV+rAfr53zh9p9nNNv/Ng+sIUdSbfMDsJ72SLJqCZ6tQV3Fzwe6KIn1PYjpqMz7a+2oPHbDyXDBY/ttVHpmpcDXf1yVF7dIF36dKCa5ug4/fXOuYG+/kBS1qa8WDrnAIVjtDajypzOP9Bpn0k2E6vpXdjufJ+6JRkuOHtpWfzZf+a1j70X6Mv3JMOFatY+/exOY6Uv7db5nrZAzRaDXvJk0KWJLVQ8fien//u0048PTegw/1489I504r1J2XjsOTn9wWjR3jH+PfvlhxL6o3+O9p6g8L1S2q+eimb11alRn2c8nNTSuq5bm+3n74yezate6tqh6yvba83mf+5OavqK9rq49Mi7gb7oz9lzcOsc23k0qeYOt7EdPc9+JKm/vRHoOw9l7iIa9/O3mYHSTYudky0O/ufRCX1wS6efv5gMP8ZO9HOu8Te48KDofLzbaIP/I9Se0ytfSCpejBj3be+ZPce2SNTqtkrbodGOuwvrxxYf2qLPb/n3LF7ga+2veSXQH6Z1mKg/YQsg7ePB5nq2n7PN3Ve3/bYr7PmJPy7iE/EOnekLkvfbTLr6cNfrBc9xX4WUS22Fc2rCs5b6hyBVJiGAQPcCtruiRfcthvaM/5RqaG/I3RBAAAEEEEAAgSwUYEgIIIAAAggggAACCCBQIALxtx7jXCDTZpoIIBAJ8IoAAghkncAbi6KFFsVlCRXZarisG+HQDWj8onvUuHyeVq1bqla3XNXjN2jyNoFKSxpVXtSikeWlmrjfcSqZuOPQDcrfaWy5dMa+iYydzmw3PFsoeMMnE7rn+ChuPSahHx2SkC08Ku7Hd+Ftwdund3C66ciov7uOS+jSQ1yPCx9tHLbQ0dpaXHxQQltWOT/q6PeIEqdzD3CyczbOKw/P7O+zO7m28dv5jnHFYU62kDDqLfN1yminWz+T6Pb6c/ePxmF+f0nNqWP/dmznrI31botAbYxW/49POdmCtagXO9u7MH+7vrdh7dN7tvv15NKTifVj7/2+k2zxZUJ//qRrs7fx2Ptw3REJfW1vp53HSgnn7JI+hVmZmfXX24jfiz7dyDc2m57uYe+/PQc9edn1J+ze87OSbvoZ/+Ft7/vIUskW6l77sUTbM2bl/9rSZbjZ82nX2326i3j+tjj00C36Zm47Kv71jaRs10r5X9ZXd/cxD5trd+et3q733WT8tuf+Bx9on6f9ObJFLxdXZnRUQAdlI4rC2S5c06qVNbYcNDzkBQEEehBwzsk510OLoT3Vj0+V+jpA2iOAAAIIIIAAAggggAACCCCAQP4LMEMEEEAgtwT4lkZuvV+MFgEEEEAAgXwVmLagtW1q5dXFbeVCLLQUV6t01HiNHOE0fmyFdthmC+26y+7aaec9NWHCdqqvKdG8N5apaUNzIfJk0ZwZCgK5KWCLG8/cz4U7kPZlBovrpCW1fbmCtoMtUF4dLVh8bUHLYN+K/hHIGwHbXdEiWybEgsVseScYBwIIIIAAAj0JcA4BBBBAAAEEEEAAAQQQQGBABbLn35QP6LToLNcFGD8CCCCAQMEJ2I+yXF2XDOcdL8AIDwrwpXb8QQqKx6ilZYIWv1uql15Ypacen6WnHntNL774ht5esEiJhXfJ1b5TgDpMGQEENlVgzhrplPuSuuftQF/Y1ek/n+56h9H/HJ3QJQcnNL5iU+/I9YMhUFSaUGlFtGDx5fksYB8MY/ocIoEhvo1zjh0Wh9ic2yGAAAIIIIAAAggggAACCCAgCBBAAAEEEDCBeGfFOFsdgQACCCCAAAIIDKfAs3OjBRcVIwt7h8XRSx/SlPm/VmLhk9qw6h011DWoobZFtWtb1bBkvsrevUelix/e6FtFAwQQQKCjQGOLdMPrgdY3STuOkY7d0WlEievYLDweUSp9YAvp6CnR+c1HSJOrwlO8ZIFAZdpuxM/Pi/7+zIJhMQQEsl7Adle0yJaBssNitrwTjAMBBBDIbQFGjwACCCCAAAIIIIAAAggggEBOCETfcpLiLH71RYC2CCCAAAIIIDAIAk/PaQp7tR2jSsqjXaPCigJ92a71Mb2v5c/apu5uTap7Utuu/7t2Xv9Hja95tEBFmDYCCAykgP2I51X1Pf8Ttpak9N766K62G+OY8qjM6/ALlI8qCQexYFWrZi9rDcu8DIoAneaZgHNOzrmsmRULFrPmrWAgCCCAAAIIIIAAAgggUNgCzB4BBBBAAAEEhlKg529PDeVIuBcCCCCAAAIIFJZA59k+Pqt9h6jKMdFCjM6tCq9mvKZpUtPDqmqelTeTt0VQLy6RGjussZm5MtCCmryZJhNBIOsEyoqlU/d0Gl8h1TVJ338q0OPvBVrbKKX/v6Gde3mpdP5jST3mz5+7v9NhW2XPAp+sgx2GAY0Y499Mf9/H3vJvpM/8RgCB3gnY7ooWvWs9+K1YsDj4xtwBAQSyQYAxIIAAAggggAACCCCAAAIIIIBA/gv0YYZOrg+taYoAAggggAACCAyewLJ1Sb3wdrRosYoFi4MHPcw9r26QTr0vqb/NTF8eFQ1qaZ30jQeS+urUpKxdVMsrAggMpMD2o6XrP5HQjw9NaO8J0o2vSyfck9SnbknqqFSc/mBS97+b1PE7O/3n6IQ+vI3j/xwH8k3YxL5G+L8jE0Uu7OXhmSxYDCF4QaCXAs45Oed62Xrwm7FgcfCNuQMCCCCAAAIIIIAAAnkhwCQQQAABBBBAAIF8EIi/PRxk7KORDzNjDggggAACCAyMAL0Mj8B9M6KFF2VVRSqtLBK/8k9gbLn0lyMTuuf47sPOW7v8mz0zQiA7BIoT0r6TpHMOSOjPn3S667hExsfkTUcldPFBCR26hZPtypgdo2YUsUDVuGgX4qXrWvX0nGihf3yOjAACPQvY7ooWPbcaurOJobsVd0IAgR4EOIUAAggggAACCCCAAAIIIIAAAvkvwAyzQCD+t+RxzoIhMQQEEEAAAQQQQED3TGtsU4gXZLRVUEAAAQQQyDUBxjvAAkUlCY0YWxr2evdr0SL/8IAXBBDolYBzjh0WeyVFIwQQQAABBBBAAAEE+iRAYwQQQAABBBBAAAEEei8Q77TY+ytoiQACCCCQHQKMAoH8FFhVm9TdqUWL1ePL8nOSzAoBBBBAAIF+ClSPjxYr2uV3vNpgiUAAgT4I2O6KFn24ZFCbssPioPLmUedMBQEEEEAAAQQQQAABBBBAAAEE8l+AGSJQQAKugObKVBFAAAEEEEAgNwRueSnaZbGoxCl9YUZujJ5RIoBATgkwWARyTKBqQkk44mfmNOvNxa1hmRcEEOi9gHOOHRZ7z0VLBBBAAAEEEEAgfwSYCQIIIIAAAggggAACCAy/QLyzYpyHf0SMAAEE8k2A+SCAAAL9FXhyVpNeX9gSXj5ys7Iw84IAAggggEChC1SNK1VpeVHI8K8X2F0xhOAFgT4K2O6KFn28bNCa58sOi4MGRMcIIIAAAggggAACCCCAAAIIIJA1AgwEAQQQ2GQBl+ohzqlDEgIIIIAAAgggkBUCf3suWohRVlmkEWNLsmJMDAKBYRDglggggECbwKjNSsPynGWtmjot2o04rOAFAQR6LeCcY4fFXmvREAEEEEAAAQSGUIBbIYAAAggggAACCCCAAAKFI8AOi4XzXjPTjgIcI4AAAghks8DNLzRo/oroR12OZpfFbH6rGBsCCCCAwBAIVI0rUdmI4vBOf3myPsy8IIBAbwXa29nuihbtNcNbYofF4fXn7ggggAACCCCAAAIIIIAAAvkkwFwQQAABBHJGwMnlzFgZKAIIIIAAAggUlsD1T0QLMsqqilU9vrSwJp8rs2WcCCCAAAJDIjB6cnl4n3nLW/TvF6JdiMMKXhBAoE8Czjk55/p0zWA2Tgxm5/SNAAIIIIDAQArQFwIIIIAAAggggAACCCCAAAKbKhDvrBgoLm1qj1w/0AL0hwACCCCAQKEL/Ov5Br25OLXL4ubRQo1CN2H+CCCAAAKFJzBqUplKK4vCiV/7aLSYPzzgJW8EmMjQCdjuihZDd8ee78SCxZ59OIsAAggggAACCCCAAAII5JMAc0EAAQQQQKDgBeJ/Sx7nggcBAAEEEEAAAQSyUuB3D9eF4yopT2jslhVhuQ8vNEUAAQQQQCCnBYqKncZsGS3af35es25/uTGn58PgERhuAeccOywO95vA/RFAAIHBEaBXBBBAAAEEEEAAAQQQQAABBBDIFYH+76+YKzNknAgggAACCCCQywL3zWjSA683hVMYvXmZSkcUh2VeEEAAAQQQKASBcVtVKFHkwqn++qENYR76F+6IQP4I2O6KFtkyI3ZYzJZ3gnEggAACCCCAAAIIIICAhAECCCCAAAIIIDBEAtG3PYboZtwGAQQQQAABBDIFOOqVwFX3tS/QGLdlWa+uoRECCCCAAAK5LjBibKmqJpTKft30dINsh0UrEwgg0H8B5xw7LPafjysRQGBTBLgWAQQQQAABBBBAAAEEEEAAAQTyX4AZ9iwQ76wY555bcxYBBBBAAAEEEBg+gXnLW3TF1LpwABWjSjR68/KwzAsCCCCAAAImkI9RVJzQ+K0rwqktXNOqK6fWhmVeEEBg0wRsd0WLTetl4K5mh8WBs6QnBBBAAAEEEEAAgfwXYIYIIIAAAggggAACOS7gUuOPc+qQhAACCCCAQLoAZQSyRuC6x+r19JzmcDxjtyxXxcjisMwLAggggAAC+SgwftsKFZVG/8d+2Z11qo/+CszHqTInBIZUwDnHDotDKs7NckiAoSKAAAIIIIAAAggggAACCCCAQP4LMEMEskOAHRaz431gFAgggAACCCCwcYEf3lGrhubosxdbyJEodhu/iBYIIIDAsAswAAT6JjB6cplGjC0JL7r+iXo9+EZTWOYFAQQ2XcB2V7TY9J4GpofEwHRDLwgggAACCCCAAAJZIcAgEEAAAQQQQAABBBBAoFcCTq5X7WiEAAIIZKUAg0IAgYISeHt5q753a/QjMUvKizRx+xEFNX8miwACCCCQ/wKVY0o0dqvoR0G/8HaLLr+7Lv8nzQwRGEIB55ycc0N4x55vxYLFnn0yznKAAAIIIIAAAggggAACCCCAAAL5L8AMEUAgvwWivYmkwP+X3zNldggggAACCCCQTwK3v9yoPz1eH06pcnSxxm4dLeoIK3hBAIF+CXARAghkh0BpZZEmbl8ZDmZdfaBLbq4Jy7yiCUQUAAAQAElEQVQggMDACdjuihYD1+Om9cSCxU3z42oEEEAAAQQQ6JsArRFAAAEEEEAAAQQQQACBYRWI/y15nId1MNwcgfwVYGYIIIAAAoMg8LN76tp+PObozcpkPzpzEG5DlwgggAACCAyZQFGp06QpI5Qoiv4v/bx/1Wj+ytYhuz83QqBQBJxzg7XDYr8IWbDYLzYuQgABBBBAAAEEEEAAAQQQQGC4BLgvAggggMBACMQ7LQ5EX/SBAAIIIIAAAggMlcA5/1iv6Qubw9vZj84cNaksLPOSjwLMCQEEEMhvgUSx02Y7jlBJebR06fu31unRN5vye9LMDoFhErDdFS2G6fadbht91HeqpgIBBBBAAIECFWDaCCCAAAIIIIAAAggggAACBSHgCmKWTLJbAU4ggAACCCCQowL1zdJ3bqrVu6ui3afGbVOhkRNLc3Q2DBsBBBBAoFAFbEfFzXasUtmI4pDg6vs36B/P1YdlXhAYUAE6CwWcc+ywGErwggACCCCAAAIIIIAAAgggkJcCTAoBBBBAAIFsFoh3VoxzNo+VsSGAAAIIIIAAAl0JLFzTqm/cWKNl65Lh6fHbVg7LosXw5rwggAACCCDQR4Ei21lxpxEqry4Kr/zDo/X63cMbwjIvCCAwOAK2u6LF4PTe917ZYbHvZlyBAAIIDKcA90YAAQQQQAABBBBAAAEEEEAAgU0QcKlr45w6zLbEeBBAAAEEEEAAgR4FZi9t0Wl/WaelaYsWR29e3uM1nEQAAQQQQGC4BezHP0/epUrl1dHOin98rF4/v7duuIc1nPfn3ggMiYBzjh0Wh0SamyCAAAIIIIAAAggggAACXQpQiQACCCCAAAIISOywyFOAAAIIIIBAvgvk//xmLmrVSX9ap/krW8PJjt2yXOO3qQzLvCCAAAIIIJBtAuUjSzR51yqVVkY7K/72oQ26ciqLFbPtfWI8+SlguytaZMvsEtkyEMaBAAJ5IsA0EEAAAQQQQAABBBBAAAEEEEAg/wXyYIZOLg9mwRQQQAABBBBAoNAF5ixr1Yl/WKdXF7SEFCMnlWqznapUVMLnOiEILwgggAACmyYwQFePnFCqzXcZoeKSaJnST++q068e2DBAvdMNAghsTMA5J+fcxpoN2fnoT4Ihux03QgABBBBAAAEEEEAAgY0JcB4BBBBAAAEEEEBg8ATinRUD9lgcPGR6RgABBBDolQCNEBgogcXrkvqfa9fq3umNYZeVo4u1xe7VqhhVEh7zggACCCCAwHAKjNumQuO3qwyH0NIqnfX39frzk/XhMS8IIDA0Ara7osXQ3G3jd2HB4saNaJFfAswGAQQQQAABBBBAAAEEEEAAAQTyX4AZItCtQPxvyePcbUNOIIAAAggggAACOSTQ1Cqd8bcaXftItFtVcWlCk3ceobFblOfQLBgqAggg0GcBLshigbKq4nAB/ahJZeEoZy9t1ef+d63untYUHvOCAAJDJ+CcY4fFoePmTggggAACCCCAAAIDL0CPCCCAAAIIIIAAAgjkvkC802Luz4QZIIAAAoMlQL8IIJCLAlfdt0Fn/m291tdHn+2M3qJcm+9apfKq4lycDmNGAAEEEMhRgTH+758tdqtS2YiicAa3v9yo436zVjPeawmPeUEAgaEVsN0VLYb2rt3fLdH9Kc4MiwA3RQABBBBAAAEEEEAAAQQQQACB/BdghgggMOwCbthHwAAQQAABBBBAAIHBEbhnepOO/tUaPfxmtINVeXWxNt+tSmO3rpDju8ODg06vCHQnQD0CBSZQObpEW+5RLVuwaFNvbpW+f2utzvt3jRqao8X0Vk8ggMDQCjjn2GFxaMm5GwIIIIAAAggUmgDzRQABBBBAAAEEEEAAAQS6E4i/PRLn7tpRjwAC2S/ACBFAAAEEuhdYtCapr9+wXj+6o1aNLdFnPqM3K9PWe41U/KM5u7+aMwgggAACCPRNoKyySBOnjNBmO41QqS/b1Q/NbNKRV63RP55rsEMCAQSGUcB2V7QYxiFk3Lqv/4Ym42IOEEAAAQQQQAABBBBAAAEEEEAgLwWYFAIIIJC3Ai41szinDkkIIIAAAggggEBeCvz16QZ9/Mo1uuOVaLFIUWlC47ap0FZ7jlTVhNK8nDOT6pMAjRFAAIFNEiipKNL47Sq0xR7VqhpbEva1dF2rLvhPrU7/y3rNX9ka1vGCAALDK+CcY4fF4X0LuDsCCCCAAALDLcD9EUAAAQQQQAABBBBAAAEEhlsg2mdouEfB/fNbgNkhgAACCCCQHQKL1iZ17r9qddL16/XS/OZwUCUVCU3crlJb2Y6Lm5XJsc1N6MILAggggEDvBCqqizVxhxHaas9qjZxQ1nbR/z6yQR++Yq1ueSlaKN92ggICeS2Q/ZOz3RUtsmWkfOqZLe8E40AAAQQQQAABBBBAAAEEEOi9AC0RQAABBBDYRAEnt4k9cDkCCCCAAAIIIJBbAk/OatIXrl2ns/9Ro9cXtoSDLylPaNzWFdpm31Eav22FyquKw/qseWEgCCCAAAJZI+CKnKonlmqL3ao0edcqVY0rUfzrr0/X64M/Xa1f3rdBTS38E8HYhYxAtgg45+Scy5bhiAWLWfNWMBAEEEAgewQYCQIIIIAAAggggAACCCCAAAL5KhB/2yRQXMrXmW58XrRAAAEEEEAAgcIUuOu1Rn3m12t1xt9q9Ny8aMfFRMJp5MQybb5blbbcY6TGbFGussqiwgRi1ggggAACbQLO/1VQPb5EE6eM0Hb7jdKEbStVllrcXtsQ6I+PRQsVf3RHnRavTbZdRyG7BBgNAra7okW2SCSyZSCMAwEEEEAAAQQQQAABBBDIIwGmggACCCCAAAJZKhD/W/I4Z+kwGRYCCCCAAAII5IZATo/y3umN+vIf1unzv1urfz3foIbUjlillYlwweIWe1Rr671Havx2laoeX6qSskROz5fBI4AAAghsXMAlnCqqi/3fA2WavEuVtttvtCZsP0JVY0vaLn5tQYt+cFudDvzhal05lYWKbTAUEMhiAeccOyxm8fvD0BBAICcEGCQCCCCAAAIIIIAAAggggAACCOS/wODOkP0VB9eX3hFAAAEEEEAgdwReebdF37ulVvt9f7XO/3eNHp7Z1Db44rKERk4o1YTtK7XV3iO19ftGarOdR2jcVhWqnlCmipHF4UJGl2i7hAICCCCAQA4IFJU42U66I8aWaMzmZeGf87ZQfbv9R8l+3POYLSrCP+Pjqby9olV/eLQ+3KH3s79dq78/W6+m1oH6P+v4LmQEEBgsAdtd0WKw+u9rv4m+XkB7BBBAAAEEEEAAAQQQyAMBpoAAAggggAACCBS4gCvw+TN9BBBAAIECEWCaCPRBoLEl0G0vN+rrf1mvvf/fKn3n7zX6zwsNWrCqta2X4pKEKkeVaNTkMk3YrkK2+5YtZNxu/9Hadv9R2uZ9I7XVXtXaco9qbbWnLxM48AzwDPAMZMczsNdIbb33KG277yhtf8Bo/+f1KNkCxUlTRmjMlhWqHl8aLmBU6leL/6P/mbnN+sV9dfr0NWv18Z+v0c/vrdPrC1tSLUgIIJBLAs45dljMpTeMsSLQHwGuQQABBBBAAAEEEEAAAQQQQACB/BdghrkpEO//EOfcnAWjRgABBBBAAAEEBlegrjHQ1GmNuvjmWn34ijU6/PI1OuvvNfrT4/V6anazlq5LdhpAIuFUVJJQSXmRSiuLVFKRIDDgGeAZyItnIC/+PCtPqLjMKVHsJP9bab9swfqbi1t1+yuN+ulddfrCteu0+yWr9JU/rtPvH6nXzEUsUkzjoohATgrY7ooW2TL4RLYMhHEggAACCCCAAAIIIJAmQBEBBBBAAAEEEEAAgUERiL8vE+dBuQmdIoAAAgj0VoB2CCCQIwIL17Tq7mmN+tk9dfrqn9bp0MtWh7swHnX1Wp3y53W68P9qw3O/e3iD/vxkvW56ukF/e4bAIPefgSdeb9SLbzXqkemNPNN8TOf0M3DjU/X642P1uvr+Dfrh7bXhLrq2MPGDP12t3S9epaN/tUbn/asm/DP8pfnNak3yz/xy5K9oholArwScc3LO9artUDRiweJQKGfdPRgQAggggAACCCCAAAIIIIAAAgjkvwAzRACBngT41ktPOpxDAAEEEEAAAQQ2LmC7MM5a0qLH32rWzS82hLsv2kIY253rh3fU6tLbCQxy/xlY/94GjVtfr/lzNmTxM537znysDP57+OM763Tl1DrZwvKbnmkId9G1hYmL13beMXfjfwPQAgEEck3Adle0yJZxs2AxW94JxoEAAggggAACuSXAaBFAAAEEEEAAAQQQQCCnBZxcTo+fwSOAwBAJcBsEEEAAAQQQKGgB++m5BtDKmi5jIBBAAAEEclTAOSfnXNaMPisXLGaNDgNBAAEEEEAAAQQQQAABBBBAAIFBE6BjBBBAYDgEgtRNA8WlVAUJAQQQQAABBBBAAAEEBkUglzstTq2oaOF/H3L5bWTsCCCAQMEL2O6KFtkCkfrrNVuGwzgQQAABBBBAYIAE6AYBBBBAAAEEEEAAAQQQQKALgfjfkse5iyZUIZBLAowVAQQQQAABBBBAYBAFiouizptbWbEYSfCKAAIIIDBMApt0W+ccOyxukiAXI4AAAggggAACCCCAAAIIIDAkAtwEAQQQQCCfBfh2Yz6/u8wNAQQQQAABBBDoiwBtEeheoMi58GRLMky8IIAAAgggkJMCtruiRbYMnh0Ws+WdYBwIIIBAoQkwXwQQQAABBBBAAAEEEEAAAQSGUSD6tuMwDqBQbs08EUAAAQQQQAABBBDIYYH4R0In+RdPOfwuMnQEEBgSAW6S1QLOOXZYzOp3iMEhgAACCCCAAAIIIIAAAjkiwDARQAABBBBAoO8C8fcZ49z3HrgCAQQQQAABBBAYWgHuhgACwydQktoCqpkdFofvTeDOCCCAAAKbLGC7K1psckcD1EHqr9cB6o1uEEAAgfwRYCYIIIAAAggggAACCCCAAAIIIJCHAi41p1ROHZEQQAABBBBAAAEEEEAAgc4C8Q6LLfyLp8441CCQWwKMFoGCFnDOscNiQT8BTB4BBBBAAAEEEEAAgYIRYKIIIIAAAggggED2CvD9xux9bxgZAggggECuCTBeBBBAIH8Filz0fw4t7LCYv28yM0MAAQQKQMB2V7TIlqmyw2K2vBOMA4G+CtAeAQQQQAABBBBAAAEEEEAAAQTyX4AZDpqAkxu0vukYAQQQQAABBBBAAAEE8kOgbYdFFizmxxuazbNgbAgggMAgCjjn5JwbxDv0rWsWLPbNi9YIIIAAAggggAACeSTAVBBAAAEEEEAAAQQKTyDaH0UK/H+FN3tmjAACCBSmALNGAIH/z959ADZVdQEcPzcptGyZiiLiQlEQVBQFJ04QUQH3wvWJuCdOVBy4ERfiAheIAxwoLlAQEdwbQRQFBEGGioxCx/fOTV5IS9qmbcbLyx+5b953x++90WMO5wAAEABJREFUlNacniCAAAJVFcgJB3cUFrk/SVS1Ja5DAAEEEEAgfQKaXVFL+kZQsmcCFkt6sIcAAggkToCWEEAAAQQQQAABBBBAAAEEEEDAcwLu75K762oPkAYQQAABBBBAAAEEEEDAtwLBcERFQTE/Qfj2JjMxBOIVoB4CGSxgjCHDYgbfP4aOAAIIIIAAAggggAACKRSgKwQQQAABBBBAIFkC5EdJliztIoAAAgggUHkBrkAAAQS8KFDDbBhVQdGGbbYQQAABBBDINAHNrqjFK+MO/z6AV4bDOBBAIIUCdIUAAggggAACCCCAAAIIIIAAAv4XYIZlCES991hGDQ4jgAACCCCAAAIIIIBANgsEgxtmT8DiBgu2PCvAwBBAAIEyBYwxZFgsU4cTCCCAAAIIIIAAAghklACDRQABBBBAAAEEEMg0ATezorvOtPEzXgQQQACBdAjQJwIIIIBANgoEo9I/EbCYjU8Ac0YAAQT8I6DZFbV4ZUZR/8R6ZUiMA4GwACsEEEAAAQQQQAABBBBAAAEEEPC/ADNEIMUCJtyfuw7vskIAAQQQQAABBBBAAAEESgjUMBt+aigs4leeSuBUZYdrEEAAAQTSJmCMIcNi2vTpGAEEEEAAAQQQyDIBposAAggggAACCCCAAAKxBXi7MbYLRxFAIDMFGDUCCCCAAAIIJF4gJyr9UwE/QCQemBYRQAABBFImoNkVtaSswwo6ivontoKanC4twD4CCCCAAAIIIIAAAggggAACCPhfgBkigIBPBYwYn86MaSGAAAIIIIAAAggggEAVBDa6JCfqR4b1RRud5gACCCCAAAIZI2CMEWOMZ8ZLwKJnbgUDQQABBBBAIBsFmDMCCCCAAAIIIIAAAgggkFoBNzFKsbhbqe2f3hDITgFmjQACCCCAAAIIZJ5ATnDDmAv58WEDBlsIIIAAAhknoNkVtSR/4PH1QMBifE7UQgABBBBAAAEEEEAAAQQQQMCbAowKAQQQQKBSAu7vkrvrSl1MZQQQQAABBBBAAAEE0iVAvykXCJoNUYoFhSnvng4RQAABBBBImIAxhgyLCdOkIQQQQAABBJIsQPMIIIAAAggggAACCCCAAAL+FNjw1qM/58esKidAbQQQQAABBBBAAAEESgvkRKV/KuAHiNI87COAAAIZKZCtg9bsilq8Mv+of2K9MiTGgQACCCCAAAIIIIAAAggg4CMBpoIAAggggIAnBYwnR8WgEEAAAQQQQACBjBVg4Aj4TqCG2fBTQ0EREYu+u8FMCAEEEMgiAWMMGRaz6H4zVQQQQCDJAjSPAAIIIIAAAggggAACCCCAAAKVEXDfZnTXlbk2fXXpGQEEEEAAAQQQQAABBFItEAxu6LGg2GzYYQsBBBBImgANI5AcAc2uqCU5rVe+VTIsVt6MKxBAAAEEEEAAAQQQQMBPAswFAQQQQAABBLJKwH2b0V1n1eSZLAIIIIAAAtkswNwRQACBSgoEo35oKCis5MVURwABBBBAwEMCxhgyLHrofjAUBBBIsgDNI4AAAggggAACCCCAAAIIIICA/wUycYZkWMzEu8aYEUAAAQQQQAABBBBInUCNqPRPBfwAkTp4evK0AINDAIHMFNDsilq8Mvqof2K9MiTGgQACCCCAAAIIIIAAAlECbCKAAAIIIIAAAggkQcCISUKrNIkAAggggECVBbgQAQQQQMBjAjlR0RSFRR4bHMNBAAEEEECgEgLGGDHGVOKK5FaN+ic2uR3ROgLeFGBUCCCAAAIIIIAAAggggAACCCDgfwFmiMAGATcxSrG4WxvOsYUAAggggAACCCCAAAIIuAIlPhK6iJ8fXBdvrxkdAggggEAsAc2uqCXWuXQcI2AxHer0iQACCCCAAAII+EmAuSCAAAIIIIAAAgggkEEC7u+Su+sMGjpDRQABBNIrQO8IIIAAAghkmUCNqIjFAuIVs+zuM10EEEDAXwLGGDIs+uuWJnc2tI4AAggggAACCCCAAAIIIIAAAv4XYIYIIJB6Ad5vTL05PSKAAAIIIIAAAgggkEkCUfGKUlCYmJHTCgIIIIAAAukQ0OyKWtLRd6w+ybAYS4VjCCCAAAIIIOAnAeaCAAIIIIAAAggggAACCGwkYDY6wgEEEMhwAYaPAAIIIIAAAggkVCAnKpqCDIsJpaUxBBBAAIEUCxhj/JRhMcV6dIcAAggggAACCCCAAAIIIIAAAmkQoEsEEEDAPwJuZkV37Z+ZMRMEEEAAAQQQQAABBKorwPXRAjlmw15B0YZtthBAAAEEEMg0Ac2uqMUr4476nQCvDIlxIIAAAgggkGUCTBcBBBBAAAEEEEAAAQQQQCBlAu57ju46ZR3TEQIIIIAAAggggAACCGSUQE5gw685rSdgMaPuHYNFAAEE0irgwc6NMWRY9OB9YUgIIIAAAggggAACCCCAAAIZLMDQEUAAAQQQqKzAhrceK3sl9RFAAAEEEEAAAQTSJUC/CKRSICec/qmIHx5SyU5fCCCAAAJJENDsilqS0HSVmgz/E1ula7kIAQQQQCA7BJglAggggAACCCCAAAIIIIAAAr4TMGJ8N6dqTojLEUAAAQQQQAABBBBAIErAmNDPDIUELEapsIkAAj4QYApZKGCMEWOMZ2ZOwKJnbgUDQQABBBBAAAEEEEAAAf8KMDMEEEAAAQQQ8IqA+15jsbhbXhkZ40AAAQQQQACBzBdgBggg4CeBYDiuo6iYnx38dF+ZCwIIIJCNAppdUYtX5k7AolfuBONAAIGqC3AlAggggAACCCCAAAIIIIAAAgj4XyBBMwy/5yjuOkHN0gwCCCCAAAIIIIAAAgj4TCAn/ENDUXF4w2fzYzoIeFaAgSGAQMIFjDFijEl4u1VtkIDFqspxHQIIIIAAAggggAACPhJgKggggAACCCCAQLYJkCMl2+4480UAAQQQUAEKAggggED8AsFwNEVhUfzXUBMBBBBAAAEvCmh2RS1eGVv4n1ivDIdxIOBLASaFAAIIIIAAAggggAACCCCAAAL+F2CGGSbgnd8pzzA4hosAAggggAACCCCAQJYIuB8JXchHQmfJHY97mlREAAEEMk7AGEOGxYy7awwYAQQQQAABBBBAIM0CdI8AAggggAACCCCAQGIE3MyK7joxrdIKAggggEBiBGgFAQQQQAAB7whsCFg03hkUI0EAAQQQQKAKAppdUUsVLk3KJWRYTAprhjXKcBFAAAEEEEAAAQQQQAABBBBAwP8CzBABBKyA+1aju7YHWSCAAAIIIIAAAggggAACpQQiHwmdab/tVGoe7CKAAAIIIGCMIcMijwECCCCAAAIIIOA3AeaDAAIIIIAAAggggAACmSXAe46Zdb8YLQJeEWAcCCCAAAIIIJA9AgFj7GQLi/jpwUKwQAABBBDIWAHNrqjFKxPIhAyLXrFiHAgggAACCCCAAAIIIIAAAgggkDwBWkYAAQRSKmDEpLQ/OkMAAQQQQAABBBBAAAErkDGLoAkFKhYW87NDxtw0BooAAgggEFPAGCPGmJjn0nGQgMV0qNMnAggggAACKRegQwQQQAABBBBAAAEEEEAAARUIveUoUuz8p/sUBPwlwGwQQAABBBBAAAEEEiUQDEdTFBa7P0UkqmXaQQABBBBAoLoClbtesytqqdxVyasd/ic2eR3QMgIIIIAAAggggAACCCCAAAK+EGASCCCAAAK+EHB/l9xd+2JSTAIBBBBAAAEEEEAgcQK0hEBYIBjORFVYFD7ACgEEEEAAgQwVMMaQYTFD7x3DRgABBBBIogBNI4AAAggggAACCCCAAAIIIJBKAXKkpFJ7Q19sIYAAAggggAACCCCQKQJ8JHSm3CnGiQACXhRgTN4S0OyKWrwyKjIseuVOMA4EEEAAAQQQQAABBBBAoHoCXI0AAggggAAClRAwlahLVQQQQAABBBBAwEMCDAUBBFIkEAxHUxQW8+tOKSKnGwQQQACBJAkYY8iwmCRbmkUAAQSSKEDTCCCAAAIIIIAAAggggAACCCDgBwH3rUZ3XXJO7CGAAAIIIIAAAggggAACIYGAMXaDj4S2DCwQ8JkA00EguwQ0u6IWr8w6/DsBXhkO40AAAQQQQAABBBBAAAHfCjAxBBBAAAEEEEDAAwKhtxxF3LXwBwEEEEAAAQQSK0BrCCCAgE8EguEfGgr5bSef3FGmgQACCGSvgDFGjDGeASBg0TO3goEgUD0BrkYAAQQQQAABBBBAAAEEEEAAAf8LMMPECfCeY+IsaQkBBBBAAAEEEEAAAT8K5ISjKYr44cGPt9fzc2KACCCAQCIFNLuilkS2WZ22wv/EVqcJrkUAAQQQQAABBBBAwBcCTAIBBBBAAAEEEEAgiwSMmCyaLVNFAAEEEIgSYBMBBBBAAIG4BCIZFoviqk4lBBBAAAEEPCtgjBFjjGfGR8CiZ26F3wfC/BBAAAEEEEAAAQQQQAABBBBAwP8CzBAB7wu4yVGKxd3y/pgZIQIIIIAAAggggAACCKReIBKwWMzPDhvrcwQBBBBAIJMENLuiFq+MmYBFr9wJxoEAAggggAACCFQkwHkEEEAAAQQQQAABBBCotoD7u+TuutoN0gACCCCQaAHaQwABBBBAAAFPCATD0RSFxfz04IkbwiAQQAABBKosYIwhw2KV9ZJ4IU0jgAACCCCAAAIIIIAAAggggID/BZghAggg4AqQI8WVYI0AAggggAACCCCAgP8EEjGjgAm1UlgUWrNEAAEEEEAgUwU0u6IWr4w//DsBXhkO40AAAQQQQACBDBZg6AgggAACCCCAAAIIIIBAxgiE33vMmPEyUAQ8JMBQEEAAAQQQQACBrBCIBCzy205Zcb+ZJAIIIOBnAWNMVTIsJo2EgMWk0dIwAggggAACCCCAAAIIIIAAApUVoD4CCCCAQLIF3Pca3XWy+6N9BBBAAAEEEEAAAQQ2FuBIJggETWiUhfzwEIJgiQACCCCQsQKaXVGLVyZAwKJX7gTjQAABBBBIvgA9IIAAAggggAACCCCAAAIIZL1A+D1HcddZD+JHAOaEAAIIIIAAAggggEACBILhaIqiYiIWE8BJEwgggEDiBWgxbgFjjBhj4q6f7Irhf2KT3Q3tI4AAAggggAACCCCAAAII+EGAOSCAAAIIIOAXAd5y9MudZB4IIIAAAgggkAwB2kQAAZFgOLCjsAgNBBBAAAEEMltAsytq8cosCFj0yp1gHAgggIAIBggggAACCCCAAAIIIIAAAgggkCIBIyZFPW3UDQcQQAABBBBAAAEEEEAgAwSCJvRrToXF/OyQAbeLISLgRQHGhIBnBIwxYozxzHgIWPTMrWAgCCCAAAIIIIAAAgggUH0BWkAAAQQQQAABBMoXCL3lKFLs/Fd+Tc4igAACCCCAgHcFGBkCCCCQfIFgOJqisNj9KSL5fdIDAggggAACyRDQ7IpaktF2VdoM/xNblUu5BgEEsk6ACSOAAAIIIIAAAggggAACCDiXzIsAABAASURBVCCAgP8FfD5D93fJ3bXPp8v0EEAAAQQQQAABBBBAoIoCbjBFERkWqyjIZZ4XYIAIIJA1AsYYMixmzd1moggggAACCCCAAAIIlBJgFwEEEEAAAQQQQMAbAuRI8cZ9YBQIIICAXwWYFwIIIIBA5gsYY+wkvJSRyg6IBQIIIIAAApUU0H/LtFTysqRVd38pIGkd0DACKRSgKwQQQAABBBBAAAEEEEAAAQQQ8L8AM0QgIQKhtx4T0hSNIIAAAggggAACCCCAgI8Fivhtp3TdXfpFAAEEEEiQgDGGDIsJsqQZBBBAAAEEEEAAgYQL0CACCCCAAAIIIIAAAv4WcN9rdNf+ni2zQwABBMoS4DgCCCCAAAIIVCQQMOGfGkxFNTmPAAIIIICAtwU0u6IWr4ySDIupvBP0hQACCCCAAAIIIIAAAggggAAC/hdghggg4GkB971Gd+3pwTI4BBBAAAEEEEAAAQQQSJuA+zNDUbG7VWoo7CKAAAIIIJAhAsYYMixmyL1imAgggAACCCDgQQGGhAACCCCAAAIIIIAAAggkQiCcKyURTdEGAggkQYAmEUAAAQQQQACBtAuY0AiKhZ8eQhIsEUAAAQQyVUCzK2rxyvijMyx6ZUyMAwEEEEAAAQQQQAABBBBAAAEEkidAywgggAACjoAR4yz5iwACCCCAAAIIIICAbwWYWDUFjPszA/GK1ZTkcgQQQACBdAsY4/yr5pR0j8Ptn4BFV4I1AggggAACCRGgEQQQQAABBBBAAAEEEEAAAS8LuO81kiXFy3cpE8bGGBFAAAEEEEAAAQT8LhAwoRkWuz9EhHZZIoAAAghklYA/JqvZFbV4ZTYELHrlTjAOBBBAAAEEEEAAAQQQQACBkABLBBBAAAEEkigQfs/RzZWSxJ5oGgEEEEAAAQQQQKBcAU4i4HWBcKRiMT89eP1OMT4EEEAAgQoEjDFijKmgVupOE7CYOmt6QgABBDwhwCAQQAABBBBAAAEEEEAAAQQQQECk2OcITA8BBBBAAAEEEEAAAQSqJ+DGdXgpI1X1ZsTVCCDgRwHmhEA8AvpvmZZ46qaiDgGLqVCmDwQQQAABBBBAAAEEEPCTAHNBAAEEEEAAAR8IeOd3yn2AyRQQQAABBBDwpwCzQgCBLBcIhCMW+WWnLH8QmD4CCCDgAwFjDBkWfXAfmQICCCRNgIYRQAABBBBAAAEEEEAAAQQQQMD/Aumboftmo7tO30joGQEEEEAAAQQQQAABBLwsYMKDKwqvWSGAQFUEuAYBBLwgoNkVtXhhLDoGMiyqAgUBBBBAAAEEEEAAAT8JMBcEEEAAAQQQQACBMgXcNx3ddZkVOYEAAggggIDXBRgfAggggEBqBPhtp9Q40wsCCCCAQNIEjDFkWEyaLg0jkAIBukAAAQQQQAABBBBAAAEEEEAAAf8LMEP/C/Ceo//vMTNEAAEEEEAAAQQQQKA6AsaEfmogw2J1FL1/LSNEAAEEskFAsytq8cpcybDolTvBOBBAAAEEEEAAgewRYKYIIIAAAggggAACCKRdwIhJ+xgYAAIIIOBzAaaHAAIIIIBARgsETOhnhuJQ3GJGz4XBI4AAAghkt4AxRowxnkEgYNEztyJRA6EdBBBAAAEEEEAAAQQQQAABBBDwvwAzRACBqgq47zUWi7tV1Za4DgEEEEAAAQQQQAABBBBItgDtI4AAAgggUH0Bza6opfotJaYFAhYT40grCCCAAAIIIOAnAeaCAAIIIIAAAggggAACvhVwf5fcXft2okwMAQQqFqAGAggggAACCCBQjoCbiKqI33UqR4lTCCCAAAKZIGCMye4Mi5lwkxgjAggggAACCCCAAAIIIIAAAghUT4CrEUAAAa8L8J6j1+8Q40MAAQQQQAABBBDIBAE/j9GEf2gIr/w8VeaGAAIIIOBzAc2uqMUr0yTDolfuBONAAAEEEEAgfgFqIoAAAggggAACCCCAAAIIVFPAVPN6LkcgBQJ0gQACCCCAAAIIIJBGAROOWCwmYjGNd4GuEUAAgawQSPokjTFkWEy6Mh0ggAACCCCAAAIIIIAAAgggUK4AJxFAAAEEslXAfa/RXWerA/NGAAEEEEAAAQSyQ4BZIlB1ASPGXszPDpaBBQIIIIBABgtodkUtXpkCGRa9cicYBwIIIOAnAeaCAAIIIIAAAggggAACCCCAgEcFQm85SvitR+FPdQS4FgEEEEAAAQQQQAABHwuY8A8PRUQs+vguMzUEEIhLgEoZL2CMEWOMZ+ZBwKJnbgUDQQABBBBAAAEEEEAAAQQ2CLCFAAIIIIAAAskV4D3H5PrSOgIIIIAAAgjEJ0AtBBDwrsCGsA5+evDuXWJkCCCAAALxCGh2RS3x1E1FHQIWU6FMHwgg4DUBxoMAAggggAACCCCAAAIIIIAAAv4XKHeGRky55zmJAAIIIIAAAggggAACWS4Q/pGhqDi8keUcTB8BDwswNAQQqEDAGCPGmApqpe40AYups6YnBBBAAAEEEEAAAQR8JMBUEEAAAQQQQACBzBRwc6MUi7uVmfNg1AgggAACCKRGgF4QQACB7BUw4Z8Z+Mkhe58BZo4AAgj4RUCzK2rxynwIWPTKnWAcCEQLsI0AAggggAACCCCAAAIIIIAAAv4XYIZpEXB/l9xdp2UQdIoAAggggAACCCCAAAIpE9Dv/atUwpmoAsUiVbpe+INAWIAVAgggkGYBY4wYY9I8ig3dE7C4wYItBBBAAAEEEEAAAR8JMBUEEEAAAQQQQAABBMoTcN5zLO805xBAAAEEMkSAYSKAAAIIIFCeQG7QyHPdg/JOn5xKl5rhaIpz2gcqfa3216d1uIHyBsg5BBBAAAEEUiCg2RW1pKCruLrgX8i4mKhUSoBdBBBAAAEEEEAAAQQQQAABBBDwvwAzRMDXAt75nXJfMzM5BBBAAAEEEEAAAQTSKpBfWCwjfihK+Rh+Wl4sL81Ofb9VnCiXIYAAAgj4XMAYQ4ZFn99jpocAAggggAACCMQhQBUEEEAAAQQQQAABBBBIh4CbWdFdp2MM9IkAAtkkwFwRQAABBBBAIN0C7/9eLNMXpfYngBHfE6yY7vtO/wgggAACGwQ0u6KWDUfSu+XPDIvpNaV3BBBAAAEEEEAAAQQQQAABBBBIhQB9IIAAAlUQMOFr3HV4lxUCCCCAAAIIIIAAAgh4VSAB43oqhQGEb/5aJF8tSW2AZAKIaAIBBBBAwMcCxhgyLPr4/jI1BBBAAAEEfCPARBBAAAEEEEAAAQQQQAABPwvw9qGf7y5zq4wAdRFAAAEEEEAAgWwQ+O2fYnluZvKzHv67TiSVwZHZcO+YIwIIIIBA9QU0u6KW6reUmBbIsJgYR1pBAAEEEEAAAQQQQAABBBBAoLQA+wgggAACHhYwYjw8OoaGAAIIIIAAAgggkEECDDVDBJ75oUjmrUzuYEd8XyQr1yW3D1pHAAEEEECgsgLGGDHGVPaypNUnYDFptDSMAAIIIJBcAVpHAAEEEEAAAQQQQAABBBBAoPICbmbFYnG3Kt8GV6RSgL4QQAABBBBAAAEEEEicwIjvChPXWKmW9GOg9eOgSx1mFwEEEEAgLgEqJVNAsytqSWYflWmbgMXKaFEXAQQQQAABBBBAAAEEEPCTAHNBAAEEEEAgCwXc3yV311lIwJQRQAABBBBAINsEmC8CCEQEPl5YLJPmFUX2E7nx1HfJaTeRY6QtBBBAAIHsFDDGkGExO289s0YAgWwTYL4IIIAAAggggAACCCCAAAIIIOBdgUTlV/TuDBkZAggggAACCCCAAAIIxBLQj21en+DYwpdmFcmsFfyUEcubYwj4RYB5IJDJAppdUYtX5kCGRa/cCcaBAAIIIIAAAggggAACpQXYRwABBBBAAAEEkiZgktYyDSOAAAIIIIBAJQWojgACCKRUYPFqEQ1aTFSnf64qlhE/JDgCMlGDox0EEEAAAQQcAWMMGRYdB/4igEDaBRgAAggggAACCCCAAAIIIIAAAgj4X4AZlhZwc56469Ln2UcAAQQQQAABBBBAAAH/C7w8u0hmLk/MTwUjvy+SAuIV/f/QeH6GDBABBBAoW0CzK2opu0Zqz5BhMbXe9IYAAggggAACCCDgJwHmggACCCCAAAIIIJBxAiY8Yncd3mWFAAIIIIBA2QKcQQABBBDwpUAisixO/aNYJs1PTOCjL5GZFAIIIICAJwSMMWRY9MSdYBCeF2CACCCAAAIIIIAAAggggAACCCDgfwFmiEC6BHhLMV3y9IsAAggggAACCCCAgDcEvl5SLON/rV5qRD4KOv57SU0EEEAAgfQJaHZFLekbQcmeybBY0oM9BBBAAAEEEEDATwLMBQEEEEAAAQQQQAABBMoQMGLKOMNhBBBAIOMEGDACCCCAAAIIVFHgqe+K5N91Vbv46R8KZf6//CpU1fS4CgEEEEAglQLGGDHGpLLLcvsiYLFcnvJOcg4BBBBAAAEEEEAAAQQQQAABBPwvwAwRQMBvAu7bicXibvlthswHAQQQQAABBBBAAAEE4hX4b72IBi2KxHtFqN6v/xTL8zP5mSKkwRIBBBBAwOsCml1Ri1fGScCiV+4E40AAAQQQQCAbBZgzAggggAACCCCAAAIIIJBiAfd3yd11irunOwSyU4BZI4AAAggggAACHhZ4a26RfLm4csGHI74r8vCMGBoCCCCAAAIlBYwxqcmwWLLbMvcIWCyThhMIIIAAAggggAACCCCAAAIIeF+AESKAAAIIVE2gcm9HVq0PrkIAAQQQQAABBBBAIFECtJNcgRHfxx+A+N5vxTLjT36iSO4doXUEEEAAgUQKaHZFLYlsszptEbBYHT2uRQABBBDwuwDzQwABBBBAAAEEEEAAAQQQ8KmA8em8mFaVBLgIAQQQQAABBBBAIMsFZq0olhdnVRyEuLZAZMQP8Qc3Zjkr00cAAQS8JpC14zHGkGExa+8+E0cAAQQQQAABBBBAAAEEsk6ACSOAAAIIIOAtAfctSHftrdExGgQQQAABBBBAIFMFGDcCmS8w4odCWbSq/J8UNBPj0jXl18l8CWaAAAIIIOA3Ac2uqMUr8yLDolfuBONAAAEEqiLANQgggAACCCCAAAIIIIAAAgggUCkBE67trsO73l4xOgQQQAABBBBAAAEEEEi6QGGRyMhyPhr6+6XFMm6OUynpI6EDBBDIWgEmjkCSBIwxZFhMki3NIoAAAggggAACCCCAAAKVFuACBBBAAAEEEMhOAXKiZOd9Z9YIIIAAAtkrwMwRQACBeAQ+mF8sU/+I/dPCyB8IVozHkDoIIIAAAt4T0OyKWrwyMjIseuVOMA4E/CnArBBAAAEEEEAAAQQQQAABBBBAwP8CGTlDIyYjx82gEUAAAQQQQAABBBBAILkCT8XIsvjqnCL59q/YgYzJHQ2tI+ApAQaDAAIZKmCMEWOMZ0ZPwKJnbgUDQQABBBBAAAEEEEAglgDHEEAAAQQuoFomAAAQAElEQVQQQAABBBIp4L7FWCzuViJbpy0EEEAAAQSqKsB1CCCAAAJeEViwslhGRgUtLl8rMiJq3yvjZBwIIIAAAgjEK6DZFbXEWz/Z9QhYTLYw7XtbgNEhgAACCCCAAAIIIIAAAggggID/BZghAlEC7u+Su+uoU2wigAACCCCAAAIIIIAAAlZg1E9F8uvfoV9y0mDFNQX2MAuvCzA+BBBAAIGYAsYYMizGlOEgAggggAACCCCAQEYKMGgEEEAAAQQQQAABBDJRIPTWYyaOnDEjgAAC6RGgVwQQQAABBLJN4KkfiuSzRUXyzm9F2TZ15osAAggg4DMBza6oxSvTIsOiV+5E7HFwFAEEEEAAAQQQQAABBBBAAAEE/C/ADBFAIA0CJg190iUCCCCAAAIIIIAAAghkjsCni4rluZkJ/VWnzJk8I0UAAQQQ8JWAMYYMi766o0wGAQQQQAABBDwuwPAQQAABBBBAAAEEEEAAgQ0C7tuN7nrDGbYQQCCzBRg9Aghkq4AxoTdfjWFtDAbGYGAMBsYkzuCnFWIDPIxJXJvG0JYxGBiDgTEYGLOxgfAHgSQIaHZFLUloukpNVi/DYpW65CIEEEAAAQQQQAABBBBAAAEEEMgoAQaLAAII+EjAhOfirsO7rBBAAAEEEEAgwwSMMTaIKHrYxoSOGcPaGAyMwcCYShpQ335dMQY3YzAwBgNjMDAmNQZlfT8TfZxtBKojYEzoWa5OG4m8loDFRGrSFgIIIIAAAlUQ4BIEEEAAAQQQQAABBBBAAIHUC5BhMfXm2d4j80cAAQQQqL6AMaE3Wo0xkcaMMZEAI/egc8g5JhuVQMAIBQOeAZ4BngGeAZ4BnoF0PANlfX8izh9jNnw/Y4xxjoT+GmOc72dCJXSEZSYIeHGMml1Ri1fGRsCiV+4E40AAAQQQQAABBBBAAAEEEKiqANchgAACCCBQaQHnf/dX+houQAABBBBAAIH0CBjj/MvtlOjejQkdc1bOG/kSCkR0dgK2BCRgKD404L7yXPMM8AzwDPAM+PAZMKIBlM63MPZ7mtDaSOk/xmx8rHQd9hEoS8AY4zxfpqzTKT9OwGLKyekQAQQQyDQBxosAAggggAACCCCAAAIIIICAfwTczIrF4m75Z27VmwlXI4AAAggg4E0BY0q+sWqMsW+2OqvQm/tiIoELwWBQgsFAiZKTExS3lD7HfkkrPPDgGeAZ4BngGeAZSN4z4H4/ouuSzsHI9zL6ywbGGHH+hr7PcTaMMeL+MWbDtnus8muuyEYBza6oxStzD3hlIIwDAQQQQAABBBBAAAEEEPCtABNDAAEEEEAAAc8IuP9r3117ZmAMBAEEEEAAAQQqFDDG2DfwnZU4W/bN/WAwaN/QDwYDEnBKMCcnvA5KjrMdDAZFi24nvTj90UeOdccBB54BngGeAZ4BnoGSz4B+PxIpOc73J04JON+7uCWo2wHn+xkTKsYYcf7a74+MMXbNAoGqChhjnOfJVPXyhF8XSHiLNIgAAgikWIDuEEAAAQQQQAABBBBAAAEEEEDA/wKJniH5FRMtSnsIIIAAAggkXsCYDW+qGmPsm6zGGBuoGNA39APOMadokGIwGJQcp9TIyREtNWvUkJo1KRjwDPAM8AzwDPAMZNozkBXjdb5P0e9XauTUsN+36PcwQTeA0fneRr/PMRL+z4j9Y0xow5jQ2h5kgUCcAppdUUuc1ZNejYDFpBPTAQIIIIAAAggggAACnhdggAgggAACCCCAQNYJ8L/3s+6WM2EEEEAAAZGMMjBmw7/WxoS2dWWcN+8Dzhv57ZoaadvEyC7Oehd3rdu2BKRdYxF73DnXvqmz76zbUQQDgwGvA54BngGeAZ6BtDwD+v2IFvf7k12c7092sd+3GMmtmSM5QS1BcQMXg8GABAIB5zsf57sfE/o2zpjQhjGhdegoSwQqFjDGiDGm4oopqhFIUT90g0AWCzB1BBBAAAEEEEAAAQQQQAABBBDwvwAzzBQBN7Oiu86UcTNOBBBAAAEEsknAmA1vphoT2g4EjOh/dh0IyO6bGrl970K5tVOBDNpzndzUMV9u3H2t3LDraluud9bXtv9PtFyzy0q5loIBzwDPAM8Az0BCngH+TeHf1Ko9A/r9iBb93uS6Dqvkeqfo9y0Dd1sjuZoVukaO1HCKBi4GAwExTgk43//YoEVjxPmbTd8OMtcEC2h2RS0JbrbKzQWqfCUXIoAAAggggAACCCCQKgH6QQABBBBAAAEEEEAgQQIm3I67Du+yQgABBBDwggBjQKAMAX2D3ogJZRkKBEQzDumb+MIfBBBAAAEEEEDABwK5ublSM7em1LQfFR2UnJygBAMB0e93Ahq0aJxtY+xMjSm5tgdZIFCBgDFGjDEV1Erd6UDquqInrwowLgQQQAABBBBAAAEEEEAAAQQQ8L8AM0QAgZICZFgs6cEeAggggAACXhQwxjhvrIo4SzHGiL5hr8GKmnlIt8X58896I1fOyqVgwDPAM8AzEH4G+JrIvwk8A5nxDDy1IMf5Tib0t1ZeruTl1rQZFkNZFoMlghadb4PE6H8mVN+Y0IYxoXXoKEsEyhbQ7Ipayq6R2jMELKbWm94QQAABBBBAwJ8CzAoBBBBAAAEEEEAAAQQyTMA4/6M/w4bMcBFAIP0CjAABBNIkYIzzL7cR0SxDwUBQgsGABExA3D/z1xihYMAzwDPAM8AzwDPAM5BJz4D7fYyu88IBi3maabFmTalZs4bkBIPO9zxBCWiGxUBAjDGRotdQEKiMgDGh56cy1ySzbiCZjSembVpBAAEEEEAAAQQQQAABBBBAAAH/CzBDBBBAIDUCbmbFYnG3UtMvvSCAAAIIIIBA1QSct1btm/MB5436gH3D3tg38HW7ai1yFQIIpFeA3hFAAAEESgvUrpUnGrSogYo1a9SQnJwcWyK/pBEONtPvi4T/n1Gaj/04BDS7opY4qqakCgGLKWGmEwQQQAABBNIsQPcIIIAAAggggAACCCCAAAJWwNiliLsW/iDgJwHmggACCPhAwJjQv9LGGHH+OiW0djZsVsWgzTYUsBmHfDBdpoAAAggggAACCNiPg9bsinl5ml0xx340dDAnKMGAfs8TsFkW9fsipTLG6CpSjCm5HznBhr8FKjk7Y4zz7bSp5FXJqx5IXtO0jAACCCCAAAIIIIAAAggggIB/BJgJAggggIC/BMiv6K/7yWwQQAABBPwtYIyxb9QHAib8xn2OeOftVuGPzwSYDgIIIIAAAqkWcDMs5tasKTU0w2IwaDNK6y9q2CzTJiDGGFs0waKzGdpO9UDpL2MFNLuiFq9MIOCVgTAOBBBAAIGsFmDyCCCAAAIIIIAAAggggAACCKRUwKS0NzoLC7BCAAEEEECgUgLGGPtmvDHOWozYN+wDAQkGtQSFPwgggAACCCCAgB8EcnNzbZbFmjVryIaPhA5KwPmeJ+B872OMEXGKMc5aMuIPg/SYgDHGeYSMZ0YV8MxIGAgCCCCAAAIIIIAAAggggEA1BLgUAQQQQAABBOIRcDMruut4rqEOAggggAACCKRJIPwPtq6MMfZN1lCwYsBup2lUae6W7hFAAAEEEEDAbwJ5uZpZMccGK9aokSM5OUEJBgIS0O9/nMkaE/o+SKSY74EcD/5WXkCzK2qp/JXJuSKQnGZpFQEEEPCZANNBAAEEEEAAAQQQQAABBBBAAAFfCJjwLNx1eDe0YokAAggggAACnhAwxjhvxoeGYoxuh4s9ZJw38IMSCBjhDwIIIIAAAgggUCUBj11UI5JZMSjBoJaA873OhuJ8O2S/NzKG7388dusyZjjGGOcZMp4Zb8AzI2EgCCCAAAIIIIAAAggg4GsBJocAAggggAACCHhJoNhLg2EsCCCAAAII+EggkVMxRt9ULbZvrhpjwm/c69o57uwLfxBAAAEEEEAAAR8I1KwRyqqYEw5WDAaCEgyGAhaNMfZ7oehpGmOid9lGoEIBza6opcKKKaoQSFE/dIMAAskVoHUEEEAAAQQQQAABBBBAAAEEEPC/ADNMoIARk8DWaAoBBBBAAAEEUiVgjBFjQiVVfdIPAggggAACKRaguywTyMnJkZxgjgSCAQkGAhKwmaT1+x1xvu/RottG+INAVQWMMc6zZKp6ecKvI2Ax4aQ0iAACCCCAAAIIIJCZAowaAQQQQAABBBBAIBsEisOTLBZ3K3yAFQIIIIBAlggwzUwTMEbfWC123mAVpxhbAoGAXQt/EEAAAQQQQAABHwgEAwEJBSsGRb/PiS7GmNAMi0MrY8L7oV2WCMQloNkVtcRVOQWVAinogy4QEMEAAQQQQAABBBBAAAEEEEAAAQT8L8AMEcgAAfd/67vrDBgyQ0QAAQQQQCDrBYzZ8C+3Mbodfsc+62UAQAABBNIkQLcIIJBQgUDA2EBFY4z9pQwNWJTwL1oaY8T9Y8yGbfcYawTiETDG2GcrnrqpqEPAYiqU6QMBBBBAAAEEEEiAAE0ggAACCCCAAAIIIIBA4gQIc0icJS0hgEBiBWgNAQTKFjDG2JPGGDF2iwUCCCCAAAIIIJD5AiYQsN/bBAJGjDF2QsaYmNv2JAsEKimg2RW1VPKypFUPJK3lzGqY0SKAAAIIIIAAAggggAACCCCAgP8FmCECCCAQETCRLTYQQAABBBBAAAEEEEDAZwJMBwEEEMgoAWNMVHCi2G1jjOgffuFSFSjVFTDG2Oequu0k6noCFhMlSTsIIIAAAghkvQAACCCAAAIIIIAAAggggID3Bdz/0e+uvT9iRoiA1wQYDwIIIIAAAggggAACCCCAQKIFjIkRUMb/vEg0c9a2p9kVtVQOIHm1CVhMni0tI4AAAggggAACCCCAAAIIIFA5AWojgAACCCRdwIR7cNfhXVYIIIAAAggggAACCKROgJ4QQAABBBCIEoj+fxTGOHvFRCpG8bCZAAFjDBkWE+BIEwgggAACCFRagAsQQAABBBBAAAEEEEAAAQQQcAX4X/+uhP/WzAgBBBBAAAEEEEAAAQQQQAABBPwvwAzjF9DsilrivyK5NcmwmFxfWkcAAQQQQAABBBBAAAEE/CTAXBBAAAEEEPCNgBHjm7kwEQQQQAABBBBAIMECNIcAAggggAACCCDgIwFjjBhjPDMjAhY9cysYCAIIIIAAAggggAACCCCAAAIIIIAAAggkW8DNrFgs7layeyzdPvsIIIAAAggggAACCCCAAAIIIOB/AWaIgHcENLuiFq+MiIBFr9wJxoEAAggggAACCCCAAALVF6AFBBBAAAEEEECgAgH3d8nddQXVOY0AAggggAACXhRgTAgggAACCCCAAAIIIBC3gDGGDItxa1ERAQQ8JcBgEEAAAQQQQAABBBBAAAEEEEDA/wLZMkPyK2bLnWaeCCCAAAIIIIAAAggggAACsQQ4hgAC2SOg2RW1eGXGZFj0yp1gHAgggAACCCCAAALZIMAcEUAAAQQQQAABBDwiPHC0xQAAEABJREFUYDwyDoaBAAIIIOBLASaFAAIIIIAAAggggAACCHhGwBhDhkXP3A0G4jMBpoMAAggggAACCCCAAAIIIIAAAv4XYIYIVE/AzazorqvXGlcjgAACCCCAAAIIIIAAAggkR4BWEUAAAQQSJaDZFbUkqr3qtkOGxeoKcj0CCCCAAAIIIOAnAeaCAAIIIIAAAggggIDPBUx4fu46vMsKAQQQyC4BZosAAggggAACCCCAAAIIIJA1AsYYMixmzd0uNVF2EUAAAQQQQAABBBBAAAEEEEDA/wLMEAEEMkOADIuZcZ8YJQIIIIAAAggggAACXhVgXAgggAACCGSKgGZX1OKV8ZJh0St3gnEggAACCCCAQDwC1EEAAQQQQAABBBBAAAEEEiJgxCSkHRpBAIGkCNAoAggggAACCCCAAAIIIIAAAggkSMAYI8aYBLVW/WaiAhar3xgtIIAAAggggAACCCCAAAIIIICA1wUYHwIIIJDdAm5mxWJxt7Lbg9kjgAACCCCAAAII+FWAeSGAAAIIIIAAAiEBza6oJbSX/iUBi+m/B4wAAQQQQMBPAswFAQQQQAABBBBAAAEEEEDA0wLu75K7a08PlsF5V4CRIYAAAggggAACCCCAAAIIIICA/wV8MkNjDBkWfXIvmQYCCCCAAAIIIIAAAggggEASBGgSAQQQQACBVAiQXzEVyvSBAAIIIIAAAgiULcAZBBBAAAEEEEAAgdQIaHZFLanpreJeyLBYsRE1EEAAAT8JMBcEEEAAAQQQQAABBBBAAAEEEHAEjFN8/JepIYAAAggggAACCCCAAAIIIICA/wWYIQJxCRhjyLAYlxSVEEAAAQQQQAABBBBAAAFPCjAoBBBAAAEEEMhkATezorvO5LkwdgQQQAABBBBIpgBtI4AAAggggAACCCDgDwHNrqjFK7Mhw6JX7gTjQACBkABLBBBAAAEEEEAAAQQQQAABBBDwv0AaZ2jCfbvr8C4rBBBAAAEEEEAAAQQQQAABBBBItADtIYCAJwSMMWRY9MSdYBAIIIAAAggggAACCPhUgGkhgAACCCCAAAIIVCxAhsWKjaiBAAIIIOBtAUaHAAIIIIAAAggggAACCMQjoNkVtcRTNxV1yLCYCmX68JMAc0EAAQQQQAABBBBAAAEEEEAAAf8LMMMsEDBismCWTBEBBBBAAAEEEEAAAQQQQKAcAU4hgAACWSFgjBFjjGfmSsCiZ24FA0EAAQQQQAABBLJFgHkigAACCCCAAAIIIJA+ATezYrG4W+kbCz0jgAAC/hZgdggggAACCCCAAAIIIIAAAl4Q0OyKWrwwFh0DAYuq4KfCXBBAAAEEEEAAAQQQQAABBBBAwP8CzBABBKos4P4uubuuckNciAACCCCAAAIIIIAAAggkW4D2EUAAAQQQSICAMYYMiwlwpAkEEEAAAQQQQCBpAjSMAAIIIIAAAggggAAC/hcgv6L/7zEzRKAiAc4jgAACCCCAAAIIIIAAAgggkA0Cml1Ri1fmmuoMi16ZN+NAAAEEEEAAAQQQQAABBBBAAIHkCdAyAggg4HkB4/kRMkAEEEAAAQQQQAABBDwvwAARQAABBBBAIAMEjDFkWMyA+8QQEUAAAQQQ8LAAQ0MAAQQQQAABBBBAAAEEEKiqgJtZ0V1XtR2uQyD5AvSAAAIIIIAAAggggAACCCCAAAL+F0j+DDW7opbk9xRfD2RYjM+JWggggAACCCCAAAIIIIAAAn4SYC4IIIAAAlkrYMIzd9fhXVYIIIAAAggggAACfhRgTggggAACCCCAAAI2u6Ix3vm/YQQs8lAigAACCCRcgAYRQAABBBBAAAEEEEAAAQQQ8LoAGRarf4doAQEEEEAAAQQyX2DrFi3luv6XyISnRsv4x5+Tju06JHxSAy+4XD4e87p88PxY6XfiaQlvnwZjC/Q69Ah5e8QLMu2lN2XoDbdKnVq1YlfkKAII+ELggE6d5cGBt8vkUa/KQzcO9sWcmIR3BBhJ5gtodkUtXpkJAYteuROMAwEEEEAAAQQQQAABBBDYIMAWAggggAACCCRZwIhJcg80jwACCCCAAAIIVChQ5QrNGjeRC087S14YOlwmPTdWpr/8lsx4ZYINTpvw5Gi59dKrpW3rNpH2b7vsGhuY6B7ovv9BMuLOofLcvQ9Jz4MOk0YNNnFPJXTdfsedZPd2u0hOTg2pnVdL9um4l/AnNQL77tFJGtZvIMFAwHkWdpDOu++Zmo7pBQEEUiaggcinHXOcjHH+Lbjjyutlz/a7Sl5ubsr6pyMEEMgcAWOMGGM8M+CAZ0bCQBBAAIGUCdARAggggAACCCCAAAIIIIAAAgj4XyD2DN3MisXibsWux1EEEEAAAQQQQMCLAhqccu15F8sLQx6VU47qI82bbiqzfp0jI8e+KDc/cI8MfnSoTP7sE9mu1dby8E2DbeDiQZ33lV13amsDBt05aYaddz/6UKZ8NkOKiorcwwlff/PTj/LJV1/IuvXrZfXaNTL18+kJ74MGYwtMmj5Vlq1YIYXO/f1+9iyZ9sWnsStyFAEEMlZg1Zo1duxj3nxdfv9jvt3OzgWzRgCBigT0ez8tFdVL1XkCFlMlTT8IIIAAAggggAACCPhJgLkggAACCCCAAAIZKuD+Lrm7ztBpMGwEEEAAAQRSI0AvnhLYbedd5InBQ2xGxLxatWT6119I36sukvMGXiWPjhopb02eKG9MfFfuePQBOeHic2XAXbfYwEXNrti4YSNpUK9+ZD4TpkyS0ePHybSvPpO16/Ijx5OxoePZ94SecuDJveTR0c8kowvajCGgz0L3s0+SzsceIRffcr24gU0xqlbr0C2XDBANoq1WI1yMAAJxCcR6vT0z7kUZ++6b8u2smXG1QSUEEMhOAWMMGRaz89YzawTiF6AmAggggAACCCCAAAIIIIAAAgj4X4AZpleA/Irp9ad3BBBAAAEEEKicQOddO8rACy+TbbbcSoqKi+WdKZNsENrcBfPKbEgDGq+5+zb55fffbJ1AwNh19KKwoFCc5qIPsY1A3AL6XHZs18FTARBxD56KCKRQIBFdVfR602yqXsqelog50wYCCCROQL8+aElci9VriQyL1fPjagQQQAABBBBAAAFvCjAqBBBAAAEEEEAAAQTKFdj47fpyq3MSAQQQQMCbAowKgawQaNl8C+l/ypnSvOmmdr6z5/4i9zzxiN2uaKEBjQ8/95QsXb5MGm3SsKLqnEegUgJHdD1UGjZoUKlrqIwAAlUTqOj1tuLvFVJYWFC1xrkKAQR8L2CM8dQvGBCw6PtHLhkTpE0EEEAAAQQQQAABBBBAAAEEEPC/ADNEwJ8CbmZFd+3PWTIrBBBAAAEEEPCTwPFHHCXbtNzKTmn12jXyxqR3K/XxvtO++lymfD5digqLbBssEEiEQL+T+sp+e+zlqeCHRMwrO9tg1l4X4PXm9TvE+BDwvoBmV9TilZESsOiVO8E4EEAAAQQQQCC7BJgtAggggAACCCCAAAIIpEXAhHt11+FdVggggEByBGgVAQQQqKZA29ZtpEvHPSUYCL2tO3/RQnl78sRKt/rRp9Mlf12+dGzXodLXcgECpQVOPfpYOe7wHlKzRo3Sp9hHAIEEC/B6SzAozSGQpQLGGE/9kkHoO1uf3QymgwACCCCAAAIIIIAAAggggAAC/hdghggggEB1BMiwWB09rkUAAQQQQACBVAnsv+de0qxhY9udZsWZ/esvlcquaC90Fppl8YyrL5HPv/va2av835N69pbn7n1EJo96VWa8MsGWj18cL68+OlIuOeN/UqdWrTIbPfrgw2XEnUPl4zGvy3X9L9monl572jHHyQtDh8vEZ1+S7vsfZOvs1WF3eXLwffLRC6/b/j54fqzcfMlVJfoqXUfHd9+1N8vWLVraNkov9Li2+clLb8q4YSOl864dS1eJe786JuV1stvOu8jgK6+XSc+8bE20rgauPjjw9oiFmug8dP56PlaJ1U6senpM27/98mvlvadflOkvv2W9pzr3a9R9w6TnQYdpFVv048kfGHir9DvpdKlTp449pgut4z4X4x9/zj4X7r671vurdd3y0I2DbT/ueV2XrqN1mzVuIteed7FMeGq0aNsadLvfnnvL887zOM25j/pcXNL3HK1aouj9GX3/o6Lz0LZ1Xjq/my6+UrTNEpUruaPP7Hkn97XPkL4OtH0dy1tPPF/u60Gdb730apnw5GjR+nqdjmvSs6/IY7fdI2XdTx1vZQxivea07yHXDYq8htWt9OspmkHnqK/tt54YZZ8Jd5z63OlrbORdD0RXj2tb53HhaWfZ5+ONx56NBFDr86PPmlpqP3qfLjnj3BJtRtdRN3193Hjh5SW+HpS4ILyjr/kbL7qihLn2o1+7Lj/rvHKfBf1aFP21S02u7neRfW3qOHXM6hruyq50P57Xkq1cwSLe15u+JspqSuevX0/0fqubfu3Q17AeL+sanffjt90n+lzqPPU6fV71uVVzvY+xrtU29Wt89GtV6+nXd/XWtrSdlx56Qrrt11VPURBAIIUC+n2klhR2WW5XgXLPchIBBBBAAAEEslWAeSOAAAIIIIAAAggggAACvhYwYnw9PyaHQJwCVEMAAQQQ8LhAm21bSzAnx46yoLBAFv212G6naqEBOhrgdf4pZ8jmTZvJs6++JF1P6SUD7rpFfp3/u2zWpJmccMTRcseVN5QIHNKAFjfASgN8dtquteTklMzG5wb2vDH8WdH2NdjFmKCdWr8TT5O7BgwUrVMznMWvdl4tOWyfA2TwldfZOmcfd7LcfsV1Jerk5eZK5932kMvO7FdiPPYCZ9F1731kh222k0AgIJs321R6HXaEc7Ryf6tqUlEvGmCnAXsP3TRYuu7VJRIQqEGVg6+4VvZsv2sko6GaqM1tl18tvQ4tOYey2imrf3V84PpbZMdtt5cnXnxeDjq1t72/fyz+U7bdqpUMOPdCGXjhZfbyZX8vl1ffnSC3PTxEvvnpR3tMFxOnfSQ3P3CPLfc9OUxOvvQ8OW/gAPlu1kw9HbNccPM1to62EyuA4oBOneXBgbfLSw8+IUcdfLg0arCJbad5s2Zy5dn9ZbtWW0swEBB9Lg7qvJ90aNPWntfnaNigu+S8k06X5X+vkPueHC6PvfCsLFyyWOrVqWsDpR677Z4qB6tqIOgTg4fIcd17yk+/zpE7hj8go98YK/+s/FcaN2xkXw/Db713o6BZDbLU+3Vwl/1k/p8L5YKbrpEj/3eqvPL2eBFjpP2OO4uej76flTE4xHlt3HLJANEAw9KvueOPOEqGXHezfW3oa0ScP+qmr6dr+1/q7JX8q8+4vs56H9ZDvpr5vZx4ST/pee5pMmHyRNl6y1bSZfc9xW2n5JWx9zQQ072XpxzVR5o33dSZcujnMX229BnTZy0nGLTH69etZ32vD49Nv5YM+N/59nnUOtqLBswetl9XucJ5FnQ/VtHMhI/ffqpuYSIAABAASURBVI/s33EvmfTJR3J0v9PljAEXy+QZ06Spc6+O7XakPOS83jpHBS7r1y43qHLghZdL9Ncu7avnQYfZ16YxRrZpuZX06HpIpGvt7/7rb5Z2O7SRNz94T24bdr986PRVXCx27DrPgeHXUuSicjbifb3NnDMrZis6r7sH3Gi/nuj91kr6taNT+93lmvMujvk1Ur8W6/Oz47bbybsfT7b3XV/LX/3wrTSoX1+6H3CwDLl2kOjrTNvTos+pvuaeu/chG+DcqMEmelhq5uTY13D/k/tG7nkwEBANxLyo7zmi19mKLBBAICUCxhj7NTYlncXRCQGLcSBRBQEEEEAAAQQQQAABBBBAAIHKC3AFAggggIAXBZz3iuywisXdsrssEEAAAQQQQAABzwloUEfzps0i41q3vkAWLUltwGKfbj2l6177iAYJffL1FzagbdWaNTYIZ8RLo+Tvlf/aN7933n4HOWCvLpGx5tXMdcb6p4x6fays+OefyPHoDQ2c+fn3ufLq+2/L2vz8yKk92u8qRx3cTd784F054eJzSwS1GWNsAJEGMp18VG+ZPfcXGTj0LtEgJA2aKyhYb8ezy447yVGHdI+06W6scfopLCyyuxokt2btWrtdmcXGJs/brJcamFSeSUV9qMGLb74uP/48K1JVAyvPP+VMqZNXSzRL5vsfT5HFy/4SHbtWqlu7rpzR54QSwXfr16+Xse+8WaIdrRur9Dupr5ze63hZtXaN3PP4wzLmzdcicxk/6T3JX7fO3vuDO+8fqufc+0nTP5a3Jk+Udc45t81Va1bbY3pcz69y6n35w7cy+dNPbBtuvdJrrfPe1Mmydt2G++/WqZWbJ9O+/Ew++/YrKSwK3TMNcTu++9Eyd8Hv8v60j2SdM1etvyZ/rQ1O1EA7DVbV5/F559k7/6ZrZOy7b8qTzrN66uX95Yvvv9HqNnhKXaODruyJChZa//Iz+0mzxo3lwaeflGvuvlXemPiu3D/ycek/cIAN4jXGyHZbtSoRNKvjOrPPiTbAd8W//8iz414UnfuSZUvl7icekRnffGl71vupQbV2x1lUxiDfuR8a4DZ6/LgSr7kmjRrL6ccc7/T3nVx66w02SFLN1dQYI3vu0kEO6ryv09uGv/qMd2jTTn76ZY5cd+/tjvc8ccf69Ngx5d7TDa1s2KpTu7Z86tzHD2Z8LIUFBfaE3svjuh8pnXbZTUa8PNqOSwOhf/tjvj0fDASk4y7tRbMVHrbvgTL1i8/s+HUOmilWxx8MBGzwZKzANw387Nv7OBsoPXzMs9ZZ5/DjnNlyrTOn153nu6i4WLbavIUN3tPgPu1Yv3b9t+o/eeXtN2XZiuV6yJYWmzWXDju1kxfffFX++HORfQ0WFRbKyv9W2vNuf4v/WioXDbrOPhP6bOichox4TFatWmVfS4d0OUD0dWcvqmChryN9PenrqqLXW+mmauXlyhXnnC9L/15uA5A1OHbcexMir5ntW20th+8fymbrXnvIPvvL0Yd0k9yaNe29v+PRB+x912f1nieGyZ/hf39atWghhzp13ev0OZ3ivNanf/2lFEW9Vvs6z/wWm24mw0c/be/v9UPusO3pdRrU2OPAQ3STggACKRLQ7x20pKi7CrshYLFCIioggAACCHhSgEEhgAACCCCAAAIIIIAAAgggUAUBE77GXYd3WXlVgHEhgAACCCCQxQLNmjSV3NzciMDatWtk6d8rIvup2NAgHQ1e0b5q16qlq0jRQJrlK0Ljya1ZQ1ps2jxybt6iP2TEK2NsRkYNLouciNrQIBgNVHp/2pRIgFXtvDzZcZvt5Lr7Bsudjz1sA6W03gNPPyF/Ll1ir65bu67s32lveeql0dLvhivlnSkfiBuE9H042E+zv23dYktbP3ox6vVX5JW3x8vs336VKZ99Ik+9PDr6dFzbVTWpqPGx74y3wXUaoKeBl1p/C8dUf83moltvsMFa6nLixefKZ99+bQOmtE7TRo2lW1Tg0UsTXpcX33rdBue57Wi90kU/RrbHgQfbIKqpX8wQDYiMrrNwyZ+SHw4k1GdA5x19Pp5tDfgqKCwst+qq1aukqEhnWbLahCmTRIPvJn0yNRLQukmDTWTd+ny55u7bbCDdDUPusHUGPXif6DOn2ft227mtaEDbo6NGlmhw1Zo18uGMT0SDG/WEPh/dDygZsKXHyyunHtNHWm3ZUt6dOtneq+i6cxfMk+lffS46X2OMtN1hx0hAWJvtdpAmDRvZ6jVr5Eie85xL1J85zvO4vmC9PdKkUaie7lTGYOD9d9kgOc2C+su83/RyW9psu708PW6MDVrTe6xBe5pxcsGfC+15fc21brWN3XYX7VrvKHrP1xescw9F1hqwOPOX2ZH9eDY0mFjH9dFn021wrF7TaJOGUr9ufbng5mttILSO68MZ0+xrcuWqUBCgZnDdufUOooFzGvin49dy5/CHxB2/BoPusPW22mSkbN2ipZx0ZC/RrxU/z51rA3EjJ8MbDz3zhA141l19DZ1w5NG6aZ+jDV+75ttjutAAv1ffmyAanNpv4FWiX7uGOm08/NwI0eDyPof3sK/JZ157yX7d0mvcoq/tX+bPs7s1a9SQrnt3sdfYA0labLfVNjarpH6NVFf1Vccfw9kYa+fVsl9ro7vfxnGrHX42a4XX7nl9vhcsXmh3NVtuE+frjt1xFu5zqvd5TX4o+Lihc3/znW1r5fxboP1roOzbzuvaDVrdcvMtRO+f0wR/EQgJsEyqgDHG/lJHUjupROOBStSlKgIIIIAAAggggAACCCCAgI8EmAoCCCCAAALZLFCczZNn7ggggAACCCCQEQKNGzaU2rl5kbFqNrCicPaqyME4NqpTZeacn+Xf/1aKZm/7fvZPGzW1/J+/I8c0G2BkJ2qjKEYwWtRpG2y4dt1ae2hN/loZ9cZY0SBFeyC8+H72TFmwaJHdM8aIBuBoAJQ9ELWYt/CPyF7zpptGtqM3HnjmCTn18vPlqjtv2SiwKLpeWduJMCmr7dLHF/+1RDQoT+fvntPAu+EvPCuLnHN6zBgj7XbYyWae1H23FFXwrBx10GE2iO6/1avk8+9CmQfda3WtwXcaCKqZ7PQZ0Hnr8VSX/PXrpLAwlJVvbf4aef39d2wWSB2HPgf3j3hM1EcDn7p07KSH5efffrXr0ovfFy6Q1atX28PBnBzZYZuSgW72RBmLtq3byG477yLrnPGoS6xqvy6YZ8/rOc06t304EHDmnFny6/zfRO/JH4sXy6xf5miVSNHMqevWh+ZojNkoiCvf6TMeg0iDURsaJKiZM6MO2aC8JUuX2kMafKbBg3YnvMgLf91RH80cGD4cWWkW0IKC8gNRI5WjNv5ZGfpaoodWOF87NGBYA+F03y0agLw0HAitc37rg/dFA+Lc87rW4NTo8UcHz+l5DUTdvFkz6z17bklrPa9FX0cfTv/YuV/rbQCPvoZ6H95DT0XKWufrkbvz0y+/iAZr6r4G3+lr0HXVrJgafLfs779l6mfTtcpGZf6fCyLHmjRoKG22bx3ZT8bGDz//JA89+9RGTZf3NfK7WTPlrxXLbdBtrKDUxeFnRhsNBssPNVr+9wp5etyLkYyKeo2WufPnydpwZtQ6tWqLBvPqcQoCCCRfQLMrakl+T/H1UP5XkfjaoBYCCCCAwMYCHEEAAQQQQAABBBBAAAEEEEAAAQ8LmMSMjVYQQAABBBBAAIGkCWhgVX4461rSOqmgYf043UNOP072O/Eo+7G6ZVWPFfRUVt3yjhcXixRWIRCqvDYTfS6VJuuc+186oEvnowF607/+3AZk6X79evWk1RZb6mZcRTPC7bRdaxuo9e/KlfLz3I0D/DSg6+JbrpfOxx4h+gzovONqPMGVooPc1qzNlwWL/4zZw167dpTmTZvZjwDu2/sEmfHKhI3KgwNvk8bhTIfaSJNNGusqrrLrTm2lUYOGUjuvllzf/9KN2tb+9Lie1waNMaJBc7qtlhcNul72dixPu+ICGzCox2OVWEFc8RrEaq+sY4v+WlzWKdFgQg1q0QyFF5x2llx5dn9p1rhJpL5mMv33v38j+1XZSGYA9p7tdxMNSC0qKrQB12WNT+fxz8rQPPS+7bZTuxJV9eO73QPlebVtvaNo5kR9DU56bmzMZ+OIAw5xm5KauTVLZKSNnEjgRlEZgeL60dJFZQQza/bKo/v1lS7H9ZDbHrm/3NE0a9S03PNlnVyyfJmsXhMKGi6rjoePMzQEMlrAGGP/3ffKJAhY9MqdYBwIIIAAAggggAACCCBQSoBdBBBAAAEEEEAg8QLOe+C2UXdtd1gggAACCCCAQBoF6LosgTX5+VJYuCGLWW7NmtKgXr2yqqfsuAYundH7eHlh6HDZre0uKevXyx2lw+THObNl7bp8y5JbI0e2bL653Y5nsdUWLaR27dq26vrCgnID6GylDFhosFitvDwpKFgvT700Sjr17lZhOemy8+Ke2RabNbdBaRp8ePMD91TYtvavQYrlddB5144y+Mrr5Yqzztsoq2J51yX73JTPp8vKVf/ZbjRzZZ9uR8qoIY/IDedfZgMXJ077SPrfeLU977WFBis2DQel5q8vkPmLFpY5xM+/+1o0YNet0Kxx1YLwNm+2mW1Cg4v1vldU9jm+Z7kB4JLEP//+t1I0kDPeLvT+9zqsh4y4c6h0379rvJdRDwEEPCiggehavDI0Aha9cicYBwKpFqA/BBBAAAEEEEAAAQQQQAABBBDwvwAz3EjAhI+46/AuKwQQQAABBBBAwHMCpYNpatSoYTO8pWug+nG4Glz1wv3D5bgjjhb9+NBvZv6QruF4ot90mixaskRWhT/euLIY9erUldyaufayGsEc0YyLdieDFznBoLjf4wcCiQ+DCAYCYoxxikgwJ1hlKQ0AO+2Y42TM0OFy19UDZbMmTeWld8aLBkJWudEEX/je1MkybNQzsiz80czafL069aRH10PkhSGPyuUeC7DU8bmlySYNJS+vlt3VZyI6o6Y9WGoR/bH29erWKXU2vt1AMGArGrPxx3nbE6laJLCfrVu0lOv6XyJjh42UC07uK38u/Us+mD4tgT3QFAIIpFrAGOP8G2ZS3W2Z/YW+cpZ5mhMIIIAAAggggAACCCBQlgDHEUAAAQQQQAABBDJXgAyLmXvvGDkCCCCQagH6QyCdApqxy+0/t0ZNabVFC3c3ZetmjZvIrZdeLUNvuFU6tNlZRo4dI93OPFFue+T+EhkgUzYgD3TkJxPNtKgZFz3AmpAh5OTUkBabbZ6QtmI1UtN5HW7TomWsUxUe63nQYfLsPQ9LvxNOlSXLlkm/GwbIGQMult8XzK/w2lRXGPvOeOk74CLR4MW1+aFMnjqGOnXqyLHdjpS7Bgy02Rb1mFdLMGCkdl5e3MMrKiyKu26sivXr1hMNYo51LlOOaUCtBqQ+eft9ctBe+8i7H30oR557qlxz962yJn9tpkyDcSKAQAz8dfEPAAAQAElEQVQBza6oJcaptBwiYDEt7HQahwBVEEAAAQQQQAABBBBAAAEEEEDA/wLMEIG0CRgxaeubjhFAAAEEEEAAgXgFvvzxO1m9do2tHggEpO0Obex2qhYafKOBigd32U/m/bFA+g8cIM+MezFV3XuyHy+aVPTRt6Uh89evk8LCAnu4fp06stN2re22Xxbbb71N0rJGata+nbbfodJUGgR2xdn9pWnjJvLMa6/IhYOule9nz6x0O6m8YMmypXL9kDuk71UXyfsfT5F169fb7o0xNjCv30mn2f04FympFv1sa/Dqpk2bxt3v0r+XxV03VsUGderKLjvuFOtURhzTrIr3XHOzDUhd5fy7o/f+3ieHeSr7Z0ZAMkgEPCpgjBFjjGdGR8CiZ24FA0EAAQQQQAABBBItQHsIIIAAAggggAACCCBQWqA4fKBY3K3wAVYIIIBAxgowcAQQ8LPA25Mnys+/zY1MseXmW0jvw3tE9uPd0KxZ9117s5x7wqnxXmLrndnnRNlmy61k9Zo1Mmr8WInO+GgrZOHCKyYawBoIBx78u3Kl/PZH/Fn6Fi1ZLKtWhwJhNahr93YdRJ+Rsm7nIfvsL4/ddq9s12rrsqqk/fhvCxdIfv46O44tmm0qR3Q9xG6Xtejb63h5cODtZZ3e6Piffy2R9QWhgL3tW24tvQ4r/3U44H/n28yk2tDRBx8u3Q/oKrk1a8o3M3+QR0eN1MMZU/R1f919g0XLgkUL7bj1+dttp/aeC3b9ee6vsuLff+wYdbGtc690XVEpLCiQWb/+UlG1mOeXLPvLHg/m5Mg+HTuJBv7ZAzEW+jobNuhOObHH0THOpvfQqcf0Ec2iq8HM4ye9K9O++jy9A6J3BBBIqIBmV9SS0Ear0RgBi1XF4zoEEEAAAQQQQAABBBBAAAEEEPC/ADNEAAHfCbi/S+6ufTdBJoQAAggggAACvhJYtWaNvDHpHVm5aqWdV+28WtLrkO7lBsTYiqUWmtmtQb168txrL5c6U/bunu13k222bGkraJbHxUuX2u1sXnjJZKvNW4h+nLMGH8yaO0d+nDM77lujdX+d/1ukfpttt5dTjzk+sh+9oQFWGnD378p/ZU5U8Gx0nXi2awRzKsx6mFczr8oBcDN/ni1L/1lhh6JBmH0OP0J6HXqE3S+90ICybgccJAsWh4Lv7PkKFjMd35X/rbK16tSpI2f0Pl4679rR7pdeHNCps+y9654y5/dQsPEubXaSurXr2mqL/lps115eDLlukFx8+tkbDXHKp5/Ig88+Kcv/+duey8kJSu1ate22VxbzFv0hs36ZI/q60DFtsemmcth+B+pmzNKowSb2+JIVy2Typ9PtdmUXGuioAY96nT5bl53Zr8wA4HOOP0WaNWoi382epdU9U+rUqiU7b7+jaCBq/voCmR8OTPXMABkIAghUW8AYQ4bFaivSAAIIIIAAAgj4QoBJIIAAAggggAACCCCAAALpEiC/Yrrk6TcbBZgzAggggED1BN6Y+K68/PZbsm59KLvbtlu1kqv7XRhX0KIGodx8yVWy6067yJMvjhINgIx3NA0bNJC8mrm2et06dWTbllvZbXfRtnUbqV+vnrsbWTdr3KTMYJ1IpTI2AgEjdWrXKeNs9Q+rx1XnnC9jHnhM7hpwQ1yG0b2m2qS8IL8OO7W192flqv/k/WlToocZ17YGn/23+j9bt2aNGnLc4T3kjD4n2n13off43msHyQ7bbCtTP5/hHrbrf1b+a9e60EBaXWs5+uDDpdt+XXVTdGz56/LtdoP69aTN9q3ttrvYbedd5NRjjpXaeXmif6oTADdv0R/y2TdfSWFRkTZlAwQvOO0sufLs/qLPpD3oLHoedJjce+3NUr9OPfmoEgFqmm3uhzmzIoFw2uaNF19pzfS5cpq2f0875ji55ryLZV3BOpn0yVR7rEnDRnati6222HKj14dmTq2Rk6OnI0Xb1D4iB1K4USOnhnRqv3vMANMPZ0wT997n5+fLkqWh7IKVHV4wGJRaubmVvSyu+q9NfEeWLF9q62qg6CFd9rfbpRcayNisSWP7zHz+7Tfy/eyZpavEta+BjouXL7N1jTGyxy4d5NFb7xENXLUHnYXey1svvVr6dDvSBhdXti/X3GnKeb3U0pUt0a83DTa0B6uw2L7VtpF285yvB6233qZEKzp+LSUOOjt6TJ9VZ5O/CCDgcQEN5NaS7GHG2z4ZFuOVoh4CCCCAAAIIIIAAAggggAAC3hNgRAgggAACVRQwVbyOyxBAAAEEEEAAgXQI6EfIvvreBMlft85mx+nQpq0Mue4WOaln7zKHs1eH3eWBgbfJ7jvvIsNHPx3z4z2DOUGnvVATAWNsdi0J/5m/8A/5d1Uoo1yt3Dw55ag+osFemkFMP+72/utvFs3yF64udevUleOPOEruvvpG0eAX97gGIbrbweDGb0+3bL6FaGCe1qkRDEqjBg10s9wSq53SF+SGgy2jj+vH+Pboeqi02mJL2W+PveXkcvyir3O3E2XitlfRerOmTd2PNi5RVTMH7tVhV1lfUCCvvPOWvDd1conzuhMIBHRlizFmoyC5V99/W6Z8Ot0Ga2klzRp47gmnyoSnRsvz9z4iYx8ZIcNvvVt22XEn+eizGaL1tZ5bVq5eFQne0zr77bm39D68hxzbracUSejXg7784Vv5a3kokEsDx/QZ0iAuDXK68LSz5NZLB8iffy2R1WvX2mYb1q8vh+97oGgWOm1PDzZu2FBqO8+fbtepXVuaN2ummzHLmDdfk1/n/R45p4FUfbodKeOGjZRJz42VKaNfk+v6XyJNGzUWDWrTIMRI5Tg2Xhj/aiQQTqtvUq++9DvxNHln5Bjb/tQxr8v5p5whOcGAvPDGq6JBlFpv/sKFUhQOpNx5+x3khgsvt0GUGjD39N0PyolH9pKg8+xr3ZycHNHA2DuuvMFmcdRjlTHQ+oHAhp92gs5Y9Fjp0rD+htdZ9LZbr9WWLeWs40/e6LnR13/NnBp2Pt/M+iEyR/e68tYaoBgMz1Nfn/Wcrxnl1ddzgUBAV+WW2nkbAvi04ufffS1vfTjJBnkbY6RT+92k30l99VSk6LPR44BDpG7tujLXeWaef/2VyDl3Y9MmTdxN2WLTzSLbpTc0+PCtD9+3/ek5Y4y0brWN3HHl9TJ51KvywfNj5dVHn5ZD9tlffl+wQJ56ebRWq1SJ5/XWaJOGkuPcG21YfXVdutSvW8/5Oh+0h+vVrWvXuvh65veRzJnBnBzp0fUQG4yrr9WzjztZnr7rQWnfZmetakutvFzpulcXue/aQbLPHnvZY8GcYJn/ntgKzkIz/ebWrOlsieha9+0OCwQQSLqAMcZ5jZqk9xNvBxV/dY+3JeohgAACCCDgOwEmhAACCCCAAAIIIIAAAggg4DeB4vCE3HV4l1VWCzB5BBBAAAEEMkPg3ieHyT1PPCJ//LnIBopp4NZFp50l7z/zooy4c6gMuvgqufGiK+Tea26SNx571lnfaCd29d23yYQpk+x29EIDjzQTngYj6vFNGmwiPbseagOpdP/HObNFA3/cjHUauKLBXi8MHS5HHHioTJj8QYmsexq8cu6Jp8tHn00XDX7RNjSgUrPz6baWPdrtaoN2dFuLBg0dc2g3adakqe6KBtvsscuuopn37IHwQttps9124T0RbeeIAw6J7OuGBsLt2qadbtqy7ZYtRQNttA97wFnUzsuTYDiYyxgjm9Sv7xyN/28iTOLvTWxg0QlHHG3vq94vvQc6p3NPOs1mV5wweaJoMGvpNtVv3z32sp56bvNmm21kocf1eZr+1eeRoEVjjOhH5G7XautIgNaH0z+2z53Wjy5ffP+NzaCox3Rcdw8YKJefdZ7M/u0XeWfKB3rYZvTU50GzgxoTCuK686ob7PN5whFHydQvPi0RbKn3X58jnevyv/+2GTA1O16tWrVse/qsHtf9qBKZ6+yJ8EIDBG8Ycof8+PMs+xoJH5acYNAG3mmAVEFhobz38Ycx3dz6Za319XDHsAdEAxCj62hGQn3OdK1BxS+99YaMfffNSJUPZkyTv1Yss/s6lgM7dbEGN190pdSsUUP0te1m0NPgwVsuGSB1a9eWF5121KIyBhqUu+1WW9u+dKGvFQ2U02236P4O22zn7spO27Uu8brUE8FAQA7b5wAZfuu9om3q/PS50uyuzZttKt/O+lGeHfeyVo2r6DNy2L4HSoN6odecBi927byvvcduA9qHfhT1Fps2t4f0edDnuHOpj97ufXgP2bZlK1tHFx3a7GyDZXXbLfq6eGH8OBvkrcanHtVLHr5psGiwb99ex8sTg4dIx3bt5Yeff5LrnWdm7oJ57qV2rX1sv9W2dlsXO27beqNsnXrcLY+PeU6eHjvGPvPuMWOM5OXm2syFwUBA9OPAH37uKSndl1u/vHVFr7d4vv7p/dt153bO15WA7arFZpuVCHrXLKr6WtWT9erUs8G4+m+JZl796sfv5NV33xJ9/eh5zb56y6UD5Mc5s+zrXe9v1732EX2N6vnS/57oMa2jz36d2nV013nG60jXvfeN/JtjD7JAIOkC2duBZlfU4hWB0Fcir4yGcSCAAAIIIIAAAggggAACCPhLgNkggAACCCDgMQETHo+7Du+yQgABBBBAAAEEMkLg9YnvSK/zz5Q7Hn1AvvnpB/nnv5VSK6+2DTjSbG2H7nOAs72DzJn3m1x33x1y1jWXxfyYU82k99y9D8nubdtHsu0EAwEbtKQBKhqYqCBDRjwqrzt9rgpnWtRglV9+/00GDxtqg6w+/uJTWbZiuRQXF9sgrvtHDJcnXnxeOrbrIOMff040+Khu7bralC0asHLrpVeLBj123/8geePx523AjAYU2QrOot0ObWTYoDvloRsHl9vOwAsvs31oX9qeBsJtufnmTguhv5ox8JzjT5ExDzxu29Gj706dLD/9Osdmh1u4ZLGMfWdDUJmej6dU1SSetkvXmbdwgYx77y3ptMtuMvr+R0Xvzem9jpfFS/+SOx97WG537kPpa9RN/aIDutRXgz7VW93da1atWSOX3X6jPPTsU/Lr/N8jwUjrC9aL3uc7hz8o1957e4kgLPdazeqoGQ3/dZ5BDYBYuWqlvPL2+I2CGzWQS8vS5ctsEKEGwC5YtFCGPv3EhvEXFdlgrkdHPyNHnnuq7fOogw+zz8m+HTtFAqyM2RD0qPN0xxK91mCwC26+Rp4e96IsWrIkEowZPadBD94XfUmltjUrY/+bBshr77/tPPsr7Jy0gbX5+fa1dtWdg0TnocfcooGO9zwxTOb8NteOx/XSgNOzr7nUvsZ+mP2T9dd23v94igy4+1bntdGrUgb6Ohjwv/NFMz+6fbuvOX096r3Xtb4G9bhbp3HDRqLH9Ho9puPT4DrNjtmieXO56pz+NoPkQzcNli0321zGvPWaXHbbwLgD7/TrzbhHnrJfX4KBUIhKwFnrvdU+9euNyoKn6AAAEABJREFUjk2fT31O9XnVcWjR53jI9bdYB32t6/ivOud8abTJJnraliaNGjtjPN/WsQfCi4efGyF6Pz795ivJX7fefr0bcO4FcuaxJ9kaDzrPvX6N1GfGHnAWZfWhwZSarfOFoY+JjtWputFf/dp37T23ifa3eu0ae14t/3VeIxo0/r/rroiZ6dZWrGBR3utNXwtlff1TUx2vOpf+uqBfmy8+/ezI11F9nT7jvG6W//O3fa71taqvIf36oF8Hpn7xmfyxeJH9+rlsxQoZ/sJz9jXs3t/Ou+1R5r8neo/165cGywYDG56BgzvvK/psaBsVEHAaAQSqKWCMibxGq9lUQi4PfSVISFM0ggACCCCQagH6QwABBBBAAAEEEEAAAQQQQACBqglkUobFqs2QqxBAAAEEEEDAzwL68bwa/HJY3+Oly3E9pFPvbrbodrezTpRLb71BPpwxrUyC4S88K12O72mvca+NXt/2yP32Wg1o0+DIrqf1sXW1/ZMuOy+SsfGtyROl+9kny159ukufC8+ygVd6oQZo9TjnFHtNdLvu9gkXnyt6bddTepVZR4POKmpH+9A62p7bdum1W0fHpYFJGqC097FHyDHn9a1S8FBVTbT/yhb9nvX+EY85xidZY53bvif0lNOuuCBiXbpNddN6sYp6q3vpa0a9/oqceEk/0fur1+3jPBt6n1+f+E7pqiX2NUDrkNOPs2M7+LTjbBCr+pSo5OxoENQRzvOgz0lnx773BWfJi2+97pyR0HPgPF9H9+srI14eHQmO1GdQx1JW0XnaBmIsdAzDnh8pR593umh/2ka8c4rR3EaHlixbagO1up+94b7sf9LRNkB4+tdfbFRfD0z59BM5+fL+djzqoF43P3hvZL5X3HGz9dd2NOOf9lFZg4peB3rv9fWgHrGKXq9jvXDQtaL348j/nSoHnHSMvb9aXy27O693fSbVWOvGU+L5eqNj0+dT+4lVdGz6Wo9n/NFj0vuh8+l6au/IPPY78Sj7vOtzH11XtyvqQ8eoY9W6sYrb34Enh7626b3W18hNQ+8Wvaexron3WFmvN30txDLTY+541U/3YxU11XnrODRosduZJ1orvd/6Ghr9xlg9ZTPuHnfhOaJfP7s7z76+rvVEPPe3vGdZ/y3SNrQtiggGCCRLQAOotSSr/cq2S8BiZcWojwACCCCAAAIIIIAAAn4SYC4IIIAAAgggkKUCRkyWzpxpI4AAAgggkJUCTBoBBBBAAAEEEEAAgawVMMaIMcYz8ydg0TO3goEg4EcB5oQAAggggAACCCCAAAIIIIAAAv4XyKwZapYaHXGxuFu6R0EAAQQQQAABBBBAAAEEEEAAgfIFOIsAApkqoNkVtXhl/AQseuVOMA4EEEAAAQQQQAABBGIJcAwBBBBAAAEEEEAgoQLu75K764Q2TmMIIIAAAghUVYDrEEAAAQQQQAABBBBAAIEkCRhjyLCYJFuaRaDSAlyAAAIIIIAAAggggAACCCCAAAL+F2CGCMQSIL9iLBWOIYAAAggggAACCKRbIBAg51C67wH9Z64AI0cAAQQQiC2g2RW1xD6b+qN8t5N6c3pEAAEEEEAAAQT8JMBcEEAAAQQQQAABBBDISAGTkaNm0AgggEDaBOgYAQQQQCAFAp137Sj77rGX5OTUsL1t1rSZXHDqmVKnVi27zwIBBBBAAAEEEKiKgDGGDItVgcvOa5g1AggggAACCCCAAAIIIIAAAgj4X4AZIoBAKgXczIruOpV90xcCCCCAAAIIIIAAArEEOrbrIOMff06GXH+LbNuyVaRKrdw8OfXoY+XdkWPk3BNOjRxnI1MFGDcCCCCAAALpEdDsilrS0/vGvZJhcWMTjiCAAAIIIICAnwSYCwIIIIAAAggggAACCCAQJWDC2+46vMsKAQQyXYDxI4AAAgggkMECn3/3tfQ45xTp1LtbzNLl+J4y/IVnM3iGDB0BBBBAAAEE0ilgjPFPhsV0QtI3AggggAACCCCAAAIIIIAAAgikRoBeEEAAAT8KkGHRj3eVOSGAAAIIIIAAAghUR4BrEUAAAQQQQMCfAppdUYtXZhfwykAYBwIIIIAAAlkqwLQRQAABBBBAAAEEEEAAAQTSIGDEpKFXusxiAaaOAAIIIIAAAggggAACCCCAAAL+F/DkDI0xYozxzNgIWPTMrWAgCCCAAAIIIIAAAggggAACVRPgKgQQQAABBOIXcDMrFou7Ff+11EQAAQQQQAABBBBIpwB9I4AAAggggAACCFRFQLMraqnKtcm4hoDFZKjSJgIIIOAnAeaCAAIIIIAAAggggAACCCCAgI8E3N8ld9c+mlr1psLVCCCAAAIIIIAAAggggAACCCDgfwFmmJUCxhgyLGblnWfSCCCAAAIIIIAAAgggkLUCTBwBBBBAAAEEvCdAfkXv3RNGhAACCCCAQKYLMH4EEEAAAQQQQAABBLwooNkVtXhlbGRY9MqdYBwIIFBVAa5DAAEEEEAAAQQQQAABBBBAAAH/CyR8hibhLdIgAggggAACCCCAAAIIIIAAAghUU4DLEUAgCQLGGDIsJsGVJhFAAAEEEEAAAQQQQKDKAlyIAAIIIIAAAghkj4CbWdFdZ8/MmSkCCCCAAAIIIIAAAggggAACCCCAQDYKaHZFLV6ZOxkWvXInGId/BZgZAggggAACCCCAAAIIIIAAAgj4X4AZZoyACY/UXYd3WSGAAAIIIIAAAggggAACCCBQsQA1EEAAgQwUMMaQYTED7xtDRgABBBBAAAEEEEijAF0jgAACCCCAAAIIIJBoATIsJlqU9hBAAIHqC9ACAggggAACCCCAAAIIIIBA4gU0u6KWxLdctRbJsFg1Nz9dxVwQQAABBBBAAAEEEEAAAQQQQMD/AswQAQRKCRgxpY6wiwACCCCAAAIIIIAAAghkvAATQAABBBBAYCMBY4wYYzY6nq4DBCymS55+EUAAAQQQQMBHAkwFAQQQQAABBBBAAAEEMkXAzaxYLO5WpoyccSKAQPoFGAECCCCAAAIIIIAAAggggAACmSeg2RW1eGXk3g9Y9IoU40AAAQQQQAABBBBAAAEEEEAAgeQJ0DICCCCQIgH3d8nddYq6pRsEEEAAAQQQQAABBBBQAQoCCCCAAAIIpFzAGEOGxZSr0yECCCCAAAJZLsD0EUAAAQQQQAABBBBAAAEESgqQX7GkB3v+EGAWCCCAAAIIIIAAAggggAACCCDgf4HKzlCzK2qp7HXJqk+GxWTJ0i4CCCCAAAIIIIAAAggggICfBJgLAggggIDPBIzP5sN0EEAAAQQQQAABBBIiQCMIIIAAAggggIDvBIwxZFj03V1lQggggAAC1RTgcgQQQAABBBBAAAEEEEAAAQRSI+BmVnTXqemVXkICLBFAAAEEEEAAAQQQQAABBBBAwP8CzNBrAppdUYtXxkWGRa/cCcaBAAIIIIAAAggggAACCFRHgGsRQAABBBBAIC4BE67lrsO7rBBAAAEEEEAAgcwQYJQIIIAAAggggAACCFRSwBhDhsVKmlEdAQQQSLsAA0AAAQQQQAABBBBAAAEEEEAAAX8JxMqw6K8ZMhsEEEAAAQQQQAABBBBAAAEEEIglwDEEsk1Asytq8cq8ybDolTvBOBBAAAEEEEAAAQQQ8LcAs0MAAQQQQAABBDwlYMR4ajwMBgEEEEAAAZ8IMA0EEEAAAQQQQAABBBDwmIAxRowxnhkVAYueuRUMBIHqCHAtAggggAACCCCAAAIIIIAAAgj4X4AZJkLAzaxYLO5WIlqlDQQQQAABBBBAAAEEEEAAAQQSJUA7CCCAQGIFNLuilsS2WvXWCFisuh1XIoAAAggggAACCPhJgLkggAACCCCAAAIIZIWA+7vk7jorJs0kEUAAAQQ2CLCFAAKeEmjWuIlceNpZ8uqjI2XSMy9L9/0P8tT4snkwB3TqLMMG3SUfj3ldrut/iacodGwPDrxdJo96VR66cbCnxsZgEChLYLedd5E7r7qhWs9t5107yrhhI+WTl96UZ+55SLZu0bKs7jiOAAIIlBAwxpBhsYQIO1khwCQRQAABBBBAAAEEEEAAAQQQQMD/AswQgUwSKM6kwTJWBBBAAAEEEEDAZwIauDP4yuvlhaGPySlH9ZHmTTcVCZBrJ923uU6tWnLeyX1tAOkdzv3Zbed2kpNTI93Dsv3r2E475jgZM3S46Nj2bL+r5OXm2nMsUi9Aj/ELnNSzt/O1brg8dNNg0WDb6jy3++65l/P1spnz5TJggxUP6LR3/AOhJgIIZLWAZlfU4hWEgFcGwjgQQAABBBBAAAEEyhXgJAIIIIAAAggggAACCCRQwCSwLZpCAAEEEihAUwgggEBWCNStU0e+mzVTJnz4vhQUrM+KOWfKJNeuXSNjxr8mfy1f5qkhr1qzxo5nzJuvy+9/zLfbLBDIBAENEBr7zpvy24J51R7uR59Ol3mL/pCioiKZ67T34YxPqt0mDSCAQHYIGGPIsOi9W82IEEAAAQQQQAABBBBAAAEEEEDA/wLMEAEEEBBxMyu6a0wQQAABBBBAAAEEkitw/ilnyH3X3lyikymffiKjXn9FPpgxTVb8+2+Jc+ykT0CDAke8MkZGjx8nv/+xIG0Dadl8C3nqjiEbfUT4M+NelLHvvinfzppZwdhSczrWs52anumlKgJlPVdVaasy14x+Y6y8+Nbr8sPPsypzWcy60776XI678BzZ+9gj5LQrLrBBizErOgd5Ph0E/iKAQERAg6e1RA6keYMMi2m+AXSPAAIIIICAbwSYCAIIIIAAAggggAACCCCQAQImPEZ3Hd5lhQAC8QpQDwEEEEAAgUoIaIDQ/p06S80aNWNeVVBQIF568zzmILP04KK/Fqdt5kcedKhs2XyLMvsvLCpK+3NT0bNd5uA5kTaBip6rZA9s6fJlKcsoy/OZ7LtJ+whknoAxpvIZFpM4TQIWk4hL0wgggAACCCCAAAIIIIAAAghURoC6CCCAAAKpEyDDYuqs6QkBBBBAAAEEsleg12HdpUWzzcoE+Hrm97Jqzeoyz/v1BPMqW2DrFi3lwE77SDCYU2alFX+vkMLCgjLPp+JERc92KsZAH/ELxPNcxd+a92vyfHr/HjFCBFItoL8goiXV/ZbVHwGLZclwHAEEEEDAbwLMBwEEEEAAAQQQQAABBBBAAIGIgBET2WbDVwJMBgEEEEAAAQQ8ItDr0CNEM5oFc8oOPPPIUBmGRwTq1Koll53ZT1o0b+6REcUeBs92bBevHs2U5ypRfjyfiZKknQwQYIiVEDDGiDGmElcktyoBi8n1pXUEEEAAAQQQQAABBBBAwEcCTAUBBBBAAIHMF3AzKxaLu5X5c2IGCCCAAAIIIIBAYgWq31q3/brKWceeKHVr161+Y7SQFQIaVHb9BZfL7u3aeyqgojQ+z3ZpEW/vZ8pzlShFns9ESdIOAv4T0OyKWrwyMwIWvXInGAcCCCCAAAIIIOU+ExwAABAASURBVIAAAggggAACCCCAAAIIJF3A/V1yd530Dkt3wD4CCCCAAAIIIOBzgRsvukKu7X+JNGnUODLTPXbpIDNemWDLpOfGSvf9D4qci7VxXPee8spDT8q0l96U6S+/JW8+/pyceGSvWFVLHDupZ28Zff+jMnXM67Yvvfa9p1+Umy6+Upo1biLx/unYroOMd/p0xxy9fmHocNvMdf0vsX1En3O3S8/xoRsHl6j7sTO+c0841bYTvTigU2d57LZ7ZNKzr9h5a3uTR70qz9zzkPQ+vEd01RLbGpR13sl95dVHR8qkZ162vm1bt5Hht94t2peWWy+9usQ1uqMmN154uUx4crS1dvt7cODtUrNmTa1SZtE+Lznjf/LWE6PsWNVax/3k4PvkvmtvlpF3PVDmtaVPHNx5X3nm7ofkQGf+wUAohEHb12dJx6RFDUtfF72vH/k7+Mrr5YPnx1rrj154XR4YeKvo8eh60dv6HD5+232i49bxaz/6zKmHuqhPdH0dz7XOfa/Osx3dnrut9+r2y68VfVbdcXz84ngZN2yk6H1VC7duWetYbejrYNR9w6TnQYfFvEyftwede63PmOurc9bXiz5H6hGPozZelf61r2vPu1gmPDXavt70dbffnnvL8/c+Yp9HvZeX9D1Hm7fFra/Pufro+LTo+PU1UnqeVX2uqjIXO0BnofdKXxfRY9T7oK+HunWqH8Ctz7N+7Yk2c7q1f5P1fNrGWVRNgKsQ8JCAMcZTvxAQ+tfeQ0AMBQEEEEAAAQQQQAABBBCoqgDXIYAAAggggAAC8QoUx1uReggggAACCCDgOQEG5G2B9z+eIoOHDZWJ0z6KDPSbn36Umx+4x5bBjw6Vz7//JnKu9IYGMF18+tnSovnmEgwE7JvrGiB27omnyvFHHFW6ut3XIJ5hg+6S8046XZb/vULue3K4PPbCs7JwyWKpV6euaNaxx267Rzrv2tHWr2jx+Xdfy8D77xIdt5uNqKioSN6bOlnOuvoSe/ltj9wvl956g/wy7ze7r4uCgvXy2vtvywkX/0/emjxRD9lywc3XyIiXR8u69etl1Zo18vzrY+W5116253ShQU4asHb7ZddIk00aycPPj5C9+nSXgUPvknmL/pDWrbaRy87sJ/dec5NoXb1Gy2477yIapPfG8Gelb6/jpXnTTUUcs7zcPLnm3AulQ5u2kpNTwxad+2H7HaiX2aImTw4eIofue6D8Ov83ueCma5xxnyuTpk+V9m12lkO77G/rxVroGAZfeZ30PqyHfDXzeznxkn7S89zTZIIz5623bCVddt9T8nJzY10a89gv836Xx158ToaMGC7LVqywdVavXSN6D93nZuTYMfZ4rIXO7e4BN0rXvbpI7bxatkrNGjWkU/vd5ZrzLi5hZk86i/NPOUOu7neR7LjtdvLux5Pt+M8bOEC++uFbaVC/vnQ/4GAZcu2gEgGP1X22nW43+tttv64y+Ipr5QBn7LPn/iL9b7za3oePv5ghmzZpau+rBsBqYJ4WDWjUcUc3dOrRx8r9198s7XZoI29+8J7cNux++XDGNCl2fujZdqtWMsB5FgZeeJm9RO/dacccJ2MffkruuPJ62bP9rpF7pcGCj99+r3291KlTx9avyFErVaZ/re8GSr704BNy1MGHS6MGm+hhad6smVx5dn/ZrtXW9rWv9/KgzvvZ51iDCO9z7ocGJeavWyfX3Xu7dD2llzw6+hlZuy5fdth6W7nynPOl30l9bVu6qMpzVdm5aD9u0dfjE85r6vjuR8k/K1faMR75v1Pl5QlvSIvNNpM+h/eQYDDHrV6pdff9D5IRdw6V5+59yAagumbRjSTj+Yxun20EEMhsAf1+RotXZhHwykAYBwIIeF6AASKAAAIIIIAAAggggAACCCCAgP8FsmaGJmtmykQRQAABBBBAAIHUCnz8xac2WG/VmtWRjtetW2ePaRCfBv0tWbY0ci5645B9D5Auu+0hL7z5mmigz4C7bpHf/phvq9TKzZOue+9jt6MXGoClwXw7b7+DDQQ8/6ZrZOy7b8qTL42SUy/vL1+EgyM1mO/8U84sEYAW3U7p7S9/+NYGXi5YtMieKioulr+WL7UBh/aAs5j21efy9LgXZeWqlc6eyOq1a2XGN19KrPkt+/tvWV9QIB/OmCqPPD+yRDtXnN3fBqwtXLJELh98k7zy9njb3jtTPpDLb79RZs39RXKCQdFAwDuuvCESgFe3Th35btZMef+Tj2wwpL3IWRy+f1dZFw6eXLVqlXNEJH/9elm5MjTOzrt2lP6nnCGNGzaSdz/6QNRM5zt3wTwbVDp6/DgpKiq018Va9OnWUzq0aSc//TLHBmXpdTrnu594RJ4eO0bynfsd67qyjun1OlcNMCsqLrLVHG5ZtGRx5LnRIFJ7otSiVl6uXHHO+bL07+Wiz4s+N+PemxDx2L7V1nL4/iUzeh6yz/5y9CHdJLdmTTuHOx59wN4zNbjniWHyp9OvdtOqRQs51Kmr21qq82zr9aWLZhQ875S+NvvnnN/nylV3DhIdg3pooKYGT7rX/DLvt5DFhxPls2+/cg9Lr0OPkL69j5PFfy2ViwZdJ/ePfFzemPiutRgy4jHR+6/PziFdDrDBfKvWrLHXvvDmq+I+23pAHS/p+z/HfIkNlNVgwFGvvxJx3HGb7aTXYT20aolS2f71Yn0tT/vyMzuPwqLQ/TbOieO7Hy1zF/wu70/b8DyvyV9rg5D79j5ettuqlQ1OfHnCeOd1NM2+hjQQWJ+dgsJC0eDK/ffcK/L6UEc998u83yWe56oqc3GGbf9u3aKlXH5mP/v15fPvvpH+A6+yY9TXhd6TR55/RtY49sboTO0llVpokNG7H30o07/+UjR4OtbFVXg+YzXDMQQQ8KmAMcb+EohXpkfAolfuBONAAAEEEEAAAQQQyAIBpogAAggggAACCCCQboHi8ADcdXiXFQIIIIAAAgkUoCkEEKiKQO28PGnasLEMuPs2efCZJ20AmWaJe/Gt10Wz7WmbW2zaXDTIS7fdcspRfWS3ndvK5999LY+OGuketmsNzvpwxieiQU96YOsWW0r3Aw7SzbiKBjx99v1XNkBIg7522n6Hja5zA6L0RN3adZzxtdfNjcouO7SRtWvXyvtTp5Q4p1kjD9x7H9GApI8+/0S0z+gKGvCk2Rj//W+lDTTosFNbOalnb1tlyqefiAaVvTt1svyz8l97rFZurmxSv77c++SjcvuwoXLFnYNk9PhX5eYH7xENsNQAz759TrRBcgv//FOeGfeSvS568eak9+SPcNBe9HF3u13rHW2w3/qCde6hyFoDFmf+Mjuyn+yN7bbaRiZ98pH0u+HKSICYBiD+OGeW7bp2Xi3RYDu7E15s06Kl1HaeN92tFV7rthb1X7B4oW7azJSa3dPuJGFx1EGHSbNGTezz9d1PP9oAPLeb0s9uw/qbyHsffSiDHro3kr20ZfMtbNY+fXaeee2ljZ6dse+Ml1/mz7NNajBf1727iF7zzLgXRV9XX838zp7TxTYtWzntTrGO+kxr/0OffkJcRw3u3HrLLbVqpGhbmjWwsv1PmDLJeSbHOfdtqqzNz7ftbdJgE1m3Pl+ucV7/mj3xhiF32DqDHrzPZhltsVlz+/wHA0GpWzuURdNe6Cx+cO51vvPacjZtRtU22238OtVz5ZWqzsVt8+zjTxHNZrni33/kFcdd/dxzutZ78fO8ubpZpeKaffjpNBu0WaVGuAgBBLJaQL9Wa/EKQsArA2EcCFRbgAYQQAABBBBAAAEEEEAAAQQQQMD/AswQgWoKmPD17jq8ywoBBBBAAAEEEEAgzQIaVDjmrVfl+9kzS4zk9z8WyKrVq+2x2rVqS7NGje22LurUqiVdOnbSTfn5t1/tuvTi94ULZHX4+mBOjuywzbalq5S7/9Gn0+Xvf0PBgNtsuZUc1Hnfjep/+f23oh8HHQgEZPe27W1QWHQl/Tjbdju2kfl//mGDBqPPadZIzTi3es1q+f7nUJBd9Hnd1qyUmklRtzXwTDMEaoCV7mvRawsKQhkRNTPixI+niOuoGfvuHzFcpn/9hVYVzY7oBvB9O/uHjYLctJJ+DPU8x123YxX9yGk9rpaalU63o8uPzjzc8UQfT8b2Dz//JA89+9RGTc9b+EfkmGbXjOw4G2r514rloln5YgVXLl66IQNoMJi8kIptW7ayQXh6zzQg1Rlaib/6TK/87z97rH7dOvYjn+1OeKHPzpabbyGavXPqZ9PDR0uu5v+5IHKgSYOG0mb71pH96I0fZs+Sh58bEX3Ibkc7NmvU1B5zF9XtP3/9OiksLLDNrc1fI6+//464gX4fzpgm9494LPIca+Ck3q9lK1bId85Y7UXhhR5bnb/W7gWMkYDzOpRK/qnOXPT1uOcuHey9nDv/dxs4G6v7Ob/NtcGpsc7Fe6zQeZ1r9tF461MPAQQQcAWMMfbrlLuf7nXy/nVN98zoHwEEEEAAAQQQQKDSAlyAAAIIIIAAAggggEC2CBRny0SZJwIIIBBDgEMIIICAFwU0CEeDcUqPLToYr/S5vXbtKM2bNrOZ8Pr2PkFmvDJho/LgwNukccNGkUubbLIh4DFysJwNzUo4b1Eo6KtuGRkUN23aVAKBoG2laaPGskf7Xe22u+iyW0epX7uufPLl5+4hu9bgRw2C1J38devkn5UrdTNmmfXrHNGgSD3ZrHET6dRhd9205cc5s2XtulDAVv76Apm/KJQh0J4stejsjEWz5a0vWC9//PlnqbMbdjVT3Ia9klsr/vnbZoSs68zpgtPOkivP7i86JreWBl7++18oyNM9lqx1UVHs7+zXOZ5FRUUxu9V7enS/vtLluB5y2yP3x6zjHmzWqGSQnnu8uusObdpKvbp1y23m65nfy6o1oWDdWBXbtt5RNIC11RZbyqTnxm707Ovr4YgDDolcWjO3prTYtHlkP56NpcuXRZ670vWr278+7/nOfdJ216zNlwWLy34eNdOi3q+jzzvdZlPVa2KVvLxa0mSThrFOlXusOnPZr+NeNrOjZi6bV85r79//VooGp5Y7EE4igAACSRLQr1FaktR8pZslYLHSZFW+gAsRQAABBBBAAAEEEEAAAQQQQMD/AswQAQQyRMCIyZCRMkwEEEAAAQQQQCC7BaKD8UpLaKCWfqSvBvI99dIo6dS7W4XlpMvOK91MhfsaaLhu/XoJBDbOoNi2dRvZbaf2Mv/PhaIBcrXzakmX3fYo0eZubXeRpf+ssB+BG32idattIh9N/N/qVeUGYv22cIHk56+zl9fIqSGbN2tmtyuz6NCmrXPdZvaSdesLZFE5H/tsK5WxmPL5dFm5KpT5T7Nc9ul2pIwa8ojccP5lNnBx4rSPpP+NV5dxdWoOVzY4TOfR67AeMuLOodJ9/67xDLJadUoEI5qA5OXmVrq9zZuF7uXcBfMqfO71tbHP8T3lSed1Ign6k+7+d9qutX2htViaAAAQAElEQVTmbrl0gDSJCkquyvSqMxc3U6Zmi1zx94qqdM81CCCAQNIFjDFijEl6P/F2QMBivFLUQwABBBBAAAEPCDAEBBBAAAEEEEAAAQQQQKB6Am7+lWJxt6rXHlcjgEAyBGgTAQQQQACB+ARygkFx33rXYML4rqp8rU+//Ur0Y2f1yqalMih22+9AqZETlFfeHi9/rwxlFWyzbWvpvGtHrS6HOec1i+KsX+bIvEV/2GPuotEmDW12SN3Pq5knGoCl27GK9u9+7K3Ou26d8rPzxWpj82abSp3adWKdqtSx96ZOlmGjnomY6MX16tSTHl0PkReGPCqXn3WeaACgHvd62bpFS7mu/yUydthIueDkvvLn0r/kg+nTUjLsn+f+ajNV6v3cvtW2G/Wpz4M+F3ri3/9WyXezZupmpASCoXAPY0xavNPV/9EHH24DSx+77R7ZufUO8vrEd5xncXnEpSobVZ1Lx3YdpH69elXpkmsQQACBlApodkUtKe20nM5C/4JpBQoCCCCAAAIIIIAAAggggAACCPhfgBkigAACWS7gvqHtrrOcg+kjgAACCCCAAAK+EMjJqSEtNts8aXPRLI/fzfrRBpdpBsW9wx/H3LL5Fvbjn2fN/UXGvPmazFsY+ujoTerXl3333MuOp0Obne11U7/81O6XtcjJCUrtWrXLOl3iuAYcFJbxcceRihVsGCMSdPqsoFqZp8e+M176DrhINHhxbX5+pF6dOnXk2G5Hyl0DBtpsi5ETHtuoU6uWDax88vb75KC99pF3P/pQjjz3VLnm7ltlTf7alIx2wuSJ8tfyZbavNtttJ70OPcJuu4s9d9lVGjdsaDN3fvrdVzLtq8/dUyXW9evWk9123qXEsVTupKr/vZzX3dN3PyhXnXuhBAIBuWLwzXLCxefKZ99+nbBfR6vuXHRcqbSnLwQQQCBeAWOMGGPirZ70eoGk90AHCCCAAAIIZJEAU0UAAQQQQAABBBBAAAEEEMgMgeLMGCaj9KgAw0IAAQQQQAAB7wlsv/U2ogGEyRqZBhz+t/o/2/x2rbaWtq3byJEHHSqNGjSQj7/8zB7/5MvPZd369TaYave27W0dXetH9r4z5QNbJ3qxbt06G4ymx+rUri3NmzXTzQpLQWGB/LVsaYX1yqtQMydHWmzavLwqFZ5b4ozh+iF3SN+rLpL3P55i564XGWNsAF2/k07TXc8Vzap4zzU328DKVWvXiM7h3ieHyao1a1I6Vg1AfGzMs6LZM+vWritnHXui9D68h82WeEafE+XEnr2khnOfPvvuK7lr+INljq1Bnbqyy447lXk+2SdS0f+pRx8rt142QLZvtY28M2WSnH7lhTL96y8SPrXqzEUDp5s2bpzwMdEgAgikV8AvvesvO2jxynwIWPTKnWAcCCCAAAIIIIAAAggggAACKkBBAAEEEEAgJQLe+Z3ylEyXThBAAAEEEEAAAa8JJGQ8vy1cIPn562xbWzTbVI7oeojdLmvRt9fx8uDA28s6Xe7xqZ9Nl4VLltg6zRo2loM77yNddttTfp0/X96ePNEe//Tbr2zwme40a9xEeh3aXZo0aChffv+tHtqo/LpgnqxdF8pOmFczV3bceruN6sQ6sPK/VTJzzuxYp8o9tvTvFbJ2bSgoT4OrNPir3AviPKkBmdfdN1i0LFi00F6lmeZ226m97LRda7vvpcWpx/QRzXxZWFgg4ye9W2bmwlSM+Y2J78qHMz6WlatWSjAnx2Z9nPTcWBu8uHrNGnnk+ZFy0aDrYwZTLln2lx2iXrdPx06igZj2QIyFZpQcNuhOObHH0THOVu1Qqvrv2K6DHH/EUVKvTj35/Y/5cs8Tj1RtwOVcVdW5zJwzy7k3qyMtb7fVNjbgNHKADQQQQMAjAsYYMix65F4wDAQQQCALBZgyAggggAACCCCAAAIIIIAAAtkt4GZWdNf+1GBWCCCAAAIIIIBAdgjM/Hm2LP1nhZ2sBuD1OfwI6VXqY3XtSWehwVzdDjhIFiwOBdQ5hyr1d9WaNTLj6y+ksKDABpbt36mLNGvSWKZ98anoOW3sxzmz5btZP4pmMKqVmycHdOos/67+Tz7+MvZH+X72zVeRjwTWAL92O+5UZrCTfjRwbadN7WfmL7OrFGT36Tdfyl8rlmsTtrTZrrUdo90pZxEMlsyDNOS6QXLx6WdvdMWUTz+RB599Upb/87c9l5MTlNq1atttryzq1KolO2+/o82Cmb++QOaHAyzTNb6BF14mh+13gDw+5nk5/IwTpPOxR0in3t1kn+N7yjHn9ZVnxr1Y5tBm/fqLfR61gj7fl53Zr8zn55zjT5FmjZrId7NnafWElFT1v0e79tKwfn07Zs1G6b7e7IEELao6Fx3L/IV/REbRcvMtpEfXQyP7ZW0EAqasUxxHoJICVEcgPgH93kRLfLWTX6vkdxbJ748eEEAAAQQQQAABBBBAAIHMFmD0CCCAAAIIIJDRAu7bQu46oyfD4BFAAAEEEEAgeQK0XG2B/1b9JwWFhbad3Jq5dq2LgzrvK70P76GbNrjKmKp/ZzZv0R+iQX+FRUW2vbq168oFp50lV57dXzTDoT3oLHoedJjce+3NUr9OPfno0+nOkar9nfHNV7L833/sxZs321SW//OPTPpkqt13F1O//FT+W/2f3a1dq5Z899NM+X72TLtfeqHjf2/qZFm3fr091WqLLaVPt552u/RCMwLWctrTTHwfzPi49Om496d98akUFIT6a1i/gfQ+rIe9D6UbiA5SbNaoaYnTNXJqSKf2u0vL5luUOK47H86YJv+s/Fc3JT8/X5YsDWUBtAcqWGhdvUaraUBXndp1dNOO74w+J8qO24QyUAYCVQ9z2L7VtlI7r5ZtN69GDWm99TZ2213oc6PF3XfXekyDHXU/nmdb61VUTu91vBzceX9Z9vff8sH0yt/Tyc6zvHj5MtuNMUb22KWDPHrrPaKBsvags9Bx33rp1c5zdaRoQG1Zz6JTtdJ/U9V/A+c5DQZz7Pg2a9Jso0ySW23RQnJr1rTnoxfu8xnPc1WduUz9fEbkNa+Byj27HrbRGHVc0c9to00a6qGklEQ9n0kZHI0igEDaBIwxZFhMmz4dI4CA5wUYIAIIIIAAAggggAACCCCAAAII+F/ACzMkw6IX7gJjQAABBBBAAAE/C/y3erUUF4cCCbdpuaX9SFcNpDrtmOOkXjgQrc12O0idcAa+QMCIG6AW7aIfKZxXM88eygkGpXHDRnbbXYx58zX5dd7v7q7TXi0bnDVu2EjRj9adMvo1ua7/JdK0UWN5beI7VcpM6Db++Xdfy+y5v9hdzbSowX8adGgPhBfRHx2tH+k7/Zsvwmdir0a9/op8/eP3jlWxDbrqc3gP6bxrxxKVdX+f3TtJsXP0o89myBsT33W2Nvzt0KatM+/a9kBujRzRAC67E2Px3Gsvy5c/hPozxtggt4dvvlN223kXW1sD3AZecLkc0uUAu6+LbbZsKcd17yln9D4+EqTYyjl21vEnO/2Ggv+0nhbN9Fczp4YUFRXJN7N+kNI+WqesonXz14U+4ls/IvuATnvbwK8LTz9H9nZM5i8KZbLTYC/NqKnt5EYFw+q+W+rXrSeBQNDu1qtb16518fXM72X5P3/rpuhHKffoeohoMKTO++zjTpan73pQ2rfZ2Z7XRa28XOm6Vxe579pBss8ee+khiefZthUrWOzetp295xpY99Qd98vz9z4iT90xRAZdfJXceNEVkdLvpL7SsV2HjVrT4MO3Pnw/EvBqjJHWrbaRO668XiaPelU+eH6svPro03LIPvvL7wsWyFMvjy7RRjC4IfBTX38lToZ3ynLU09XtPzpraJ3ataV5s2ba7Ebljz8XRebYonlzGXDuhdK2dRv7Onn4psFy0WlnS+280NeIYCAgGuB408VXykV9z7FtxfNcVWcur77/tkz5dLq4gdPbtdpa7rn6RuuuA9BA1/4n95Vju/WUYDjwUj9WXrNe6mtK56L14inBnKA4t9lWDTgbAWe+didqkajnM6rJam1yMQIIeEOguLjYfq/hjdGIbPgXyCsjYhwIIIAAAggggAACCCBQHQGuRQABBBBAAAEEEIhDwIiJoxZVEEAAAQQQ8KwAA0PA8wIzvvlK/lq+3I6zbu26ctmZ/Wwg1b8rV8pLE163GRAP3Wd/aVi/vq2jAWoaWOUGzulBDfQ5pMt+ooFNul+zRg3Ze9fdbRCb7mvRYKQbhtwhP/48q8Qb8RrcqNfn1qwpmunxvY8/lEdHjdRLqlU++eoLWZO/VpasWCbvTyuZXVEbXrVmjcz4+gvRgMYFixfJhxVkztP6tzx8n3z27dd2/Bo4d/MlV8kN518m3fc/SAace4HcePGVskn9BvL6xHfk5gfv1W4iRet3P+AgadSggT2mgXyH7HNAJIulPRi10P7ue+pRmTlntu3PGCNttt1eHrppsA1wG/vIU7L3bh2d8XwVuUoDBE/q2Uvy8mrJsr9D9zQYCMhhTj/Db71Xeh3WwwYu6r27ut+F0rzZpvLtrB/l2XEvR9qId+OrH7+zgV/GGBuk98LQ4XJIl33l7cmTRMeuQa+7tmkXaW7bLVuKBhrqvXYP6jh23bmduMFcLTbbTE7q2ds9LZoRz81qWa9OPel34mnyxmPP2sBF7f/Vd9+yz4xeoMFkt1w6QH6cM0vemfKBHpKKnm1bKY7FkqXLInNt2qixaKDbztvvKIftd6C993r/tWhQ20M33i5jH35Kuu3XtUTLj495Tp4eO8bauCeMMZKXmyu1nfsVDARk0V+L5eHnnpK5C+a5VWSvDrvLbju1j+zvsM22JYz0RGnHLTdtLqcefayeipSq9q+BrYd02V80a6g2ppkJj+t+lOj91f3oMnnGNJm3MBSsaoyRXXdqK08Ovk+GXH+LtNy8hdz75DD586+/7CU670v6niNtt9tRxr493h7Thd5XDSg0xsR8rrROVeei197zxCMy/avP7f3U/RbNN5dbLhkgH44aJxOeekE0c+oX338jhYUFelpq167tvG6OcF4rm8mSZaGx2xPlLNRM779aabVNGmwiPbsear+W6r5bEvV8uu2xRgABfwgYY8QY45nJBDwzEgaCQEYIMEgEEEAAAQQQQAABBBBAAAEEEPC/ADP0s4BmpdH5Fdv8NLpFQQABBBBAAAEEEEiGgGYse+rlUfLX8mU2MG5tfr68//EU0eC8/ffsLC8MfUyOOvhw0QA77d8YI+133EmGDbpTHrpxsJx7wqny7sgxooFmGqgozh9jjOzetr1z7XCbNdE5ZP9qINYFN18jT497URYtWRIJGlpfsF5++f03uXP4gzLowfts3eouZnz9hSxe+peU91HPGjC0ZPly0boaZFdRn0uWLZULB10rDzzzpPw6/3eplZcnmvlv4IWXy2FdDpDZv/4iV95xs9zx6AMlmlKjcY88VcJRK2yx6WZy1TnnWyfdL11crxfeyj67SgAAEABJREFUfFWWrVhuvTRbW3FRsWjg5JV3DJJlf68Q/ehovY9X332rHN2vrwx7fqQNjNMsTRoE95dzbzXj3VXn9LfZLDXoccvNNpcxb70ml902sESAXOkxlLX/yPMjZNqXn9mMetrP/IULZejIJ2Tsu2/a5+LOq26QLTffPHJ5nTp1RDPVvfH48zbITwMc9RnatmWrSJ26tevKxaefLeMff84Gq2lg2jPOs6KZFrUPDWTT5+ahZ5+Sa++9XaZ+8Zn8sXiRzRK5bMUKGf7Cc3L7sKGR9tSkrGc7nvvtNjRkxKMyftK7olkltehY3HOl18YY2WKz5vK/E0+z2QWjzz/x4vNy7T23yafffCWr166xp7Stf/9bKROmTJL/XXeFTPvqc3tcF/r6GnrDrdI8KqOha6RZSTVIMpajWl9w6pkRR21LS2X714yn2v6+HTtFgkqNCWWH1Pur49N23aJByXc4r2HNjqnPpB7XeX78xady0aDrbCDvdOd1qUGoel4dbnrwnhJzLvu5elObi5TKzsW9UO/7ZbffKI+OeloWLlksGiRtjBH97+fffrH3Z87vc53XWrH8Mu83ufuJR6TbmSfa50pf/247Za1dM/36Z4yx1YKBgM3iqF8D9GuBPegsEvV8Ok3xFwEEfCSg/y5o8cqUCFj0yp1gHAgggAACCCCAQLYIME8EEEAAAQQQQAABBNIoEHprR5w3joQ/CCCAAALJFKBtBBBAwBF4Y+K70uOcU2SvPt1l/5OOluuH3CEanPPW5InS9ZRe0ql3t5jlgpuvkeEvPCtdju8Z87xed9sj9zs9bPirAUMaUHf0eadL52OPsNft41x/0mXn2YCmDTWrt6XBU8df9D+54f47y2zo8+++Fh3Hw8+NKLNOrBOjXn9FTrykn+i4dY7q1vW0PjaYUQOySl9TkdEJF59b+pLIvnrdP+Ix6X72ydbL9nVqb7n0toGiAU/qq/5nXXOZfDhjWuQ63dDgSg1gPPJ/p8oBJx1j76+OV921PW1X29e6lS163RWDb5J9T+hp2+1z4VmR+6fPhfYTq+jzpM+VzjnWeT2mz6LeGx2TBi1qwJjOW8et92v0G2P1lGid4y48R/Z2nqPuZ58kGtxoT0Qtynq2o6pUuNl+x52lfZudZeK0KbLfiUfZ+eo4z7/pGrn5gXsiRT0nfTJV/l75rzRt1Eg6td91o7anf/2FfU4OPDn0utJ5HXL6cXLT0Lvtay76gkQ6uu1Wpn99tnSeZRUdn9uuu9Zn8tzrr4x8TdB5aoCgBt9qHQ0A1GdGn1l9PrW+HndLec+VW8ddV2Yu7jXuWp+VY87rK12O62G/BunXPX0NaZv6etX7fNKl58krUdkf3WvLW5dnpnPWtqOvT8TzGd0e2wggkPkCxhgxxnhmIgQseuZWJGYgtIIAAggggAACCCCAAAIIIIAAAv4XYIYIIFB9geLqN0ELCCCAAAIIIIAAAggggECVBPTjfc8/5UwJmqA8M+6lEm1owKQGX2rRMnr8OLnmntvkiTHPy9r8tZITDJaozw4CCCCAAAIVCWh2RS0V1UvVeQIWUyVNPwgggAACCCCQKQKMEwEEEEAAAQQQQAABBLJAwDu/U54F2EwRAW8KMCoEEEAAAQQQQCBtAuefeqZsu1Ur+XneXHGzBFY0mGaNG8v69YUyZ95vFVXlPAIIIIAAAiUEjDHZnGGxhAU7CCCAAAIIIIAAAggggAACCCDgSwEmhQACCHhXwM2s6K69O1JGhgACCCCAAAIIIICA1wUYX1UEDuq8r7TfcScbOLJty61kt513qbCZbvt1le77HyRf/vidTJz2UYX1qYAAAggggEC0gGZX1BJ9LJ3bZFhMpz59I4AAAgggUBUBrkEAAQQQQAABBBBAAAEEEKiygAlf6a7Du6wQ8J4AI0IAAQQQQAABBBDwpcDipUvlv9Wr7dy22ryFDLlukDxy8x1yYo9jZKftWtvjuti6RUs55pBu8uDA2+Xa/pfIb3/Ml6EjHxP+IIAAAgj4TCAF0zHG2ED5FHQVVxcELMbFRCUEEEAAAQQQQAABBBBAAAE/CTAXBBBAAAEEyLDIM4AAAggggAACCPhfgBki4EWB72fPlMdGPyN//LlINNtVXm6u7N62vVxyxv9kxJ1DZcYrE2x5YehwubrfRdJhp7YyYfJEuerOQbJk2VIvTokxIYAAAgh4XED/vdHilWESsOiVO8E4EEAAAf8IMBMEEEAAAQQQQAABBBBAAAEEPC9gxHh+jB4fIMNDAAEEEEAAAQQQQACBKgpMmDJJTr3ifHnk+ZHy068/y6pVq2zwottc/rp1suivxfL6xHfktCsukNuHDZVVa9a4p1kjgAACqRSgLx8IGGPEGOOZmRCw6JlbwUAQQAABBBBAAAEEEEAAAVeANQIIIIAAAggkS8DNrFgs7layeqJdBBBAAAEEEECgIgHOI4BANgtoAOIz416U06+8SLqe1kf26tNdOvXuZst+Jx4lR/frK7c9cr/MXTAvm5mYOwIIIIBAAgQ0u6KWBDSVkCYIWEwII40ggEBGCTBYBBBAAAEEEEAAAQQQQAABBBDwv0AZM3R/l9xdl1GNwwgggAACCCCAAAIIIIAAAgggkAkCjBEBBCoUMMaQYbFCJSoggAACCCCAAAIIIICApwUYHAIIIIAAAgggkOkCxZk+AcaPAAIIIIBACgToAgEEEEAAAQQQQAABBDJfQLMravHKTMiw6JU7wTgQ2CDAFgIIIIAAAggggAACCCCAAAII+F+AGaZZwKS5f7pHAAEEEEAAAQQQQAABBBDICgEmiQACCKRdwBhDhsW03wUGgAACCCCAAAIIIOBzAaaHAAIIIIAAAggggEBsATezoruOXYujCCCAAAKZIcAoEUAAAQQQQAABBBBAAAEEKhLQ7IpaKqqXqvNkWEyVtJ/6YS4IIIAAAggggAACCCCAAAIIIOB/AWaIgE8FTHhe7jq8ywoBBBBAAAEEEEAAAQQQyE4BZo0AAggg4HsBYwwZFn1/l5kgAggggAACCCBQgQCnEUAAAQQQQAABBBBAIL0CZFhMrz+9I5AtAswTAQQQQAABBBBAAAEEEEAAgXQLaHZFLekeh9u/HzMsunNjjQACCCCAAAIIIIAAAggggAAC/hVgZggggEC1BIyYal3PxQgggAACCCCAAAIIIJASATpBAAEEEEAAgWoKGGPEGFPNVhJ3OQGLibOkJQQQQAABBHwkwFQQQAABBBBAAAEEEEAAAX8KuJkVi8Xd8uc8mRUC8QlQCwEEEEAAAQQQQAABBBBAAAEE/C5QXOz8n7Bi7/y/MAIW/f7EMT8EEEAAAQQQQAABBBBAAIH0CNArAggggIAnBdzfJXfXnhwkg0IAAQQQQAABBBDIHAFGigACCCCAAAIIeFzAGEOGRY/fI4aHAAIIIJABAgwRAQQQQAABBBBAAAEEEEAAgeoIeOd3yqszC/9fywwRQAABBBBAAAEEEEAAAQQQQMD/AswwuQLFxWRYTK4wrSOAAAIIIIAAAggggAACCMQjQB0EEEAAAQSyWsBk9eyZPAIIIIAAAghkkQBTRQABBBBAAAEEEMhyAWMMGRaz/Blg+gggkBUCTBIBBBBAAAEEEEAAAQQQQAABBLwo4GZWdNfVGyNXI4AAAggggAACCCCAAAIIIICA/wWYIQKZLUCGxcy+f4weAQQQQAABBBBAAAEEUiVAPwgggAACCCCAQBIETLhNdx3eZYUAAggggAAC6RKgXwQQQAABBBBAAAEEEEiqgDGGDItJFaZxBBCIS4BKCCCAAAIIIIAAAggggAACCCDgfwFmWLYAGRbLtuEMAggggAACCCCAAAIIIIBAZgkwWgQQQKA8ATIslqfDOQQQQAABBBBAAAEEMkeAkSKAAAIIIIAAAghksIARk8GjZ+gIIIAAAikUoCsEEEAAAQQQQAABBBBAIKMFjDFijPHMHAKeGQkDQaCEADsIIIAAAggggAACCCCAAAIIIOB/AWaIQOoF3MyKxeJupX4M9IgAAggggAACCCCAAAIIZJcAs0UAAQQQSKcAGRbTqU/fCCCAAAIIIIBANgkwVwQQQAABBBBAAAEEENhIwP1dcne9UQUOIIAAApkmwHgRQAABBBBAAAEEEEAAAQQQKEfAGEOGxXJ8MuYUA0UAAQQQQAABBBBAAAEEEEAAAf8LMEMEEPCvAPkV/XtvmRkCCCCAAAIIIIAAApUVoD4CCCCAAAJ+FiDDop/vLnNDAAEEEEAAgcoIUBcBBBBAAAEEEEAAAQQQSJuASVvPdIxA1gkwYQQQQAABBBBAAAEEEEAAAQQQSKOAMSYVGRbjnmEg7ppURAABBBBAAAEEEEAAAQQQQAABjwkwHAQQQACBygq4mRXddWWvpz4CCCCAAAIIIIAAAqkXoEcEEEAAAQQQQKDqAmRYrLodVyKAAAIIIJBaAXpDAAEEEEAAAQQQQAABBBDwnYAJz8hdh3dZZbMAc0cAAQQQQAABBBBAAAEEEEAAAf8LZPEMjTFkWMzi+8/UEUAAAQQQQAABBBBAAIGsEmCyCCCAAAIIeFWADItevTOMCwEEEEAAAQQyUYAxI4AAAggggAACCHhXgAyL3r03jAwBBBDINAHGiwACCCCAAAIIIIAAAggggAACVRQwYqp4Zcovo0MEEEAAAQQQQAABBBBAAAEEEPC/ADNEIGkCxhgxxiSt/co2HKjsBdRHAAEEEEAAAQQQQAABBPwjwEwQQAABBBBAINsE3MyKxeJuZZsA80UAAQQQQCAbBZgzAggggAACCCCAAALZK0CGxey998wcgewTYMYIIIAAAggggAACCCCAAAIIIOB/gQybofu75O46w4bPcBFAAAEEEEAAAQQQQAABBBBIjwC9IoBAxgoYY8iwmLF3j4EjgAACCCCAAAIIIJBiAbpDAAEEEEAAAQQQSI4A+RWT40qrCCCAAAJVE+AqBBBAAAEEEEAAAQQQQCBZAmRYTJYs7SJQeQGuQAABBBBAAAEEEEAAAQQQQAAB/wswQwRiCpiYRzmIAAIIIIAAAggggAACCCCQoQIMGwEEEECgDAFjDBkWy7DhMAIIIIAAAggggEDGCTBgBBBAAAEEEEAAAQQyS8DNrOiuM2v0jBYBBBBIlwD9IoAAAggggAACCCCAAAIIZKoAGRYz9c6lY9z0iQACCCCAAAIIIIAAAggggAAC/hdghgggkFIBE+7NXYd3WSGAAAIIIIAAAggggAACyRWgdQQQQAABBNIkYIwhw2Ka7OkWAQQQQAABBLJQgCkjgAACCCCAAAIIIIAAArEEyLAYS4VjCGSuACNHAAEEEEAAAQQQQAABBBBAAIHYAn7KsBh7hhxFAAEEEEAAAQQQQAABBBBAAAE/CTAXBBBAwJcCRowv58WkEEAAAQQQQAABBBCoogCXIYAAAggggIBPBYwxYozxzOwCnhkJA0EAAQQQQCArBZg0AggggAACCOE5XSIAABAASURBVCCAAAIIIIBAKgXczIrF4m6lsnf6yl4BZo4AAggggAACCCCAAAIIIIAAAv4X8OYMybDozfvCqBBAAAEEEEAAAQQQQAABBDJVgHEjgAACCCBQCQH3d8nddSUupSoCCCCAAAIIIIBAOgXoGwEEEEAAAQQQQKBKAsYYMixWSY6LEEAAAQTSIkCnCCCAAAIIIIAAAggggAACCPhRgPyKJe8qewgggAACCCCAAAIIIIAAAggg4H8BZpidAmRYzM77zqwRQAABBBBAAAEEEEAgewWYOQIIIIAAAgh4UMB4cEwMCQEEEEAAAQQyWoDBI4AAAggggAACCCDgSQFjDBkWPXlnGBQCCGSoAMNGAAEEEEAAAQQQQAABBBBAAAH/CyRuhm5mRXeduJZpCQEEEEAAAQQQQAABBBBAAAEEqifA1QggkAwBMiwmQ5U2EUAAAQQQQAABBBBAoOoCXIkAAggggAACCGSRgAnP1V2Hd1khgAACCCDgfwFmiAACCCCAAAIIIIAAAlkpYIwhw2JW3nkmnbUCTBwBBBBAAAEE/s/efQBGUtb/H/88u7mj9yIKiAgoCAiCdBARRBEFRdSf2LCiAiKCICoKUpXeOyKCFRWQjgiIICiIKIJ/UXqVzl2Su0t29//9PjOzO5vb5JJL2528c/nu92lTntdOksnuZA4BBBBAAAEEEEAAAQTaT4A7LLbfc8IeIYBApwuw/wgggAACCCCAAAIIIIAAAu0owB0W2/FZ6eR9Yt8RQAABBBBAAAEEEEAAAQQQQKD4AswQAQTGXCAojPk6WSECCCCAAAIIIIAAAgggMCoBFkYAAQQQQGAcBEIICiGMw5rnb5Wl+VuMpRBAAAEEEEAAgeIIMBMEEEAAAQQQQAABBBCYOgLZnRVrykpTZ+7MFIGpLsD8EUAAAQQQQAABBBBAAAEEEJiKAlPtDotT8TlmzggggAACCCCAAAIIIIAAAghMNQHmiwACCHSMQPa35FnumB1nRxFAAAEEEEAAAQQQmHwB9gABBBBAAAEEOlAghMAdFjvweWOXEUAAAQQQmEQBNo0AAggggAACCCCAAAIIIDDWAtxfcaxFWd/oBVgDAggggAACCCCAAAIIIIAAAggUX2DiZ8gdFifenC0igAACCCCAAAIIIIAAAghMdQHmjwACCCCAwACBMKBOFQEEEEAAAQQQQKAAAkwBAQQQQAABBBBAYC6BEAJ3WJxLhQYEEEAAgY4WYOcRQAABBBBAAAEEEEAAAQQQ6BSB7M6KWe6U/W6H/WQfEEAAAQQQQAABBBBAAAEEEECg+ALMsHgC3GGxeM8pM0IAAQQQQAABBBBAAAEERivA8ggggAACCCAwQQIh3U6W0yoJAQQQQAABBBCYCAG2gQACCCCAAAIIIIDAhAuEELjD4oSrs0EEEJjiAkwfAQQQQAABBBBAAAEEEEAAAQSKLzCyGXKHxZF5MRoBBBBAAAEEEEAAAQQQQACB9hBgLxBAYKQC3GFxpGKMRwABBBBAAAEEEEAAgckXYA8QQAABBBBAAIGCCQSFgs2I6SCAAAIIIDAGAqwCAQQQQAABBBBAAAEECicQQlAIoW3mVWqbPWFHEJjCAkwdAQQQQAABBBBAAAEEEEAAAQSKL8AM20Mgu7NiTVmpPfaLvUAAAQQQQAABBBBAAAEEECiGALNAAAEE2k2AOyy22zPC/iCAAAIIIIAAAggUQYA5IIAAAggggAACCCAwLIHsb8mzPKyFGIQAAggg0C4C7AcCCCCAAAIIIIAAAggggMAIBUII3GFxhGYMn3QBdgABBBBAAAEEEEAAAQQQQAABBIovwAwRmFoC3F9xaj3fzBYBBBBAAAEEEEAAAQQyATICCCCAwFQT4A6LU+0ZZ74IIIAAAggggIALEAgggAACCCCAAAIIINBWAqGt9oadQQCBwggwEQQQQAABBBBAAAEEEEAAAQTaTCCEwB0Wx/o5YX0IIIAAAggggAACCCCAAAIIIFB8AWaIAAIIjIVAdmfFLI/FOlkHAggggAACCCCAAAIIjJ0Aa0IAAQQQQACBsRXgDotj68naEEAAAQQQQGBsBFgLAggggAACCCCAAAIIIDAlBEI6yyynVRICU0WAeSKAAAIIIIAAAggggAACCCCAQPEFmmYYQuAOi00iVBBAAAEEEEAAAQQQQAABBBAohACTQAABBBDoJAHusNhJzxb7igACCCCAAAIItJMA+4IAAggggAACCHSWAHdY7Kzni71FAAEEEGgXAfYDAQQQQAABBBBAAAEEEEAAgTEUCApjuDZWNWYCrAgBBBBAAAEEEEAAAQQQQAABBIovwAwnVCCEoBDChG5zqI2VhuqkDwEEEEAAAQQQQAABBBBAoDgCzAQBBBBAAAEEpOzOirV6CRUEEEAAAQQQQKBYAswGAQQQQAABBBBAAIG8AHdYzGtQRgABBIojwEwQQAABBBBAAAEEEEAAAQQQQKADBLK/Jc/yCHeZ4QgggAACCCCAAAIIIIAAAgggUHwBZohAoQRCCNxhsVDPKJNBAAEEEEAAAQQQQACBMRJgNQgggAACCCCAwMQJZHdanLgtsiUEEEAAAQQQSAR4RAABBBBAAAEEEEAAgYkU4A6LE6nNthBAoCFACQEEEEAAAQQQQAABBBBAAAEEii/ADIctEIY9koEIIIAAAggggAACCCCAAAIItJkAu4MAAgiMQCCEwB0WR+DFUAQQQAABBBBAAAEE2kaAHUEAAQQQQAABBBDofIHszopZ7vwZMQMEEEAAgbEWYH0IIIAAAggggAACCCCAQJEEuMNikZ5N5jKWAqwLAQQQQAABBBBAAAEEEEAAAQSKL8AMEZh0gZDuQZbTKgkBBBBAAAEEEEAAAQQQQGDsBFgTAggggEAbCYQQuMNiGz0f7AoCCCCAAAIIIFAgAaaCAAIIIIAAAggggAACwxXgDovDlWIcAgi0nwB7hAACCCCAAAIIIIAAAggggMDwBbjD4vCt2mske4MAAggggAACCCCAAAIIIIAAAsUXYIYIIDBlBILClJkrE0UAAQQQQAABBBBAAIEBAlQRQAABBBCYQgIhBIUQ2mbGpbbZE3YEAQQQQAABBAovwAQRQAABBBBAAAEEEEAAgckWyO6sWFNWmuw9YvsIFE+AGSGAAAIIIIAAAggggAACCCCAQPsIjNcdFud3hlywOL9yLIcAAggggAACCCCAAAIIIIDAxAuwRQQQQACBUQpkf0ue5VGujsURQAABBBBAAAEEEBgPAdaJAAIIIIAAAgiMmUAIgTssjpkmK0IAAQQQQGBMBVgZAggggAACCCCAAAIIIIDAVBHg/opT5ZluNU/aEEAAAQQQQAABBBBAAAEEEECg+ALMMBPgDouZBBkBBBBAAAEEEEAAAQQQQKB4AswIAQQQQACBDhEIHbKf7CYCCCCAAAIIINCWAuwUAggggAACCCCAQMcIhBC4w2LHPFvsKAIIINBmAuwOAggggAACCCCAAAIIIIAAAgiMTiC7s2KWR7e28VmatSKAAAIIIIDAvAUWXyDMexAjEEAAAQQQQACBNhZg1xCYKAHusDhR0mwHAQQQQAABBBBAAAEEEJhbgBYEEEAAAQQQmOIC2aUNWZ7iHEwfAQQQQACBjhJ4y/JBX3hzScduXdb6yw3507yj5sXOIoAAAggggAACCCAwngIhBO6wOJ7ArBsBBCZTgG0jgAACCCCAAAIIIIAAAggggEDxBYoxQ+6wWIznkVkggAACCBRboCtI260SdNjmZf38vV3aZ4OSNljeGos9bWaHAAIIIIBAmwiwGwggUBQB7rBYlGeSeSCAAAIIIIAAAgggMB4CrBMBBBBAAAEEEEBgQgSCwoRsh40ggAACCCDQUoDGQQWWXSjoI28s6azty7rsA136ylvKWnvZxs/tZ3qk3z9a093/488PBkWkAwEEEEAAAQQQQACBnEAIQSGEXMvkFkuTu3m2jsDECrA1BBBAAAEEEEAAAQQQQAABBBAovgAzRGAogezShpqy0lCj6UMAAQQQQACBiRBYbUlpj/VKumSnLl28Y1mfXifotYs23lB94MWaLr6/ogP/UNF3b6voqoeqmjGHn+UT8dywDQQQQKCdBdg3BBBAAIHhCXCHxeE5MQoBBBBAAAEEEECgPQXYKwQQQAABBBBAAAEEOlogu/Qhyx09GXYeAQQQGD8B1ozAuAts8KqgAzcu6+pdunTGdl364BolLT69sdm7nqnplL9W9bGr+nXgLRVd/t+a/O6KjRGUEEAAAQQQQAABBBBAYDgCIQTusDgcqKk5hlkjgAACCCCAAAIIIIAAAggggEDxBZghAgi0gwD3ZGqHZ4F9QAABBBCYagLbrBx05JZlXbdrl47eqqxtXxtUTv8/uDlV6cbHajri9qre8+uKvn1rRdc87HdSFB8IIIBAhwqw2wgggAACCLSHAHdYbI/ngb1AAAEEEEAAgaIKMC8EEEAAAQQQQAABBBBAYBgCYRhjGIIAAm0swK4hgEBHCCw6XfrA6iWdtm1ykeJBm5T11hUaP4VfnC399r9VHfiHit77634ddUdFf3i8qip/WdARzy87iQACCCCAAAIIINAZAiGEzr3DYmcQs5cIIIAAAggggAACCCCAAAIIIDAaAZZFAAEEiiyQXf+Q5SLPlbkhgAACCCAwGQIrLRa0+zolXbRjl369U5e+tH5JaywV6rvy2Cs1/fRfVe15Q0Uf+W2/Trm7qrv/x0/mOhAFBCZQgE0hgAACCCCAwNQQ4A6LU+N5ZpYIIIAAAggMJkA7AggggAACCCCAAAIIIIDAJApkl0tkeRJ3hU0XW4DZIYAAAlNKYJ1lg/bZsKRLd+7S+e8qa7c1S1p+oQbBfc/XdPbfq/rU1RV99rqKfnhvVQ+8yEWKDSFKCCCAAAIIIIAAAh0q0BG7HULgDosd8UyxkwgggAACCCCAAAIIIIAAAm0qwG4hgAACCCAwegEukRi9IWtAAAEEEJjaAlu8Jui7myX/1fPxby9rx1VLWnhaw+TPT9V0/J0V7XJ5v756Y0WX/Luqp7r5CdwQojRvAUYggAACCCCAAAIIjIUAd1gcC0XWgQACCCAwfgKsGQEEEEAAAQQQQAABBBBAAIEpIBAUpsAsh5giXQgggAACCIxQYHpJes+qQX5x4nW7dum7m5e1xYqNn6e9/dKNj1b1vT9VtP0l/fr2rRVd83BNM+eMcEMMRwABBBBAAAEEEBg7AdaEgAmEEBRCsFJ7fNqvFu2xI+wFAggggAACCCCAAAIIIFAUAeaBAAIIIIAAAu0rkN3Xqaas1L77yp4hgAACCCAw2QLLLSR9dM2Sztu+rCt26dJXNyzL//vnbL+e663p8v9U9fWbK9r50n4d9eeq/vjE1PkZmzmQEUAAAQQQQACB0Qjkz578TnijWRfLItBKwI8rj1Z9k9HGBYuToc42EUBgNAIsiwACCCCAAAIIIIAAAggggAACxRffARW6AAAQAElEQVQYtxlmf0ue5XHbECtGAAEEEECgQwVWXyroi+uX9bMdu3SxxafXKWnlxRs/OR+dIf3k/qq+9Lt+7XZlRaf+rap7ns2/zd6hE2e3EUAAAQQQQGAyBNhmK4EQFC8ua5yCtRpFGwLDFgghcIfFYWsxEAEEEEAAAQQQQAABBMZBgFUigAACCCCAAAIIcFkFxwACCCCAQPEFhj/DDV8V9I2NS7r8/V06fduydlk9aOmFGsv/8/mazr6nqk9c1a/PXduvC/5Z1X9favRTQgABBBBAAAEEEJh/Ab84sRHzvx6WRGAwgez4Gqx/otu5w+JEi7O94gswQwQQQAABBBBAAAEEEEAAAQQQKL4AM+x4gdDxM2ACCCCAAAIIjE5g29eWdNRWZV23a1fM77D6gl3JOqs16Y6najruzqref1lF+95Y0SUPVPVMT9I/mY/t9mbrZFqwbQQQQACBCRBgEwhMhECtpvjPzsF8c36+k+Xs9YuszdsJBEYqEELgDosjRWM8AggggAACCCCAwNQSYLYIIIAAAggggAACCIyXQPrav70RMF5bYL0IIIAAAsMVYNzECiw+XfrgGkGnbZtcpHjgxiX5nRWzvZg5R7rhkZoOva2id/+qXwffWtG1D1fV05f99MxGTl7O3qi39/T5WT55TwNbRgABBBBAAIExFqhWa/Lwc51qtRr/O2g/3/HNeJuHlwkE5lfAjyGP+V1+rJfjDotjLdr+62MPEUAAAQQQQAABBBBAAAEEEECg+ALMEAEEBhEIaXuW0yoJAQQQQACBQgqsvHjQZ9Yp6Yfv7tIlO3Vpj/XKWmOpxk9Bv2PipQ9U9fWbK9rl8n59/y8V3fpk+1ygmD0p+TdXs3KWfcw7l6mIwIBjgGNgih4DfP/jZwDHQIceA34Ok0WlUlGtWlW1VpWf4wyMbJy3Z2UyAiMRCCFwh8WRgDEWAQQQQAABBBBoPwH2CAEEEEAAAQQQQAABBDpdoP0uxeh0UfYfgSIKMCcEOlNg3WWD9t2wrF+8r6zzti/r/9YsacVFG3N58OWaLrqvqi9eX9EnrurX6fdUdc+z7fuTMXljPtib97JI9tPvPJTNaIlpNX125T4CA44BjgGOAY4BjgGOgY46Bj6zUn92OqNKtapKJYlqrabkXKeWnvv4eZCV0/tL+7mRR31hCggMQ8CPGY9hDJ2QIe13h8UJmTYbQQABBBBAAAEEEEAAAQQQQACBSRVg4wgggMAkCwSFSd4DNo8AAggggMDYCWy5YtAhm5d0xS5dOu7tZe2watCSCzR+1v3juZrO/FtFH7+yP16oeOF9VfmFi2O3B+Ozpvybql72qFbtDXt7I9/ewR+fjbJWBBAYWwHWhgACCCAwT4G+vn719fer0l+R323RL16sVquqZuc981wDAxAYWiCEoBDC0IMmsJcLFicQm00hgAACCCAwUQJsBwEEEEAAAQQQQAABBBBAoLVAcl8mqWb/Wo+gFYHOEWBPEUBg6gosUJZ2fH1Jx21d1nW7duk7m5W1+WtKmp6+89dXlf70VE3H/KWinS/t1343VfTr/9T0v97OMPMLE6Wg5CO9q1DNfnpbVGvVeBeiq59ZQoc88ib94H8b6PSerXRh2F6XLLyzrlrmI/r9ip/Urat+Vn9+wxf11zftqXvW3Vv/ePM+une9r+qf6++r+96yr+7f4GsEBhwDHAMcAxwDHAMcA+N2DPj5hoefe/g5yN/X/YruXnsv/eWNX9KfVvu8bn7t7rr2Vbvp0sV3UV9fX7xgsb9SUbxosWrnOxW/YLERdhqUnBrxOCUFRjtpP7/2GO16xmr50litiPUggAACCCCAAAIIIIAAAgggUCABpoIAAgggUFCBxqUPBZ0g00IAAQQQKKzAqxaWPrZWSWduV9ZvP9ClfTYoad3lsp9s0kuza7r+kZq+e2tFO/66P2av9zb+t8GOssneUPWcRdXeqa/ZG/hVi77+iubEqGr2nD7Nmt1v0aeeWXPU0ztb3TFmqbvHw+uWez1ma2bPbM3onhWzl4nEZIo6cBzY1wPPPV8DHAMcAxwD43kMzFJ3eg7i5yg9s2ZbfXY8X+m185be2XYeM6dffXY+Mye7cNHOcSp+waKf+8RITuP8nCgp8YjAyARCCAohjGyhcRzNBYvjiMuqEUAAAQQGE6AdAQQQQAABBBBAAAEEEEAAgckVyO60OLl7UfStMz8EEEAAgdEKvGGpoC+vV9KFO5T14/d06VNrl/T6JRtvND4xU/r1A7V4B8UP/7YS76jod1Yc7XbbZvl0qp5qsn/2hn21WlO/vYnvEf/7RHtj3y9YnD17jnpnzdYsi57eWYrRM0sze3o1s7vHwrOHl3vU3dNjbd1ENwYzMeDrgGOAY4BjgGNgHI6B5Fyjx845ejVjZo8ZW9h5Sbedl/RYjucqds7i5y7xHMbOZfyixT7/r6H9TovViuIfatj5j1+omITkuW3O1eo7QqHdBfy48WiX/eSCxXZ5JtgPBBBAAAEEEEAAAQQQQGAkAoxFAAEEEEAAgVEJ+IUPo1oBCyOAAAIIIDBOAhutUNJBm5T1q526dOq2Zb1/jZJWWKTxk+uBF2u68J9VfeG6ij59Tb/OvKeifzxXzEvx/U3VRkh+sWLF3sCvVqvqt+z/feLsOXM0Z06femfNUq+96d/d2xsvVuzu7tWM7h7NnNmjGTO7544Z1tYJwT5qBgYYcAxwDHAMcAx06jEw4BxkptVn2jlKd0+v/Fwlu3DRL1qcNXtOvGv0HL/bYl+//I8zKn6XRTvvqdaqUi0930tPC/0caZxOR1ltAQVCCNxhsYDPK1NCAIGCCTAdBBBAAAEEEEAAAQQQQAABBBAopkD68r48F3OGzAoBBBBAoBMFtlsl6Igty7p6ly7LJW2zctBi0xsz+duzNZ3+t6p2u7KiPW+o6KL7q3r4lanx08zfjK9Wa6ram/V+sWLFsr+Bn9xdsaLZs/uSixVnzZZfrOhv/vvFADO60wsSZ1rOYka3XnllZhJeJvQKBhhwDHAMcAxMyjGwdKlbC9e6Ve7rVl9vd7ywnu/J3eP2XEyabXreES++t/ORZD/sXMS+7vwPK/zCxeyixdnxgsU58j/IaNxlsSq/aNGvVfRzIT8vSqJxnkgJgeEIJMdN+/z+wB0Wh/OsMQYBBBBAAAEEEEAAAQRGKsB4BBBAAAEEEECgLQVCuldZTqskBBBAAAEEJlRgiQWCPviGkk7cpqzrdu3SARuVtdEKQeX0nbvefunWJ2v6/p+r2uk3/Trg5oou/U9Vz/W2z5uMSj7G/NHfTPWVevY355X90LZKTTVVqzV7476i/v5+zenrk99dcdasOeqdNTu5w2J3j/wCAL8wYKaX/eKAV7oVL1ScMVMvp/HSKzNEYMAxwDHAMcAxMBnHwIwZM7TBEt3aetlubb9Ct3ZaqVsfXqVbO69s9Vd3a6vlurXhkt1606IzteqCM/WqrplaQjM1rX+m+ntnyJefjP1mmyP/evHzjlfs3CPGKzOV3fXZz1GS6I13hva7RPfOmqX6RYt2ntPfn5zvVKtVO/+pxhss1lTz06Sm8HOmpgYqCLQQCCEohNCiZ3Ka0l97JmfjbBUBBOZXgOUQQAABBBBAAAEEEEAAAQQQQKD4AsxwPAXmfol/PLfGuhFAAAEEEJBeu7j02XVKOmf7Lv3yfWXt8eaS3rRM403D53truvbhqg7+Y0U7X9qvQ2+r6IZHq5pVmdp6/iZ88kZ9TX6HIb/LYn/F38CvxDsQ+UWLs+fMiRcr9vTOUrdHd6/8IoAZM2ZqxoxuvTKzWy9bftnq8YIBy9kFA+Tu+sUTWGDBMcAxwDEwMcfAS/Yz6d4nZyr09aSR5IWqPVq61KMVp/dojUV69OYlerXJMr3a5lW92mHFXn1wlV59fPVZ+vyas7T7GrP04df1aseVevX25Xu08dI9WnuxHq26YI+WL/doUVtXaU63ev2Ow/ZzkOd2Yp7bgc5+3uHnHx6vzOzRK/bcz7Q8w54TvyN0d3eP/C6Ls2bP1qxZFpbn9PWr38POdyqVqqq1mvxqRT8nSsKr1ja1TxGZ/QgFkmOnfY4bLlgc4RPIcAQQQAABBBBAAIGCCDANBBBAAAEEEEAAgSktEBSm9PyZPAIIIDBlBCZ5oustF7TfhiVdvGOXzt2+Sx9Zs6RVFm/s1KMzarrkgar2vbGij15Z0XF3VnXH0+3zRmJjTyenlLyxam/Kq2bv05uLvWFfqVbjhYv+XyX63RXnzJlTf4O/t3d2euFir2Z29yreabG7x8oe3YoXB6R1v5CRMJMZBMcBxwDHAMfAZBwDdzwyU2F293zHQpVuLVPq0Wun92itRXu14ZK9ettyvXr3a5ILGz+xeq/2WHOWvrbuLH3lTbP0mTXs5yLf8+MfMkzY8+0XJdp5R3b+4TmGtc206O6ZpZ7eXvl/Cd0bL1acE+8c3TenT36e43dYrFQrqlYsqjU/G5qcEzK2WgiBEIJCCG0zFy5YbJunolg7wmwQQAABBBBAAAEEEEAAAQQQQKD4AswQgU4UqKU77S/1p0USAggggAACYyrwtpVKOnjTsi7duUvHbF3Wu1YtabmFGpu4/4WaLvhnVZ+7tt+iorPvqeqfz2c/oRrjKDUL+MWLVX+zvlpVv71x72/i+5v5fheivr7++F8o+pv9fpfFJPwCgFmKdy7yiwK6e63cK7+rUQxr84sFiB5hgAHHAMfAvI4B+sf+GHngmR498L9uqa9n3GPBWo+OuGUm3+8n+mf/TDtuLLrTc5Bu275fnNgTL1RML1b0P7aYNVt+DjNnTl9ywWJ/v/zcpr/Sr5qf+9hpop8HJSF5zs6S8uWsjYxAKwE/Vjxa9U1GGxcsToY620QAAQQQQAABBOYtwAgEEEAAAQQQQAABBBAYB4Hsb8mzPA6bYJUIIIDASAQYWwCBhbqk961W0tFblXXdrl369qYlbbVS0MLTksnZ+8y665maTr27ov+7ol/7/L6in9xf1aMzkn4e5xYY+GZqzd+oV03VatWippplv9Nif6US39Cf09en2fYm/+zZs+OFi/5fKvob/z2zZqmnd7bFrPjfLfp/udjT620EDhwDHAMcAxwDk38M3PLwLIX+8Y/bHpn8uU71423gOYifp/j5yuzZc+JFinM82/lMX39ybuPnOVX/76DtRNLPf2p2HjTwjGng+dLAfuoI5AVCCNxhMQ8yOWW2igACCCCAAAIIIIAAAggggAACxRdghggggMDgArXBu+hBAAEEEEBgngIrLBL08bVKOvkdZV32/i7t/ZaSNnhVqC83c4508+NVHXVHVTv9pl8H3VLR5f+t6YVZ9SEU5iGQvQnfyLK36mvyN+2r/uZ9pSJ/Iz+7aNHvROR3W5zt/0W0venvFwDMnjVbs2bNsvBMzIoeOOBQxGOAOXFcd+YxcPNDvXq5e7bUP37x2AuzddZdPfwsbKufgem5iZ2vzPI/trBz0Q9T8gAAEABJREFUFz+H8XOZ/kp/vJN01c9z/HynWo3nP34+FP+Awx/mcQ5FNwKtBJJjqH1eDeMOi62eJdoQQAABBBBAYN4CjEAAAQQQQAABBBBAAAEEOligcUlJB0+CXUdgIgTYBgII1AXeuFTQnuuXdN72ZV24Q1mfXLukNZdu/ER5pke6+qGavvXHqna5vF9H3F7VjY9VNadaXwWFEQr4G6u+SCOnFy3WqvKLFiuVqir9/arYm/p9lj38bovZf6nob/57zJ7TJ88eXib6kjtSmgsWWHAMcAxwDEzuMXDTQ7MVKn3jFvv/fhbf89vg513+HMTL2blKdu7iud/OZSr9FdWqNTu3qdq5joWd8/h5kF+n6NnPizzyZa8TCMxLIIQw7zsszmslY9jPBYtjiMmqEEAAAQQQQAABBBBAAAEEEBiJAGMRQAABBCZeIPtb8ixP/B6wRQQQQACBThLY+NVBB2xU1s927NIp25a18+olrbx4qE/hoZdr+uW/q/G/ef7EVf064a6K/vI0VyjWgcagkL0h7zkJKWbVkjfyszf1K/amfqUif6M/fwGjXwBA9AuDyTXAH3+OAY6BwY6B3z3cJ1X7xyU+8JvZfP/vb59jr9/OU7LjwMt+vtLf1y+/Y7TfUbFi5zIe1WpVVb9Q0c51kgsVFc99stMqPw/KymQEhivgx43HcMeP9zguWBxvYdaPAAIIIDBZAmwXAQQQQAABBBBAAAEEEEAAgbkEsktMsjzXABo6TYD9RQABBMZUoGQ/ILZ/XUmHbF7W5e/v0uFblLXdKkFLL9TYzD+ek86/t6rPXFvRHtdXdM7fq7r/BS6FbwiNfSn/5qqX/c37arXmb+PHN/T9TX1/0z95k7+mmP1N//5KehFAVfFCRquTK1hwHHAMcAxwDLTRMfDoSxX9+Yl+hWplTOPGh/p5ntvoec7OP5KLE9PzEj9XScPPa6rVav3cxs91kqhxsWLj1JLSKARCCNxhcRR+LIoAAggggAACCCCAAAIIIDBhAmwIAQQQQACB4gpwWUlxn1tmhgACCIxUYKkFpQ+9saRjti7rmg92af+3lrT5a4IW7ErW1FeV7niqplPururDv+3Xfjf162f/qurxGfw0SYQm5tEvVMy25OUk/I5DUjV38WKlWpFH1d7090guZLS2CjG4BTbYcAxwDHAMTOYxcN1D/ar5HfXGKB55uapj/9KnyZwT264M6R//2MLOWTxnUVMtOadJTzFrfsVievLjZY+0SkJgxAJ+/HiMeMFxWoA7LI4TLKtFAAEE5inAAAQQQAABBBBAAAEEEEAAAQQQmDSBoDAx22YrCCCAAAJtKfC6xYM+u05Jp21b1s/f26XPr1vSess1fja8NLumGx+r6qg7Ktr5N/06+NaKfvvfql6a3ZbTmTI7NfBNVq83QvL39bOoWsHf7yfMxY4QHHDgGOAY4Bho32PgtidrenpmTSWNTXzx+n5bU/vOt7DH4gh+3lb9jy0Mwk5Xms5fGuc11mnr809v80wgMBqBEIJCCKNZxZguywWLY8rJyhBAAAEEEEAAAQQQQGAiBdgWAggggAACCCAwUoHsJf9afPtmpEszHgEEEECgkwX8gsS931LSD9/dpbO3L+sja5a0xlKNN+2emKl4UeI3b6now7+t6Kg7qrrxsZr6sx8enTz5Dt/3/O77m/Ye+TYve9vAqKZ3WSRXhQEGHAMcAxwD7X0MXPNQxb5X10Yd2/+yz9bR3nPlWKxq4DlLVvdzmnx4e75OGYH5FfBjyWN+lx/r5bhgcaxFWR8CxRFgJggggAACCCCAAAIIIIAAAgggUHyBKTfD7LKULE85ACaMAAIITDGBrVcu6Rsbl/SL95V1zNZlvW+1klZctIHwwIs1/fxfVX3lhoo+fU2/Trm7qjuf4QrFhlD7lvwN14HRvnvLniGAAAIIIDC0wPWPVOU3PxtN3PhYdaiN0NfmAgPPa7ze5rvM7nWQQAjBvseEttljLlhsm6eCHUEAAQQQQAABBBAongAzQgABBBBAAAEEEGhXAS5Faddnhv1CAAEERiew0DRpp9VLOmyLsq7YpUvf2qSkd7y2pCUXaLw5d8+zNZ13b1WfuaZfe95QieV/vTianwyj22eWHjsBf2OfqA161yZssOEY4BjgGGjfY+C5nppufLQq+yY+X9HTV9VF91Vs8fadI8ff0M/N2J0RsSYE5hbIvv7m7pmcFi5YnBx3tjoWAqwDAQQQQAABBBBAAAEEEEAAAQSKL8AMERgngcZlK+O0AVaLAAIIIDBhAq9ZJOhja5V03NZlXbZzl/Zav6RNXh00vZTsQm+/dOuTNZ3016o+dHm/vn5zJd5V8fGZST+PCCCAAAIIINAGAuyCrn24Ot8KC3cFfXuTsrZckd925xuRBREosEAIgTssFvj5ZWoIIIAAAggggEBHCbCzCCCAAAIIIIAAAghMNYHs/llZnmrzZ74IIDA1BYo467WWDvrCm0s6c7uyLtihrE+tXdK6y4X6VJ/vren6R2o64o6qdrmsokNvq+jKB6t6eU59CAUEEEAAAQQQQKCtBP76TE0PvjTy31avfSi50PH1SwZ9a9OSPr5W+lcbbTU7dgYBBCZTgDssTqb+xG6brSGAAAIIIIAAAggggAACCCCAQPEFmCECCHSYQHYpS5Y7bPfZXQQQQGBKC2z66qCvbljWhTuUddI7ytr1DSX5G/MZyqMzarr0gaq+cUtFH72yomP+UtHNj1VVqY38jf9snWQEEEAAAQRSARICEyJw3cMjO2+56fGajrurqmPurMT9K4egT65dihcurrJ4bOIBAQQQiHdXDKF9Xg3jsmoOSgQQQAABBBBoYwF2DQEEEEAAAQQQQAABBBAYH4GRvQU0PvvAWhFAIBMgI9BaoGzvYr1r1ZK+uWlZv9qpS9/boqz3rBq0wiKNN9ruf6Gmi++vaq/fV/S5ays6/Z6q/O5ErddIKwIIIIAAAggg0N4C1zxSUyW5YeI8d/TJmTUdeXtyoeL1D9e0+9UV/dvOjXzBrVcq6eDNynr7So3zJm8nEEBgagq0zx0WE3/7VS8p8IgAAggggAACCCCAAAIIIIAAAgUUYEoIIIAAAi0FgkLLdhoRQAABBCZXYOkFpV3XKOmILcu64v1d2m/DUnyjfbHpyX75zRLveqams/9ejW/K7/P7in70z2r9zflkFI8IIIDAFBRgygggUAiBnr6arn1keH9it/s1ycWK2cSf7K7FP+K45N/JFY+vXSzEP/zYfR0uDcqMyAhMVYEQgkIIbTN9viu1zVPBjiCAAAIIdKIA+4wAAggggAACCCCAAAIIINBZAtnbPjVlpc7af/Z2cgTYKgIIjK/AqksEffJNJZ24TVk/e2+XvrBeSRutEOR3WJR9zJwj/eHxqk64q6JdL+/XQbdU5G/E+5vy1s0nAggggAACCCBQKIHrHk4uOBxqUttf0j9ot/9hx3dvq6ovXc1ua5Z0yOYlvd7OuQZdiA4EEIgCRX3gDotFfWaZFwIIIIAAAggggAACCCCAwPwIsAwCCCCAAAITKpD9LXmWJ3TjbAwBBBBAoC7wluWDvrheWeds36Wz3lnWx99U0puWaXx3fqZHuvrhmg67vaIPXt6vw2+v6uqHaprRV18FBQQQ6CwB9hYBBBBAYJgC9z1f0z8tBht+y+Pz/gO8Pz1Z1aeuruivzyRjN39NSd/ZrKTtVmmcbw22ftoRQKB4AiEE7rBYvKeVGSGAAALtKsB+IYAAAggggAACCCCAAAIIIIBAK4HkLZtWPZ3Yxj4jgAACnSGwzcpB+21Y0sU7dun7bytrlzWCVlm8se8PvVyLd0484A8VfeKqfp1wZ0X+hjzfsxtGlBBAAAEEEEBgaghc91B6e8QB0/U/6vA/6BjQ3LL6XG9N37ilogvuTdb1mkWDDtiorM+vW1IphJbL0NjuAuwfAvMnwB0W58+NpRBAAAEEEEAAAQQQQACByRFgqwgggAACCCBQSAHemink08qkEECgzQQWmSbt+PqSDt60rEt37tJBm5T1rlVLWm6hxo7+4znpwn9W9eUbKtrj+or8vzD82/+4RLEhRGnCBNgQAggggAACbSRw7SNS95y5d8j/qGPu1qFbfvKvqg78Q0UvzkrGfeiNJR22RdAaS/GbcSLCIwLFFwghcIfF4j/NzBABBIYrwDgEEEAAAQQQQAABBBBAAAEEECi+QDvNMLsEJsvttG/sCwIIIFAEgRUXlT70xqCjtyrrNzt3aZ8NStpqpaCFpyWz66tKdzxV0xl/q+qTV1e03039uuj+qv7zIt+ZEyEeEUAAAQQQQAABqVqr6ZpHms+Ptr+kf75p7v5fTZ+/rl83P2YnY7aWjVYo6ZDNkz8mseqYfbIiBBBoTwHusNiezwt7hQACCCCAAAIIIIBApwqw3wgggAACCCCAAAIjEAjp2CynVRICCCCAwCgE3rRM0O7rlHTyO8r64bu79Pl1y9rgVY3vtC/PrulGe3P82Dur+vAV/Tr41op+85+qnu5ufhN+FLswFRZljggggAACCCAwxQSuezi5uNCnfduToz9vemWOdMQdVZ32t2S9ftfr/TYs6UvrlzStJD4QQKDAAiEE7rBY4OeXqRVOgAkhgAACCCCAAAIIIIAAAggggEDxBZjhVBQY/Vs9U1GNOSOAAAINgc1eHbSnvbl93vZlnbhNWbutWdKaS4f6gCdmSlc8WNWhf6roQ7+t6Ch7c9zfdG/1XxvWF6KAAAIIIIAAAgiMq0Bnrfyhl2u665manuut6ZDbKmO285f9p6qv3VTRY68kvxl/YPWSjtiy3HQuN2YbY0UIINAWAtxhsS2eBnYCAQQQQAABBBBAYMIE2BACCCCAAAIIIIAAAm0oEBTacK/YJQQQQKB9BfyuO9u+tqQDNirrZzt26dAtytrZ3txeefH0+6nt+gMv1vTzf1W1/80Vffqafp3816pufSJ5I9y6+UQAAQQQQAABBBAYoYD/wcduV47dxYrZ5u99rqa9fl/RlQ8md1tcf/mgQzcv6z2rcqvFzIiMQJEEQggKIbTNlPhO0zZPxfztCEshgAACCCCAAAIIIIAAAggggEDxBZghAgiMnUB22UxNWWns1s2aEEAAgaIJLLtQ0E6rBR1ib17/aqcuHbhxSdutErT0Qo2Z3vNsTeffW9UXf1fRnjdUdJ6V/25tjRGUEEAAAQQQQGC4AoxDYKDAjY+N3++uvf3SSX+t6oS7kgsil1pQ+uqGJe39lrIW7Bq4J9QRQKCTBbjDYic/e+w7AggggAACCBRRgDkhgAACCCCAAAIIIIDAFBLI/pY8y1No6kwVgakuwPyHKbDaktL/rVnSMVuX9ZMdy9rL3rDe/DWh/qa1v7F965M1nXp3RR+/ql9fv7min/2rqgdfGr8304e56wxDAAEEEEAAAQQQmA+Bqx9K7rZ43/PJ+dz7Vgvxv4heexl+c54PThZBoC0FQghT6Q6LbaSGz2gAABAASURBVPkcsFMIIIAAAggggAACCCCAAAIIIDCmAqwMAQQQ6DyB5G2Yzttv9hgBBBAYDwH/LwA/u05Jp21b1hnbdekzVl5vuVDf1PO9NV3/SE1H/7mq/7uyX4feVtHl/63pfz31IRQQQAABBKaEAJNEAIGiCvz7hZr2u6mqSx6oximuu2zQYVuU5RcvxgYeEECgowW4w2JHP33sPAIIIIAAApMgwCYRQAABBBBAAAEEEEAAAQTGXKBxGc6Yr5oVIjB/AiyFwAQLbLli0N5vKemH7+7SD95W1kfWLGmNpRrfHR+bUdOl/6nqO7dW9NErKzrmLxX9/tGqevsmeEfZHAIIIIAAAggggMCECFRqNZ19T1Xf/7Od8/VLi06XnS+W438TvfC0xnnihOwMG0GgyAKTMLcQAndYnAR3NokAAggggAACCCCAAAIIIDCFBZg6AggggAACmUB2Z8UsZ+1kBBBAoOgCi02Ttn9dSd/YuKRfvK+s72zmd8wpacVFGzO//4WafnJ/VfvdXNFnr63o9L9VdftTfMdsCFFCAIF2F2D/EEAAAQRGL3DDo1Xt8/uK/vJUcrfF96xa0tFblfXm3B24R78V1oAAAhMpwB0WJ1KbbSGAAAIITIQA20AAAQQQQAABBBBAAAEEEECgYwRCuqdZTqukeQswAgEEOlBgpcWCPrBGKf53fj99X5f2f2tJ73htSUsukHwXrNWku56p6ey/V/WF6yvxjekL/lnVP561jg6cL7uMAAIIIIAAAgggMDYCD79S07dureqn/0ouWlxzaenwLct6v51bjs0WWEsbC7BrBRQIIXCHxQI+r0wJAQQQQAABBBBAAAEEEBiFAIsigAACCCCAwEQLcCnORIuzPQQQmCiBtZYO+thaJR23dVnnv6usL61X0iavDppeSvage470h8erOvGuqj5+dUUH3VLRJf+u6uGX+c6YCPGIwHgKsG4EEEAAAQQ6S+CH91Z1+O1VPdsrLViWvmznlvttWNJi0ztrHuwtAlNdgDssTvUjgPkjgMDEC7BFBBBAAAEEEEAAAQQQQAABBBAovsAIZxgURrgEwxFAAIH2FdjwVUFfeHNJZ25X1knvKOtTa5e0bu6/7HumR7r64ZqOvL2i3a7qj286X/WQvfHcw0WK7fussmcIIIAAAggggEB7CPgfuxxwc79ufSI5d3xX+l9Er7/8JP1e3R4s7AUCHSUQQlAIoW32Of17urbZH3YEAQQQQAABBBBAAAEE2lCAXUIAAQQQQAABBIoikLy9ItXsX1HmxDwQQGDqCfjdEt+2Uklf3bCsC3co66itytr1DSW9fsnGG1APvVzTJQ9U9c0/VvSJq/p1wp0V3fR4Tb39U8+LGQ9fgJEIIIAAAggggEArgSdmSof+qaIf/bMau9dYKujILcv64BpcdhRBeECgzQW4w2KbP0HsHgKTIMAmEUAAAQQQQAABBBBAAAEEEECg+ALMsE0Eskt5stwmu8VuIIAAAvMUWG4h6d2vC/rmpmX99L1d+vamJb1n1aAVFml8R7v3uZoutDeRv3pjRXtcX9HZ91R159PZpdrz3AQDEEAAAQQQQAABBEYvUOg1XHx/Vd+5taLHZtTUVZL2WK+kAzYqa8kFCj1tJodAxwuEELjDYsc/i0wAAQQQQAABBBBAoM0E2B0EEEAAAQQQQAABBEYmwOU7I/NiNAIITI7AqksE7bpGSUds6XdS7NLX3lrW21cKWmx6sj99VemOp2o6829Vff66fn3tpoousjeR73u+qN/lknnziAACCCCAAAIIIDB5Arfb+ec3bqnq948l55zbrRJ09NvKWnuZMHk7xZYRQGBIAe6wOCQPnW0pwE4hgAACCCCAAAIIIIAAAggggEDxBZghAlNMgLdRptgTznQR6CCBdZYN+uSbSjpxm7LOemdZX1ivpI1WCCqXFD9enl3Tjfbm8LF3VvXJq/t18K0V/fo/VT3ySuzmAQEEEEAAAQQQGFqAXgTGQODZnpqOvqOic/5RjWt7/RJBh22R/HFNbOABAQTaSiCEwB0W2+oZYWcQQAABBBBAAIEJEGATCCCAAAIIIIAAAggg0B4Cyf0fpCy3x16xFwggUBSB+Z3Hxq8O+uJ6ZZ2zfZeOf3tZH39TSW/K3aHmyZnSFQ9W9b0/VfTxq6o6yt4cvu7hqp7vnd8tshwCCCCAAAIIIIAAAqMX+OX/q+qQ26qaOUdadLr0zU3L+uAb0r+0Gf3qWQMCCIyRAHdYHCPI3GooIoAAAggggAACCCCAAAIIIIBA8QWYIQIIIDAmAiFdS5bTKgkBBBCYUIHF7c3cbVYO2m/Dki7esUuHb1HWLmsErbJ4YzceeLGmn9sbwAf+oaLdr+nXyX+t6o9P1DS7wiXXDSVKCCCAAAIFFGBKCCDQYQK3PVnVIX+q6Knu5Dx1jzeX4h/jdNg02F0ECi0QQuAOi4V+hpkcAggggAACHSnATiOAAAIIIIAAAggggAACU0sgeRtlas2Z2SIgYTCZAq9eJGjH15d08KZlXbhDlw7apKx3rVrScgs19uqeZ2s6/96q9rqhoj0tzvtHVXf/j+9YDSFKCCCAAAIIIIAAAu0o8Hc7j93vpqr8j258//yPcb69KXdadAsCgckRaN4qd1hs9qCGAAIIIIAAAggggAACCCCAQDEEmAUCCCCAQEcJBIWO2l92FgEEOlNg9SWlD70x6OityvrRDmXts0FJW60UtPC0ZD69/dJtT9Z06t0Vfebair5+c0U/+1dV/36RixQTIR4RQACBNhRglxBAAAEEWgo811uLf3ST/cHN21Yq6aR3lFuOpREBBCZWIISgEMLEbnSIrXE58xA4dCGAAAIItI8Ae4IAAggggAACCCCAAAIIIIDAWAhklwDVlJXGYq2sY6wEWA8CRRBYb7mg3dcp6WR7c/b07br0+XXL2uBVjTeGnu+Vrn+kpu//uardr+nXIbdVdPl/a3p8Bt+XivD8MwcEEEAAAQQQQGCqCxz4h4r+8Hg1Mqy1dNDF7+GixYjBQ5MAlYkV4A6LE+vN1hBAAAEEEEAAAQQQQAABBBIBHhFAAAEEEEDABLJLhrJsTXwigAACoxJYoBy02auD9ly/pPO2L+uYrcvabc2S1rQ3Z7MVPzajpkv/U9V3bq3ok1f365i/VHTDo1W9OCsbQUYAAQTGTIAVIYAAAgggMOkCh99e1Y/+mVy0uNzCQdft2jXp+8QOIDCVBUII3GFxKh8AzB0BBIoqwLwQQAABBBBAAAEEEEAAAQQQQKCTBObvPmadNEP2FQEExlNgqQWlbV9b0gEblfWjd5d16BZl7bx6SSsvHuqb/dcLNf3kX1Xtf3NFn722otP/VtXtT9XUl7xvWx9HAQEEEEAAAQQQQACBIgpcfH9Vh95WqU/N/7CnXmn7AjuIQLEEuMNisZ5PZoMAAggggAACCCCAAAJjJcB6EEAAAQQQQACBCRRoXFI0gRtlUwgg0NECyy0k7bRa0CGb+0WKXTpw45K2WyVoaWv3idVq0l3P1HT236v60u/69ZXfV3TBvVX9/Vnr8AEEAggkAjwigAACCCCAwJQRuPXJmr7/l+SixfWWC/rYWqUpM3cmikA7CYQQuMNiOz0h7AsCU0WAeSKAAAIIIIAAAggggAACCCCAQPEFmOG8BbLLhrI87yUYgQACU11gzaWDvrx+SWe9s0t7vaWszV8TtGD6P9p1z5H+8HhVJ95V1aeuqeigWyq65N9V/felqa7G/BFAAAEEEEAAAQTGU6CT1n3DI7V4juz7/Km1S9rMzqe9TCCAwMQJtLrDYghh4nZgwJa4dHkACFUEEEAAAQQQQAABBAYRoBkBBBBAAAEEEECgwwX8xdnspdgsd/iU2H0EEBhHgc1fU9LBm5Z18jvKev/qJS06PdnYMz3SNQ/XdOTtFX3ymn4dfntVVz1U1dPdXAqdCHX8IxNAAAEEEEAAAQQQGGMBvwv5X59JzpcP3bys1Zcc4w2wOgQQGFIghDDkHRb9NbMhVzDGnVywOMagrG5+BVgOAQQQQAABBBBAAAEEEEAAAQSKL8AMEZg8gRCSF2ZDCHEnkrdJYpEHBBBAoEngXa8r6YRtyjpk85K2Win5nlG1bxq/f7Sqg2+taPdr+nX8nRXd9HhNM+Y0LUoFAQQQQAABBBBAIArwgMDcAof+qaIXZyXt39y0S0ukfxCUtPCIAALjKeAXJHr4NkJIfs/1skcIST2EIB/j4e3jGVywOJ66rBsBBBBAAAEEEJhIAbaFAAIIIIAAAggggAACwxYICsMey0AEEJgaAmssFeIdFfd7a0lrL5N8j3iqu6af/KuqPa7v19F/ruqOp2qqVCfZg80jgAACCCCAAAIIINCBAr390iG3VeKer7SotPcGXLIUMXhAYAIEQggKIdS3FEKj7BcohpBcrBhCiONCCPWx41Hgq3+YqgxDAAEEEEAAAQQQQAABBBBAAIHiCzBDBBAohoC/0OozCSF5cTWEJHtbzR8saspKVuETAQSmtECXvVPysbVKOv7tjTsq/u1/tXgXxT2uq+iCe6t65JUpTcTkEUAAAQQQKJwAE0IAgckRuP8FO8++K/kLoLetVNIe69nJ+OTsCltFYEoJ+GtlHj7pEBqvk4WQlLM+75+I4Ct/IpTZBgIIIIAAAgi4AIEAAggggAACCCCAAAIITIhACM0vtuZfdE16JM/LLhw07FjIxnZQLGP72l4hJfszVPa+kcXSC0lDxoJpv+cOjqVs3zsoNL/7umQ6zyUXkLzclL1tHOKdq5R00jZlfWrtkhYoB/nHWX+v6Mg7Krr9qZoW7LJ9GYft+tyWsPUWMqZLcV6eLRaf9Kgp2YehsveNLhabnizvuSNjWk1xvz0PEYumfZ6nQixi8+2I6Kop7qfn+YiFbZmpEAvZPCc3qkq2n+ayZwvP4xAL2jqnQixg85yUKFW1wATGdNvWVIhp6Tw9j0uEquJ6PU9idKXb9jwxUVGynaGy941PlENF+bj+4T795oGKn3rrg2uUtMWKtab+/NhYVrp8Pnu5zaJk+zMVItg8RxS1ir0GY+G5A0O2zx0f9tUWQlAIQaVSKeYQkrLsI4Skz4r1T38tLYRQrw9SmO/m0nwvyYIIIIAAAggggAACCCCAAAIIIDDBAmwOAQQQQGB+BEII9Rdjs+VXWyroJ+8p6+IdLGIuJeUdknyR5Yus76Isv6ekiyx+bPUfZ9nLaVxouVX86N0lebvnVnGB9ScRFPO7kvxDyz98V0nNOeh8a28V520flI/zrZ6PfJ+Xz32njbfwnISUz+e8UzrH+s/J8nZWtzh7kDjL2ptiW+ksizMtkhzk5TO3bc5nWP0MG3PGO6Qz3hEskny61U+3+ulNWTrN6jG2ScqnW/Y4zXLL8PHWd6qHlWO28ikWXvacRE35fPLbazrZxsT8dinJNZ1k7a3ixK1rOtH6YvbygDjB6k3xtpq8frzlJKrK5+PeVtUQTLI2AAAQAElEQVRx1ndcmo/fyvutzfJxLeJYa2uKLauKdc8WxwwSP7D2GFtUVM9bVPV9q39/rlzR0dYeY/O07NniqHnEkZtVdKSNidnLaRxhOYl+eT5ysyQf0TL363BrbxWHbdqvw6yvKXtbGt+z3BSb9Mvr7vv1jUpaw74f+PeG3r6qHnxxtrZaYY4OsTGHbNKX5I099+m7lr9rbTF7OY3vWG6KjfoU62k+2PKQ8dY5iv1p/rblVvEta2+KDefI69+0PFQcZP0xNpijerbyN+oxW0k5yQduMFsx3pLLVj5gkPi6tcdYf7Zi9nq+7PUWsb+N2d/a919/lvb3cpr3s9wqvrbeLH3N+mL2chr7Wm4Zb54lb//qm2frq1b+aj3PivV9rK0Rs7XPurO0j435iuVWsbe1t4q91pklj71z2ctZeF+MtZNxe63dq72svKflPVvkL1t7U7ypV1+2+NIg8UVrb4q1evXFXOxh5ebokde/sFaPvmB9X1jT8pq9Vk7y5629VXzO2j0+b+M/Z+HZw8tDxWff2KPm6I71z7yxW5+xvoH502/o1qetL2Yvp7G75VbxqTW69Snr+9QallvEJ62tKVafKa9/wvInVu/WJwbkj1s9H59YbWYc83HLreJj1t4Ur5+pWPdssdtcMUPe9tHXz9BHre+jq+byqjP1f1ZvFR+x9hivm6F6tvKHs7D+WPaciw9Z/4esHrOXX/eKvLyr5V2tvmuaP2T5Q15f5RXFtny28gcHiV1e+4p2sb6YvTwgPmD1plj5ZXn9/Zbfb30xezmNnS03xUovy+s7Wd7J+mL2chrvs9wUK76sWE/zey3n430rvqT3xbaXFNtf49kizTtabhXvsfamePVL8voOloeKd6/wkt5tY5qytb0rC+uLZc8W22dh/du/+iVt79ninYPEdtYe41UvqZ69PGi8qO2sb9vlX9S2WfZyGu+w3Cq2We5FbWN9MXs5jbdbbhnLvihv33rZF7S1lbcekN9m9bdZ+9tifkFvW8bCyltZbhVbWntTLP2CvL6FZY8tLbeKLZZ+Xt6/xVK5vNQL2tzqm9fz82n9eW1m7U2xpLVZbDpIbGLjm8LGbZKLjZd8ThtbfeMBeSOrb2TtGy3xnPLxVqu3ig2t3eOtiz+nfGxo9aFig8We1QaLPWfRnN9i7W+x9iQ/qyyvv+izWt/6YvZyGutZbhVvXuRZDRXrLvI/rWtj1s3ywkl9HcvrLPys1on5f/W8ttU9vD3mhZK+tS23ijdZe1Ms+D/FumeLtRZ8Rmu1yGsu9IzWtPY1rT8pe/0ZvdHqreIN1h5jgWdUz1ZeYx6x+vSntbqNiXn6M8ryata+WlpfzcpJ+9NabZqF1WP2chqvt9wqVu16WqtaX8xeHhCv63pKr7O2ei4/HeurWF7F2mMuP6Usv9bam6L0tLy+suWVrS9mL6exkuWmCE8r1tO8YnhKK1o5yytZfaVcfUU9pSv/8ZgeeWm2n4Zrl1X79BprGxivtrZWsYK1DxWvqj2pV+kpNeXaU1re2pev5yfT+pNaztpjVNOyZ4tlB4llrD1G5UnVs5WXTWOZyhNaxsrN+Qkt3W9hfTF7OY2lLLeKJfue0JLWF7OX01jCcsuY84S8ffE5j2txKy/elB/XYlZvitlJ26KWW8Ui1t4Usx5XrHseIhae9ZgWtv6Fe9PsdSsvZLlVLGjtMWxMPVt5gUFiurXH6HlMSX5U073ck+RplqdZfVpTflRdVo/RbeVclK3cKkrW7lGe+ajyUbJ6czyipJ7kMOMRhRmPWuTzI5K1t4raK4+oVVStvVVUXn5EzfFwWk9y/8sPq9/G9Gf5pYdV6X5KfgGiRwjNr5GFEOLXYQghvnYWK/YQQrBHxeViYYwfSmO8PlaHAAIIIIBA5wqw5wgggAACCCCAAAIIIIAAAh0tkL3wmk0ihBBfbA0hxKYQQqx7JfiDhTUplrNCmoO1JkUv2UCryyIErwcrBoUQYraCrKQQgoJk4Y+yjyBrqudYDrFqD/ZpZfuUh9JHxUFWs2yfXkibbJQ1BDX/swGStwV79P40yz+s7kmWrVkesW4P1iRv8OyRVGQfNip+Bu+2SLJ8kEUIVreQGllWD5JC/JdkK1rBWoKkrN/Lso8sp8VYtTHyQpqDVbyoXI5lr3tYp4+RZY8gWQoKkkLwR9lHI3tTrPmDhdfl2UdZllfkH7GiEIKCVUMIsk/FBytYzYpBUoj/PHtYV6zHHB8keZZ9WA6eLOqf3mAV60qGxYI1yDriZ/CSNaTZ+60lBKvnQtYmr0uyHoskx4I/BEneb9mS4oeVY7YHL3r4GKsqZmsIIaTFJFuHJCunIe9XsKYkrKoQgoKkEPxR9tHI3hRr/pCL2O51xYf6MiGEpCWX5eUs5P0hHR9kzbJHZVnBu+zBPmWNMVlT/dMaFple0kp+27208cVZFT380hzN7q8pxH+Kj0H2YeuQ1ywHy/Js4dkjSArxX5KtqPgR4qOyofK6hzdbts/YJB8Q27xFVg1NYS2SrG1AKC5n7cF6rWyf1mQV2UearCQvesRCriEZnzbkBgQbGMMGeJZljxCs5qEky7JHkKwUZF2yR680RZDkfRrw4W3eFzu9kDYE2T8r26OXbKkQI4QQ65YUQpDsU5aTFBQkC39U8pEWbYg85HUPL1gOlkMcmTwqDpKl0BTWYp/WpiysamXFD2sLUgjBIsnyj+APFpbtUx7Jg7dZzT/TZeQdVs9ysHo+ZOM8QrBWD8mqQfEjqyvYP1kEf2gKa5ENU/zwiuKDPQYLa/XO0MjBWkOIjwoheEeMoPRfkELwB8kKspJCCAqSQvBHNX14k4e8K4Y9xM+g2K6Qjk9yCMFaLDxbKA1rsaI/Ssmj7MNKQbGeDIsVb1D8GFBN2qzRCiEE2afiQ5B92EP8DMr/UzLIkrVa2T5j2RaQFRQki2CR5FiQfYQkkvFW9k9vSwcEyyG2xUcpDvQUrGghC2+zbK32aHV/DEnNilYI8iEhWJasHDTww7oUW/0hhj3EzyDvk4KSjySHEKzFIs2y7GEtlvxRSh5lH1YKivVkWKx4Qz2sxfrV+PCBVgshJO2WlQtvzUfsk7XYGHuUJYsg2aesEpOkLMeC7MMbPFm2YYrtVk4K/hhik7LONIdg7bnwkR7WqiSSmlUke7Chyof8I/hDErHPi1lb2hBCiMtJwT4tPFuELLzfyrLsEYL1eEhWDUo+goIVYtiDfarRIHnZ22wxNT68RQohKMg+LCsXQfbP6vboJRvgn1YLinXrUgixYg1BQVK9qtyHd1g1hBD740OwBtlD/AxesoaQhI2TtYQQFEIj5B9et2ytCmmOBXuwLuXDuiUfpOQjWCV40Qdl2RpCCLJPawlKCpYV5vpnDbHfx4bg/V4Nih9Z3Sre4pGMbzQEa7BhSUOwZPXkMSQl78yFt4YQHxVC8KEWQSF99KYQrGafspwmZdmGNX2GEGSfig9B9mEP8TPEJilIuQghWM3Cs4X8w3KwHEKwPlkEJR9B1tQUCtbjYcnLwR6Cly0nKa3ZgvYp+YOHrN1ysJwPq0r2YF0KwXqC1SzLPyxbVfmIldhnD9YRQpB9phVLCv5gj8HCirEzSJ4tQghWtJCFlRU/rGzZH73Js3VLVrFPTwqSvKwBHyEEBW+zHAtpDlbxoiznI4TYoxAsWyhIspykoCBZ+KPsI8i6FLxkD15OKt6QRLCGYEVZln/EQVIIQUH2YVkesprlYDkfVvVBsi7F9iCF4A+SFWSlpogV2Yd3eLKx9in5Q2yLDwrxnyRvV9DND3bLP9ZdYWFttNIiCsFGWHibZGUpPnpTrAXZR1CsB9WzBnyEEBS8zbInebaGEEIsSkHKRbByDO+3sn/Ky8FGeZa8quzDmhXDHuxTSUXKcrCCLSZZVvwI9hgUgoWCZDkfQfbP2uzRS0o+rBYU69YlD1ndIyZ7sE+vqv7hDVYJIcg+FR+C7MMerCEo+SfLMazNcwjWngv5h9ctW082WrEgybqaQv4R/CGJIP9nZR9oSZ4tQrB2CynYp4Vni5BFsGYr+6dsnH1aCgqSvCz/sIp9KoY92KfknV5Ic5D9C7KPINmjrO4RLHsojgvWlIQ9WlNQkBSCP8o+gkL66E0eaUOSrNM+FdvlJRuc5hCC7FPxIcg+7MEaguyfZVnOhzeF4H3Waln+YTlYDiHUR1s1flqT8pFUvCtI8TN4ktJH+WBZm+UQBs8a8OGvsXlTCMHTmAcXLI45KStEAAEEEEAAAQQQQAABBKauADNHAAEEEECgHQRCaLyYGkJo+mvwRdfaSq/56OFabtfvaukPfFtL7HSQFt3xAC2yw/5acPt9NX27fTRt26+ovO3eKm2zV4ywzZ4KW39ZpbfvWY9yWvYcw8bWs43vsnpXLpet7pG076Wud1hYW8xWnjZITE/bp2+7l7wcs5cHxjv2TvrTvIDt/wK2bFO2tgXrsZeScpIX2m4vLeR9ubyglbOI/VbP8sLvtPFW97xwzHsrlt+Z5EUsL2JjFknzwpYX3m5vxXqWrS3WLS86MLbfW962WC57edB411cU+9K8uOXF37W3mvNXtIS1N8W7k7Ylrd3D+7Ls5Sy8LYaN97yUZwvPSeyjfF763ftoaetfeockL2XZI9atPDAvY20x3rOPkvwVLWPlZd+T5h2+omW97tnGLhuzt1l42ftsbBxjeTmrLzdX3kfL72hhfTF7OY1XWfbw9ix7efn32njvs/yqXKyQlj3H2PGrivm9lm38qy2/2sZkeQWreyT1r2pgfs37vqpWsWLa7jkfr9npq1qxKfZN60leaad9tZL1r5TPO++rla3usco2u2nFZZeUfXuI37LmrLaNptvXo/e91sf42Fy81sr5WCWte47x/n21Si5eZ+V8ZH31tg/sq1j2bLGqjV91YPa2NF5vffnwsfn66z/wNSX1JK+2y9e0mrXF7OU0VrfcKtb44Ne0hvdZXr1FeF82JmYb421vsJzEfsrnN35wP+XjDbvuZ/376Y2WW8Wa1t4UH9pPse7ZYq0BseaH9lfS1iJ/eD+9yfqbI2lb29aztvWtbWPq+cP7ax2re8R2Kw/M63xkv2SM5xi2jOV1P7K/1m2R3/x/++vN1pflda3ukW+LZR9jsZ71rzcwe1sa61vOx3of/bpiPZ8/ur/W97rlt1huit2+Lq9vYHkD64vZy2lsaNmjqS8bZ9n7muMAef2tux2gt9qyb/1Yc97I6vmI/QPaYv/HD5DnjT/+dW1s5cHyJtafj43TsZtY3iT2HaB83tTaY3ziANWzlTcbJDa3do/NPnmA4hjPudjcys1xoLy+xacO1BbWF/OnDlCWt/zkgcrHFlb32NLGx3bPudjKyi1j9wPl7W+znI+tdv+Gtopt31DSnuZPJ3lry63i7dYew5Z/u4fXLW9j2SP2WXlg9r4Yn/mG6tnK7/jMN9SIA5WUD9S21pePd3z2G/LY1nKr2M7a54rPfUNZ3SMhVQAAEABJREFU2zutPx/bffag2PdOy+/0vs8dpHfmYnsrt4p3WXuMzx+kd+Xi3Vb2yLfly+/+wkFqis9/M9Z3sLyDLZvkbyrL7/nCN/Ue7/NssUMasd3KA/OOe3xTO1p7zF4eEO+1ej52/OK35GPfa/m9X/ym3hvzt+r5fTb+fdYW8x7f0vtszPss72R5J2vfKeZvKp93zrd9Ke3zbLHzl76lnVvk91v7+639/V/+lt7vZc8WH0jD273s2cPLrWIXGz9UfHDPb+uDNibmPb+lXay+i+WsnmQbY+1e3nWvb2tXK8fs5TQ+ZLll7P1tfdj7LH/IIyun+cN7HRz763nvpP4Ryx+xMTF7OY3/s+zh7TF/5WDFsmWv/99Xvq3/83KaP2r5o1b/aJb3+bZiOc277XOwdrPybmn+qI/1uuXdPHt7LNs4yx+zeqv4uLXH+OrBGpg/4W2DxCf2/Y68vynve7A+ae2frOfvpPXv6FPW7uH9Wc7KXh8Yu9v4GF/7jurZy2l8+mvf1aet/Ok07255d6/vl7Z7zsVnrNwqPrv/d/VZ64s5X7a2z1nEvnxOx3zO8tzxHX3e2j+/f5a/q89/3cLavmDZI9atnGVva4oDviuv72G5Zdiy3v7Frx+iL1r5iwckeQ/Lsd3yF23Z2B7L1m/5SwPjwEP0JYsvzyu+cYjiGM+52PMbh2pPq+85IO914KHay9r3svZ87G11j3ybl70txkGHau9cfMXKHuvbuUvvgsvEc/KPb/NmeZvHPt/8nvb55qEWSf6K1b+Sq+/TVP6evvqtQy1y2fq/arHvYGHj9x0ivvat7+lr1l/P3/b697Sf5Vaxv7V71PsOTsbub7lVfN3GN4WNi3XPFgccfJgOyOWvW93jAMsxvuP9Fp4tDhwkvmHtMb57mOrZy/OIg757uA6yMc35cH3T2lvFtw45XN/yPsvfjHGYPH/rkMMU+wbkbx96mL5tbTF7uR6Hy9sOPvRwHRzb0vy9w639cB1sOelrLn/HxjeFjfP6dy0PKw47QnFcmg+xfMhhh+uQpnyEDrV6jMPTcpq/Z9njUMsxfJyVv2c5RlZO82GWm+NIJfUkH37EkTrcx+TyYV4eJI6w9hhHJssdedRR8jj66KP1/e9/Xz/4wQ907LHH6vjjj9dJJ52kUqnUFCEE+924dcQvTnsIITS9tmZNo/7kgsVRE7ICBBBAYMIE2BACCCCAAAIIIIAAAggggAACCAxDwP8KPIQQR2Zlf0E2hKDF19pSi7xhMy36xs1jXmj1TeSx4Goba4HXbxRj2us21PQ0pr1ug1he4PVvlZfnN6bH9fi65hm2veGPWcDWG2PVDbTAiGLDdHxzXnDVpO55LGOh12+o8YiFbb1jEqttqIUtFrHIspfHKha19Y4s3qpkfJpXz+XVN9SiXrdYbIxj8XR9nkcUa7xVcbznFrGEtY1lLJmuz/Ow4g1vVRxneYnlVtDCj/xRpb6e+D2ia8vPaJEtP64lrW8piyx7efixkZKx+ezlJJZ+w0YaMt6Y9uezlweJZdJ2z2MZy9p6W8aaGym257OXhxnL2bixjOXT9XmOsdZGmit7Wz021vKxPFTeWK9aa3xiBVtvjDdtrHr28nzGq9PlPI9lvGbtjfUaW3fMXh6jWNHWM3RsoqR/qGx961isvYlWsjwesbKtd0xi3U20ci5ea+WxjFVsfaOKN2+iVVrE66xteLGpknH57OXWseqbN9WIYr10vOcW8XprG49YzdY7rFh/U8VxnoeI1dM+z2MZa9h6h4y3bKbY7/ktm2qNltnGxPbN9IZc9vJYxRttvb4uz02xwWaKdc/zEWvaMmMZa6Xr8xxjw800V/a2Ecab0vGem2NzJfWhsve1jrXfurnW3tAin708n7FOupznsYx1N9pcvj7PYxlvtvWOSWy8uXw963m28Nw6tlDSns9eHjrW33gLjSo2SZf3nIu3WHksYwNb33zFplsoLue5RWxobSONRd/y3nhevmjPU3rL8mW1Wv6ttt7m2FJJfZC8mbUPERtZ33jExrbeYcXmW2rjJIaVN7GxYxmb2vqGjC22VOz3PILYzMYmsZXmnX3M0LH5Fkm/56bYcivFuuf5iC1smfGILW29MbbaSvXs5fmMrdLlPA833va2tykb62WPrbfeWh5vf/vb9XaLFVdcsX7BYgih6WLF+MXY4sFfW2vRPKomLlgcFR8LI4AAAggggAACCCCAQGcJsLcIIIAAAgggUGSBEEJ9etmLqSGE+OKrd4SQlMvlcnxx1nNXV5c8e2TladOmycues8jqWc7aydOEAQaddAzU7v6VajP+598SVF75zZq+5ts5hu17Xic9h+wr33OGdwzghBPHAMcAxwDHAMdAJxwDC6y9rUrLvi6en9ceuJlzc87NOQZGeAwM9jpV1u45H/76l4f/YW8+/IswhOCpKUJI2kJIclPnKCqlUSzLoggggECzADUEEEAAAQQQQAABBBBAAAEEECi+QAfMMIQQL1IMIcm+yyGEeJGivxgbQogXKXrZX6T1F26z7G/oeN2zh5c9vOwxffp0Xjwf4Yvn7kbwZmk7HAN66A5VHvu7/KO0xApa9L0H8fXM1zPHAMcAxwDHAMcAxwDHAMcAx8Bgx8AEtS+w9jv9FF3Vp/+t2oO38XxMkHs7/I7GPoz+tYKhXqfKXs/y7JG99uU5ixCS185CmDvHL8xxeuCCxXGCZbUIIIAAAggggAACCMyPAMsggAACCCCAAAIIjL2AX5joEULy4mv2oqy/WOvh9fyL5NmLvd7n5Xzkx1Ee/QvrGGI4YcdAV1l9915b/waz2Dv24I1Q3gid1GNgwo59nmeeZ44BjgGOAY4BjgGOgTY/BhZZ713qWv718Vy9/74beL7a/PniPLb9fo/Pv26Vlf158rK/tuXlfPZy9jrZwBy/EHMP2f9gkmsakyIXLI4JIyvpEAF2EwEEEEAAAQQQQAABBBBAAAEEii/ADKe4QAihSSCEpB5CiHdd9Bdi85FdrOgv1nr4i7ge/qLuAgssIM9Z3cvE9GiCAw6ddgzMufda9T3zn/j9YYl3fEGLrLYhx/J0juNOO47ZX45ZjgGOAY4BjgGOgaZjgPO5Ap3PLbLeDvFcve/pB9T/rxt5bgv03PJ9a2K/b/lrWB7u7q9zefa6h9c9/LWwfPjrZCE0XjeLX4z2EEKwR8XX0zTGH1ywOMagrA4BBBBAAAEEECi2ALNDAAEEEEAAAQQQQKC9BfJ/+R1C44XVEEL9v4T2F2L9hVl/kdbDy/7C7cDwPm/Lv7jrZWJiX2zHG+/RHgPlvh713n2l/GPBldfRUpvuwhug83wDlONutMcdy3MMcQxwDHAMcAxwDHAMcAwM/xhYaqP3aYFXr+Gn7JrzyD2cr3O+zjEwgmPAX7vKIvu+43Uv+2tbHl737K+B5SOEEF8vCyHUL0wMobmscfjggsVxQJ3vVbIgAggggAACCCCAAAIIIIAAAggUX4AZIoDAuAuE0PzCaghJ3S9UzCL/4qy/YOuRvXjr2V/UzcLrRPv9l0c8Jzwnwz0GZv/ndvW99HT83rPYWlvxX8zxX8xxDHAMcAxwDHAMcAxMzDGAM84cAyM6BhZedYN4zj7niftGtNxwfy9gHL9DFv0Y8NexfI7Za1xe9vB2fx3M2z287JG9RhZC8rpZCI0cvxjtIf+HwVYds08uWBwzSlaEAAIIIIAAAu0gwD4ggAACCCCAAAIIIIDA1BYIISh7MTWEUMcIIcS/FM9ejM2yv0CbvVjr2V/I9eyRlf2FXS8TvLnBMdA+x8BInotZj9xT/16wxDpb8+Ynb5xzDHAMcAxwDHAMcAxwDHAMcAy04TGw6OvXj+ft/TNf0JzH7uU5asPnaCS/hzF24n9/9teyPNzes4eX8699eTmLEEK8u2L2GpkGfIQQBrSMXXUkFyyO3VZZEwIIIIAAAggggAACCCCAAAIItKsA+4UAAggUSiCEEC9UDKGR/YXYEIKyF2g9+4u4WR5Y9rq/wOuZ6BIGGHTSMVCq9mnm/7tN/rH4mlto4eVfyzHcxTHcSccw+8rxyjHAMTCOxwA/E/mZyDHAMdBWx8ASb9xUpQUW8VN3zXrsH221b3wv5udxJxwD/tqVh+9rlr2chb/ulUUIoX6xotKPEJLXzrwaQvIHwSEEr455cMHimJOyQgQQQAABBIYSoA8BBBBAAAEEEEAAAQQQQGC8BUJovJgaQogXLGbbDCGpl0ql+guzXs5esM3K/sJu1uY5a/cyUW662BOPVh60tctx0fvw31Ttmx2/BSy9wbs4dsscm+1ybLIfHIscAxwDHAMcAxwDHAMcA83HwLQFF9aiq64Xz917HrmXc3fO3TvkGGg+jtv16zp7Xcuzh++n5xBCfH0shOT1MqUf/r+XhBDS2tin0tivkjUigAACCCCAAAIIIIAAAgggMI4CrBoBBBBAAIFhCISQvKjqL7Bmw7MXYkMI9RdjvS0f/oKtR9aWlVv9Nbr3EWXeQOBNpLY+Bl6+7xZlH0uvv11b7yvfT/h+wjHAMcAxMOAY4GcsP7c4BjgGOAam3DGw+OobxtP3nkf+PuXmznkA5wHzewxkr1kNfC0rqw/MIYT4x70hhPj15g8hNMqt6t42llEay5WxLgQQQACBzhdgBggggAACCCCAAAIIIIAAAggURSCE5MXWEEJ8ITabVwhJPYQk+wu3IYR4EWO+nH+heLD2/JhOKrOvZd78miJv/r50703yjyXW3EzTFliI532KPO98j+N7HMcAxwDHAMcAxwDHAMdAZx4DS629lZ++qzK7R90P3s35+xicv/O10JlfC8N93rLXq0IILb9evN/D1+c5hOS1sBAaWelHCCGWQkhyrIzTQ2mc1stqEUAAAQQQQAABBBBAAIGpKsC8EUAAAQQQQKCNBEII8rsshpC82BpCI4cQ6hcy5l+09RdxQ0j6QmhkH+MRQqMtBMohYBACBiG0n0F1drf6Z74UvyMtsOTy8es9hPbbzxDYpxAwCAGDEDrOgO8rPGccAxwDHAMcAxwDY3wMLLLiG7TAMq+J5/Az/nsXvmPsGwLnWyEUy8Bfp8oihJHNzb/QQmgsk3/9zPvGM7hgcTx1WTcCCIyDAKtEAAEEEEAAAQQQQAABBBBAAIHiC4ztDEMI9RWGEOIbHt4QQlIOgRwCBiFgEEKxDPp7XvEv9RjTluCCxRCK9fyGwHxCwCAEDELAIAQMQsAgBAxCwCAEDELoNIO593eJN2waz+FfeeDO+Pt7CHOPCYG2EDAIAYMQhmfgX1QhNMbm616eyIsVfXtcsOgKBAIIIIAAAggggAACU0mAuSKAAAIIIIAAAlNUIIQQZx7C4DmERl8IgTdHMOAY6OBjoNLzcvya94fpSyzHc9nBz2UIfD8OYT4MWIave44BjgGOAY4BjgGOgQ48BpZae0s/hdcr/+GCxRA4BwwBgxDGxiB+YdlDCMn6rBg/Q2iux4t3gzwAABAASURBVMZxfuCCxXEGZvVTT4AZI4AAAggggAACCCCAAAIIIIBA8QWYYecLhBDiJEII8Q0sr4SQlEMgh4BBCBiE0NkG/d2NCxYXXGqF+LUeQmfPKQT2PwQMQsAgBAxCwCAEDELAIAQMQsAghPEzCIF1hzCxBgsuu5L/ih6jf8bznMdPsH8IE/t8h8D2QpgYA/+iCiF4ihFCUva7K8aGCXzggsUJxGZTCCCAAAIIIIAAAsMSYBACCCCAAAIIIIAAAhMuEELyIu2Eb5gNIoDAuAn0d79UX7ffYbFeodAuAuwHAggggAACCCCAAAJzCUxbZIl62+yXn62XKSCAwOgEQmj92lcIrdtHt7Whl+aCxaF9CtjLlBBAAAEEEEAAAQQQQAABBBBAoPgCzBABBEYi4H9JTtSEAQZFOwbmzGxcsDhtieU5xmsc40U7xpkPxzTHAMcAxwDHQK2GAV8HxTsGuhZuXLA45+XnOI/nPJ5jYIyPgZG8ZjZeY7lgcbxkWS8CCCCAAAIIFFeAmSGAAAIIIIAAAggggEChBEII/BdTGHAMFPAYqPQ0/kvoBZZcfuTPcQFNQuD7XQgYhIBBCBiEgEEIGISAQQgYhIBBCBiE0D4G5QUXUShPi6878F9Ct8/zEgL7EkIxDOIX1yQ/tN0Fi5PsweYRQAABBBBAAAEEEEAAAQQQQGACBNgEAggggAACCCCAAAIIIIAAAggUX4AZIoAAAvMjMG3RJeNic155LmYeEECgWAJcsFis55PZIIAAAggg4AIEAggggAACCCCAAAIIIIAAAggUX4AZIoAAAggggAACCCCAAAKFFJi2SPLfQs955dlCzo9JITBCgcIN54LFwj2lTAgBBBBAAAEEEEAAAQQQQGD0AqwBAQQQQAABBBBAAAEEEEAAAQSKL8AMEUAAAQTaUaC8cHLBYh93WGzHp4d9QmDUAlywOGpCVoAAAgggMGIBFkAAAQQQQAABBBBAAAEEEEAAgeILMEMEEEAAAQQQQAABBBBAAAEE5kNg2iLZfwn9/HwszSITLsAGERihABcsjhCM4QgggAACCCCAAAIIIIBAOwiwDwgggAACCCCAAAIIIIAAAgggUHwBZogAAggggMBUFJi2aHrB4svPTsXpM2cECi/ABYuFf4qZIAIIzIcAiyCAAAIIIIAAAggggAACCCCAQPEFmCECCCCAAAIIIIAAAggggAACCLShwBj/l9BtOEN2CYGpLcAFi1P7+Wf2CCCAAAIIIIAAAgiMkwCrRQABBBBAAAEEEEAAAQQQQACB4gswQwQQQAABBBBAYOwFStMWiCutzO6JmQcEECiWABcsFuv5ZDZTRYB5IoAAAggggAACCCCAAAIIIIBA8QWYIQIIIIAAAggggAACCCCAAAIIFF+AGSKAAAJTTIALFqfYE850EUAAAQQQQAABBBIBHhFAAAEEEEAAAQQQQAABBBBAoPgCzBABBBBAAAEEEEAAAQQQQKC9BLhgsb2ej6LsDfNAAAEEEEAAAQQQQAABBBBAAIHiCzBDBBBAAAEEEEAAAQQQQAABBBAovgAzRAABBBBAYEwFuGBxTDlZGQIIIIAAAgggMFYCrAcBBBBAAAEEEEAAAQQQQAABBIovwAwRQAABBBBAAAEEEEAAAQQQmFoCU/OCxan1HDNbBBBAAAEEEEAAAQQQQAABBKamALNGAAEEEEAAAQQQQAABBBBAAIHiCzBDBBBAAAEEEOgoAS5Y7Kini51FAAEEEECgfQTYEwQQQAABBBBAAAEEEEAAAQQQKL4AM0QAAQQQQAABBBBAAAEEEEAAgeILTOQMuWBxIrXZFgIIIIAAAggggAACCCCAAAINAUoIIIAAAggggAACCCCAAAIIIFB8AWaIAAIIIIAAAgggkBPggsUcBkUEEEAAgSIJMBcEEEAAAQQQQAABBBBAAAEEECi+ADNEAAEEEEAAAQQQQAABBBBAAIHiCzDDIglwwWKRnk3mggACCCCAAAIIIIAAAgiMpQDrQgABBBBAAAEEEEAAAQQQQACB4gswQwQQQAABBBBAAAEEJlCACxYnEJtNIYAAAnkByggggAACCCCAAAIIIIAAAgggUHwBZogAAggggAACCCCAAAIIIIAAAsUXYIYIIDB8AS5YHL4VIxFAAAEEEEAAAQQQQKC9BNgbBBBAAAEEEEAAAQQQQAABBBAovgAzRAABBBBAAAEEEEAAgQIJcMFigZ5MpoLA2AqwNgQQQAABBBBAAAEEEEAAAQQQKL4AM0QAAQQQQAABBBBAAAEEEEAAgeILMEMEEECgfQS4YLF9ngv2BAEEEEAAAQQQQKBoAswHAQQQQAABBBBAAAEEEEAAAQSKL8AMEUAAAQQQQAABBBBAAAEEhi3ABYvDpmJguwmwPwgggAACCCCAAAIIIIAAAgggUHwBZogAAggggAACCCCAAAIIIIAAAsUXYIYIIIAAAlNHgAsWp85zzUwRQAABBBBAAIGBAtQRQAABBBBAAAEEEEAAAQQQQKD4AswQAQQQQAABBBBAAAEEEEAAgbYR4ILFcXsqWDECCCCAAAIIIIAAAggggAACCBRfgBkigAACCCCAAAIIIIAAAggggEDxBZghAggggAACCIyVABcsjpUk60EAAQQQQACBsRdgjQgggAACCCCAAAIIIIAAAgggUHwBZogAAggggAACCCCAAAIIIIAAAsUXSGfIBYspBAkBBBBAAAEEEEAAAQQQQACBIgowJwQQQAABBBBAAAEEEEAAAQQQKL4AM0QAAQQQQAABBDpFgAsWO+WZYj8RQAABBNpRgH1CAAEEEEAAAQQQQAABBBBAAIHiCzBDBBBAAAEEEEAAAQQQQAABBBAovgAznCABLlicIGg2gwACCCCAAAIIIIAAAggg0EqANgQQQAABBBBAAAEEEEAAAQQQKL4AM0QAAQQQQAABBBBAIBHggsXEgUcEEECgmALMCgEEEEAAAQQQQAABBBBAAAEEii/ADBFAAAEEEEAAAQQQQAABBBBAoPgCzBCBgghwwWJBnkimgQACCCCAAAIIIIAAAuMjwFoRQAABBBBAAAEEEEAAAQQQQKD4AswQAQQQQAABBBBAAAEEJkaACxYnxpmtIIBAawFaEUAAAQQQQAABBBBAAAEEEECg+ALMEAEEEEAAAQQQQAABBBBAAAEEii/ADBFAAIFhCXDB4rCYGIQAAggggAACCCCAQLsKsF8IIIAAAggggAACCCCAAAIIIFB8AWaIAAIIIIAAAggggAACCBRDgAsWi/E8MovxEmC9CCCAAAIIIIAAAggggAACCCBQfAFmiAACCCCAAAIIIIAAAggggAACxRdghggggAACbSHABYtt8TSwEwgggAACCCCAQHEFmBkCCCCAAAIIIIAAAggggAACCBRfgBkigAACCCCAAAIIIIAAAgggMBwBLlgcjlL7jmHPEEAAAQQQQAABBBBAAAEEEECg+ALMEAEEEEAAAQQQQAABBBBAAAEEii/ADBFAAAEEEJgSAlywOCWeZiaJAAIIIIAAAoML0IMAAggggAACCCCAAAIIIIAAAsUXYIYIIIAAAggggAACCCCAAAIIINAOAuN7wWI7zJB9QAABBBBAAAEEEEAAAQQQQACB8RVg7QgggAACCCCAAAIIIIAAAgggUHwBZogAAggggAACCIyBABcsjgEiq0AAAQQQQGA8BVg3AggggAACCCCAAAIIIIAAAggUX4AZIoAAAggggAACCCCAAAIIIIBA8QWYocQFixwFCCCAAAIIIIAAAggggAACRRdgfggggAACCCCAAAIIIIAAAgggUHwBZogAAggggAACCCDQAQJcsNgBTxK7iAACCLS3AHuHAAIIIIAAAggggAACCCCAAALFF2CGCCCAAAIIIIAAAggggAACCCBQfAFmiMD4C3DB4vgbswUEEEAAAQQQQAABBBBAYGgBehFAAAEEEEAAAQQQQAABBBBAoPgCzBABBBBAAAEEEEAAAQT4L6E5BhBAoPgCzBABBBBAAAEEEEAAAQQQQAABBIovwAwRQAABBBBAAAEEEEAAAQQQQKD4AswQAQQ6X4A7LHb+c8gMEEAAAQQQQAABBBAYbwHWjwACCCCAAAIIIIAAAggggAACxRdghggggAACCCCAAAIIIIDAuAtwweK4E7MBBOYlQD8CCCCAAAIIIIAAAggggAACCBRfgBkigAACCCCAAAIIIIAAAggggEDxBZghAggggMC8BLhgcV5C9COAAAIIIIAAAgi0vwB7iAACCCCAAAIIIIAAAggggAACxRdghggggAACCCCAAAIIIIAAAh0vwAWLHf8Ujv8E2AICCCCAAAIIIIAAAggggAACCBRfgBkigAACCCCAAAIIIIAAAggggEDxBZghAggggAACky3ABYuT/QywfQQQQAABBBCYCgLMEQEEEEAAAQQQQAABBBBAAAEEii/ADBFAAAEEEEAAAQQQQAABBBBAYB4CBbhgcR4zpBsBBBBAAAEEEEAAAQQQQAABBAogwBQQQAABBBBAAAEEEEAAAQQQQKD4AswQAQQQQAABBIouwAWLRX+GmR8CCCCAAALDEWAMAggggAACCCCAAAIIIIAAAggUX4AZIoAAAggggAACCCCAAAIIIIBA8QXafIZcsNjmTxC7hwACCCCAAAIIIIAAAggg0BkC7CUCCCCAAAIIIIAAAggggAACCBRfgBkigAACCCCAAAIIjE6ACxZH58fSCCCAAAITI8BWEEAAAQQQQAABBBBAAAEEEECg+ALMEAEEEEAAAQQQQAABBBBAAAEEii/ADKe4ABcsTvEDgOkjgAACCCCAAAIIIIDAVBFgnggggAACCCCAAAIIIIAAAgggUHwBZogAAggggAACCCCAQHsLcMFiez8/7B0CCHSKAPuJAAIIIIAAAggggAACCCCAAALFF2CGCCCAAAIIIIAAAggggAACCCBQfAFmiAAC4yrABYvjysvKEUAAAQQQQAABBBBAYLgCjEMAAQQQQAABBBBAAAEEEEAAgeILMEMEEEAAAQQQQAABBBCY2gJcsDi1n39mP3UEmCkCCCCAAAIIIIAAAggggAACCBRfgBkigAACCCCAAAIIIIAAAggggEDxBZghAggg0NECXLDY0U8fO48AAggggAACCCAwcQJsCQEEEEAAAQQQQAABBBBAAAEEii/ADBFAAAEEEEAAAQQQQAABBMZTgAsWx1OXdQ9fgJEIIIAAAggggAACCCCAAAIIIFB8AWaIAAIIIIAAAggggAACCCCAAALFF2CGCCCAAAIIDCHABYtD4NCFAAIIIIAAAgh0kgD7igACCCCAAAIIIIAAAggggAACxRdghggggAACCCCAAAIIIIAAAgh0sgAXLA7v2WMUAggggAACCCCAAAIIIIAAAggUX4AZIoAAAggggAACCCCAAAIIIIBA8QWYIQIIIIAAAghMogAXLE4iPptGAAEEEEBgagkwWwRtXbV/AAAQAElEQVQQQAABBBBAAAEEEEAAAQQQKL4AM0QAAQQQQAABBBBAAAEEEEAAgeILzP8MuWBx/u1YEgEEEEAAAQQQQAABBBBAAIGJFWBrCCCAAAIIIIAAAggggAACCCBQfAFmiAACCCCAAAIIFFiACxYL/OQyNQQQQACBkQkwGgEEEEAAAQQQQAABBBBAAAEEii/ADBFAAAEEEEAAAQQQQAABBBBAoPgCzLB9BbhgsX2fG/YMAQQQQAABBBBAAAEEEOg0AfYXAQQQQAABBBBAAAEEEEAAAQSKL8AMEUAAAQQQQAABBBCYbwEuWJxvOhZEAAEEJlqA7SGAAAIIIIAAAggggAACCCCAQPEFmCECCCCAAAIIIIAAAggggAACCBRfgBkiMHUFuGBx6j73zBwBBBBAAAEEEEAAgaknwIwRQAABBBBAAAEEEEAAAQQQQKD4AswQAQQQQAABBBBAAAEE2laACxbb9qlhxxDoPAH2GAEEEEAAAQQQQAABBBBAAAEEii/ADBFAAAEEEEAAAQQQQAABBBBAoPgCzBABBBAYLwEuWBwvWdaLAAIIIIAAAggggMDIBVgCAQQQQAABBBBAAAEEEEAAAQSKL8AMEUAAAQQQQAABBBBAAIEpK8AFi1P2qZ+KE2fOCCCAAAIIIIAAAggggAACCCBQfAFmiAACCCCAAAIIIIAAAggggAACxRdghggggAACnSrABYud+syx3wgggAACCCCAwGQIsE0EEEAAAQQQQAABBBBAAAEEECi+ADNEAAEEEEAAAQQQQAABBBBAYJwEuGBxnGDnZ7UsgwACCCCAAAIIIIAAAggggAACxRdghggggAACCCCAAAIIIIAAAgggUHwBZogAAggggAACrQW4YLG1C60IIIAAAggg0JkC7DUCCCCAAAIIIIAAAggggAACCBRfgBkigAACCCCAAAIIIIAAAggggECHCozggsUOnSG7jQACCCCAAAIIIIAAAggggAACIxBgKAIIIIAAAggggAACCCCAAAIIFF+AGSKAAAIIIIAAApMjwAWLk+POVhFAAAEEpqoA80YAAQQQQAABBBBAAAEEEEAAgeILMEMEEEAAAQQQQAABBBBAAAEEECi+ADOcLwEuWJwvNhZCAAEEEEAAAQQQQAABBBCYLAG2iwACCCCAAAIIIIAAAggggAACxRdghggggAACCCCAAALFFOCCxWI+r8wKAQQQmF8BlkMAAQQQQAABBBBAAAEEEEAAgeILMEMEEEAAAQQQQAABBBBAAAEEECi+ADNEoC0FuGCxLZ8WdgoBBBBAAAEEEEAAAQQ6V4A9RwABBBBAAAEEEEAAAQQQQACB4gswQwQQQAABBBBAAAEEEJgfAS5YnB81lkEAgckTYMsIIIAAAggggAACCCCAAAIIIFB8AWaIAAIIIIAAAggggAACCCCAAALFF2CGCCAwJQW4YHFKPu1MGgEEEEAAAQQQQGAqCzB3BBBAAAEEEEAAAQQQQAABBBAovgAzRAABBBBAAAEEEEAAAQTaUYALFtvxWWGfOlmAfUcAAQQQQAABBBBAAAEEEEAAgeILMEMEEEAAAQQQQAABBBBAAAEEECi+ADNEAAEEEBgHAS5YHAdUVokAAggggAACCCAwGgGWRQABBBBAAAEEEEAAAQQQQACB4gswQwQQQAABBBBAAAEEEEAAgakowAWLU+1ZZ74IIIAAAggggAACCCCAAAIIIFB8AWaIAAIIIIAAAggggAACCCCAAALFF2CGCCCAAAIIdKAAFyx24JPGLiOAAAIIIIDA5AqwdQQQQAABBBBAAAEEEEAAAQQQKL4AM0QAAQQQQAABBBBAAAEEEEAAgbEXaLcLFsd+hqwRAQQQQAABBBBAAAEEEEAAAQTaTYD9QQABBBBAAAEEEEAAAQQQQACB4gswQwQQQAABBBBAYC4BLlici4QGBBBAAAEEOl2A/UcAAQQQQAABBBBAAAEEEEAAgeILMEMEEEAAAQQQQAABBBBAAAEEECi+QPFmyAWLxXtOmRECCCCAAAIIIIAAAggggMBoBVgeAQQQQAABBBBAAAEEEEAAAQSKL8AMEUAAAQQQQAABBCZcgAsWJ5ycDSKAAAIIIIAAAggggAACCCCAAAIIIIAAAsUXYIYIIIAAAggggAACCCCAAAIIIFB8AWaIwEgFuGBxpGKMRwABBBBAAAEEEEAAAQQmX4A9QAABBBBAAAEEEEAAAQQQQACB4gswQwQQQAABBBBAAAEECifABYuFe0qZEAIIjF6ANSCAAAIIIIAAAggggAACCCCAQPEFmCECCCCAAAIIIIAAAggggAACCBRfgBkigEC7CXDBYrs9I+wPAggggAACCCCAAAJFEGAOCCCAAAIIIIAAAggggAACCCBQfAFmiAACCCCAAAIIIIAAAgiMUIALFkcIxnAE2kGAfUAAAQQQQAABBBBAAAEEEEAAgeILMEMEEEAAAQQQQAABBBBAAAEEECi+ADNEAAEEppoAFyxOtWec+SKAAAIIIIAAAgi4AIEAAggggAACCCCAAAIIIIAAAsUXYIYIIIAAAggggAACCCCAAAJtJsAFi232hBRjd5gFAggggAACCCCAAAIIzI9ArVabn8VYBgEEEJgkATaLAAIIIIAAAggggAACCCCAAALFF2CGCCCAAAIIjK0AFyyOrSdrQwABBBBAAAEExkaAtSCAwJQUCCHU5+0XLxI1YYABxwDHAMcAxwDHAMcAxwDHwPweA/WTayvM7zrGfbkazy/GHAMcAxwDHAMcAxwDHAMcAxwDA48BO4Wvfw7so87xwjEwecdA/QtzlIUpecHiKM1YHAEEEEAAAQQQQAABBBAYtUD2C3V+Ra3a8v2UEUBgZAKMRgABBBBAAAEEEEAAAQQQQACB4gswQwQQQAABBBCYOIFW72W1ahtqj7hgcSgd+hBAAAEEEEBgMAHaEUAAAQRGKRBCUAghrsV/kYuF9GFgPW1uSj6GmLy/IsQee44BjgGOAY4BjgGOgSlyDHT8Ha+zk2ieL75mOQY4BjgGOAY4BjgGOAY4BjgGOusY4Fy+s54vvr46/vmKv/9nX3f57M9tVs+XvS2rhxDq73l5+7yCCxbnJUQ/AggggAACCCCAAAIIIDABAtkvdb4pLw8V1WrVhxEdL8AEEEAAAQQQQAABBBBAAAEEEECg+ALMEAEEEEAAAQQQ6AwBf/9pqPenvC+bSb6ctQ03c8HicKUYhwACCCDQWQLsLQIIIIAAAm0skP8lLit7zofvfr6e/yVxYF9+HOVi/BUjzyPPI8cAxwDHAMcAx8Awj4Ea4zhWBj8G/Lw5C5wGd8IGG44BjgGOAY4BjgGOAY4BjoF2Oway83jP7bZv7M8kfb3w+3+8A+J4H3/5r7nsfal8m5ez9vy+eLuHt3meV3DB4ryE6EcAAQQQQAABBBBAAAEExlDAf1kLIcz1i6VvwvuyyP/CV6lU4nhvm8hgW1VhgAHHAMcAxwDHAMcAxwDHQOceA35u7efZHjyPnfs88tzx3HEMjP8xgDHGHAMcAxwDHAPtdgxwLs8x2W7H5FTaH39PyufrX4ees/C6h/+OneUQmt/vCiGp+5ihggsWh9KhDwEEEBg/AdaMAAIIIIAAAlNQwH+BC6Hxy5rXncFzPrJf/jxnvxhmZa979Pf3i8CAY4BjgGOAY4BjoO2PAX5ec87CMTCJx4CfQ/v5tgffL/l+yTHAMcAxwDHAMcAxwDHAMcAx0DnHQAeey/O73yT+7sfX9th8bft7Tx7+9ZdlL2fvX3k5C2/zsmf/nTufQ2i8D+Z9rYILFlup0IYAAggggAACCCCAAAIdINCZu5j/pc1n4PXHrjxNj11hYfnR356qJ64+Q49b+fErT4/5iausfpWVc9nHjCQet3X6eM9Dhm/Dxj7uuUU8lrZ5Hk08ausZMq48Q7Hf8xDxiPUNL05XMq51ftisH7Z1PZzlK05XLOezlweJh9J2z6OJB209vvyDvz1dXm7K3jbM+K+NG038J13+P5efLi/H7OVB4zQlY5rzA5cndc+jiX9fdpr+beuK2csjjP+Xjvc8X3HpafLl/pXLXp7fuN/WM3ScqqQ/zb9pzvd5/TenyfN99XxqWh9+/qet5z4Lz8OKX5+qOM5zLu5Ny55HE/+w9fjynoeMX52q2O+5Rfzd2oaOU5T0t873/MrbT5HnlnFJ2pfPXh4Qf0vrnkcTd9t6muKXpyjW89nLg8Rf03bPo4m7bD2+vOcYvzhFST45zVb3tl9YfYh8p/WPJv6SLu85xs9P1lzZ2+YRf077PY8m7vjZyfLlPd9h64zZ2kaab0+X8dwcJympD5J/mran+U+WRxO3pct7nq/4yUny5W71bOF5NPFHW8eI4uKTFMen+RbPFp6TOFFJPinNWX2ofKL+cPGJNv7EmL08aFyUjslnL6dxs+XRxE3p8p5bxo9PVGzPZy8PiBvTuufRxO9tPc1xgpJ6mi/M5QtP1O+9Plc+QTdY+1jE72w9TfGjE/TgPX/yU+4Yv7P6UHF92u95NHGdrceXv+6CE+Tlpuxtw4xrbVxzHK+kPlT2viSuuSDNPzxeXr7G83zE1ekynkcTV51/vK6ydcXs5RHGlel4z/MV5x0vX+6Kej5OXm5EVh8qe18Svz3vOI0ozk3Hp/lyzxaeRxOXpevwPKw45zjFcZ5zcamVxyJ+Y+tJ4lgNmc/2fouYj9NvPOfi11ZujmM1kvqv0uU9t4yzjlVsz2cvD4hL0rrn0cQvbT1NceaxivV89vIg8Yszj9Evre8X9ThGSXmo7H3N8XNbj6/Lc1OccYx+PoL4mY0dTfw0Xd5zjNOP0VzZ2+YRP0n7PY8mLj7tB7rY1tWUTztGsV7PNsbHzVXP2n+gi6x/vuLUdNk0/9jyaOLCdHnPI4pTfqA4Ps0/8mzheTRxwSnf1wW2nqGzj0nj5Ob8Q69beB5NnJ+uw/OQcdL3Ffvz2ctpnGd5NHFuurznIePE7yv2e26Ko3Wu1c85sZHPSeuD56N1jo1vFWdb+5BxwtGK/Z5bxFlpm+fRxJm2Hl/ec1Mcf7RiPZ+9PEickbZ7nr84Sr7c6cen+bijdLqt8/R89nKMoxXbY9nGtcinWdto4tR0+VOPPUpejtnLI4xT0vGeRxMnH3OUTrZ1NWVvGzSOVBx7TJJPyuWTbJmTrH7SXPlInRTbj9Ttt94Sz+P9Ibb9IOk7MZe9PL9xgq1nRPH9IxXHp/l4zxaeRxPHpevwPKw4+kjFcUcfoeO8nOZjc/lYa/d6I45Uo3zEkOVjbD0+1vOQcdQRiv2eW8QPrG008f10ec8t48gjFNvz2csD4ui07nlkcbiS8Uk+6sjDdZSt66gsH+F1i3z28iBxZNrueTRxhK3Hl/cc4/DDNVf2tnnE4dbfKr73ve/psMMOawpvO/TQQ5VFdpGiZ//69Ozvc3l5YPa2wYILFgeToR2BqS7A/BFAAAEEEEAAAQTGVMB/D1HgvQAAEABJREFUUQshxHV62QuePZ6782o9cd05evK6c/XU785L8/mx/PQNP9TTN3j5/JifTutP/87bLdL8lOURxfW+zh/qqestfFmvW/nJ31l7mp+09iet/mQ9W1+sn68ns2zLxXI+W/mJYcST+THXna+4TJa9z8qPe7bw3BznKamfF5d7/Lrzkno+ezmNx2xdj1l5qOzreOza81UfF8tWz7Kt41ELX4fnfGRtnj0etWViv+cY5ym2XZvkRyw/Yu3N2fvOU9b+aBzj9cHj4XSM53w8ck2yzMO57OXB4iEbl4+HrzlXXvf8cOw7V1n29odiv4/xOC+O9bYH07GeH4xjzlPMV5+XjPFs8eA84r/Wn4+m8bYN7/M2z0mcq1b5P1en7Vedq//4Oi3HcZ4t/mPxXwvPQ8UDtp4H0nFZzo/P2jwPFf+2dcT+K89RPV95rh7wuuV/1/O5+nesp9mW8z5fPmbr+39XnZOMybK1Zcv8v7TsuWVcca5iez57eUD8K63/64pz5OV/2XqTbPVYbuT7bWx9XBxvfWm+P5e9PFf89hzFtnz28oC4L63fZ+vzcsz5svXHtt+erdjv9RhZPcn/jG3nyHOMy718tv6Z5vs8p5Evx35vt+W9fG8ue/le66tnK8cxlmP7EPkfaZ/nGJedrXq+7Bzda/V7Lf8jy5dbv5X/kc9W/ruFt/3d+rycZV/Oy549vNwUPj4X91x6trzf8z3WHrO3WXj575Y96n3ZmMvOUmzzusXfbJzXPf/N+mL2tgGRtQ+W7/7N2fI+z3fbsn+zupc9x8jactnH1cPHW99f6/ksxfJvGtnXd7fVPf/Vcsv4tY8/S3d5tvDs4WOz/Fdr97rHXbaelmFjvP1OzxaePXwdWfZyFt7WFL86S7Ge5r/4Oqzs+S+WY5+3DQjv9z4f4+WmbMv92SK2Wc6Xs7Yse1+MS85SPXs5jTt+dab+7GXLd8R1Wb1FviPtv+OSMxXLnnNxe64cxwxSv/2XZ8rH1rONq5ezPm+rx1nJ+KyejvmT5T9ZW8xeboqzlLRn+cy0nsu/SMq32XK3Wbkpe1sufF2xP9dWr6fL3mq5Vdz2izOUtJ8h386tuXrWns9/tP5W4ctl7fnyH39+hmJ7Plv5lkEijk/7vHzLz89UHPuzNGf1NP/Bxs4djbHe58t7jvGzM5TPN3vdwnOr+IP1eXhflh++904/7Y7h7fm4ycbn4+afnS6v32ztHjf99HRl2du9ftNPz9BN1n5TPZ+uG62ej5vS+k2+vqyc5vy4geXf25h8zNX/kzPitn5vOY7z/JPTFeuWb7Dwsucb0r6Yfb1p3Ze7wcdZm+eh4nc2zsPHxHzx6fLyDWn+nWcLz0PF9TbGw9dRH+frvvg0edv1nuOY0+TjvN7I3uZxuvWdputsbNJ/mq6/yMLrab7Os4XnVnGtjY3tlq+N406P68varrvI6tZ+bS77OK8n+TQ1yqdbOa3/OJe9HON0XRPzaTF7+Rpb91zZ27Kw8fUxXk7j6lz28sDwdca2C09Tcz5VV3vbhUm+Kss/PlVXWftVnm3d9ez93mY5tnluEVembZ5bxVU/8vWfqit/dJrF4PkK2wcf4/kKW+YKW+8V1nZFlq3tSq9bvsLWdUXLfKp+G9uT7OUsrrggafPsy/7W6/mw5WJbmi/3bOE5ho317GM8X271WLbs5csvOEVJPjXNSf2ytN3zZTb2sh+eIs+XW85H7Le2pmzLxrrlSy287Nnjsh+eqiTb+my5S63u6/Z8aVqfO5+q39g4H/Ob809JyuenbVa/1MqXpvk3tg4f25x9mSR+beN+bWOyHNdnbVn2di97Hip+dd4piv2Wf2XL/9pyjKycZu9rjpOV1JN8yXlJ/pXlS2wZz/mI/d43WJx7snzML9N8ie3HJbF8iuo5Lmt1y7+0/kacrF+ee4piPc2/sOwR2638S1vXL3P5F2nd8y+s/RdWb8Qpyso/9/ZzTq7Xs/aB2cc1hS0T6/ns5UHiZ2m75xhnn6SYz8nls0+2tlw99nl97vipLf9T62/K3laPkxX7bJ2t8k9i+8n6yVkWVvZ6Paztp7m2pHySkv7W+eKzTtLFtkxTtrafWMS2eeSL0n7PrSJbh/d52XPLOPMkefuPzzxRP7byj9N8US5flGvP+pNsy5xlYWMvtPixlT0ncZI8/9iWzfKPbcyFVs/yhWk95jN8vEWaf2Q5HxdaPR8/OuNE/cjaftQq2zYuSNs9X5COuyC2+XKNyNo8xzj9RNWzl9P4oWWPC3LZy1n80Nbt/fXs47I2K59/+gnyfs/nW/2HVs+yt3vds/fHfNoJ8vL5+ezlNM477USdF8tptnUmY0+U59hvbUk+wcb6uEacG5c/UZ494ri0LV8+99QT47LnnnqCvDxUPsfH2D7FMZ5z4X3nWD1mGzcwn51ri+VcPY495QR5PjuXvdyI4+Xls6zf89mnJvV6PsXqts6z03yW5eY4QUl9HvnktD/mE3SmZ4s77/hTPI/3B2870/bD81lpjnUvZ2HLxLY0n3Hy8TrDymcMkc+MfT7O4iQLr+ezlU+3OMPidOvzcpZ9vbFs7flyfkws+7IWpw0SPibpO05J+TjF+om5fOLxOs3rFqeeZO1WP9XW5+Usn5bWPZ9mY07NxsR8nGLdy2mcYrlV+LjYfsLxcZlTLGf1WPa6h+2L10/2bOvyfHIun3LCcTrF+k6O+Xh5HipOsnH58LFe9+xx0vHHxXV4juHjrc3H1OvWdqKFt3n2yMonHX+svJzlE61+oi1/4iD5BOs7wfpOSPOJxx2nODbN3u5tnk+wtpjj2OOULx+fa4vlbKxni+MtfHnPzXGsknqSjzvuWB1nY4/P8rFJu9ePP/Y46ztWx1vbcbHfx7aOY7P+bGw+x/JxOs7ysWkcc8wxysqeb7jhBvmdFz38va1qtSrPWfjXq5c9h5C8H+blVsEFi61UaEMAAQQQQAABBBBAYAwEWAUCLpD/5SwrZ+1e95Bq3qTnemt6rsfC8rOeLTx7xHar17ONieV89nIWPtbLni2e76km67b8vNUb20rbfazF8xaxL+asL82+XBq+Dg8fm+X6/tiyvp581Pt8ee/3bOHLxsjacjmu2+pZbrU+X7be7+uz8d6Wja33eftQYcvWx1o5W37EOb9svtwrJetK8gu2Lx7eluXn62Nqyto8v5C2e9nH5yNr8+zhfTHPqsXtvZBl356VvS9r87FZxHYfUw8l+zAryS9Yft6Xt+zLx/Fetn3zsq/H9zMpp8ukfbHdl7V1J+uw+Xndw9oa67N2r6fxYpp9nQPHvOjLphHLvi2v57Mt/6LXLfv+x/XFfbbteLZ40SL22bJJuaaY02WSbUu+bAwf5+v0bBH3y3LchzR7OQvv93KyHlt3XK9l226yPlu3LddqH3w535dG9rEtwvZn7jHpNmzdzevIt9f0Uuz3ttbR6NeAsb4ftszsJL9k83lptq/PxllOtul9SXi/t3n2yMqeY8T1+LLZeFuXtfn2X7Kczc/rPt5zPl60bXrds4/1ZeL+eLtHfv9szsk+2Da83eu2DW+Ly1nbi15PI1/Oj/HyyzbWcz18GW/zbXo5zS9bfjlX931NtmX7YO0v+z5YePbI9yXzcJuasnV49ojjbPm4fctxfzx72H74mKytPtb7BgkfE5ex/no5rifZ9sB5ZPVkmeYxjb60Pa5HNoe0bttIlvO2oeOV3Nh8eeDyg/bNSbb5SpZtfa/MSbaZ5fy6fD35qPfll7GyLxtjkPXl15Evv2zL+jp9WS97jpGuJxsbx3jb7KCkLc22fKzns5ez8GW8nM9ezmJgn9ctZljE/bCcLw/c1gxbj4ePzbKXs5gxx/YzriNohuVXrJ7lV7xuy3v2Zb09hs/R+mbYWO/zmGH1V6zuOR+vWLvXs/3ycj1s3Vk5G+f1fNnr+XilL9nPGfVtzasum1eLMX2N9pnZOrOc7vMMyzMtPHvky16PEdcjzbTs4W1ZnmFtM9L9nJnLM22dM60+0/KMbJtpnmk5H7681z17xGXSZWd6tm3k8wyre8y0PDOuK90329ZMa5vhOY182ftmeruNqWcv19cRkjm22OZMb8vCx3s5zd2eLTx7xO1YvZ7jNoO6s2zb7KvE0+z4kIxL52B93QNiZn1dyZjutO45v87GuGDzCIr9NnZgTsYl/V4e2J/VG31K1zV4njlgn7tz9Z64D8myPbHdt53U47h+rwf1pLnbx2flLHtbGj2WPXxczNmYNMf1WNmzR7dv0+ox27JZ7rH2Hqv3pLm7X+qxenc6Ni7rbVbv8Wx9nrstJ2OCuSgu48vVw8enY2Kb1X18j+UY1jcw+zrj2BZ9Pb7tbNmYbZv53GKZXp+Tj+mTejzXQ+qtl0NTORvXm67PczbWy1l/lut9tr58OevPsvfVI1u3LZPv93J9jPV5Od+WL3tfPvJ9+XJ+jJd7Ksl8vdyblbOcbjP2zVUuRafe/iTPypaplNQop+vO+mzsrLiedJlYHjAmHevr8PB9itnHpn2+P8l6gjx7xHG5MXEZG+85iWS/fKzX6/tt+5Ssz/pt+Vm+/5bj+qzsudeyLxP74jqzsen2vc2XsYjr95y2JcvZOK8PFekys9Mct5WVY7ZtxuUbefaA+qy4n95f0mzrm231mG2Os6w+y+pZnp3WPc9O2708K7Y39jdr8+z7FvOAMb5M1p7lWbbO2XFcSUl/I3v77Nhfsv1sxKwWbfVx1ZCMtZyMs3rVl81l297sGGl7LFu/Z1su9qV5jmWP2ZZj+La9nOY5nm05z3Ms1/cjbZ8dt13SHM8Wnj18XJa9nIWvI1uX54HbTPbF1xfiOuP4uD9et4j7kOSkz8Zam2/L63F/bLzXfd2em8L22+u+P55jpG2+P7Gem8e86n3Ztm2bfXE53zfbJ6sny1rdyn0Wc2IM7EvrcR+C+mwdydiSGusuJRaxr5SOSfIca8tHX60UxybrKdXH+hhv8+yRlftsn7yc5TlpfU4tNNZj5T7bTp+tO2YbM8frlrN6c25st76ML+vhyw3M3jZYDBxr9X6LuF7Pvg8xJ9vst/V4+P7EnPWlOVk2yHO/z8vavezj4zpteS/HZa3s2cP7suzlLHzZfMRlbZ2efYwv0xTW5/XY5+VaWUm5nO5TqSn7euL6bV+ScdZfTcdm2dZT77NyHD9ErmR9ts6BY7M+zx4D+7N6o6+spFxu2u9+m1e/bcf7KlauxHI2ppGT9lJcR0WluA5v82U9srLnVtGfLZNl346V41jL/fVtZ+suJ9vK2pXW89nLWcT1pWOyZebKJfm+Z9v0XLVte1tNjYudvO599ezrtqhaxHbPvlwuV20/qtZWTXPFt231LFe9buE5ho+zeqWefd/Kqvoy3ma5msuVuC3rz+Wqlas+LstWrqQR2608aI7bLqlqORmTrLua22ZStva4Hs/DjPw602VrlmvpurNctbYsamnZs0fW3si+7ZK9sw01Ze4AABAASURBVNHIybiytZVUDWVVbf21mEvWVpaXa/W2cuz3MR6x3fsGRL0vlOL4muWarbNm+5fPVa/HZdNxsV5SHOfldBnfr9jm9Wxdnn3ZLPt4q8uiloWP93Ka5TmNfDmO93Yfa5FfRyxnfb4tKyuXZfWa1WO2Zb2crM8v7Svb77WNXLOx8v20XMuWsbIvm49a2pasx9dRVtYm20Yca7neZuPz5dhvbZ79vSwPv0gxC68PDNvRuS5i9LaB4bMZ2EYdgU4QYB8RQAABBBBAAAEEEGh7Af9FLYQw1356exb+i1024A+PS7tdVdFuV1b0Mc8WnocTH7exTXF1RbHuOUZVH7f8iasb+RNpvVX+pI2LcU1V9ezlAfGptO55qNj92qp2t7FN2dsGxKfTuueh4jPX1fQZG9uUr6sq1uu5ps/6OAvPQ8Xnrq/pczYuZi8PEp9P2z23jN/V5O1fsDx0SN6/x+8aeQ9bxusx3yDFcsw1fdGzheeh4kvpGM9N8Xsp1tP8ZcvDiT3TcZ6b4sagWL9R2tNiL6+nea9Bc9DeNm4vC88xbkra9s5nK3/Fwts8DxX72Djv3+fmIC83ZW9L46u57OW5oyRv2/fmNP+hpH1tmX3z2csxgr4WcylmLw8W+9k479vvlpK83JS9LY39c9nL84qv/7Gkr9syMXv5j2U1yiUdkNY9H2D9B1j9gHy+tRzHHJDmAy0PFd9I+z23jNvKiu1pPsjyUPHNtN9zy/hTl2J7kvUty9/6U3lA7krrXfp27E+yl+eK29M+zxYHzyO+k/Z7boo7uhTrnnPxXSs3xzQl9eZ8yB3TdIiNPeTPLbK3pXGo5eHE92xcjL9M01zZ29I4zPJw4vB03OF3TpOXY/byndOVlJN8hNWPsPbmPF1JvZGPvCspex4qjrJxQ8Zfp8v7j85lLw8W37dxzbGAknqa707yD3L5B3dP1w+s/oN6XiCtL6BjrH3I+Fsy5thc9vJgcZyNaxn3LKDY7tnieIvjLDw3x4JK6kk+4Z5GPsHGn/D3BeVtTdnaTrTwNs9DxUk2zvs9x/jHgporW9vJFidZeB4qTknHeI5x70KaK9+7oE719jR7OYmkPSkvFMecZuO8fto/F5KXm7K3pXF6Lnt5sDjDxnnfGfctJC/H7OUBcWZaP/O+heXlwfJZ9yf9ns+yZWK2toH57LTN81Bxzr8Wlvd7PseWidnaBsvnWt9Qcd7/W1je7zmJRTRUPv//LaJGLNwo/ztp/6FnC8/DiQtsbFM8sIhiPc0/8mzheThx4QOL6kIbX8//Seu5fM8L07NTbf3Y2oeKi6y/Kf67qGLds8XFFhdZeB5O/MTGxnhwUdWzlwfET9P6Tx9cTD+18k8HyT97aDH9zPqasrcNiJ+ndc9DxS8eXky/sLFN2dsGxC/Tuueh4pJHFtclNjbmRxbTYPlXPs76PbeMRxeXt//a8q9tbMxeHiR+k7Z7borHFlesp/lSy0PHEvL+y9Jxlz22hC6z8mVZfjytp/lyzxaeh4rfpmM8N8UTSyjW03yFZwvPQ8WV6RjPTfHkEop1zxZXPbmkrkzzVUPkq22c91/91JLyclP2tjSuyWUvDxbX2jjvu/bpJeXlpuxtaVyXy16eO5aSt11v42J+Zil5+fp8fmZJxbrl33m7heeh4oZ0zA3/W0pejtnLA+L3ad3zkPHsUvL+Gy0PFTc9u7S83/NNNnau/NzSim1pvtnyUPGHtN9zy3h+acX2NN9ieaj4Y9rvuWW8sIxiu+cXltatlm8dIt8W+5eR56Z4MW3znIs/WXmouD3t9xzjpWU0V/a2NO6wPHQsK+//80vL6s829s8vt8jeFmMZ/cXycOJOGxfjlWU1V/a2NO6yPJz464xl5eM8N8dySupJvnvGcrrbxt79/9m7D8DKirJhwO8k2Q67sLSldxAQLBQLCiq23/opNvyw994RG/bup6LYBcSCvSNWFBAUVHpv0nvZXlPuf+bcvSHZze6mnCQ3N8+SOXXmnZnnnoRs8t7Zde2X5PtbxIV99vl4XeWiot56y9ItIt+/uM8+H6+rXFLUW29ZtmXk+5f22V+6bIvI5/fvt1x9vmVcVtQbsCxffW/1/vK8L0rer69cUdQZsKzYMsrreV+UK4tyRVHyvn/ZKurn9f1VK+7fX1XUv2rlVnFVca2+3zLKfXHt6qLk47xfX7mmqJfv531ZVm0Va+2La9cW5Zqi5P36ynWr6+R9WTrnRX2/VVzXmUtxXuz/m6+v3v93rf28yPdzub6oV+675kU+vj7vByg3rL6W9+srN3bPi3w/728s2pT74tqa+5tWX8v7/mXrqJ/X9zf33L+/uWiTz2/umRc3F9dv7t1vHbeU5/V9Pl5XubVWr5P3gym3FfUHLLF15Ou3531R8r5eton6fuvV+8Z5fX9HbBN3FPV79ymfF2X1/s68L0reD6bcVdTtV9q2ifJ89f7uvC9K3g+m3FPU7Vfat43yPO/bt4l7++zvXX1+b3FtXWV52+ze7+XvK+rd17Ft9O6L4/lFydfyfjBlwZRtY0HRpt8+X1ujLFx9vnDKdpGP17VfNHW7WFTU7bfP19Yoi4vzwZQl07aLJUXdfvt8bY2ydPV53q+vLJu+XSwr6pb7fDx9+6gf998vX3097/uVGdtHeb56v6LYD6asXF0v7/uVmdtHeb56v6rYD6Z0rq7XOXOHyMe9+1mrz1fvu/J+1vaR9129+x1Wn9+/7y7q5Tp5369stEOU53lflJ6idBcl79dXaqvr5H1ZNt4hevf5eHWJPvt8HBvvGFFcizX2afV5mr1j5ON++3xtdWnrs8/H6yrtRb18r33OjpGP++3ztdWlo88+H69Z2qbMjJRS5N9ndXV1lfu8ymIu+Vrj91153/uJu8bBmvfa1rjvlAABAgQIEBikgGoECBAgQGAoAvkvY+sqjTi1xoE9AQIECBAgQIBA0wgYCAECBAgQIECAAAECBAgQIND6AmY4sEDjd1v5bk5YzKWRrJgTFnPJ9/rWy8eNa3m/ZpGwuKaIcwIECBAgQIAAAQIECFQgkP8yllJ9dcV8nEOmlMql8PNxvpZL/otcbXWmYr12vjtpiokSIECAAAECBAgQIECAAAECrS9ghgQIECBAgAABAhNUIKVUrrCYh58TFXPJv9vKJf+eK5d8nO+vWVJK5aWU6vvypNhIWCwQfBAgQKA1BcyKAAECBAgQGE+BlOp/+cp/UWuMo+9xvpb/Ale/Voucs1jf5jsKAQIECBAgQGCwAuoRIECAAAECBAgQIECAAAECrS9ghgTGRyD/HiuX/DutnKw40AqL+X4eXd7nko9zyce55OO+RcJiXw3HBAgQIECAAAECBAgQ6CswCsf5L2b5L3V53yi5m5zemCLlQ4UAAQIECBAgQIAAAQIECBAYSwF9ESBAgAABAgQIECAwoEBKKVKq/wtijWTFnLiYy0C/7xowyBoXJSyuAeKUAIGxE9ATAQIECBAgQGAyCKSUymnm5MTyoNikVL9WHEbjL3P5OK+ymPcKAQIECBBoJQFzIUCAAAECBAgQIECAAAECBFpfwAwJEGhNgfz7rUbJCYv591p9S+NeY58V8nHer6tIWFyXjOsECBAgQIAAAQIEml/ACJtcYM2/kDXO8z6X/Be6vE+p/lez+9MYm3xihkeAAAECBAgQINB0Ag+cOyNOP2S7eP9ec5tubAZEgMCIBQQgQIAAAQIECBAgQIDAuAiklCKlesm/1xpoZcX8u65c8gDzPqX6ioz5PKX7j/N5LvXfiuUjhQCBNQScEiBAgAABAgQIEBg9gfwXthw972u1nnwYteK/8sCGAAECBMZQQFcECBCY+AIv322TOO0hc2OfKRFv23bjOPvgbSf+pMyAAAECBAgQIECAQKUCghEgQIDAcARqteK3V0XJyYq55PPGPh+vWQbTh4TFwSipQ4AAAQIECBAgMDwBrQgQiPwXtQZDSqlx2Hu93/24/35vRQcECBAgQIAAAQIE1iPwit02iU/uMDPyD/tTao+U2mKfTTaOvz16+/W0cotAxQLCESBAgAABAgQIECBAgEBLCqSUIqVUzi3/TmugZMXyZrHJ94td7+/A1jzO57nkn2HkvTIBBQyZAAECBAgQIECAAIGJIdD3L2j5OJc88sY+H+dSyxuFAAECawg4JUCAAAEC6xJ43e6bxse3n1n84qCtKO3R1tZWlPZonzYzDtp2u/j7Y3ddV1PXCRAgQIAAAQIEmkzAcAgQIECAQDMK5N9l5ZLHtr5kxXw/pXpiYz5eX2lb3033CBAgQIAAAQItLmB6BAgQGBOBlO7/C1pK9x/nzut/yatfq2/zVYUAAQIECBAgQIDA+gWO3Hvr+OD206Mtta0uHcU+l7ZItVrElKnx0B13jNMlLWZIhQABAgQIECBAgAABAgQIEBiGQEopUkply/w7rb4lX2ycN47zvlHyvcZx331b35Nqj0UjQIAAAQIECBAgQIAAgTUFGn85a+zr92tR/Eq5KHlbv2JLYOIIGCkBAgQIECAw1gJPP3DPeMUxH44FBz0+GqsqtrW1rz7uiLRqVcTKFRGpPQ7cbrs447G7hT/rF3jVs58WfzjuM3HJT0+Iq375vbjsZyfFb7/4iXjOYYeuv+EkvbvrdtvEx9/4yvjHd46LM799bDx8332aXmLWjOlx9Mv/N/76zS+Ur29+nS/+yQnx409/MB71kP3iU296dVz60xPj/B9+K976wsObfj4jHeBB++wVx737rXHhj46P73z4PQOGm2wmAyI04cX8LOevWad++dNx0Y+Pj7ccMfDzesSTDot/nvSVuPznJ8Xxx7wrcrsmnI4hTSgBgyVAgAABAgQmo0D+fdaaJTs0ruXjXPJ5SinyPp+vr7St76Z7BAgQIECAwDgL6J4AAQIEWlKg8Ze1xj5PMr83LUXKhwoBAgQIECBAgMBkExjCfJ9x4J7xtncdFWnmJnHPo58dCw58XLSl9qLklRbbI6W2IlrxfeXSJRGLF0R0dcUBm20apz5ql+L66HzkJJicPPOLz30k/vP9b5TJMTkZ7MpffDf+9b2vxwkfPKpMCGv0fvRLj4hvvv+djdNx3efEu+999H3xusOfERdefW184ts/KPftbSn22HH7+PDrXl4m5o3rIJuo8yc8fP848UNHxy8//7EymXOzOXOaaHTrHkpOzvvJpz8Uzzz0kfGnf/47PnfSD+O/t9wWUzs64sF77BZfe+9b4/HF3KYU57OmT4/HHvjQdQeb4Hde9synRE50+85Hjo78es6YNnXAGe2/1x7xsP32jslgMiBAE17Mz+oX3/nGOPNbx8Y7X/T8yF+/2tvy1/yBB/vYAx8Sc2fPjva2tnhQ8Zw/Zv8HD1zRVQIECBAgQIAAgbETmIA9pZQipVSOvO/vtcoLqzeN63mfUr3u6lsD7tb9XeyA1V0kQIAAAQIECBAgQIAAgZEKpJR6/3LXN5b1FftqVHfcl/XLAAAQAElEQVQsEgECBAgQIECgVQSeftCe8dZ3vSvapm8UHW1TyjL/sUfEwoMeF21tjWTFxmxTxPJlEUsXR3Suiv03mdm4Uek+r0T35699rkyeyQl+N95+Z3z/1D/HUcd+Pd79pW/Er04/K+ZstFEc9+63lIlujzvgIXHI/g+OjWeNzniGOrn3veLIOGDvPeJv510YR3/pm/HDP54WL//Qp+OfF19ergrR0d4Wj9h3n9h3t9FL+BzqmMez/oxp0+PMwupv/74genp6xnMog+57523mxfteeWTstPW8+PlfzoxPnXhynPjbP8QbP31sXH3jzWWcqR1ToqurO1Z2dsbSFSvib/8+v7zekptaLX74h9PKhM31ze+8K66Ov59/8eQwWR9Ek9278vqb4jun/DGWLC2+vm9gbH88599xz/yF0V18rl509bVxevG5u4EmE/62CRAgQIAAAQIECFQvkJMQc8mR875vyddySan4GUQ+GGSRsDhIKNUIECBAYEABFwkQIECAAIFhCvT/C139L3L17TADakaAAAECBAgQGD0BkZtA4ICtZ8Y73vzGSNM2jva2KdHe3hHt7VOioyiLDntRLDjosQOMsvgOs7u7XGXx4kXLB7g//Et5Za+8MuFrn/PMcgWvS6+9Pl7+oc/E4e86Jj5x/Pfj16efXZZ8nK+99JhPRl6p7avvfVu5KticjWYNv/OKWr7w/x0WD37A7tHV090veWvp8hXxsW9/N664/qbo7OqKi6+5LpYsWxY/+cyH4pmPObii3ps/zP+9/fXxsTe8ot9Af3PG2WWy31//fX4sX7mq371mPTn8sENjt+22jRUrV8aVqxMU81ivu+W2+Nz3fhK33Hl3mZT3y7/+PfZ73svjoUe8Kr548s9zlXErefW8b7zvHaPS/4m/+X1873d/iouK53pDHRzztROaxmRDY50M9/MqsF//+W/ihF+fGnfNX7DBKf/8L2fEwS9/Y+x9+EviFR/5bOSvbRtspAIBAgQIECAw2QXMn8BaAimlchGOlOr7RoWUUuNwyHsJi0Mm04AAAQIECBAgQIAAAQLVCKSUIqVUBKuvrViL+r644IMAAQIECBAgQIBAr0BOVvz+M3eNHf/zs5jatapMUsyJih3tHeVxTmBc9oSXx+KHPb63zf0HKS5f2RlPOPO6+y+N8CgnK37+HW+IA/fZs4yUVyN88TGfiH9ddkV5PtAmJ9q85uOf6125MH8XnP8p6YHqjtW1Rz9kv8j//G9nZ3fcctfd/brNyWzPesf744HPfVm89XPHRU56yyv09avUwieHPPRB5cqSKeVXau2JdvcUf3vpmRgrLD7yQQ+Mjo72cuXEvNpc39mcef5Fcdhr314m5X36pB/2vTVux3lFyMc/bP+YNnXqqI7hrnvnlwm5o9qJ4GsIVHOaEw/99KAaS1EIECBAgAABAgQ2LNB/AY776+frjbO+x41r69tLWFyfjnsECEx8ATMgQIAAAQIECEwggRRpAo3WUAkQIECAQBMJGAqBFhY4cOuZ8YNn7hpzVq2ImTdfHdv/7tiY2rkycpJivXSUSYsd7VNi2RNfHgse+ZR+GpevXBUH/uXqftdGevK+VxwZe+64faSU4ta77oljT/7ZoFbuykk2eeXCnAyYkxX33W3XkQ5lRO2323KLQbXPCZpPePiBhXP7oOq3QqVnPe7RMXfOxuucSk78W7pixTrvN8uNA/beMzabM7tZhjOocTz/SY+L7bfaclB1VSJAgAABAgQITDoBEyZAYMwFUkrl3/+r7FjCYpWaYhEgQIAAAQIECBBoQQFTGjsBKySMnbWeCBAgQIAAAQITQeDAebPiB8/aNeZ0rYj2xYsjdXXGtHtvjC1//ZmY0rkicpJio+T5dHZ2xfyHHR53HPKCfBoXr6g+WfHVhz899t97z/KXFV1d3fH7s8+NvHpi2eEgNjlZMf+zwitWdQ6i9uhWaW/fcAJiTqx8/ytfHDtuPXkSyN525HPjsIMeWr7Go/sKjH70jvaOYh6j309VPRzxpMPiOYcdWq4IWVXMocRRlwABAgQIECBAgAABAmsK5NUTc1nz+kjOJSyORE9bAiMXEIEAAQIECBAgQIBAIZCKElHfhj8ECBAg0HoCZkSAAIEhCxy49aw4+fB6smLbksUR3V0RxU/0U6rFtHv+G3N/8dHo6FxRrrSYg3d1dUXnqnq5d49Hx9+32isecVq1Kyvm5L3/98iHxfSpU3OXcef8+fGXc88rj4ey+dM//x0LliyJrTbbZCjNxrxunu8n3/TqeNi+e0VKacz7H48OX/msp8aRT358TJsyZTy6n9R9PuPQg+P1z3tmbDxr5qR2MHkCBAgQIDDBBQyfAAECLSeQUir/TpxSqmxuxY83KoslEAECBAgQIECAAIFxENAlgVYQqEWtmEZ9Wxz4IECAAAECBAgQmNQCB24zK37wnF1idvfySEsXR+rujNRWi5QXBGwvfkFQ/GR/yl3XxkY/fl+kFYujq7MrOlfm0hmrVnXGfVecHU8+4aeVGz7zMQfHjtts1Rv3ptvvGtLqio2G1992RzzvqA/Fr08/u3Gp3Of4P/vsh+PSn54YH3/jKyMnDH7kdS+P877/jbjyF9+N337xE/HgPXYr6+ZNrv/DTx4T5//gm+X9q375vbj85yfFP078Snz6za+JjWbOyNX6lVO//OnI9XLJ/9Rzvpn7+cxbXtt7/fyTvxXHvOrF8cv/+1g88eEHRHtbAV5UXLPedz78nuJqa3zsvM28OOGDR8Xb/vd5sVGfhLm82l+2yuXMbx8bD993n/VO+K0vPDz+fvyXytcjvxZ/+MpnIyfira9Rdn37kc+L077++bjsZyeVr0Nue9YJX46jX/6/5XNQbz+4bR5jHmse80kfOTq22mxu2TDv83m+nkuuk+uWN4vN857wmOj7/BWX+n00xvnXb36hfCbz85efxx98/P3lM5uf28+/4w29bXL9PP6zTziu9MjPcH5Wf/zpD8Y33veO+PlnP9JbNz9/H3vDK2LLuZv2XnvEfnuXFnms+ZnM/fXeHORBYwx5zJettr3kpyeUfQ8mMXJDJnkY8zafG3nsffvIY77wR8eXn0P5Gcr11lde9synxO++9KnIY8ttG1YnfujoeNRD9ltn0zy//OzkvvPXiWy0vtckB8p9/foLH488vtxXLtkmx8ivV46Z661ZDtpnr/jSUW8uX/vvrP7cz3Vzm8ZrnJ/bNZ/5NevkueW+XvaM/7dmF5Wf9x1z/tq3vg6yc/bOz2geY3bJRvl5zfcGajvQ3HL73GbNZ3yg9q4RIECAAAECBAhMDIG8umKjVDXi+t+yq4omTusJmBEBAgQIECBAgAABAmMiUPzaOVLx35h0phMCBAisKeCcAAECBJpGICcrnvycnWN2z4poW7Io2nKyYkcxvKkpYkqKlI/bUuRvHdvvvCam/fA90blkSaxaWU9WvOe8v8ST3/veGI0/D9xl55g5bVoZOv+y4qY77iyPR7LJyU5HveQFkRN4cpLhvrvtElM6OsqQx7zqJfGcxx9aJtCllGL3HbaLZx92SHnvnS96fuRkxn123SlOOeuceMyr3xovev8n4t+XXRGbzN4o/uexj4qnP/oRZd2+m8+c9MM46tivl+WG2+rjX7piRXzphz8vr+V7H/jq8fHHc/4dX/rRL+ITJ/wg7pm/sAyxZr2v/+w35fVW2Nw1f0H8+E9/i/ce980474qre6f0+7PP7XX5+PHfj0uuva73Xt+Djo72yAlKrz78GWXSXUqpTPTMiZBHv+yIeMLD94+B/uSEqp98+kNx5FOfEJf994Y45usnxIm/+X0sWLw4tth0k3jp054UJ3/iA9FILh0oxprX8hjzWPNrmfeN1y/v83m+nks+vmv+fWWy3T++c1z5PPV9/hpx8xhzotqZ3zo2XnP402PbLTaP1NZWfC5ML9q8LA7Ye8/ymc3P7aEP2S+edsgjyyTLLx/15njhkw+Lf11+ZTz1zUdHfkZ/dfrZsfv228VjDnhwzJg+rdFFnHr2OZGfu+zduJhfhzzOXPK9cy+9onFrUPs87mz7kqc+MRYsWhJv/dyX4tBXvSV+cOpfYod5W8b//r/HR0d7zoLuHy5/TuYExPWZNFrk5MD8uuekxJUrV0Xu46EvfFV88eSfx4pVK2PvXXaMY17zknjbkc9tNOm3zwlvX3znGyN/Pm+2yez46k9+E7n9R751UuTPt0c+aJ84/ph39SZu5iS6M751bLyomNNwXpPPvvW1ZV/bbbF5fPuXp5R9vfHTX4xrbrolttl8s8jP23Hvfmv5+jUG+rJnPiVyst93PnJ0POkRB5Zfj/K9/EzmZzO32XzTOZFS6n3mP/DKF8Xhjz+0fG6/8+Gjy7iNOiml8hl6w/P+J4540mExGn9eto4xr6uv9xfjPe7db4mtN58bx//61PjwN04qvpZeVT7X+TX+ytFviZyM3Ld9fu2G8oz3beuYAIFxFtA9AQIECBAYokBKqfx+d4jN1lu9bb133SRAgAABAgQIEBixgAAECBAYrEBtsBXVI0CAAAECBAgQaEmBg7adFT967i4xu2dldCxdVPxCoCtSTlKc0hZtHcUvCNqLaeeVFqMnIhUfqRbpzhtj5u+Pja4VK+Lu806Lp370YzFaf3bebptIqei46KCruzvuXVBP5CtOh/0xY+rUWLRkWZz8+7/E3fMX9MbJCVU5Eey7p/wxcmJkTpDs7u4p6i6Npz7q4fG8Jz62/KepL7vuhjjmayfEHffcF/+67Ir4yDe/G7fedXcZZ9PZG5f7vpvT/3NhubLjr08/O7p7uuu3ahG3FG3ytVx+d9Y5ce4lV8QpZ/4jrr7xlnXWO+eSy+rtV28n8m7p8hXxx3/+u7RZ1dnVO5WcNJZNcsn3c73em6sPUkrx+uc+M3bZbuv4wg9+WiaBffib34m77ptf1pg7e3Y8+ZEPK4/7bnYtnqf3v/LI2GrupvHZ7/wo3vyZL8XP/3JGfOrEk8vk02tvvrV83vbccft4/ytf3C+JrG+cNY/zGPNY85j7vn759c7n+XouuU6tpxa33HF3nPDr38d9CxevGao8zysRXnDVtfH7f/4rVnZ2ltfy5umHPjJWdXXFT/9yeixZuixfKu53lc/o/z7lCbH/3ntGfj7f9rnj4rpbbiuf0ZyI9/Wf/yZWrFpV1m9sGs9l9m5cW1W8DnmcueRnMj/jjXsb2jds8/6c4ll+0Qc+Hn8+57xyDNn38z/4WSwrXvOU6p/PfePlz8kNmTTqv+a5z4j8+ixfuSp+UHwO5z6y/9d++qv47Rn/iK7ic3balCnx+IP2H/D1e9/Lj4wnPuLA8nPsxOI1yO1y+5N/f1p89ae/6XVdtmJl/OXc88rn85S//zPuXbgohvOa5L462tvizAsvieN+/MvIfeUxf+2nv4r5ixeXz9uDdt+lHFNjjlGrxQ//cFpcef2NvZemdLRHXk0zV/ae9gAAEABJREFUf0165xe/Xj7zX/7RL3rHO3ujWfHUgx8WX3jHG2LbLTePPLdnv/MDkZNkb77zrjJOfq4Of/wh5XHVm87iOc1jvvia/24wdE4mfe4THhMXXHlNHP6uY+IrP/lV/PCPp8WR7/9YHP+r30Vn8YxPL75OH/mUJ/ZLsBzqM77BgahAgAABAgQIECDQtAL57+O5VDnAiZ6wWKWFWAQIECBAgAABAgQIEBgngVT2W9+WhzYECPQXcEaAAAECBFpe4KBtZ8bJz9slNqotj/bli6ItdUdbTlaclsqkxWgv9vkn+qmgKEstutumRXf7tEi3XhsXff0d8bSPfrS4OXofczaa1Rs8J2rdcvc9vefDPbj+tjsiJ3B9+5e/i+tuub03zAN23CF+/Oe/1ZPXPvCJ+NpPfx2fPumH8bnv/Th2237bmLl6dbrGvtHwultui5vvqCcEtbVlsMYd+9ES2HyTOdHZ1RkvKl6nb/3ilDIJLCec5US7rq7uMglsr513XKv7Vz37abHr9tvFKWf9s0yQ6lvhuuJ1/Pv5F5UJbymleNCeu8YzH3Nw3yqVHPd9/q695ZYBY572r/PixF+fGqeceU4sWLS4rDNj2tSYO3vj+Ni3vhfv/8rx8bpPfjG+89s/xlFf+kacWYz7IXvuVibUZpeyQZ/NN3/+27j02uv7XKn+8I0veHbsseP2cd+iRXHyH/5cviZ9e/nhH/4SV954c99LvceDMWlU3nHeVuXr297eFhvNmNG4XO4vuua/sWLFivJ445kzYt/ddi2PG5tDHvqgeMwBDylXJcyrX/7jossat8p9HuPVN99aHmfvnOSZV5v87Hd/FKeedc6QX5Mdt96qfE1ywFnTp+ddb8nJq3kM+cLUqVNih622zIdlySt+fu93f4oLr7ouenp6ymv77LpznHf51ZGTEHNic058zAmQvy2e5Uadh++3TyxcujRe9P5PlF+7cvJqTsA+oXiWGompW266STx8333KmFVuvn/qnyOP+dxLLis+N7vWGTr3/azHPKpMAD325J+t9Zz88q9nxm1331u2zwmWTzvk/lVrx/sZLwdl06oC5kWAAAECBAg0mUBKqfy+P6VU2cj8bb0ySoEIECBAgMBEFTBuAgQIEBh/gVo5hFrU9+WJDQECBAgQIECAwKQRKJMVn79rzK6tiI6VS6K9rTvStLZIU4uSV1bMJRXfKxa/G0j5e8ZiX2ubEt0xvSy/vfm+eOWfLtyA18huH7D3ntEvyacYTlfXuhNhhtPb8pX15Kbc9rL/3hg5sSsf55Xljv3hzyMn++TzvLLaXfMXlMlsl163duLX7ffel6spYySQV7v7xs9PKVfv69vlNTffEis7O8tLG82Y3i8x68F77BYHPXCv4v6quGQdyXvX3HJbeT8HmDltWjxgpx3z4aiV1blo64y/dPny8pnLFbqLyr8/+9y48Opr82m5uucnT/h+nHXBxeX5jGn1hLi9d96p36p05c1ic8k11603kayoMuyPvALpwQ96YPkLxbxKZV5BcKBgV91wczSS6wa6n68V08y7dZaLi3nkVRRzst+FV1/Xr16+1kjMa2tri7a24gtXnxr77rZzbLxRPckxJyNecu3aqwFec9MtkVdySSnFQEmvQ3lNLr3m+li4ZGm5uuVFq1+3PsOJe/ussLnmWHO9hUuWRH7d8/HF11wbebXMfNy3XHDlNZFXm8zX7im+Rn3lx7+O64rnOJ83yn9vuaN3JcaNZs6MrTbbpHGr8n1PT/GFej1Rn3zwgbHFppvELXfe1fss962ek1fvuLeesJivb7flFpH/X5CPx/MZz/0rBAgQIECAAAEC6xOo9l7+nrxRqorcVlUgcQgQIECAAAECBAgQIEBgZAIp0sgCaD1+AnomQIAAAQIECAxTICcr/uAFu8Xs2vLoWLUk2tq6VicqRqScqNhWfI+YkxXzT/NrPRE9tail9uiKGdHVNiO++9974k3/GniltKjwz70LFkYj+azCsP1C3bd69bp88da77867srz8gW3x+2d39Jb37HRZrPzDu+Kmk18RD73tO73XG3UOuOOk8t7CS35Tts+bxr2++44zP1DWu+eXb4jXbfavteIc/8T23FTZgEBPT0/0FM/lmtVWdXZFV3f3mpfL8wP22TM2mzO7TIL9xBteGVf98ntrlXy9kSSbUorttty8bDtem5xQlxPrcv95bjfcfkc+HLDcu3BhmWiXV6V710teEMe86iUxb/O5vXXz6oM5Aa73QoUHjzvooTF71syy/xtuu3OdkXP/jQS8dVbawI2jv/TN2Oc5L4nHveZtcc4l/VdI7Nt05vTpscWmc/peiq02mxtT2jv6XVvzJH/dWdczlOsO5TXJ/8zxQS96bTzo+a8o/9nj3H6gMqWjIzbfdJOBbvVeKx753uOJfLDfbrsW/89pi4c9cO+1Pv8an5P5XmOOOfF43uablafj+YyXAxjPjb4JECBAgAABApNMIKUUKaVKZ91WaTTBCBAgQIDAKAgISYAAAQIEJovA+tc+mCwK5kmAAAECBAhMVoHJOO+Hbz8zTn7BbrFJWh4d3Uujrb0r2spVFdsitRclJyu2Rf1PrfhusSi11BZdaUZZvnPtPXHMhbfX74/yNq+01TdxqL0YX16Za5S7LcOfcGlP3L4souhyUCVFLWo5ubPYlwGKzUBto6hT1iv2bam2VuwTL+spWvoYrsD8RUtixcqVAzbfYd5WMW3KlFi6fEUcdezXY89nvWiD5eUf/syAsZrx4l//dX4sWlo8tMXgZs2YHv/7lMfHb7/wifjkG19VJi7+/uxz48Uf+GRxt/qPPXbYrvxlYv58zQl/1few/oj77rZLOc/Pv+N1seXcTddZOY8tjzFX6Ghvj523mZcPx7TM23xuvPbwZ8SpX/50HPTAB4xp3+PdWV4pMScN53H88+LLN/j5lz9H9z/yNXHKmf/ITWI8n/FyADYECBAgQIDAhBYw+IklUMs/iyhKlaNu/KijyphiESBAgAABAgQIECBAgMCQBFJZu74tD6veiEeAAAECBAgQINBkAg/fflb84AW7x5y25dHeuTTa27qibUp7pI62oqSyRFse9OpExbyCXU9EV21GdPfMiG9fc2986MJ1r/CWW1Zd7rjn/n8atKO9IzafM7vqLtYZ7zuXFpNf593qb/zt5lqcdWthP4LQz3zMwXH+yd9a58pljRXMxmKfE7JGMJXKm+aE15RSRPHR0bH+VfZiAv753VnnxBd+8LO4Z/7C3tHP3mhWPPuwQ+J3X/xkvP+VL4qcyNh7s6KDh++7T8wp+qko3JDCPO8Jj4mfffbDcfIn3x8P2nO3+Nlfzoy75y9YZ4z8T7svWrKsvL958bXkwQ/YvTzuu5mz0UbF18a2yL8gveL6G/veGtHxQfvsFV866s1x6rGfihc//YlxwVXXxHmXXz2imE3UeFBDyV/D86dgrtxW/r8mHw2+jNczPvgRqkmAAAECBAgQIFCVQEopUqqXqmIO41vQqroWhwABAq0iYB4ECBAgQIAAgZEK1Mq1X+rbkcbSngABAgQIEBgdAVEJVCeQkxW/f8RuMbtteXT0LI2O9q5IHe2RprRFygmL7en+znLOXE9PRFHKZMXajPjm1ffFRy+88/46Y3R09Y03R1d3MZaiv472tthxDFdEO/OWnjjj5nrfRfej+tFVdHNiBQmS5156RXzgq8dHXkFwvMtnTvrhqJoNN/i0KVNj9+22GW7zpm73wz/8JQ4/6pjIiV3LV67qHetGs2bGkU95Qnz1PW8tV1vsvTEKB21tfb6WjEL8HPJRD9kvfvG5j8aHXvuyaEtt8bpPfDGe8qZ3xz8uuqxMNMx1Bipnnn9R/P2Ci6O7+No2c8b0eMYhB/dL4swJnQ95wO7R1tZWJj7++vSzBwozpGt5RcXPv+MN8e0PvisO2HuP+NrPfxOPfOkb433Hfbscx5CCtVDleZttNqwVLpvhGW+hl8FUCBAgQKCpBAyGAIG+AvkNRI3S9/pIjttG0lhbAgQIECBAgAABAgQIVCIgSORfI6VyC4MAAQIECBAgQKCVBXKy4g+O2C02aVsWHT2Loz11RpraHjlRMdqKH9mntHr6tYie7ojunqh116Kre3p09cyIr105Pz560V2r64zt7h8XXx4LFy/p7XTPHXeI/M+/9l4Y5YMTL6tFxf8K1YAjPvGynrhjaeE/4N3BX7zjnvvKZLWcaDXe5fT/XDj4gY9hzZz4uu/uu45hj2PbVX4G3v5/X4nD3/mBOPXsc2NlZ2c5gJRS5FX+3vrC55Tno7GZ0tERW202dzRC98Z85bOeGl94++vjATvvEL894x/x7GKeZ11wce/9AQ/6XPzIt06KnLjY3VOLh+27V3zmLa+NXbfbprTJCZ177rR9LFyyNL76k1+X9fo0HfJh9j7+mKPiKQc/LG649fZ40fs/Ed/6xSlDjtOKDTbfdE484kH7DGtq4/mMD2vAGhEgQIAAAQIECAxZIKUUKaUht1tfg+KnH+u77R4BAq0gYA4ECBAgQIAAAQITQ2DkvxKdGPM0SgIECBAYHQFRCRBofoEyWfGFu8WccmXFZdHR1h1tU6ZEas8Ji0VpL34BUHzU8vrbtWLbk0tPdHd3lMmKx12+ID5+0d3jNtGcWHTuZVdEXlkhD2KruZvGkx5xYD4ccvn0m18TH3vDK4bU7rYltTjhsp4htRlq5avm1+KnV41uH0MdUyvWv+2ue2JVVz157wE7bh9HPPnx653mh17zksgr4623UhPfvO6W2+JtnzuuKF+JG2+/sxxpXjkwJ9FVmfR7ybXXxdLlK8r4eZOTivNKhfm46vLwffeJFz/1iTF7o1lx/a23R04+HGofeawn/Or3cfMdd8aCRUvi4AfvG6d++dPx3Y++Jx64y85x1gWXxKs/+rn44R9PG2roteq//nn/E7ttv20sK3xO/O0fIr8ma1WaRBfOueSyMhk0T3nW9Onl1/L1PSsP3mO3+PGnPxiHHbR/brJWyZ5j8Yyv1bELBAgQmKQCpk2AAIGxFMg/A8ilyj4lLFapKRYBAgQIECBAgECrCpgXgVEWKH4rXfRQ3xYHPggQIECAAAECBFpO4P5kxWXRUVsW5cqK7R0RHW0R7UVJKXKeYt6knp6odXeXpburLVZ1zYiPXXBffPLie8bd5cd//Fvccd/8chwdHe3x9EMeGYc89EHl+WA3bzvyubHv7rvEz/58xmCb9NY75capERtv03te9cEJl0hWrNp0oHiXXHt9LF6yvLyV/4nk1x7+9HU+R094+P7FvQfHVTfcVNYf5U0l4b/5/nfG0S89Yq1Yp/3rvPjsd38Y9y5cWN7LK0zOmjGjPK5ikxMAb7j9jt5QO20zLw4/7NDe83UdtBVfgtZ1b13XH7HfXjF3zuzy9t3zF/ZLlCwvDmKTv3Z86i2vjvsWLY4nvP4d8eAXvCL2fNaL4gHPfnHsf+Rr4qUZwRsAABAASURBVNUf+1xcePW1g4i0/iqPfNADY7ft6183lixfHrfffd/6G0ySu1ffdEs0fvF84D57xTGvesk6Z/6SZzw5phT/z8qJjrnSeD3juW+FAAECBAgQIEBgbAVSSuUKiymlyjoexl9BKutbIAKrBewIECBAgAABAgQITHaB+tqKtfpvqCc7hvkTINCyAiZGgACByS3wiTc+J3qmTIspOVmxrTPSlI6i5FUVi30qflSff+5f647oqScq1op9T2eKVZ0z4qPnL4yvXbGgKQBzsso3fvqbWLx0WTmeeZvPjaNfdkT5T7iWFzawedeLXxCHP+6Q+N4pfxpWItJeO+8YU/Z46gZ6Gd7t3/23Jy64q/69eSPCnffeGytWdZanKaXYeObM8njWjOnxuuf+T+yz607leStt5i9e3DudmdOn9x4/7wmPiWccenB53taWoq2teG5jeH/yap0XXXtdb7JUfo4+89bXlKbZthH1Vc9+Wnz09a8oPg8640///Hfj8qD3m87eKKZPmzbo+lVVnDplSrla4M7bzFsr5J/POS8WLF5aXs/PVn7GypNis3jJ0ujqrifNTps6pbhS//h/Bz8sXvj/DqufbGD7t39f0Pv5OXP6tHjOYYeU/8zyms3aitewcW3zTTZpHA56v+ns2dHR3l7W33rzzdbqY5ft5g1o3zDJr/Nbjjg8ttp00zj/iquHlfBYdj6ITU6snDF1allz41mzYo8dtyuPG5u8euCcjWY1Tnv3+bnM4+y9sPqg72uz+tKE3P31X+fHotVfy9vb2uLphz4yTvrI0f2+nmebfO2wgx4a/7jo0t7XabjP+ISEMmgCBIYhoAkBAgQItJJAfpNLo1Q1r7aqAolDgAABAgQIECAwjgK6JkCgJQRSpJaYh0kQIECAAAECBAisLbDZnI1i4Zy94t6OzSK1t0fq6IhoyyVFpFpErSdquXQX+57uqHVFrOqcHh/696L4epMkK8bqP/mfZ/36z38Ti5bUk6523W7b+NK73xRvP/J5MWvG9NW1+u9y0svX3/f2eM7jD43v/PYPkWP0rxGx9WZzey9tv9UWvcd9D/5z+VUxf8o2sdFuG141rm+7DR13xtQ48dJ6oljfutffdkesXLWqvDRj2tTIq/3tut028e6XvjAe/ZB944bifnlzrDZj0E9ORq3Vimey6Ouhe+4ehx20f5ksd+RTnhA9q69vsemcaCQzdnS0x8zCpqje76NvsmBOGsznfSuc9Js/9q7Wma9vuvHG8dYXHh7nfPercf7J34pLfnpCvPNFz4+OtvY46bd/jPxa5HpDKZvNmR1T8uda0Siv5LjtVpsXRwN/tPX5jVl7W5+T1dUP2HvPmLU6gXPqlI7YZdutV98ZeLfr9tvGG57/rFjzcyI/P1MKs56enjj/yqv7zWvxsuWFcXcZcPei/Yuf9qTymXvVs57Wmyxb3lzP5id/Pj1O+9f50V3Ez9X23GmH+Np73x5PfdTD82k5nncUn6svesoTo5FwuNWmm8SbXvDseO3hz4j8uVpWLDZ9Gdrb+pvcdMedsbKznsy749Zbxodf+/KybV41MSe4HfWSFxbPSD1ZNCe3zp09Oz771tfGUS97YRE54rEHPjR22nqr6CgsjnzqE+PUL386fvOFj0f+OvGZt7w2GuXjb3xlPOewQyMnD5YN+2wG+5rcWHyeLlydmDdz+rR4xTOfUsbMr8WHXvOS+NYH3hk793k9c2Jytv/q0W+LnCSdu8yf/ynVDQZKbsx1+pY857a24ut734trHKeUBv269m2an6m+kdfVT9/ruX5u1zfO7846J/5yzn96n5X2trZ4+L77xHc/+p644IffLsuPPnVMPOyBe8d5l18dX/vZr/s2j+E84/0COCFAgAABAgQIEJgQAimlSClVOtb6d9aVhmy9YGZEgAABAgQIECBAgACBsRCo/0pwLHrSBwECAwm4RoAAAQIERktg7sYzy2TEto6IBZs8JO6bunVEPsnJLz21qPV0R3QXpaer3Ne6emLlimnxgX8viW9euXC0hjWiuN/+5e/ibZ//alx23Q2Rk9s23XjjeM3hT4+/n/DlMunoC+98Y5lwdNy73xp/+urn4vsff1/stPW8eO9x347cds3O8+pxD9hpx97LD9x1l/KfJx0oSelv/7kgZu79jGibOrO3/kgP2nf/f7HfPvsNGObfl11VJvSklMpknpxY9ZSDHxa/PeMfvauNDdhwgl4895LLo7HqWvb/6nveGu9/5YvjiutvilPO/EfkJK8nF/PPCVx5ipsUr/3hjz+0vJ7Pc8ntnvDwA2KjmfV/7jjv83m+nu/ncs4ll8UxXz0hbrjtznzaW6Z2TCmT6vJ+xapV8f1T/zRggmts4M+jHrJf/O//e3xv0tzMadPi8Mc9ukyqW7Ppy575lNh75516Lz9i3316E/zyxTzu/3nso2KzTWbn0zIJ8qmPfkSZyFleGGDT3tYWTyvqnPyJD8QRT358OaeD9tkrPvK6l8d2W24R5195TXzrF6f0a3n2hZfGXffWV1PdeNbMeN8rjowvH/WWWLhkaeHw535113fykW+dFH8//+Lyuc31dtx6q/i/t7++TED7x3e+Ev/7lCfEOZdeHl35605RYVbxOh3x5MfFdvO2iDvuu6+4ErEhk9POPa947e4o66aU4sB99owff/qDZfLfTltvHR/71nfjtrvvLe/nZ+Xol70w9tt9t/jh708rr90zf2EsXrGiPM7383OVkysfe8BD4pmPObi35GTFnLSYv4587m2vKx1zo6G8Jpdc+9845+LLej1y2xwzfy4/63GHxK/PODvy15UcN5cnPeLAeOsLnxN//ff58Z/LrypXHMzPU0d7/deq8zabG28+4vDeseQ2efyHH3ZI7/M2d87sMkE7X8/3c8n9Pu2Qh0e+l8/zvJ/yqIeX8fP5YEpOOnzT858V265O6s4JuTmpOD9bfdvn83w938/Xc/3cLrfP543y3q98O37x1zOjs6urcan8ZXRO7MwlX7zqxpvjY9/+7lpf79rb2ob8jOd4CoFmEDAGAgQIECBAYPAC+e/8uQy+xYZr1r+z3nA9NQgQIECAAAECIxHQlgABAgTWK5DKu/VteWhDgAABAgQIECDQQgI7zptTzGb121PaI+6esV8smjIvIv8T0Ln0dEUtl66eqHV2xaqVU+N95yyNb1++qGjXvB9nXXBxPPudH4g3febYOPP8i+LeBYtiSkd75KSjnND3tEMeUSYx3bNgQXzkmyfFk994VJz2r/P6TSiv5nXmt4+ND776pb3JYLlCTqr536c8Pk790qfLxKV8rVG+/KNfxPGnnhFT93hK49KI9tPn7RU7H/Q/cfwx74qrfvm9+M6H39Mv3v99/8dxRjG/vJpc/iVNTrD71IknDyuJrl/gJj3Jq65995Q/lklyeb55Jc2Tf/+XyElwbzni8Pj1Fz4ejzvgIdHWVv8VU3tbWzz+YftHTv76+BtfGbmc8a1jy4S/9rb76zz1UQ+Pv3zt/yLHaEw9Pzcv+eAn4qd/OT1yAlvuL99bvnJVXHj1tfGGTx0bXzz55/nSoEvjmcqv5y7bbdPbLqUU++9VT6rLr3MeZ6Pu0S89InKCYKNyTiz7/DveUM4pjzeP+7mPf0zxfHc0qsT2W21ZPrd53r0XVx/kedx69z1x573zY4d5WxX1Xhx51cjvfOToyMmDJ/3uT/Hqj30urrvlttUt6rs856/+7NdFu/six8gOp559brznuG+ulSxWbzHwdunyFfGaj/9ffOEHP41b7rw7urp7yiS0lFJcecNN8ebPfjmuuuHmMoHvmptuKV/bR770jfH+rxwfOdkwf06uzyT3mle8/ODXToyc0NdIdlu6YkWc/p8L4+Uf/nT87LQz4qwLLilXYcz3/3HRZfHuY79efq3I7XPCau4vr9SYE1PzGPP1dZVpU6ZETu57x5HPL5+hob4mHz/h+/Gzv5wRS1avtJj7u/rGm+MDXz0hPvbt7xXjviDunr+gdM+f4584/vtx3I9/WX49+N7H3hu777Bd79Dy16c3PO9/4u/Hf7n8+pSfpfwc5JUIU6r/zb69ra38HMjX8/2BnqOU8jO5R+T4uU5vB+s4yM/r77/86TKZdNqUKb218thyjNxXvpi/huXzfD2f5zJtypSyXWPM+Vqj5NfhfV/5duTEzvx1Ll/PK3Rmj+8UXwte+N6PrvWs5udzOM94jq0QIECAAAECBAhMLIGUUu/fJ/qMfESH9b8pjiiExgQIECBAgAABAgQIECAwMoFa1IoA9W1x4IPAgAIuEiBAgAABAhNVYJvN5kT5DV9PitqqtrLcXtsn7qjNi5yoGN09UevqKkp3LF8xLd599so4/orFE2a6fz7nvHjVRz8Xj3zZG2Lf57489nzWi8qy9+EviYe9+HXxwvd+LPI/UzvQhHLS0iGvfEtZv9Gu7/6hL3xV/Pr0s9dqmpMWD/nQj+Kiu2tr3RvqhVeffEm//l/6wU/2C5GTv1738c/Hfs97eTzg2S+OJ73hnZGTsfpVarGTnKh10IteW873wGKfE7qyw7E//Hk88Lkv6+fV9/V633Hfjlz6Xut7nNvmGH257rjnvjJR7uCXv7HsL9d/8AteEc9/94fjrAsu7lt1UMcbeqZy/FzyODdU9ylvenfk8eZx5zYDlVxnzYG97EOfise9+m1x6KveEg854pW988qfE496+ZviUyf8YJ0JiD//yxmRPyfys5Yd3v5/X4lstGYfgznPKzge9tq3xz7PeUn5muV4Ddc8rwc9/xXxtLe8J05evephjjkYk1wvl5xg+b/v+1jvM/HQI15VJko2EjFzkmv+vMl+2STXz+0a5cmPPLA8fNOnv9Q7xmyW53zUsV+PRjnplD+uXs01yiToPPYcc6DXI18b6DXJz+8xXzsh9j/yNaVFNnn6W98bvzmj/vXl18XXmfzaZPe+n+P560GOOVBpfH3Kz9JA9xvX8v0NjTnXKTHWsxnsazOYMa/ZTZ7/c971wfLrXB73hp7V/HoO9xlfs2/nAwm4RoAAAQIECBBoHoH8ZpVGqWpUEharkhSHAAECBCa2gNETIECAAIFxFkhF/ylSsfVBgAABAgQIECAwagLjFHjenFnR0xXRs6qtKO1FaYvOpW0xv/aguLFzp+JecbOrO1Ysb4/X/21pnHjFonEa6cTr9sRLe0Y06J9d3RNX3jeiEBoTIDAMgbcd+dx4ysEPj9P+dX7vqos5TE7OzKt85gS6RsmrHT77nR+Ii6+5Ltrb23M1hQABAgQIECBAgMD6BdytTCClFCmlyuLlQBIWs4JCgAABAgQIECBAgACBJhAY+dow4zsJvRMgQIAAAQIECAws0HlfxL/OvS1qK9uL0laU+r5zUUcsTw+Ny1c8IJavaIvX/mVF/OK6ZQMHcXVAgcvvrcXPrxle0uIdy2ox0oTHAQflIgEC6xXI/zz4EU86LFZ1dcZ5V1yZT95xAAAQAElEQVS13rqNmztvMy823XijuPH2OxqX7MdRQNcECBAgQIAAAQKTR6Dq1RWznITFrKAQIECg+QWMkAABAgQIEGhpgfo70+rblp6oyREgQIAAAQLrF3C3RQU6utvi+ydfHv/6z13Rs6q9KG1FKfYr22PlvR3R1r5/vP7MjvjlfyUrDucROPGSnrh7+dBbnnhJLTqHl+s49M60IECgV+Bphzwi5mw0KzaaMSMeud++vdfXdTBrxvR425HPi7z/xV/PXFc11wkQIECAAAECE0nAWAlMGIGUUrnCYkqpsjFLWKyMUiACBAgQIECAAAECBJpboJlHV19bsRb1fTOP1NgIECBAgAABAgSGLrCqqxbbbDMn/nreTXHcX/4VH//DGfH2X50SL/vJj+IZ3/92HPTFL8fPL79n6IG1KAVW9USccGl3eTzYzdm31uJvNxcNB9tAPQIEKhO4/e77orunJ6Z0dMQRT35c/PWbX4gPvfal8aRHHFgmJTY6eswBD46jX/bC+N2XPx2P2Hfv+NYvfxd/Pue82PAfNQgQIECAAAECBAgQqEqgscJi3lcVU8JiVZLiEJjsAuZPgAABAgQIECAwYoEUacQxBCBAgAABAqMqIDgBAsMS+P7F/4mf3Hpe/Pz2C+L7558Xp1x+WZxz0w1x9T13xb3Llg4rpkb9BU67sRb/vH3wbwA64VLJiv0FnREYO4H/+/6P49SzzomVnZ2RUoptt9g8jnjSYfGlo94c55/8rbjql98ryzfe94546dOfHCtXdsbRX/5WfPeUP47dIPVEgAABAgQmu4D5EyBAYLVASqn8vn31aSU7CYuVMApCgAABAgQIECBAYOQCIhAY/K9XWREgQIAAAQIECBAgsKbAiZcMLgnxpMt64ubFvvte08/52AlM9p6WLl8R7/zC1+KVH/5snHr2uXHHPffFqq7OXpa8+uLipcvi/CuviWO+dkI86Q3vjNP+ZWXFXiAHBAgQIECAAAECBMZQIK+smEuVXUpYrFJTrGYWMDYCBAgQIECAAAECTSyQyrHVt+WhDQECBAgMT0ArAgQIEJjEAjcsqsX3Ll9/0uL1C2vxgyvWX2cSE5o6gTEV+NdlV8TbPndcHPqqt8S+z3157PmsF5Vl78NfEgcc+Zo44j0fiZ/8+fQxHZPOCBAgQGDCCBgoAQIECIyRQEqpXGExpVRZjxIWK6MUiAABAgQIECDQ6gLmR4DA6AnUIq/vUt+OXi8iEyBAgAABAgQIEGh1gZyweOOidc/yRP8U9Lpxeu84IECAAAECBAgQIECAAAECdYG8umKj1K+MfCthceSG1UQQhQABAgQIECBAgACBSS2Q35eWIk1qA5MnMCkETJIAAQIECBAYdYF1JSX++cZanHN7fqvQqA9BBwQIECBAgMBkFzB/AgQIECDQIgIppUgpVTobCYuVcgpGgAABAgQIjKeAvgkQIDDRBfzqdKK/gsZPgAABAgQIECAwFgIb6uMft/XEaTf19Ku2ojtiXYmM/So6IUCAAAECBAgQIECAAAECBHoFql5dMQcebMJirqsQIECAAAECBAgQIECAwKgI1N+ZVt+OSgeCEhisgHoECBAgQIAAgZYQyMmJq/rkLH7nku64Z7m3CLXEi2sSBAgQIFCFgBgECBAgQIAAgUEJpJTKFRZTSoOqP5hKEhYHo6QOAQIECBCoREAQAgQIECCwLoH6L05rUd+vq5brBAgQIECAAAECE0HAGJtB4K5lEd+5tJ6xeNk9tfjFtb7XbobXxRgIECBAgAABAgQIECDQOgKTYyaNFRbzvqoZS1isSlIcAgQIECBAgAABAgQIjFAgRRphhEnQ3BQJECBAgAABAgQIDFLgZ1f3xBX31eLEy+qJi4NsphoBAgQINIOAMRAgQIAAAQIECDSFQEopUkqVjkXCYqWcghEgQGBiCxg9AQIECBAgML4C1nwZX3+9EyBAgACBySJgngQmk8BJl/bExXf7TnsyvebmSoAAAQIECBAgQIBAXcCWQBUCeWXFXKqI1YghYbEhYU+AAAECBAgQIECAAIGRCwwzQv2dafXtMENoRoAAAQIECBAgQIDAWgLn3yVZcS0UFwgQqEJADAIECBAgQIAAAQKTQiClVK6wmFKqbL4SFiujFIgAgdEX0AMBAgQIECBAoFUFapF/jVrftuoczYsAAQIECAxWQD0CBAgQIECAAAECBAgQIECg9QXMkACBiSCQV1dslKrGK2GxKklxCBAgQIAAAQIECEwEAWNsWoH8vrQUqWnHZ2AECBAgQIAAAQIECBAgMIEEDJUAAQIECBAgQIAAAQIVCKSUIqVUQaT7Q0hYvN/CEYERCwhAgAABAgQIECBAYCQCeZXFkbTXlgABAgTGRkAvBAgQIECAAAECBAgQIECAQOsLmCEBAgQIRFS9umI2lbCYFRQCBAgQIECAAIFmETAOApNUoP7OtPp2khKYNgECBAgQIECAAAECk0nAXAkQIECAAAECBAgQIEBgAgiklMoVFlNKlY1WwmJllBMhkDESIECAAAECBAgQINCcAvW1FWtR3zfnGI2KAIGJI2CkBAgQIECAAAECBAgQIECAQOsLmCEBAgQIEBh9gcYKi3lfVW8SFquSFIcAAQIECBCYHAJmSYAAgVEUSJFGMbrQBAgQIECAAAECBAgMWkBFAgQIECBAgAABAgQIECBAIFJKZamSoqkSFqucmFgECBAgQIAAAQIECBCYaALWV5xor5jxDldAOwIECDSbwF5zUygMPAOeAc+AZ8AzMPGegWb7nsJ4CBDoL+CMAAECBAgQmPgCeWXFXKqciYTFKjXFIkCAAAEC4y9gBAQIECAwIQVSOer6tjy0IUCAAAECBMZQYLMZEcc+rl1hMJGeAWP1vHoGPAOT/hl4wV5+zTmG3y7pigABAgQIECBAYHwExr3XlFK5wmJKqbKx+E6+MkqBCBAgQIAAAQIECBAgMFyBWuTVFevb4cbQrjoBkQgQIECAAAECBAgQIECAAIHWFzBDAgQIECBAgACBDQnk1RUbZUN1B3tfwuJgpdQjQIAAgWoERCFAgAABAgQGFMjvS0uRBrznIgECBAgQIDB2Am89rSuUCgw4eo48A54Bz4BnYJSegQvvzG/5G7vvDfREgAABAgQIECCwHgG3Wl4gpRQppUrnKWGxUk7BCBAgQIAAAQIECBAgMHyBwf7KZfg9aEmAAAECBAhsSGDByojrFtYUBp4Bz4BnwDPgGWjSZ2BD/y9vpfvmQoAAAQIECBAgQGC8BapeXTHPR8JiVlAIECBwv4AjAgQIECBAgMA4CNTfmVbfjkP3uiRAgAABApNPwIwJECBAgAABAgQIECBAgACB1hcwQwIERiiQUipXWEwpjTDS/c0lLN5v4YgAAQIECBAgQIAAgUoEBBm6QH1txVrU90NvrwUBAgQIECBAgAABAgQIEBhrAf0RIECAAAECBAgQINDqAo0VFvO+qrlKWKxKUhwCYyWgHwIECBAgQIAAgZYVSJFadm4mRoAAAQJDFFCdAAECBAgQIECAAAECBAgQaH0BMyRAgECTC6SUIqVU6SglLFbKKRgBAgQIECBAgMBEEDBGAs0qYH3FZn1ljIsAAQIECBAgQIAAgYkoYMwECBAgQIAAAQIECBAgMDKBvLJiLiOL0r+1hMX+Hs5GLiACAQIECBAgQIAAAQJDFqi/M62+HXJjDQgQIDAeAvokQIAAAQIECBAgQIAAAQIEWl/ADAkQIEBgkguklMoVFlNKlUlIWKyMUiACBAgQIECAQFUC4hAgMPkEapFXV6xvJ9/szZgAAQIECBAgQIDA5BQwawIECBAgQIAAAQIECBAg0NwCeXXFRqlqpJMvYbEqOXEIECBAgAABAgQIECBQoUB+X1qKVGFEoQhMcgHTJ0CAAAECBAgQIECAAAECBFpfwAwJECBAgACBURVIKUVKqdI+JCxWyikYAQIECBCYHAJmSYAAAQKjI5BXWRydyKISIECAAAECBAgQGLqAFgQIECBAgAABAgQIECBAgEDrC6xvhlWvrpj7krCYFRQCBAgQIECAAAECBAiMq0D9nWn17bgOROdjJ6AnAgQIECBAgAABAgQIECBAoPUFzJAAAQIECBAgMKEFUkrlCosppcrmIWGxMkqBCBAgQKB5BIyEAAECBAhMNIH62oq1qO8n2uiNlwABAgQIECAwPgJ6JUCAAAECBAgQIECAAAECBFpfwAzHU6CxwmLeVzUOCYtVSYpDgAABAgQIECBAgACBEQqkSCOMUGFzoQgQIECAAAECBAgQIECAAIHWFzBDAgQIECBAgAABAusRSClFSmk9NYZ+S8Li0M20IECAwIgFBCBAgAABAgQIDCRgfcWBVFwjQIAAAQITV8DICRAgQIAAAQIECBAgQIAAgdYXMEMCrSyQV1bMpco5SlisUlMsAgQIECBAgAABAgTGSqDF+qm/M62+bbGpmQ4BAgQIECBAgAABAgQIEBi+gJYECBAgQIAAAQIECIyjQEqpXGExpVTZKCQsVkYpEIFWEjAXAgQIECBAgACBsRWoRV5dsb4d2571RoAAAQKTWcDcCRAgQIAAAQIECBAgQIAAgdYXMEMCBAgMXyCvrtgow4/Sv6WExf4ezggQIECAAAECBAhUIyAKgSEK5PelpUhDbKU6AQIECBAgQIAAAQIECIyrgM4JECBAgAABAgQIECDQwgIppUgpVTpDCYuVcgo2VgL6IUCAAAECBAgQINCKAnmVxVaclzkRIEBguALaESBAgAABAgQIECBAgAABAq0vYIYECBAg0LwCVa+umGcqYTErKAQIECBAgACBySdgxgQINJVA/Z1p9W1TDcxgCBAgQIAAAQIECBCY2AJGT4AAAQIECBAgQIAAAQIEhi2QUipXWEwpDTvGmg0lLK4pUsm5IAQIECBAgAABAgQIEBiKQH1txVrU90NpqS4BAuMpoG8CBAgQIECAAAECBAgQIECg9QXMkAABAgQITF6BxgqLeV+VgoTFqiTFIUCAAAECBKoVEI0AAQKTUCBFmoSzNmUCBAgQIECAAIFJLWDyBAgQIECAAAECBAgQIECAQNMKpJQipTTy8fWJIGGxD4ZDAgQIECBAgAABAgQIjKeA9RXHU781+zYrAgQIECBAgAABAgQIECBAoPUFzJAAAQIECBAgMFoCeWXFXKqML2GxSk2xCBAgQGAyCZgrAQIECBCoUKD+zrT6tsKwQhEgQIAAAQIECIxUQHsCBAgQIECAAAECBAgQIECg9QXMcB0CKaVyhcWU0jpqDP2yhMWhm2lBgAABAgQIECBAgACBigVqkVdXrG8rDt3U4QyOAAECBAgQIECAAAECBAgQaH0BMyRAgAABAgQIEJioAnl1xUapag4SFquSFIcAAQLNJmA8BAgQIECAwIQSyO9LS5Em1JgNlgABAgQIEGgCAUMgQIAAAQIECBAgQIAAAQIEWl/ADAmMk0BKKVJK4reTAgAAEABJREFUlfYuYbFSTsEIECBAgAABAgQIEGglgbGeS15lcaz71B8BAgQIECBAgAABAgQIEJjsAuZPgAABAgQIECBAgMDAAlWvrph7kbCYFRQCBMZDQJ8ECBAgQIAAAQK9AvV3ptW3vRcdECBAgACBVhAwBwIECBAgQIAAAQIECBAgQKD1BcyQAIEWFUgplSssppQqm6GExcooBSJAgAABAgQIECAw1gL6ax2B+tqKtajvW2deZkKAAAECBAhUIbDRrJmhMPAMeAY8A9U+A1V8fR67GHoiQIAAAQIECBAgQIDA+Ag0VljM+6pGIGGxKklxWk/AjAgQIECAAAECBAiMsUCKNMY96o4AAQIEAgGBCSCw6y47xveO/4LCwDPgGfAMVPQMfOsrn5oAX/0NkQABAgQIEKhUQDACBAgQGJZASilSSsNqu65GEhbXJeM6AQIECBAgQIDAiAUEIEBgaALWVxyal9oECBAgQIAAAQIECDSHgFEQIECAAAECBAgQIECAQGsK5JUVc6lydhIWq9Qc21h6I0CAAAECBAgQIECgZQTq70yrb1tmUiZCgEA1AqIQIECgn8Dnjv1WKAw8A54Bz8DwnoHv/+iX/b6mOiFAgAABAk0kYCgECBAgQKApBVJK5QqLKaXKxidhsTJKgQgQIECAAIGJJ2DEBAgQaBaBWuTVFevbZhmTcRAgQIAAAQLNKHD9DTfH2f/8j8LAMzCkZ8DnjK8b9WegGb+uGxMBAgQIECBAgAABAgSaWSCvrtgoVY1z9BIWqxqhOAQIECBAgAABAgQIEJgEAvl9aSnSJJipKbacgAkRIECAwLgI7LbLDjFWZftt58Wc2RtHe5sfJ4/Li61TAgQIECBAgEAzCBgDAQIECBAgMCkFUkqRUqp07n7CVCmnYAQIECBAoFoB0QgQIEBgcgnkVRYn14zNlgABAgQIEBiuwNbztow3v+7FY1Ke/5ynxoP3e0BMmzY1opa/Y8lluCPXbiAB1wgQIECAAAECBAgQIECAAIHWF5iIM6x6dcVsIGExKygECBAgQIAAAQIECBAYV4H6O9Pq23EdSCt2bk4ECBAgQKClBdrbO2LmzFmxyaabxdzNNi/LpnM3j5GUuUX7OZtsGtOnzyjsUkzpaI9NN5kTO2y/dWy11eYxa9bM8IcAAQIECBAg0GQChkOAAAECBAgQIDAKAimlcoXFlFJl0SUsVkYpEAECBCajgDkTIECAAAEC1QjUVymqRX1fTUxRCBAgQIAAgVYXyIsdTp02LeZutkXssNMusfMue8RORdl51z1iJGWnXXeP7bbfKWbP2bT8gfS0aVNjpx23jYcd+JDYZ6/dY4vN5lppMfwhQIAAAQIECBAgQIAAAQKtJmA+BNYWaKywmPdr3x3eFQmLw3PTigABAgQIECBAgAABAtUI9ImSIvU5c0iAAAECBAgQ2LDAlClTY84mc2ObbXeI7XbYuSzbbr9zDL/sFNsV7edtvV1stPHsiJRi+rRpseP228RB++8X++y1R2w9b8uYNn1qTJkyJdqK++EPAQIECBAgsGEBNQgQIECAAAECBAhMQIGUUvHjoVTpyCUsVsopGAECzSZgPAQIECBAgACBiSRgfcWJ9GoZKwECBAg0k8BkHkteZbG7J6KzK2JFZy2Wr6rFslxWFvuhlqLdilyKOCu7atHVU4scf/r0abHFFlvGrrvuGg/cZ+84cP8HxaMevn/ssetOsckmswt+38UUCD4IECBAgAABAgQIECBAYJQFhCdAYOwF8sqKuVTZs4TFKjXFIkCAAAECBAgQINB6AmY0JgL1d6bVt2PSoU4IECBAgACBCS6QEwnzD4t7alEmFq7qrsXKzoiccLh8ZU8sXzWMUrarRU58XJUTFrvr//Lz9OnTY8stt4jddts19tt3rzhg/wfFwY84IHbfbecyYTGPpag5wUUNnwABApNeAAABAgQIECBAgAABAgTWEkgplSssppTWujfcCxIWhyunHYFKBAQhQIAAAQIECBAgkAVqUSt29W1x4IMAAQIEWkzAdAiMhsDq7x5qtcgrLHZ11xMXO7trkZMN8wqJueSVF3PvU9pTTJ9yf8nnOULfuvk4l84yWbEWPT218nuUtra2mDp1asycOTM233zz2HmnHWPfB+4VD9xnz9hnr91jz913iq223DymT5sa/hAgQIAAAQIECBAgQGDyCpg5AQIEWk8gv2G2UaqanYTFqiTFIUCAAAECBAgQGB8BvRJoEYFUzCNFKrY+CBAgQIAAAQKDE6jVIvIPjHuKg+7iOCctdnbX/3nonKiYS/5nnTvaI2ZNTzFnVltvmTktRXvx0+GyTdfqNkXbriJQLt3FvqeIWXQQff/MmjUrtt5669hzzz3jQfvuEwcd8OB42AEPip133C5mzZqZB9S3umMCBAhUJyASAQIECBAgQIAAAQIECIy5QEopUkqV9lv8SKrSeIK1mIDpECBAgAABAgQIECAwdgI5J2DsetMTAQIE7hdwRIDARBWor4BYK76JyMmF3cW+uzjISYo5kTGlWpmUOLUjxYypKWZNu7/k83w9Jy3merl+majYE5Fj9BT7WhErx+7u7o4VK1bE4sWLY9WqVdHR0R6zZ8+OrbbaokxU3H23nWL77baOLTffNDbddE5MmzplooIaNwECBAgQIECAAIGWFjA5AgQIECAwVIH8M6NchtpuffUlLK5Pxz0CBAgQIECAwMgFRCBAgMAgBOrvTKtvB1FdFQIECBAgQGDSC+REwvKHxcVB8VFfCLFWsOQStZg2JcWcmW2x2cZtZaJiR3txr8/HlOJ8o+mpvD97Rlvk5MUo2tVTIOtHeeXGnlpPLF26NG677ba4/PLL45JLLinLxRdfHDfeeGPMnz+/qFyLrbbcLPbb9wFx8MMfGvO22qJPTw4JTBoBEyVAgAABAgQIECBAgAABAi0nkFIqV1hMKVU2twmesFiZg0AECBAgQIAAAQIECBAYR4Eys6BMERjHQeiaQBMLGBoBAgQIrC1QK5MUc7Ji417+jqIsxWbalIiciLjZxu2x0fS2mNLe/4fKHR0pNi6ubz67vaw3taPMOyw2Uf4pQhTxa9HTU09YvPXWW+Oyyy6LnKiYS05cvOGGG8qExVqtJ7baYvN40ANzwuL+sfW8LcsYNgQIECBAgAABAgSGJqA2AQIECBAg0GwCteKHT41S1dgkLFYlKQ4BAgQIEJioAsZNgAABAk0jkCI1zVgMhAABAgQIEJgYAmVi4eqhTmmP2KhcNbG9TEacNiVFW/HtxUBvgC8uR77euJ/PowjWU/wQuru7p7hXxJgzN7bZbufYcZc9Yoeddi/KbrHDjrv2lp122T122XWP2HnX3WOreVvFrFkbxdSpU6KtzY+doxn/GBMBAgQIECBAgAABAgQIECDQ+gIVzzClVPycKFUa1U+OKuUUjAABAgQIECBAgAABAsMXqA2/qZbjLKB7AgQIECAwHgL53e3lkoi1+ncRU/OqiTPaYvPZbbFxsc/ngxlXbl2WIk5PTy26u2uR2jpizqabx3Y77R677vHA2P0BD4w99upf9txr33jA3vvG7nvsFVtutXVMnz69XJVxMH2qQ4AAAQIECBCYiALGTIAAAQIECBCYbAL550+5VDlvCYtVaopFgAABAqMhICYBAgQIEJgEAvV3ptW3k2C6pkiAAAECBAiMWKBWWx1izX2+XFzr6qnFis6eWLpyw2Xlqp7o6q5F+V8ROK+yGKktpk6fFRvNnhtzNt3y/jK3OF5dNt1sy9h0s61ik7lbxIyZG0d7e0fuvSjFAIrtED9UJ0CAAAECBAgQIECAAAECBFpfwAwnmEBKqVxhMaVU2cglLFZGKRABAgQIECBAgAABAgSGK5DTA/L6SKP1y/3hjks7AgQIECBAoJkF8rvbc4nV30Ks6qrFomXdcdfCrrhrweDLgqJNTm6sFXGKjyJcip5I0dUdsbKIubyzFstW9cSylf3L8pU5KbIWq7qiqFuLnOiYx5PjNLObsREgQIAAgdYVMDMCBAgQIECAAAEC1QrUf9ZTq/Rf1ZCwWO1rJBoBApNRwJwJECBAgAABAhUI5PelpUgVRBKCAAECBAgQGBWBpgta/0FxPcEwH0es6qzF4uU9cfeiriGVnOS4srMniihFiaKk4ofQKfIqjTnmilU9sbwoayYt5msriz5zomSu29MTRbs8oqbDMiACBAgQIECAAAECBAgQIDA4AbUIEOgnkFKKlFK/ayM9kbA4UkHtCRAgQIAAAQIECBAYsYAAdQG/3q872BIgQIAAAQJDEMjLGZbfRNTTDeurHObEweGVniJWjtFdxO3qrkVno3TVyoTIvOJiLjlJcVV5LyKvxFgmK0bRuBx6Y1+e2BAgQIAAgV4BBwQIECBAgAABAgQITCyBxgqLVY5awmKVmmIRaE4BoyJAgAABAgQIEGh6gfo70+rbph+sARIgQIBAcwoY1SQTqNVyQmJOUiz2xdyL06hfK86Lg5x0OJxS66lFT1G6i5JXTezq7onOrp5Y1SidxXFRVhbnnV21yAmNuW5OWCyaFGPIIykG5IMAAQIECBAgQIAAAQIERkNATAIECIypQEqpXGExpVRZvxIWK6MUiAABAgQIECBAoHUFzIzAaAvUf7Ff612VaLT7E58AAQIECBBoBYH8Dveo5e8gilL/dqKcVnmYN8MoRbgcMmr5n3cuSpmIuK59ET/XX9XVHfctWBg33XRbXHPdjbFg4eJyHDYECBCYeAJGTIAAAQIECBAgQIAAAQJ9BfLPnxql7/WRHEtYHImettUIiEKAAAECBAgQIECAQCmQIpV7GwIECLSkgEkRIFCxQK2Ml39g3HjPQ76SEwjztVpxcVRL0VHxUfQS0dnVFbfdfndcdNlV8c9zL4g777qnHJsNAQIECBAgQIAAAQKTUMCUCRAgQKClBFJKkVKqdE4SFivlFIwAAQIECBAgMD4CeiVAoDUEcpJBa8zELAgQIECAAIHRFiiTBYtN/v6hkZhYZg/mTf1i5MN1lTKpsacnenq6+5VacS3fW1e7vtdXrlgRCxcuiLvuuDNuuvmWuPra/8ZlV14b981fONrTF5/ApBUwcQIECBAgQIAAAQIECBAgMJYC+edEuVTZp4TFDWuqQYAAAQIECBAgQIAAgVEWqL8zrb4d5a6EJ0BgXQKuEyBAYMIJ5B8W51ImEa4efa0Wsf5SK+7XorunK1b1rIgV3UvKsrJ7aazqXhadPauip0xaXH+cnp5a3HDj9XHWGafH737zq7j4ogtiwfz5q0dhR4AAAQIECBAgQKBpBQyMAAECBAgQGIJASqlcYTGlNIRW668qYXH9Pu4SIECAAAEClQgIQoAAAQLrF6iVeQb17fprukuAAAECBAgQqAsU3zmszkys5QvFJp/mbyryfn2lp7jZXeuOzjJhcXGZsJgTF1f2LIuunLBY3CuqxPpLLW66/vr4+5l/i9/9ttb0eqAAABAASURBVJ6wuHDBgjwSZVILmDwBAgQIECBAgAABAgQIECDQSgL5zbKNcv+8RnYkYXFkfloTIECAAAECBAgQIECgEoH8vrQUqZJYgrSogGkRIECAAIEBBGr5Ws4szPuoFf/llRGLfXEt/zC5p9ZTrpy4rGt+LFh1S9y27LL476J/xLWLzoz/Lj47blhyTm+5fsk/44al58aNS/4Tty67OO5beWMs61pQJjZ293RGrYh13z13x5WXXRx//9uf49KLL4jbbrk5Fi9eFCtXrIju7u5yFDYECBAgQIAAAQIjENCUAAECBAgQINBEAimlSClVOiIJi5VyCkaAAAECE1XAuAkQIECAQDMIlAkHzTAQYyBAgAABAgSaXqBWfONQy5s+Iy0uRb7Wt/T0dMXK7qWxpPOeuGfF9XHTkv/E5Qv+GJfNPzWuWPinuHrx34ry13pZ9Ne4ZtHf4trFZ8QNi8+Nu5ZfE0s7741V3cujq6ez/Kei77rz9rjgvHPi1N/8NC48/19xz1139BlB8x8aIQECBAgQIECAAAECBAgQIND6AmZYnUDj50zVRYyQsFilplgECBAgQIAAAQIECBAYlkAqW9W35eFE3BgzAQIECBAgMA4C5Q+Ni37ryYr3r67Y1bOqTFTMKyQu7Lwj7l15Q9y14pq4Y/mVRbmsLHcuvyruLq7lcteKq4v7V8WdK64q7l1R7K8ozq+Oe1b+N+5e/N+47a7r4qYbr43rrr0yrr7ysrj80gvjtltujCVLFkdbW4pZM2fEZnPnxFZbbhYzZ0wPfwgQIECAAIGWFTAxAgQIECBAgACBSSSQUipXWEwpVTZrCYuVUQpEgACB0RQQmwABAgQIEGhtgZxiEFEr/mvteZodAQIECBAgsH6BodwtvnPIKywW30bkXePbiOK0PFzRvSQWdd5RJhzeueLyuHX5hXH7iktjcfft0R2rovhJc/6Ivn9y267aylhVWxJLuu6Ku1deHTcuPTcuu/1vcc4Fp8Yf//DL+M+5Z8ftt97Ut1lMmTIlttpq89hnr93joP33jS232KzffScECBAgQIAAAQIECBAgQIBAXwHHBCaOQK34wVOjVDVqCYtVSYpDgAABAgQIECBAgEBzC0yA0aVIE2CUhkiAAAECBAg0g0Dxs+K4/4fFtTJJMScc5oN8b2XP6oTFVdfFHSuuiFuXX1TsL4tFXbdHd1oVKf9keK1vPWrRXVsVue2S7rvjrpywuOTcuPy20+KcC38ff/njL+O8f50dt916cy9BSimmTOmIeWXC4m5x4ENzwuLc3vsOCBAgQIDAmAvokAABAgQIECBAgACBygRSSpFSqixeDpR/LJX3CgECBEYkoDEBAgQIECBAgMDIBcokg5GHEYEAAQIECIyagMDNJ1B+/1BuIrp7Vsby7oWxqPP2mL/qxrh75TVx14qrYnHnHdHZs7wY/OqKxdGGPrpW1GLhTZ1x63+Wx20XrIhFt3ZGd9f97VNKscOOO8fBj35MPPXpz4p993tIbLLJJhsK6z4BAgQIECBAgAABAgQITAABQyRAgEBDoFarlW+abZxXsZewWIWiGAQIECBAgAABAgRGLiDCpBaovzOtvp3UECZPgAABAgQIDEEg/8A48pKKq9t01XLC4oIyQfG+RsLiyqtiUdcd0VnLCYurKw5i17Wyp0xYvO0/y+L285fH4ls7o6ezb8MUO+y0Uxx8yKHxlKf/T+y330NizpxNK/8Bdt8eHRMgQKBFBEyDAAECBAgQIECAAAECE0YgpVSusJhSqmzMEhYroxSouQWMjgABAgQIECBAgEAzC9TKVIP6tpnHaWwECBBodgHjIzCZBOqrHdZqteiudUd3T2es6F4UizpvK1dWXLDqpljcdWcs714QnT3LoqfWtUGcWk8tVi7sicW3dMX8a7tiwY2dsag4XnZPV6xa2hP5/rRZHTFn65kxb8/Zse1uW8WOu+4Q2++wU2y62dyYOnVa2UcxpHJvQ4AAAQIECBAgQIAAgdEREJUAAQIExkqgVvygp1Gq6lPCYlWS4hAgQIAAAQIEWl3A/AgQGFWB/L60FGlU+xCcAAECBAgQaB2B4mfFkX9Y3FPria6eVbGqZ0Us6bw37l11Q9y+4uKY33lTrOxeVEy4nthYHGzwo6cnYsnt3XHnhZ1x27mrYuH1XdG1vH/7WXOnx9b7bBJ7PGbrmLfXnJixaU5SrBVjiaLkff/6G+xUBQIEmk/AiAgQIECAAAECBAgQIECAwGqBlFKklFafVbOTsFiN44ijCECAAAECBAgQIECAAAG/3vcMEGh9ATMkQIBAlQI5abG7pytWdS+PZZ0LYlHnnTF/1U1x18qri+M7YlVt6aC66+mO6FpRi87FtVh8a3fcc0Vn3H3pqlhyW3d5PbVHtE9LMWVWio3mTYktd98otj9g09hkp2nRsVFP0f+KMmkyJ0/mMUW5dvSgulaJAAECBAgQIECAQEsKmBQBAgQIEGgVgVrxw55cqpxPW5XBxCJAgAABAgQIjKOArgkQIDCBBVI59vq2PLQhQIAAAQIECAxCoBarupfF/JW3xi1LLos7l10bi1fdHd21VdETXeWKh4MIEsvv6Y57L++MW85aGfOv6YxVC3v6NZu6UVtsumtHbPuIaTH3gREdmy+P5d33xYJVt8Qdy6+OW5deXhzfHit7lkWt6NmbMPrxOaleQEQCBAgQIECAAAECBAgQIEBgjARSSuUKiymlynpsG1wktQgQIECAAAECBAgQIEBg9ATqv9avFb/iH70+RCYwGAF1CBAgQGDiCBTfOdRqsaonJyzeFrcsvTTuXH5tLO7MCYud0VPrLr6z6J94uK65Lbu7O+6+vDNuPntF3HdNV6xcM2Fx4xSb7NoR2z1yWmy2T4qOLZbH8p75MX/VrXHHspyweEXMX3lbmbDYUyYs1r+3WVd/rhMgQIAAAQIECIy3gP4JECBAgAABAoMTqBU/f2qUwbXYcC0Jixs2UoMAAQIECFQjIAoBAgQIENiAQIq0gRpuEyBAgAABAgTqAvkHxd3d3dG9sju6FnVG592dEfe0xdT5G8XGi7aM2Yu2Ksq8dZYpd20aK/47Ne66qDPmX9MVS27vilWLatG1vBb5n4ju6GiPTTeZHTtsv3XsvO32sd2cbWOLtm1ibte8mLNsy5i1cLPouG96dN3dFcvvWlK0XRE9q7qi1lOLKH6QXR/lJN2aNgECBAgQIECAAAECBAgQIND6ApNkhimlSClVOlsJi5VyCkaAAAECBAgQIECAAIHhCxS/3h9+40nS0jQJECBAgACBukBPT090dXVF94qeiIXt0XbX1Jh21+zY6J6tYu59O26wTLt5y1h66fS49azOuOfyzlh+T//vRKZOnRLzttwsHrD7zrH3TrvHDjN2jc0X79Qv7sy750bb7VOj6/bu6F7QEz0ra5ETFuUr1l8jWwIECBAgQGD4AloSIECAAAECBAg0h0B+02wuVY6mrcpgYhEgQIDAhBYweAIECBAgQGDcBOrvTKtvx20QOiZAgAABAgQmkED+QXFOWuzprEVtWYq0sCM6Fs6I6Ytnx6ylm6+vlPc65s+OVTdPifuu6ozFt3bHqsU9/Wbf0d4eszfeKLbdevPYZvN5sfnULWPjFf3jTl20UaQFHdGTkxWX9UQtj0W2Yj9HJwQIECBAgAABAgQIECBAYJwEdEugEoGUUqRUL5UELIJIWCwQfBAgQIAAAQIECBAgQKAageFGqUVe06i+HW4M7QgQIECAAIHJJLB8xcr47R/OiFP+eGZR/h6/+9PQyj//dXHcdMsd0dOTvwtZWy7Hv/b6m+P0s87bYOxT/vj3+O3vz4hfn/q3+NXv/ha57doRXSFAgAABAq0kYC4ECBAgQIAAAQIEJodAftNso1Q1YwmLVUmKQ4DA6AvogQABAgQIECDQwgKpmFuKVGx9ECBAgACBSS5g+oMSuPLq66NRrrrm+rjqmhuGVG665fZYsHBx9PT0X1mx0XlnZ1fce9+CuP7GWwcR9/pyLFdc9d+44srrytKIY0+AAAECBAgQIECAAAECBAYUcJEAgQkhkFKKlFKlY5WwWCmnYAQIECBAgAABAgSaW8Domltg4PWNmnvMRkeAAAECBAgQIECAAAECzSdgRAQIECBAgAABAgQIEKhCoOrVFfOYJCxmBYVANQKiECBAgAABAgQIEBimQP2dafXtMENoRoAAAQJjJaAfAgQIECBAgAABAgQIECBAoPUFzJAAAQIECoGUUrnCYkqpOKvmQ8JiNY6iECBAgAABAgQIVCIgCIHJKlBfW7EW9f1kVTBvAgQIECBAgAABAgQmi4B5EiBAgAABAgQIECBAgMBEEGissJj3VY1XwmJVkhMhjjESIECAAAECBAgQINDUAilSU4/P4AgQmCAChkmAAAECBAgQIECAAAECBAi0voAZEiBAgACBMRBIKUVKqdKeJCxWyikYAQIECBAg0OoC5keAAIHRFLC+4mjqik2AAAECBAgQIEBg8AJqEiBAgAABAgQIECBAgAABAhF5ZcVcqrRopoTFKuclFgECBAgQIECAAAECBCaQQP2dafXtBBq2oRIYnoBWBAgQIECAAAECBAgQIECAQOsLmCEBAgQIECDQAgIppXKFxZRSZbORsFgZpUAECBAgQKAZBIyBAAECBCamQC3y6or17cScgVETIECAAAECBAiMpYC+CBAgQIAAAQIECBAgQIAAgdYXGP8Z5tUVG6Wq0UhYrEpSHAIECBAgQIAAAQIECIxAIL8vLUUaQQRNKxMQiAABAgQIECBAgAABAgQIEGh9ATMkQIAAAQIECBDYoEBKKVJKG6w3lAoSFoeipS4BAgQIjFhAAAIECBAgQGDdAnmVxXXfdYcAAQIECBAgMHEEjJQAAQIECBAgQIAAAQIECBBofQEzbH2BqldXzGISFrOCQoAAAQIECBAgQIAAgXEVqL8zrb7d4EBUIECAAAECBAgQIECAAAECBFpfwAwJECBAgAABAgQIjLtASqlcYTGlVNlYJCxWRikQAQKtIWAWBAgQIECAAIHxEKivrViL+n48RqBPAgQIECAwuQTMlgABAgQIECBAgAABAgQIEGh9ATMkQGCkAo0VFvN+pLEa7SUsNiTsCRAgQIAAAQIECBCoRkCUYQukSMNuqyEBAgQIECBAgAABAgQIEBhTAZ0RIECAAAECBAgQINDyAimlSClVOk8Ji5VyCkZg9AX0QIAAAQIECBAg0LoC1lds3dfWzAgQIDBUAfUJECBAgAABAgQIECBAgACB1hcwQwIECDS7QF5ZMZcqxylhsUpNsQgQIECAAAECBCaCgDESaEKB+jvT6tsmHJ4hESBAgAABAgQIECBAYOIJGDEBAgQIECBAgAABAgQIjFAgpVSusJhSGmGk+5tLWLzfwlElAoIQIECAAAECBAgQIDB0gVrk1RXr26G31oIAAQJjL6BHAgQIECBAgAABAgRn6OeBAAAQAElEQVQIECBAoPUFzJAAAQIEJrtAXl2xUaqykLBYlaQ4BAgQIECAAIGqBMQhQGBSCuT3paVIk3LuJk2AAAECBAgQIEBgUgqYNAECBAgQIECAAAECBAgQaHKBlFKklCod5aRLWKxUTzACBAgQIECAAAECBAhUKJBXWawwnFAEJrWAyRMgQIAAAQIECBAgQIAAAQKtL2CGBAgQIECAwOgKVL26Yh6thMWsoBAgQIAAAQJDEVCXAAECBCoXqL8zrb6tPLiABAgQIECAAAECBIYjoA0BAgQIECBAgAABAgQIECDQ+gLrnWFKqVxhMaW03npDuSlhcSha6hIgQIAAAQIECBAgQGBUBOprK9aivh+VLgRtMgHDIUCAAAECBAgQIECAAAECBFpfwAwJECBAgAABAhNboLHCYt5XNRMJi1VJikOAAAECzSNgJAQIECBAYIIKpEgTdOSGTYAAAQIECBAYBwFdEiBAgAABAgQIECBAgAABAq0vYIbjKpBSipRSpWOQsFgpp2AECBAgQIAAAQIECBAYvkAzra84/FloSYAAAQIECBAgQIAAAQIECEwUAeMkQIAAAQIECBAgsD6BvLJiLuurM9R7EhaHKqY+AQIERi4gAgECBAgQIEBgDYH6O9Pq2zVuOSVAgAABAgQmqoBxEyBAgAABAgQIECBAgAABAq0vYIYEWlogpVSusJhSqmyeEhYroxSIAAECBAgQIECAAIGxE2i1nmqRV1esb1ttbuZDgAABAgQIECBAgAABAgSGK6AdAQIECBAgQIAAAQLjKZBXV2yUqsYhYbEqSXEItJKAuRAgQIAAAQIECIy5QH5fWoo05v3qkAABAgQmsYCpEyBAgAABAgQIECBAgAABAq0vYIYECBAYgUBKKVJKI4iwdlMJi2ubuEKAAAECBAgQIEBgxAICEBiOQF5lcTjttCFAgAABAgQIECBAgACB8RHQKwECBAgQIECAAAECBFpZoOrVFbOVhMWsoEw0AeMlQIAAAQIECBAg0GIC9Xem1bctNjXTIUCAwPAFtCRAgAABAgQIECBAgAABAgRaX8AMCRAgQKCJBVJK5QqLKaXKRilhsTJKgQgQIECAAAECE0nAWAkQaC6B+tqKtajvm2tsRkOAAAECBAgQIECAwMQVMHICBAgQIECAAAECBAgQIDB8gcYKi3k//Cj9W0pY7O9RzZkoBAgQIECAAAECBAgQGIZAijSMVpoQIDBuAjomQIAAAQIECBAgQIAAAQIEWl/ADAkQIECAwCQWSClFSqlSAQmLlXIKRoAAAQIECFQlIA4BAgQmo4D1FSfjq27OBAgQIECAAIHJLWD2BAgQIECAAAECBAgQIECAQPMK5JUVcxnpCPu2l7DYV8MxAQIECBAgQIAAAQIExkWg/s60+nZcBqDT1hQwKwIECBAgQIAAAQIECBAgQKD1BcyQAAECBAgQIDBqAimlcoXFlFJlfUhYrIxSIAIECBCYXAJmS4AAAQIEqhSoRV5dsb6tMq5YBAgQIECAAAECIxPQmgABAgQIECBAgAABAgQIEGh9ATNcl0BeXbFR1lVnqNclLA5VTH0CBAgQIECAAAECBAiMgkB+X1qKNAqRmzikoREgQIAAAQIECBAgQIAAAQKtL2CGBAgQIECAAAECE1YgpRQppUrHL2GxUk7BCBAg0DwCRkKAAAECBAhMPIG8yuLEG7UREyBAgAABAuMpoG8CBAgQIECAAAECBAgQIECg9QXMkMB4CVS9umKeh4TFrKAQIECAAAECBAgQIEBgbYExvFJ/Z1p9O4bd6ooAAQIECBAgQIAAAQIECBAgQIAAAQIECBAgQIDAOgRSSuUKiymlddQY+mUJi0M304IAgUoEBCFAgAABAgQIELhfoL62Yi3q+/uvOyJAgAABAhNdwPgJECBAgAABAgQIECBAgACB1hcwQwIEWlWgscJi3lc1RwmLVUmKQ4AAAQIECBAgQGCsBfTXcgIpUsvNyYQIECBAgAABAgQIECBAYIQCmhMgQIAAAQIECBAgQGCcBFJKkVKqtHcJi5VyCtZKAuZCgAABAgQIECBAYKwFrK841uL6I0CAQAQDAgQIECBAgAABAgQIECBAoPUFzJAAAQIEhieQV1bMZXitB24lYXFgF1cJECBAgAABAgRGLiACAQKDFqi/M62+HXQjFQkQIECAAAECBAgQINAMAsZAgAABAgQIECBAgAABAi0qkFIqV1hMKVU2QwmLlVGOdSD9ESBAgAABAgQIECDQOgK1yKsr1retMyszIUCgCgExCBAgQIAAAQIECBAgQIAAgdYXMEMCBAgQINCcAnl1xUapaoQSFquSFIcAAQIECBCYeAJGTIAAgSYSyO9LS5GaaESGQoAAAQIECBAgQKBFBEyDAAECBAgQIECAAAECBAgQGJZASilSSsNqu65Go5awuK4OXSdAgAABAgQIECBAgACBgQXyKosD33GVQPMKGBkBAgQIECBAgAABAgQIECDQ+gJmSIAAAQIECExOgapXV8yKEhazgkKAAAECBJpTwKgIECBAYNII1N+ZVt9OmkmbKAECBAgQIECAQF3AlgABAgQIECBAgAABAgQIEGh9gQk5w5RSucJiSqmy8UtYrIxSIAIECBAgQIAAAQIECAxXoL62Yi3q++FG0W4gAdcIECBAgAABAgQIECBAgACB1hcwQwIECBAgQIAAgdEQaKywmPdVxZewWJWkOAQIEJiMAuZMgAABAgQIVCqQIlUaTzACBAgQIECAQCUCghAgQIAAAQIECBAgQIAAAQKtL2CGBAYQSClFSmmAO8O/JGFx+HZaEiBAgAABAgQIECBAYMQCfQNYX7GvhmMCBAgQIECAAAECBAgQINA6AmZCgAABAgQIECBAYCIK5JUVc6ly7BIWq9QUiwCBZhMwHgIECBAgQIDABBGovzOtvp0gQzZMAgQIECDQPAJGQoAAAQIECBAgQIAAAQIECLS+gBkSIDAOAimlcoXFlFJlvUtYrIxSIAIECBAgQIAAAQKtKGBOYyNQi7y6Yn07Nj3qhQABAgQIECBAgAABAgQI3C/giAABAgQIECBAgAABAmsL5NUVG2Xtu8O7ImFxeG5aEahGQBQCBAgQIECAAAECqwXy+9JSpNVndgQIECDQUgImQ4AAAQIECBAgQIAAAQIECLS+gBkSIECgBQVSSpFSqnRmEhYr5RSMAAECBAgQIEBgrAX0R6CVBPIqi600H3MhQIAAAQIECBAgQIBAVQLiECBAgAABAgQIECBAgMDYC1S9umKegYTFrKCsS8B1AgQIECBAgAABAgTGRKD+zrT6dkw61AkBAgT6CjgmQIAAAQIECBAgQIAAAQIEWl/ADAkQIECAwJAFUkrlCosppSG3XVcDCYvrknGdAAECBAgQIFCJgCAECBAYjEB9bcVa1PeDaaEOAQIECBAgQIAAAQLNJGAsBAgQIECAAAECBAgQIECg9QQaKyzmfVWzm9gJi1UpiEOAAAECBAgQIECAAIEmEEiRmmAUhkCgCQUMiQABAgQIECBAgAABAgQIEGh9ATMkQIAAAQIEmk4gpRQppUrHJWGxUk7BCBAgQIDAxBMwYgIECBBoHgHrKzbPa2EkBAgQIECAAIFWEzAfAgQIECBAgAABAgQIECBAoPUFqp5hXlkxlyrjSlisUlMsAgQIECBAgAABAgQIDEug/s60+nZYATQaXwG9EyBAgAABAgQIECBAgAABAq0vYIYECBAgQIAAgUknkFIqV1hMKVU2dwmLlVEKRIAAAQKjIyAqAQIECBCYDAK1yKsr1reTYb7mSIAAAQIECBBYU8A5AQIECBAgQIAAAQIECBAg0PoCZjjRBPLqio1S1dglLFYlKQ4BAgQIECBAgAABAgRGIJDfl5YijSDCepq6RYAAAQIECBAgQIAAAQIECLS+gBkSIECAAAECBAgQqFggpRQppUqjSlislFMwAgQmo4A5EyBAgAABAgSqEsirLFYVSxwCBAgQIECgWgHRCBAgQIAAAQIECBAgQIAAgdYXMEMCBPoLVL26Yo4uYTErKAQIECBAgAABAgQIjKeAvqP+zrT6FgcBAgQIECBAgAABAgQIEGhJAZMiQIAAAQIECBAgQGCCCaSUIqV6qWroEharkhSHQNMKGBgBAgQIECBAgEDzC9TXVqxFfd/84zVCAgQIEGg+ASMiQIAAAQIECBAgQIAAAQIEWl/ADAkQIDC2Ao0VFvO+qp4lLFYlKQ4BAgQIECBAgEDrCpgZgTESSJHGqCfdECBAgAABAgQIECBAgMBaAi4QIECAAAECBAgQIECAQD+BlFKklPpdG+mJhMWRCmo/YgEBCBAgQIAAAQIECBCoC1hfse5gS4BAawqYFQECBAgQIECAAAECBAgQIND6AmZIgAABAq0lkFdWzKXKWUlYrFJTLAIECBAgQIDA+AjolQCBCS9Qf2dafTvhJ2MCBAgQIECAAAECBAiMjoCoBAgQIECAAAECBAgQIEBgTAVSSuUKiymlyvqVsLhBShUIECBAgAABAgQIECAw2gK1yKsr1rej3Zf4BAgMLOAqAQIECBAgQIAAAQIECBAg0PoCZkiAAAECBAgMRSCvrtgoQ2m3vroSFten4x4BAgQIECBQjYAoBAgQILBBgfy+tBRpg/VUIECAAAECBAgQINC0AgZGgAABAgQIECBAgAABAgQItJRASilSSv3nNMIzCYsjBNScAAECBAgQIECAAAECVQnkVRariiVO6wmYEQECBAgQIECAAAECBAgQIND6AmZIgAABAgQIEGgmgapXV8xzk7CYFRQCBAgQmOwC5k+AAAECBMZZoP7OtPp2nIeiewIECBAgQIBA6wqYGQECBAgQIECAAAECBAgQIND6AmZYoUBKqVxhMaVUWVQJi5VRCkSAAAECBAgQIECAAIHhCtTXVqxFfT/cKOPbTu8ECBAgQIAAAQIECBAgQIBA6wuYIQECBAgQIECAwGQSaKywmPdVzVvCYlWS4hAgQGA0BcQmQIAAAQIEJoVAijQp5mmSBAgQIECAwDoEXCZAgAABAgQIECBAgAABAgRaX8AMCUwggZRSpJQqHbGExUo5BSNAgAABAgQIECBAoFkFJsK4rK84EV4lYyRAgAABAgQIECBAgACBZhYwNgIECBAgQIAAAQIEqhPIKyvmUl3ECAmLVWqKRWDyCpg5AQIECBAgQIDAiARS2bq+LQ9tCBAgQIBAMwoYEwECBAgQIECAAAECBAgQIND6AmZIgACBXoGUUrnCYkqp99pIDyQsjlRQewIECBAgQIAAAQKVCAgyuQVqkVdXrG8nt4TZEyBAgAABAgQIECBAoLUFzI4AAQIECBAgQIAAAQITRyCvrtgoVY1awmJVkuI0t4DRESBAgAABAgQIEGhygfy+tBSpyUdpeAQIEGhyAcMjQIAAAQIECBAgQIAAAQIEWl/ADAkQIEBgzARSSpFSqrQ/CYuVcgpGM3LffQAAEABJREFUgAABAgQIEGhdATMjQGD0BfIqi6Pfix4IECBAgAABAgQIECCwbgF3CBAgQIAAAQIECBAgQIBAQ6Dq1RVzXAmLWWH8ixEQIECAAAECBAgQIDCpBervTKtvJzWEyRNodQHzI0CAAAECBAgQIECAAAECBFpfwAwJECBAgEDLCKSUyhUWU0qVzUnCYmWUAhEgQIAAAQLjK6B3AgQITGSB+tqKtajvJ/JMjJ0AAQIECBAgQIDA6AqIToAAAQIECBAgQIAAAQIECIyVQGOFxbyvqs/BJSxW1Zs4BAgQIECAAAECBAgQILBOgRRpnffcIDAmAjohQIAAAQIECBAgQIAAAQIEWl/ADAkQIECAAAECgxRIKUVKaZC1B1dNwuLgnNQiQIAAAQIjFhCAAAECBAhsSMD6ihsScp8AAQIECBAg0PwCRkiAAAECBAgQIECAAAECBAi0vsBkmWFeWTGXKucrYbFKTbEIECBAgAABAgQIECAwLIH6O9Pq22EFmCyNzJMAAQIECBAgQIAAAQIECBBofQEzJECAAAECBAgQaBKBlFK5wmJKqbIRSVisjFIgAgQITHQB4ydAgAABAgTGT6AWeXXF+nb8RqFnAgQIECBAYDIImCMBAgQIECBAgAABAgQIECDQ+gJmSKAagby6YqNUEzFCwmJVkuIQIECAAAECBAgQIEBgBAKpaJsiFVsfBAgQIECAAAECBAgQIECAQFMLGBwBAgQIECBAgACBSSKQUoqUUqWzlbBYKadgBAiMpoDYBAgQIECAAIFWF8irLLb6HM2PAAECBAhsSMB9AgQIECBAgAABAgQIECBAoPUFzJAAgYkhUPXqinnWEhazgkKAAAECBAgQIEBgcgiYZdMK1N+ZVt827SANjAABAgQIECBAgAABAgQmhoBREiBAgAABAgQIECBAoBKBlFK5wmJKqZJ4OYiExaygEKhEQBACBAgQIECAAAECwxWor61Yi/p+uFG0I0CAAIGxENAHAQIECBAgQIAAAQIECBAg0PoCZkiAAAECWaCxwmLe5/MqioTFKhTFIECAAAECBAgQqEZAFAKTXCBFmuQCpk+AAAECBAgQIECAwKQQMEkCBAgQIECAAAECBAgQmBACKaVIKVU6VgmLlXI2dzCjI0CAAAECBAgQIECguQWsr9jcr4/REZgoAsZJgAABAgQIECBAgAABAgQItL6AGRIgQIAAgbEQyCsr5lJlXxIWq9QUiwABAgQIEGh1AfMjQIDAKAnU35lW345SF8ISIECAAAECBAgQIDBYAfUIECBAgAABAgQIECBAgACBQiClVK6wmFIqzqr5aKKExWomJAoBAgQIECBAgAABAgQmnkAt8uqK9e3EG70RExiagNoECBAgQIAAAQIECBAgQIBA6wuYIQECBAgQINAKAnl1xUapaj4SFquSFIcAAQIECDSDgDEQIECAwIQVyO9LS5Em7PgNnAABAgQIECBAYAwFdEWAAAECBAgQIECAAAECBAi0vkATzDClFCmlSkciYbFSTsEIECBAgAABAgQIECAwfIG8yuLwW2tZlYA4BAgQIECAAAECBAgQIECAQOsLmCEBAgQIECBAgMCGBapeXTH3KGExKygECBAgMFYC+iFAgAABAgQGFKi/M62+HbCCiwQIECBAgACBiSRgrAQIECBAgAABAgQIECBAgEDrC5jhJBBIKZUrLKaUKputhMXKKAUiQIAAAQIECBAgQIDAcAXqayvWor5ffxR3CRAgQIAAAQIECBAgQIAAgdYXMEMCBAgQIECAAAEC4y/QWGEx76sajYTFqiTFIUCgNQTMggABAgQIECAwjgIp0jj2rmsCBAgQIDCJBEyVAAECBAgQIECAAAECBAgQaH0BMyRAYMQCKaVIKY04Tt8AEhb7ajgmQIAAAQIECBAgQGDEAgIMX8D6isO305IAAQIECBAgQIAAAQIExlZAbwQIECBAgAABAgQItL5AXlkxlypnKmGxSk2xCIy+gB4IECBAgAABAgRaUqD+zrT6tiUnaFIECBAgMDQBtQkQIECAAAECBAgQIECAAIHWFzBDAgQINL1ASqlcYTGlVNlYJSxWRikQAQIECBAgQIDAxBAwSgLNKFCLvLpifduM4zMmAgQIECBAgAABAgQITDQB4yVAgAABAgQIECBAgACBkQrk1RUbZaSxGu0lLDYk7KsREIUAAQIECBAgQIAAgWEJ5PelpUjDaqsRAQIExlxAhwQIECBAgAABAgQIECBAgEDrC5ghAQIECEx6gZRSpJQqdZCwWCmnYAQIECBAgACBkQuIQIDA5BXIqyxO3tmbOQECBAgQIECAAIHJJWC2BAgQIECAAAECBAgQIECg2QWqXl0xz3eyJSzmOSsECBAgQIAAAQIECBBoMoH6O9Pq2yYbmuEQmJgCRk2AAIGWFXjTa18Sn/zwUQoDz4BnwDMwjGfggIfs17L/fzAxAgQITFIB0yZAgAABAgRGWSClVK6wmFKqrCcJi5VRCkSAAAECBCaLgHkSIECAQPUC9bUVa1HfVx9fRAIECBAgQKBVBB6w566hMBibZ4Az59Z8Blrl/wfmQYAAAQIECBAgQIAAgWoE1h+lscJi3q+/5uDvSlgcvJWaBAgQIECAAAECBAgQGFWBFGlU4wveRAKGQoAAAQIEhihwxlnnhsLAM+AZ8AxU8wyc+58Lh/hVWHUCBAgMU0AzAgQIECBAgMAEF0gpRUqp0llIWKyUUzACBAgQaAYBYyBAgAABAhNVwPqKE/WVM24CBAgQIDC6AhddckV88bgTlDUMmHgmPAOegZE8A6P7lVt0AgQIECBAgAABAgSqEhBnfAXyyoq5VDkKCYtVaopFgAABAgQIECBAgACBYQnU35lW3w4rQNWNxCNAgAABAgQIECBAgAABAgRaX8AMCRAgQIAAAQIECKxXIKVUrrCYUlpvvaHclLA4FC11CRAgUImAIAQIECBAgACBNQVqkVdXrG/XvOecAAECBAgQmJgCRk2AAAECBAgQIECAAAECBAi0voAZEmhtgby6YqNUNVMJi1VJikOAAAECBAgQIECAwNgJtGBP+X1pKVILzsyUCBAgQIAAAQIECBAgQIDAMAU0I0CAAAECBAgQIEBgXAVSSpFSqnQMEhYr5RSMQGsImAUBAgQIECBAgMD4CORVFsenZ70SIECAwGQUMGcCBAgQIECAAAECBAgQIECg9QXMkAABAiMRqHp1xTwWCYtZQSFAgAABAgQIECBQrYBoBIYoUH9nWn07xKaqEyBAgAABAgQIECBAgMB4CeiXAAECBAgQIECAAAECLS2QUipXWEwpVTZPCYuVUQo0dgJ6IkCAAAECBAgQINBqAvW1FWtR37fa7MyHAAECwxPQigABAgQIECBAgAABAgQIEGh9ATMkQIAAgWYWaKywmPdVjVPCYlWS4hAgQIAAAQIEJpKAsRIg0JQCKVJTjsugCBAgQIAAAQIECBCYoAKGTYAAAQIECBAgQIAAAQIERiCQUoqU0ggirN1UwuLaJiO+IgABAgQIECBAgAABAgSGI2B9xeGoaUNg/AT0TIAAAQIECBAgQIAAAQIECLS+gBkSIECAAIHJLJBXVsylSgMJi1VqikWAAAECBAhUJSAOAQIEJplA/Z1p9e0km7rpEiBAgAABAgQITGYBcydAgAABAgQIECBAgAABAgSaWCClVK6wmFIaySj7tZWw2I/DCQECBAgQIECAAAECBMZDoBZ5dcX6djz612drCpgVAQIECBAgQIAAAQIECBAg0PoCZkiAAAECBAgQGD2BvLpio1TVi4TFqiTFIUCAAIHJJWC2BAgQIECgYoH8vrQUqeKowhEgQIAAAQIECIxIQGMCBAgQIECAAAECBAgQIECg9QXMcJ0CKaVIKa3z/nBuSFgcjpo2BAgQIECAAAECBAgQGAWBvMriKIRt2pAGRoAAAQIECBAgQIAAAQIECLS+gBkSIECAAAECBAhMXIGqV1fMEhIWs4JCgACB1hMwIwIECBAgQGBCCdTfmVbfTqiBGywBAgQIECAwvgJ6J0CAAAECBAgQIECAAAECBFpfwAwJjJtASqlcYTGlVNkYJCxWRikQAQIECBAgQIAAAQKtJTCWs6mvrViL+n4se9YXAQIECBAgQIAAAQIECBCY3AJmT4AAAQIECBAgQIDAugQaKyzm/brqDPW6hMWhiqlPgEA1AqIQIECAAAECBAisJZAirXXNBQIECBAgMKEFDJ4AAQIECBAgQIAAAQIECBBofQEzJECgZQVSSpFSqnR+EhYr5RSMAAECBAgQIECAwNgJ6Kn1BKyv2HqvqRkRIECAAAECBAgQIEBgpALaEyBAgAABAgQIECBAYLwE8sqKuVTZv4TFKjXFaiUBcyFAgAABAgQIECAwhgL1d6bVt2PYra4IECBAgAABAgQIECBAgAABAgQIECDQ+gJmSIAAAQLDFEgplSssppSGGWHtZhIW1zZxhQABAgQIECBAoBIBQQgQGLxALfLqivXt4FupSYAAAQIECBAgQIAAgfEXMAICBAgQIECAAAECBAgQaFWBvLpio1Q1RwmLVUmOdRz9ESBAgAABAgQIECDQUgL5fWkpUkvNyWQIEKhAQAgCBAgQIECAAAECBAgQIECg9QXMkAABAgQINKlASilSSpWOTsJipZyCESBAgAABAhNJwFgJECDQbAJ5lcVmG5PxECBAgAABAgQIEJjoAsZPgAABAgQIECBAgAABAgQIDE+g6tUV8yhGK2Exx1YIECBAgAABAgQIECBAYFAC9Xem1beDaqASgWYRMA4CBAgQIECAAAECBAgQIECg9QXMkAABAgQIEJikAimlcoXFlFJlAhIWK6MUiAABAgQIVC0gHgECBAhMHoH62oq1qO8nz7zNlAABAgQIECBAIIIBAQIECBAgQIAAAQIECBAg0PoCE3OGjRUW876qGUhYrEpSHAIECBAgQIAAAQIECIxQIEUaYQTN1xJwgQABAgQIECBAgAABAgQIEGh9ATMkQIAAAQIECBAYFYGUUqSUKo0tYbFSTsEIECAwuQTMlgABAgQIEKhWwPqK1XqKRoAAAQIECFQjIAoBAgQIECBAgAABAgQIECDQ+gJmSGAggbyyYi4D3RvuNQmLw5XTjgABAgQIECBAgAABAiMXWB2h/s60+nb1JTsCBAgQIECAAAECBAgQIECgVQTMgwABAgQIECBAgMCEFEgplSssppQqG7+ExcooBSJAoPkEjIgAAQIECBAgMFEEapFXV6xvJ8qYjZMAAQIECDSLgHEQIECAAAECBAgQIECAAAECrS9ghgQIjIdAXl2xUarqX8JiVZLiECBAgAABAgQIEGhFAXMaM4H8vrQUacz60xEBAgQIECBAgAABAgQIEOgVcECAAAECBAgQIECAAIEBBFJKkVIa4M7wL0lYHL6dlgRGLCAAAQIECBAgQIAAgb4CeZXFvueOCRAgQKA1BOQWT1UAABAASURBVMyCAAECBAgQIECAAAECBAgQaH0BMyRAgEArClS9umI2krCYFRQCBAgQIECAAIGJKmDcBFpEoP7OtPq2RaZkGgQIECBAgAABAgQIEKhOQCQCBAgQIECAAAECBAgQGAeBlFK5wmJKqbLeJSxWRtmKgcyJAAECBAgQIECAAIGxEaivrViL+n5s+tQLAQIEGgL2BAgQIECAAAECBAgQIECAQOsLmCEBAgQIEBi6QGOFxbwfeuuBW0hYHNjFVQIECBAgQIBANQKiECBAYAgCKdIQaqtKgAABAgQIECBAgEDTCBgIAQIECBAgQIAAAQIECBBoQYGUUqSUKp3ZhE5YrFRCMAIECBAgQIAAAQIECIyzgPUVx/kF0H3TChgYAQIECBAgQIAAAQIECBAg0PoCZkiAAAECBAg0n0BeWTGXKkcmYbFKTbEIECBAgMDEEzBiAgQIEGgKgfo70+rbphiQQRAgQIAAAQIECLSWgNkQIECAAAECBAgQIECAAAECrS9Q+QxTSuUKiymlymJLWKyMUiACBAgQIECAAAECBAgMV6AWeXXF+na4MbQbPwE9EyBAgAABAgQIECBAgAABAq0vYIYECBAgQIAAgcknkFdXbJSqZi9hsSpJcQgQIEBgdAREJUCAAAECk0Qgvy8tRZokszVNAgQIECBAgMAaAk4JECBAgAABAgQIECBAgACB1hcwwwknkFKKlFKl45awWCmnYAQIECBAgAABAgQIEBi+QF5lcfit193SHQIECBAgQIAAAQIECBAgQKD1BcyQAAECBAgQIECAQNUCVa+umMcnYTErKAQIEBi+gJYECBAgQIAAgQoE6u9Mq28rCCcEAQIECBAgULWAeAQIECBAgAABAgQIECBAgEDrC5ghAQJrCKSUyhUWU0pr3Bn+qYTF4dtpSYAAAQIECBAgQIBAJQKCRNTXVqyt3hMhQIAAAQIECBAgQIAAAQKtJ2BGBAgQIECAAAECBAhMNIHGCot5X9XYJSxWJSkOgWYVMC4CBAgQIECAAIEJI5AiTZixGigBAgQINJmA4RAgQIAAAQIECBAgQIAAAQKtL2CGBAgQGGOBlFKklCrtVcJipZyCESBAgAABAgQItKKAOREYK4H6Ootj1Zt+CBAgQIAAAQIECBAgQKCvgGMCBAgQIECAAAECBAgQ6C+QV1bMpf/VkZ1JWByZn9YjFxCBAAECBAgQIECAAIGovzOtvsVBgACBlhQwKQIECBAgQIAAAQIECBAgQKD1BcyQAAECBFpMIKUUKdVLVVOTsFiVpDgECBAgQIAAgXET0DEBAhNfoBZ5dcX6duLPxgwIECBAgAABAgQIEBgNATEJECBAgAABAgQIECBAgMDYCuTVFRulqp4lLG5I0n0CBAgQIECAAAECBAiMgUAq+kiRiq0PAgTGRUCnBAgQIECAAAECBAgQIECAQOsLmCEBAgQIECAwJIGUUqSUhtRmQ5UlLG5IyH0CBAgQIEBgxAICECBAgMDgBPIqi4OrqRYBAgQIECBAgACB5hMwIgIECBAgQIAAAQIECBAgQKC1BAZaXXGkM5SwOFJB7QkQIECAAAECBAgQIDBigfo70+rbEQcToDUFzIoAAQIECBAgQIAAAQIECBBofQEzJECAAAECBAg0lUBKqVxhMaVU2bgkLFZGKRABAgQITFwBIydAgAABAuMtUF9bsRb1/XiPRv8ECBAgQIAAgdYUMCsCBAgQIECAAAECBAgQIECg9QXMsEqBxgqLeV9VXAmLVUmKQ4AAAQIECBAgQIAAgREKpEgjjDCOzXVNgAABAgQIECBAgAABAgQItL6AGRIgQIAAAQIECEwqgZRSpJQqnbOExUo5BSNAgMDoCIhKgAABAgQITA4B6ytOjtfZLAkQIECAwLoEXCdAgAABAgQIECBAgAABAgRaX8AMCUwkgbyyYi5VjlnCYpWaYhEgQIAAAQIECBAg0KwCTT6u+jvT6tsmH6rhESBAgAABAgQIECBAgACB5hUwMgIECBAgQIAAAQIEKhRIKZUrLKaUKosqYbEySoEITGYBcydAgAABAgQIEBiZQC3y6or17cgiaU2AAAECBEZPQGQCBAgQIECAAAECBAgQIECg9QXMkAABAvcL5NUVG+X+qyM7krA4Mj+tCRAgQIAAAQIECFQjIMqkF8jvS0uRJr0DAAIECBAgQIAAAQIECLS0gMkRIECAAAECBAgQIEBgAgmklCKlVOmIJSxWyilYswoYFwECBAgQIECAAIGJIJBXWZwI4zRGAgQINKuAcREgQIAAAQIECBAgQIAAAQKtL2CGBAgQIDB2AlWvrphHLmExKygECBAgQIAAAQIbEnCfAIFRFai/M62+HdWOBCdAgAABAgQIECBAgMD6BNwjQIAAAQIECBAgQIAAAQK9AimlcoXFlFLvtZEeSFgcqWAl7QUhQIAAAQIECBAgQGByC9TXVqxFfT+5LcyeQCsLmBsBAgQIECBAgAABAgQIECDQ+gJmSIAAAQIEWkegscJi3lc1KwmLVUmKQ4AAAQIECIyvgN4JECDQAgIpUgvMwhQIECBAgAABAgQIjKKA0AQIECBAgAABAgQIECBAgMCYCaSUIqVUaX+DSlistEfBCBAgQIAAAQIECBAgQGBAAesrDsji4hgK6IoAAQIECBAgQIAAAQIECBBofQEzJECAAAECBAgMViCvrJjLYOsPpp6ExcEoqUOAAAECBEYuIAIBAgQIEFiPQP2dafXteqq5RYAAAQIECBAg0OwCxkeAAAECBAgQIECAAAECBAi0vsCkmWFKqVxhMaVU2ZwlLFZGKRABAgQIECBAgAABAgSGK1CLvLpifTvcGJOhnTkSIECAAAECBAgQIECAAAECrS9ghgQIECBAgAABAs0ikFdXbJSqxiRhsSpJcQgQIDDRBYyfAAECBAgQGFeB/L60FGlcx6BzAgQIECBAYBIImCIBAgQIECBAgAABAgQIECDQ+gJmSKAigZRSpJQqilYPI2Gx7mBLgAABAgQIECBAgACBEQuMNEBeZXGkMbQnQIAAAQIECBAgQIAAAQIERldAdAIECBAgQIAAAQKTRaDq1RWzm4TFrKAQIDARBIyRAAECBAgQINDCAvV3ptW3LTxNUyNAgAABAhsWUIMAAQIECBAgQIAAAQIECBBofQEzJEBgggiklMoVFlNKlY1YwmJllAIRIECAAAECBAgQaHYB42tegfrairWo75t3nEZGgAABAgQIECDQLAJbbbllvOOtr4/T//yb+OuffhkPO2j/Zhlav3E87zn/E2f+9ZS46D9nxDe++vmYNWtmv/uDPdl1l53jI8ccHWec9tumnu9g56Pe+gXyc5Kfl/zc5OcnP0frbzHw3YnyeTLw6EdyVVsCBAgQIECAAAECBAhUI9BYYTHvq4kYIWGxKklxCBAgQIAAAQIECBAgMEKBFGmEETQnQIAAgVEX0AGBJhTIiT0vPvIFcfJJ34h//v33ZWLYpRecFbnkZJ9z/v7H+PXPv1cmez3hsEPjxS98Xvz0RyfEjjts34SzMaQNCRz8iIPi21/7Qvzu1z+Ml73khbH55nM31GRc7z/20INj7qabRHt7e+y3715xyKMfOaTxPP6xh5bz/ekPj49nP+tpsdncTYfUfrCVv/j5j8fvf/uTuPDfZ5SfO/nzJ5f8OfWcZz1jsGHWqnfUO94YF/7r9H4xc9xccgLmWg1cKAXyc5Kfl/zc5OcnP0fljUFuJtrnySCnpRoBAgQIECAwlgL6IkCAAIFSIKUUKaXyuKqNhMWqJMUhQIAAAQIECBAYsYAABCa7gPUVJ/sTYP4ECBAgQGDoAq942ZFx6m9+HDkpaq+994jbbr0zfvHr38UHPvzJeO/7PxbHfe3bccFFl8RWW2xRJnt94XMfj6Pe9eYy6WvevC2H3qEW4y4wa6NZ8Y9z/xNnnHl2dHd3j/t4NjSAP512etxzz33lWC++5Io48+//2FCTfvdnzJgeZ5x1TjHff0RPT0+/e1WevPXt74v/9/Tnxbvf9+G49775vaE33mjjeNxjH9V7PpSDnBScE+86pnT0Nrv7rnviY5/8fDzwIY+KYz7yqd7rk+1gQ/PNz8n5518SXV3dcd/8BfG3M87eUJN+9yfa50m/wTshQIAAAQIECBAgQIBAEwnklRVzqXJIEhar1GzuWEZHgAABAgQIECBAgEDTCtTfmVbfNu0gDYwAgYkhYJQECEwSga223DK+dtzn4s1veFW5et2VV18Tb3zzu+PwF7w0PvzRz8Qvf/W7+M3v/hDfOv578bo3vjOe+ZwXx+//8Jfo7OoshdrbOyIngoU/IxL4zCc+FB/+wLtHFGOojf/057/FCd/5QZnAt2LFyqE2H/P6vyyexcc84RnxoAMOjde8/u2xdOmydY5hIM/fnvrH+N4Pfhx/O/2sWL58xTrbVnXjj3/6a1x33fX9wu2zz16RV3rsd3EQJ098wmNim63n9dbMv+A5/ax/xI9+8oveaw4GFsjPyRveclQ8+MBD45DHPS1+8rNfDVxxHVcn2ufJ/2fvPgBlq6qD8e/16AYsD1GDBUWNMWLvggIiiKLGks8kRmM02MunMSafMRojMRo1mthiC/aE2I0dRESKFAUNKP7tosYGKFVp3v9b5zCX+8q9b8qeduZH2OfMnDl77b1+d65RWGe9VdJwmQABAgQIECBAgAABAlMXiIimw2JEVNuLgsVqlALNmYDtEiBAgAABAgQIEJghgaWS3RXb4wxty1YIECAw/wIyINBJgSxW/MfDnl/2udfdy7p168opp55WnvaMvy4nfOGUVfP96c9+Vp77vBeVt739iHLZZZeVHXfYoVxz512Kv4YXuPfe9yh3v9udm39oP3yU4Wf+9Oc/LxdfcvHwAWZs5tY8r1y6siyNscPiSo7s5JjFhXnO6+uvc+1y0IH758u+x2/91jXKAffdt2y77bYlY+XEK668opx77nn50piQQNd+TybEZhkCBAgQIDCPAvZMgAABAmMSyP9N2xu1llCwWEtSHAIECBAgQIDAwglImACBmgL5XFqUqBlSLAIECBAgQKCjAvnHP9/trncqEVHOPvtH5R//6V9KFiT2k+5rXv+mcuIXTm0KHXfe5bf6meKeVQQe+pAHlvXrr73Kpy4PKrA1z/xjpS/59a8GDTv0/Zdc8qvy7e98r5kfEeUOd9ir3O52t2ne93N48CEHlz1vukf54Q9/PJHOkP3safh7zCRAgAABAgQIECBAgACBRRWIiOafQdXMX8FiTc2ascQiQIAAAQIECBAgQGDhBLLL4sIlLWECiy4gfwIECAwocOjjH1P223fv5h8UX37F5eWTR36mfPs73x0oyoc/8oly/gXnl/XrrzPQPDdfLfDMpz2p7L/fPs3P4eqrXg0rMKuep53+laYjaeZ1g+tfrzz0wQ/Il32N++xzj7LtttuUL5x8ynKHxb4muokAAQIECBDopoAe5ID/AAAQAElEQVSsCBAgQIDAnArU7q6YDAoWU8EgQIAAAQIEOikgKQIECMyPQDRbbY/NSwcCBAgQIECAwGYCe9zkxuWQgw8sO+ywQ/PZj3704/LRj326eT3I4TPHHFvO/NrXy0477jjINPdeJfD4P/uT8qg/fFjZfvvtr7riNIpADc9R1l9r7llnfbN8//s/bG5Zt25dyc6m+XvYXFjj8ICD71duf/u9yv/++CclY6xxq48IECBAgAABAgQIECBAgMBMC0RE88BmRFTb57AFi9U2IBABAgQIECBAgAABAgQItL0Vl0p75kFghgRshQABAgRmSOCgA/cre+xxo2ZH+XT76aefUb5/9g+a94MenvUXzy+veNXrVp32W791jfJ/n/6k8qmPva98+dRjy5mnH1++8sVjy+eO/Ej56798RsnPN5188z1vVl78wv9Xjj36o+WzR36o3P1ud25u+fPHPboc+Yn3lzNOO66J8fGP/Gd58APv33y22iHjD7p+b06uddLnP1UecsjB5Xa3u015x+GvL6efekwzXvHSF2205GMf80flA0e8vXzxC0c3OWaemW/G2DTPLFR787+9qjzzaU8sO++y83Kchz/sQctzV+bdu6G3r0Ese3PznPHfd8Thy3vMn8Mxn/5wuefd75IfDzzS5eTjj1zec+bcG29947808fLcu7bpedMcP/KBd20UK2PnGk2gDYe73uWO5dWvfEnJn0neu+FS8/ewns3kFYdnPO0JJT0G+X6tmL7my8suu6x8/vgTyxWXX9Hcd6Pddy8Pf+ghzeu1DvvfZ59yjWvsVD5/3InLHRrXun/lZ/mdfdXLDysnHPuJ5ncm/U875Zjyofe+s+R3YeW9vdd73/Nu5a3/9urmO5I/u7z+1Cc/vvld/J8vfb75/bv/QffNy+X617teec6zntpcO/rTH1z+Pc3YuUZ+/9My1/+r5z6zmdM7rLwn95U/03887Plb/M+D3pxBfsd6c/Kcvzf5nx35nfnSSUeXpz/10Ly86si91fw9WXUhHxAgQKC7AjIjQIAAAQIECGxRIP8ZVG9s8YYhLq4bYo4pBAgQIECAQBUBQQgQIECAwMYCUWLjC94RIECAAAECBFYI3G6v2yx39ctCqu9+/+wVn9Z7mQVm73nHm8qf/PEflLO+/o3y9y95eXnnu48ovzz/gnLd3XYtj37UI8s7//0NJQsUc9X77b9vedtbX1fe/1+HNwVVu171R01vv912TRHVs57xpLL7b9+gRETZZpttShaq/eVznl5yXtnCX4Oun/dnQdzRn/xgecKfP6Zda926suNOO5YXPf+vyp3vePuy3bbbNePee9+jHPLAA5sCq5e+5AXl2c98Srnh7jcoh7/9PeXu+xxUspDzW9/5TvntG1y/yfNfX/mS5t7c5jnnnlve9/6PlBe+6KXl9K+ckZeaceRRx5S/+dt/aMZL/+lfyplfPau5nofc23ve0b9lzumNLNjKwrUX/s1zy/V226285d/f2ezxsJf8c7nokovL4//sT8p1d921d3vf5//++KfK81/wkvLd731/ec7lV1xe3v7O/yyHPvlZzbU8P/+FLyk//dnPmvd5uPjiS8q/vflt5cEP+5Ny8ilfykvNeNSfPql85KOfLFdccWU597xflNe/4a0l18hCtSw2ywK6Aw/Yd6Miz5w4jGfO641tN3yX3vCal5dDH/fostv1rtv396s3v9/z0Z87rvzsnHOa27fdbttyr3vdbfk70Vzc5JAFh3e4w17l5z8/t3xqw3djk4/XfJs/0ze+7pXl9re/TfnIf3+ivPDFLyvZEbUsLZVb3nLPkt+Fl7z4+U2M/H70Cvre8NpXlHvc465lxx13aD575tOe1Ljk72J2hszfvz/f8H3JosYsGH7cYx/V/p5s+J3MCRkzY+ca2267TWN5rWtes/zJHz6iHPZ3z8tbyt+/4K/LC/7mOc0+8p68mIW7hzzgoPL8//fsfLvRyP0N+juWAdIvv/f5+/zsZz65+c+Zddus/q+ycp28/4WVf09yLwYBAgQIECBAgAABAgQGE+jm3RHR/O/Emtmt/r/yaq4iFgECBAgQIECAAAECBAhsVUB/xa0SbX6DKwQIECBAYEEEssivVyCYKV9+2eUbFZPltRoj13jec59Vrn/965ZXvvr15dl/+fzyoQ9/vLz8n19XHv+EZ5Zvffu7zT+k/p3fuXl53nOf2RRu7bTTjuWzxxxXTjzx1PKb3/ym5F+xFOWJT3hsueENdy+vfcObywH3f3h57vNetLznLKT6/Yc8IG/daAyz/i677Fy+/JUzyqePOmajbnYPftD9y2WXX1Y+8MGPlosuvKhZ59INbhecf2H54z98RDnogP1KFl4df+LJ5Q1vOrxkQV4Wh73pzW8vv/jl+U2ee+31eyWL7XJyfn7U0cc2xXiX/vrSvNSMiy66uLmWRXr5ed6XHwyTS87rjSwCO+C+9ynnnndu+dsXvqS86a3vaPb4/g/9d3nWc/62fOe73y/r1g33j/gzz399zZs3xP5Fs9wVl1/Z/PHFzZurDlmEeMR7P1SyODYvZcHqsZ8/sdlDvu+NzPeXG7yuuOKK8r4PfKS88z/e23x0+eWXl/e+/8PlzDPPat5vesh56ZVu/XiunJ/fryc/6XHlZjfdo7zm9W9pCjn/4aWvKj//2TnNbeuvc+1y0IH7N69HPfzP/3y1HH/CScvf7T03rJnfn9XiPvTBDyjXv95u5ctfPrPk3NXu2/T6I//goeUJf/7o8pMf/6w88SnPaX7n8ncvi2j/6ZWvbb7D+X19wP0PKFmQmH4ZI43P/sEP82UzsojwgQ+4X/nAhz5avvb1b5ReF4xfb/jOnnjyF8tRn/3ccsfIdHzUHz+i3Ovudy1v3vD9yt/TXK9XzJoFxne/+51LFgQe8sCDyrHHnVie8vS/bEYWrV555ZVNEfJ97n2vzQqQ02jQ37EmgQ2Hr3/jG+WI931os+/aho82+3ucvyebLeYCAQLTFbA6AQIECBAgQIDAVAR6/7uy5uLD/dOMmjsQiwABAgRmVsDGCBAgQIAAgUkJRLNQe2xeOhAgQIAAAQIENhLY/YY3KNfYacfla5f8+lflnHPOW36/2ov8Y5nzj/DNP751tZGf530Z4/F/9qiy5543LZ/81NFNsVle641vf+e75YQTT2466UVEud3t9ioPPuTg8tFPfLq86z3/VT595GfLr3716+b29btep1y64fWfHfqM8ua3vqspVPzkpz5TPvbxI5eLpW560xs3BY/NhKsOw6yfxZLveNcR5ROf/kz55fnnN5GyiPI6175W+ceX/0v5u8P+qTzjL57XFNL9zQsOK8edcFK5yY1uWHbYoe1Glx3amklXHbKI7tyrbHfYcftyow33XvXRQKdhcukt8OhH/UE58ID9y9JvlhrX3HPvszznz+LYz5+wbJnXBh1ZtPjVq7pBZme+O9zutpuFOPKozy0XMu523fXlnve4y2b35IW99rp1+clPf1o++rFP59tm/McRHyjv+c8PlJO/eFrJDo7NxUqHXTfs5bJLLyv5/fr3t727KWw74r0fbApHr7j8iqbY9Fa3unml1Uo55nPHl1/8ov1u5ffm3vvcY4uxs7D4bne9U/nlLy8oH/34p7Z4z5Yu5rw/fuTDy9JSKf/+jneX/PmuvO+/3veh8q1vf6+5tP3225eDDty36VSauafx6aef0XyWh1vsebNy3PEnlpe87NXlcYc+vbziVa8vb3jj4eUpz/jLppPoMRtyufhXl+StJR2zk+KhT3l2yaLd7KiZ34s3vuXt5YILL2zuyW6jt73t75W/P+zlJYsZ87uY48UveWX5wQ9/1NyTv0O/e+tbNq97h2F/x7LIM/8z4y2Hv6v87Oc/74Xb4nkSvydbXNhFAgQIECBAgAABAnMqYNsEhhGIiOZ/Z0fEMNO3OEfB4hZZXCRAgAABAgQIECBAgEAVgT6DLJUN/25yw8hjn1PcRoAAAQIECCyUwG7rdy07XWOngXPOLmj3PehhJbuinf6VM0o+Fd8LcuFFF5ZXvOp1JT/P+/KPYr3rXe7YdNQ746pCtt69vfO3vvPd5vN8n0WBt7rVLfLlZuPc884rb3nbu5tCxZUffvvb3yuXXnZZcymLnPa6za2b13kYdf2LL76kXH75lRmqXPmbK8unjvzscoe7U794enn5K15TTvjCKc3nZ37t6+X8Cy4ol156afmfM77WXFt5yP333g/TxXCUXNLlQYccXNI3Oxced+LJva1sdP7qWf9f6RWebfTBAG8+f/xJ5ZJLftX8i4fb336vsvLnkWG+f/YPShbD5fcmC+X22XvzQr1DHnhgucXNb1a+9rVvlLw/560cva6bK6+N+vq8c39R3vr2tb9f2XmzV4g76npZoHfGmV9b/v255S32LJn3pnEPOnC/5o9a/urXzio5Z9PPV3uf8/bY40bl3HPPK5879oQt3vb9H/xg+fp1168ve+31u8vvL73s0uUOkD/4wY/Ku//j/c1n+Tvxzncf0fxR3vk6L55//gXN9z5fp+Ob3vqOzQokP/6Jo8rPf952q7ziyitKdtvMwuSc0xv5s/7JT9o/Mny7bbcr17vudXsfNedRf8dyv2t9dyb5e9Ik5EBg6wLuIECAAAECBAgQINBJgfxnAr1RK0EFi7UkxSFAYAoCliRAgAABAgQIdEcgn0uLEt1JSCYECBAgQKCagEApcOXSlWXpN7/Jl83YZpttm4K20udfWTz1wQ9/bLkDYk4766xvluxMmK9z3OVOdyi7rr9OucY1diqH/d3zypY6Mub1/Dzvj4hyw91vkC/7Hj/9+c/LxZdcvMX7R13/zK+eVX796181sS+79PJy9vd/2Lze0uG97/9w2XvfB5Y73+OApphrS/fktSzEyuKwfD3IGCWX7Fq55033aJb7xS/PL1/4wqnN600PKwvPNv2s3/dfOOnU5S52u113/RY7KP72b1+/RLT/PfWmN7lJufcmRYv3uGvbdfHY47dcaFfG8Ndvyob/u/Lq34feEr++7NKSBXa99zXPnzzyM+XCiy5qQl5zl13KIQcf2LzuHbKA7qAD9y9ZPPjZY47vXe7rfLu9blOyIPRmG37uJx9/5BZ/937/wQ9YjrX9jjuUm9zoRsvvz7/gwqZINy9ksW0WE+brrY0NiuU3W3Dc2rx+Ph/379gkf0/6ydc9BAgQIECAAAECNQTEIEBgFgUiYvmfC9Tan4LFWpLiECBAgAABAgQIEJhHAXueKQH9FWfqx2EzBAgQIEBgpgTOOee8cslVxXi5sZ123LFc5zrXLoP89b//+5Ny0cVtwVXO+/FPfpqn5XHjG9+wKZq6+OJLyt/87T+Uve64z1bHE5/yF8vzR30x7fWvf73rlSce+pjykQ+8q2SnyVHyGSWX7FqZ3RVz/Sw+y/O4Rha2nXLqaU13viyY27SDYnYRvOUtb17OPrv9o3+vc51rgLcorAAAEABJREFUlf3322d5O/lHGd/xjrct3/r2d0t25Vv+YEovahRxrrb1zO+b3/rO8se3+b1bb1S8mQV0e9z4xuUb3/xOef+H/nv5vn5e3OiGuze35R8F3c/v3Z3utv+ahbZNsBk81Pwdm+TvyQxSDrclswgQIECAAAECBAgQIDCEQO3uirkFBYupYBAYk4CwBAgQIECAAAECBPoTiOa29ti8dCBAgACBORKwVQKTEDj5lC+V83954fJSWVx2iz1vtvx+mBdXXnHlRtO2iXXNE/MRUbbZbpsy6b+mtX4WJ776lS9pChX/5I8fWb7yla+W0758xkjpj5LLjW+4e/NzGGkDA0w+acN3q9c5cNMOig846H7loosuKu/74Eea7pzr1q0rd7vrnUoWKuYSBx24X9ntutctXx7RK2PNwzjqM8c0DrnX9euvXbJIMV/nuN9971O23XabcvwJJ+Xbgca6bdr/JZC+2alxoMlzcPM4fscm/XsyB8y2SIAAAQIECExAwBIECBBYRIGIaP45RURUS39dtUgCESBAgAABAgQIEKgvICKBBRFoeysulfa8IElLkwABAgQIEBhQILu75VPtOS0Lo271O7fIl9VHjWLIUTY1qfWz29srXvqi8qbX/3O50x1vV95y+LvKvgc8uLzwxS8rV15xxSgpLM8dNZcsYFsONqYXRx51TNMhMcNnB8X73Pue+bLkH/18m1vfqmSx7GePOa789Gc/a67v/ts3KFmomG/uePvblvMvuKAc/bnj8m3nx4c+8onyvbPPbvKMiHKHO+xVbne725TsRPl7v3er8u3vfq/8xxEfaD4f5nDNa15z5O6ew6w7rjkD/o4NvY1J/J4MvTkTCRAgQIAAAQIECBAgMOcC+c+ieqNWKgoWa0nOZRybJkCAAAECBAgQIEBglgSixCxtx14IEOiMgEQIEOiKwLHHn1B6nfAyp1ve4uZNUVm+rjmyGHKvvW5dM+RAsSaxfnZ8e9Mb/rkcfP8Dyve+94Py+Cc8s/z729490D77uXnUXHbbbdcyiY572RXwsssuK1n4dYc73LZZM7sHxrp15ZjPHV++f/YPyimnnlZ+85vflCzC3GfvezTfvd+79e+WL3/5zPI///PVfjjm/p6LL76knHjiKeWKy9uC1utfb7fy4AceVPbdZ++y0047Np/lPcMmeq1ddilZBDrs/FmaN6nfscx5Ur8nuZZBgAABAgRmW8DuCBAgQIBAfYGIKBFRNbCCxaqcghEgQIAAAQILJyBhAgQIVBTQX7EiplAECBAgQKCDAh//xFHltNP+p+RT7ZledsPLgrt8XWP8+Cc/LZddfnkT6la3uHn5w//zsOb1aocX/M1zSnYoXO3zQa9Pcv0nHfrYcoub36xkcdk733NE+fZ3vjvodte8f5Rcfvqzny/H3nXX9WW/ffdefj+uFyefelo559zzmvB73PjG5dF//H/KXe5y+/Kl075cjrvqjzje6I+O3uMm5SEPOrjssON25cSTTm7mdf5wVYIf/PDHyw//93+bd9tss025z733Lne7653KT396ztCdJns/822327bse5+9y833vFkTf0uHLGB921teW/70UY/c0sczc23cv2M9s0x4Ur8nuZZBgAABAgQIECBAgACBRRPIfw6Vo2beM12wWDNRsQgQIECAAAECBAgQIDC7Au2Tae1xdndpZwTGJSAuAQIECPQv8ObD31l+9L8/aSZkN7z77r9PeeQfPLR5P+rhzK+eVS684KImzM677FyeeOhjyr33vkfzftPD/fbft+yz9z3LN7717U0/Gvr9pNa/5z3vWm5xVUHYJb+6pPz4Jz8bes+rTRwll29/53vl0ksvbULvsvPO5b773rt5vdZhXdnwf9sM/4/7s0NidkrMfwGRnQIf/KD7N50UP3vsccvLHnnUMeVb324LO69z7Ws1hXU//NGPy1FHH7t8zyK8WNltMvO94e43KOvXX7uc+IWTh+40edZZ31ju2njzPW9anvfcZzZdLjP+puNpT358uf71rle+fObsdrWcxO/YNH5PNv1ZeE+AAAECgwuYQYAAAQIECMyfQEQ0HRYjotrmh/8nGNW2IBABAgQIECAwRgGhCRAgQGAuBJZKdldsj3OxYZskQIAAAQIEpiSQhWWvf8Nby89/dk6zg1123qUc+vhHr1pY2NzU5yE76Z1x5teWOzhmUdQ//sMLypMOfexGxVN//rhHl7974V+Vyy+/rBx51Of6jL712ya1/vrrXLvsuOMOzYbS75a3uFnzune43e1uU6517Wv23i6f0yO72+WFX/7y/Dw14xrX2Kk55+EPHvaQ8uAH3r/pSnjGkJZHf/bz5eyzf5Thmn8hcK973XWLRanrtlmXZYrNfTtdY6ey2/pdm9fDHrJTYnacjIhy0z1uUrIgLLt6rox3/Aknlcsuu6ysW7eubL/dduXEE09pulSuvGeY11vzzJgr88334x4RUbbZbpuypb8+fdQx5Zxzz13+6Be/OL8c87njl98P+uLozx1XfnJVZ82IKHe/+13KOw5/fcnC4F6s/P5lR9M/+sNHlCyIzf8s6H027HmbbbYtWaBaKv9V43dsa1ua1u/J1vblcwIECBAgQIAAAQIECIxZYOLh8+HG3qi1uILFWpLiECBAgAABAgQIECBAYASB2DA3Smw4+nv2BOyIAAECBAjMlsBHP/HpctjL/nm5qG33375BedEL/6o8/GEPWnOjWZi0LrZcgNWb+K7/eG/56c+u7jiYnfSe8bQnlOOO+Xg5+fgjy2mnHFOe/cwnl223XVfe+e73lu+f/YPe1Ka4K6L97zPrspRum83/8fO1rnXNssMObbFgnvP9coANL0ZZ/853vH3Zeeff2hCllO132K7c9GY3aV5vevj+939Yzr+w7SSZJo977KMau5vvebPygr95Tnnj615ZbrbHHsvTdrnmLuXRj/qD8tp/fVn53d+5ZXP9wosvXi7svOMdb1vuu/+9yx898uHlUX/0iPKbDf+XNw2bS5r+53s/WC686MIMU7Ko8jnPemp51jOetFw4+oCD71f+9q+fU9bvep3mnsxj//32KY/5kz9sCiabiwMeslPiD37UFkr+6le/Lkd95pjNIpx86mnlnHPPa66f98tflBNPOrV5vdZh3bqrvwf5ulf0uXJOP55ZkLnTVcWh26xSaJffpx3W+H6tXHOt1zvusGPZbvtty41vdMMt3nbyKV8qX/ziV5rvQP5Lmy9+6fSmSHVLN+f3cPsN38f8bNsN+9511/X5cqORxYf//bFPNsWg+UFENN+1V//zP5QvfuHocsoJR5UjP/G+kj/373337PKmt74jb1seGTNj54XrX3+35e9Jvt905Hcl/fL6jhusrrnzLvlyzZE/tzVv2PDhysLdGr9j+T1Zue7K1xuWa/6zZxq/J7m2QYBAlwXkRoAAAQIECBAgsKlARJSI2PTySO+v/icFI4UxmQABAgQIDClgGgECBAgQILAskF0Wl994QYAAAQIECBBYQ+CzxxxXHveEZ5SPfuLTTYe77L72d89/bvnIB95VnvLEx5W9bnPrZnYW4f3pox5ZDn/za8orX/bict3rri+//vWlTXFVzm1uWnHIQqy/P+wVJQuOVlxuuullAVF21cs/rvg/jvhgee/7P7x8S65/0AH7LXdru876a5eHP+SQktebmzYc8vWB99237PxbbVHhLjvvXO5/v/03umeU9R/yoIPL+vVtAd92225XHnD/+zVFhBuW3ujvM796VjnllC+VK6+8srme+3rxC/9fY/fQhzywfPRjR5bPHXt1t7wDD9i3POOpTyyf+9zx5Uunf6WZc8qpp5ULLryweZ3zX/Oql5bn/dX/LV//xjdKryvhsLlk0LR917vf1/xs833aH/r4x5TPH/3RcuqJnykvPewFTWHpuee0xYNZzHXvfe5Z9t3nHuW8X/wipww8srviKaecVq644sryvbPPLh/6yCc2i5GFdV/+8plNod7Xv/7NkjludtOKC3e9yx3L/vvuU/LnkZdvuPtvl6c+6fGbFdRtzTO/xwcduP/y9+va17pmedhDDyl5PePmyJ/Dyu9Xfs/yfV7Pz/sZee9z/+Lp5Va3ukWz5/zZr+xyuDLGscefUC686KJmfPbY41Z+tPw652aMXv4RUfbb515b/F6+4Y2Hl7ce/u7ln3kGiYimG2gWA26zzTblf3/8k/Lq1/xb+fZ3vpsfNyPXuNud77T8L49udKPdS36fb77nzZrPVx4yv0MOPrCkX17P4sV0XXlvftfSoFesmXvPn+G9975HTlkeWaB7y1vcfPl9Fgzntbww6u9Y7iG/J/l9yXi9PeT3Kd/3xjR+T3prOxMgQIAAAQIECBAgsIqAy50TyAf1ctRMTMFiTU2xCBAgQIAAAQIECBAgMJRA+2Raexw8gBkECBAgQIDAYgpkJ8TnPf+w8pCHP7q86l//rZxxxlll/fr15QmH/mk54t1vKWeefnxThPesZz2l3PKWNy9ZYJb3HfL7f1ye8vS/LKd+8fQtwh13wknl8U98ZvnABz9azjnnvKY4LW/MQscsWHvms59XXvv6t+SlZjz9qYeWT338v0oWzEW0/40mi6uyG9zRn/5gUzyVBVT5Oq/lZzkxi+zuf9B9m7kZI6/lGHb9Rzz8wU2RWcbIceMb7V7+9nl/0Rjk+5XjZa/81/LBj3y8XHRVp8Us0vvmN79TXvTil5eXvvzV5fPHfaGc8/Nzm9yzePOf/vk15Q1vOnw5xCc/9Znynv94fzn/gguae7J48Yj3fri85GWvXr4nXwyaS87pjVzvL577tyXN0z6vZ2e8c8/7RXntG97SdNlbiqWS79/znx8o+XM99CnPLid84ZS8dahx0slfLOece86af9Rz/tHRafP5409ac423vvFfytve8tpyy1vsuXzf9ttvXx77mD8qn/30h8tDDjl4+fpanvndeP9/HV7223fv5o+izkn5HTpgv/s0P9v8buXY9PuV9+T3Lb+bGSPnrTWy2Ddj5P6ykC/vvdlN9yj/8qqXlNNPPaZsGiMLU7/85TPKN7/1neUi1ZyTI+/NOTk3Y+S13tjtetdtvpf5+5n77l3Pc+9nftJJp5ZLLvlVXmq+X/k9ywLjx/zZU5ti4+aDDYfcc66xxx432vCu/TuL+/L3Ks1yH+3V0uw/LdIkbfJ6/g6ma8bJveTPJH82aZA/q7wnR/4M/+11r2y87363O5fPHvmhJoddr+rwmff08spY+X7Y37G19pDfp/xeZfze6JlN8vekt7YzgWkIWJMAAQIECBAgQIDApAUionlILiKqLa1gsRqlQAQIdFRAWgQIECBAgACBCQgsNWsslfbcvHEgQIAAAQIEJikw12tl4eLhb39PefTjnlzuvf8h5U5327/sdcd9lke+z+v5ed6X928t4bzn7w77p7LfgQ8pt73TvZtYd7nnAeVRj33SZgVxr3vDW8sd79GhMhEAABAASURBVLrxmivXf+GLX1ZyrLy28nXOzRgr91Rz/d9/xGNWhm5eX3zxJeXvD3t5ucd9Dm5yu8Nd9y0Pe+SfNh0r84b//vinyn4H/X6T+yEP/aPywQ99LC9vNLJQau99H9jcc6/7PKApdMy4G9204c0guWy4faO/s/gwzdM+zXKfBz/o/5R/f9u7m+6G9z3oYWXfAx7crJ3rbDR5iDdZYHm/gx9RXv2aN646+8P//cmy//0fWo547wdXvSc/OPTJz2psc9+bjrvvc1BJ47yvN1bzzO9Gfkc2jdF7n9+tHL33m55zbsborbPaOb8nm87tvV8txlOf+VflsY9/2mYhc72c05u/2jn3venk/Jln4end9j6w8cvfv/yeZXHypj/jQfa8tT3lXvJnkj+b1fab62VXzfzerXVP5pS/C8P8jm1tD/m9yvgrR5pN8vdk5dpeEyBAgAABAgQIzJ2ADRMgMKBAdlfsjQGnrnq7gsVVaXxAgAABAgQIECBAgEAdAVH6FYgS/d7qPgIECBAgQIAAAQIECBAgMGMCtkOAAAECBAgQIECAQNcEIqJERNW0FCxW5RSMwBQELEmAAAECBAgQINAZAf0VO/OjlAgBAgTqC4hIgAABAgQIECBAgAABAgQIdF9AhgQIEJgxgdrdFTM9BYupYBAgQIAAAQIECCy0gOQJTF+gfTKtPU5/N3ZAgAABAgQIECBAgACBLgrIiQABAgQIECBAgAABAgQGE4iIpsNiRAw2cY27FSyugeOjKgKCECBAgAABAgQIECCwVYGlkt0V2+NWb3YDAQIEZlHAnggQIECAAAECBAgQIECAAIHuC8iQAAECBBZMoNdhMc+1UlewWEtSHAIECBAgQIDA2AQEJkBgEQTyubQosQipypEAAQIECBAgQIAAgS0KuEiAAAECBAgQIECAAAECBGZLICJKRFTdlILFqpyCESBAgAABAgQIECBAYHiB7LI4/GwzCRBYU8CHBAgQIECAAAECBAgQIECAQPcFZEiAAAECBAhUFcjOijlqBlWwWFNTLAIECBAgsKAC0iZAgACBUQXaJ9Pa46ixzCdAgAABAgQIECAwHgFRCRAgQIAAAQIECBAgQIAAge4LrMwwIpoOixGx8vJIrxUsjsRnMgECBAgQIECAAAECBGoItL0Vl0p7rhFRjLkTsGECBAgQIECAAAECBAgQIECg+wIyJECAAAECBAjMlUB2V+yNWhtXsFhLUhwCBAgQmGEBWyNAgAABAvMhECXmY6N2SYAAAQIECBCYSQGbIkCAAAECBAgQIECAAAECBLovIMNJCkREiYiqSypYrMopGAECBAgQIECAAAECBIYXmOn+isOnZSYBAgQIECBAgAABAgQIECAwLwL2SYAAAQIECBAgQGCFQO3uihlawWIqGAQIEJiygOUJECBAgACBRRdon0xrj4tuIX8CBAgQINBdAZkRIECAAAECBAgQIECAAAEC3ReQIYEuCURE02ExIqqlpWCxGqVABAgQIECAAAECBAhMUWDOl14q2V2xPc55KrZPgAABAgQIECBAgAABAgTGJyAyAQIECBAgQIAAAQITFOh1WMxzrWUVLNaSFIdApwUkR4AAAQIECBAgMG6BfC4tSox7GfEJECBAgMAaAj4iQIAAAQIECBAgQIAAAQIEui8gQwIECPQvEBElIvqf0MedChb7QHILAQIECBAgQIAAgZEFBCDQh0B2WezjNrcQIECAAAECBAgQIECAwKwK2BcBAgQIECBAgAABAgQ6JJCdFXPUTEnBYk1NsaYmYGECBAgQIECAAAEC8y3QPpnWHuc7E7snQIDAOAXEJkCAAAECBAgQIECAAAECBLovIEMCBAgQmB2BiGg6LEZEtU0pWKxGKRABAgQIECBAYK4FbJ4AgakKtL0Vl0p7nupWLE6AAAECBAgQIECAQJcF5EaAAAECBAgQIECAAAECBPoWyO6KvdH3pK3cqGBxK0B1PhaFAAECBAgQIECAAAECWxeIElu/yR0ECMywgK0RIECAAAECBAgQIECAAAEC3ReQIQECBAgQWByBiCgRUTVhBYtVOQUjQIAAAQIExiYgMAECBBZAQH/FBfghS5EAAQIECBAgQGBtAZ8SIECAAAECBAgQIECAAAECMyNQu7tiJtYULOYLgwABAgQIECBAgAABAgSmJdA+mdYep7UH6y6CgBwJECBAgAABAgQIECBAgACB7gvIkAABAgQIECBQSyAimg6LEVErZFGwWI1SIAIECBBYcAHpEyBAgACBEQSWSnZXbI8jhDGVAAECBAgQIEBg3ALiEyBAgAABAgQIECBAgAABAt0XkOFVAr0Oi3m+6tLIJwWLIxMKQIAAAQIECBAgQIAAgdEF8rm0KDF6oLmOYPMECBAgQIAAAQIECBAgQIBA9wVkSIAAAQIECBAgMC8CEVEioup2FSxW5RSMAAECMyxgawQIECBAgMDMC2SXxZnfpA0SIECAAAECsy1gdwQIECBAgAABAgQIECBAgED3BWRIYEIC2VkxR83lFCzW1BSLAAECBAgQIECAAIFOC4wvufbJtPY4vlVEJkCAAAECBAgQIECAAAECBLYu4A4CBAgQIECAAAECBFqBiGg6LEZEe6HCUcFiBUQhCBCoIiAIAQIECBAgQGCBBdreikulPS8whNQJECBAoPsCMiRAgAABAgQIECBAgAABAgS6LyBDAgQ6IpDdFXujVkoKFmtJikOAAAECBAgQIEBg6gI2MO8CUWLeU7B/AgQIECBAgAABAgQIEBi7gAUIECBAgAABAgQIECAwGYGIKBFRdTEFi1U5Beu0gOQIECBAgAABAgQIjFlAf8UxAwtPgACBfgTcQ4AAAQIECBAgQIAAAQIECHRfQIYECBAg0JdA7e6KuaiCxVQwCBAgQIAAAQIEJiJgEQIEVhNon0xrj6vd4zoBAgQIECBAgAABAgTmQ8AuCRAgQIAAAQIECBAgQKAbAhHRdFiMiGoJKVisRjn1QDZAgAABAgQIECBAgMDcCiyV7K7YHuc2CRsnQGAyAlYhQIAAAQIECBAgQIAAAQIEui8gQwIECBAgMBMCvQ6Lea61IQWLtSTFIUCAAAECBDogIAUCBAhMTyCfS4sS09uAlQkQIECAAAECBAgsjIBECRAgQIAAAQIECBAgQIAAgX4EIqJERD+39n3P5AoW+96SGwkQIECAAAECBAgQILCYAtllcTEzl3WnBCRDgAABAgQIECBAgAABAgQIdF9AhgQIECBAgMBCCGRnxRw1k1WwWFNTLAIECBAgMGYB4QkQIECgqwLtk2ntsas5yosAAQIECBAgQKBfAfcRIECAAAECBAgQIECAAAEC3ReYhwwjoumwGBHVtqtgsRqlQAQIECBAgAABAgQIEBhWoO2tuFTa87BRzOtLwE0ECBAgQIAAAQIECBAgQIBA9wVkSIAAAQIECBAgUEEguyv2RoVwTQgFiw2DAwECBAjUERCFAAECBAgQGEUgSowy3VwCBAgQIECAwIQELEOAAAECBAgQIECAAAECBAh0X0CGBEqJiGaUin8pWKyIKRQBAgQIECBAgAABAgRGEWj6K44SwFwCBAgQIECAAAECBAgQIEBgPgTskgABAgQIECBAgMAcCNTurpgpK1hMBYMAgYURkCgBAgQIECBAYDYFotlWe2xeOhAgQIAAAQIjCJhKgAABAgQIECBAgAABAgQIdF9AhgQIjF8gIpoOixFRbTEFi9UoBSJAgAABAgQIECCwEAKSHIvAUsnuiu1xLAsISoAAAQIECBAgQIAAAQIEBhFwLwECBAgQIECAAAECBEqvw2Kea3EoWKwlKQ6BKgKCECBAgAABAgQILKpAPpcWJRY1fXkTIEBgwQSkS4AAAQIECBAgQIAAAQIECHRfQIYECBCYf4GIKBFRNREFi1U5BSNAgAABAgQIEJi6gA0QmGOB7LI4x9u3dQIECBAgQIAAAQIECExOwEoECBAgQIAAAQIECBAgMHaB7KyYo+ZCChZrai5ALCkSIECAAAECBAgQIDAOgfbJtPY4jvhiEiBAYDABdxMgQIAAAQIECBAgQIAAAQLdF5AhAQIECBDYmkBENB0WI2Jrt/b9uYLFvqncSIAAAQIECBCoIiAIAQIEtiDQ9lZcKu15Cze4RIAAAQIECBAgQIDAfAnYLQECBAgQIECAAAECBAgQmHuB7K7YG7WS6VjBYi0WcQgQIECAAAECBAgQIDB5gSgx+UWtSGAuBWyaAAECBAgQIECAAAECBAgQ6L6ADAkQIECAAIFpC0REiYiq21CwWJVTMAIECBAg0AEBKRAgQIDA1AT0V5wavYUJECBAgAABAosnIGMCBAgQIECAAAECBAgQIECg+wIjZli7u2JuR8FiKhgECBAgQIAAAQIECBCYqkD7ZFp7nOpGLF5JQBgCBAgQIECAAAECBAgQIECg+wIyJECAAAECBAh0XSAimg6LEVEtVQWL1SgFIkCAAIEJCViGAAECBAh0UGCpZHfF9tjB9KREgAABAgQIEBhcwAwCBAgQIECAAAECBAgQIECg+wIynHGBXofFPNfaqoLFWpLiECBAgAABAgQIECBAYASBfC4tSowQYZCp7iVAgAABAgQIECBAgAABAgS6LyBDAgQIECBAgAABAqMJRESJiNGCbDJbweImIN4SIEBgZAEBCBAgQIAAAQJDCmSXxSGnmkaAAAECBAhMWsB6BAgQIECAAAECBAgQIECAQPcFZEhgwQWys2KOmgwKFmtqikWAAAECBAgQIECAQBWBxQvSPpnWHhcvexkTIECAAAECBAgQIECAwGIKyJoAAQIECBAgQIAAgdkWiIimw2JEVNuogsVqlAIRmBsBGyVAgAABAgQIEJg5gba34lJpzzO3PRsiQIAAgXkUsGcCBAgQIECAAAECBAgQIECg+wIyJECAwFgFsrtib9RaSMFiLUlxCBAgQIAAAQIEFkhAqgTGIxAlxhNYVAIECBAgQIAAAQIECBAYQsAUAgQIECBAgAABAgQILLZARJSIqIqgYLEqp2BVBAQhQIAAAQIECBAgsKAC+isu6A9e2gQWVUDeBAgQIECAAAECBAgQIECAQPcFZEiAAAECcy1Qu7tiYihYTAWDAAECBAgQINAxAekQIDBvAu2Tae1x3vZuvwQIECBAgAABAgQITEvAugQIECBAgAABAgQIECBAYJwCEdF0WIyIassoWByc0gwCBAgQIECAAAECBAhUFlgq2V2xPVYOLRwBAsMKmEeAAAECBAgQIECAAAECBAh0X0CGBAgQIECAwBoCvQ6LeV7jtoE+UrA4EJebCRAgQIAAgToCohAgQIDApgL5XFqU2PSy9wQIECBAgAABAgTmWMDWCRAgQIAAAQIECBAgQIAAgXkWiIgSEVtJYbCPFSwO5uVuAgQIECBAgAABAgQIjE0guyyOLbjA3ROQEQECBAgQIECAAAECBAgQINB9ARkSIEBJiW8vAAAQAElEQVSAAAECBKYokJ0Vc9TcgoLFmppiESBAgEBnBCRCgAABAgQmK9A+mdYeJ7uy1QgQIECAAAECiywgdwIECBAgQIAAAQIECBAgQKD7AjIcXiAimg6LETF8kE1mKljcBMRbAgQIECBAgAABAgQITF6g7a24VNrz5Ncfy4qCEiBAgAABAgQIECBAgAABAt0XkCEBAgQIECBAgECHBbK7Ym/USlPBYi1JcQgQIDBRAYsRIECAAAECXRSIEl1MS04ECBAgQIDA0AImEiBAgAABAgQIECBAgAABAt0XkCGB2RWIiBIRVTeoYLEqp2AECBAgQIAAAQIECMyNwAxuVH/FGfyh2BIBAgQIECBAgAABAgQIzLeA3RMgQIAAAQIECBAgMLRA7e6KuREFi6lgECBQXUBAAgQIECBAgACBQQTaJ9Pa4yDz3EuAAAECBKYrYHUCBAgQIECAAAECBAgQIECg+wIyJEBgcQUioumwGBHVEBQsVqMUiAABAgQIECBAgEBVAcEWSmCpZHfF9rhQiUuWAAECBAgQIECAAAECiy4gfwIECBAgQIAAAQIECMysQK/DYp5rbVLBYi1JceZMwHYJECBAgAABAgQIzJZAPpcWJWZrU3ZDgACBuReQAAECBAgQIECAAAECBAgQINB9ARkSIECAwLgEIqJERNXwCharcgpGgAABAgQIEFggAakSIFBdILssVg8qIAECBAgQIECAAAECBEYRMJcAAQIECBAgQIAAAQIEFlYgOyvmqAmgYLGmZsVYQhEgQIAAAQIECBAgsEgC7ZNp7XGR8pYrAQIECBAgQIAAAQIECBAgQIAAge4LyJAAAQIECMyrQEQ0HRYjoloKCharUQpEgAABAgQIzJiA7RAgQGCOBNreikulPc/Rxm2VAAECBAgQIECAwLQFrE+AAAECBAgQIECAAAECBAiMSSC7K/ZGrSWGLFistbw4BAgQIECAAAECBAgQINATiBK9l84EZkTANggQIECAAAECBAgQIECAAIHuC8iQAAECBAgQILBlgYgoEbHlD4e8qmBxSDjTCBAgQIDAyAICECBAgACBTQT0V9wExFsCBAgQIECAQBcE5ECAAAECBAgQIECAAAECBAh0X6CjGdburphMChZTwSBAgAABAgQIECBAgMBUBdon09rjVDcyd4vbMAECBAgQIECAAAECBAgQINB9ARkSIECAAAECBAhMRyAimg6LEVFtAwoWq1EKRIAAgc4JSIgAAQIECBCYmMBSye6K7XFii1qIAAECBAgQIJACBgECBAgQIECAAAECBAgQINB9ARkSGEqg12Exz0MF2MIkBYtbQHGJAAECBAgQIECAAAECdQT6j5LPpUWJ/ie4kwABAgQIECBAgAABAgQIEJgRAdsgQIAAAQIECBAg0E2BiCgRUTU5BYtVOQUjQGCiAhYjQIAAAQIECHRMILssdiwl6RAgQIAAgdEFRCBAgAABAgQIECBAgAABAgS6LyBDAgRmUiA7K+aouTkFizU1xSJAgAABAgQIECAwZwK2OysC7ZNp7XFW9mQfBAgQIECAAAECBAgQINAVAXkQIECAAAECBAgQIEBgGIGIaDosRsQw07c4R8HiFllcJFBFQBACBAgQIECAAAECfQq0vRWXSnvuc5LbCBAgQGA2BOyCAAECBAgQIECAAAECBAgQ6L6ADAkQILCQAtldsTdqAShYrCUpDgECBAgQIECAwBgEhCSwWAJRYrESli0BAgQIECBAgAABAgQaAQcCBAgQIECAAAECBAgQmEWBiCgRUXVrCharcs5ZMNslQIAAAQIECBAgQGCmBPRXnKkfh80Q6I6ATAgQIECAAAECBAgQIECAAIHuC8iQAAECBAiMQaB2d8XcooLFVDAIECBAgAABAkMKmEaAAIE6Au2Tae2xTkRRCBAgQIAAAQIECBCoJyASAQIECBAgQIAAAQIECBBYRIGIaDosRkS19Ge5YLFakgIRIECAAAECBAgQIEBgtgWWSnZXbI+zvVO7IzAGASEJECBAgAABAgQIECBAgACB7gvIkAABAgQIEJhDgV6HxTzX2r6CxVqS4hAgQIAAgZkUsCkCBAgQmBeBfC4tSszLdu2TAAECBAgQIEBgpgRshgABAgQIECBAgAABAgQIEOi+wOQzjIgSEVUXVrBYlVMwAgQIECBAgAABAgQIDC+QXRaHn23m2AQEJkCAAAECBAgQIECAAAECBLovIEMCBAgQIECAAIHNBLKzYo7NPhjhgoLFEfBMJUCAAIHRBUQgQIAAAQIEUqB9Mq095nuDAAECBAgQINAtAdkQIECAAAECBAgQIECAAAEC3ReQYfcEIqLpsBgR1ZJTsFiNUiACBAgQIECAAAECBAgMK9D2Vlwq7XnAKG4nQIAAAQIECBAgQIAAAQIEui8gQwIECBAgQIAAAQITF8juir1Ra3EFi7UkxSFAoKMC0iJAgAABAgQITE4gSkxuMSsRIECAAAECKwS8JECAAAECBAgQIECAAAECBLovIEMCBAYViIgSEYNOW/N+BYtr8viQAAECBAgQIECAAIGRBQToW0B/xb6p3EiAAAECBAgQIECAAAECsyZgPwQIECBAgAABAgQIdE6gdnfFBFKwmAoGgTkWsHUCBAgQIECAAIEuCLRPprXHLuQjBwIECBCoLSAeAQIECBAgQIAAAQIECBAg0H0BGRIgQGDWBCKi6bAYEdW2pmCxGqVABAgQIECAAAECcypg2wRmQGCpZHfF9jgD27EFAgQIECBAgAABAgQIdE9ARgQIECBAgAABAgQIECAwoECvw2KeB5y66u0KFlel8UEdAVEIECBAgAABAgQIEOhHIJ9LixL93OoeAgQIzKCALREgQIAAAQIECBAgQIAAAQLdF5AhAQIECCyaQESUiKiatoLFqpyCESBAgAABAgTGICAkAQILI5BdFhcmWYkSIECAAAECBAgQILCxgHcECBAgQIAAAQIECBAgQGDGBLKzYo6a21r4gsWamGIRIECAAAECBAgQIEBgOIH2ybT2OFwEswgQWFvApwQIECBAgAABAgQIECBAgED3BWRIgAABAgQI1BWIiKbDYkRUC6xgsRqlQAQIECBAYGEFJE6AAAECIwu0vRWXSnseOZwABAgQIECAAAECBOoLiEiAAAECBAgQIECAAAECBAh0X2CjDLO7Ym9s9MEIbxQsjoBnKgECBAgQIECAAAECBGoKRIma4cSaKwGbJUCAAAECBAgQIECAAAECBLovIEMCBAgQIECAwHwJRESJiKqbVrBYlVMwAgQIEJhJAZsiQIAAAQJzIqC/4pz8oGyTAAECBAgQmE0BuyJAgAABAgQIECBAgAABAgS6LyDDiQrU7q6Ym1ewmAoGAQIECBAgQIAAAQIEpirQPpnWHqe6kVUX9wEBAgQIECBAgAABAgQIECDQfQEZEiBAgAABAgQIEFgpEBFNh8WIWHl5pNcKFkfiM5kAAQJVBAQhQIAAAQIEFl5gqWR3xfa48BgACBAgQIBAVwXkRYAAAQIECBAgQIAAAQIECHRfQIYEOiXQ67CY51qJKVisJSkOAQIECBAgQIAAAQJTFJj/pfO5tCgx/4nIgAABAgQIECBAgAABAgQIjE1AYAIECBAgQIAAAQIEJikQESUiqi6pYLEqp2AEOiogLQIECBAgQIAAgYkIZJfFiSxkEQIECBAgsCUB1wgQIECAAAECBAgQIECAAIHuC8iQAAECAwhkZ8UcA0zZ6q0KFrdK5AYCBAgQIECAAAECowuIQGBtgfbJtPa49p0+JUCAAAECBAgQIECAAIHZFbAzAgQIECBAgAABAgQIdEkgIpoOixFRLS0Fi9UoBZqigKUJECBAgAABAgQIzLlA21txqbTnOU/G9gkQIDAuAXEJECBAgAABAgQIECBAgACB7gvIkAABAgRmSCC7K/ZGrW0pWKwlKQ4BAgQIECBAYK4FbJ4AgVkQiBKzsA17IECAAAECBAgQIECgswISI0CAAAECBAgQIECAAAEC/QtERImI/if0caeCxT6QRr5FAAIECBAgQIAAAQIECPQhoL9iH0huITDLAvZGgAABAgQIECBAgAABAgQIdF9AhgQIECBAYIEEandXTDoFi6lgECBAgAABAjMvYIMECBDotkD7ZFp77HamsiNAgAABAgQIECCwloDPCBAgQIAAAQIECBAgQIAAgdkRiIimw2JEVNtUFixWCyYQAQIECBAgQIAAAQIECAwjsFSyu2J7HGa+OQT6EnATAQIECBAgQIAAAQIECBAg0H0BGRIgQIAAAQIEqgn0OizmuVZQBYu1JMUhQIAAgQUXkD4BAgQIEBhNIJ9LixKjBTGbAAECBAgQIEBgzALCEyBAgAABAgQIECBAgAABAt0XkGFPICJKRPTeVjkrWKzCKAgBAgQIECBAgAABAgRGF8gui6NHmeMItk6AAAECBAgQIECAAAECBAh0X0CGBAgQIECAAAECcyOQnRVz1NywgsWammIRIEBghgVsjQABAgQIEJhlgfbJtPY4y/u0NwIECBAgQGDWBeyPAAECBAgQIECAAAECBAgQ6L6ADAlMSiAimg6LEVFtSQWL1SgFIkCAAAECBAgQIECg4wJjTK/trbhU2vMYFxKaAAECBAgQIECAAAECBAgQWFvApwQIECBAgAABAgQIXCWQ3RV746pLI58ULI5MKAABAnUERCFAgAABAgQIEIgSEAgQIECAQMcFpEeAAAECBAgQIECAAAECBAh0X0CGBAh0RSAiSkRUTUfBYlVOwQgQIECAAAECBAhMUcDScy+gv+Lc/wglQIAAAQIECBAgQIAAgfELWIEAAQIECBAgQIAAAQITEqjdXTG3rWAxFQwCfQi4hQABAgQIECBAgMD4BNon09rj+FYRmQABAgS2LuAOAgQIECBAgAABAgQIECBAoPsCMiRAgACB/gQioumwGBH9TejjLgWLfSC5hQABAgQIECBAoIqAIAQIrCqwVLK7Yntc9SYfECBAgAABAgQIECBAYB4E7JEAAQIECBAgQIAAAQIEOiLQ67CY51opKVisJTn1ODZAgAABAgQIECBAgMA8C+RzaVFinlOwdwIEJiJgEQIECBAgQIAAAQIECBAgQKD7AjIkQIAAAQKzIRARJSKqbkbBYlVOwQgQIECAAIG5FrB5AgQITFkguyxOeQuWJ0CAAAECBAgQINB9ARkSIECAAAECBAgQIECAAAECfQlkZ8Ucfd3c500TK1jscz9uI0CAAAECBAgQIECAwAIKtE+mtccFTF/KnRKQDAECBAgQIECAAAECBAgQINB9ARkSIECAAAECiyEQEU2HxYiolrCCxWqUAhEgQIAAgbELWIAAAQIEOivQ9lZcKu25s2lKjAABAgQIECBAoB8B9xAgQIAAAQIECBAgQIAAAQLdF5iLDLO7Ym/U2rCCxVqS4hAgQIAAAQIECBAgQGBEgSgxYgTTty7gDgIEeMN8mQAAEABJREFUCBAgQIAAAQIECBAgQKD7AjIkQIAAAQIECBCoIRARJSJqhFqOoWBxmcILAgQIEBhZQAACBAgQIEBgJAH9FUfiM5kAAQIECBCYlIB1CBAgQIAAAQIECBAgQIAAge4LyJDABoHa3RU3hCwKFlPBIECAAAECBAgQIECAwFQF2ifT8jjVbVicAAECBAgQIECAAAECBAgQmIiARQgQIECAAAECBAjMg0BENB0WI6LadhUsVqMUiACBORCwRQIECBAgQIDAjAosleyu2B5ndIu2RYAAAQIE5kfATgkQIECAAAECBAgQIECAAIHuC8iQAIEJCPQ6LOa51nIKFmtJikOAAAECBAgQIEBgIQQkOS6BfC4tSowrvLgECBAgQIAAAQIECBAgQGAAAbcSIECAAAECBAgQIECglIhoRqn4l4LFiphCERhZQAACBAgQIECAAIGFFsguiwsNIHkCBAgsioA8CRAgQIAAAQIECBAgQIAAge4LyJAAAQIdEMjOijlqpqJgsaamWAQIECBAgAABAlMXsAEC8ykQzbbbY/PSgQABAgQIECBAgAABAgTWEPARAQIECBAgQIAAAQIECIxfICKaDosRUW0xBYvVKBcikCQJECBAgAABAgQIEBiLQNtbcam057EsISgBAgT6F3AnAQIECBAgQIAAAQIECBAg0H0BGRIgQIAAga0KZHfF3tjqzX3eoGCxTyi3ESBAgAABAgTqCIhCgACB1QWixOof+oQAAQIECBAgQIAAgTkSsFUCBAgQIECAAAECBAgQIDD/AhFRIqJqIt0qWKxKIxgBAgQIECBAgAABAgQmK6C/4mS9rTbHArZOgAABAgQIECBAgAABAgQIdF9AhgQIECBAgMDUBWp3V8yEFCymgkGAAAECBAgsC3hBgAABAtMQaJ9Ma4/TWN+aBAgQIECAAAECiyYgXwIECBAgQIAAAQIECBAgQKD7AqNmGBFNh8WIGDXU8nwFi8sUXhAgQIAAAQIECBAgQGBaAksluyu2x2ntwboVBYQiQIAAAQIECBAgQIAAAQIEui8gQwIECBAgQIBA5wV6HRbzXCtZBYu1JMUhQIAAgQkJWIYAAQIECHRTIJ9LixLdTE5WBAgQIECAAIGBBUwgQIAAAQIECBAgQIAAAQIEui8gw1kXiIgSEVW3qWCxKqdgBAgQIECAAAECBAgQGF4guywOP3uAmW4lQIAAAQIECBAgQIAAAQIEui8gQwIECBAgQIAAAQIjCmRnxRwjhtlouoLFjTi8IUCAwOgCIhAgQIAAAQIEBhdon0xrj4PPNoMAAQIECBCYvIAVCRAgQIAAAQIECBAgQIAAge4LyJDAogtERNNhMSKqUShYrEYpEAECBAgQIECAAAEClQQWMEzbW3GptOcFBJAyAQIECBAgQIAAAQIECCyegIwJECBAgAABAgQIEJhxgeyu2Bu1tqpgsZakOATmRsBGCRAgQIAAAQIEZlUgSszq1uyLAAECBOZOwIYJECBAgAABAgQIECBAgACB7gvIkAABAuMViIgSEVUXUbBYlVMwAgQIECBAgACBhRCQJIExCeivOCZYYQkQIECAAAECBAgQIDCMgDkECBAgQIAAAQIECBBYcIHa3RWTU8FiKhgzJWAzBAgQIECAAAECBBZPoH0yrT0uXvYyJkBgMQVkTYAAAQIECBAgQIAAAQIECHRfQIYECBAgMN8CEdF0WIyIaokoWKxGKRABAgQIECBAYGYEbIQAgbkTWCrZXbE9zt3mbZgAAQIECBAgQIAAgekIWJUAAQIECBAgQIAAAQIECIxVoNdhMc+1FlKwOLCkCQQIECBAgAABAgQIEKgvkM+lRYn6gUUkQGBIAdMIECBAgAABAgQIECBAgACB7gvIkAABAgQIEFhLICJKRKx1y8CfKVgcmMwEAgQIECBAYGQBAQgQIEBgiwLZZXGLH7hIgAABAgQIECBAYB4F7JkAAQIECBAgQIAAAQIECBCYa4HsrJhjzSQG/FDB4oBgbidAgAABAgQIECBAgEB9gfbJtPZYP7qI3RSQFQECBAgQIECAAAECBAgQINB9ARkSIECAAAECBKYpEBFNh8WIqLYNBYvVKAUiQIAAgQ4JSIUAAQIECExYoO2tuFTa84QXtxwBAgQIECBAYFEF5E2AAAECBAgQIECAAAECBAh0X0CGIwhkd8XeGCHMRlMVLG7E4Q0BAgQIECBAgAABAgSmJxAlprd49ZUFJECAAAECBAgQIECAAAECBLovIEMCBAgQIECAAIEuC0REiYiqKSpYrMopGAECBCYkYBkCBAgQIECgkwL6K3byxyopAgQIECAwvICZBAgQIECAAAECBAgQIECAQPcFZEhghgVqd1fMVBUspoJBgAABAgQIECBAgMDCCcxWwu2Tae1xtnZmNwQIECBAgAABAgQIECBAYJ4F7J0AAQIECBAgQIAAgeEFIqLpsBgRwwfZZKaCxU1AvCVAoIqAIAQIECBAgAABAgMJLJXsrtgeB5roZgIECBAgME0BaxMgQIAAAQIECBAgQIAAAQLdF5AhAQILLNDrsJjnWgwKFmtJikOAAAECBAgQIECgqoBgiyaQz6VFiUVLW74ECBAgQIAAAQIECBBYcAHpEyBAgAABAgQIECBAYHYFIqJERNUNKlisyinY3AjYKAECBAgQIECAAIEZFMguizO4LVsiQIDA/ArYOQECBAgQIECAAAECBAgQINB9ARkSIECAwNgEsrNijpoLKFisqSkWAQIECBAgQGCBBKRKgEBNgfbJtPZYM65YBAgQIECAAAECBAgQGE3AbAIECBAgQIAAAQIECBBYXIGIaDosRkQ1BAWL1SirBhKMAAECBAgQIECAAIGFEmh7Ky6V9rxQqUuWwGILyJ4AAQIECBAgQIAAAQIECBDovoAMCRAgQIDA3Apkd8XeqJWEgsVakuIQIECAAAECMyZgOwQIEJg/gSgxf5u2YwIECBAgQIAAAQJTFbA4AQIECBAgQIAAAQIECBAgMC6BiCgRUTX8cAWLVbcgGAECBAgQIECAAAECBAikgP6KqWDMlIDNECBAgAABAgQIECBAgAABAt0XkCEBAgQIECBAYBWB2t0VcxkFi6lgECBAgACBKQhYkgABAgQIXC3QPpnWHq++6hUBAgQIECBAgMD8C8iAAAECBAgQIECAAAECBAgQ6L5AVzOMiKbDYkRUS1HBYjVKgQgQIECAAAECBAgQIDCswFLJ7ortcdgYCzlP0gQIECBAgAABAgQIECBAgED3BWRIgAABAgQIECAwJYFeh8U819qCgsVakuIQIECgcwISIkCAAAECBCYpkM+lRYlJLmktAgQIECBAgEApBQIBAgQIECBAgAABAgQIECDQfQEZEhhOICJKRAw3eZVZChZXgXGZAAECBAgQIECAAAECIwsMGCC7LA44xe0ECBAgQIAAAQIECBAgQIDAtAWsT4AAAQIECBAgQKCjAtlZMUfN9BQs1tQUiwCBiQpYjAABAgQIECDQHYH2ybT22J2sZEKAAAECBGoIiEGAAAECBAgQIECAAAECBAh0X0CGBAjMpkBENB0WI6LaBhUsVqMUiAABAgQIECBAgMDcCdjwzAi0vRWXSnuemW3ZCAECBAgQIECAAAECBAh0QUAOBAgQIECAAAECBAgQGEoguyv2xlABtjBJweIWUFwiUEdAFAIECBAgQIAAAQKDCUSJwSa4mwABAgRmQMAWCBAgQIAAAQIECBAgQIAAge4LyJAAAQKLKRARJSKqJq9gsSqnYAQIECBAgAABAlUFBCOwYAL6Ky7YD1y6BAgQIECAAAECBAi0Ao4ECBAgQIAAAQIECBAgMJMCtbsrZpIKFlNhQYe0CRAgQIAAAQIECBCYFYH2ybT2OCt7sg8CBLoiIA8CBAgQIECAAAECBAgQIECg+wIyJECAAAEC4xCIiKbDYkRUC69gsRqlQAQIECBAgMACCkiZAAEClQSWSnZXbI+VQgpDgAABAgQIECBAgEAtAXEIECBAgAABAgQIECBAgMBCCvQ6LOa5FsAMFyzWSlEcAgQIECBAgAABAgQIzL5APpcWJWZ/o3ZIoLqAgAQIECBAgAABAgQIECBAgED3BWRIgAABAgQIzKNARJSIqLp1BYtVOQUjQIAAAQIzJmA7BAgQIDBXAtllca42bLMECBAgQIAAAQKzIWAXBAgQIECAAAECBAgQIECAQPcFppBhdlbMUXNpBYs1NcUiQIAAAQIECBAgQIDAUALtk2ntcagAJo1RQGgCBAgQIECAAAECBAgQIECg+wIyJECAAAECBAgQ2FwgIpoOixGx+YdDXlGwOCScaQQIECBQRUAQAgQIECBAoBFoeysulfbcXHIgQIAAAQIECHRHQCYECBAgQIAAAQIECBAgQIBA9wVk2EGB7K7YG7XSU7BYS1IcAgQIECBAgAABAgQIjCgQJYaIYAoBAgQIECBAgAABAgQIECDQfQEZEiBAgAABAgQIEJi8QESUiKi6sILFqpyCESDQOQEJESBAgAABAgQmKKC/4gSxLUWAAAECBFYKeE2AAAECBAgQIECAAAECBAh0X0CGBAgMLFC7u2JuQMFiKhgECBAgQIAAAQIECIxNQOB+BNon09pjP/e7hwABAgQIECBAgAABAgQIzJaA3RAgQIAAAQIECBAg0D2BiGg6LEZEteQULFajFIjAVAQsSoAAAQIECBAg0AmBpZLdFdtjJxKSBAECBAjUFRCNAAECBAgQIECAAAECBAgQ6L6ADAkQIDBzAr0Oi3mutTkFi7UkxSFAgAABAgQIEJhTAdsmMBsC+VxalJiNzdgFAQIECBAgQIAAAQIEOicgIQIECBAgQIAAAQIECBAYVCAiSkQMOm3N+xUsrsnjw5EFBCBAgAABAgQIECBAoG+B7LLY981uJECAwCwJ2AsBAgQIECBAgAABAgQIECDQfQEZEiBAgMDCCWRnxRw1E1ewWFNTLAIECBAgQIDAGASEJEBgEQTaJ9Pa4yLkK0cCBAgQIECAAAECBDYV8J4AAQIECBAgQIAAAQIECMyaQEQ0HRYjotrWFr1gsRqkQAQIECBAgAABAgQIEBheoO2tuFTa8/BxzCRAYBUBlwkQIECAAAECBAgQIECAAIHuC8iQAAECBAgQqCyQ3RV7o1ZoBYu1JMUhQIAAAQILKyBxAgQIEKglECVqhRKHAAECBAgQIECAQGUB4QgQIECAAAECBAgQIECAAIHuC2ycYUSUiNj44ojvFCyOCGg6AQIECBAgQIAAAQIEagnor1hLcg7j2DIBAgQIECBAgAABAgQIECDQfQEZEiBAgAABAgTmTKB2d8VMX8FiKhgECBAg0GkByREgQIAAgdkXaJ9Ma4+zv1s7JECAAAECBAjMooA9ESBAgAABAgQIECBAgAABAt0XkOFkBSKi6bAYEdUWVrBYjVIgAgQIECBAgAABAgQIDCuwVLK7YnscNsZY51ZusQUAABAASURBVAlOgAABAgQIECBAgAABAgQIdF9AhgQIECBAgAABAgQ2Euh1WMzzRh+M8EbB4gh4phIgQKCOgCgECBAgQIAAgVLyubRojsVfBAgQIECAQCcFJEWAAAECBAgQIECAAAECBAh0X0CGBLolELHh315tGDWzUrBYU1MsAgQIECBAgAABAgSmI9CRVbPLYkdSkQYBAgQIECBAgAABAgQIEKgvICIBAgQIECBAgAABAhMVyM6KOWouqmCxpqZYBDoqIC0CBAgQIECAAIFxC0SzQHtsXjoQIECAAIGJC1iQAAECBAgQIECAAAECBAgQ6L6ADAkQIDCIQESUiHYMMm+texUsrqXjMwIECBAgQIAAAQJ1BEQhsBWBtrfiUmnPW7nZxwQIECBAgAABAgQIECAwmwJ2RYAAAQIECBAgQIAAgU4JZHfF3qiVmILFWpLiTFHA0gQIECBAgAABAgS6IRAlupGILAgQIDAWAUEJECBAgAABAgQIECBAgACB7gvIkAABAgRmSSAiSkRU3ZKCxaqcghEgQIAAAQIE5lTAtgkQmAkB/RVn4sdgEwQIECBAgAABAgS6KyAzAgQIECBAgAABAgQIECAwgEDt7oq5tILFVBjzEJ4AAQIECBAgQIAAAQJrC7RPprXHte/0KQECsytgZwQIECBAgAABAgQIECBAgED3BWRIgAABAgQWSSAimg6LEVEtbQWL1SgFIkCAAAECBMYoIDQBAgQ6LrBUsrtie+x4qtIjQIAAAQIECBAgsLqATwgQIECAAAECBAgQIECAAIEZEuh1WMxzrW2tK6VWKHEIECBAgAABAgQIECBAYFiBfC4tSgw73TwCfQi4hQABAgQIECBAgAABAgQIEOi+gAwJECBAgAABAvUEIqJERL2AGyLpsLgBwd8ECBAgQGBkAQEIECBAgEAFgeyyWCGMEAQIECBAgAABAuMSEJcAAQIECBAgQIAAAQIECBDovoAMlwWys2KO5QsVXihYrIAoBAECBAgQIECAAAECBEYTaJ9Ma4+jRZrn2fZOgAABAgQIECBAgAABAgQIdF9AhgQIECBAgAABAvMjEBFNh8WIqLZpBYvVKAUiQIDATAvYHAECBAgQIDDTAm1vxaXSnmd6qzZHgAABAgQIzLKAvREgQIAAAQIECBAgQIAAAQLdF5AhgYkJZHfF3qi1qILFWpLiECBAgAABAgQIECDQcYHxpxclxr+IFQgQIECAAAECBAgQIECAAIE1BHxEgAABAgQIECBAgEBPICJKRPTeVjkrWKzCKAgBAiMLCECAAAECBAgQIKC/ou8AAQIECHRfQIYECBAgQIAAAQIECBAgQIBA9wVkSIBAZwRqd1dMGAWLqWAQIECAAAECBAgQ6ICAFOZZoH0yrT3Ocx72ToAAAQIECBAgQIAAAQLjFhCfAAECBAgQIECAAAECkxKIiKbDYkRUW1LBYjVKgTouID0CBAgQIECAAAECYxRYarortscxLiM0AQIECGxNwOcECBAgQIAAAQIECBAgQIBA9wVkSIAAAQJ9CvQ6LOa5zylbvU3B4laJ3ECAAAECBAgQIFBHQBQCBNYSyOfSosRat/iMAAECBAgQIECAAAECcyBgiwQIECBAgAABAgQIECDQFYGIKBFRNR0Fi1U5pxjM0gQIECBAgAABAgQIzL3A0txnIAECBMYuYAECBAgQIECAAAECBAgQIECg+wIyJECAAAECMyKQnRVz1NyOgsWammIRIECAAAECcy1g8wQIEJieQPtkWnuc3i6sTIAAAQIECBAgQGARBORIgAABAgQIECBAgAABAgQI9CcQEU2HxYjob0Ifd02qYLGPrbiFAAECBAgQIECAAAECiyrQ9lZcKu15URXk3QkBSRAgQIAAAQIECBAgQIAAAQLdF5AhAQIECBAgsCAC2V2xN2qlrGCxlqQ4BAgQIEBg7AIWIECAAIGuC0SJrqcoPwIECBAgQIAAga0KuIEAAQIECBAgQIAAAQIECBDovsB8ZBgRJSKqblbBYlVOwQgQIECAAAECBAgQIDC8gP6Kw9v1PdONBAgQIECAAAECBAgQIECAQPcFZEiAAAECBAgQIFBFoHZ3xdyUgsVUMAgQIECgioAgBAgQIECAwLAC7ZNp7XHYGOYRIECAAAECBCYjYBUCBAgQIECAAAECBAgQIECg+wIyJJACEdF0WIyIfFtlKFiswigIAQIECBAgQIAAAQIERhFYKtldcaksjRLEXAIECBAgQIAAAQIECBAgQGA+BOySAAECBAgQIECAwFwI9Dos5rnWhhUs1pIUhwCBORCwRQIECBAgQIDA7Arkc2lRYnY3aGcECBAgQGBuBGyUAAECBAgQIECAAAECBAgQ6L6ADAkQmIRARJSIqLqUgsWqnIIRIECAAAECBAgQ6LiA9MYqkF0Wx7qA4AQIECBAgAABAgQIECBAoB8B9xAgQIAAAQIECBAgQGCDQHZWzLHhZbW/FSxWoxSIwOgCIhAgQIAAAQIECCyqQPtkWntcVAN5EyBAYHEEZEqAAAECBAgQIECAAAECBAh0X0CGBAgQ6IJARDQdFiOiWjoKFqtRCkSAAAECBAgQIDADArZAYE4F2t6KS6U9z2kStk2AAAECBAgQIECAAIFJCViHAAECBAgQIECAAAECBCYgkN0Ve6PWcgoWa0kuRBxJEiBAgAABAgQIECAwToEoMc7wYhMgQKBPAbcRIECAAAECBAgQIECAAAEC3ReQIQECBAgQ2LpARJSI2PqNA9yhYHEALLcSIECAAAECBEYWEIAAAQJrCOivuAaOjwgQIECAAAECBAjMk4C9EiBAgAABAgQIECBAgACBDgjU7q6YJJ0qWMyEDAIECBAgQIAAAQIECMyfQPtkWnucv93bMYFJC1iPAAECBAgQIECAAAECBAgQ6L6ADAkQIECAAIHpC0RE02ExIqptRsFiNUqBCBAgQIBAJwQkQYAAAQJTEVgq2V2xPU5lAxYlQIAAAQIECBBYLAHZEiBAgAABAgQIECBAgAABAt0XGDnDXofFPI8c7KoAChavgnAiQIAAAQIECBAgQIDANAXyubQoMc0tWLuagEAECBAgQIAAAQIECBAgQIBA9wVkSIAAAQIECBDovkBElIiomqiCxaqcghEgQIDA2AUsQIAAAQIEOiyQXRY7nJ7UCBAgQIAAAQL9C7iTAAECBAgQIECAAAECBAgQ6L6ADGdeIDsr5qi5UQWLNTXFIkCAAAECBAgQIECAwFAC7ZNp7XGoAANNcjMBAgQIECBAgAABAgQIECDQfQEZEiBAgAABAgQIEBhVICKaDosRMWqo5fkKFpcpvCBAgEAVAUEIECBAgAABAkMItL0Vl0p7HiKAKQQIECBAgMBkBaxGgAABAgQIECBAgAABAgQIdF9AhgQWXiC7K/ZGLQwFi7UkxSFAgAABAgQIECBAoJLA4oaJEoubvMwJECBAgAABAgQIECBAYMEEpEuAAAECBAgQIECAwKwLRESJiKrbVLBYlVMwAnMgYIsECBAgQIAAAQIzK6C/4sz+aGyMAAEC8ydgxwQIECBAgAABAgQIECBAgED3BWRIgACBMQvU7q6Y21WwmAoGAQIECBAgQIAAgQEE3EqgvkD7ZFp7rB9dRAIECBAgQIAAAQIECBAYXMAMAgQIECBAgAABAgQILLpARDQdFiOiGoWCxWqUAlUSEIYAAQIECBAgQIDAAgosleyu2B4XMH0pEyCwiAJyJkCAAAECBAgQIECAAAECBLovIEMCBAgQmHOBXofFPNdKRcFiLUlxCBAgQIAAAQIzI2AjBAjMo0A+lxYl5nHr9kyAAAECBAgQIECAwFQELEqAAAECBAgQIECAAAECBMYrEBElIqouomBxUE73EyBAgAABAgQIECBAYEwC2WVxTKGFJUBgUAH3EyBAgAABAgQIECBAgAABAt0XkCEBAgQIECCwpkB2Vsyx5k0DfqhgcUAwtxMgQIAAAQKjC4hAgAABApsKtE+mtcdNP/OeAAECBAgQIECAwHwK2DUBAgQIECBAgAABAgQIECAw3wIR0XRYjIhVExn0AwWLg4q5nwABAgQIECBAgAABAtUF2t6KS6U9Vw8vYBcF5ESAAAECBAgQIECAAAECBAh0X0CGBAgQIECAAIGpCmR3xd6otREFi7UkxSFAgACBDglIhQABAgQITEcgSkxnYasSIECAAAECBBZSQNIECBAgQIAAAQIECBAgQIBA9wVkOIpARJSIGCXEZnMVLG5G4gIBAgQIECBAgAABAgSmI9Cp/orTIbQqAQIECBAgQIAAAQIECBAgMEkBaxEgQIAAAQIECHRaoHZ3xcRSsJgKBgECBOZMwHYJECBAgACBrgm0T6a1x67lJh8CBAgQIEBgWAHzCBAgQIAAAQIECBAgQIAAge4LyJDALAtERNNhMSKqbVPBYjVKgQgQIECAAAECBAgQmCOBGdvqUsnuiu1xxrZmOwQIECBAgAABAgQIECBAYH4F7JwAAQIECBAgQIAAgREEeh0W8zxCmI2mKljciMMbAgTqCIhCgAABAgQIECAwqEA+lxYlBp3mfgIECBAgMEUBSxMgQIAAAQIECBAgQIAAAQLdF5AhAQKLLBARJSKqEihYrMopGAECBAgQIECAAIFKAsIspEB2WVzIxCVNgAABAgQIECBAgACBRRWQNwECBAgQIECAAAECBGZYIDsr5qi5RQWLNTXFmhsBGyVAgAABAgQIECAwWwLtk2ntcbZ2ZjcECBCYZwF7J0CAAAECBAgQIECAAAECBLovIEMCBAgQGJ9ARDQdFiOi2iIKFqtRCkSAAAECBAgQWCgByRIgUFWg7a24VNpz1dCCESBAgAABAgQIECBAYHgBMwkQIECAAAECBAgQIEBggQWyu2Jv1GJQsFhLsmocwQgQIECAAAECBAgQWESBKLGIacuZwAILSJ0AAQIECBAgQIAAAQIECBDovoAMCRAgQIDA/ApERImIqgkoWKzKKRgBAgQIECAwMwI2QoAAgTkU0F9xDn9otkyAAAECBAgQIDBdAasTIECAAAECBAgQIECAAAECYxOo3V0xNzpUwWJONAgQIECAAAECBAgQIECglkD7ZFp7rBVTHAKjC4hAgAABAgQIECBAgAABAgQIdF9AhgQIECBAgACB1QQioumwGBGr3TLwdQWLA5OZQIAAAQIEqggIQoAAAQIEVggsleyu2B5XXPaSAAECBAgQIEBg3gXsnwABAgQIECBAgAABAgQIEOi+QGcz7HVYzHOtJBUs1pIUhwABAgQIECBAgAABAiMI5HNpUWKECIs4Vc4ECBAgQIAAAQIECBAgQIBA9wVkSIAAAQIECBAgMC2BiCgRUXV5BYtVOQUjQIBAhwSkQoAAAQIECExcILssTnxRCxIgQIAAAQKLLSB7AgQIECBAgAABAgQIECBAoPsCMiQwpEB2Vswx5PQtTlOwuEUWFwkQIECAAAFMgcfBAAAQAElEQVQCBAgQIDC6QP8R2ifT2mP/s9xJgAABAgQIECBAgAABAgQITF/ADggQIECAAAECBAh0VSAimg6LEVEtRQWL1SgFIkBgwgKWI0CAAAECBAh0SKDtrbhU2nOHEpMKAQIECBAYVcB8AgQIECBAgAABAgQIECBAoPsCMiRAYEYFsrtib9TaooLFWpLiECBAgAABAgQIEJg7ARueNYEoMWtbsh8CBAgQIECAAAECBAgQmHsBCRAgQIAAAQIECBAgQGA4gYgoETHc5FVmKVhcBcZlAiMLCECAAAECBAgQIEBgQAH9FQcEczsBAgRmQcAeCBAgQIAAAQIECBAgQIAAge4LyJAAAQILKlC7u2IyKlhMBYMAAQIECBAgQGAmBWyKwOIItE+mtcfFyVqmBAgQIECAAAECBAgQSAGDAAECBAgQIECAAAECBGZTICKaDosRUW2DCharUc5dIBsmQIAAAQIECBAgQGBmBJZKdldsjzOzKRshQKAbArIgQIAAAQIECBAgQIAAAQIEui8gQwIECBAgMBaBXofFPNdaQMFiLUlxCBAgQIAAgQUUkDIBAgTqCeRzaVGiXkCRCBAgQIAAAQIECBCoJCAMAQIECBAgQIAAAQIECBBYTIGIKBFRNfnZLVismqZgBAgQIECAAAECBAgQmH2B7LI4+7u0QwKVBYQjQIAAAQIECBAgQIAAAQIEui8gQwIECBAgQGAuBbKzYo6am1ewWFNTLAIECBAgMGMCtkOAAAEC8yLQPpnWHudlz/ZJgAABAgQIECAwKwL2QYAAAQIECBAgQIAAAQIECHRfYBoZRkTTYTEiqi2vYLEapUAECBAgQIAAAQIECBAYVqDtrbhU2vOwUcwbi4CgBAgQIECAAAECBAgQIECAQPcFZEiAAAECBAgQILAFgeyu2Btb+HioSwoWh2IziQABAgTqCIhCgAABAgQIrBSIEivfek2AAAECBAgQ6IiANAgQIECAAAECBAgQIECAAIHuC8iwiwIRUSKiamoKFqtyCkaAAAECBAgQIECAAIHhBYbqrzj8cmYSIECAAAECBAgQIECAAAEC8yJgnwQIECBAgAABAgSmIFC7u2KmoGAxFQwCBAisIuAyAQIECBAgQGAyAu2Tae1xMitahQABAgQIELhawCsCBAgQIECAAAECBAgQIECg+wIyJEBgcIGIaDosRsTgk1eZoWBxFRiXCRAgQIAAAQIECBCoIiBIXwJLJbsrtse+JriJAAECBAgQIECAAAECBAjMkoC9ECBAgAABAgQIECDQQYFeh8U810pPwWItSXEITEXAogQIECBAgAABAl0RyOfSokRX0pEHAQIECFQVEIwAAQIECBAgQIAAAQIECBDovoAMCRAgMHsCEVEiourGFCxW5RSMAAECBAgQIEBg7gRsmMAMCWSXxRnajq0QIECAAAECBAgQIECgOwIyIUCAAAECBAgQIECAAIGBBbKzYo6BJ64xQcHiGjg+Gl1ABAIECBAgQIAAAQIE+hFon0xrj/3c7x4CBAjMloDdECBAgAABAgQIECBAgAABAt0XkCEBAgQILJ5ARDQdFiOiWvIKFqtRCkSAAAECBAgQGIuAoAQILIRA21txqbTnhUhZkgQIECBAgAABAgQIrBTwmgABAgQIECBAgAABAgQIzJxAdlfsjVqbW/CCxVqM4hAgQIAAAQIECBAgQGB0gSgxehARCBDYgoBLBAgQIECAAAECBAgQIECAQPcFZEiAAAECBAjUFoiIEhFVwypYrMopGAECBAgQWEABKRMgQIBANQH9FatRCkSAAAECBAgQIFBbQDwCBAgQIECAAAECBAgQIECg+wKbZFi7u2KGV7CYCgYBAgQIECBAgAABAgSmKtA+mdYep7oRi09JwLIECBAgQIAAAQIECBAgQIBA9wVkSIAAAQIECBCYN4GIaDosRkS1rStYrEYpEAECBAjMqIBtESBAgACBORBYKtldsT3OwXZtkQABAgQIECAwewJ2RIAAAQIECBAgQIAAAQIECHRfQIYTFuh1WMxzraUVLNaSFIcAAQIECBAgQIAAAQIjCORzaVFihAjjnCo2AQIECBAgQIAAAQIECBAg0H0BGRIgQIAAAQIECBDYWCAiSkRsfHHEdwoWRwQ0nQABAiMLCECAAAECBAgQuEoguyxe9dKJAAECBAgQ6JqAfAgQIECAAAECBAgQIECAAIHuC8iQQMcEsrNijpppKVisqSkWAQIECBAgQIAAAQJTEZj/Rdsn09rj/GcjAwIECBAgQIAAAQIECBAgMA4BMQkQIECAAAECBAgQmKxARDQdFiOi2sIKFqtRCkSgswISI0CAAAECBAgQGLtA21txqbTnsS9nAQIECBAgsLmAKwQIECBAgAABAgQIECBAgED3BWRIgACBgQSyu2JvDDRxjZsVLK6B4yMCBAgQIECAAAECdQREIdCfQJTo70Z3ESBAgAABAgQIECBAgMAMCtgSAQIECBAgQIAAAQIEuiUQESUiqialYLEqp2BTEbAoAQIECBAgQIAAgY4I6K/YkR+kNAgQGI+AqAQIECBAgAABAgQIECBAgED3BWRIgAABAjMlULu7YianYDEVDAIECBAgQIDAggtInwCBaQu0T6a1x2nvxfoECBAgQIAAAQIECHRVQF4ECBAgQIAAAQIECBAgQGAQgYhoOixGxCDT1rxXweKaPFU+FIQAAQIECBAgQIAAAQJbEVgq2V2xPW7lVh8TIDCrAvZFgAABAgQIECBAgAABAgQIdF9AhgQIECBAYKEEeh0W81wrcQWLtSTFIUCAAAECBMYoIDQBAgS6L5DPpUWJ7icqQwIECBAgQIAAAQKrCviAAAECBAgQIECAAAECBAgQmCWBiCgRUXVL60rVcIIRIECAAAECBAgQIECAwLAC2WVx2LnmEdiqgBsIECBAgAABAgQIECBAgACB7gvIkAABAgQIECBQUSA7K+aoGLLosFhTUywCBAgQWFgBiRMgQIAAgdEE2ifT2uNokcwmQIAAAQIECBAYn4DIBAgQIECAAAECBAgQIECAQPcFZHi1QEQ0HRYj4uqLI75SsDgioOkECBAgQIAAAQIECBAYXaDtrbhU2vPo8eYygk0TIECAAAECBAgQIECAAAEC3ReQIQECBAgQIECAwBwJZHfF3qi1bQWLtSTFIUCAwEwL2BwBAgQIECAwDwJRYh62aY8ECBAgQIDAzArYGAECBAgQIECAAAECBAgQINB9ARkSmJxARJSIqLqggsWqnIIRIECAAAECBAgQINBZgQkkpr/iBJAtQYAAAQIECBAgQIAAAQIE1hLwGQECBAgQIECAAAECywK1uytmYAWLqWAQIDB1ARsgQIAAAQIECCy2QPtkWntcbAnZEyBAgEC3BWRHgAABAgQIECBAgAABAgQIdF9AhgQIdEcgIpoOixFRLSkFi9UoBSJAgAABAgQIECAwVQGLz7XAUsnuiu1xrhOxeQIECBAgQIAAAQIECBAYr4DoBAgQIECAAAECBAgQmJhAr8NinmstqmCxlqQ4HReQHgECBAgQIECAAIHxCuRzaVFivIuIToAAAQJbEfAxAQIECBAgQIAAAQIECBAg0H0BGRIgQIBAvwIRUSKi39v7uk/BYl9MbiJAgAABAgQIEBhZQAACBLYqkF0Wt3qTGwgQIECAAAECBAgQIDDLAvZGgAABAgQIECBAgAABAp0RyM6KOWompGCxpuYUY1maAAECBAgQIECAAIF5FmifTGuP85yHvRMgMG4B8QkQIECAAAECBAgQIECAAIHuC8iQAAECBAjMikBENB0WI6LalhQsVqMUiAABAgQIEJhzAdsnQIDAFAXa3opLpT1PcSOWJkCAAAECBAgQINB1AfkRIECAAAECBAgQIECAAAECfQpkd8Xe6HPKVm+bUMHiVvfhBgIECBAgQIAAAQIECCy8QJRYeAMA8y5g/wQIECBAgAABAgQIECBAgED3BWRIgAABAgQILIpARJSIqJqugsWqnIIRIECAAIExCghNgAABAp0X0F+x8z9iCRIgQIAAAQIEti7gDgIECBAgQIAAAQIECBAgQKD7AnOSYe3uipm2gsVUMAgQIECAAAECBAgQIDBVgfbJtPY41Y10fnEJEiBAgAABAgQIECBAgAABAt0XkCEBAgQIECBAgEAdgYhoOixGRJ2AG6IoWNyA4G8CBAgQqCIgCAECBAgQIDC0wFLJ7ortceggJhIgQIAAAQIEJiFgDQIECBAgQIAAAQIECBAgQKD7AjIk0Aj0OizmublQ4aBgsQKiEAQIECBAgAABAgQIEBhVIJ9Li5LHUSOZT4AAAQIECBAgQIAAAQIECMy2gN0RIECAAAECBAgQmA+BiGg6LNbcrYLFmppiESAw2wJ2R4AAAQIECBCYcYHssjjjW7Q9AgQIECAw+wJ2SIAAAQIECBAgQIAAAQIECHRfQIYECExEIDsr5qi5mILFmppiESBAgAABAgQIEOi4gPTGJRBN4PbYvHQgQIAAAQIECBAgQIAAAQJTE7AwAQIECBAgQIAAAQIEUiAimg6LEZFvqwwFi1UYBSFQRUAQAgQIECBAgACBhRVoeysulfa8sAwSJ0CAwGIIyJIAAQIECBAgQIAAAQIECBDovoAMCRAg0AmB7K7YG7USUrBYS1IcAgQIECBAgACBGRCwBQLzLRAl5jsBuydAgAABAgQIECBAgMBEBCxCgAABAgQIECBAgAABApMQiIgSEVWXUrBYlbPjwaRHgAABAgQIECBAgMBYBfRXHCuv4AQI9CvgPgIECBAgQIAAAQIECBAgQKD7AjIkQIAAAQJ9CNTurphLKlhMBYMAAQIECBAgMCEByxAgQGDLAu2Tae1xy3e4SoAAAQIECBAgQIDA/AjYKQECBAgQIECAAAECBAgQ6IJARDQdFiOiWjpdKlishiIQAQIECBAgQIAAAQIEJiuwVLK7Ynuc7MpWIzCHArZMgAABAgQIECBAgAABAgQIdF9AhgQIECBAgMAMCPQ6LOa51nYULNaSFIcAAQIECHRCQBIECBAgMC2BfC4tSkxreesSIECAAAECBAgslIBkCRAgQIAAAQIECBAgQIAAge4LjJ5hRJSIGD3QiggKFldgeEmAAAECBAgQIECAAIFpCmSXxWmub+1KAsIQIECAAAECBAgQIECAAAEC3ReQIQECBAgQIEBgAQSys2KOmqkqWKypKRYBAgQIjF3AAgQIECBAoJsC7ZNp7bGbGcqKAAECBAgQIDCIgHsJECBAgAABAgQIECBAgACB7gvIcPYFIqLpsBgR1TarYLEapUAECBAgQIAAAQIECBAYVqDtrbhU2vOwUfqc5zYCBAgQIECAAAECBAgQIECg+wIyJECAAAECBAgQIDCyQHZX7I2Rg10VQMHiVRBOBAgQqCMgCgECBAgQIEBgeIEoMfxkMwkQIECAAIEJCliKAAECBAgQIECAAAECBAgQQ2za8gAAEABJREFU6L6ADAkQiIgSEVUhFCxW5RSMAAECBAgQIECAAIGRBRY4gP6KC/zDlzoBAgQIECBAgAABAgQWTUC+BAgQIECAAAECBAjMvEDt7oqZsILFVDAILJCAVAkQIECAAAECBGZRoH0yrT3O4v7siQABAgTmTcB+CRAgQIAAAQIECBAgQIAAge4LyJAAAQLjFoiIpsNiRFRbSsFiNUqBCBAgQIAAAQIEFkRAmgTGILBUsrtiexxDeCEJECBAgAABAgQIECBAYFAB9xMgQIAAAQIECBAgQGDhBXodFvNcC0PBYi1JcSoJCEOAAAECBAgQIEBgMQXyubQosZjJy5oAgQUUkDIBAgQIECBAgAABAgQIECDQfQEZEiBAgMC8C0REiYiqaShYrMopGAECBAgQIEBgBgRsgQCBuRXILotzu3kbJ0CAAAECBAgQIEBgsgJWI0CAAAECBAgQIECAAAECYxbIzoo5ai6jYHFATbcTIECAAAECBAgQIECgvkD7ZFp7rB9dRAIEBhcwgwABAgQIECBAgAABAgQIEOi+gAwJECBAgACBtQUioumwGBFr3zjApwoWB8ByKwECBAgQIFBFQBACBAgQ2Eyg7a24VNrzZh+7QIAAAQIECBAgQGD+BOyYAAECBAgQIECAAAECBAgQmHOB7K7YG6ukMvBlBYsDk5lAgAABAgQIECBAgACB8QhEifEEFrWDAlIiQIAAAQIECBAgQIAAAQIEui8gQwIECBAgQIDAdAUiokRE1U0oWKzKKRgBAgQIdEJAEgQIECBAYEoC+itOCd6yBAgQIECAwGIKyJoAAQIECBAgQIAAAQIECBDovoAMRxKo3V0xN6NgMRUMAgQIECBAgAABAgQITFWgfTKtPU51I9UWF4gAAQIECBAgQIAAAQIECBDovoAMCRAgQIAAAQIEui0QEU2HxYiolqiCxWqUAhEgQGBiAhYiQIAAAQIEOiewVLK7YnvsXHISIkCAAAECBIYTMIsAAQIECBAgQIAAAQIECBDovoAMCcy0QK/DYp5rbVTBYi1JcQgQIECAAAECBAgQmCOB2dtqPpcWJWZvY3ZEgAABAgQIECBAgAABAgTmVsDGCRAgQIAAAQIECBAYRSAiSkSMEmKzuQoWNyNxgQCBkQUEIECAAAECBAgQGEoguywONdEkAgQIECAwDQFrEiBAgAABAgQIECBAgAABAt0XkCEBAgstkJ0Vc9REULBYU1MsAgQIECBAgAABApUEhFk0gfbJtPa4aLnLlwABAgQIECBAgAABAosrIHMCBAgQIECAAAECBAjMskBENB0WI6LaNhUsVqMUaI4EbJUAAQIECBAgQIDAjAm0vRWXSnuesc3ZDgECBOZVwL4JECBAgAABAgQIECBAgACB7gvIkAABAgTGKJDdFXuj1jIKFmtJikOAAAECBAgQWCgByRIgMA6BKDGOsGISIECAAAECBAgQIEBgSAHTCBAgQIAAAQIECBAgQGCRBSKiRERVAgWLVTkrBROGAAECBAgQIECAAIGFFNBfcSF/7JJeZAG5EyBAgAABAgQIECBAgAABAt0XkCEBAgQIEJhjgdrdFZNCwWIqGAQIECBAgEDnBCREgACB+RJon0xrj/O1c7slQIAAAQIECBAgME0BaxMgQIAAAQIECBAgQIAAAQLjE4iIpsNiRFRbZJiCxWqLC0SAAAECBAgQIECAAAECKbBUsrtie8z3BoGZELAJAgQIECBAgAABAgQIECBAoPsCMiRAgAABAgQIrCrQ67CY51VvGvADBYsDgrmdAAECBAjUERCFAAECBAhsLJDPpUWJjS96R4AAAQIECBAgMOcCtk+AAAECBAgQIECAAAECBAh0X6C7GUZEiYiqCSpYrMopGAECBAgQIECAAAECBIYXyC6Lw89ewJlSJkCAAAECBAgQIECAAAECBLovIEMCBAgQIECAAIGpCWRnxRw1N6BgsaamWAQIEOiQgFQIECBAgACBSQq0T6a1x0muay0CBAgQIEBgU4Fn32Vd+Yd9tlmYIVc/a98B3wHfAd+BefsORHjcb9P//uI9AQIECBAgQGBrAj4nMKxARDQdFiNi2BCbzVOwuBmJCwQIECBAgAABAgQIEKgiMECQ9l+2LJX2PMBEtxIgQIAAAQKVBW5/vXXFYOA74DvgO+A74Dsw29+Byv/vf9Rw5hMgQIAAAQIECBDorEB2V+yNWkkqWKwlKQ4BAhMWsBwBAgQIECBAoHsCUaJ7ScmIAAECBAiMJDC5ycf/aKkYDHwHuvUd+OGFV/9niJ9tt362fp5+nvkduPI3V/+Oe0WAAAECBAjMu4D9EyAwqwIRUSKi6vYULFblFIwAAQIECBAgQIDAHAnY6swJ6K84cz8SGyJAgACBBRHIoocXf+HKYjDwHejWd+D4H11dzeRn262frZ/ngD/PDv//uAX5ryrSJECAAAECBAgQIDA1gdrdFTMRBYupYBAYg4CQBAgQIECAAAECBPoXaJ9Ma4/9z3InAQIECExfwA4IECBAgAABAgQIECBAgACB7gvIkAABAosqEBFNh8WIqEagYLEapUAECBAgQIAAAQKVBYQjsEACSyW7K7bHBUpbqgQIECBAgAABAgQIECiFAQECBAgQIECAAAECBAjMqECvw2Kea21RwWItybmLY8MECBAgQIAAAQIECMySQD6XFiVmaUv2QoBAJwQkQYAAAQIECBAgQIAAAQIECHRfQIYECBAgQGA8AhFRIqJqcAWLVTkFI0CAAAECBBZKQLIECBCoLJBdFiuHFI4AAQIECBAgQIAAgVEFzCdAgAABAgQIECBAgAABAgsqkJ0Vc9RMf2YLFmsmKRYBAgQIECBAgAABAgRmW6B9Mq09zvZO7Y5AbQHxCBAgQIAAAQIECBAgQIAAge4LyJAAAQIECBCYT4GIaDosRkS1BBQsVqMUiAABAgQIzJyADREgQIDA3Ai0vRWXSnuem23bKAECBAgQIECAwCwI2AMBAgQIECBAgAABAgQIECDQfYGpZJjdFXuj1gYULNaSFIcAAQIECBAgQIAAAQIjCkSJESOYXl9ARAIECBAgQIAAAQIECBAgQKD7AjIkQIAAAQIECBDYkkBElIjY0kdDX1OwODSdiQQIECAwsoAABAgQIECAwEYC+ituxOENAQIECBAg0BUBeRAgQIAAAQIECBAgQIAAAQLdF5BhJwVqd1dMJAWLqWAQIECAAAECBAgQIEBgqgLtk2ntcbCNuJsAAQIECBAgQIAAAQIECBDovoAMCRAgQIAAAQIECExDICKaDosRUW15BYvVKAUiQKCDAlIiQIAAAQIECExIYKlkd8X2OKElLUOAAAECBAj0BJwJECBAgAABAgQIECBAgACB7gvIkACBIQR6HRbzPMT0LU5RsLhFFhcJECBAgAABAgQIEKgjIEq/AvlcWpTo93b3ESBAgAABAgQIECBAgACBGRKwFQIECBAgQIAAAQIEuigQESUiqqamYLEqp2AEJixgOQIECBAgQIAAgU4JZJfFTiUkGQIECBCoIyAKAQIECBAgQIAAAQIECBAg0H0BGRIgQGAGBbKzYo6aW1OwWFNTLAIECBAgQIAAgbkTsGECsyHQPpnWHmdjR3ZBgAABAgQIECBAoCsC5/26K5nIYxQBcwkQIECAAAECBAgQIEBgcIGIaDosRsTgk1eZoWBxFRiXqwgIQoAAAQIECBAgQIBAXwJtb8Wl0p77muImAgQIzI6AnRAgQIAAAQIECBAgQIAAAQLdF5AhAQIECCygQHZX7I1a6StYrCUpDgECBAgQIEBgLAKCEiCwSAJRYpHSlSsBAgQIECBAgAABAssCXhAgQIAAAQIECBAgQIAAgdkTiIgSEVU3ttgFi1UpBSNAgAABAgQIECBAgMBoAvorjuZnNoFVBXxAgAABAgQIECBAgAABAgQIdF9AhgQIECBAgEB1gdrdFXODChZTwSBAgAABAgSGFjCRAAECBGoItE+mtcca8cQgQIAAAQIECBAgUFdANAIECBAgQIAAAQIECBAgQKD7AptmGBFNh8WI2PSjod8rWByazkQCBAgQIECAAAECBAjUElgq2V2xPdaKKc4cCdgqAQIECBAgQIAAAQIECBAg0H0BGRIgQIAAAQIE5k6g12Exz7U2r2CxlqQ4BAgQIDCjArZFgAABAgTmQyCfS4sS87FZuyRAgAABAgQIzJyADREgQIAAAQIECBAgQIAAAQLdF5DhpAUiokRE1WUVLFblFIwAAQIECBAgQIAAAQLDC2SXxeFnj3Gm0AQIECBAgAABAgQIECBAgED3BWRIgAABAgQIECBAYBOB7KyYY5PLI71VsDgSn8kECBAYXUAEAgQIECBAgEAp7ZNp7bH4iwABAgQIEOiggJQIECBAgAABAgQIECBAgACB7gvIkEDXBCKiRLSjVm4KFmtJikOAAAECBAgQIECAwLQEOrBu21txqbTnDiQkBQIECBAgQIAAAQIECBAgUFtAPAIECBAgQIAAAQIEJiyQ3RV7o9bSChZrSYpDoLMCEiNAgAABAgQIEJiUQJSY1FLWIUCAAAECmwh4S4AAAQIECBAgQIAAAQIECHRfQIYECBAYTCAiSkQMNmkrdytY3AqQjwkQIECAAAECBAiMLCAAgT4F9FfsE8ptBAgQIECAAAECBAgQmEUBeyJAgAABAgQIECBAgEDHBGp3V0weBYupYMy1gM0TIECAAAECBAgQmH+B9sm09jj/2ciAAAEC4xAQkwABAgQIECBAgAABAgQIEOi+gAwJECBAYLYEIqLpsBgR1TamYLEapUAECBAgQIAAgbkVsHECBKYusFSyu2J7nPpmbIAAAQIECBAgQIAAgW4KyIoAAQIECBAgQIAAAQIECAwk0OuwmOeBJq5xs4LFNXDqfCQKAQIECBAgQIAAAQIEti6Qz6VFia3f6A4CBGZUwLYIECBAgAABAgQIECBAgACB7gvIkAABAgQILJZARJSIqJq0gsWqnIIRIECAAAECYxEQlAABAgsikF0WFyRVaRIgQIAAAQIECBDYXMAVAgQIECBAgAABAgQIECBAYKYEsrNijpqbWlczmFgECBAgQIAAAQIECBAgMIxA+2RaexxmvjkEti7gDgIECBAgQIAAAQIECBAgQKD7AjIkQIAAAQIECNQUiIimw2JEVAurw2I1SoEIECBAYIEFpE6AAAECBEYUaHsrLpX2PGIw0wkQIECAAAECBMYjICoBAgQIECBAgAABAgQIECDQfQEZrhDI7oq9seLySC8VLI7EZzIBAgQIECBAgAABAgTqCUSJesHmLpINEyBAgAABAgQIECBAgAABAt0XkCEBAgQIECBAgMA8CUREiYiqW1awWJVTMAIECMyogG0RIECAAAECcyGgv+Jc/JhskgABAgQIzK6AnREgQIAAAQIECBAgQIAAAQLdF5AhgQkK1O6umFtXsJgKBgECBAgQIECAAAECBNmvQH0AABAASURBVLYiMN6P2yfT2uN4VxKdAAECBAgQIECAAAECBAgQWF3AJwQIECBAgAABAgQIXC0QEU2HxYi4+uKIrxQsjghoOgECVQQEIUCAAAECBAgsuMBSye6K7XHBKaRPgAABAl0WkBsBAgQIECBAgAABAgQIECDQfQEZEiDQIYFeh8U810pLwWItSXEIECBAgAABAgQITFXA4vMukM+lRYl5T8P+CRAgQIAAAQIECBAgQGCsAoITIECAAAECBAgQIEBgcgIRUSKi6oIKFqtyCtZZAYkRIECAAAECBAgQmIBAdlmcwDKWIECAAIHVBFwnQIAAAQIECBAgQIAAAQIEui8gQwIECBDoWyA7K+boe0IfNypY7APJLQQIECBAgAABAqMLiECAwFoC7ZNp7XGt+3xGgAABAgQIECBAgACB2RawOwIECBAgQIAAAQIECBDojkBENB0WI6JaUgoWq1FONZDFCRAgQIAAAQIECBCYa4G2t+JSac9znYrNEyAwTgGxCRAgQIAAAQIECBAgQIAAge4LyJAAAQIECMyMQHZX7I1am1KwWEtSHAIECBAgQGDOBWyfAAEC0xeIEtPfhB0QIECAAAECBAgQ6LSA5AgQIECAAAECBAgQIECAAIF+BSKiRES/t/d132QKFvvaipsIECBAgAABAgQIECCw2AL6Ky72z78T2UuCAAECBAgQIECAAAECBAgQ6L6ADAkQIECAAIGFEajdXTHhFCymgkGAAAECBOZAwBYJECBAoMsC7ZNp7fH/Z+8/oGTJzgJR9/8jMrOqhYSQBQmQQN572xLCCwmZboQ3g/cgEHPv3HGXO3cGCdZb66311LjBDBIweFA3QsggIYMk5B3IO+R9dx/bp4/rUy92RGVmHX+qKqoqzRdV22RUxI69v3JZmX/9ucjrtDYCBAgQIECAAAECBAgQIECgE1ATIECAAAECBAgQmH2BzGwzLGZmb5MVsNgbpYEIEJgLAZMkQIAAAQIECMykwFqU7IpdPZMTNCkCBAgQIDBfAmZLgAABAgQIECBAgAABAgQILL6AFRIgsOMC4wyLpe3rYgIW+5I0DgECBAgQIECAAIElEbDMnREo/5eWkTszuFEJECBAgAABAgQIECBAgMAmBRxOgAABAgQIECBAgACBzIzM7BVCwGKvnAYjsG0BAxAgQIAAAQIECCyxQMmyuMTLt3QCBAgsk4C1EiBAgAABAgQIECBAgAABAosvYIUECBCYe4GSWbGUPhciYLFPTWMRIECAAAECBAjMgIApEJhHge4/07p6HudvzgQIECBAgAABAgQIENhtAdcjQIAAAQIECBAgQIAAgZ0WyMw2w2Jm9nYpAYu9US7JQJZJgAABAgQIECBAgMAOCHS5Fdeia3fgAoYkQIDA5gQcTYAAAQIECBAgQIAAAQIECCy+gBUSIECAAIGLCJTsiuNykUMv+cMCFi+ZyoEECBAgQIAAgX4EjEKAAIHzCWTk+T5kPwECBAgQIECAAAECcyZgugQIECBAgAABAgQIECBAYN4FMjMys9dlLFrAYq84BiNAgAABAgQIECBAgMBuCsivuJvarjXnAqZPgAABAgQIECBAgAABAgQILL6AFRIgQIAAAQJ7LNB3dsWyHAGLRUEhQIAAAQIENgjoEiBAgMDuC3T/mdbVu391VyRAgAABAgQIEFhGAWsmQIAAAQIECBAgQIAAAQIEFl9geyvMzDbDYmZub6ANZwtY3IChS4AAAQIECBAgQIAAgb0RWIuSXbGr92YGrtqzgOEIECBAgAABAgQIECBAgACBxRewQgIECBAgQIDAgguMMyyWtq+lCljsS9I4BAgQILBrAi5EgAABAgQWUaD8X1pGLuLSrIkAAQIECBAgsCUBJxEgQIAAAQIECBAgQIAAAQKLL2CFsy2QmZGZvU5SwGKvnAYjQIAAAQIECBAgQIDA1gVKlsWtn72pMx1MgAABAgQIECBAgAABAgQILL6AFRIgQIAAAQIECBDYlkDJrFjKtgY542QBi2eAuEmAAIHtCxiBAAECBAgQILBZge4/07p6s+c6ngABAgQIENgbAVclQIAAAQIECBAgQIAAAQIEFl/ACgkst0BmthkWM7M3CAGLvVEaiAABAgQIECBAgACB3gSWbqAut+JadO3SLd+CCRAgQIAAAQIECBAgQGA5BayaAAECBAgQIECAAIGZFijZFcelr4kKWOxL0jgE5kjAVAkQIECAAAECBGZTICNnc2JmRYAAAQJzKWDSBAgQIECAAAECBAgQIECAwOILWCEBAgR2UiAzIzN7vYSAxV45DUaAAAECBAgQILAkApZJYEcE5FfcEVaDEiBAgAABAgQIECBAYKsCziNAgAABAgQIECBAgMBSC/SdXbFgClgsCsqMCZgOAQIECBAgQIAAgWUT6P4zrauXbe3WS4DA8gpYOQECBAgQIECAAAECBAgQILD4AlZIgAABAvMskJlthsXM7G0ZAhZ7ozQQAQIECBAgQGCGBEyFAIE5E1iLkl2xq+ds6qZLgAABAgQIECBAgMDeCbgyAQIECBAgQIAAAQIECBDYQYFxhsXS9nUZAYtbkHQKAQIECBAgQIAAAQIE+hYo/5eWkX0PazwCBLYh4FQCBAgQIECAAAECBAgQIEBg8QWskAABAgQIEDi/QGZGZp7/gC18RMDiFtCcQoAAAQIECGxbwAAECBAgcA6BkmXxHLvtIkCAAAECBAgQIDCvAuZNgAABAgQIECBAgAABAgQIzLFAyaxYykWWsKkPC1jcFJeDCRAgQIAAAQIECBAgsBMC3X+mdfVOjG/MxRSwKgIECBAgQIAAAQIECBAgQGDxBayQAAECBAgQILB3ApnZZljMzN4mIWCxN0oDESBAgMBCCVgMAQIECBDYVYEut+JadO2uXtrFCBAgQIAAAQLLLGDtBAgQIECAAAECBAgQIECAwOILWOGWBUp2xXHZ8iBnnChg8QwQNwkQIECAAAECBAgQILBXAhm5V5fekesalAABAgQIECBAgAABAgQIEFh8ASskQIAAAQIECBBYXIHMjMzsdYECFnvlNBgBAgR2TcCFCBAgQIAAgQUUkF9xAT+plkSAAAECBLYn4GwCBAgQIECAAAECBAgQIEBg8QWskMDMCvSdXbEsVMBiUVAIECBAgAABAgQIEFhCgVlacvefaV09S/MyFwIECBAgQIAAAQIECBAgMO8C5k+AAAECBAgQIECAwFYFMrPNsJiZWx3irPMELJ5FYgcBAr0IGIQAAQIECBAgQGATAmtRsit29SZOcygBAgQIENhrAdcnQIAAAQIECBAgQIAAAQIEFl/ACgkQWFqBcYbF0vaFIGCxL0njECBAgAABAgQIEOhZwHDLJVD+Ly0jl2vRVkuAAAECBAgQIECAAAECgYAAAQIECBAgQIAAAQKzKpCZkZm9Tk/AYq+cBpsjAVMlQIAAAQIECBAgMHMCJcvizE3KhAgQIDDfAmZPgAABAgQIECBAgAABAgQILL6AFRIgQIDADgmUzIql9Dm8gMU+NY1FgAABAgQIEFgqAYslQKA/ge4/07q6v1GNRIAAAQIECBAgQIAAge0LGIEAAQIECBAgQIAAAQIEllUgM9sMi5nZG4GAxd4oex7IcAQIECBAgAABAgQILJFAl1txLbp2iRZuqQQIECBAgAABAgQIECBAgAABAgQWX8AKCRAgQIDAnAqU7Irj0tcSBCz2JWkcAgQIECBAYOYETIgAAQLzJpCR8zZl8yVAgAABAgQIECCw5wImQIAAAQIECBAgQIAAAQIECOyMQGZGZvY6+FYDFnudhMEIECBAgAABAgQIECBAIORX9EUwiwLmRIAAAQIECBAgQIAAAQIECCy+gBUSIECAAAECBM4p0Hd2xXIRAYtFQSFAgAABAnsi4KIECBAgQGAs0P1nWleP92kJECBAgAABAgQWQ8Aq9lrg1qt7PQPXJ0CAAAECBAgQIECAAIHFF1jMFWZmm2ExM3tboIDF3igNRIAAAQIECBAgQIAAga0KrLXZFbt6q2Ms6XmWTYAAAQIECBAgQIAAAQIECCy+gBUSIECAAAECBAjsicA4w2Jp+5qAgMW+JI1DgACBBRSwJAIECBAgQGD3BMr/pWXk7l3QlQgQIECAAAEC6wIaAgQIECBAgAABAgQIECBAYPEFrJDAVgQyMzJzK6ee9xwBi+el8QECBAgQIECAAAECBAhsW2BTA6xt6mgHEyBAgAABAgQIECBAgAABAjMiYBoECBAgQIAAAQIEFlKgZFYspc/FCVjsU9NYBAjssoDLESBAgAABAgQWRaD7z7SuXpQ1WQcBAgQIEOhLwDgECBAgQIAAAQIECBAgQIDA4gtYIQECsyiQmW2GxczsbXoCFnujNBABAgQIECBAgACBORQw5RkR6HIrrkXXzsikTIMAAQIECBAgQIAAAQIEFkXAOggQIECAAAECBAgQILAFgZJdcVy2cPo5TxGweE4WOwn0I2AUAgQIECBAgAABApsRyMjNHO5YAgQIEJgRAdMgQIAAAQIECBAgQIAAAQIEFl/ACgkQILCMApkZmdnr0gUs9sppMAIECBAgQIAAgZ4FDEdgqQTkV1yqT7fFEiBAgAABAgQIECAwFdAjQIAAAQIECBAgQIAAgRkU6Du7YlmigMWisLTFwgkQIECAAAECBAgQmA2B7j/Tuno2ZmQWBAgskoC1ECBAgAABAgQIECBAgAABAosvYIUECBAgQKB/gcxsMyxmZm+DC1jsjdJABAgQIECAwFIKWDQBAgR6EViLkl2xq3sZ0CAECBAgQIAAAQIECPQpYCwCBAgQIECAAAECBAgQILCEAuMMi6Xta/kzHbDY1yKNQ4AAAQIECBAgQIAAgVkXKP+XlpGzPk3zI7AjAgYlQIAAAQIECBAgQIAAAQIEFl/ACgkQIECAAIH5E8jMyMxeJy5gsVdOgxEgQIAAgZkTMCECBAgQmCOBkmVxjqZrqgQIECBAgAABArMjsNAz+ZkHVfGXTx5sulx5t+lTIFs5/0+eNIjRdIiFNrY4AgQIECBAgAABAgQIEJgLgV2fZMmsWEqfF/andp+axiJAgAABAgQIECBAgMCWBLr/TOvqLQ3gpB0VMDgBAgQIECBAgMBeCjz3nafiprW1uNVqbKqsDqaz3uy55fhy3eOnpmPoESBAgMCiC1gfAQIECBAgQIDAmQKZ2WZYzMwzP7Tl2wIWt0znRAIECBDoRcAgBAgQIECAQCPQ5VZci65tdngnQIAAAQIECCyWgNUQ2IbA0Zsinvuu3Y0cfP2nT8XLP76719wGkVMJECBAgAABAgQIECAwGwJmsXACJbviuPS1OAGLfUkahwABAgQIECBAgAABAtsUyMgtjeAkAgQIECBAgAABAosu8LKPrcUbP7N7/+DznF0OkFz0z5/1ESDQj4BRCBAgQIAAAQIECOy2QGZGZvZ6WQGLvXIajACBBRSwJAIECBAfFmwTAAAQAElEQVQgQIDArgns3tOvu7YkFyJAgAABAvMiYJ4ECMyBwG4FEf7v95yKjx2cAxBTJECAAAECBAgQIEBgswKOJ0BgkwJ9Z1cslxewWBQUAgQIECBAgAABAgR2UMDQFxfo/jOtqy9+tCMIECBAgAABAgQILKPARw6sxZ++d2dfprkEKpaAxWX0tWYC2xcwAgECBAgQIECAAAECiyaQmW2GxczsbWkCFnujNBCBPRJwWQIECBAgQIAAgQUQWIuSXbGrF2A5lkCAAAEC/QsYkQABAgRagT9696n4xMFy77m92Xu1W1kce5+4AQkQIECAAAECBBZDwCoIECAwYwLjDIul7WtqAhb7kjQOAQIECBAgQIDA3AqYOIFZECj/l5aRszAVcyBAgAABAgQIECAw0wLPfffOZFl8+cdPxes/vTNjzzToEk3OUgkQIECAAAECBAgQIEBgcwKZGZm5uZMucrSAxYsA+fC2BQxAgAABAgQIECBAgMAlCuxcnphLnIDDCBAgsHUBZxIgQIAAgV0TeO2n1uIVn+j33vPxUxHPfWdT7doqXIgAAQIECBAgMJcCJk2AAAECSyZQMiuW0ueyBSz2qWksAgQIECBAgMCOCBiUAIHFF+j+M62rF3+1VkiAAAECBAgQIEBguwJ/+M5TcbLH+MIy3udv3O6stnu+8wkQIECAAAECBAgQIECAwGwJZGabYTEze5uYgMXeKA1EgAABAgQIECBAgACBrQp02WHWomu3OorzCBC4gIAPESBAgAABAgsl8Nkja/Hcd/UTsfie69bibz7Yz1gLhWwxBAgQIEBgHgXMmQABAgQIEOhVoGRXHJe+Bhaw2JekcQgQIECAwBILWDoBAgQI9COQkf0MZBQCBAgQIECAAAECOyAwa0P+9QdOxfv2bf+ffvoKfJw1H/MhQIAAAQIECBAgQIAAAQJbEdh4TmZGZm7cte2+gMVtExqAAAECBAgQIECAAAEC/Qhs/6nWfuZhlD0RcFECBAgQIECAAIEtCDz3ndvLjPiCD6/Fv3zBPfEt0DuFAAECBLYm4CwCBAgQIECAwFwJ9J1dsSxewGJRUAgQIEBgwQUsjwABAgQIzLpA959pXT3rczU/AgQIECBAgMCsCpjXMgq8/fNr8cJ/21rQ4v5ja/Gcd9+0jGzWTIAAAQIECBAgQIAAgTkWMPXdFMjMNsNiZvZ2WQGLvVEaiAABAgQIECBAgAABAlsVWIuS06WrtzrGDp9neAIECBAgQIAAAQIzKvCcd52KQ8c3P7nyUtA3bOG8zV/JGQQIEJgjAVMlQIAAAQIECBAgsEFgnGGxtBt2b6srYHFbfE4mQIBAPwJGIUCAAAECBAiU/0vLSBAECBAgQIDAAgtYGgECOyNQghVL0OJmRn/r59bixR8p/za0mbMcS4AAAQIECBAgQIAAgYsLOILAIglkZmRmr0sSsNgrp8EIECBAgAABAgQIENgjgYW4rKdLF+LTaBEECBAgQIAAAQJ7IFBeFrq8PPSlXnqzAY6XOq7jCBDYcQEXIECAAAECBAgQIEBgFwVKZsVS+rykgMU+NY1FYGEFLIwAAQIECBAgQGBnBbr/TOvqnb2S0QkQIECAwPkFfIQAAQLzLfDcd566pAX85ftOxQf3+XehS8JyEAECBAgQIECAwAIKWBIBAgQuXSAz2wyLmXnpJ13kSAGLFwHyYQIECBAgQIAAAQK9CBiEwAUFuidL16JrL3ioDxIgQIAAAQIECBAgcE6B9+1bi7/+wIWDFj99eC2e++4LH3POwe0kcKkCjiNAgAABAgQIECBAgMACCZTsiuPS17IELPYlaZw9FXBxAgQIECBAgAABAosgkJGLsAxrIECAwI4JGJgAAQIECFxM4LnvOhWfPXL+fwT6w+bjp87/4YsN7+MECBAgQIAAAQK7IOASBAgQIDA7ApkZmdnrhAQs9sppMAIECBAgQIDA3AqYOAECMyDgedMZ+CSYAgECBAgQIECAwFwLnDwV8YfneWnoV3/yVLzqk0t/r3uuP78mT4AAAQIECBAgQIAAAQK7K9B3dsUyewGLRWHHiwsQIECAAAECBAgQIEDgQgLdf6Z19YWO8zECBGZbwOwIECBAgACBWRB4xSfW4rWfOjsw8Q/fffa+WZivORAgQIAAAQLzJmC+BAgQIEBgeQQys82wmJm9LVrAYm+UBiJAgAABAgR2VMDgBAgQWGiBtShPnXb1Qi/U4ggQIECAAAECBAhcWKCnjz733adOG+m57zoVnzxU7nWfttsNAgQIECBAgAABAgQIECBA4AIC4wyLpb3AYZv6UBuwuKkzHEyAAAECBAgQIECAAAECvQuU/0vLyN7HNSCBjQL6BAgQIECAAIFlEfjEwbX4o/WgxQ/vj/jz950ewLgsDtZJgAABAsspYNUECBAgQIAAgb4EMjMys6/h2nEELLYMKgIECBAgsG0BAxAgQIAAgW0LyPeybUIDECBAgAABAgR2WsD4cyTwp+89FR85sBbPeZdgxTn6tJkqAQIECBAgQIAAAQIEZkHAHNYFSmbFUtZv9tIIWOyF0SAECBAgQIAAAQIECBDYjkD3n2ldvZ1x5v1c8ydAgAABAgQIECDQr0AJVnzzZwUs9qtqNAIECGxXwPkECBAgQIAAAQLzIpCZbYbFzOxtygIWe6M0EAECBGZcwPQIECBAgACBGRbociuuRdfO8ERNjQABAgQIEJh1AfMjQOA0gTd+xn3s00DcIECAAAECBAgQIEBgMQSsgsAuCZTsiuPS1yUFLPYlaRwCBAgQIECAAAECBBZeYKcXmJE7fQnjEyBAgAABAgQIEFgqgcyMzIuXpUKxWAIELirgAAIECBAgQIAAAQIEOoHM7m/q7lY/tYDFfhyNQoDA9gWMQIAAAQIECBBYegG5X5b+SwAAAQIElkHAGgkQILDjApndkymZecnXysw2sPGST3AgAQIECBAgQIAAAQIXEvAxAgQWRKDv7IqFRcBiUVAIECBAgAABAgQILISARcyvQLZT7+q2qyJAgAABAgQIECBAYJMCmXlW0GFmty/z/O3Gy2R2x23cp09g9gTMiAABAgQIECBAgAABArsjkNn9nZyZvV1QwGJvlAZaeAELJECAAAECBAgQILBjAmtRsit29Y5dxMAECBAgcCkCjiFAgACBuRTIPP2Jk8xsgxebpmnjIqU7NjZsmbnhli4BAgQIECBAgMDCCVgQAQIECFySwDjDYmkv6YRLOEjA4iUgOYQAAQIECBAgQKAfAaMQIHB+gfJ0aEae/wAfIUCAAAECBAgQIEDgnAKZ3f3ozIzMcYmoqozyVmUV5yvl480p0ZXmVumsXyXz9NvruzWXIOAQAgQIECBAgAABAgQIEFgMgcz+/zYWsLgYXxtlFQoBAgQIECBAgAABAnMuULIszvkSTJ8AgZ0XcAUCBAgQIEBgXSBz+qRJZrZ7S3NaoGJVRVVl1HV1VqmqqvlYU7Ir5dyudGPF+pZ5+u313RoCBAgQIECAwE4KGJsAAQIECMyEQMmsWEqfkxGw2KemsQgQIECAAIE5FzB9AgQI7JVA9wRoV+/VHFyXAAECBAgQIECAwHwIZGZk5mSymdncjq5EttkUS4BiVTX9uoonPnAlnvCAUdSDer3UUdWlVJMgxszm2Kyas7uxyrmZGeMtc9of79MSIECAAAECBAgQIECAAIFFF8jMyOxKX2ut+hroouM4gAABAgQIECBAgAABAgTOI9DlVlyLrj3PQXYTmA8BsyRAgAABAgQI7KBAZk5Gz8z1J00imt56oGIdJdiwqus2OPFJDxjF//c7V9vyrfcfxXAwOK3UzXFVXUdVd8GLVVW142Q2I2YzbtPG+pbZ7FjvawgQIECAwNILACBAgAABAgSWQqBkVxyXvhZc9TWQcQgQIECAAIGdF3AFAgQIEFhsgWyeZl3sFVodAQIECBAgQIDApQg45twCmTn5QGbXL00296PbQMOq6TWlZFIc1HWUAMX/z3esTM75tacN40kPXInRcNiUQQyH62U9iLGq6zZwsWrGqLJqRm3Gy4jMpopuy5z2uz1qAgQIECBAgAABAgQIECCwNYF5OCszT/u7uI85V30MYgwCBAgQIECAAAECBAgQ2L6A/IrbN7yEERxCgAABAgQIECAw5wKZ2a6gNBkZ42DFqq6jBCoO6kE86YHDKAGKccb2358c8cQHDGNlZSVWV0axMhpNgxcHgxgM6qjqppSgxapqRs9or1Oq9bEyc72nIUCAAIEZFjA1AgQIECBAgACBHgT6zq5YplSVSiFAgAABAv0IGIUAAQIECBDYmkD3hGdXb20EZxEgQIAAAQIEdk/AlQjsvkBmd285c9xGlCyIJVixrquomlKCFUvWxCc/cBjPvGIwmeTfvOZwPK8p4x2//ISb4on3q2OlBCw2ZVTKcBjDQb0e8Fg34zVF0GLYCBAgQIAAAQIECBBYZgFrJxCRmZMSPW1VT+MYhgABAgQIECBAgAABAgS2LLAWJbtiW295DCcSIECAAAECBAgQWDyBzO6JkbKyzCxNVCWQMKv2CZMSrJjN7ZJVsQ1WfMAg/vtTqva4Uv31qw/HG997Y7yhKX/T9Mu+Uv7jNx2LJ96vistWV6JkWhyNhlHKcDBosyzWVRVVXUfVjF1VVWR5y4jMpopuy5z2uz1qAgQIbELAoQQIECBAgAABAgTmQGCcYbG0fU236msg4xAgQGAeBMyRAAECBAgQIDCrAuWpzoyc1emZFwECBAgQmCsBkyVAYDEEMqf3jzO7fmmyud+cmVGCFau6inGw4lMeMIz/9uTp0x5//U+H4k3vuzHG2xub/t80+8a3f+lxR+Jb7p2xurLSBi6WjIuTbIvDQTNuHWX8StDimExLgAABAgQIECBAYKYETIYAgZ0XyGz+Cm9Kn1eq+hzMWAQIECBAgAABAgQILLyABe6gQMmyuIPDG5oAAQIECBAgQIDA3Ahk5mSumV2/NOVloDPzrGDFJz9gEL/8pJhsf/VPh+JN7z86uT3uvLHZ99evPjS+GU9/7MH4lvtErLaZFldiZTSMkqlxVF4iug1aHEQ9qLvrVVUJlYzm8k3p5lQGypz2y22FwIIIWAYBAgQIECBAgAABAgSiZFYspU+Kqs/BjEWAwHYFnE+AAAECBAgQILCcAt0TnF29nAJWTYAAgeUSsFoCBAgQuJBA5vSecWa2wYFVyXKYVduv6ypK5sNxZsUnP3AQv/yt0xFLsOKb3392sOL4iDe972iUY8a3f/ZR++Px916Lyy5bjctK4GJTStDicDBogxfrqm6vV5frVlU0M4pmWk3J8RCn9Sc7dQgQIECAAAECBJZcwPIJECAw/wKZ2f7Nm5m9LabqbSQDESBAgAABAgQIEJgFAXMgMJcCXW7FtejauVyCSRMgQIAAAQIECBDoWSAz158UiWh6UVVVl+mwrqINVhzU8eQHVPHLT4zJ9pevOhgXClYcH1iO72dgFwAAEABJREFU+atXTTMt/tTDr49vvudNbabFldGofZnoUcm2KGhxTDZ7rRkRIECAAAECBAgQIECAwI4LlOyK49LXxaq+BjLOcghYJQECBAgQIECAAAECOydQnoTdudGNTIAAgUsXcCQBAgQIENgrgcxsL505bmMSrFiVLIsbghWf8qBB/N9P7I6LZvuLVx2Kt3zgWNO7tPc3f+BolADH8dE/8bDr2qDFkmVxZWUUK6NRjAQtjnm0BAgQIECAwAIKWBIBAgQIELiYQGZGZl7ssE19XMDiprgcTIAAAQIECBDYtoABCBAgcF4B+RXPS+MDBAgQIECAAAECCy6QmZMnQDKzXW1pMrLNrHhmsOJTHzyI//qEmGx/8cpD8dYPnP9loCcHntEpAY4l0HG8+8cfel18871Oti8Nvc2gxfGQWgIECBAgQIAAAQIECBAgMLcCfWdXLBALFrBYlqQQIECAAAECBAgQIEBg3gSynXBXt10VAQIXFPBBAgQIECBAYJEEMqf3hDO7fmmqrCIz48xgxSsePIj/8i0x2f7iFYfirR88Orm92U4JdCwBj+Pzfuwh18XjBS2OObQECBAgQGAPBVyaAAECBAgQ2GuBzGz/Ns/M3qZS9TaSgQgQIECAAIHFELAKAgQIENgDgbUo2RW7eg8u75IECBAgQIAAAQLLJzAjK86cPuGR2fVLMw5WrOsqqqYM6kEMB3Vc+ZBB/OcNwYp/9sqD8dYPbT1YccxQAh7//JWHxjfjRx58bTz+XidkWpyI6BAgQIAAAQIECBAgQIDAXApsc9LjDIul3eZQk9MFLE4odAgQIECAAAECBAgQILB3AuWp2Yzcuwm4cq8CBiNAgAABAgQIELi4QOb0/m9m1y9NCVasqirODFb8tocM4j89fjrun77iYLz9g8emO7bZe9sHj8afN2OOh/mRB18X33LvLmhxdXUlVkajGI2GMRwMYjgcRF3VbTBlXVdRVVVzbz6jzD8zx0M0t6f9yU4dAgQIEFgYAQshQIAAAQIECCy6QGb2/rdtteho1keAAAECCydgQQQIECBAYGEF1hZ2ZRZGgAABAgQIENi0gBOWSCCzPPkRzRMgEeNgxarK2JhZ8WkPGcZ/3Bis+PJD8Y4P9ResGOvb25ox/2xD0OIPP+i6eMK9T7aZFgUtriNpCBAgQIAAAQIECBAg0J+AkWZcoGRWLKXPaQpY7FPTWAQIECBAgAABAgQIENiSQLZndXXb3eHK8AQIECBAgAABAgT2TiAzIzPbCWRO2/MFK377Q4fxfz1++u89f/KPB+MdHz7anr8T1ds/dCxK9sbx2D/0oGvjCfc6fslBi2UdZVmZedY6x2NqCRAgsDsCrkKAAAECBAgQIEBgewKZ3d+2mbm9gTacLWBxA4YuAQIEehEwCAECBAgQIEBg0wLdk69r0bWbPt0JBAgQIECAwO4LuCIBAlsSyJw+wZHZ9Us2xYyMqqoiz8is+O0PGcR/+Obp/eQ/efnB+Jd/6z+zYpyxleyNf/ryQ5O9P1gyLd7r2CUFLWZmmymyaaJsmVmayOza9oaKAAECBAgQIECAAIH5EDBLAksuULIrjktfFFVfAxmHAAECBAgQIECAAAECfQks6zgZuaxLt24CBAgQIECAAIElEMic3t/N7PqlyeZ+8DhYsa6rGNSDGA7q+I6H1vEfNrwM9P/+x4PxLx/e+WDFWN9KFseSzXH9Zvzgg66PJ24iaLGsq6yvnJ+ZpYnMrm1vqAgQCAQECBAgQIAAAQIECMy2QGb2/resgMXZ/pybHYGdEDAmAQIECBAgQIDAjApM88bM6ARNiwABAgTmScBcCRAgMFMCmTmZT2bXL02VVVTrmRU3Bit+58MG8X9+c3dcOfGPX3Yg/nUXMiuWa20sJZtjCZQc7/t3D7o+vvXexy8p02K7rsgo6yznZ2Zpmttd295QESBAgAABAgQIENiegLMJECCwowJ9Z1cskxWwWBQUAgQIECBAgAABApsScDCBvgW6Jyy7uu+xjUeAAAECBAgQIEBgbwUyp/d0M7t+ac4OVqzbzIrf9fBh/B/fNJ3zH7/0QLzzI8enO3a5VwIlNwYt/sADr4snbQhaXF0ZxWg0jNFwGMPhoM0QWdVVlADMqgRjRkZZb5l2Zpamud217Q3VDAuYGgECBAgQIECAAAECBJZbIDPbv2EzszcIAYu9URqoNwEDESBAgAABAgQIEFg6gbUo2RW7eukWb8EECCyrgHUTIECAwFIIZE6f0Mjs+qU5d7DiIL77EcP4999Y7h13PH/40oPxzo/uXbBiN4toszv+8csOjm/G9z/wuvjWex9rMy2urKxECVoswYolaHEwqM8KWizrLesuA2RmadonfNqOigABAgQIECCwyALWRoAAAQJzLTDOsFjavhYiYLEvSeMQIECAAAECBGZIwFQIEJg/gfKUZUbO38TNmAABAgQIECBAgMB5BDKn928zu35pSvBem3mwyjYL4aAexHAwiO955DB+6RtOD1Z890ePxaxs7/zIsSgvTT2ezw888Pp40n2mQYsro1GcL2gxM6Osu2mibJljj64t+7ZSnEOAAAECBAgQIECAAAECBHZSIDMjM3u9hIDFzXM6gwABAgQIECBAgAABAjsiMH1qdkeGNygBApsTcDQBAgQIECCwDYHM6ZMZmV2/NCVo7+xgxTq+5xHDeMbXT+8RP/cfDsQsBSuOKd75kePxRxszLT7g+njyfY63mRZXV1dC0OJYSkuAAAECBOZGwEQJECBAgACBCwiUzIqlXOCQTX9IwOKmyZxAgAABAgQIbF/ACAQIECBwusD6E7in73SLAAECBAgQIECAwFwKZHb3byNikoWh7DpXsOJgUMf3PnIYz9iQWfG5LzkQ7/nY8ZjV7V0fORZ/+NKDk+l93wOui6fcdxq0uLoyOi3TYl3VUdVVm00yM6N9y+70zK6T2bXdXjUBAgQIECBAgAABAgQIEJgNgcyMzK6cf0ab+0i1ucMdTYAAAQIECBAgQIAAAQL9C3SZZNaia/sf34gLKWBRBAgQIECAAIEZFMjMyawyu35pNgYrliDFQT2I4aCO73/UIH5xQ2bF57zkYLzn47MbrDhe3Ls/eiz+aEPQ4vfevwQtHmszLa6srMTGoMXhcBBlveOgxaqqIstbdqNldp3Mru32qgkQIECAwLqAhgABAgQIECCwhwIlu+K49DWNqq+BjEOAAAECBBZJwFoIECBAgMBeCGTzpOVeXNc1CRAgQIAAAQLLKmDd/Qpk5mTAzK5fmjODFeuqngQr/sLXTU6J57zkQLz348emO2a8966PHos//IcDk1l+7/2vj6fe9+g5gxYHg1rQ4kRKhwABAgQIECBAgAABArsr4GpbF8jMyMytD3COMwUsngPFLgIECBAgQIAAAQIECOyFwILlV9wLQtckQIAAAQIECBDYI4HM6ZMXmV2/NOcLVvyBRw3j6RuCFf/gxSVYcfYzK57J++6PHY8/fMk0aPF77r8vrrjfuTItDuJcQYvFpziVcTPHbl1b9ikECBCYAwFTJECAAAECBAgQWGCBvrMrFioBi0VBIUCAwNwJmDABAgQIECCwWALdE5JdvVgrsxoCBAgQIEBgOwLOJTAfApnTe7KZXb80JRivqqrIKttgvXo9s+K/e9Qwfv7rpv+u879efCDe94n5C1Ycf3be/fHj8dwNmRa/+37Xx5X3PzNocRij4aB1GNSDqOoq6qZkZhSnpomyZY79urbsUwgQIECAAAECBAgQWHQB6yMwuwKZ2WZYzMzeJln1NpKBCBAgQIAAAQIECBAgME8CMzXXtShP13b1TE3MZAgQIECAAAECBAhcUCBz+oRFZtcvTQnCq6oqcmOw4nAQP/joYfzcxmDFFx2I989xsOIY5z0fOx7PecnB8c34rvsKWpxg6BDYawHXJ0CAAAECBAgQIEBgywLjDIul3fIgZ5xYnXHbTQIECPQiYBACBAgQIECAAIHNCZSndjNycyc5mgABAgQI7LGAyxMgsNwCmdP7r5ldvzRnBytWMRzU8UOPHsTPfm35V51ot9974f54/yfnN7Niu4gN1Xs/fiye8+IDkz0laPHbHrD9TIuZne1kYB0CBAgQIECAAAECuyzgcgQILK9AZkZm9gogYLFXToMRIECAAAECBAgQ6E3AQEsoMH3qdgkXb8kECBAgQIAAAQJzJZA5fbIis+uX5tzBioP4octH8TOPm97j/b0XHYgPfurEXK35Uib73k8cjz/YELT4nfe5Pr7tjJeHHo1Gm3p56HLdzM649JWFE7AgAgQIECBAgAABAgQIzKxAyaxYSp8TFLDYp6ax5kjAVAkQIECAAAECBAjMkkD35GNXz9K8zIUAAQLzLmD+BAgQILATApnTe66ZXb805wtW/OHHDONnHndqMpXffeGB+OACZVacLGy9875PHI//tTFo8b7Xx9M2ZFpcGQ1jtIWgxfXhNQQIECBAgAABAmcJ2EGAAAECOyWQmW2Gxczs7RICFnujNBABAgQIECBAYMkELJcAgR4Fukwza9G1PQ5sKAIECBAgQIAAAQK9CmROn6DI7Pql6YIVM7LKGAzqqKsqhoNB/PBjBvHTXzO9n/u7f78/PvSpxXkZ6DjP9v4StPii6ctDf8d9ro+nPXD68tAro2EMh8M20+JwOIhBPYiqrqJuSmZG8WyaKFtmlqZ9gqjt7HblegQIECBAgAABAgQIECCwtAIlu+K49IVQ9TWQcfoVMBoBAgQIECBAgAABAssnkJHLt2grJrDkApZPgAABAgTmSSBzen81s+uXpgTXVVUV2ZTBhmDFH2mDFacr/J0X7I8PffrEdMeC997/yePx+y/aP1nld9z7+nja/W+My1ZXYmVlJVZXRm2mxWFjJmhxwqRDgAABAgQWUsCiCBAgQIDAvApkZmRmr9Oveh3NYAQIECBAgACB2REwEwIECMydwDTvzNxN3YQJECBAgAABAgQWXCBz+uREZtcvzTRYMU/LrPijjx3ET33NFOV3/n5/fPgzOxKsOL3IDPY+8MkT8Xsv3BC0eN/98e0PODoJWiyZFkejUZSgxRLsKdPiDH4STYkAAQIECBAgQIAAAQJLLNB3dsVCucWAxXKqQoAAAQIECBAgQIAAAQL9CKw/4dvPYEYh0KOAoQgQIECAAAECcVomhcz1+65NMw5WrKqMuq5iUNcxHAziR79mGD/52Jhs//MFB+LDS5RZcbLw9c4HP1WCFg+s34r49vvsi+944NlBi6PhoA36HActVo1pVVVRnNfZJ5+LzJz0JwPrECBAgACBLQs4kQABAgQIECBwboHM7u/PzDz3AVvYK2BxC2hOIUCAAAECvQgYhAABAgQITATWomRX7OrJTh0CBAgQIECAAIFFEJjzNWROn5DI7PqlKUF0JZguq4wSWFeC7ErA4o+VYMXHlHu30W6//Xf7498+c7ztL3P1wU8dj9994TRo8Wn33oKeCNUAABAASURBVBffeZGgxRIEmsX3PEGLxTOz+5yUvkKAAAECBAgQIECAAAECeyiwoJceZ1gsbV9LFLDYl6RxCBAgQIAAAQIECBAgsA2B8jRjRm5jhOU81aoJECBAgAABAgR2TiBzev80s+uXpgtWzCjBdCVIsZThoI4ff9wwfmJDsOJv/d3++MhnT+zcBOds5A996nj8zt9PXx762+5dghZvXH956FGsjIYxHA6jZFoclmyL9aDNXFmcS3Bocc/sFp253uluqgkQILDwAhZIgAABAgQIECCwNwKZGZnZ68UFLPbKaTACBAgslIDFECBAgAABArssMM1Ds8sXdjkCBAgQIEBgmQWsncA5BTKnT0Zkdv3SlKC5qmT9q+sogYqDQR3DwSB+4nGD+PHLp/dof/P5++OjghXPsv3wp0/E77xgY9Di/viuB5WgxdVYWVmJ1ZVRDIfDGLaudWN88aDFzDzrOnYQIECAAAECBAgQIEDgDAE3CWxJoGRWLGVLJ5/nJAGL54GxmwABAgQIECBAgAABAtsXuNQRuicYu/pSz3EcAQIECBAgQIAAgZ0RyJzeM83s+qUZBytmVUVdVVGCFUvQ4k8+bhg/dnlMtt98/r742OdkVpyAnNH58GdOnJZp8cp77Y/vftDR9UyLK23Q4mhUAhcHbeBiebnti708dGb3eTrjUm4SILBrAi5EgAABAgQIECBAYDEFMrPNsJiZvS1QwGJvlAYiQGDXBVyQAAECBAgQILAwAl0mmrXo2oVZloUQIECAAIE+BIxBgMCuCmROn4DI7Pql6YIVq2iDFesq6vUMiz/1tcP40Q2ZFX/jb0uw4sldnfM8XqxkWvyfLzgwmfoV99oX3/Pgo5OgxZXRMEbjoMXh4JIzLWZ2n7PJwDoECBAgQIAAAQIE5kXAPAkQmEmBkl1xXPqaYNXXQMYhQIAAAQIECBAgQGD+BMx4tgQycrYmZDYECBAgQIAAAQJLJZA5vT+a2fVLMw5WrOoqSkbF8hLQ5SWLf+pxg/iRR0//6eY3/nZ/fPzzJ8N2aQL/9pnj8dt/N3156KfeswQtlpeHXomVlVGsjIMWy8tDX2LQYrlyZve5K32FwFhAS4AAAQIECBAgQIAAga0IZGZk5lZOPe85AhbPS+MDBLYtYAACBAgQIECAAAECmxKYPtW7qdMcTIAAAQJ7K+DqBAgQWAiBzOmTD5ldvzTjYMWsMuqqisGgboMWf+prB/Ejl8dk+/Vr9sXHP39iclvn0gQ+8tkTZwQt7o/vfXAJWlyNs4IWW/tB1HUV5fNRNZ+P8vnJ7K6Vud5pbmZO+81N7wQIECBAgAABAtsXMAIBAgSWUqDv7IoFsSqVQoAAAQIECBAgQGA2BcyKwLIIdE8mdvWyrNk6CRAgQIAAAQIEZlEgs7tXWpoSDFdVGSU4rgTJjYMVf/rrhvEjj57O/qpr9sUnviCz4lRkc70StPhbGzItPuWe++P7HnJj3Oyyy04PWhwOomS2HNSXFrS4uVns9dGuT4AAAQIECBAgQIAAAQKzKJDZPC6wXvqan4DFviTncRxzJkCAAAECBAgQIEBgRgTWomRX7OoZmZJpECCwOAJWQoAAAQIELiKQme0RmeM2YhqsWLUZFUuQ3KCu42e+bhg//Khy7zVirWmuunpffFKwYmx3++hnT8RvPn//ZJgn32N/fN+Dj2wraDEzJ+PpECBAgAABAksgYIkECBAgQGAHBMYZFkvb1/ACFvuSNA4BAgQIECCwlAIWTYAAgb4EylOJGdnXcMYhQIAAAQIECBAgcFGBzIzMbI/LHLdxWrDiOLNiyez3s18/iB+aBCuuxa9fsz8+ee1yZFZskXa4+tjnTsRvPn/f5CpPusf++N4H3yBocSKiQ4AAAQIECBAgQIAAAQK7LZCZk8cO+rr2LAcs9rVG4xAgQIAAAQIECBAgQGAuBNbmYpYmSaB3AQMSIECAAAECeyCQmZOrZnb90nSZFavIqoo2WLEetBkWf+4bBvGDj+xOOdXccX321SVY8US3Q92bwMc+dzJ+82+nQYtPvseB+P6HHonLVldjZWUUK6NhjEajGA4HUYJIS+bL8nmqqoyqqqJ8/rL7dE6eUMrMST9sBAgQIEBg7wRcmQABAgQIEJhDgZJZsZQ+p171OZixCBAgQIAAgVkTMB8CBAgQmA+BbKfZ1W1XRYAAAQIECBAgQGATAps7NHN6zzOz65emBLu1QW91FYNB3QYqlqC4n/+GYfy7R0S73XQq4tnP2xefvk5mxRZkB6qPff5k/MY1+ycjf+vd9scPPPTGNtPi6urKJGhxNBpOghar5nOWFwhaLINlZmkUAgQIECBAgAABAgQIEJhbgd2feGa2/wSXmb1dXMBib5QGIkCAAAECBAgQIECAwFYF1toT16Jr2xuq2REwEwIECBAgQIDAggpkdk82VCXQLato27qKuqrWgxUH8fRvHMYPPKK7n3rypoirrtkXn7lesGLs8PbxL5yI3/jbDUGLdy9Bi0fistWVGActDofDGA7HmRbruFimxTLlzO5zXvoKAQIECJwh4CYBAgQIECBAgMBZAiW74ric9cEt7qi2eJ7TCBAgQIBALwIGIUCAAAECBKYCGTm9oUeAAAECBAgQWCABS5kdgczuPmdm11ZVNvdCsw1WzKpqg94GgzqGg0H8wjcO4/sfPg5WXIurrrk+PiOzYuzW9vHPn4hfv2bf5HJPvNv++HcPu/G0oMXRaBRd0OIgBvUgSqbFqvmcVlUVJWPm+qc5MnMyjg4BAgQIECBAgAABAgR2SsC4iyeQmb3/TSlgcfG+TqyIAAECBAgQIECAAIE5FeieCt705J1AgAABAgQIECBA4KICmdMnGDKzPb40GRlV1dRV1QYr1lUVJVjx6d9Qx/etByueOLkWV129Lz57/U1h212BT3zhZGs/vuoT7ro//t1DTs+0OA1arCdBi9l8Ts8XtJiZ4+G0BAjMl4DZEiBAgAABAgQIENh1gb6zK5YFCFgsCgoBAgTOK+ADBAgQIECAAIHdEOieMOzq3bieaxAgQIAAAQKnC7hFYLEFMqf3NDO7fmlKBr6qysiqC1Yc1HUbrPgL3ziI73t4Z3LiZMRVV++Pz+4TrNiJ7H79yWu7oMW19f9wesLdD8QPPvTCQYt1XTWf14yq+dyWz3NmtFtm18nMyMx2n4oAAQIECBAgQIDA8ghYKQECmxXIzPbvx8zc7KnnPb4670d8gAABAgQIECBAgAABAn0IGOMSBNaiPPfY1ZdwuEMIECBAgAABAgQIXKJA5vQJhcyuX5oSxFadI1jxGd80jO99WLl3GnH85Fo8+5p98bn9Jy/xag7bKYE2aLH5XJTMFuUa33K3A/FDD9tc0GL5fJdzM7uvgzP75bZCYFsCTiZAgAABAgQIECBAYOEEyt+h49LX4gQs9iVpHAJ7JOCyBAgQIECAAAECiyFQnjLMyMVYjFUQIECAQO8CBiRAgMBWBDKn9y8zu34JWjszWHE4GLSZFX/pmwbxPeNgxRNrcdXV++Lz+wQrbsV+J875VMm0eM3+OLWeavHxdz0QP/TQG+Ky1ZVYLWVlFKPRKIbDQQwGdQzqrs0qo2RazObvjfL5j2bLzKbu3jOn/W6PmgABAgQIECBAYK8EXJcAAQKzJpCZkZm9TkvAYq+cBiNAgAABAgQIEJhDAVMmMDMCXR6bmZmOiRAgQIAAAQIECCyIQGb3xEIJVsvIaNuqivKyweNgxX//+GF898Oi3Y4dX4tnl2DF/V4GugWZoaoNWrx6f9x0qpvU4+92MH74YV3Q4srKKFabUoIWR8NBDNugxbr9PKegxQKmECBAgAABAgQIECBAgMAmBfrOrlguX5VKIbBzAkYmQIAAAQIECBAgQODiAtke0tVtV0WAAIE5EzBdAgQIEJg1gczu3mVm11ZVRnlr2+r0YMVf+qY6vush3b/P3Hj8VDz7mn3xhQOCFWftczqez6evO9lmvxwHLX7zXQ/GjzzsSJtp8bSgxdEwBnXdlhKcerGgxfH4WgIECBAgQIDA+QV8hAABAgSWTSAzI7Mrfa1dwGJfksYhQIAAAQIECOyUgHEJEFgCge7J4bXo2iVYsCUSIECAAAECBAjskEDm9EmEzK7fNNH0oipBi1XVvlxwyaxYgtn+/TcP4rseGu1WghXLy0BfK1ix9dj1ahMX/Mz1J+Oqa/bFyVPd3xDfdNcD8aMPnwYtroyGMRwOY1TaweCSghYzcxMzcCgBAgQIECBAgAABAgQILIPAOMNiafta79IHLPYFaRwCBAgQIECAAAECBAhsVyCbp5G3O4bzCRA4t4C9BAgQIEBgGQQyc7LMzIzMbG6vRZVVVBuCFUugYin/57cM4zvXMyseObYWV129P647eKo5x/s8CHxmPdPiyZu6oMVvvMuB+JGH3zDJtHh20OIgLpZpMTPXv27mQcAcCRAgQIDA2QL2ECBAgAABAv0KZPb/d6KAxX4/R0YjQIAAAQLLKGDNBAgQINCTQPc0Y0+DGYYAAQIECBAgQGCpBDJzst7McX/tnMGKJbvif/iWYXzHg7t7oEeOlmDFfXHdwQu+DPRkfJ3ZEfjs9TdFyYp5Yj1o8ZvucjB+9OE3xM0uW43V1ZVYXRm1mRaHw0GbWXNQXzxosawuc/w1VG4pBAgQIECAAAECBAgQILBEAqcttWRWLOW0ndu8IWBxm4BOJ0CAAAECBAgQIECAwPYFuicDu3r7oxlhHgXMmQABAgQIECDQj0Bmd6+yZFQ8V2bFLlhxEN++Hqx4w9FTUV5a+PpDghX7+Qzs/iif3VeCFvfHiZPdtb/xLgfjxx4xfXnoErQ4Go1iNBzEcFBf0stDl5EyszQKAQIECPQqYDACBAgQIECAwHwJZGabiT8ze5u4gMXeKA1EgAABAjMrYGIECBAgQGDmBdai5Lbp6pmfrAkSIECAAAECBGZTYIlnldk9aZDZtSVYMSOjbatqPbNeHW2w4uPreNqDyr3PiMMlWPHqfSFYMeZ++9y+k/Hsa/bF8ZPd5/YbvvpA/PgjzxG0OBq2Xwfla6Guq8gqo2q+RnL96yWaLTObunvPnPa7PWoCBAgQIECAAAECBAjssYDL76pAya44Ln1duOprIOMQIECAAAECBAgQIECAwNYFytOA2TxJuPURdvZMoxMgQIAAAQIECMymQGa2E8vs2qrK5l5lRmmruj4tWPE/PmEQT3twtNvhG09FeSnhfYdPtbdV8y/w+X0n28/psfWgxa//qgPx44+4IS5bXYmVldHk5aFHo2GbZfFSgxbnX8YKCBDYjIBjCRAgQIAAAQIECGwUyMzIzI27tt2vtj2CAQgQIEBguwLOJ0CAAAECBAi0Al0ulLarIkCAAAECBBZPwIoI9CqQmZMnDDJLP5rbTYmcBCuWDHqDum4z6v3HJ9Rx5QO7e5yHj5yKq67ZH/sFK8aibZ/ff1Nc9bx9cexE97n++q8+GD8gUF2YAAAQAElEQVTxyMMXDVpsA1yrqvnqyfbrJ5otM5s6IrNrw0aAAAECBAgQIECAwKUIOIbAQgn0nV2x4FSlUggQIECAAAECBAgQIDDfAvM+++4JwK6e97WYPwECBAgQIECAwE4LZE7vOWZmNO/tJausoioZFqsqzg5WbA+JQ0dOxf/vmn2x//BN3Q71wgl84cBN8eyr98XR413Q4td91aH4yUedP2hxUA+iqqvI5munar52mq+oqJp+gcnM0jRfY9mW9oaKwJ4KuDgBAgQIECBAgAABArspkNn9PZiZvV226m0kAxEgsLgCVkaAAAECBAgQILDDAt0TiWvRtTt8McMTIECAAIFzC9hLgMBcCGROnyDI7PqZGRuDFQeDOsaZFf/TEwdx5QOj3Q4cOdUGsh284VR7W7W4AtceuCmuumZf3Hi8+1x/7Z0PxU8+8nDc7LLVWFkZxWpThsNhDIeDtpSgxRLkmlVGCVbM6Npotsxs6u49c9rv9qgJECBAgAABAgTmTsCECRAgsAmBcYbF0m7itAseWl3woz5IgAABAgQIECBAgEAvAgYhcCkC2TwpeCnHOYYAAQIECBAgQIBAZnPvsSkbg8uyqtpAxXGw4n/+1kFc8YDun2IO3HCqfangg0e6ALawLbxAG7R49YagxZJp8ZGH2qDF1dWVNmhxNBrFcFC3pXzdDJp++Tqqqmz+OskueLH5OsvMGG+Z0/54n3YqoEeAAAECBAgQIECAAIFFEsjMyMxelyRgsVdOg+2RgMsSIECAAAECBAgQWAiB7qnkhViKRRAgQGAnBIxJgACBpRfI7J4gyMz2yYKmiabXBpVVdR0l2KyU4WAQJVjxqffv7mHuv6HLtnfoRsGKy/ZFdN3BU3HV1fvjxmPd18Lj7nwofupRh+KyErBYysooStDiaDSM8nVTV1X7dbQxaLH9OmuqzIzxljntj/dpCRAgQIAAAQI9CRiGAAECBGZIoGRWLKXPKQlY7FPTWAQIECBAgACBuRUwcQIE9lage7Kvq/d2Jq5OgAABAgQIECAwmwKZ3b3FzIzmvSuRk2DFuqra7Iol6Oy/fGsdk2DFw13A2iGZFWNZt+sO3tS+FPiRNmgx4mvudCh+6pFd0OLKyqjNtDgcDmNj0GJdV9EFLTZt83WWGZGZbQkbAQIECBAgQIAAAQIECCyNQGb3t2Bm9rbmqreRDHR+AR8hQIAAAQIECBAgQIDABQXWouQ76eoLHuiDBAjMsoC5ESBAgACBHRDIzEmQWGbpR3u76Z0erDio2wx5//VJg3jK/aPd9h0qwYr74rDMiq3HMlfXH7opnv28fXHkaJdl82vufCh++lGH42aXrca5ghYH9SBK0GJVZfN1VkWWt4x2y+w6mRmZ2e5TESBAgACBpRKwWAIECBAgsEQCJbviuPS17KqvgYxDgAABAgQIENhJAWMTIEBg0QXK03wZuejLtD4CBAgQIECAAIFNCGRO7x9mZjTvTWnayGgDyeo66qpqX8K3ZFb8r99ax5PvV/4VJqIEqF119b44vB6gFnOymebOCew7fFM8+5p9ccP618Rj73Qwfvq8mRbrNgC2ajMtZvv1lutfd9FsmdnU3XvmtN/tURMgQIAAAQIECBAgQIDAoghkZmRmr8upIqLXAQ1GgAABAgQIECBAgAABAlsT6J5a3tq5ziJwCQIOIUCAAAECBOZIIHP6ZEBmtk8OZDZtZBs8VtX1acGKv/zkQTx5PbNiCVb89RKYdqzLphc2AusC+8ZZN8dBi3c+FD/z6MNx2erKJNPiaDRqXx560HyNjTMtdi8PPf36K8NlZmnakjnttztUBAgQILCXAq5NgAABAgQIEOhNoO/simViVakUAgQIECBAYLsCzidAgAABAtsR6J7c6+rtjONcAgQIECBAgACBnRXY/dEzMzKzufBaZPNWVRlVXZ8WrPj/PHkQ33rftSjbdQdvipJZ8Yaj3e2yTyGwUWDf4VPx68/bH4dv7AJaH3unQ/Gzl0+DFldGwxitBy0OB3WcL2ixfFlm5mTozGl/slOHAAECBAgQIECAAAECcylg0mOBzIzMroz3bbettjuA8wkQIECAAAECBAgQIEBguwLdk8lr0bXbHW1uzzdxAgQIECBAgACBViAzJ21m6a9FlVWcL1jxievBitceOBXPvnp/HDnmfmULqDqvwL4bboqrrtkfh4+cao95zFceip999KG42WWrbabFlQsGLVaR5a352mzeIzPbMUqVOe2X2woBAgTOKWAnAQIECBAgQIDA3AiMMyyWtq9JV30NZBwCBAgQmG0BsyNAgAABAgRmXyAjZ3+SZkiAAAECBAjMtIDJzb9AZnefMDOjeW/L+YIV/9tTBjEOVvzCgRKAdn0cPd4FoM2/hBXstMD+wzfFs6/ZF4fWMy0+5k6H42cfffASghazDZ5tvkKbr8+mzmjbWN8ymx3rfQ0BAgQIECBAgAABAjsjYFQCuyWQmaf9zdfHdQUs9qFoDAIECBAgQIAAAQIElkFgx9coD86OE7sAAQIECBAgQGBmBTKnTwBkln60Twg0vTY4rKrr014G+v99Sh1PuE93D7INVrx6Xxw93t0OG4FLFDhww6m46nn74uB6psXLv/Jw/NzlFw9arOq6/bosX5+Z2V4ts2vLjcxpv9xWCMyZgOkSIECAAAECBAgQILAuUDIrlrJ+s5em6mUUgxAgQGDbAgYgQIAAAQIECCyzQPdkXlcvs4O1EyBAgMDiC1ghAQLnEsic3hPMzGjem9K0kW1QWFXXpwUr/ven1vEt94l2+/z+m+Kqq/fFsROCFVsQ1aYFDhw51X4NHbyhy8756K84HD9/+cG4bHUlVlZGsTIaxmg0asowhoM6BvWg/brMqmraqvkqzabNKFtm157ZL7cVAgQIECBAgACBZRKwVgIEFkUgMyOzK32tqeprIOMQIECAAAECBAgQILDHAi4/xwJrUZ5e7uo5XoapEyBAgAABAgQIbEsgszwBEN0TAZFtEFhV16cFK/6PK+p4/L2j3T6/72QbaCZYseVQbUOgZFgsLw994Iab2lEe9RWH4xcee7h9eejVErg4GsZwWAIXm3Y9aLGuq8gqo2pK85XbtRmR2VTRbZnTfrdH3YuAQQgQIECAAAECBAgQILBLAiW74rj0dcmqr4GMQ2DRBayPAAECBAgQIECAwE4KlKfxMnInL2FsAgQIELgEAYcQIEBgtwUyu/uAmRnNe3v5ptcGf1V1fUaw4iC++V7tIfG5fSejBJgdP1n+9aXbpyawHYFD65kW968HLT7yyw/F0x/TZVosQYurK6M4PdNiHYNBHRszLWZm+3WcmZOpZE77k506BAgQIECAAIE9FnB5AgQIELg0gcxs/s7LSzv4Eo+qLvE4hxEgQIAAAQIECBDYroDzCRC4iICnmi8C5MMECBAgQIAAgQUTyOwe8M/M5sH/bnFVVlEy1lV1fVqw4q9cUYIVu3uMn9tXXgZ6f5w42Z2jJtCXwKEb1+Kqq/fH/sPdy0M/8ssPxy9sCFpcGZUsiyVwsWRaHLRfo9NMi1U0X8mRmU2JpmSMt8xpf7xPS4AAAQIECBAgQIAAAQKzL9B3dsWy4qpUyiIIWAMBAgQIECBAgAABAvMr0D1519XzuwozJ0BgNwRcgwABAgQWRSCzu/eXmdG8NyXjfMGKz7xyEN90ry5Y8bPXn4yrrt4XJ27qboeNQM8Ch2881X6N7VsPWnzElx+OX3zsNNPimUGLgxJcW1eRVUYJtm2+otuv58xo21jfMpsd630NAQIECBAgcDEBHydAgAABArMhkJnt33aZ2duEqt5GMhABAgQIECBAYN4FzJ8AAQJ7JtA92bwWXbtn03BhAgQIECBAgACBHRfIzPaB/nKhzNKP9nbTa4O9qrpus9aVl9odDgbxrCsH8Y337O4nfua6k3HVNYIVY7ub8y8qcPjoqbjqefvi+kM3tcc+/I6H4xmPPRSXra7EalPODlocRMm0WNV1+3Vcvp4zm3q9tIM0VWY2tXcCBAgQIECAAAECBAgQmBeBcYbF0vY156qvgS42jo8TIECAAAECBAgQIECAwIUFMvLCB/gogTkQMEUCBAgQIEDg/AKZ0/t7mRnNe1OaNrIN8qrqOuqqimmwYh3fsB6s+OnrTsazr9kXJ7v4sbAR2GmBG46dagNkx0GLD7vjoXjGYw+cJ2ixjkE9mHwdV1U2X9VNyYjMbEusb5m53tMQIECAwDwLmDsBAgQIECCwHAKZedrfdH2suupjEGMQIECAAAECuyLgIgQIECCw4AJd3pwFX6TlESBAgAABAgQItA/0N4/3d23kJMirrqoSrBijwSB+9coSrBjt9qnrTsZVV++LU6famyoCuyZw5Oha+7V33XqmxYfd8YZ4xtcciJutnivTYh2DEnRbV5HN13LVlGy+vjMjutJ0otsyp/1uj5oAAQIECBAgQIAAAQJLJzAXCy6ZFUvpc7JVn4MZiwABAgQIECBAgAABAgS2ItA9WdfVWznfOZcu4EgCBAgQIECAwN4IZHb39jJzErzV9M4KVlwZDuJXv62Or79nN89PXVuCFffHKf/d0oGod13gyLG19uWhrz3Ypfd82B26oMUvuuxcQYuDNmhxMKgjq4xp0GLz1Z7RfO03VXRb5rTf7VETIECgTwFjESBAgAABAgQI9CGQme3fcpnZx3DtGAIWWwYVAQIECPQiYBACBAgQIEBgiwJrUZ5/7uotDuE0AgQIECBAgMBuCbjOpgUyuwf1M7N5kL87velFVQK6Ska6qmozK66Mhm2w4tfdI9rtkyVY8Zp90Xcmg3ZwFYFNCNx4fC2uunp/XHugC1p86B1uiF98zIG4maDFTSg6lAABAgQIECBAgMCcCZgugUagPCYxLs3NXt4FLPbCaBACBAgQIECAAAECBAhsTyCb0zMymsY7AQIECBAgQIDAgghkNvfwmlKWk1n6EZkZVVZRnRGsuDoaxq9dWcfX3j3a7ZNfKJkVS7Bie1NFYM8Fjh4/FVddsy++MA5avOMN8UuPPRBnZlocDgcxHAzOyLTYfP1HU5qv/+Y9MnOynsxpf7JTh8ASCFgiAQIECBAgQIAAgXkQyMzT/obrY84CFvtQNAYBAvMiYJ4ECBAgQIAAgZkWKFkWZ3qCJkeAAAECBOZDwCwJzIRAZk7mkZnNg/vRlDxnsOLNVkfxa99Wx+Pu3t0j/MTnT7SBYWEjMGMCR9tMi9OgxYfcoQtavPnNVmJ1tSkroxiNRlGCFgcbsodWdd0G6TbfCe33QfMt0bbj5WXmuKslQIAAAQIECBAgcKkCjiNAYBcE+s6uWKZclUohQIAAAQIECBAgQIDApQk4amcEuifnunpnrmBUAgQIECBAgACB3RPInN6zy8xo3puSbbBi6Vd1HXVVtS8DfbPVQfzqlVV8zd3WgxW/cCJ+/W/3h43ArAocO1FeHnpffH5/9/LQD14PWrzFF63EysoosPPP1gAAEABJREFUVptSghZHo2GUTIt1VUVdV1HVdVRV8/0QTWm+EZr3yMzJMjOn/clOnT0UcGkCBAgQIECAAAECBAhE+3dbZrZt9LRVPY1jGAIE+hAwBgECBAgQIECAwJIKdE9Or0XXLimCZRMgQGB5BKyUAIGlEcgsD+hH+6B+02vaiKquo66qKBnovmh1GL925SAee9fufuDHP38yfv0awYphm3mBadDiyXauD/qyG+IZj9kfX3yzs4MWR8NhjLMtZvO1XzUlo3nb8P3RDtJUmdnU3gkQIECAAAECCyJgGQQIEFgAgXGGxdL2tZyqr4GMQ4AAAQIECBAgQGAWBMyBwDwLZPOk3TzP39wJECBAgAABAgQiMjPKlplNP5rStJFRVU05LVhxEL/6bXU8Zj1Y8aOfOxm/8bf7wkZgXgSOn1yLZ1+9Lz6/bxy0eCSe8dgDccsvOjtosWRaHAzqNqtolu+Fqmq+KzIyS4m2jfUtM9d7F258lAABAgQIECBAgAABAgR2XiAzT/ubrY8rVn0MYoylEbBQAgQIECBAgAABAgR2UKDLq7ODFzA0AQIELk3AUQQIECCwBYHM6QP4maUf7QP6TS+qEqC1MVjxskE868oqHnOX7h7gRz97In7r+YIVwzZ3AidORjz7mv3xuX03tXN/YMm0+NgD8SU3nwYtlmyio9Ew2qDF5vugBC5m+Z5oSvn+yGzqjPb7Jda3zGbHel9DgAABAgQI7JiAgQkQIECAwEUFSmbFUi564CYOELC4CSyHEiBAgAABAgS2L2AEAgQInEugezKuq8/1cfsIECBAgAABAgRmWSBzek8uM6N5b0pGlVXUdRVVXUddVVECt25+2SB+9YoSrBjt9pHPnYjf+jsvA91iLFS1PIs5sZ5pcRy0+IAvvSGe8dj9catJ0OJKlIDFUiZBi833RDbfE5WgxeX5QrFSAgQIECBAgAABAgTmUiCzPM7Rlb4WUPU10EyMYxIECBAgQIAAAQIECBCYS4G1KLl1unouF2DSBHZXwNUIECBAgMAMCWTmZDaZGc17UzJKsGLbr6pJsOItLhvGr15ZxeV3iXb7yGdPxG8/X7Bii6Gaa4GTN63Fs5+3Lz57/cl2Hfe//ZHTghZXRqPTgxYHdQzqug3mrQQttmYqAgQIEDiHgF0ECBAgQIDAnguU7Irj0tdkqr4GMg4BAgQIECCwGAJWQYAAAQJ7I5DNZTOyqb0TIECAAAECBAjMi0Dm9P5bZkbz3pScBCtWdT0JVvziywbty0A/+quj3f7tM8fjt/cws2I7CRWBHgVOnlqLZ1+zLz5zXRe0eL9x0OItVmJlZRTnClqsq0rQYo+fA0MRIECAAAECBAgQIEDgTIHt3s4sj3fkdoc57fzqtFtuECBAgAABAgQIECBAgMCeCZQsi3t2cRfuU8BYBAgQIECAwJIJZGY0701p2sioqqZsCFa85c1KsGIdj/7q7h7fhz99Iv7nCw6EjcCiCdx0U3RBi+uZFtugxcfsj1vfYiVWV1faoMXhcNhmW2xfHnpQt0G9VV233zftd1DzzdS8R2ZOeDKn/clOHQIECOy9gBkQIECAAAECBBZeoO/sigWsKpVCgAABAgTmR8BMCRAgQIDAIgp0T7519SKuz5oIECBAgAABApsVmP3jM7t7b5kZzXtTmjayC7qqqjYIazgcxJd8URes+KgNwYq/8/f7w0ZgUQVOnYp49vP2xafPyLR461uM2qDF1ZVRG7A4Gg1D0OKifhVYFwECBAgQIECAAIFLFXDcrAtkNo93rJe+5lr1NZBxCBAgQIAAAQIECBAgQGCrAl2mnbXo2q2OcsnnOZAAAQIECBAgQGDLApndA/VlgMzSj8jMqLKKuq6iqusYNKULVhzGs66o4pFf1d3PK5kVBSuGbQkETjVf8s++en986toT7Wrve7sj8YuP2Re3vvmwDVpcGXVBi0NBi62PisCOCRiYAAECBAgQIECAwDYFxhkWS7vNoSanC1icUOgQIECgHwGjECBAgAABAgS2KpCRWz3VeQQIECBAgMAuC7jccgpkTu+vZWY0703JNlixqprbVdUGKw4Gddzq5sP41SureMRXRbt98FPHQ7BiS6FaEoHyZNZV15SgxZPtiu97uxvjGY89ELe+xXAStLhSAhZLGQyifN/UVRf0W5Xvp8jILCXaNta3zFzvaQgQIECAAAECBAjsvIArEFh2gcw87W+yPjwELPahaAwCBAgQIECAAAECBPoUWNqx1pZ25RZOgAABAgQIEJh9gcycTDIzmwfroyl5WrBiXVVt0NWtbj5ogxUffufuHt4HPnk8fu+FB8JGYNkE1ppvgauu3hefvLYLWrzP7Y7ELz32QNzmi4enBS2OBC0u25fGeL1aAgQIECBAgAABAgRmXKD8M1opfU5TwGKfmsYiMBcCJkmAAAECBAgQIDB7AtlOqavbrooAAQIECGxTwOkECOyUQGZG896UPCtYcTgcxK1vXsevXVnHw+60FmX7wCdPxO+/SLBisVCWU6B8J7RBi1/oghbvfdsuaPG2G4IWS8BiKUOZFpfzi8SqCRAgQIAAgW0IOJUAAQI7K5BZHgfpSl9XErDYl6RxCBAgQIAAAQIElkfASgn0LrAW5Um8ru59cAMSIECAAAECBAhsQyBz+qB8ZulHNPU5gxVvc4s6fu3bBvHQ9WDF93/yePz+i/aHjQCBiKuu2RefWA9avNdtjsQzHrM/bnfLYZtpcXVlJdqAxdEwRsNhm6m0rmbg5aF94ggQIECAAAECBAgQILDkAiW74rj0RSFgsS9J4/QmYCACBAgQIECAAAECyyiQzaKzeeq7abwTIEBgKQQskgABAvMgkJmTaWZmNO/R1FGVQKqq6TXtoK5jOBzEbb940AYrPuQry7+iRLz/E8fjf8msOPHTIVAEfv2affHxz58o3bjXbW+MZ1zeBS2urIyiBC2ujIYxaL6fhjIttkYqAgQIECCwCALWQIAAAQLzLZCZkZm9LqLqdTSDESBAgAABAgQIzIKAORAgMKcC3VPbczp50yZAgAABAgQILJhA5vTB+MxsHpyPpuRZwYqDQR23++JB/OoVdTz4K7p7dO8rwYov9jLQYdtpgbkc/zf+dv8kaPGet70xfukx++P2txzGxqDF4WgYghbn8tNr0gQIECBAgAABAgQILJhA39kVC4+AxaKwqeJgAgQIECBAgAABAgQI9C2Q7YBd3XZVBAjsuYAJECBAgMAyC2RO75llZjTvTcmosopqQ2bFEqx4+1sO4llXVvHg9cyK7/v4sfgDwYphI3AhgRK0+LHPn2wPucdtboxnXL4vvvRLzh20OBwOoq6a77267r7/onxPlhKRmTHeMqf98T4tAQIECBC4uIAjCBAgQIAAgQsJZGb7t1dmXuiwTX2s2tTRDiZAgAABAgQI9CFgDAIECBA4Q6DLxLMWXXvGB90kQIAAAQIECBDYRYHM6QPwmdk8KB9NyXMGK37pOFjxK6Ld3vux4/EHLznY9lURAYHABQR+82/3xUc/tx60eNuj8YuX74sv+5KBTIsXMPMhAgQIECBAgAABAgQI7LbAOMNiac977U1+QMDiJsEcToAAAQIECBAgQIAAgZ0SaJ4O36mhjbuAApZEgAABAgQI9C+QmZNBMzOa92jqcwYrftkth/GsK6p40Jd3p7zn48fjOf9woLuhJkDgkgR+6/n74qOfPdEee4/blKDFA3GHLxnG6upKrK6sxMpoGIPhoH156I2ZFuu6ar83MzOa96ZkO0apMqf9clshQIDAvAuYPwECBAgQIEBgLwUy87S/ufqYS9XHIMYgQIAAAQILJmA5BAgQIEBgTwTkV9wTdhclQIAAAQIEllfgtJVn5uR2ZjYPxkc0dVRV1ZSm17SDuo7BoG4Dqp51ZRUPXM+s+O6PHY/nvkSwYtgIbEHgt/5uf3xkPWjx7re5MX7xMfub77FBrKyMJkGLw9FwErRYvg+z+X4UtLgFbKcQIECAAAECBAgQWE4Bq96GQMmsWMo2hjjr1OqsPXYQIECAAAECBAgQIECAwC4LZHu9rm67C1BZAgECBAgQIEBgfgQyp/fEMjOa92jqOFew4h2/ZBAlWPEBX979u8m7Pnos/lBmxfn5ZJvpTAr89oagxbvd+sZ4+uX74stvNTxn0GIJGq6rKgQtzuSn0qSWUsCiCRAgQIAAAQIEFlkgs3mEZL30tc6qr4GMQ4AAAQK7KOBSBAgQIECAwIIJrEV5ururF2xplkOAAAECBAhsXcCZuyKQmZPrZGY0703Jcwcr3qoEK9Zx/zuWe28R7/rIsfijlx4MGwEC2xcoQYv/9pkT7UB3v/XRNmjxK249jNXVlTbT4mg4iEEpdR3Dpq2rKgQttlwqAgQIECBAgACBeRcwfwIzLFCyK45LX9Os+hrIOAQIECBAgAABAgQIEJgngVmbazYTysim9k6AAAECBAgQILBbApnT+1+ZGc17NHVUWUVVNb2qivLys4NBHXe81SB+9co67rcerPjOjx6PP3qZYMWwEehR4H++YH+Mgxbvth60+OXN9944aHFlNIzy8tDl+1LQYo/wCz6U5REgQIAAAQIECBAgsHWBzObxkaZsfYSzzxSweLaJPQQIbF/ACAQIECBAgAABAlsQ6PL0bOFEpxAgQIAAgb0RcFUCcy2QmZP5Z2Y079HUUVVnByuWgKlfvaKO+96hu8f2zo8ciz9+6YHJ+ToECPQnsDFo8a63Ohq/8Jh9Ub4HV1ZGbabFcdDicDCQabE/diMRIECAAAECBC4k4GMECCyxQN/ZFQtlVSqFAAECBAgQIECAAIFZEzCf5RLIdrld3XZVBAgQIECAAAECOyiQOb3nlZnRvEdTnzNY8StuXTIrVnHf9cyK//pvx+KPZVbcwc+OoQlElKDFD3+6e3nou3zJ0fiFy6+Pr7zNcPLy0CVocTAcxDhosWRcrOo66rpqv5czM5r3puSEM3Pan+yciY5JECBAgAABAgQIECBAYHYFMrP92yoze5tk1dtIBiIwTwLmSoAAAQIECBAgQGCmBLpMPWvRtTM1NZMhQIDAPAuYOwECBM4hkDl9gD0zmwfdI5r6nMGKX3mbLljxPneIdivBiv/7Hw+2fRUBAjsr8Dt/vz8mQYu3OrYetFifFrQ4HA3boMXBoI66qiKbImhxZz8vRidAgAABAjMpYFIECBAgsGMC4wyLpe3rIlVfAxmHAAECBAgQIEBguQSslgCB/gXKE+X9j2pEAgQIECBAgACBsUBmjruRmU2JaOpJsGJV11EytZXgpzvdZhi/ekUV9/6yaLd/+fCxEKzYUqiWTGAvl1uCFj/0qePtFL76S0rQ4r74ylvX5w1aLN+/VV1HCVqssorMbEo0JWO8ZU77431aAgQIECBAgAABAgQIEDi3QGae9jfVuY/a3N5qc4c7epcEXIYAAQIECBAgQIAAgSUUkF9xCT/plrzsAtZPgAABAmVRb0gAABAASURBVLsokJmTq2Vm82B7RFNHVVVNyajqOuqqihKs+FW3G8avXlnFvdaDFd/+4aPxJy+XWTFsBPZA4HdfeCA++MkuaPGrbnksfvEx++POtx20QYsro1GslCyLpQwG7fdvXVVRMi1WVYagxbARIECAwGwImAUBAgQIEJhbgZJZsZQ+F1D1OZixCBAgQIAAAQKzI2AmBAgQmCeBbCfb1W1XRYAAAQIECBAg0KNA5vSeVmZG8x5NHecKVvzq2w3jWVdUcc8vXWtn8PYPHYs/e/mhtq+aRQFzWgaB33vRgfjgp060S73zLY/G0x99fXzV7QbnDVosmRaz6oKRy/d6ZlNnRGZTRbdlTvvdHjUBAgQIECBAgAABAgQInCmQme3fUpl55oe2fHtrAYtbvpwTCRAgQIAAAQIECBAgQOBsgbUoT4d39dkftYfAngm4MAECBAgQWACBzO4B9cxcf4A9oulNghVLUFNdVW1mtrvcfhjPvKKKe9y+3DuLeFsJVnyFzIphIzADAr/3wv3xgU+OgxaPdUGLt+1eHnqcaXEwHMRwPdPiOGixvDx0+Z5vS0ZkNlV0W+a03+1REyBAYEkFLJsAAQIECBAgcB6Bkl1xXM5zyKZ3C1jcNJkTCBAgQIBAPwJGIUCAAAECGwXK02QZuXGXPgECBAgQIECAwDYFMrv7V5njNpp7XHlasGIJahoM6rjL7UfxzCtyGqz4waPx5z0EK4aNAIHeBH7/Rfvj/Z843o53py8+Fr9w+b746vVMi6srK7G6MorhaHha0GJV19EGLTY/BzIzmvemZDtGqTKn/XJbIUCAAAECBAgQIECAwFYEFvWczDztb6g+1ln1MYgxCBAgQIAAAQIECBAgQGD7AmvbH2LZRrBeAgQIECBAgMB5BTKz/VjmuI3I5q2qqqiqjKquYxyseNfbj+JZV2Tc/XbRbm8twYqvPNT2VQQIzJbA/3rxgUnQ4leuBy3e5faD9uWhV1dWYqUELJaynmmxrprv+eb7vQQtVlk1PwUyyo+FzIzxljntj/dpCRCYKQGTIUCAAAECBAgQ2COBvrMrlmVUpVIIECBAgMDZAvYQIECAAAECuyfQPTnW1bt3VVciQIAAAQIECEQspkFmd88qc9xGZPN2ZrDicDiIu95+2AYr3u123b+PvPUDR+MvBCuGjcAsC5SgxfetZ1r8ilscjZ9/1PVxl9vV60GLo3MGLWYJXCzByk1bfh6UHw+ZOVlm5rQ/2alDgAABAgQIECBAYGEELITA1gQyMzK7srURzj5LwOLZJvYQIECAAAECBAgQIECgH4FLHmWtPXItura9oSJAgAABAgQIENiSQGa252WO24hs3s4MVhwM6rjL7et45hUZd10PVnzLB47FX7xKZsWwEZgDgT948YF478e7l4cumRZ//lHXxV1um7G6utq+NPSZmRZLRtWqrqMStDgHn905nKIpEyBAgAABAgQIEFhQgXGGxdL2tcSqr4GMQ4AAgd0WcD0CBAgQIECAwKIJlCfSF21N1kOAAAECBLYr4HwCmxHIzPbwzHEbkc3buYIV73r7Op51RRV3u12021vefzT+8lUH276KAIH5EHjOS0rQ4rF2sl/xxcfj6Zfvi7vetjo9aHE4jOFgECVIua6qqOo6qqr5ydD8nGjqaJqmZDtGqTKn/XJbIUCAAAECBAgQ2B0BVyFAYDYFMvO0v5n6mGXVxyDGIECAAAECBAgQIEBgLgVMesYE5FecsU+I6RAgQIAAAQJzJZCZ7Xwzx21ENm/nCla825cO4llX1HHX20a7vfl9R+Mv/0lmxRZDRWDOBJ7zkoPxno91mRa//BbH4+cffX3c9XbVNGhxZRjDUVPOCFqs6yoyy0+JpmS0/VjfMpsd6/0FaSyDAAECBAgQIECAAAECWxIomRVL2dLJ5zmpOs9+uwkQ2LaAAQgQIECAAAECBAhcqkD3ZFhXX+o5jiNAgACB2RAwCwIEZkEgs7snlTluI7J5q6qqzaRW1XXUVdVmWLv7l5VgxSructu1KNsb3380/urVghWLhUJgXgWe+w8H4t3joMWSafHR18fdbr8haLEELJZyjqDF8nOi/LwoPz4yc0KQOe1PduoQIECAAAECSyxg6QQIEFhOgcyMzK70JVD1NZBxCBAgQIAAAQIECPQuYEACSyOwFuXp8q5emkVbKAECBAgQIECgF4HMbMfJHLcR2byVIKSqyqjqug1WHA4HcY8SrPjUjK++Tbn3FfHG990YfyOzYtgI7LlADxP4ww1Bi3e8xfF4+qOvj7veLqeZFkfDGI1GMRoO2+Dluqranw9V+TlRVc1PjeYnR0ZkNlV0W+a03+1REyBAgAABAgQIECBAYLkESnbFcelr5VVfAxln/gTMmAABAgQIECBAgACB2REoT4Nl5OxMyEwIEFgYAQshQIDAIgtkdvefMsdtNPeoMqbBilUM6jpKsOI971AyK2Z81W2i3d7w3qPxN68+3PZVBAgshkAbtPjRY+1i7nDz4/GLl++Lu39pNQ1aXBk2Pw+GghZbIRUBAgQILJqA9RAgQIAAgZ0QyMzIzF6HFrDYK6fBCBAgQIAAgSUTsFwCBAj0KrDW62gGI0CAAAECBAgstkBm92B55riNyObt9GDFQZtJ7V53GMazrqjizreOdnvDe47G817jZaBbDNWlCDhmjgT+8KUH410f6YIWv+zmx+Ppj7o+7vFldRu0uDIaxoqgxTn6bJoqAQIECBAgQIAAAQJ7LdB3dsWynhkOWCzTUwgQIECAAAECBAgQILAMAtkusqvbrorAEglYKgECBAgQ2LxAZnfPKXPcRmTzNg1WrGNQD9pgxXvfsQQrZtzpVt2/h7z+vTfG814rWDFsBBZY4I9edjDe+dHj7Qq7oMXr4h7rmRZL0OJoNDhvpsXMbH6aNCUjMpsqui1z2u/2qAkQIEBgcwKOJkCAAAECBOZRIDPbv40ys7fpC1jsjdJABAgQIEBgBgVMiQABAgTmRKB78nwtunZOJm2aBAgQIECAAIE9EcjsHiDPHLcR2bydHqxYt8GK9/ny7mWgv3IcrPieG+Pq1yzgy0CHjQCBMwX++KUH4p0f6YIWv/SLjscvPPr6uOeXZZtpcXVlFOcLWqzrKjIz2reMyGyq6LbMab/boyZAgAABAgQIECBAgMAuCuzBpcYZFkvb1+WrvgYyDgECBAgQIECAAAECBAhsTyAjtzeAs3dEwKAECBAgQIDAbAhkZmRmO5nMcRuRzVtVVVFVGVVdxaCuu2DFO9TxK0/N+Iov6f4p5HXvvjGufq1gxbARWCKBP37ZgfjXf+teHvr260GL97pDnjNocTgcRF01P0uanyElaLFq+tn8fCk/bjJzopY57U926hAgsBACFkGAAAECBAgQIHC2QGZGZp79gW3sEbC4DTynEiBAgMC2BQxAgAABAgQIbBDonkrfsEOXAAECBAgQILAYAr2uIrN7kLw0GRklqKiaBCsO2mDF+95xEM+8soqv/JJot9e9+2hc88+CFVsMFYElE/jf/3gw/mU9aPF2NzsRT3/k9XHvO1SToMWVlWEMh00ZDJp2GrTY/lypquanTPOTJiMymyq6LXPa7/aoCRAgQIAAAQIECBCICAgLKFAyK5bS59KqPgczFgECBAgQIECAAAECBAhsRaB7squrN3u+4wkQIECAAAECiy+Q2d1Tyhy3Edm8nTNY8cu7YMWvWA9WfO27boxr/vlQ2AgQWF6BP/nHg5NMi7f7ohPx9EddF/duMy2uRHl5aEGLy/u1MV8rN1sCBAgQIECAAAECuy+Q2TwCs176urqAxb4kjUOAwGIKWBUBAgQIECBAYFcE1qJkV+zqXbmgixAgQIAAAQIbBfRnWiAz2/lljtuIbN7OFax4/68YxrOuyPjyW5Z7VxGvedeN8fzXyawYNgIEos20+OFjrcRtS6bFR18f97lDFSsrI0GLrYqKAAECBAgQILAEApZIgMCmBUp2xXHZ9MnnOaE6z367CRAgQIAAAQIECBAg0IuAQS5NIJvDsnnivWm8EyBAgAABAgQIrAtkZtvLHLfR3GPKc74M9AO+chjPfGrEHW8Z7faad94YfydYsbVQESDQCfzJyw/GOz58tL1x28tOxM8/6rq4r6DF1qOPyhgECBAgQIAAAQIECCyeQGZGZva6MAGLvXIajMCuC7ggAQIECBAgQIDAAgl0eYAWaEGWQoAAAQJ9CRiHwNIJZObkwfDMbNdfmow8Z7DiA+/UBSveYT1Y8dXvPBJ/93qZFcNGgMBZAn/68kPxjg+NMy2ejJ9/9PVxvzvWMi2GjQABAgQIEJgBAVMgQIDAzAn0nV2xLFDAYlFQCBAgQIAAAQIElljA0gnMgkC2k+jqtqsiQIAAAQIECCytQOb0XlFm1y9NnidY8UFtsGLGl31xR/bqfz0SL3j9Dd0NNQECBCYC086fvuJgvP2DXdDibUqmxUdf12ZaXF1didWVUaysDGM4bMpg0LSDqKsqqrqOqsqmVM1Po+YnUkZkNlV0W+a03+1REyBAgAABAgQIECBAYP4FMrP92ycze1tM1dtIBiJwLgH7CBAgQIAAAQIECBC4BIEut+JadO0lnOAQAgQIzJaA2RAgQGAHBDK7B8JLk5FtkFAJFqoHdQzqQQya9sF3LpkVM770Ft39qH/61xvjBW8QrBg2AgQuKvBnrzwYb1vPtHjr1RPxC5dfH/e9Q8bpQYuDGApavKilAwgQIEBgiQQslQABAgSWTmCcYbG0fS1ewGJfksYhQIAAAQIECOyQgGEJEFgegWyeiF+e1VopAQIECBAgQOBsgcxsd2aO22juIeVpwYp1VXfBincaxDOfmnH7DcGKf/8GLwMdtrkVMPHdF/jzVxyMt33waHvhW62eiKc/+rq43x1jQ9DiKIbDadDioGRZLEWmxdZMRYAAAQIECBAgQIDA4gtkZmRmrwtd9oDFXjENRoAAAQIECBAgQIAAge0IdHmBtjOCcwkQOI+A3QQIECAwBwKZ3YPfmeM2Ipu3qqqiqjLqQR11VcegaR+ynlnxdjfv7kG96l+OhGDFsBEgsAWBP3/loXjrB8ZBiyfj6Y+6Pu5/x42ZFqdBi+Xnj6DFLSA7hQABArsn4EoECBAgQIBAzwIls2IpfQ5b9TmYsQgQIECAAIFlFLBmAgQIENi+QLZDdHXbVREgQIAAAQIElkogs7snlDluI7J5GwcrVnU1CVZ86FeVl4GOuN0tot1e+Y4j8cI3ehnoFmNHK4MTWFyBv3jVNGjxS1bHQYtxzkyLghYX9+vAyggQIECAAAECBAgQKAKnl8zmEZr1cvpHtn5LwOLW7ZxJgAABAgQIECBAgACBngTWouQG6uqehjTMfAmYLQECBAgQWFKBzO5B77L8zCxNlCYjo6qqpmTUgzoG9SBKkNDD1oMVb3vzaLdXvP1IvOhNghVbDBUBAtsSKEGLb/nAsXaMW66eiF949L76pis3AAAQAElEQVR4wJcLWmxBVAQI9CdgJAIECBAgQIDAnAmU7Irj0tfUBSz2JWkcAgQIEJhZARMjQIAAAQLzIJDNJLN5Yr5pvBMgQIAAAQIElkIgMyfrzOz6pcnmPlEJVqzrKupBPcms+PCvGsQznxpxmy/qTnvFO47Ei988DVbs9qoJECCwdYG/fNXBePP7j7YDfPHKiXj6o66LB31FyrTYiqgIECBAgAABAgQIzIaAWeyuQGbzSE1T+rxq1edgxiJAgAABAgQIECBAgACBrQuULItbP3tHzzQ4AQIECBAgQGDHBDKzHbs0uSFYsSoBi1Udw+EgHvHVg3jmFRm3Xg9WfPnbj8SLZVZs3VQECPQr8Ff/dGhD0OJN8fOPvFbQYr/ERpttAbMjQIAAAQIECBAgcJpA39kVy+ACFouCQoAAgT0VcHECBAgQIECAQLYEXd12VQQIECBAgMDCCVjQRoHM7p5P5riNyOatqqqo6yo2BiuWzIq/ckUVt7pZtNs/vu1IvERmxdZCRYDAzgiUoMU3rWdavMXKTW2mxQd/pUyLO6NtVAIECBAgQIDAoglYD4HFEshsHrFZL32tTMBiX5LGIUCAAAECBAgQIEBg7wTm/spdbsW16Nq5X44FECBAgAABAgQuIJCZ7Uczx21ENm9VVUVVZWwMVhxnVrzVZd39pH9865H4h7fcEDYCBAjstMBf/9OheNP7upeHvvnoZPzcI66Nh5wRtDgaDWM4GMRgUMegrpufX00pP8eqqvmpllF+zGXmZKqZ0/5kp87mBBxNgAABAgQIECBAgMCuCowzLJa2rwtXfQ1kHAIEFlfAyggQIECAAAECBHZHICN350KuQoAAAQIEziFgF4HdEMjs7u9kjtto7gFllGDFklmxHtRRV3UMh4N4xF0G8cynZnzJerDiy952Q/zDW28IGwECBHZL4K9ffSje+L4b28uVTIs/98hr46F3ilhdXYnVlVGsNKX8vBK02BKpCBAgQIAAgTkRME0CBAhsRiAzIzM3c8pFj60ueoQDCBAgQIAAAQIECBDYroDzCVySQJc36JIOdRABAgQIECBAYK4EMnPy4HZmtnMvTUZOghWrumqDFQeDOh5ZghWfEnHLcbDiW4/ES99yJGwECBDYbYG/efXheMN7x5kWb4qffeR18dCv7IIWV0bDM4MWZVrc7U+Q6xEgQIAAAQIECBAgsKMCJbNiKX1eRMBin5rG2iMBlyVAgAABAgQIECAw7wLZLqCr266KAAECBM4SsIMAgXkVyJzey8ns+qXJcwQrlkxlj7rrIJ75lIxbXtatuAQqvlRmxQ5DTYDAngg87zWHpkGLw5vi5x51/VmZFkejYci0uCefHhclQIAAgYUTsCACBAgQmCWBzOYRnPXS17wELPYlaRwCBAgQIECAwDwLmDsBAnsssBYlu2JX7/FUXJ4AAQIECBAgsEMCmdmOXJo8X7DiXep41lMzvng9s+JL3nJDlJeCbk9UESCwfQEjbFmgBC2+fj3T4hcNT8bPPfK6eNidu0yLl62utJkWzw5arKKqsilV81Ov+cmXEZlNFd2WOe13e9QECBAgQIAAAQIECBCYLYGSXXFc+ppZ1ddAxjm/gI8QIECAAAECBAgQIEDgYgLlaaqMvNhhPk6AwAwLmBoBAgQInC2Q2d2/yRy30dzjyTZ4p66rqJpSV3WUzIqPvmsdz7oi4xar0W4vefMN8fK3HWn7KgIECMyCwNWvORSve8+N7VS+qGRafOR18fA7RxusuLoyatvTgxYH7c+5StBia6YiQIDAoghYBwECBAgQWCaBzIzM7HXJAhZ75TQYAQIECBAgsEMChiVAgMBSCJQsi0uxUIskQIAAAQIElkIgs3swO3PcRmTzVlVV1HXVBvHUVd0GK15+tzpKZsWbr0S7vbgEK75dsGKLsVyV1RKYeYFrXnt4ErR4s8FNbabFh98pYnV1JQQtzvynzwQJECBAgAABAgQIENikQN/ZFcvlq4jSKAQIECBAgAABAgQIECCwdwLZXrqr266KwA4IGJIAAQIECOyOQGZGZrYXyxy3Edm8VVV1VrDiY+42iGc+tYovWol2e/GbDscrBCu2FioCBGZToAQt/vO7b2wnd1kJWnzUtfHwO621GRZXZVpsXVQECOylgGsTIECAAAECBPoTyGwe0VkvfY0qw2JfksYhQIAAgeUWsHoCBAgQILAtgS634lp07baGcjIBAgQIECBAYA8FMnNy9cyuX5oqqzhXsOJj716CFTO+aNTdD3rRm26IV7yjCwKaDDRLHXMhQIDAusDf/vPheN27j7a3Lhucip971LXxyDvHWZkWR8NhDAZ1DOpBVHX5WZhRVVVkecuIzKaKbsuc9rs9agIECBAgQIAAAQIE9kTARScC4wyLpZ3s3Gan2ub5TidAgAABAgQIECBAgACBngQysqeR5nMYsyZAgAABAgTmWyBzel8ms+uXJpv7OJk5yaxYgnaGw0F8zT26YMWbjYMV33hDvPIdR8JGgACBeRG45p8PxTjT4mo9DlpcmwYtjkZRft4JWpyXz6h57paA6xAgQIAAAQIECMyPQGbzyE5T+pyxgMU+NY1FgACB2RUwMwIECBAgQGAOBLq8QnMwUVMkQIAAAQIEZlVgJuaVme08SnNmZsUSrDgY1PG4u9fxzKdmXDbs7gG9sAQr/otgxRZORYDAXAmUTIuvfdeN7ZxX6lPxs4/8QjzyzqfaoMWVlVGsCFpsbVQECBAgQIAAAQK9ChiMwK4JlMyKpfR5QQGLfWoaiwABAgQIECBAgACBBRbYyaWtP6m/k5cwNgECBAgQIEBgBwUy1+/PTNqIEqyYmadlVmyDFe8xiF95asbqYByseDheJVgxbAQIzK/A8193OF77znHQ4lr83COvi0fd+VRctroSghbn8fNqzgQIECBAgAABAgQIjAUyMzK7Mt633VbA4nYFnU+AQD8CRiFAgAABAgQILLXAWpSn67t6qSEsngABAgQWXcD6FlIgM9t1ZY7bOG+w4tfeswQrRqwO21Pi799QghW7IJ9uj5oAAQLzKfD81x+O16wHLY7qU23Q4uV3WRO0OJ+fTrMmQIAAAQIEtivgfAIEFkagZFccl74WJWCxL0njECBAgAABAgQIENhjAZefb4Fspp+RTe2dAAECBAgQIDAfApkZmdlONnPcxlnBinVVR8ms+LX3qONXnhqxOmhPib97/Q3xT/8qWLHTUBMgsAgCf/f6w/Hqd3Yvbz+sT8VPP/wLcflX959pcRGsrIEAAQIECBAgQIAAgfkQyMzJ4z99zVjAYl+Sxll0AesjQIAAAQIECBAgsOMCJcvijl/EBQgQIEDgQgI+RoDAJQpk5uTIzK5fmiqr9kHsuq6iasqgHsRwOIivu2cdz7wiY6XuTitBPa9ZD+rp9qgJECCwGAIveP0N8ep/PdIuZlSvxc884tp4zF0ELbYgKgIECBAgMDsCZkKAAAEClyjQd3bFctmqVAoBAgQIECBAgACBnRdwBQIEzi+w/iT/+Q/wEQIECBAgQIDAzAhkdvddyoQyu35pzhWsOBjU8fX3HMQzn5oxWg9W3PiyqWUMhQCBRROwnhe84YZJBtlhG7R4XTzmrmtx2epKrKyMYmU0aoO5R8Nhm4F2UA+ibn5e1nUVVVVFlreMyGyq6LbMab/boyZAgAABAgQIECBAgMDOC2Rm+7dJZvZ2saq3kQy0twKuToAAAQIECBAgQIDAHAt0uRXXomvneCGmToDATgsYnwABAjMkkNk9UF2a8wUrfuO9h1EyKw7rbuLPf93heO07b+xuqAkQILDAAn//hsOToMVBdSp+5uGfnwQtrq6uxOrKymlBi3VVR8lMW9dVVFUVWd4yIrOpotsyp/1uj5oAAQIEFlbAwggQIECAwIwIjDMslravKVV9DWQcAgQIECBAgMC8C5g/AQIE9logI/d6Cq5PgAABAgQIELigQGZ3fyVz3EaUYMUSXNMG2dRVlExh5WWgv+k+g/iVp6zFoOr+KeNv//lwvPZdN4aNwF4LuD6B3RIoQYuv+pcj7eUGzTNyP9sGLZ6aZFrcGLRYfm7WVR2CFlsuFQECBAgQIECAAAECMyKQmZGZvc6m6nW08w/mIwQIECBAgAABAgQIECBwEYHuqfyLHOTDBGZbwOwIECBAYEEFMnPy4HRmtqsszThYsaqyDbKZBCveu47/8eS1qNcfgS7Biv/8bsGKYSNAYOkEXvjGG+KV60GL5Wfizz3iC/GYu950VtDicDBoMy7W60GLVfm5WlWR5S0jMpsqui1z2u/2qAkQILDrAi5IgAABAgQILIlAyaxYSp/LrfoczFgECBAgQIDATgoYmwABAgQWV6B7sqmrF3eVVkaAAAECBAjMp0Dm9F5KZtcvTQlWzMyoSlBNXUUJVhwM6vjm+wzifzylBCt2x17zz4dDsGJsYnMoAQKLJvCiErT4jiPtspofmVGCFh+7HrQ4Gg1jnGlR0GJLpCJAgAABAgQIECCwJALzsczMbP+BKjN7m7CAxd4oDUSAAAECBAgQIECAAIGtCqxFya7Y1Vsdw3mXJOAgAgQIECBAYFMCmdMHozO7fmnGwYp1XUV5+dJxsOLj7zuIklmxKgc1V7rmtYfjdTIrNhLeCRBYdoEXvemGeMU7ukyz5afpzz78C/E1d7spbnbZapwraLH8XK0HdbQ/Z6sqsrxlRGZTRbdlTvvdHjUBAhMBHQIECBAgQIAAgV4ESnbFcellwGaQqineCRAgQIBALwIGIUCAAAECBLYuUJ5mysitD+BMAgQIECBAgEDPApnT+yaZXb805wtW/Jb7DuJXnhJRjolmu/o1h+J17+mCc5qb3gkQILD0Ai9+0+F4xXqmxfKzsg1avOvJNmhxZWXUZloswYtnZloUtLj0XzoACBAgQIAAAQJ7IuCiBIpAZjaP9WTp9laq3kYyEAECBAgQIECAAAECBAhsS2AtYlvnO5kAAQIECBAgsBMCmd2D0qUpwYpVVXUZv+oqSgawwaCOJ9xvEP/jKTHZnveaQ/H69x6d3NYhQIAAgU7gxW+6IV7+9u7locuen33EtfG4u56My1ZXogQtroxGbcZFQYtFZ6GLxREgQIAAAQIECBCYC4G+syuWRQtYLAoKAQJLImCZBAgQIECAAIFZFVgPApjV6ZkXAQIECBCYKwGT7UMgc/3+yaSNGAcrVlVGdUaw4n9/cky2v3nN4XiDYMWJhw4BAgTOFHjJm2+If3zbNGjxZx5xbXzt3W4StHgmlNsECBAgQIAAgQsK+CABArshkJlthsXM7O1yAhZ7ozQQAQIECBAgQIAAgSUQsMQdElhrx12Lrm1vqAgQIECAAAECeyCQme2D0OXSmVma5nacN1jxifcbxMZgxb9+9eF443u9DHQLpyJAgMAFBP7hLacHLf70w78QX3f3GQpavMDcfYgAAQIECBAgQIAAgeURGGdYLG1fqxawkTDf+AAAEABJREFU2JekcQj0IGAIAgQIECBAgACB5RbIyOUGsHoCBAgsiYBlEphVgczpfZHMrl+aklkxM+PMzIrfev9B/L8bMiv+9T8dije9T7Bi2AgQIHCJAiVo8WVvu2Fy9E897Avx9YIWJx46BAgQIEBg3gXMnwABAosgkJmRmb0uRcBir5wGI0CAAAECBAgQ2GMBlycw1wLyK871p8/kCRAgQIDAXAtkTh94zuz6pRkHK9Z1FeOXgR4O6njS/Qfx3540XfJflWDF9x+d7tAjQIDAzgoszOgvfcuReOlbp0GLP9kGLZ6My1ZXYmVlFCujUYxGwxgOBjEcDqKu6vbncV1+LldVZHnLiMymim7LnPa7PWoCBAgQIECAAAECBAhsTaBkVixla2ef+6zq3LvtJXAuAfsIECBAgAABAgQIENgZge7JpK7emSsYlQABApcu4EgCBJZNIHN6LySz65dmHKxYAhVLGdRdsMyTHjCI/2djsOKrDsWbBSsu25eN9RIg0KPAy95aghaPTEb8yYddG99wd0GLExAdAgQIENghAcMSIECAAIGLC2Rm+w9SmXnxgy/xCAGLlwjlMAIECBAgQIBALwIGIUCAwDkF1qJkV+zqcx5gJwECBAgQIEBgRwQypw82Z3b90pRgxaqqomTwKmVjsOIvf+t0Kn/5qoPx5g8cne7QI0CgE1AT2KTAy956Q/zDW6ZBiz/RBi2ekGlxk44OJ0CAAAECBAgQIECgX4GSXXFc+hp5oQIW+0IxDgECBAgQIECAAAECBHZboIQHZORuX9b1CMylgEkTIECAQD8CmdP7HpldvzTjYMWqyvZlR8fBik9+wCB++YlrMd7+4lWH4i0fODa+qSVAgACBbQr849tuiJe8Zfry0D/xsOviG+958rxBi+Xnc8mAWwLLS5B5+fldfo5nZmRmO5vMrm1vqAgQIDBnAqZLgAABAgQI7L1AZk7+vuhrNgIW+5I0DgECBAgQWAwBqyBAgACBPRSYPv2/h5NwaQIECBAgQGApBDJzss7Mrl+aEuxSgl5yQ7DiYFDHkx9Qx/+9IVjxz195KN4qs+LEcA47pkyAwIwKvPxtR04LWvzxh1wb33iPE+cMWiw/n+uqjnHQYmZG+TneNFG2zPHP964t+xQCBAgQIECAAAECBJZKYNuL7Tu7YplQVSqFAAECBAgQIECAAAECBPZSoHvyqKv3ch6u3Y+AUQgQIECAwGwLZE7vdWR2/dKUIJdxsGJdV1Eyd5VgmKc+qAQrxmT781ccjLd98Ojktg4BAgQI9CtQghZf/OZppsUff+h18U0XyLR4ZtBiRvOW3Zwyu05m13Z71QQI9CNgFAIECBAgQIDA4gtkZmR2pa/VCljsS9I4BAgQILA7Aq5CgAABAgQWUmCtXdVadG17Q0WAAAECBAgQ2AGBzJyMmtn1S3O+YMUrHjSI//qE7rhy4p+98mC87UO78DLQ5WIKAQIElljgFW8/Ei9+0zRo8ccecm18871OnpVpcTQcxnA4iI1Bi1VVRZa37AAzu05m13Z71QQIECBAgAABAgRmQMAUZl5gnGGxtH1NtuprIOMQIECAAAECBAgQIECAwPYEsnlCaXsjXNrZjiJAgAABAgSWUyAzJwvP7PqlOVewYgl+ufLBg/gvT5icEn/6ioPx9g8KVpyK6BEgQGBnBV7xjtODFn/0wdfG488IWiw/r8dBiyUz7vjloQUt7uznZl5GN08CBAgQIECAAAEC2xXIzMjM7Q5z2vkCFk/jcIMAAQLbFjAAAQIECBAgQGDLAvIrbpnOiQQIECBAYLcF5u56mdMHljO7fmnOGaw4qOOKB9fxn79lusw/ffmheIfMilMQPQIECOySwJlBiz/SBi2eOC3T4jhocdD8/D4zaLH8nC8/78t0M8c//7u27FMIECBAgAABAgQuKOCDBJZeoGRWLKVPCAGLfWoaiwABAgQIECBAgACBHgSWcYjuyaKuXsb1WzMBAgQIECCwkwKZ03sZmV2/NCWIpc3AVWXUdRUlyGU4qOPKhwziPz8+Jtuf/OPBeMeHj05u6xAgQIDA7gqUoMUXvXH68tA/8uDr4lvu3QUtrq6uxMpo1L4sdMm0eGbQYmZG+XnfNFG2zPHvga4t+/auuDIBAgQIECBAgAABArMukJlthsXM7G2qAhZ7ozQQgTkRME0CBAgQIECAAIEZFFiLtWZWXd10vBMgQIAAge0KOJ/AukDm9MHkzK5fmhK8UlVV5MZgxeEgvu0hw/hPZwQr/su/HVsfTUOAAAECeyXwyn85Ei98wzRo8YcfdF084d4nLynTYmYKWgwbAQIECBBYUAHLIkCAwA4LlOyK49LXpaq+BjIOAQIECBAgQIAAgWURsE4COyFQwgcycieGNiYBAgQIECCwpAKZ0/sWmV2/NOcKVhwM6njagwfxHx9f/o2iA/vf/3gwBCt2FmoCBJZTYNZW/ap/PRIvfOPhybR+6EHXxhPudfy8QYt1VUdVV20W3cxs/uJsSnanZ3adzK7t9qoJECBAgAABAgQIECBwukBmRmaevnObt6ptnu90An0LGI8AAQIECBAgQIDA0gpMwwOWlsDCCRBYHgErJUBghwUypw8kZ3b90mwMVixBioN6EMPhIL7jocP4vzYEK/7xyw7Ev8qsuMOfJcMTIEBg8wKv+pcb4+/fMA1a/MEHXRdPPE/QYvn5Xn7Oj4MWq6qKLG/ZXTez62R2bbdXTYAAAQIEehUwGAECBAjMuUDf2RULR1UqhQABAgQIECBAYJEErIUAgfkT6J4c6ur5m70ZEyBAgAABArMlkDm9V5HZ9UtzZrBiXdUxHNTx7Q+p4z988/RfJ/7oZQfjnR85PluLMhsCBM4hYNeyCvzTv94YL3j9DZPl/+CDr49vvff5My0KWpxQ6RAgQIAAAQIECBAgsEmBzIzMrmzy1PMeLmDxvDTn+YDdBAgQIECAAAECBAgQ6F2gCxBYi67tfXgDEiCweQFnECBAYE4FMnMy88yuX5rzBSt+58OG8R++eXJK/OFLD8a7PnJsukOPAAECBGZS4NXvPHJa0OK/e9D18aT7nIibXbYaKyujWBmNomRYHA2HMRjUcWbQYvm9UH4/lMVlZmnaJyHbjooAAQLLJGCtBAgQIECAwAUFxhkWS3vBAzfxQQGLm8ByKAECBAgQINCPgFEIECBA4NwCGXnuD9hLgAABAgQIELgEgczpfYnMrl+aEpTSvgxolW3Qyjiz4nc9fBj/xzdN/2GiBCu++6OCFS+B2iGXKOAwAgR2VqAELf7d6w9PLvIDD7yuzbRYghZXV1c2BC0O2p//G4MWMzPK74emibJljn9vdG3ZpxAgQIAAAQIECBAgQCAzIzMvCLHZDwpY3KyY4wkQIECAAAECBAgQILBDAtNwgR26gGEXScBaCBAgQIDAaQKZ0weOM7t+aUowylnBisNBfPcjhvHvv3F67+O5/3AgBCueRuoGAQIE5kLgNe+8MZ7/ujODFo/FZSVgcZJpcRij5mf/4IxMi5kpaDFsBGZewAQJECBAgAABAnsqUDIrltLnJAQs9qlpLAIECBBYEAHLIECAAAECuy2wHlSw25d1PQIECBAgQGAhBDK7+xJlMZldvzRnBytWMRzU8T0PH8QvfcPpwYrv+djxWL7NigkQILAYAq9915lBi9fHk+7TBS1OMy1uPmgxs/udshhKVkGAAAECBAgQILC8Ala+HYHMbDMsZuZ2hjntXAGLp3G4QYAAAQIECBAgQIAAgb0QWIsSMtDVe3H9HbimIQkQIECAAIFdEcicPlic2fVLc+5gxUF87yOH8YwNwYrPecnBEKy4K58qFyFAgMCOCpSgxb/952mmxe9/wPXxlPueaDMtbjVosUw4s/vdUvoKgXMK2EmAAAECBAgQILDQAiW74rj0tVABi31JGocAAQK7KOBSBAgQIECAwOIJlKeAMnLxFmZFBAgQIECAwJYFNnNiZnc/ojQXClb8xa9fmwz7nBcfiPd+/Njktg4BAgQIzLfAP7/7xrjmtYcmi/i+B1wXT7nv8UnQ4urKKIbDYQwHgxgM6hjUg6jqqi2ZGeX3R9NE2TKzNAoBAgQIECBAgMAuCLgEgVkWyMzIzF6nKGCxV06DESBAgAABAgQIECAwJwIzOc1p+MBMTs+kCBAgQIAAgRkTyOweLM4ct9EGm1RVFVll1HUVdVW1gSnf98hBbAxW/IMSrPiJ42EjQIAAgcUSeN17jsY1GzItfu/9r4un3q97eeiVlZVYGY1iNBrGaDiIYVNK0GL7+6L5nZGZ7e+RpomyZWZpen9ysh109ypXIkCAAAECBAgQIEBgGwJ9Z1csU6lKpRAgQKBfAaMRIECAAAECBAhsTmD9SaDNneRoAgQIECCwxwIuv1cCmTkJHsnMdhqlKZmxqqqKaj1YsQShlCxa3/+oQfzC17eHtdXvv/hAvE+wYmuhIkCAwCIKvK7NtHh4srTvud/1ccV60OLqahe0OGwzLdanZVosgYuZKWgxbAQIECBAgMDpAm4RILDMApnZPg6Vmb0xCFjsjdJABAgQIECAAAECBHoUMNSSCXS5Fdeia5ds8ZZLgAABAgQIbEIgc/rgcGbXL83GYMXy8p5dsGId3//oQTz966YX+P0XHYgPCFacgugRIEBgrwV26Pqve8+NcfVrpkGL332eoMXRcChocYc+B4YlQIAAAQIECBAgsAgC4wyLpe1rPQIW+5I0zlwJmCwBAgQIECBAgACBWRTIyFmcljkRIEBgbgVMnMCiCWRO7ytkdv3SnC9Y8QceNYynf+1U4fdeuD8+8Mnj0x16BAgQILDQAq9/743xvNcemqyxBC1eef9jcdnqSpRMi6sroxgOBzFqymBQRwl2L0HvJdNim7E3qyi/Z8oAmVma5na2pb2hIkCAAAECMyJgGgQIECCwcwKZ/f8NUO3cdI1MgAABAgQIECCwwAKWRoDADgjIr7gDqIYkQIAAAQILIpCZk5Vkdv3SnD9YcRA//3XTexe/96ID8cFPnZiMoUOAAIFLFHDYnAu84T1H43mvmQYtftd9r49x0OLKykp0QYvDNmixBC+Ogxazyjhf0GI0W2b3u6jpeidAgAABAgQIECBAYIEFSmbFUvpcooDFPjV7G8tABAgQIECAAAECBAgsl0D3RE9XL9fKrZbAcgtYPQECBDYvkNndYyjN+YIVf/DyYfz8103H/t0XHogPyqw4BdEjQIDAkgm84b1H429ePX156BK0+G0P6DItbgxaHA7qNuNiCVrssizmBYMWw0aAAAEClyjgMAIECBAgML8CmdlmWc/M3hYhYLE3SgMRIECAAAECMyVgMgQIEJgrgbUo+Y+6eq4mbrIECBAgQIDALghkdg8IZ47biC5YMSNLBqy6al/GswSa/NDlw/jZx5V7FtFuv/v3++NDn/Iy0C2GajEFrIoAgUsSeOP7boy/3hC0+J33uT6+7f4XDlqsmsOY8UYAABAASURBVN8vVfN7JjPb3ztNE2XLzNK0T1q2HRUBAgQIECBAgAABAgsrULIrjktfi9xSwGJfFzcOAQIECBAgQIAAAQIECHQC5emejOxuqAnMiIBpECBAgMDeCmRmZGY7icxxG23QSFVVkU0pGbBKJqwSrPjDjxnGz2wIVvydF+yPD336RHu+igABAgQIvKkELf7T9OWhv/O+18fTLpJpsQQtlt815fdOCZbP7Bwzu05m13Z71QQIzKuAeRMgQIAAAQIEzieQmZPHp853zGb3V5s9wfEECBAgQIBALwIGIUCAAAECZwlMcyGd9SE7CBAgQIAAgSUTyMzJijO7fmlKsEgJGimZFUsAySRY8fJB/PTXTO9NlGDFD39GsOIEce86rkyAAIGZEnjT+4/GX20IWvyO+1wfT3vgpWVaLL9/yu+h8vuoLCpz/Pspe38Cs4yvECBAgAABAgQIEJgjgYWdat/ZFQuUgMWioBAgQIAAAQIECBAgQGBPBbK9ele3XdUlCTiIAAECBAgspkDm9F5BZtcvTQkSKcEiZwYr/shjBvHTj5ta/M8X7A/BilMPPQIECBA4XeDN7z8af7kxaPHe18fT7n9jXLa6Eisro1htynA4jJK9dzgcRAmOL5kWqyqj/B4qv4/K76Votszu91TTFbRYEJQdEjAsAQIECBAgQIDAXglkZntfPzN7m0LV20gGIkCAAIHFErAaAgQIECBAYBcFumxIa9G1u3hhlyJAgAABAgRmWCCzeyC4NCU4pASJZJWxMbPijz52ED/1NTHZfvvv9se/bSaz4uRMHQIECBBYJoG3lKDFVx2aLPk77rs/vv0BR+Oy1dWzgxYHtaDFiZQOAQIECBAgQGBOBUybwBYFxhkWS7vFIc46TcDiWSR2ECBAgAABAgQIECBAoB+BzY6SkZs9xfEECBAgQIDAgglkdvcHMsdtRBesmHF2sOIwfvKxU4Df+rv98ZHPnpju0CNAgAABAhcQeMsHjsZfvPLg5Ihvv8+++I4HniNocThosy1eaqbFyYBL1LFUAgQIECBAgAABAosqkNk8JtWUPtcnYLFPTWMRILCbAq5FgAABAgQIEFg4AfkVF+5TakEECBAgsH2BpRohM9v1Zo7bWA9WrCKr6rTMij/2NSVYcXrv4Tefvz8+Klix9VMRIECAwKULvPWDx+LPN2RafNq998V3PvBo3Oyyy2J1dSVWV0YxHA6bculBi5l56RNwJAECBAgQIECgE1ATIDCjAiWzYil9Tq/qczBjESBAgAABAgQIECAwTwLmOjsC3ZM5XT07szITAgQIECBAYHcEMjMys71Y5riNOF9mxR9/3DB+4jEbgxX3xcc+J7NiC6giQIAAgXMIXHjX2z5wNP78lYcmB33bvffFdzzgSFy2uhorKyNBixMZHQIECBAgQIAAAQLLJ5CZ7eNWmdnb4qveRjIQAQKnC7hFgAABAgQIECBA4JIF1qKEHHT1JZ/kQAIECBCYBQFzILBNgczpg72ZXb80XbBiFXlGZsWfeNwgfvzycs+hu/Bv/O3++NjnTnY31AQIECBAYIsCb/vg0fjzV2wMWtwf3/nAcdDi1jMtZna/27Y4LacRIECAAIHZETATAgQILKlAya44Ln0RVH0NZBwCBAgQIECAAAECfQsYj8AyCZSncDJymZZsrQQIECBAYOkFMqe/+zO7fmmmwYq5/jLQdQwHdfzE44bxY5fHZCvBih//vMyKExAdAgTmVsDEZ0PgbR86Gn/+yoOTyVx5r/3x3Q86GpetrsRqKSujGI1GMRwOYtD8XqqrOqq6iqrKpjRtVlF+j0WzZWZTd++Z0363R02AAAECBAgQIECAwLwIZGZzPz97nW7V62gGmycBcyVAgAABAgQIECBAYMYEprmSZmxipkOAwDwLmDsBAnMgkNk96NsGfGQVpc0qNwQrDuInv7YEK07vLfz6NftCsGLYCBAgQKBngbd98Fj82SumQYtX3GtffM+Du6DF8vLQK6NhG7Q4Gg66wMV6EIIWe/4kGI4AAQJbE3AWAQIECBDYEYG+syuWSQpYLAoKAQIECBAgQGBLAk4iQIBAXwJdkEJX9zWmcQgQIECAAIFZFsjsfvNnjtuIbN66YMXq9GDFxw3iRx89DVa86up98YkvnAwbAQK7JeA6BJZL4O0fOhZ/9vJDk0U/9Z774rsfdGPc7LLLYjtBi5MBdQgQIECAAAECBAgQmBuBzOYRq/XS16RnN2CxrxUahwABAgQIECBAgAABAjMv0AUgrEXXzvx0TZBAnwLGIkCAwBIKZGa76sxxG1FlFVVVRTalrqsY1HUMB4P4qa8dxI9eHu1W7ilcdc2++OS1ghVbEBUBAgQI7JjA2z98NP70tKDF/fE9DzpyVtDicND8vhoOmt9bXabFrDKq5ndZ+b2WGe2W2XUyu7bdqSJAYPkErJgAAQIECBCYS4FxhsXS9rWAqq+BjEOAAAECBAjMnoAZESBAgMB8CWTkfE3YbAkQIECAAIFNCWRmZGZ7Tma2/aaJEtRRVc3tpmwMVvzprxvGj/z/2bsPwEjO+v7/n+/sSrre3HvvvfduYxvXs2kxhhBCBxdCAiQEQghgyo8/dgo9hAAJkOCzgdBM79UN44JxvbPxuV0/bd/9z/eZndXqTtLppNFppX3v6ZmZnZ195nle2ruZ2/nssyeEzdVoSDcsWaXHGFkxAWGKAAIIIDDhAnc8WNTnv7umtZ+L9lulPzvCQ4sz1NfXp77eHvX29spDi/l8LoQW/Thm8fGM0GKLjQUEEEAAAQQQQGB0AmyFQIcKmFl4DyvL5hFYzFKTuhBAAAEEEEAAAQQQQGBKCXRaYxud1iDagwACCCCAAAKZCZhZqy6zdLnRFlaM5CGPdGTF157eo5cdn5wd1BsNXb9kpR5/ptKqgwUEEEAAAQS2hMCdD5UGhRYv3NdDiwXNnNGn9tBib09e+WFCix7K97aaJcc/M8v8gqfXP1LhMQQQQAABBBBAAAEEEBibgI+s6GVszx76WQQWh3ZhLQIIjF+AGhBAAAEEEEAAAQRGLWBhy2QaFpkggAACCCAwVQRo5ygEzAaO8mbJsoc3BkZWTMKKPfm8vLzujLz+vBlWrNWl629cpT89Wx3FntgEAQQQQACB7AU8tPi5tpEWPbR4xZH9zdBir/qaIy0OF1o0mfy4p/hmZvE0+TEbWE7WMEUAAQQQQACBDhagaQgg0KUCZiazpGRFQGAxK0nqQQABBBBAAAEEEEAgcwEq7B6Bhnz8pGTaPb2mpwgggAACCHSbgJmFLvvMZCG8YdFAWNFHV3z9GXm99DiFW60m3XDTSj2xgrBiAGGCAAIITFuBzu/Y7x4q6bPfWdNq6IX7rtaLj+rXzBkz1NdHaLEFwwICCCCAAAIIIIAAAtNMwEdXTEtWXSOwmJUk9Uw9AVqMAAIIIIAAAggggEAHCVjcFpPFU34QQAABBDIVoDIEJlnALDm+myXzKDIlIytGsmggrOgjK77hzB69pBlWrNYbuv6mFXqCkRXFDQEEEECgMwTuerikz96yutWYC/ZZrSuPKmjWzJmaMaNP7SMt9vTklc/llcv58c5kFhdZCOsrvplZPOUHAQQQQACBDAWoCgEEEEBgQgTMTGaWad1RprVRGQIIIIAAAggggEBXCdBZBBDIVsBHWcy2RmpDAAEEEEAAgckUMEvezDWz8MZuPFO8FMIaFpny+Vz4CugkrJjXlccmZwPVWkM33LhSy1fUJrP57BsBBBBoCbCAQCpw1yNl/WfbSIvP3WeVrhxipMWecIzLtUKLHlyMoqh1HPT6zMxnMkvm4Q4TBBBAAAEEEEAAAQQQ6CiBrEdX9M5FPqF0pACNQgABBBBAAAEEEEAAga4RSC7OJNOu6TQdRQCBRIApAghMQwEza4UvzNLlhpKRFeP7URTCivlcTl6uOjOvFx+ThBUr1Yauv3GVlq8krChuCCCAAAIdKfD7h0v6zC1rWm07f+9VesnR/WGkxfavh/ZRFr34SItRLpKH9aP4GGgyRZHJb2YDc7Nk2ddTEEAAgWkoQJcQQAABBBCYkgJmJrOkZNWBKKuKqAcBBBBAAAEEEOg8AVqEAAIITBWBJKDQUDKfKq2mnQgggAACCCCwsYCZtVaapctDhxV9ZMWrz8rrimZYsVyVrl+ySk+uihdatbCAAAKbFmALBBDY0gJ3P1LSZ749EFo8b69VesmR60NoccaMPvX19qi3t1c+0qKPKOyhxWSURUsudso2Ci0qvplZPOUHAQQQQAABBBBAAAEEOkUgHWHR51m1aeyBxaxaQD0IIIAAAggggAACCCCAAAJBwOILNmGBCQKdJEBbEEAAAQTGJGBm4Xk+gtRQIysmYcWcrjgmbKaSj6y4ZIWeIqyYgDBFAAEEEOh4gbsfLek/vr261c7z9lmtl4avh+6ThxZn9PWG0GJvT17tIy36aIvDjbTolZklx1BfpiCAwBYUYFcIIIAAAggggMAQAmYmMxvikbGvIrA4djueiQACCCCAwLgFqAABBBBAAIF2AcZXbNdgGQEEEEAAgaknYJa8eWuWziWL/3ho0aKo9TXQHla85qy8/uxohVup4l8DvVJPr+JroAPINJzQJQQQQGC6CtzzaFn/8a2B0OK5e6/Snx/dr5k+ymJfr9LQoo+06CUdadGi+AgZHy/jqaJ42X3MzGehmA0shxVMEEAAAQQQQAABBBCYAgLTsYk+sqKXLPsWZVkZdSGAAAIIIIAAAggggAACCIxFILkQk0zH8vyufg6dRwABBBBAoCMEzJIjuVk6l9KRFaNcboOwYk4vOjr5qEKx3ND1S1bqmdWEFTviF0kjEEAAAQQ2W+CepWV9+ltrWs97zl6r9edHrd84tOgjLebjY2IuL/96aC9mJv8zVGixVSELCCQCTBFAAAEEEEAAAQQmQcAsPmNvlqx2T2AxK0nqQQABBKalAJ1CAAEEEEAAgS0j0JBHFpLpltkje0EAAQQQQACBbATMkjdtvTYzX5bi2aCwYi6KlM/l5CMrXnu2hxUVbsVyXdcvWdEBYcXQHCYIIIAAAgiMWeDepaXBocW91+hlRw+EFvt6e9Tb2xuXnvh4mIuPi3lFuSgEF6P4OGkyRRuMtGhm4oYAAggggAACCCCQpQB1IbD5Aj66Ylo2/9lDP4PA4tAurEUAAQQQQAABBBBAAAEEshEYZS1+GcbiCzSj3JzNEEAAAQQQQKADBMys1QozU/wT7qcjK1qUBDHy+Zw8rPjGs3N64VFhExVKPrLiKj27pp6sYIoAAggggMAUF/DQ4r9/c3WrF+fstUZ/0fx66Bkz+sLXQ/f09KinJx+Kfz20hxYtMo0UWjQzTYkbjUQAAQQQQAABBBBAYBoKmFn8npdl2jMCi5lyUhkCCGxpAfaHAAIIIIAAAghMJwEfZXE69Ye+IIAAAgggkJVAJ9ZjNvBGrVmybGZqDyvm8zmlIyv+1Tl5vaAkXaC9AAAQAElEQVQZVuwPYcWVenZNTdwQQAABBBCYTgL3LSvrU22hxbP3Wq2XH9OvmTP61NfXq77mSIs98THSg4seWszlIlkILZr8TxQvu4mZ+SwUs4HlsIIJAggggAACCExLATqFAAKdJ5D16Irew8gnFAQQQAABBBBAAAEEEOhaATreEQLJhZdk2hENohEIIIAAAgggMEoBM5OZycMV8VIyj6IQVEzDim96Tl7PPzL5aEJ/sa4blqzUirWEFcUNAQQQQGBLCmyxff1hg9DiWXuu1l8csz6EFtORFnt7exVCi/lcfMzMKwktRuGYarLkeBofX81M6c1sYDldxxwBBBBAAAEEEEAAAQQmVsDMZJaUrPYUZVUR9SCAwFACrEMAAQQQQAABBBBAYDQCSYChoWQ+mmewDQIIIIBAJwnQlm4TMLPQZTMLb9gqPobHSyFcEeVyCiMr5nPqyef118/J63lHJMf49cW6riesGOyYIIAAAghMbwEPLX7yG6tbnTx7zzV6eTO06CMtzujrlYcWe3t74uNlrhVaDMFFP77KFM+axVr1mA0st1aygAACCCCAwBYTYEcIIIBA9wmkIyz6PKveE1jMSpJ6EEAAAQQQQAABBCZGgFoR6CIBk3VRb+kqAggggAACU1PALDlem5nMvKj1NdBRLqdcFCkdWfFvzs3r8mZYcV2hrhtuXKWV6+rihgACCCAwhACrpp3A/Y+V9Ymvr2r166w91+gvj+0PIy16aLHPw4o9PWoPLUa5SB5ajOLjqSn+E461ybxVEQsIIIAAAggggAACCCCwxQTMsj8fj7ZY69lRRwrQKAQQQAABBBBAAAEEEOgcgWTspc5pDy1BAIHpI0BPEEBg/AJmA2/OmvmyFM8UL7VGVsxFURhd0UdWfPO5eV12eHJ0X1to6PqbVmnl+pq4IYAAAggg0E0Cf3y8ok+0jbR45h6r9YrjktCifz30cKHFKLL4+BqF46wfbxXfzCyeSmYWirghgAACCGwkwAoEEEAAAQSyFvCRFb1kWW+UZWXUhQACCCCAAAIIdKEAXUYAAQQyELBQRzINi0wQQAABBBBAoIMEzAaO0mam+Ccu8VymEKjI5ZSLorawYk6L07Bif13XL1mh1esIK4obAlNbgNYjgMAYBf74WFkf//rq1rPP2H21XnHs+jDSoocWZ/T1qmeIkRajttCiL3sFZuazUMwGlsMKJggggAACCCCAAAIIIJC5gJnJLClZVR5lVdHE1EOtCCCAAAIIIIAAAggggEA3CDTk4y8l027oL31EYEMB7iOAAAJTQ8AseXPWLJ7LhgwrvvX8vBYfrnBbE8KKK7VmfT3cZ4IAAggggEC3CjzweFkf+7/Vre6fsccavfK49SG06F8PPZrQYnz4Dc83szD3idnAst+nIIBApwvQPgQQQAABBBCYagI+umJasmo7gcWsJKkHAQQQQACBThWgXQgggAACU0LAL7GYbEq0lUYigAACCCDQTQJmyfHZzGRmcdcbsviPj/QU5XKDRlb0sOIlhzbibRRCitcvWSkPLYYVTBCYaAHqRwABBDpc4ME/eWhxVauVp+++Rq86ft0mQ4vWHGkxskh+/PXDsZm16jEbWG6tZAEBBBBAAAEEEEAAgekqsIX7ZWYys0z3GmVaG5UhgAACCCCAAAIIIIAAAgiMWSCJN4z56TxxAgWoGgEEEECgOwXMkjdjzaz5xmxDaVgiyuWGDSuuXlfT9Tet0Nr+enfC0WsEEEAAAQSGEXjwTxV97GurWo+etttaveq4dSOGFnO5SNYMLcZH5HBMNlOYq3kzi1c0l5khMB4BnosAAggggAACCCAwWCDr0RW99sgnFAQQQAABBCZRgF0jgAACCCCAgJILK8kUDgQQQAABBBDoBAGz5MhsZop/4iY1hg0r/u1z80pHVly13sOKq7S2n48ixGjtPywjgAACCCAQBB58YoPQ4u5r9epNjLRIaDHQMUEAAQQQQAABBKaCAG2cZgJm/t5YUrLqGoHFrCSpBwEEEEAAAQQQQAABBBAYs0ASaGgomW9+NTwDAQQQQAABBLISMBt4A9bMl5OahxtZ8W/Pz+niQ5Jj+Kp1dd1w4yqtK9STJzFFAAEEEEAAgSEFPLT40baRFk/dba1ec8Lmj7TolZuZz0IxG1gOK6bdhA4hgAACCCCAAAIIILBlBdIRFn2e1Z4JLGYlST0IIDB9BegZAggggAACCCCwhQRMtoX2xG4QQAABBBBAYCOBeIXZwLHYzBT/xGs17MiKf/fcnC4+NGyiFWvruv7GlVpXJKyYiDBFAAEEEEBgZIGHnqjoI19d1drolF3X6jWbPdJi8nQzSxbiqdnAcnyXHwQQQAABBBBAYLAA9xBAYLMEzCx+j8w26zmb2pjA4qaEeBwBBBBAAAEEEEAAAQTGLUAFoxNIxmYa3bZshQACCCCAAAITJ2Bm8RuxSf3Djaz4tgvyuuiQZJsVa2v65yUrtL5EWDERYYoAAggg0K0Cm9vvh5dvEFr0kRaPX6dZM2eor69XM+LS09Oj3t4e9eRzyufyyuUiWWSKoqj1oQIzxcfueKLkZjawnKxhigACCCCAAAIIIIAAAmMR8JEVvYzlucM9JxruAdYjgMCUEaChCCCAAAIIIIAAAlNeILmQkkynfGfoAAIIIIDAxAhQ6wQLmCVHYjNT/BP2NlxY8e8vyOvCg5OPGjy7tqbrl6zU+lJyPzyRCQIIIIAAAgiMWsBDi//WPtLibmv16uPWhtDijBl9Q4QWc4NCi/GROz52x1NTmKt5M4tXNJeZIYAAAgggMIUEaCoCCCDQUQJmFs6zzSyzdkWZ1URFCCCAAAIIIIAAAghMWQEajsBkCzTkEYdkOtltYf8IIIAAAgh0n4BZ8oarmcVvwCb9Hy6s+PYL87qgGVZ8Zk1N19+4SgXCigkaUwQQQKDjBWhgpwo8sryif/vKylbzTtltrV5z/FrN9MCil0EjLeaVz+UILba0WEAAAQQQQAABBBBAYOIEfHTFtGS1lyiriqgHgWEFeAABBBBAAAEEEEAAAQQ2KWDxFiaLp/wggAACU1SAZiMwRQXMkuOvmSn+Cb0YLqz4jovyeu5B/jED6ZnVNd2wZKWK5Xp4DhMEEEAAAQQQGJ/AI09W9a83D4QWT951rV57QhJaTL8eure3t/n10IQWx6fNsxFAAIFxCPBUBBBAAIGuEjDz98ws0z4TWMyUk8oQQAABBBBAAIGJEaBWBBDoDoEk/tAdfaWXCCCAAAIITLaAmcnMQjPMLF4Oixo2rHhhXucfmBytPazoXwNdLCf3k2cyRQABBMYvQA0IdLvAo09V9S83r2oxnLTLWr3uhLWaNXOGPLTY19uj3kGhxfyQIy16BWbms1DMBpbDCiYIIIAAAggggAACCCAwKoGsR1f0nRJYlNyBggACCCCAAAIIIIAAAghMokBy4SSZTmIz2DUC01uA3iGAAAJDCpjZJsOK/3BRXuc3R1Z8elVNHlYsVQgrDgnKSgQQQAABBMYpsPSpyqDQ4okhtLhmmNBiTvncUKHFpBFmlizEU7OB5fguPwggMH0F6BkCCCCAAAIIZChgZvF7Z0nJqloCi1lJUg8CCCCAAAJdLUDnEUAAAQTGJ5AEHhpK5uOri2cjgAACCCCAwKYEzCxsYmbxG65hcdiRFd95UU7nNUdWfIqwYoLFtIsF6DoCCCCwZQQ8tPjPN61s7ezEXdbp9ScmocUZM/rU19ujnh4vefXkc8rn4hLPLTJFUdQ6rseH+vhYb0pvZgPL6TrmCCCAAAIIIIAAAgggsKHAwP10hEWfD6wd3xKBxfH58WwEEEAAAQQQQAABBBBAIDMBk2VWFxVNQQGajAACCCCwRQTMkuOtmSn+iYu1Qg1RLqdcFCmfz6knn9c/XpzTuQcq3J5aVdX1S1aoXOUDBgGECQIIIIAAAhMssOzpqm5oCy2esPM6veHENZo5o08eWpzR17vB10PnwjHcmqFFk7VaaDb0cmsDFhDYkgLsCwEEEEAAAQQQmEICZiYzy7TFUaa1URkCCCCAAAIdKkCzEEAAAQQQmAoCxB+mwm+JNiKAAAIITGUBs+TNVTOL32hNehIvKfJgwwZhxXddktdzDki2Wb6yputvXKVKNbnPtHMFaBkCCCCAwPQSeMxDi0sGRlo8fud1uuqktUOGFsMoi/Hx3D94YH5sj6LwoYT4sB9QzCzMfWI2sOz3KQgggAACCCCAAAJTS4DWbjmBRqMhL1nukcBilprUhQACCCCAAAIIIIAAAgiMSSC5UJJMx1TBlngS+0AAAQQQQGBKC5glR1oza4UVI4sUeaAhlxs0suI/XZLXOfsnHyVYvqKmG25cqUotuT+lEWg8AggggAACU1DgsWequn7JyvgiadL443Zaq6tOGhhp0b8eurfXR1vsSb4aOj6uE1pMrMY45WkIIIAAAggggAACCLQEzPy9tKS0Vo5zIRrn83k6AggggEAmAlSCAAIIIIAAAt0t0JBHIJJpd0vQewQQQAABBCZCwMxCtWYWwopmFkZcGiqs+O5L8jq7GVZ8YkVV19+0QtW6H6mVwY0qEEAAAQQQQGAsAo8/U9UNN61UOrLLcTut09UjhBZzUSRCi+KGAAIIIIAAApMmwI4RmD4Cfg6elqx6RWAxK0nqQQABBBBAAAEEEEAAgckVmOJ7t7j9Joun/CCAAAIIIIBAlgJmyfHVzBT/hKrjpSFHVnz3pXmd1R5WXLJStVp4ChMEEEAAAQQQmGQBDy1ev2SV6o3kgwTH7rRO15w89EiLPfl8MtpiPifz0ZSjKHxYwSzphFlzIb5rNrAc3+UHAQQQQAABBBBAAAEE2gTMLH5PzdrWjH+RwOL4DakBga4QoJMIIIAAAggggAACEy+QXHKZ+P2wBwQQQAABBIYTmG7rzZI3U80sfmNVcbEQVog8uJDLKRdFYfQlDzW8x8OK+yVH4z89W9X1N65SvS5uCCCAAAIIINBBAukxutY8Rh+z4zpde/JazZzRpxlx6evtUW9vb1x6ksBifLxnpMUO+gXSFAQQQACBjhGgIQgggMBoBbIeXdH3G/mEggACCCCAAAIIIIAAAhMuwA4QGEHAwmPJNCwyQQABBBBAAIFxCpglR1YzU/wTl3guUzRkWDGnM5thxcefqah99CZxQwABBBBAYPME2HqCBZ5YUdUNN61UGlo8ese1uvbk1UOGFv1DCXkPLcbF/BwgilofXkjPD9Lmmlm6yBwBBBBAAAEEEEAAAQSaAmYms6Q0V417RmBx3IRU0BkCtAIBBBBAAAEEEEAAgakskIzm1FAyn8o9oe0IIIDAxApQOwKjEzCzsKGZxW+oKi7xXKbIgwq53KCRFd+72MOKCrfHn/YAxCr5J8fDCiYIIIAAAggg0JECT/hoyEtWqFpP/h999I7rde0pG4cWe3ryCqHFfC6MuGh+LhAXi88LzOKpSWbxRMnNbGA5WcMUAQQQQGByUsa9MQAAEABJREFUBNgrAggggECnCPj7ZGnJqk1RVhVRDwIIIIAAAggggMAUF6D5CCAw6QImm/Q20AAEEEAAAQSmuoBZcjw1M8U/cYnnMm0YVuztyeu6xTmdsa/C7bFnqrr+ppVqJLmHsI4JAgggMC0F6BQC00Rg+Yqabrhxpaq15OB99A7r9cZTVmvWzD7NmNGnvt4e9fb2auPQYhTOC8IZgp8sxB5mFk+TH7OB5WQNUwQQQAABBBBAAAEEulfAzGRmmQIQWMyUc/jKeAQBBBBAAAEEEEAAAQQQ2JRAcollU1vxOAIIdLIAbUMAgckVMEvePDWz+I1UxSWey0IoIcrlWiMr9vX0hLDi6c2w4jIfWXHJSnFDAAEEEEAAgaklsHxlTdcvWaVKM7R41A7rde1JqzV75ozNCC0mfTazZCGemg0sx3f5QQABBDYSYAUCCCCAAALdIpD16IruFvmEggACCCCAAAIITAEBmogAAghMY4HkQkgyncbdpGsIIIAAAghMoIBZciQ1M8U/cYnnso3CijN6e3TdZTmdto/CbelTFf3zTYQVAwYTBDpDgFYggAACmyXw5MpqElqsJk87asf1uvbkVZo9qpEWI0UWyc8d/Nlm5rNQzAaWwwomCCCAAAIIIIAAAgh0oYCZxefLScmq+1FSEVMEEEAAAQQQQAABBBBAAIHJE2jIR1dMppPXCvbcDQL0EQEEEJieAmYWOmZm8Ruoiks8lymK4tI2suLMvp4wsuKpe/uRV/Kw4r/cvErcEEAAAQQQQGBqCzwVQosrVK4mx/gjd1ivN568WnNm9YWRFmf09Q759dBRLorPF+JikeLTiIBgZmHuE7OBZb9PQWDqCNBSBBBAAAEEEEAgG4F0hEWfZ1OjFGVVEfUggAACCCDQ9QIAIIAAAgggMA4Bi59rsnjKDwIIIIAAAghsjoBZcvw0M8U/cYnnMm0YVpw9ozeEFU9phhUffaoqworiNhYBnoMAAggg0JECT62q6folK1VqhhaPaIYW587qU19fr4YKLeaiSOYfcPBikaJ4biaZxRMlN7OB5WQNUwQQQAABBBBAAIGuEKCTQcDMBp0fh5XjnETjfD5PRwABBBBAAAEEEEAAAQQQyEggGQcio8qmaDU0GwEEEEAAgc0RMLOwuZnFb5wqLvFcppyPlpTLKRdFyudzmtWX03svjXTyXsnR9tEnK/rXm1eKGwIIIIAAAghML4GnPbR440qVKskx//Dt14evh543e/jQYj4+Z4hyuSSsGJ9HmFlAMUvmfsdsYNnvU8YvQA0IIIAAAggggAACU0PAR1b0kmVroywroy4EEEAAgY4WoHEIIIAAAggg0LECyYWPZNqxjaRhCCCAAAIIdJSAWXLkNDPFP3GJ5zJ5WNGiSLkoUk9PXrNn5PW+y3p0UjOs+Mjyiv71K9P6a6DFDQEEEEAAgW4WeGZ1MtJisZyGFvt17UmrNW9W74gjLUa5XFtoMRE0s2QhnpoNLMd3+UEAAQQQQAABBCZbgP0jsEUEzExmSclqh1FWFVEPAggggAACCCCAAAIIIDD9BSaqh8lFlIaS+UTthXoRQAABBBCYLgJmFrpiZvEbpopLPJdpw7DirL6crluc04l7JsfYh5dX9G9fJawobggggAACCExzgRBavGmFCuV66Olh26/XG09ZM+rQYmSR4tOMuMTnGL4QalG4L24IIIAAAggggAACCHSRgI+umJasuh1lVRH1IIAAAuMWoAIEEEAAAQQQQKDLBeLLIF0uQPcRQAABBLpCYJydNLNQg5kp/olLPJcNCivm8znNnpnX+y/L68Q9FW4PP1HRRwgrBgsmCCCAAAIIdIPAs6vr+uclq1qhxUO3W6+/OnW15s8ezUiLkSKLlJxrKJ6b0pvZwHK6jjkCCCCAAAIIDCHAKgQQmBYCZjbofDiLTkVZVEIdCCCAAAIIIIAAAggg0BkCtGJqCyRjP03tPtB6BBBAAAEEJlLAzEL1Zha/Uaq4xHPZRmHFubN69L5Lczp+j+To+qCHFb/GyIrihgACCCAwbQToyOgEnllT0w03rlKhlJwTHLJtv/7qlNVaOKdPfX29mhGX3t5e9fTk1ZPPK5/PKRdFinJxiefhTCM+7/C9mZnPQjEbWA4rmCCAAAIIIIAAAgggME0Fsh5d0Zkin1AQQGBUAmyEAAIIIIAAAggggMAECSQXOpLpBO2CahFAAAEERivAdh0qYJYcKc1M8U9c4rlMuVwkiyLlc7kQMpg3q1fv3SCs+DHCiuKGAAIIIIBAtwo8u7am65esVH8ztHjwtv269uRVG4UWe3t7hggtWny2YYqieG6SWTxRcjMbWE7WMEUAAQQQmGICNBcBBBBAYBQCZhbOg81sFFuPbpNodJuxFQIIIIAAAggggAACWQhQBwIIDC3QkI/1kEyH3oK1CCCAAAIIdKuAmYU3Rb3/Zr6scD9e2iisOH92j957aaQTmiMrPvCniggrihsCCCAwCQLsEoHOElixtqYblqxQf7EeGuahxTd6aHFuX2ukxZ6eHm0cWswlYUXFZx7xeYg/2cx8ForZwHJYwQQBBBBAAAEEEEAAgWkmkI6w6POsuhZlVRH1dIAATUAAAQQQQAABBBBAAIEpK+CXOCy+ADJlO0DDEUBgywmwJwS6VMAsPlKaZGbyPxuOrDh/Vl7vbRtZ8YHHy/r4/60SNwQQQAABBBBAwAVWrK2HkRbXN0OLB23bLw8tLtqs0KLXJJmZ0pvZwHK6jjkCCCCQiQCVIIAAAggg0AECZjbo/DeLJhFYzEKROhBAAAEEEEBg2gjQEQQQQGAyBXyUxcncP/tGAAEEEECg0wTMLDTJzOI3RhWXeC7baGTFBbPzeu/iSMftnhxN/+hhxa+vFjcEEEBgOAHWI4BAdwqsXJeEFtelocVt+nXtySu11bw+zZgRl75e+UiLPT159eTzyudzykWRolxOUWSKLFJ8WtIspvRmNrCcrmOOAAIIIIAAAggggMB0EPCRFb1k2Zcoy8o2URcPI4AAAggggAACCCCAAAIIDCmQXNhIpkNuwEoEppIAbUUAAQQyETBLjoxm1goFxEvacGTFhXN65CMrHrtbsts/Pl7RJwgrJhhMEUAAAQQQQGAjgVXr6rrhxlVaV0i+HvqgbQq69qRVWjS3pxVa7O314GJ+hNCitc5P0h2YWbrIHIFuEaCfCCCAAAIIINAFAmYWn/smJavuEljMSpJ6EEAAAQQQ2CIC7AQBBBBAYHoKJKNBNZTMp2cf6RUCCCCAAAKjFzCzsLGZxW+IKi7xXLZRWHFRCCtGOma35Bh6/2MVfeLrfA20uE0DAbqAAAIIIDCRAqvW13T9kpVa15+EFg/cpl9vPHm1ttowtNjbM2RoMZyZtJ2npG01s3SROQIIIIAAAggggAACoxDo/E18dMW0ZNVaAotZSVIPAggggAACCCCAAAIIIDBOAZONswaePioBNkIAAQQQ6GgBs+R4aGaKfxRPw9cvbjiy4qI5eb13caSjd03Cin9YVtYnv0FYsaN/uTQOAQQQQACBDhJYvb6u629aqbXNkRYP2Lpfbzxltbae19MaabHPA4tehvh6aPOzlPhkJf6RmbV6Zjaw3FrJwuQIsFcEEEAAAQQQQACBcQuY2aDz3XFXGFdAYDFG4AcBBBBAIDsBakIAAQQQQACBsQskcYuxP59nIoAAAgggMJUFzAbe/DTzZYU3Q6MoUhTF96NI+VxO+XxOW83N6brFOR21S3L09LDip765Wty2nAB7QgABBBBAYDoIhNDijSu1pjnS4v5b9evak1Zqm/k9zdBinwgtToffNH1AAAEEEEAAgbEK8DwEsh5d0UUJLLoCBQEEEEAAAQQQQAABBBCYVAELe0+mCstMEEAAAQQQ6CYBs4GjoJkp/olLPJdtFFbcem5e1y3u0ZHNsOK9y8oirChuCCCAAAIIIDBGAQ8r+tdDr1mffD30/lsXde2Jq7TNvB719fVqRt+EhRbH2GKehgACCCCAAAIIIIDAlhMwi9+ja5as9hplVRH1IIAAAlNDgFYigAACCCCAAAKdKNCQjw+VTDuxfbQJAQQQQACBLSNg5m+ASmbxXKYNvwZ663l5vffSnI7YOQkU3Lu0pE8PObKiuCGAAAIIIIAAAqMWWNtf1/U3rdDq9bXwnP22LuiNJ6/Sdgt6NxlaDOcr8XmLWXz+YpJZPFFyMxtYTtYwRQABBBBAAIFsBagNAQQmWiAdYdHnWe2LwGJWktSDAAIIIIAAAggggEC3CNDPCRHwSxgmm5C6qRQBBBBAAIFOFjBLjn9mpvgnLvFctlFYcZt5eV13aaQjmiMr3vNoWZ/+1hpxQwABBBBAAIEJEuiyatf2N3T9klVa1Qwt7rtVQdecsELbLejRjBl9w460aFGUjAgdn7+YmeKfuFhLz2xgubWSBQQQQAABBBBAAAEEpoiAmQ06v82i2QQWs1CkDgQyFKAqBBBAAAEEEEAAge4V8FEWu7f39BwBBBDoLgF6q/BGp5nJb2YW31dcTJFFG4UVt52f13WLIx2+s8LNw4r/8e3VYZkJAggggAACCCCQlcC6Ql033LhKq9Yloznvu3VR15y4UtvOy40YWoxyOUVRfD6juLSd16TtMrN0kTkCCCCAQJcJ0F0EEEBgqgv4yIpesuxHlGVl1IUAAggggAACCCCAQAcI0AQEpqBAcuEimU7B5tNkBBBAAAEENlPAbOCoZ2aKfxRPQ1jRL/ZHuZzyXvI5bTe/R9ddktNhOyU7ufvRkggrJhZMEUAAgS4XoPsITIjAumJd1y9ZqZVpaHGroq49aXV8TpLfKLTY29OjfHy+kosiRbmcIkKL4oYAAggggAACCCAwvQTMTGZJyapnUVYVUU+3CNBPBBBAAAEEEEAAAQQQyF4gGVuxoWSeff3UiAACCGyuANsjMHECZtaq3MziNzyleBpf4I8v9McX+aNcTrkoChf/t5/fo/deGunQnZNj5N2PlPSZb68RNwQQQAABBBBAYCIF1ofQ4gqtWFsLu9lnq4KuPWmVtp+fHxRazPfkNVRo0UeMNovPcEwyiydKbmYDy8kapggggMBkC7B/BBBAAAEERhbw0RXTMvKWo380Gv2mbIkAAggggAACCCCQiQCVIIAAAsMImGyYR1iNAAIIIIDA9BAwGzjWmZniH8XTVljRoqgVVtxxYY/euzjSoTslYcXfP1zSZ24hrDg9Xgn0AoEuEaCbCCAwpQX6iw3dsGRlK7S496KCrj5ppXZYkB8UWuzp7VFPPh8+bJGLIkW5nKLIz3DiEp/sxD8yM6U3s4HldB1zBBBAAAEEEEAAAQQ6VcDMBp3PZtHOKItKOqkO2oIAAggggAACCCCAAAIITFWBJI4xVVtPuxHYsgLsDQEEpq6AWfImZzxTvBRf0I8v7PtF/ShSPr7An8/ntOPCvN5zSaRDdkyOjnc9XNZ/foeworghgAACCCCAwBYV6C81whfX/6gAABAASURBVNdDP5uOtLioqKtPXBnOVWbM6NOMvj719uS1YWjRP4QR+flNONuJz3hMMosnSm5mA8vJGqYIIDCcAOsRQAABBBBAYHIFsh5d0XtDYNEVKAgggAACCCDQLsAyAggggMAWF0guVCTTLb5zdogAAggggMAWETCz1oX6eDEsR1GkyC/mR1ErrLhTM6x4cDOs+LuHSvrsd1aLGwIIZC5AhQgggAACoxAoeGjxxlV6Zk0tbL13GlrcYKTF3r5e9fb0bDzSYnziY+bnQQrnP2rezKy5xAwBBBBAAAEEEEAAgQkVGFflZhbOY81sXPW0P5nAYrsGywgggAACCCCAAAIIIIDApAg05ONHJdNJaQA7zVyAChFAAAEEUgEzG/SmZnxX8RpFloQVo1yuFVbceVGP3rs4p4N3TJ5950Mlfe67jKyYaDBFAAEEEEAAgckSKJbr4euhn1mdhBb3WljUNSevlH/QYsORFj202NOTVy6Kz3Xi85zIP5wRzn5M4TzIJ82OmFlzidnUFaDlCCCAAAIIIIDA9BZIR1j0eVY9JbCYlST1IIAAAghsOQH2hAACCCCAwDQU8EsUJpuGPaNLCCCAAALdLGCWHNvM0rnio50pHVkxyuXCxXy/qL/LVj16zyWmA7f3GL/kYcXPE1ZUV9/oPAIbCMzfaltd8NLX6W8/9mW967Pf0lGnnbfBFtztRoHjzr5YV73/k7ruSz/Q81731m4koM9bSKBYbuj6m1bq6WZocc8FRV194grtvCivDUOLPfm8/PwmFyWhxVwunsfL5mdCJpnFEyU3s4HlZA1TBBBAAAEEEECgywTobkcLmNmg89csGhtlUQl1IIAAAggggAACCCCAAAIIjF8giWeMv57R1MA2CCCAAAIITLSAmYVdmKVzyeI/UXyxPopMUS43EFaML/SHsOIOCrc7HiyqW8KKb7rhc/rAjT8dsfzT528ZFMzykJav29TzvO4AymRUArvue5CufNM/6Z2f+bre978/Cr+T93/5JyEY98p3fFj7HX7sqOrxjYb7HXl9XlffzFm+2YjFg1cj/Y5f9Q/Xj/j86fTgngcdoZf8zXv01zd8XqddcoUWbrO9LIqmUxfpy2YKpOHVv/vEjbrsNX+jXfY+QLl8z2bWwuYIbL5AyUOLS9pCiwtLIbS4S3wuk4YW+3p71OMln299PbT/mxX5+U8UxWdD8RmRSWbxRMnNbGA5WZPdlJoQQAABBBBAAAEEEBiPgI+s6GU8dWz43GjDFdxHAAEEEBi3ABUggAACCCCAAAKbKZBcmEimm/lUNkcAAQQQQKADBcySo5pZOpcs/jNUWHHXrXJ6z6WmA7ZXuN3xQEn/9b21YbnDJ5k070PXvETvedVl+vk3b1Sp0N+q098IfuS+u/Tpd/+13n7lc3Trj77VesyXfd3H3nGVHrzrVtXrtdZj1UpZv/7u1+T1emk9wMKIAsc/51K9/O8+oO1321Pf/PzH9dbnn6Z/ecsrddcvfqievj7tc9gxuvKv361zXvDyEetJH0x/R1+44R/10D13qFZLfkdmpr0OOVKLX/HGdNNh51/+yPv05stP1pf+5T169onHw3bF9ev0nS99OrwmPvGP14Z13TCZOXuOHv3DXbr1h99UrVrphi7Tx00I9PT2qbB+rX50839r3aoVm9iahxHIVqBcaej6G1fqqVXJv+17LCjp6pNWaJdFuTDSYl9vr3p78vLQYm9PTxhpMZ/LKQ0tmvlZUVxMMosnSm5mA8vJGqYIIIAAAggg0CECNAOBrhYws3DeamaZORBYzIySihBAAAEEEEAAAQQQQCA7gW6rKRlbsaFk3m29p78IIIAAAtNTwCx5E9NnZqY0rOgX63NRFC7e77Z1Xu+5JKf9t1O43e5hxe+vCcvdNFn97FO6+VMf1rI/3tPqtgdxfvr1/9F9t/+ytW7DhYfuvl3fv+nzWr96Veuhxx+8X1/+6Pv15GMPt9axIG29wy666n0fl498uKHH/kccr7Oe91KVigX9z7++V7/67lfDJsseuFef/9Db9aOvfjGE5HxUxJMvfL6OOeuC8PhoJrf/+Dv62NvfoF/dcrM8TOrPiaKcDj3pLJ13xav97iaLh/Tu/s1P5KHHxx++X9/5n08PCrdusoLN3OD8K18Twpub+bQJ3fzuX/9EP45/D3f96sdav2bg9T6hO6XyjhHwv6NXve8T2uuQo1pteuaJZfr+jZ/Tz75xo55cxr93LZgpuTA1G12uNnT9TSv01Kpq6MDu80u6+sSV2nWrXAgtzujra4UWe5ojLaahxVwuSi74yhSfIsXFQh0+MRtY9vsUBBBAAAEEEEAAAQQmW8A/VJuWrNoSZVUR9SCAwBQSoKkIIIAAAggggAACHSlgso5sF41CAAEEEJiiApPUbDOTmYW9+8zMFFmkKIrnuZz8Yn1PT15JWDHSftslgf3bHijpv7swrKi224qnl7fuVcslrV+7pnV/uIWl99+tQv+61sOVcrG1zMKAgIcMt9phl4EVbUsHHneq5i3aRo34pdio19seSRZ/sORzevqJx8KdmbPn6pDjTgvLmzPxQOqjf/h96yn5nl6deP6l8pEdWytHWCj2r4/bV9e61StH2Gr8D3mw8+DYw9s3/tqyr6FercYO8S8q+6qpsYMFjjztPM3fapthW1hvbPz3dtiNeQCBDAUqFen6Jav0ZBpa9JEWT1yp3UYILeaiSBaXKD4vMjOFPyaZxRMlN7OB5WQNUwQQQAABBDYhwMMIIIDABAqY2aDz1Sx2FWVRCXUggAACCCCAAAIIINBtAvQXgYkQ4NLrRKhSJwIIIIDAlhQws9bufNHM5H/8onyUyykXRcrnc9p9m7zee2mkfbdNjn63/bGoL3R5WFFjvPnXSDcI64yot93Oe+iQ405XLpcfcrutt9tRZqYFi7bW4SeftdE2bvzk0oda6xdut0NreXMWNgxDzpg1V6de9CJ5+zZVz8qnnlCtUgmjQG5q2/E8fsK5l2irbXccTxUT+tyH771TxcL6Cd0HlXeWwMHHnaa9Dx0YWXGo1q165qmhVme2jooQGEmg4iMt3rhKy1fWwma7+UiLJ63UblsPjLTY19ujHi/5fBhhOhdFinI5RWloMT4GmcVnTHEJlTBBAAEEEEAAAQQQQKCDBBqNRuYfHow6qH80BYFUgDkCCCCAAAIIIIAAAl0mYKG/yTQsMkEAAQS6QYA+TjMBs+RIZmaKf+ISz2XJxfgoUi6KQlhxDw8rXmLaZ5tmWPH+or7wg7XihsBECPTNnKWLX361ttphp2GrX/n0k+GN9yif1z6HHjvkdqViYcj1m7vS63n8ofvD/vy53i5vn7fT709m8dEefSRKd5jMdrBvBFIBD/Oe84KXa878hekq5gh0pEC11tANS1a2Qou7zivpmhNXavdtcq2vh94wtJj3wKIXDy3G50tSI/TNzAbNwx0mCCCAwNQXoAcIIIAAAlNYwMxklpSsukFgMStJ6kEAAQQQQAABBDpKgMYggMDUEmiESxPJdGq1nNYigAACCCDgAmbms1YxM/mfKL4IH+VybWHFHr33kkh7N7/Z87f3l/SFHxJWbMGxkKmAhwBf8Ia3aa9DjpSZDVv3bT+5Rc88sUz+dcNPPf7okNvNmbegtX7timdby5u90GjoV9/5qpY/+lB4qpmF9i1+xRvD/cmaHHnquTr7+S+Tj/o4WW1gv2MVmJ7P227nPXTZa/5a2++25/TsIL2adgJJaHGFlq+ohr7tEkKLq+Qf1Ojr61Vfb696e/LKx6Unn1cul3yYI8rlwoc7IoviY1V4amtiNvyxq7URCwgggAACCCCAAAIITLBAOsKiz7PaVZRVRV1VD51FAAEEEEAAAQQQQAABBDIW8MsQJsu4VqpDAIFxCfBkBBAYlYDZwPHLzBT/KJ5qw7Dintt6WNG097ZJtb+5v6gv/XBNcofpFhU44bzLdM3/+7Te89/f0wdu/Kne/+Wf6F2f+7Ze+56P6ODjThu2LR4get7r3qp3fPpr+vtP3qS9DjkqbHvG4iv1tx/7cqjnff/7I735X78gD8CFB4eZeJjwvBe/Wm/96P/quv/5UWiHP/ftn/qKLvqLq+SPD/XU/Q4/Vm+47uN67xe/H57jz/V9v/TN79FfffizOvdFr5DfDj3xTF37wf+I+3Nq/FrM+apQ5wuv/vvwPO/3q/7h+rD+wbtu1QevukJvfeHp+vyH3h7WtU+23mEXbbPTrmFVtVLWA/H24c4YJ5VSUd/8/Ee1+tmnQg1RlNOhJ52l8654dbg/nsn8rbbVJX/5xvD7cBvvZ3D996/J++6/ww3r9/XPe91bNG/R1q2H9j706JbTP33+Fh112nmtx0az4Nu//j0fC68rf321t+NFV71N3s7R1DPabU567uV6y79+Sd5X39/ff/JmnXLRi4Z9uu//ea99yyAnb6P/nfC/G8eedeGQz/XXpb/e33TD5/SeL3yv9Xrzdb5P37eXt3/qq8O+jsdTh7v678PbumG57ks/aLUnbbz/fd1wO297+vim5sedfbGuev8n5XV7Xb692/jf8dT6Hz/7Tb3omreP+Dv1dm/O6+HE8y/Xq9/1z9rjgMNkZr7b+PW5jV79zhtar8u0PeHBISZ7HnSEXvOuf2n9W/FP//Udvejad4R/B4bYnFUIZCJQrUnXL1mpJ55NQos7zy3q6hNWaI8NRlpMQ4v5fE65KJJ5MVMaWjRLXveKb2YDy/FdfhBAYKIEqBcBBBBAAAEEhhUws9b/zYbdaDMfiDZzezZHAAEEEEAAAQQyEaASBBBAAIGNBZIvgNp4PWsQQAABBBCYCgJm/ualwhuYZqYovvgeRSa/GL/XhmHFPxT1P4ysqC1987Daq9/1r7rkL6+RD+/8hRvepbdf+Rx97T9u0Pq1q7XH/ofqijf+gy57zZsHNc1DjP68az/0aXlYKf161p58j175jg/Lg4cLt9k+/O6jKCcP+F34sjfInzeoouYdDxK9/rqP66TnPk/+9chLPv4B/eRrX1T/2jWau3ArnXzBC/S6d39E3t7mU8LMv7L4z974Ts2ev1Bf+8y/6s2Xn6z/+tA7VFi/Vgcde6q22XGXsJ1Pnlz6sG75n0+Fvq1ducJXyb+O+ZYv/ru+9M/vDuV7Sz4X1m9qcugJp8v759stX/qQfvbNG31xXOW+23+p7335syr2JyOM5nt6deL5l8r7ONaKPST6hus+puPOuUhL779b1//Vy/Sha14SRnTs7esLocNXvfMGHXPWBYN2cefPvq8bP/oB/e7nP2itf+S+u4KRW934sQ/ogd/f1npsUwvnX/ma+DX0N9ppr311x8++p/e++nJ97B1X6eG779DsefN05Onn6+V/98GNfr+bqne4xz14eOGfv0Fb7bBT/O9OLrwOPXx57p+9In4tPW+jp+2670Hx/j8QO1yoSrkUXkP+9+DbX/ikyuWidtpjX136yr9Se4CpH+RjAAAQAElEQVTUn3Plm/5Jb/v4Enn//LUZRVGo2wOY517xSvk+zfzfQYtfx4vifb9AL/2b97QCclnUceuPvqUln/igNhwJ9MG779D7XvdCffuLnwptSidf/sj79N8ffmf4+12v1/T7X/1In3rXm9KHh5zP32pbuakHky97zd9ol70PUC7+u+4bu4nb+N/xKEqsZ86eGwLKw/1O3cvr2ZzXw7I/3qOv/+e/yf+++t9b37f/Pf7qp69vvS5/dctXfPWQxV/jV77pXfJ/a/zvlm/UN2Omjjj5HD3/dW/1uxQEJkygVpduuGmlnmiOtLjzvJKuPnGl9tg6Ul9rpMUe9fTklc/llAsliv/9svDvl5nPFZbFDQEEEEAAAQQQQACBDhDwkRW9bKopm/N4tDkbsy0CCCCAAAIIIIAAAggggMBECFioNJmGRSYIjEaAbRBAAIFJFzAbfPQyM/mfKIqnUaRclNOe2+R03eJIe22TNPfXHlb8URLSStYw3RICPqrbxS+/WnseeJiW3n+PPvaON4TwUqnQr59+/cv68kffrxVPLVe+p1fHnnWBPISVtqu3b4bu+fVPdP8dv1GjXm+uNp35vD/Xou121Le/8Am951WXhWBUOmqghxqPPuP85rYDMw96XfLya7Vgq61DIOlzH3ybfvO9r4cA4sffcbWWL3tYZqbtd9tL3l5vtz/b58eefWFo30++9iX94ltLfHXow0f//vV6/KE/hPvp5MnHHtbtP/6Onlj6sBqNWrK60dDKp56Qh768+MiKyQPDT32/h5x4Rtiv9+2WL3xKbjb8M0b/yC9vuVk//9bNqlUr4UkzZs3Vic+9fExBvv2POF7nX/lqzZ2/SG7zX//fP8gNvNz0iQ/pR1/5QgjnzV24SBe97A2DgpH33frzYFIsrA/t8Em1XArr3OmOn363NRqkPzZSOfzks3XcORerp7dPjz94v5Z87APhuQ/dfbtu/tT1sf/y8PRtd95Vh598Vlgez+SwU87W/keeEL+G/ze8Bj/7gbe1wnz+uj3khDM2qv7My18aXl8eVvz5N5eE11Ap/nvwvS//Z3jN1Gq18Ps+8NiT5b9/r8D/Xjz6h7v0i2/fNOj3v9Oe++rgeB9P/2lpeK4HB30UTn+OmWmvQ47U4le80e+GOsdbh1fkr+v/+49/0ZoVz/jdUFY9/URwDnc2mHgYuV6t6tnlj+sbn/vYsNulT5sxc3b82nlUP/7qF7Vu9ap0dQhknnDepVq7aoXu/Nn35KFbd0s32H63PQf9nfX1Y309LHvg3vD687+v8V9gryqe1cLfZ39NevFtwgMbTDw4et6fvVqP3Pe7+N+5q0Jo9+5f/1j1ei3827LHgUfI/75s8DTuIpCpgIcWr79xlf70bDrSYklXn7giPieKQmix18OK+bzyccnlkvMli6L4NSpZ/Ecb3MxsgzXc7UIBuowAAggggAACCEyagJnJLClZNSLKqiLqQQABBBBAYHoJ0BsEEEAAAQS2pEAj7KzhQx2FJSYIIIAAAghMLQEzf9NSiqeK/IJ7XKJ43d7beVgxrz23Vrj9+r6i/pewYrDY1MQspx123UP+VaqbKrmoZ1PV6TkvfLn2OuiIEFrzAFp70Mif7OG9X33nK+HxKMrpgGNOlo9S5o/d9uNv6yf/9yX97uffV7lU9FWas2ChKvHyx95xlb5/4+dCCMrrve3Ht8jDUb7R1jvu0gp8+X0vpy++Qtvusrvu+On35IE9X5cWD9fdf/uv5IExM9Ou+x2sI087Lzy83xHHhXCkf6K/Uk7aEB6IJ96X33z/G/J5fHczf0be/PRLrtD2u+wRRkL0ERE9pDXyMzbv0R8s+ZweuvsOeb/8mdvtvPtGoS9fP1LxUJ2HR31kvJVPP6lffPsrG23+3f/9D/3xd78N+/Fg5AnnXhpGwtxow3Gu8Pb7SHZeTe+MGT5rFf/9Pvvk4+F+Lt+juYua/zCENZs/6Z0xU/MXbq3PfvBt+vpnPxJeg7//1Y/0s2/cGEbT9Bq32m5H7XXIUb7YKlttv6PMTFH879SMWbPUflv2wN2qFAth1azZc7Tz3geEZQ9c/uT//kff/K+Pa9WzT4Z1Ufz3ZI8DD9fPv3ljCMV94YZ/1Mff8QZ99dP/HF4vvpFvs8/hx4eAXBZ1eJ1e/HXoffUQnt/faY/9hv197h33f+bceXrw97fpmSeW+eYjFv89/eRrX9QPb/4vPbn0wda2ex14hO697Rf6/974Unkg9tPv/uswOuXqZ58K25jZoL+zvnJLvh58f1523edA/eCmz8rDq27u/fn6Zz8aApv++Kw5c7Rb/G+LL1MQmEiBeqOh65es1OPPJKH0nedVdM2Jq7TnNpF6e3vV29OjfD6nZJTFSLkoUhJaNIU/JpnFE3FDAAEEEEAAAQQQyEaAWsYq4O9ZpGWsdWz4vGjDFdxHAAEEEEAAAQQQQAABBBCYHAGTTc6OJ2qv1IsAAggg0FUCZslxzGde9tkur/dd1tMaWfFX9xX0vz9e21Um4+msj4R38cuv1Quv/vtNlq133HnEXW29wy7a/6gTFeXzYcQ0/7rVoZ7gwav0q2b9a16PPuO5Q20W1q1btULfv+nzISQWVjQnTy17RJVKOdybMXNWK/DlK/wrcf0rWn0EuuFGR/NwkT/u2/sIeTvsvrcvqqenT7lcXr7u8JPO3igI+cc7f6M1K58N22Y1cbdDTzpTHpD8xuc+vlHAMov9eMjSA27LH30oVGc2eFS+sHITEw91pk7uN1wo7c6ffVfF/nWhNg+SpYHUsCKjyaN/+H34PXjodNmD921U66pnknCbP5DL5Xw25uLh2Z9+43+19P67B9Xhr+FSs599M2drwaJtBj3+2AP3hVDsmpUr9Oj99wx6zNeVS0lg0SxSFA1/CcXDSB6U/cbnPjqoDg/i3vajW8KIfv7AnHnz479/J/jiRmU8dXg4ePWzT4c6/d+AQ084PSy3T/riv4P7Hn6sCuvW6Z5f/7T9oc1e9pDkF69/16BgsK/7+bduiv+OlEJ9HlbdL95fuBNPtuTrId5d+Ln3tz+Tjxob7jQn/ndidfO1l8v3jDss26yWGQKbFGg0pBtuWqXHn05GWtxpXlnXnrQqPjeK1Nubj49tSclFUfj3xv/NiSKTmW2y7o7bgAYhgAACCCCAAAIITFsBM8v8HHX4/21PW0Y6hgACCEwPAXqBAAIIIIAAAtNPIL6WMf06RY8QQAABBKa9gJklfYwPZGbxclwi8wvv8XLySJj+8p7Bo+KFlUyGFViz4ml9/J3X6M2Xn6xNFQ+pDVtR/MDBx52qBVtvFy9JlXJByx64NyxvOPHw3J8e+mMYhc8f22bHXXXg0Sf54qjLqrjdpcL6Ibff88DDNWf+Qnmo6fmv+1t94MafblR8vT/uFZiZFm27vS9q/ZpVKpdK4Q3yvQ89Wq9997/p4ONOU3rzQNLypUnoL1033vlRp52rufMX6effvHlCwopp+/z3983Pf7QV/oyinA496Sydd8Wr001GnO93+LHB1DdaFzv5fKhyz29+ptUrngkPeXh1zwMOD8tZTjzAdt1rnqe/fcFp+vJH3jdi1fM3CBKOuPFQDzYaqldrGz1SLvSrOsT6dMMv/ct7Qvve99rnyUcWTddvOPcRHOct2GrD1QP3G3WlwciBlclSe5jQR0zbdqfdkgc2nI6jDg9q/uH2X6pRryvf06tDTjxDHlBs34WHWT14++TSB+W/m/bHNne5sH7owHl70Nnr3GqHnXwWiu9zi70ewh4VwqjNxUGzcolj0CAQ7mwxgfifKv3yviQI7Ts1M/Xk88rHxedRFCmXy8UlUtQMK5qZwh/zZ1AQQAABBBBAoFsE6CcCnSqQ9eiK3s/IJxQEEEAAAQQQQAABBBBAoAsFOqjLyVWIZNpBzaIpCCCAAAIIjFIgvq4uM4uL4mLxBfdIj6ww/cPXIz38bPIW5DWXLdQu2+TFbcsLbLfL7urp7Qs7Xrti5FEIVz69XLVaNWzrga0F2ySBwbBinJNF2+8kD1Z5MPJL//zuTQYxPaj5qXf9VdirB5+WPXCP/E1yM9OOu++jK//6Xbrm/31aR512Xtjmvz/8Tn37i58Ky1lM9jjo8BDu/MFNn8uiuhHr8P75V04X+5NQmDudcN6lOuasC0Z8ngfUtt5xl7BNrVrR2mYgMazYYOLua1YkI/L5Q3PmLxz2a4T98ayKt/GEcxfrqvd/Mv5dnZtVtcPWs+yBe0Mwd9gNhnhgl70P0Ate/3d68RvfqbkLtx5ii81b5WHCFU/+qfWkuYtGCD62thq8MJo67vz5D7R2VfJ3erudd9dJ518+qJIDjjxeHoR64K5bB63P8o6/rpY/OvDV0TNnzdnoa7jb97elXw/pvkcK86bbMJ/WApPWueMPmKHLT5kb9v9k/yz9x10766niTPX29iifz4WSy3lYMZLFfxQf4+KfeGbhOenEbPD9dD1zBBBAAAEEEEAAAQQmWsDMwvmpmWW2qyizmqgIAQQQGCTAHQQQQAABBBBAAIHRCzTUiDdOpvECPwgggAACCEwBATN/k3JwQ81M6ehAUby8dIXpuu/26dFVOfnt6sULteu2Pb5I2YIC7SPZzZwzb8Q9r3zqCdUqlbBNLpfT3PkLw3IWkyiKwhvc8URRPnlNbE69N33iQ/rDHb9SrZaMqhdFOe20x756wVVv0zUf/LR8pMHNqW+kbfc44DDNmj1Pt//kFnkga6Rts3rsl7fcHEZzrFbKocqZs+fq5Oe+QNvtvEe4P9Rk570P0IyZs8JD7jFzztywPNxk1TNPtR7q6evV/K23bd3PesHb/bzXvVVv/ej/6vwXv1q+77t++aOsdzOu+o47++IQpHztez6iXfY9QL/+3v9p7cokADiuiuMnP9sWWIzvjulnU3X4CJF//N1vlY6yePDxp7VGWdz/iOO1014HyEPIv/vFD8e0/9E+adXTT8oDsyNtPxVeDyO1n8cQGIvAiQfObIUVny7O1v88uLeeLc1OQopRFJ8z5eISyUdi9fOmKF5nZvFh0lq7MxtYbq1kAQEEEEAAgUkRYKcIINCtAv7h0bRkZRBlVRH1IIAAAggggAACCCCAQMYCVNdVAn4JwmRd1Wc6iwACCCAwfQX82rpfdI8i02OrIn3oh3O1dHVP6PBVly7Qrtsy0mLAmIRJvjf5PYxm1/6BijQcOJrtR7uNjx7o4aXRbp9ut/rZp/Tpd/+1bvr4B/XMnx6Tv1nuj5mZdtpzX734Tf+oky94nq8ad1m07Q6qVEp65L7fj7uuzangW//9cf3uZ99TvV4LT9t+tz118cuvlsV/l8KKESYeeMn39o2wxeCH3K9eTUbTHPzI+O75CHqX/OUb9fr3flSHHn+67vjJd/WeV1+mz33wbeqUr+Xd7/BjQ8h18avfpCjK6T+ve4s+dM1L5OE/hY8Sjc9gSz77zp9+T+vWrA673G6XPXRic5TFA489tKyFXgAAEABJREFUWbPmztODv79N/pXpYYNJmEyF18MksGy8S9ZMO4ETD5qpxSfPCf1aUZmvrz1+iFaW5yiXi5SL4pLLxf/+mCKLwjsBZqbk5kffZIkpAggggAACCCCAAAKdIGBmMrNMmxJlWhuVITCFBGgqAggggAACCCCAAAKdJsBliU77jdAeBBCYDgL0YcsImFl449LMBu3QzML6J9b16CO/2lqPrUnCVFddulC7bUdocRDWBN5pD4n5qIH7HHbMqPZWLZX07JOPjWrbzdkol8tpl30O2JynDNrWR8H7wFUv0s2f+rCeXf54K7g4Y9ZcnX7pi7XXIUdpvLeF2+6g4vp1kxL0uinu14N33Rb6ZWZxf47UoSedNWSXyoV+VatJuNE32Gq7HX02qlJYt04P33vnqLYd7UYeRH3Z335AJ55/mUrFfv33h9+pr/z7h7fYKJWjaae/Rq74q3/UDrvvpTt+fItu+JuX6w93/Ho0Tx3zNmtXjH/UxuHquO/2X8pHWvQAak9vnw45/rQwKudeBx+p/rVrdM+vfzrmdo/liYX+daE9/typ8HrwdlIQyFrgJA8rnpSEFVfVFuq7zx6t1bW5iiKLSxSKWXKOFM/CuZLiW/tyfJcfBBBAAIHNFGBzBBBAAIGJEfD/b3rJsnYCi1lqUhcCCCCAAAIIINBdAvQWAQQyE7BQUzINi0wQQAABBBCYdgJPruvRv9+5k55Yn3x97RsuWajdt++Zdv3sxA49+dgjSkfSmzF7Tvga5dG0c+3qFVr2x/tGs+motvGvja1Wk6+b3mHXvXTCuYtHfN7iV71JV7zxncNu84tvLdH1f/0X+u33v9H6Otq5C7bSIcedOuxzRvvAd//3P/TJd71xtJtnup1/BfVXP/3PWv7oQ6HeKMppv8OOVe+MmeF++2TZA/dq9bNPtlYt3HZH7bL3psOgfqFh+dKk/taTM1g4ffEV2vOAQ1WvVcPvxcN0GVSbWRUeZvVROGfOnqunHl8qD4dmVvkGFeVyubCmUa/H+3o0LG/uZLR1/O4XP9D6NatC9dvuvLtOPH+x5i3aRo8/eK8y+h2EuoebWDRwqenZJx5vbdbpr4dWQ1lAIEMBDytemoYV64v043UnaFV1dtiD/9vrJdxhggACCCCAAAIIIIDAFBEws/AhGzPLrMUD/4vMrEoqykaAWhBAAAEEEEAAAQQQQKB7BJKxFRtT7Ovnuuf3Q08RmEgB6kZgegj4xfe0pD1K7/u8Xq+r3mjoyXV5fe6e3bS8P7lw//qLF2gPQoua6NvDd9+h9evWht34CGx7HnhYWB5q4iML5np65CGrB39/W6YjDD72wL3yUf18vx6cPPPyl2j/I473uxuVg487TfsdcYKWP/pgeOyo087TVe//pLbeYZdwP514uO9/P3Kd7v71T+SvNQ9O5Xv70oen7PzJxx7WNz//Ua1+9qnQB++X2dAXBh657y6lgdR5Cxdpn0OP1nC3BVtvGx4q9q/Tvbf9LCxnNembOUu77HOgvK3VSiV+7TyWVdWZ1bPPIUdp9rwFob51K5+d0JEft94+ea0W1q/VA3fdFva5uZPR1vH7X/1IS/94T/g70Ns3Q0efeUHY1b23/TLMJ3qy1fY7KZfvUaVU0kP33BF2NxVeD6GhTBDIUODkg2cqDSuu1lb6eeEUrSrPUq1WC6Veb8iL36/H50Z+3KrH6+JTpPD3N51n2CSqQgCBjhKgMQgggAACCExNAT9vTUtWPSCwmJUk9SCAAAIIIIBA5wnQIgQQQGCKCZhsirWY5iKAAAIIILCxQPIGpuIL8klI0YOKfjHeL87X4ovzHlr84gP76MninPDk1xFaDA4+yTVHZPPl0RYPBZmN/Davj7B2360/j38nyVcH77rfwTr85LOH3MWu+xygfL5Hq1c+rTt//oMhtxnrSm/HsgeSUJXXMX+rbfXCa96us5735/J++DovZyy+Upe/9s2qVcv63S9+6KtCWbTdjjrqtHPD8oaTpx9fKh/Vz19n/lXO6eOrn3lKlVI53PUgXd+sJCzr+/P97rTnvuGx9knyNbbv19/8y3/rgpe+vv2hLbrsXt+/8XPhq6lH2vFvvvd1+Siavk2+p1cHH3/aIE9f72XXfQ/SNjvuGkIxyx64V7f/+Du+ulXczf18RU/vDJ+FcuiJZ+iE8y4LyyNNdtx9H/U1R4Hsidux4x57D9rcf99eBq2M7/g6/33Ei5v88e2GfL1v8pnJBrPmLVCUy4c7C7beXv67Dneak2132k1DBV43DMqGzS1ST98MDXXzwO1WO+wUrB/5w+/lgcKhtlMWdTQrvvNn35UHUf2uB5OfeWKZbvvRt/xuJiX93W5YmRvutMd+YbUHbX/1na+G5R0zeD142LNSLoX6/PfW1/T2ffrfX3/t+INj+bfTn0dBIEuBkw+ZqUtOTM5tVmtr/ap0ulZXZqnaDCtWq7VkuVqVnw/VanV5qTfq8b8VcYkb4+dQksX3kw81ihsCCCCAAAIIIIAAAh0gYGYys0xbMvI7WSPsiocQQAABBBBAAAEEEEAAAQSyFeCSRLae1JaNALUggAACwwkkF9UHP5qMDDQQVvRR+jwAVatVVYkv0FcqVZUrFT25Nqf/fWh/PVWaFyrw0OJeO/SE5W6eLNh6u1b3PTQ1e27i01o5xIKH0GbOSgIS/vDMOUM/58df/aKeXPqIb6JZ8TZnLH7JRmGt459zqXY/4BBVK2Xd9sNb9OBdt4bt00mUzyl+h1p+M4sUtX0NrK/z4m32tvuyz/2+L6flJ//3P1q9Ihk10NfNnjtf5/7ZK/UPn/m6/unzt+i9X/qBzr/yNcrlIv3ka/8jD135dl48SHn0mc/VQcee4ncHlT43sEjrV6/Qvbf9ovWYPz8NPHmI65DjTg39vuDP36D9jjg+rn/jUQDPveIVOuCoE0O47/hzLx1VWK+1w2EWPGg3Z+FWag9NDrPpoNW/+PZNuuc3P2mFTQc92LzjffzFt29WsT8ZRXPHPfbR4le8sfnowOzEuC/zt9pGa1Y8rZ/GtgOPJEvF/vVqNOrhzna77qaTL3iePHjnr5WZzaBneHCYycP33ql1q1eFR6N8XkefeUEIo87falud84KX6+oP/Lv2OODQ8LhPemfM1CHHn6aX/90HdOAxJ/mqTZad9z5AM2bOCtsNZ7lLvE1P78ywTZTLaW7sHu7EkxXLH5e/vuNFeaBw8avfJP875CN9vvqdN+jCl76+FbqMopw84Piia96uC1/2Bn/KoJKL6973iOPC66n9Af9dnxBb+0iOyx99SN/83MfaHx60nEUdaYUeQH30vrvC3VqtFv/9vS3TEST3OOCwIUdEPWPxFVq0/Q5hNNBbvvCp1j6zeD0U1q9TrVoJfZoV/3t46MlnyUPG5734ldp5r/3CPv3B+Yu28VkowwUr58xbEB73Sfuy36cgMF6BUzyseEJyLF6tbfSb8hlaXZmpauvcp6pKfP5TLlfi86Fa/O9QVdX476n/Xa3V6vG/8Y241ON/g9O51PA/8ZsEDT+5Gm8DeT4CoxRgMwQQQAABBBBAYCgBPyf1MtRjY11HYHGscjwPAQQQQACB8QtQAwIIIIAAAk0BC/NkGhaZIIAAAgggMKUE/Fq6v3HpJb7a7pfY41lDVR9NqFk8rBgu1ntosVzWU+siLXnkAD1Vmh/6+pqLFqhbQ4secPJA10577BssfDJz9lydfMELhgwI+eNePJh12iV/ptnzB4I42+2yu5732rdsFKLykc9u/PgH9MQjD4TfzQ6776VXvONDuuhlb9AxZ12gK659py546eukhukHSz6vb/33x30XreKhs0OOP13+dbO+0vd5zJkXyNf7fS++7AG3Gc1wmwcpDz3hjEHbeAhyyUc/qGf+NDgo6GFEd/B5pVzSz76xRL+85WavdlDxfbzwDW/TC696m7z//hy3O+r0c1UpFvTTr39Zvo/2Jz10z+2q12syM+11yFF60w2f0+EnnaHbfvTtVriqfXsP0plZWJXL5+WhynBnjJP5W20rD0huvf1Owc/dPCA32upu+tSH4z7dFn5vwz3HrW754r+rf90aedDu8FOfo6s/8CmdcuELQ3ndez6qw055jp5d/rhu/OgH5KM3bljX/Xf+WmtWPBNWz5g1Vxe//Fq95G/erf61q/Wzb94Y1m9qcs9vf6o0EOivYQ+jvu0TS3Tm8/5cD99zh351y83ygI7X40HBK974Tg012qM/vmHx3/0RJ58tDwL6Yx5A9ZFC9zzoCL8bir8eDjvpLM1buCjc9xEn92sLFf7+Vz+OX3vLwmNmpj0PPFxvuO7jevnf/z9tveMu+sq/f1irnk4CtT19feHvx657H6Rffuum8Jz2if97t91Ou+klb363jjv74vCQ/15f9pbr4tfZkXr2icf1zc9/VP53Lzw4xCSLOtqrvf2n35GPSti/do0e+N1v2x8a9/LcBYv0vNe9VWcsvlLu7H//rnzTP+mw+Hfi+7vlS/++0etqvK8HDz0+/vAfw2vfX9dHxq/haz74ae281/7xa+mroU8++ud2u+4Vln3iwUpf58tp8deJBx3T+77s69L7zBEYj8Aph8zSxc2w4hrbVrfWztTq6kyVyxWVvJTK8dxLJV5Xln9ww0slPh+qhtBiPT5fqsbHqbp8tMX4BR//NDZqkv97sdFKViCAAAIIIIAAAgh0msC0bI+ZhfdUzCyz/hFYzIySihBAAAEEEEAAAQQQQACBsQo05JcjkulY6+jW59FvBBBAAIHJFkgvoPtxzJe91OsN1Wr15lce1uSjK3p4MVy4L5ZUjC/eF+L5k2sj3bz0AD1Vnh+6EUKLO/aE5W6ZeHjORxY854Uv14zZyehM3ncz0+77HxKCVP74Uaed56tD8WVfd9X7P6l9Dzs2BNTCA/HEA1rHnn1RCOV53fGq1s/S++/WR/7+dfrBTZ/Xiqee0JwFW+mUi16ky1/zZu17+DH6w+2/0qfe/SZ9538+3XqOL5z7olforR/5kvY/8oTwBrWv8/CQB348jOYhJi++7Ov8Md/GR8A79MQzw3O9Dl/nxcNyH3/n1fr1d7+mtStXtIIZlVJJ3sbPvv9v9e0vfNI3HVTKxaKeevzR+LypEUJS3n93OP3SF+vpx5fqv/6/d+iHN//XoOf4nW/+18d1322/DEE6f316WPL/PvNvQwYiffs7f/a9Vrt8xLo7fvpdXz2m4r8Ddzn+nIvlvxuvxMNSHpC77ks/ULuLPzZUKRX69dVP/7N8tL6hHk/XeVjz0+/5G/3u5z+Qj5a405776aK/uErnv+Q1mrdoa/3oK/+tf37zK+T+6XPa527/vS9/Rj4Cozv578Mt/uffrhsy2Nn+3HT5O1/6dHh9rVu9Mvxe6/Va/Fpbrm987qP6/Iferntu/YVWPPm4GvV6MPaQ5Zc/+v706cPO/TX/1zd8Xv7azuV7wnZmyd+R17zrX/Sqf7g+WL7zM1/XqSuMyhsAABAASURBVBe/qGVtZtrr4CPD3wd/jfpolDd+/IPyIFw6cl+pWNB9t/5cn3rXm/Tr7/2f/nBH8lrxx/9452/0xX/5pyHN6rWqfv6tm1Rcv06XvOJafeDGn+ov3vZBbbfrnrrjx7fIX+PDWYcOxJMs6oiraf140NS/OvnxB+8dss2tDcewcPvPvqs/PfLHED71v3dveN8ntM9hR+v+O36jz7zvrfrN976+Ua1ZvB58hMqlf7g7PqbUVI9fT48/dL++/JH3hf7536/Fr/wrzV2wsLVvf637ur//5E3y143PPRjrgdd0I1/2df78dB1zBMYicNqhM3XxCbPDU9dE2+m3tbO0qtyncrkcn+vE5zvxccvPd4rxOU+Yx+c/pbiUK9Uw4qKHFj3EnX5FtJ8/+YdAvEL/d9jnlHYBlhFAAAEEEEAAAQQmQ8DPTdOS1f4JLGYlST0IIIDAdBSgTwgggAACCCCwxQQs3pPJ4ik/CCCAAAIITD2B5E1LyefhYnu9rlq9FgImHlSsVGphdKHkAn5Z4aJ9fPG+v1DU8jWRvrL0ID1VXhA6/poLF2jvnXrDcjdMPnTNS/Tmy08esbz9yufo1h99q8Xhy75uU8/zultPai54+O1b//Vxve+1z9ffvuC0sN+3Pv80vfNlF4RA2dL7725uOTD79hc/pb994Rlh26H26eEhL0M95uv8uV7HQI3S6mefkgfV/ukVF+stzzsl1P22K87Sv/7tq/WHO37dvmlY9j77tv/v6hfrH156vv6urT0jPc+f7H3+zHVv0d+96Mywrw9c9aIQTPPHhioevPJ9ebs+/g9Xy0NuQ203mnX+O3CDocpQLsPV6aP0ffhNfy53Hm4bX++/Pw8GvvPPnxv66vt1K/99++/dLXy74Yr3/d2vXBye667//eF3ht/VcNsPtd5Dau96+UWhjrfGr633vfZ5+snXvhg29dEvP3jVFXrL80+VG3t4NjywiYn//kd6zX/iH6+Vv8bc1Ps8VEnt3Oijf//61mv67S8+R59+75tbIyHe/KkPh9eK1/XJd70xhGg1zK24fm14zfpry/f5lvi17H3/4r+8Z9RuWdSRNu+AI48Pi/fe9sswz3JSLZflgVj3Svvqfxf/47o3j2g03teDv/b/7W2vkf975a+nG/7m5a1/I0b6++WvY3/d+NzbO1Tx52dpRF3dJXD6YTN14fHJBw1W2Xb6TeVMrSr1yAOJ6XnOhnN/rFgqyc+HfJTFaq2marUazpd8dMVGfP7k51IN+UcaeX+gu15R9BYBBBBAAIEtJMBuEBiDgJnJzMbwzOGfEg3/EI8ggAACCCCAAAIIIIAAAgiMV2Bznu+XJDZne7ZFAAEEEECg0wT8ArtfaK/HF9zrzVEW04vx5fC1iBWFURZL5RBaLBSL8tDik2tNX1l2kJ4sJaHFV18wX/vu3Ntp3aM9CCCAQMcK7HXIUdpxj31CwPa2toBzxzaYhiEwhQVOP2yWLjguDStur1urZ2lNuVel5vlNOqJioVBSf3yuUygUm+c9JZVK8blQXPy8qFqpys+T/JzJi4+uWI/PofxcKi1TmImmI4AAAggggAACCEwTgYk4NyWwOE1eHHQDgS4VoNsIIIAAAggggMA0EUg+mZZMp0mX6AYCCCCAQFcI+BuWaUd92S+0J6FFyUcJ8q84rFZrza+ErspHEyqVSvFF+6LSi/nF+P76/qKeXCN99bGD9WQ5+WrPVz7XQ4s9Xj0FAQQQQGATAoccd6pmzZ2v++/4tTY1kuYmquJhBBAYQeCMEFacHbZYqe10a+1MrSn3qFgqJ6U5gnR/fG7jH8rwsKLP/bzHtynF2/n50MD5UU1+vuTnTX4upfDGQJiEffgkrPcFCgIIIIAAAtNfgB4igEAHCpiZzJKSVfMILGYlST0IIIAAAggggAACCExJARrdGQLJ2IqN8LVPndEiWoEAAggggMBoBTa8iO73fXSgej0+stXr8UX4msJF+UpVlUpFg0ZYLBS1vr+g/kIhnhf15JqGvrrsIC1vjrT4yucu0H67MNLiaH8XbIcAAt0hcNzZF+t5r32LTjh3sfpmztKRp56rQ044U6uefkq3/fDb3YFAL8cgwFPGK3DG4bP03OOSsOKqaAfdXj9ba0o98bmNhxVL8flMMSn9xfi8phAveymqUCipUPTRFeNSLsfnQ/E5UbUazo9q9ZrqtbjE5031+LwpfPgjnvj51Hjby/MRQAABBBBAAAEEEMhCwM9N05JFfV4HgUVXoCAwUQLUiwACCCCAAAIIIIDAZgiYbDO2ZlMEEEAAgY4RoCEtgeTNS6nhf+KL7bVaXV6qteTCvH/94VChRR95qFAsxhf3iyG0+JUQWkxGWnzF+fO1P6HFljELCCAweQJ9M2fJbHyXVcZbxwnnXaYL/+IqHXv2RVr8qjfpHz7zdT3/DX+nmbNn6/af3qInH3s4MyCLxtfXzBpCRQh0gMCZh8/Uc49NwoorbQfdVj1Lq8v5EFYsFEsK5zKFolojK8bnNem6YqmkkpdyRX4elI6w6GHFRggqNhTCis3zJz+fSrvcvpyuY44AAgggMIkC7BoBBBDoQgEzk5ll2nP+t5kpJ5UhgAACCCCAAAIIZC1AfQh0k0AyzmI39Zi+IoAAAghMF4H2i+m+3IgPao30onu9HkKL/nWH1VotvlBfVblcVrFUji/el8OIQwW/wB+XQnxx30dcfHqt5KHFJ0pJaPEvz5+vAwgtTpeXC/1AYEoKzN9qWz3nRa/Qom13CO3P5Xu0/1Enas+Djgj3RzPJoo6+GTMVtQUJ83E71Kjrth99W9/50qdH04xNbuOhyjMWX6md9tynte3ehxylw08+u3V/IhaoE4FOFTjziFk6/9g5oXkhrFg7U6vLudZ5TBpMTMOKPnJ0uq5QLKkYFx9h2s9/KtVaGFmxWquq3vxgRzh3CudNki/7jnzuxZcpCCCAAAIIIIAAAghMpoCfl3rJsg0EFrPUnHp10WIEEEAAAQQQQAABBBDoCIHkk2nJtCMaRCMQQGB6CdAbBLaIQPsbl75crzf80rvCvBlarMYX6SvV6iZCi8koRU+vbegrSw/Sn4oLQ/tf7qHFXfvCMhMEEEBgSwo873Vv1ds+sUSnXPgC5Xt6W7veac999Zp3/YvedMPnWuuGW8iiDq/7F9++SX/83W9Vq1bif19reuaJZbrpEx/Slz/6fn943OXcF71C7/zM13X+la/RjFlzW/V5UPOKN75Tf//Jm7TXIUe11rOAwHQXOMvDisekIyvuqNtqZ2mNj6xYKrc+dBE+eNFflIcUhwsr+siKlUo1nAN5WLHWFlasN+ryD3tMd0v6hwACW0SAnSCAAAIIIJC5gJmFERbNLLO6CSxmRklFCCCAAAIIINCdAvQaAQQQyELAAx0KoY4saqMOBBBAAAEEJkvAg4rpvn05hBXjI5zP67Waql6GCS36Rf5wwb9QDBf8faTFZ9Y19NXHDtYTxUWh2pefN08H7joQFgormSCAAAITLPDlj7xPb778ZL358qHLh655ySZbkEUdvpNSoV+fue4t+tsXnqG3Pv80feANf6Zff+///KFMyre/+KlQ93B9ffcrF+vBu27NZF9UgkCnC5x95Cyd1wwrrrAddWv1TK0p58KIiYPOW/qL8vOWkcKK5XJFlfgcqFqrqlarq+Ef7Gg01B5W9HMnN0nnvkxBAAEEEEAAAQQQQGCyBfz8NC1ZtaWzA4tZ9ZJ6EEAAAQQQQAABBBBAAIEOF/DPpZmsw1tJ8xCYIAGqRQCBaSXgb2CmHfJlDys2mqFFvzhf3URosb+/EAKL/hWK6/uLemZtXTcvO0hPlJLQ4l+cN18H7UZoMTVmjgACCCCAAALZC5xz5Gyde3QysuIK20m3VX1kxSiEFYulcpiHkGJ8rrK+4OcuhRBa9A9f+DlM+9dADxVWrNfrQ4YVs+8JNSLQYQI0BwEEEEAAAQSmnICZycwybTeBxUw5qQwBBBBAAIHOE6BFCCCAAAJTR6AxdZpKSxFAAAEEEBhRwIOK6Qa+XPdRhEJosR5GFGoPLfpF/HI5vvAfX/wvxcUv8vvFfg8BFIrF+OK/hxZrunnpwfpTc6TFl507Xwft3pfugjkCCEgCAQEEEEAgG4HnHDVbzzl6VqgshBVrPrKiKT1P8Q9XhPOUQkkhrNj8sEWxWFahWAphxlK5Ij+/qVSqG42sWB8hrOjnTWHHTBBAAAEEEEAAAQQQGEZgS6/2c1QvWe6XwGKWmtSFAAIIIIAAAggggAACCIxJIPlkWjIdUwU8aWIFqB0BBBBAYAwC7W9k+nJ9mNCihxfLzYv6PmKRhwHSr1n0MEDy9YolPbO2qpuXeWhxq9Calz1nng7eg9BiwGCCAAIIIIAAApkIeFDxnKOaYcVoZ91WO0trSgNhRf9QRXKesnFY0c9Z2kdW3DisWFedsGImv6cJrISqEUAAAQQQQAABBDYQMLMwwqKZbfDI2O8SWBy7Hc9EAAEEEMhEgEoQQAABBBBAQErGVvSvy0QDAQQQQACB6STgQcW0P75cHxRarMvDitVqLcw3DC36CEVpKMADAP2Fkp5dW9VXlh2sx4tbh2r//BwPLfL10AGj4yc0EAEEEEAAgc4WOPeo2TrnyNmhkc/azrq1cqbWlNQaWTE9LynE5yQbjqzo5yr+oYuRR1ZsqN6oq5G8BRDPkwU/R/ISdswEAQQQQAABBBCY8gJ0YLoJ+LlqWrLqG4HFrCSpBwEEEEAAAQQQQAABBBAYp4DJxlYDz0IAAQQQQKCDBfwNzbR5vjwQWmyoUa+HsGIILtZqag8t+ghFQ4UWn1lb0VeWHdgWWpyvQ/dkpMXUmDkCCCCAAAIIbL7AuUfP1tnNkRWftV312+qZWlseY1ixWmt9DXS9Vo/Pdxqqx+c8w4UVN6u1bIwAAggggAACCCCAwBYWMDOZWaZ7JbCYKSeVIYDAdBSgTwgggAACCCCAwJYSSMZW2FJ7Yz8IIIAAAghsOQEPKqZ78+V6a6TFRriIn46y6MHFNLToIxQNFVpc319sjrR4kB5rjrT4krPn6bC9xhdaTNvHHAEEEEAAAQS6S+C8Y2br7CNnhU6HsGLtDK0fRVjRR1rccGTFcqWqSlyqtao8rOjnPLVaTYQVAy8TBBBAAAEEOkKARiCAwOYJ+Ht5XjbvWSNvTWBxZB8eRQABBBBAAAEEEEAAgfELUMMmBZJPpiXTTW7MBggggAACCExJgfY3Nn3ZL+A31FC9Xt9kaLG/UFQhLuv7CyoUi0pCixV9ZamHFrcJHleeNU+HMdJisGCCAAIIIIDAJAlMud2ef+xsnXVEElZ8xnbVb6qna32poVKpHJ9zlML5h5+H9PcXtb5QUH98LtJfKMXr4xKfk/h2/iGLcrksDysmH8KoDgorNuLznUbzE4p+DjTlkGgwAggggAACCCCAQFcLmFkYYdHMMnMgsJgZJRUhMFkC7BcBBBBAAAE6SwbzAAAQAElEQVQEEEBg6gv45Qv5JYyp3xV6gAACCCAwQQLTo9r2i/S+XG+NtFgfMbToYYBCsSQfcbE9tLhiXUU3Lz1QywrN0OLZ83TEXjOmBxa9QAABBBBAAIEJFXjusbN15uFpWHE3/bZ6hvrLCucb/YWi/MMSPvewYn+x2BZWLIYwo5+fjBRWrPuHMvx/+kOEFf08aEI7R+UIIIAAAlNYgKYjgAACnSXg565pyaplBBazkqQeBBBAAAEEEEAAgakrQMsR6AAB/1yayTqgJTQBAQQQQACBiRXwNzjTPfhyfZShRQ8remjRwwPtocWV6yr6yrIDtayYhBavOGuujti7L90FcwQQQAABBAYEWEKgKeBhxTM2Cis2wsiKxVK5FVocPqxY0lBhxVqtLj+3qdfjeaOuoUZW9POfZjOYIYAAAggggAACCCDQ8QJmJjPLtJ0EFjPlpLKhBFiHAAIIIIAAAggggAACoxNoDrowuo3ZCgEEEOgwAZqDwOYItF+o9+V6vaF6fFG/Hl/cb8TLydcp1lSpVlUuV+JSDqGAkUKLNz96oJY2R1q84sx5OpLQ4ub8StgWAQQQQACBrhG44LjZSsOKT2s3/bZ2ptaXaq2Qon84Ih1ZcfDXQBebIysOHVas1+ry8xg/n/Hzmg3Din7O46VroOkoAghMWwE6hgACCCDQXQJ+Dusly14TWMxSk7oQQAABBBBAAIGJEaBWBBCY9gLJJ9OS6bTvLB1EAAEEEEAgCLS/0enLflHfL+77RX6/2D9caNG/fnGokRZXrfeRFg/S0sK2of4/89DiPnw9dMBgggACU0WAdiKAwAQLXHj8HJ1+2Kywl6ds9ySsWKyGkRX9/MI/HNEeVkzCiyX53B8vlUoqlsrhwxTlSlXJ+UpVHlas1xuq1+vy8xk/r/Gd+DlO+9yXKQgggAACCCCAAAIITCUBMwsjLJpZZs0msKjMLKkIAQQQQAABBBBAAAEEEBijQDK2YkPJfIyV8DQEEBhRgAcRQKATBdKL+N42X/aL+36R3y/2e2jRv1axWqsNGmnRQwLDhhbXlXXzsoP0aBpaPGOujtqX0KL7UhBAAAEEEOh2AQ8rnnbozMDwlO2hW6tnqr9U2+ywYqVS0VBhxVp8zuLnMX4+4zvxc5v2uS9TEEBgSwiwDwQQQAABBBDIUsDPa9OSVb0EFrOSpB4EEEAAAQS6WYC+I4AAAghkImCyTOqhEgQQQAABBKaSgL/hmbbXl/0iv1/sT0OLPmJRe2jRQwJDhRb7CwWt7y9qtYcWlx6oR/u3CdW+6PS5OnrfvrDMBAEExinA0xFAAIEpKnDR8bPVHlb8beV0FcpVlUol+ciJw42s2N9fCI/7dsVSWX4eMlxYsaH4T/NziH5O41Tp3JcpCCCAAAIIIIAAAghMGYG2hpqZzKxtzfgXCSyO35AaEEAAAQQQQAABBBBAAIFMBJrXNTKpi0qmngAtRgABBLpZoP1ivi+3hxbr9YZqtbqqtVprpEUPC3hooH2kxfD1jSG0WNCa9RXd5CMt9m8bWF94+jwdvR8jLQYMJggggAACCHSZwEUnzNaph6ZfA72nbq2dqUK5Jg8pDhdW9A9BeFgxOd9IvwZ645EVa/E5io+s2BgirNhlzHR3MwTYFAEEEEAAAQQQmEoCyXt12V7BIrA4lV4BtBUBBBBAYKwCPA8BBBBAAIEOF0g+mZZMO7ypNA8BBBBAAIEJEvA3P9Oqfbk9tDjU10NvKrS4Ng0tFrYL1b7wtLk6dn9CiwFj+k7oGQIIIIAAAoMELj5hjk49JAkrPml76rfVM9RfrLRGViwUimGE5v7+eF4oKL3v8/awop93VKpVVas1VWtV+QjQtVpd9Xrdo4ry8xbfsZ/DpPN02e9TEEAAAQQQQAABBDIVoLItKGBmYYRFM8tsrwQWM6OkIgQQQAABBBBAAAEEEEBgrAI+FoPCRY6x1jDxz2MPCCCAAAIITLxA+4V9X/aL//VGPQkDDBppsaZyuRK+ljEJE5TD1zV6uKB9pMW168u6aemBeqQ/CS0+/9S5OpaRFif+F8keEEAAAQQQ6ACBi0+co1MOmRla4mHFW6tnqFAaHFbsL5SSkGIzrOj3feRFP79I55VKVRt+DbSHFcO5iv9PvjnYjN/3naVzX56ahVYjgAACCCCAAAIIIDAg4Oe3aRlYO74lAovj8+PZCCCAQDYC1IIAAggggAACXS/gn0szWdc7AIAAAggggIC/AZoq+PLQocWqKtXRhRbXrCvppqUH6OH124Zqn3/aXB23fxJeCCu25IR9IYAAAggggMAWEbj0pDk65eDkeL9cyciKI4UVwwiL/cUQXiwUS/KwYqlcln9AolypaKiRFf1DFX6e4h3yc5b2uS9TEEAAAQQQQKCLBeg6AtNIwMxkZpn2iMBippxUhgACCCCAAAIIIIAAApMlMB322xyUYTp0hT4ggAACCCAwLoH0or9X4sseBvBQQPjaxXojfA1jtTa60GJ/oSgfafHmZQfp4eZIi887dY6OP2CGV09BAAEEEEAAgSkmsKnmLj5prk46KA0r7qVba2eqOMLIih5W9POFdKTm9rBipVodMqzYYGTFTf0aeBwBBBBAAAEEEEBgmggk781lewWLwOI0eXHQDQQmWIDqEUAAAQQQQAABBCZUIPlkWjKd0B1ROQIIIIAAAiMJdNRj/mZo2iBfbg8t1ocILZbLZRVLZZXi4iMjpaGD/kJBHkJYu95HWjxQD/VvH6q9/JS5OoHQYrBgggACCCCAwHQRWHzSHJ14UPKhhOW2t26tndE8Pyhp4PygpP7+gtb7OUJ/UX6e4OcN/rifR6QjK3pYsVKpyj8kUa/VVYtLvV73qKL8vMTN/Bylfe7LFAQQQAABBKaAAE1EAAEERi1gZmGERTMb9XM2tSGBxU0J8TgCCCCAAAIIIIAAApkIUAkCIwkkn0xrxJc9RtqKxxBAAAEEEOg2gTQE4P32ZQ8HpCMt1uuNEByoNkda9EBBGlr0kZE8dODhAw8heGhxfX9B69aXdPPSA/VQYQevUpedMlcnHpiMwBRWMEEAAQQQQGDcAlQwWQKLT/awYnJcD2HF6unDhhX7i0W1j6zo5w0eViyWSiqXK0rDirV6LYzsXCOsOFm/VvaLAAIIIIAAAgggMMkCyXty8RUsf2Muo7YQWMwIkmomWYDdI4AAAggggAACCCAwDQRMNg16QRcQQACBCRSg6q4U8DdF0477sr83moYWG0OEFiuVikrluGww0mKhWFQSWizqpkcO0IP9yUiL7eGGdD/MEUAAAQQQQGBqCbR/CGG59tatrbBiefDIij6qYnxOMFxY0T8AQVhxav3uaS0CCExTAbqFAAIIINAxAmYmM8u0PQQWM+WkMgQQQAABBBBAYOoK0HIEEJh8gWScxclvBy1AAAEEEECg0wQ8qJi2yZdHCi2GUZEqleaISgMhBQ8rpqHF9f1F3fSohxaTkRbbvz4y3Q9zBBBAYLoK0C8EppvA5SfP1QkHzAjdWm776LfV09rOA4oqFEryY3864jJhxUDFBAEEEEAAAQQQQACBUQkk78VlewWLwOKo6Me9ERUggAACCCCAAAIIIIAAAiMIJJ9MS6YjbMZDCCDQ6QK0DwEEJlDA3xxNq/flDUOL9Vpd1VpVlWot+SrHDUKLxaKHFQpKQ4v9/SUteWR/PdCfhhbn6uSDk6+RTPfDHAEEEEAAAQQ6W+DyU+bq+APTsOK++m3l1LaRlosqFIrqj4vPw4cXQngxPh/wdfG5QalUjrcvi5EVO/v3TOsQ6EABmoQAAggggEDXCJhZGGHRzDLrM4HFzCipCAEEEEAAAQQmVoDaEUAAgeks0JB/Ni2ZTud+0jcEEEAAAQTGJ+BBxbQGX24PLdbrDW0YWiyXy2GEJQ8rFoolFYtlhbBCMfl66EKhpJse2V9/XJ+EFi85cY5OPoTQYmrMHIHJEWCvCCCAwOgEnnfqHB3fHFnxCe2j31ZOUalckYcQC/GxvlDwsGJJ/f0F9Yf7pXAekJ4X+HbFUin5oEO1GkKLtXotnE/UanXV6/X4/+oN+fmGt8jPPdrnvkxBAAEEEEAAAQQQQGC6C/h5cFqy6msSWMyqNupBAAEEEEAAAQQQQAABBBAYk4B/Ls1kY3ouT0Jg1AJsiAACCEwDAX+DNO2GL3uIoN6oh1BBCBfU6q2RFpPRFsshvODhhGSEpSSsEL4WslBQoVDSzY+2hRZPmKNTCC2mxMwRQAABBBDoSIHnnzZXx+2ffMhgue2nW6sDIyv6Mb7QFlZcHx/v+/uLrbCinw/4eYGHFX1kxXKlQlixI3/LNGpcAjwZAQQQQAABBBDISMDMZGYZ1ZZUQ2AxcWCKAAIIIIDAuAWoAAEEEEAAgfEK+CiL462D5yOAAAIIINANAh5UTPvpy2lo0Zfr7SMtVqrNr4guh9BiqVRSoRiXQkkeVvARlzzEUIjve2jx/uZIixefMEenHjIr3QVzBAYJcAcBBBBAYHIFXnDaXB2734zQiCdsP/22cnI4znsI0cOKyYjKRbUf5/24nzxeDCMwlsrlEFKsVKuqVmvykRVrPq/Vw4cgGj62YvM/6X5+4TtL575MQQABBBBAAAEEEJj+AvQwEfDzYC/JvWymBBazcaQWBBBAAAEEEEAAAQQQQGAcAskn05LpOKqZ+k+lBwgggAACCIxaoP2NUl9OQ4v1ugcNGuHrHKu1ajOMUFO5vOnQ4lfCSIs7hjZcdMJsnXZoMnJTWMEEAQQQQAABBCZd4IWnzdUxbWHFW9vCiv6hBA8rejixUCgq/VBCet/npZKfDwyEFX2ExTSsWPcPPcTnEQ3Cilvi98w+EEAAAQQQQAABBKaIgJmFERbNLLMWE1jMjJKKEEAAgU4XoH0IIIAAAggg0LkCybANflGkc9tIyxBAAAEEEOg8AQ8qpq3y5RFDi5XqMKHF0qARmG5+dD/dvy4JLV54/JwpGFpMRZgjgAACCCAwvQReePo8Hd0MKz6u/bRxWLGk9f2FQcd1Dyl6eNHDjIQVp9frgd4ggAACCCCAAAIIbBmB5D23+AqWv/GW0S4JLGYESTUIIIAAAggggAACCCDQBQIT3EWTTfAeqB4BBBBAAIHpJ+Bvmqa98mV/77TeqIevcwwjJdXqCiMtVmuqxGXjkRaL6i8MDi1+Zel++kNbaPH0w2alu2COAAIIIIAAApMg8KLT5+roffvCnh/X/rq9OvA10B5G9FCihxXDvFBQIT62p/f98eHCivX4PCGcL2w4sqKfUMR783OLeMYPAggggAACCCCAAAJdK2BmMrNM+09gMVNOKkMAgfEI8FwEEEAAAQQQQKDbBZJxFrtdgf4jgAACCEx3gYnoX3uYwJc9Y5CGFmseRIhLtVZVpRKXUYYWv9oWWrzguNk683BCixPxu6NOBBBAAAEENiXwojPm6qh9Z4TNHrcDdHv1JJXKFRWLJXkY0ef9hWK8XNT6mf115AAAEABJREFUtrCir/fHPaxYLJXCeUC5UgnzWr0mDyvW4nOEOmHFYMsEAQQQQACBrAWoDwEEpodA8l5btlewCCxOj9cGvUAAAQQQQAABBBBAwAUoU1Yg+WRaMp2ynaDhCCCAAAIITKqAv3maNsCX09CiL4cwQq2ejLRYqarspVxWsVRWqVSShxkKheKgkRb7+4vy0OJ9a3cM1Z5/rIcWZ4ZlJggggAACCEyyQNfs/s/OnKuj9hkIK94xRFgxjKRYLMrnfvz2uR/X/fheio/1xfhY7x9a8LBitVoL5wO1eB7ODwgrds1riY4igAACCCCAAAIIjE3AzMIIi2Y2tgqGeBaBxSFQWIXA0AKsRQABBBBAAAEEEEBgogQa8s+mJdOJ2gf1IoAAAgiMToCtprKAhxPT9vvycKFFDyt4aLFSqYQRmoYKLfYXi/LQw9eW7af71u0Uqj3/2Dk68whGWgwYTBBAAAEEEJhggT87Y56O3DsNKx6o2ysnhg8bpCMneigxhBPjY7bP/bgdRlosFFvbDRVW9JEV6/WG6oQVJ/g3SPUIIIBApwvQPgQQQACB0Qgk77E15PPRbD+abQgsjkaJbRBAAAEEEEAAAQSyEaAWBBAYVsA/l2ayYR/nAQQQQAABBBAYnUD7m6e+3B5arHs4oTnSYhpaLJfLmw4tLt1X965thhaPma2zjyS0OLrfBlshgEDXCtBxBMYp8OIz5+nIffpCLY/pQN1eOaEVQvSREz2sGMKJw4QVSyU/vpflIytWqlX5cb9aq2qosGJyvuAfI1SmF2FD45kggAACCCCAAAIIIDDFBcxMZpZpLwgsZso5uZWxdwQQQAABBBBAAAEEEJjaAsnlkandB1qPAAITL8AeEEBg0wIePEi38uU0tFiv11XfILRYqdbkocWiBxtKJQ2EIErq7y8oHWnx/5btq3ubIy2eezShxdSXOQIIIIAAAlkLvPisuTp87ySsuEwH6o5qElb0EOLAcboYH7OLra+B9gCjFz+e+wiMxfiYnoYVfT5cWDFte3K+wP/KUw/mCCDQGQK0AgEEEEAAgU4QmIhzZQKLnfCbpQ0IIIAAAggg0CkCtAMBBBCYJIHkk2nJdJKawG4RQAABBBCYZgL+ZmraJV9uDy3WavUwwlK1Vg0jL6VfD52GHAbCEKUQWlxfKMTzov5v6b66pznSoocWzzlydroL5gggMLUEaC0CCHSowJVnz9Phe80IrfOw4p2jCCv6SIte0uN4qVxWuVxRuVIJx/lavRaO++FDC/W6Gv6nmU30c4SwMyYIIIAAAggggAACCCAwpICZhREWzWzIx8eycgsGFsfSPJ6DAAIIIIAAAggggAACCHSDQHKlxC+adENv6eN0F6B/CCCAQOcItIcQfDkNLfpyrS206F8TmYYWPeRQKpXUHlr0EZvS0OLXl3locefQyeccPUvnHDUrLDNBAAEEEEAAgfEJXHnWPB22Zzqy4kHysGKpXFGpVG47LhfVXyi0Rlb0oKIfp/247SMrlpphxcomvgbaW+rnA+1zX6YggMDmCLAtAggggAACCHSDgJ83pyWr/hJYzEqSehBAAAEEENgSAuwDAQQQQGBaC5hsWvePziGAAAIIIDAZAv6GarpfX950aLGqYqmsUltocX1/UR6GGAgt7qO71zZDi0fN1rlHE1pMjZlnJEA1CCCAQJcJvOTseTpsr2ZY0Q7WndXjVSpX5CFEDyP6cdjDiR5WDPP42OxzX++Pl8rxsTsuPrJie1ixUW8ofEhhiJEVk/OC5AOEXcZNdxFAAAEEEEAAAQQ6RWAKtMPMZGaZtpTAYqacVIYAAggggAACCCCAAAIIjF2AyyRjt9ucZ7ItAggggED3CXggIe21L48cWqyoUqmo2BZa9LDEhqHFbyzz0OIuodqzj/TQ4uywzAQBBBBAAAEENk/gpefM06HpyIp2iO6sHBeOw3789TCihxI9nNgeVvR1oRRL8hEYvWxuWHHzWsnWU1GANiOAAAIIIIAAAgiMXyB5Ly3bK1gEFsf/e6EGBBBAAIEBAZYQQAABBBBAYEwCySfTkumYKuBJCCCAAAIIILAJAX9zNd3El0cOLVZHGVrcW79fk4YWZ+m8Y7omtJhSMkcAAQQQQGBcAi99znwdskcysuJSeVjx2BBW9ADicGHFJLxYlD/u2/noipVKfOyuVlWt1lStVbWpkRXH1WiejAACCCCAAAIIdI8APUUgjK5oZmGeFQeBxawkqQcBBBBAAAEEEEAAAQQQGLNAQ/7ZtGQ65kp4IgIIIIAAAghsQsCDiukmvjz20GJJ6wsF9fcX9Y1le+vutbuGas86YpbOO5bQYsBgggACCCCAwCYE/vw583TI7r1hq6U6VL+rDh9WXN+fHHc9rOgjKyYjIZeVhhXLlYrSsGK9Vh/xa6DDDjtiQiMQQAABBBBAAAEEEOh8geQ9tIZ8nlVrCSxmJUk9CCAwNQRoJQIIIIAAAggg0KECFrfLZPGUHwQQQAABBBAYt8AIFbS/uerLow0tFoulMJKTz9PQhIcWPTTxjWV76e61u4W9nnX4LD2X0GKwYIIAAggggMBwAi97zjwdvHsysuKjIax4zLAjK/pxt1CIj8OFogpe4mOyH4+HCyvW6w3V63U1/I9/OjBuRHLMb96J7/ODAAIIIIAAAtNEgG4ggMCEC5iZzCzT/RBYzJSTyhBAAAEEEEAAAQQQmP4C9HDiBLh0MnG21IwAAggggEC7gIcW0vu+vOnQYjWM4FQqlUJo0cMSPsKTj7DooUWff33pHvr9mmSkxTM8tHgcIy2mxswRQAABBKamwES1+i/Ona+D2sKKd1UHwop+fG0dZwsFtYcVw2PFkkqlZGTFcrmiDUdWrBNWnKhfG/UigAACCCCAAAIIdKlA8t5ZtlewCCx26YuJbnesAA1DAAEEEEAAAQQQ6EqB5JNpybQrAeg0Aggg0G0C9LcDBPzN1rQZvpyGFuv1umq1uupxqdaqqlZrIQxRqVRbIz8VS+UwwpMHJzys6KHFQqEkH2nxrjS0eNgsXUBoMSVmjgACCCCAQBD4i/Pm68DdesPyUjtcHlYslSshhOjHVR850ef9mwgr+nG5Uk2O09VaLRy364QVgysTBBBAAIGOEqAxCCCAwJQXMLMwwqKZZdYXAouZUVIRAggggAACCCCAQGcI0AoEpqJA8sm0hpL5VOwBbUYAAQQQQGAqCnhQMW23L3to0Y/Hvlyr1UP4obpRaLEkD1O0hxYLhaKS0GJR31y2l+5ak3w99OmHzdKFx81Jd8EcAQQQQCBTASqbagIvP2+eDtw1CSs+qsP1u8pR8rCiH1cLxeT4OhBWLKpQKMWlKF/nj6cjK3pYcWBkxVp8vI4LYUVxQwABBBBAAAEEEEBgIgT8fbK0ZFU/gcWsJLulHvqJAAIIIIAAAggggAACEyZgsgmrm4oRQACBzRJgYwS6SMDfcE2768seWqw36vLl2jChxVK5HEKLHp4oeFixvxgCFQOhxT111+oktHjaYTN10fGz010wRwABBBBAoCsFXn7efB2wa1/o+yM6THdVB4cVk+NpQcnIislxtb/f78fLxVIYgdGPvxt/DTRhxYDKBAEEEBirAM9DAAEEEEBgEwJmJjPbxFab9zCBxc3zYmsEEEAAAQQQQGDcAlSAAAIIDCfA+IrDybAeAQQQQACBiRXwcGK6B18ebWjRR3oaHFosDYy0+Nie+t3qXUO1px46SxedQGgxYDBBoIsE6CoCCCQCf3m+hxWTkRUf1uH6ffVo+UjF6ciKaVixUCxqffNDAL6uUCzF25VaYUUfWbFSraparalaq6ruHyxgZEVxQwABBBBAAAEEEEBgIgWS98qyvYI13QKLE+lP3QgggAACCCCAAAIIIIDABAkkn0xLphO0C6pFYHoJ0BsEEEAgcwF/8zWt1Jc3FVr0EZ58pKfBocXCoJEWv/XYXvpdc6TFUw+ZpYtPmJPugjkCCCCAAAJdIfCK8+dr/13SsOIRurt6lDysuNHxsy2s2D6yYrFYlh9vPaw48DXQbWFFHxVZDflx20GTY3i2F1O9XgoCCEyaADtGAAEEEEAAgUkWMLMwwqKZZdYSAouZUVIRAggggAAC00WAfiCAAAIIbHmB+OJKvNNkGi/wgwACCCCAAAKTIuAhh3THvuzhB/966Hq9rpqP4hSXaq0qD034CE9DhxaLg0KL3358T/1uze6h2lMOmalLTiS0GDCYdIAATUAAAQQmVuAVz52v/ZphxYcaHlY8csSwYggq9hfUGlmxPFRYsTYwsqKHFeODdfwTOpIcuwkrBgwmCCCAAAIIIIAAAgi0BMa3kJ5n+3x8NQ08m8DigAVLCCCAAAIIIIAAAggggMCkCfjn0kw2aftnxxkLUB0CCCCAwJQVaH/z1Zc9BNFQQ+2hxVq9NorQYknrCwX19xf1rWV76M7VSWjx5INn6tKTCC1O2RcIDUcAAQQQGJXAqy5YoP12bo6sGB2pe2oDYcX+QjE+Pha0PoQTi/E8ud/+NdA+CqN/ZbR/OGBgZMWa6rW4pF8DHR+k45/QnuSYTVgxYDDZsgLsDQEEEEAAAQQQmOYCZiYzy7SXBBYz5aQyBBBAAIEtIcA+EEAAAQQQmK4CXFqZrr9Z+oUAAgggMNUEPPSQttmXPQzRUPwnXqjV6qrHZdOhxSSs6KFFD2B8+7E9dEfz66FPOojQYuo70pzHEEAAAQSmpsCrnjtf++zUExr/kB2pu8tHtEZW9LCiHxfDvFgcNqxYKpVbHw6oVmuqelDRSxpWDMflsAslx2r+R51oMEUAAQQQQAABBKaeAC3ubIGJON8msNjZv3NahwACCCCAAAIIIIAAAl0hkHwyLZlukQ6zEwQQQAABBBDYhIC/GZtu4suNhlRvfvVkrTa60GIIYxSKSkOLtzy2p+5Yk4y06KHFy05mpMXUmDkCCCCAwPQQePUF87VPc2TFh+wo3V0+fMiwYn/BR1gshpEWPcCYfg20j6zoYUUfWbFSrYqw4rhfF1SAAAIIIIAAAggggMC4BMwsjLBoZuOqp/3JBBbbNVhGAAEEMhGgEgQQQAABBBBAYHMFGuEJDSXzcIcJAggggAACCEy6gAcV00b48uDQYl21ak2bHmmxqP7+Yggt9vcXdMuyPXT76iS0eMKBM0VoMRVmjgACCCAw1QVefeEC7b1Tb+jGg/Kw4mEqlSsqFktKQ/w+97BifyFeFx8XQ1ixVFIxlLJKpbI2J6wYdsYEAQQQQAABBBCYUAEqR6C7BZL3xBphZPOsJKKsKqIeBBBAAAEEEEAAAQQQQCAzgS6tyGRd2nO6jQACCCCAQOcK+Juyaet8OQ0t1ut11euNTYYW05CGhxb7ix5eLOg7j+2hO1bvGar10OLlJ88Ny0wQQAABBBCYqgKvuWiB9t4x+RroB+0o3VNJwooeQPTREz2Y2F+Ij4OFgvrbw4oeVCx6YHETYUUf5Vh+kTQR8mTl1mwAABAASURBVGNyssQUAQQQQAABBBBAAAEEJlLAzGRmme4iyrQ2KkMAgSkhQCMRQAABBBBAAAEEOlOA8RU78/dCqxBAAIGpKkC7sxNoD0X4socWG2qo3hZarNaqqlTiUq2GkaFK5SR40V8oqhXS6C/KQ4t+/5bHdtPtq/cIjTz+wBm6/BRCiwGDCQIIIIDAlBN4zYULtNcOaVjxaN1bOTyMrOhhxUHHwUJB6/1Y2BxZ0Y+JHuwvlpJj5rAjK3pYMT74xj/BJjkWN8IIL74cVjJBAAEEEECgiwXoOgIIIDCRAn7O7SXLfRBYzFKTuhBAAAEEEEAAAQS6RYB+IpCxgIX6kmlYZIIAAggggAACHSbQ/sasL3tootEWWqzX6houtDhoZKn+otYXCiHE+J3HdtftzZEWjz9ghp5/6pwO6zXNQQABBLpeAIBNCLz2ovnaqzWy4jG6t3KY0gCihxU9kOjz/vjY52FFD+2HUirJA43ptsOGFev1ZjAxaUhyDObjfokGUwQQQAABBBBAAAEEJl7AzMIIi2aW2c4ILGZGSUXZCVATAggggAACCCCAAALdJtCQX25Jpt3Wd/qLAALdK0DPEZh6Ah6SSFvtyxuGFhv1xmaFFvv7C/rOY7vptlV7hmqP3X+mnn8aIy0GDCYIIIAAAh0v8LqLF2jPHXpDOx+MjtE95UNCWDENKXowcX18rBsqrOjbeKDfQ4sjhhXj/y378dZ3khx7/X/Pfo+CAAIIIDB1BGgpAggggMBUFkjPw32eVT8ILGYlST0IIIAAAggggEAnCdAWBBCYcgIWt9hk8ZQfBBBAAAEEEOhkAX9z1ou30eceovAPHfjXQ9dqdW3OSIv+VZgeWvzu47vpttV7eZU6dr8ZegGhxWDBBAEERiHAJghMksDrL16gPbbvkd8esGN0T+kQlcoVpUFEDysONbKiH/t8m1GNrEhY0XkpCCCAAAIIIIAAAghMqoCZycwybQOBxTFw8hQEEEAAAQQQQAABBBBAYCIEGCdiIlSpE4GxC/BMBBBAYDQCG4YW6/XGkKHFYvOrL300qVaIo78oD26E0OJju+rWVXuFXR6z3wy98HRGWgwYTBBAAAEEOk7gDZcs0O6tsOKxurd8yKjDiqVSWR5W9NBipVJVpVpVtVpTtVaLj59x8eNoo+5RRfmHAhTf/Fgbz/hBAAEEJkyAihFAAAEEEEBgeAE/H/cy/Bab/wiBxc034xkIIIAAAgggMH4BakAAAQQQGCSQfDItmQ56gDsIIIAAAggg0KEC7W/U+rKHKhpqqF6vxyWe1+qq1qpKwxg+L24itPi9x3fVb1cmXw999L4z9CJCix3626dZmyHApgggMM0E3nDJQu22XTKy4h/lYcWDhw0r9hdK8pC+Fw/oe0hxw7CiHx+rG4YV44Nq/BPk/BgbFpgggAACCCCAAAIIIIDApAiYWRhh0cxG2v9mPUZgcbO42BgBBBBAAAEEEEAAAQQQmAiBZGzFhpL5ROyBOqejAH1CAAEEEJhsgfYQhS97uMKP50OFFsuVSggvDhdaXF8oyEda/P6fdtNvmyMtHuWhxTMYaXGyf8/sHwEEEEAgEbjqUg8r5sOdB6LjdF9l5LCiH9c2FVasedDfA4vpyIrxwTT+CftIjq3xkTVe4cthJRMEulKATiOAAAIIIIAAApMn4OfiacmqFQQWs5KkHgQQQACB6SVAbxBAAAEEEJgEAZNNwl7ZJQIIIIAAAgiMR8DfsE2f78uNhtSI/2wYWvSvuxwptFgolNQKLT6+q36zcq9Q7VH7zNCfnUloMWBMxIQ6EUAAAQRGJXDVpQu067ZJWPGPdpzuLR004siKQ4UVS6VyCO9XqskIxKMJK46qcWyEAAIIIIAAAggggMCmBHh8zAJmJjMb8/OHeiKBxaFUWIcAAggggAACCCCAAAIITIJAYxL2OZG7pG4EEEAAAQS6RSAJKiZH8mR5+NBiGtIolkoqlcoqFJOvy+wvFNUeWvzBn3bVb1btHQiP3HuGrjhjXlhmggACCCCAwJYWuHrxQu26bfNroO143VcePqy4vr8YRgwuxMe19q+B9mOef/1zehwcFFas15UeP71vyXJyXPX7lM4XoIUIIIAAAggggAAC01dgIs7PCSxO39cLPUMAgektQO8QQAABBBBAYFoJJJ9MS6bTqmN0BgEEEEAAga4S8DdwvcM+H26kxfawRrFUUtEDi1482BGXQvtIi4/trF83R1o8Yp8+vfhMQovuS0EAAQQQ2HIC1yxeqF22SUZWvN9O0H3lA0ccWbEQjmVFbVZYUQ35cdN75cdQn1MQQAABBBBAAIEuE6C7CHSsgJmFERbNLLM2EljMjJKKEEAAAQQQQAABBBBAYGoJdFJr44szcXOSabzADwIIIIAAAghMeQEPXHj4wo/v9Xpd9XpD9VpdtXpt0NdhlsrlYUda9NDHDx7fRb9emYy0ePjefXrxWXOnvA0dQAABBBCYGgLXXLZQOzfDin+w4/WH8gEqlspqD9uv7y+ov+ClJP8a6FCKxbCNb1uKt0/D+tVqLT4OxsfEWi05LsbHx8YQYUU/hmYrRG0IIIAAAggggAACCCAwVgE/P0/LWOvY8HkEFjcU4T4CCGQjQC0IIIAAAggggAACmyXgn0sz2WY9h40RQAABBBCYdAEasJGAv4GbrvTl0YQWi6XSoNCihz8KzZEWC4WifvD4zvpVGlrca4auPJuRFlNj5ggggAAC2Qv4wCnXXLZAO2+djKz4BztB95cPVBpALDRHBg7Hq3h5fX+xFVYsxMc0DzSm26ZhRZ9XPajoxUP8jbpHFRlZMftfHzUigAACCCAwMQLUigACXStgZjKzTPtPYDFTTipDAAEEEEAAAQQQQCA7AWrqPoFG93WZHiOAAAIIIDAtBTyomHbMl9tDizUfZbFaU7VWCyMtliuVMG8fadGDHh4C6e8van2hoEKxqB+G0OI+odrD9uzTSwgtBgsmCCCAwHQQ6KQ+RPGFyGt9ZMWte0Kz/mAn6v7yASqVKxuF6/sL8XGqPz5OxXMfWXGksGKtXlc9PvaFEYc9rBgfHOOfsI/kWNlQOg8rmSCAAAIIIIAAAggggEBHCEzEeTqBxY741dKISRBglwgggAACCCCAAAIIdJBA8sm0ZNpBzaIpCCCAwNQXoAcITJqAv5mb7tyXPZTRUEN1D2z4yFK1JLRYrdbkocVyuSIfadHDioViST73IEgILXoYJIQWd9KvVuwdqj10zz699BxGWgwYTBBAAAEEMhHIxVcNr718gXbcKhlZ8T75yIr7y0dL9OOSH5985F8P1Rfi41JynCqE0RXHG1bMpANUggACCCDQzQL0HQEEEEBgggTMLIywaGaZ7SH+r0dmdVERAggggAACCCCAQFcJ0FkEEMhOIBlbsaFknl291IQAAggggAACkymQBBWT43uyrPho3xgUWqzVa/LQYqVabY20mIZCfJ6EQZojWBWL+uGf/Ouh9w3dOmSPPr30OfPDMhMEEEBg4gSouRsEPKx4zeKF2mFRM6xoJ+qPlQNCWLFUKqtQLKk9rLi+v5gEFQtFDQ4rJiMHp8e1QSMr1uvNURQT0eTYmBwnkzVMEUAAAQQQQAABBBBAoNME0vN2n2fVNgKLWUlmXQ/1IYAAAggggAACCCCAQNcJmKzr+kyHEeh6AQAQQKArBNI3dH2+8UiLdVVrVVUqcRltaPHxHfXLFc3Q4u69etlzGGmxK15IdBIBBBCYIIF8ZLr2skXaoTmy4r06UX8sJyMrbn5YsaJhw4oe22/mE/2YOEHdoVoEEECgMwVoFQIIIIAAAlNUwMxkZpm2nsBippxUhgACCCCAAAKdJEBbEEAAgakm0LxuM9WaTXsRQAABBBBAYDMEPKDRHlqs1eqqx6XaDC3610N7eLFULisNiQw10uKP/uShxf3Cng/avU8vO5fQYsBg0pUCdBoBBMYukM+Zrrl8obZflAuV3KuT9EBlIKzoI/2OfmTFymaFFf2YGHbKBAEEEEAAAQQQQAABBDpWwM/bvWTZwLEGFrNsA3UhgAACCCCAAAIIIIAAAl0ukHwyLZl2OQXd7zQB2oMAAgggkJFA+xu7vtweWqzXG2rExUOL1WpNHloslysqlkpKw4oeFvHQSH9/Uev7CyoUi/rRn3bQL5ojLR60m4cW52fUWqpBAAEEEOgGgZ686drLF2j7he1hxf1ULJVDaN6PO34cSo87I38NdGWzword4EsfEZhiAjQXAQQQQAABBBAYUsDMwgiLZjbk42NZSWBxLGo8BwEEEEAAgUwEqAQBBBBAAIFUoCEfXTGZpuuYI4AAAggggMB0E/CgYtonX24PLdZq6UiLNXloMf06zfaRFjcMLfYXCvrxn3bUz59Nvh76oN169RfnElpMjTtnTksQQACBzhPo6ZGuXbxA2y3Ih8bdayfrgUrGYcVGPf6/bvw/Xf8Pb7yX5Njn95MSr+IHAQQQQAABBBBAAIFpJDA9u9J+Hp9VDwksZiVJPQgggAACCCCAAAIIIIDAOAT8c2kmG0cNXfpUuo0AAggggMAUE0jf5PVmJ8sKYY56va56vaF6raaql2qtNVJVOuJioVhSe2jRR77y0OJPnvDQ4n5epQ7crVd/ed68sMwEAQQQQACBoQT6fGTFxYu07cIkrHiPTtYD5X1HHFnRjz+hNEf/TUZhrKhSiUu1Gs+rqvmxLD6GheOZhxUbDcU/oQnJMa+ZXAxrmCCwmQJsjgACCCCAAAIIIDApAmYmM8t03wQWM+WkMgQQQGB6CdAbBBBAAAEEENiyAly62bLe7A0BBBBAAIHJFPDghu/f5x7maKihugc92kKLlUo1hBbTr4culcoaKrRYKBb1kyd20M+eTUKL++/ap788f/QjLXo7KAgggAAC3SHQ12O65vKF2nZBLnT4Hp2iBzcYWdGDiev7C+GYs76/qP542UthHGHFsDMmCCCAAAIIIIAAApMqwM4RGItA8t5VtlewCCyO5TfBcxBAAAEEEEAAAQQQQACB0QmMcqvkk2nJdJRPYTMEEEAAAQQQmPIC/oavd8LnQ4cWq2HEqkpz5KpSuSwPLfqoVh4mCSMs9heVhEqK+ukTO+inz+zrVWr/XXr1CkKLwYIJAggggEAiMKPXdO1lC7XN/GZY0U7VA+V9VGwGEf24kh5fCsVSOL6EoGKhqFGHFet1pcc136svt899eZoWuoUAAggggAACCCCAwLQUMLMwwqKZZdY/AouZUVIRAghseQH2iAACCCCAAAIITBeB5JNpDSXz6dIr+oEAAggggEA2At1Riwc6NgwtNuoNVWvVTYYWC4VSCJUUikX9bPmO+mlzpMX9dunVK5/LSIvd8QqilwgggMDIAjP7Il27eJG2boYV79apeqC0tzwMXyyWVPBSKMpDi148DJ+GFfvj44tv44H5UqkSH5fi0gzT1+p11Ws11eNjVj1e9v/X+vHMW+PHtva5L1PDK3dCAAAQAElEQVQQQAABBBBAAIHhBXgEAQQ6UcDP69OSVfsILGYlST0IIIAAAggggAACCExFAdrcUQIm66j20BgEEEAAAQQQmHgBf8M33Ysve8jDwx4e+qjVPARS3yi0WCyVBo20mIRKiiG02F8o6GdP7KCfPLNfqHbfnXv1qgsWhGUmCCCAAALdKTCz13TN4gXaan5yWfBunaaHKvsMG1b0wGIIKxZL6o8LYcXufN3QawQQQAABBBBAAAEEXMDMZGa+mFlJ/meSWXVUhAAC7QIsI4AAAggggAACCCCwOQKMr7g5WmyLAAIIdI4ALUFgvAIeVEzr8OX20GLdR6yqDR1a9ADJoBGx+tORsQr6+XIPLe4fqt1npx696gJGWgwYTBBAAIEuE5jVZ7r28oXaal4u9DwJK+4lD79vdBxJR1jsL6jQXC766IqlskobjKxY9VEVvfhxqlFXw/80/1ObHMviNX5AC3tlggACCCCAwPQQoBcIIIBANwqk5/dZ9p3AYpaa1IUAAggggAACCCCQtQD1IdAlAskn05Jpl3SZbiKAAAIIIIDAIIH2N3+TZXn0Q/V6PS4N1YcILfrXeJZK5cFf49kMLRaKRf18+fb6ybNpaLFXr76Q0OIgdO4ggEAnCdCWCRCYNSPSNZct1KK5zbCina4Hyx5WLKtYLA0+fjQDimFkRV+OHy/Gx5JifJwpl6uqVCqqVH1eVS0+NjXiUouPTXUPKzYain9CD5JjWDO5GNYwQQABBBBAAAEEEEAAgaksYGZhhEUzy6wbBBYzo5yKFdFmBBBAAAEEEEAAAQQQ6AyB+OJO3JBkGi/wgwACCGQqQGUIIDCVBDzo4e31uYc//PxgLKHF9f0F9RcK+vkTA6HFvXfs1WsuXODVUxBAAAEEprnA7BmRrm0LK/5ep+vB0p6b/hrotrBiqVxReYiwYr05sqIfo9LjleKbL8czfhBAAAEEJk2AHSOAAAIIIJC9gJ/npyWr2gksZiVJPQgggAACCCDQnQL0GgEEEMhIwD+XZrKMaqMaBBBAAAEEEJjKAv4msLff5+MJLfYXigojLYbQ4gFepfbasYfQYpBggsBmCrA5AlNIYM7MJKy4cE5yGfAunaGHykOEFYtF+bEihNz7CyrEx43+eJ2PrFgqV1QqVcLIimUfXbGSjKyYhhU9TJ8ep5zGl9vnvkxBAAEEEEAAAQQQQACBqS9gZjKzTDuS/E8l0yqzq4yaEEAAAQQQQAABBBBAAIFuEuBLs7rpt01f2wVYRgABBBAYXsADIOMJLYYQShhpcTv9+NmB0OJrL5o//E55BAEEEEBgygrMnWm6ZvECLWgLKz5c3mPjkRWLRfX3F+XHCQ8qeukvllQqleNtB4cVq9Va+BroQWFFNQZ9DbSD+THL5xQEEEBgOAHWI4AAAggggMDUE/DzfC9ZtpzAYpaa1IUAAggggEDnCdAiBBBAAIEpIZB8Mi2ZTokG00gEEEAAAQQQmGCB9jeCfXmk0GI68lWpXA5Bk0KxFEbJCuGT/qJ89Cz/euhfPLGdfvTM/qHle+7Qq9dezNdDB4zpMaEXCCCAgObOinTNZYu0YE4uaNxlZ2rzworx8SM+hhSL5dbIih5WrNZqaoUVG3WPKhJWDMJMEEAAAQQQQAABBBDY4gJbfIdmFkZYNLPM9k1gMTNKKkIAAQQQQAABBBBAAAEExiqQjK3YiC/7jLUGnjeRAtSNAAIIIIDA5AgkQcXmeUIjPlOIF+Op/Gs46/WG6rW6qrWqPEwyVGixv1gMwUUfQSsNLf5y+fb60TMHhg7tuX2PXk9oMVgwQQABBKa6wLxZyddAz5+dXPr7nc7Uw6Xd5WH2YrGkNMzuxwY/LrRGVowf649L0Y8Z8bxUrsTHlar8uOLHl2qtpka9rlp8zKl7WLF5PHKv9Djlc79PQWDqC9ADBBBAAAEEEEAAgQ0F/Hw/LRs+Ntb7yf9axvpsnocAAggggMB4BXg+AggggAACCLQETNZaZgEBBBBAAAEEEEgF/E1hX/Z5Y3NCi4VSc3TFotJwio+0+Mvl2+qHzdDi7tv36A2XbIGRFr0DFAQQQACBCRGYNzsJK3po0XfgYcVHyhuHFdcXCq3jgY/C6yFGD7R7WLFYKiuEFSsbhxU9JN9Q/Cc+CMU/So5HyX3fHwUBBBBAAAEEEEAAgZYAC9NOwMxkZpn2i8BippxUhgACCCCAAAIIIIAAAgiMXaAxxqfyNAQQQAABBBCY/gIeDvFe+jyERdTY9EiL5fLAiFqFogqFknxELQ8t/iqEFg/yKrXbdj16w6ULwzITBBBAAIGpJTB/Tk5vXLwwfB20t/x3OkseViyWSioWS63jgIcV0+NAIRwTivLjQSnezoOKXirlSmtkxVq9Lh9Z0cOKdV+ODz7xj/w45PuhTI4Ae0UAAQQQQAABBBBAYEsL+P8BvGS5XwKLWWpSFwIITEcB+oQAAggggAACCGwBgeSTacl0C+yOXSCAAAIIIIDAhgJT4n765rDPQ2hko9BiTdVqLYRNKpWqSj5aVlx8BK00nFJoCy3+8omt9YOnm6HFbfO6ejEjLU6JFwKNRAABBJoCC2bndG38b/ecWcnlvjtDWHE3FT2EGP/776MnFgpFDRlWLBbDcaIYb1csluVhxUq1Go4jHlas12qq1xtxqcdHm4bCcccnzX37sai5yAwBBBBAAAEEEJhKArQVAQQ2U8DMwgiLZraZzxx+8+R/MMM/ziMIIIAAAggggAACCCCAwDgFePqmBeKLP/FGyTRe4AcBBBBAAAEEENiEgAdFPDfi5w/1el11D5XUaqp6aQ8tlssqxcVDi2lwpdAMLRaKRf1q+db6wTNJaHGXbXoILW7CnYcRQACBThFYMCfSNZcv0JyZyaW+O3W2Hi0PhBULxWSExTSs2N9fUKFQDCMu9sePlUrlsOyBxUqlojSs6MeRsYcVO0WHdiCAAAIIIIAAAggggEBWAsl7UPE7UP5GVEaVJv+LyagyqkEAgUkQYJcIIIAAAggggAAC00LAP5dmsmnRFzqBAAIIIDABAlSJQFPA3yRuLsqX/b3i+C1j1UcKLZbKI4YWf718G32/OdKihxavWbww3QVzBBBAAIEOFFg0N9K1ly/UnBnJZb4krLhra2RFDyt6OLE9rLi+vyAPrnspFovxtvGxoVQZNLKihxUb8fGkVqur3qhvNLJictxpdKAITUIAAQQQQGAaCdAVBBBAoMMEzExmlmmrkv/JZFollSGAAAIIIIAAAgggMLUEaC0CnSLAZZ9O+U3QDgQQQAABBDpboD0wkiwrhEo2DC3610KXfdSs9Ouhy2UVS6UQWPEgSyGMtFiM7xf0myc9tHhw6PjO2+R1zWUL4zejw10mCCCAwLQRmA4dWTQ3p2sWL9LsvuQS3512jh4tD4QVPZBYKBS1YVgxhBiLPupiUaVyJT4elLXhyIoeVqzXPQYfl4aX+PgSz93Njzc+pyCAAAIIIIAAAggggEB3Cfj/Bbxk2evkfzNZ1khdCAwW4B4CCCCAAAIIIIAAAghsUiD5ZFoy3eTGbIAAAgh0ogBtQgCBSRBI3yz2uedJGmqoXq/HJZ7XaqrFy9VqTe2hxWKpGVosFtXfX1AItfTHy4WCfr18K33v6WZoceu8rlm8QGacoUzCr5ZdIoAAAkMKbOVhxcsWatYM/7fZdIfO0aOlXeRh9FL87/tAWDH+d93/bY//nfeRFf3ffg8spiMr+v1KuaJKtSo/TlTjY0YaVvTjSOu44gcXcUMAAQQQQGCQAHcQQAABBLpMwMzC+0NmllnPCSxmRklFCCCAAAIIIIDARAlQLwIITH+BZGzFhpL59O8vPUQAAQQQQACBrAQ8VJLW5bkSP5/wsEm93lC9VpOHUDyMslFosViSh1c8sOhlfX8xvl/Ub9pCiztt3aNrL1ugXHbvR6dNZY4AAkMKsBKB4QW2npfTNZcv0Kw+C/9z9LDi0vLGYcX++N/3gUB6If63vSQPMqZhRR9dccSwYlx7OJ74pNmc9mNNcxUzBBBAAAEEEEAAAQQQ6BIB//9AWrLqMoHFrCSpBwEEEEAAAQQQQAABBBAYp4DJxlkDT0cAgWEFeAABBBCYxgLpm8bJXB41Ub0+MNLisKHFUhJi8WCLl/bQ4nebIy3uuFVeV1+2UDneSZ7GryC6hgACnS6w9fycrrlsgWb2RvG/8aY79RwtLe/cGlkxDaAPFVb0xwgrdvpvmPYhgECmAlSGAAIIIIAAApkKmJnMLNM6eZspU04qQwABBBBAoDsF6DUCCCCAQDYCjK+YjSO1IIAAAggg0M0CowktlssV+VeH+leCFkulMPqWj7LYHlr87fKt9N2nkq+H9tDitZctVD7K9s3pbv49TdW+024EENjyAh5WvHbxQs0IYcVId+icQWFFHz3R//0mrChuCCCAAAIIIIAAAgggkJFAezXJe03ZXsEisNguzDICCCCAAAIIIIAAAgggMCkCycX/ZDopDWCnky9ACxBAAAEEEBiXQPubx8ny0CMtVipVVapVbRRa9OBioSgPvaQjLf72ya30nSeT0OL2i/K65vKFyuc4YxnXL4onI4AAApshsM2CnDww3tfrXwOdk4cVlzVHViz6Vz/H/26HwLkv9xea/4YXkiB6vK5YLMrD6cN9DXStVle9UVfD/8TXH/34ofjmcy/xIj8IIJC9ADUigAACCCCAAAJTSsDMwgiLZpZZuwksZkZJRQgggAACnStAyxBAAAEEEOh0Ab88lIQKOr2ltA8BBBBAAAEEOlsgDZj4vOHhEzXU/vXQtXpd1Wpt49BisaTCBqHF/kJBtz61lb7THGlx+4U5XXv5AvXkO9WAdiGAAALTR2DbNKzYY6rLR1Y8W8vKO8lHxi2Vyir4v9uFotKRFT1w7qMthvXxY5sKK9brjfgIEZf4YBH/yI8brpfOfZmCAAIIIIAAAggggEBnCtCqLSng/0dIS1b7JbCYlST1IIAAAggggAACCCCAAALjEPDPpZlsHDVM8FOpHgEEEEAAAQSmjIC/ieyN9XkIoagxKLRYrVVHFVrsL5QUQotPbqVbmiMtbrcgLx/tqzfPeYsbUxBAAIGJEEj+rV0k/7e2rpzuaJwzKKzYXyhqw5EVw7piKQQZRxNWDCMrxgeJ+KcVVpyIvlDnFBSgyQgggAACCCCAAAIItAmYmcysbc34Fwksjt+QGhBAAIFxC1ABAggggAACCCDgAg2fUBBAAAEEEEBg2gpsyY55WDHdXwijDAot1lWt1dQ+0mKxWFKxVJbP20da7G+GFm97ykOLh4Qqt22GFvt6sn2zOlTOBAEEEOhyAR/N9prmaLZ15XW7PKy4o4ql+N/p+N/q/gkMK7YfO7r810D3EUAAAQQQQACBcQnwZASmk4D/P8FLln0isJilJnUhgAACCCCAAAIIIIDAZAlM8f0mF/uT6RTvCs1HAAEEEEAAgY4R8DeTB4rUiP/U63XV6w3VRYekcgAAEABJREFUPbDopVpTpVpVpVKVhxVHDi0u0refPDT0b5vmV5XO6OUMJoAwQQABBDIQ2H5RTldftlA9OVOtkddtjbP1WGkHlcrNQHmxNP6RFePjQHJs0KCRFX1dBl3YElWwDwQQQAABBBBAAAEEENiCAmYWRlg0s8z2SmAxM0oqQmA6C9A3BBBAAAEEEEAAgYkVSMZWbCiZT+y+qB0BBBBAAIHhBFg/HQXSAIrPG/Gphp9v1Ot11dtCix5WHCq02F8sJsGY/oL6myMt3v7UwlZocev5OV2zeKFm9vE283R87dAnBBDYsgI7LMrH/6YuSsKK1qPbdbYeL48vrOj/vvuIuo303/147seBcDzwSbOLfoxoLjJDAAEEEEAAga4QoJMIIIDA6AX8/wtpGf2zRt6Sd5JG9uFRBBBAAAEEEEAAAQSyEaAWBEYhYLJRbMUmCCCAAAIIIIDA5gn4m8r+DJ97PsXDKvX6QGixFi97qKU9tFgoNr96tC20uL6/qP5CQR5a/NbyZKTFJLS4QDMZadGJKQgggIA0BoMQVrxsofI5qaoe3d44R3+q7LgZIyvG/2aXyvH2FVXKcWmOnOv/vntYsVaL/81v1OX//ofjgE/idibHhUa8xA8CCCCAAAIIIIAAAgggMLSAmcnMhn5wjGsJLI4Rjqd1lgCtQQABBBBAAAEEEEBgOghwmWg6/BbpAwIITKQAdSOAwNgFPJTiz/a551Q8tDJSaLFUKqvopVhSOtLi/8/efQBIct513v893ZvzSFpJq5yzVlpJVrDy7spZtiUDBpMMBmPjIHEcLwbDcSRjyQaO4AB3xxHu4ALBNhiDcZCNDbZW2Uq2ZMuSVtIqa1eartAV3vo/NTXTMzuzO6FmpsNX2gqdnnqeT3fXTFf95t9BEKoKLd7x9JD+6cmzrEkduK6p6980pFXL6z147RtnhgACCPS5wGEHLvH70GZxxi7RMt3hXqHHokOKfXCksNgHW4Dc73+LfXDLKt7aZOsjU3mfcFxYMUlSVWHFLLM9fjEVO//in+zngIr/qmWxyj8EEEAAAQQQQAABBMYJcAGBTgH77GBT53VzXS8+/sy1CR6PAAIIIIAAAggggAACCCAwNwHnH84pfs/ADAEEEEAAAQTmSaDz4LIPrShXlmXFVCzTMtzSWWlxv6HFpzboM7vK0OIBa5u67tohrV7OIed5evpoFgEE+lDg8IOW6vprN6hRfBi0sKL/GujwYIVRGVZsBaGqsKItfWDRrhsJMkYWLC/uG7eT0cqKFlZMin26VVbMsmL/bpUVi51+8W80rNiHlL00JPqKAAIIIIAAAggggEBPCTjnfIVF51xt/eboUW2UNIQAAt0rQM8QQAABBBBAAIFuF8iVF10s58UK/xBAAAEEEEBgFgI8ZDoCFlocm1T8DpIrmxBatLBLO0lk4cUyDBPLKnhNVmnxzqc36B93bfab9qHFNw1pzQoOO3sQZggggMA+BA7fuETXXbPBn/hra5lu11V6fKSyou17Laxo+95hCygWU2dY0W6z+4RRtFdlxemEFe3nwD66xk0IIIAAAggggECXC9A9BBBYSAH7/FBNdW2XI0d1SdIOAggggAACCCCAAAL9LMDY5l3A/i7Nyc37dtgAAggggAACCCBgB5lNwZa+4pZyZXmmzCpxpaks7DKT0OJdTw+NVlocWtPQdW/aoDUrOfRsxkwIIIDAZAJHHLRE118zJCtQ0tZy3Z5bWLGsrBhFsSyQGBZLCyv6oGIrkK3b10PbbXafcEJY0ULmtv/eX2VF2/dP1qfR61hBAAEEEEAAAQQQQAABBDoEnHPFZxfXcc3cVzlqNHdDWkBgzgI0gAACCCCAAAIIIICACViVRVsyIYAAAgj0pwCjQqCbBKrAii19aLGYTQwtWvhlRpUWnzjLD3HD6qauv3aD1qzi8LMHYYYAAgh0CBxplRWvHfLXtLVCVlnxiXh8WNGCicOtQBZWDIKwDCsWSwsrWtXFycKKaZaJsKJnZYYAAggggMCiC9ABBBBAoJ8EymNHea1D4ohRrZw0hgACCCCAAAIIILBIAmwWgR4XKP8yrZz3+FDoPgIIIIAAAgj0jIAdcLbO2jIvjjvbsjO0aOGX8ZUW27KKXxaWmezroe96ZoM+8+TZsrbWW2jxmiGtI7RoxEwIIFCfQE+3dNTBS/XeYt9og2g7Cytu1xPRRkVxrCiKZYFECyvacmJY0a63/W8YRX5f3I7bqkLltr/O0rSslJtnxX44LyYVU7FzLzZm+3ebilX+IYAAAggggAACCCCAAAIzEnDO+QqLzrkZPW5fdyawuC8dbhsRYIEAAggggAACCCCAAALzKzByEknlcn63ResIIIDAVAJcjwACgyhQBVhsaUFDW2ZZVoZe0lSJTUk6EoppK4raPihjoZnJQov3Pbte3wy3+N9q1q9u6Lprh7SuWA6iLWNGAAEEOgUsrPieN27wV8VWWTG/yocVQwsghtG0w4pR3FbSTkb2y4ksrGiVFW0fbqFz24/bui39xpghgAACCCCwlwBXIIAAAgggMH0B+2xRTdN/1L7vSWBx3z7cigACCCCAAAII1CNAKwgggMA0BJzcNO7FXRBAAAEEEEAAgXoF7KBz1aIPuSjXbEKLaxRq66ZIzm3QI+0tynLJKiz+zDVDWr+mWW2CJQL9LcDoEJhE4OiDl2gsrLhSt8vCigeprrBiVuxwpwordu7jJ+kaVyGAAAIIIIAAAggggAAC+xRwzhXHetw+7zPTG/sisDjTQXN/BBBAAAEEEEAAAQQQQKAbBYpz+t3YLfqEQNcI0BEEEEAAgfkTsECLTbaF0dBinilNM9nXjCb7qbR42rpIVx8Va2UeKo0D/evO9frMk2cry53WrGro+ms2aGg1oUXzZUIAgcESOPqQpXr3G4f8oGOt8mHFXZGFFWNZtVr7qmebqq+Btq+CHg5CBcVk19l9LNg4VWVFwoqelhkCCPSZAMNBAAEEEEAAge4RsONFNtXZIwKLdWrSFgIIIIAAAr0rQM8RQAABBBZVoPzLtHK+qB1h4wgggAACCCAwwAJ28NkmI/ChxWKWK5cPw1hg0aYpvh5647JIzTTUi61Qn7ivpW893dI3ni5Di6mFFlc29N43bdDQGg5Jm+8iTmwaAQQWUOCYQ5fq3W/Y4LcYOwsrbteu6ECFkYUVQ1lQ0SYLJlpQ0U9hNBpWjOx+UaTJwooWJk8tVJ5nsn13scv2S7+xYmbXFQv+IYAAAggggAACCCCAwGAK1DZq55yvsOicq61Njg7VRklDCCCAAAIIIIAAAggggMBsBXLlxUPLebHCvx4VoNsIIIAAAgj0voAFXMYm+fCLfc1oZ2ix3U7UToqp3VYUtX3w5i+/EejL3w31X28d1s7nQg23QrWCQHc9tVaf2XW2fGhxRUPXXzukA9ZSabH3XymMAAEE9idw7KFL9a7XV2HF1bo9v0qThRWHW4F8UNGWHWHFfVVWtLCi7ZftM2S5zy7319an8rJ9wrRLTAggMD8CtIoAAggggAACCAyOQPUZw5Z1jZrAYl2StIMAAgggML8CtI4AAggggECfC9jfpTm5Ph8lw0MAAQQQQACBXhCoDkDbsqrYZaFFX8krTZVmmSYLLf79NwO9MBz54I19lWkZWgz1jafXyr4eOsmcVq1o6Lp9hRZ7AYg+IoAAAvsROG7TUv30SFgx0mrdLgsrHqAwihSG4WhlRQsr2v7SAovDQej3n1ZtMQwjRXFcTG0l7URxu+33u7b/tbCi3zcrV+d+2rpkl23JhAACCCCAAAIIIIBA1wvQwZ4RcM7JOVdrfwks1spJYwgggAACCCCAAAIIIIDA7AXmuwbG7HvGIxFAAAEEEEBg0AQ6Qy8+GFPMcuVyxfTDp0hvPU1KknSvSosWsgmiMrRoARwL3gRhqG9YpcUntyjJG1q13On6N23QQeuotDhoryvGi8AgCBy/aaneeXVZWTHSGt2u7doVDqn8GuhoNKzo95FWVbGYLKxowcXAgopRrM6wolW0tf1tZ1jRQuS2ny52zT60OAiujHFmAtwbAQQQQAABBBBAAIG6BMrPHnldzfl2CCx6BmYIIIDAnAVoAAEEEEAAAQQQmINA+Zdp5XwOzfBQBBBAAAEEEJhvgYFqv/OAtIViDl0l/c7lDb3pROnqY3O9/NBsn6FFC99YIMcqLQZhqLufXqN/3HW22llDK5c19N5rN+ig9YQWB+pFxWAR6HMBCyu+4+oyrBhqjW7Nt+nJyCorxgqL/WAQloHFct8YKAgiTQwrWhXGKG6rXUydlRXzLJPti6cKK9o+u895GR4CCCCAAAIIILCQAmwLAQRGBJxzcq6cRq6a84LA4pwJaQABBBBAAAEEEEAAAQTqERjkVsq/TMtVLgdZgrEjgAACCCCAQHcJWADGppdtcvrotoaOX1/8vpJn+uIjmf7tsVRJWkz7qLQYjHzFaRVavGcktJhkTR9avP6aIUKL3fWU0xsEEJilwAmHLdVYWHGtbsu36+l4LKxYVpyN/Nc+l18FHWk4sNBi6KsuhmGkzrDixMqKWZarf8KKs0TmYQgggAACCCCAAAIIILDgAnZcqJrq2jiBxbokaQeBbhegfwgggAACCCCAAAJdL+Dkur6PdBABBBBAoMsF6B4C8yBgB6Uf25Op2XBKslwfuyPVh3a0FcSpMgssFlO7ncjCNe12W1HUVhjFsvBNEEUaH1qMdO8zVmnxLCX5Ei1f5nT9tUPauIFKi/Pw1NEkAggskMAJhy/TT72uqqy4Trdpu56KNqjcF4aaTlgximNFcVtWWdH2p0mSKs0yv58lrLhATySbQQABBBBAoJcE6CsCCCCwQALOOTnnat0agcVaOWkMAQQQQAABBBBAoJ8FGBsC8y2Qz/cGaB8BBBBAAAEEEJilwM4Xc/32jkQ/96VUn3wwk4UYc+VK08yHaSxUM1VosWVfgzpaaTHwlcTuGQkttrMlWr60DC0ePLRklr3jYQgggEC9AjNp7cQjlumnXrvePyTQOt2ab9XTnWHFMPL7PQtvT1VZMZpFWNHvh3M+RXp4ZggggAACCCCAAAIIIDBvAvPx2YPA4rw9XTQ8QwHujgACCCCAAAIIIIDAAAuUf5lWzgeYgaEjgMAgCDBGBBDoEYHVy/bu6BceyXTvs3kZVsxVLvcTWgzCSFZpsVUsLazTagXygZ3i8j3PrNY/7jpL7Wypli1xuv6aDTpkA6HFveW5BgEEulXgxMOX6u2vKcOKLa3Tbfk2H1a0fV8URar2fbb/8/u+INJwEPjKs3Yf2z9aWDHeT2VFG79lE+1EYble7IRthQkBBBBAAIHuFaBnCCCAAAJ9IuCc8xUWnXO1jYjAYm2UNIQAAggggAACCCy2ANtHAIHeFShO/BedL+fFCv8QQAABBBBAAIFFFHjzKQ392auWaOOqvQ9EV2EZ614VnrHfYaaqtBjHiUL/9dChWhMqLbZaobuTqOoAABAASURBVO59drU+/cRmxdlSLbXQ4ps26JAhvh7afJkQmFqAW7pB4KQjluntr93gu9LSet2eb9fT0Xq/z4s6wopVULsVhJOGFaO4LR9YTBIlSSqrWJulqbIsl/1vG6j2t7bOhAACCCCAAAIIIIAAAggspIAdC6qmurZLYHG6ktwPAQQQQAABBBBAAAEEEJhHAYsDOLl53AJNI4DAtAS4EwIIIDDAAiuXSL96cVNvO6Ohdcuk/3je5IePOw9SVyEaC9VMFVqMovZIgCdWK4x8ZTEL8Fh4x0KL9z1nocUzfWhxSdPp+jcNadMBRWcG+Llg6Agg0N0CJx+5TD85WllxvcrKiuv8vs6qJu61rwtC2T7PKi12Vla0sGI7bqs9RVix3N+WFW0rEbuuWmeJAAIIIDAHAR6KAAIIIIAAAtMScM7JOTet+073TpMfcZruo7kfAggggAACCCAwAwHuigACCCCwbwG+1GvfPtyKAAIIIIAAAvMnMLRC+uj2JbpoU3kA+vGXcn30jnSfG6xCM52hRasIZpXBrEJYu534EE673VYVWgzDsAwthpEstGhfkepDiyOVFqN8qZY0nK67dkiHHUhocZ9PQBffSNcQ6GeBU45cpp949Xo/xGGVYcVnorGwYhBF44PZhBW9FTMEEEAAAQQQQAABBBDoTQE7/mPTZL2f7XUEFmcrx+MQQAABBBBAAAEEEEAAgdoEymBAOa+tURrqTwFGhQACCCCAwLwI7I6k58Pyzye+/kSun/58qof37H9T1QHrKrSY5ZmmqrQYhvFI9bFQvtJYWIZ6LLQYBJHue3aVPv3YZkX5MjWLI9eEFvfvzz0QQGBhBU49cpneNhJWbLkh3ZZtU2dYsRWG+w0rhlFUfgX0FJUVbT9q+9Zqv1qN0K6r1lkigMBACDBIBBBAAAEEEECgKwScc77ConOutv4Uh31qa4uGEEAAAQQQ6HEBuo8AAggggMBiCZThgFzlcrF6wXYRQAABBBBAYHAFsuLXkN/8eqr/9o1Mv/zVVK32vi0sODNxsuqK/rrid5rO0GKSpGOVFuP2uNCiDy4GoarQ4v3PrdKnH9+sMFumRnEc/PprN+jwg5buuzMzvpUHIIAAAjMXOPWo5frxkbDisIZ0W75Nz8bjKyuGYaTR6rHFvq3axwXF9XZbGMWy6rNxsS9sJ4ls/2gVaa0yre1DLaxoPesMK/r9ql1hNzAhgAACCCCAAAIIIIDADAS4ax0C1WcSW9bRnrVBYNEUmBBAAAEEEEAAAQQQQACBLhBwcl3Qizl2gYcjgAACCCCAQE8IrJ0kA/hsIP3fb2Yz7n/nAWvL1NjlfKrQYtxWVEwW2gmtElkYyYI8FvCxySot3v/sSn368TMV5svknNN112zQEQctmXG/eAACCCBQl8BpRy/Tj79qnW+uDCtu1TPhGh/AjqJYnV8D7QPYxb7NL4NQto8Li8u232u322V1xRmEFf1GmSHQjQL0CQEEEEAAAQQQQGAgBJxz/vhMnYMlsFinJm0hgAAC8yxA8wgggAACCCDQ3wJ5fw+P0SGAAAIIIIDANAXm+24nDjl9/KqmXndcfYeHLaRY9XtiaDFNElkFMaskZhXF2vH40KKvQBZGvsqihRZbrVDffG6V/uGxMxVkFlqUrrt2SEdsJLRYGbNEAIGFEzjt6GX6sVeu9xscdgf4yopVWNGCiK0w9FUVbf81XOy/LKBoYUV/WxDKlrMJK/oNMkMAAQQQQAABBBDoawEGh0AvCNgxH5vq7Gt9R6Tq7BVtIYAAAggggAACCCCAAALzI9ClrTrfr3LuV5khgAACCCCAAALzInD18Q19ZFtTG1c5vePshl/WtSE7eG2TtdcZWvRfc5qm+wwtWsDHJgv5BEEoCy1+67nVI6HF5dakrrtmSEcePElpSH8rMwQQQKB+gdOPWT4aVnzJHaBbU6usuFoWQLQgYhVWtP1WGVYMffja31bsy6z6ot13X5UVrSKt9bzab9q6TdX+1NaZZiXAgxBAAAEEEEAAAQQQQKAGAeecr7DonKuhtbIJAoulA3MEEKhFgEYQQAABBBBAAAEEZidQnqIq57NrgUchgAACCCCwcAJsqVcF3ntOQ+/ZMnZI+I/uTPV0q94azxawscmMqvCN/Y6TppmyGYcWAz3wfBlabGVlaPG9b9ygozYSWjRfJgQQmF8BCyu+9RXr/EZecgfqtmybno3KsKIFES2saEFFm+YSViz3ldLYvrPYa9qVfsvMEEAAAQQQQACBxRRg2wgggED5WcU+r9hUl8fY0am6WqQdBBBAAAEEEEAAAQQQmL0AjxxYAfu7NCc3sONn4AgggAACCCAw/wIP7S7Dic+F0nVfSPX33y4v171lO4Btk7VrmRtbz5WrCi0maaqpvh7aqizaNFZp0UKLq/Rp//XQZWjxPdds0NEH8/XQ5suEAALzI3DGscs1Pqy4Vc+Gq3xlxbrCilmeaXQfaSvFUGx/WSz4hwACCCCAAAIIIIAAAgh0jYBzTs65WvtDYLFWThrrdgH6hwACCCCAAAIIIIBANwvMT2Sgm0dM3xBAAIH5EaBVBBCYXMACin9+T6Z3/Euq+56b3988LHRTTVmWy69PK7QYyQKLNllosdUKZNMDz6/SPzy2Wa20DC2++41DOvoQKi1O/kxzLQIIzEXgzGOX6UevGqms2DhIt2XbfVgxituaLKzYCgLZ/soqLbaC0N8njGLFcezX20niQ9pplvlKs7ZPzPKs6KIr942EFQsL/iGAAAIIIDA7AR6FAAIIIDD/Av6Yzsjnlrq2RmCxLknaQQABBBBAAAEEBkOAUSKAwLwIlH+ZVs7nZQM0igACCCCAAAIDKLBm2d6D/p/3ZXohmt+wYrVVO6A9tj7yFULK5cM6VmXRpiSVhXnaFgQqpjCKFIbRaGjRwj8WWLTpgedXlqHFbIVv9t1v2KBjDiW0KP5DYH4EBrLVzcct149ctd6PPWgcpDt9WHGFLIBo+6ZWGMqCiTYNt0JZWNH2U3bZgtZRFPv7WlgxLvZpVUXZvcOKI/vEkZN+nftLv3FmCCCAAAIIIIAAAggggECXCDjnfIVF51xtPSKwWBtlHQ3RBgIIIIAAAggggAACCAymQBkayIsT+IM5fkaNwKAJMF4EEEBgfgVWLZV+/eKmfvvyppY36zuYrFn81xnCsVyOXbbfearQooV4kklDi+GkocUHXyhDi8NpGVp81+s36FhCi+I/BBCYu8BZxy3XD28vKyuGjYO0c8VWLV+yQu12rPrDimVgce69pgUEEEAAge4WoHcIIIAAAgj0voA/llMc1LFlXaMhsFiXJO0ggAACCCCAQHcI0AsEEECghwWcXA/3nq4jgAACCCCAQDcIHLPO6WPbm7pgk9Ox651edezi/35hB7RtMp/i+Hb5FajKRystTh5aLANCVrHMJqtgZlUWbXrw+RX6h8c3qwot/vTrN+i4TZOUk7QNMvWvACNDoEYBCyv+0EhY8UW3Ufc2tynOV2mli3XEimJ/FEW+sqLtg/ZXWbHdTjR1ZUVX7APHhxWr/WONw6EpBBBAAAEEEEAAAQQQQKA2AeecnHO1tWcNzSiwaA9gQgABBBBAAAEEEEAAAQQQmB+Bss7i/LRNqwjMRID7IoAAAgj0psDZBzv9/tamNq0uDyJ//M5Un3ww64rBWCDHJutMXvzSY+u5cqVppixNR8M97SRRO24rKqYwinxVMwss2tQZWvz2SGjxpXSlNal3Xr1exx+21K8zQwABBGYicPbxK1SFFfe4jbol3aaH96zQcy9FckmkoSWRTl0XycKKraBYBoFaQegDjLZvsuqL9pXRcRzLwoq2H7PKsRbGtv2bryib277YworFns92gkUH/X5wZL24yD8EEEBgUQTYKAIIIIAAAgggsD+B+fjsQmBxf+rcjgACCCCAQL0CtIYAAggggMAkAmWooJxPcjNXIYAAAggggAAC0xD4zgu5Xoxz7Y5y/exNqf72gXwaj1q4u1QHuG1pAR5b5iOhxTzLlKTpaNhnYmjRh4NCCwqF8qGhVqAytHimXkpX+UG843Ubuim06PvEDAEEulvg7BOW6we3rfWd3OMO1i3JNr0QLZcFEB98OtJTe8rQ4qHLQp13YKzWJGFFC1hbWDGO26rCirY/219Y0W+UGQIIIIAAAggggAACCPS6QN/33znnKyw652obK4HF2ihpCAEEEEAAAQQQQAABBBCYrUBenKpXMXVXqGC2o5n/x7EFBBBAAAEEEJhMYE8s/eJXUv3Uv6T6xjPd+XuFhRSrvlthMbtsvwmlI5UWrSKZVSaz0M90Qovf8ZUWz9SLHaHFEw5fVm2CJQIIIDClwJYTl+sHt67zt++2sGK6VbvjMqxoVRODKNKtjwV69LmWXDvScatDXXpwJAtNV5UVO8OKSZqqmiyEbcHsbIrKin6jzBBAYBoC3AUBBBBAAAEEEEBgsQX8sZviII4t6+oLgcW6JGkHAQQQ6BcBxoEAAggggAACiyJgf5fm5BZl22wUAQQQQAABBHpTYPUkubyH90jPhdMYzyLepfMAd3G8W3bZQos+3FMFfpLUVyqrQotRHMsCRJNWWnxumf7h8TO1J1npR/VTr12vEwktegtmCCAwucA5J6zQW66swoqH6NZ0m3aPVFYMo0gWVrRgok1ffijUw88Gcu1QZw1Fuurwtt8fRXFbcbFviotlFVRM00yEFSc351oEEEAAAQQQQACBRRJgswjMUcA5J+fcHFsZ/3ACi+M9uIQAAggggAACCCCAAAIIzFlgtg10Zx2k2Y6GxyGAAAIIIIDAfAq8/ninv3zNEp10QL0HjOezz51t+5CipRWLK23hLyvX/kKLURRrYmgxCEJ957ll+vQTm7UnWVW0KL3dhxaX+nVmCCCAQKfAuSeu0A9sLb8G+gV3iG5JrLLiMkVxrNDCimEkCyoGQaThVqg9w4H+/pvD+u6zoZREuviQtl5zVDIaVrSKsEmaKk0z7etroDv7wHr/CDASBBBAAAEEEEAAAQT6XcAfs7GDNzUOlMBijZg0hQACCyLARhBAAAEEEEAAgT4UKIMG5bwPh8eQEEAAAQQQmLkAj9iHwPvOb+jdW5pauUS6fkvvHuLtPOBtx7395f2EFi1MFHWEFodbwUiwqAwt/v1jZ2j3aGhxg04+YpIylPuw5SYEEOhvgXNPWqHvv7IKKx6qW5Nt2tNeJtuvBBZUDMLRfYrtX4IwlC2fezHUX90d6LvPxWpkbb3qqFSvPTr1lWDTLNPEsOLoPs1WClK/fxtZLy7yDwEEEEAAAQQQQGBMgDUEEOhyAeecr7DonKutp717NKs2AhpCAAEEEEAAAQQQQGDQBBhv9wmUtRXz4gR99/WNHiGAAAIIIIBAtwisXib98Sua2npUeVj3ll25fu5f027p3qz60RnisSyPVVi034lsaZXKkjRVMuHrocMoUufXQw+PBIysItp3X1iuf3gM/ybvAAAQAElEQVR8s3Ynq31/fuI163XykQWcv8QMAQQGWeC8k5br+6/oCCumW7WnvXRcWDHw+xMLKYaqwop2XRBGenJ3qD+5I9Ajz7eltK03HZ/p6uPk91G2v/L7rTyT7cvM2fZvnUtbX/iJLSKAAAIIIIAAAggggAACcxOwzzbVNLeWxh5dHtkau8waAgjMVYDHI4AAAggggAACCCAwSwEnN8tH8jAEEEAAgQUXYIMILILAcCw9tNvifNJf3Jvp/V9JZdctQldq3WR10HvcUrl8+McCi8XUbie+klk7bivyU+xDixYisjCRhRZt6UOLzy/VPzx2pl5or/L9/IlXr9cphBa9BTMEBlXgZSev0JuvWOeH/0Jjk25Lt2lPPBZWtP2HTa1WqJaFFoPAV1a062w/YyFp2/fsfCHWR28L9fiethrK9MOn5HrNsSP7K8KK3pcZAggggAACfSfAgBBAAIEBF3DOyTlXqwKBxVo5aQwBBBBAAAEEEECgDgHaQGBQBco6i4M6esaNAAIIIIAAAtMR+K2vZ/q5L6U+sNhPvztYWLEav1Uns8t5R2jRvnJ1YmixqrRoYSILFY0LLb6wVJ9+fLNeGKm0+DYLLR61vNoESwQQ6BKBheiGhRW/7/KysuLzbpNuS7Zpd7xktLKi7T98SLEjrGiX7Xrbv0RR7IPScRzL9kPfea6tP7i1raeGUynP9I7NDW0/ulgd2Snb/svGVS1tnQkBBBBAAAEEEEAAAQQQ6FUB+2xjU539J7BYp2ZvtEUvEUAAAQQQQAABBBBAoOsEyr9MK+dd1zk6hAACvSlArxFAoA8ETh5yWrlk74Hc9fRIKmbvm3r6murgty2nE1qM24nCKJJVPrNQkYWLJoYWrdLi7vZq7/K2V63TaUcv8+vMEEBgMATOP3mFxoUV063aHTenHVa0/UsYxarCiu0kkQWo730m1e/uaOvFKFOeZfoP5zZ0xRFOtv8y2Wpp60wIIIAAAgjMswDNI4AAAgggMK8CzjlfYdE5V9t2CCzWRklDCCCAAAIIIDA4AowUAQQQqFsgl8UOynndbdMeAggggAACCPSiwGuOdfqdK5u6/txmL3Z/1n2uQj62nCq0mCTpuK+H3ldo8eEXlurvH9+s3e01vk8/9sr1hBa9BLPpCXCvXhY4/5SV+t7RyoqH6bZ0m/Z0VFa0Kop+aoUabgVqBTaFsvCzhaAtrBjF7Y6wYqokLaZiH2QhxbueyvShm1OFSe6Dij9/fkMXHdbw673sRt8RQAABBBBAAAEEEEAAgU6B8hhN+bmn8/q5rHdfYHEuo+GxCCCAAAIIIIAAAggggECPCtjfpTm5Hu093UZgFgI8BAEEEEBgSoGfPa/hg4pLi6O3Vx7pdFT5TaZT3r/fbrAD4TYmW04WWqwCQ1bpLGkn2l+lxYdfWKJPPXamXmiPhRZPP2a5bYIJAQT6VOCCU1fqey8r3/PPucN0a7JVe+Kmr8hqIUUfSgxCtUbCikFYrBeX/fVhWbl1fFgxUZImStNMeZYrsynPtGNXpg/vyFRcLSs28v4LnM45hM91ffqyYlgIIDBbAR6HAAIIIIAAAj0t4JwrPu+4WsdQHPKqtT0aQwABBBBAAIEuEKALCCCAAAK9KWBVFnuz5/QaAQQQQAABBOoS+MULm3rlMeVh2+dD6We+mOqRF+tqvXfasbCi9daWFlq0cFCuvAwJWYWzYmq3k9FKi1OFFltWNa2YHn6hqb9/fCy0+NZXrFM/hBbNiAkBBMYLXHjqCn3PpVVY8XDdlmzTi+0yrBiMhBF9RcUZhRVTZWlWTlmxzDPZvsm2/JXHMn34lkx2hQXNf/mCps44qN6TebYdJgQQQAABBBBAAAEEEBhcgcUceXlspt4zWOWRr8UcFdtGAAEEEEAAAQQQQAABBAZeoDyZVc4HHqNbAOgHAggggAACiyLwf+5P1S6OAX/jmVxv/5dU9zxbXFiUniz+Ru2AuPXClqNTR2gxzTJ1hhatGloYlZXRLJRkldJaYSQLLdr6w883faXF5+MyyGShxTOPWWabYEIAgT4RuOjUFXrTpWVZ2ufc4bot3aoX2w1FUSzbL9jXPFtYMQii0a+BLi+Ho7fbviSO45H9S6okTWVhxTTNZPuirCOsaJeN7vMPp/rdW1Nb1epit/L+C5o6YYhPeB6EGQLdL0APEUAAAQQQQAABBPYh4JzzFRadc/u418xuIrA4My/ujQACCCBQiwCNIIAAAggggMB4gTKIkBcn4MdfzyUEEEAAAQQQGDSBb78g/cKXU/3sTal2R+XvCL1rMPeeV2Ega8mqmdll+53JKi5maaoqtBi320raiSxoFO4jtPjo7iX61ONn6vn2WmtSP/KK9Trz2OV+nRkCCPS2wMtPW6lrR8OKR+i2dJtejMfCikEQ+pBiYGHFIFDLT6HCMC7WbRn5fYgPKyap2sWUpImqsGKWZZosrGj7JZP7zEO5PnpHZqs6cKX0Sxc0dOS6+k7o+YaZIYAAAggggAACCCDQlQJ0qp8F7DNPNdU1TgKLdUnSDgIIIIAAAggggAACCCAwRwEnN/0WuCcCCCCAAAII9LzAiiXSSQfs/fP/rqcJKnY+uXZQ3C7b0kKLWZbL/rdlFVpMklTTCS1atcWdFlp87Ew9F4+EFq9ap83HEVo0YyYEelXg5aev1DWXrPHdf9YdoVvaV2pPJFlFxVYQyt77thwNK7YssGghxVgWXIyieHxYsZ3Iwoppmsn2NX7/Y3uekd2zXbaNVUtbt+kTD2b6b98oKy0etsb50OLBq+wWJgTmIMBDEUAAAQQQQAABBBBYRAHnnJxztfaAwGKtnDSGAAL9IsA4EEAAAQQQQACBxRAYOfe1GJtmmwgggAACCAykwGIO+oi1Th/d1tQHLmlqaMVi9qQ3tl2FgjqXuXIfJNpfaLEMKYVqhZF8aKkV6NEXGvrUY2fouZFKiz+8fZ3OIrTYGy8GeonABIGXn75C11xchRWP1C3trXqp7WQhxKB43wcWWCymoKqsWOwDbL9QVlYM/P2sOutoZcWRsKJVVswz289k2ldlxQnd0f/9Zq6/uLestHjseqdfunCJ1i6beC8uI4AAAggggAACCCykANtCAIHZC9ixGJtm38Lej2zsfRXXIIAAAggggAACCCCAAAJzFqCBGQmUf5lWzmf0QO6MAAIIIIAAAj0ocNkRTh/d3pSFFtctk153HIdpp/M0VgfHbbm/SovtuO2rpYVR5MNIFk4KgrHQoq3v3N3UJ3eeoWfjdX7zP7R9nc4+nvSox2CGQI8IXGyVFS9e63v7rDtKt6RbNdyWf9/vK6wYBJH2qqzYTtQupmQGXwPtNzzJzAKLFly0m045QPqVi5pqNuxSX04MCgEEEEAAAQQQQAABBPpYwDnnKyw652obJR+PaqOkIQQWUoBtIYAAAggggAACCPSXQC6rrljO+2tkjAYBBBBAYC4CPLYfBS7Y5PRLFza1olmO7k/vyUYrcZXXMN+XgIUV7XZb2pRl9htULlt2VlpsJ4mmE1p8fHdTn9p5up6JytDiD25bq7NPWG6bYEIAgS4XuOSMlXrjaGXFo7UjuVLDUT6tsGIQhv5+YRTLV1ZsF/uMJFVnWNHvY/JMFpA2CrvcubT1fU3/7RupPvFgWWlx80anX71oZMe/rwdxGwIIIIAAAggMqADDRgABBLpXwD4LVVNdvSSwWJck7SCAAAIIIIAAAgj0lgC9RaDLBOzv0pxcl/WK7iCAAAIIIIBA3QK37cr17Rek4Vj6xa+k+sv7yjBL3dvp5/bsIHk1Plu3sGKufFahRau8+Piepv7+sTP0TLzeN/uDW9dpy4mEFj0GMwS6VOCSM1fqDS8vvwb6aXe0Dyu24tyHEIOJXwMdBGq1iimIZJUVg46wYrvdVjtJ/dQZVsyyTNkcwooV20fvyPSZh+zP06TzNzn98oWEFisblggggAACCCCAAAIIINAbAs45Oedq7SyBxVo5aawSYIkAAggggAACCCCAAAIzFyhPY838cTwCAQQQWCwBtosAAjMXaBc/8H/131O983OpbtlVXJh5EzyiELCgYrEY/WeX8xmEFi28NByEarVCDbcCPb6n4SstPj1SafEtV67TOSeuGG2fFQQQ6B6ByyyseNFYWPHW5Eq14kyhBRVtsve2Tfb+HhdWDBUUt0dRLKusaGHF2CorFtPEsKLtT2ZbWXGi1O/emuoLj5Th9EuPcPr5lxFanGjEZQQQQACB7heghwgggAACgyvgj7lUH5BqYiCwWBMkzSCAAAIIIIAAAjUL0BwCCAyUQPmXaeV8oAbOYBFAAAEEEOh7gXMO2fsn/K7hXLtahBXn+uTbAXNrw5Z23DybwddDW2jJwk3DQeArrllo8Yk9DV9p8emorLT4A1eu1bmEFo2YaX4FaH0GApeduUpXj4YVj9Gt6dYpw4qtMJSFk1u+smI4ElaMFjSsWA3txh2ZvvJYud/fdrTTdedweq6yYYkAAggggAACCCCAAALdLeCc8xUWnXO1dXRAPxHV5kdDCCCAAAIIIIAAAggggEANAuWJK6viUUNjNIEAAqMCrCCAAAKLJ7C0OPJqVbQ+eGlTVx5Z3wHdxRtRd27ZworWs86l/U5l4cUsTZVmmRL/da+J2nFbUTGFUaQoitUKQgXFZKHFqtKihRY/9dgZeqa9wZrV91+5VueeRKVFj8EMgUUWuHzzSl190Wrfi6fcMbrFKitGqSx8XIWQ7X1t7+fphBVt35BmqbI0U1pMth/JVfxffjyTXbaNVUtbn+2UFW1+aEeqHbvKSouvPa6hd5xFpcXZevI4BBBAYG8BrkEAAQQQQACB+RKwz0TVVNc2isNmdTVFOwgggAACCCAwUAIMFgEEEECgdgEnV3ubNIgAAggggAACCy9wyCrp97YukVXRsq3/yOmEUsxhviY7aG5t23ImlRarkJOFFi3cFASR/3roJ3ZLn9x5hp6OR0KLV6zVeYMcWjRcJgQWWeCKs1bqdReu8b14yh2rW5OtCuLZhRXbSSoLKyZpMi6smOWZbB9S7ktyvy1b9ys1zIJEunFHrrueLtu+9kSnHz+D03Q10NIEAggggAACCCCAAAII1CEwRRvOOTnnprh1dlfzSWh2bjwKAQQQQAABBBBAAAEEEKhdoDxtVXuzNNjFAnQNAQQQQKD/BJYVR1z/YFtTJ5RZN315Z6Z3fT7pv4F22YiqUJEtbbIKi7ly2XKqSotRHI9WZgs6Ki1ahbYnXsjHhRbffMVavexkKi122dNOdwZE4IqzVum1F4yFFW9pX6EgTkbfvxY+tvetVVYsK6YGagWRr6BqlRejKFIYxWq324rbSbFM1BlWzLJMVVixk9T2JZ2X61jfHeW68eZU9z9Xtvb9pzT0lmIqLzFHAIF+FmBsCCCAAAIIIIBArwrYZyOb6ux/cfiszuZoCwEEEEAAga4RoCMIIIAAAgj0kED5l2nlvIe6TVcRlRkcOgAAEABJREFUQAABBBBAYC+BOJP+4PZMVknrw7dk+o2vZWq197obV9QnMNpS58FzW8+yXPa/LacbWrRKixZ6agWhdu3O9Ymdp+upkUqL33f5Wp1PaHHUmxUEFkLgyrNX6bUXrPabesodp1vTrQrbqSykaGFEW9r71d63Fla08HFrXFgxVhlWTGRhxYmVFbMs8/sJq6xoG7F9R+fS1uuengqs0mKqh4p9jLX91jMa+p4TOV1nFkwIIIAAAggggAACCOxDgJsWScA55yssOudq6wGfgGqjpCEEEEAAAQQQQAABBBBAYLYCdipd/kTZbFuYn8fRKgIIIIAAAgjMRuBfd+b6oU8n+ux3s9k8nMfMQaAKG1kTtp6NCy1mSrNMFlhqJ4nacVtxMYVWfS2MZOEnH3YKQ/nwUyvQk7vlKy0+FQ9Zk/peCy2estKvM0MAgfkVuPLsVXrN+WVY8Ul3nG5JrlQQtWUhRXu/2nK4FZbv1yDwFRUtrNgq3rvV7fb+brcTxe22bDmxsmJun8JGSt3bPsNGVC1tfb6mnS/munFHqsdeKrfw9rMaet3xnLIrNZgvjgBbRQABBBBAAAEEEEBgcgH7jFRNk99j5tfy6WfmZjwCAQQQqEeAVhBAAAEEEEAAgQ4B+7s0J9dxDasIIIAAAggg0AsCx653Wrds756+WFVV3PsmrplnATuIXm3C1sdCi5kmVlq0wKKFmKI4Hg1BWWjRV2oLIw23Aj25O9cnHz1dT0YjocXL1ujCU1dUm2CJAALzILB1Qljx1glhRf8+bYU+pOjfr0FYvF9DdYYV7X3dbrdHw4pplhb7gExpWuwLssyiilrIyooTmb79gvShHameaZWJyfduaeiqY/hMONGJywgggAACCCCAQM8I0FEE+lTAOSfnXK2jI7BYKyeNIYAAAggggAACCCCAwEIK9Nu2ytNU/TYqxoMAAggggED/ClxxhNPvb23oA5c0tZQjrV31RFtQseqQrY+FFnNNFlq04KKFm6xim1VmK8NQgWzdhxb35PrkztP15EilxTddulYXnkZosTJmiUCdAlu3rNKrRyor7tJYZcUoivx70t6fVSXFzrCiXW/v2SiKZe/nMqyY+MqK3RZWrLzufTbXjbdkejEur/m585q6/Eh+oJQa4+dcQgABBBBAAAEEEEAAgcURsOMqNtW5dT711KlJWwj0lwCjQQABBBBAAAEEEFgwAee3VM79KjMEEEAAAQQWSoDtzFLgnWc39IsXNrW86XToGqdNq8V/XSbQeTDd1mcTWmwFoQ9IDbdCPWWhxUdP166RSotvumStLjp1ZZeNmu4g0NsC289ZpVe/rNyh7tLxuiW5UmHUVjRJWLEVhmoV7017f+4dVkwUtxMlSaqpwoq2X7DJxKqlrS/0dMdTuW7ckSpKyy2//4KGLtjEp8NSgzkCCCCAAAII1ChAUwgggMCsBJxzvsKic25Wj5/sQQQWJ1PhOgQQQAABBBBAAAEEahGgEQSmK1DWVsxVLqf7KO6HAAIIIIAAAosj8J4tTV1zQnlo1apjvf2ziR55cXH6wlb3LdAZQrJ1+/pX+53Lwov7qrRoFdqsUpt9vaxVWAzC0H/drIUW/37nGdoVH+A3fO2la3TRaYQWPQYzBOYoYGHFV543ElZ0J+iW5ApF8b7Dij5UPBIstvdtFMe+omLcbsvCikmaKEuzSb8Guuqu7Ruq9dkv5/bIrz+R60M7stFGfunChs4+uL6TgaMNs4IAAggggAACCCCAAAIIzFDAPjNV0wwfOuXdy6NqU97MDQh0sQBdQwABBBBAAAEEEECgzwScXJ+NiOEggAACNQjQBAJdKPA/70v1fCh98sFMP/ulVM8V613YTbo0ImAH1UdWZet+Uq4ytJgpzTIfbGonieK47acwihWGka+uaJXbLLTYCgIfWnxyT6ZPPnKanohGQouXrNHFpxNarIxZIjAbgavOWa1xYcX25bMKK/r3cLvtQ4tThRX9PsDSy0VHbb1YdMW/L+/MfKVF64xV7/3lC5s67UA+I5oHEwIIIIDAgAgwTAQQQACBrhRwzsk5V2vfCCzWykljCCCAAAIIIIBAbwnQWwQQ6C4B6it21/NBbxBAAAEEEJhKwMKKb/tsoo/ckSkdK4g11d25vgsEqlCSLS2nZGHF3IcWs7L62oTQYrvdHglLxQosuBiE8pXcRiotPv1irk89eroeD4f86N548RpCi16CWbcKdHO/XnHuar3ivFW+i7t0gm4ZDStW77+oeP8VUyvQcBCo1QplIWILE9v7s6qsaGFFCx6320mxb07L93axk86K97e93+29b/sAv6Fi1rleXOyKf597ONfv3Vb+YFm7THr/BQ0dt6HeE4NdMVA6gQACCCCAAAIIIIAAAj0jYJ+dbKqzwwQW69Qc3xaXEEAAAQQQQAABBBBAAIFpCpQnoMr5NB/C3RBAoFsE6AcCCPS5wIqmtHnj3j+lX4r7fOB9OLzq4Hrn0kJMFmbK0lQTKy1aaNEqLVoYykJRFo7yIanR0GKmTz16hh4fqbRoocVLzqDSYh++dBjSPApYUPGqc6uw4om6Nb2iIywcqnrf+QqnQVBcjmTh4aoCqr0/ozj2lVH3F1ashmH7AJuqy922/PR3Mn38jtR3a+Mqp1+6oKFDV+/9c8jfgRkCCCCAwEIKsC0EEEAAAQQGUsA55yssOudqGz+BxdooaQgBBBBAAAEE6hegRQQQQGBQBOxUuVTOB2XMjBMBBBBAAIHuFzhhg/RHr2jqty5t6qQD6jso2/0j798eViElW1q1tSzLleWZ/HIGoUUfnmqFeualTJ985HQ9FpZfD/2Gl6/RpWcSWpz5K4hHDKLAK89dravOWe2HvsudpFvTyzUWEi7Diq0gUuBDwmNhRQsxBmGkKqxoFRX3F1Ys3/O9U9P+bx/M9Sd3l5UWj1jr9J8vasgqLnosZggggAACCCCAAAIIIIDAAgpUn6dsOffNli0QWCwdmCOAAAIIIIAAAggggAACiypgEQgnt6h9YON9KsCwEEAAAQRmJfADpzT00e1LtGm109LiKOoZB86qGR7UhQLVAXZblpM0WWgxbrfLqm3FcixEFcnCUq0g1Gho8cW0rLQYli+S11+0RpedWVaM68Lh0yUEukLgleet1vaRyopP6ETd0r50NKxo760giDTcCkfeZ2VY0Vc4Ld57nWFF+xpoe69aaDFJk31+DXT5fu+d0OL/vj/T/7qvDC3a10L/+sVNNRtd8fTRCQQQ6FYB+oUAAggggAACCMyDgHNOzrlaW+ajTa2cNIYAAgggMGgCjBcBBBBAAIE6BXrn1Fmdo6YtBBBAAAEEuk/g9AOdfuyM8tDpcDvX+7+S6W8f4Cd19z1Ts++RBZeqR9u6r7Y4odKifUW0VW2zQFR7H6HFVhDpmRcTfeJRq7R4oG/26otW67LNhBY9BjMEJgi86mWrtf2c8v2xy52sW5PLFMVtXzExCEOFYSwfTizWbdlqhf5yGEYKiqmqrOjfm0mi6YQVJ3ShZy7+2T2Z/vpbZWjxtOJn029dsqRn+k5HEUAAAQQQQAABBBDoRQH6vLdAedyk3uNi5VG3vbfFNQgggAACCCCAAAIIIIAAAgsmUP5lWjlfsI12y4boBwIIIIAAAl0ncM+zuf7ugUwP75He8S+pduwqwyJd11E6NCcBO+BeNWDr40OLmdI0U5KmaieJr7QYx7Gs0mIVmgqCUC0/BcUy0rMvJvqkDy0e5Ju9+sLVuvyslX6dGQIIlAKvOn+1tm0pw4qP62Td0r5kXFjR3lcWUgxGwopBEBXvLwsxRlOGFdMsVZ7lyvyUKbf/i3Np9r4utyp1rlfX9cryj+/K9KlvFwMqOnz2wdKvXdws1viHQE8K0GkEEEAAAQQQQACBHhRwzvkKi8652npPYLE2ShpCAAEEulGAPiGAAAIIIIBAbwiUJ5/sxFpv9JdeIoAAAggg0P8CH7sz07s/n+rJVi+MlT7OVqAzxGTrY6HFTFmalaHFJFXcbiuObYp9uGpfocVPPHKadgYH+S697oI1uoJKi96CGQKvsbDi2SNhRXeybksuGX0/tYJAFk4cboXFMvQVFcvLdn1x3RSVFS2sWL1XsyyzqKLsfWzv50q8c726rteWf3h7qn9+qAzPX7jJ6f0XcHqv155D+osAAggggAACCNQjQCsILLyAfaaqprq2zieauiRpBwEEEEAAAQQQQAABBPpTYAFH5eQWcGtsCgEEEEAAAQQqgbee3tCySY6URmn5RwXV/Vj2p4AddJ84sizPZOEnH4TKsjK4aNUW24nieN+hxedeSvTJnadrZ7jRN/vaC1fryrPKkJa/ghkCAyhgYcUrR8KKj+lk3da+ZDSsGISRRr8GOgg1PBpenFtY0d7bNvUL92/fmumLj5Y/ly4/sqGfO49Ki7U/tzSIAAIIIIAAAggggAACewk45+Sc2+v6uVwxyWG4uTTHYxFAAIGZCXBvBBBAAAEEEEAAgTGB8tTT2GXWEEAAAQQQ6BeBbh3HxlVOH9nW1FtObehdWwh+dOvztBD9qkJNtiyrs0ljocVUaZYpSVK1EwsstseFFltB6CvC2dKqxFmFuOdebMsqLT4alKHF11ywWlVYayHGwzYQ6CaB13a8/h/TKbo9mRhWjDTcCuTfPx1hRatkGkaxIpviuHjftf17sN1OivdkKh8oTjNZuDi32orFByp7D9vYq6Wt99N0445U//Z4MdBiUFcd4/SeLZzmKyj4hwACCCCAAAJdJEBXEECg/wTs85VNdY6MTzJ1atIWAggggAACCCCAAAILL8AW+0Kg/Mu0ct4XA2IQCCCAAAIIdL3AloOdPra9qROHyp/AR67t+i7TwXkWqA6+27KcqtBirixN5UOLxdJCixaYqiotWpjKwopBEMovw1AWWnz+pQmhxfNXa+tIhbl5HgrNI9A1Aq+7cI2uGKkw+pg7VbcnF4+rrGjvGwsrBsX7xr9/gsi/jyysGITRpGHFJE2K92TmK58OUlhRUrEfkm7YkerWJ8vQ4tXHN/T2zZzq65oXPB1BAAEEEEAAAQQQQKAPBZxzvsKic6620fEppjZKGupPAUaFAAIIIIAAAggggMBCCOSy003lfCG2xzYQQAABBMYLcGkQBX72ZU2tW1aO/G8eyPUfbkrLC8wHWsCCihWArVu1xbLSYj4akEomhBarCnBl2CpUFb6y0OILwxZaPFWPjFRafPX5q7Vty6pqEywR6GsBCytevnmlH6MPK7ZfvldY0b9vwvJ902qVSwsxVmHFMIpkAeEqKJykifIsnzKs6DfW57OgLd1wc6pvPG2fIqXvOamht57O6b4+f9oZHgIIIIBAbQI0hAACCCAwU4Hy+EguW870sVPdn08wU8lwPQIIIIAAAggggEA9ArSCAALTErC/S3Ny07ovd0IAAQQQQACBuQv8xr+lChPpA19L9Ud3Elacu2j/tNB5AN7Wx0KLmRN0Qf8AABAASURBVA8t2tfQWngqbiflV9S22+oMLVpluPGhxUSfeNhCiwd7pFe9bLW2n0No0WMw6y+BjtFcfeFqjYUVT9PtE8KK9j6ZGFb0QcUg1MSwYly8xyy0aGFFe/+laabJKiva5u09a8t+n16IpA/tyPSt58vQ4ltObej7T+GUX78/74wPAQQQQAABBBBAAIHFEHDOyTlX66b59FIr58I3xhYRQAABBBBAAAEEEECgfwTKU039Mx5GggAC9QnQEgII1C9w//O5fuAfE920k5/A9ev2foudoSdbHxdaHKnulmap2knqQ4txHE8aWmwFgazS4u5WGVp8OChDi688z0KLq3sfihEgMInA1Ret1mWby1DuTllY8aK9KitaqLd8fwQKgkgWXrSpCv92VlZMivdZkiZlYLh4/00WVizfp4O1P9/VynXjzZke3lOO+8fPaOjaE+o9iTjJ08tVCCCAAALzLEDzCCCAAAIIdJvAfHzeIrDYbc8y/UEAAQQQQACBhRZgewgggEAXCJQnlcp5F3SHLiCAAAIIINBnApcd4XTmQXv/pB2O+2ygDKdWATsgXzVo652hRftKWgtRVaFFq/42MbQYBOFICKsKLdrXQ5+m77Y2+mZfed4qveJcQoseY2FmbGUBBF5/0RpdduZIWNGdpjuSi3yY1yoqWuXEzveFBRRbrVAWXqxujyIL/0ay91Q7SfxyOmHFBRhaV27ikRdz3bgj0xPDZWjxHWc39dpjOfXXlU8WnUIAAQQQQAABBBBAoEcFnHO+wqJzrrYRzPOnltr6SUMIIIAAAggggAACCCCAQB8LlCeXcpXLPh4oQ+tbAQaGAAIIdKdAoziQ+lObG/qlC5t63/kNrV7Wnf2kV90rYEHFqne2Pllo0cJU7ST1wap2u+3DWRa6mhjOskqLe4bb+uSjp+u7rbLS4lXnrtIrzivDXdV2WCLQqwKvf/kaXXrmSt/9R3Wa7mhf5CsrTvZ+qMKKtiSs6MlmPXvg+dx/PfRzQdnEdec2tO3o+k4klq0yRwABBCoBlggggAACCCAwaALl8ZBctqxr7AQW65KkHQQQQAABBOZLgHYRQAABBAZGwMkNzFgZKAIIIIAAAvMtsH65042XNfSmk8pDoKuWSkes5mftfLv3Y/udB+RtfWJoMUszVaHFOG4r7vh66L1Di4EstPiJR0/TQ1Vo8ZzVeqVVWuxHPMY0MAJvvHiNLj2jDCvudGfozuQiH1aswohVZcUgHKk82gpl19lkoUULNUbFe4fKirN7ydz9TK4bb0n10kjl4J9/WVOXHsHPvNlp8igEEEAAAQQQQAABBOZZoMead87JOVdrr8ujdbU2SWMIIIAAAggggAACCCCAAAKzEaC+4mzUpvcY7oUAAgggMHgC33tSQ5s3lgdTH3xBeue/ZPrm8/y0HbxXQj0jtqBi1ZKtd4YWsyxXZ2jRAldVaHFiWKsVBP7rb18cqbT4UOsQ3+z2c1fpleet9uvMEOg1gWsuXquLTy/Dio/qDN3RvmDKsKJ9/bN9DbSFFG0KwkgWVgyjmX0NdK8ZLUR/b3sy14d2pIqzcmvvv6Cpl23iNGCpwXyQBBgrAggggAACCCCAQL0C5XGQeo+p8Uml3ueI1hBAAIFBFGDMCCCAAAIIIDBngTJMUc7n3BgNIIAAAggggEAh8Of3pHp4j/T5h3Nd94VEu1r1HlgtNjFo/wZ+vHaAvkKw9c7QYppm40OLSeorLUZxW1OHFmN94pHT9NDwwb7Z7ees0qtfRmjRYzDrGYFrLl6jl5++wvf3UV9ZcfKwYhXWrcKKVlmxCitGI5UV43ZbFvhN0sS/n3wYOMuU2//FLtzed35DxaxzvbjIvxGBf38i14dvTv2lRvEB85cuGAvv+yuZIYAAAggggAACCCCwfwHugcA4Aeecr7DonBt3/VwuEFicix6PRQABBBBAAAEEEEAAAQRqEbBTcLLTcLW0RiMIIIAAAgggIF9h6mdvSnTDjlTtkWpTuCAwV4HOkJStV6FFW/fhqjSTha0sdNWeRmjxpVasv3v0NFWVFrduWaVXn79mrt3k8QgsiMA1l1hYcaSyotusO9sXKIxiTRbStWqKFlb0QcUg1MSwYjtJlBTvGXv/WMVS/36aJKxo7zWbFmSAPbqRm3bm+vAt5Q++lUukX76woeM21HdisUdZuqjbdAUBBBBAAAEEEEAAgd4SsM9g1VRXzwks1iVJOwgg0L0C9AwBBBBAAAEEEOgBATt95OR6oKd0EQEEEEAAge4TOGSV9JZT9z7UuSfuvr7So94XsIP01ShsvQotZlmmLMt9ZTgLXU07tDgc6+8eOU3fGT7EN7v17JV6zflUWvQYzLpW4NpL1+jlp5VhxUe0WXe2XyYLK0ZR7MOIFkz0IcUgkF+2wnI5RVjR3i/2vtlfWLFrQbqsY5/9bqY/uL0MLa5f7vSrL2/q0NV83uyyp4nuIIAAAggggMBsBXgcAggsqIBzTs65Wre591G8WpunMQQQQAABBBBAAAEEEOgHAcawMAL5wmyGrSCAAAIIINBXAucd6vTx7Uv01tMb+p4TOdzZV09uFw/GgopV92x9n6HFdrLPr4e2MNdLw1EZWmxt8s1eefYqveYCQoseg1nXCbzpkrW66NQyrPhwvll3JVOHFYdbgfZXWdHCimmW+rCvD/1mma8+b+8re38ZQLW0dabpCfz9tzP98Z1laNGC/b95cUNrl+3/sdwDAQQQQAABBBBAAAEEEOgUsM9jNnVeN9d1juDNVZDHIzB3AVpAAAEEEEAAAQQQGHiB8i/TyvnAYwCAAAII9KsA45oHgbec2tBvXNzU6mVSqy09+hLx/3lgpskpBDoP1tu6hauyPFOW2dRRaTFJ1S6mOI4VxW2FYTRpBbrhloUWT9W3W4f6LV551iq97sI1fp0ZAt0i8KZL1+rC01b47jziztI30n2HFYOgeL0HZXXFoHjtWwXGqHgvtC3I227LllZZMS3eI5lVKC3eP7nFFYvdub2vbEPV0taZZibw1w9k+tO7y9Dikeucbri0qWZjZm1wbwQQQAABBBCYsQAPQAABBPpKwDnnKyw652obFx9LaqOkIQQQQAABBBBAAIHFE2DLCPS6QHE2rhiCnZgrFvxDAAEEEEAAgWkIHLve+aqKjeJY6Xf35Prpz6f6+hPlz9RpPJy7IFCLQGeQytY7Q4tpmvmKcUma+FDWtEKLw6E+8bCFFstKi5dvXklosZZnikbqEPiey9bowlPLsOJ3dZbuap/nQ7gWQrQwYjASTGwFgayyYrCfsGKSpLL3x76+BnrvfnPNTAX+8v5Mf1VM9rgThpw+dFnTVpkQQAABBBBAAAEEEEAAgWkJlMc7ijNYdtBjWo/Y/50ILO7fiHsggAACCCCAAAIIIIAAAgsi4OQWZDtsBAEEEJhUgCsR6DGBh3bn+q2vZ7ppZ673fD7T41RX7LFnsH+6awfuq9HYuh2/t0qLtp5OCC3GVlUujhVGxRRGe1VatJCXVVq00OKDw2OhxasvWl1tgiUCiyLwPZev1QWnrPTb/q7O1t1JGVacrGKovY6rsOJwEBSv90hWVdEmq6gYj1ZWTH2od1+VFe19JP6bs8D/uDvT3zxQVlo84yCnD15KaHHOqDSAAAII9LIAfUcAAQQQQGAGAs45Oedm8Ij935XA4v6NuAcCCCCAAAIIIDBnARpAAAEEpiNATajpKHEfBBBAAAEExgS++GimD3wtVZTyU3RMhbXFEOgMVdn6VKFFqyhnocV2u61owtdD+5BXGPrKdMOtUH/38Cl6YCS0eNmZq/R6vh56MZ7aGW+zHx/wfZet1QUnl5UVH9JZujs5V1OHbkNVYcVWEMqqL9p9bVmFFe19kGaZsjTVxLBi5Wfvo2qdZT0Cf3Rnpn/4dhlaPOcQp199OacI65GlFQQQQAABBBBAAAEE+lvAPp/ZVOco++HTSJ0etIUAAggggAACCCCAAAIILIJA+Zdp5XwRNs8mEegNAXqJAAIDLvDDpzW0btmAIzD8rhboPHhv652hRR/KSjMlaSILa1loMY7jcaFFq1TXGVq00NcnOkKLl25eqTdctKarDehc/wm8+fK1etkpVVjxbN2TnOfDihZADKxKaBDKgomtIJAFbYPisk12nd0+WVgxsaCiTVmuLMuU2/+5VL5vipX+Y+yaEf3+7Zn+5bul8UWHNfQLF1BpsWueHDqCAAKdAqwjgAACCCCAQBcJOOd8hUXnXG29IrBYGyUNIYAAAggg0MsC9B0BBBBAYHEF7BRdcYKuOFG3uP1g6wgggAACCHSfwPrlTr99RVMWWPzAJU0t5Yhm9z1J9GhUwAJX1QVbr0KLFsrKLJzVEVpsJ6k6Q4sW8BoXWgwCX6nOQovfGqm0eMmZK/WGl88ltFj1jiUC+xd48xXrdN5oZcUtumeksmJnWNFCtlOFFSML5UaxOisrThVWrHpTvm/KQF11Hct6BT50S6qbdpbGVx7p9LPn8oO1XmFaQwABBBBAAAEEEECgGwTq60P1Oc2WdbXKp5C6JGkHAQQQQAABBBBAAAEEEJiDgCse6+SKOf96VoCOI4AAAgjULnDqAU5/dFVTZx5U/oy8/3mp/DLL2jdFgwjUJtB5AN/WO0OLaZopK6YkTUZCXIkPLVZV6MrQYiwLgVmVuuEgUKsV6pMPn6JvDR/m+3jJGSv1xovX+nVmCMyXwPdfsVbnnbTcN/+QO0d3t7fsVVnRv07DsHi9hrLXq032GrbKilVYMY7bitttX1k0saqKNll4d5LKivZ+8RtkNu8CH7o51b8/UYYWX3lsQ+86m9OF847OBvpLgNEggAACCCCAAAIDJOCck3Ou1hHzCaRWThpDAAEEEJgvAdpFAAEEEEBgEATK00WDMFLGiAACCCCAwPQE3nNOUweskOJM+q2vZ/rD21Olxfr0Hs29elGgX/rcGbyy9Sq0aOtp8SKuQouJVVlsJ2q326NhMKtWF4ZlaLHVCtQKQwVBpE8+fLK++VIZWrz49BW65mIqLfbL66XbxvH9V67VuScVO9+iYw81ztE97S2K4rYmVlYMitfmcCuUf53aazUIi9dxVNw39ve1sGI7SfYbViw2w78FFmgXP0tvvDnTbU+Vn0LfcEJDP3kmpwwX+GlgcwgggAACCCCAwEALMPjeEbBjGTbV2WM+fdSpSVsIIIAAAggggAACCCCAwKwEyr9MK+ezamA6D+I+CCCAAAII9JzAr/xbqgeez/WuzyX64qNZz/WfDg+2QOfBfFvff2gx0VilxcCHFK1anYXBrNKihRY/9YiFFjd52JefvlLXXEJo0WMwq03gByyseGIZVvyOO0f3xFtGX5dBGPlwYmdlRXt9BkEouy2MotH7VmFF+zroxKoq2jRJZUXrePn+KINzdplpYQSG27luvDnV3c+U9t97ckM/chqnDRdGf963wgYQQAABBBBAAAEEEKhNwDnnKyw652prk09GgqbVAAAQAElEQVQetVHSEAIIDLYAo0cAAQQQQAABBOYiUJ4gylUu59ISj0UAAQQQQKCfBJ5u5XrX51M9vKdbRkU/EJiZgAWxqkfY+r5Di+1xlRaDMJwitHjKaKXFl5+2UtdeurbaBEsE5iTwA1vX6ZzRsOK5urc9FlaswrO2tNdmVVlxsrCihRSryopplinbT1hxTp3mwXMSeC6UPrQj838cYA390GkNfd/JnDo0CyYEEEAAAQQQGHQBxo8AApVAeTyjOINlBzWqK+e45FPHHAF5OAIIIIAAAggggAACCNQkQDNyxf8wIIAAAgggMIgCDSf9xJmEJAbxuR+EMduB/Wqctm7H97M8k62n+/l66CCMRkKLUVnZLigrL1qlxftfLL8e+qJTV+h7CC1WxCxnKfAWCyuesNw/+ts6V/fEZ41WS/QhxSCULe0ry/cVVrTKinG7PfI10AlhRS/a3bMnhnPduCPVIy+Wf0BnP4/feMI8nz7sbhJ6hwACCCCAAAIIIIAAAh0Czjk55zqumfsqnzjmbkgLCPSEAJ1EAAEEEEAAAQQQ6H6B8vRQ9/eTHiKAAAIIdK9AL/Zs3TLpg5c1fUWnHzu9oVOG6j0A2osm9Ln/BCycWI3K1qcfWoxUhhZDtYJIrVag4ZHQ4t8/erLuf+lw3+wFFlq8bI1fZ4bATAXesm2ttlRhRWeVFc9SFLcVRbFaQSiromhLCyu2Rl6Hdl0QRQr9FCsMI1lYsaqsmFhVRQvkZrmyLFNu/3d84LH3wUz7yf3nT8AqGd+4I9OuVvkk/fTZDb36GH4ez584LSOAAAIIIDB3AVpAAAEEFkrAPr/ZVOf2CCzWqUlbCCCAAAIIIIAAAv0swNgQmEeB8kRQOZ/HzdA0AggggAACXSZw4pDTx7Y3dfbG8qfgzpek56MyLNFlXaU7CMxZoPPgvq3vP7SYKIxiRVE0dWjxkZN034uH+75dcMpKfe9lfD20x2A2bYEf2rZOW45f4e//bXee7o1nEFYMLbAYy8KKnV8DXYYVU2UTworl6z731UX9Brt3NpA9+9ZzuT60I9PzYTn8nzmvqSuP5DRiqcEcAQQQQAABBBBAAIHBFXDO+QqLzrnaEPikURslDc1NgEcjgAACCCCAAAIIIDDIAsVJu2L45bxY4R8CCCDQtwIMDIHxAkeskTauKg923rQz17s/n+rJ1vj7cAmBfhKwwFY1Hlvfd2ixLQuBhT60GE8aWmy1Qv3Do2OhxfNPWUFosQJmuV+BH96+Tmcdv9zf79vuZbo33jz9yoqThBXt9bqvsKJtyF73tmTqToFvPJ3rxh2pWu2yf79wQUMXbip/TpfXMEcAAQQQQGC6AtwPAQQQQKBfBOxzXDXVNSYCi3VJ0g4CCCCAAAIIILDYAmwfAQR6WsBOATm5nh4DnUcAAQQQQGCmAl98NNenv5PpD29P9YGvpYpSqivO1JD7956AHeSvem3rVWgxyzKl9hW6xZSkiZIkVdxuy75m1752N4rivUKLrTBUFVq8d6TSooUW33w5lRYr475c1jAoCytuPq4zrHimDytatcRWECooJlu2gkDDrbB4nQXldcVrzm4LLLBYTBZSbCeJD9emxWs4S9O9KitW3bXXe7XOsnsFbn2yDC0mWdnHX7moqc0jlZDLa5gjgAACCCCAAAIIIIDAIAk45+Scq3XIBBanycndEEAAAQQQQAABBBBAAIH5FiCiMd/CtI/A/gW4BwIILLzA792W6VPf5qfgwsuzxcUU6Axu2bqFFnMV/xcraZopK6ZkJLRYhcHCKFJUTBYUs8BYK4h8iKwKLX760ZN074tH+GGdd/IKvfmKdX6dGQITBX7kqnWqwooP+sqKY2HFsddXqCqsaK83m+y1ZoHGMIqL12LsQ4r2+rRw7VRhxfL1Xb62J/aDy90r8G+P5/rwjtR3sFmcSfy1lzd13IZ6T1D6xpkhgAACiyjAphFAAAEEEEBgegLV57rp3Xt69yo+ZkzvjtwLAQQQQAABBBCYowAPRwABBBCYUqA88VPOp7wTNyCAAAIIINDTAmdvdLrhsqaWup4eBp1HoDYBO+BfNWbreS5leSZbT9NsXGjRKi1aJbsqKDYWKpsYWjxR9750lG/2vJOW6/uvWJRKi377zLpT4EdesV5nHltWVnzQna/74umHFaMoVvUatNdjFVZMrKqiTVkuqxSa+/Dt2PjtNT12ibVeEfjCo7l+59ayzOKqpdJvXdLUoav5Id4rzx/9RAABBBBAAAEEEECgLgHnnK+w6Jyb2OSsLxNYnDUdD0QAAQQQQAABBBBAAAEE6hIozk4XTdmJvWLBPwT2IcBNCCCAQG8KvPmUhj54WUNbDnb6ibM4JNmbzyK9ng+BziCXrU8vtBjJqtxNDC0OB4FarVCffuR43fPikb675560Qt9/JaFFj8FMP3rVOp15zDIv8aC7QPfFZ4x+DfTY62nqyop2HwstTjesWL6my886fqPMek7gnx7K9Id3lKHFoRXSjcXP8rXlS6jnxkKHEeg9AXqMAAIIIIAAAgh0h0D12c6WdfWIo4N1SdIOAggggEDvCzACBBBAAAEEFlnAyS1yD9g8AggggAAC9QpYRaZfv7ipt53RUMM5RWmu+54hvFKvMq3NWKDLHtB5wN/WpxNajOJ4r9BiEISqQov/+OgJuufFstLiuSeu0A9sXddlo6Y7Cy3w1les0xmjlRUtrHj6jMKK+62saNVBRyorlq/j3FcLXehxsr36BT71YKY/vqsMLVqFxd+5YomanF2sH5oWEUAAAQQQQAABBOoXoMVaBJxzcs7V0lbVCB8pKgmWCCCAAAIIIIAAAggggMAiC/RDfGORCdk8AggggECXCSxvSqceWB7QfPylXO/+fKqbdvITr8ueJrrTBQIW8Kq6YetVaNG+XjdNM2XFlKSJrLJd3G4Xy7YmhhaHW6E6Q4uffuS40dDiOScs11sILVbEA7d86yvX6/Rjyq+B/pavrDi3sKK9DhP7Cmib7GugLaxYvGiLf6MhRXsdDxx0Hw/4r7+V6c/uKUOLR6+Tfu+K4gd8H4+XoU1PgHshgAACCCCAAAIIDIaAfb6zqc7RElisU5O2EEAAgfkVoHUEEEAAAQQQ6FuBMshRzvt2kAwMAQQQQGAABZ4Ppd/4WqqvPZHrpz+f6uE9A4gw8yHziAEV6Dz4b+s+/KVcnaHFNEtlYbG4nSiOy9BiFMUKwshXXOwMLQZBpE8/crzuefFoL7rFQovb1vp1ZoMj8NZXrdfpRy/zA/6Wu1DfjGcTVrSQbKJ2kihJUqVZpqwKKxbr1evVb6SY2eViwb8+E/hf92X63/eXocWTDnD68OWEFvvsKWY4CCCAAAIIILDwAmwRgZ4QcM75CovOudr6S2CxNkoaQgABBBBAAAEEEEAAge4X6NYe5sWpaBUTFae69RmiXwgggAACsxe446lc/+mrqVrt2bfBIxEYFIHOoJetV6FFW09TC4llqkKLFh5rt9sKozKsOHloMdSnHzlOd+8pvx56y/Er9EPb1g0K58CP88etsuJRnWHF0xTFxWsmjHzINQhCtfwUqAq7+uvCUGFxn/JroNuy15m93iysmFhQ0SarrGhhRfsUU3yMsddoNQ08fB8D/Mndmf72wTK0uHmj0wcu6ebQYh8/EQwNAQQQQAABBBBAAIEFFKg+69myrs0SWKxLknYQQEDCAAEEEEAAAQQQQGDWAvZ3aU5u1o/ngQgggAACCCyYwBQbWr/c6YbLmjp+wxR34GoEEJiWQOcJAFu30GKWZ7L1dEJo0SotWpgsimMfMLPwmQXNyvBZpOEgkAXQ/vHR4/WNkdDiWccv1w9vJ7Q4rSejh+/0tlet06kjlRW/6Ssr7h1WHG4FahWvkfL1EvrXSmsWYcWKyV6j1TrL/hX4+B2ZPv2dMrR43qFOv3IRocX+fbYZGQIIIIDAwAsAgAACCBQCzjk554q1+v4RWKzPkpYQQAABBBBAAAEEEJizAA0MtkA+2MNn9AgggAACPSxw4pDTH13V1JaDnX7l5U2tXNLDg6HrCHSBQGfwy9anCi1axTsLLU7+9dCBWq1wNLT4TzsttFh+PfTm4wgtdsHTPG9deNur1+uUo5b79r/pLtK34tNk1RItzGqVOC3EamHFICxeH8VrpNUK9hlWtK8hT6yqok1WWdECtFRW9L5zmfXyY3/vtkyfe7j8BHvx4U7vO5/Tjb38fNJ3BBBAAAEEEEAAAQT2JVAelyh//9/X/WZyG58gZqLFfXtdgP4jgAACCCCAAAIIINClAuVfppXzLu0i3UIAAQR6R4CeLrDA1cc39F+2NnXAinLDX388V5KW68wRQGD2AnZCoHq0rVehxSzLlKbFVLzRkjSRhcnaSaIqtFiF0mxpFRer0KItP/PocfrG7rHQ4o9ctb7aBMs+EfgJCyseucyP5pvu5fpWfKoPK0ZRrCCMfDCxDCtGmm5lxbR4zWWdYcXixVj881U/bUP2+rQl02AJ3Lgj1Zd3lpUWtx7V0M+cS6XFwXoFMFoEEECgKwToBAIIIIDAAgg453yFRedcbVsjsFgbJQ0hgAACCCCAAAKDIMAYEUBgfgTKv0zLVS7nZxu0igACCCCAwPwInDQkLS2OV+6JpV/8SqqP3JGpzY+0+cGm1YET6AyC2boPiRW/M1poMbNKdxZczNJJQ4sWVrRKera0sGL19dCf2Xmc7tp9lLc889hl+tGr+Hpoj9EHs594zXqdPC6seMo+woojVRWtumIUyQKuVoUxitrF66mYkqRYJkosqGiTvd6ssmLxIiz+jWrZ63L0AisDJ3DjzZm+/kT5Q//Vxzr99FmNgTNgwAgggAACCCCAAAII9LuAfe6rprrGyieHuiTraIc2EEAAAQQQQAABBBBAYKAFnNxAj5/BIzAwAgwUgT4T+O1bMv2f+zP95GcT3bKrDC302RAZDgKLKmAnBaoO2LqFxfKR0GKaZsqKKemotGgVF6M4VtRRUW9iaPGfdh6vu0YqLZ5x7HK99RWEFivjXl3+5Gs26OQjysqK9/vKipOHFe21YBUWW61ANgVThBWTJNVUlRXNqHwtss83i0Ge4ky6YUeqO54uXwtvPLGht53BqcdBfk0wdgQQmCDARQQQQAABBPpAwDkn51ytI+FTQ62cNIYAAggggAACiy3A9hFAAIFeFihP8fTyCOg7AggggMCgCvz3uzM9Hw7q6Bk3AvMvYOGwaiu2PjG0mGe5qtBi3G77ynj7Ci1aUO2frNLinmN8s6cfs1xvfWVvfT207zgzL/CTr1mvk45Y6tfvdxfrgXjqsKIFFu35t+qb+worJlZV0abitZV1VFYsX3+5bOk3yGzgBV6KpRtuznTvs+Un2jef0tAPncrpx4F/YQCAAAIIIIAAAggg0DcC9vnPpjoHNJNPDHVul7YQQAABBBBAAAEEEEAAAQRGBcq/TCvno1eygsBiCbBdBBBAYEqBt5za0Lu3jrf81wAAEABJREFUNKe8nRsQQGD+BOzkgE22BVtODC12VlrcX2ixFYa+ut4/PXqs7tw9Elo8epne+ipCi+bbS9PbX2thxbKy4n2ysOLJCqPYV9i0cKIFE62iYmDPeVA+73bddMKKaZqpM6xYudjrr1pniYAJPBvk+tCOVN9+wS5JP3J6Q997EqcgSw3mCHS1AJ1DAAEEEEAAAQT2K+Cc8xUWnXP7ve9078CnhelKcT8EEEAAAQRqEaARBBBAAAEEJhPIZbUoyvlkt3MdAggggAACiyuweqnTb1zc1FtPb+j1xzttO4rDiov7jLD17heY/x5aaKwztJhZJbw0U5qlarcTlaHFtqaqtFiFFv9557G6Y/fRvsOnH7VMP05o0Vv0wuynXrdeJx5ehhXvd5fowfb4sGIYRirDirYMfUh1JmHFvPiUUr3OzKNct08udokJgfECj70k3bgj1c4Xy9fIT25u6Orid4bx9+ISAggggAACCCCAAAL9JtD/46k+C9qyrtFyZLEuSdpBAAEEEEAAAQQQQAABBOYgYH+X5uTm0MIAPZShIoAAAggsqMDR66SPbGvo/E3lz6mbdub6ymNlGGFBO8LGEEDAC3SeILD1qUKLSZIqbic+vBhGka+4F4SRLLBmlfdarVBVaPGzO4/THXuO8e2fSmjRO3T77B2v26ATDivDive5S/RAfNK4yorjw4rBPsOKZbg1UWJfAV1MaZpZVNF/7bO9vsyifK2x7zcLpqkFHtqd68YdmZ4Kyvu8Z0tTW/kjhxKD+ewEeBQCCCCAAAIIIIDAogs45+Scq7UfjVpbozEEEEAAgZ4XYAAIIIAAAgggsHgCnP5bPHu2jAACCCAwtcD65U6HrpbSTPrYHZk+8LVUUcpPranFeuMWetnbAhYeq0Zg6xYqy5UryzJZ2Cwr3rBJmmis0mKy30qLn33UKi2OhRbf9ur11SZYdpnAO6/eoOMPW+p7dZ+7VA9OFlYMAllA1SostlrFelAGVC3IGEaxoqhdvD7asrCihVvT4rWTTRJWLF9fuQ8v+g0yQ2A/Avc/l+tDN6faHZW/K7zv/IYuHPmjh/08lJsRQAABBBBAAAEE5kGAJhGYq0D1uXCu7XQ+nsBipwbrCCCAAAIIIIAAAggggMDcBWbRgvOPKed+lRkCCCCAAAJdI3DX07k+fEum//jlVH/3YNY1/aIjCAy6gJ0wqAxsfbLQYufXQ8fx/r8e+rP+66GP882ecuQy/QShRW/RTbN3Xr1ex22qwoqX6cH4RF9Z0YKIVjnTKmgOB4Gsgub+wortJNH+woo2dnt92ZIJgekK3Fn87nDjjlxBUj7i1y5uavPGvvzEWw6QOQIIIIAAAggggAACfSzgnPMVFp1ztY2SwGJtlDSEAAILI8BWEEAAAQQQQACBfhQoK0/kKpf9OELGhAACCCDQ2wKfezjXPc8s5M+p3vai9wgslIAFyWyy7dlyqtCihdIsnGYVF6M4VhTFvvqehdss5GbhtlYYyirxfXbn0bp9dxlaPPnIZfrJ12yw5pm6QOCnX79Bx21a5ntyryyseMJoWNGqKY57Pq2i4khlxSCK/HMeWWh1pLJi9XqYqrKi30gxs9dVseAfAjMW2LEr04d2pMpGfn34rUubOm6Dm3E7PAABBBBAAAEE+l2A8SGAQLcL2OfCaqqrrwQW65KkHQQQQAABBBBAAAEEekWAfnatgJPr2r7RMQQQQACBwRA4+2Cn39/W1JoyDzMYg2aUCPSBgJ04sGHYcrLQ4ky/HvpfOkKLJx2xVG9/LaFF813MycKKxx661Hfhnn2FFS2oaNNIWNGCqFZ9sfNroKcTVixfSyNJM79VZj0psMid/spjuW7cUVZnXlqckfzwZU0duprPvYv8tLB5BBBAAAEEEEAAAQRmJOCck3NuRo/Z352Ljwf7uwu3I4DATAS4LwIIIIAAAggggAACsxXgdOBs5XgcAgggsPAC/bjFt5/V0I2XNXXKkNMvXdDsxyEyJgQGQqAMmklWvTvLMqVppqyY0iyVVViM223FVmlvikqLw0HgKy1aaPG2F47zZicebqHF9X6d2cILvOv1GzQWVrxc345PUFQ8fxZE7KysaOtlxczAV9BshWVlxSqsGBePIawo/ltggS88kul3b039Vu0PIn73iqbW8ocR3oMZAggggEBvCNBLBBBAYNAFyuMM9Z7BIrA46K8qxo8AAggggAACCHSfAD1CYAAFyr9MK+cDOHyGjAACCCCwqAIbljt9fHtT33Nieahw13Cuj99ZVkNa1I6xcQQQmJGAnUCoHmDrnZUWsywfF1q00Fo8RWgxCCK1wlBBEOpzjx2t23Yf75s98fBlesfrqLToMRZw9q43DOmY0cqKFlY8ftKwogUVh1uBD5tWwcXQnscwUhjGirszrLiAkmxqMQU+81Cuj478bnHgSukPti5Rs/y1YzG7xbYRQAABBBBAAAEEEEBgGgLOOV9h0Tk3jXtP7y58HJieUx/di6EggAACCCCAAAIIIIBA9wnksr9NK+fd1zt6hAACvShAnxGYvsCeOFcrKe9/y65c7/x8qu/usZ9M5XXMEUCgdwQsqFj11tY7Q4sTKy1OFVosQ2+hrNKiDy3uPEq3vlCGFo8/bKnecTWhxcp4vpfvfuOQjjlkid/M3e4KfTueOqxogcVWKygrKwahLKzoKyvGbbXbxZQkSpJUaWYVN4tlmhWfQYpPIMWLxAKt5eulvOw3yAyBmgU+8UCm//aNstLiYWukj26jmnPNxDSHAAIDK8DAEUAAAQQQmF+B+fi8SGBxfp8zWkcAAQQQQACBfhRgTAgggMA8CLiiTSdXzPmHAAIIIIDAwgpkufTrX0v1P+7O9ItfSTUcL+z22RoCCNQrYCcSqhZtPS/e47lyZVm219dDTxZaDMNInaFFC8F9/rGjdMvI10Mfv2mAQosV5CIs33vNBh19cBlW/Iau0Hei46asrDgaVgxC2XoURQqjuLh/W20LLO4jrGivD438Z6+XkVUWCMyLwP/9Zq6/uLes4nzseqff31q+xudlYzSKAAIIIIAAAggggAACtQg45+Scq6WtqpGuCyxWHWOJAAIIIIAAAggggAACCAyaQHEuedCGzHgHWIChI4DA4gmsWbb3tp8Ppb+6vwwQ7H0r1yCAQK8JWPDMJuu3LS2Ulu8jtNhuJ4riWFEU+wp9Flq04FurFaoVFlMr0BceO1q3VJUWNy3VT1Np0XjnZXrvGzfoyI1Lfdvf0JV6KJ5mWDGMFBbPF2FFT8esSwUssGjBReveKQdIH76cSotmwYRAPwswNgQQQAABBBDobYHyuEK9Z7AILPb2a4LeI4AAAgggMJkA1yGAAAII9JxA+Zdp5bznOk+HEUAAAQR6SODEIac/2t7U64/np04PPW10FYGpBPZ7vZ1UsDvZcl+hxbjdVhy3x4UWg5FqfeNDi0dpx/PHW5M61kKLr9/g15nVJ3DdNUM68uDOsOKx/nkJw8iHSf3zEoa+kmIZKg389a3i9rC43ocVo/aklRWzLJf/v3gxFP98p8vXRr0nnnzDzBDYh8B/+0aqTzxY/qHE5o1Ov3ExocV9cHETAggggAACCCCAAAKLKuCck3PlVFdHCCzWJUk7CCCAAAIIIIAAAggggMCsBcoThHbycNZN8MCaBWgOAQQQ6D+B1x3X0Ee2NbVxldO7tzR1aLHsv1EyIgQQmEqgDKbJB9ayLFOaZsqKKc1StduJ2kmyz9DicBCo1Qr0xceP0o4XTvCbOfbQpXoXoUVvMddZce5H1107pCM2ll+R+w23VQ/Fxyq0r3cOJ4QVW6GGi+fCng8fYAxCRcX9Ih86bRfPY+yfzyRJlRbPdZamyrJcWZ6peh1Yf8v18rOIXWZCYCEFPnpHps88VL7+zt/k9MsXElpcSH+21SnAOgIIIIAAAggggMC+BKrPjrbc1/1mchuBxZlocV8EEEAAgXoEaAUBBBBAAAEEJhVwcpNez5UIIIAAAgjMVeBdZzf03nPGDgVaSGBXqwwJzLVtHo/AlALc0BUCnScUbN0q6+XKlWXZjEKLQRDJhxaDQF/YeYRuHqm0eIyFFt8w1BVj7dVO+LDiNUM64qAyrHiXtuqh6BhZWDGKYl9BMQhCtcJiGgkr2mWbWmGk/VVW9OFUwoq9+vLo637/7q2pvvBIWWnx0iOc/r+XEVrs6yecwSGAAAIIIIBA/wowsr4WcM7JOVfrGMeOUtbaLI0hgAACCCCAAAIIIIAAAgjMVGAmsZGZts39EUAAAQQGW+Ch3eX4nwul676Qjn4NY3ktcwQQ6HcBCypWY7T16YQWQ6vY1xmWC0IFFlpsBcUy1E1WafH5stLiMYcs0XveSGixMp7JslGc9LGvgT68I6z4cPsY/zXQUaf/pGHFcDSsGBb3jeOxyopJmipNEqVpptz+L5704p/vWvka4NOHx2C26AI33JzpK4+Vr8ftRztd1/EHFoveuS7pAN1AAAEEEEAAAQQQQGAxBebjMySBxcV8Rtk2Agh0qwD9QgABBBBAAAEEFlig/Mu0cr7Am2ZzCCCAAAIDIfCPD2X603syvfNzie57rgwFDMTA9z1IbkVgoAQ6TzCU67IY25SVFtvtZO/QXBVaDAK1WoG++PiRunkktHjUwRZa3DBQpnMdbKM4Q3PdtRs0Flbcpu/Gx8jCh2EYTV1ZsbjNKitaoDGK28Xz1Fa7WLaTREmSKs0yZWlaPLe5f46r59v6W67zc8AsmLpDwF6NN96caseustLia49r6B1nUWmxO54deoEAAggggEDfCDAQBBCYg4BzzldYdM7NoZXxDy0+Do+/gksIIIAAAggggAACCCCAwNwFaGFmAnYisTxhPLPHcW8EEEAAAQQmF1i9bO/r//K+TM+He1/PNQggMFgCFlizEdvSKu7Zb6LV10OnSaokTWRhRQu/xbGF4WJZMC4II19ZsTUhtHiTDy2eaE3qqIOX6r3XUGnRY+xn1mxKVlnxsAPLr4G+UxZWPFphZF/xHKl0Dsuv4Z74NdBBUDwnxf2iuLh/LMKK+8Hm5nkWmHvzYSpZpcW7nrb4onTtiU4/dganMOcuSwsIIIAAAggggAACCMxdoDx+UBw9sIMIc2/Ot8Bv+56BGQI9JkB3EUAAAQQQQAABBPpOwP4uzcn13bgYEAIIIIDAHARm8dBVS6Vfv7ipX395Uw1+rMxCkIcgMBgCdrLBRmpLO99QnHaQhRazLFeWZnuFFi1EF0XxWMW/CaHFLz52uL7+3AnWpI7cuETXXTvEb7ZeY/LZkmIHPT6suF0Px2VY0ZwtrGgVFoeDQEEQabhly9D7V5UVrQpjFLVnFFacvDdci0B3COyJLbSY6v7nyv78wCkNvbmYykvMEUAAAQQQ6HMBhocAAgh0sYBzTs65WnvYqLU1GkMAAQQQQAABBBBAoEcE6CYC3ShQ1pLoxp7RJwQQQACBXhA4cp3TR7Yt0QWbnM44yEnxnikAABAASURBVOnaEzn01wvPG31EYLEFJgst5lk+LrRoFRfDKFI0RWgxCELd9PgR+vrzJ/nhHHHQEl890Ll6T2j4xnt8trTpdP2bhrTpgKqyooUVj1I44jtVWNGutykMw+K+cfFctNVuF9OEr4FO00xZnql6Xo3L1juXtj5IE2PtHYGnA+nGHake2l1+On7bGQ1dfTz7kd55BukpAggggAACCCCAQD8K2GdKm+ocG0ct69SkrUqAJQIIIIAAAggggAACCMxIoDwBU85n9EDujAACCCymANvuIoGzD3b6w61NHb6m7NTNT+T6zEPlyf7yGuYIIIDAeIHOkw223llp0Yfe0vGVFicLLVrlv1YrlK8EGIa66bHD9LXnytDi4VZp8ZoNVHvtYF+6RL765CFDTX/tnbpKD8dThxVbI5UVLagYhJEsrBjFbVl1xTiOFbfbSpJUaZYpS1NZhcxcxf/Fk+nXi2X53JbX+Y0yQ6DLBXa+mOuGHZkee6ns6Hu2NLX1KE5nlhrMEUAAgUUTYMMIIIAAAgMs4JzzFRadc7Up8Bt+bZQ0hAACCCCAAAII1ClAWwggMFgCZaCkOI04WMNmtAgggAACtQnYSf0sk7LiR8qf3pPpl76aarhdXKhtCzSEAAL9KGBhtmpctp4Xuw37nTQrdihZsUOZ+PXQVWgxDCP/9cS2tDCdDy1auC4M9aXHD9O/V6FFq7R47ZCanInQsiVO118zpDKs6HSHDyseqTCKFEWxzNE8ffgziGRhRQuEWlDRprCwtaCiTe14rLJiYkFFm+z5mlBZUcV/9rwWC/4h0FMC33kh1403p3omKHZKRc/fd35DF26q7+Ro0ST/EEAAAQQQQAABBBBAYJoC9rmymqb5kP3ebTAPE+yXhTsggAACCCCAAAIIIIAAAgsv4OQWfqNsEYF+FmBsCAyQwNOtXB/ckeoXv5LqL+/LBmjkDBUBBOYqYCcdqjZsfbLQYpqlsrBiO0n8MopjhfsILX758cP0b8+e6Js97MAluu6aIS1pDu7vusuXOl9Z8eChJYWJhRW365G4DCuao4UVgyAsK1VOCCvabeFIWDGyoKJNxfNQVVbMs0xpmikjrFjY8q+fBO57LtcNN2d6MS5H9WsXN7V54+DuR0oF5gggMKUANyCAAAIIIIDAvAk45+Scq7V9Aou1ctIYAggggAACgyPASBFAAAEE6hcoa0fU3y4tIoAAAgj0n8DqZXuP6etP5LrtSX6a7C3DNQggsD+BMqhY7j/KddkXCyvLMmVZrjRJNdPQ4r8+cbj+7dmT/KY3DXBocTSsuKEpuYassmJnWNGqJ1pYsRVGskqVU1VWnCysmKXF85Jm/rmqnjcV/5Xr5fNZXOQfAj0rcOfTuW7YkSpKy9fzhy9v6rgN9Z4o7VkcOo4AAggggAACCCCAQM0CUzU3H58xCSxOpc31CCCAAAIIIIAAAggggMCCCZQnXMr5gm2UDS2+AD1AAAEEZiXwuuMa+qvXLNFpB/KTY1aAPAgBBKYUsJMQdqMtJ1ZatNBikia+wuJ0Ky3+6xOH6asjocVDD2j6KoNLlwzOvmvFMqfrrx3SxvVN5WrojvwqPRIfoTCKFIaRxocVA1lwceLXQFtQMYra6vwa6DTLZGFFC5PmRcvV81U9d7ZkQqBfBG5+IteNO7LR4fzelQ0dunpw9iOjA2el1wXoPwIIIIAAAggg0LMCzjlfYdE5V9sYCCzWRklDCCCAAALdJUBvEEAAAQQQ6CUBO80oO9XYS52mrwgggAACiyDw8y9r6r3nNLRiifTeLRzaW4SngE12nQAdmi+BKgRnv6lmFpDLcmVpppmEFltBoK/40OLJvpuHDjV13bUbtGwAQosrljV03TVDOsiHFZsqKysernAaYcVWECoMiymKi2WsdrstC4kmvtLlWFgxyzNVz5OK/2y9WPjrbMmEQL8I/OvOstKijWd50+kPtzW1dpldYkIAAQQQQAABBBAYHAFGulgC9lmzmurqA0c165KkHQQQQAABBBBAAAEEEEBgDgL2d2lObg4tzMNDaRIBBBBAoGsEVi91+tj2Jdp2dPmz4rYnc/3HL6dd0z86ggAC/SNgJyGq0dj6xEqLnaHF2IJ07URRHCsMI1nQzqoE2tJ/vXEQFtdZaHGTvvJMGVo8ZMMSXXftkJYX+7VqO/22XLncFWPc4MOKad7Q7dquR+PphxUjCzVGceHaHhdWTNJUVWXFycKK5fNVfnVuv5kyHgQ+/3Cu37u1rLS4bpn08e1NNRu41CZAQwgggAACCCCAAAIITCHgnJNzbopbZ3c1v8rPzo1HIYAAAnMWoAEEEEAAAQQQQGCiAKcWJ4pwGQEEEECgEhhu53rkxUz2s+J/3ZfpF/411UtxdSvLbhagbwj0osDE4NtUoUWr+NcZWoyiWEEYyUKLNnWGFr+6a5O++mwZWjx4g1Va7M/Q4iofVhzSQeuaStXUne4V2rmPsGKrFWi4mLxbYWeGYeEYxW21bUoSmbOFFfMsU5pmmiqs2IuvNfqMwEwEPv1Qpo/fUYYWN65y+q9XNWfycO6LAAIIIIAAAgjMqwCNI9CvAhOPEdQxTgKLdSjSBgIIIIAAAggggAACCCyGQB9ts/zLtHLeR8NiKAgggAACtQr81tcz/dyXUv3ZPZkPLtbaOI0hgAACUwhUJyb2FVq0rytuj1RatMCdhe98lUWrsNgKfSCv/HroTaOVFjeub/qvTLavTp5i0z139erlDV1/7ZAOXGthxSWyr4F+NNqkMIpkFSjNxQc5w0gWVPRTYeSvL64L/ddAR2VlxSnCinnxE6B8TuS/+rlctzi7+A+BfhYYHdvfPpjpT+4uQ4tHrC0rUI/eyAoCCCCAAAIIIIAAAgjULuCck3PlVFfjBBbrkqQdBPpOgAEhgAACCCCAAAIILJxAeYLRTj4u3DbZEgIIIIBANwvYV0BP1r+7ni5/Zkx22+yu41EIIIDA1AITw3CThRbTLJWFFcdVWozj0UqLFlwMgmg0tGiVFr/yzCl+oxut0uI1Q1q5rPdPVaxZ0dB11w5paCSseHu+XTujTYoKizCMxjyKdR9UbAXyNnY5CBX6sGJc3L+tzsqKaZapqqyYTwgrekRmCAygwP++P5NVnLahH79B+i9XUmnRLJgQQAABBBDYtwC3IoAAArMTqI4N2HJ2Lez9qN4/CrD3mLgGAQQQQAABBBBAAIHuEKAXCMxQwMnN8BHcHQEEEECgHwWOXid9ZFtD7ziLk+/9+PwyJgR6VcBOTJSTLDanLMuKKVeapErSYiqWo5UW7SuNi8lXDgzCka+IjjpCi4fqX0dCiwett6DfBq1a3ru/C69ZaWOwsGJDqVsqCys+Fk8/rBgVVpN9DbSFFbPCNst8VFGj/pYcHXkh2XUjqywWU4BtL7iAVZz+62+VlRZPO9Dpxsv4vWnBnwQ2iAACCCCAAAIIIDAQAs45OedqHSuBxVo5aWwhBdgWAggggAACCCCAAAL9JkDNrH57RhkPAgjUITBobVxxhNNHti/RYWucrj3R6ch19R4MHDRPxosAAvUIdIbibN3ychahy0ZCixaqS9JEe1VajGJfWdBXEvTBxbHQ4r/tGgstHriu6asTrlrRe6cs1q5yRd83aMOahhIt1R35VbKwYhhFCsOpKyuaiU1RYRQW943i8ZUVEwsq2pTlyvKMsGI9L2Va6TOBP74r06e+XX6SPvtgp1+7mNBinz3FDAcBBAZMgOEigAACCHSnQHkcoPy9u64e9t6n/7pGTjsIIIAAAggggAACCCCAQNcIlGGUct41naIjCCCAAAILLPCjpzf0ixc2Zd+M+nwo/cwXUz26p96DgeI/BBBAYJYCdoKi86F7hxaz0UqLk309tIXzgtHQYqhWEMhCi19+9hTf7AFrm7rumiHZVyv7K3pgtnZVw/d5w+qmEi3THbpKO6NDFMWxoij2YU0b83Ax7olfA23VJ+0+4RRhxeproCcLK9pzYZOm/x/3RKBvBf7w9lT//FDmx3fhJqf3X8CpT4/BDAEEEEAAAQQQQACBmgScc77ConOuphYlfmuvjXJiQ1xGAAEEEEAAAQQQQAABBKYrkCsv7lrOixX+IYBADwnQVQTqE7j9qVxZnuu+53K983OJ7nnWfjrU1z4tIYAAAnMVsJBcNVlbxS6r+D222HdNqLSYJKlGQ4tR7AN8FswbCy2GGm6VocV/f+JQffnZU605HbC2oeuuHdKald1/6mLdqoauv2ZI60fCirdrux4bCSt2VlacLKxoDnYfM4kmqaxYhRVz0y2Qi3++wqIhmb8tmRBAYEzgt2/N9MVHy9+bLj+yoZ87j0qLYzqsIYBAfQK0hAACCCCAwGAK2OfQaqpLoPs/9dc1UtpBAAEEEEAAgd4ToMcIIIDAAAm4YqxOrpjzDwEEEEBgUAXuejrX//flTNd9IdVz4aAqMG4EEOgFgepERbmUxeo09vXQmZI00cTQYhjFsoCehfWs6qBNw63AV1r89ycO0ZeeKUOLG9ZYaHGDrHpht1qsW219HJItE7dct+sqPR4d4sdnQUQbo00WVrRx2mSXqykasTCTtgUWk9IrSVMRVuzWZ51+dbvADTen+rfHy9DiVcc4vWcLocVuf87oHwIIIIAAAggggEBvCDjn5Jyrp7MjrRBYHIFggQACCCCAAAIIIIAAAggstkB5amWxe8H2+02A8SCAQHcKrFginTy094E+Cy12Z4/pFQIIIDBewMKK1TW+AqDyWYQWI1Whxa/tOkQ3PXOKb3LD6qauu2aoK0OL69c0ZZUVrcJiW8t1W7Zdj0cH+7CiBREtlDgaWrRAZjFZcNGuD8JIdp8wKpZxW0k7UXuaYUUPwwwBBKYUyIoP1BZavPXJYqW419XHO73tDE6DFhT8GyABhooAAggggAACCMyHgH3+t6nOtvlNvU5N2kIAAQQQGDQBxosAAggggEBNAmVgpZzX1CTNIIAAAgh0rcARa50+uq2p37y0qaEVXdtNOoYAAmMCrE0hYCcsbLKb5xJatDBfKwj09V2H6qZnTrPmtH6kiuH6Vd1zGmOoI0jZ1grd4V6hJ+LxYUULJVpA0aoq2jS6PoewohnbJP5DAIF9CgSJ9MGbM33j6dzf782nNGSTv8AMAQQQQAABBBBAAIH9C3CPSQScc77ConNukltnd1X3fNKfXf95FAIIIIAAAggggAACCCDQBwLlyZRc5bIPBjSDIXBXBBBAYLAELj7c6aPbm7LQ4rpl0htO4PDcYL0CGC0C/SlQhen2F1qM4/ZIhcHYVyT0QcVWoFYrlF/3ocWD9cWnR0KLqxq67tohrV+9+F/tOlR9VfVKp7ZW6HZt1+PhQX4cURT7/ltY0Y/DjylQZ1jRqi6GI5UV+Rro/nwfMKruENgd5bphR6pvPZf7DlmVRau26C8wW2QBNo8AAggggAACCCDQiwL2mb+a6uo/R0TrkqQdBBBAoBsF6BMCCCDtrcINAAAQAElEQVSAAAII9JSAk+up/tJZBBBAAIGZCbzs0IZ+5aKmVozkbv7y/kx/enc2s0a4NwKTCXAdAosoUJ20GFtK9oc4WZYpy3JlaaYkTdVuJ2oniSaGFoMoUssH/DpDixt10zOn+1GttdDiNUPasIihxQPWNn1wcvXKhmIfVrxKT0Qb9worDvtxBOqsrGgBxiqsGEax4mIyhyRJvUteOKWFUW5qeTHPJbO0wVdLW2dCAIHpCzzVkj64I9PDe8rHvGdLU1uP4pRoqcEcAQQQQAABBHpagM4jsAgCzjk552rdMr+d18pJYwgggAACCCCAAAIIINBvAgs5nuLc5EJujm0hgAACCCywwG1PZbr/+VzDsfSLX0kJKy6wP5tDAIH5FajCdbbMi19sc+XKsqyYimWaKi3WLaRnYb1xocUwUmdo0UJ/QRjqa08cNFppce0qp+uu3SCrcji/o9i7dR9WvGZIq1c0FGulbs+v0hPR3pUVfb+D0IcvOysrRlFZTTKK27LKiklhYQ62JKy4tzfXIFCXwM4Xc91wc6InhosdUtHo+85v6MJN+z7JWtyNfwgggAACCCCAAAIIIDBBoPycX/5ePeGmWV8ksDhrOh6IAAI1CNAEAggggAACCCCAgBcoT5qUc38FMwQQQACBPhRIM+k3/z3VOz+f6pZd9R7k63IuuocAAgMiYCcxqqFOFlpM0kQW1psYWgyCSEEY+bCfrfvwXxjq67s26otPl5UW16xs6L3XDskChNU25nt54LqysuKqFa4MK+oq7YrLsKJVTbTqidZv39+RsGKrGEdg68Vk94niWBFhxfl+qmgfgUkFHnxBuvHmTM+F5c2/dnFTmzfyybvUYI4AAggggMC8CNAoAgj0oYBzzldYdM7VNjoCi7VR0hACCCCAAAIIIIAAAoshwDb7QyCXxVbKeX+MiFEggAACCEjnHLL3QbwnW9KukUo/GCGAAAL9KGChRZtsbHuHFjNNDC36UN9IFcKq0mIQRPIhQB9aPEhfqEKLKxq67pqFCS0euK7Y1rVDWrXcwoqrdLuFFaMDZV/rbH22oKJNvp9B6MOWnWHFqrKi3X8mlRXNjQmByQW4djYC9zxrlRZTX+HaHv/hy5s6bsPev6PZbUwIIIAAAggggAACCCCwt4B9xq+mvW+d3TUEFmfnxqMGRYBxIoAAAggggAACCCCwQAJ2usTJLdDW2AwCCCCAwDiBmi8sLXbnP/+ypj54aVOvOIbDbzXz0hwCCPSAQOeJjP2FFtvtRFEcjwUBo7LSYqsVjoYWdzy5UV94+gw/cqt2eN21QzpwXdNfno/ZQeubPhi5cplT7FZPCCuGZTXIYKR/xbLVCjRZWDEaqaxoFSWtsmSSpsqzTGmaKbf/C5zin8zLxmFLm2ydCQEE6hO4/alcN+xI1c7KNj+6ralDVxe/sJUXmSOAAAIIDJIAY0UAAQQQmLGAc07OuRk/bl8P4IjpvnS4DQEEEEAAAQQQQGDOAjSAAALTF7Aqi9O/N/dEAAEEEOhGgY2rnP7L1qa2HV0exPvBU8tlN/aVPiGAAALzKWDBO5tsGz6Up1xZlhVTsUwzJWkqC/FZmC+O27KqhVaN0JatMFQQ2BT50GIrCLTjyYP0+ZFKi1b18LprN8iChdZ+nZO1aVUcVy5vKFQVVjxAZd/C0bCifR20DypOCCta/8Mo0mzCinWOYzHaYpsIdLPA157IdeOOMrHYKH49+6Ormlq7rJt7TN8QQAABBBBAAAEEEOgOAftsb1OdvSGwWKfmwrfFFhFAAAEEEEAAAQQQQKAvBIqzJcU4ynmxwj8EEEBgvACXekRgedPpI9saOnGo3KPf/Uyu936hPDHeI0OgmwgggECtAnZCY2yS8uL/sdBiqs7QolVatLBfEEaypYUWLRAYBJGGW6EstHjLkxv1+ZFKiyuXNXwVRAsY1tXpjRuauv7aIa1Y5hRqjW7Xdu0KhzRVWNH3LSj6ZqHFYmn9juJ4r7BiakHNNN1nZcW6xkA7CCAwtcCXHs30oR2pv8PKJdKfvLKpZsNfZIYAAgh0iwD9QAABBBBAoOsEnHO+wqJzrra+8Wt4bZQ0hAACCCCAAAK9KUCvEUAAgW4QKGsr2gncbugNfUAAAQQQmJ1AlOb6P98s9+l/+0Cu//ilTLuj8vLsWuRRCCCAQO8LWGDRRmHLvSstpqOhxYOXJ3rFUZmiKPYBQVsGUaQytBiOhhZ37DpQn3uq/HpoCxZawHDj+ul8PbT1Yurp4A1LdN21Q1q+1MKKa3Vbvk1PRWOVFX1FxSD0lR+tT61W0acg8JerkKWFFa1aZDtuyypHWgXJKqyYZfbbfjEVCMU/mYf1plraOhMCCMy/wL88nOv3b8v8htYvd/rTVy3x68wQQAABBBBAAAEEEEBgcgH73FpNk99j5tfOb2Bx5v3hEQgggAACCCCAAAIIIIDAwAo4uYEdOwPvcQG6jwACowJ/861MP/elVB+/M1VmiZTRW1hBAAEEBlfATmxUo7ddY65cmVUdzIplmvrQ4o+dLr326EwuS0dDi1axcGJoMQhD3fLkgfqXkdCiBQyvu3ZIFjistjHT5SEbluj6a4a0fIlT6NapDCuOVVa0sGIQRj6cOGzVFFuhrAJkYAHG4nrrZxVWtMBiVTmSsOJMnwnuj8DCCPzDdzL90Z2Z39ghq6T//oq5h559Y8wQGAQBxogAAggggAACAyfgnJNzrtZxE1islZPGEEAAAQQQqF+AFhFAAAEEBkeAGlyD81wzUgQQ6A+Bo9dJ65btPZY7n2aPvrcK1yCAwP4E+v12Cy3aZOOcGFr8wZNznT6Uau2SVK88KlW7new3tHjrkwfqs0+WlRar0KIFD639mUyHDjV13bUbtHSpFGidbs226qlog6/yGIahphtWjOK2LKxolRWt//sLK86kj9wXAQTqF/ibBzL9j7vL0OKR65w+uo3QYv3KtIgAAggggAACCCAwmUCvXWef5W2qs98EFuvUpC0EEEAAAQQQQAABBBBAYFYC5V+mlfNZNcCD9i3ArQgggEDtApcc7vQHW5fo/Rc2xf67dl4aRACBPhaoTnJUocXzDsn1vSc5uTxTniW6+phcS5T68F8UxSPBwUhVpUX7OubhVqggDHXbU2OhxWVL5IOHFkCcLt+hB1hYcUhLlzgfVrwt36qnR8OK0YzCivv6Gugsy+XHa7Oic2ZgU7HKPwQQWESBv7o/018Wk3XhhCGn37miaatMvS1A7xFAAAEEEEAAAQRqFnCu+Mw+MtXVNIHFuiRpBwEEEBhYAQaOAAIIIIAAAnMXKE5gFo2U82KFfwgggAACXS3wjrOa+k8XNbViibTlYKdTD3Rd3V86h0A9ArSCQH0CVVhv7VLpXWcV+9DcqpzlclmmFc1Erz0mk1UqtIqFnaHFVhgqCEJNDC3+80ilRQseXnftkA49oNhB76e7mw5cIrvvkqZTS+t0W75tXFjRApJBGPntDbeCYpvFdke2b9eHxW1hFPlg5f7DisVv+h1hxf10jZsRQGABBf707kx//YDtg6QzDnL64KWEFheQn00hgAACCCCAQFcK0CkExgvYZ/hqGn/L7C8RWJy9HY9EAAEEEEAAAQQQQAABBOoRKFopTtPKFf8Xq/xDAAEEEOhigfdsaeraE53v4XA71y/8a6p7n839ZWYIIIAAAvsWqE5wVMt3n93QxlXFYyzM1xFafP1xmVY20tHQYhkOjP3XRPsgYUdosRUEut1XWjyzaEiyAOJ11wzpsAOnDi1uOmCJ7D5LGhZWXK/b8+16Olo/rpqjBSNt8mFF295eYcXYf3W1hSotXJkkqcqvgc7kKyoql43Td2pkNvHyyNUsEEBgkQX++M5Mf//tMrR4ziFO//nljfnrES0jgAACCCCAAAIIINBjAs45Oedq7TW/cdfKSWMIINCNAvQJAQQQQAABBBDoFQHiLr3yTNFPBBAYZIH/981MYSp954Vc7/iXVLc+yd67W14P9AMBBHpL4JoTpMuOtBMeNhX70twCfhYYyrVUma4+NpeFAC0M2G4nPqwYRrEsvNgZWmwFkSy0eNtTB+ifd232CEua8oHEyUKLdp1VVmwWZ0daWq9bs616Klyrqmpi1fa4sGIQ+kqL1X2sH+12u6yumCS+n2VYMVWWZcrtfz8ejYYWCSv6p4YZAl0r8Ae3Z/qX7xb7oqKHLz+sofedX+wkinX+IYAAAggggED3CdAjBBBYWAH7PGtTnVvlt+06NWkLAQQQQAABBBBAAIH+FGBU8y5gJ2mlci7+QwABBBDoYoFdrVzv+3Kqd3wu1ZOtLu4oXUMAAQS6WOCUA5zecVZzJMxnASH7TTiX8yG/rPi9ONcbj8u0dknqw4AWWrRKhpEFFm0KI1XBQvt66Cq0ePvTQ/rnJ8vQYqM4+2HBxMMPGqu0ePhBS3XdtRtkYcVhrdeO5EofVgyjyAch7SunfXutQKOVFWcUVvRRRT+uYih+aU9D3Sd2rE0mBOZJYKCb/dAtqb70aOYNth7VkFXW9heYIYAAAggggAACCCAwwALOOTlXTnUxFB/Z62qKdhBAYHYCPAoBBBBAAAEEEEAAgdwT2OlNv8IMAQQQQKBrBDZvdHv1ZXZfAb1XM1yBAAIIDKzAe7aUpybG9rD2+7BdykdDi43i4huOz5WkMwst3vbkBn3miTO9rbVx3TUbdPjGJX6y9UZxkuUlrdfXo8v1ZLDaBxWtcqKFFa2qok2EFT0fMwQGUuCGHZm+9kTux3718U5vO6PcX/krmCGAAAIIIDAtAe6EAAII9JeA/RFeNdU1Mn7LrkuSdhBAAAEEEEAAAQQWT4AtI9AnAk6uT0bCMBBAAIHeFzhklfTx7U391qVNnXQA++fef0YZAQIIdIvAu85u6MShsf3q2EkPCwjZ9bkPLSrP9MbjnQ5cnu4VWrSvhbavZbZlZ6XF4VaoVhDKKi1+ZlcZWnTO+a+Hvu6aIRWr2pOt01dfukRPBqt8WNHuX1VVtKW1YQFGCy1aeNHWbTu2vam/BjpXVvQ3y3JRWXGeX2k0j8A8CySZ9MGbU93+VO639OZTGrLJX2CGAAIIIIAAAggggMAACjjnis/TrtaRE1islbM/G2NUCCCAAAIIIIAAAgggsDAC5emQhdkWW0EAAQQmCnB5TODcQ5w+tn2JjtvgtLQ4enbmgWO3sYYAAgggMHuBK49q6A0nFDvWjibslIdNFlyU7Ddif6lYLdbzMrSYWZVFm5JU7SRRu534sKGFCC1UaNURLWxokwUNbXnrrvX69OMjocVie9bqC8la3bT7Aj0xvEIWTBwOQtnjbb3VCv11rSAoloG/3sKMk4YVi76kWaYsLSYLKRb9roKK5Tis+0X/i+3yDwEEek+g1ZYPLd7zTPk+tiqLVm2x90ZCjxFAAIHJBbgWAQQQQACBmQjY51ybZvKY/d13/JGB/d2b2xFAAAEEEEAAAQRmI8BjEEAAgf0I6yqUGwAAEABJREFU2OlTqZyL/xBAAAEEFlHglAPkqyquWSYFifTLX031Nw+UJ6sXsVtsGgEEEOh5gU2rnd67ZerfeO2W8gSI7XP9JUv96erjpENW5apCixZWnBhatFChr7QYRrKwYjXdtmutPvnIqd7uuWi1/unJLdq5Z5mGWy1/v+Hhll5qBfIhRR9UbBW3BT6saJUVoyiWhSLjOFYct31Y0r6iOrWgok0WWswzlf32m/GziZf9lcwQQKCnBJ4PpRtuzvTg87ZPkt6zpamtR3FataeeRDqLAAIIIIAAAgggUIuAc07OlVMtDRaN9MFv1sUo+IcAAggggAACCCCAAAII9LRALjsFUs57eiB0HoF5FKBpBBZG4P7npC8+munhPdI7P5fq60/YHnphts1WEEAAgX4WePeWhlYvdfscot1ahv1s3+sv+dDiNcdLWZb70KJVNkyS1IcHLbwYRW0fKrTQolVEtKChVU4cbgU+jHjrrrX6m++erE/vPEGPvNCUDykOl7cNF8thCy0WS6uw2AoiH1ZsBaGsvSqsaNuxkKRtd2JY0QZUVVcs163vtsaEAAK9LrCrlftKi4++WL6v33d+Qxdusn1Tr4+M/iPQ7QL0DwEEEEAAAQS6ScA+p1dTXf0isFiXJO0ggAACCCDQywL0HQEEEEBg0QXslIeTW/R+0AEEEEAAAem3vp7pPV9I9PhL5clpTBBAAIG+EVikgfzgqQ297NDp/a5r97ITIfJ/0uMv6TXHOh22Oh8NLSZpKgsPWoiw3W5rLLQYysKGVmHRAovDw4FsuvnRVbr/qaV6aXi4mFrl9FKx3mr5iorDwy3ZY/wUhEV7saK4rTiONS6saBUVi21ntswzr0lY0TMwQ6BvBR55UfrgzZksvGiD/LWLm9q80fZNdokJAQQQQAABBBBAAIEuFaixW845OedqbFEisFgrJ40hgAACCCCAAAIIIIAAArMXIBYze7tueCR9QACB3hS4YIoqOWHSm+Oh1wgggEC3CZxzsNOPnj6zUxFudBD2G7JdyvU9J0pZnikbqbQ4MbRo1RD9FEYqQ4uhLIj44vBIKNEqLr7U0kt+GtZLdv1w4Jd2/+Eg8I+rwo8WVozjtq/kaOFIq+yY+bBiLutHGVSUynDl2HK066wggEDfCDzwfK4bb870fFQO6cOXN3XcBts3lZeZD54AI0YAAQQQQAABBAZJwD732lTnmGd2lKDOLdMWAggggAAC0xfgnggggAACCPS5QHmio5z3+VAZHgIIINAlAiuXSP/poqZ+/eKm3r6ZQ2Rd8rTQDQQQ6DMB29e++5zmHEdVhhZfcYzT0Wvlw4KdoUWrgBi322rHbVlgMQhDhSOhxeEglFVN9MHFl1qy8KJNL1l4cTjw1RVbreI+xf2CYoriWGEU+cqKVVjRqjhOHlbMCSvO8Znl4Qj0ksDdz+S64eZUrXbZ649vb+rQ1XyKLzWYI4AAAggggAACMxbgAT0k4JzzFRadc7X1mqOxtVHSEAIIIIAAAggggAACCCAwWwE7CSsVpzxn28A0HsddEEAAAQQqgVMOkP7oFU1dcnh5kO3UA8tldTtLBBBAAIF6BN69pakj1syyrZEShmUVB/t92el7TnQ+JGgVDqvQooUJrQKiBQsttGhBQwsuWvDQQojDrVAWULTQ4rCFFIvJqiwOt1oj1RUDH2oMwkhhGMseH7cTtZNUVsUxSzP5ySo75lmx/eL3duvbyLDK/o1cYIEAAn0tcNuTuW7YkSkpvxFef/LKptYu68Yh0ycEEEAAAQQQQAABBOoTsM+91VRXqwQW65KkHQQQGGwBRo8AAggggAACCNQg4ORqaIUmEEAAAQT2J/CLFzR16Kpyn/vJBzP9zBfT/T2E2xEoBZgjgMC0BV53XENXHV3ua6f9oEnuaC3YiREp17ajGzp+w1hoMU0zpUnig4VWabFdrFvYMIpiHz60EKKFFq3KYisINT6kGMrfVlxvAUcfVIxj+WqN7aRoMxkLKmaZr+w4sXtlvyZey2UEEOhngX9/PNONN5e/Oy4pzrL+xauXqFks+3nMjA0BBBBAAIGBFGDQCCAwKuCck3Nu9HIdK/wKXYcibSCAAAIIIIAAAggggMCcBWjATsGigAACCCCwEAIf+FqmIJE+8LVUH7ljpETOQmyYbSCAAAIDInDceqd3b6nv9IOdFinDgbm+96TGaJXDXLnGVVpMU1lw0UKHcRwriiKFFl4sJgss2hSEoWxpU2BVFYvb4rhd3DeWBR7t8Uma7BVWtKKK5WTVHovf3e3CgDyfDBOBugV6vb2bdub68C3l75Crlkp/+ZolvT4k+o8AAggggAACCCCAwJQC9nncpinvMIsb6jtiMIuN8xAEEFgwATaEAAIIIIAAAggg0NUCdgpWKufiPwQQQACBeRa4//lcb/nHRHayeZ43tdDNsz0EEECgKwQsrNio+ZfbqrnLj5BOPcCqLJahwbwztJikaiftsdBiO1EURcUUF1O5DMNyaVUYLagYW2Cx3S4el/rHJWnqw4ppmikbqaxo2UQ7OWOTAVdLW2dCAIHBFPjsdzP94e1lpcWhFdKfvbo5mBCMGgEEEEBgsQTYLgIIILBgAs45OVdOdW2UwGJdkrSDAAIIIIAAAggg0OcCDA+B+RTIi9OsxQlXP5/P7dA2AgggMHgCFx/utHmj22vgw/FeV3EFAggggEANAm/f3NAZB+29362haVVBwTedZIHF4nfovPgdOi+Wxe/RWZbLhwzTTEmayqol+kCihRat2qJVUeyYrApjVFzfTlLZ/SzoaI/LisdaW9mEsGLV/6oP1WWW/SjAmBCYnsCnvp3rj+8qKy1uWu30X19BpcXpyXEvBBBAAAEEEEAAgV4SsM/B1VRXvwks1iVJO3MT4NEIIIAAAggggAACCAy4gJ3SdXIDrsDwEUCg7wUWcIBW2esnzmzqVy5q6v0XNLVu2QJunE0hgAACAypwyeFO33PS/J12qH5btu2cuXF8aDHLs7IiYpbLhw5HgotJmvjKie124oOJFk6spnaS+GBjYiHF4v65Pdamoq1cxf8jgcjq6bQTNNU6SwQQQMAE/vpbmf7snrLS4tHrpD/cRqVFc2FCAAEEBAECCCCAQN8IOOfknKt1PPN35KDWbtIYAggggAACCCCAwP4EuB0BBHpfoDgf2vuDYAQIIIBAFwhYOPGGy5r6vpPLA2nLmrkOX1Oud0H36AICCCDQlwIHrJDevWUBgjp58VtzMb3pxHK/biHCLBsJFypXGVzMR6otpkqTYkrT0WCihROrKUszH260oGJarKfF/arHF5sYrehoT5htx5bdMNEHBBDoLoH/dV+u/31/WWnxpCGnD1++APvC7iKgNwgggAACCCCAAAJ9LGCfh22qc4gEFqenyb0QQAABBBBAAAEEEEAAgXkUKE+2lvN53AxNI4DA/gS4vU8E3nRSQ2dtLPeq33kh1zs/l+m+5/I+GR3DQAABBLpT4D1bmrLQ4kL17qJNrtjXj23NTp5UIUMfOswzWZCxDCIW6+nYZCFGCytWt1lQMdfI/yM/Lqy9qvXO9eo6lggggECnwJ/cnelvHyh3IJuL30N/7WJCi50+rCPQhQJ0CQEEEEAAAQSmKeCc8xUWnXPTfMT+70Zgcf9G3AMBBBBAAAEEahGgEQQQQACBqQXKkxp2inTq+3ALAggggMB0Bf7nPZke3iPdtDPXe76QatdwuZ+d7uO5HwIIIIDAzAV+9d9TveKvE73ir8emv3kg1+ceznXzE7nuf056/CVpOJ5521M94vtOauxVBdFCinsFF314MZMFE23Kskx+suuLKVdeXM6LtlRMthz7uUFYcSp9rkcAgYkCH78z1ae/U1ZavHCT0/vO5zTsRCMuI4AAAggggAACCPSegH0urqbxvZ/9JX5Tnr0dj0QAAQQQQAABBBBAAAEEahVwcrW2R2N9KMCQEEBgWgLtXPoPX0z0ga+lapfnjKf1OO6EAAIIIFCvwB/dmerGHal+6aup3vuFRG/9p0TXfGos0Gjr1Rb/+K7MBx7/+luZPvvdTF97Ite9z+ba+WKuF6cIOZ53qJNNduKkaseWdjnLcpXBRZVhRBWXO6asuLHzPvYYm+zx1TTxcnU9SwQQQGAqgd+7LfNBbbt961ENWfVZW2dCYMYCPAABBBBAAAEEEOgSAeecnHO19obAYq2cNIYAAggg0MsC9B0BBBBAAIHFFsgXuwNsHwEEEOhBgY2rnOwroCd2/cX2xGu4jAACCJQCzLtHYN3SsRMeL0Tlb8MWXPzwLZn+01dTXf/FVD/+z6ne1BFynFjF8ZZd5eMsXGhT5+jscjWNDydK1fXVcrLHdV7HOgIIIDBdAQtqf3ln+VczVx/v9LYzOB07XTvuhwACCCCAAAII1ClAW/UITPa5ea4t8xvyXAV5PAIIIIAAAggggAACCCAwZ4HyRG05n3Nji9kA20YAAQQWVODsjU4f297UT21u6OLD2YsuKD4bQwABBGoQWLNsrJEXorH1uazZiZSpHm+3VdO+7jPVbVyPAAIITFfghpszff2JMlD95lMasmm6j+2R+9FNBBBAAAEEEEAAgQERcM75CovOudpGTGCxNkoaQgABBOZbgPYRQAABBBBAoH8F7Ovp5L+grn/HyMgQQACBegXspO+Nlze1biTsctz6+g6Y1dtTWkNgpgLcH4HBEVizdGysdQUWrcUqlNi5tOsnTp23V+sT78NlBBBAYDYC7Uz64I5UdzxdhhatyqJVW5xNWzwGAQQQQAABBPpVgHEh0BsC1edlW9bVYwKLdUnSDgIIIIAAAggggAACCHS/QBf30GI2Tq6Le0jXEEAAge4ROHa9G/1qvbg4GfybX8/0F/cWK93TRXqCAAIIIDANgbXLxn7/3TPyldDTeNis7mInViZOs2qIByGAQG8IdEEvh2Ppg19Pde+zZWjxPVua2noUp2a74KmhCwgggAACCCCAAAIzEHDOyTk3g0fs/678Vrx/I+6BAALTFOBuCCCAAAIIIIAAAnMTKE9hzK0NHo0AAggMgsBDu3P9+T2ZHn8p17s+l+hLjxJWXMjnnW0hgAACdQl0Vlh8Ma6rVdpBAAEEukfguVC64eZM336h7NP7zm/owk31nuwtW2aOAAIIIIBA/QK0iAACCJhA9cd/tl7XRGCxLknaQQABBBBAAAEEEEBg7gK0MLAC5cmKcj6wCAwcAQQQmJHA/7wv07s+n+nhPTN6GHdGAAEEEOgigTXLxjoTJGPrrCEwAAIMcYAEnhjO9cGbU+18sfwzxV+7uKnNGzkCMEAvAYaKAAIIIIAAAgj0tIBzzldYdM7VNg4Ci7VR0lD3C9BDBBBAAAEEEEAAAQS6VaA8aZGrXHZrL+kXAgggsFgCP3hqQ6s7Qi1VP4bbk+03q1tZIoAAAgh0u8C6kX07+/Nuf6boHwIIzFXg4T25r7T4VFC29OHLmzpuQ30nfMtWmSOAAOdAS3EAABAASURBVAKDJsB4EUAAAQQWQqCqsGjLurZHYLEuSdpBAAEEEEAAAQQGQYAxIoDAvAo4uXltn8YRQACBXhNYv9zpt69o6kdPb+gXXtbste7TXwQQQACB/QhUFRZfiPg9eD9UC38zW0QAgdoFvvl8rhtvTrU7Kv/o5uPbmzp0Nfu/2qFpEAEEEEAAAQQQQKBWAeecnHO1tklgsVbOuTXGoxFAAAEEEEAAAQQQQGCwBcpTFoNtwOgRGAQBxjg9gVMOkOwk7pkHlQfDLNSyaun0Hsu9EEAAAQR6Q2DNyH79hZHwTm/0ml4igAACsxe46+lcN+zIFCRlG3/+6qbWjlSbLa9hjgAC/STAWBBAAAEEEOgHAausaFOdYyGwWKcmbSGAAAIIIIDAYguwfQQQQKBHBcowTjnv0SHQbQQQQKBmgfdsaerAlWWjf3Fvpuu/mKrVLi8zRwABBBDoD4G1y8rfgF+IZjweHoAAAgj0rMAtu8pKi9nIXy3+79ctUZMztj37fNJxBBBAAAEEEECg3wWcc77ConOutqHO4Nff2rZJQwgggAACCCCAAAIIIIAAAuMEctl5inI+7gYuILAIAmwSge4Q+KWvpnrg+Vw/88VUFljsjl7RCwQQQACBOgVGKyyG9ttwnS3TFgIIINDdAl99PNcNN6e+k0uLs7X/73VL/DozBBZWgK0hgAACCCCAAAL7F7DqitW0/3tP7x7Fr8DTuyP3QgABBBBAAIEaBGgCAQQQQACBKQTs79Kc3BS3cjUCCCAweALPh9K7Pp/qnmcJsQzes8+IEegDAYYwLYE1y8q77abCYgnBHAEEBkrgi4/m+p1bytCi7Q//6rXNgRo/g0UAAQQQQAABBPpCYAAG4ZyTc67WkRJYrJWTxhBAAAEEEEAAAQQQQACB2QsQyZmeHfdCAIH+Ezj3EKdLDq/3oFf/KTEiBBBAoP8E1i4t9/274/4bGyNCAAEEpiPwT9/N9ZE7Mn/XA1c6/Y9XUWnRY4zMWCCAAAIIIIAAAggsvkDd1RVtRAQWTYEJAQQQQKASYIkAAggggAACiyJQnqgt54vSATaKAAIILJrAD57a0G9e0tTPn9/QsevZEy7aE8GGB02A8SKw6ALLm05WUcw6QoVFU2BCAIFBFfjkg5n+6zfK0OLha6SPb6fS4qC+Fhg3AggggAAC8yBAkwjMWcA55yssOufm3FbVAIHFSoIlAggggAACCCCAAAIIIFCLwGwaKWsr5iqXs2mBxyCAAAK9JrBqqfTrFzf1o6c31CiOde0adorKb8TrtaHQXwQQQACBWQhUYUV76J6Y34PNgQkBBHpNoL7+/r9vZvrze8vQ4nEbnD58ebO+xmkJAQQQQAABBBBAAIE5CFQVFm05h2bGPZTA4jgOLiCAQNcL0EEEEEAAAQQQQKCPBZxcH4+OoSGAAALjBV55TEMXbCr3ezftzPWezyd6/CUCK+OVBvgSQ0cAgb4XWLt0bIh74rF11hBAAIFBFfif92b6P/eXocXNG51+7WJCi4P6WmDcCCCAwEAJMFgEEOh6AeecnHO19pPAYq2cNIYAAggggAACCCCAQPcL0MPuFSCm073PDT1DAIH6Bf7ugUwWVPzYHZk+8LVUIdUV60emRQQQQKCLBdYtH+vcnnBsnTUEEKhPgJZ6T+C/353Jfk+2nl+4yel953Mq1yyYEEAAAQQQQAABBBZPwCor2lRnD/gtt05N2kJAwgABBBBAAAEEEEAAgVkIlH+ZVs5n8XAeggACCPSogAUV/+7BsopMjw2B7iKAAAIIzFFgTUeFxd0xf7ozR04ejgACfSTwsTsz/eND5X5x61ENvWcLlRb76OllKAgg0HsC9BgBBBAYeAHnnK+w6JyrzYLAYm2UNIQAAggggAACCCBQjwCtIDCIArnsVEQ5H8TxM2YEEOh3gTMPcrrhsqaWun4fKeNDAAEEEJiuwNplYz8UgmS6j+J+/SXAaBBAYCqB/3Jrqs8/Uv5hz9XHO73tDE7pTmXF9QgggAACCCCAAALzK2DVFaupri3x221dkr3SDv1EAAEEEEAAAQQQQACBrhSw07VOriv7RqcQQKAHBbqoy997ckMfuryhLQc7/dTZVIfpoqeGriCAAAKLKrBmWbn53ZH96U65zhwBBBBAYEzghpszfeWxch/55lMasmnsVtYQQACBEQEWCCCAAAIIzLOAc07OuVq3QmCxVk4aQwABBBBAAIFBEGCMCCCAwHwJlKch5qt12kUAAQQWVmDFEuk/XdTUT57ZUKM4oBWlue5+uqwSs7A9YWsIIIAAAt0osG4ksPhCVO9JjzrHSlsIIIDAYgvccHOqHbvK36GtyqJVW1zsPrF9BBBAAAEEEEAAgcESqLu6oul1W2DR+sSEAAIIIIAAAggggAACCAyYQHmStpwP2NAZ7qAKMO4BEFhWHHU6/cByz/ZkS3r351PdtJNo9gA89QwRAQQQmJbA2tHAIj8bpgXGnRBAYCAFolT64Ncz3fV0ua98z5amth5V/KI9kBoMukcF6DYCCCCAAAII9LiAc85XWHTO1TYSfqOtjZKGEEAAAQQQ6BYB+oEAAggg0HsC5YmHXOWy9/pPjxFAAIG9BfbE0q9/rawI847PJXp4z9734RoEEEAAgbkI9PZj1ywrT3TsjvgduLefSXqPAALzLfBiW/rgzZnuf67c0vvOb+jCTeU+tLyGOQIIIIAAAggggEB/Cyzu6KoKi7asqycEFuuSpB0EEEAAAQQQQAABBBBAYI4CTm6OLfDw2gRoCAEEahG4+5lc7/9KpuG4luZoBAEEEECgjwTWLS0HYwH3co05AggggMBUAs8EuW64OdFDu8uQ969d3NTmjRxDmMprRtdzZwQQQAABBBBAAIF9Cjjn5Jzb531meiOBxZmKcX8EEEAAgTkL0AACCCCAAAIITC5QnnaY/DauRQABBLpZYN0y6bcuber4Dd3cS/qGAAILLcD2ENiXwNriZ4fdTmDRFJgQQACB/Qs89lJZadGWdu8PX97UcRvqPXFs7TIhgAACCCCAAAIzFeD+/S1glRVtqnOUBBbr1KQtBBBAAAEEEEAAAQQQQGBWAuUJhnI+rQa4EwIIINA1AicOOX1se1PnHuL0Ky9vauWSrukaHUEAAQQQ6GKBNVVgka+E7uJnia4hgEAXCIzrglVYtEqLVnHRbvh48Xv4oas5mmAWTAgggAACCCCAAALzI+Cc8xUWnXO1bYDAYm2UNIQAAv0jwEgQQAABBBBAAIGFFshl1RXL+UJvm+0hgAACsxd4zbEN/Zcrm9q4qjxYdf9zUpaX67NvlUcisFACbAcBBBZTYO3S8ufF7mgxe8G2EUAAgd4TsN+5P3hzphfjsu9//uqmqqq15TXMEUAAAQQQQGC8AJcQQGAuAlZdsZrm0k7nYwksdmqwjgACCCCAAAIIIIAAAvUI0MqMBex0rZOb8eN4AAIIILCYAmcd7LS0OLqUZNIf3p7qA19LFaUWwV7MXrFtBBBAAIFuF7CiDKMVFmN+B+7254v+IbBPAW5cFIG7ns5locXqd++/ef0SNYvfyxelM2wUAQQQQAABBBBAoK8FnHNyztU6Rn51rZWTxhBYGAG2ggACCCCAAAIIINCfAkR8+vN5ZVQI9LPA796Syk6W/uxNqT71bfZidT/XtIcAAgj0q8DapWMj2xPx82NMgzUEEEBg+gI7dmW64eZs9AGfeMOS0XVWEEAAAQR6S4DeIoAAAt0sUHd1RRsrgUVTYEIAAQQQQAABBBAYNAHGi0CXCZR/mVbOu6xrdAcBBBDYh0CYSv/xS6nue46wyT6YuAkBBBBAYILAumVjV+wZ+UrTsWtYQ6BWARpDoK8FvvJYWWnRBrm8Kf316wktmgUTAggggAACCCCAQH0CzjlfYdE5V1ujBBZro6ShMQHWEEAAAQQQQAABBBBAYGYCZdAnV7mc2WO5NwIIILAwAt9/SkM/cWZxFnR0c6wggAACCCAwO4E1HYHF3QQWZ4fIoxBAAIERgS88kul3b039JQuE//mr+Z3dYzBDAIEaBWgKAQQQQGCQBaoKi7asy4HAYl2StIMAAggggAACCNQpQFsIIDCQAk5uIMfNoBFAoLsFVi2Vfv3ipn78jP+fvfsAjKM88z/+e2Z2V3LHgAE3wJhebdNMr4EkhJaeu8tdCimA7ZB/+t0ll0LqkUZyKRcCuTQgtACh925sbGNsuukGG3fLliUX7f7nnVcrWbZktZF2Z/e71rwzOzvzvO/7GWl3PPPoVaAP7mM6YiTvVeV9xGgdAgggUP4COw7wnyUb8tK6jfzSTvkfMVqIAALlLnDbKwX9am70pho1dJdBpt+cStJiRMEXAgj0WIAdEUAAAQQQaBUwM5lZ64oElkhYTACREAgggAACCCCAQK8FCIAAAghEAtyqjRD4QgCBshIYM8T0q1NCHdmcpPjW2oLerufdqqwOEo1BAAEEUigwOvp8cc1eXI2fKa7jTAgggEAfCPz9xbx+P98nLe6xnemSE0ha7ANmQiKAAAIIIIAAAlUn4EZWdFOSHa+KhMUkwYiFAAIIIIAAAggggAACCCQv4H8zzZfJRyciAtUiQD+TF9hxgDRqsH93enxRQRfc06TX6pKvh4gIIIAAAtUlMGaw7+/itX5OiQACCCCQjMDVz+X152d80uLBI0zfPoakxWRkiVJuArQHAQQQQAABBPpPwMziERbNLLFKSVhMjJJACCCAAAIIVLQAnUMAAQQQ6FOBgtx4Zb7s04oIjgACCHRL4MklBf3t+bz+MD+vrz/SpHUbu7U7GyOAAAIIpE+gX1o8ujkZfvG6fqmOShBAAIGqEvjjM3ldE53Du05PHmn66hHcDnYWTAgggAACCCCAAAJtBLr8xI2uWJy6vFMnG3KG2gkQLyOAAAIIIIAAAggggAAC/SHgfi/NZP1RFXWUTICKEUinwGXz8vrrc36UlnT2gFYjgAACCJSbwJghvkWL692v7fhlSgQQQACB5AR+F53D37jAn8OfvGugqRMZaTE53a5EYhsEEEAAAQQQQKByBMxMZpZoh0hYTJSTYAgggAACJROgYgQQQAABBCpAgNu1FXAQ6QICKRbYb3vTz04KNTiX4k7QdAQQqHwBeph6gUHR58x2Nf5GBwmLqT+cdAABBMpY4H+ezOv2V/2VhjPHmz55ILeFy/hw0TQEEEAAAQQQ2FKA52UjkPToiq5jnJk6BSYEEEAAAQQQQAABBBBAoKQC/oatL0vXEGpGAIHqFXA3MH9+cqj9dzB98yhGX6ne7wR6jgACCPS9wJhBrWe9/EnovvemBgQQqG6BnzzRpPve8EmLH9o3kJucCBMCCCCAAAIIIIAAAl0VMLN4hEUz6+ounW5HwmKnRGyAAAIIJCJAEAQQQAABBBBAYBsC/uZBQX6+jQ15CQEEEEhUIBtdGfrK4WHLn4h7e530q7n+T8clWhHBEKgeAXqKAAKdCIwe0notppWvAAAQAElEQVSDgxEWO8HiZQQQQCABgR/MaNIjb/rrDW6URffLSgmEJQQCCCCAAALVLkD/EagageIIi26eVKejy9JJhSIOAggggAACCCCAAAIIINCXApUf22SV30l6iAACZSUQRleG9treN+mJxQV99u5NenmVv5np11IigAACCCCQrMCYwT7e2g2Sm/wzSgQQQGBzAZaTFChEp/c/nNEkd77v4k6dGOrkXaP/CLgnTAgggAACCCCAAAIIdCJgZjKzTrbq3sucjXbPi60RqFwBeoYAAggggAACCCBQcoHoHkLJ20ADEECgugQaN0lfe7BJf3g6r39/uEn1G6qr/1XZWzqNAAIIlFigOMIioyuW+EBQPQIIVJVAY5PkRlp8aqm/8vDVIwJNHpnsTeeqAqWzCCCAQBoEaCMCCCCQkIAbWdFNCYWLw5CwGDNQIIAAAggggAACCCDQewEiINBzAX+TwJc9j8KeCCCAQE8EljZIf30235Nd2QcBBBBAAIFuCxRHWFy8rtu7sgMCZSNAQxBIo0DdBsmNtPj8Sp+0+O1jQh08gisRaTyWtBkBBBBAAAEEEOhPATOLR1g0s8SqJWExMUoC9bEA4RFAAAEEEEAAAQQQqGCBgtztAl9WcDfpGgIIlFRguxrTD48PdWR5j6RSUiMqRwABBBDoe4Exg/0NDkZY7HtrakAAAQS2FHC/rPTDGXm9WueuQkiXnBBqj+38+/KW2/IcAQQQ6GMBwiOAAAIIpETAja5YnJJqMgmLSUkSBwEEEEAAAQQQKHsBGogAAuUs4G4PmKycm0jbEEAgxQKH7mz63WmBJu5k+o/JoXYakOLO0HQEEEAAgdQKDK+VBmR980lY9A59UxIVAQQQ6Fhg4ZqCfjAjr7fqfdLib04Ntcsgrkd0LMYrCCCAAAIIIIBAdQuYmcwsUQQSFpPiJA4CCCCAAAIIIIAAAggg0EsBf6ugl0HYHQEE+lYghdE/eWCg7x8XaliNv6h0xby8ljSksCM0GQEEEEAg9QJjhvjPIteRxetcyYQAAgggUAqBl1cV9KMZea1o/n/BH98VakiuFC2hTgTKWICmIYAAAggggEAskPToii4oCYtOgQkBBBBAAAEEykKARiCAAALVK+Bv3PqyehXoefkJuIsGuaAgpnQb3Lggr8/ft0nT7tmk99+4Sbe83NTlY5oxUqnL7yeTFiGAAALpFRg9yLfdlYvXupIJAQQQQKBUAs8sdyMtNql+g2/BdWdlFLr/BPqnlAgggAACCCCAAAIIxAJmFo+waGbx8+4UHW3LaWdHMqxHAAEEEEAAAQQQQAABBPpNwCcEFeTn/VYtFVWiQOJ9cpcgmKQ0G6zZUNCClQW9srqg9U2FbvVFPBBAAAEEEEhQYPftWm9JLG7+U6QJhicUAggggEA3BZ5cWtAPZjZpY97veN2ZGb9AmQYB2ogAAggggAACCPSLQHGERTdPqsLWqwNJRSQOAggggAACFStAxxBAAAEEEOhbAYvTiPq2DqIjgAACCCCAAAIIdCbA630lcMiOFod+YUVBG5qTY+IVFAgggAACJRN4fFFBP5zh35QHZqXvHxeWrC1UjAACCCCAAAII9K8AtXVFwMxkZl3ZtMvbkLDYZSo2RAABBBBAAAEEEEAAAQT6VqDQt+HLIzqtQAABBBBAAAEEEKhKgSE5afx2vuuzl3Dm6yUoEUAAgfIQeHBhXr99yictHrqz6aP7J3ALuTy6RisQQAABBBBAAAEEeingRlZ0Uy/DtNmds802HDxBAAEE0i1A6xFAAAEEEEAgrQL+N9N8mdY+0G4EEEAAAQQQ6C8B6kEgjQIHNY+u6No+620SFp0DEwIIIFBOAte9kNeNC3zSoktYPGoUt5HL6fjQFgQQQACB6hSg1wiUg4CZxSMsmllizeFMMzFKAiGAAAIIIIAAAggggEAFCJSoCwW5W7a+LFETqBYBBBBAAAEEEEAAgT4UOHgnfzuiKS/NX+7OfvuwMkIjgAACnQuwRTsC//NkXo8v8u/R3zo60N7Dk7sp3U51rEIAAQQQQAABBBBIgYAbXbE4JdVcf4UgqWjEQQABBLYpwIsIIIAAAggggAACHQm4WwAm6+hl1iOAAAIIIJAiAZqKAAIIbC1wSPMIi7PfzsslLW69BWsQQAABBMpB4JdzmvRanW/Jj44PtX2tX6ZEAAEEEEBgawHWIIBANQiYmcws0a6SsJgoJ8EQQAABBBBAAAEEEOhjAcJXtIAfw6Ciu0jnEEAAAQQQQAABBKpQYIcBpvHb+Y7PWsJZr5egRKATAV5GoEQCb6+TfjG7SY1N0sCs9KXDwxK1hGoRQAABBBBAAAEEykEg6dEVXZ9IWHQKTAg0CzBDAAEEEEAAAQQQQKA0Av4303xZmhZQKwIIIFBNAvQVAQQQQKB/BQ7YofVMd/7y/q2b2hBAAAEEui/w1LKCfjknH+946M6mqRO5pRxjUCCAQOoEaDACCCCAQO8FzCweYdHMeh+sOQJnl80QzBBAAAEEEEAAAQQSESAIAgj0SMCPMlOQn/coBDshgAACCCCAAAIIIFCmAvs3/zno5Q3SCys45y3Tw9TdZrE9AghUuMCdr+b152d80uKZ4wP9077cVq7wQ073EEAAAQQQQACBdgWKIyy6ebsb9GAlZ5Y9QCvdLtSMAAIIIIAAAggggAAClSxgskruHn1DAIEuC7AhAggggAAClSVwSHPC4uy3SVasrCNLbxBAoNIF/vhMXne/5t+7P3ZgoNN259ZypR9z+tffAtSHAAIIIIBA+QuYmcws0YZyVpkoJ8EQQAABBBBAoOwFaCACCCBQxgL+FkAZN5CmIYAAAggggAACCCDQTYGRg0zjt/M7zV/mR+ryz/q4JDwCCCCAQCICv5jTpHlL/RWLTx8caOzQZG9WJ9JIgiCAAAIIIIAAAgj0mYAbWdFNSVaQaMJikg0jFgIIIIAAAggggAACCCBQPQL+Yr8vq6fX9DS9Akm3/LhjJuv2f1yjp2Y9qGuuulzj9xjXbhXvP/csXfXn32nOzPv07W98td1t3L7utQfuuVn33nmDjjzi0Ha362zl4YdN1E8v+a6mP3i7brzuT51t3uPXBw0aqN/+6iea+8QDevDef+iD7z+nx7HYEQEEEEAAgXIU2H+H1rPc+cvLsYW0CQEEEEBgWwINm6Rfz23S+qaChuakD+3d+r6+rf14rTIE6AUCCCCAAAIIIGBm8QiLZpYYBgmLiVESCAEEEEAAgUQECIIAAgggUJUCBbmxCnxZlQB0usoFTjrxWI0etYuCIND4cbvrlJOPbRHZeaed9K2vf0UuAfG/vv4lHXjAfspmsi2vFxfOOuOdcTLjtVdfrvee+x7tsP3w4kvdmv/bRz8cJyhe9puf6R2nnKDBQwarLx/HH3e0Dj5oP4VhqO2Hb6eTTjimL6sjNgIIIIBA+QhUTUsO2NF39aVV0htr3Fmvf06JAAIIIJAegQXRe/g1z/v38NN2D3TMaEtP42kpAggggAACCCBQWoHU1+5GVyxOSXWGhMWkJImDAAIIIIAAAggggAACCPRCwF3qN1kvIrBrqwBLaRO47/6H9drrbyifz+ulV17VPfc+3NKF2toavbnoLf3vZX/Q8mUrWtZvueAumNxy2926//5H4jhbvt7V5xs3btRfrrxOTz41v6u79Gq7Bx96VLNnz9OmTU1asXKV7nvgkV7FY2cEEEAAAQTKTeCA5hEWn17mE13KrX20BwEEEECgawLXvJDXy6v9e/kH9wkUJjjCTtda0N5WrEMAAQQQQAABBBDoawEzk5klWg0Ji4lyEgwBBBCoAgG6iAACCCCAAAJ9JuAv+/dZeAIjUDKBz0/7rH516Y86rP+hR6brPef8kw4+9Hh94MOf0Esvv9KyrUtk/N/L/hQnEb786mst67dcuPnWO/Snv1ytBx95TI2N67d8ucvP/3rVdfrbtX/XrNlztXHTxi7v19MN6+vX6cLPfVkTDj9Bx5/8nrjunsZiPwQQQCBRAYIhkIDArkOkccP8TY2nl+cTiEgIBBBAAIFSCTRskv7WPMriftubPriPf38vVXuoFwEEEEAAAQQSEiAMAp0IuMEC3NTJZt16mYTFbnGxMQIIIIAAAggggAACCCDQe4GtI/iL/L7c+lXWIJBmgd12HatTTj5euVyu191wIzB2FqRpY5OSuHjSlbo6awuvI4AAAgggUO0Ck0e13oJghMVq/26g/whUp0Cl9fre1/N6cKFPQP/QPqbdh3Ilo9KOMf1BAAEEEEAAAQS2FDCzeIRFM9vypR4/b71a0OMQ7IgAAgiUlQCNQQABBBBAAAEEUijgx1YsyM9T2AGajECHAh/6wNkaM2pUh6/zAgIIINBDAXZDAIEUCJw01t+CuH9hQUsaUtBgmogAAggg0KnANc8XtCkvDcyaPrRvcjetO62YDRBAAAEEqlWAfiOAQIkF3AABxSmppvirBUlFIw4CCCCAAAIIIIAAAghUgABdKJWAyUpVNfUi0CcCH3z/OTr3nDOUyWb6JD5BEUAAAQQQQKB8BY4fE2j8dr59D7yR9wuUCCBQZgI0B4HuCzy/sqBrXvDv66fsGuiE6P2++1HYAwEEEEAAAQQQQCAtAmYmM0u0uSQsJspJMAS6IMAmCCCAAAIIIIAAAgh0IMD4ih3AsDqVAme++3Sd/6mPacjgIalsP41GoNcCBEAAAQSqXODEsf5mxoJV0iNvcqZb5d8OdB8BBCpMwCUsvl7nO/XBfUy5wC9TIoAAAlUpQKcRQACBChdIenRFx8Xpo1NgQgABBBBAAAEEEEiVAI1FoPIE/M1cX1Ze7+hRZQgMGjRQX/niVN1/102aN/uheJr+0B366//9Vr+69Ee66i+XtXT0exf/p771X1/RiJ12bFk3+cjDNH/Ow/H0+MN36qwz3tny2vg9xunb3/iqHrjnZt175w068ohDW14rtwXXbtf+Yl82n8+ZeZ+mXHBemya7fm2+jVu+8bo/tWzjXD/58X+RWzdr+j1b7e827MjH7XfnrdfGx2LuEw/olhuvlEsUdft0NLn6PjflM7r9H9foyZkPxMfDHc9HHrhVP/nRd3TwwQd0tCvrEUAAAQQQ6LLAnsNNx472Z7f3M7pil93YcGsB1iCAQHkKrN0g/a15lMW9ovf8D+7LLefyPFK0CgEEEEAAAQQQ6L2AmcUjLJpZ74M1R+DssRmCWYsACwgggAACCCCAAAIIINDvAgW5MWd82e+VUyECnQq4JLefXnKxPvSBczVr9pM65/3/qlPf+T7dfMvtGj9+nI4/7mgNqK1piXP7Hffqm9/+ke68676WdXPmztO//+fF8fTNi3+kx2fOjpMWr/rz73Tt1Zfrvee+RztsP7xl+3JduCnq87e/99965dXX2jRx5qwn9c4zPqRf/qo1cdNt8I1v/0Bf+to3tXLVajU1Nenu+x7Qp8//QpwY6BIE77nten1+2mflkhKDi3O+eQAAEABJREFUsO1lmlNPOkFXXPbLrXxy2awu+/VPddHUz2jUyF3ii0VhGGq3Xcfqi1+YIrefq3vLydXxy5//SOd94l9UKBT0g//+uY489jT9+rdXKLRAp73jpDgB1SVVFqcbr/njlmF4jgACCCCAQKcCJ43xNzEaNkkPvuHOdDvdhQ0QQAABBFImcOereT36ln+P/+A+gfbcLmUdoLkIVI8APUUAAQQQQKBXAsURFt28V4E227ntlfDNXmARAQQQQAABBBBAoKcC7IcAAgh0X8Dd0jVZ93dkDwT6QeAjH3qfDp14iJ555gV94Svf0Esvv6K3lyzRd3/wU/3u8j9p/fr1bVrx4EOPyiX2rV1b37J+feP6eJ1bf9vtd8f7uwsct9x2tx59dKby+XzLtuW+cMutd+lHl/xCS5csa2nqW28tivvUsmKzhVWrV6tp4ya9sfBN/fRnv2nZ7rkXXtBV19yg+vp1m23dujhgQK3uve+hNj5WMH36U/+m0aNH6Re/+l+dcvp744RIdzzcni7p8+yz3uUWt5q+8qWpOmzSIVqzdq1++evf6aq/XR/X/avfXq4r/3aDNm7aGO/j2uuOkTtWt95xV7yOAgEEEEAAga4KDMqaTtzV33p48I28Fq/zySxd3T9d29FaBBBAoLoFrnk+HwPUhtKJY6MifkaBAAIIIIAAAgggUEkCZiYzS7RL/qpBoiH7OBjhEUAAAQQQQAABBBBAAIEKFeBWboUe2Aro1iEHHaCamhpt2Lhhq95cdvmfNP+Z57Za35UVN996h/70l6vjUQcbG9smPaorAUq4zUOPTI/b7UZNdM3Yf9994hEO3fKW0+TDD9XQ7YZqxszZeu31N+KXn3rqaf3vZX+KEz6XLF0ar9uyKPrccee9amhojF/efofhWh8tf+y8qfH+LlHRJRf+45Y7tWnjpnib3XcfKzcqZvykufjwB9+rCQcfFF9YWvjmIrmky+aX4tnfb7pVi95aEi8PHjhIby1aHI+G+duojfFKCgQQQAABBLoocNJY04gBfuP7F3KG6yUoEUAAgcoUeHp5QQ8u9EmLx46RskFl9pNe9bEA4RFAAAEEEECgrAXcwANuSrKRnDYmqUksBBBAAAEEUiJAMxFAAAEEyk3A/2aaL8utbbQHAcmN9Occ9ttvL33w/ee4xTbT/PnPatPGpjbruvOkKdo36Qse3am/p9vefOudenuJTzbcbbcxOu0dJ24VyiUOHn30EVpTt1b33f/wVq+70RW7M7rk8hUr9Lsr/hzV65MLiwFfeulVrd/gE0pdnQcesF/xpXi+zz57thzHutV18brNC5dIufCtN+NVmWxGB+y/b7xMgQACCCCQboFStP6Esf6sdv6ygma9TcJiKY4BdSKAAAL9KfDgQl/bqEGmY8dw69lrUCKAAAIIIIAAAv0r0Je1mVn8i/Bmllg1nDUmRkkgBBBAAAEEEEAAAQQQQKCnAv5GbkF+3tMo7NevAlVV2YoVq+QSCocMHqIvXHSB/uOrn9fOO+3UYjB33tNaXbd1ElzLBhW64EZJfPiR6XIJh7lcTqe946StRjY884x3arexY/XigpfkRmXsK4q3ly5V/br6DsOPHrVLfFGpww2iFxYvapsEGa3iCwEEEEAAgW4JTNrZdMgIfwPjAUZX7JYdGyOAAAJpFXAjLL7W/N/B40f7z4C09qWDdrMaAQQQQAABBBCoagF3b6A4JQVBwmJSksRBAAEEEEhQgFAIIIAAAghUp4DJqrPj9LrsBe578GHVrVkTt9ON3veRD71PN1z7f/rON/89Tly886779IlPT4tfr7bijqjvy5Yvj7s9ftzu+qcPvy9eLhbHHztZmUyox2fOKq4qyXzzZMTamtqStIFKEUAAga0FWFNpAieN8eezq9ZL97/BL+NU2vGlPwgggEBHAi5p0b12zGjT7kP9Z4F7zoQAAggggAACCHgByjQLmJnMLNEukLCYKCfBEEAAAQQQQAABBBBAAIGeCyR6S7fnzWBPBLYSuO32u3XpL3+nZctWtLw2dMgQnXv2u3XjtX/U1778+a1GFmzZsMIXHp8xS49Nf6JllMVTTj6hxeK4YybrgP3301uLFuvOu+4vqcQzz72gdesa4jaMGr2zjjzi0Hh582L48O3ip5s2btLTzzwXL1MggAACCCDQVQH3p0BP3NXfcrj/9bxWr+fstqt2bIcAAgj0SqAMdi4mLLqmHNecvO6WmRBAAAEEEEAAAQTSL5D06IpOxF89cEtMCCCAAAJdFmBDBBBAAAEEEEAgWQH/m2m+TDYy0RBISuDqa27Qh/75PLnkxcbG9S1hBw8ZrH/68Ht16U++H4+22PJCFS3cfsc9WrlyddzjvcaPkxuB0j056cRjNWzYUM2YOVuvvf6GW1Wy6eZbbtdTT82P/7T3Dttvr7PPfGebthx88AHaZ58943WvRm296R93xMsUCFS7AP1HAIGuC5ww1lQT+u0fWEiyopegRAABBKpD4LU6qZi0SMJidRxzeokAAghUmgD9QQCBjgXMLB5h0cw63qibrwTd3J7NEUAAAQQQQAABBBBAAIEkBIjRRqAgd0vXl21e4AkCZSXw9pIl+tLXvhknLrokvQ0bNsTtMzMdfthETZvyqfh5tRUPPTJdbqRF95umNTU1OvWUEzR+j3E64vBJWr26Tvfd/3DJSerr1+n7/32p5s17RkEQ6J2nnaL/+vqX4yTTU086Qd/4jy9q5C47x6NB/vin/6OXXn5FPBBAAAEEEOiOwEm7+hsXTywu6Onl7uy2O3uzLQIIVLAAXasSgQcX+o7uPtR0zGj/meDXUCKAAAIIIIAAAgikWcBd9y5OSfWDhMWkJImDQFkJ0BgEEEAAAQQQQACBtAm4S/kmS1uzaW+VCrhkti9+9b/kptdffzNWcElwhx06UQcesF/8vNqKO++6TytWroq7PX7c7vrIh87VTiNG6OlnnpVLaIxfKHHhjtuVV1+vpcuWqW71Gp195rt0zx3X68f//W3tsvNO+sdtd+qjH7ugbNpbYq6UVE8zEUAAgfIQeP9egVyCimvN/Yyu6BiYEEAAgaoTcCMsupEWXcePJ2HRMTAhgAACCQoQCgEEECidgJnJzBJtAAmLiXISDAEEEEAAAQQQQKBiBOgIAiUQYByaEqBTZZcEfv2L/9aX/t+Urba9976H9JOf/UrLV6yMX8tmQw0aNDBerrbi7vseiEcvdL9pOmBArc49+4yY4MGHp8fzcig++P5z9JUvT9OcOfN04mlna9IRJ+nAicfqkMNO0LEnnqGv/cd35EbRLIe20gYEEEAAgfQI7BR99L9vb3/j4qmlBd35aj49jaelCDgBJgQQSEzAJS26YMeOCTRqkP9scM+ZEEAAAQQQQAABBNIr4K55uynJHpCwmKQmsboswIYIIIAAAggggAACCCCwuYC/iO/LzdezjEB5CGSzWR09+QjttuvYrRrkEvVWrVoVr29s2KDFi5fEy65Ys3atNm1qcouqramN56447R0n6cMffK9brKjptjvvluuz65T709CvvfGGbr7ldve05NPBBx+gT3zsn5XL5jT98Sf6rT1UhAACCCBQ+QLv2yvQDgP8mey1L5CsWPlHnB4igAACHQsUExaz0R3oY8d0vB2vIIBA5QnQIwQQQACByhUws3iERTNLrJPR6WJisQiEAAIIIIAAAggg0H8C1IQAAhUl4MdWLMjPK6prdKZiBPbYYzed/9mPbzWC4vg9xsVJcPl8XnPmPqXXXn+jpc9r19YrX/CJC+P33E3/8k/v16knnaDzPvFRDRkyqGW7MBvGFzzcikDRv7D9yxVB0Lo+zIRu862mrsbaasctVmxel1vuysiRt9x6l558cl4cySVqzpgxW/X16+LnHRUurotffH3z5eK6rvRp2LChckmSbh83d8/dcnE6ZvIR2mmnHTVw4AB94aILdMM1f9S1V1+hn/3ku/rexf/ZMv3n1/6f3vXOU7c6zsU4zBFAAAEEENhc4KAdTefu5T+f736toOmLOJ/d3CehZcIggAACqRF4rU4qJi0ePcp/PqSm8TQUAQQQQAABBBBAoF0BN7picWp3gx6s5EyxXTRWIoAAAggggAACCCCAAAL9L2Cy/q+UGhHookAYhjrjne/QH3//K33oA+fGCW2HHzZR3/jPL2r06JGaM3eeLv/DX9tEe2T6DC1ZsixeN2TwEH31Sxfppz++WHWrVuuvV10Xr3cJj2e++3S5P6PsVgzffju996wztPNOO7mnLdO/ffTD2m+/vVqeTz7y0DixrmVFtNDVWNGmzV/tz1y/TjrhWGUz2XiD0aNG6oLPfCLuc7xiG8Utt9+lujVrtHp1XacjGbpkRRfXxXchXX2uXle/e+4m53DaKSdu08dt846TT9DgQT4JdMjgwTr91JPaGC5eskSNjY0upAYPGay99txD++69V5xAetYZ71RxciNf/vf3v6l7brteX/7StHh7CgQQQAABBDoSeN/e/hbD+qaCrnuxqaPNWI8AAgggUEUCs9/2yet7DzcNy3Gdo4oOfZl3leYhgAACCCCAQE8FzExm1tPd293PX01o9yVWIoAAAggggAACvRBgVwQQQACBbgv4S/rd3o0dEOh7gUJBby1arCVLl2rXXcfIjcL3+MN36rLf/Ey7jRmjv1x5jS6Y+iW99PIrbdry1FNP67eX/SHez/0GZmPjet1+xz36j//6fjzy4Le/8VXdeN2fdMThk1oueLjESDfC3+23XK0pF5wXx3PbfOn/TdGQwUPi565wSXouse7eO2/QkUccGm977dWXtxvrnjuul6vL7dfZ5La74ne/iBP6itvmcjm5hMmH778lrqe4vr25a2MmzOjpZ57VQ49Mb2+TeJ1LELz3jr/HcV38eGVUuERCV7+zdf13Dscde9RWPsU+ufa6ZWfm7KIQcqM0nn7ayXL7uhhu3Q1/v0U//dmvtXz5Sq1fv15NTU1udYeTS2r80PvO1qc+8dEOt+EFBBBAAIHqFjh510BHjzIpYrj+xYJeWhUt8IUAAgggUPUCL6z0Vzcy0V3ofXaoeg4AEEAAAQQQQACB1Au4a/tuUoI9iU4VE4xGKAQQQAABBBBAAAEEEEAAgR4I+N9M82UPdmeXihUol46dd/7nddq7369TTn+vDj/6VB006TgdOPFYHXLYCTrxtLP1w0t+EScgttdelyh38mnnxvscdtQp+tLXvqm3lyyJN/3Gt38Qx3GxtpwmHn6Sfvmry+Ltzn7fRzvczsV+fMaseFu3z5Zxis9dXXGwTgq3XXGfLecufrFNHYU5/tjJ8UsPPtxxsqLb4KZbbteRx57WYb/O++xFXepTV9vrRnM86cRj9fbSpfrgP50XHzvXP2f7lf/4lv79Py+Op69/6/u65vqb9PIrr8olUh55+ETXXCYEEEAAAQTaCOSiOwvv38ufvS5cU9C1L+TbvM4TBBBAAIHqFViwSlrS4JNJYnIAABAASURBVPvvRln0S5SdCfA6AggggAACCCBQrgJmFv9CvZkl1sToskJisQiEAAIIIIBAmgRoKwIIIIAAAmUkUJAbf8CXZdQsmoIAAt0ScCM97rvvXnrtjTd08y23d2vfvt74P776eU2acLBuuvnWNiNhulExb7n1LrkESje5BNNvfedHmnrR1/TGG28pDLh01NfHhvgIINDnAlTQBwLv2zvQnsP9jYrrXixozYY+qISQCCCAAAKpFXhhhbvKIZGwmNpDSMMRQAABBBBIowBt7iMBN7picUqqCq46JyVJHAQQQAABBBBAAAEEEECgFwLudq/JehGhFLtSJwIIbC5w6snHa7thw/ToozM6HHFy8+37a/m8T3xUp7/jZK1ctVqPTZ/VpWp3HTtaA2pr9PKrr3VpezZCAAEEEKgegTFDTC5h0fV4zpKCbnmZ0RWdBRMCCCBQ2QLd690LK33C4j7Nye3d25utEUAAAQQQQAABBMpJwMxkZok2iYTFRDkJhgACCCQoQCgEEEAAAQQQqDoBfzm/6rpNhxFIpcD7zz1L3/r6V/ShD5wr9+eWz3z36Trt1JO1aNES3fSPO8qqT6e94yTV1NRo++2Hy/1Z6M4aN36PcTrvkx/VusYGXXn13zvbnNcRQKC3AuyPQMoE3reXaWjON/raFzmD9RKUCCCAAAKbCzyz3H8+DK+Vxg1L9ub25vWwjAACCCCAQKoEaCwCKRVIenRFx0DColNgQgABBBBAAAEEEEAAgYoUSE+n/MV7X6an1bQUgWoV+PAH36svf3Gq3vfeM/X1f/+CHrrvFn3nW/+uIUMG6Zbb79RLL79SVjRL3l4qd1HJJVZOveA83Xjdn/T/Pne+jj/u6JZ2utfeccoJ+s43/11/+P0vNWb0SP34Z7/SgjLrS0uDWUAAAQQQKInApJ1MZ+zhbyvc8WpeMxcxumJJDgSVIoDAVgKsKC+BecsKamzybdpve652eAlKBBBAAAEEEEAgnQJmFo+waGaJdcBfWUgsHIEQQKCKBOgqAggggAACCCCAQGICfuSBgvw8sbAEQgCBPhEYOHCAwrD1kkoum41+evO6+R936Fe/ubxP6uxN0J9e+hs9/vgT2rSpKWp3KDeC4ic+9s/61aU/0vw5D8fT4w/fqZ9e8l2dc9a7tPCNhfr8l76ue+97qDfVsm/lCNATBBBAoEXgfXv7z7+GTdJ1L3Du2gLDAgIIIIBAG4FC9BHx/IqoiNbuv0NU8IUAAgggkAYB2ogAAgi0K+B+Gb44tbtBD1b6qws92JFdEEAAAQQQQAABBBBAoLcC7I9AWwGTtV3BMwQQKEuBq6+5QY9Nf0IbN21UU1OTXnv9DX3nez/Wf33nh2XZXjfi43nnf15f/PI39NAj07V8+co4ebHYWJfIuHLVaj06fYY+/4X/1Ef+9TN66qmniy8zRwABBBBAIBZ45+6mw3fx56vXvZDXq3U+ESV+kQIBBDoR4GUEqk/g2eX+c2Kf7bkdXX1Hnx4jgAACCCCAQCUJmJnMLNEucYaYKCfBykqAxiCAAAIIIIAAAgggkDIBfyk/ZY2muQhUoUB9/TpNuegrmnj4STrksBN0xtkf0fU3/KPsJe6+7wGdP+WLOuHUMzXh8BN04MRj48ktH3fSGfr0+f9Pbpuy78iWDeQ5AggggECfC+w+zPSxA8O4ntfrpGtf5Mw1xqBAAAEEEOhQYN5y/9JuQ6VB2WRvcPvIlAggUHUCdBgBBBBAoCQCSY+u6DpBwqJTYEIAAQQQQAABBBBoV4CVCCDQXwL+wr0v+6tO6kEAAQQQQAABBBBAoGsCnzrItH2t3/aq55u0biMJi16jckp6ggACCCQt8PTSfEvI/XZoWWQBAQQQQAABBBBAIGUCZhaPsGhmibWchMXEKLsdiB0QQAABBBBAAAEEEEAAgWaBgtwtX182r2KGAAKVIkA/EEAAAQQQSLXAJw4MdPgu/lbCdS/mdfdr7sw11V2i8QgggAAC/SCwbpP00ipf0X7bJ3dz20ekRKAsBWgUAggggAACFSlQHGHRzZPqoL/KkFQ04iCAAAIIIIAAAv0qQGUIIIBA5Qi4S/cmq5wO0RMEEEAAAQQQQACB1AucMDbQh/f1txHmLi3osnmto2X1b+eoDQEEEEAgjQLLGnyS+9BcGltPmxFAAAEEEEAAAQScgJnJzNxiYpO/0tBeONYhgAACCCCAAAIIIIAAAgj0q4C/jN+vVVIZAhIGCCCAAAIIIIBAOwJjBkvnHeRvIazdIP1uXl5N5Cu2I8UqBBBAAIGOBOo3+isdw2qTvcHdUX2s70SAlxFAAAEEEEAAgR4IuJEV3dSDXTvcxV9t6PBlXkAAAQQQQACB3giwLwIIIIAAAl0T8Bfufdm1PdgKAQQQQAABBBBAoHwEKrElnzw41M4Dfc9+N69JL6zwSSd+DSUCCCCAAAKdC9Rv9Fc6hjHCYudYbIEAAggggAACqRCoxkaaWTzCopkl1n0SFhOjJBACCCCAAAIIIIAAAggg0FMBf/O3ID/vaZQK3Y9uIYAAAggggAACCPSzwL/sH+iYUf5GxE0vFXTbK5yn9vMhoDoEEECgIgSKIywOzfnPlE46xcsIIIAAAggggAACZSjgRlcsTkk1j4TFpCSJgwACCKRSgEYjgAACCCCAQDkJmKycmkNbEEAAAQQQQKBiBOgIAl0XOGqk6V/397cOnlle0O/nNXV9Z7ZEAAEEEEBgM4G1G33C+7AaP9/sJRYRQAABBBBAoE8ECIpA8gJmJjNLNLC/6pBoSIIhgAACCCCAAAIIIIAAAlUkkGBXuXyfICahEhHIR1HW501MfWuQC03HjAnL0nlTIdkLUdG3FF8IIIAAAmUssNMA6VMH+9sG65sKumxeXg2byrjBNA0BBBDoTwHq6rZA/Ub//4mhNX7e7QDsgAACCCCAAAIIIFBygaRHV3Qd8lce3BITAgggUIYCNAkBBBBAAAEEEKgOAX/h3pfV0WN6iQACXuDoUabrzs7oq0cEckkifi0lAtUnQI8RQKA8BM47JNSYIf6s9LJ5Bc1fxq/UlMeRoRUIIIBAOgXWNY+wmIvuSA/MpLMPtBoBBBBAIFkBoiGAQPoEzCweYdHMEmt8dHqYWCwCIYAAAggggAACCCCAQPkJ0KJUCBTkbgX7MhUNppEIIJCQwAsrWwMdOYrLNK0aLCGAAAII9LfAh/YNdOIYf/Ph9lcLunGBG2u5v1tBfQgg0AsBdkWg7ATWNo+w6BrGKItOgQkBBBBAAAEEEEifQHGERTdPqvVcCU9KkjhVKkC3EUAAAQQQQAABBBBIRsDdGjZZMsGIggACqRFY1lDQwjUuZVk6fBfeA8r3wNEyBBBAoLIFDt3Z9MkD/e2CF1cW9Lunmiq7w/QOAQQQQKBfBOqbR1h0lQ2tcSUTAgggUO4CtA8BBBBAYEsBM5OZbbm6V8/9FYhehWBnBBBAAAEEEEAAAQR6IcCuCCDQIuBTllqesoAAAlUi8Phi39EJO5myyV738YEpEUAAAQQQ2IbATgOlTx/sbxUUohPSy+bltWbDNnbgJQR6KsB+CCBQdQJrN0QfLM29HpbjPzvNFMwQQAABBBBAAIFUCbiRFd2UZKP9VYgkIxKrrARoDAIIIIAAAggggAACCKRBwF+092Ua2ksbEUAgSYGZi/N6YUVBVz6bVxj2LDJ7IYAAAggg0BMBN0DCtImhxg3zZ6K/m5fXnCWFnoRiHwQQQAABBLYSWLfJf764F4bmXMmEAAK9FWB/BBBAAAEE+lvAzOIRFs0ssapJWEyMkkAIIIAAAgggUKECdAsBBBDoBwF/U7ggP++HCqkCAQTKSGD22wVNubdJVz6XV+OmMmoYTUEAAQQQqHiBaRMDHTHS33C4+aWCrn0hX/F93kYHeQkBBBBAIGGB+o2t1zmG1bQuJ1wN4RBAAAEEEEAAAQT6UMCNrlickqqmxAmLSXWDOAgggAACCCCAAAIIIIBA+gVMlv5O0AME2hVgJQIIIIAAAgiUm8BH9g10xh7+FsH0RQX9Yk5TuTWR9iCAAAIIpFygYbNfyBqU5ZpHyg9nF5vPZggggAACCCBQaQJmJjNLtFv+akSiIQmGAAIIIIAAAv0qQGUIIIAAAhUjwFgDFXMo6QgCCCCAAAIIIJC8QIIRT93N9PED/e2Bl1ZJl85mZMUEeQmFAAIIIIAAAggggAACCCCAQM8FymzPpEdXdN3zVyTcEhMCCCCAAAIIIIAAAggggECJBPxvpvmyRE2o8mrpPgLlJDBiIO8G5XQ8aAsCCCBQaQKHjDBNmxTG3arb4JIVm7SsgV+diUEoEEAAAQQqXoAOIoAAAggggAACCHRPwMziERbNrHs7bmNrEha3gcNLCCCAAAKJCBAEAQQQQAABBDoVKMjdIvZlpxuzAQIIVKjA2XsGuvo9GX3jKC7XVOghplsIVLoA/UuBwKjB0ucmBar1+Yr6xey8nl3hzkRT0HiaiAACCCCAAAIIIIAAAgggUA4CtKHKBIojLLp5Ul3nCnhSksRBAAEEEEAAAQQQQAABBHoh4H4vzWQdRGA1AghUg0BNWNDwWmnv4aZhNbwfVMMxp48IIIBAfwpko7sB0yaGGjPEf8b879y8HljIn4Luz2NAXQgggEDnAmyBAAIIIIAAAggggEB5CZiZzCzRRkWXKBKNRzAEEEAgfQK0GAEEEEAAAQQQKBMBxrYpkwNBMxAokcDMxb5id+nnsF38MiUCCCQoQCgEqlxg2sRAk3Z2nzLS9S8WdO2LJCtW+bcE3UcAAQQQQAABBBBAoDIF6BUCCCQq4EZWdFOSQUlYTFKTWAgggAACCCCAAAIIVKkA3e6tgL9x7MvexmJ/BBBIq8Arqwta1uBTl4/YhUs2aT2OtBsBBBAoR4F/3T/Q6eP8Z8tDbxb0m7lN5dhM2oQAAikQoIkIIIAAAggggAACCCBQXQJmFo+waGaJddxfoUgsHIEQQKAPBAiJAAIIIIAAAgggUPECPkGpID+v+O7SQQQQ6FBgxuKCGjZJqxp5P+gQqXJfoGcIIIBAnwi8c3fTv+zvbwU8t7KgS2czsmKfQBMUAQQQQAABBBBAAIGuCbAVAgggkCoBN7picUqq4f4qRVLRiIMAAggggAACCCCAQFkK0CgE0iFgsnQ0lFYigECfCfzf03md/fdN+vVckkn6DJnACCCAQBUJHLqzadqkMO7xikbpF7PzWr2epPgYhKJCBegWAggggAACCCCAAAIIIIBAkgJmJjNLMqRIWEyUs0qD0W0EEEAAAQQQQAABBBBIRIBbx4kwEgSBVAusbCzj5tM0BBBAAIFUCYwd4pIVA2Wa7wK4kRVfXMkZp3gggAACCCCAAAIIbFuAVxFAAAEEENhMIOnRFV3o5ksVbpEJAQQQQAABBBBAoFQC1IsAAtUu4H8zzZfVbkH/EUAAAQQQQAABBHorMCAjTZsUaOQgf4b5P0/m9ehbjN6sabLeAAAQAElEQVTbW9ck9icGAggggAACCCCAAAIIIIAAAmkSMLN4hEUzS6zZ1ZCwmBgWgRBAAAEEEEAAAQQQQACBvhEoyI1148u+qYGoCFSBAF1EAAEEEEAAgWYBl6x4yAh/I+Fvzxd04wKSFZtpmCGAAAIIIIBA+gXoAQIIIIAAAgj0o0BxhEU3T6paEhaTkiQOAggggAACFS1A5xBAAAEE+lrA3U42WV9XQ3wEEEiJwCm7maZMDHX0KN4XUnLIaCYCCCBQNgKfODDQKbv6S//3vVHQZfOautE2NkUAAQQQQAABBBBAAAEEEEAAgcoX6HoPzUxm1vUdurClv2rRhQ3ZBAEEEEAAAQQQQAABBBBAoG8F3CiLfVsD0UsqQOUIdEPgfXsGOmu86bTdk70Q1I0msCkCCCCAQAoF3rNHoA/v6y/7z19W0KWzGVkxhYeRJiOAAAIIpF2A9iOAAAIIIIAAAhUk4EZWdFOSXfJXLpKMSCwEEEAAAQRKIECVCCCAAAIIpFvAJyT5Mt09ofUIIJCMwIzFPoV50s6Bsrw5iAcCCCBQFGDescCRI03TJvlL/m+vU5ysWL/Rf550vBevIIAAAggggAACCCCAAAIIIFB+ArSofATMLB5h0cwSa5S/epFYOAIhgAACCCCAAAIIIIAAAgh0X8DfSC7Iz7u/fyJ7EAQBBMpIYGZzwmJtKE3aJbkLQWXURZqCAAIIIJCgwB7DXLJi9KERxcxHp5RuZMVX66KF6DlfCCCAAAIIbCHAUwQQQAABBBBAAAEEuizgRlcsTl3eqZMNSVjsBIiXEUAAgWQEiIIAAggggAACCHQuYLLON2ILBBCoCoGnlxdUv8F3dfww3hu8BCUCaRCgjQj0v8DgnDR1UqARA3zdLllx5uK8f0KJAAIIIIAAAggggAACCCDQBwKERKB6BMxMZpZoh0lYTJSTYAgggAACCCCAAAIIINBnAlUQmDFwquAg00UEuiHwo5lN+tdbm/TX50g66QYbmyKAAAJVJzBtUqgDdvA3Dv76bF63vsLnRtV9E9BhBCpNgP4ggAACCCCAAAIIIIBA2QgkPbqi6xgJi06BCQEEBAECCCCAAAIIIIBAKQX8DWZflrId1I0AAuUk8NiighavI5W5nI5JJbSFPiCAQGUJfPrgQCeO8WeRd71a0B+eJlmxso4wvUEAAQTKQ2DsUNP3jwt7NLnBeNx06m5Bj/b/8uFheSDQCgQQQCBlAjQXAQQQSErAzOIRFs0sqZAiYTExSgIhgAACCCCAAAIIVLkA3UegFwIFuZQkX/YiDLsigAACCCCAAAIIVI3AOXsFev/e/hL/k0sL+vnspqrpOx1FoMQCVI9A1Qm8UVfQ/GUFHbqzdXsqRBc83DRykLq97wE7mi6fTzJ+1X3D0WEEEEAAAQQQKCuB4giLbp5Uw/zVjKSiEQeBPhMgMAIIIIAAAggggAAClS3gfi/NZJXdSXqHAAIIdCrABggggAACXRE4ZrTpgkP85f2Fa6VLZ+e1gXyOrtCxDQIIIIBADwX+8mxeL68u9HDvnu32h3lNWtbQv3X2rKXshQAC3RdgDwQQQACBtAiYmcws0eb6KxqJhiQYAggggAACCCCAQFkK0CgEECh7AS7Bl/0hooEIlERgt6HS6eMCDcqVpHoqRQABBBAoM4G9h5umTfR/HtMlKf5idpMWruFMsswOU2mbQ+0IIIBAHwlc0Y+jHT69rKDrF/D51keHkrAIIIAAAggggECXBdzIim7q8g5d2JCExS4gdWUTtkEAAQQQQAABBBBAAAEEei7gfzPNlz2Pwp4IIND3Av1dw6jBpt+dltEXDg10xM68S/S3P/UhgAAC5SawXY1p6qRAw2t9yy6dndecJSRzeA1KBBBAAIG+Fnh8UUF3vdo/nztXPM3QwX19PIm/bQFeRQABBBBAAAEvYGbxCItm5lckUJKwmAAiIRBAAAEEEEAgEQGCIIAAAlUs4C/2F+TnVQxB1xFAYAuBt9YW9OZav3LyKC7jeAlKBBBAoHoFpk0KtM9wf4Pg/57O685XU5nMUb0HkJ4jgAACFSBwefT507Cpbzty44K8nlrKNZK+VSY6AggggAACCCDQNQE3umJx6toeLVt1uMCV7g5peAEBBBBAAAEEEEAAAQQQ6F8Bk/VvhdRWgQJ0qRIFZiz2yShH7mIKEvwtVvFAAAEEEEiVwPkTAh072p8v3vpKQX951n8+pKoTNBYBBBBAIPUCyxsK+kMf/mnolY0Soyt25duEbRBAAAEEEEAAgf4RMDOZWaKVkbCYKCfBEEAAAQQqWoDOIYAAAggg0McCjB3Qx8CERyClAjMX+3eHgVnpoB1T2gmajQACCKRJoAzb+r69A527p7+c7z4XfjarqQxbSZMQQAABBKpF4IYFec1f5v+fknSf3QiO6zYmHZV4CCCAAAIIIIBAOwKs6pJA0qMrukr9FQ63xIQAAggggAACCCCAAAIIIFAiAf+bab4sURP6qVqqQQCB7gs8sbig214p6OuPNGkufxat+4DsgQACCKRc4ISxgT5zsL+U/1qd9IvZjKyY8kNK8xFAAIGKEOhsFMSedHLm4rzueIXPuZ7YsQ8CCCCAAAIIINBXAmYWj7BoZolV4a9yJBaOQAgggAACJRSgagQQQAABBBBIrUBBblwCX6a2EzQcAQT6UOCns5r0+CL3TtGHlRAaAQTSIkA7q0hg/x1M0yb6y/hutKlLZzdp8To+D6roW4CuIoAAAmUrMG9pQX9fkGxy4RXzk41Xtng0DAEEEEAAga4JsBUCZSFQHGHRzZNqkL/SkVQ04iCAAAIIIIAAAggggAACqRYoXePd76WZrHQNoGYEEEAAAQQQQACBshLYcaBp6sRQQ3K+WT+fnde8Pvrzm74GSgQQQKCaBOhrEgIuwXBFYxKRpKuey2vBqmRiEQUBBBBAAAEEEEAgOQEzk5klFzCKRMJihMAXAgj0kwDVIIAAAggggAACCGxTgLFytsnDiwgggAACaRGgnQggkIiAG1lx/HY+1GXz8rrvDUad8hqUCCCAAALlItCwSXJJi71tz8K10uWMrthbRvZHAAEE+l+AGhFAoCoE3MiKbkqysyQsJqlJLAQQQAABBBBAAAEE+liA8JUq4H8zzZeV2kf6hQACSQmMGcK7RVKWxEEAAQTKVcCNrDh5pH+/v2lBQX97nmTFcj1WtAuBvhIgLgJpEbjj1bxmLOrdr2D+gWTFtBxu2okAAggggAACVShgZvEIi2aWWO9JWEyMkkAVIEAXEEAAAQQQQAABBBAokYC/sF+Qn5eoEVSLAAJlLnDSWNOd78/o8tND1YZl3tjybh6tQwABBMpa4EP7BjpzvL8J8Nhbef3yyaaybi+NQwABBBBA4Iqne/5Z9cAbeT24kMR8vosQQKBPBAiKAAIIIJCAgBtdsTglEC4OQcJizECBAAIIIIAAAgggkIwAURBAoDcCJuvN7uyLAAIVLvD6mtak5kk7c0mnwg833UMAgSoVOHnXQJ880L/HL1hZ0KVzSOCo0m+FFHSbJiKAAAKtAi+tkq58rvufWfnovzhXPN39/VprZgkBBBBAAAEEEECgrwXMTGaWaDX+ykeiIQnWZwIERgABBBBAAAEEEEAAgYoWiK7TV3T/6BwCCHRRoIPN3E3A1ev9O8XkUcleIOqgSlYjgAACCPSjwMEjTJ+b5C/Zr97gkhWbtLyhHxtAVQgggAACCPRC4Ir5eS3c7JesuhLKJSu+tbYrW7INAhUqQLcQQAABBBBIgUDSoyu6LvurH26JCQEEEEAAAQQQqAIBuogAAgiUp4BPPPJlebaQViGAQHkITH/LJywePcpk5dEkWoEAAgggkIDALoNMUyeGGpDxwS6dnddzK/wyZc8E2AsBBBBAoP8FXAJiV2t9cWVBVz/H6Ipd9WI7BBBAAAEEEECgVAJmJjM/JdWGJBMWk2oTcRBAAAEEEEAAAQQQQACBKhMoyKUg+bLKuk530yhAm0soMPPtgp5zN/aez8fvGyVsClUjgAACCCQkkDFp2sRAuw31AX87t0kPLXRnh/45JQIIIIAAAmkRcJ9f93fxM8yNyJiWflVxO+k6AggggAACCCCg4giLbp4UBwmLSUkSBwEEEEAAgUQECIIAAgggUK0C0X1qWfSvWvtPvxFAoGsCD0Y3/6bd06Rrnmckkq6JsRUCCCBQrgKt7Zo6KdRhu1i84roX87ruRZIVYwwKBBBAAIFUCvxhXl75wrY/y257paAn3t72NqnsPI1GAAEEEEAAAQS2Ekj/CjOTmSXaERIWE+UkGAIIIIAAAggggAACCCDQcwEu1ffcrs2ePEEAAQQQQAABBFIi8M/7BXrXOH/R/8GFef12LgnpKTl0NBMBBBBAoAOBt+oLunx+x59n9RulxEZX7KANrEYAAQQQQAABBBBITsCNrOim5CJKJCwmqUksBBBAoAoE6CICCCCAAAII9IWAxUF9GS9SIIAAAggggAACJRWg8r4XOG33QP92gL9E/+yKgn4+q+Pkjr5vDTUggAACCCCQnMDfni/oheizrb2IV8xv0qr1/MpmezasQwABBBBAoBQC1IlAZwJmFo+waGadbdrl1/3VkC5vzoYIIIAAAggggAACCCCAAAK9FGhnd3+hviA/b2cDViGAAAIIIIAAAghUkMDEnUzTJvnL88sbCvrF7Cat2VhBHaQrCCCAAAJOoKqnK57eOhF/7tKCbnqJax9V/Y1B5xFAAAEEEEAgdQJudMXilFTj/RWRpKIRBwEEECi5AA1AAAEEEEAAAQTSK2Cy9DaeliOAQL8KnLNnoEtPCfWVI7i006/wVFZGAjQFgfQKjBnikhVD5Zrfwi+dndeCVeKBAAIIIIBARQnMerugW19pm5x4xfytkxgrqtN0BgEEEECgDwQIiQACpRYwM5lZos1oviSSaEyCIYAAAggggAACCCCAQJoFaHvJBNpexi9ZM6gYAQRSILB9rbTvcNMxowMFCV8sSkH3aSICCCCQWoHajOKRFUcP9l345ZwmPbaIs0CvQYkAAv0uQIUI9LGAS1Bcu8FXct2LeT2znM88r0GJAAIIIIAAAgikRyDp0RVdz0lYdApMCPSjAFUhgAACCCCAAAIIILC1gP/NNF9u/SprEEAAgS0FZi72N/pqQ2nCTlu+yvNyEKANCCCAQHsCUyeEmjDCn/Vd/VyeP4vZHhLrEEAAAQQqRmD1+oLcn4Ze2iBdMY/RFSvmwNIRBBBoI8ATBBBAoNIFzCweYdHMEusqCYuJURIIAQQQQAABBBBAoJ8EqAaBChQoyKUe+bICu0eXEEAgcYGnl0v1G907hzR5ZHIXihJvKAERQAABBFoEPnZAoHfs7t+z73s9r9/zZzFbbFhAoAMBViOAQAUI3PxSXpfPa9IG8hUr4GjSBQQQQAABBBCoRoHiCItunlT/SVhMSrJi4tARBBBAAAEEEEAAAQQQKIWAu3VtslJUU5wEfAAAEABJREFUTZ0IIJBCgXyhoCcWF1S/QWrY1JMOsA8CCCCAQH8KvHtcoH/az1+On7e0oJ/OImujP/2pCwEEEECgtAL3vO5/2aq0raB2BKpVgH4jgAACCCDQOwEzk5n1LsgWe/srJFus5CkCCCCAAAIIIIBALwTYFQEEEOihAJfvewjHbghUqcCv5+Z17k2bdAUjdFXpdwDdRgCBtAgcvkugaZP8pfjF9QVdOqdJjU1paT3t3KYALyKAAAIIdCpgZvENbrOO550GYQMEEEAAAQQQQACBkgm4kRXdlGQD/FWSJCP2cSzCI4AAAggggAACCCCAAAKVJ2Bxl3wZL1IgUPUCAHQusKKx823YAgEEEECgtAK7D7U4WTGITvSa8tKlc/J6ra60baJ2BBBAAAEE+lrAzFqSFLtSl1nr9mbWlV3YpoIE6AoCCCCAAAIIlLeAmXXr3K4rvSFhsStKbIMAAggggEBlCdAbBBBAAIGyE/BjKxbk52XXPBqEAAIIIIAAAggg0G2BQTlp6qRQOw/0u7qRFZ9Y3K/ne75iSgQQQAABBPpRwMzarc3MWm50m7Uut7exmbW3mnUIIIAAAggggAAC7Qv06Vo3umJxSqoiEhaTkiQOAggggAACCCCAAAIIINBLAZP1MgK7958ANSGAAAIIIIAAAtsWmDYx0EE7+m3+8mxet71CsqLXoEQAAQQQqFQBs7bXNcxMZqYgCKK5Opj8NmamzR9mbZ9v/lr/LlMbAggggAACCCBQ3QJmFp3HWaIIQaLRCIYAAggggEASAsRAAAEEEECgSgW4hV2lB55uI9BLgdN3D+I/N3rozsleNOpls9gdAQQQ6Fyggrc476BAJ431l9/vfDWv/3s6X8G9pWsIIIAAAtUuYGZtbmKb2dZJioq2iabAArnJP3PbRUsmRbvIJzZGT+QfZhatN/+EEgEEEEAAAQTSK0DLUy2Q9OiKDsNfMXFLTAgggAACCCCAAAIIIIAAAiUS8BfffZlME4iCAALVI/BvB5jes0egU3blMk/1HHV6igAC5Sxw1njTB/fx78lzlhT0k1n8Wko5Hy/ahgACCKRdoNTtN2u9mmFmcYJhNIvmihMTXXJiPAWBwjBQEFg8hWEYzaPn5idT9M8kv69Fc1PxYda6XFzHHAEEEEAAAQQQQKB/BMwsPjczs8QqDBKLRCAEEECgegToKQIIIIAAAgggkLBAQe42ti8TDk04BBCoeIFH3nTvINLRo0xW8b2lgwj0qwCVIdBtgaNGmqZMDOP9Fq4p6Oezm5Qv+PfpeCUFAggggAACFSRg1vo/EDNT9BVPcYKiS0QMLE5SDMNAU08doCAMN5uCaDloeT10r1mgKIpcHEUPM4tK/2XWuuzXUCKAAAIIIJCYAIEQQGAbAsURFt18G5t166WgW1uzMQIIIIAAAggggAACCCCQiABBthRwl91NtuVqniOAAAKdCsx82yfCDMxKB+zI+0inYGyAAAII9JHAnttJ0yb5S+7rm6Sfz87rrbV9VBlhEUAAgdQI0NBKFTBr/b+HmSn6UlT6URWDQEFgCsIwmgJNOaVG55+U09Rons1ktPkUJyqG0fZucvsE0bJFU7Qcx3SF/MPM/AIlAggggAACCCCAQL8JmJnMLNH6gkSjEQwBBMpDgFYggAACCCCAAAIIpFLApxylsuk0GgEESijwZHPComvCntsle+HIxWQqYwGahgACZSMwrMY0dVKoHQb49+FLZzdp7lLO7srmANEQBBBAAIFEBcz8550LambRDWwpKhW4ZEOXaBhNYSZUJgw19ZQB+swJObnHp4/PasrJNarJZZXLZpSL5tlons1k422DMFA8Rfu7URrNRTXJLCrkH2aty34NJQIIIFAFAnQRAQQQKKGAG1nRTUk2gYTFJDWJhQACCCCAAAIIIFAxAnQEgf4V8Bfbfdm/NVMbAgikX2BDXvrO9Cb98y2b9PcF0ZP0d4keIIAAAqkTmDrRtN/2/mzuD/Pzuus1khVTdxBpcNUK0HEEEOiegJn/vHN7mZmirzajKoaZjFyiYibMaMopOX3quNBtqrkvr4/nnzjGdP6JGdXU5HzSYjYbz9smLoYKXNJiECiqQa4OM4v3d4VZ67J7zoQAAggggAACCCDQdwJmFp2P+SmpWoKkAhEHgW4IsCkCCCCAAAIIIIAAAgi0EfA3tAvy8zYv8QQBBBDogsBDCwta2tCFDft3E2pDAAEEqkLgM4cEOn6Mv9R+y8t5/fU5kser4sDTSQQQQKAKBcyspddmFt24VkuyYtg8OqJLVnTJh1NOzuqTx7QmK/757rqWpMV/PbKgzx4fqKamJppyyuZc0mJWWTcqo5vCUEEYTSQttnizgECZC9A8BBBAAIEKFnCjKxanpLoZJBWIOAgggAACCCCAAAL9KUBdCCBQiQImq8Ru0ScEEEAAAQQQQKBiBd67l+l9e/nL7DMWFfTz2SQrVuzBLlnHqBgBBBAoDwGz1msWZqboqyVZ0VxiYRjIjaqYyYSaclJWHz/afz4++VKjXLKiooebz33Jj7T4kUM36TPHSrU1OQ2orVEul42TF3PZrFwMl/gYRrHiREhGWoz0+EIAAQQQQAABBEojYObO/SzRyoNEo1VKMPqBAAIIIIAAAggggAACCJRAgPEVS4BOldUtQO8RQAABBBDohcBxY0yfPcSPHPXq6oJ+PodkxV5wsisCCCCAQBkLmLXeoDazrZIVXVKhS1Z0IytOPTmrfzvK4t7MealRf7lnTbxcLP58T51cEqN7/oEJ63XeMYU4YbGYtJjLuT8V7ZMWwyBUEAYKoykIApn7Z5JZVMg/zFqX/RpKBNoRYBUCCCCAAAII9Fgg6dEVXUMCVzAhgAACCCCAAAJJCxAPAQQQQKA7Av7iui+7sx/bIoAAAm0F9tjO9O5xXO5pq8IzBBBAIHmBfbc3TZvo32/rN0iXzslr6brq/PWT5HWJiAACCCBQTgJmrVcrzEzRV5uRFV0yYWuyYkYfPdK3fs6C9frrFsmK/hXFSYxPRq+75+89cJ0+MXmTamtrNKC2VjU12Xi0RTfSYjabiUdtJGnRSTEhgAACCCCAAAKlETBz54AmM0usAf6KSmLhCIQAAggggAACCCCAAAIIINB9gYLc7W1fdn9v9qhYATqGQLcE9hxu+s2poS46NNARI5O7eNStRrAxAgggUAUCOw4wTZ0YaFiNf6+9dE6T5i9zZ3NV0Hm6iAACCCBQVQJm/rPOddrM2iQruiTCTCaU+9PN2Wg+7eSM/uUIt6U0+8X1+uu9df5JB+VfotddUqN7+az91urjR2zQgAEuabFGtTX+T0TnshltnrTo6qzQkRYdAxMCCCCAAAIIIFCWAsURFt08qQaSsJiUJHEQQAABBFImQHMRQAABBBAoLwGLmmOyqOQLAQQQ6JnAgpUFrV7vE2Ymk7DYM0T2QgCBChRIvktTJpr2Gu7P2343L6/73vDvvcnXREQEEEAAAQRKJ2DmP+tcC8xM0VfbkRWDoDlZMaNpp2T0T4f7z8PZCxp15X3bTlZU88MlNc5uHmnxPfuu0ccOb4yTFWtqcvE8l8vJJUMWkxbdaI5uImmxGZAZAggggAACCGwmwGJfCZi5c0FLNHyQaDSCIYAAAggggAACCCCAAAII9FjAX9rv8e79vyM1IoBA2Qk8vsi/kxw1kks+ZXdwaBACCFSEwIUTAh09yr/H3rggr2uez1dEv+gEAggggAACmwuYtd6QNjNZ9DSwQHGiYGBySYNucqMrfu7UrP7pcMWPWS826sp718TLXS2uvLdOsxc0xpu/a686feyIRg0cUCuXtFiTyyq3RdKiG2XR1R23RaaoedFk8f6uMGtdds+ZEEAAAQQQQAABBHon4EZWdFPvorTd219ZabuOZwgggAACZSBAExBAAAEEEECgmgT8xXRfVlO/6SsCCCQtMPNtH3GHAZL7E9H+GSUCCJSzAG1Lj8AH9jGdvae/pP7oWwX9z5MkK6bn6NFSBBBAAIGuCpi1Xp0wM0VfbUdWDANlwoyymYwuOjWrjxzmf2lq1guNuuq+7iUrqvlx5b1rNPtFn7T4zj1X698OXacBtTWqjaaaXFbZbDRlwmieiesmabEZjhkCCCCAQKoEaCwCaRUws+ic0E9J9cFfXUkqGnEQQAABBBBAAAEEEEAAgfIRSFFL/MX9gvw8RQ2nqQggUGYCTywu6NZXCvraQ01asJL3lDI7PDQHAQRSLHDSWNOnDgrjHrwYvb/+dBbJijEGBQIIIFAeArQiIQEza4lkZtGNabWTrBgqmwn1+VMz+nAxWfHF9brq/p4lKxYrvPK+NZr9gk9aPH2v1frYYfUaUFsbJy3W1uRaR1qM6nYJkyQtFuWYI4AAAggggAACfSvgRlcsTknVRMJiUpLEQaDqBOgwAggggAACCCCAQNICJks6JPEQQKDKBOo3FvSzWU2a9TbJilV26Puwu4RGAIEDdzRNm+iTFVetL+jS2XmtjubIIIAAAgggUEkCZq3XJMxM0VebZMVMJpQbVdFN/+8dGX3oMN/7J15wIyvW+Se9LK+8f43cSI0uzGl71uljh61VcaTFlqTFbCZqR9hmpMUwDOO2ujabmds9nsxal+MVFAgggAAC2xDgJQQQQKB9ATOLzg2t/Rd7uDbo4X7shgACCCCAAAIIIIAAAr0VYH8EthAgvWgLEJ4igAACCCCAAAIlFthloGnqxECDcr4hLlnx+ZWctXkNSgQQ6LIAGyJQ5gJmrTegzSy6Ia04ATAIAllgymRCZcJQPlkxqw8e6jv0xPONuvr+3o2s6CO1lm6kxideWB+veMf4On38sHVx0mJNTU4dJS0GURvjtspkpmiKCvmHWeuyX0OJAAIIIIAAAggg0B2BpEdXdHUHrmBCoBIF6BMCCCCAAAIIIIAAAukR8BfPfZmeVtNSBBBAoBwEaAMCCCDQVwJhdPV8ysRA44b5s7TfPJnXw2+SrNhX3sRFAAEEECiNgJn/nHO1m5mir20kK2b0wUP9Z+HM5xp19QPJJiu6Nrjp6vvrNPMF/+ehTx2/Wp84nKRF58KEQLUL0H8EEEAAgdIImLlzRD8l1YLokktSoYiDAAIIIIAAAgggUGECdAcBBPpNoCB3ud+X/VYpFSGAQBUIjB5cBZ2kiwgggEAfCUyZEOiIkRZHv+6FvK5fkI+XKRCoQAG6hAACVSpg5j/nXPfNbKtkxTAMWkZW/MJpGX1gkrt6Ic14vlF/e7BvkhXV/Pjb/Ws0M6rHPT1lj9X6+OH1nY606NobBEGccBl1J+qPud3jyax1OV5BgQACCCCAAAIIINAlgeIIi27epR26sBEJi11A6ptNiIoAAggggAACCCCAAAIItAq4y+Yma13BEgIIVIhAabpxxh6B7nx/Rr88OVOaBlArAgggkHKBj+wbyL2Xum488EZev32KZEVnwYQAAgggUDkCZq3XIMxM0Vec6OcS/tyfgQ5p+8cAABAASURBVHbJf8U/A/3F0zJ6/8TmZMXnGnRNH42suKXu36J6ZjzXPNLiHnX6RBeTFs0s7ks0i/plKj7MWpeL65gjkJwAkRBAAAEEEKhMATNrc06VRC9JWExCkRgIIIAAAgggUBoBakUAAQQqTMBf+q+wTtEdBBAoicAba/w7yqCcdPAIK0kbqBQBBBBIq8Cpu5k+fqC/dP7M8oJ+MotkxZIfSxqAAAIIIJCogFnr/xHMLLoBrTjBr5ismMmEymYyymWz+uJpod7XnKz4+LMNuubBtYm2pbNg1zy4Jh7R0W13yh51+uQR67YaaTGXy0btDZUJMwrCQC7ZMmCkRUfGhAACCCCAAAII9FrAjazopl4H2iyAv+qy2YriInMEEEAAAQQQQAABBBBAAIH+ErC4Il/GixQI9JsAFVWmwPxlUmOT79vkUby7eAlKBBBAoHOBQ0aYpk0K4w2XrSvo57PzatgUP6VAAAEEEECgIgTMWv9/YGabJStGy4HJJSsWR1b80ukuWdF3e/qzjbr2of5NVvQ1Kx7RccZzDfHTk8et1nlHtk1azGaz2jJp0aK+kLQYk7UULCCAAAIIIIAAAj0RMIvOE5unnuzf3j4kLLanwjoEEEAAAQSSESAKAggggAACXRTwI6EV5Odd3InNEEAAgQ4F8oWCZi7y7ynHkrDYoRMvIIAAApsLjBksfW5SoNrQr710Tl6vrPbvpX5NhyUvIIAAAgggkAoBM2tpp5ltlqwYyIJALlHRTW50xS+fHuq9ExQ/pj/TqOseWhMvl6pwIzs+3py0eNLuq3XeEfVtRlrcMmnRjbJI0mKpjhb1IoAAAgggULECVdkxN7picUoKIEgqEHEQQAABBBBAAAEEEEAAAQR6JxDdKuhdgIrcm04hgEBPBWa8XdDTywq6aQHJNj01ZD8EEKgeAZekOGViqDFDLO70L+bkNb058TteQYEAAggggEDKBcz8Z5zrhpltkaxofmTF5j8F/ZV3ZXRuc7LiY8806LqH+yNZ0bVs29O1D67V9Gcb441OGlenTx25VgMH1KqmJqfaaCJpMaahQAABBBBAAAEEEhUwc+eOlmjMINFoBEMAAQQQSJcArUUAAQQQQACBshIgpaisDgeNQSD1Ane8ktfn72/StS/mU98XOoAAAr0UYPdOBS6cEGjSzv7i+1XP5XXzS7x3dorGBggggAACqREw859xZiYzN0mBBQoCk0VTJhPGoyu6kRVdsuI5B/srFC5Z8fqH15ZVP91Ij27ER9eoE3df06WkRdfPIIj6a0HUf0WTqfgwa10urmOOAAIIIIBAagVoOAJ9IJD06IquiYErmBBAAAEEEEAAAQQQQAABBHomkMxe/uK4L5OJSBQEEEAAAQQQQACBrgn86/6BTh/nL5Xf83pel88nWbFrcmyFAAIIVJdAWntr5q82mBXn2ixZMfAjK4ahXLLiV9+VUTFZ8dGnG1RuyYpqflz38Bo99qwfafGE3dxIi2s0oLamw5EWgzBQEFg0RXML5CjMTMWHWetycR1zBBBAAAEEEEAAAS9gZtH5k5/8mt6XQe9DEAEBBBDoMwECI4AAAggggAACVSJQkBu7wJdV0mW6iQACCCCAQKsASwiUTOCdu5v+ZX9/mfyppQX9+AmSFUt2MKgYAQQQQCBxATOLY5oV52pJVgzCMB5VMRPNXbLi196d0dnNIys++nSjbnikvEZWjDuyWXH9Q2v06DMN8ZoTdlujz0xe22nSopG0GHtRIIAAAiUUoGoEEEihQHGERTdPqvn+SkxS0YiDAAIIIIAAAggggAACZSZAc9IiYFFDTRaVfCGAAAIIIIAAAgj0h8ChO5umTQrjqhbVF/Sz2XltIl8x9qBAAIE0CtBmBNoKmPlrDGbFudokK4ZBEI+u6JIV//3doc46yP0qpfTI0w264ZE1SsPjhofX6rHmpMXjd1ujzx7VNmkxl8spl8sqmwmVCTMKw0AkLabhyNJGBBBAAAEEECgnATOTmSXapCDRaARDoNoE6C8CCCCAAAIIIIAAAgkK+FsDCQYkFAIIIBAJfHCfQP9zSqhpk7gMFHH07Iu9EECg4gR2G6r4fTETvTW6JMVLZ+e1cA1nYxV3oOkQAgggUKUCZv6Gsllxrg6TFf/j3RmdeZCHenh+g/5e5iMr+pa2ltc/vFbuz1e7Ncft6pIW6+ORFmvdn4h2yYrZLEmLDocJAQS6JsBWCCCAAAJbCbiRFd201Qu9WBFdjunF3uyKAAIIIIAAAggggEAvBdgdAQScgLlCvowXKRBAAIHEBHYeaNpruOn4MVwGSgyVQAggkGqBQVnTlImhRg7yZ1+Xzm7SrLdJVkz1QaXxqRCgkQgg0D8CZv7zzaw4V4fJiv95RkbvaR5Z8eF5Dbrx0bX908iEa7nhEZe02BhHPW7XOn12ctuRFrNtkhZDRlqMpSgQQAABBBBAAIGuCZiZzPzUtT063yrofBO2SLEATUcAAQQQQAABBBBAAIFUCPgb5AX5eSqaTCMRQKCcBLbZlhmL8/HrQ3PSvsMtXqZAAAEEqllgykTTISP8++Gfn8nr9lc5B6vm7wf6jgACCFSSgJn/fDMrztU2WTEMWv4M9Nffk9EZB/rPwIdcsuJj6UxWVPPD/Rlr9+es3dPj3J+HnrwmHmmxpian2mhqTVrM8OehHRJTWgVoNwIIIIAAAv0u4EZXLE5JVR4kFYg4CCCAAAIIIIBAZQrQKwQQQKD/BEzWf5VREwIIVI3A7MUFbfT3ITV5FO8zVXPg6SgCCLQr8IkDA52yq78sfscref3xGZ/U3e7GrKwyAbqLAAIIpFvAzJ/rmxXnapusGATKhKGymYy+8Z6M3n2A/0/Cg/PW6aaUJyuq+fH3R9bq4fkN8bNjd12jC472Iy3W1tbESYu5XE65XDYyCCOLDCMtxlIUCCCAAAIIIIDAtgXMTGa27Y26+aq/MtPNnRLbnEAIIIAAAggggAACCCCAAAItAv5WQctTFhCoHAF6UlIBl6z41JKC6jZIjU0lbQqVI4AAAiUVeM8egT68r78kPvvtgn48i2TFkh4QKkcAAQQQSEzAzN9ANivOtXWyYiZUMVnxXcVkxafW6ebH6hNrRzkEcn/Wupi0eMzYNbrgqDXxSIsuabHGJSu2+fPQJC0mfswIiAACCCCAAAIVJ5D06IoOyF+dcUtMCCCAAAIIIJBKARqNAAIIIFAJAhZ3wpfxIgUCCCCQqMAlTzTp/Tdt0lXPkZyTKCzBEEAgNQJHjjRNm+Qvh79RV9BPZqUvgzs12DQUAQQQQKBfBcz81QSz4lwdJiv+15kZFZMVH3iqQTdPr6xkxSK8S1p8aF5D/PSYXdfqgqPqWpIWa2tyyjHSYmxDgQACCCCAAALlKVBurTKzeIRFM0usaf4KTWLhCIQAAggggAACCCCAAAIIINB9gYLc6Iq+7P7e7NFrAQIgUPECy/29uorvJx1EAAEE2hMYv500bVIYv9SwSfr5nLyWrIufUiCAAAIIIJBqATN/09isOFeHyYrfPDPUO/d3Vx+k++c26B/T16a675013v2Z64ee8v8ROnrsWl14dJ1LWlRNTU41W420GCoMA1lgCoIgNjRTfGNezQ+zaEXzMjMEEEAAAQQQQKCaBIojLLp5Uv0OkgpEHAQQQAABBNoXYC0CCCCAAAIIdEXAXfY2WVc2ZRsEEEAAAQQQQKAMBcqzScNypikTQ40Y4Nv3izlNemqpT9bwaygRQAABBBBIp4CZv4ZgVpwrTrQLXNJdGCoMAmUyobKZjL51VqjT91f8uH/uOt3yeGUnK8YdjYqbpq/Vg/PWRUvSUWPWasrRdRo4oFYuadGNtJjNZpVzyYuRUcaZhYHM+UV2gUXLJplFhfzDrHXZr6FEAAEEEECgGgXoc7UJmFmbc6Ik+h8kEYQYCCCAAAIIIIAAAggggAACvRfo8NZ570MTAQEEEEAAAQQQqEqBCycFOmAHi/t+xfy87n6NM64YgwIBBBBAoDwFutgqM//ZZlacq8NkxW+fndFp+/nA98XJivX+SZWUNz9Wrwef8kmLk8es1dRj1sRJi7W1NSJpsUq+CegmAggggAACCPRKoFAoyE29CrLFziQsbgHCUwQQqD4BeowAAggggAACCJRewOIm+DJepEAAAQT6ROBd40wXHRq2JO/0SSUERaBMBWhW9Ql8+uBAJ47xZ1j/eDmvK5/LVx8CPUYAAQQQqCgBM2sZ3cbM4r65mRsNMHAjA7pRAoOgZWTF75yd0Tv29cn69z25Trc+Xl3Jimp+3Dy9Xg881RA/O3L0Gk09pk4DamtaRlrM5XKMtBjrUCCAAAKVIUAvEEAgWQEzi89BzSyxwCQsJkZJIAQQQAABBBBAAAEEqlaAjvdawN88KMjPex2OAAgggEA7Au5y0icODPTucabjmxN42tmMVQgggEBFCJyzV6D37+0vfz++qKBLZ5OsWBEHlk4ggECpBai/TATM3Nm9ohvH6nBkxYvPzujU5mTFe59s0K0zqjNZUc2Pf0xfq/vnFpMW12raMXXxSIs1NTnV5LLKkbTYLMUMAQQQQAABBBBoK+BGVyxObV/p+TN/xabn+7MnAgj0uQAVIIAAAggggAACCFSLgMmqpav0EwEESiDgUqKfWOwrPn4Ml4S8RDmVtAUBBJISOGa06YJD/PvcK6sL+smspqRCEwcBBBBAAIGSCZj5awZmxbk6TFb87jkZndKSrLhOt81YW7J2l1PFtzzukhbXxU06YvRafe5Yn7To/jx0TTtJi5lMKHMjVwZBbG0mmUWF/MOsddmvoUQAAQS6IsA2CCCAQLoEzKzNOVASrfdXbZKIRAwEEEAAAQQQQAABBMpVgHYhkBIBl0yUkqbSTAQQSKnAjMV+hLEdBki7D7WU9oJmI4AAAh0L7DPcNG1iGG+wdoP0s1l5rWyMn1IggEA1CNBHBCpUwMyfu5sV54oT6AKXTBeGCoNALrkum8noe+dkdfI+/grDPXNcsmJ1j6yoLR63PF6v++b6pMXDR63VRcet0YDaGpG0uAUUTxFAAAEEEEAAgWaBpEdXdGEDVzAh0BsB9kUAAQQQQAABBBBAAIHeClgcwJfxIgUCCCDQJwIz3vY3Ll3wvYa7susTWyKAAALlLuCSsadMCjS81rf00tlNenZF6/ueX0uJAAIIIIBAugTM/NUCs+Jc20hWDHXSPv6XlO6evU63zyRZsb2jfatLWnzSJy0eNnKNLjp2dbtJi5kwVDwx0mJ7jKyrYAG6hgACCCCAwOYCZhaPsGhmm6/u1TIJi73iY2cEEEAAAQQQQCARAYIggEDVCxTkbqX7suoxAEAAgT4UqN8gfWd6kz78j0266zX3ztOHlREaAQQQ6GeBCyeEciMsumr/96m87l/I+5yzYCorARqDAAIIdEvAzN8UNivO1W6yYi6b0ffPdcmKPvzds9bpjifq/RPKdgVunVGv+4pJi6Pq9fnjVmvwjuBzAAAQAElEQVTggBrV1ORUk8sql8tFU9YnLIahwjCQuREtgyA+BmaKb9yr+WEWrWheZoYAAggggAACCFSSQHGERTdPql9BUoHKNw4tQwABBBBAAAEEEEAAAQTKX8Bd1jZZ+TeUFiJQtgI0rKsCDy0saEVjV7dmOwQQQCAdAudPCHTsaH8udcOLeV37gh9dKh2tp5UIIIAAAgi0FTAzmVm80qw4V5woF7ikOZdAFwTxn4GuyWXjZMUT91b8uGt2ve6YRbJijNFJ4ZIW732yId7q0JH1uuiYVRo8aMBWfx7ajbLo/tw2SYsxVRkUNAEBBBBAAAEE+lPAzFrOTZOql4TFpCSJgwACCCCAQCUL0DcEEEAAgX4RYAygfmGmEgQQQAABBBCoMIH37R3o3D39pe5H3izo13NJVuzxIWZHBBBAAIGSC5hZSxvM/LKbBRYo2CJZsTaX1ffOCXXCXn6XO2fV684n1vknlF0SuG3GWt3bPNLioaPW6aKjV2nQgJoOkxYzmVDmjoObLIhu3iua/HFS9DBrXY6e8oUAAggggAACCJSnQDda5UZWdFM3dul006DTLdgAAQQQQAABBBBAAAEEEECgjwX8xWxf9nFVhC+ZABUjgAACCCCAQPICJ4wN9JmD/WXuF1YUdMkTJCsmr0xEBBBAAIFSCJj5qwRu1l6y4oCarL53rktW9L/+6BIV75pFsmJPjtVtM+p1zxxvN8n9eehjV2vwwJp2kxbdaItusiBQ0EHSopk/dj1pC/sggAACCCCAAALlJmBm8S9omFliTfNXchILRyAEEEAAAQRKIkClCCCAAAIIpFzA31woyM9T3hmajwACKRHYc7jpPXtwaSglh4tmIoCAF2hTHrCDadpE/z62slH66ewm1W/kfKoNEk8QQAABBFIlYOZvApv5eTEhLp6HocIgkBvhb0BNGCcrHr+n/9y7Y9Y63TW7Xjx6LnD7zHrdPdsnLU4cWa/PH7taQwbVbJW0mM1k4mPQmrQYyCWUukNmZvHNfNcKM3MzJgQQQAABBBDomQB7lZGAG12xOCXVrCCpQMRBAAEEEEAAAQQQQAABBBDonYDJehegV3uzMwIIVJPAhBGmX50SatqkQAfsyHtPNR17+opApQjsPFCaMjHUkJzv0aWzm/TSKr9MiQACCCCAQBoFzPx5uVlxrugqgflR/DZLVhxYk9H3z83quPHNyYpP1OvuWd1JVhSPDgTucJbNSYsTdqnXRUev0pABuTZJi9lsRtli0mImlLlRFt1kgcwfumjuF8z8vIPqWI0AAggggAACCKRCwMxazm+SanCQVCDiIIAAAghsQ4CXEEAAAQQQQACBLgj4Ww1d2JBNEEAAgV4KPLVMamzyQY4aaX6BEgEEei9AhH4RCKO3rQsnhhq/na/u13PzeuQtzqS8BiUCCCCAQNoEzKzlBrCZxc13s8ACBS4RbrNkxcEDsvr+ezM6tjlZcfNRAeMdKXot4JMWfQLohJHr9Pnj6jR0YK5N0mIul/VJi+7YhIEsaD5WFi37Q7jVMe11wwiAAAIIIFBeArQGgSoSSHp0RUcXuIIJAQQQQAABBBBAAAEEECh3gcpun7+a7cvK7im9QwCB8hDIFwqa/bZP7pk8istD5XFUaAUCCHRV4IIJoSY3J1tf+0JeN7yY7+qubIcAAgggkAKBamqiWeuVADO/7GbtJisOzOq75wQ6Zg9/Hn/bzHrdM2ddNXH1W1/veGKd7ppdH9d3yC71cdLisEG5OGmxtianbDarYtJicbTFIAwVuARTC+SOodvZrHhM/dytY0IAAQQQQAABBNImYGbR+Y2fkmp7kFQg4iCAQKoFaDwCCCCAAAIIIIBASQUKcrcbfFnShlA5AghUkcCMRe6dR9p1iLTLIKuinld1V+k8AqkX+NC+gc4c79+z7l9Y0P8+RbJi6g8qHUAAAQSqVMDMf5657pv55WLCWzwPQ4VBoEwm1OABGX3vbJesqPhx24x63UuyYmzRV8WdLmlxlk8IPXjnen3+2NXablBONTU5bZ60mImOk5vCIFAQhgpIWuyrQ0JcBBDongBbI4AAAokJFEdYdPOkggZJBSIOAggggAACCCCAAALVLUDvEeidgLs1YbLeBWFvBBBAoBsCMxfn9fcFeX35gSYtrvfJi93YnU0RQACBfhc4eddAnzzQX9J+enlBl8xo6vc2UCECCCAgYYBAsgJm/lqAS3Sz6LqAmwdhGCcrZrMZDRmQ1ffPDXX0Hr7eW12y4pM+kc6voewrgTtn1cslLrr4B+28Thcdt1rDB9dslbRYHGUxDEhadFZMCCCAAAIIIFBZAmbRWWo0JdmrIMlgxEKgzwQIjAACCCCAAAIIIIBAFQiQLlQFB5kuIlBGAksbpF89mdeTS8vo3aeMfGgKAgiUl8DBO5o+N8lfzl4SvX/9ZFZeGxhcsbwOEq1BAAEEEOiygJnF25r5eRCY3D83D8KwJVlx6MCMvnduqKPGxZvLJSveR7Kix+in0v1paPcnol11B+20Tp87dpWGD2lNWszlcnKJpSQtOiEmBLohwKYIIIAAAqkRcCMruinJBgdJBiMWAggggAACCCCAQPkK0DIEEChnAYsb58t4kQIBBBBAAAEEEECgWWD0YGnqpFADMn7Fz2fl9UYdydZegxKBrQVYgwAC5S1g5v/3b+bnLknRZHLzIAxbkhWHDczou2e7ZEX/mXfL4/UiWVEledw9u163P1Ef1+2SFi86ZpW2H1Kj2tpoqsnJJS3mclmRtBgTUSCAAAIIIIBAhQmYRWerzVNSXQuSClTlceg+AggggAACCCCAAAIIINALAX/zoSA/70UgdkUAgb4VIDoCCCCAQD8L1ISmCyeE2m2or/jS2XnNXMzQil6DEgEEEEAgTQJm/kava7OZuZnczGRtkhUzmVDbDcrou+eEmjzOXyf4x/S1un8ufwZaJXzcM3ud7mhOWjxwp3W66FiXtJjr+M9Dh4GCMFSciGqB3LF2zTczN4ue+3n8hKIcBWgTAggggAACCDQLuNEVi1Pzql7Pgl5HIAACCCCAAAIIIJCIAEEQQAABBEwGAgIIIFAygREDeQ8qGT4VI4BAhwIXTAh02C7+/enK5/L6x8skK3aIlZoXaCgCCCBQfQJm/rPM9dzML7tZYIHihLYwbBlZcfshOX33nEBH7t6crPj4Wj3wVIPblanEAnfPXqfbZ/qRFg8YsU6fO2aldhha037SYvMxDcLQH2ML5I6564JZ8XvAz906JgQQQAABBBBAoFwFzCw6j7EeNK/jXYKOX+IVBBBAAAEEEEAAAQQQQACB/hTwtyL6s0bqqjgBOoRADwRO2TXQX87I6NKTwh7szS4IIIBA3wn8836B3jXOXxC/+7WCrphPsmLfaRMZAQQQQKCvBMz8Z5mLb+aX4yRFCxTPw1CZaMpmM9p+cFbfPTvQEbu5raWbp6/VA3NJVvQa5VHeM2edbptRTFpskPvz0DsOzW3256Gz6pc/D10eHLQCAQQQQAABBKpAIOnRFR1Z4AomBBBAAAEEEOhcgC0QQAABBBDoOwGLQ/syXqRAAAEE+lVgxABphwHSntv1a7VUhgACCHQocNrugf7tAH/5+qmlBf1oZlOH2yb9AvEQQAABBBDoCwEz/79+l6RosjbJiplMqO0HZ+KRFQ/fzf86402P1etBRlZUOT7ufdIlLa6Nm7b/iHW66NjV2nFoNk5arMnl5JJPc7msspmM3LENg0BBGCoITG5UzeZvBZmZ3MPMz90yEwIIIIAAAgj0nwA1dU3AzOLzFjPr2g5d2CrowjZsggACCCCAAAIIIIAAAggg0KcCBbnbEb7s04pKHZz6EUCgDAUeW5SP34Nc0yaP5FKRc2BCAIHSCkza2TRtkn8/emttQZc8wciKpT0i1I4AAggg0FMBM39T18zPXcKayXziWhjGfwbaJbTtMCTU984Nddiu7uqAdNP0tXpo3jql+FHxTb/3yQbd2jzS4n47rtPnjlmlEcOycdJibU2NstmMsiQtVvz3AR1EAAEEEECgGgSKIyy6eVL9DZIKRBwEEEAAgVILUD8CCCCAAAIIpFnAosZbdNMimvGFAAII9KvAuo3S/GX+xujkkdavdVMZAgj0RKCy99l1iDR1YqhcdOV6Y1766ay8Ftf79yjxQAABBBBAICUCZiYzi1tr5uftJSu6pLYdh2T0vXMyOnSs/7y78bG1eoiRFWO7ci/ue3LdZkmLDfrc0Ss1onmkRZe0WOMSFt3ESIvlfihpHwIIIFCmAjQLgfIQMLOWc9ukWhRd9kkqFHEQQAABBBBAAAEEEEAAgZQLlLj5/tZEiRtB9QggUJUCj7yZ19ylBd3zBu9EVfkNQKcRKBOBgVlpyqRQowf7Bl06x783+WeUCCCAAAIIJCjQh6HMrCW6mV92M5O1GVkxm81oxNCMvntOqElj/Xn4jY+u1cPzGsQjPQIuafGWx+vjBu+7Y6MuOmaVdmoeabEmlxNJizENBQIIIIAAAgikWMCNrOimJLtAwmKSmsRCAIFtCvAiAggggAACCCCAQEcCFr/gy3iRAgEEEOhXgetfLOhLDzTphhfz/VovlVWmAL1CoKcCFx4SasIIf0b0x2fyuuMV3pN6asl+CCCAAAKlETDzn2OudjO/7EZWDCxQPA9DZaIpm81op2EuWTFom6w4n2RFZ5e26f6563TLdJ+0uM+ODXHS4s7bZVv+PHRPkhbNLG0MtBcBBKpQgC4jgEB1CJiZzPyUVI9JWExKkjgIIIAAAggggAACCPS9ADVUrIAfSaEgP6/YbtIxBBBAAAEEEECgA4GPHRDoHbtb/Ortrxb052dIVowxKBBAoFoF6HcKBcz855hruplfdkmKJmuTrJjJhD5Z8exAE8cofvz9kTV6mGTF2CKtxf1PrdMtj6+Nm7/3Dg363FErtcuwjGpqcqqtqVF3kxbjQBQIIIAAAggggEAZCLjRFYtTUs0JkgpEHATSL0APEEAAAQQQQAABBBAorYC7iVHaFlA7AgggUA0C9BEBBMpN4N3jAv3Tfv5S9ay3C/rJE03l1kTagwACCCCAQJcFzCzetpisGIaBgjCMR1Z0yYo7D8vqe2cHmtCSrLhWjzzdGO9DkW6B++c26B/Tm5MWd2zUtGNWaeR2WfU0adHM0g1C6xEouQANQAABBBBIQsDMZGZJhGqJ4a8CtTxlAQEEEEAAAQQQQACBXgiwKwII9EqA8RV7xcfOCCCAAAIIIJBCgSNGmqZN8pepX19T0CUkK6bwKNLkqhSg0wgg0EbAzN/ANfPzzZMVLQhakhV32S6r750T6JDmZMUbHnbJig3iUTkCDzzVoJun18cd2nsHn7Q4anhWtbU1PRpp0cziWBQIIIAAAggggECpBJIeXdH1w18JcktMZS9AAxFAAAEEEEAAAQQQQKBSBfzFZ19Wah/pFwIIdFWglNudNNb0vWNDffJALhmV8jhQNwLVIrDHfTNtaQAAEABJREFUMNPUiaGC6CRo3SbpJ0/ktZycjWo5/PQTAQQQqAgBM2sZbcbM4j4F0QebyeRGVrQgaElWHLldJh5Z8eDR/tcVXbLio8/wwacKfDz41Drd/JhPWtxr+wZNO3qVRkXHn5EWK/Bg97JL7I4AAggggEAaBMyis9vmKan2BkkFIg4CCCCAAAIIIJACAZqIAAIIlKlAQe52hS/LtIk0CwEEqkLg5F0DHbaL6YSxVhX9pZMIIFA6gaE56cKJoXYe6Nvw89l5PbPcnRH555QI9FKA3RFAAIE+FzBrPWc288vBZsmKQRi2JCuOGp7R984JdVBzsuL1D60RyYp9fohKWsGD89bppsfWxm3Yc/sGTT16pcZsn+1wpMVM9P0ShKHc91BggZq/paK5xTHMrGU5XkGBAAIIIIAAAgj0k0BxhEU3T6rKIKlAEpEQQAABBBBAAAEEEEAAAQR6KmDRjiaLSr4QKHcB2lfJAo+95ZOFdhlkGjOE96RKPtb0DYFSC1w4MdBBO/pWXD4/r/tez/snlAgggAACCKRAwKz1XNnML7tEM4v+X18cWTEMAmUyoYrJigeO8ufa1z20Ro892ygelS/w0LwG3diStNgYJy2674f2/jy0+74Jg0BBGCoITO0lLSp6mFlU9tcX9SCAAAIIIIAAApKZxZMSfAQJxiIUAggggAACCPRWgP0RQAABBKpawN+6qGoCOo8AAiUWeHxxa8LQ5JFW4tZQPQIIVKrAeQcFOmmsvzR980t5XfVc63tPpfZ5q36xAgEEEEAgtQJmrefJZn7ZJZiZTC7pzIKgZWTF0W5kxbNDHTDS/4/fJStOf5ZkRVXR4+F5DbrpUT/S4vjhjfrc0Svlvi+2TFrMZbNxgmsYdJ60WEV8dBUBBBBAAIH0C1RAD9zIim5Ksiv+qlCSEYmFAAIIIIAAAggggAACCCDQTQGLt/dlvEjRCwF2RQCBngssb5CeX1nQiuge6ibyh3oOyZ4IINChwFnjTR/cx1+Wnr6ooF/M4c2mQyxeQAABBBAoawEz/7/4IDC5f1smK47Z3v0Z6EAHNI+seO2Da0WyYrKHNC3RHprfoBubkxb3cEmLx6yU+/7YPGkxk83IJS1mo3kYtE1aDKLvMddXM3Mzmfl5/IQCAQQQQAABBBDoYwEzi88/zCyxmvyVocTCEQgBBBBAoMIF6B4CCCCAAAII9ImAH2mhID/vkyoIigACCHRR4FuP5vXhf2zS3xeQRNRFMjZDoBIF+qRPR48yTZkYxrFfXlXQf89oipcpEEAAAQQQSIuAmb9Ja+bnLpHMZPHIikEYtoysOHYHn6y4/0jFj2sfWKPHn2uIlymqU+Dh+Q36+yN+pMVx2zVq2tErNHaHUJsnLWZzWWUzGW2ZtGjR95j7XnNyZuZmMvPz+AkFAggggAACPRdgTwQ6FXCjKxanTjfu4gYkLHYRis0QQAABBBBAAAEEEEAAgWQEOo5iso5f5BUEEECgnwSWNZA83U/UVINAVQnsvb1p6kR/OXrNBunHs/Jas7GqCOgsAggggECKBcxMZhb3wMzPXQKZyVqSFcMgiP+k7647ZPW9swPtt4vixzUPrtHjzzfGyxTVLfDI0w264eE1McK47dZr2tErNXb7sCVpMZfNqJi0mMmEcQJsEIYKAou+06LJ4l1l5hfM/NyvpUQAAQQQQAABBPpGwMxazj+SqiFIKhBxEEAAgbIQoBEIIIAAAggggECKBUgRSvHBo+kIIIAAAv0rQG2pEti+VrpwQqAdBljc7p/NatKLKznziTEoEEAAAQTKXsDMf365hpr55WICWRgGCsJQYRDEyYq77ehHVtx3F8WPvz2wRjOeI1kxxqCIBR59plE3NI+0uPuw9frcMau062YjLbqkxUw2E/95aPf9lYm+v4IwVBCYAgvU/C0Yzf33opm1LIsHAgggUIkC9AkBBEoukPToiq5DgSuYEEAAAQQQQAABBBBAAIGiAPNSCFhcqS/jRQoEEEAAAQQQQKBiBC6YEGi/7f2Zzm+fyuuhNwsV0zc6ggACCKRZgLZ3LmDmP7/clmYWJ4a5xLFoSS6ZLAhDhUEQJyuO2ymr754Tap+d/efc3+5fo5mMrCgeWws8+nSDrn94bfzCbsMa45EWd9sxbBlpsbYmp2LSYiYTthlpsb2kRRfIzNyMCQEEEEAAAQQQSFzAzOLzYDNLLHaQWCQCIYBAVwTYBgEEEEAAAQQQQACBdgQKcrczfNnOy6xCAAEESiBwwA6mTx0UaI/tkrsQVYJulKpK6kUAgWaBzxwS6Pgx/jL09Qvyuu6FfPMrzBBAAAEEEChvAbPW82Aza75JK0VL2jxZMZvNaNyIrC4+K9A+O7n/3UtX31+nmS8wsqJ4dCjw2DObJy2uj5MWd98iaTGbyyqbySjTTtJiEFgc28zP4ycUCCBQCgHqRAABBCpeoDjCopsn1Vl/pSipaMRBAAEEEEAAAQQQQKDPBagAgcoUcJeXLbrtUZm9o1cIIJA2gYFZ6ccnBvrAPoGOG21paz7tRQCBMhF4716m9+3lL0E//GZBv3mSZMUyOTQ0A4GUCNBMBMpDwMxk5ibJjW7nkhUtCBQGgYrJit89x7R3c7LiVfev0RMvrBcPBDoTiJMWH1oTb7brUJ+0OG5ERjU1OdXW1KjGJSy6qZ2kRZMp2CJp0czEAwEEEEAAAQQQSFrAzGRmiYYNEo1GsPQL0AMEEEAAAQQQQAABBBAomYAfh6Fk1VMxAghUk0AnfV23UZq3zG80eSSXj7wEJQIIdEfAjar42UPCeJfnVxb0oxlN8TIFAggggAAC5S5gZi03ZM0sbq6buWRFlyAWhGH8J3rdqHcuuey7Z5v2GhFvpqvuW6NZjKzoMSi7JPDYs4267mGftDi2OWlxj51IWuwSHht1TYCtEEAAAQQQ6KWAG1nRTb0M02Z3rji34eAJAggggAACCCDQewEiIIAAAt0XsHgXX8aLFAgggEDJBR57y4+ENn47aYcBJW8ODUAAgRQJ7L+DaepEf2azolG6ZGaTGslXTNERpKldFWA7BBCoPAEz//nlembml12Sosni0eyCMIxHVnTJiuN3yuh7Zwfac4T/9cMrXbLii9EHn3gg0D2B6c806rrmkRbHDGnU1KNWaHw3Rlps/laVmcUVm1nLcryCAgEEEEAAAQQQ6IWAmT+3MLNeRGm7a9D2adk/o4EIIIAAAggggAACCCCAQAUKFOI+FeTn8RMKBKpbgN6XgcBjb7U2Yr/tk7sY1RqVJQQQqESBnQZIF04INKzGv2/8dFaTXqurxJ7SJwQQQACBShMw859drl9mfrmYrOj+DHQQhi3JinvunNHFZwcaX0xWvLdOs0lWdHRMPRSY/myjrn1wbbz3mCHrNfWo5dH3V6Cu/HloN/pn87dsm0RFM4vjlXlB8xBAAAEEEECgzAXc6IrFKammBkkFIg4CCCCAAAIIpEWAdiKAAAIIlKuAycq1abQLAQSqUGBRfUHff7xJ779pkx5+k4TqKvwWoMsIdFsgiE5lLpgYaK/h0UK09/88mdfji3j/iChK9EW1CCCAAAJdFTDzn11uezNT9BWPqBgtafNkxWw2o712ycbJinuOcFtLf3XJigvW+yeUCPRC4PHnGnRNc9Li6KEbNO3oldpzp1C1tTWqralRTS6rrJsyGWUyoTJhqCCMpugkzCUtugRbV72ZuVk8mbUuxysoEEAAAQQQQKACBfq2S2YWnR9bopUEiUYjGAIIIIAAAggggAACCCCAQI8FuJ3fY7r+35EaEagSgfveKKhuQ5V0lm4igECvBc4/JNDRo/wl52uez+vGBflexyQAAggggAACfS1g1nrz1cyim7GKJpNLACsmK7rEsDhZ0Y2seFag8Tsqfvzl3jrNIVkxtqjYop87NsMlLT6wJq511JANmnrUCu05ImhOWsxtM2kx+u5Ve0mLcTAKBBBAAAEEEECghwJJj67omuGvHrklJgQQQAABBMpEgGYggAACCCBQfQIWd9mX8SIFAggggAACCCCQKoEP7GM6e09/udklO/9uXufJiqnqII1FAAEEEKhIAbPW/4mbmaKvaLI4WdElfgVhqDAI4tHs9t4lE4+suMeO/tcN/3LPGj1JsqJ4JC8w4/lG/e3BtkmLe+3kkhZrVVvT/aRFM0u+kUREAAEEEECgGwJsmm4BM4vPkc0ssY4EiUUiEAIIIIAAAggggAACCCCAQA8FCnK3O3zZwxBtd+MZAggggAACCCDQbwInjQ30qYPCuL75ywr64YymeJkCAQQQQACBchYwa73hauaXzazdZMV9RrpkRdO4Hdz/3qU/312nJ19qVBk8aEKFCsx8rlF/ax5pcWRxpMWdTLW1myUtZrPKZjJxQm0YBArCUG5UUJMpCEzuYdZ27tYxIYAAAggggAAC3REojrDo5t3Zb1vbBtt6kdcQQAABBNoTYB0CCCCAAAIIIJC8gLt8bNEF5eQjExEBBBDovcDgnHTqbtb7QERAIFUCNLYrAgePME2b6C8zv71OuuSJvPI+l6Mru7MNAggggAACJREwaz23NfPLLsErsEDxPAyVcVMm1H6jcrr4LNPu2/um/vmeOs19eb1/QolAHwrMdCMt3u9HWtxlsP/z0HvtHLQmLdZklW1OWsxmM/H3rAX+e9iia0xBO0mLZtaHLSY0AgggkFYB2o0AAtsSMDOZ2bY26fZr/kpSt3djBwQQQAABBBBAAAEEEECgFwLs2q4A9/bbZWElAgiUWODwXQJdf1ZGXz481K5DStwYqkcAgbISGDXYdOGEQINyUiE6kfnJE016a220UFatpDEIIIAAAiUVKMPKzVpvtppZdPNVcZKiyeJ5EIZx4lcmE2r/0TldfLZpt+ZkxT/dXae5L5GsKB79JjDzhUZdfX9dXN/IwRs1dfIK7d1B0qL7nnWJtkEYxt/L1vw97XY2MzeLJ7PW5XgFBQIIIIAAAgggsA0BN7Kim7axSbdfCrq9BzsggEDZC9BABBBAAAEEEEAAgbQJ+AvFvkxb22kvAghUusDzK/Iqph8dNZpLSeV0vGkLAqUUyEVvBxccEmjcMH8G87PZTZqzpPhuUcqWUTcCCCCAAAIdC5j5zy23hZkp+oomkxtZ0f0p3SAMN0tWzMTJirsO959vf7yrTk8xsqJ49L/AEy+s11VbjLS4987a5kiLYSZD0mL/HypqRKDPBAiMAAIIlFLAzOJzZjNLrBnRZaXEYhEIAQQQQAABBBBAAIFKEaAfCPSzgL/5UWhJCern6qkOAQQQ2IZA3Qbp+RV+g8kjk7so5SNSIoBAWgXOnxDoiOb3hL8+l9dtr/jzmbT2h3YjgEDVCtDxKhIwaz2XNbPopquiyeJkxSCI5psnK44MdfFZgcZu5z/f/njXas17hZEVxaNkArNeaGxJWtx50AZNO3ql9tmlbdJiLpdTNpORG2kxDAK5pMUwDBR9t/vkRZPMokI8EGVV4I4AABAASURBVEAAAQQQQACBrgu40RWLU9f32vaWwbZf5lUE+kKAmAgggAACCCCAAAIIINCegMnaW806BBBAoOQCj72Vj9uw/w6mobl4sQsFmyCAQKUKfGTfQGfs4S8t3/VaQX+Y798jKrW/9AsBBBBAIP0CZq3/3zYzRV+KynaTFQ8YldHF5wQa05ys+H931WneKxvSj0APUi/gkhavvG9N3I+dBm6M/zz0fiODdkdaLCYtmktcbE5aNIu+600yiwqpZS4eCPRagAAIIIAAApUsYGaJnzf4q0qVrEbfEEAAAQQQQACBShSgTwggUJECftyGiuwanUIAgZQLPPxWQde9WNAX7m+SG3Ex5d2h+Qgg0AuBd+xu+viB/rLy3KUF/ffMpl5EY1cEEOhUgA0QQKDXAmbWEsPMoputUlQqCIJoMgVhqIybMqEOHF1MVlT8+MOddZrPyIqxBUV5CMx+sVFX3ductDhok6ZMXq79RlqctFiTy6qmJqtcLqdcNqtsNhN/bwdhKDfSYmBB/L3vemJmbiYzi6f4CQUCCCCAAAIIINCOQNKjK7oqAlcwtRXgGQIIIIAAAggggAACCCDQvwIWV+fLeJECAQT6QYAqui7wRl1Bv53bpPnLSK3uuhpbIlB5AhN3Mk2dGMYde3Ot9MOZjKwYY1AggAACCJStgFnr/7TNLE7MMjO1l6x4kEtWPNs0epg/5/3DHXV6+tX14oFAuQnMWtCoK++ti5s1wo20eNQK7TdSbZIWs9lsnKyYzWYUBoGCMFQQ+J8BN3c7m5mbxZNZ63K8osIKuoMAAggggAACPRcws5bz6J5Habtn0PYpzxBAAAEEEEAAgUQECIIAAggg0C2BgtztEF92a0c2RgABBBBAAAEE+kVg7BCXrBioNpQ25KUfP9GkZevcGUy/VE8l5StAyxBAAIGyFTCzlraZWXSTVfHkRplzCVtBGMYJXZlMqIPGZHTx2aZRwxQ/rrhjtZ5+jWTFGIOiLAVmL1ivvzYnLe44YKOmTl6hA0ZZm6RFN9KiGz1086RFN9KiyeLkRUUPM4tK/2XWuuzXUCKAAAIIIIAAAlLzCIvxPCkPEhaTkiQOAggggAACCCCAAAIIINALAXdJ2KILxr0Iwa4VJ0CHEEAAAQQQKA+BARnpwgmBxgyxuEE/ncWIqzEEBQIIIIBA2QqY+c8s10AzU/SlqFR7yYqH7JrVd882jSwmK96+Ws+8tsHtyoRAPwn0rJo5C9brL8WkxYGbNGXych04KoiTFmtrcqqpycolLWYzGWWzmZaRFluSFqMfjOhLZtbSALPW5ZaVLCCAAAIIIIBAVQuYWZvzhSQwSFhMQpEYCCCAAALpE6DFCCCAAAIIlKEAYxSV4UGhSQgg0K7AiIHW7npWIoBAZQpccEigSTv7n/v/ezqve15L0VlLZR4SeoUAAgggsA0BM/+Z5TYxs+jmqhSVCoIgmkxBGLaMrDhh16wuPsu0y1DFj8tdsuLrJCvGGBSpEHjSJS3esyZu6w4DNmnKUS5p0VRTk1MxaTGbzaq9pEX3M2Hup8Mks6gQDwQQQAABBFIsQNP7TKA4wmKSFQRJBiMWAggggAACCCCAAAIIIIBATwT8RWFf9mT/0uxDrQggUH0CZ+wR6Kr3ZPS9Y8Pq6zw9RqBKBf51/0Cnj/OXkW97paC/PJuvUgm6jQACCCCQBgGz1v9Zm5miL0WlXGJWEJiCMGxJVpy4WzZOVtx5iE/Ev/z2Oj1LsqLae7CuvAWefKlRf767Lm7k9rUbNfWoFTooHmmxZptJi/HPRBDEPyPxz4oroihmFpV8IYAAAggggAACXsDMZOYnv6b3ZdD7EERAAAEEEOgDAUIigAACCCCAQFUJ+JsjBfl5VXWdziKAQKoEMtGVpO1rpd2GSrsMslS1ncYiUKYCZd2sd40z/cv+0Q9+1MonFhf001lN0RJfCCCAAAIIlKeAWev5qZlFN1WlqFT7yYqZOFlxp+Zkxd/ftlrPvr5ePBBIq8Dcl9frT81Ji8NrN8YjLR40Sqqt7XrSouu7mbmZzCye4icUCCCAAAJJCBADgdQKFEdYdPOkOuGvNiUVjTgIIIAAAggggAACCCCAQNkIpK8h0aXg9DWaFiOAQFUJPPxm68hqR420quo7nUWg2gQO3yXQ1Ilh3O3X6qQfzmj9+Y9XUiCAAAIIIFA2AmqTWGVm0XO/rr1kxUnNIyuOGFxQoSBddttqPffGBvFAIO0CT728Ph5p0X1fD6/dpCmTV+rg0bZV0mImDJXNZhQGgYIwVBBY9DNjzXPFy2p+mFnzEjMEEEAAAQQQqFYBM2tzfpCEQ5BEEGIggEAVCtBlBBBAAAEEEEAAgcQFovskicckIAIIIJCkwPIG6ZXV/t1q8ihLMjSxylWAdlWlwLhhpikTTW5U1XUbpUtmNmn1Bv+zX5UgdBoBBBBAoKwFzFrPS80supkqRaUCC+QSsYIwkEvQymRCHbp7VhefJY0YLBXyBf3+9tV6nmRF8agcATfS4p/vqZNLWtzOjbR45AodPKrtSIu5XE7ZTEYuadH9bARhqDD6OXE/N/FkkllUyD/MWpf9GkoEEKhIATqFAAIIdCDgRlZ0Uwcv92h10KO92AkBBBBAAAEEEEAAAQR6LUAABFoF/IVfX7auZQkBBBAoR4GH3yxo9tsF3fs6yUvleHxoEwK9FRiSky6YEGjkIH9m8tNZeT2/kp/33rqyPwIIVLcAve87ATP/eeVqMDNFX4pKBUExWTFUJszEiVmHjfPJijsOlvLRR9tlt9eRrOjgmCpOwI20+Ke766Lv84KGuaTFyct1yGhtNdKiS1p0ibybJy26nx1zP0UmmUWF/MOsddmvoUQAAQQQQACBahEws/i8wMwS6zIJi4lREqjMBGgOAggggAACCCCAAAIpEigoulcSTa5MUbNpKgIIVKXAn57J66sPNemOV8viz8NW5TGg0wj0pYBLVjxkhL8Afdm8Jj2wkJ/1vvQmNgIIIIBAzwXM/OeVi2Bm0U1UNY+qWExWDOQSsdwocoftFsYjK+4wSMpHH22X3bpKLyzcIB4IVKrAvFfW68931akputQ0rLZJUyYv14QxnSctBoHFCb+m6J9JZlEhHgiUhQCNQAABBBAokYAbXbE4JdUEEhaTkiQOAggggAACCCBQcQJ0CAEE+lPAXf41WX9WSV0IIIAAAggggEAbgU8cGOiUXf0l45teKuhvz0d3uNtswRMEEKhMAXqFQPoEzFr//2xmir7iZEUzU5xwFQbKNI+sePjuGV18tmn7gVJTk3TZ7av14psbxQOBSheY9+oG/dmNtJiXhtY0acqRKzRhq5EWM9pypMX4ZygImn+mFP18mdzDzFqW3XMmBBBAAAEEEKgOAbPkzwH81afq8CuvXtIaBBBAAAEEEEAAAQQQQGALAVICtgDhKQKVIEAfEEAAgZQInDne9OF9/eXixxYV9Ms5TSlpOc1EAAEEEKg2ATNr6bKZKfpqTqyyrZIVjxjnkxWHD5Q25Qs+WZGRFcWjegTmv7Jef7y7Lk7WHVKzqc1IiwNqa+I/E+1GIW0vadEs+vlSNJlkFhXyD7PWZb+GMhagQAABBBBAoEIFkh5d0TH5K1BuiQkBBBBAAAEEEEiZAM1FAAEEKkfAX+j1ZeX0ip4ggAACCCCAQDoEjhoVaOrEMG7sglXSDx4nWTHGoCgbARqCAAIIFAXMWv/nbGaKvlqSFcMwUJgJW0ZWPNIlK55l2m5AQZuaCrrs1tVa8OaGYijmCFSNwNOvrtef7qmLk3aH1DRp6uTlmrSrVFOTU62bamuUzWbVXtJiEAQy988ks6iQf5i1Lvs1lAgggAACCCBQqQJmFp8HmFliXQw6iMRqBBBAAAEEEEAAAQQQQACBfhPwYysW5Of9Vi0VISBhgECPBU7fPdAPjgv1keYR2XociB0RQKCkAnsNN02Z6C8T122Q/ntmkxo2lbRJVI4AAggggEC7AmatN0jNLLppKkWlzCweWdECUxiEymYzOnKPjL5zpjRsQEEbNxV02W2r9dJb/Blo8ahagadfXa8/3VUXJ+8OzjXpwiOWa9JYxSMs+qTFXPyzQ9Ji1X6L0HEEEEAAAQQ6FCiOsOjmHW7UzRf8lahu7sTmCCCAAAIIINAVAbZBAAEEEECgewIm694ObI0AAgiUUOD03U2TdjYdPZr3rhIeBqpGoFcCw2ulCyYEGjHAh/nxzCa9sppfoPAa3SnZFgEEEECgrwXMWs85zUzRVzyyohv9LQhMQRi0jqy4R6iLXbLiQGnjRpGsKB4IeIFnXtsQJy1ubCrIJS1OmbxCk8YWWpIW3YiLuVxWuWxWmXi00jD62Yom9zMWBIp+8uR+9szMB4xKs9bl6ClfCCCAAAIIVLhAdXbPzKJzAEu080Gi0QiGAAIIIIAAAggggAACCCDQYwHSA9qhYxUCCJStwGOL/LvWPsNNQ3Nl20wahgAC2xA4f0KoA3bwF5x/PTev4s/1NnbhJQQQQAABBPpdwMx/VrmKzSy6Wao4WdHMFLhEqs2SFSfvEeq7Z5mGDpA2uJEVb1+llxdtFI8UCNDEfhF45vXmpMVN0qDsJl145HIdumuhTdKiG6WUpMV+ORxUggACCCCAQCoE3MiKbkqysSQsJqlJLAQQQCBlAjQXAQQQQAABBMpFwOKG+DJepEAAAQTKXmB6c8Kia+ixjLLoGJgQKFuB9hr26YMDnTjGn31c92JBN7yYb28z1iGAAAIIIFBSATP/WeUaYWbbTFY8arxPVhxSK23YWIhHViRZ0ckxIdBW4FmXtHj3am2Ikxb9n4c+bGxBAwbUyv15aDfS4raSFgML4p9FM2sJbNa63LKSBQQQQACBfhegQgT6QsDMos9+PyUVP0gqEHEQQAABBBBAAAEEEEAAgSoUSKjLBblxynyZUEjCIIAAAn0s8EZdQYvqC1raIDUVrI9rIzwCCCQp8N49A71/b39p+KGFBf12blOS4YmFAAIIIIBAIgJmreeYZhbdJFU8smIQBArDaIr/ZG1GLrHq6D19suLgWqlxg09WfCXZkRUT6RNBECgXgThp8a7VciORDsw26cLJy+WSFmtra7aRtBjEP3tmpvifSWZRIf8wa132aygRQAABBBBAoBIE3OiKxSmp/virUklFIw4CCCCQqADBEEAAAQQQQACB6hFwl3RNVj0dpqcIIFARAl+8v0n/fMsm3fEqI7NVxAEtWSeouD8Fjhtj+uwEf1n4uRXS92eQrNif/tSFAAIIINA1AbPW/x+bmaKvOFnRzBQE0eQSFoMwTlY8Zs+MLj4r0KAaqWFDXr+/fbVeWbxRPBBAYNsCz72xQX+8q07rNxY0IOOSFpfpcPfnoWtqOkhazMiin78w+vkLgkDm/plkFhXyD7PWZb+GEgEEENhcgGUEEEijgJm1+bxPog9BEkGIgQACCCCAAAIIIIAAAmUqQLNSJeBGWUxVg2ksAghm+SM8AAAQAElEQVRUvYAbXbHqEQBAIEUC+21vmjIhjFu8vEH60cwmbSLfOPagQAABBFIvUEEdMLOW3phZdHNULcmKcaJUGCgMwjhZ8di9XLKiaVCu0JysWKdXSVZs8WMBgc4Enm+TtJjXhUcu05G7S7WdJC0GgSkIApn7Z5JZVMg/zFqX/RpKBBBAAAEEEEizQNKjKzqLwBVMCCDQMwH2QgABBBBAAAEEEEAgGQF/IdeXyUQkCgIIIIBAcgJEQqASBEYMkC6YGGh4re/NJU80aeEafl3Ca1AigAACCJSLgFnr/4zNTNFXh8mKx+3tkxUH5gpat76gy29brddIViyXQ0k7UiTwwsIN+r87V6txQ0G1mbwuOHKpjtw9Wq6pUU0up5qaXJwgnMtmlcmEyoQZBWGggKTFFB1lmtpVAbZDAAEEENhawMyi83I/bf1qz9aQsNgzN/ZCAAEEEEAAAQQQSEaAKAggEAv4ZIGC/DxeRYEAAggggAACCCQkEF1X1vkTQu0z3OKIP5+d16y3Oe+IMSgQQKC/BKgHgU4FzPznlNvQzKKbouowWfH4vUJdfJZpQLag+kaXrLhKr769ye3KhAACPRB48c2N+uNddWpYn1dN6JMWJ48raEBtjbqStBhYEP/MmllL7Watyy0rWUAAAQQQQACB1AkUR1h086QaHyQViDjlKECbEEAAAQQQQAABBBBAIE0CJktTc2krAgiUjUDpG3LwCNNnDwk1enDp20ILEEBga4HPHhLo2NH+POPq5/K65eX81huxBgEEEEAAgRIKmPnPKdcEM1P0FScrBkGgMAzkRnNzo7plsxmdsHdG3znLVJspqH593o+suIRkRWfHhEBvBF58c4P+ePea+M+r14QFXXDEMh21edJiLtfOSIuhgsD9zFr8M+t+ds1MxYdZ63JxHfPeCLAvAggggAAC/S9gZtH5uSVacZBoNIIhgAACCCCAAAKVJkB/EEAAgX4UYJyjfsSmKgQQSExghwHSJSeEeu9epsmjuNSUGCyBEEhI4AN7Bzp3T/+zed8bef1+PsmKCdESptIE6A8CCJRMwKz15qeZRTdDFSc+BUEQJ0IVkxUzmVAn7uOSFaXarLS20SUr1un1pRtL1nYqRqDSBBa4pMU73UiLBeXcSItx0mLej7RYk4tHW3SJw7lsVu5nMhOGCsIgTiw2s/hnN5pFP8em4sOsdbm4jjkCCCCAAAIIpEfAjazopiRbHCQZrLux2B4BBBBAAAEEEEAAAQQQQMAJ+Au3vnTPmRCoLAF6U9kCyxukBSt9yvVRI3knq+yjTe/SJnDSWNOnDvaXgOctK+j7j5OsmLZjSHsRQACBShcwaz1/NDNFX3HCU9BOsuJJzcmKNRlpbYNLVlyt15eQrFjp3yP0r/8FFry1UX+4c7XWrS8o25y0ePQe20pazMgCi5MWzSz+GY5m0c+zqfgwa10urmOOAAIIIIAAAukQMLP4c93MEmuwv1qVWDgCIYAAAggggEA/C1AdAggggEBFCBTkUn18WREdohMIIFBlAo8tcu9i0oE7SgOzVdZ5uotAmQocNMI0ZWIYt27xuoJ+OKMpXqZIrQANRwABBCpOwKz1hqeZRTdBFSc6tZesePK+GX37LCkXSmsaCvr9bav1xtJNFWdChxAoF4GXF23U/91Zp3WNBWXDgi44fJmO2aPQ7kiLbsTFTEjSYrkcO9qBAAIIIJB6gbLrgBtdsTgl1TgSFpOSJA4CCCCAAAIIIIAAAggg0AsBi/Y1WVTy1f8C1IgAAr0VeOwtP2pbEN1o3ns472W99WR/BHorMHKQ6YJDQg3JSflCQZfMzGvJut5GZX8EEEAAAQSSEzBrPWc0M0VfLcmKbqQ29ydmXQKU+5Ozp+yX1bfPNJ+suC6vy29bpYXLSFZM7mhUUyT62h2BlxdtiEdarG/MKxMWdP4Ry3TM+K2TFrOZjNpLWox+suOfbTNrqdasdbllJQsIIIAAAgggUNYCZhZ9pluibQwSjUYwBBBAAAEEthTgOQIIIIAAAgh0WcCPT9blzdkQAQQQKBuBBaukH8zI6703bdKTS3g3K5sDQ0OqUiAbXfE9f0Kg8dv57v94Vl5PLe2Hn0tfHSUCCCCAAAKdCpi13uw0s+jmp+JkRTNTEJjCMFAxWfHUOFlR8Qhvdevy+v3tq0lWFA8E+k/glcV+pMW1LmkxyOv8w5fomPH5rUZa3Dxp0SUcu5/lIAiaf7YV/Zybig+z1uXiOuYIIIAAAikSoKlVJ5D06IoOMHAFEwIIIIAAAggggAACCCCAQCkF/IVaX27dDtYggAACaRC49/W81m5IQ0tpIwKVLfDZQ0JNHunPKv70TF53vUqyYmUfcXqHAAIIpEvAzH9GuVabmaKvOKHJJTa5REWX6FRMVnzH/hl9+8yCMkFBq+vdyIqr9WaFj6zoXJgQKDeBlqTFhnz08yhdcMRSHductFhbW6OaXC4eYbGYtBgGoYIwmgL3M27xz7j7WTczFR9mrcvFdcwRQAABBBBAoDwFzCw6b/dTUi0MkgpEHAQQQCClAjQbAQQQQAABBBAoAwGfSFCQn5dBg2gCAggggAAClSZQFf35yL6BzhxvcV/vfDUvl7AYP6FAAAEEEECgDATM/GeUa4qZRTc9FScyuWTFIDAFYaCWZMUDMvrWewqKVvlkxdtX683lm8QDAQRKI/BqPNLiaq1piH4uzSctHrdnXrU1ObWXtJgJQ4WZaIp+iM0s/lmPZtHPfbSz/MOsddmvoUQAAQQSESAIAggkLFAcYdHNkwodJBWIOAgggAACCCCAAAIIIFCtAvQ7KQGTJRWKOAgggAACCCBQZQLv2M308QP95d45Swq65Il8lQnQXQQQQACBvhfoeQ1mrf/fNTNFX80JTKatkhXdyIrvkcLAtKq+SZffvlpvkawoHgiUWuDVtzfpD3es0tp1+ejn1yUtLtPxe+U1oLam3aTFMAgVhIHCaDIzxf9MMosK+YdZ67JfQ4kAAggggAAC5SZgZm0+v5NoX5BEEGIggEAfChAaAQQQQAABBBBAoGoEClXTUzqKAAKVLDA0J500lktO3T7G7IBALwQm7GSaMjGMIyxcU9D3H2+KlykQQAABBBAoBwEza2mGmUU3O6XAAgVBECcyuYQmN7JiNpvRaQdk9J2z3OvSqrV5XX5bHcmKLXosIFB6gdeXbNLld9Rpzbq8TAWdf/hSHTd+U5eSFt3PvPvZj94GZGYtnTFrXW5ZyQIClSxA3xBAAIGUCbiRFd2UZLO5epykJrEQQAABBBBAAAEEylKARiFQ/gL+wqwvy7+1tBABBBDoSODEMaZrz8roa0cG2nEA72odObEegSQFxgwxXTgh1ICMtL6poB/NzGvV+iRrIBYCCCCQHgFaWn4CZq3nhGam6KslWdECU9tkxVDfOVMySSvX5vX721dp0YpN0TO+EECgnATeWLpRV9xRp7o4abF5pMXNkhZra2rkEpCzmUw8D4Mw/lkPw0BmFr8HRLN4Wc0PM/eT3/yEGQIIIIAAAgiUlYCZxZ/bZpZYu4LEIhGoWgXoNwIIIIAAAggggAACCPRaoCA3uqIvex2MAAgggEBfCHQp5nMrWzc7alRyF7Bao7KEAAKbC7gkxQsOCbTbUL/2xzPzem6FO6vwzykRQAABBBAopYBZ6/mgmSlwCYoWKAjcZPHoim5kxUwm1OkHhPr2exQ/Vqxp0uW3rdLiFYwYHINQIFCGAj5pcbXq6vNx684/YplO2LMpHmmxpiYnl7SYy2VF0mLMk7aC9iKAAAIIINBGwI2uWJzavNCLJ0Ev9mVXBBBAAAEEEEAAgUQECIIAAghI7jaOxaV4IIAAAqkVWFxf0Bt1Pllq8sjUdoOGI5Aagc8eEuqwXSxu7+/n53X/Qv/zF6+gQACBMhSgSQhUj4CZ/3xyPTYzBYFF/+N180AWLW8+suK7DszoW22SFeu0eCXJiuKBQJkLLFy6SVfcsVqrm5MWP3v4Up24V2vSYk0up1wHSYtx4rJF7wcmmUWF/MOsddmvoUQAAQQQQACBUguYWZvP6yTaEyQRpKxj0DgEEEAAAQQQQAABBBBAICUCpBik5EDRzPIUoFVlI/DYIt+UCTsHqg39MiUCCCQv8NH9A71rnMWBb3k5r6uf86PbxCsoEEAAAQQQKKGAmf98ck0wM22ZrOj+LKwbWdH9ydh3HRjqm83JisvrmvT72+v09ir+DLR4IJASgYXLNsn9eehV9T7J+DOHLdWJe25qGWmxJpeT+1nfcqTF+H3BvT9YoGgWTW3fN7bZfV5EAAEEEEAAgX4VSHp0Rdf4wBVMCCCAAAIIIIDAtgR4DQEEEECgrwX8RVlf9nVdxEcAAQT6VuDBN/P62/MFfeG+TWr096z6tkKiI1CFAu/a3eQSFl3XZy7O6+ezSVZ0Fky9FyACAggg0FsBs9b/2ZqZ4qQkmcyiKTBtnqz47oNC/dcZih/L6/K6/PbVWrKSZMUYhAKBFAm8uWyjrri9TiuLSYuHL9NJe7UmLdbW1LSbtOjeD8xMgQXRe4SiyVR8mLUuF9cxRwABBBBAAIHkBLoTycziz2kz685u29w22OarvIgAAggggAACCCCAAAIIINAPAn5sxYL8vB8qpIr+F6BGBKpG4IUVBV02r0nPraiaLtNRBPpV4PBdTBdO8sOXvlpX0Pce5/yhXw8AlSGAAAIIdChg1noD08y0ebKi+xPQLjkpHlkxE+qMg0J9492KH8tWN+n3t63SklX8tksMQpF2gaps/1vLN+mK2+q0aq3/RZpPH7ZMJ+/dNmkxl8tqy5EW3fuCmZG0KB4IIIAAAgiUr0BxhEU3T6qVJCwmJUkcBBBAAIESClA1AggggAAClSFgssroCL1AAAEEEEAAgT4R2H2Y6YIJoXLRVd36jQX9cEaT3FxV86CjCCCAAALlKmDW+v9ZM2tJVgyCIB5V0SUltSQrHpLV1zdPVrx9tZauJllRPBBIucCiFZvikVJXrvFJi586dJlO2SxpsSaXU66dpMUgMJkZSYvigQACCCDQKsBSOQmY+c/qJNsUXdpKMhyxEEAAAQQQQAABBBBAAAEEeipQ0vGRetpo9kMAAQQQQACBfhEYnJMumBBo9GBf3SUz83pplV+mRAABBBBAoJQCZtZSvZltlqzol93oinGyYjaj90zI6uvv8v/7dUmKv799tdwIi+LRfwLUhEAfCsRJi3es0oo1Pgn5vEOX6dR9WkdarOkgadElNbsE58ACRW8j0dT2faUPm0xoBBBAAAEEEOhEwI2s6KZONuvWy0G3tmZjBBBAAIEeCbATAggggAACCCCwbQF/EdaX296SVxFAAIG0Cew4gHe3tB0z2ttzgb7c8/yDQ00Y4X+efju3SY+85ZM9+rJOYiOAAAIIINCZgJn/bHLbmZnikdLk5oEsCNSSrJgJ9Z7os+z/s3cfgFJUZ9/A/8+Z2d1L7yBSBClSpCsi2HvvDPoo8wAAEABJREFUacYUjbElGk3RVN+8iSXlzRdNtUUTjYnGgrH3hgWwgCCCIIJKr7dQ7uWW/c5zZsutcMvce7f8hztnzs7OnDnnN7OzszsPZ396QvD+taGwEnc+VcRgRXCgQO4JrNtSibueLkoFLX5jsgYtlqNDQQyxWBS1gxY1oFnPFcYIGLQIDhSgAAUoQIGMExARiARjWJUzYRXEcihAgYwVYMUoQAEKUIACFKAABTJeII64rWOQ2gz/KEABCuSAwDkjDB441cMPp/LrpzbandxMDgucv7/BsUPEtfCRZVV4aJleObiHTChAAQpQgALtJiASvDdpBUQEGmwk0KmBGIH2mKaBSBHfw6kTPfz0RLhhw9bgZ2M3FQc9sLmZTChAgZwSWLe1En97uhibEz0tfmPyZhxbq6fFSMRHxLejnXrGQzJoUUTAnhbBgQK7E+BzFKAABdpUQHtXTI5hbdiEVRDLoQAFKEABClCAAhSgQO4KsGUUaH0BsZsQe2PHTvhHAQpQICcEoh7QLSbYvzdQYPM50Sg2ggLtIHDqMIMvjQq+xn1jTRX+8l5VO9SCm6QABSiQLwJsZ2MFRCS1qIjA/sGmELFprWDF0yb5+MkJ4pZfv7UiCGJisKLzYEKBXBZwwcnak2ri9X7B5E04blRFqqfFglgM0WgE0UgEGryYDFr0POPOJQxazOWjg22jAAUoQIFsEhAR994cZp1NmIWxLAo0S4ArUYACFKAABShAAQpQgAJOgH0lOQYmFKBAjgi8uTY4qxn7hdbU/gLkSLvYDAq0pcDB9rXzrYnBV7jLtsZxw2wGK7alP7dFAQpQgAL1C4hI6gkRsTcvkegNTVyvihps5Hs+Ir6H0yf5+PHxcMP6rZW48+ni1M/EuplMKECBnBZI//x7cB17/qRNOH50OmgxFo1CgxVrBy0aI/bcIolzC1weiUFEEjlOMlaAFaMABShAgZwSCLt3RcUJvu3SHEcKUIACFKAABShAgawVYMUpQIFsFwi+aA3SbG8L608BClAgEFhRFMfmnUH+wH48wwUSTCnQeIHhPQSXTfLsTVqgqCyOX71VhV3Bfd7GF8IlKUCBnBNggyjQ3gIi6es6EYEGFQW9oIkLVjSeQTJY8YzJPn6UCFZct6UCf3uqkMGK4ECB/BPYWFSJvz1diE12qq3/+sRNOH5UeaqnxfqCFj3fXgczaFG5OFKAAhSgAAXaXUBE3H8eEJHQ6mJCKyl3C2LLKEABClCAAhSgAAUoQAEKtLJA3JUfRzB1D5hQgAJtLcDttYLAq6ursHRLHOt2tELhLJICOSzQPQZcOsFDv45BI3/zVhyfFfM6IdBgSgEKUIAC7SUgkr5BKSIuWFFg/9m89qpYPVjxzMk+fngc3LB2cwX+9nQRtm5j5L0DYUKBPBTQYEU9D+hUm//1SZuR7GmxoCCG2kGLGvisQYvu3GIMgsBoQESQHETS+eS8Rk65GAUoQAEKUIACTRBI9rCo0yastttFGbC4Wx4+SQEKUIACFKBAOAIshQIUoAAFGiMgkMYsxmUoQAEKZI3AX+dX4dsvVuLexbw5nTU7jRXNCIFLJxqM6x1U5Y/zqvDWOr6GAg2mmS/AGlKAArkqIJL+vCoisH+wKUSkTs+KZ02O4JpksOKWCtz5dDEKGawIDhTIdwENVrzjqSJoj4tqoT0tnjCmAgWxKGoHLfq+53pr1UBow54WlYsjBShAAQpQoN0ERMRd99esQMsemZatzrUpQAEKUIACFKAABShAAQpQICwB9psUlmSOlsNmUYACFKBAXgh8c5zBkYOCr20f+LAKjy1nsGJe7Hg2kgIUoEAGC4hIqnYiYm9WAjaFiNQJVjx7SgRXHxd8ul2jPSs+VYzC7ZXgQAEKNEEghxfdXFyJO54swobC4LzwtQmbcOLoche0GItFa/S0yKDFHD4Q2DQKUIACFMgqAe1ZUccwKx188xVmiSyLAhSgAAUokIUCrDIFKEABClCgfQXEbT5IXZYJBShAAQpQgAJ5KHDmCIPP7Rd8ZfvKqircvpDBimEfBiyPAhSgAAWaJiCS/qQqIrB/MGJgjKkTrHjOAT5+cGzcbWD1pnL87ekiFDFY0XkwoQAF0gJbSirxt6eKsGFrhZv51YmbceLoXejYoaDBnhY937PnHT0HiTsH6blIRJAcRNL55DxOKUABClAgvwXY+vAERMR+DgjGsEo1YRXEcihAAQpQgAIUoAAFKEABClCguQJxxO2qQWoz2fnHWlOAAhSgAAUo0AKBQwcILp0QfF27eEsc189msGILOLkqBShAAQqEICAiqVJExN6kRCJQSOoGK07x8P1j4IbVGyvcz0AXb+d7mQPJvYQtokCLBTRo8Y6nirC+MBm0uMUFLXYoiNUKWvSR7GnRY9Bii91ZAAUoQAEKUKA5Atq7YnJszvr1rRN8A1bfM5xHAQpQgAIZJMCqUIACFKAABSiQ6wJiGygQm/KPAhSgQO4JnDnc4P8O93DqMJ7ncm/vskVhCIzuKbhson5VC2zaGceNcxjgEYYry6AABShAgeYLiKSv20TE9WymPSuKSJ1gxc8d4OP7xwbLr95U4XpWLN7B9zJwoAAFdiuwdVuV+3nodVuDn4f+yoTNOGn0LiSDFgtiMUQiEUTtWD1o0fMMRCQRQA2XR2IQCc5FiYecUIACFMhgAVaNAtkjICI13m/DqLkJoxCWQQEKUIACFKAABShAAQpQIOMFsqCC2stiFlSTVaQABSjQZIET9xWM7yM4aC9+FdVkPK6Q8wK9OwoumWjQq4O4tv56bhXWbedVgcNgQgEKUIAC7SIgErwn6cZFxN6cBGwKEakTrPj5A3187xi44bONQbBiyc4q97jdEm6YAhTIGoHCbVX4m/a0mAhaPM8FLZa5oMVYLIoCO0YiPiK+D9/34Hs+jGfcuUhEGLQIDhSgAAUoQIHWFwi7d0WtsdGEIwUoQIGWCnB9ClCAAhSgAAUoQIGWCIhbOUhdlgkFKECBnBJ4c00QfDVpL0GEJ7us3resfPgCl4wXaA+LWvLv3qnCexuD14s+5kgBClCAAhRoawGR9MWaiMD+JQKCxAUIaaCQBgxFfA9fONDHd4+GGz7dUI47ny5CCXtWdB5MKECBxgsUbqvEbU8WYt2WSrfSeRO24JSxuxJBizEXtBiNRuoELRqj5yhJnKNgz1eC5CCSzifncUoBCjRNgEtTgAIUSAqIiHufFZHkrBZPGbDYYkIWQAEKUIACFKAABShAgVAEWEheCwSBCXEE07ymYOMpQIGcFJidCFjUYMUJ/cL7YisnsdiovBK4ZIKHwwYGX9Heu7gKz6yoyqv2s7EUoAAF8lQgY5stkr5OExF7UxKJQCCpE6z4xak+rkoGK24sx11PF2Mbe1YEBwpQoHkCxdurcPuThVi7ucIVcO64zThlzK5U0GIsGkW0VtCi53tg0KLjYkIBClCAAhRoVYFkD4s6DWtDJqyCWA4FMluAtaMABShAAQpQgAIUoEDmCwgk8yvJGlKAAhRohsDiLXFsLQ1WHNSlNc91wTaYUiAbBM4ZaXDWiOD18MKnVfjHoqpsqDbrSAEKUIACOSogErwnafNEBPavwWDFLx0UwZVH6ZLAJxsqcOdTxdhWyvexQIQpBSjQXIHiHVW4/akirEkGLY7fjFMTPS0WFKR7WoxGIkj+PLRXLWjRnrncuUtEUlUQSedTM5nJEQE2gwIUoAAF2kpAROx7rIS6OQYshsrJwihAAQpQgAIUoEAOC7BpFKBAqwuwf8VWJ+YGKECBdhT47ssVOO7BCsxcxpvZ7bgbuOkMEThykOCi8cFXsws2xvHruXxdZMiuYTUoQAEV4Jh3AiLpm48iYm9GAjaFiFTrWdFDxPdw7kE+vnNk8Ol15foK3Pl0EbYzWBEcKECBcARKdlThjicLU0GLXxq3GaftX1ajp8VIxEftoEXPMzDGQPSfACI2QTCIpPPBHKYUoAAFKEABCjRFQHtW1LEp6+xpWbOnBfh82whwKxSgAAUoQAEKUIACFKBAPgsEX5wGaT47sO0UyH2BfG7h6m353Hq2nQJpgXG9gcsmBl/Lrt0exw1zKtNPMkcBClCAAhRoYwGR9CdREYH9g01d4I/xDHT0PQ8R38eXp/m44siggivX6c9AF2IHgxUDEKYUoEBoAiU747j9ySKsTvS0+MX9t+D0RNBisqfF2kGLxp6vMi1oMTQQFkQBClCAAhRoZwERgUgwhlWV4JuxsEpjORSgAAUoQAEKUKD9BLhlClCAAlksEIf2TxGkWdwMVp0CFKAABShAgd0K9O8kuGSCh24xQUUVXM+KW0p3uwqfpAAF6gpwDgUoEJKAiKRKEhF7ExKwKYwxrmdFDf5JBiueO83D5UfADSvWl+POZ4qwo0w/ybpZTChAAQqEKrBtZxVuf6IIqzeVu3K/UC1oMRaLoSAWBYMWHQ0TClCAAhSgQKsLaO+KyTGsjTUyYDGszbEcClCAAhSgAAUoQAEKUIACFKhPQOxMsbeG7IR/FGhHAW6aAhSgAAVaS8AX4OIJghE9bMZu5LdvVeGDzQz0sBT8owAFKECBdhAQCd6PdNMiAvsHm6aCFbW3smSw4pcP8nHFEaKLYsW6ctz5VDF2MljReTChQPYKZH7Nt5dW4bYni7F6Y4WrrAYtnjGuDB0KYtCgxVg06oIWtQdY3/fgez703KXB1hp4LXpWE0DEJggGkXQ+mMOUAhSgAAUoQIE9CYhIjffTPS3fmOcZsNgYJS5DAQpQgAIUCEOAZVCAAhSgAAX2IMCQhT0A8WkKUCAnBCb1FXx7koceBTnRHDaCAo0WuGSih+l7B1/H3vV+FV76rKrR63LBLBNgdSlAAQpkuICIpGooIvbmI2DEQAN8XKCPZ5AMVvzKwRFcfiTc8PHaXbjz6SKU7uJ7mANhQgEKtLrADhe0WIhVm4Kgxc+P3YJk0GKBBi5Go4hGI4hGIqgetGiMuHOantvsac6e5wTJQSSdT87jlAIUoAAFKNAsgTxZKezeFZUt+IZMcxwpQAEKUIACFKAABShAAQpQoJ0Egi9Kg7SdqpAlm2U1KUCB7BYY3EXw68M8nDZMcEA/nvWye2+y9k0R+OIo4457XeeplXH8ewkDPdSCIwUoQAEKtL2ASPoaTERg/+oJVvShPZZ9dXoE3zo8+K91y9eW485nilG6K3jc9jXnFvNNgO2lQFJgR1kctz1eiFWJnhY1aPHM8UFPi8mgxUjER9SOvu/BM3bUqWfsOc6e52BHAURsgmAQSeeDOUwpQAEKUIACFGhIQETc+6iINLRIk+ebJq/BFShAAQpQIFcF2C4KUIACFKAABdpNILjhE0cwbbdqcMMUoAAFWlng05I41m0PznUH9ufXUq3MzeIzROCYfQQX7B8c7+9uiOP3b1e2d824fQpQgAIUyFMBkfQNRhGxNx2RClYUI/B8zwUqRuz0a9MjuOyw4LrNBSs+XYQyBgxnmlsAABAASURBVCuCAwUo0D4CO+3557Yni/BZImjxc2O2oHrQYkFMfx464oIWNXiRPw/dPvuJW6UABTJOgBWiQCgCyR4WdRpKgbaQ4Jsym+EfBShAAQpQgAIUoAAFKEABCrRUoGXrC6RlBXBtClCAAlkg8PqaoJIH9gPPeuCQ6wIT+wi+NcFzzVxVEsf1bzJY0WEwoQAFKECBNhcQSX/eFBHYP9gUxhiIEWivZPoz0Dp+fUYElyaCFT9aU447nyrCrvIgeLHNK56xG2TFKECBthbYWVaF254oxKcbyt2mNWjxrERPi7FYDNWDFoNzmg/jGXh2NHqu07OeACI2QTCIpPPBHKYUoAAFKEABCtQWEJEa75+1n2/OY9OclbgOBShAgXYR4EYpQAEKUIACFKBAjgvw9k+O72A2jwIUcAKz1wQ/hdspIhjTW9w8JhSoIZAjDwZ1EVw60aBTFCitBG6cW4WS4N5qjrSQzaAABShAgWwREElfc4mIvdmIGj0rBoE9HoJgRR+XHBp8Ov1o9S7c+UwhdlUEj7OlvawnBSiQuwKlu+K49YmiVNDiOWO24KxxO9GhIIaaQYuRRCB2zaBFI8adA0UkhSSSzqdmMkMBCrSNALdCAQpkhYD2rKhjmJU1YRbGsihAAQpQgAIUoAAFKECBzBZg7TJVIPhiNEgztY6sFwUoQIFwBN7bGMef5lXiWy9UYtEm3vwOR5WlZJpAgQ9cPN5gaLfg3f23cyuxbCuP90zbT6wPBShAgVwWSLZNJHgv0sci4gJ1goAdcb2Oac9jGqio4/kzNFgRbljmghWLUc5ge+fBhAIUyBwB7fH11sc1aLHCVeqcsYU4e3ztoEUf0UikTtCiiD0Pwo4CiNgEwSCSzgdzmFKAAhSgAAUokBQQEfe+KSLJWS2eMmCxxYQsgAIpAWYoQAEKUIACFKAABSjQTIE4NIQhSJtZBFejAAUokEUCjy6PZ3PwVhZJs6rtJXDJBIOp/YMvcW9bUIVZq/Wdvr1qw+1SgAIUoEC+CogE70XafhGxNxnhelYUkSBY0ffge74dPVxwiI+LD4Ublq0ux51PF6OcPSs6DyYUoEDmCWjPr7c8vhWfrA+CFs8eU4hzxpdW62kxhkjER9SOfuJcx5+Hzrz9mAU1YhUpQAEKUMAKaO+KydE+DOWPAYuhMLIQClCAAhSgAAUoQIFwBFgKBfJXQGzTBWJT/lGAAhSgAAUokM0C5402OGlo8LXrox9V4cGlVdncHNadAhSgQCsJsNjWFhBJf74UEdg/F6xojIEL2nEBPB4idnrBoRFcdEhQo6WrNFixCBWVDLYPRJhSgAKZKlBeAdz6eCE+WR90BXvWmK343ITSRNBiBAWxKKJRO0b8Oj0t6rlQYP8JIGITBINIOh/MYUoBClCAAhSggIjUeL8MQyT45iyMklhG5guwhhSgAAUoQAEKUIACFKBARgvwdlBG7x5WjgLZI8CaUoAC7SZwwhDBV8cGX7nOWRvHn+YzWLHddgY3TAEKUCCPBUQk1XoRsTcXkQpWFCOJwB3P9az4DQ1WnBF8Gv3ws12465lCBium9JihAAUyXaC8Mo5bHy/CynVB0OKZozVoUX8eugCxWAyxaCQVtKg9Lmqvsi5o2zMwxkD0nwAiNkEwiKTzwZwMTlk1ClCAAhSgQBsIhN27olbZaMKRAhSgAAUoQAEKUKBxAlyKAhSgQOsIBF+EBmnrbIGlUoACFMhEgR4FwGEDefbLxH3DOjVd4IC9BJdN8tyKK4riuH52pcszoQAFslOAtaZAtgqIpK+tRAT2r2awoue5QEXfTi88LIJv1ghW1J4Vs7XlrDcFKJCvAhq0eMsThViR6GnxzNGF+PwEDVqMoXrQovYoy6DFfD1K2G4KUIACFGiJgIjYzxXB2JJyqq+bSQGL1evFPAUoQAEKUIACFKAABShAgTwSCHqziCOY5lHD2dT8FGCrKeAEThwquP8UHz+d5qGD72YxoUDWCgzpKrhsgkGBB2zbBdwwpxKljFfM2v3JilOAAhTIVgERSVVdROxNRdQMVvS9VO+K3zzcx4XTg8+gS7RnxaeLUMmOgVN+zFCAAqEItFkhlfba+5bHCrEi0dPiGaML8YWJpehQEKsbtKjnQs+H8Qw8Oxr2tNhm+4kbogAFKECB7BRI9rCo07BawIDFsCRZDgUoQAEKUCAjBFgJClCAAhTIZgGBZHP1WXcKUIACTRL4qDC9+JR+PP+lNZjLNoHOUeCSCQYDuwTH8a/fqsQnxdnWCtY3+wRYYwpQgAI1BUSC9yGdKyKwf6lgRWPEBSp6xnO9K150WATfOFiXBBZ/ugt3PV2MyiB2MZjJlAIUoEAWClRVAbc8VoSP1+5ytT991FZ8cVI9QYsR350TfQYtOicmFKAABSiQ6QLtXz8RsZ8vJNSKMGAxVE4WRgEKUIACFKAABShAAQpQoPkCvD/UfLtQ12RhFKBAmwgs2xrH5p3Bpg7ci19RBRJMs1HgkvEGkxNBt3+eX4U5a/mOno37kXWmAAUokM0CIumbhyJibyYiFawoRuD5HjRYUX8O9eLDI7gg0bOiC1Z8pghVcb53gUN+CrDVOSeg57NbHi/Gx2vLXdtO20+DFnfW6WkxyqBF58OEAhSgAAUo0BgB7VlRx8Ys29hlTGMX5HIUoAAFKECBMARYBgUoQAEKUIAC9QmImxmkLsuEAhSgQF4IzF5b5do5fW83YUKBrBP4+v4Gxw0JvmJ9aGkV/vtRcExnXUNaocIskgIUoAAF2kZAJP1JUkTqBCv6NYIVfZx/cBCc+IHrWbEIjFVsm/3ErVCAAm0noAEVtzxeWC1osRBfmhQELRboT0RHI4hGo2DQYtvtE26JAhTIbQG2LvcFRPRzRjCG1drg27SwSmM5FKAABShAAQpQgAIUoAAFKNAMgTj0llGQ7nF1LkABClAgZwRe+iyOx5bHccf7ehbMmWaxIXkicMq+BueOCr5efW11HLcuYLBinux6NpMCFKBAxgiISKouIlI3WNHz3E9Aa8+KlxwewfmJn4H+4BP9Gegi9zk0VQAzmSjAOlGAAs0U0GDsvz5WiOWJnhZP3a8Q507WoMUCxGJRxBi02ExZrkYBClCAAvkooP8ZIDmG1f7gG7WwSmM5FKAABbJegA2gAAUoQAEKUIAC7SMgdrMCsSn/KEABCuSPwIKNcfxxXiWeWcFAr/zZ65nS0pbVY1p/wWUTg69Wl26N47rZlS0rkGtTgAIUoAAFmiggkv78KCKwfzBiYIyBGIH2rKhjxPdx6RERfD3Rs+KilWW465miJm6Ni1OAAhTIToFbHivER2uCn4c+ZaT2tLgdHQrqBi1GfA++58N4Bp4djZ5LIRCBHW2CYBBJ54M5TClAgcwXYA0pQIGWCohIjffDlpan6xtNOFKAAhSgAAUoQAEKUIACFAhNgAU1W4D9izWbjitSgAIUoAAF2kxgeHfg0okGvv1mtbAMuGFOFar4Jg4OFKAABSjQdgIiktqYiNibh6gRrKjBNp7x4HseLj3Cw9emBW9UGqz492eLU+u2OMMCKEABCmSBwK2PF+Kj1btcTU8ZWYQvT96Bjh06oHpPi5GIHwR6M2jROTGhAAUoQAEKVBcIu3dFLdt+raYTjhSgQLYIsJ4UoAAFKEABClCAArkoIK5RQeqyTChAAQpQIM8F2PzMFOgeE1w8wUP/TsG79o1zKrFmWxAEkpk1Zq0oQAEKUCDXBESC9yBtl4jUCVbUIEUdtbewbx3p46sH6ZLA+yvKwGDFwIIpBSiQfwK3PlGEZYmgxZNd0OL2OkGLUQYt5t+BkSEtZjUoQAEKZLqAiH7uCMaw6sqAxbAkWQ4FKEABClCAAhSgQLYIsJ4UyECBINAhjmCagRVklShAAQq0iUCvDm2yGW6EAs0WuGSCYEIfcev//p1KzNvA926HwYQCFKBAZgrkXK1EgvcgbZiI1AlW9DwDz/MQ8X18+6gIvpIIVly4Yhf+8Rx7VlQ3jhSgQP4K3PZEEZauCnpaPGlEEc6bUrenRQ1adL0tsqfF/D1Q2HIKUIACFKgjkOxhUad1nmzmDAYsNhOOqzUkwPkUoAAFKEABClCAAhSgQHMFBNLcVbkeBShAgTYWCHdz5402ePg0H9+Z7IVbMEujQIgCF47zcNTg4OvUfy+pwlMrGKwYIi+LogAFKECBPQiIpD8vigjsH4wYGGMgRqC9Kvqej4jv4fKjIzhvavA+tXBFGe5+rmgPpfNpClCAAvkhcPuTRVi2utw19sThhfiKC1osqPnz0PY8yqBFR5RIOKEABShAgXwXENHPHxIqgwm1NBZGAQpQgAIUoAAFKNByAZZAAQrkrUBwOylvm8+GU4ACeSzQwQc6R4GJfQWRcL/7ymNVNj1MgTOGG3x+v+DgfOmzKtz1flWYxbMsClAgXwXYbgo0UkAkeA/SxUWkRrCi8UwQrKgBNna84ugIvnxg8OlywccarMieFcGBAhSgQDWB254oTPW0eMLwQpw3WXtaLEBBQQyxaATRaNQFfzNosRoasxSgAAUokNcC2rOijmEi5F3AYph4LIsCFKAABShAAQpQgAIUoEA4AuKKCVKXZUIBCrRQgKtnl8DstcFN9QIPGNeXZ8Ps2nu5X9tDBggumxh8jfrB5jhunMNgxdzf62whBShAgcwREElfG4lIjWBF7VnRMwa+77mgxSuO9nFutWDFe55nsCI4UIACOS/QnAZqT4sffrbLrXriiCLX02KHgpgLWiyIRRm06GSYUIACFKAABQIBEbGfQ4IxmNPyNPimreXlsAQKUIACFKAABfJHgC2lAAUoQIHQBeLQUJ0gDb1wFkgBClAg4wXe3xTHjuBXuXDgXvy6KuN3WB5VcFRPwaUTPdfijTuB62YzWNFhMMkXAbaTAhRoZwERSdVAROxNQsCIgTEGYgSeZ9zoex6+c0wE5x4IN7y3vAwMVnQUTChAAQo0KHDHU0VIBi2eMLwIX52yExq0GItF2dNig2p8ggIUoAAFclRgt83S3hWT424XbMKTpgnLclEKUIACFKAABShAAQpQgAIUaCUBseUKxKb8yw8BtpICFKguoEHbs1ZXYcnWODbt1EfVn2WeAu0j0LuD4OIJBn06BNu/cU4lj8+AgikFKEABCrSBgEj686GIwP7VCVbUQMWI7+PKYyL40gHBNdT85aX45wvsWbENdhE3QYFGCnCxTBbQoMUliZ4Wjx9eiK8dsMMFLRYUxBi0mMk7jnWjAAUoQIE2FRDRzyMS6jYZsBgqJwujAAUoQIGMEGAlKEABClCAAlkqENxeytLKs9oUoAAFWijwu7ercMULlXhoKXuwayElVw9J4OLxgrG9gi9jf/1WJbQn0JCKZjFhCbAcClCAAjkqIBK8/2jzRGS3wYpXHePji8lgxY/KcO8LJboaRwpQgAIUaKTA354qwuJE0OJxw4rwtQO2p4IWa/w8tO/B93yYRO+2xhgXSG59VotmAAAQAElEQVRP0/Y8LamtiaTzqZnMUIACFKBAywS4drsKhN27ojaGAYuqwJECFKAABShAAQpQgAIUoEC7CgRfZAZpu1YktXFmKEABClCAAvksoD0rHj4o+Or0H4uq8MIn/G8F+Xw8sO0UoAAF2lJAJP3JUERg/1xAjAbGiBH4LmDGg/as+N1jfXzhgKB285aV4d4Xi4MHTCnQBAEuSgEKAHdq0OKnZY7iuGHF+HoiaDEWiyIVtBjx7bnXY9CiU2JCAQpQgAL5JCAi9nNJMIbVbhNWQSyHAhSgAAUaLcAFKUABClCAAhSgQC2BIAgijmBa60k+pAAFKEABClCgDQXOHmlw9ojga9NnVlbh3sXN7vWzDWvNTVGAAhSgQC4IiEiqGSJibwqi3mDFaCSC7x0bweenBIu/81Ep/vUSgxUDDaYUoAAFmidw59PFWPzJLrfyscOKcf6BO1xPi7sLWjRGoAHlRow7Z4sIkoNIOp+cxykFKJCzAmwYBXJaINnDok7DaqgJqyCWQwEKUIACFKAABShAAQpQoO0EcnNLAsnNhrFVFKAABShAgSwROGKg4OLxwVem722M43dvM1gxS3Ydq0kBClAg6wVE0p8HRQT2r95gRe1Z8XvH+vjclOA/vL2zrBT3vZjLPwOd9buWDaAABbJI4M5nivDBp0HQ4jH7FuGCqY0LWhSx523YUQARmyAYRNL5YA5TClCAAhSgQPYJiEiN97cwWhB8+xZGSSyDAhTIHQG2hAIUoAAFKEABClCgXQSC203tsmlulAIUoEDGCGjvdv/vCA9HD+bXVq2+U7iBGgL79xZcOtFz89Zsj+OXb1a6PBMKUIACFKBAawuISGoTImJvBqJGsKLnGfieBw1W/P5xPs6ZHHx6fGdpKe57icGK4EABClAgRIG7ni7CB4meFo8eWoQLDty+x54W9TxtjHHnbnsat+dxSdVIJJ1PzWSGAm0twO1RgAIUaIGA9qyoYwuKqLMqv/mtQ8IZFKAABShAAQpQgAIUaLkAS6BA0wSCLy6DtGlrcmkKUIACuSZwzggDDRyb2j/XWsb2ZLLAXh0FF08w6FEAlMeBG2ZXoTjoWCWTq826UYACFKBABgi0tAoi6U+CIgL75wJeNPBFjECDYJLBij843sfZk+wbFYC3l5bhvpcZrGgp+EcBClAgdIG7ninCok/KXLlH71uMb0xtXNCiiLhzuJ3Y87kgOYik88l5nFKAAhSgAAWyRUBE3PuaiIRWZQYshkbJgtpQgJuiAAUoQAEKUIACFKBAjgnEobecgjTHmsbmUIACFGiiwOtr9IwITN1LEN5XYE2sBBfPKwHffkN68USD/XoER9yv51Rh6dbgOMwrCDaWAhSgAAXaXEAkeO/RDYsI7J8LdEkGK/q+53pWjEYi+MFxHs6aGLw/vbW0FPe/XKyrcaQABShAgVYS+PszxVi0MghaPGpoMS48aEednhaj0Qgi7lztw3jGBZkb9rTYnD3CdShAAQpQIIMFtHfF5BhWNe3XcWEVxXIoQAEKUIACFKAABbJHgDWlAAUyTUBshQRiU/5RgAIUyG+B2WurHECniGBUT54XHQaTVhW4eLzBjL2DY+32hZV4dVVwDLbqRlk4BShAgTYT4IYyVUAkeO/R+okI7F8iWNHmjaB6sOLVx3s4a5IuCbz1YSn+w54VAwymFKAABVpZ4O/PFuP9FUHQ4pFDinBhrZ4WI5EIagctij2HM2ixlXcMi6cABShAgTYVELGfUewY5kYZsBimZrIsTilAAQpQgAIUoAAFKEABCjRDIOgroxkrchUKUKB9BLjVVhF4e10cpRVB0YO6SpBhSoFWEvjCKIPThwdfkT62vAoPfMh341aiZrEUoAAFKFBNQCR9jSMi1YIVDcQY16ti8megrz7Bw5kT4Ya5S0rxn1f4M9AOgwkFKECBNhL4x3PFWJgMWhxajG8etK1GT4u1gxY9T8/lAmPP50ZsXmDP8zZBMIik88EcphSgAAUoQIHMFgi7d0VtrdGEIwUoQAEKUIACFMg0AdaHAhSgQH4JBF9UBml+tZytpQAFKFCfwGUvVOK4Byvw7Er2dFefD+eFI3D0YINv7B98PfrWujj+OI/HWziyLIUCTRPg0hTINwGR4JOfiLgAFjuBBrRoYIuYRM+KvoeI7+OaE32cOSEQmvNhKR54lcGKgQZTClCAAm0rcLcLWtzlNnrEkBJcNI1Biw6DCQUoQAEK5IWAiCQ+u0iL2lt95eAbuepzmKcABShAAQpQgAIUoAAFKECBNhYIenOKI5i28ca5udwVYMsokLUCq0p4PszanZclFZ/QR3DZxOCr0c/s8Xbd7MosqTmrSQEKUIAC2SwgEtzgE0lOUTdY0fNSwYpnjA+uieYs2YkH2bNiNu961p0CrS3A8ttA4O7nirAw0dPi4fuU4KJG9LRojEAD0jUwXU/9IoLkIJLOJ+dxSgEKUIACFMhEgWQPizoNq37Bt3JhlcZyKEABClCAAnkjwIZSgAIUoAAFwhcQSPiFskQKUIACFKAABWoIDOwCXDLBQ5cosLMCuG52lZvWWIgPKJASYIYCFKBAOAIiwec9keQUiWBFgRiB/oSonwhW/OFJPpLBirMXl+LBV7eBAwUoQAEKtL+A9rS44OMyV5HDh5Tg4j30tGg8AwYtOi4mFKAABbJAgFVsSEDEfmaxY0PPN2c+Axabo8Z1KEABClCAAhSgAAUoQAEKtIJA0HdGKxScqUWyXhSgAAUoQIE2FijwgIvHexjWPdjwr+ZUYkUR34EDDaYUoAAFKNBaAiLiihZJTpEKVjSeh2Sgov4M9I9O8nH6uOC9afYHpXhoFn8G2uExyW4B1p4COSRwz/PFeG95ELR42D4luOTgbehQEEMsFkWBHSORCKLRCCK+nt99GM9AjMAY4879IoCITRAMIul8MIcpBShAAQpQILMEtGdFHcOslQmzMJZFAQpQgAKZI8CaUIACFKAABSiQTQLBF5NBmk31Zl0pQAEKtK7AgXsZXDXFQwe/dbfD0vNH4OIJBgf1D95x//peFd5cGwSEZLMA604BClCAApktIBK874gkp3ABK0aDVzwPnjHwfQ8arPjjkzyclghWfHNxKR56jcGK4EABClAgAwX++UIx3kv0tHjo4BJcMm17jaDFaDRaI2hRe9EVPe/bcz5/HjoDdyirRIEsEWA1KdBeAiLigu1FJLQqmNBKYkEUoAAFKEABClCAAhSgAAVyS6ANWxOHhksEaRtulpuiAAUokMECY3oJrj/E4MShgkl9w/syLIObzKq1ssCXRxucvG/wdejDy+KYuayqlbfI4ilAAQpQIN8FRIJrGJHkFA0GK/7kZB+njgvE3vhgJx5mz4oBRtuk3AoFKECBJgv88/lizF9e6tY7dJ9iXDIt6GmxQHtb1B4Wa/W0yKBFR8WEAhSgAAWyUEB7V0yOYVU/+IYurNJYDgUoQIFGC3BBClCAAhSgAAUoQIHqAmIfCMSm/KMABShAARVYvDmO4l2aA6YmesQLHjHNLoHMqO3xQw2+Njb4KvSNNXHc8l5lZlSMtaAABShAgZwVEAk+34kkp2gwWPGnJ/s4ZX/9b2zAG4t2YuZr23LWhQ2jAAUokEsC975QUi1osQSX7vbnoT0waDGX9j7bUleAcyhAgVwVEBGISKjNM6GWxsIoQAEKUIACFKAABShAgbYT4JZyTiC4PZVzzWKDKEABCjRLQM+Jb64JesCbule4X4g1q0JcKWsFpvQTXDYh+Br048I4rpvNYMWs3ZmsOAUoQIEsERAJrl1EklPUDFb0TOpnoH92io+TE8GKr2uw4uv1BCuCAwUoQAEKZKqAC1r8qMxV75DBJbh0Wgk6FMSgPS0WxKKIpHpa9OF7PoMWnRQTClCAAhTIJoGwe1fUtgff1GmOIwUoUEOADyhAAQpQgAIUoAAFKNB2AuI2FaQuy4QCFKAABazA7LUatgj07iAY0rV1zpJ2M/zLYYF9ugKXTPDQwQdKdgHXzalERRAHm8OtZtMoQAEKUKA9BUSCaxaR5BR1gxU9DxHfx7Wn+jhpbHC9o8GKjzBYsT13HbdNAQpQoNkC975YjHmJoMUZg0vwrenbocGKdYMWPQYtNlu55SuyBApQgAIUaJ6AiLgeFkWkeQXUsxYDFutB4SwKUIACFKAABShAgVAEWAgFKNBogeAGVRzBtNGrcUEKUIACOS7w7vo4bnqnEpc9X4GVxTxH5vjuDr15nSLighU1aFELv2FOJVaVaI4jBShAAQqELMDiEgIiwQ08keQUNYMVjYGfDFY8xceJY4Lrm9fe3wkGK4IDBShAgawW+NeLxXg3EbQ4fVAxvjW9oZ4WPftewJ4Ws3pns/IUoAAF8kwg2cOiTsNqOgMWw5Js83K4QQpQgAIUoAAFKEABClAg1wQEkmtNYnsoQIEWC+R3ATsrgCdXxPFRYX47sPXNE7hkgmBKv+C99eZ3q/DO+iAopHmlcS0KUIACFKDA7gVEgvcckeQUdYMVfc/1rPg/p/o4MdGz4msLd+K/b2zbfeF8lgIUoAAFskLg3xq0uKzU1XX6oG341sHF7uehY7Go63ExGo0iGo3Y9wKvnqBFA30LERG3viYi6bw+5kgBClCAAhRoDwERse9REuqmTailsTAKUIACFKAABSiQTQKsKwUoQIEME2AYRYbtEFaHAhSgAAWyVuBrYw2OHxJ89Xn/kio88TF/BzprdyYrToEwBFgGBVpZQCS4eSeSnKLBYMWfn+bhhETPirM0WPFNBiu28u5h8RSgAAXaVODfL5XgnUTQ4sGDtuHb09NBizENVoxEqgUtevA8AzECY4x77xBBjaAQETsDHChAAQpQgALtJ6A9K+oYZg1MmIVVL4t5ClCAAhSgAAUoQAEKUIACFGisQPDFY5A2dh0uR4HMEGAtKEABCmSawMn7Gnx5dPC158ur4vjb+wxWzLR9xPpQgAIUyCUBkeCTnEhyChdwYjT4xPPgGQM/0bPi/57m4fjRcMOrC3fgUQYrOgsmFKBAdgiwlo0XuE+DFpcGPS1OG7gNVxyyDR07FCDZ02IkFbTow9f3Cs9A9H3DvmcYsXkBgxbBgQIUoAAFMkVARNz7koiEViUTWkksiAIUoAAFKECBsAVYHgUoQAEK5I1AHNq7YpDmTaPZUApQgAJNEujTUTB97/C+FGvSxrlw1ggc1F9w6cTgK88lW4AbZldmTd1Z0bwWYOMpQIEsFRAJrk1EklM0GKz4i9N9HJcMVlywA4+9uT1LW81qU4ACFKBAYwTue1l7Wixzix40oASXTy92QYsFBTEUxKJg0KKjYUIBClAg3wSysr3xuL17lRjDakDw7V1YpbEcClCAAhSgAAUoQAEKUIACFGiWgNi1BGJT/oUrwNIoQIFcEDh7pMG9J3m4ZqqXC81hG1pJYFh34JIJHqL2G88tpcB1syvAgQIUoAAFKNAaAiICEXFFiySnaDBY32Rt/gAAEABJREFU8Zdn+Dh2lP43NeCVBTvx2GwGKzo8JhQIVYCFUSDzBO57qRhvJ3paPEh7WpxRjA4FsVRPi9FoFNFoBBGfPS1m3t5jjShAAQpQICkgIqnPP8l5LZ3ar+9aWgTXpwAFKECBvBVgwylAAQpQgAIUCFUguH0VapEsjAIUoEBOCCzfGpwhO/jAxL6SE21iI8IV6BYTF6w4oHNQ7g1zKrFhR5BnGoIAi6AABShAgZSASPpaRCTI60R/wtPoz3nqT3saA9/3XADKdaf7OGa/4FpGgxUfn70NHChAAQpQIH8E7n+5BG9/WOoaPHXANnznkKCnRf156Fg0giiDFp0NEwpQIEMEWA0K1COQ7GGxnqeaPYsBi82m44oUoAAFKEABClCAAhSgAAVaLhCUIG4SpC7LhAIUoAAFqgks2ATsKA9mHLQXz5aBBNPqApdMEEzoExwbv327Egs2BoEh1ZdhngIUoAAFKBCmgEjwvqOThoIVrz/Dx9GJnhVffm8HGKwY5h7IvrJYYwpQIH8F7n+lBG8lghYP3HsbrjykBB07FKBAe1usFbToelv0PYgGwRvjeu8V+5YjYpMEoUg6n5jFCQUoQAEKUKDVBETE9bAoIqFtgwGLoVGyIApQIAMFWCUKUIACFKAABSiQJQJBUEUcwTRLKs1qUoACFGgzgap4HHPWBefIA/uH98VYmzWAG2pVgW/sb3D04OBrzns+qMJzK4NjpVU3ysIpQAEKUCAvBUSC6xCR5BQukMRoUEmtnhWvP8PDUYmeFV+avwNPzNmel2ZsNAUoQAEKBAL/eaUEcxNBiwfsXYIrDylyPw9dO2jRt+8nbmTQYgDHlAI1BfiIAhRoB4FkD4s6DWvzwTd5YZXGcihAAQpQgAIUoAAFKECBHBNgc9pSQCBtuTluiwIUoEBWCbzwaRUe+agK9y+pyqp6s7KtK3D6cIMvjAq+4nzukzg0YLF1t8jSKUABClAgXwVEgs9rIskpGgxWvMEFKwZSGqz45NztwYOMTlk5ClCAAhRobYEHNGhxyU63mQP23o6rDi1i0KLTYEIBClCAApksICIQkVCrGHybF2qRLIwCFGi0ABekAAUoQAEKUIACFKBANQH2B1UNg1kKUIACtQTmro3jL/OroEFptZ5q0sPxiZ8NbtJKLV2Y67eKwIwBgksnBF9vLtgYx2/fqmyV7bBQClCAAhSggEhwc04kOUW9wYrRiI8bz/Rw5H6B2Yvzd4DBioEFUwpQgAIUCAQeeHUb5iwOghan9A+CFjt2iNX789Da06LnGfDnoQO7rEhZSQpQgAI5KKA9K+oYZtNMmIWxLApQgAIUoAAFKEABCrS1ALdHgdwQENeMIHVZJhSgAAUoEJLA5ZMM/nGih2fP8fHomT40sC2kollMOwrs10NwyQQPxr55btgBXDebwYrtuDu4aQpQgAJtItAeGxGRVE8iIuKqoBMjBsa+CRnPg2cMfN9DLBpxwYpHjIQbXpy3A0+xZ0VnwYQCFKAABWoKPDhrG2YvLnUzNWjxyhlF6NSxoEbQYiTiI+IHI4MWHRUTClCAAhRoJwERcZ+LRCS0GpjQSmJBuSjANlGAAhSgAAUoQAEKUIACbSIQh/auGKRtskFuhAIUoEB1gZzLXzfDw1NnB0GKpw4z6N8p+DJt/gY92+Zcc/OuQb06AJdMMOjXEYjbXarBioVlecfABlOAAhSgQCsLiATXD7oZkSCvk/qCFQs0WPEMD4eP0KWBFzRY8a3twQOmFKAABShAgXoEHppVgjeTQYt7b8eVMwrRqVZPixq0qL0sauCi73sQDZbXUQzEvjWJ2CRRtkg6n5hV34TzKEABClCAAk0W0N4Vk2OTV25gBdPAfM6mAAUoQAEKUIACFAhFgIVQgAIUaJyAfqUokMYtzKUoQAEKUAA9CtIIF403uO04z/WiqD0pTu0v8Oq5WTN/fRU4ZL/AxRM8jO0dvGfeOKcSS7bEs79RbAEFKJADAmxCrgqIBO85OjFiYDRQpFrPih1iQc+Kh40I3o9eeHcHnmawYq4eDmwXBShAgVAFHp5Vgjc+2OnKnNx/O646pAidO8Zq9LQYjUagQYvJUYwJ3ovEQN+bRIL3KS1EJJ3XxxwpQAEKUIACYQiIiH3PkTCKSpVhUrlszLDOFKAABShAAQpQgAIUoAAFckgguL2VQw1iUygQlgDLoUA1gQvHGTxyuo8/HuW5qQYonjPSYEjXPX9pNm9jtYKYzUqBiyYYHDEw2Nd/e78KL6/iu2dW7khWmgIUoECGC4gE7zUiwdRokKIkAkRqBCt67megDx0evB89/+52PP329gxvHatHAQpQIIMF8rBqM1/bhjcW7XQtn9R/u+tpsUunmAtaLIhFEY3qGAmCFn3PTYOgRQMNpNe3KhFJBZKIiCuLCQUoQAEKUCAsgbB7V9R6MWBRFThSgAIUoAAF8liATacABShAgUwQCL5IDNJMqA/rQAEKUCDzBL461uAPR/n4/H4GHSNA347ipo2t6QZ7/2dFURBM0Nh1uFxmCZw9wuAcO2qtnvi4CvcvYY+ZasGRAo0V4HIUoEDjBESCT2YiySkg9p8LWqwWrNgx5uNXZ0VwyLDg+uK5d7bjmbd3gAMFKEABClCgqQIzX9egxVK32qT+O3DljCJ06RBFLGbHaCQVtBjxffgatGhH0WB6HcUg8ZZlp+LKEAmm7gETClCAAhTIO4GwGywi7j1GREIr2oRWEguiAAUoQAEKUIACFKAABShAgWYKBDe44gimzSyEq7WfALdMAQq0ksD3DzC47xQf2ovieaMNRvVs/obmr2dwW/P12n/NwwcZXDwh+CrznfVx3Pwu92f77xXWgAIUoEBuCYiIuwmnrRIRndjHcL1X1Q5W7Nwhgl+d5WPGvsFnuOfe2YFn7ehWYkIBCuSyANtGgVYTmPl6CV5P9LQ4ca/tuOqwYnTtGHU9LcZqBy1qAL1nIMbAMGix1fYJC6YABShAgUAg2cOiToM5LU9Ny4tgCRSgAAUoQIHWFGDZFKAABShAgfwREEj+NJYtpQAFKNCAwG8P91yAogYpHjfEoGdBAws2cfa8jUFAQRNX4+IZIDC2l+CS8cF75KoS4LrZDFbMgN3SClVgkRSgAAXaT0AkeJ/RGogEeZ3oT226QBANDDHG9WrVuWMEN5xhMD0RrPjs2xqsuB0cKEABClCAAi0VeOT1bZj1/k5XzIR+23HVoUXo1inqghb156EjkQii0Qi0p0UdtbdF43kMWnRiTChAgewRYE2zTUBEICKhVtuEWhoLowAFKEABClCAAhSgAAUoQIFmC7RaKE2za8QVKUABCrS+wLcnefj7iekgxQl9wv3yK9mC9zYkc5xmk0C/jsAlEw16dRDsqgKun1OB7eV8x8ymfci6UoACFMh0AZH0tYdIkDeJ3qrc1PPgGRMEK3bwcaMLVoQbnn57O557l8GKDoNJZgiwFhSgQNYLPPrGNsxaGAQtju+3A1ceUojunaKIxaKoHrTo2/cnHT1jYDwPJvHelXgrSwWWiATvbVkPwwZQgAIUoEC7CWjPijqGWQETZmEsiwIUoEA+CrDNFKAABShAAQpQoOUCwReHQdry0lgCBShAgWwQ6NUB+P2RHk4bJti7U+ueAZcXApt2MsgtG46L6nX07DeXF0/wsF+P4Pi4cXYldF9WX6Yt89wWBShAAQrktoBI8H6jAR8CCQI/PM8FK0YivvtZzl+d6eHgoXCDBiu+8O4Ol2dCAQpQgAIUCFPg0Te34dWFwXvM+H47ceWhRejROVYnaDHZy6JnDIznwTBoMczdwLLyWIBNpwAFagqI2E9IibHmM81/ZJq/KtekAAUoQAEKUIACFKAABSgQigALQdz+gx0ZTMODgQIUyB+BzTuBa16pxJy1rX/um7+hKn9gc6ilF483OGSAuBbd+l4lXl/T+seK2xgTClCAAhTIGwGR4H1GJJhqoIfUG6zou5+BnpYIVnzqre1gsGKzDhOuRAEKUIACjRR47M3teHVBELQ4rm/Q02KPLumgxWg0img0AgYtNhKUi1GAAhSgQLMFtHfF5NjsQmqtyIDFWiB8SIHcE2CLKEABClCAAhSgAAWyQUBsJcXeGLMT/lGAAhTIGwH9id+fvV6J5z9p3UC0eRtbt/zM2GG5VYvP7yc4Y3jw1eXMZVV4aBn3YW7tYbaGAhSgQPsLiIirhEgwbShYsVtHDVb0MG1o8F701NzteHFeEEDiCmBCAQpQgAIUaCWBx2Zvxyvv7XSl7993B646pBA9qwUtRiIRBi06nXxL2F4KUIACbSsgIhCRUDcafOsXapEsjAIUoAAFKEABClCAAjkmwOZQoI0EgttfbbQxboYCFKBABgn85q1KPNxKAWl6bp2/XtMMajCrsluBowYbXDjOc8u8uTaOv77HHjIdBhMKUIACFAhFQERSN9tExJWpE4HAGIHxPHjGwPc9dO+kwYoGBw0JriWe1GDF+QxWBAcKUIACFGgzgcfnbMPLiZ4Wx/bZgSsP2YpeXdM9LdYJWvSMey8z+p4mBvoep5UVEZ3Yx8HUPWBCAQpQgAIUaIRA2L0r6iaNJhwp0J4C3DYFKEABClCAAhSgAAUoEHxRGKTUoAAFKJCbAntq1S3vVeIfi8IPTJu/IQ7tyXFP2+fzmSEwvo/g0gnBO+KKojiuf7MyMyrGWlCAAhSgQE4IiATvMdoYkSCvEyMGLrAjEawYifjo2SWKG84wmDpElwY0WPElBisGGEwpQAEKUKBNBZ6YvR0vvRcEzI/tsxNXzih0QYsFBTEUxKKIVO9pMfFeZjwveG8TA32v0wqLJN/7gqnOa42RZVKAAhSgQG4JiIh9LwnGsFpmwiqI5VCAAhSgAAUoQAEKtJsAN0wBCmS9QNBbRxzBNOubwwZQgAIUaKbAvYur8Kd54QaoacBiM6vD1dpYYEBn4NIJHrrFBDvLgevmVDHYtI33ATdHAQpkvAAr2AIBEUmtLRLkXZCiGLip58G3Y0SDFTtHXLDigfsEqzwxZzsYrBhYMKUABShAgfYReLLae9GYPjtw1SGF6NUlgnTQoo9oNIKI77tegj1j39/s+5phT4vts8O4VQpQgAI5JJDsYVGnYTWLAYt7lOQCFKAABShAAQpQgAIUoAAF2kZAIG2zIW6FAhSoR4CzMkXg0eVx3DgnvKBFBixmyp7dfT1inuCSCR6GdQ+W02DFz4oZyB9oMKUABShAgTAFRILPXRrAIfYzmE6N57lgRd/30LNz8DPQBwwO3ocen70NLyd6tQqzHiyLAhSgAAXaSyB7t6u9/b44f6drwOjeO3DVoUXo3TWSCFqMQYPuGbToeJhQgAIUoECIAiICEQmxRIABi6FysjAKUIACFKAABeoV4EwKUIACFGiUQHA7rFGLciEKUIACOS3w0mdx/GhWJXZWtKyZxbuAxVt4dm2ZYtusffEEwUH9xW3sj/Oq8Na68H8e3BXOhP4sDd0AABAASURBVAIUaF0Blk6BDBUQCd5jRIKpBikKJNWzomeM642qVxcPN57pYUoyWHHONryyIAgMAQcKUIACFKBABgg8NXcbXpy3w9VkVK8duHJGIfp0i1QLWowgwp4WnQ8TClCAAhQIR0B7VtSxRmktfMCAxRYCcnUKUIACFKAABShAAQpQgAItFxBXRJC6LBMK1BHgDArkm8A76+O4+pVKrA/uwzSr+fPWM+itWXBtvNK5ow1O2Tf4mvKBD6vw2HLutzbeBdwcBShAgZwWEAk+aYkEU2ME+k+nxvPgGeN6pOrdxceNZ/qYPCj4zw6Pzd6OV95jsCI4UIACbS7ADVJgTwJPvbUdL7wbfFge1XsnrpxeiD6pnhajiGnAoo6+7wLyPWNgPA/GvgcaMUi8JdqpuE2JBFP3gAkFKEABClCgloCIuPcMEan1TPMfmuavyjUpQAEKUIACOSPAhlCAAhSgAAXaWSAOvSUWpO1cFW6eAhSgQAYJfLg1jmteqcRHhc2r1PyNzVuPa7WdwHFDDL4+NviK8tVVVbh9IYMV204/L7fERlOAAnkkICLuppo2WUR0Yh8DYv+5gA3PSwUr9unq44YzPEwaqJ/MgMfe3I5XFwSBIOBAAQpQgAIUyECBp9/ejucTQYv79d6Jqw4pRN9qPS0yaDEDdxqrRAEKtKUAtxWigPaumBzDKtaEVRDLoQAFKEABClCAAhSgAAUoQIHmC4hdVeyNMzvJ0j9WmwIUoEDrCKzZHsfVr1Zg3oYggKApW5m/gcFvTfFq62Un9xNcOj74enLpljium8391db7gNujAAUokKsCIpJqmkiQd0GKYuCmngffjpGIj77dNFjRYFKiZ8VH39yGVxcyWDEFyAwF6ghwBgUokCkCz7y9Hc+9u91VZ2Svnbhy+lb06x5BLBZFQSyG5gQtiogrjwkFKEABClAgKSAiEJHkw1CmJpRSWAgFKEABCrSuAEunAAUoQAEKUCAvBJoeipMXLGwkBShAAWzbBVzzaiVeWdX4gLZVJXGs3ka8TBUY3AW4dIKHTlGg2O7f6+Y0ft9maptCqRcLoQAFKECBFguIpG+kiQR5DVIUSI1gRd/3oMGK159hMHEg3PDfN7dh1sKdLs+EAhSgAAUokA0Cz769A8+9EwTaj+xdiu9M34q9uvlobtBiNrSZdaRATgiwERTIIoGwe1fUpjNgURU4UoACFKAABShAAQpQgAI5L5DZDRRXvSB1WSYUoAAFKFCPwPWzq/DEx40LbJu/kWHg9RBmxKyOEeDSiR726RpU55dvVmLddu6vQIMpBShAAQqEJSASfMJKBit6noHxPNezogYr9usWwQ2ne5g4INjif9/YhtcYrBhgZHnK6lOAAhTIN4Fn39kODVzUdo/sVYrvHFKE/i3saVHL4kgBClCAAhRQARGBSDDq4zBGBiyGocgyKEABClCAAhSgAAUoQAEKtEggCNKII5i2qCiuTAEKUCDHBW5+twr3Ldlz0OL8DTkO0T7NC2Wrl443mNJPXFm/e6cK7zG41FkwoQAFKECBlguIBO8vIsG0erCiGJMKVtyrewQ3nGEwYWDwGeyR17fhtffZsyI4UIACFKBA1groT0PrT0RrA0b03Ikrpm/F3j0iKCiINfvnobUsjnkrwIZTgAIUSAkke1jUaWpmCzMMWGwhIFenAAUoQAEKUIACFKBAOAIshQKA2H/gQAEKUIACexS48/0q3LZg90GL89bv/vk9boQLtIrAV8caHD80+Ery3sVVeGYF91OrQLNQClCAAnkmIGI/TdlRmy0iOoExYj9hCbRnxerBiv27+y5YcfyAIFhx5usleH1RWwYrggMFKEABClCgVQSef3cHnn57uyt7RK/SIGjRvu8xaNGRMKEABShAgWYKiNjPVnZs5ur1rhZ8O1jvU5xJgRwSYFMoQAEKUIACFKAABSiQBQLB7bIsqCirSAEKUCADBB5cWgXtna9GVRIPPtgcR0l54gEnGSNw0lCD80YHX0e+8GkV/rGIwYoZs3NYEQpQgAJZLCAiqdqLBPnqwYrG81I9K+7dQ4MVPYzbO/j0NfP1bXhjUWlqfWYoQAEKUIAC2S7wwrs78NRbQdDi8J6luGLGVgyw738NBS369n3SeJ4L9DdikHgrtVNxFCKSyrsZmZKwHhSgAAUo0GYC2rOijmFu0IRZGMuiAAUoQAEKUIACFMhdAbaMAhRoTQFxhQepyzKhAAUoQIFGCGjvfD9/owqVteLe5vMnhhuh17aLTO0vuGRi8FXk+5vi+PXcWjutbavDrVGAAhSgwG4EsukpkfSnKJEgXz1YUXtW9IyB73vQYMXrT/ewfzJY8TUNVmTPiuBAAQpQgAI5J/DivB14au42165hPUpxxfSt7n2wvqBF7YnYMwbG82CMoL6gRdhBJHiftVn+UYACFKBAngmIiAteF5HQWm5CK4kFtUSA61KAAhSgAAUoQAEKUIACeS0Qh/bvEaR5DcHGUyDXBdi+VhB4Y00Vrp5VicKydOHz1utZNf2YufYV2Le74JLxBgUesGlnHNfNrmzfCnHrFKAABSiQEwIi6ZtlIkFeAy0EAg2+EGNSPSsO6KE9K5pUsOLDs7bhjQ8YrAgOFKAABSjQWgLtXu6L83fiyblBT4v79ijFlQ30tBiNRFxgv2cMjOfB7CZosd0bxQpQgAIUoEC7CGjviskxrAqYsApiORSgAAUoQAEKUKB9Bbh1ClCAAtktILb6Ym+s2Qn/KEABClCgiQILN8bxg1cq8FlJHGWVwHv2cROL4OKtJNA1Clw6wWBgF3FbuG52FbbwlzedBRMKUKC5AlyPAjUFRIL3GA2wEPuZqnaw4sCeQbDi2P7Beg+9VoI3FzNYMdBgSgEKUIACuSzw0vwdeHJOELQ4tHspvjNjC/R9sXZPixq0GIn48EzNoEVjxPGI1Jy6mUwoQAEKUCBvBEQEIhJqexsXsBjqJlkYBShAAQpQgAIUoAAFKEABCtQnwP7A6lMJb56IuA/VIpyKNGDA+TxGsvgY+LREcPWsKszfCO7HDNqPl070MaGv/QrS1ulXc+NYvIX7R4TnYBEaiDTeABwoQIE6AiLi5okEUw2oEAhqBysO6hUEK45JBivOKsHsDxg5Dw4UoAAFKJA3Ai+9twNPzE4GLZbhO9O3YFAvD7WDFiO+Dw1a9LWXRR2NvrOK63ERdhARmwIiwRQcKEABClAgbwTC7l1R4ey3hTrhSAEKUIACFKBAawuwfApQgAIUoEDDAsEXfUHa8FJ8pvkCItRtvh7XpED2CGzZCVz7emX2VDjHa3r+WIOjBgviceCu96vw0mdVOd5iNo8CgUDYqQivY8I2ZXnZKyAiqUAJEXENaShYcXCvCG44w8PovdxiePDVbZi9mMGKgQZTClCAAhTIJ4GXF+zA43O2uSYP6a5Bi4UY1DMIWoxFo4hGfESiEWjQogb/eybd06LA/hO3KkSCjEgwDeYypQAFKJC/AvnSchFx7wEiElqTGbAYGiULogAFKEABClCAAhSgAAUo0FyBuFsxjmDqHjCpT6DR80Qk9QFaRGqsJyI1nhPhYxEaiNBAhAYiNBAJx+C04QZfHG3s+RZ4ZmUc938Yt/lwyhZhOSI0EMltgxoXL/aBSM322ln8o0DeCYhIqs0iQd4ken/S4ArjedBeoXzfwz69g54VR/WLu3UeeKUEc5bsdHkmFKBAVgiwkhSgQMgCr7y3E48lelrcp1sprjykEIOr9bSoQYt+xEc0EoFv30v1PdV4nuth0Yixn+eCComIy4iInScuz4QCFKAABXJbINnDok7DaqkJqyCWQwEKUIAC2S7A+lOAAhSgAAUo0N4CAmnvKmT19kUEIsGoDREJ8iK1p7DLcbQsdBAeBzwOeAy0xjEwfW/BReM9xCGYtwG4eV4VWmM7LLO5xy/Xy4ZjxwVh2YqKiH39BCOqDSLBPBGpNpdZCuSugEj6WBcJ8u51AkEyWNEzxgVYDO0b9Ky4XzJY8dUSzP2QPSuCAwUoQAEK5L3Aqwt24LE3g5+HHty1FN+ZvhX79PZSPw9dEIu6nhYbG7SooCLB+7LmOVKAApkmwPpQIBwBEYGIhFNYohQGLCYgOKEABShAAQpQgAIUoAAFKNBigRYWEG/h+vm6uojU+bAsIo5DJ8nRGIGOgvQ//R/iHA1oQAMeAzwGwjoG9uvl4aIJPiKewdrtghvnxnmOER5fYR1f+VBO+ioluG5x1y4CBNczYqfBiGqDiFR7xCwFck9AJH2Mi4h7HbjXBqRGsGIk4mNonwiuP91gZN/g09V/XinB3CUMVgSH8AVYIgUoQIEsFXh14Q48+uY2V/vB3cpwxfStGFItaDEWjbigxYjvu/8IULunRX0P1pVFRCccKUABClAgDwS0Z0Udw2wqAxbD1GRZFKBAqwqwcApQgAIUoAAFKJC7AsEXfEGau61sjZaJ1FQTEYjoCDvV0eYhNYJlPM9zNzY9z3BKAx4DPAZ4DIR4DPTuZPDN8T726uyhCga/eQcorWr6uZbnZ5rl6zGgN3/TbfdQPUBTr2j0eXuZg2C0czSDYBCRIMOUAjksICL2+NcR7vWhrxfjefCMQTJY8YYzDUb0iUOH/7xcgrfYs6JScKQABShAAQrUEJi1cCcefSMRtNi1DFfMKMTQPj5isSgKYjHsLmhRIDBGoINIzanO40iBpghwWQpQIDsERAQiwRhWjU1YBbEcClCAAhSgAAUoQAEKUCDjBVjBjBWIQ2+pBWnGVjLjKiYiNeokIu5Ds35panPuJqbe6NcbmToaDcrxPXhu9OFH/EQ+mKePOQYudKADjwEeA805Br45KYaxfSOwJ1f83zzBp9s9d65tTllch8dgPhwDnrsmCa5DNK9t9nzfvoR8pK5b9PrFjV7q2kZg/0lwGSSSyNiHIum8fcg/CmS9gIhARFw7RJJTBK8FI/Z14rlgRd++ljTI4obTBcN76ycr4P6Xi/HW0rzuWREcKEABClCAArsTmPX+TjzyehC0OKhLKS4/eAv27cugxd2Z8TkKUIAC+SqgvSsmx7AMTFgFsRwKUIACFKAABShAAQpQgAIUaL6A2FUFYlP+NUdARGD/ghECY6r1TuVu/HvQn7BxP2fjeYjYm5qaj0YiSI76mKNvbTjyOOAxsPtjgD71+VwwLooZAyOIGx93LzF4Z6Oea2lVnxXn8bhIHgPJa5DkNJiffu3otYtnr1uMZ6Cjp1MN0rLXOfqfMlLXPppBMIhIkGFKgSwXEEkfyyJB3tjjX9y1vtjXhJcKVhzW14cGKw5L9Kx438sleHtpGThQgAIUoAAFKLB7gdcX7cTM10vcQoO6luHyaZsxrIU9LYqIKy83EraCAhSgAAVUQEQgIpoNbTShlcSCKEABClCAAhSgAAUo0FIBrk+BPBeI53n7m9t8EbEflmFHO4VAb2T6voGOGpgYtflYxEdBLIJYxEMHO+0Qi9qpjhE7TY93Cn2dAAAQAElEQVQdC6LgSAMeAzwGeAw07Rg4fb8YTh4ZA7wIXljt46U1Ps+lfD/hMdDIYyC4Lokkrkf02iSKgqi9bkmMMTuN+BH3Hy80aNF4nrvWERHXy5yIQAeRYFo7r485UiAjBXZTKZG6x7Ne44u91vc0cNe+Djxj7PW+h+H9fFx/hsGwPnDDfS+V4B32rOgsmFCAAhSgAAUaI/DGolLMTPS0OLDrLlw+XYMWDWL2u7OCWAyxaAQRHX3fvff69n3YeIlrUvvenHzbFpHU5kTS+dRMZihAAQpQIGsFwu5dUSGMJhzzQ4CtpAAFKEABClCAAhSgAAUyVSD4Ei9IM7WOmVMvEYGIuAqJpKcCCW7g25uXr1zTGfP/pzPevbYj3v5pB8z9cQyzfxjBm3Z8/WoPr/3AYNb3Ba9+r+b4yncBjjTI9mOA9ecx3NbHwE/PjmPY2Eo3XnRiFc+jfC/hMdCEY6D6tYhem+g1il6rvHGN765bfnJKFNGIj4gd9eawZwyM58EFbdm8Xv8kLocgIkgOIul8ch6nFMgGAZH0sSsi9rgGTKJnRXfc6/FvjHtNjNgrgutP9zCsN9zw7xdL8M6yUpdnQgEKUIACFMgHgbDa+Ib2tPjaNlfcgC67cPnBWzG8r4eCghj2FLSoPX8b+16tK4uITtwoks67GUwoQAEKUCBrBUTEfjYLxrAaYcIqiOVQgAIUoAAFKECBPBBgEylAAQq0kkDQt2IcwbSVNpJzxYqIa5N+KSoQdyPTeJ77397gQAEKUIACFKAABXJAwDMG0ZgGLUYQjURckJYGLoq9KWzsKCL2KsiOkgONzawmsDbtICCSPpBFBPbPjuJ6E60TrKg9K55usG/v4DPUv18qxrsfMVgRHChAAQpQgALNFHjjg514eFaJW3uA9rR48BYM72MSQYvRPfa0qNemurKI6IQjBShAAQrkkECyh0WdhtWsDApYDKtJLIcCFKAABShAAQpQgAIUoEB2CggkOyvehrUWqWnkHtp7lCICMQbG3rj3jAcRcbV6dXUpHl+5g2NGGXB/8JjkMcBjgMcAjwEeA3s6BjbsqHTXMr7voUADFqMRRO0Y8X3Xu6K73jHGXfuISOraR0TcekwokG0CIuljV0TsMQ07CpK9NhnPg2eMC9oduZf+DLRgaC/7QQDAv14sxrvLymyOfxSgAAUokFkCrE22Cby5uBQPJYIW99aeFqdvwYi+BgUFBe6aNKbXozraa1K9TtX/SGM8L7gmhbgp7CAiNgVEgik4UIACFKBAVguISOjndJPVIqw8BShAAQpQgAI1BfiIAhSgAAWyWiC43ZbVTWizyouI25aIuA/Kxoj7UtQzXp0eFt/ZsAscacBjgMcAjwEeAzwGeAxk0zGAxOAZe4M4FnM3iCORCPyIDw1a9H3PBW+Jfd7Y6yCB/SeJlTihQJYJiKQPXpEgLyKoL1hxv/4+rj9dMKQn3PCvF0ow7yMGKzoMJhSgAAUoQIEQBGYvLsWDs4Kfh+7fWX8eeguG95WaQYv2ujR5TZoMWvQ8o1ek7vs5rYZI+j1dH3OkAAUoQIFmCmTAatqzoo5hVsWEWRjLogAFKEABClCAAhSgAAUoQIHmCCS+wGvOqnm8jvveMw77RaiBGGNv2nvQL0f1i1IRabYMV6QABShAAQpQgAKZIqBBih0KYvYGccz9DF/U3hz2fQ96vWPs9Y/RYEV73SMiEBFXbZFg6h4woUCGC4ikj1eRIK/HdfVgRT3e9bgf1T+C60832CcRrHjvC8WYt5w/A53hu5jVo0BGC7ByFKBA/QJzFu/EA68GQYt7dd6FKw7eihH9jL0mTfS0GIsgYq9Lqwct6ndz+h4uEPtdnUAHkfRUJMjrfI4UoAAFKJBdAiICkWAMq+YmrIJYDgUoQAEKUKARAlyEAhSgAAUoQIF6BeKI2/lBajP8q1dARGrMF5HEh2S4L0L1pr3ezPTsTXwHWmNpPqAABShAAQpQoA0FuKmQBDzPQ8cOemM4hmg0imjEh+/70PmeZ6BBXWISX/PbC0p7eZTasoik8sxQIBMFRNLHqIi4a3ujQbiQ4PreHv96fe/b6/sxA6K4/gzB4B72QAdwz/PFmL+cPStaCv5RgAIUoAAFWkVg7pKdeOCVEld2ELS4BSP3ELRoPM+9h9t3dTfVlUVEJ24USefdDCYUoEAuCLANeSCgvSsmx7Caa8IqiOVQgAIUoAAFKEABClCAAhSgQPMF9Os6sTfm9lwCl6guIGLVdLR2enPTs1+M6k3N6sswTwEKUIACFKAABbJVQAO1CrSHxVg06GExqr3Z+PB8D54x9kawgb0UstPgmihb28l655+AiKQaLSLuOLYTaBCup8G4iet6fQ2MGeDjutOAQd3TwYoLPmawYgqQmRwWYNMoQAEKtK/A3A9L8Z9E0GK/TtrTogYtot6eFiMR3/UC7vl+cG0KcVPYQURsGvyJpPPBHKYUoAAFKJDpAiICEQm1mibU0lgYBShAgWwXYP0pQAEKUIACFKBAOwoEt9/asQJZsmkRsR+OAZvCZm1G7BegBp69qenZm5u+vYEvIuBAAQpQgAIUaFCAT1AgSwT0P2J0KIghGo24UXtX1HmeMe76x2hvdInrHhGx10aSJS1jNfNZQCR9nIqIPW5hR3HBinpMG8+DHud6XT+mv4frThMM6gE33P1cMRis6CiYUIACFKAABdpE4C0NWnw56GmxbyJocb+9UCNoUXsC15+H1qBFzxh4tYIW7du9e69vkwpzIxSoLcDHFKBAiwXC7l1RK8SARVXgSAEKUIACFKAABShAAQqEJsCCmiMgbqUgdVkmTRAQEfelp0lMPePZtRn+aRH4RwEKUIACFKBAlgt4nnGBirFYFHoDOBnEpfN1FBEX5GUvhsCBAtkgICKpaoqIO3Rt6o5jYwTG85A8zsfu7eP6Mz0M7A433P1cERauYM+KDiNDElaDAhSgAAXyQ+CtpaW476Vi19i+nSpwxcFbMbq/qRG0GIlEUD1o0Xge3PUqJPgngIhNgNQUHChAAQpQICsERMSdu0UktPqa0EpiQRSgQFsIcBsUoAAFKEABClCAAjkpEATXxRFMc7KJrdQoEf2AHLcflmFHsV+EenY04EABClAgywVYfQpQgAJOwLM3eoNgxeAGsPY4Z4xnr3c8iDEwotdCcNdBIjYfhxtEbN7lmFAgcwRE0seliATHLQRGj2Vjp/Z4TwYr7j/Ax/VnGAzoFhzU/3iuGAtX7AIHClCAAhSgAAXaR+CdZWW4L9HTYp+O5bh82maM7i8uaDEWjSAWs9er1YIW9T3deHrdaq9Z7Xu9feeHffu3o7gGiEgq72bkb8KWU4ACFMh4gWQPizoNq7ImrIJYDgUoQAEKUIACFKAABbJDgLWkQOYK2K/pMrdyGVgzEXG1EhH3Bafe6BQRe8MzeAwOFKAABShAAQpQIMsFjL220Z5q9Iav+znoxM/r6XyxbRMRdx0kIvZRENjlsvYR/yiQSQIieowGNRIRe9zCjXoNb4zAeF6qZ8VxGqx4umDvRLDi358txvvN6lkRHChAAQpQgAIUCFHgnaWl+PdLJa7E3omgxTF71w1a1GvXSMSHZ4x7jzf6Xm8MRP8JIGITBINIOh/MYUoBClCAApkmICI1zt1h1M+EUQjLoEBKgBkKUIACFKAABShAAQpQoNkCwS3mZq+eVyuKiGuviLgPyiJiH8dh7BegIvyoazH4R4HWFWDpFKAABSjQJgJiDDwN5PI9OzUQETv13FQDvUTE5ZHoqVtEwIECmSYgkj4uRcQes4BNYex1u7HX78bz0sGKA7VnRUH/bnCDBisuWlnm8kwoQAEKUIACFGgHgVqbfHdZKf79YrGb27tjhetpcezegg4dClAQi7qeFqPRqHtvrx20KCLuGsBOICKuDE1E0nl9zJECFKAABTJLQHtW1DHMWpkwC2NZFKAABShAAQpQgAItF2AJFKBAPgoEX8oFaT62vxltrh7dmciLiPuyU2/eN6NErkIBClCAAhSgAAUyTsBe3sBPBCsa+0CDu+wEyesdEb3+CaotIkGGadYI5ENFRdLHpYjY63XApu4Y1uPZeJ4LaNDjfMLgCG443WCvrnDDXc8UgcGKjoIJBShAAQpQIKME3v2oDP9KBC326qBBi1swtr9BLBatEbSoPYVXD1r0POOuAUSvBgQQsQmCQSSdD+YwpQAFKECBTBEQEXfOFpHQqmRCKyk7CmItKUABClCAAhSgAAUoQAEKZKBA3PWJE6QZWL0MrlIiVrHGh+UQPzNncMtZtT0I8GkKUIACFKBATggYE9zU1Z7oJJEXiGubSDB1D5hQIAMFRNLHqIjA/sGmLlDBGIHxvFSw4sTBEVx/mqBf1+AK/66ni/DBJ7vAgQIUoAAFKLAHAT7dTgLzNGjxhRK39Z4dynH5wZux/96mRtBiJBJB7aBFdw1gjLsmcNcGmrhSmFCAAhSgQKYKaO+KyTGsOpqwCmI5FKAABShAAQrkiwDbSQEKUIACrSEgtlCxX9XZCf+aICBi1eyoq+itTRHRLEcKUIACFKAABSiQMwIiApHaY83miUjNGaE8YiEUaL6ASPqYFBF7DAM2RRCEKzCelwpWnLRPBNefLujbRa/ogTs1WPFTBiuCAwUoQAEKUCDDBeYtL8U/nw9+HrpHQRC0OG5vg4KCWKqnxaYELYpIhreY1aMABSiQqwK7b5eIQER2v1ATn2XAYhPBuDgFKEABClCAAhSgAAUoQIHWEghuz7VW6blfroj9wGwRRew005vL+lGAAhSgAAUoQIFGCIgIxC5nJxDRHGpMRYJ54ECBDBIQSR+XImKPWcCmqD9Y0cd1pwJ9OtsLeWiwYjEWM1jRSvCPAhTIGQE2hAI5LvDex2W4JxW0WOF6Why3N5oUtKhEIqITiIgb3QMmFKAABSiQEQJh966ojWLAoipwpAAFKECBnBJgYyhAAQpQgALZJyCuykHqskyaKSBCxWbScTUKUIACFKBA1gnkS4VFgusbnYgk88E0XwzYzuwREEkfmyIC+2dHqTdYcbL2rHiaoE8XuOFvTxVh8adlLs+EAhSgAAUoQIHsEVhQLWixe0EFLp+2FeMHSJ2gRd/zEIn48IyB8TwYI4nrBJ3C5ZEYRCSR44QCFKAAQIP2FRARd44WkdAqYkIriQVRgAIUoAAFKEABClCAAhSgQDMFgt5E4gimzSwkzNWyuiyR8D40ZzUEK08BClCAAhSgQM4IiPD6Jmd2Zg43RCR9nIqIvaEF2BRGDDQgwXgm9TPQU4boz0ADvTvDDXc8VYQln/FnoB0GEwq0rQC3RgEKUCAUAQ1avPu5YldWt4JyXD5tC8bX6mkxGo0i4vvQoEUNXjSeB89eH+j1ghsFELEJgkEknQ/mMKUABShAgfYQSPawqNOwtm/CKojlUIACFKBAYwW4HAUoQAEKUIACFKhfQCD1P8G5FKAABShAAQpkoQCrD0AbpwAAEABJREFUTIFwBER4jRiOJEtpTQGR9HEqIrB/sCmMqR6sGAQoHDA0gutPA3p1CmqkwYofMlgxwGBKAQpQgAIUyGKBhSvKcPezRa4FXWPluPzgzZgwAHV6WtSgRd/33H9kMJ7nghb1mkH06kEAEZsgGETS+WAOUwpkogDrRIHcFhCRGufmMFprwiiEZVCAAhSgAAUoQAEKUIACFGhTgRzdGPtXzNEdy2ZRgAIUoAAFKEABClAghwVEJNU6EbE3spDoVbGeYMV9PBes2DMRrHj7k4VgsGKKj5n6BDiPAhSgAAWySmDhyl34+7NBT4tdY5W4fNpmTBxYO2jRR+2gRWPE/UcHgf0ngIhNwIECFKAABTJBQHtW1DHMujBgMUxNlkWBHBFgMyhAAQpQgAIUoAAF2log+AIuSNt629weBShAAQrkqwDbTQEKUIACFGipgEj6U4yIwP65YEURgQs88Ax8z4f+9OOBQ3xcf4ZBj45ww21PFGLpqnKXZ0IBClCAAhSgQO4ILFpZlgpa7BKrxLcP2oxJA8X1tNihIOamem3QUNCiEeOuKUTEoYiIfSwuz6R5AlyLAhSgQEsERMSdh0WkJcXUWNfUeMQHFKAABShAAQpQgAIUoEAYAiyDAk0UiEN7VwzSJq7KxSlAAQpQgAIUoAAFKEABCrSDgEj6ZpWI2BtYaDBYcepQH9efLujeQT/5ALc9UYRlq3MiWLEd5LlJClCAAhSgQOYLLFpZhrueKXIVdUGL0zZh0iBBLBZFgY4FMfcfGuoLWhQRuH8CiNgEwSCSzgdzmFKAAhSgQFsIaO+KyTGs7ZmwCmI5FGg7AW6JAhSgAAUoQAEKUIACuSegX7cJJPcaxhZRgAIUaLYAV6QABShAAQpQIFMFRNKfXUQE9i8VrOh5Bp7vVetZ0cN1pwLdEsGKt7pgxV2Z2jTWiwIUoAAFKECBkAQ++GRXKmixc1R7WtyEyYPhghZj0YibBj0t+vDdtYMH49nRCIwxEP0ngIhNEAwi6XwwhykFKEABCrS2gIjUOBeHsT0TRiEsgwIUoAAFKEABClAgywRYXQpQICMFgr5GMrJqrBQFKEABClCAAhSgAAUokI0CrVBnEUmVKiL2xhVgU4gIPM/A2NEznus16aB9fdxwuqBbR7jh1scL8dFqBis6DCYUoAAFKECBPBDQoMU7ny52LQ2CFjdj8iCgQ4cCdCiIocCODFp0PEwoQAEKZKxA2L0rakMZsKgKIY8sjgIUoAAFKEABClCAAhSgQNMExC0epC7LhAIUyAIBVpECFKAABShAAQrkm4BI+lOLiMD+uZ4VjTH1BCt6uO40oGuHQOmWxwrx0Zry4AFTClCAAhSgQBYJsKotE1j8aRnufKrIFdIpUolvT9OgxbgLViyIRd00Go0gGomwp0WnxIQCFKBAZgmI6Ge/YAyrZiasglgOBShAAQpQgAIUCFGARVGAAhTIM4Ggb8U4gmmeNZ7NpQAFKEABClCAAhTIXwG2PIsERCRVWxFJBSuKCIz+dKNn4CV6Vpw2zMP1pwm6FsANtzxeiOVry12eCQUoQAEKUIAC+Sew+LNduKN60OJBmzFlcNwFK2rQYiwWdb0zM2gx/44NtpgCFMh8gWQPizptQW1rrMqAxRocfEABClCAAhSgAAUoQAEKUKD9BOwtv/bbOLecgwJsEgUoQAEKUIACFKAABcIREJFUQSKy22DFgxPBil0SwYp/fawIy9mzYsqPGQpQgALhC7BECmSHwIfVghY7ak+LB23GAYMaH7RoxLhrEBFJNVgknU/NZIYCFKAABUIVEBF7/pVQyzShlsbCKEABClCAAvkiwHZSgAIUoAAFWkGA/Su2AiqLpAAFKEABClCAAi0R4LoUoECNG1MiYh8DGjBgjIHnGRg7+p7vekWaPtzDdacLOscCuL88WoiP1+4KHjClAAUoQAEKUCDvBTRo8fYnC51DB78Sl03b2OigRRGB+yeAiE0QDCLpfDCHKQUoQIFmCHCVBgW0Z0UdG1ygGU8wYLEZaFyFAhSgAAUoQAEKUIACFKBAuALBl2pBGm7JmVwa60YBClCAAhSgAAUoQAEKZLaASPpTiojA/rlgRRGBSfwMdDJYccYIH9edZtA5Cjf85b+FWLGu3OWZUIAC+S3A1lOAAhSoLrB0VTluf7LIzerox/GtaZtw4OA4CgpiKIhFEbNjJOIjGonA9z34ngfjGbhrD2Mg+k8AEZsgGETS+WAOUwpQgAIUCEtARNw5V0TCKhImtJJYEAUoQAEKZJIA60IBClCAAhSgQFYJxKG9KwZpVlWclaUABShAAQpQoH0FuHUKUIACrSYgkr4ZJSL2BhWgPSuKSBAw4Bl4xnM9Kx46MoLrThN0iuonG+DPjxZixfpycKAABShAAQpQgAL1CSxdtQu3PREELXbwq1zQ4kH7AAWxmB3rC1r0waDF+iQ5L48E2FQKtJuA9q6YHMOqBAMWw5JkORSgAAUoQAEKUIACFKBAjgm0bXPEbk4gNuUfBShAAQpQgAIUoAAFKECB9hUQSX82ERHYv1SwoqeBir6XClY8bL8Ifnka0DGSCFb871asZM+K7bsDufUmCnBxClCAAhRoD4Flq3fhlscL3aYLvCpcNm0jDhoShwYtxqLRenpa9Bm06LSYUIACFGhbARH9TCihbtSEWhoLowAFKNBYAS5HAQpQgAIUoAAFKFBHILi9V2c2Z1CAAhSgAAWyV4A1pwAFKECBrBMQSd+IEpE6wYrau1GyZ8XDRnr4xSlV6OAHn2b+9MhWrFxfkXVtZoUpQAEKUIACFGgfgeVrylNBizFThcsO2ohpQ+PoUBADgxbbZ580e6tckQIUyFmBsHtXVCgGLKoCRwpQgAIUoAAFKEABCmShAKucSwLiGhOkLsuEAhSgAAUoQAEKUIACFKBAmwuIpD+ViEi9wYq+57ufgT58pI9fniboEBFXzz8+UohPNjBY0WGEnLA4ClCAAhSgQC4L1Aha9OK47KBNOLh60GI06q49opEIfN+DXovof6AwRmCMSfQCDXvdIkgOIul8ch6nFKAABSjQPAERcedYEWleAfWsxYDFelA4iwIAiEABClCAAhSgAAUoQIE2FAh6I4kjmLbhhrkpClCAAvkuwPZTgAIUoAAFKJAQEEnffBIRe0MKLgBAAwE8z0ADAzRAQAMFjtjPxy9PBwr8YGUNVvx0Q3nwgCkFKEABClCAAhRoooAGLf71sSK3VtT1tKhBi1VBT4uxqOttMRLxUTtoUa9RRMRds9iJvX4RJAeRdB5AcjanFKAABSjQRIFkD4s6beKqDS7OgMUGafgEBShAAQpQgAIUoEDLBLg2BSjQVAGBNHUVLk8BClCAAhSgAAUoQAEKUKDFAiLpzyIiAvvnbvwb7bVIey/yjOvNyPc9HDnKxy9PA2Ie3PCHmVvBYEVHwYQCFKAABShAgRYIfLx2F/7yaKErIaJBi1M3Yfq+uw9aFHudwqBFR8aEAhSgQKsJiOhnRAm1fAYshsrZhoVxUxSgAAUoQAEKUIACFKBAzgmwf8Wc26VsEAVaLsASKEABClCAAhSgQCsLiKRvPIlIKlhRRGCMHasFKx6lwYqnAlEPbrj54a34bGOFyzOhAAUoQAEKUKAFAlzVCaxYV54OWvTiuGzqJszYN15vT4va46Lv+RB7vZIMWrRXMu5aRkRceZqIpPP6mCMFKEABCjRNQHtW1LFpa+1+aQYs7t6Hz1KAAhSgAAUokMMCbBoFKECBzBEIvjQL0sypFWtCAQpQgAIUoAAFKECBXBBgGxoWEEl/ChERd4PfiLFTgd74N9WCFY8eHcEvTxNEPLhBgxVXbWKwosNgQgEKUIACFKBAaAIatPin/wY9LfomjkunbsCMYXWDFiO+j+pBi+4/Whh7HYPgmkZEUnUSSedTM5mhAAUoQIFGCYgIRIKxUSs0YiHTiGWaswjXoQAFKEABClCAAhSgAAUoQIFGC8ShvSsGaaNX4oIUyAQB1oECFKAABShAAQpQIEsFRCRVcxGxN6CAhoIVjxnj45enxqFBA/rh5eaHC8FgxRQfMxSgAAXyQYBtpECbCnyyvhx/+u9WxO2Xpr4BLjtQgxar6vS0WD1o0fM9GCN2NIlrGtjrG0FyEEnnk/M4pQAFKECBPQto74rJcc9LN24J07jFuBQFKEABClCAAm0vwC1SgAIUoEA+CejXZQLJpyazrRSgAAUoQAEKUIACToAJBdpeQCT92UNEYP/cjX1jTJ2eFY8d4+MXp8Th2TtKVfE4fv/wVqzaVN72leYWKUABClCAAhTIK4FP1ldAe1rUIBm9DvnW1I04ZFgQtFhQEEMsGnU9LCaDFj3jwXgePLuwiLhrGzux1zmC5CCSzifncUoBClCg7QSyc0siUuNcGkYrTBiFsAwKUIACFKAABShAAQpQgAIUaLlAvOVFsITaAnxMAQpQgAIUoAAFKEABCtQQEJHUYxGxN57gbugbYyDaK5Fn4Hs+fN/DcWMj+MWpgGfnV9oPLDc9XIg1m/kz0OBAAQpkngBrRAEK5KTApxu0p8Ui6H+asJcj+NZBm3Do8CoUxKKoL2jR9zwYL/gPGCLirnHsxF7vCJKDSDqfnMcpBShAAQo0LKCB4zo2vETTnzFNX4VrUIACFKAABQIBphSgAAUoQAEKhCUQfEkWpGGVyXIoQAEKUIACFKBAOAIshQIUyB0BkfSnDhGxN+/hbuQbY2CMQHskSgcrBj0r2tmorAJufngr1jJYERwoQAEKUIACFGhbARe0+Eihux4RxHHZgRtx2IiGgxY944FBi227j7i13BFgSyhQn4CI2M+OwVjf882ZZ5qzEtehAAUoQAEKUIACFKAABShAgVAEEoXE3TRuv3BzGSYUoAAFKEABClCAAhSgAAVCFhCRVIkiYm84IRWsKEagN/Y1WDES8XH8WB+/PBVumYpK4CYGK4IDBVoowNUpQAEKUKAFAp9trMCfHtkaBC0KgqDF4ZXoUBBzPS0WxGLQa5iI77spgxZbgM1VKUABCtQS0N4Vk2Otp5r9kAGLzabjihSgQOYLsIYUoAAFKEABClAguwQEkl0VZm0p0AiBWKwjZsz4Ei7/9r245gePY/y44xqxVs1FwiijZon1P+rTZwhOPeUH+N53Z+KqKx/AkKGT61+Qc9tcgPumzckzfoM1j4n2f73us89EfO5z/+vOc5declfG+7GCFKBA/gmIpD9riAjsX41gRc8zSAcrevjFqXBDeWUcNz28Beu2VLjHTChAgcYL7H/Q4bj4F3/Cjfe/hHMu+2GdFWMdOuIbP/t/+NUDr+Daux7HtOPOqLNMY2Z069UXJ3/1Mvzsjkfx09tnYti4KY1ZrcnL9Bs41LXj2jsfa9XtNLlieb6CHkdHnnkervnz/fjF3U9jyuEn5LlI5jb/oGNOw+W/vr3Bc0Lm1jxzarZqUwX+qEGLlUGdLpu6CYcNq3BBizH9iZJsNvYAABAASURBVGgGLQYwOZ2ycRSgQHsIiOhnSAl10wxYDJWThVGAAhSgAAUoQAEKUCDHBNicNhUI+lls001yYxTAl754I77+tT+ELjFg4Bicc/bPceUV/8HRR12EHj32hrszjsYPYZTRmK2N2u9QnPfl/8M3L7wVkyadhE6dujdmNS7TBgLcN22AnGWbyLRj4uBpn4cGKH7lvN9h9KjDECvolGWirC4FKJAPAiLpG0si4i7JjBgYo6PU+BnoE8b6+N9T4AYNVtSfgV6/NREV4OZmbnL8Fy90QSC/eeg17GnUALFf3vscfnLbwzjve7/AvmMnNbthGsR15je/ix/88V+4/l8v4NcPznLb16kGD33r+lugQSq720Bj637R/9xUbzEaDLe7Nje0Xo3C+CAUAQ0eO+HLF+NHtzyIr/zgOgwbOxGeH6m37NFTpmOfkaPta9FD567dMebAGfUu19DM/SZOxTev/T2u/uO/cfjp56JLj54NLdqi+Rp4qdv5zv/9DVOPPgWdu/VoUXlcORyBwSPH2vPXL/GTWx/Gieddgl57DYDY83o4pbOUsASSAcU/vu0hnHXJDzBo+OgGzwlhbTPXy1mtQYv/3YqKquCb1EunbsLhwytrBC1GoxGwp8VcPxLYPgpQoC0Fwu5dUevOgEVV4EiBdhLgZilAAQpQgAIUoAAFKBAIiJsEqcsyoUCbCIwbdzQGDRqLvn2HQPNhbtT3oli/fjneW/AsKip2NavoMMpozIaj0QIs+2gOli17E/F4VWNW4TJtJJAr+6aNuPJiM5l2TFRUlmPuWzOxatWivPBnIylAgewTEEl/yhARGGNH0UBFA9G8Z5DsWfGk/X38/JTg5n95BXDTw4XIlmBF2OGZ++7Aj75wJG659nKsXLLQXtcFbbFPYf2qFXjz6YfxwF9uxMO3/h/en/0KKsp3QQNJxk8/Chf+7Hc459JroMFmunxjRl333Kt+jit+cwemHX8m/EgU8157Dg/+9Ve4/w/X4aWH/4lN61Zh4PD9XJCK9n6mwV71la11//uN1+DjD+ajsrKyxiJVVZVYNPdV/O47X8Ft/3tljeeSDx78y6/qtDsej2P1x0tx929+0uB6yfU5DVdgV+kOvPb4AyjesnG3BS9+5w2s+GCh2+fbigvxwVuv73b52k/GOnbCsgVvY/E7r0OPk9rPh/U4GivAkndnY/HbbyBexc9LYbm2tBw956z95CO888oz7nzW0vK4fusIRKIx7Nxeglce+Re2FW5pnY3kYakuaHFmISoqg/f6Sw7ciCNGpIMWY9Eoog0ELRpjr4PEXgfZSyQRmyT8RNL5xKxmTbgSBShAgVwUEBGIBGNY7TNhFcRyKEABClCAAhSgAAUo0A4C3CQFckQgDv16LUhzpElsRlYIjBh+MGKxzm7UfJiV/uST+Zj12j1YsvQ17NxZ3Kyiwyij9oa1t0ftVbL6/AULn8OcOQ/gww/fwK5dpdWfYr6dBbhv2nkHtPPmzzrzpzjllO/XqEWmHRNvvTUT77zzKD799D1UVpbXqCsfUIACFGhvARFJVUFEYIxA/+mNerF5zzPVghU9/E+iZ8VdFXHoz0Bv2FqBDBoaXZWPF83DWy8+jl1l6eu6Tz5chJm3/z+89cITmP3sI/jn767FLT/9NtauXO7K1cCfA446CWdeeJV7vKdEe2T8xs9+hwkzjoZFxRtPPYwbLzkHGjio23jnlafx9L9uxR+uvtBta8u6Na73s9Nt+ad/o/5tfDh/Lm752bfx3qxnawSfbS8qxBtPz3RBl9jNUL3dVVWVmGfrcPMPLsD7c17ZzVqZ+dSoSdNw+a9uw7BxUzKzgrupVdnOHXjxoXsw6/H7sXH1p7tZEtBl77rxavzo84fjF+ef4o7N3a5Q68kFb7yElx+51wUSlpeV1Xq2eQ/PvfLnLni3+trvvvqMa88Hb71W43VVfRnm215AX/MvPPgPvD/3VewoKWr7CnCLdQTqO3dtWvuZOye8/uRDWP/ZijrrcEbzBdZsrsAfHylEub1u0VIuPmAjjhhekeppMRaNIhLxUbunRXc9pNdFYmAndhRd3Y0i6bybwYQCFKAABZyA/meo5OhmhJCYEMpgETkrwIZRgAIUoAAFKEABClCAAm0loF+HCaStNsftUAD6c8vau6KIQERcT4s6L2yalSveRWnpthYVG0YZWoFePQdi1KhD4PtRfVhnjKMSiGv4cJ2ncnxG5jeP+ybz91HYNRwxfCqGDJ0Me4aqt+hMOyaqeO6odz9xJgUo0H4CIpLauIjA3ZzXs6rNS61gxZPHebj2ZLihzN70v+nhrdhQaK+L3JzsTLZsWIeyHbu/BtVeF5/7z53YVrTVNdIYD6MPPASTDjvWPW4o0YCUL1z+E+w1aCgqK8ox67H/4L9/+31Di2PR3Fnu+aLNGxCJxjDtuNPqBIRVX3nmHb/HmhXLUrM6demGUZMOSj3eXab/PiMQ8SNYvvBdaDm7WzaTn5t8+Ano1qtPJlexUXXbsnFdo5Zr6UKFWzaibOf2lhZjj7NpQZCoPU/UV1hVvBJx9rBYH027zlu+8B3s3MP5rl0rmEcb39O5qyojftEht3aIBi3+wQUtBu26+MBNOHJEOmixIBZDfUGLnmcgIjCiU7g8EoNI+hoqMYsTClCAAnkvICI1zpVhgJgwCmEZFKAABShAAQpQgAINCHA2BShAgSYIMEyqCVhctMUCo0Yegi6de6fK0bzOS83IwcyUKaehR/f+DbasZNtW7Crf2eDzfKL9BLhv2s++vbY8YcKJ6NSxe4Ob5zHRIA2foAAF2ksgg7YrIqnaiAiqBysae4Neb9L7no+I7+HkcT5+dhLcUFYex00PbcXGLA9WdI1pZPL+nFfw6dJFqaULOnbG0DGTUo9rZ/oNHIoTz7sUPfrs5Z5auXiB60nRPdhNsmTebNdLYvmuMnh+BJMPPx7HfuGCetfQXve0h75UIKXvY/z0o1wwWb0rJGYOHjkWYw6cgZKiLZj12P3QchJPZdVk/4MOx/Dx2dezYlYhN1BZ7WW0c7eGr7+Kt27BrjJ+XmqAj7PzXKAx567CTRvyXKl1mr9uSwVunmnPTxXBN6sXHbAJR42sSPW0yKDF1nFnqRSgQH4JxONx6Bhmq7M6YDFMCJZFAQpQgAIUoAAFKEABClCg/QSCG4pB2n614JbzRyDZ02B5xS5s3xH8dJSxN62HDTsAsVjHjIMIo0IarDhx0onQdoZRHsugAAVaT+DIIy/EyJHTQ/+f261XY5ZMAQpQIHMERNKfKkQE1YMVvVrBiqdMiOBnJwU390t3xaE9K24qyu6eFdGMYVtxYWotEUHvfnunHtfOHHbaF9Fv8BA3u3RHCd57/UWXb0zyxlMPYcPqT9yifiSKKUecCA0ydDNqJRpIOe/VZ1BVUeGe6dqzDw459fMu31By2KlfQNeevfHOK89AAyQbWi6T52tA6LGfvwCdu/XI5GrmZN1OOPdijDnwEF5/5eTeza5GZWNt+w0cCp672nfPrd9aiT/MLERZImjxm1M24eiRNYMWo9EIIr6PSMSHZzzof+IwRtx5jz0ttu/+49YpQIHMFxAJzpciElplTWglsSAKUIACFKAABbJRgHWmAAUoQIGMEAhuEsYRTDOiSqxETguMHnM4unXrh/Xrl2PJ4lcQT/wsUc+eAzFu3HE51/bx447F4Yd+BQWxzjnXNjaIArkmMH36lzD1gDPg+9FcaxrbQ4H2FuD280BAJH3zSETgbsJDpwaeZ6A35l3PivZG/SkTfPz0xODzx86yKtz08BbkY7Ai6hl2lZXWMxcuuFB7/jPGc89vXr8W819/3uUbk2iPh8sXvovKyiAotEfvfjjgyBMbXPXZ++/Epx8tds+LCPYdMxEN9cp4yMnnYNSU6Vj10RK89PA9bp1sS/oNHIqzLvk+9tpn32yretbX94gzvozpJ5wJP8Lrr6zfmWxAmwvw3NXm5A1ucP3WChe0uKs8uL65cMomHLNfRaqnxVg0iiiDFhv04xMUoEBOCYTemHiih0WdhlU4AxbDkmQ5FKAABShAAQpQgAIUoAAFWigg9mZiC4vg6u0ikH0bHT7sIFRVVeL9RS9i6dLXU70sRqMdMGL4Qc1q0LB9D8TXv/4HXHP14/jZT1904/e/9whOOP4KiEijygyjjNobOuOMH+GUU76Pzl16p54aOnQyrv3ZS2685uonMH7ccann6ssceeQF+O6VD7g2/fQnL+Bb37rHrnNsfYum5mlPlUcdeSEuv/zf+OlPnnfb+qld97tXPojjj7us2T1ZjtrvUJz35f/Dj374NL5y3u/c9rp26YMzzvgxrvnB4247P/7RM/jyl3+DPn2C3n/cQvUkup7un+9cUauO333Ylvej3a4/edIp+MY3/oqf/PhZnHrKD1zpAwaOwblf+pWrm/r+8JonceaZP2l2W12he0iObOK+0TqefdbP8F3bRt0fWk89Xq+xx60ev8PscVzfJvfZZyI+97n/dcaXXnKXW0TL0n2h3lqOTr9x/p/RGmXovtZt1Dcm6+MqZZMh9vi+yh6v1ZfV/XTEERfYZ/f8p8fujBlfgparbUqup/OSrwM1++5VD2FPx/LB0z6Piy+6I3VMaJ1+al8PeszVXld7ftXj9qgjv4FYQadURSdNOskd17qutkvbl3qynkxTj4nDD/ua269qdPppP6ynxPBn6etYjzc97tRS26av6Yu+eRsOOOCMRm2wuWXoeUFfs9/77kwkPfVcoK+LH9rXrNZF99ElF98JtW+oMnr86+s9vc4L0NfVl754A75p26Hn3YbW5XwKUKB1BETS11sigurBimLsY8/ABSv6Hk4db/DTRJzczl1VuHlmITYXVyFfh56Jn3fW9muPhutXrdRsnXHs1EPRrUf6mnLTms+a/LPLq1d8iPLS4Cd1xRgMGT0BsQ4d62xLZ2iA46uP3ofkT0NrMNmBR5+MYeNq/lyyBstMPfZ07LLl6vK6nq7fklHrdMKXL8YP//oAbvzPK/jNQ6/h1w/Ows//8STO+94vXfDm7srXniPPvern+NnfHsOvHkiv/4t7nsGl1/8F+02cWmP16SeejYt/8QcMtR4iwbHctWcfXPzzm922dfvnXFb3fVrL+ea1v4eWq/XT5a7/1wv49o231tlGcoPqpc//+oFXXftGTZqWfKpZ0269+uKLl/+kRlu1DlovP7r7AEB1PvLM8/C9m+/B9f9+Acd/8cLd1mHq0afgO/93J7R8beuvrO1Pb38EI8cfsNv1Gnqyd/9BuPDa/4fjz70IBZ3S/7lLt6Pl6/jT22fWOeZql3f8l74JrYfuA63T1X/6NyYfdnztxWo81rbXPsZ03Z/d8V+cev7lDb4uahSSeDDl8BPwy38+mzpWtN7J8aL/ucktpdPkvNrT2m3U/VF9GS1bt+EKQjo9+ISzauwPbb8ei3qM73/Q4ekFa+X0mDnn0mtw7Z2PWbdx8kZRAAAQAElEQVSZzlfPL1f97h/u9fLLe5/DqV//dq214I5pLVu3odvS8X/+/gRO/8ZVEPuvzgrVZuhr8oKf/BZatrbNWdvX5/k/+g2+89s7ofWptniTss3dl1qnppwnkpVKbu9HtzyIX9z9NHTfaFmXXvdn3Hj/S27UcpPLH3TMabj817e7+cnziC6vHsnXkrp88cprm3TcafnNPXfpuslx37GTcMkv/ogb7nvRHcONrUtzzn/JbebydMPWCntdsxVlu+Kumd+YvAnH7FfeYNCiXht5vhf8xw77vsyeFh0bEwpQgAJ1BETs1YYd6zzRghmmBetyVQpQgAIUoEDrC3ALFKAABShAgTwSiOdRW9nU9hMYN+5o9O07BFu2rMLChc9i2UdzsXbNh6kKDRo0FrpMakYjMhr09oUvXId+ffbFggXP4uabv4AHHvgfbN2yGgceeDp69Rq0x1LCKKO+jSxa9BIef/x3+OCDV1JPf7bqfTzyyI1ufPyJ32Hlynmp56pnPPHwpS/eiBnTv+wCHkUExn6BrYFVxx57GTRgCPUMGtx2/vl/wtSpZ2HduqXQbcye/QB27iy25fSy88/B17/2h90GBFYvNhlAdvm373VBc/vuOwWRSMwtst9+M3D++X90AZTJIC/tmW7YvgfilFO+12Cw4Phxx+KCb/wZkyefjFWrFuPW2y7EX285H+/OewwRP2bLO84FRE6cmIhmsFvToKZjjrkYGqh28snfxYC9R8HzIvYZ4CDb1nOt1fDhByFZNw2A3X/s0amARrdgSElz9o1anXPWtRgz5khs3boa9/zze7jpps/j7bcfsbUSDB40Dmefcy3058PtDPenAXcauKcBg6NHHYak8YjhU/G5c34O3RfqrQvrVIO4WqOMp5/5o903T6CiYpduyo1lpdvx7DN/dvvNzUgkK1e8i7/89WtY8uEsN2dbySY8+dRNePnlO93jhhKt+zln/xxXXvEfHH3URe74FBG3+Bmn/xBHHnGhPX57Q0Tc2LlzT3csf+6cX9Q5zvSYPeOMH+Pooy9C92574Y03/o1f/+Zk/Oc/12LDxhXo2rVfnXW3bd+Cd995HI8++hvoa9Rt2Cb62k2+Xp9++o/2fLXEzq3715xjQksZPfpwt1/1WB458mB7fDR8c1mXb8moLmp8ztnXokvnXnjhxTvwy+uOwsxHrsPmLZ+hX7/hOOH4b9vzzg11TJEYmluGBmZ/4xt/hQZFTpp0Ejp16u5KLIh2coHGY8ceBX3N6kxjPPs+MRQnnvAdHHnkhTqrxqjH/zln/Qx723PA668H+1ZfT5s2rMCwYQeh/14jYI+SGus06gEXogAFmi0gIql1RcRer4h7HRp73SJG4HkmHaw40cdPThTosKMsjpse0mDFSn2Yl+PEQ47B3vuOTLW9cMtGLJobvIemZiYyA+xyxvfdo8qKcmxet9rlm5IUbtyAstIdqVW69uiF/SYdhIaG9+e8ggVvvOj+s5Eu061nXxx6yuc1mxqPPOcr6Nt/kFtOl0890cyMBvR9/Ue/gQbSaQ8qj955M3523nF4/j93QQM5xk8/Ehrw95uHXnPBNTr97v+7O7U1Dbw673u/wIQZR1ujVbjt51fi+ovOwptPPwwRwdBR4/Hl7/0vph13Rmqdz5Z9gCf+8Wc8e9/frM9ON79k6xY8eudNuP8P17lxzrP/dfOTiQZpffXqG9G9Tz9ooObM236Hjz+YD91Hg0eOxVevuREaSJdcPjkdd/ARbp+LMejZtz+mHZ+uR3KZxk41KO/bN96CCYcehw2ffeza+rvvfAULZr+EIaPHY9KMY+otSut33vd+iZ/c+jBOPO8SqLmx9al3YTtTA7R0+TMv/gG69eyDFx++2+2Tmbf+DqU7t+OIM76MLt172SWb9ldSuBnq+uCfb8TKJQtTKy944yVnrvb//dtNWJXo6TO1QCLjex4u+LE9Vs46D1179nb71xgPGgh5yte/jYaC9vYdOwnfuvFWzDjpHKz+eCkevvU3mPXYfdhRUowu9jVxyMmfx2XX/cW5JDa128k7rzyN+/94PTas/iS1nL5GX/nvv3Hb/17p5ulUlynavME91qRs5w48/8Bd+O0VX8byhe/oLDf+6YcX452Xn3K9oWrA8LP33QHdhnvSJrq/Lv7Fn3D6N74D/aGMf9/8C7c/HrvrZmwvKXLH+LlX/Q/OuuRqu3T6Tz00kPXqP/4bU485FZ279XBP9uy7F8648Cr0HzIM6hcr6IDx04/C0NET3POauOPdHtP9B+2Ld217b7j4bNzz259i89pVrnfMPnsP1sXqHTUo98vf/V8MGjEGL8/8p6urvi71mN1v8kHQc5vdefWuu6eZzd2XzTlP6La+8oPr3evmqLO+gh599oK+jiOxApx98dXOy/Mj0HH05Ok43x6bP7vjUZx1yQ8waPhoN1/boz3SXvCT32LU5IMRicV0lv080AGTDjkWn6snMNot0EDSnHNX9aIOPPpknGfPl9o2DUrX53T/76ku7nhoxvlPy8+HcUNhpQtaLE0FLW7GsbV6WoxEfETse7pOPePBeAbGXjMZY6di3EtCRFJcIul8aiYzFKBA8wW4ZtYJ6OcCHcOsuAmzMJZFAQpQgAIUoAAFKEABClCAAs0RCL70CtLmrL/7dfgsBaoL7DfyEEQiBVi+/G2UlQU3S5d9NAe7du10i8VinTFi+MEu35jkyCMvdEFvFZW78PyLt+Gpp/+A4pKNLljqn//6AT5ZOd9+0bv7rx/CKKOhui5bNhsLFj5r27o9tUhF+S43T+cvWvSiq2/qyURGX4+HHf5V9O49GC+9fIcLtnryqZuhwV+6SMeO3eoNbNLey048/nJ07doHzz1/iwvcnD//KTz73F9w9z1XuWAtEUHfvvvi+OO+3WBQkm4jOSb305y5D0KDQJPzo3Y/Hnfst1BYtN4FPGlA2Juz/5MKauu/10hMmXJ6cvHUVIONjjr6m+jcsQfefvu/eOjhX2DjxpVufPLJm/Dm7PtdGZ0798Rxx11myzjNrauBiGWl2zB7zoPYvqPQzdOkc5femDHjy/jk0/fw739fAw0CVNeqqiq77wVDh06u10rXbc4odqWm7hsN8jr00K+gW7d+2LGjCBpk9ckn892+12P24xVv21KBAnv8jxl9uMtrUl5ehrlvzcSaNYv1oRuNvZlx9FEXIxbpiGUfzcWiRS+huHgDkl/aaRmHHnqefR1NdcuHUYbun8cf/z8sXvKq3U5VotxSbNi00uVrJ3rMlJVuR1VlBd5b8BzmzXuy9iJ1HvteFKs+ex9vvfNf+3rZkXpeg89GWZPNmz/FwoUvYOUn77njQxcQEQwZMgknnnCFPkyNBx5wBtRRrT5aPhevvPoPV6YGUc569R7s2Fnsjo0BA0Zh1KhD3XpaZ22fvi71Nepm2qSsbHvq9arP63J2do2/5hwTyQLKK8qSWVRWVaI8cS5MzQwxo07a3sLCdbjv/p/Y198jrnR1ve/fP8a69R9BzYYPn4b6AkF14ZaUMd+eiz7++O3UMaRuBx/8BfToOcDtV63Hpk2f2Ofjuin4ftQFnU+Zcpp7nEym2PNKl8697bH1DGa9do/bt/p6uvuf38NHH81OrZ9cnlMKUKB1BUT01RxsQ0TseUTg/tm82BvvnmegvQdFfA+nTfLxkxPghh2lcdz88FZsKcnfYEUNmDn+i99Ex85dnUnpjhK8PPNefLp0kXtcO+nWq09qlv6sc/HWzanHjc2sWPweSnemr0ujBR3Qd8Due8V+6t5bsWbFMrcJEcGI8QfgyLO+4h5r0N+YKQdjzScfQZdzM1uYnHrB5dh3zASU7tiGZ++7HRpoWLZzB577z51445mZ0EAw3cSOkiLMf+15F8g1//XndBY0sO7oc76G7r37YXtxIV6e+U98vGgeNEjskTt+j6XvveWWK+jYBeMPPsLlNfnso8WunK0b1sK+kegsO6nE2k9XuPkaLKbLuCdscsK5F2PqMadg5ZIF+MPVF7qgs9nPPoJbfvZtvPLff7k6RqIxzDjpLKiRXSX1t6tsJ+KVwfWUXr/tKi1NPdeUjAaBnXjexdAAu/dmPYtbf/4d19b1q1ZAA/1mPf6fVKAp6hnWrFyKN62n2tbzdI1ZZ154Ffafdhi2FW7Gf/54PV548B/Q9eY8/yju+c1PsX71J9DALV2pKaOWsXD2K864Ylf6mqjUHqNqrqM+X2b3f91yBUd/7nz0GbAPnvnX7S4Ibubt/w/FWza5RTt17W738ZEuXz3pN3AoTr/gSnTv1dsFqd7z25/grReewGN//xNuvfYKrPtsBUQEe+0zDKddcIU7pqqv31Beg3Wfvvc2aIChLqOv0a0b12k2NWoQ4ptPz0TyWnN7STEWv/2Gs0wtZDPa3u3FRaiqqHABnbov7Wz3p8e41ktfI58u/QC3XPtt6LZ1ndeeeBAP/vXX2LJhHfxIFFOPPhna+6Zb0SbRWAGWvDsbyxa8Ve3YEBxy0uegPbsueOPFVN12lZWipHCLXQvQ4/2gY0+1x/UuPPnPW6CvJX1N6XZv/8VV7rjb3f6fdsKZrnfYd156KnXs6OtSj1mtTzweXPu5jTUhae6+VMPmnCc6dOqMTz5ciAVvvpRy0upOPvx46H/smvv8Yyjdvk1n2ccV0HPUrMfvt8dE+rOrBtYeeeZXndmd133fBVPreUx/gUJEMNyeX8dPr3vcukLrSfS8pK+Txp67qhehdTnhSxe789gt114ODXZeNPdVd2yICIaOmQQ9z1RfR/N6PDT3/Kfr58u4sSgZtFjlmnzB5E04blRFqqfFglgM0WgE0UgEkYgPz3hIBi2KCDRA307c+QiJQUQSOU4oQAEK5J+AiLhzooiE1ngTWkksiAIUoEB+CrDVFKAABShAAQpQIASBuP6nfDs270viECrAIvJEQAPVBu8zAYWF6zB/fjqAaeHCZ7Fp86dOQUQwaNBYaG9rbsZuEu1hcPKkk+F5EXy8/G28886jNZbWwKIPlsxKBUPWeDLxIIwyEkWFOunUuScqy3fhH/+40gW3aVvefvsRaPBXVWWF+4KmX79hdbY5/eAvoHeffbDo/RfreGzcuBLLlwc3p0QEAweOwbhxx9Upo74ZGmA3d+5MfPLpgtTTffoOxQcfvGzr+B0XSKZ1fO65v2JNosdMDTbq03twannNxGIdccihX4H2llhUtL5OHXWZV1+9G0FQU9wF8B0w5TT06jkQm7eswqzX7nW95W3csEIXdePee+9nje51vedpAF9xyUa8/PJd0F4MdYFotAP26jdcs6GMzdk3/fceBe3RTivg+b69IVGg2dS4fv1yVFaWu8caqOkyNnn7nf86o49XvJt6vkePvd35+p//vtoFaGrA519vOR8r7DLJm31dOvdO7dswyrBVcX8aPFlYtMHlO3TsisGDx7t87UT318CBY1GybROWLH2t9tP1PtaAs9lzH8SLL94ODcDU93BpYwAAEABJREFUhYy9aaPbePutma4nx5mPXIe7774Szzz7Z5SWBTcDjTHYd9jUVICmrtejxwDo8ad5PeZ0mhw16HD7tuDmqy6jyyafa+60OcdEclvPP38rtFfKteuWuWNbj+Hkc7WmLXp40NSzoIGfsEfPh8vecAHC1QvU180bb9znemIVEbtvx2HatM9XX8T1ZNrcMjQQ9B17jl606GV7Ti515Xbs1ANdu/bCwzN/6far7t+//PXr9nzyrL1RGtzY0wDccfsf45bXZIB9LfXtO8y2Io7Kaj1+6nM6vmNfM9t3FGqWIwUo0AYCIpLaiojAGIH7Z/OeZ6BjMljx9Mk+fnw83LC9rAo3zdySl8GK/QYOdT0UXvy/f4D2ONar/wDo+7f28nbv7/4HGvTmkGol2tNZQYdOqbnxqiqU7UgHHqaeaEQmXpn+3Cd2ec/zbNrwnwZCaQ+CO7YVu4U0EO+gY0/DiAkH4uDjz7D1R6MD31wBu0kOPuEs7LPfOIgItqxfi3mvBoGIyVXefvFJaC+R+lg9tm5c54LzXnzoHp2FgcNHQ3uN1Ad+xIcGZGo+Oa5d+REqKoJrri49eyVnN2k6bNwUHHDkCdDAtGfuuwPqU72AGnXs2AWTDju2+tOuN8Y3nn4Ya1YuwwdvzXIBXDUWaMQDDbg66pyvoVuvvtiybi1emvmvOmtpPbZoAGadZ+CCYtXsxYfvQdGWjfUskZ51yMnnYP+DjwSq4ljwxotYMm92+kmb0wDJxW+/7oLr7MM2++vSPfi8pIFWL838p9sPb1pXDd6qqgg+L/UfWvfz0hFnnou+g4Zg/msv1Hm9aVuWzpsDDTYUsddD++2PyYef0Og2vT/nlVRvkPo6GWKP5dorL3jzZehxq/O79ugJDQBGPcOgEaNRuHk93nnlmRrPHveFCzBs7CSU7yqzbXjetbv6AtpT45zn/uueN8bD6AMPgfaip8u8++oz0AC6hbYO5WVlOguduvVARXkZ7vntT/HP312Lf/3+f90y2hvkprWfuV4qNTjN8yNYOv+tOmZ6/C+Y/QrKSne68mon2rPgXoOHuWu3ZKBm9WVmPz3Tvpaad+3W3H3Z3PPEormz3Ot33mvPu2BEbUc0VoBOXbtBewJ98K+/xt9//SPr9x/cd/PPoYYvP3Iv1n+6XBd148Bho+zr9W7c/ZufuNdS0eYNePa+v2FzosfcWEEH7D1khFu2tZPBI8ak6qIBpHr8P3H3X1N16di5sz0f71+jGi09/9UoLA8ebCqqxE0Pb8XOXVWutedP2oTjR1ekghZj0aj9bsC+VyWCFvWayXgmuJ6y5yAGLTq2fE3YbgpQoJaAfmZKjrWeavZD0+w1uSIFKEABClCAAhSgAAUoQIFQBFiICuiNKoFoliMFWk1g5MgZ6NihK1aunOeCz5IbKivbgSVLZtmbh7vcrC6de2PUyEOwp2HixBPQsWM3lJeXQntRq2/5tWuWYMeO4OZqfc+HUUZ95bZ03vZtW/HaG/+GBhFVL2vjxpUoTwTpFBR0xpChk1NPDxg4BkOGTHSOq227U09Uy+j6FYn1tafL+oIeqy2+2+zq1Yvxwou31Vlm8+bPUvO6du2bymtGAyT79Q1uHGpdNAhR59ceF33wIsoSAWl9eu+DiRNPqr1I6vHSD1/HnLkPpx5rRsstLt6oWXheBJ069URYQ3P2jR6HGzausDf0q1C4dS3WrV1aozqFW9fZ/RbcPBdjdtvzZVHRejw88zqsXvVBqgx9Db30yp3Q3i51pogGpO4PDe7Sx7XH5pah2/x4+VzXDnUdOWJavXUdPeZw15vkZ58tqlHP2vXY02P9InL+e0/j+RdqHmca+LZwwXPQXjS1jE72PKC9AmpexzVrP3SBd3qsr1qddtLndNy+fatO3Gislcu0IGnOMZHcnAZqas+At99+EWbPfiA5O/Tp6NFHIBopsK+r7Vhdj4lucNGiF7EqcVxpMOf+Y49ywcL6nI5hlKHlJMedpdvw7LN/xYf2NZycp1PtdXTd+mWadWOfPvukekmNxDrC8zw7RjByxHT06TPELZNMNOBz65Y1yYecUoACrSggIqnSRSS4uW4/Txj7PuZ59ma7HfXGe8T3cMZkHz86Dm7YVlqFmx7aiq0lwc17NzMPkqlHn+J+vvh7N9+DU8+/AsP2nwwRwcI5r+Cu63+Am39wAT6cP7dBCf2ZYZG0eYMLNuKJbUVB4H4jFk0tMv+15zF/lr73Vrp5+lOop3/jSvQduA8Wv/Wa66HOPdHCpP+Q4dAAIC1mZyJAUvPJUQOoNm8IfgpbTQYNG5V8yk31p4PXfWavuaqqsHn9Wqxa/qGbn0y2bliLyvJy91DENLr3PLdCIpkw/Uh06d4LW9avcYF/idmpidaxcPP61OOefftDA05TM2zmibv/jJu+dz7+8esfQ4OE7Kwm/U0/8WwM2HekW+eTpQvrLUPrsXH1p26ZhhINNovHG34tamCkBuzpPtleUoQl8+bUW9Tqjz9EaemOep9rrZnbirbixZn/dL1nVt/Ghs9W2s+HwefKDh07QwOsks8PHjkW+46dBA2c057pkvOrT3V/6PM6T9utx6TmGzsufnc2NHhPRDB4v/2hAXvV19X9snLxQns9HYcfiWK/ydOqP+3ykw47Fv0GDcXq5Uuhy7uZNundfxBGTZkOPfa3FRXis2V1r3PtYnjjqYewYfUnmkWHTl1wwJE1P0uVl5ehsrLCPV9uP4vPff6JVOCjBl0+dtcfU8f2AUedBO2tUntc/HD+HLdO7URfd9ojZO35+jjaoSN8+z6gAY+jp8xAv4FDdXZqXDJvNrYkgvVSMxuRacm+1Pq25Dyxa+cO+9mt0tWyqqoSC15/MeWlgX+P3fWHBs/nH9jzpfaE6VZOJLqPizYF/ylMnTp3D++za2IT9U400HhPdenSs3eNdSeEcP6rUWAePNhcXIWbHy7EjrLgPwt8feImHD+qvN6gRfdaMfazjn3NGCMQETBoERwoQAEKOAGR4LzoHoSUmJDKYTEUoECmCrBeFKAABShAAQpQgAJZIxDPmpqyotkooD2uDRkyCfpTrEuXvl6nCYs/eAUaRKVPGM/HsGEH1BsIpc/rqL017j1gtPsCt7RsG7ZsWaWz64wauFdeXn9vD2GUUWeDIc2II46qem4eVlSWoaoquLlUe1P7DJ7gAvOi0Q447dSrce3PXqoz6nx9XtcVEXTv3k+zoY4l2zbbG2DBjeDaBQ/f9wAkt799R1Htp1OPly59E8Ulm9xjPR4GN9CTn1uggUR78mzgqRbNjjdj35TZG4H33ns1fnnd0bjt9otqBOzWrkws2hH996558736MhqEp8Ge1edpfvWqD5AMJtTHHTp0Qa9eNXu41Pk6tqSM+QueQXFxcEOtd+99cOCBZ2qRQLV0+LCD3DGw/OO3qs1telZvoJeVba93xQXvP4+SkqAeIgZal+SCGtD42/87HTfceDy0x87k/NpTL6Rg1uYcE7Xr0pqPx4w5HH367OM2oft+x84Sl68v0Z4eKxO9fXbp2gf7DjvQLRZGGa6gakmV3c5Oe/6uNstl9fVSPYg9as9p2quiPllStAG7dgXn9L799sUXv3ADDjjgDH0qNa5btxRV8eAmcmomMxSgQKgCIpIqT0TgbqojMbU32E21YMUzJ0fww2Sw4k570/6hQhRuq0K+DXNfeBxXn30IHvjLjdi5PTgPa2BKj979sGLJgj1yVA+Q2ePCe1hATPNuzT11761YsyIIKBcR9B2wDzauXYWX6undbw9VaPDpnn33gkj6+KpvwcJEYE99z2kA3h2/+C6u+dxhuPn7F9QI9qq9fEGHjq5Hxtrz9/R40PAxUEMNOv3NQ6+5QNTaU30uWU6soCO69+mbfBjKdNTkaYhEY6ioKMfmdQ0H6m8rbl7PdclKarCi/uSyPtaAtGXv1X9tpz9tXP0nnXX51h7j9rNS8j+vVN9W9WC86vM1v++YiejcrQe0F7vPXfajevedztfndXkRgR6Tmm/sqEbFiV4rG+pBsUeffqnjvHf/wXV+dnf4/ge4zS1+93U3TSb7H3QYuttzhj4ut9dDDQVd6utgzcfLXFCkLttn78EYc8AMzbqx+v7aVVqKTeuDIGD3ZLVEfw7YHe/WodSetzatqf8zt9ZD61Nt1VRWA/E0gFNn9B8yDF//8a+hPanq4+S4esWHqKps2rVbS/al+rTkPFG9vRXl5fY8U79Lsn2NmW7ZuK4xi4W6TGUD5hqc2tCG3PFg30P0HFf7vJd8rM8l12+N81+y7Gyabi6uxM0Pb8X20uCb169P2oxkT4sFBTHU19Oi53vw7PWUsd4ZGbSYTTuAdaUABXJCIB63377ZMczGmDALY1kUoAAFKEABClCAAhTIRQG2iQKtLxDcEArS1t8at5CfAske1z795D1oD1i1FbRHvJUr59mbKsEN7J49B0J746u9XPKxBnR1KOjsHpaVbsenny50+aYkYZTRlO2FsawGGlUkekisXV6PHnvbL7Qj0GCfRx65Eb/45ZF7HDWIDm00xGId0bP3ILe1yspyaGCje1BPom0oSQQs6tOdO3WHBr1qPlPH3e2bhuqsQbOf+9z/4sQTroD6NLRcY+cHAbrBz7v5fgQ9ew1s7Kqp5fZUhgZGrlw5371WtRe+MaMPr1H3ceOORt++Q7B16xrXc2qq4JAzWo+tW9emSu3cuWcqX1+ma5c+OPSQL+PSS+7CPvtMrG+R0Oc155gIvRK2wL36DU8FCpeWbsPKFe/aufX/bd78iet1SJ/1vQi6d99LswijDFdQI5M1az5EaSKw0rP16NK5l1tT3ys+/vhtJAMUevTo714/l3/7Xhyc+Alr7aHxiSf+n1ueCQUoEL6ASPpTg4jA/sGmQdCivamuN9d9z4f2rHjWlAiuOS64OV+yI46bHi5E4famBaWE34L2LfGtF57AvFefteexwGHvoSNw5oVXpSrVUKZ6gIwu40Ui6NG3v2abPHbu3iO1jp5Py0qDQPDUzAYyGuTz5jMzUX35T5cuqrd3vwaK2OPs6sGIkWjBHpdv7AIaePWVH1wP7RVSew1s7Hq1l9OeEjt36+5mf7TgbReEqoGouxuv/eoJdp8/59YJI9E69Ezs+8rycmzdkL4eCqP86mX0H2KvIWLBftjWjJ45q5fVVvnqwXi1t9lzrwHQXg31WL7/D9c1av9pYFvtcnb3WHvLW/7+u4hXVblt1e5BcdJhx2KvfYZh89ogSLBz124YM/WQVJHai+KQ0eOw/rMVdY6bfoOGIBKNuWVLtmx204aSrRvXoTLRi2K0oAO69wmu6Rpavr75A4ePRofOnd1TpTu3Y8Xi91y+KYl6aBBnVVVwzuvVb2+cYc951/z5fhx22hddUY/c8Xs8fOtvXb6xSWvsy7DOE41tQ6Yu11Cg89DRE9De579MNWtMvbaUVOIPM7dgR2nwndfXJ27CCWMqUBCLoqBW0MvhKCIAABAASURBVKL2tKjXUvofQIz+RxBjwKDFxihzGQpQIJcFRAQiwRhWO01YBbEcCjRTgKtRgAIUoAAFKEABClCAAghuIsYTU4JQIGwBDcTSoCYX3DTmiDq9/iV7Apwy5TT7xUPwVYH2qDVi+EENVqVb137wvEiDzzfmiTDKaMx22mqZ4Avs4Isb43lttdlGb0cDRGPRjm55Yzx0SAScuhn1JMVFwU8661N+JIYu3fpqtrljar0hQyfjqisfaPA41ONRn9flUiuFmNHXw4wZX8Jll/4dn//8dejatS/eevsRaJBmSzdTWLTellN/j4SNLbsxZby38Dls27bFFdlbe1k8IN3D3YjhByMSKcDy5W/burTuTwNurRaw6CpTT6LBiRoUeumld2Hq1HOwatUH+PSzhfUsmbuzOnXqCS9xvoxEOmDAbnrwLNm2FbsSvdLq67QgFtykDqOMpghrUOLO0pJ6V3nxpTsw/72nkAzeFhFowPYxx1wCDVycNOmketfjTApQoOUCIpIqRETsdRtgU4jY1N5M9zwDvcGuwYpnT4ng6mODzxklO6pwk71JX5TnwYpIDNpT4adLg59yNcZzwUrTjku/lyYWqzMp2py+NhIxKOjYqc4ye5qhwVC+F00tVrZzBzasWpl6vKdMVUUlEHLPJtW3ufrjpUgGRPbo26/Gz/kml+vcNQgYrKqowGfLlyRn15lqYOKRZ56H79/8T3z1hzeie+++eEMDLm2b6yzcyBn6U7wi4pYWe8y7TBsnGqxY0DF4f27tTffutzdEgva29rbaonxj95mIbY8djd96n5c+WvgOdu7Y5ppUuwfFCTOOQal9bvZz/4X2ZKfHkfZIp69NXWH8wUega4/eWLmk7vVqt559dBE3dujc1U0bSjSQVQNa9XnPfjbs0i0dqKzzGjN279MP+p+gGrPs7pbRc97bLz6Z+k8xIoJeew3AyV/9FjRwcerRp+xu9XqfC2tftsZ5ot4K58DMTDj/NYExIxfdUlKF3z+8FdtKg6DFr03YhBNHl7ugxVgsiuo9LdYOWhQRuH8CiNgEwSCSzgdzmFKAAhTITYFkD4s6DauFwV2IsEpjORSgAAUoQAEKUIAC7SDATVKAArkiIJBcaQrbkWEC2lOi9pi4evUHeOSRG3c7fvzxO6na9997P4wYPjX1uKGM3uTRILCGnm/M/DDKaMx22mIZDQzt02dIW2yq2dsQe5Pd92ONXl8Dqqsqyxu9fKYuqIFUF33zdhx5+AUoLt6Ev999Jf72t0uxadOnmVrleuulPfR98sl70C8JfT+KUaMPg74GBwwcg0GDxmLbts1YsvS1etdtq5nao+LZZ/0MXz731xg8aDxee/1e/O7/nYnHHv8t4okeXtqqLpm0Hb1hHYl1bFSVdP9WxYObadVXCKOM6uU1Na/BvY8//n+4//6fYu26ZaiqCuooEgQunnjCd3DM0Rc1tVguTwEK7EFARD8rBAuJCOwf9D9LaNCI5xnomAxWPOcAHz9IBCsWa7CivTlfvD14rQYl5HeqQYIvPvgPFG/Z5CAKOnbBYad+Ef0GDnWPG0o0mE+D9PR5z/PQu/9AzTZp7DtgMGId0+8DGgT5wduvN6mM1lz43Veexqcfvg99D+rcvScOPOKEGpsbPHIs+g8Z7uZtWPsZ3n35GZevnWgA1JX/dxeO/+KF0Dbe8rNv44/XfBMbV31Se9FmP+7eq5/dB4OavX4oK9oXYmsG3lWvo5jcuaXrR6J7fL1Vb3tT8wveeMn1kKjraQ+Ko6YcrFloD34D990PGtC4aO4se2xucPN79NkLGqioD4aMGocd24qhz+vjhkY/GmnoqTrz43ZOZWWlTZv/J/bzmwb3NacEPec9+Ndf4x+/+iHceSxxLS4iLnDxjG9+Fyd95dLmFI2W7Mu2OE80q1FZsFJGnP+ywKm+KhZuq8LNDxVi287guuirEzfjxNG70LFDAXtarA+M8yhAAQokBET0M6gkHoUzyZ2r23A86pbCORSgAAUoQAEKUIACFKAABdpIIN5G2+Fm8k9gxPCDYIyHD5e+gQULn93tuOTD17Br106H1KljN4wcOcPld5cURDthwIAxu1tkj8+FUcYeN7K7BUJ8Tq0H7D06xBLDKaq8bAeq3yjr0aN/owsu3bkNn366sNHL725BrcfGjZ9gw/qPGxz1eV1ud+U09bkTjr8CGkjVpUtvvP7m/fjnvd/H6lVB70pNLasxy1dUlGPL5lWNWbTBZXZXxkL7Wt6+o9Ct27fPUBx4wBkYNfIQdO7cC599tqhV2+Y2WitJ9vios7VXxXO//GuMGXOkM7j7nqvw+uv/1qfycqyoKEM8EXgYi3VC9279GuVQVVWBkpKgN68wymjURutZqLKyHCXb6v7s4fKP38Ltt1+EBx/8uQtcjCd6/NIg2slTTsXkSafUUxpnUYACzREQSd8YEhHYP2iwooi4QEXjmVTPip87MILvHwM3aJDiTRqsuCO4Ke9mMnECS+bNxtsvPYWK8l3uca/+A3DqBZe7fEOJBjAVbQ2CHHUZDXDs3b9pAXN7Dd431TNjVUUFlr43V4vKmLFs5w48eucf8NmyD+xxZjB+xtE465Kr0a1XX+x/0OE46+Lvo3vvfti6cR2e/Mef6/056tO/cRVOv/Aqu04fvPzff+P2X1wF/elqhDx07tETIyYciPYcfN9Hr34D2qQKXXr0QnMD1tqkgk3YiOd5GDSidT8vffjubPf6FmOwz6hxzm7y4Se44/qDua9Bfyq59k9Ha0DjgH1H4ZMl79d7zGqPjMlmduzUtdHHX0VZGTavb9nngg4dO0MDhpPbb870w/lzcfMPLsA//+9aF7iYunaLRDHtuNNw0DGnNbnY5u7LtjpPNNigLH8iE85/2UxYuL0SNz1ciJIdwTexX524xQUtdiiI1Qpa9JHsadHzPfu9ml6DCYJrMNjziSA5iKTzyXmcUoACFMglAb1u0DHMNpkwC2NZFKAABShAAQpQoD4BzqMABShAgT0JBF9qBemeluXzFGiawIjhU9F/7/2wZctqLP7glT2urEFQW7YEN1NEDIbb9bXXttorbt++BRrEovMLOnTB3nYbaOIQRhlN3GSrLl5UvD5l0q/vvjhgyum73d5JJ12Js8/62W6XCfPJ1WuWoLh4Q6rI7t33xoDd/DRtckH9MmrDho+TD1s81XposOAtt30DDY36vC7X4o0lCtDAqfETjoUGUn322ft46aU7Es+EO3E3LhCczXfuLMHmzU3vubGxZSz7aC4+rdbL4oiRB2PQ4P1RXl6KZR+9GW7DGijN2BvA+lQ8XoVNmz7RrBsPO/Qr0CDKXbt24M05/8HGjY3/qUtXQI4lGzd9avdLmWtVJBJD/71GuPyekp2l27DWvm51uTDK0HIaO8ZiHSGJ/btr105s2LC8wVWXfDjLBS6+/vq90N4XdcGCWGeMHDFNsxzzTIDNDV9AJHhf0ZJFBMbYUQxEpE6w4ucPjOB7Rwc334u22ZvxM7fYm/EMVkQDw0sz78GKD95DPB53nvuOmYgTzr24gaUBDbr7eNE8xBM9y3br3SfVK1uDK9V6Qntv0x7JdPaG1Z/irRee0GxGjetXrcAbTz2Mkq2bsHNbCQ448kT85LaHcd73f4Huvfpi3qxn8ZefXAYN+qxdcQ14mnLEcYhEY1i5eAGe/tettRdp0ePlC9/BjpISV0asoAPGTzvcBaK5GfUkGuD17Rtvxdiph9bzbPNmFRduxq7S4D94eX4Eew8JepxsXmm7X6toy8bUAl2698SYA2ekHmdjpnDjeuh/yNG69x88DAcff6ZmGxzPvOh7OPeqnzf4/O6e+Oj9d1FSuMUtooHFh5z8Oew7dgJWLJ6fOna1p8WdO7a5ZfrsPRiTjzgBkVgES9+b4+bVTtavWgkNNNb5BZ06Y8DQkZrd41hStAWfLVuyx+VqL7DN1r+yotzN7tC5CwYNG+XyLU3en/OKC1x86eF7oEHKWp72NDv6gOmabdTYkn3Z2ueJRjUgCxfKhPNfFrI1WOUiDVqsdp30lQmbcdLoXUgGLRbEoohEIohGfPs9ggftxdrzPXftJSJwn9sF7voBiUHEzkjkOaEABSiQawIi4s55IpJqWkszpqUFcH0KUIACFKAABShAAQpQgAIUaKlAHHFbRJDaDP8oUFeg2XPGjDnSfuHaGcuWzcbmRCDi7grTYJPly99GVWWFW6xL596u1zbUGtat/yjVE6MGgY0YMQ0a4FJrsRoPRQTG85AcwigjWVYmTDWwSAOMtC6xgk445NAvQwNG9XHtcdR+h2L4sGlYH2IgYO1t1PdYg/WS+7Zz5x4Yuu+U+hZz87p26+OmZWXb2iwAzm2wFZJBg8ZCA6i06MLCdTpplbFXr0GI2n2vgQ/r1i9Fc4Ium1LG4iWzUFoa3LQfsPdoDLTjhg0rsXDhC63SvtqF9uw5yM3SOqxYMc/l9933APTpvY/La6BbUXH6RrubmYfJio/fRklJ0COXiMGgQfs3eL7sYl+X0UgHp7R2zYf2tTfX5cMowxXUyER7yexQ0NUtvWXrGnzwQRDwPmToZFx44S0YObLuDe0XX/ob5s17IvX+EYkG7QAHClCg2QIiklpXRGD/YFOIiLthbjzjbqBH7A30L0yN4LuJYEXXc9DMQiR7DgKHegU0UGfWY/ejOBEU5kei0OA87WWt3hXszJdn/gvrPl1hc4Auv/8eAubcgolEg3SGjB7nHpXuKMEbTz/senlzMzIomXbcGTjtgiuwcslC/PLC0/HjLxyJq88+BD/83OH4+ddPxn03/zL1U7qoNWj7NPBJZ2/Z2DrXXOs+/Rh6raXbGDp2Is688CrN1jseduoX4PkR9xPA9S7QjJnL3nsLxVvTPQ8PHD7a9T65p6I8L/05aE/LJp9f/9lKlO8K/tNDQcfOGHvgngMvxV5rGGOSRWTUdNVHi7FzWxAgqAF/R539FfczzfVVUnv03G/SwVj3ScP/aaK+9ZLzNMBYe0rUYyUaK8Dkw493r9lFb81KLoIF1X46ulOXbhh9wAxsXr8WC2cH1z2pBROZFYvmY/u24Npbg3L3HTMh8UzdSY++/eFFItAAZ+3JUXt0rLtUg3PcE2tWLkNZIjhWzzejpkzfbYCuW8m+Pxj7nuDyNhk2bgqu+M0dGGPbZh/W+Hv6X7dh7vOPoqoi+OyvTjUW2M2DluzLtjhP7KbqWf1Ue5//shqvnsrX7on6vAmbcfKYIGgxFouhvqBF4xl3DSYiDFoEBwpQIJ8E9JoqOYbV7sy8Yg2rdSyHAhSgAAUo0CgBLkQBClCAAhRofwGxVRCITflHgfAEtGfEIUMmYseOIixf8XajC9Zltyd+atZ4PjQYsVfPgTXW1+CVdes+Ss3rv9dITJ9+bupxMhOr1kuXZ8vq3r1/8ikXANPSMlKF7SFTWrYNVVWVbinfj7mpJmPGHI4DDjhDs8GXzS14HWqPd2tcHzBQAAAQAElEQVRWL4Z+eaMFdu3SB6ef/mMceshXagQnzZjxJZxyyvdQWbmrUb1eallhjfPnP4mNiZ7wfD+KUaMOrVG35Hb02Onda5BriwbdtVUAXHL7taeu94IW7JvOXXqliuzdZ3CdNvfqPRCePT5TC9mMHru6D222xp/vRVD79ZBcYJ/B4xGxx5cG8C1a9HJydp1pGGVooYsWvYhViZ+1NsZDVbwKHy2vv0cYXb6po9gb3tojYH3radBtz54D3DHy2WeLoL3s6XKdOnVDJFKgWcQKOqNfnyEun0z02OrQoUvyYWqq1mquM/ScpVMdo9WC3lxPmeOO1dktfr26Qmyy334zcP7X/4RLLvobpk37nJ0T/p8Gi79v91VFxS5XeO/e+7if8HYPaiWDB41HNNbBBaIuXvJq6tkwykgVlsgY4yOa2FeJWanJkH0mumB3rfOHS2al5mumc6ceGG3PHZqvPeo5vTzRzur7sY89Di44/0/46U9ewI9++DROPvl7tVdto8fcDAWyR0Ak/dlARGD/4N4PbcbzDPSGuW/fu4JgRR9XHRV3jSvcVoWbHyrEtp1V7jGT3QtoL4FzX3gc/5+98wCMo7jX+Den5m4ZV2xwBeOCG6YYY4oxHUyvoST0kkBISAIJkEcCJAFCAqSRBu8F0ui992qKTe/FYGzcu3V3e2XvzTd7ezrJkq1ysnTSJ3vKzs5O+e3c7dzOt/9NJYPv6B6b9cH+J5yN/lsMq/NAWh98+NY/5QR7A4dtvUHBXFgILf3tcsCR6NSlO1jXSw/fg1mP3RPubjMh27nHYcejpKwcn779eqPb1b1X9Zyr36AhqOjcpUYZfQZuiZLS0hppzNOzdz+XFqtamxPo8XdIRUUwp+D5mHHkN8F877/+ApiPB0QiJZi42z4487LrMXzsJCY5x34wbcwO0/DxW6/mrMhxJ+s77PTv4wc3/BPfvPAX9Z5r5q3PfTj7JaSzlu+69qjEzvseul5feWxJSQkD53pu1teFjfHefeU5LF+4wB1ijMHIiTuAglKXkOdFIhH7HRFxKeWdOqNHZfV5cIkN8KrWrs7lqrBlhBsU2m63275uM78el9BIj5+3rz59380feSjP5zHfvRQ8tzwvTKObftgJOOLsH1nGCbz9cv1zaubdkPv4rVfcuTfGoO/AwaCFxDeee7zGIR/NmeU+k8YyLCstw8dvvuqOqZEpu8H289yHvysHb7MtJk7bK7u3ZjB469EoteWtXrkUb730dM2dDdx62x739ecf53JvMWIbTD/sxNx2GCE7Y4LzX2o/X5v1rf7NzTzdKnth3M57MLqe+3rup0hmv//yx8B6GWslkEVTz2VzvydqNaVNbPI7KRQX1/fdxYbmfydwu7Guud9/ja2vI+RfE/Vx3V0rsaYqmDcdP345DhqbsL+FKlCRJ1oss5+t0tIScO4VKYkgEjEwxiCYm8HFkf0zxmRjCkRABESg/RAwxtT4ritEz4LZSyFKUhki0DgCyi0CIiACIiACIiACIiACIlCLQLDEWCtRmyLQDAI773QUevToj3h8Hb6YO6fBJTEvjwkPoHBt8uSDw81cOGvWf7FmbWA9rbS0HFN3PhqHHHwRKDxiJlroOuGEa3PirpKSMlAEw7J22OEwZkEhynAFbcTzvCq7MOa7XH37DcFOOx4OCq522eV4dOrU1aV367oZQotgkUhpnUKeLp27g33lAQy5zXjoZr16J9ZmmTCtS5eemD79FPzggntw4Y8exMU/eQwz9jwDkZISzHrljgZZvWQ5oYtEqm/lGGPC5Bph507dEImUuDS+rttFsh5FT6/Pvg8UcDJpQP+tsf9+5zFaw+1gz3f37v2wdt0yvGrbWWOn3TDGWD/4H8lrU5AS+F1t3wG4jfy4S2ik19xzs2L5/Nz5pyXCgw++0I3TceNm4PTT/4IpOx1tmZW6VkVKytC1SyWOOvLnzkomav316NkPEybsVysV4LgePmJ7pNNJvD77flBMuF6mbEIhysgWhXffewIUSHJ77ZqlBRXBRuw4GjFiB1BsxvJDV1HRBdtvfwg4vpcumYsnn/pruAsrli9AaGmUYridpx6LSZMOcGUccMD5OP64X6F378G5/J06d3Ofx2OOvRL9+49w6XH3eQ2uilsO3hYUFVJYvKP93sgg+Bx3K8DnlZXttts3QQuc/foPx85TjgYtCDK9sS6S95kw9jNBRvllzJp1G+bNe8eOw4z7Dtl+h0NR2wIrt7ceubPNA3z88Ut4882H84tAIcrIL7BLlx4YO3Z6fpKLsx1jxu4BmAjef/9pvPDiv5D/Z2z6NqOmufOWn854l849wHET99Zhbt51Z3v7nTJo0Gi7LwKKYCeM3we77/4t6E8ERKBuAsaY3A5jDOx/BAviBiUlEUSs44J5mV04P3bHMnxvT7i/lWvtovudK7EuHnxXusQO6m3WbwAqunTL9b6yTyCIyyXkRR7/7034+K3X7PdvcO0ZMGQ4jj73J6DoLS9bLkqhzsO3/tmJFiOREkyYtheOOufHoGgolykvwtcRH3feT8FyadXxufv+g0f+9ee8HA2PVnTpCmOvM+ER+cKyMK054cgJO4KiTZZ7wInn4Pu//QfOv/ZmnPSjK3HMeZfkHAV/FGrV7vOyr79Cxg/G35Zbj7EcL0bP3v0wabe98d1rbsJuM4+147fENTFSWobuPXvhpB9eCVraY2Ksah1CIWCX7j0wftoMDBo+Evsdfzoo1lq9fAnefOEJvPfK8/CzDyPxHNCK3Jk/uwFX/OsJ5779ixsxfNvtMPf9t/DUnf9g0Tm3876HYfs9DwQFlWN22BW7HXxsbl9DI8/c+y98/t6b4INKxhhsNX57sP5QNMk+H/2dizFhlxm5IvtvOQy7HHCE62ufzbd06eRnTMTF6eWfW27TKh8tcdIiJ7cpeD3wpHOw//Fn5sYbz8Nhp12AbpYl85RXdMKYHaZh14OOwXZZoSHTN+Zi0SrXH+YbOmqce432zvsdjqn7H4Fw/tWjsjcoiGSeSEkpKmxdjOe7rva8lZZXuCSG3HYbWe/5B27D6hVLsltA1+49se9xp+N//vdBXH7rY/jFf5/G/iec5b7rnr//tmZZIaWlxOWLA8FnwovjnZfXFw7mvzp63ZqV7rsg17g6Ivz8Lp73hdvTpVsPJyDsX0vgTFEprQhSnDznmcfAV/m6A7Jej16buQdUuMnvKX5fMV6XY30c99xXWlaO3Q85FhxbHGNM45g747Lr0Tc7pkrs52r4tpOcsJXnjnl4/Ri74zRMO/BIbtZw/JzxM8Qx9unbs2vs29hGU89lc78nho2egE6du7rmlZaVoe+g6t8WLrGWl/+5KikpqbU32OzWozKIWD8/bjcb9L8h310sKF+4zO9ZptV2+fXnx5mvud9/LKOFXVEWvzbq47d3rcCqdWnX/m+MW46DallaLC8vQ1lpqf0tVwLOwUpKSxCJGBhjwM+YDVwc2T9jTDamQAREQATaBwHOe+kK2ZtIIQtTWSIgAiIgAiIgAiIgApuSgOoSARFoPwSCm1iB3356pZ60HoFBA0fhyCMucyIfY4wTZu27z3fA9I21imJDCuwYhnm5GDVp0oGgGLFv32prabQo+MwzN6OqapXLWlJShgkT9sW55/4TF134EE484dcwmQxWrFjg9tMbNGgUJk7cH168ipvudafNLcMVtBHvs89fx5q1wavbOlV0w777noujjvoZYtE1eO21u52YitYWy8s7uZI6d+7h2pnfXzIZPWo3VNjjmYkht5nObTqKPR988FqsWD6fmzlHNhUVXVBiGdFiGeucPfu+3P6GREYM3wFDhkzKZR2w+dZOYJVLsJEhQybaPBPtjfKI3QI2qxyIqVOPc/HQY73P2vMWi62xN9gj2Hbbvd0rXnfa6SjQnXzy72zaXli5cgEefODX7hyFxzLcfvIh6NdvOKPODRs+GWPHZpUSLgVue8DAkdktYKAdk7Xz5HZuJMJz0Nxz88FHLyB8JS8X5Hjezj//Nhx6yMUosYutjzx6A8iDTaG48vDDLkEne75ee+0eJtVwPH6nnY7EoYf+2I0bnv/dd/smpu9xil3AqMDb7zyOp5/+W41jam8UooywzHfeeRK0cMibhgu+/rDRItiwnLpCltm3zxD3Wdlu0kEuC8Vsxxx1OYYOnYSV9rP95FN/xtKlwaItM7ANX3wxB35WrEA+Mw/6Ic4+62ZMnLA/3n77CVCMx7x0PBd77HEqPv7oRVDQx7QvvngjJ8Lk8cccfQX2s5/ZRYs/ca+7LsSYYD10pfYzyZCutLQctUXITN+Y4+du5MhdUJItq7LnAOxmxwQ/8+GxnhfFffdd5UR85Mp+HXroxTh45oUYP24fHHjA90CLrF0698Qbbz6Ee+79VXhoLixEGbnCspGxo/fAccf+0n1vsL077Xg49tvvfHTr2hufffYqHn7khmzOmgG/R2fMOBNHH/3znPCSotIpU4+23z8G77z9OOa88UDuoIhjUz3TIestthiT26+ICIhANQFjqj8rxhj7mQIiJmJDg5KSCCLWlZaU2GtOCY7bqQznZy0rrlibxnV3r0CV56Oj/1HAs8OeB6E8T0w1eKsx2PvoU3Iir9qMHr7lxhqW7LbcajRO/snVOPa7l2LclN1rZ8ec5x7FLb++FJ+89RpgIth+zwPwwxv+iRMu+DkoVpq8+3449LTv4XvX/h9O+MEV2GzAQCz4/GPc+utL8Mi//oKm/G270+6Yuv/hNfo1YtvtnOCOwremlFn7GArJkl7cJXfq2g0DBg/HwKFbg3WzT6GjkO0b37sMF//5Lsw8+TyEf++88hxoUY7bJXacjrNtvvgvd+HY836KkrIy3Pv33yK6dg13g0Kc487/H3Tq0hUvPXSXS5v7wVtYMPcTJ5yLREqw3a77OKHjFiNG4ZXH7nN56N3+x1/i9aceyokbmWaMcWzC877oy89w3003rGctr6JTZ0QiER7iPldde/R08cZ4FJ6y7PmfBtbVjTFgG8+47Dpc/s/HceEf/4tR202pYaWyW+Vm9lwdh/JOXbB21XI3FjkmN+u3uau6pLTMCQ05fl1C1pv12D14/v7bc/3guZ5++In46U33O3HmMeddCp63tatWuCOM7duo7XZ29VetWenSGuJ9/u6cnOXKnr374ZsX/hKHnPpdLPziY7zx3OPov8UwjJs63TFmeV2698AOMw506dym43EcK53sOeU2Q24zndt0FO/d9adrsOzr+dzMuVLbf/aNIS3VvWjHBPuey9CECM/TZ+/MQTqdxtKv5+E1O2ZqFzPv4/fw5YfvujH3tR17bF/tPPnbtLJ655+vtlw+dcdsPnQETvvptZj5re84Ht84/zJQVIqMwdN33Wo/73/OP9zxmrDLXu78cwfHK62vkhO3azsKpB/779+xbnVwLjlOtp++vxtjHGun/891sA3BskXVPAdvPca1xYsGv7lZZqcu3UERsCL9TAAAEABJREFUMsXHoyZNYRL4OaZg10QM5jz7GF55ovoz5jJsxCOrppzL5nxPcCxN3mM/hAJd8pgwbS/Xl7qaS4HygCHBQ1Hcv9W4yaDIl/HQcXvQ8Orfrvz+Z1q4vyFhQ767yLv/4Oq2UHjJtPzyWW9+WxhnWn6e5nz/5ZejeE0C62IZXH/XKtBSNfd8Y/xyzKxlabG8vAzl9loWWlrMFy0a2H8GMMZ6CP6MqY4HKfJFQAREoHgJGGPcd5wxpmCdCGbkBSuuHRWkroiACIiACIiACIiACIiACIjAJiMQWPLIIAg3WbWqqF0SoHWwo4++HBR4lTiBCFDRqSt22ukIfOtbN2CPPU6pt9889tRT/xi8wtgek5+xoqILKEY85eQ/OHFNuO/NNx/Gf267GJ9++goCK4YZe/OiBAkvitdeuwu3/PMHoPUTChQprPrLX8/A3/9+Nt5+5zGEf4UoIyyrvnDB/Pfx/PP/cKI1ioWSSc9ZDrvvvquw887H4ozT/4KRI6fatge3SriIOWqbaU5kRbEVHQVuY8fuCe5jPQy5TYFmPlcKOf9xy/cx540HsW7dCrt+lGF2sE6247//vQRPP32TS2uod+IJ1+L4469GZWX/3CGdKrph773PdpYbx4/bx7X1myf9Fv36Dcvl4bnfa8YZ+N75t4PnN9zxyqt34V//+bFl8Kw9b+uw+YCR2Hefc7DXjNPRrVsfvPTSf/C3v5+1nliRojNayeuSZz2RwqsjDr/U1cF2sC5uMz2sr1v33mAajw/TGhKSayHODYWkFF4tWfy5HY++Oye0SviOHYc33/wdvPHGQ1gw/z27L+3O0/vvP43bbv+fGkK8sL3Ll3+FOXPuw/Bh2+OsM28Cx8Uuu3wDa9YswUMPX4cHHvg1NvZXiDLy66io6OrO4yefvpyf3Oy476fs5/heu0C+Dvvtdy5+eunTOPbYX6Fvv+F4993HwXHO8V67okcf+70T3fFzz32+n8aSJXMdG4pDP/lkFtatXe7Ow4rl8/HY43/As8/9H7M69957T+FVO0YpIuXnlefq9dfvdeK5Qo0JV5H13n//GbCdtIz58ccvu8+ETW7wf3431P7cUYxHa420rMr2hoXRIu2t9jvxiSduxJKlc1Fe3hkTJ+6HQw65CNuOnYFFiz4Fvx8oeg6PqR0WooywTH4/vTTrNvTtOwz8jrnwRw/a75Rz7Ocghaef+Rv+bb8jKJIM84dhKpXEcvs5SCRi2GrETjjuuKvc2OB3SDy2zp6n6627Iczuwo8/eh6rVi+259zHahumUgnkf0e4TPJEQATsPKR68ccYY7cB68MYg5KSCCLWBWLFUnxjSim+Oz2YY1CseP1dKxGNB9vooH/7Hnsafvnfp3HWz3+HoaPGOW4hCorv9j7mFNCC2xn/c12YnAspQnr+gf8iXrUul0bLb9vtti9O/OGVOPKci3LpYYRCp7/+/Hv468/Od5bbeM0avf0uOPzMHzhLhDvtcyh69O4DCsHuuvEaXP/DU/DRm6+Ghzc4DPtFoRGtAuYfSNHOQd/8Tr39ys/bkPhrTz6Ih2/5E9auWgmKxngN39Bx5Dpln0NAAR3zUcB079+uw8IvPrPXk7T93s84Edwbzz6CP/z4TLz65AMgNwrIkp6Ht158Ev+45hKQP4+no3h03kfvgXlYP4Wed/zxV6Bwi/tDd8efrsIdf7wKX336AWjJjunMv3blcrzw4G344yXn1CiX++nefOFJsMyM72PFkoWY9eg9TG60Y5v/Ys8962Kdvp3vGBNBxpb76duv439/dRHWrFoBWoxkn2+x/fzlWUfikX/+GdvuuBsu+es9oFiMVvOQ/RsweLgbv7XH6OO33eTEriyH3Jg9UlLqRGyP/fuveOIOzqMybvvFh+7E1eceB47Nxoy3N194Ai8+eAei69aAY5mvuH35kXtw999+C47B86+9CWPs+KYg0tUfKcFY248Lrr/FfT74GaE4leKqiN0X5uH2RX/8ryuDaXQ8l3++7Dy8+sT9WLtyhauP6ewb+/iPq36MR22/mNZcx3OxdtUyfGw/e14sWmdxH7/1im3HcnwwZ1ad+2snso0cX0/ffasbQ90qe2PXmcfiiLN+hJETd8BHb7yCv11xAXje8o890n6PkFc+R2OMEwXz8137vIfH8nPJ8fThnJcRj1Y5XpFIBAnbn5cevgMch74df/z+orj0ugtOwe8uPB2z7eeOZSSTSSfY9OIxbDNpCk655Ne4+s4XMPPkcxFbtw73/PU3uMeeZ+ZtrGvKuWzq98TEaTPAsbTjXjNBoWLY1t79B4JWX8k2TGPI7cPOuMBZ8eQ2Xc/e/UCx9SV/vRuTd9/Pfg7vdts9bTr303Xv1dul8XhuN9Rt6LuLZbGN3St75YqjNVumbagtbBfby+NzB9pIU7//7KH6vwEC6+I+rrPzqZXrgoc/jhu3HAdv66FzpwpUVFhXXo6yslLUFi2WlEQQsZ9JA/vPAMZYD8GfMdXxIEW+CIiACBQnAc4PQ1eoHkQKVZDKEQEREAEREAEREIHaBLQtAiIgAiLQOAIGpnEHKLcI1EGAwqzfXncUfn759PXclb/YB888U79QbkPHhuVddfWBNcSGsH8L5r+Pf/37Ilx19UG4/Io9ccWVM/Cb647Eo4/9ERS7/OnGk3HVNQfh7nuuqFMABvtXiDJsMRv8/+abD4Ns2MZf/mo/3HnX5aD4h0zIJuxj7fD+B64BXe30cJvHsoz8ylkuhWu/+e0Rjgnzss6/3/xtfPb5a/lZGxS/5dYL1jufLJMuPCfkzO26HPvN85tfGZnfcedluObXh+TayL787nfH4amn/+bOXX5+xjdWx9vvPOYY19UGpvF4ltNQR65sE4+ty/G80NW1j2k8lmWwvo8+ehE3/uVUNz45Bq6+5mDQih3HKPf/57ZL7L69wPMUjg2m13a8OcexnX9uf/HLfUExLoWPtfPXtV2IMsJyx42bgX79hmLJki9AUXCYXqgw7q0Dxy37SKZkd+1vDnPsOM7rqsfzoqDojp97HnPFlXvhxj+fYr87HnfZOU74HcGyfv/HE51g1O3I8yhgDMcmz9Ujj97gxiTPJ88ry63LcTzQ1bWPaTyWZYRVsR62k+n33verMLnBYWPqCgt9edZtuPHGU8A62SZyYBsoZmzo90MhymB7Pp87Gzf87lg79me47xieqz/88SS8+OK/uXs9x++R3/3+G2CeX197KMJxwX6wPzzPdX0OKGzld8vlV8zAvfdf7Sya1jd+1qtUCUVBQI1sPgFjqn8LGGNg/8P6bgGcQkW6UKx4/JRSnLdHUOfyNWlcd+cqRL2OLVYkjUf/8zf8+Jjp+NER0zboKO5h/tru5Ufvxk9P2q/OY+/4Y/3XiM/fewO3XvtTXHnG4bj4uBm543989O742bcOdMKxxlouy29bc/uVX9bG4rRwN2aHaVizYilu+OFpuOio3V1/rv3uifj39T/Df2+4wrnb//hLzHr8PiyZ/wVKy8oxYttqK+Dvvfo8fnvBN92xFx65K/7npP3xn99diVAsRuEV2Vz8jRn4128vw+rlS2o0i0LAP1x8FpiH9V+/AaHn7GcfccKsnxy7p2sn819+2iG4/+bf5eqrUbjdYPm///GZuPCo3fCrs49aTwhpszT4P/vEulgn62Z/f3rivrjpyh86YeYddtxwTLK+d195Nlcu233pCfu4Ntc1XusaoxQfshxy4zHkw/ZTNEcB2BWnH4afnzLTWbGszTRX8UYiFNhd9s0DwH7wvNEiJvu4sTHIftKxXXU5MmAZ+dWzjRRdXX7awa4+Hse+sY/sa37e5sQpqPvFGUfg4VtvrLeY159+GFecfihefuSuevPU3kEuFJ/yHPBcsP0cA5fZz/yt117qzn/tYzbEiMfXdd7DMiiS5Lji+OL5YV2X5411fkb5/cXPKcd4eBzHxlXnHI1rzv2G+z7K/476if2+/M33TwKFxGH+poRNOZdN+Z7gGOJYIqu6HBnkt5/bdeVj2hX288LPIUNu1+V4fH55G4uTe33fXSyrrjqYxjY0pS08hsLUxnz/bawP2g9UOdHiCvBhEPI4dtsVOCQrWuzUqQKdKsrXEy1yjibRImnJiYAItGcCxthfp9axj4VykUIVpHJEQAREQAREQAREQAREQAREQASaR0BLjM3j106PVrdEQAREYIMEhg2djNLSCnz62SsbzKedItBWCPTpPdiO2TIsWPBhW2mS2iECrU7AGJNrgzEG9j+s78SKXACnyxcrnhuKFVf7uP6uVYglAktAuUIUEYEmEjjstO9h6KjxmP3MQzWsE1KIQ8ttFMjQ0eLbXTdejf/91Y+xYtHXiBgtNzYRuQ4TgXwCiouACLQBArRYTcvVoWjxmDzRYkWFRItt4BSpCSIgAq1AgA9f0xWyav2CKCRNlSUCIiACIlBkBNRcERABERABEWgrBIxrSOC7qDwREAEREAER2CiBQVuMwZChk9wrdj94v9pqz0YPVAYRaCUCffsOxeTtDsLChZ/i5Zf/swlboapEoO0SMKb6V4AxBvY/rA++WpBCRVrtCcWKJ0wpRShWXLY6jevuXiGxYts9tUXXsumHn4hxU/dE1drV+OSt2Q1qf58Bg1BWUYElC75sUH5lEgEREAEREIFiIEDL1b+9cxWWrUm75gaixfh6r4cuKy1FaWkJSktKwTmbm7vp9dCOmTwRaD0CqrklCBhjYEzgClW+BIuFIqlyREAEREAEREAEREAEREAERKDJBDKgdcXAb3IhrXOgahUBERABEdgkBCj02nefc7DvPt/BoIGjUFHRBbtMPRY9uvfGJ5/MwvIV8zdJO1SJCDSVwIjhO+CII36KZDKORx/7PTwv2tSidJwItBsCxphcX4wxdgEIzlJdXWLFk3Yuw3eylhWdWPGulYgn+CsiV4QiItAsAuN3no6y8gp069kLY3acttGy+m8xDNOPOBEJL4aXH7lno/mVoR0QUBdEQAREoAMRiCdoyXolOO9it4/ZdiUOHec50WKnThWoKC9HeXkZysvKaogWIxEDzuVofdhO7+z8ziD8M6Y6HqYpFAEREIFiIEDriqErVHslWCwUSZUjAiIgAi1AQEWKgAiIgAiIgAh0HAK8XWVgOk6H1VMREAERKCICkQIsKjS3jAMP+D522uko647AKaf8ERd8/25sM3Iali2bh9mz7ysYTQohTUS3DAsGtIEFbapskZISGLPp5xv773ceDjjgfLzzzuO46ebvYOnSLzZVl1WPCLRZAsZUfxaNMfazCXBhmwvczjpPSQShZcVvTi3DObsH4sSlq9K47s6V8JLBNvQnAgUisHrFUnARsqJzF+x73Gm44PpbcMCJZ2PU5Km5Grhv3JTdcfS3f4Kzrvg9Nuu3OR78xx+xeP7cXB5FREAEREAERKC9EIgnMrjurmrR4tFjV+Cw8TVFi2VlpSi3rjRrabHEhpzLGWPg/hnAGOsh+BI+BeAAABAASURBVDOmOh6kyO9oBNRfEShGAsaYGt9lheiD7j4WgqLKEAEREAEREAEREAEREAERaKsEiqpdWnIsqtOlxoqACHQQAltvtSNGjtwFJSVlrsc9KwdgrxlngMI+l9AArxBllJV3ytVkjEFpaTlWrliAp576S8GsK/bo3he773EyKnsOcHWxz1tvPQVDhkx02/KKmwAtc04Yvw/KyoKx1LVLJSbabZ73lu7Zw4/cgN/9/ni8+OK/W7oqlS8CRUHAGJNrpzHGLvwgJ1Y0EYMSu9BdVloKum/tUo6zdwt+KSxZlbKL5ivgpYJt6E8ECkjg4VtuxKdvv450Oo1IpAS0oLjHocfjlJ9cjavvfMG5y299DCf+8EpMnr4/Viyaj1t+fSnee/X5AraiWUXpYBEQAREQAREoOAE+JELR4tLVaVf2UWNqihY7VZSjrKyshmgxUhJBiXWRSASG/wxgjPUQ/BlTHQ9S5IuACIhA2ybAB5voCtnKSCELU1kiIAIdjYD6KwIiIAIiIAIiIAIiUBgCwU2qwC9MiSpFBERABESgeQSGDtsO3zv/dhx33FXo129YrrDysk6YOvU4/OCCe7DHHqfk0uuKFKKMsNzXXrsb69Yuc5aPEokY3nvvKfzjlu/jk09fDbM0K5x50A9x/vm3YcqOR6K0tDxX1uYDtsY3T/otzj7r5lyaIsVHgOfv1FP/5MSnxgQzjkhJKcaP39edd57/4uuVWiwCxUnAmOAzyNYbY+ziNWB9uAVtihVL7AK3XdymdcVvTS3FWbv64N9iJ1ZchUSKW3IiUHgCtJL4159/D/+89qf48I1ZWLtqpRMvhjVRyFi1djU+futV3HLNJfjdRWdi3sfvhbsVioAIiIAIiEC7JeBEi3euxJJV1aLFw7OWFisqKtC+RIvt9jSqYyIgAs0gYIz91Zp1zSimxqESLNbAoQ0REAEREAEREAEREAER2MQEVJ0IOAKBhZQMgtAlyRMBERABEWhVAl/MnYPfXncUfn759Drdlb/YB888cxM29FeIMsLy33zzYfzGtufyK/bEr646AHfedTnWrF0a7m52eP8D19TZz7D/f7rx5GbXoQJajwDPX3gu6wp5/luvdapZBDoOAWNMrrPGGNj/sL4TK0ayYsXSklKUlZbi5F1KcdZuQfZFK9O47s5VSMqyYgCkWP0iafe7rzyLm674AS4/dSZ+fPTu+NER05xj/GffOhB/+/n3wTxF0h01UwREQAREQAQKQiBh52HX3bUCS1YFT48cOWYFDh8XQ+dOFagpWixDaWkJOKeTpcWCoFchIiACbYAArSuGrlDNkWCxUCRVTpskoEaJgAiIgAiIgAiIgAiIQDERMHa5spjaq7aKgAiIQFshoHaIgAiIgAiIQFsnYIzJNdEYA/sf1ndiRffKwJKIW9guswvcp0wrxZm7wv0tWpHG9XeuRCqth5scEHkiIAIiIAIiIAIdmkBrdj6ZAn575yrwYRK248ixq3DE+NqixVKUl5U50WJJpAQm+1BKJBJxcz9jAGOsh+DPmOp4kCJfBERABNoeAWNMje+uQrQwUohCVIYIiIAIiIAIiIAIiEC7JaCOiYAIbEICWoLchLBVlQiIgAiIgAiIgAiIgAi0AgFjuNADWB9cuI7YRWxnfccuaNMazynTynDGNLi/hStSuO7uFUj5m+SXgqtTngiIgAiIgAiIgAiIQP0E+BAJHybhQyXMdcSYVThyfDxnabGivBxlZYHF7NLSEvdAiuF8zzpjjJsD2gDGGB4uJwIiIAJFQaDQ1hXZaQkWSaHVnCoWAREQAREQAREQAREQAREQARIIblAFPrflREAE2hcB9UYEREAEREAERKAjEzCm5kzfwKC2WJEL26dOK8UZ0wJx4tfLU7jurpVIp6E/ERABERABERCBoiGghnYEAnyY5Lq7VmChna+xv4ePWYkjx8fQqaIcFdbRwiLndgwpWiyJlCBSYl0oWqw9N6y1zTLlREAERKAtETDG/orNukK1K1KoglSOCIiACIiACIiACLQKAVUqAiIgAu2CQAZclgz8dtEhdUIEREAEREAEREAEREAECkugHZRmDBd5AGOyYSSCEruAzYXs03alWBHuj2LF6+9aCd93m/JEQAREQAREQAREQATaGIG0naddf/dK0CI2m3b4mFU4emLciRY7dQqEi5zjlZWWutdDR+z8L1JSgkjEzgNhnQGMsR70JwIiIAJtn0BoYZFhoVob2VBB2icCIiACIiACIiACIiACIiACIrBpCPD2lIHZNJWpFhGoRUCbIiACIiACIiACIiACLUPAmGCOb0x1aIyBiVCsaF1JBKfvWorTdwnqX7CclhVXwecTTUGSfBEQAREQAREoGAEVJAIiUDgCFC1ed+cq8GETlnrY6FU4ZmLcWVmsKC9DuXWlZaUoLSlBiZ3zRSIGkUgExti5oHXQnwiIgAgUCQFjCv+9FSmSvquZIiACIiACIlCsBNRuERABERABEWgwAa1JNhiVMoqACIiACIiACIhAWyOg9ojAegSMMTXSuGlg7EJ14Ers4vWZu5fj9GkG/FuwLAVaViyk1QqWKycCIiACIiACIiACItAyBPxMBr+9ayXmL0u6Cg4bsxrHTIijvLwcfCV0aGGxtLQUJZES8KEVY6d+xs4JXUjPHmmMsb7+i4AIFAmBDtdM/kalK2THJVgsJE2VJQIiIAIiIAIiIAIiIAIiIAJNIhDckAr8JhXQzg9S90RABERABERABERABESgeAkYY2D/w/owxsB6iJgIztq9NCdWnL8shevsYrdd84b+REAERKDjElDPRUAERKAICWSA6+9aBc7n2PrDx67Bcdt5KCsrRSBYpFgxgggtLNq5YM7KIuy80B5gTBDaqP6LgAiIQJskYIyBMYErVAMlWCwUSZUjAiIgAsVKQO0WAREQAREQARFoAwTsXS3bigyC0Eb1XwREQAREQAREQAQKS0CliYAItDoBY7jAA7tYzQXrCJ76yGDucuPatUWfUkwZ08nF5YmACIiACIiACIiACBQXAc7jOJ9jqxeuq8Dsr7uBr4QuKytBaWkJSkoi1pU4wY/1+N86Yx2PkBOBAhNQcSJQYAK0rhi6QhUdKVRBKkcEREAEREAEREAEREAEREAEOiqBQvXb3qIqVFEqRwREQAREQAREQAREQAREoA0RMMbO9nMOoIWdL1cAP3uwBF+sCJZqjpjWHTuPlmixDZ02NUUE1iOgBBEQAREQARGoTWDn0Z3BeRzTl8Q64x/vDcEyr4uzrlhSQuuKJXbuZ52dC0YiERs3MMYwey50G/JEQAREoI0SMMYU/Psq0kb7qmaJgAiIQEhAoQiIgAiIgAiIgAh0GAKyr9hhTrU6KgIiIAIisD4BpYiACIhA+yYQTva50INgsYcL1l+tjuBXT3TClytLXP8P37U7po7p7OLyREAEREAEREAEREAE2jaBne287fBdu7lGLvO64Y4vRmN5ogtKS0pQWlqKwLJixIWc+9mpoMtrjIExxsVDz5ia22F6OwzVJREQgSIjUGjriuy+BIukICcCIiACIiACIiACIiAC7ZqAOtf2CQQ3owK/7bdWLRQBERABERABERABERABEdgwAWOqZ/d5UXeQMcYtUNvAhV+vLcX1L/bCV2vK3f7DpnXD1LESLToY8hpJQNlFQAREQAREQAQ2FQHO1w638zbWtyLRAw8tnoSVia4oiQQCRWOMs6YYCBXD+Z8NYVDfnzH176vvGKWLgAiIQEsTMMbAmMAVqi4JFgtFUuV0XALquQiIgAiIgAiIgAiIgAg0m0AGNLgS+M0uTAWIgAiIgAi0BAGVKQIiIAIiIAIFJGBMsNhjA7fws3BtKW58rT8WrO3kajlsl27YRaJFx0KeCIiACIiACIiACGxSAg2obJexncD5GrOuSPfCk6t2wupk1zoFiswTOmNMGFUoAiIgAkVDILSwyLBQjZZgsVAkVY4IiIAIiIAIiIAIiECTCehAERABgLeqjPOhPxEQAREQAREQAREQAREQgXZOgAs9dOwmQ7pF60rwv+8OxsKqrkzGoe1QtOg6Jk8EREAEREAEREAEipjAtG0723lad9eDlf5meLFqF6xJdwXnc5kMsqGNuBw1PeapmaItERABEWj7BIyxq1fWFbKlEiwWkmbbLEutEgEREAEREAEREAEREAERKBICdd/GKpLGq5kiIAKtTUD1i4AIiIAIiIAIFAEBY9sYLlRzQdv3M3DObmRsfNHaCP750TAsilWLFrkobg/TfxEQAREQAREQAREgAblWJDBtXGccMrWba8Fq9MGriT2wOtkFqVQaad+Hnw7CdDobZ2jTOf+jcwfaCWEu7hLkiYAIiEDbJsDvLLpCtlKCxULSVFkiIAIiIAIiIALtlIC6JQIiIAItTcDepbJVBL6N6L8IiIAIiIAIiIAIiIAIiEArEChclfmLORk+mZSd7DM9gwx8u3Bd7TJI28XtFJ1d7F60tgS3fToSi+OB5R4uinNxvHCtU0kiIAIiIAIiIAIiIAKNJbArxYo7h2LFvngtOR0rvU6BWNHO45LJFJIp62zo5nU2LZ327TzPt3O/jHV+DeuLbl7oJorVLWFa9ZZiIiACItA2CBhjYEzgCtWi1hcsFqonKkcEREAEREAEREAEREAEREAEipYAVzBhly2DsGi7oYaLwIYIaJ8IiIAIiIAIiIAIdGACXHyudrAL1sGiNS3xpNIpu5CdBhe5E8mkDZNYtDaCO+eOwuJ4D0ftELs4zkVytyFPBERABERABNoyAbVNBNohgd3GdcHBdj7Grq02fTE7NR2rEhQrpuAlEtYlkbBhIpFycznO61JOsGjneX7azv2sy2RsGDjOC1lWvqsrLX+/4iIgAiLQWgT4/RS6QrVBgsVCkVQ5IiACIiACItCKBFS1CIiACIhA+yBgYNpHR9QLERABERABERABERCBFiGgQoubQLDAQ7Gibxer/exrA31nlYeL2qFFHs9LuEXvRWsN7pk3FksSla7jXCTnYrnbkCcCIiACIiACIiACIrBJCOw+vjNm7tzV1bXa9MPs5J5YlewEChTjdt6WSCQRj3tu/uZ5HhLJlBMtMj2ZTLu5Xjrtu/mfn/GBTIb/9fC6IypPBESgPgJtKd0YA2NMQZskwWJBcaowERABERABERABERABERABEWg6AdlXbDq7AhypIkRABERABERABERABESgxQjYdWm3KE3RIleouVjt+xm7gJ1yjpYVEwkKFa2zC98ULcZtuHitwb3zxmCx19O1jYvlu43v4uLyREAEREAEmkRAB4mACIhAgwnsMaEzDprSzeVfbfpjdmoGViUrEM7VPM9DLO4hnguzc7lEEkkKF1MppNNppKxLO9FixgkXOScMHPWLuivsAMsTARFoswSC76vCfldJsNhmT7caJgIiIALtiYD6IgIiIAIiIAIisGECwZNpgb/hnNorAiIgAiIgAiLSiEhZAAAQAElEQVQgAm2XgFomAiKQT4CLOtwOQ8bpnHjRrvVw8Trt+0il0m5Bm68Q9LykXfBOBAvfdvE7Gotj0RrgvvnbYrEXWFqcOaUrdh/fmUXJiYAIiIAIiIAIiIAItBCBPSZ0wYE7hWLFAXg9PQOrk+VIJJJurhaz8zTO1Rg60aKdu4VhIpEAH0ihBW3O9YJ5X9qJFQGD2vND6E8Eio6AGtyRCBhjYEzgCtVvCRYLRVLliIAIiIAIiIAIiIAIiIAIiECTCWRg1yuto19PIUoWARHokAR22eU4fPucf+DinzyGn176NC65+AmcdeZNmDTpgE3Ko6KiC3addiK+e96/ceEPH8D4cfts0vo3RWWjttkVJ510nWM986AfbooqC1bHkCETcfTRP8ePL3oEJ55wbcHKbUsFcQzy83Dud/7ZbsdgW+KttoiACBSOQP5itBMq2lm/7/vwaWXHhlzATtk4Qy5qc3E77nmIx+NwC+Au9LB4DXDvV2OxONHLNY6WfiRadCjkiUD7I7AJejRln0Px05sfwK9ufxanXvobVHRuP5Zbd9rrYJx71V/xy/8+jSPPuWgT0FQVIiAC7ZHAdCdW7Oq6tsr0x+vpPbEmUWbnaJ6bo8Wz4sRYLNiOxeJOxOh5CcSt87wkEokkUjkri3b+59t7wHb+x7mgjcHNDenZWvLnjHZT/0VABESgTRHgd1ToCtUwCRYLRVLliIAIFDUBNV4EREAEREAEREAEWpuAsQ0wMNbXfxEQAREA+vYd6sRz03Y5HvPnv4dHHv09Fsx/H8ZE0K/fMBx4wPexKUR1g7YYgyOPuAznn3cbpk8/BT17DgBM+/muoghuz+mnOSHmUUf9DEOHTEBJSRmK5W/nKUfj7LNudiJFCi7LyiqKpekNbmf+GJyx5xno1WsgmjMGoT8REAERaCUCXNxh1QwDB2S4YJ3xkU77SDnRYgqeXdjm4nZonScULVZFY1iyFrjvq22xyKsWLdLyD8uVEwEREIHGEBizwy7o1qMSkUgJhowcjdGTpzbm8DaXt2fvfjjy7Avx05vux+Fn/RBbbjUaJaX1z+sp0Nzv+DNx0Z9uxy/++zSuvvMF567895P4/nW3YLeDj21zfVSDREAENh2B6RO74ICdQrHiAPA10BQrel4CFCNSrMg5WjQaB+doMfeASRz5okUvkQAfSOEcL23nerSqzbkf9YmcC2663nTcmtRzERCBwhEwxtjbcaZwBdqSJFi0EPRfBERABERABERABERABESg2QRUQAEIyL5iASCqCBFoJwT22eccDBk8Dp98Mgv33ncVZs++D7f+64eYO3cOeGObC4vDhk3GoIGjWrTHpSXlWLz4M8x54wEkk16L1tVahSeTMcx65S6sXbestZrQ5HozyGD2nPuwbNmXTS6jrR8YjsG33n7MLvYk2npz1T4REAERqJMAr93cwdAtUtvvb1rW8f0MfLuAnUqn7HU26azwJJNJJ1rkgniMlnticWfFh3EuiC9e4+O++WMRihYPtIvpXFRn+XIisIkIqJp2QOCdWc9g7coV8P00vvz4A3ww+6Wi7lVZeQVWLPkaT97xv1i3asUG+9J/i2E454o/Yud9D8V7rzyLq845BleecTge/+9NSHhxDNhyGA448Wyc8pOr25XlyQ1C0U4REIEcgT0pVtwxECuuNJvDiRWTZQjnZk6oyPlZNJ6dowUhRYyxeNzm8+xcLuHmdslUyv6OTSNtv2szfFCFcz8bZuxc0M0J6dmaOUe0gf6LgAiIQJslwO8pukI2UILFQtJUWSLQYgRUsAiIgAiIgAiIgAiIQPsmEDyZFvjtu6fqnQiIwMYJbL/9odhyi23d4uGy5fNyB3heFI8+9nssXvwp0ukkvv76QyywLpehBSJffvkmnn/hFrz//jOoqlrVAjW0bpFk+vwL/8Qrr9yO5cu+at3GuNob582adTteffVuLFjwQeMOLKLc4Rj88OMXEIutKaKWq6kiIAIiUDcBLvJwbTpYqM7Y6711ad8uZPtIpdN2cTuFRCJhF7qTdsE74V4tSGs9XByPxT1nxWfJmgzum78tFiU2c5UcYBfVJVp0KOSJgAg0kMBrTz6Iy087GBcdtTv+fvn34cWiDTyybWZbtvArPHXnLXjxoTuxZMGX9TaSlhUPPuU89Bm4JZ6951+4/39/j9XLlzj3+G034b/XX441K5Y5y5MjJ+2Eg0/+br1laYcIiED7IzBjUhfsb+dV7BnFinP4GuhkaW5O5uZjeWLFaCwWiBZtGudpFDV6iaSdz9GlbJiy87uUe0Albed7fg2xYobVuIdSXUSeCIiACLRhAsYYZ2HRGFOwVkqwWDCUKkgEREAEREAEREAERKBNE1DjRKBNE8jeoEIQtummqnEiIAItTmCr4dujvLwzUqkkVq1cVKO+pUu/wF/+egau/MU+uOPOy2rsa8kNCiNpibAl62jtsletqsm6tdvTmPrXrlvuRKyNOabY8n4xdw7i8XXF1my1VwREQARyBChUzG3YCEWLfsYHF659P2O/x3177U+DlniSyZQTLfKVg1z4zi2OZxfDaWlxyRof984bi4VetWhxz4mdbcn6DyEQARHo0ARoxaw+AGN22AVbbjXa7fZ934X53odvzMJHb7ziBES0ar/V+MkYPHJsfhbFRUAE2imBvbbrgv12yFpWjAzEnPQMrEmU2t+hHihGDOdjsZjnRIoUK3JOFsvOz2hhkWJFPnjCuVwylUYqnQKtaafTvvteydh7v5wDtlOE6pYIiEA7JsDfs6ErVDclWCwUyQ5ejrovAiIgAiIgAiIgAiIgAiLQfAIGpvmFqAQREIGiJ1DZa2Cb7YMaJgIiIAIiIAIi0HwCXOgJS+HCNUUzfjpdbWUxlUIikbQugXzRYjSateLjLC3GsXStj/vmV4sW99+xG/ac1CUsWqEIiIAIiEAtAv0GDkFZRQX4CukxO0yr85XPC+Z+jGTCc0d26dYDfTff0sXliUBHI9CR+rvX5C7Yd/tArLjCDMTs5J5YkygBRYici1GU6OZh0bizdh2KFbmfYkaGObFiKo2NiRXz54IdibP6KgIiULwEjDEwxhS0AxIsFhSnChMBERABERABERCBJhPQgSIgAiIA2VfUIBABESABYwp784dlyomACIiACIiACLQ+gezitGsI47Sw40L7S8D3M3CixbSPVDptF7rXFy1yQZyL5c6aT5wL5nEspaXFr8bi66ylxf136IoZEi06xvJEQAREoDaB5YsXIJlIuOQBWw4DLS66jTzPi1ZhQ1Ya87IqKgIi0A4I7L1dV+w7ORQrDsKcFC0rRpxYkXMvihXd3KuWZUWKFLmfYU6smEyB1hVT6ZSzns35Xf5cj7i4zZAuP85tOREQARFoqwT4fUVXyPZ1EMFiIZGpLBEQAREQAREQAREQAREQAREoNIFAnBT4hS5b5YlARyKgvoqACIiACIiACIhA2yaQv8jDeH2ixbTvB8JFt/CdBK37eF7CvZIwXDgPrPvEsWytj3vnbYsF8c1c5/k6wxnbydKigyFPBERABPIIvP70w/j8vTfgp1JYtWIpli/6Om9vEO3eqzciJSVuw4tVuXxuQ14bI6DmiEDzCew9uQv22T6YM60wgzAnTcuKBrXnXLGYl7OsGI3FQZFinWLFVNrO31Lw0z4yfBjFzucy2QdT2FrO/cIwjHNbTgREQATaOgFjjLOwaIwpWFMlWCwYShUkAiIgAiIgAu2cgLonAiIgAiLQggR46wr29pVsLLYgZBUtAm2awNln3YyfXvq0c337DnVtrajogkMP/bFL474Lf/Qgxo/bx+3L97bf/lCccfpf8OOLHnF5L73kKVz4owfwrW/dgFHb7JqftUa8R/e+OOigH+CC79+N751/O4YO2w7bbLMLzjrj77jk4idx0YUPYZ+9z6lxTH0b+e1nW0N3Ya02D9piDL5x3K9c2czDer7//btw3LG/wOm2D2xPfXUUIp19PvSQi8A6WTfbQG4nHP9rlJaVN6iKEcN3APNfaBmTdVjGqSf/AdxXXyE7TzkaZ57xt9x54nGXXPwEvnvev7HvPueA57u+Y5nO/czH/DyOx1/8k8dw2mk3olNFN2YpiGM7zzrrJrBs1sE+/vAH99qx+BOQX+1KmLbXXme6flz4wwdyY3TSpANw1pk3ubHEMr5vx9iUKUfVPny9bTLk2A358tgfXHAP9tv3PHdjdL0D8hJae3zlNUVREShuAmp9ixPIX6BmvD7RYqoOS4vhAnnMLpZzwTyWtbS4fF0a935F0WJv1/79tu+KvbYLrAW5BHkiIAJFTeDIcy7C1Xe+UKe75K93Y8S4ybn+Td59P1x+62M18nKb6WGm4WMn4cQfXomf/+MRXHD9LWFyjXDwyLE45eJrcPk/H3dl/er2Z3Hp3+/HyT++Gt+95iYcefaFLv++x56GX/73aZcnbCO3me4yWI91sw3hfoa189hsuf+7HXwsvnft/+LKfz2ZK/eXtz2LH994B2aefC4qOgcCo9wBjYj8768uwkXH7IHfnH8i5n383npHDhy6de63wddzP8Fn78xeL48SREAEip/Avtt3wT6hZcXIFpiTnoE1nqkhVnRzLYoVYzEEcy4b2jlYLO450WINy4pZsWI67YOWFf2sWJHzPNLinC8/ZFxOBERABFqdQAMbwO+w0DXwkI1mk2Bxo4iUQQREQAREQAREQAREQAREQARangCfSzMwLV+RamhVAqpcBOoj8MSTf8Y99/zSuRXL57tsiUQMzzx7s0vjvgcevBZffPGG20ePwsaTTroO++17LjI24e67r8RVVx+Ixx77PaLRNRi85TgcfvglOPDAC+ze6v8UMVJw9+1v34LtJh2Irl0r3c7Knv2x//7fRb/+wxGJRFBe3hljxu6BwYPHuf0b8u574BosXfqFy5JKJfD557Nx731X4brrj8Lb7zzm0rfeakccefilGDhwFF588d+urbfcegGWLZmLESN2wuYDtrbfgsblbQlv/Li9ccqpf8C22+7l6mTdf7rxZHzw4bOuj9uO3XOj1VI0d/TRl6Nnz354edZteOjh6/DlvLdRUlKKQVuMwTHHXIHp00+pUQ6Fhoce+hPMmHEGKnsOwEsvBX2/7bafYsnSuejRoz923PFIHHXkz+sVLQ4ZMhEnn/x7m+8IRGNrcccdP8N11x2N1167B5v1GogddjjEnrNSNOcvHE/Tp5+K6LqVeOTR37vxt2rVInTq1B3kd/LJN4DnkfWwTUcf/XNwHE3d+Vj0tH2DMTARA/b3wAO+j379hoFjyRiDbt37YI89TsFOOx7Ow+t05EuG/fsOx9tvP4brrz8Gt9/+P1i5YoHrY+/eW9Z5HBPZrtYcX2yDnAiIgAg0hgAXe8L8jHMx24X2qu7TIk867V4lmLKL38lUyr1eMJFIgAvjta3+hJYWl69N4d6vxmJ+PBAtciF+7+xCfFiXQhEQgeIkcP/NF6xKYAAAEABJREFUN+C+m67DmhXLch1Ip5J49t5/44rTD6shqpv97CM27VC8+cITyPg+Fs37HDf/8kIwnUJAChTPuOw6jJuyOzp17ZYrLz8yatIUHP/9n2HLrcfgmbtvxaUn7IO/XHY+lnz1ObbZbicMGj4SnPvB/j36n7/hsm8diCduvxleLGpT1v/Puq84/VA8/t+bEK9at36GbAqFiMd+91Lsf8LZ6NV3AJ6555+u7n9cfTEW27or+/THtAOPxkk/vLJZosVsdesFg0eOxZBR29quGTsnXoM5zwW/ZdbL2IAEZREBEWi7BPbNe7BjudkCryf3xBoPdYsVo4FIscqG4YMjDDkn49wsSWvYdr6WSqfc3C3DeZz97s3YOV1ufsdI28WhlomACIjARgkYY+/5WbfRjI3IEGlEXmUVAREQAREQgbZMQG0TAREQAREQgaInkCn6HqgDIiACTSXwySezQGEfXdpPuWIoWli1clEu/b33nsKatUvdPorg9t3nOxgyeDwWfP0+/vGP8/HhR8/bm+tRvPLqXbj/wV9j1arFKC0tx6SJB4BWBd2B1isv74RPPn0Fcz9/Hb69iW6TYKy3045HONHh++8/A4oObRKSiTiq1q1kdIOuW9deqOjUFVVVq/DYY3/Erf/8Ad566xHXnvDAyZMPQfduffDW24/i+Rducfu+/PJN/OPWC/Dpp7PA/oZ5Cx1SzLbnjNPRrWtvvPvuE65O1k2RJcWgs2bdblmkN1jt9OmnYbvtDsRXX72Lv/39LDz33D8we/Z9+L//+y5eeuk/dmEi6XjvsMNhmDz54FxZO2x/KMaM3h2RSAk+/exVPPvc/7m+83w9/9wtiMbWwBiDQYNGYdSoXXPHhREKCfff91z07TMUc+e+kTvXHAuPPf5HPPXU35HwYq6M8JjGhuF42mLQaLxsWfCcsG/s41/+ehq+zAplKUqcseeZYJs6deqKr+a9C47LdDqZq3LMmD0xfOgkvPLKHaAg9P/+8T0sWTLX7S8v64TxE/Zz8dpeyDeVTuCJp/6Chx+5wY13crr1Xz+0bXjT9rH+W5mTW3F81e6LtlucgCoQgXZDIP/axzjXsl1oF7h9LnZTtGiv1SkbUrSYSCSRSCQQ9xL2WpIArfuElhYpWozGPDjR4ryxmB/v4zjtM7kL9rbObcgTAREoWgIUAr7w4B145p5b7dwv7vqRSqWwZMEXLl7bY/6k58GLV+FFe9zn7wUPPqWSScx69B589ckHtQ+psT1lv8PQs1cfzH76YTx5h52/xqJgGX++7Lv4cM76c3fW99h//o5lC4OHr2oUlt1gnsdvuwmLv6q7zcw2df8jMG7KHigpKcFHb74C5udx777yLJ68/X9RtXa1nRMaJ6Sk4JLHFNJtP31/VPbuh1QyYTndC4o+C1m+yhIBEWh9Avvt0BV7bdfFNWS52RKzU3tiXQLIfyAkGosjGrX3Q3KWFeOIx4O5Vw2xYiqNpHWpOsSKnMtl7OSOzlVmvfy43dR/ERCBjRNQjjZCgN9fdIVsTv13+QpZi8oSAREQAREQAREQAREQAREQARHYAAFKhYDARyv+qWoREIFiIbD7bt/C0CET7I1xD++++5S9sV7TkskXc+dgzpz7nPAwEolg5MipmDhxf9e9t995HK+8cjve/+A5JJPBYmeXrr1sXg933HEZ7rjzZ7jrritcnnvu+xWWr6h/0ZEFstyDDvwBUgkP9933S7w++14m13CDBo5Cv34jkLH/0im7ElBjLzDbHlMVXVUrtTCbFONN2/VE9OjeF6tWfo0XX/rPegVTXLlq1aL10sOEocO2w8QJ+6KqagWefvam9Xjz+DWrl7jsnSq6Ydy2e7k4vV69BjkhI+NsC8PQffDhc6hat8JtUlzKvG4jz9t9t2+ib79hdrFkNV5//d716ibvxUs+zzui8dGddz4WQ4aMx1w7bp5++m81CvC8KD746AUksmOlT5/BGD9uH3z00Yt4edZtePvdJ1zbeFB5eWd079YL/73jf/D4Ezc6ASyFoa/Pvg+0GMo83btuhuHDt2c052j1k9Y+S0rK8Plnr9vxcF9uHyNsw/sfPp8rg2n5rjXHV347FBcBERCBphDIX/Rh3K5rwzl7zeRCt59OI5327TU/5VwiT7TIBfNQtFgVjSEULa5YlwosLcb6uCbtM7kr9tm+i4vLEwERKG4Crz31EJZ+Pc91ory8AsPHTHTx2l6fzbfE0NHjsPDLz/HKE9Vzq5cevhMvPnQnPnt3DtKp6odO8o/fcqvRGDA4mLtTuJe/j/FZj9yNdavrnrvH1q1hlg26ZCL4DVJXpt4DBqHM9ov7aG2RYejemfUs1q0M5s5l5eXo3X9QuKsg4YhxkzFm+13st28Gb7/4JB75158LUq4KEQERaDsE9t+xK2ZMCuZETqzo1y9WjMbjiNr5VVU0juABkRg49wotKyZoWdG6VDoF387VnPN99x3CORx7zbkdQ7r8OLflREAERKCYCBhjYEzgCtVuCRYLRVLliIAIiMDGCGi/CIiACIiACIiACNRLILCtSCFPvVm0QwREQASyBHpvtgW23noKIiWliFatxtcL6raO8trr92DZsi/dUXyl78QJgWDRJVgvlfbgZ605JpIxvPHGwzkxHK3aPfrYH7Fg/vs2Z/3/p049Dvvu/W2sW7ccd9/3S3zy6at1Zi6r6AJaSSkpKcPIrac6C335GXncyhVf5ycVLE4Lh5sPGOnK+2r+u05E5zbyPIoyly8LFn7zknPRsaN3R7dum2HlyoWoiwmPX71mSS5/Za8BGJx9lfbXCz+yixtrQKuV8xesz7OqqtqCZcTe+MsVYiNjx+6JYcO2czcEly6d66xo2uT1/i9e/CkyGX+99IYkUEQ50o4n5mU5DGu75cu/QiJe5ZI57gZsvpWL1/YoSpw16471GC1bPs+OreD4svLO6NZ1sxqHTpy4H7p06ekEtLRCWWNndmPh1x/axaK6F8Bbc3xlm1cz0JYIiIAINJJAhgrF7DGMBw65BW8/nbbX7AxSNqQVn0RWtMgF89AaEBfQo7QGFIshGvOwYm0S93xFS4t9Xcl7b9cVfP2h25AnAiJQtARobfDjN1+Fn0rBRCIYPnYSBo8cu15/xu+8B7r17IWP5sxabx8TMn79c8fyzl1QWlqCktIyjJ68C/pvMYyH5NyHb8zCikULctuFjMz/9ENE161BMuFh3sfrz53XrQ4Ei6yT/WdYKLfTjJno2nMzvPncY/jP764sVLEqRwREoI0Q2H/HbthzYihWHILZ/gysi2fsb9VETavV0ThCsSLnVBQrxuKey8e5VyKRAOdjqaxlRQoV02nf/ibnnd2Mm7Oxy5zPMaTLj3Nbrh0RUFdEoIMQ4PdY6ArV5UihClI5IiACIiACIiACIiACIiACItDSBNp7+QamvXdR/RMBESgAgW1G7YqePfu7kpLJGBZ8/aGL1/ZolW7Rok/dTXPu6917S2dpkXG6aGwtKKJjPJmIY8WqxgkGZ+x5Bmj9j9b97rr7ivVEaiw3dGtXL8lZx+vXfziOPeYX2H77Q8PdLly06GP4mbSLF9LbaqspdsG1HOl0EitXLay36Kro6nr3DRw0GsZEMHToJPz00qfrdNwXFlBR1sWeo35uc/bs+3DNrw/BL365L5577h8urS6PYs6utYR824ycCopNM5kMlq+of1E4Fl8H328auxEjdrBt7Y+SkjJMm3ZCnX074fhr0K1771yzu3frk4s3JEKLn3Hbxrrybr3Vjgj4GsS9dVhRj0VPjnOO97rKaM3xVVd7lCYCIiACTSHA7/rwOMZzDhn7HW9dOm2vZT5S6ZRdJE/Z62rSuoT97rTOLqJzIZ0L6tE80eLKdUnc/eVofJW1tMjXH+63fdewGoUi0KYJqHH1E3jv1eexeuUyl6Fnrz4Yu+OuLp7vbbPdFKxbvRJvv/xMfnKD4quXLYEXj7m8mw8dgW/95CrsvN/hbjv0Fsz9CL79Xgq3CxXOeuweXPbNA3DxcTPwxO0311ssxZTdKjerd39jd9C64vCxE/D5u3Nw999+29jDlV8ERKCNE6BlxT0ndnatXGqG4LXUHlgX9xE++JGbQ0XjqOLDH9GYewCE6bF43ObzkC9WTOZZVkxvQKwYzudcxfJEQAREoIgJGGNgjCloDyRYLChOFSYCRU1AjRcBERABERABERABEWhlAoGdxVZuhKoXARFo8wT69hnsBHhs6Lrs64QZr8utWr0IftaKYll5JydMqytfY9NGj94NU6YcaRcpU3j33SfrtFqYX+byFfPx+eev27YEllx69doc++93Hs79zj+x85SjXdaHH7kBDz74GxcvlEcrh5W9BrjiUqkkVq2s/7XPLlMdHsvo2rXS7Zk7dw5+fvn0jbqrrjkI77zzJOr74+upd512PM4+62YMGTKxvmzo12+4uxnIc5hvibHeAxq2o0auPn2GoLy8M9LpJJ57/paN9o39v/HPp9Qoozkbmw8chc6durkivHgV5s17x8Ub47XW+GpMG5VXBERABBpCgIvaYT7GM/YHgguzosWMn7Hf1xQtppFMpZDIs7RIC4sxChedYDFuF9mDhfZVVSncPW8MvooFlhZnbNcF++/QNaxGoQiIQBESmPfxe/j8vTeQ8X1ESksxcuKOyH998qTd9kb/LYbis3fnYNnCrxrdQx7zyVuv2bl78EBM7/4Dcehp38OFf/gvdjv4WFfePX/7Le768zUu3tJez979sOcRJ+KC62/B8G0ntUh1IyfsgGQyiefv/y9oxbJFKlGhIiACrULgwJ265iwrUqw4OzUd0UQGFCvyQQ+KEhlGs2LFYNsDQ86tmC/uJey8K2HnX3YO1gixYqt0uGal2hIBERCBghBwv0v5A7UgpQWFSLAYcJAvAiIgAiIgAiIgAiIgAgUgoCJEoKkEgifTAr+pZeg4ERCBjkKgR49+ua526tw9F68rQoEehXrcVxIpQdeuvRhtlovYcgYMGIGSkjJUdOqKadO+gaHDtttomU89/Te8+dbDSKUSLq8xBr16DcRee53lhIuTJh3g0gvpVfbcHBXlzRNlRGw/DYxrljFB6Daa4FGceNRRP8PZZ9+MHXc8EvPnv495X9Ut0CPTzhs5v01ownqHRCKlubRIM/uXK6gRkZ49+qPEMm7EIXVmbY3xVWdDlCgCIiACzSTAhaCwCMa5JuRCJ1r0kcmKFtO+bxfNU3bxPGldYj1Li1XOMlAgWlxdlcJdtLQY7+eK3nNSF9DSkNuQ10QCOkwEWpfAWy88iXVrAgvhfTbfEtvtvl+uQaO32wXpVBrvv/pCLq2xkYf/+We8/tRDSCWr5+69BwzCgSd92wkXd5xxUGOLbHT+4WMn4cQfXokLrrsF0w48Gl9+9B7mflD33LnRhdc6YODQrfH5u2/gwzdm1dqjTREQgWImcNCUbthjQhfXhaVmKGan90Q04efEinzgY8NiRc/Nsee3Am4AABAASURBVGhRMZFMgWEqnYKf9pG2jnM0P+PDt/MzVsJthnIiIAIi0N4IGGNgTOAK1TcJFgtFUuW0PAHVIAIiIAIiIAIiIAIiIALtlkDGLj/Cuky77aE6JgIi0DIEShsp9PKz1hab0xrfT+O11+7FmrVLXTHdu/fFtKnfQEVFsAjgEuvwPC+KBx74Nf7730uwcNEn9oZ+YG3RmEC4uP9+38VeM84A6ji2EEnGGERKStCcv549+qH3Zls0ughaVDzi8Etx/DeuwuAtx+OFF/+Ja39zGO5/4BpkLM+GFNjSYkKKBnv1GtSQprRYHhOJbHQc1Vd5a4+v+tqldBEQARFoCoH8xW7G1xct+kil0kil00jakJYWaRmM1n+48E5rQAxD0WJVNI410TTu+nIM5sWyosWJXXDAjl2b0jwdIwIi0AYIUFi34LMPXEsqOnXG6O2muPjgkWMxZNS2WPD5h80S39HK4B1/ugr/96uLbFkf27l7YG3RGAMKFw89/fs44MSzXZ2F9mhR8RvfuwynXXotho0ej6fvugU/P2Um7vjjr5BJpwpdnSuvc9duWDD3YxeXJwIisAkJtGBVFCvuPr6zq2EJhuJ1Wlb00o0QKybyxIpJBHOvFNJp334nZsA5GsWKnKfB/nHbBu5/ftwlyBMBERCBIifA77XQFaorEiwWiqTKEQEREAEREAEREIEiIKAmioAItF0CxjbNwFhf/0VABERgwwSSiVguQ+dO3TF8+Pa57Q1FaB1l5coFG8rS4H3r1q3A88/fam/er4MxBkOHTsL++53XoOM/+/w1/PWvZ+COOy5zwkXe7OKBpaXl2G7yTGw36SBuFtyVlJRis14Dm1Vu126bYVgDeYcV0ariN46/CmPGTMeK5fPxj1u+hxdf/He4u0FhSUkZunfv06C8zck0YMBWTRJkNqfO/GM7lXfFoEFj8pMaHW+t8dXohuoAERABEdgIgfD6yGyMczHc9+3iODLBIrmNc8E8lU7VKVqktaBYLA6KFmPxIFxTlcDdX1WLFqdLtEi8ciJQtAQ+mDMLXjz4bTBoxGiMmjQFY3fcFZ26dAX3FaJjH735Kq7/4Sm49dc/xYLPP3YCHZZbWlaOKfscjJ32OpibBXO0qnjqpddiwi4zsHTBV/jzT8/D03ffWrDy6ypo2OgJ7jfNqqWL6tqtNBEQgSIkMHNKV4RixaWRYZidno5YIg3PS4BzJD7YwTAajaMqFgPnTNGYh6izUB0H98c9z1lUTCSTLuScy6dYkc73IbFiEQ4MNVkERKDJBIwxbr7U5ALqODBSR5qSmkZAR4mACIiACIiACIiACIiACIhAswjIvmKz8OlgEdhUBFq9nqXL5sFPB5ZFOnXujgEDtm5Qm9ZVrcDXCz5qUN6GZJo9+z58/NGL8O2N+kgk4gR506ef1pBDXZ4PP3reCRdffPGfdtEg6tI6VXTDyK2nuHghPPY5FHhS9Ne//1aNLvaLuXPs4sVad1x5eWeMGbXrBq0ADtpiDE49+Q/YZptd3DG77Xoi+vUdhkQiipdfuQ1Ll37h0jfmLfz6Q3j2mDBf//4jNlhvmK+x4fLlX+Ze9VdZOQATJlS/TrCusqZNOx4nHP/runY1Ka3Kjst0OumO5XgeOHAbF2+utynGV3PbqONFQAREYGMEKFQM84Rx38+A/3x7/c3YeNoumqfsvKC2pUXPLsjH4p69hsVRLVqMY826BO6aNwZfRgNLixQtHriTLC2GnBWKQDERmPPsI1i28CvX5G49emLMjrti5MQdsWLJQnCf21Eg791XnnXCRVo7pPVFFtupS3eM3n4qowVzex35TQzYchhYx/MP/AeL588tWNn1FTT3g7fwu4vOwPuvv1hfFqV3XALqeRESmLlzV+w2votr+RIzDK8npyPqpZ0IMRqLu5DWp/PFitymaJFzJ86hvETCiRQpVqRlxbSftvdhfKTtvItzsrrEikyncxXLEwEREIF2RoDfb3SF7JYEi4WkqbJEQAREQAREQASaSUCHi4AIiEBHJWBcxwPfReWJgAiIQL0E5s17E9F4IKCjVcIhg8fXm7ey1wCUlpYhk/HxxRdvYPmK+fXmbcqOhx+5wZWbyWRsPeWYNGFfbL3VjusVNXTYdjjttBsxcuRU1P576um/4403HrQ3/wMRZll58Mqm2vmasv35569jbdWK3KEDB47CqG12zW3XF6EAM3/fkiWfW4aBrHzwkIkbtCa5805HIWKZkzetX/btM8QVlUjEsHrNUhdviMdXHK9YFixAM/9mvbfExI2ICZnPmMZdTShipbCTx1LUuf0Oh2Dy5Lot5fTtOxTjx++DQlnqZJ2LFn8KsmGc43nrradsVJhpjKnxeu/WGl/QnwiIQDMI6NCGEuA1NswbxhlmkHEPDTRFtLjWWVociy+yosU9JnQBX5sY1qNQBESgOAhQ1Pfxm6/CT6VgIhGM23kP9O43EEzjvqb2YsS4yTjv6r9hzPa7rFfEI//6C1594j5XJ3eWV3RisL4zEZTVtw/BXyRSgs7dugcb1t96wg7ov+UwGwMS8ShWLlvi4vJEQAREoKEEDtm5G3YbF4oVh2N2ak/EEil4ngeKESlKDMWJoWVFbtOiIsWMdYkVU+kUaFkxnfbd3Ks+sWJD26h8IiACIlCMBIwxzsKiMaYJza/7EAkW6+aiVBEQAREQAREQAREQAREQARHYhAQyrq6MXXR0EXki0BwCOraoCQwaOAplZRsW7H3y6av49JNZ7kY5O7vFFmMwduyejK7nBg0cjZKSMqxduwzvffDsevubm0BR3aOP/R5LlwSWT7p174MZe54JCttql92tay+MHlW3WHDRok+RTCXcIdHoahfSYzmnnPx7XHLxk/jxRY/gwAMvYHKj3CeWVWjBr0uXnth++0PqFMRF7CJvWHCPHoHVqXD7o49fQjwrEmW+bbfdGyedcC2GDJkYZsEgex6YRlHm55+9bhdEoujatac9n8EibkWnbujfd2guPyM8pnPn7ozWcD2693Vt/Ni2Pe6tc/vKyzph0sQD62QbybtZ2NVydgc00KOIlcJOWuriIZ0qumGvGWc6USbbwTS6SZMOwLHH/AKdOnXHxx8XzvrM++8/C55/1kG3+YCRmDr1G4zWcBUVXcCFeCaWlJSisnJzRnOuKeMrd7AiIiACItDGCVCgGDaR8Yz9+eBC+/uB399NES2uWefhnq8oWuzvit59fGcctFM3F5cnAiJQPATee/V5rF65zDW4a/eeiEXXgWkuoRlet8peTgBZVxFfz/0UyWQwd69aWz13Z95wu6SkBP0GDWZSDXfoad/DkG3GuTTO7UrLK1ycXreelSjLbnfq2h2bDw7Ei9xHN3jkWHTu3oPRGq5n736o6NylRlpjNg486dv44e/+hW/9+Cr036JmnY0pp1XyqlIREIEcgUOmdsO0ccH9lMUYjleTeyDqJe1veS8nVozGbDwWRyBW9BCKFSlmbIhYkfduOQ9jpZyL5YeMy4mACIhAeyXA77zQFaqPEiwWiqTKEQEREAER6BAE1EkREAEREAERaEkCBqYli1fZIiACRUCga7fNUFYWLNrRMmKfPlvW2eqXZ92GZUuDVwt37twDu+5y/HpCNlrJ23LwtkilEnjr7cfxxdw5Ncrq3q0XyrPiyIqKrqjsGQgWamTKbgzKE1KyXZv13iK7B+Arjme9eoddBFjr0vr2G4YDD/j+eu0xJoJtRk3DTjse7vLle11sHyKRElCcNzevndtPPhiDBo1GJBIBuUwYvw923/1baMzfyy//B19++bazkGiMwbBh2+HEE3+DUGxIUd4hB19UQ/TZt88Q7LjjYdh12vHovdkWeO+9p/BR9vXXrJvtoVW/k2w5F130MOhO+dbvMWToJMyb9w5eePFWZsOK5Qvswki14HDnqceCwj8KMQ844Hwcf9yv0Lt39UJup87dHJ9jjr0S/fuPwJw3Hsi9dpsF9us/HMcefUWurRUVXbDnnqdjhx0Os4xKmQXsz+6WEdtOQaRL3Ij36qt32fMYiE6ZleWyzPPO+zcu/NGD+MmPH8XMg36I7t174403HgJFs8xHFzERGPuPcWMMIiUlqP2XP34oNuxmy8nPM2vWf7Fm7VKXRCuLU3c+GjwnPbr3dWk8VyeccC14LphQUlKGoUMmOkuQbCfTjIk0enzxODkRqI+A0kWgrRHg4lDYJsa5WO7CJogWo7EYonaxnqLFu+eNxtyqfq7o3Sd0xswpXV1cngiIQHEQmPfxe/jyw3fdXJctXvjFp2Aa4xtyxs6vw/2cR9UW/HGON3bHaZh24JFhtlzYpXsPRDh3j67Fp2/PzqUzwvpTWTHjsDETQYEiBYXb7rQ7zr7iD9hm0hQs/PJTZnVu+OiJ2PWgY7D30adg2dfzEa3Kzp0rOmH3Q76BHWcc5ESEh51xAU695NfoN3CIO45e567dwfZ966JfYeDQrZnkXH7fSuqYm7pMWW+3g4/F1P0OR9+BgzF68lTMOPKb2T0KREAEionAobt0w7Rts2JFMxyvpfaAV8uyYjRPrOheBx2NgRYXo3ZORAuLXiKBRCKJ8DXQqVqWFesSKxYTI7VVBESgfgLas3ECxti7f9ZtPGfDc0QanlU5RUAEREAEREAEREAEREAEREAEWpJApiULbztlqyUiIAL1EKC4bOrUY0ErgMxCUdao0bthxPAduFnDUSR4/0PXYvHiz9ziJIVsxx9/NfbZ+xxMnLg/Dj/sEmclz2QMXnzxX3j66b/VOJ6CubFj9kR5RXBDv6ysE3bc8XCM2mZ9C4gUjU2cdCC6devlymC7Bg8eX0OQSIuCVVWr3H5jDLbcclscdtjF65XXqaIbZsw4E0cf/XNsvdWOLv/22x+KKVOPhjEG77z9uBPpuR3Wi5SUWd9YF/ynmG2LLcYEGw30PS8KWoFc+PWHjpUxBgM33wYnnnAtLrrwIZx77j+x1VY7IV8oSeHozlOORllZZ6yrWuFquu/+q/HmWw8jtNbIRGMMyi07Om4vWfK5q4t1cnuBrfOLL+bkrGGSJYV/Z591MyZO2B9vv/0EPv74JWZ1bvSo3bDHHqc6kSKFj0x8+JEb8Nlnr+bK6LXZIHd+KZK84Pt3YwfL74sv3rT7U8xuz2kXbD/5EPSs3BxrVwciQLdjAx6tLN519xX4esEHjlGYlQvRFRVdQO6+n3bCzfyxxH3bjp2RG7NllsX4cXvXGBvMM2bs9Nz4YVnkzTEY1kMB5DPP3Iyq7BjiGJswYV93bniOTjzh1zCZDFasWBAegkGDRrmx7sWrcmmNHV+5AxURAREQgSIhQIFi2FTG7Vej/f7PgP9CS4t8ZSEX2JOpNLjonkwmEfcSoNWgWNzLLcyHokW+HpqWFudG+7uidxvfBTN37uri8kRABIqDwAdzXkQ8ug5ePIaP3nx1o40ePnYSxuwwDSWlnGsDm/Xb3AkGa4sWO3XpjgNOPAcn/ehKjJrDD5BtAAAQAElEQVQ0xZW7836HgyI/EzGY8+xjeOWJ+1x66L398jNYumCe26zo3AVT9z8CF//lLldG9569ce/ffouEbafLYL3NBmyOHfc+yLY9iq8+/QCfvTPbfq+l7R6AQscjz7kIF1x/C7affoCr7/3XX3D76I2bsjv2Pe4MvP/aC5j7wVtMcm0bNLxavLjVuMmYOG0vt68ur9z+HjIlEbfLGIMuPXq4uDwREIHiIUCx4i5jO7sGLzYj8HpqzzrFitFoDLSsSLEiRYoUK3JuxDlSKFZMplJIJlPgXIpzqnTat99Jvptrcd7FSjgHY0iXH+e2nAiIgAi0VwL8vqMrZP+CGVghS1RZIiACIiACrUhAVYuACIiACIiACBQngUCME/jF2QO1WgREoHkEKGA79eQ/YPCW45xwLyytT+/BoBDxp5c+7QR2YTrDBfPfx//+33lOkLhy1SJ067oZpkw5Cgcd+AOMGLE9PvvsNdz67x/h2ef+j9lzLhTM8dXFxgS3howxGNB/KyckPPGEa3N599jjFCcam7zdQU60Fu4YOmQC2OYwL9vYu3e1NUhjqstjPh6XSiWxfPlXSCRi2GrETjjuuKvAfu27zzmIx9bh4Ueut+4GZs25jz96HqtWL0Ym42O1DVOphLMgmMvQwAgFnrf88wd49dU7sG7tcrfgYIxx5VKo+J/bLsa6dSucGJFcb7/9f3D9Dcfhqaf/hlB8yKoeeODXuP/+X4NCRLaFaRSIsEyWzfPBupgeOool33jzIYTCOgr/liyZC5b1yKM3gK+s5vEZu/qxYvl8PPb4H2qcM9b/7//8GE8/8zfwPPN4Ywz4b/GiT3HHHZdh8ZLPbV8yYLkUOF77m8Nc+aHVwrAtGwrZbjKiwHXVqsWOEfNToMlyH3zoN7j3vquY5Nz4cfvg/O/ejokT90OkpNSlGWMwdOik3Njg+PnBBfdg5ylH1zl+OBbdgdZ7882HwfPw6aevwPOqXH+MKUHCi+K11+4C28a+k+M77zyJv/z1DPz972fj7XceA/9STRhfPK54nVouAiLQUQnwehH2PYz7fsYtpPu+b7+/M+ACeyqdQrIBosUqu3i/tsrD3fPG4PPoAFf0buO64OCdu7m4PBEQgbZP4I3nHseieZ9j2cKvMOfZRzbY4DP+5zqc9fPfYcDg4bl8pWXlTuh3yV/vweTd93PpFDsv/XoeKIKkVcRTLvk1rr7zBcw8+VzE1q3DPX/9De75229d3nyPbbjzz9fgk7deQ2hpkWW8M+tZ/N9VP8aHb8xy2ZOe5+J/uex8XPvdE/Hcff9x6ffdfD1effJBxLOWFtPpNBZ9+Tnu/NPVuPfvv8WHs1/G2pXL3VyRFhnvv/kGPH7bTe5YChsP+uZ3QKGlS7AeRY/f+N5luOSvd2PEuMk2peb/d15+Bl9//rErb9XyxXj1iQdqZtCWCIhAmyZw2C7dEIoVF5mt8Fpyj+yDGh4oRqQoMRrzQLFiNB63oXWxuHuAg/vrEium/bSbS6UlVmzT575jNU69FYHWJ2CMvROZdYVqTXBXulClqRwREAEREAEREAEREAEREAERKHYCrdL+jF1ghHWZVqldlYqACLQ+gT/deDJ+fvn0Dbpbbr0Atf8oZqOo7ne/Ow5XXLmXO/6KK2fgml8fijvuvAwU39U+5v4HrnH56qsvv55nnrkJV/5in3rzh3k31H7u+2LuHPzu99/AH/54En597aH4xS/3zZXJ8m/88yl4442HajcVtLzHvl1+xQzce//VdlFhDRojwssvkKwefeyP+M11R1pWM3D5FXviqqsPwr/+fZHjRC5sy99v/jY+/Oj5/ENrxCmQo1Au7AN5s0yWzTpqZLYbTHvwwWtx1TUHuT7zPLG/b7/zuN0LJ7jj8WzP7/94Yp0cmPHFF/8NsuDxPHe//NV+YFs/+/w18DyxPSz39dfvYfYmObaV4+mG3x3rGLEeMmG5tc/P2+88hquuPtD1iflqO44NtovH194XbpN5fkM5Xnk+eF7IozbbP9nPCTnefc8VoMAyPLap4ys8XqEIiIAIFBuBUKjIdodxv4GiRb7ykAv0wQK+XbC3i/cULa6r8nCPEy1uzmKx67jOOESiRcdCXjsm0I669qdLvo3rf3AKvFh0g736y8/Ox4+OmFanu/SEfTD72UeclcOrzjka15z7DfzsWwfi4uNm5PL/5Jjp+M33T8KrT9Yv7Jv38Xv468+/h58cu6c77tLj98Yt11yMxfPnuraxDRd/YwZuuuIH+Py9N1xa6LH9d914NX560n7u2B8fvburb85zj7osbN/lpx2CC4/cFVefe2yNdlD4WF/frjj9MNcvV0iexzb9/sdnuvJ+ccYRePulp/L2KioCItCWCRw2rRumZi0rLsQIvJ7cHV4iCc/zCiJW5ByLd2wz2du13CYPhnSMy4mACIhARyHA773QFarPkUIVpHJEQAREoCEElEcEREAEREAEREAERKBuAsYmGxjr678IiIAIiEBdBGhtsrS0DAsWfFjXbqW1MQJqjgiIgAiIQMsSyF8sYpy1cUGdC+v+BiwtciG/TtFiLIZ1VXHc9cU2+CxraXEaRYtTu7FoOREQAREQAREQARFoMwSO2LU7po4JXgO90GyF2ak9miVWTKXSqG1Z0c/44NyKna6ea2XVi0yUyxFQRAREoP0TMMbAGFPQjkqwWFCcKkwEREAEREAEREAEREAEWpyAKmjHBHTLqx2fXHVNBESgWQT69h2KydsdhIULP8XLLwevi2tWgTpYBERABERABNoZAS6kh44L7I0RLdLCIi0uVsViiMYSuPvL0fi0aoAjNG3bzjh0F4kWHYxN76lGERABERABERCBWgQoVpwyupNLXWS2xuxmWlakWDGVTsFP+0hbxzlUhu/Byd6o5fyKlYUh43IiIAIi0NEI8DuQrpD9lmCxkDRVVjsgoC6IgAiIgAiIgAiIgAiIQGsQCJ5MC/zWqF91ioAIiEDbJTBi+A444oifIpmM49HHfg++trj5rVUJIiACIiACItA+COQvGjFOS0B0oWjRLbzbxfeUXYhPptJIJJLWJZwVIlpajMbiiMU8ULQYjcbgRItRLyta3NxB2mVsZxy2S3cXlycCIiACIiACIiACrUXgyN26oVqsOBKvJ3dzc5oNvQa6Khqzc504YnHP3k/gHChh50JJJFMpe58hBc6RNiZWbK3+ql4REAERaCsEjDHOwqIxpmBNkmCxYChVkAiIgAiIgAiIgAiIgCMgTwREoAkEgkd2MwjCJhSgQ0RABESgXRLYf7/zcMAB5+Oddx7HTTd/B0uXftEu+6lOiYAIiIAIiEBzCFCoGB4fxkPRIrfTad9ZDUplRYtJJ1xMZBf4E24Bn6JFihdD0SK37/5yFD6NDnRFTx3bCYfVtrTo9sgTAREQAREQAREQgZYncNTu3bHTqM6uooXYGq8nd83OZbzsXCaOqmgc4VwmauN8IIMPaNQnVkz7aTdHSnOu5Pv2zqy9O5u9Pcs5lKvMevlxu6n/IiACItDhCPB7MHSF6rwEi4UiuYnKUTUiIAIiIAIiIAIiIAIiIALtl4CBab+dU89EQAQaRUCZAwIPP3IDfvf74/Hii/8OEuSLgAiIgAiIgAjUSYCLR+GOME7Rol12B7fdQrxdjE9RtJhMoaZo0csu9HtYT7T4xTb4pGpzV/RUWlqc1s3F5YmACIiACIiACBSGgErZOIGjduuOHbfp5DIuxEjMSe++nlgxGvOcJUVai+aDF9FYHKFYkWHc85xlxUQy6SwrUqyYTqWRtvMjvx6xIudQdK5ieSIgAiLQgQkYY2CMKSgBCRYLilOFiYAIiIAIiIAIFAEBNVEEREAE2iyB7AO8bbZ9apgIiIAIiIAIiIAIiIAIFBGBDtfU/AX1MO77TrLoRIuM85WHqUaKFu/5chQ+qcpaWhzTGYfvKtFihxtc6rAIiIAIiIAItBKBY3bvjh1HZcWKZhvMSe+GuJdwr3em5cRAnOghtKzIbVpWjMXi7oEMj3kTCSdSTKZSSFGk6KdBsaKbG21ArNhKXVa1IiACItDmCPD3JV0hG1ZgwWIhm6ayREAEREAEREAEREAEREAERKCjEAieTAv8jtJn9bO4Caj1IiACIiACIiACIiACbZEAF5Ho2LYw5GI8ZYu+XZD3/QzqEi0GC/+eW9iPxTxE6aIxhFaK7vlyG3ycFS3uPLozjpjWnVXIiYAIiIAItHsC6qAItB6BY/boju2zlhW/xkjMTk7LiRWjsRiCOUscoVgxGo2DYkVaVKSYkWLFuOflxIrJZAqhZUU3J7Jzowzsv+xT5OHcKQxbr+eqWQREQATaFgFjjLOwaIwpWMMkWCwYShUkAiIgAiIgAgUioGJEQAREQAQ6IAF7Y8z2OvBtRP9FQAREQAREQAREQATaPwH1UAQ2AYFwwT1jF+L9jA/fLsyn0za0LpVnaTGZTGYFAF5WtGgX//NEixQA3PvlNvhoXWBpccqYTjhiV4kWN8EpVBUiIAIiIAIi0CEJHEux4sjAsuLX2AZzUrtmXwOdAMWK8XjCiRPzxYrRWBx1iRXzXwPNBzd8PsBh50QZiRU75NhSp0WgVQgUeaX8XRm6QnVFgsVCkVQ5IiACIiACIiACIiACIiACItAMAnwuzcA0owQdmk9AcREQAREQAREQAREQARHoyAS4mBT2n/HAARQtMp5O++CCfSorWkwkU876UE1Li9WixWjcxqNx3DcvT7Q4uhOO3E2vhw45KxQBEWgdAqpVBESg/RE4dnp3TM6JFUdhTmpanWLFmJ2fhNag6xMrJlMppFJpZ1mRc58050D1iBXbH0n1SAREQAQKQ8AYA2NMYQrLliLBYhaEAhEQAREQgQYTUEYREAEREAEREIEWIpBpoXJVrAiIgAiIgAiIgAg0gYAOEQERKHICFCaGXQjjoaVFbrsFe7ton0oHC/mh9aGGiBY/zFpa3GlUZxy1mywthpwVioAIiIAIiIAINI/AcRQrbh1YVlxgRmNOapf6xYrR4LXQfA10LBZ3VqI9L4F4rddAc66TpmjRznv8DYgVOT9qXut1tAgULQE1XAQ2SIDfj3QbzNTInRIsNhKYsouACIiACIiACIiACIiACIhA8wnULiF4Mi3wa+/TtgiIgAiIgAiIgAiIgAiIgAg0jUD+olIY37hosf7XQ4eWFu+ftw0+XDfINWrHUZ0kWnQk5IlAXQSUJgIiIAIi0FACx03vge3yxIpvpnYBH6SIxz0EFhQTcOJEWlbMEytyf8zm8eoRK9Kyou9n4NcjVuQcia6h7VQ+ERABEehoBIwxzsKiMaZgXZdgsWAoVZAIiECbIaCGiIAIiIAIiIAIiEDREQhsK2YQhEXXfDVYBERABERABFqDgOoUAREQARFoEAEuwNMxc3UI+Bkf3E7T2pB1qZylxRSSyfpFi3z1YjQax/3zRuKDtdWixaN3l6VFMpYTAREQAREQARFoFy9FagAAEABJREFUPIHj96RYscIduMCMwRvJqU6sSBEixYi0oJgvVuRchNuhWDGR4NzFs3MYO49JWZdMgXObhogVXaXy2jYBtU4ERKBVCfB3Y+gK1RAJFgtFUuWIgAiIgAiIgAiIgAiIQDsioK60DgED0zoVq1YREAEREAEREAEREAEREIF2T4ALTOxkddg00aITDMRioFDgga9G4oOspcUdtumEo/eQaJGMi8mprSIgAiIgAiLQ2gSOn9EdE7cKxIrzMQZvJHeGRwFi3EMoVqSFxVjWsiLnINwOxYoUNcY9iRVb+zyqfhEQgfZLwBgDY0xBOyjBYkFxqjARaBABZRIBERABERABERABERCBOgnIvmKdWJQoAiIgAsVKQO0WAREQAREQgTZLoOGixVTWulG+YMDGY3GElhYfmDcS72ctLe4wshOO2aNHm+23GiYCIiACIiACItC2CJywVw9MHNHJNWq+GYM3Uw0TK/IBiljcg9eM10C7SgvjqRQREAERaNcE+PuRrpCdlGCxkDRVlgiIgAiIgAiIgAiIwCYioGpEoL0RCJ5MC/z21jf1RwREQAREQAREQAREQAREoK0QyF9kCuOZzIYsLSbdqxXjXsIJAigMoEAgGvPAMBQtPvgVRYtbuG5uP7ICxxbM0qIrUp4IiIAIiIAIiEA7JECx4oThgWXFrzAGb9ZjWTEai6EqGlh3jsbibg7COQktLMabYFmxHaJUl0RABESgRQkYY5yFRWNMweqRYLFgKNtRQeqKCIiACIiACIiACIiACIjAJiaQgV0jtI7+Jq5a1YmACHRcAuq5CIiACIiACIhAhyQQChXZ+TBO0SJ/lXA7nfbhW5dKp5xYMZFMupCCAAoDKBSIUjSwnmhxa7y/bjCLxeSRnXDs9O4uLk8EREAEREAERKCVCbTB6k/cqwdCseJ8sy3eqseyIsWKwdwjDoZ8YIJiRY8PUyQSbo6STAVzFs5dOIfx/Qx833f3WjnHYfc5xwnDMM5tOREQAREQgY0T4Pdm6Daeu2E5JFhsGCflEgEREAEREAEREIFGEVBmERABEWgsAT6XZmAae5jyi4AIiIAIiIAIiIAIiIAItCKBYq2ai01h28O4z8X9jF3ctyv76bTvRItpP41UKo1AtJiEl0hs2NLivBF4b+2WrujJW3fCcRItOhbyREAEREAEREAEqgl8c++eGJ+zrLgt3kzuZOcYSfDBCIoRKUqkOLElxIrVrVBMBERABESgoQSMMTDGNDR7g/IVo2CxQR1TJhEQAREQAREQAREQAREQAREoNgKyr1hsZ0ztbWECKl4EREAEREAEREAERKAFCVCoSMcqqkPAz/jwfR+haDGVTmVFiykkk0nUFi1WRePu1YxVseBVjQ/O2wrvrQ0sLW5H0eKePViFnAiIgAiIgAjUR0DpHYjAN/fugW2Hlbsef+UsK9YvVqyiRefsPIMiRooZm2NZ0VUqTwREQAREoNEE+HuRrtEHbuAACRY3AEe7REAEREAERKD9ElDPREAEREAE2haB4Mm0wG9bLVNrREAEREAEREAEREAEipmA2i4CGycQLjxVh3CvUKxftJjKihY9UDhAa0j5okUKCh6cNwLvhqLFrSrwDYkWN34ilEMEREAEREAE2jmBb+1DsWKF6+VXZjzeSu6EuJcA5xKcU3AOEVpWpFgxFrNzjVg8eBV03HNWnvngRDKZQmNfA+0qlScCIiAC7ZpAy3XOGOMsLBpjClaJBIsFQ6mCREAEREAEREAEREAEREAERKCpBALbihm7LNjUEnRcKxBQlSIgAiIgAiIgAiIgAiLQzgg0TLSYRCKRRCgwoLAgFoujtmjxISdaHOIITaJocUZ3F5cnAiIgAkVHQA0WARFoNoFv7dsTY4cGYsUvQbHiDm4uQYuJjRUrJpJJULRIK9B+2ofvZ6zz7Z3VDDLBbVYbBpFwbtPsDqgAERABEejABPhdGrpCYZBgsVAkVY4IiIAIiEBBCagwERABERABEeiIBAxMR+y2+iwCIiACIiACItCBCajrIiACbYMAF5/CloRxLvjbZX+34J+mGMC6VDqFVCqdtWqUzFpaTDhLi3WLFofjnTWDXdGTRnTC8TN6uLg8ERABERABERCBjkPAiRWHBK+BpljxnVTDxYpxr6ZlRYoVORfhnERixY4zhtTT9kFAvSheAsYYGGMK2gEJFguKU4WJgAiIgAiIgAiIgAiIgAiIQNMJBM/9Nv34WkdqUwREQAREQAREQAREQAREQAQaTCAUKvKAME7Rop/x1xMt0qpRIplylhb5akbPSzjRIl/pWNvS4sNfjcDbqwPR4sQRFThhL4kWyVhOBApIQEWJgAiIQJslcDItK4ZiRTMBFCt6iSTCuQMfeKC15mgslrXW7MGlxeOIe551CfeARDD3SLoHJ1LpNCRWbLOnXA0TARFohwT4+5CukF2TYLGQNFWWCIhAByKgroqACIiACIiACIhAIQkET6YFfiHLVVkiIAIiIAIiIALNI6CjRUAERKBjEeAiFB17XR0CtUWLaT/tXsWYTKUaJFp8ZP4IvL1mCIvFhOEVOFGiRcdCngiIgAiIgAi0ZwKn7tcDY3JixYl4J7m9EyDyAYf1XwMdd0JFJ1aMxcE8cS/hhI3rixXT4GugOVfJ8EXQ2afAuU2eYci4nAg0nIByioAI1EfAGOMsLBpj6svS6HQJFhuNTAeIgAiIgAiIgAiIgAiIgAgUhIAKySPAW2vg7bW8NEVFQAREQAREQAREQAREQAREoHUIhAv91SFQl2iRr2TMFy1SXEABAsPalhYf+Wo43l4diBbHD6/ASXvL0mLrnN1WqFVVioAIiIAIdDgCp+7fE6MGV7h+fwGKFScjFCDSoiKFiVXRGKotKwaCRe7LWVb0Eu4BiUQy37JiIFb0fT87N4H7q56zZNWLLlWeCIiACIhAIQjwOzZ0hSiPZUiwSApyItAOCahLIiACIiACIiACIiACxUWAz6UZmOJqtForAiIgAiLQ6gTUABEQAREQARFoKQJckGLZ1WEgWqRAIJ323asYU+mUezXjhkWLHqpiMWc16ZH51aLFccMq8M29e7IKOREQAREQAREQgXZE4DSKFbcsdz2iWPHdVE2xYvBgg50bxOMIH3CIOvFiHPlixUQiiWqxYsrOPdLw/Yx1vnvwO5PVJlbPVbIJrub256lHIiACItBaBIwxMMYUtHoJFguKU4WJgAiIgAiIgAiIgAi0IwLqighscgK6pbbJkatCERABERABERABERABERCBBhCoFgLACQR830c6T7TIVzVStMjQSyRAIUK1pcUYotE48kWLb2UtLW47rBzfbH1Liw0goCwiIAIiIAIiIAINIXDaAT2xTU6sOAkNFSvGPA+1xYqcW9Cacyqdhs95h8SKDTkFyiMCIiACBSfA34N0hSxYgsVC0lRZjSCgrCIgAiIgAiIgAiIgAiIgAtUEgifTAr86VTEREAERKH4C6oEIiIAIiIAIiEAxE8hflArjtGaUoWzRRtIUD1iX9tO5VzbWJVrk6x3zRYuPzh+Ot1YPdWi2HVaBb+3Tw8XliYAIiIAIiIAIFCsB4PQDKrHNFlnLimY7vJvaDnEvAc86zgX4QENVNIZYbcuKdpv7wry0rFhTrJiGL7Fi8Q4MtVwERKDoCRhjnIVFY0zB+iLBYsFQqiAREAEREAEREAER2MQEVJ0IiEA7IhDYVszYRb921Cl1RQREQAREQAREQAREQAREoBAEWrmMUKjIZoTxjP0J42d8cJuixXQqjfpEixQoxGJxMKwpWhyGt1cPY7EYO1SiRQdCngiIgAiIgAgUKYEzDuiJkVuUudbPNZPwbnLSBsWK0WgMzsXjTtBIsSJFixIrOoTyREAERKBNEeDvvtAVqmESLNZDUskiIAIiIAIiIAIiIAIiIAIisKkJGJhNXaXqE4EOT0AAREAEREAEREAEREAENk4gf3GKcR6RL1qk1aP6RIu0qhSLe6hLtPjI/KF4a01gaZGixZP37cmi5URABERABESg4ARUYMsROPPAntg6a1lxrtkO7yUDy4oUIPKBBc4BaFkxGouhKhp3QkWmRWuJFWmlWZYVW+48qWQREAERaCoBYwyMMU09vM7jJFisE4sSRUAEREAEREAECkBARYiACIiACDSSQKaR+ZVdBERABERABERABERABNoAATWhAxGoFisGv14KIVp89KtheHN1IFocM6QcJ+8n0WIHGlLqqgiIgAiIQJETOOugSmw1KHgN9FwzGe9lLStSrFjjgYVYDNGYB1pVpFgx5nk1LCtKrFjkA0HNFwERaNcE+DuQDkDB+hkpWEkqSAREQAREQAREQAREQAREQAREoIkEgifTAr+JReiwdkpA3RIBERABERABERABERCBtkUgXKiqDgG+Htr3ffh+Bn7ar/F6aL7a0UsknCihhnAhGkdVLOYsLz42n6LF4a6jYwaX4xSJFh0LeSIgAh2JgPoqAsVH4KyZlRgxsMw1/DMzGe8mJiDuJdAQsSLzMC8tMUus6BDKEwEREIE2S8AY4ywsGmMK1kYJFguGUgWJgAiIgAgUHQE1WAREQAREQATaDIEMaJ8k8NtMo9QQERABERABERABEWgfBNQLERCBFiOQL1rk7xlup9N+DdEiX+3YMNHiELyxOhAtjh5cjlP369Fi7VbBIiACIiACIiACzSPgxIqbV4sV309MgJdIblSsyNdAN1asyPkFHVschozLiYAIiMB6BJTQIgT43Ru6QlUgwWKhSKocERABERABERABERABERABEWgGAT6XZmCaUULrHKpaRUAEREAEREAEREAEREAEOh4BLlaFvQ7j+a+HpmgxnUojlU4htJq0MdEiXxH5+Pxq0eKowRU4dX+9HjrkrFAEWpuA6hcBERCBkMDZtKyYEytujw+SE51YkdYSa1hTjsVQFY2D1/hYzIbxuBM00rIiRYucGySSSTdXSKXT8Olordn3ETwIAYTzDNadH+e2nAiIgAiIwKYhYIyBMaaglUmwWFCcKkwEREAECkpAhYmACIiACIiACHQwArSy2MG6rO6KgAiIgAiIgAgAYiACIiACRUmAogE6Nr46BPyM78QFPgUHab/BokVaXKKggaLFOasCS4ujtizHaRItErGcCIiACIiACLQJAuccXInhWbHip6BYcQJCAWI0FocTJtowmhUrcts5zwNFisxLYWP4QEMqlUba9yVWbBNnV43YBARUhQgUJQH+3qMrZOMlWCwkTZUlAiIgAiIgAiIgAiIgAiLQxggUS3OMa2jgu6g8ERABERABERABERABERABESgKAuHCVXXYfNHiEwuGYM7qEa7/20i06DjI2xgB7RcBERABEWhpAt8+uBLDBpSBf59FdsAHyfEIBYh1WVZ0QkWKF+NxJ2QM89KyYjKVAsWKsqxImnIiIAIi0LYJGGOchUVjTMEaKsFiwVCqIBHogATUZREQAREQAREQAVpXGXcAABAASURBVBEQgQIRCGwrZhCEBSpUxYiACIiACIhAYQioFBEQgVYlEIrAWrURqlwENkIgHKfVYQFEi/MHY3bW0iJFi6cfULmRVmi3CIiACIiACIhASxH4ziGVGJoVK35qdsD73rjca6A3ZFmRFpTrs6wosSLa3p9aJAIiIAJ1EODvvNDVsbtJSRIsNgmbDhIBERABERABERABERCBwhBQKSKQT8DA5G8q3kQC/OHcxEN1mAiIgAiIgAiIgAiIgAiIQBMJhPPw6rDposWqWAx8PfSTC4bg9ZXB66FHblGGMw4sXtFiE7HqMBEQAREQARFodQLfOaQXhvQPLCt+anbEB4lArEghYkPEil4iCc9LIJlMQZYVW/10qgEiIAIi0GgCxhgYYxp93IYOkGBxQ3S0r9gJqP0iIAIiIAIiIAIiIAIiUFQEZF+x+acrXBxtfkkqQQREoIgIqKkiIAIi0O4JcI6TqWOyyPR233l1sCgJhGOT49bP+OC272fgp32k0qmcYIGvhPQSCSdiCF8lWRWNIRbzEIoWn/p6CF5fNcJx2HoQRYs9XVyeCIiACIiACIhAyxP4zqEUK5a6ij4BxYrbOsuKFCuG126KFqN82MBev2OxuL2Ox5FvWZF5Q7Eiw1Q6becE1nFu4PvI8J+d63K+4CqyXn7cbob/FYqACIiACLQCAX4n0xWyagkWC0lTZYmACIiACIiACIhAuyOgDomACGwaAsGTaYG/aWpsj7W4H8wWogvbYwfVJxEQAREQAREQgQ5HgPMau3YLir5c3Ebyww4HRB1uQQKFKZrjMywpjNthi42JFuOelxMtUtRA4UMs5lWLFhcMxmsrQ9FiOc48UKLFkLNCERABERABEWgpAuceWokh/QKx4qeRnfBhctsNihVpHTkWi9cQK3peMvegAsWKad+XWLGlTpjKFQEREIEWImCMcRYWjTEFq0GCxYKhbEJBOkQEREAEREAEREAEREAEREAEHAE+Rww+S+y25DWcQLgI2vAjlFMEWoGAqhQBERABERCBZhDw7aIu5zyhC4oq3CJBUJ58ESgcgfyxyjhL3phokQKG2pYWa4sWn/66WrS41aBynHlQJYuWEwEREAEREIG2Q6AdtYRixcH9ylyPPjE74QNvbBPFikkkUyknWpRY0eGUJwIiIAJFR4C/60JXqMZLsFgokipHBERABERABESgVQioUhEQARFoLwS45Gxg2kt3Nlk/SIw/lFlhGOdiKLflREAEREAEREAERKDYCXCeQ8EirdPRzCK3+agLQ/YtPwzjTG+PTn0qPgLhmKwOUcPSYsbPIJVOOQEDhQyJRBIULdLCYizuwVloisVt6OUsLTrR4qqtHIytBpbhrJkSLToY8kRABERABESggATOO6wSoVjxYzMFHybWFytWRWOIxug85FtW9LwE4tZ5XtJe462TWLGAZ0ZFiYAIiEDrEDDGwBhT0Mo3JFgsaEUqTAREQAREQAREQAREQAREQAREYMME+Lq/DefQ3hyBWr+NuQia78J8ozYrw9njusttmIH4iI/GgMaAxoDGgMZAGxsDyM51+CBGOu3D9zPw7YYLbTyc93DOY5NtkD3AxvRfBNoSAY5Vtqc6rBYtcmxTtJj206CFxXzRouclUJ9o8an5W+DVlYFoccTmZTjroEoUeO2MTZYTAREQgfZIQH0SgQ0S4PX0u4f1wpZ9A8uKFCt+lBjjBIjrPVAQj6MqGl9PrMjrN6/jyWQgVkyl0qhhWTHju7fMcA4bzg/YqPw4t+VEQAREQATaDgF+R9MVskUSLBaSpsoSAREQAREQgfUIKEEEREAEREAEGkIgWGAO/IbkV54aP44tOG5XOz8HqF/nEsiJgcaAxoDGgMaAxoDGQMuPgcIz5oTG932k0mm4hV4bZuw20+iq5z7hYy8GTONxciLQlgiE47I6rCla9NM+8kWLFC/S0iLFDhQ91La0GIvH8fQCiha3dt0cQUuLB/WUaNHRkCcCIiACIiACTSNgjMF5h/XCFn1LXQEfmSkIxYq1r8mhZUVeo+mi9toc5mHIazkfRGDIuaxv57G+n4Fv57KcD0is6BDLEwERKFoCHa/hxhj7eytwheq9BIuFIqlyREAEREAEREAEREAEREAERKDJBIJF5gyCsMnFtNcD6+lXcIPTUrN3ORn33Y3PjL35mcGsLyvwzNzueHF+L7yyqA/mLBuAd1ZtgffXDcHH8RH4LLE15qa2wRfpbfClPwrzMqPxVWaMnBhoDGgMaAxoDGgMaAxs0jEwz85B6Dgf4byEc5RP7Fzlw+gwvLtmMNLpDFLJFFJp61JpG6btXMe3zs55snMgTpU4F2JIZ5MlXCQIuTZFIByj1WEgWvR9345zO6bTvh3fKWdpMZFMInw9NEUPsezrofnqyVjMgwvjFC0OwitZS4vDNy/H2TMrEbELaW2q42qMCIhA4wgotwiIQKsQiBjgu4dWYos+oVhxZ3yctaxY+1pMsWJty4qh9UXmpUgxFCvWsKxor/kZe++z9lw1nBu0SsdVqQiIgAiIQIMI8Ls6dA06oAGZJFhsACRlEQEREIH2TEB9EwEREAEREAERaDsEDEzbaUwRtSS40Qm3MB8seKZx46wuuHlOJf75Tl/c/tFA3PfFUDw0fys8sWgUnlk2Fs+vHI8XV0/ArHXb4ZWqyc69Gtser8XlxEBjQGNAY0BjoH2OAZ3XtndeOfd4Nbq9m4+8vHY7vLRmopufPLdyHJ5cMhqPLRyJ+78cBoq3woVfWlrkfMfnq/Tcoi/cHCi3cKDpZBHNYjteUzlO2evq0I5fZMAxnU77oKXFVDoNjnOOe4oW456HUAQRi8UDsWKeaPGZBVvglZUjWSyGDSjDWQf3RIlWvhwPeSIgAiIgAiLQEAK8bp57WCUG5SwrTsXHidGIewl41oUPDkTtdTgW57U4Dl6T6WhZkdfpMG84Z2UosWJD6CuPCLQMAZUqAoUmYIyBMaagxepnW0FxqjAREAEREAEREAEREAEREIEOSKBgXZZ9xcaj5GJn6NxCp1245w1RLnLy5igXOhnG4wnwBmos7iEajSF4GjzmFjyrquy2TauqiqLKxuUsF3HQWNAY0BjQGNAY0BjYBGMgCjcvicYRzE3ibm4Si1ULtLhIzAVgCrcCS4tpJ+ZKU9zlrEv7TrBY2GWDxs/JdIQINJQA5+7MWx0GokVu+xzTFCzSpdII5/Lh66H5WYjFqj8noaXFZxYMxKwVWdFi/zKcdVClRIuELNcSBFSmCIiACLQrAqUlBuce1gtb9Clz/frIUKw4Crzmch7K+2jhtTecr3KbTmJFh0yeCIiACHQIAvy9RlfIzkqwWEiaKksERKAFCKhIERABERABERABEegIBIIl5sDvCP0tTB/5AzmwrphxVll8u+GsstjFzbRd5OQCJxf3eZM1J1aMxVBlFznXUYQRjWHduijWVVW7NeuqsNZuy0XFQeNAY0BjYBOPAX3v6NrTMcdAMA+pyoojo6AAi2kUMnIhOBaPO8s2XiKJRDIFPojBBzMCwaLvxIoZ2H92HhTMjfQITGFmmiqlJQlwrLL86hDwaTXUjuP6RItxz3OfhXBuz89KNJoVL9rPybNfD8TLWdHiUFpanFkJijBYj5wIiIAIiIAIiMD6BHidPPfQSgzqHbwG+kPUL1bknDR8DTTnqRIrrs9TKY0hoLwiIALFRsAY4ywsGmMK1nQJFguGUgWJgAiIgAiIgAiIgAiIQBsloGYVAQG7yGxbGfg2ov8bJMCFTbuWCYS/je0G2fm0rphOI2VdMpWyC/pJeImEW9iM2QXO8Enwqqoo1lVVgWLFtVmBIoWKa9ZWYa2cGGgMaAxoDGgMaAxoDLTwGFizZh3oOO9Yzbidj3AuwnkJ5ycULK6rioGLwbGYh1icQi3r7LwmZec4nOuk0ynQqrRPi3TW2emQEy9CfyJQJAQ4p2dTq8OaosWMndun7DhPpdLgg0gU64aiRX4m+EASX00ZihY513/u64F4afnWLBZDaWmxI4oWXe/liYAIiIAIiMCGCZSVGpx3WCUGZsWKH2AqPknWbVkxFo8jFCvGYnHwHhuvw3yIwPMS4DU6uA+XCuan9r6cm6PyYQT3YA1qzFPDa/+GW6i9IiACIiACbYkAv7tDV6h2SbBYKJIqp8MSUMdFQAREQAREQAREQAREoBAEqL0zOQVeIUpsf2XwB3F+r7gdOIA3QtNp390YTdtFTd4sTSRS4KugeWOVN1RphaXKiRWjTqxIYYBzFAqsqcKatevkxEBjQGOg3jGg7wh9R2oMaAy0zBiwcxDOQzgfWVflLJtStMh5y7pozIkWuSAci3ug5Wgn3KJo0c530nYxOO2nYVeA7f8MOJWUcBH6KyICnMuzudUhQEuLvu+Dc/uMn0FqA6JFzvFD0aILYzE8v3AQXlo+ksViSL9SnD2zJ8pKjNuWJwIiIAIiIAIiAJSVAeceUonNN8taVjS74NM6xIq8tsayYkVec53zPHuvzToveECY99/qFCvaazmv77XnpkwrhnOgNoqACIiACNQkYIyBMaZmYjO3Is08XoeLgAiIgAiIgAiIgAiIQHMJ6HgREIEsAbvMnI0paCgB3uh0zt4I5eJmOu0jZRfxk8mks67IhX0u8vMma2h9Ze26KNZQEEC3tipPnMQ4nQQZLSPIEFdx1RjQGNAY0BjQGOAYoCXFNW4OUoUgvs6FtLjIbb4efJ2dp9DCIl+3R8txtF7jJRJIJFJIJVPBQxp23sNFYIq73HyIG3mTKKblbSoqAm2BwHptCMdpdQjaYgLHNef2gWgxbef4aTjBrh3/cc8LrKjHPVA8Ec71XehEiwPx4rJAtDi4XxnOomgx0GSsV78SREAEREAERKAjEaigZcVDemHzrGXFD800fJLYBqG1xFj+tdVeU0PLipyX1rSsmMQGxYq8mtsbneH1nYzz49yWEwEREAERKB4C/A6nK2SLJVgsJM02WZYaJQIiIAIiIAIiIAIiIAIi0PYJBE+mBX7bb21baCF/HHNNPuNugFrf3gT1/QxoaSiVDhY0KVrkYiZvunIhM+aeCo+BFouqqmKgEICigHVV0UAksC4UDVQhFBEoFIviGQM6VzpXGgMaAxoDxTQGOAcJXTgXYRhYV4yC1hW5QMw5DC1Gcz7jJZLggxnhXIcPa2R8H25ORK8tTNLUBhFoAgHO7XlYdVhTtOhzfk+XSjdYtPjCooF4cfk2LBYULZ49sxfKS/WLywGRJwIiIAIiUOQEmtb8ijKDcw/rhQFZy4rvg2LFkTXEihQm8r4ZHwLgXJTbnI+uL1ZMol7Liu5enb2W581Pw2t801quo0RABERABFqbgDHGWVg0xhSsKRIsFgylChIBERABERABEWi3BNQxERABEWhxAhlXQ8be0HMRefUSqH2Dk/c+yY3pXLBP20X7lF3IDG+a8mlvLvDT8WZrLOa5VytWRaNOuLiuKoa166Lws45LAAAQAElEQVRYV0u0GAoIFFZZPnIaBxoDGgMaAxoDGgMtOwb48ETUzkdidn4SBR+siMXi4MMWsbhnF5H5OugEkomkE2txrsNXQafTPvjAhm/nP8F8qN4plHY0lIDytRoBzudZeXUI++soY8d4dpxTsEhn5/qhpUUvkchZWqxtVZ2WSV9YuDleyFpa3LJvKc4+uBK0LMV65ERABERABESgIxHoVG7wnUN7oX+vEtft9zANnyXXFyu6e2d2/lkVjbn7Z25O6tn5qE3jvTXPS4IPCIf33Xgfjg8W+H5wzc7w6m1vc4bXc1aWH+e2nAiIgAiIQPER4Hd56ArV+lYXLBaqIypHBERABERABERABERABERABIqdgIEp9i5s0vbzBzIrZEgLQ7w5WlO0mHaL+gkv4RYyPRvyxmvgPLibr+71NlEX5zZdsD8OhYVlIJ7iqTGgMaAxoDGgMVBzDHDeEbionXfE7HyEc5LqPBQrcv6SoFDROi4MU6yYSqeQTvvgvMevJVbkvCicHzGUE4FiIlB7/IYPJ3Gc+37GjflUVrTIzwMfTsoXLTpRBcW+Mc9+nmLuc/XiooF4YVlgaXGLPqU4i6LFMv3uKqZxobaKgAgUHwG1uG0R6FQewXcOrcSArFjxfbMbPk9ug0CAmLDXyzh4DQ3n6pyfyrJi2zqHao0IiIAItDYBYwyMMQVthgSLBcWpwkRABERABESgVQioUhEQAREQgXZCINNO+rGpu+EWMq3n2wV7P7uQySe8U3Yxn4uYiWQKXMgMbsRmnwrnk+HxhLshS2ssvDEbOt6UlbMLvNmn6cVCLDQGNAY0BjQGNAZaZgyEcw/ORWo7ChU9zle8hJvHcD6TTKaQSqfhO7FiBm7eg+oZZG2x16aek6k+ESgEgdrj2E7z7SjnePdzQt1Udp6fL1rkZ4giX4otgs+Wlyda3BwvLB/lmudEizN7gpamXII8ERABERABEWjHBDpXGJx7SE/0ryx1vXwPu+FTbyvEs1YTed3kNdSJFGNxJ17k3N9dS7N5gvtpSWdZMbRyzPtuOcuKGd9dq901m56rCQiv6dlNBSIgAiIgAo0j0KZy8zudrpCNkmCxkDRVlgiIgAiIgAiIgAiIgAiIgAg0iUDwZFrgN6mADnUQfxjTsdPVob0Ram+P+n6wkMmFfLqUXdRPpnhTNWVvrKbAxX7eXA0EjB68RNLepE0g7gWO23JJx0UcxEFjQGNAY0BjQGOg5ccAF4BDF/BO2Otwws5Zktal3PyFoizOaei4MJxO++CcJ2PnPpwL5a0Lc3okJwJFT4Djmp1gGLiac/2Mn0EqK1rk3J4PKXl5r4em+MIJLWJeILyIxfDiwgF4flkoWizDWTMr0blcS2TkLCcCHY+AeiwCHYNAlwqD7xzSC/16hWLF3fF5cis316RIkUJ/ho0RK9Ladw2xor0Pl7tW501KmdYxKKuXIiACItAxCBhjnIVFY0zBOqxfYwVDqYJEQAREQATqJaAdIiACIiACIiACGyHA5eZgEW4jGbU7j0B487M6DBiSJhfx01zMT6edFaKUDbnYH7pwYTN8xaLCJMRADDQGNAY0BjQGmj0GEmLYXIbhXIUh5y90fAiDQkWKtNKc39iFYT/jw/ftrCdrYLF6PpRNyJszKSoCxUggHNNsO+PUQNgRb8e9n7W0mHGiRQonwrl9XaLFaDSwFhWLx/HSomrR4qDepThrZk+JFglYTgREQAREoN0R6FoRCcSKlSWub++Cr4Ee4R7a9bwEYnHPvXWk2WJF9wCNvR/HC7WrqWY8m6RABESgPRJQnzoUgeA3Waag1nMlWOxQQ0idFQEREAEREAEREAEREAERaKsE+Fyagam3edpRNwH+UOae6hB2ETODYBHfBxfy3cI+F/etS6dSSKfSgUvbsJZL2f1yKYiBGGgMaAxoDGgMaAxsmjGQrj0XSaaCeYqbr6TcgxecywQuzSXhwGV1iZwD0eXPhxiXE4H2QCAc2+wL49RCZOwnwPd98DNBMW/KfoZS9vNCkW++pcW45znrirS0SNEiBRmxrGjxuezroQf2LsXZM3uiS4V+h5GxXNshoJaIgAiIQHMIdOsUwXcOrUTfnFhxd8xNbpUTK4aWiBnmXDTmBIxRe62k1cVY3IPnJZFMJsEHA3it5TWXD9H4fsbeb/PtFTkDd22ml20wr9fZqAIREAEREIF2RMAYA2NMQXskwWJBcaowERCBIiWgZouACIiACIiACIhAmyCQXXduE20pxkbwpmi1A3x7w9TPBDdQfbeomYZvb6qmKVy0jjdbw7hC3y36ioM4aAxoDLTzMaDvOnv90zluu5/z2nMTN2/x00hbxzmNz7mNncvYwE3VOO9xEXki0I4J5I9zxjn+M8jYeb1vnQ0pWLSOYkUKKmjllJYW414C8TpEi9FYDC8vHIDnlo921DZ3osVKdO1U2MU3V7g8ERABERABEdjEBLp1juCcQyrRp2doWXEPfJ4ILCtSiEiBohPzx+JO2E9BfzQrVozZ66Znr58UKyYSqRpiRb4GOmPvrXF+6tswY6/F7ppML9tHXqezUQUi0BYIqA0iIAIFJMDveLoCFgkJFgtJU2WJgAiIgAiIgAiIgAiIQIcloI43j0CwOBb4zSupIx5d1w9lpgUOwUKmvYHKm6l+xke+owBALu2EEOIgDhoDGgMaAxoDGgOtOwby5yi5eFagaKcyCOY2dkZjNxjPn/fV3s7fp7gIFDuB/PHNuP0IUCYBCiZ8+xmhtadUOgWKfmlp0YkWvQTi8YR75WVOnJF9PXQgWuyPZ5cFosUBm9HSYi907aQls4aNFeUSAREQARFoiwS6dYng2wdXom9OrDgdnyeGw0vwmui5a6ITK8bjTqwYXh+ZRrEiBY0U/CfqECvyWuuuuRIrtsVTrzaJgAiIQIsTMMY4C4vGmILVpV9fBUOpgkSgBQmoaBEQAREQAREQAREQgXZOILCtaJef23k/W657wcKlJcjVy7xqwnQmcZccIAZioDHQhseAvRzo/Oj8aAxoDOSPgWAOs/4cJz+d8x1uy4lAeyaQP84Zd58TZPJEiz7WEy0mEggtRYWijGieaHHWov54Ztkoh61/rxKcPbMSfI2mS5AnAiIgAiIgAkVEoHtWrJizrGgoVhxWt1jRXgvzLSuGr4GmWNGr9RpoWlaUWLGFBoKKFQEREIEiIhD8BsvYtQV787JA7ZZgsUAgVYwIiIAIiIAIiIAIiEDbJqDWiUAxEDAwxdDMNt/G8MdzfkPDNIXBTQVxEAeNAY0BjQGNAY2B4hkD9c1p8tMVF4GOQIDfW2E/Ga9PtFjD0iJFi9bF4p6zJkUrUvmixVcWDcAzy8a4YgPRYk9066ylMwdEngiIgAiIQFEQ6BmKFXuUuPa+g+n43BuGuOeBVhN5DXTXP1pWzIoVuU0XtddH5qlLrJhKpyGxokMqTwREQAQ6PAFjDIwxBeWgX10FxdlhC1PHRUAEREAEREAEREAEREAECkCgcM+mFaAx7aCIYBGzeMQIaq/OVRGMAfcUrdqpsaoxoDGgMdB6Y6AdTNHUBRFoFgF+/4QFMF63aDGNGqJFr25Li866VCyGWQv74umlgWixX6/SwNJi58IuxoVtVigCIiACIiAChSTQs2sE5xxSid5ZseLb2BNzE4FY0bPXv42JFT2KGm0+r5ZlxVQ6jYzvw/cz1vnI8J+9cclrb9j+/HiYplAEREAERKB9EuB3Pl0heyfBYiFpqiwREAEREAEREAERaDIBHSgCItCxCQSLYYHfsUmo9yIgAiIgAiIgAiIgAiLQvgmod80lkL9Qxvj6osU0aBWKokWGyWQKXiLhHIUb0VgctCoVi3mgaDEWj+PVxf3w9LKxrmn9Kktwzsxe6NZFS2gOiDwREAEREIE2SaCyq71eHVyJzboHlhUpVvwiMdRd7zwvgVjcc9e7qL3O0bqwu+Zlr4FRuy9u0+M2XyKRQsJeJxPJJMJrpywrtslTrkaJgAiIQKsRMMY4C4vGmIK1oWP82ioYLhUkAiIgAiIgAiIgAiIgAiIgAi1BIIOMLTbwbUT/RUAEmkZAR4mACIiACIiACIiACHQIAhQqhh1lvD7RIsWKFGAkEklQvOElEk7AUVu0GI3F8MrCPngqa2mxb2UJvj2zEt0lWgwxKxQBERCBtkWgg7emslsE5+SLFc0MhGLFeNxz17pYLI5o3LpoPBDo222KGKN2f9ymU6zoeUknVkymUjmxIi0r8rrq+769X2nvVtqblrzWhsjz42GaQhEQAREQgfZNgN/9oStUTyVYLBRJlSMCIiACIiAC7ZyAuicCIiACItCyBPhcmoFp2UpUugiIgAiIgAiIgAiIgAhshIB2i0CxEOCCWdhWximuyCDjXl3p8xWW6TRoYZHWoijEoHjR8xJOuOgEG7E4otGYdfFAyBGP47XF/fDU0sDSYp+eJThnZiV6SLQYYlYoAiIgAiLQBgj06k6xYi8wZHPewgx84Q1xlhXjcS8nVqyK5V3j7DUvvPZ5nmfzUsifrCFWTFOgaJ27htowY6+p7tpKjxVZx+utDfRfBERABESgnRBoaDeMMTDGNDR7g/JJsNggTMokAiIgAiIgAiIgAiIgAiIgAi1PINPyVaiG1iWg2kVABERABERABERABERABApIIF84wTg1FRRY+L4Pvz7RYiKB0NIixRu0QBVzr4eOg5YWX1vcF08t29a10okWD+6FHl21nOaAyBMBEWgoAeUTgRYh0Ks7xfS90KtbcF16C3vhy0TdYsXg2hZDrJZYMe7E+0kkk9ZlLStSrOin08G1015DeS1111R62Z7wOpuNKhABERABEehgBHgNoCtkt4MrWSFLVFkiIAIiIAIi0CoEVKkIiIAIiIAIFDOB4Mm0wC/mfqjtIiACIiACIiACItDSBFS+CIiACNQkkL9wxji1FRRa+H5N0SItLCYozkimnJXFfNEiLS1S0FEVzYoWF/XBU0sD0WLvHhFnabFnt5KaFWtLBERABERABDYhgd4UKx7cE3wdNKsNxIqDnQi/tmXFWMxDeG2jOD8aiyMety4rVkwkEqD1YVohpjViiRVJVE4ERKDtEVCL2goBY4yzsGiMKViTJFgsGEoVJAIiIAIiIAIiIAIiIAIiIAJNJRDYVswgCJtaSrOPUwEiIAIiIAIiIAIiIAIiIAIiUIQEKFQMm814faJFCjMoWkwkkjnRYtzz3OszKeygy4kWF+eLFmnRqicqu0q0GHJWWOQE1HwREIGiItCnRwnOplgxex16C3vjy8SGxYoUKdYWK9K6YkJixaI692qsCIiACLQFAsFvLLuCxR9aBWqQBIsFAqliREAERGBjBLRfBERABERABERABDZGwMBsLIv2i4AIiIAIiIAItHECap4IiIAIiEDrEOAiWlgz41xLs0tqqGlpMQWKFmlVKpFIIh73QPFGKFrkdiwWR75o8cmspcXNumfFItnXcIZ1ViWLfwAAEABJREFUKRQBERABERCBliTQp6e9/sysRM+sWPFNJ1bcsk7LilFaCo7G7HUsBgoW6eKhZUV73UvSZV8DLcuKLXnWVHZHIaB+ikBHIWCMgTGmoN2VYLGgOFWYCIiACIiACIiACIiACIhACxJo90XLvmK7P8XqoAiIgAiIgAiIgAiIgAiIQAsSoFAxLJ7x9UWLPlLpFELRIl8THc8TLVLYQSuLdDnR4qLeeGJJ8HpoihbPmdkLvbpreS3k3EKhihUBERABEbAEQrFij67BdYdixXmJarEir1tOaB+Lg2JFF4/GnOVgWleMN0Cs6K6XyMBdM+nZevmf6QzlREAEREAERIDXBLpCkgiubIUsUWWJgAgUKQE1WwREQAREQAREQAREoPUIBE+mBX7rtUI1i4AIiIAIdAQC6qMIiIAIiIAItG8C+QtpjFN7kUEmz9Kij1Q6jXzRouclalhapOCDjqLFWDyO1xdTtDjOgaNYkaJFihddgjwREAEREAERaAECfStLcM7MSvToEkg63sQ+oFgx7nmIxz3UFCvGEFy3bGj3xayL2+uXl0jC85LIt6yY9n1k6DKAu07aa6S7VtLL9oPp2aiCoiagxouACIhAYQgYY5yFRWNMYQq0pQRXNxvRfxEQAREQAREQAREQAREQgWYS0OEi0GQCGXtr0N4kdH6TC9GBIiACIiACIiACIiACIiACIiAClkC+0IJxajD4q6vm66E3IFr0PNDKYiD+iCMWp2hxMzyetbRY2S2Csw/uCYkWLWz9FwEREAERKDiBfpWlOPugSnTPihXfwL6Yl9gCcXt98rwEQrFiNJ5/vaopVozbfPF4AslkEslUygn1KVb002n4fsY6396JzMBdI+lle8HrZjaqQAREQAREQAQcAV4bQucSCuBJsFgAiCpi0xBQLSIgAiIgAiIgAiIgAiLQngnwuTQD0567qL6JgAiIQIMIKJMIiIAIiIAIiIAIFIIAF9TCchinFiODjBNoOKFGOo1UOgVaWkxQzJFMgSKQQODhIeZ5oGiRLrS0OHtxbzy+JLC0WNm1BOcc3BO9e5SE1SgUAREQAREQgWYT6F9ZirNmVosV52BffJUY1GixIq0r5osVU/a619bEis2GpQJEQAREQAQ2CQFjDIwxBa1LgsWC4lRhIiACIiACIiACItCmCahxIiACbZxApo23T80TAREQAREQAREQAREQAREoCgJqZJYAhYrZKBhfX7ToI5UnWkwkkojHPcSsc6Fn47G4Ey5StBiNxTB78WZ4bHEgWuxJ0eLMSvTuoeW2kLNCERABERCBphMY0KsEZ83sie6dA1EIxYrzE4PgJRJOVF/bsmIgql/fsqKXSCJJl7WsmMqKFdNp3wn3M7D/7I1IXhvD1ubHwzSFIiACIiACIkACvEbQMV4op19QhSIJFSQCIiACIiACIiACIiACIiACTSUQ3IQM/KaWoeNEQAQ2DQHVIgIiIAIiIAIiIAIiUEwE8hfWGN+QaJGvzEw6S4vJOkWL0ZgHihbnLNkMjy4e7zD06BrBOQf3Qp+esrTogMgTAREQgXZDYNN2ZMBmJThzZiW6dQ4kHHOwH0KxIkX00VgcMeuicXstisZAsaJL47ZNZx5aCa5PrEjrwu46KLHipj2xqk0EREAE2gEBY4yzsGiMKVhvgqtdwYpTQSIgAiIgAiIgAiLQDAI6VAREQAQ6LIGM63nG3jB0EXkiIAIiIAIiIAIiIAIi0J4JqG8isIkJUKARVsn4xkWLSThri17CWVyMxrMiEQpEsqLFN5b0qhYtdongnJmVEi2GkBWKgAiIgAg0isDmvUtx1kGV6NYpkG/Mwf6YnxiIuOeBQkQnTIzFEaU4kdciOrtNi8Dc5zGfdXWJFTM+rSrau4724md92MC64F4kG8nrIkM5ERABERABEaiPAK8VoasvT73p9ewIrnj17FSyCIiACIiACIiACIiACIiACIjApiNgYDZdZaqp3RJQx0RABERABERABERABERABNYnwAW2MJVxJ9hAxr0ak1an/LSPVDqNVCoNWlqkYNGjYNE6hjHPCyxbOZGIB1papGjxkUWBpcXuTrTYC31laTHErFAERKCFCaj49kHAiRUP7ImuWbHibGdZcXPE7XWn4WLFBCRWbB/jQb0QAREQgbZIwBgDY0xBmybBYkFxqjAREAEREIF2TkDdEwEREAEREIEWJVD9bHOLVqPCRUAEREAEREAEREAENkxAe0VABNopAQoVw64xvr5oMY180WIymYLnJRCno1WrOiwtvrm0Fx5ZPMEV272LwTkHV6JfZYnblicCIiACIiACGyIwKGtZsUtWrPh6Zj8syLOsSAuKG3oNdHiNyhcr8trFa1loWdH3fWT4z9545LUvbE9+PExTKAIiIAIdkIC63AACvGbQNSBrg7NIsNhgVMooAiIgAiIgAiIgAiIgAiIgAi1FIHgyLfBbqo62Uq7aIQIiIAIiIAIiIAIiIAIiIAKtRyB/oY3xukWLKdDSYiKZdK+GpiCEohFn6SpPtFgVjTtLi28uqcTDiwLRYrfOEZxN0WKv0tbrpGoWgTZBQI0QARHYEIFBfUpxxkGV6FIR3BGcjQPwdXIg4lnLirzubFys6NWwrEixYpoCRet8P+OsCGckVtzQadA+ERABERCBBhAwxjgLi8aYBuRuWBYJFhvGSblEQAREoDgIqJUiIAIiIAIiIAJFSoC3DsHbh0XafjVbBERABERABERgkxJQZSIgAiIgAs0iQKFiWADj64sWfdA6FUWLyVQqJ1qsbWmRQpJQtPjW0jzRYqcIzjm4J/pLtBhiVigCIiACIpBHYIs+pTjzoJ45seLrmQOwIDHAiRU9L4HaYkVeb6KxuEtnyDxxr6ZYkdcsiRXzICsqAu2FgPohAm2AQPCbKQOGhWqOBIuFIqlyREAEREAEREAEREAEREAE2gWB1uoEn0szMK1VveoVAREQAREQAREQAREQAREQgQ5FIH+xjfH1RYvpGqJFWq3yvCQ2Jlp8aGFgabFrRQTnzKzEgF56PXRbHVhqlwiIgAi0BoEt+pbijAN7onN5INWYbQ7E18lArOgs+VKYaF2VddFoDBQrVjGMe9iQWJFC+4zvI532ZVmxNU6s6hQBERCBdkzAGANjTEF7GFwFC1qkChMBERCBeglohwiIgAiIgAiIgAiIwAYIZDawT7tEQAREQAREoIgIqKkiIAIiIAIiUBQEKFQMG8r4xkWLSXheYoOixbeXVeLhxRPBsrp0Mjj74F4YsJlEiyFnhSIgAiLQkQls2a8MZx5Yic4VgUzjdXMQFnj97XXFA8WK+ZYVKVSkYLExYkW+Btpdz/geF3ujkfGQd348TFMoAgUgoCJEQAQ6AAFeQ+gK2dXgSljIElWWCIiACIiACIiACIiACIhACxJQ0e2TQPBkWuC3zx6qVyIgAiIgAiIgAiIgAiIgAiLQFgnkL7wxTqFhBhlnnYrCDz9NS4sp8FWbfD10YGlxw6LFNxf3CESLMO51n+ccXInNe5c2svvKLgIiIAIi0J4IDO5LsWJPdCoP7gC+Zmbia68f4t76YkUKFZ1gMRYHRYwNsazorlm+b69gGSea5zUt5JcfD9MUioAIiIAIiEBDCRhjYEzgGnrMxvJJsLgxQtrfsQiotyIgAiIgAiIgAiIgAiLQKgQyrlZ7O9GF8kRABERABFqYgIoXAREQAREQAREQgTwC+UIOxtcXLfpIUbiYSqMhosVYPI63lvTAw4smwLc/9zqXR3D2QT2x+WYSLeZhV1QEREAEOgyBIf1Kcaa9DlSUGdfnV3EQFnp91xMrhq+BpmCxsZYVfYkVHdv1PCWIgAiIgAg0m0DwGykDhs0uLFuABItZEApEQAREQAREQAREQAQKQ0CliIAINJ2AgWn6wTpSBERABERABERABERABERABDYhgfZWVf7iG+PrixbTTRMtLp4IP2PQuSICWlocKEuL7W3oqD8iIAIisEECQ/qX4YyDKlGeFSu+kjkIixK1LCvGPVCs6KwqRmOgRcWYTWMYtyGtMHqJJJJ0qcDqL4X0tAKcTvuQWHGDp0A7RUAEREAEmknAGANjTDNLqXm4BIs1ebT1LbVPBERABERABERABERABESgHRPItOO+qWsiIAKNIqDMIiACIiACIiACIiACrUCAQsWwWsabIlqkVSwKTqqicVBs8jYtLS6eiHTGuNeAUrQ4qI8sLYacFYqACIhAeyYwdEAZzjiwJ8pLA5HHq+ZgLE4GYkXPS/A6geCaEQOvH87FgutHKFb0Egl4FCrS5YkVM74P3w+sXVkf7ppFLwuU17FsVIEIiIAIiIAINIsAryl0zSqk1sESLNYCok0REAEREAEREIH2TkD9EwEREIG2SCC4aRn4bbF9apMIiIAIiIAIiIAIiIAIFBsBtVcEmkYgfyGOcWo/KATxs8IQWrNKpdNIpdJIplJIJlOg6CTuJUArWDHPc6KTUIASiBa74+FFFC1GUFFmcPbBlZBosWnnR0eJgAiIQLEQGEax4gGVeWLFQ7DI64O4vU549ppBQaK7VlCgmHVV0ZgTMXIfryleVqyYsPl5zeG1h9cgihXTaR/uOoWMDWFd9aPQTC8WTmqnCIiACIhA2ydgjHEWFo0xBWtsYQWLBWuWChIBERABERABERABERABERCBjkTA3li03Q18G9F/EWjrBNQ+ERABERABERABERABEWjHBPKFHow3X7QYxztLu+PhxROR8g0qSg3OObgXtpClxXY8itQ1EWgnBNSNJhEYtnkZTj+gJ8qyBnVfwcFY5PVG3PNAISIFiflixdCyIsXv3Mc8oVgxmUgilRXKM8yJFSlUpMtIrNikk6SDREAEREAEGkwg+E1kV7D4w6jBR204Y2TDu7VXBERABERABERgUxNQfSIgAiIgAh2TAJ9LMzAds/PqtQiIgAiIgAiIgAh0QALqsgiIQNsmwEW5sIWMc23OLtGhaZYW485i1jtLuuGhRRORykRQXgpnaXGLvjYSVqRQBERABESg6AmM2LwMZzixonF9eQWHYHEisKxIISIt79YlVmR6XWLF2pYVfb4GGvaKZC9M9r8sKzrK8kRABESgbRMo9tYZY2CMKWg3JFgsKE4VJgIiIAIiIAIiIAIiIAIiIAJNJ5Bp+qE6siYBbYmACIiACIiACIiACIiACIhAswlQqBgWwrgThiCznmiRr4WmoISh5yVAC1lOlOKt/3ro95Z1x0MLKVosQbmztFiJLSVahP5EoIkEdJgItCkCFCuedmBPlJYEoo5XzKFYnKi2rEhRYl1iRQoV6XjtyLesyGtLKpV2FhZpWZFiRT/jO5GiuybRyxLgdSobVSACIiACIiACBSXAawxdIQuVYLGQNFWWCIiACHQIAuqkCIiACIiACIhA4QkYV2Tgu6g8ERABERABERABEWhlAqpeBERABESABPIX5hinNiRTS7SY9n1QrEhhCUPPS4vyS3wAABAASURBVNYrWqQg5b1l3fDgwglI+qUoKzE45+BKDO5XxurkREAEREAEipTAVgP5GuhKlEaCO3xOrOhtZq8HHihErEusWBWLg9cF7mOeuOfBSyTB10DzmpIvVkynfUisWKSDQ80WgTZPQA0UgQ0TMMY4C4vGmA1nbMReCRYbAUtZRUAEREAEREAEREAEREAERKAgBNYrJLCtyEWv9XYpQQREQAREQAREQAREQAREQAREoFUJUKgYNoDxjYsWk/DqEC1GozEnTKE45f1lfD30eCQzpaAlrnNmSrQYMm5XoTojAiLQIQhsNagcpx1QiZKSoLuvmMOwuAFiRVpbbKhYkfcNc9cgXoiCqpy1xWxUgQiIgAiIgAi0CIHg+mOvRHnXn+ZWJMFicwnqeBEQgTZHQA0SAREQAREQAREQgWIlYGCKtelqtwiIgAiIgAhscgKqUAREQAREQAQ2JQEu0oX1Mc61OrtkB9/3rcvAT6dR09Li+qJFClMoWqzKChedaHHhBCT8Uidy+fbBlRjSrzSsRqEIiIAIiEARENh6i3Kctn9PlGSVFy9lDsWieCXingdaTaQgkd//tKbI0F0HYnEwzn3Mw7y0rJhKplCXZcUM7D974bH/awgUeT0qAkRqogg0m4AKEAERaF0CxhgYYwraiOxls6BlqjAREAEREAEREAEREAEREIHiJqDWtxKBTCvVq2pFQAREQAREQAREQAREQAREQAQ2TiBfGMK4E44gg8aKFilSyYkWl3fFQ4smIOmXIWJX7c45pBeG9i/beGMKk0OliIAIiIAINIPAyC3KcNr+ParFijgMSxO9QAEihYgUJNKqLsWKFCrSMc7rAPcxD/MmkilIrNiME6FDRUAEREAEWpRA8NunsCtY9qdPi7ZZhYuACKxHQAkiIAIiIAIiIAIiIAIiUJuAcQmB76LyREAEREAEip6AOiACIiACIiACItAeCXCxLuwX4w0TLSYQ96yLe4jGs1a1YnE40WI0jg+Wd8UDC8c7S4sR+8PwnIN7YugAiRZDzgpFQAREoC0S2CZrWTGStTj1EsWKXmBZ0bPf+RQkUqzoXDTmLCrWJ1ZMJpLOsmKSwsV0Gpms9d4M7D97obH/wWtOyCE/HqYpbE0CqlsEREAE2jcBYwyMCVyheirBYqFIqhwREAEREAEREAEREIFNR0A1iUC7I2BvPto+Bb6N6L8IiIAIiIAIiIAIiIAIiIAIiADQRhnkC0UYd0ISZDZgaTEFz0s60aLnJRCNe064QgtboWjxwxVd8eDCCUj4ZW4x8JyZlRgmS4vQnwiIgAi0RQLbbFmOU/fv6b6v2b6XcDiW5okVnUgxFocLGyhWTKXSSPs+KFZMp334GR+5awwvNKzIOqbZQP9FQAREQAREYJMR4LUndIWqVILFQpFsR+WoKyIgAiIgAiIgAiIgAiIgApuegLFVGhjr678IiIAIbBoCqkUEREAEREAEREAERKDpBLhgFx7NOLUkmQ2KFpNOtEiLW/F4vF7RIi0tek60CJxzSCWGydIi9CcCIiACbYnAqC3LcZoTKwatejFDsWJPxD3Pfs8nnEiR3/UbEyt6tKpIl0qBYsVU1rJiOu3bq4m9otgLi/3vRItBTagRD9MaEiqPCIiACIiACDSHgDEGxpjmFLHesRIsrodECSIgAiIgAiIgAiLQbAIqQAREQASaRCDTpKN0kAiIgAiIgAiIgAiIgAiIQCsRULUdnACFiiECxp2wBBn4vm+dDdNpZy0rmUwhmbIumUQikULcSyAnWsxaW4xGY4hG4/hoRVc8tHACvEy5K/qcgysxfPMg7hLkiYAIiIAItBqBUYMrnGXFsAEv4nAsS9QvVuR3e1UsHljVtd/3cToKGxNJpHLXhhRS9noRWlbM2OtI7prCC0u2MqZlowpEQAREQAREYJMS4DWIrpCVFqFgsZDdV1kiIAIiIAIiIAIiIAIiIAIi0BYIGNeIwHdReSIgAhACERABERABERABERABEWj7BPIX7hintoRiE4oW02kffjq9YdEihSxxD6ElLooWP1jeGQ8uGA9aWiSBs2f2xIjNyxiVEwEREIF2SKA4ujR6SDlO3a9HtrEGL+IILPM2LFaM2u/3WPZ7PhQrJpKpGmLFtO9DYsUsVgUiIAIiIAJtkoAxxllYNMYUrH0SLBYMpQoSAREQAREQgSIioKaKgAiIgAi0MQKBbUUuarWxhqk5IiACIiACIiACIiACxUxAbRcBEdgkBChUDCtiPBQtMu77mRqixUQyiaR1tLToJZKBpcWsmCUULcZiHqqSXfBVaiISfmBd8ayZlRIthpD/n73/AJDsrO98799TPTn0KMdRztIooDijAAiNEDljg5FEMM7Z2NhgkYwxvt57X+/uvV6v17t31/dde++u12vABBMlQAJEFpIQQRIojnIYqeuEOuGe//PU6a6Z6Z7pcLq7wleaE6rq1HOe51PVp6vq/PpfLBFAAIElFjjj6FV621Wb/F5L1WHFccVWLTFJfeg8ihO/tKqKfqouR9Xx3Y7tdVjRjvud6tgfqu5mPtDug+15YXUVZb83/O8Qm/m9yV/XXWWBAAIIIIDAsgiE309lo7+TCCwuy0PJThEYPAF6jAACCCCAAAIIILD4Aq76wHPx98IeEEAAAQQQmFmAWxBAAAEEEEBgfgJ2Eq++p61b1qQ6paeiKKqpnAwtZlmuOrSYJB1ZeCWOYx9yqcMup4/HuvDAVJ1sne7pnK24J7R44hFUWqydWSKAAAJLIXDGMav0lhfVYcWWbiqtsuJGxUmqpJoskFgfv31QsR2pt7KibRNbsDHd9WugrbKihRWLoiSsuBQPJPvYQ4ArEEAAgdkKOFedvaqm2W4/m+0ILM5GiW0QQAABBBBAAAEEEFi4AC0gsE+Bcp9bsAECCCCAAAIIIIAAAggggEC/ClhQUZLvnq3PNrRooRcLLa5TrBdtTnXeAamURWplib72wFp94sGzFRWrfbu/9LL9dOIRoeqiv4IZAggggMCiCZxx7Gq9ZbKy4phu0mv0eBrCinbc3ldYMY4T7R5WtOA6YcVFe8hoGAEEEEBgEQTCe5tmz2C1FqGfNInAMgiwSwQQQAABBBBAAAEEBlnA+c6HuV9lhgACCCAwrQBXIoAAAggggAAC/S1gJ/PqHtr6bEKLaZrppI0d/ezxHZ2+KZE6kR59OtJ/v62tHz4S6YdPrNEnHjyrJ7S4SScdSWixdmaJAAIILIbAluNW6y0vHPdNF2VLN1pYMQlhxSRJZFUVbbLQ4nSVFWcKK2Z57qvuUlnR0+5lxk0IIIAAAv0i4JyTc2Fqqk8EFpuSpB0EEEAAAQQQQGDQBeg/Aggso4B99Yv8178sYyfYNQIIIIAAAggggAACCIyCAGNcdAELKtY7sfWyDO/3iqJQnhc+qGLVtazKVtrp6IojM/386bmOXGuVFRN9+8FYf/PtSA8+2VYUxWq3Y/3oiTX6+ANnqd2ttPiLL92kkzcTWqydWSKAAAJNCpx53Cq9+cpuWNGt0E3udXoi2aA4SZUkiSykOJuwYpp21KkmO9Z3OpkywopNPky0hQACCCCwRALhPU0pWza1SwKLTUnuox1uRgABBBBAAAEEEEAAAQT2JuCqG51cNecfAggMsgB9RwABBBBAAAEEEEDABHpP5tl6HVq09bwbWty4stDbz5B+7pRCq9RRmXf0P26P9fe3RpOVuyba1Xo3tPjjJ9fq4/dbaHGN7UK/8BILLa7068wQQAABBJoROOv41br2yk2+sVwrdFP5Gj2RrPdhxTiOJ8OKdnzeV2VFH1jMMllA3YLqhQUWi9L/0bL9PvC/G2zm96ZGgyDdJlkggAACCCCwYAHnnJxzC26ntwECi70arCOAAAIIIIBAPwvQNwQQQGDoBcqhHyEDRAABBBBAAAEEEEBgnwJsgMDQCFgYpR6MrVsmxcdUqpXTD5R+7zxp+9GFVOR6YiLXB29M9Jm70slQjFXvsslCMaHSYqQ7n1orq7Q4kdehxf10CpUWa2aWCCCAwIIEzj5+ta7ZHior5tOEFe2YbFPvcbkdJ6EabhQrrtbjJFGSdpR1KyoSVlzQQ8KdEUAAAQT6QCC8lykb7Uk3sNhomzSGAAIIIIAAAggggAACCCAwJ4Hwl2lhPqc7sjECcxRgcwQQQAABBBBAAAEEEFhKATu5V+/P1svqPN+LjnX6wwukLQdKrij09Qcz/dpnE93xWEedTscHXeIkVRzHu1RarCt53fnkGn3iwbNVhxbf/pJNOuUovh5a/IcAAj0CrM5VwMKKV3fDiplW6ia9Vk+mPZUV48Qfk6fCirEmouo4XU3takrsuN0NK3bSjjpZVh3TM1FZca6PBNsjgAACCPSbgHPOV1h0zjXWNQKLjVHSEAIIIIDAyAsAgAACCCCAwLwFqjNW1X2t0ka14B8CCCCAAAIIIIBAPwvQNwQQQGCOAhZUtLusHnP6hS1Ov3mu036rpLIs9F+/n+tDX+0oyQr/laE+4JJWl6sphBYTH5Cxil4WiJkKLa7Wxx88S8/ma61pvf3Fm3QqoUVvwQwBBBCYq8A5J6zRVFhxlW4qX6Mnk3UKx+FYdvytK92GZayJKFIcJ/623cOKWZ4TVpzrg8D2CCCAQD8K0CcvUJZl9d4lTP6KBmYEFhtApAkEEEAAAQQQQAABBBBAoAkBJ9dEMwPdBp1HAAEEEEAAAQQQQAABBIZR4PhNpf5oW0uvPaVVneyToqzUe2/K9fffz5TnhYo891W47KtDdw0tJj4QY4FFmyw0U4cW73pyjT7+4Jl6Nl/nyX7+xZt0GqFFb8Gs/wXoIQL9InDOiav1pis2+u5ksrDiq/VUWocVE7XjJATHo1hWXbHdrpZRJB9crK6rw4pp2pFVVsyq43mnk/ljuh3bi6KU/9+HPSysXvp92cwCILZkQgABBBBAoJ8FnHNyzjXaRQKLjXLSGAIIINDXAnQOAQQQQAABBPpcYOrjyj7vKN1DAAEEEEAAgX4WoG8IIIAAAn0m8PzNTtdtXaGLDg0du/WxUm/5VKZv7ChCiKWa57MILVpYcffQ4t3d0OIzWQgtvu3Fm3Tq0avDjpgjgAACCOxV4NyTVutNLxj322RarRuL1+wWVoxDMLEd+bBiFCWyyopRFPsQY29Y0QcW+Rpob8kMAQSWTIAdIbAkAhawt6nJnRFYbFKTthBAAAEEEEAAAQQQQGDIBRZreOEv08J8sfZBuwgggAACCCCAAAIIIIAAAkstcPVpLb1765iO3BD2/I8/yvX7X8z1VBKqbJVlvSwnKy1meT7N10MnsmCMBRZtmohi1ZUW737Svh76TD1TV1p80bhOO2ZV2CHzeQpwNwQQGHaBc09aozdePu6H2dEa3VhaWHGNDyJaILEdx5NhRQuM29QbVozjRHGSyIKKNll1XKuSmxeFr5pLZUVPywwBBBBAYAgEnHO+wqJzrrHREFhsjJKGEEBgwQJBDXr9AAAQAElEQVQ0gAACCCCAAAIIjKyAfTFMdZJK5cgKMHAEEEAAgRESYKgIIIAAAgiMgMDh653edVFL154xdSruz75e6K9vKdRbncTWfWixej9o7wx9wKUoNFNo0QIyFpqpl1OhxVX6+INnamddafGqTTr9aEKLI/BUY4gIIDAPgfN8WDF8DXRHa3RT+Wo9laxWnKSy42uUJLuGFdux7NhrQUYLjds2SZoqSTs+sEhYcR4PAncZDQFGiQACQyEQ3rOUu7yPWejApt4lLbQl7o8AAggggAACCCCAAALLLkAHBlfA/i7NyQ3uAOg5AggggAACCCCAAAIIIICAF7jgsJau29rS5UeF03A/ebrUz38m1xfuLfztNrOTfra0ydZ9aLGaFWWhOrRoVbqsWpcFYTppxwdjrJpXkqTywZk48QEaCy1aiObuJ0Jo8enOOmtWb33RJp1OpUVvwQwBBBCoBc47eY3ecHkIK6ZaoxuLmcOKE+1IbQsrdqst7h5WtGOzHaPtWG3H7CLPwzHcQujVMb36t0u4w473dT9YIoAAAgggMCgCzjk55xrtbnin1GiTNIbA0AowMAQQQAABBBBAAAEEFlWgXNTWaRwBBBBAYJYCbIYAAggggAACCMxb4DUnOR9WPGn/cELvMz8t9EufzXXfzj3f8fUGV2y9DrbUoUULvlgAxoIwFoixYIxV84qTREmSqg4tTkSx6tDiT5600OJZejpb78fw1qs26YxjV/t1ZggggMCoC5x/8mq94fndsKJbpxuL1+jpdPrKihZWtIDi5FdDV8daq6xoVRj9V0CnHdmx2Y7Rdqy2Y7YPnBNWHKSnGX1FAAEEEJiFQHivsuf7mVncdcZNCCzOSMMNCCCAAAIIIIAAAs0L0CICCEwvEE5khfn0W3AtAggggAACCCCAAAIIIDA4AqPX0/FV0m+e29Ivnz2mtSvC+P/yu4X+928W4cIMczv5V99k672hxTwvZAEYC8JYIMaCMRZatLBM3BtajGL1hhZ/+tRK/fMDZ06GFt/ywnFCizUySwQQGFmB809Zo599/rgff6K1ssqKO9NV8sfUOFFUHVetWq0FwCfDitXx1V9XLZMk9dumaaqUsKJ3ZIYAAgggMBoCzjlfYdE519iACSw2RtkHDdEFBBBAAAEEEEAAAQQQGFCB8JdppcJyQAdBtxFAYKkE2A8CCCCAAAIIIIBAXwmccaDTe7aN6WXHh9Nuj0Wlfvv6XB+9c+9hxXoQFlTsXa9Di/YesQ4tZnmuOrSYdTLVlRat2pdVALNATW9o8Z46tNgJlRYttLjluNX1blgigAACIyVw4alr9LPPC5UVE63TTeVrtDNZ6QOI/ji6S1gxlh1XrYqthRdtOW1YsTouW6DcguWLVllxpB4lBosAAggg0K8C9n6lnprqY3jn1FRrtIMAAggggAACCAy4AN1HAAEEllPAyS3n7tk3AggggAACCCCAAAIjI8BAEWhK4KrjWrpua0tnHxzez331wUJv/lSu7z8+tz9IsxOAdZ9sfffQYlkU6g0tWqXFvYUWLWRjocWP+UqLG3zTb75yXGcet8qvM0MAAQRGReDCU9bo9c+tw4rrQ2XFvYYVY1mFRTuOWnCxN6zY6WSTx+K8WwWXsOKoPJMYJwIIIDC6As45OecaBVjKwGKjHacxBBBAAAEEEEAAAQQQQGDYBOZ2OmvYRs94hkiAoSCAAAIIIIAAAgggMPQCK6rzdW8/c0zvOK+lA9dWF6oR/z+3F3rfVwp1ZldYsbrHrv8sqFhfY+uzCS2mnUxxkshXCLOvNI1iWaVFq7hoYZt7n14pCy0+1QmhxWuv3KQzj6PSYu3MEgEEFiTQ93e+6NS1en23smKsDd2w4grFSSo7brbjWHastGmiHSuqLltY0Y6hUXVMTWy7aup0OrKwYifLZNVuqazY9w89HUQAAQQQaFAgvDdp9gwWgcUGHyCaQgABBBBAYPEF2AMCCCCAwHAKhJNbYT6cI2RUCCCAAAIIIIAAAnMRYFsEEOhngWPHna7b1tLPnBLexUWZ9J6bcv3XO4oFd9tOBtaN2HojocWnVuwWWhzXWccTWqydWSKAwHAKbD1tjV733BDWjrVRN5Wv0s5kTL1hRR9MtKD3XsKKaZoqTTvyYcU8F2HF4Xy+MCoEEEBg+QT6f8/OOV9h0TnXWGcJLDZGSUMIIIAAAggggAACCCCAwHwFSpXVXcO8WuHf4grQOgIIIIAAAggggAACCCAwT4HLNju9Z1tLFx8RTrHd+pj01n/JdPMOe1c3z0Z3u5sFFeurbH02ocWZvh7awjhWOey+p0No8clupcVrthNarI1ZDrEAQxtZga2nr9FrL9voxx9rPIQV4xBWtKqJVlnRjo82WWXFdhRpusqKaZpOVVa0sGJeqKiWRWGf4lVTdYCu/smO1X5n1ax3vbrIPwQQQAABBAZewH631VNTgwnvpppqjXYQQAABBEZeAAAEEEAAAQQQmJ+A/V2ak5vfnbkXAggggAACCCCwxALsDgEEEBhFgTee2tJ7to7pqI3hvdv/urPUO27I9ETcvIadEKxbtfU6EFOqVJ4XKotCWZ5PBWk6mWYKLVpg0aap0OJG37SFFs+m0qK3YIYAAsMjcPHpa/XaS8NxzocVi1dqZ9ySVVacKazYjmJZeLH3a6AtrJjWlRWz3B97CSsOz/OEkSCAwOwF2BIB55ycc41CEFhslJPGEEAAAQQQQAABBBBAAIH5C5ThrswRQAABBBBAAAEEEEAAAQT6SOCQddI7LxjTW7dMnVb7375e6N9/N1/UXlpQsd6BrU8XWrSvJu10svBVpdUyraY4SRTHieoATtvW25EstHh/t9LiE2kI81y9fVznnLCm3g3LpRVgbwgg0LDAxWes1asv3eBbbVtlxeJV2pnMPqxox04LNqZpqrQOK+a57Fi7a1hRqo/JfmfVzI7T1YJ/CCCAAAIIDJ2A/Y6zqcmBTb2zarJV2kIAAQT6VoCOIYAAAggggAAC/SgQ/jItzPuxf/QJAQQQQACBQROgvwgggAACCDQjcO6hTtdtXaHtx4R3bPfslN7+6Uyfv7doZgf7aKX3xKCt1wGZsltp0QI0FqSpQ4udtDNZaTFJUk0XWrzvqZY+9sAWPdEJocU3XbFR55y4eh894WYEEECgvwUusbDiJSGsGLn99NXSwopOFkD0x8M49lUULbxdfw10fYysKytapdp097BiXuz2NdAWVqyOwnZA7pLY8bm7ygIBBJZcgB0igMBiCzjnfIVF51xjuyKw2BglDSGAAAIIIIAAAgggMCICDHMRBErfZvVRp18yQwABBBBAAAEEEEAAAQQQWH6BV55oXwHd0qkHhL587p5Sv/CZTPc+Ey4v1bw3CGPrlpHxS5UqimrqVv+qQ4tZJ9tnaPH+p8f0sQfO1OPpuB/Gm14wrufsHlr0tzBDAAEE+l/Awoqv6oYV29qkG/NXaGccwopWNbHdE1ZsR1aBNpoMdFtY0baxYOPuYcX6GGvLUtX/1QHYH3+rZa1il+t1lggggAACCAyjgP2uq6emxkdgsSlJ2kGgIQGaQQABBBBAAAEEEBhdASc3uoNn5AgggMCICTBcBBBAAAEEEOhfgfWrpF87p+Wn9SvD+7S/uqXQn38jX7ZO2wnCeue2blkZv1S5S2gxy3J1skx7Cy1GFtZpR7r/qZY+ev8ZeiwJocWfe8G4ziW0WDOzRACBARG4dMta1WHFCe2nG/NX6tnEKUlTWRAxShJZVUU/2fEv2jOsmKQd7R5WzPPdKyuWfA20+G8+AtwHAQQQGHQB55ycc40Og8Bio5w0hgACCCCAAAIIINAHAnQBgYEVCHUWB7b7dBwBBBBAAAEEEEAAAQQQWEqBRdmXVVN8z0VjsuqKtoPHI+l3bsj1Tz8u7OKyThZQrDtg69OFFrM8175CixNRpDq0uGPnmP75gS16LN3km36jhRZPWuPXmSGAAAL9LnDpmWv1yos3+G5OaH/dlL9CE6mTVUu0yol1WDGKYtWVFSfadgyMZbdboNG2nS6sWFoF22oqVf1fHXCrf7Jjr99ZNetdry7yDwEEEEAAgaEVsN95NjU5QAKLTWqORFsMEgEEEEAAAQQQQAABBJoXCH+ZFubNt06LCCCAwNwFuAcCCCCAAAIIIDB6AtuPcbpu6wqde2h4d/a1HaXe/KlMtz/WP39e1nui0NbrAE2pcrLSooUWO53MV1rs+KphHcVJIgvmtKNYFtyx0GK7HcuCOw/ubOlj958+FVq8fKPOO5nQ4uj9BDBiBAZL4LlnrtMrt+0ZVkyssmJ1zLPjnVVVjKKkOtbFakdRtYz8sbA3rNjpWHXFTnXMzGXHzzwvFMKK1bI6tobjrGTH3Fqod72+bnCX9BwBBBBAAIG9Czjn5FyY9r7l7G8lsDh7K7ZEAAEEEEAAAQSaEaAVBBBAYA+Bsvr4s/rg08/3uJErEEAAAQQQQAABBBBAYBAF6PPACFTn3vTWLS2984IxHbIudPv///1C770pV7r8hRVDh3rmvUEZWw9hmrJ6R1lOhhbzopCFFrM8V5p2lPgpnQzqRFGsdlxN3dCiVVr82P1n6NEkVFp8w/MJLfaQs4oAAn0m8Nyz1unl29b7Xk24A3RT8UpNpKqOdamvnGhhRX+c6x7joup4ZwFtf111/LMAt1VW3DWsmCnfLaxYFKUPKtqx1u+smvWuVxf5hwACCCCAwNAL2O++empqsEMXWGwKhnYQQAABBBBAAAEEEEAAgaUUcNXOnFw15x8CCMxGgG0QQAABBBBAAAEEEGhC4KiNTtddNKY3nhpOmUWZfFDRAotNtL9YbdgJw7ptW99XaNEqLe47tNjSxx7Yokc7+/mmLbR4/smr/TozBBBAYLkEdt/v885aq5dvDWHFZ92BujF7hSaScjKsaKFEm6yKrAUX68qKdl0UJ0qSVNOFFX04sShUVFNpEfBucV07xtZ96F2vr2OJAAIIIIDAsAs45+Sca3SY4d1Xo03SGAIIIIAAAggMuADdRwABBBBYJoHu56DLtHd2iwACCCCAAAIIIDBiAgwXgZEXuPgIp/dsa+myzeHk222PlXrbpzN9bcdgvDvrDc7Y+t5Ci50s02xCiw/tdPrY/Vv0SBpCiz/7/HGdf8qakX+uAIAAAv0hYGHFl23d4DvzjA7QTdnL1U53DSv6kGI7ll9GkV/OHFbMlOWZr6xY5LkKq6jow4ollRW9MjMEEEAAgSERWNAwwnuNZt8jEVhc0EPCnRFAAAEEEEAAAQQQQACBJgTCybEwb6I92lh+AXqAAAIIIIAAAggggAAC/SzwM6c4vXdbS8eOh3di//TjQr97Q67Ho37u9Z59s5OH9bW2PlNoMctyZXnuQ4vhK6JT2VeiWrUxC/L0fj30Q09L9vXQk6HF523UBYQWa2aWCOwmwMWlEnj+2es0GVZ0B+orxSvV7pS7VFb0IcU5hRVzH1Ysi3K3sKJ8LcnsDAAAEABJREFUYLEemx1f63WWCCCAAAIIjJqAc85XWHTONTZ0AouNUdIQAggggMCSCbAjBBBAAAEEhk4g/GVaqbAcuuExIAQQQAABBBBAYD4C3AcBBBBYBIED1zq947yW3n7mmFrdE25//o1cf3VLsQh7W5ome4M0tj5TaLHTyWSVFi2waFOSThNajGJNtCM9vNPpo/edoYfTUGnxZ563URcSWlyaB5S9IIDAHgKXn7NOL70ofA30TneQvlK8Su20kH29s4UUffC6On7Z10DbMcy+Brq+3oLZFtC2r4FOq+NemnaqY2HuQ9x5XiiEFatl9blc7zG07oRdV6+zRAABBBBYJAGa7WsB+11YT011tNVUQ7SDAAIIIIAAAggggAACCCCwMAEnt7AG5nBvNkUAAQQQQAABBBBAAAEERk3g7IOdrtva0lXHhdNj9z4j/cJnMn3unsH/4zE7gVg/nrY+U2jRKi3uNbRogZ9qssDPwzsl+3roh9P9fdOvt9DiqXw9tMcYoBldRWDQBSys+JILe8KK+SvUTrLJsKKFES2cWIcVoziWXY6ixC/t9iTtKE1TheB2rizPVOTFZFixKItQYbH6dWDH0Nqsd72+jiUCCCCAAAKjJuCck3Ou0WGHd2SNNkljCCCAwMgLAIAAAggggAACCMxLoPpMdF73404IIIAAAgggsCwC7BQBBBBAYIAEXnZ8S+/dNqYzDgwn2j5/T6m3fzrTPTsHaBD76GpvsMbW5xpaDAGf2Ad8bN2mh58u9TGrtJh0Q4vP3aiLTl27j55wMwIIINCMwAvOWaupsOLB+kr+SkVpLgsh2jGqXk4fVox8qHGmsGLhvwa6kIUV7XhpPbZjpy1t6l23y0wIIDDSAgwegZEWsN+JNjWJQGCxSU3aQgABBBBAAAEEEEAAgYYERq2ZcMIszEdt7IwXAQQQQAABBBBAAAEEEFg8gbUrpF8+Z0y/eW5LG1eF/fz77+b6376RhwtDNu89kWjrFsLxS5Xy4Zw8V14Umq7S4h5frTpZabHUx+4/Qw93Q4uve+4GbT2tqUqLQ/YAMBwEEGhM4AXnrNOLL9zg29vpDtFNPqyY+bBiFCd+aaFFwoqeiBkCCCCAAAKLJuCc8xUWnXON7YPAYmOUNITAAAnQVQQQQAABBBBAAIE+EyirU0eqJmos9tkDQ3cQQACBwRag9wgggAACCIy4wEn7O123taXXnBhOrD0elXrHDZn+153D/d7LAor1Q2/rCwktWihooh3p4Z2lPvbAFj2UhEqLr71so7aeTmixdmaJAALNClzxHAsrhq+Bftodoi9nL1ecdmQVFe24ZEs7NvWGFe1y+Bro+VdWDMfM4f4d0ewjRWt9I0BHEEAAgUUUqH8/2rKp3RBYbEqSdhBAAAEEEEAAAQRGSoDBItC0gJ0+c3JNN0t7CCCAAAIIIIAAAggggMBIClx+VMuHFS84LJwKu3lHqbf+S65bH5sbx6Bu3Xsy0dZnG1qMk1S9lRZ9AChOZMuHny700fvO0EPJAZ7ltZdu1LbT1vp1ZggggEBTAhZWfNEFdVjxUN2Uv0LJNGFFCyfasSmKY3+MiuNU7WjvYcU8L1QU1VQWsuOi9dmOkbZkQgABBBBAAIHpBZxzcs5Nf+M8rw3v0uZ5Z+6GwCIJ0CwCCCCAAAIIIIAAAiMpwN9vj+TDzqARGGUBxo4AAggggAACCCyKwLVntPSui1o6fH04qfZf7yj0nptyxfmi7K5vG+0N4di6hXP8UqWKopryXHlRKMtydbJMadqpplR7Cy0++kzpQ4s74hBafM1lG3Tx6YQW+/ZJQMcQGDCB7eeu01RY8TDdmL3chxUtSB3F4WugfUgxSjQRRYq6YUULL84mrGjHwGKGsKLdNmBcg9Rd+ooAAgggMMAC9jvSpiaHQGCxSU3aQgABBBBAAAEE+kaAjiCAwGAJhJNoYT5YPae3CCCAAAIIIIAAAgggsJwC7LtX4MgN0ru3junq08LpryiT3ndTrv/n9qJ3s5Fa7z2xaOszhhbz6UOLUZwoimL5gFC1PtGO9egzhT72wBna0a20+OpLN+jiMwgtjtQTi8EisAgC289br6vOD5UVn3KH6sbsZUrSVHF17LFjkS39sagbVmy3o3Bsqi7b7RZqTLrB605mx7RcWZ6pyAvl1WTHQMKKi/DA0SQCCCCAwNALOOd8hUXnXGNjDe/YGmtuRBpimAgggAACCCCAAAIIIIBAowKhtmKpsGy0aRpDAIH5C3BPBBBAAAEEEEAAgYERuOgwp+u2rtDzN4eTaN9/vNTPfzrXV3fwPstCOvUDaevThhbzQtmsQosWXoz16M7w9dA7kgN906++ZIMuIbToLZghgMDcBa48d72uOm+dv+NTrcP1ldy+Bjr1X1FvYcTJ4HSUyCorWlixXa1HNsVJtV019YYVO1l1TMt8WNEqytqxb69hRb9nZggggAACCCAwnYD9Hq2n6W6fz3UEFuejxn0QQAABBBBAYMECNIAAAgggsKeAk9vzSq5BAAEEEEAAAQQQQGCABeg6Aksh8NqTW3rvxWM6Yb+wt4/eWei3r8/1WERYMYhIdoKxd3260GKW5cqLbnCxk6nT6ShOUllVs97AUDuKZJUWH3um0EfuPUMPxiG0+CpCizUxSwQQmIPAC89brxeeH8KKT7rDdVPnpYqTREl1/KmPPe0oloUTdw0rVtfNIqxYVMe16cKKdly0aQ5dZVMEEEAAAQRGUsA5J+fcPsc+lw0ILM5Fi20RQAABBBBAAAEEEEAAgUUU4FTaIuIOZ9OMCgEEEEAAAQQQQACBkRbYb7XTb5/X0i+d1dLK7hmvf/XNXH/53dH9Cmjt5b/eYI6t7x5aLIvCf23q7pUW7StWe0OLFhyqQ4uPP5vrI/edoQfig/yeLbR46Ra+HtpjMEOgOYGhbemF563TldVkA7Sw4leylypJ0zmFFS1YnVb36WS5Op2pyop5XmhvYUXbJxMCCCCAAAII7FsgvHdo9gxW9+3bvnfOFggggAACCIyWAKNFAAEEEEBgKQXCX6aF+VLul30hgAACCCCAAAKjLsD4EUBgUAXOPNjpuq0tveS4cKrrvmdK/eJnc332p82eSBtUn5n6bScb69tsfffQYpHnM4YWd692NhlafCbTR+87fTK0+MqLN4jQYq3MEgEEZhK46nwLK673Nz/hjtBMYcV2O9ZMlRUtrGjVYKcLK9oxbrrKin6HzBBAAAEERlCAIc9XwDnnKyw65+bbxB73C+/i9riaKxBAAAEEEEAAAQQQQAABBJZOoJSdUgvzpdvrou+JHSCAAAIIIIAAAggggAACiyDw4uOc3rO1pbMODifMvnBvoZ//dK6fPm3vrBZhh0PWpIV46iHZ+t5Ci1meK0071ZTKgkHThRbbUaLHn8n0kXtP1/1RqLRoocXLzqTSYu089EsGiMAcBa46f722n1uHFY/UV7OX+MqKe1Rzbcdqx9XUjjRRrUdRrChOlCSJPyZZWDHtZHtUVrRj20xhRbttjt1lcwQQQAABBEZawH531lNTEAQWm5KkHQQQQGCJBdgdAggggAACCAyXgJ1mc3LDNShGgwACCCCAAAILFqABBBBAAIEpgVXVWa1fPKul3zlvTPutDu+f/vqWQn/29WJqI9ZmJWAnHOsNbT2EFqWy+r8oStWVFjtZJpt6Q4u9gaKJdiSrtGihxSeezfTR+8/Q/fHBvulXbNug5565zq8zQwABBGqBEFYMx4YnnIUVX+zDihaIjpNUFkpsR7GssmJvWLE+9iSTYcVMFlbMslxZnlXHrcJXiLVjGmHFWpslAggMkgB9RaBfBZxzcs412r3qrV2j7dEYAggggAACCCCAAAIIIDAoAn3XT2qB9N1DQocQQAABBBBAAAEEEECgTwSO38/pum1jet3J4dTWY1Gp3/tirn/8MWHF+T5EFuqp72vrYeoNLYbwT5bn6mS56tBiknZUB4ds6YNFkQUXEz3xTMdXWrwvCqHFl29b3w+hxXqYLBFAYJkFXnTBem0/N4QVH9eR+loeKitaWNEqJ/aGFSfsuNIOlRXtWGO32zJOUl9RMe10RFhxmR9Qdo8AAgggMBIC4X1Cs2ewwru6keBjkAggsLQC7A0BBBBAAAEEEEBg9gLhL9PCfPb3YksEEEAAAQSWX4AeIIAAAgggsPgCzzuqpfdsHdPWw8O7pq/vKPXzn871vUebPWm2+CPpvz3Yyce6V7Y+OflKi4XKovQVy7I8UyfLpg0tTgaMLFwUJXryWQstnqbe0OLzzlpb74YlAgiMqMCLL1ivK54TwoqP6Sh9LX+x4iRRkqT+a57tWGJf+2yVFS2sWF+2kKKFFRPbNp17WLE+ro0oO8NGoEEBmkIAgVEVcM75CovOucYICCw2RklDCCCAAAIIIIAAAgg0LEBzIyQQTrKV1QmhERo0Q0UAAQQQQAABBBBAAAEE9inwptNa+qOLWjpyQ9j07+4odN1NuaIsXB6K+TIPwsI8dRdsvazeovpl9R61KIqe0GI+69DiUxOZ/une03Rvt9Liy7Zu0PPPJrRYO7NEYNQEXnzhBr2gDiu6o3RzfpXiJPVhRavSauHEejlTWNG273QyzaWyoh3LRs2a8SKAAAIIINC0gP0+raem2iaw2JQk7QycAB1GAAEEEEAAAQQQQKDfBJxcv3WJ/iCAAAIDL8AAEEAAAQQQQGAwBQ5b7/SHF7b05jPCqSwLKL7/K7n+9vZiMAfU5722E5B1F219ptBiXhS7hBYtQFRXP7PA0UQ7UrtbafFpCy3eY6HFQ3zTL73IQouhupq/ghkCCIyEwEsuXK8XnBMCy4+5o3VzVocVk+p4EcuOIRZWnKqsmMgqLdr1VlnRlnasmWtYcSRwGeQuAlxAAAEEEFgcAeecnHONNh7e5TXaJI0hgAACCCCAAAIIjIgAw0QAgYYFyobbozkEEEAAAQQQQAABBBBAoAGBJW/i/MOcrruopRccHU5j3fFEqbd/OtNXHuRd02I+GBZUrNu39T1Di4WyLFeW5+pUyzTtqNPpyIJEFiiqg0V1aNECRzvbuf7p3tN1T/tg3/RLL1qvy88mtOgxmCEwAgIvvrD6mT8n/Mw/6o7RzdkLlaSp0mqqjxl7hhUj9R5TbPv5hBXtODYCxAwRAQQQQACBRRew36k2Nbmj8E6vyRZpqyEBmkEAAQQQQAABBBBAAIHREQh/mRbmozNqRooAAibAhAACCCCAAAIIINAr8OoTW3rvtjGdfEB4h/Sxu0r91hdyPRr1bsX6Ygn0noi0dQstFkUp+98vq/U8L5Tl2bShRQse1ZUWoziWhRd3TqT6yP1n6Kfd0OJLLrJqayHAtFjjoF0EEFh+gd6fdQsrfj270ocVkySdtrKir7DYjmTHEDuWWGixN6xooUU79hTVMSivJjtGFWUhO07ZaO2yLW3qXbfL/THRCwQQQAABBAZTwDnnKyw65xobAIHFxihpCCxJvPYAABAASURBVAEEEEAAAQT6ToAOIYAAAgMjUFYnf1RNVAsZmIeMjiKAAAIIIIAAAgj0jwA9GQqBjauk33hOS79yTktrxsKQ/o9vFvq/vpOHC8yXTKA36FOv+7Bi9a61KAqVewktWhApihNfHc3CipEPLcba+Wyqj9xnocVD/Dis6toLnkNo0WMwQ2AIBXqrqT7qjlUdVrQQooURLZRoVVh9SDGKZMv6+qg6htixxMKKadpR2unIqrvmRa59hRXtmGXTEJIyJAQQQAABBJZNwH631lNTnZh3YLGpDtAOAggggAACCCCAAAIIIICA5KRqsrn4D4G+EqAzCCCAAAIIIIAAAggstsDpBzq9Z+uYXn5COG117zOlfvmzuT7902Kxd037MwjYCcn6pnrdlvbndrMJLdbBo+lDi4f6pl98wXpd0f2qWH8FMwQQWFaBpnb+0os26Plnh0Dyo+44fT3b7isrWljRwoi2bEeJr6Q4sY+wYifLfFgxy7PJsKIdg6arrGjHqKbGQDsIIIAAAgggMCXgnJNzbuqKBtbCO78GGqIJBBBAAAEEEJizAHdAAAEEEEBgFwHqK+7CwQUEEEAAAQQQQGBYBBgHAgjsReCFx7b03m1jOueQcALs+vtKvf3Tue5+mndIe2Fbkpt6wz+2XlYPiV/2VFq0amcWJOpkuawSWqfTUZyksupoFkwKVdQitaNIFl7c+Wyij9x3un7SDpUWX3Thel1BpcUleTzZCQJLIfCyrRZWXOt39bCO1dezK3YJK4ZjQjwZVoyipDo+hMt2zLBjR11ZsTNDWLGsjkF2PFL1nx2TqoXqpa0zIYAAAgggsIwCQ7lr+z1rU5ODI7DYpCZtIYAAAggggAACCCCAAALzEggn5sJ8Xg2M8J0YOgIIIIAAAggggAACCAyiwFh1hurnt7T0e+e3dMCaMIK//l6hD9/MV0AHjf6Y956YtHULCfmlSvkqZ7P4eugoikMgyX89dCQfWrz3dP2kfagf5IsuWK/t54ZqbP4KZghMK8CV/S7w8q3r9byzQljxEXe8vplv3yOsuHtlRQsy2zFiurBip5PJAtEWjM7zwh9zyurYY8chs7BjkS2ZEEAAAQQQQGBxBZxzvsKic66xHVVvBxtri4YQQAABBIZNgPEggAACCCCAwBIJlH4/9qGrX2GGAAIIIIAAAggspQD7QgABBJZY4Jhx6bqLxvSzp4bTVI9FpX7vi7n+8UfFEveE3c1GoDcUZOsWFiqKUvaVrEVRqKzWLUyU5Zk6e6m02I5iRd3Q4jMTqT5y7+m6u32Y78JV5xNa9BDMEBhQgVdsW6/nnhWCxw/reH29c7mvtmpf/xzFia+o2I7CcjZfA21hxbzId/ka6HKGsKIdlwaUjW4jgAACSy/AHhGYh4D9rq2nedx92ruEd4LT3sSVCCCAAAIIIIAAAggggAACCxWYy/2d3Fw2Z1sEEEAAAQQQQAABBBBAYOAELj3S6b1bx3RJtbTOf/OhUj//6VzfezT8IZddx9R/AnaCsu5VvW7BRQsQ1aFFq4K2t9Biux3vUmnxmYlEH7n3NN0dHe6bttDileeu9+uDOKPPCIyqwMu3bdBlZ4aw4iOtE/SN7HIlaUdJkoiw4qg+Kxg3AggggMAwCTjn5JxrdEgEFhvlpDEEEFhiAXaHAAIIIIAAAggMlQCn54bq4WQwCCCAAALNCdASAggggMCQCLzh1Jbeu21MR42Hk13/7QeF3n1jrigbkgEO+TDqoKINs14vCossliqKopqqZV74r3DdvdJiqLIWd6usVctupcVnLbR4z2m6qx0qLb7w/HW68jxCi2bMhMAgCLxi2wY998zwNdAPuRP0jc7l04YV2+1ITVZWtGOQTYNgRB8RQGBOAmyMAAJ9KGC/c21qsmsEFpvUpC0EEEAAAQQQQAABBAZOgA73h0A4WRfm/dEjeoEAAggggAACCCCAAAIINCVw8Frp9y8Y09u2hNNSFlD8wFdz/efb+Aropoz33U4zW9iJSpustamlVFb/7y20GKqtpZPV1ibaUbUey5bPTsT6p5+eqrvaodLiC8+z0GKo1mb7YUIAgf4UeOXFVlmxOsBX3XvInahv+cqK6R6VFS2s2I5jTVZZjeLq5z+ptqu2TVOlaUedLFOW5cqLXFatNc8L2THFji1WzbXahaaOOfzJr3kwIYAAAgggsFQCzjlfYdE519guwzvDxpqjIQQQ2EWACwgggAACCCCAAAIIzErAPn4NJ3hmtTkbIYAAAgj0lwC9QQABBBBAAIEZBZ5ziNN128Z05THh5NYdT5T6hc9kuukBAiczog3QDRYgqqeiDAGjoih94CjLM3WyPISROh1ZaNEqLbajWHGc+rBiFMfyVdeiVP90z6m6czK0uF5WbXGAKOgqAiMlYGHFS7eEsOLD7kR9s/M8xUkq+xmP4qRbTTXRXMKKdswgrDhST6PBHCy9RgABBEZQoH69b8umhk9gsSlJ2kEAAQQQQAABBBBYFAEaRWBUBOzUnZMbleEyTgQQQAABBBBAAAEEEBgBgVec4PT+i8d02gHhvc4/31Xot76Q65H2noPnmsES6D1ZaetWAc2mOrSYW3W0asp6QotpmvrQYpKkakeRoiiRVVi0QJMPLbYTWaXFH0+ESotXnrteV52/frBg6C0CIyDwqks2qA4r7tCJ+kbned2f7cRXToyiuPoZT2Q/2zNVVoyTJISZs0ydTiY7VuwrrDgCtAwRAQQQQACBvhRwzsk512jfCCw2yjlwjdFhBBBAAAEEEEAAAQQQ6CMB6ov00YNBVxAYLgFGgwACCCCAAAIILKnAupVOv3pOS7/+nDGtXRF2/f/7Zq7/8ztFuMB8KAQsqFgPpF6vQ4t2Oc+LXSothmqLU6HFUIUtkVVctGCThRajKNFH7jlVdWhx+7nrCC3WyCwR6AOBV1+yUZecESor7nAn61vZzGFF+5me6WugLaTY6YYVZ/M10DZ0O67YkmmvAtyIAAIIIIBA4wL2O9imJhsmsNikJm0hgAACCCCAwAgKMGQEEECgCYHwl2lh3kR7tIEAAggggAACCCCAAALNCtDabAVO2d/pPVtbetWJ4RTUvc9Iv/K5TP/yU/5Ea7aGg7Rd74nLet1Ci6Wq/6uVXUKLnUydLJdVWoyTVEmSdKuxJdOGFn/UrbRoocUXXUClxUF6XtDX4RR49SUbdPEZa/zgdugkfTt7rq+sGMdJ92d5qrKihRUtgGyB5CiK/e1J9XMfVz/3adpR2un4yooWVsyr44I/VhSFHTlUHTr8PqaOKWV1Hb9DPAozBBBAAAEElkHAOecrLDrnGtt7eLfYWHMNN0RzCCCAAAIIIIAAAggggMBICIQPXauPX0ditAwSgT0EuAIBBBBAAAEEEEBgKASuOMbpvdtaOu/QcCLr+vtKvf3Tme56aiiGxyBmEKhDRXZzvV4U9g63mspStm5f9ZrZ10N3Q4udTkdxku41tPjRe07VjyaOsGZ1xXPW6cUXElr0GMwQWAaBV19qYcVQWfEhd4q+nT+v+zOcKopj/xXv7ShRb7XUtgUVbYqT6mc9rbZP1PHHgEyZhRSLXBZW9MeIvYQVl2G47BIBBBBAAAEEegTsNX499Vy9oFUCiwvi484IIIAAAgj0vwA9RAABBBAYHAEnNzidpacIIIAAAggggAACfSVAZxBYboG3bGnpDy4Y08Hrwvua//C9Qh++OV/ubrH/JRLoPYFp67ZbH0IqCxWFTaVmF1pMdgk8ffSeU/TDZ0No8QXnrNOLqbRotEwILKmADyuevtbv80Gdom92LlUIHKdqR5Hi2JaxZhtW7HQy1ZUVi6I6NlTHiNJqK4a/552splgfS/yOmSGAAAIIIIDApMBSrzjn5JxrdLcEFhvlpDEEEEAAAQQQQAABBBBAYP4C3c9l598A91wsAdpFAAEEEEAAAQQQQACBGQQ2b3S6bmtLP3dqOOX0WFTq97+Y63/+qJjhHlw9zAJ1wGhqKRXd0GKeF7MILcZq91Rpa7djfezentAilRaH+enTD2OjD7sJvOayjbq4DitaZcXsUiVpx1dMrMOKE+1Icw0rWoCZsOJu2FxEAAEEEECgTwXstb1NTXYvvHtsskXaQgABBBBAYE4CbIwAAggggAACUvjLtDAX/yGAAAIIIIAAAkMowJAQQGAYBbYd0dL7trX03M3hdNO3Hi719s/kuuVR/hxrGB/vuY6pPqlZVk8HCy3a5elDi5lCtbZEUVxN0VRosR1X693Q4g96Ki2+5KL1c+0O2yOAwBwFXnvpRm07bY2/14PuVH27M31YMap+TieiSFGUyMKLUfUzHFU/y0mSVj/biayiYifL/NIqK1pY0R8LZqis6HfIDAEEEEBggAXo+rAJOOfkXJiaGlt4B9lUa7SDAAIIIIAAAggggAACCCAwD4FS1fmbarL5PO7OXRBAAAEEEEAAAQQQQACBJRZ4/SktvX9bS8eMO7/n//cHhd715Vztjr/IbIQFLJhYD79e31toMe10fJBpX6HFf773FP3g2SN905efvU4vHcXQoh89MwQWX+C1l23U1tNDWPEBd5q+3blk2sqKkYUV27MLK2Z5pjzLlVu11b2EFevjxuKPkj0ggAACCCCAwGwE7HdzPc1m+9lsQ2BxNkpsgwACIy3A4BFAAAEEEEAAgaUQsFN8Tm4pdsU+EEAAAQQQQGAaAa5CAAEEEJidwAFrpN89f0y/cGZLrnoLE3WkD3411/99WzG7BthqJATshGY90Hp9ptBiluUKocWO9h1aPFl3PBNCi8/3ocUN9W5YIoBAQwKvu2yDtnYrK1pY8btZCCvGcaJ2FCuO01BJcY5hRausuK+vga6PFw0NhWYQQACBaQW4EgEE5ibgnKve+7m53WkfW7f2cTs3I4AAAggggAACCCCAAAILFeD+sxSgvuIsodgMAQQQQAABBBBAAAEElkXgrIOd3rNtTC86NpysuuOJUr/02VxffoB3M8vygPTfTnfpkQWPbLIrp5ZSURayy77KWl4oyzOF0GKmTmfm0OJEFKndjvXx+07WHd1Ki88/e61etpXQohkzIdCEwOufu0EXnbbWN/WAO13f6VwsCxJbWDGKE0VRvEtY0X4mJ9qR7HbbLklSxUlS/SxXP89ZNXUy2c/4bMKKfqfMEEAAAQQQQKDvBOy1u01NdozAYpOatIXAsgiwUwQQQAABBBBAAIHBFwgn+8J88EfDCBBAAAEEFkOANhFAAAEEEFhegZce39L7t43pjAPDO5eP313ot76Q66E2YcXlfWT6f+/1yc2p5fxCiz4oVYcW7z1Z3+9WWnzeWWv18q3r+x+CHiLQ5wKve95GXXhqCCver9P1nc42/zXQFkasw4pWYTHqVla0sKK/HMWK4kS2XZKmhBX7/HGme4MgQB8RQACB/hJwzvkKi865xjpGYLExShpCAAEEEEAAAQQQGFgBOo7AsguEE3ylwnLZu0MHEEBtG01MAAAQAElEQVQAAQQQQAABBBBAAIGuwJoV0i+d3dJvndvShlXhyr/4Vq5/++0B/Aro0H3myyAwFVYM73vLarH3SouZQrW2xAehLKzYjqr1KFZdafETVmnxmc1+NM89a51evo3QosdghsA8BF7/3I266JQ1/p736XR9N5t9WNF+VgkrejpmCCCAAAIIDKWAvZavp6YGSGCxKUnamVGAGxBAAAEEEEAAAQQQQGB2Ak5udhuyFQIIINCHAnQJAQQQQAABBIZP4MT9na67aEyvPSmcTrr3GelXP5/rUz8ph2+wjGjJBOxkp+1s76HFjq/SZkGoJElmDC1+/L6T9P06tHjmOr1iG18PbbZMCMxF4Gd8ZcU6rHiGbpkhrNiOItnXPzdVWXEufWTb/hKgNwgggAACoyXgnJNzrtFBh3eYjTZJYwgggAACCCCAAAINC9AcAgiMiACn/EbkgWaYCCCAAAIIIIAAAghML9BX115+lNP7to3pwsPDiakv3lfo7Z/OdOeTvHPpqwdqgDpTBxWty/X6bEOLVr2tHcVqtyO196i0aKHFo6xZXXbmWr3yYkKLHoMZArMQsLDiBZOVFbfolmyrkrQj+5mL4kShumn1sxfZz161bFdT9bNo19vtSZJW26c+YNzJMr/M8kxFXqgoymoqVNr/3V8d9c++da133S4zIYAAAggggEB/CtjvbJua7B2BRTXJSVsIIIAAAggggAACCCCAwHwEwgnAMJ/P/bkPAgjsW4AtEEAAAQQQQAABBGYrcM3pLb3rojEdui7c429uzfWhm4twgTkCCxDoPdFZr88mtJikqSwYZQEpC0rtGVo8UbfvDKHFS7cQWlzAQ8RdR0jgZ58/rsmwotuiW7KLlCxBWNF+9m1aPGpaRgABBBBAAIEmBZxzvsKic66xZgksNkZJQwgggAACCIywAENHAAEEEFiggP2tuezvzRfYDndHAAEEEEAAAQQQQGARBWh66AWO2CAfVLTAog320Xapd34p1z/8sFsay65kQmCBAhZUssmamVpKRVmoKArlVpmtmrI8U5blSjsdX7Ut2S20ONGOffW3Cav8Vq1/4r4TdfszR1uzstDiqy6pntD+EjMEENhd4A2Xj+v8k1f7q+91Z+mWzsxhxQmrbFr9jFlY2E9x4gPE9jPZ6WSaS2XF+mfe75gZAggggAACCPSvQE/P7Pd3PfVcvaBVAosL4uPOCCCAAAIIIIAAAggggEAzAvZ3aU6umcZoZSAF6DQCCCCAAAIIIIAAAsspYF/9/N5tY7KvgrZ+fOvhUr/4uVzffYSwonkwNS9gJz2t1aml/B/y7Su0aF9V2+5+Ja2FFtvtWBZatCDVJ+49QbftDKHFS85YK0KLJszUbwLL3Z83Pn+jzjupDiuere91LpixsqKFFaMo8eFg/3NHWHG5Hz72jwACCCCAwJILOOfknGt0vwQWG+WkMQQQQACBPhWgWwgggAACCAyEAKcBB+JhopMIIIAAAggg0L8C9AwBBOYp8NqTWnr/tjEdvymchPrvPyj0ri/nmkjn2SB3Q2CWAlNhxfCOuKwWpcoZKy2maUdW1S1JUkXxVIiqN7T4yftO2CW0+GoqLc7y0WCzURB4w+Ubde7Ja/xQ79FZ+l7nfMXVz5MFgXf5mYoi7SusWFc/tWqoRV5UP7fhZ7esfobtZ9l2svvPuF3HhAACCCCAQAMCNLGEAvb73KYmd0lgsUlN2kIAAQQQQAABBBBAAAEE5iUQTgqG+bwaWII7sQsEEEAAAQQQQAABBBAYNoFNq51+69yWfunsllZUZ4zaHelPvlboP91WiP8QWGqB+iSoBZ1C4Knc4+uhw1fPTh9ajKJYdaVFCy3e2q20ePEZa/XqS/l66Nk/nmw5rAJvvHyjzjupG1Z05+jW7AIfVtwjADxNWDFOEiVJ6gPDnU4mCytmWS7CisP6bGFcCCCAAAIITAk453yFRefc1JULXKvefi6wBe6OAAIIILBwAVpAAAEEEEAAgREXKP347YSMX2GGAAIIIIAAAsMpwKgQQACBPhLYcpDTe7a29NLjw6miOx4v9Sufy/Wl+wkr9tHDNBJdqYOKNth63UKLRVnILudWua2asjxTCEpl2r3SolWHm2jH/mtr69Dip3ylxWOsWV18+lq95jJCix6D2UgKvPEF4zq3G1b8qc7RrZ3zZJUVLYS418qKcVxtl1TTdGHFXFRWFP8hgAAC0wtwLQJDJGCvyeupqWGFd6FNtUY7CCCAAAIIIIAAAggggMAyCQzDbp3cMAyDMSCAAAIIIIAAAggggECfC7zoWKf3Xzymsw4O70E+cXeh37o+146J8MdUfd59ujeEAr0nQG3dhjhdaDEvcllo0Sot9oYW21Gs3UOL7XakT953vG59OoQWt522Vq+9dKM1zYTASAn8nIUVT1ztx2xhxduyvYUVLfib+PBv/XNVBxvtZ2+qsmKuIq+movTB4mpeLf0uqmX4XVL/LIdrmSOAAAIIIIDAoAo45+Sca7T7BBYb5aQxBIZWgIEhgAACCCCAAAIILIFA+Dh3CXbELhBAAAEEEJhegGsRQAABBIZcYGV1VugXzmzpd88f0/iqMNh//a1C/+bbVFUMGsyXW6AOOE0tpd0rLVpo0b6KdvfQolWJmwotJmrHsSy0+Kn7j9f3nj7aD23r6Wv02ssILXoMZiMh8KYXjOs5k2HF56g3rGiBxCiKNdGO1PZfAx37oKJdZ7fFSbeyYpJ2q5t2ZD97mQUVbSpKFUWh8DMaOKd+dvmUK4gwR6BvBegYAgggMGsB+/1u06zvMIsNq7ems9iKTRBAAAEEEEAAAQQQQGCBAtwdgb0JhL9MC/O9bcdtCCCAAAIIIIAAAggggMD8BI7b5PSebWN6/Snh1NA9O6Vf+3yuT/6EsOL8RGe6F9cvVKA+GTq1DKFFC0bleaGimrI888Gp3tCihRWnQouR2u3YhxYtfPUv95+g73UrLW49bY1e99wNC+0m90eg7wXedMVGndMNK95dWljxXNXVEn0gMU58WDGK42oZ+7CihXz9bT1hRatmOlVZMat+BnMV3bBiqer/bjZx6me2e0XfC9FBBBBAAAEEEJiNgHPOV1h0zs1m81ltE96VzmpTNkKgjwXoGgIIIIAAAggggAACAy1Qfbhb9T/MqxX+IYAAAghML8C1CCCAAAIIIDAvgedubul921raeng4wfSl+wv9wmcy/fhJQiXzAuVOiy6we/CprJ6q9p65KArl+VRo0b6i1kKLtkzSVL2hRQtdWWhxIop8EOtffKXFY33fLzp1rV7/XCotegxmQynwpivGdc4Ja/zYftI6V9/PZxdWjHxQMVEdbLSwov2MTVVWrH7+CCt6V2aLLEDzCCCAAAJ9I2CvzeupqU4RWGxKknYQQAABBBBAAIEBF6D7CCCwvAJ22tDJLW8n2DsCCCCAAAIIIIAAAggMncDPndrSdVtbOmJDeL/xn24r9Cdfo6ri0D3QQzwgOzlqw6tDi3a5Di3mRS4LK1r1N1vuO7R4nG55OoQWLzx1jV7/PEKLZss0XAJXb7ew4mo/qLvdubo9fc5kANGCvBbsnWhHqisr+qqK1eV2HMtumzmsSGVFj8oMAQQQQACBERNwzsk51+ioCSw2yjljY9yAAAIIIIAAAggggAACCOxToNznFmyAAAJ9LkD3EEAAAQQQQACBvhE4dJ30Bxe29JYt4VTQo+1Sf/ilXP/9B4QV++ZBoiN7FbBgYr1BvW6hxaIsZJcttJhnuWYKLVowy74O2pa9lRY/80BPaPGUNfoZQos1M8shELCw4tnH12HF8/T9zr7Div7npCesaKHFPSsrElbc7enBRQQQQAABBEZGwF5729TkgMO71CZbpC0EEEAAAQQQQGBRBGgUAQQQGGaB8JdpYT7M42RsCCCAAAIIIIAAAgjsS4DbmxA471Cn924b0xVHh9NA33yo1C9/Nte3H+HPpJrwpY2lE7ATozbZHqeWUh1aLIpSM4UWkyRVFCfyYawoVh1atOWn7z9O3+1WWrzglDX6WUKLRsw04ALXbB9XHVa8y1lY8RxZtUQLIFpw134WrLJiO4o00bafiSj8fMSx7OclSTuyba1aaSfLlGW5sjxXYVP1s1YUhUr7v/urZOpnsnvFgPvRfQQQQAABBBCYXsA55yssOuem32Ae14Z3qvO4I3dBAAEEEEAAAQQQQAABBBBoSiB8sGsf+jbVIu0gMK0AVyKAAAIIIIAAAggMvcCrTmrpA5eM6aT9w8mk//HDUu++MdcznaEfOgMcYoHdg1G9lRaLopxzaNGCW5+5/zh9pxtaPN9Ci88fH2JBhjbsAtdeOa6zupUV73Ln647OVFhxl+BuFKkdJWq3o13CinWwkbDisD9TGB8CCCCAAAJzF7DX4vU093tPfw8Ci9O7cC0CCCCAAAJzFuAOCCCAAAIILFTAyS20Ce6PAAIIIIAAAgggsMgCNI9AvwpsWCX9+nPG9Ktnt7SqOvvT7kgfurnQf7w179cu0y8E5iRgJ0ntDlPLUGmxKAoVRakiL5QXuSxwlXY6StOOkjT1leN2CWy1Y01EIaz1WR9aPN6a1fknr9Ybnr/RrzNDYJAErr1yk848brXv8l3uAn0/PUt1AHGX5371vCes6JmYIYAAAgggMCsBNgoCzjk558KFhubVW9aGWqIZBBBAAAEEEEAAAQQQQACBBQmEOosLamLQ70z/EUAAAQQQQAABBBBAYB4Cpx3g9L5tY3rFCeEk0vcfL/Wrn8/1xfuKebTGXRDof4He0GLpv6K2VJ4Xu4QW7SttZxdaPEbffuo4P+jzTl5DaNFLLPqMHTQk8OYrx3Xmcat8a3f6sOKZStKO4jhR02FF+7mzyXZWL22dCQEEEEAAAQSGW8B+79vU5CgJLDapSVsIIIBAXwvQOQQQQAABBBDoX4FwUjHM+7eX9AwBBBBAAAEEBkGAPiKAwKgJXHms0/svHtPZB4d3FJ/6Sanfvj7Xg8/yJ1Gj9lwYhfH2niit18vqqV6UheyyhRbzLFeWZ77S4mxCi/bVuJ974Fh9++lQadFCi2+8nEqLo/B8GvQxvvmF49rSrax4p7tQP+icNWNYcaId7/I10HWg0ZZWldR+VmyZ5bkKm6xqaVFYHLj62VI1VT9oXTD7WeuuskAAAQQQWFYBdo7A0gg453yFRedcYzsksNgYJQ0hgAACCCCAAAIIIIDA0Ass2gCtHkT14W/1MfCi7YKGEUAAAQQQQAABBBBAYKgEWtXJordtaen3zx/T/mvC0P7Ntwv9xbf4CuigwXxYBSwsZZONb2op1aHF+uuhs1mGFttxCHJ97v5j9K2nQmjx3JPW6I0vGLddMCHQlwI+rHjsat+3H8vCimcqTlJZAHH3yooWVoyiWDbZ8922sW2TansLKdZhxbwoCCt6UWYIIIAAAggg0Ctgr7nrqff6hawTWFyIHvdFAIFGBWgMAQQQQAABBBAYYbkjPwAAEABJREFUZQH7uzQnN8oEjB0BBBBAYEQEGCYCCCCAwMIFjt4ovWdbS284NZzmuWen9Oufz/WJu4uFN04LCAyIgJ00ta5OLRceWvz8AxZaPMGa1bknrtbPXU5o0WMw6yuBt1y1SVu6YcU7WxfpB50tsgCiBRFnH1bsTFYhzbJchBX76iGmMwgMjQADQQCB4RBwzsk51+hgwjvZRpukMQQQQAABBBBAAAEEEFgmAXY74AJTX64z4AOh+wgggAACCCCAAAIIILBoApccGb4C+pIjwgmjL95X6Bc/m+lHT/KOYtHQ+69hetQVmAorhud/WS0WWmnx8w8crW92Ky0+56TVehOVFrvaLPpB4K1XbdIZx6zyXfmRu0h3JGcoSTuaW1gxVafTkVVWtLBiludUVvSizBBAAAEEEEBgOgF7zW3TdLfN9zoCi/OV434jKMCQEUAAAQQQQAABBBBYLIFwojHMF2sftIsAAgggMDsBtkIAAQQQQKB/BX721Jbet21MmzeGdw//922FPnRzIQtp9W+v6RkCiytQnzydWoZKi4V9vW1RqsgLZXmm+qtv07SjJE1lX4e7SzW6dqyJKFK7HekLDxyjbz4VKi2ec+JqvemKjYs7CFpHYBYCb33RJp0+GVbcqh+mcwsrJmn13O/5GmjCirNAZ5MhF2B4CCCAAAKzEXDO+QqLzrnZbD6rbQgszoqJjRBAAAEEEEAAAQQaEaARBBCYQaD015cKS3+BGQIIIIAAAggggAACCCDQFThondPvnd/Sz28Jp3UejaR3fTnX//uDPv0K6G6/WSCwVAJTYcXwvtpCvPYeuw4tlkWpvMj3GlqcaEeKoqQntHi0vvFkN7R4whpdvX18qYbDfhDYQ+BtFlY8uq6saGHF02UBxLlUVrRt6+CuLTMqK+7hzBUIIIAAAgggsKeAvdaupz1vnd814Z3t/O7LvfpMgO4ggAACCCCAAAIIIIDAYAs4ucEeAL1HAIElEWAnCCCAAAIIIDBaAucc4vS+bS298NhwSuebD5X6lc9m+tbDIZg1WhqMFoF9C9jJVNuqDi3a5Twvpq20GCfJZKVFC3O1o3iX0OL1Dx6tbzx1ojWns49frWsILXoLZksr8PMvGtdp3bDiD902/TCde1gxSTqTgV0LK+ZWgdQCi0UpC/aWqv6vfq3Yz0s9ut71+jqWSyvA3hBAAAEEEOgHAeecnHONdiW8u220SRpDAAEEEEAAAQQGVoCOI4AAAssqUH0uvKz7Z+cIIIAAAggggAACCIyIwMAM8+UnOH3g4jGdsn84OfQPPyz07htz7UwHZgh0FIElE7BwlU22w6mlVJSF7PJ0oUULbiVpOhlajKJYe4QWHzhKX+9WWjyrG1ps+HytdZkJgT0E7Hn2thdv0qlHr/a3/dBdrB+lpylJO7KAbRQnsuesVQdtR5Em2rG/3G5Hasex3yZO7PndUadTTVlWLTMRVvSczBBAAAEEEEBglgL2WtqmWW4+q82WMLA4q/6wEQIIIIAAAggggAACCCAwggLh5GOYj+DwGfKQCTAcBBBAAAEEEEAAgYUKrF0p/crZLf3Gc8a0doXU7pT606/l+ptbi4U2zf0RGHqB+mTq1HIqtFgUpezrobM8BLc6WabUwl9J4sNddQBs99DiDQ8era8/GSotToUWeRc/9E+mZRxgyznZ10CfdlT4GugQVjxVFkC0sGJ4jsaysKI9b3vDilH3+WzbhsqKM4QVLcy7oMqKywjErhFAAAEEEEBgyQScc77ConOusX0SWGyMkoYQQAABBBBYAgF2gQACCCAwpALVCZNqZGFerfAPAQQQQAABBBBAYLQFGP1IC5x8gNP7to7p1SeFUzjff7zUr30+1w33U5N9pJ8YDH5OAlNhxfBzU1aL3kqLu4cWZ1dpcfNkaPHM41brmu3jajV3znZO42Pj4RYYqw7/b3vRuE6dDCteoh+lIayYJKmvAmqhxamwYjRZWXGmsGKW5btWVrSwYvWDUf1T/fNiqr3rdpkJAQQQQAABBBZZYACat9cH9dRUd6uXO001RTsIIIAAAggggAACCCCAAALzFbBzHE5uvnfnfnMQYFMEEEAAAQQQQAABBPpV4AVHt/SBbS2de2h4b/Cpn5T67etzPfBsv/aYfiHQvwJ2UtV6N7WcqrSY54UstJgXuf+KXKu0uK/QYhTHuv4BCy2eZM3qzONWhdAiZ1u9Rz/OBrFPY2PSW6/apFO6YcU7ZGHFU3xlxZnCiu12JJt2DSum1XN7qrJilucqbCpKFUX1/C9LVf+qqZxkqn9WJq9gBQEEEEAAAQQQqAScc3LOVWvN/eMldHOWtIQAAgggIGGAAAIIIIAAAgsQmPqIeAGNcFcEEEAAAQQQQGDxBdgDAggsgsCbz2jpDy9s6cC1Tvbe4P/8TqG/+Fa+CHuiSQRGR6AOYE0tQ2jRAlt5XqiopizPZGHFtNNRmnaUpKksGBbFia9a56vYRYn80ocWj9TNT5zoEbcct1rXbh+Xhcz8FcwQWIDAipbT267abyqs6C7RnZ1dw4pRFPvnYrtetiP/PG1Xz02ruhgn4flrz+k6iJsXRfVcz1XUYcXqtwxhxQU8UNwVAQQQGC0BRouA/wOH+vV0UxwEFpuSpB0EEEAAAQQQQAABBBBAYN4C4S/TwnzejXBHBBBAAAEEEEAAAQQQGECBzRud3rN1TG86LZyyuWen9Fufz/XPdxUDOBq6jED/CdQnV6eWsriWiqJQnluQq1CWZ7KvzK1Di3GSyMJfM4UWb3hws25+8mQ/2DOOXa1rrhiXhc38FbOesSECUwIrxpze9uJNOnnzSn/lHe5S3ZnuGVa0oOLk1BNWTJJUIazY8QFcwoqekRkCCCCAAAIINCDgnPMVFp1zDbQWmgjvfsM6cwQQQGD4BRghAggggAACCCDQlwJWPyWcMOnL7tEpBBBAAAEEBk2A/iKAAAIDIrD1cKf3XzymyzaHEz9fvK/QL3021w+eDO8RBmQYdBOBvheYCiuGny1fXc5ii9VKUZQqqynL88nQolWnqystWghssqpdO/bV7aI41g0PHKGvPdETWrxyXBY663sMOth3AitXSG+7alwnHVmHFS/TnenJ3QBiKgso2nPQlpPTjGHFjggr9t1DTIcQQGAxBWgbAQQWXcBeS9dTUzsjsNiUJO0ggAACCCCAAAIIIDAiAgxz8QSc3OI1TssIIIAAAggggAACCCDQVwKvO7mlP75kTEdvDN36z7cV+tDNhYoyBKrCtcwRWD6BYduznWS1MU0tVf28FbLLua+0mCvbLbQYJ4mSbuU6q7jow2I9ocUvPniEvvp4CC2efswqXX3luFau4L29OTPNTmBV9Xx561WbdNLmVf4O33fP1Z3pST6sWD/nesOKE+1I7Wqy66Ke52eSdNTpVFOWVctMeVGoqJ7PFsgtqvXSB3Tln+9+R9XMnvvVgn8IIIAAAggggMBeBZxzcs7tdZu53khgca5ibI/A4grQOgIIIIAAAggggMAIC3BacoQffIaOAAKjJsB4EUAAAQRGWGD/NdLvnj+mXzwrnKJ5JJLefWOu//aDYoRVGDoCSyNQB7SmlpoMLRZFqbIolOWZsixXauGvTqa4GwqL4kR1gKzdDS22o0hf2nGEvvL4SX4AZxy9SldfYaFFf5EZAnsVWL3S6a2+smIIK96u5+qu9ERZVU97rtlzzoKJ7TiWD8tGseyyn6rnpW1j2yZ7CyuWhUUVZVn4+nlvnepdt8tMCCCwaAI0jAACCAy8gL1usKnJgYR3w022SFsIIIAAAggggAACCCyrADtHYBAFwl+mhfkg9p8+I4AAAggggAACCCCAwGwEzjrY6X3bxvSiY8Or/28+VOrXPpfLlrO5P9v0CrCOwPwE6pOtU8sQWiyKQnleqCxKZXsJLVpYzIfH2nE3RBbpyzuO1Fd6Ki1es31cVjlvfj3kXqMgYGHFt1y1SSceWYcVn6e7OzOEFavn2u6VFafCiqlmrKxoYcWyVPWvmqb+TLZ+7o+CM2NEAAEEEEAAgYULOOd8hUXn3MIb67ZAYLELwWKWAmyGAAIIIIAAAggggAACiyBQfXhctRrm1Qr/EEAAgeUWYP8IIIAAAggg0LjAS45r6Y8vbun0A8NJnn/8UeErKz6dTIVIGt8pDSKAwLQCdWBrailfhW7X0GKumSotTh9atEqLp/j9nXb0av/10BZK81cwQ6BHYM0qp7e+aJNOPGKlv/Z293zd3TnBV1ZMklS7VFbshhXtOWdTu1vpc6qyYqbOTF8DXVafNFW/Yurnue2sd90uMyEgCBBAAAEEENiHgL1+qKd9bDrrmwkszpqKDRFAAAEEEEAAgWYEaAUBBBCYTsBVVzq5as4/BBBAAAEEEEAAAQQQGAaBegyrx6RfPLul3z6vpXUrnSY6pT58c66//l5Rb8ISAQSWQcBOutpup5a7hhaLPFdmU5Yr7XTU6WSKk0RJb6AsitVuV5MtI6u0eLhuerwbWjxqla7ePi5Ci6bMVAusXdXSW164SSccHsKKt+n5ujs9vnpupbKqiVa9MwQTq+dV9dyyyop22aYQVow1FVbszBxWtAguYUXxHwIIIIAAAggsXMA5J+fcwhvqaWHYAos9Q2MVAQQQQAABBBBAAAEEEBgsgepz5MHqML1FYPkE2DMCCCCAAAIIIDAQAifsJ71v25hed1I4HfP9x0v9xhcKXX8fr/4H4gGkk0MvMBVWDD+TZbUoVcoqLRZFtbTAok09ocUkTXcJLfogWTdY1o4i3bhjKrR46lGrZF8PvWZVsyd4h/6BGdIBrlvt9JarNuqEbmXF23S5ftIJYcVdgrDxbmHFOFEdVkzSTvX862jGr4EuiuoZXMo/l23Wtayf692Lg7SgrwgggAACCCCwzAL2OsKmJrsR3iE32SJtIYAAAggggMCAC9B9BBBAAIGlFwgnLsJ86ffOHhFAAAEEEEAAAQRGUYAxL7bA8zc7feCSFTr/sPBK/1M/KfXb1+e6/5lysXdN+wggMAeB+uTr1HKq0qKFFsuimKy02MkyWaXFpCe0WFfEi6JEVg2vDi3e+FiotHjKUat8pcU1qzgtO4eHZeg2XbfGySorHn/4Kj+229xUWHG6yopTz6tY9pyK41hJ2lEcp9VzsENlRa/IDAEEEEAAAQRmJ7CwrZxzci5MC2tp6t68Mp6yYA0BBBBAAAEEEEAAAQQQWCaBcMKyVFguUyfYbZMCtIUAAggggAACCCAw0gJXn97Su7eO6ZC18lWu/q/v5PqLb+UjbcLgEehngamwYnhfboXp7D16URTK80IhtJjJwor110Mn+wgt3vTQ4brx8VP9sE/ZvMpXWlxLpUXvMVSzWQxm/ZqWDysed/hKv/Wt7gW6OzlOcZIojhNFNkWxJqJI7bYFFKupHSmqrmtbUDFJfVgxSTrVc7Cj+jmYV8/PIs9VWDXQsqg+VSrln7s283uy30HhOd29yPDRFgkAABAASURBVAIBBBBAAAEEEJizgL1Wrqc533mGOxBYnAGGqxFAAAEE+leAniGAAAIIIDCsAk5uWIfGuBBAAAEEEEAAgTkLcAcEBlHg8PXOBxWvPT2cfvnpzlBV8WN3ERgZxMeTPo+WgJ2EtRHbMkzyAbCiKLqhxVJZninL8snA2D5DizsO05cfO9Wa1cmbV/pKi+tW897fg4zIbMOalt581biOOyyEFb+nF+gnybGy587uYcWortI5GVYMgcbYAovdsKJV+bTn4C5hxeo5OvmcJaw4Is8shokAAggMlwCj6W8B55ycc412MrxjbrRJGkMAAQQQQAABBBBAAAEEEJiPwBKewpxP97gPAggggAACCCCAAAII7EXggsNaev/FLdlXQdtmX7yv0K9+LtcdT/BK3zyYEBgEAQt91f20dct+lSo1n9CifaWvfZXvVx46TF/uVlo8efOqEFpc0+wJ37rP0yy5ahkFNqx1evMLx3XcoVNhxZ+mM4cV292gYtStrBhbdcW0ozhOlabV1On4wOweYcXqOeqfqzbrjteev91VFggggAACCCCAwIIE7HWFTQtqZLc7E1jcDYSLCCCAwMIFaAEBBBBAAAEEEJirQDhREeZzvS/bI4AAAggggMDyCLBXBBBAYErgNSc5ffCSlo7bFF7V/5fbC33o5kJZMbUNawggMBgCvSdjbd0yYKXKydBikRfK8lxW5a7+al6rlpckqeIkkQUVfeCs/mrfKNJXdhymL3VDiycduUrXXDGu9as5TTsYz4j59XLjuvA10Md2Kyveoit0T2fmsOJEO5p67sSJYpuq51SSdKrnWqa6sqI99ya/BtoqK1bPTf8ctVm3q/a87a6yQAABBBBoRIBGEBhtAeecr7DonGsMglfCjVHSEAIIIIAAAggggAACCDQmMHINldXHy+GrpkZu6AwYAQQQQAABBBBAAIEBFhhfJf3WuS398tljalXnbh6JpD+6sdDf30FScYAfVrq+lAJ9uq/ewJetWxbM3rlbpcWiKGWBMQuO1aHFNO3IQotxMnNo8as+tHiaH/GJR67S1VeOa8Oalr/MbLgExte19OYrN+mYbmXFW7Rd96THyD8/4qlQ60QUKYoSWVgxiuJqPVbbqiomid82TTN1Oh1ZMNaea/acK4tC/jlYLcvq0yT/3LSZwn/2fA1rzBFAAAEEEEAAgWYE7PVFPTXTosSr4KYkaQeBARKgqwgggAACCCCAAAL9J+CqLjm5as4/BBBAAAEEmhGgFQQQQACBxRU44yCn9188ppceH061fOOhUr/+uVzfeIiw4uLK0zoCSyNgJ2XrPdm6ZcIsIFYU3cCYVVnMM1mQzKrf+dCiBRbjVFFPKK3dU2nxqzsO1Rcf64YWj1gZQotrwzGk3hfLwRYYX9/Sm1+4ScccukL2XwgrHh0CrT3Pi4koln9utC20GIfnTHW7VVa050+SdpTu9jXQhBVNlAkBBKYT4DoEEEBgMQWcc3LONboLXgE3ykljCCCAAAIIIIAAAiMiwDARWBSBclFapVEEEEAAAQQQQAABBBBoWuCq41r640vGtOWgcNLmH39U6I9uzPVUwqv6pq2XuT12P+ICFlSsCWx9z9BioWz30GKaKklmDi1+7aFDdcNjp/pmTzh8pa7ePq6N68KxxF/JbGAFNm0Y01teOK6jD6nDilfqnvRoxVYxMU58KNECiW1bj2JfUdFXV6wut6NIcRzLqjCmVlkx7ciCsBaIzS0km+ehsmJZWF1F+eeizbpa9vzsrrJAAAEEEEAAAQQaFbDXGTY12SiBxSY1aashAZpBAAEEEEAAAQQQQGDUBJwfcJj7VWYIIIDACAgwRAQQQAABBAZPYEX1ov0XzhzTO85raeNKaSKV/uzrhf76e1RVHLxHkx4jMDuB3pOztm4ZsVKlpiotFtOHFtPUB9Ta3WCar6ZXrVsw7eaHDtMNj53uO+BDi1dYaJHTth5kQGf7rR/Ttds36qiDq18O1Ri+U1pY8ShZWDGpA6ztSKGyYqR2tW7PDQso+mWcKEk7Si2s2OlMhhUzCyraZF9FXhSafA7aE7Haj/2z62zJhED/CtAzBBBAAIFBFnDO+QqLzrnGhsEr38YoaQgBBBBAAAEEEOgjAbqCAAIDJhCqsJTVCY8B6zjdRQABBBBAAAEEEEBgZASO3eT0vovH9PpTwkma2x8v9Zs35PrCvcsYVhwZfQaKwPIK9AbCbN2yYvYeftfQYi6rhmdV8dK046ssJmnqA2sWSIssrNiOZRX1LLT4tR0H6/pHQ2jx+MNX6Zrt4xpfx6nb5X2k57f3/Te0dK2vrBjCit91L9R9namw4uTjHyc+qGjPhfA8iGW3xdX1FlxMko46nY7SarLnkoUVy6JQUYcVq8+N/HPPZt2u2vOxu8oCAQQQQAABBBBYFAF7vVFPTe2AV73zkOQuCCCAAAIIIIAAAggggMBiCDi5xWiWNhFAYJ4C3A0BBBBAAAEEEKgFLtvs9McXt3TR4eE1+6d+Uup3rs91387wx0f1diwRQGB4BewkbT06W7fM2K6hxVwWMKuDZp1O5kOLFkSL4sQH0yyoFkWJDy1GcaybHzpY1z92hm/2uMNW6uorx7VpPadvPciAzA7Y2NK1V27SUQev8D3+jl6oe5PNPqiaJOnk4z5ZWTGKu49/4itwhrBiUj1XOkrTVL1hxaK3siJhRe+7WDPaRQABBBBAAIGZBZxzcs7NvME8buEV7zzQuAsCCCCAAAIILFiABhBAAAEEphHgVOc0KFyFAAIIIIAAAgggMMgCQ9H3N57a0nu2jumw9U4WUPrL7xb6i2/lQzE2BoEAAnMTsKBifQ9bt2NCqVJFXQUvz31o0cKKFjxLeyotRjOEFr/eG1o8dKWuvoLQYm3c78sDNo7pmis3afNkWPEq3ZfuGVZsV499FMWyqd2OfFDRng9xHCtOQljRKitadc468GphRXt+2XOrrJ5jtm7Pudqkd72+jiUCCCCAAAIIILAYAva6w6Z9tD2nmwkszomLjRFAAAEEEEAAAQQQQACBxRBwvtEw96vMEJiFAJsggAACCCCAAAIILKbAIeukP7ywpbduCadSfrqz1O/ckOujdxaLuVvaRgCBPhfoPVlr6z5IpnKP0KIFzyyAZuHFJEllXw9tITX7CmALrbV7vh7aQotfePQMP/JjD1sp+3ro/daP+cvM+lPgwPExXXvluDYfFCorflsWVjyyG0BMQygxilWHFe0xt6+BtueATSGsWD0vul8Dbc8Ve85Ylc7Jr4Eui+qZVaosJXuuqftf73r3KhYIIIAAAggggMCiCTjnfIVF51xj+wjvshtrjoYQQAABBBAYEgGGgQACCCCAwJIKVB8+V/sL82qFfwgggAACCCCAAAJLI8BeEJhB4NxDnT5w8Qq94OhwGuWG+0v92udyff9x6qLPQMbVCIyUQG9gzNb3Flq0Sou7hxYtsGbV9qIo0UQ7VjuK9I2HD9YXHtviHY+xSotXjmu/DeEY5K9k1jcCB463dM32jTpyMqz4It2f7hpWtIDifMOKeV4HFatPiqpfO/YcU/e/3vXuVSwQQAABBBBAYDYCbDNvAXv9UU/zbmS3O/IqdzcQLiKAAAIIIIAAAggggAACyyFgf5fm5JZj14u2TxpGAAEEEEAAAQQQQGAQBV55YksfvGRMJ+wXev+3txf606/l6lBYMYAwRwABL2Anbf1KNbP1+YQWLdQWRfFUaPGhg/T5R7dULUrHHLJCVmlx/wEILfoOj8jsoE1juubKTTryoJV+xN/Wi3V/esQulRXtcbWwol+2o+rxjULFxTjRbCorhudTKf+cspnf065VFrtXsUAAAQQQQAABBBZdwDkn51yj+2k12hqNIYAAAggslQD7QQABBBBAAIEhFCiHcEwMCQEEEEAAAQQWJMCdEUBgCQXWr5J+4zlj+rVzWlpZnT15pC1dd1Ouv7uDpKL4DwEEphWwYFl9g61btqxUqaIoqqla5rkym7Jcu1dajJPEh9gs1NYbWvzmw1OhxaMPWamrt4/rgI3VQaneEctlEzjYworV43HkgSt8H75ZWmXFw2WPZRwnakex7PG0sKI9pjZNtKcJK6YddTrVlGXKqueGPUeK6nlSFGX1vCmqZ1BJWNELM0MAAQRGSoDBItC3AuF1brNnsHh127cPNx1DAAEEEEAAAQQQQACBxRXop9bDX6aFeT/1i74ggAACCCCAAAIIIDAaAqceYF8BPaaXnxBelX/joUK/8YVMX9/R7EmZ0dBklAj0m8Di9sdO4NZ7sPXpQ4shmGahxTTtyMJtcZLKgm5RnMiCbTZNtGO1o0gWWvxct9LiVGhxrN4Ny2UQOGS/MR8ePaIbVvyWXqIHO7tWVrTH0MKKPrTYnqGyYvX4d2wirLgMjyK7RAABBBBAAIH5CDjnfIVF59x87j7tfQgsTsvClQggsGABGkAAAQQQQAABBBCYg0A4CVoqLOdwRzZFAAEEEEBgeQXYOwIIIDAEAtuPcfrgJS2ddVA4+fI/f1Toj24s9GQ8BINjCAggsCQCFlSsd2Tre4YWC1kVPaum18kydTqZekOLdWU+C7xNhhYfOlCfe2SLb/aog1fqmu3jOnAjoUUPssSzQ/ZbsUtY8ZvlS/RAepgscJokqezxs8euDiva+oyVFWcIK/rnTfW5kH/u2Kw7Rru+u8oCAQQQWF4B9o4AAiMrYK9H6qkpBAKLTUnSDgIIIIAAAggggAACDQvQ3OgJOLnRGzQjRgABBBBAAAEEEEBgmQRa1cvvt21p6Z0XjGnTaqeJVPrfvl7oP3yPr4BepodkZHfLwIdDwE7i1iOxdcuclSpVFEU1Vcs83yO0aGG33kqLVpkvhN1iRXGsbz5socUzfbObD16hq68c10HjhBY9yBLNDtl/hQ+LHn7ACr/Hb7mX6sFOCCta6LQOK05EsaYev6h6/BI/xdXjaI9xYkFFm7JMFly1AGvZfW6U1fPET6Vkzx2/o2rWu15d5B8CCCCAAAIIILAsAs45Oeca3TeBxUY5aWyABOgqAggggAACCCCAAAJ9J1B9Lt13faJDCCCAwIAL0H0EEEAAAQSmFThqo9P7trX0hlPDaZLbHy/1W9fn+vy9hBWnBeNKBBCYlUBvwMzW5xxaTJKe0FusEFo8QJ/tVlrcfNAKXb19XAdtIrQ4qwdkgRsduv8KXVt5H3ZA8P6Ge5keSA71lRVj+ypvm6JYFla0oKkFFmdbWXEyrFg9SSafK9V63WW7rl5niQACsxJgIwQQQACBRRKw1yU2Ndl8eCfeZIu0hQACCCCAAAIIIDAiAgwTAQSaEwh/mRbmzbVKSwgggAACCCCAAAIIILCnwMVHOP3xJWPadkQ4RfLJn5T6netz3fsMf0K0p5Zdw4QAAnMR6D2Za+uWQbPqebtWWsx8lb2001Gnk2my0qIF4LqhxRB+i9WOIn3r4QP12UdCpcUjLbR4xbgOJrQilbeiAAAQAElEQVQ4l4dlztsetv+Yr6x4aLW0O3/DvVw7kkP2Glb01Rarx9CWFmicqbJikeeh6mZRhNqK1a8fe67YfmzqXbfLTAgggAACCCCAwHIKOOd8hUXnXGPdCO/GG2uOhhoToCEEEEAAAQQQQAABBBAYIYGy+oBa1VR9Qj1Co2aoCCAgCQQEEEAAAQQQWFKBnzmlpfdfPKYjN0hF9fL7391S6F9/K1/SPrAzBBAYfoHewJmt7xlaLGRfCWxfDWyhxTTtqA642TJKEtUV+9pR0g0tHqDPPHymx/Ohxe2EFj3GIsysoqJ9/fauYcWDFVePi3984sQ/Pr2VFdtRrKi63pa2jW073ddAE1ZchAdsUJqknwgggAACCAyoQHg9W8qWTQ2BwGJTkrSDAAIIIIAAAn0nQIcQQACBQRKwv0tzcoPUZfqKAAIIIIAAAggggEBfCMymEweudXrnBWN6+5nhtMhPny71jhtyfeTHxWzuzjYIIIDAnAV6T+ja+p6hxVxZnslCi50sLJMk9aE3C7xNF1r89iMH6NMPn+X7csSBK3TNleM6ZL8xf5lZMwKHH1C5XjGuQ/db4Rv8unuFdiQhrFg/PhYmnSmsaNskaaok7ahjU/exzayqok1FONlfzauT/qqm0u/HZvY8sSUTAggggAACCCDQTwLOOTnnGu1SeGc+9ya5BwIIIIAAAggggAACCCCAQMMCUx9RN9wwzSEwfwHuiQACCCCAAAIIDLzA2Qc7feDilrYfE06w3HB/qV//fK7bH+cV+MA/uAwAgT4X6A2g2fqeocVCWTe0WFdatGqLVqlvptDidx7ZfzK0aOG6q3vCdX3O0ffdsxDo1dvHdcj+Iax4s16hHfGBk5UVrXri7mHFiXYke7zsNnvMYqvCmKSDGFbs+8eHDiKAAAIIIIDA8giE17HNvn8msLg8jyV7RQABBBBAQBIICCCAAAII1ALhxGmY19exRAABBBBAAAEEEBgOAUaxnAIvO76lP7m0pZP3D6+2//b2Qn/6tVwphRWX82Fh3wiMlICd4K0HbOvThxZz1ZUWLbBoU5yksgBcO45lIbl2O1I7SqopkoUW/+WhUGnx8ANXyEJ2dUXAel8s5yYwGVbsVqy0sOJDyYFK0vA4WCjRHofdKyva49SOYv9Y2bZJ2lHWydSZrrKiyvB/db7fngt1D3vX6+tYIoAAAggggMAgCgxnn51zvsKic66xARJYbIyShhBAAAEEEEAAAQQQQACB+QpUn1RXd7WPrasF/+YiwLYIIIAAAggggAACCEwjsG6F9KvntPSb57a0eszp4bb03pty/d0dJBWn4eIqBBBYZIHeQJqt7xlazJXl1ZTlPujW6WRKLLBYTbacLrT43Uf31788fLbv+WEHjOnqK8d16P5D/PXQfqSLM7Ow4jXbx3XwpuB3s16p2YQVLcRoYUV7jJI0VZJ2Zq6sqFL+ca8+ArLnQD2S3vX6OpYIIIAAAggggEA/CdjrlXpqql8EFpuSpB0EEEBgCAUYEgIIIIAAAggsrYCTW9odsjcEEEAAAQQQQEASCAgMm8BJ+zu9/+IxverEcArkGw8V+u3rM31tRzlsQ2U8CCAwQAJ2krfurq378JpKFUVRTdXSAot5Jqu0mHY6siqLFoSzUNzulRYn2rGvtPjdR/bTpx7qhhb3H5OF7ggt1sqzWx550ErvdlA3rPjD1a/SQ8kBStJU5m7+VlmxHSeTlS4n2pHsegsr2jZxklTbdybDihY4tQBqUT2mRVEqPN5Ty7pndn29zhIBBBBAAIGlEGAfCMxHwDkn59x87jrjfcK79Rlv5gYEEEAAAQQQQAABBBBAAIEFCMzprpw+nRMXGyOAAAIIIIAAAgggsIfA5Ue39MFLxnTOIeFkyv/8UaE/urHQ49Eem3IFAggg0KTArNrqDajZ+p6hxUIWdLPQYifLJkOLcZL68Fw7jn1ozgJ0dWjxlkenQouH7r9C124f12EHrJhVf0Z9oyMPWqFrrhhXHVa8e90rFWl/TRdWbLcj2TQRVY9BnGhvYcXcQqi9YUWV8o+1zbro9vh3V1kggAACCCCAAAJ9LWCvW2xqspOtJhujLQQQQGBpBdgbAggggAACCCAwLALhZGqYD8uYGAcCCCCAAAJNCdAOAgggMDuBN5/R0rsubOmANdKzqfTn38j1H75XzO7ObIUAAggskUDvyV5btwxbqVKFhdyKapnnu4QWrVpfknS0r9DiJ3ecXbUiHbL/Cl8x8PADVyzRiAZzN5sPWqGrt4/rwE3hdPl3V7xKUXmAVqmjJEl8BUUfDI1iWVDRJh9WrC5bdcW6smLayXaprEhYcTCfD/QaAQT6RYB+IIBAPwo45+RcmJrqX3gF1lRrtIMAAggggAACCCCAAAKDJUBv+0Sg9CcVwrxPukQ3EEAAAQQQQAABBBAYEIEjN0jv3TamN50WTnnc/lip37kh0+fuKQdkBHQTgSUQYBd9JWBBxbpDtr7v0KKF6NJpQ4vtKFE7ivS9x/bTvzx8TvX5gtMh+435yoGHU2mxZt5lufngFbr6ynEdND7mr/+qXq0H4/21Y2equx5LZGHEOqxoy+nCilaFca9hxeqRsM95/GNrM78nyR7v7ioLBBBAAAEEEEBgIATs9Us9NdXh8O69qdZoBwEEdhHgAgIIIIAAAggggAACsxVw1YZOrprzDwEEEEBg0AToLwIIIIDA8glcdLjTH188pkuPDK+lP/mTQr9zQ657di5fn9gzAgggMBsBO+lbb2frlmmzgNveKy3uGVq0MF0dWvzuw+P61ENnqyilg/cb07VXjusIKi3WzH551MErfAXKAzeO+ctf0av1SLKfnmknevApm2LZ121bNUVv245k6xZcrCsrWlgxSTszV1a0sGL1GPjH1GZ+T4QVuwwsEBhoATqPAAIIjKKAc07OuUaHTmCxUU4aQwABBBBAAAEEEGhYgOYQGCmB6rPskRovg0UAAQQQQAABBBBAYCECrzu5pQ9eMqajxp0P5/zVdwv962/xFdALMV3G+7JrBEZSwIKK9cBt3bJt8w0tWsguimPd8sj4ZKXFgzaN+XDekQetrHcz0sujD1mpq7eP64DJsOJr9Giyn+IkUZKkakexnyygaGFFCynaui2jOJFVXkzSVMk+wopFUT2K1YNpj2kN3rteX8cSAQQQQAABBBAYBAF7HWNTk30lsNik5sC1RYcRQAABBBBAAAEEEECgPwTCX6aFeX/0iF4ggMAwCTAWBBBAAAEEhktgv9XSO85v6RfPCqc4fvJ0qd/7Yq5/upOw4nA90owGgdEQ6D35a+tlKavPp6IoqqlUkefKbMpydbJMnU7mw3VxkvoAXTuO5QN1UagMGFWXLbT4SV9p0WkytHjwitEAnWGURx28UldfMT4ZVryptLDiJsU9YcUoTnxgcaawot92b2HF6sGzx9C6UC93X7fLTAgsngAtI4AAAggg0LyAc85XWHTONdZ4eDffWHM0hAACCCCAAAIIjJgAw0UAAQQaEajORlTtlNUpiWrBPwQQQAABBBBAAAEEEJhB4MyDnf74khW66thweuOG+0v95hcK3fZYeE09w90WfjUtIIAAAososHu4rawOafYZwfxDi4m+98i4PvXwOSrKlg4cb+maK8a1+aDRDC0efcgKXXvluPbfGH533KTX6rF07mHFtJOpk3aUdjqy4GhuodI8V1FXVKw+1yntsbOZwn+9j224hjkCCCCAAAIIIDBYAvZ6pp6a6nl4VdZUaw23Q3MIIIAAAggggAACCCCAwCgJOLlRGi5jRWBSgBUEEEAAAQQQQGA2Ai8+zulPLhnTqQeErf/29kJ/+rVcSV6GK5gjgAACAyxgJ4Hr7tu6Zd7mGlqcrAzYjmTVAr/3yEZZpcW8dDpwfEzXXDmuzSNWafGYQ1f4ce+3IZwWv7F8rR5LxqetrDjuYl1+WKI3nZSGqpVx+BrourJimqQ+rJhluQgral7/cScEEEAAAQQQGDwB55ycc412PLwya7RJGkMAAQQQQACBPhKgKwgggAACAyTAadYBerDoKgIIIIAAAggg0F8CQ92b1WPSL589pt85b0xrV0gPt6X33ZTr7+4ohnrcDA4BBEZPwIKK9ahtfa6hxShJ1BtabEexbn10oz718HOUly0dsHHMVxo86pCV9W6GennMoSt19RXj2m999YukGumN5ev0eGphxVRJksp8LNhpS3MbyyMdvTbRRpdoVZkqtsBiZVpXVuxkmXYPKxZlYXUV5R8rm1X7sX/2+NmSCQEEEEAAAQQQaFhgyZuz1zU2NbljAotNatIWAggggAACCCCAAAIIIDAvgfCXaWE+rwa406IK0DgCCCCAAAIIIIDAcgkcv5/T+y8e02tOCq+Wv76j1O9cn+ur1XK5+sR+EUAAgcUU6D0ZbOuWgZtLpcU6tGgBPB/Es9DiIxv0yYfOUVa0tP+GMf/10EcdvHIxh7HsbR972Epds31c+1Xjtc7cqNfp8XSj4iRVkiR7hBXN6+GnYilL5KppvJVU2ybaW1jRHhf/+JSSPVa2H5t61+0yEwIIIIAAAgggMMgCzjlfYdE519gwCCw2RklDCCCAAALzEuBOCCCAAAIIIFAJ2Efc1Yfbqj7hri7xDwEEEEAAAQQQGDoBBoTAPASed1RLf3JxS+cdGk6K/M8fFbruplyPRbxungcnd0EAgQES6A282boPxVWfGRRFoaIoVeS5smrqdDJZ1T9bWsXAOEllVQEttBhFsSyEV4cWb3u0G1osx7T/xpavtHj0ISsGSGX2XT3usJW+suKm9eFU+Jf1ej2ehLBiHFculY1VVpxoR8HIlnGiB56MfVjRAosHrEiUpB11qintdLR7ZcXSPx7h95E9RnXvetfr61gigAACCCAwUgIMdugE7PVNPTU1uPAqranWaAcBBBBAAAEEEEAAAQQQQGBeAnYK1snN677cCQEEEEAAAQQQQACBYRO45vSW/uiilg5a5/RsKv2rb+b6D9/jK6CH7XFmPAggMLOAnRSub7V1Cy2GkFwxGVrMi0IWVpwKLXa0t9Di7Y9t0Cd2nK1OMab9NrR0zZXjOubQ4Qot+rDi9nFNhRV/Rk8kG7ousSyoaJMFOSdDnXEiW3+6nWhnNSlP1coz7S2saI+JPT71cvd1u8yEAAIIIIAAAggMg4BzTs65RodCYLFRThpDAIEhFGBICCCAAAIIIIDAkgmEv8tfst2xIwQQQAABBBCYEmANAQT6ROCw9U5/tLUlCyxal257rNTv3pDrsz/l1bJ5MCGAwGgJ7B6G23dosaMk6XTDeYmmq7T4/ces0qKFFldov/VjuuaKcR1z6MqhgLWwooUwx9eFU+BfloUV13uPJKk8LJhYTRNWUbE7TVi1RZuq6+Nq+oubI73tk5H++ceJr145XWVFe1z8Y2Gzrpxd111lgQACCCDQ3wL0DgEE5ihgr3NsmuPd9rp5eLW21024EQEEmGRHmQAAEABJREFUEEAAAQQQQAABBBBYiAD33beA85uEuV9lhgACCCCAAAIIIIDAyAmcf5jTBy8Z0/M2h1MXn/xJ4cOKP91JWHHkngwMeEAF6PZiCPSeHLZ1y8iVKlUURTVVyzzXrpUWOzOGFn1QL4r1/cfr0OJKbdowpmu3j+vYwwY7tHj84av8ODaubfmH4Uv6WT2RhLBiHMfyFRXjJCwrg3Y7koUV4+51toyTRPc+lfrKila1krCip2SGAAIIIIAAAiMu4JzzFRadc41JhFdsjTVHQwggsOQC7BABBBBAAAEEEEBgCATCCdiyOuEwBINhCAgggAACiyFAmwgggMCQC7zmJKcPXTqmY8aloiz1V7cU+tffKoZ81AwPAQQQmJ2ABRXrLW29OkxWnyCUmmto0b722IcW2xZaXK9PPHSW0mKlxte3dM32cVmFwno/g7Q84YiVvv8bupUVv1j+rJ5M1vnKinEcy74C2qYw9ki7hxWTJK22TZSkHcKKg/TA01cEhlWAcSGAAAJ9JhBef5ayZVNdazXVEO0ggAACCCCAAAIIIDCoAvQbgX4RcHL90hX6gQACCCCAAAIIIIDAkgiMr5J+57wx/fLZY/7V8E+eLvXOLxX6px8TVlySB2DEdsJwERhkgd4TxLY+19Bi24J7Uaze0OIdj6/XJ3Z0Q4vrWrp6AEOLJxy+UldfMa4Na8NnKl/SG/RUOn1Y0cZOWHGQfwroOwIIIIAAAggsh4BzTs65RndNYLFRThqbRoCrEEAAAQQQQAABBBBAYJYCoc7iLDdmMwQQQKC/BOgNAggggAACcxY4/UCnD1wyphcfF058XH9fqd+6Ptf3HuWV8ZwxuQMCCIyEgAUV64Ha+lxCi1ZFsB0nPrBowb1QbTDWD54IocXEKi2ua/lKhccfvqreTV8vTzxipa6+0sKK4ZT3F8s36MlkrWKrmGgBTRtvNdlYbcyzDSsesKrQ1sMKX/W3tFqWFXT1b5eqQubf1zh0DoHFE6BlBBBAAIERE7DXPTY1Oezw6q3JFmkLAQQQQAABBBBAoGEBmkMAgeEXCCdow3z4R8sIEUAAAQQQQAABBBC46tiWPnTJmM44MLwK/tvbC3345lxxNso2jB0BBBDYt0DvyWJb90E6lSqKopqqZZ4rr9Y7nUydrJo6HSVJZzLEt9fQYrlKG9e1ZJUWTzhipfr5vxOPWCUfVlwTTnffUP6cnkr3HVb0wcUorkzSyiRRknbUsamyyrJg91fbnd51QUsXHyEfUvTGNuuCmHt3lQUCCCCAAAIIIDD0As45X2HROdfYWMMruMaaG8CG6DICCCCAAAIIIIAAAgggsOwCZXVqofoQ3M+XvTN0AIHhFGBUCCCAAAIIINAXAiuqsxK/eFZL7zi/pfWrpIfb0vu/Uujv7ij6on90AgEEEBgEgd7AnK1bls4+WZhTaDEO1Rat6mC7HeuHT6zXJx88S3GxShvXOv81yycc3p+hxROPXOUrQa5fXf1SkXSDfk5Pp6t9ADGetrJiLAtqxjbmakqsAmMyfVixyHPdv9N+J5XavL5SLavPawxY4T/zDmvM+1aAjiGAAAIIIIBAowL2+qeemmo4vIprqjXaQQABBBBAAIGRFGDQCCCAAAILF7C/S3NyC2+IFhBAAAEEEEAAAQQQWCSBhTZ7zLjTB7aN6XUnh1MTX99R6ndvyPWVBy0YstDWuT8CCCAwWgJ20rgesa1bpq5UKQst5nkhC97tXmkxTTPFFtaLY7WjWFGc+GUdWrzj8bWqQ4sb1rZ8BcMT+6zS4kmbQ1hx3ZrwGcr1VlkxXtUdV+LHZOOaaEeqxzURdderMVtoMd5LWLEoSt1ngcUKdPMGwor1c4wlAggggAACCIyWQO9onXNyzvVeteD18KnAgpuhAQQQQAABBBBAAAEEEEAAgYUKlAttgPsPsgB9RwABBBBAAAEEhlrg0iOd/uTSMV1weDjJ8Q8/KnTdTbkebfMqeKgfeAaHAAKLKmBBxXoHtl5Wh9RS1f/VigXvekOLaaejTjVZaDFJO4qnCS1GUaIfPLFWn9xxlqJilTas6YYWj1ylfvjvpCNX6porxrVudfhdcn35Ju1MV/uvdbbxWFDRpjqsaOOxsGIUhXBmHFtVxdRvv/vXQJuVNysL3fdsBVk5HrUx7MfGbr62bGCiCQQQQAABBBBAYKAE7HWQTU12msBik5q0hQACCCDQpwJ0CwEEEEAAgX4XCB+Ah3m/95X+IYAAAggggAAC/SpAv/pV4OdOa+m928Z06Drp2VT6379Z6G++R1XFfn286BcCCAyWQO/JY1svS6ms/i+KQkVRTlZazLJcdWgxSTo+tBfPFFrsVlqMitVav7qlq68Y10nLHFo8efNKXXPluNZ2w4pf8GHFVeqtGGlVIxcSViwrN/O77dFSH/lxoX/7nfC7ylwH61lBbxFAAAEEEBh2Aca3lALOOV9h0TnX2G5bjbVEQwgggAACCCCAAAIIIIAAAvMUqM4mVPe0D8arRX/+o1cIIIAAAggggAACCMxR4JC10rsuGtNbzginIm57rNQ7vpjrMz8NAZA5NsfmCCCAAAIzCPQG6mzdQnf2GUOxj9Bib9jPKhNa4K/djhRFiX5olRYfPEvtfLXWr3G6eruFFlfO0IPFvfqUzav8/teuavkdfaG8Ws+ku4YVd+//XCsrmpfZ2Q6+/XChv7ql8L+v6uvseiYEEEAAAQQQQGAUBez1UD01Nf7wqq6p1mgHAQQQQGBeAtwJAQQQQAABBBAwASdnCyYEEEAAAQQQGFIBhoXAKAk85xCnP750TJcfFV7jfuLuQr97Q66fPB3+WGeULBgrAgggsBQCdhK53o+tzya0mKbZLhUKe0N/7XasHz6xRp/ccZbaxWqtW+18hcOTNy9taPGUo3YNK36+uFo7kxV79DuKYrXbUTXF2j2saMHMNO2oY1OWyapN5hbmzEMVytJXVqzm1a8os+t1rNdZIoAAAgggMBcBtkVgmAScc3LONTqkVqOt0RgCCCCAAAIIIIAAAgggsDwCQ7HX6nPxoRgHg0AAAQQQQAABBBAYbYFXndjSn146puM3OeVlqX93S6F/822qKo72s4LRI9CYAA3tRWD3sF11CLYonqzSYm7hvDyXBfUssJd2OkrTVEnS2SX8Z1UWJ9qRQgAw1o+eWKNPPHCWJvLVsgqHV18xrlM2r9pLL5q76dSjVuma7eNasyqcIP9ccbWeSVcoSas+x7GsrxaytL5any1k2a6ut8t2fRwnfmwdP9aOOnuEFQvvY27eymbd7tt13VUWCCCAAAIIIIDASAvY6yKbmkQgsNikJm0hMLQCDAwBBBBAAAEEEEBgcQXCB+9hvrh7onUEEEAAAQRmFuAWBBBAYGEC61c6/ea5Lf3qOS2NVWcfrJriH36p0Ed+TFhxYbLcGwEEEJi9QO/JZFu3DF5psbxqZffQogX4LMzXG1q0oJ9NFgC04J+FAH/85NpuaHGN1q5u+a9ntsqHs+/V3Le0sKJ9DfXq6neL3ftzxTV6ds5hxUQ2vjTdPayY+xBnURaaNKp8bD822XW2ZEIAAQSGV4CRIYAAArMXcM75CovOudnfaR9bVh8Z7GMLbkYAAQQQQAABBBBAAIGFC9ACAnsVsFMHstMHe92KGxFAAAEEEEAAAQQQ6FeBU/Z3+uOLW3rZ8eG0w/X3lfrt63Pd8ih1xPv1MaNfiyRAswj0gUBv4M7WLYtnnzzYelGUKnoqLc4utBjpzqfW6hMPnqWJYq2veGiVDy1UuBjDPfXo1brmynFNhRWv1bPpmK+WGMex2nEiC1VaoNKClRaqbFfX22W7Pq5uT9JUnU6m6cOKlYEPK0rexmbdgZiRrV50uNOfXTamv3nhCrvIhAACCCCAAAIIjKyAvT6qp6YQwicHTbVGOwgskwC7RQABBBBAAAEEEEBg0AXs79Kc3KAPg/4jgAACiypA4wgggAAC/Smw/RinD102pjMPDq9n/8vthT58c64o68/+0isEEEBgFATspHI9Tlu3TF6pMlQWnCm0mHYmQ4EW/LMpBAIjtduR7nwyfD30s/laHya8+spxnXZ0s18Pbe1de8W4Vq0Iv1M+V1pYseX7lSRpCCtGsf/K6tC3uLou9petvxZWjKvtLKhokwUy7Suw7auwLahpgc2ycjAP8zEbW9rUu37YeqdzD3U6Zlxau8JuZUIAgaUUYF8IIIAAAv0j4JyTc67RDhFYbJSTxhBAAAEEEEAAgYEVoOMIINAHAtSe6YMHgS4ggAACCCCAAAIIzFrATle8/cyW3nnBmMZXSQ+1S33gq7n+/g6+AnrWiEu/IXtEAIEREugN4Nm6hfQsrFcUhYrpQotpR0k1WeDPgn8WALSp3Q0IhtDian3iwTP1bL5Oq1c4Xb3dQourG1E9/ZhVvr2VK0Nzny3frGeTlu9TCCt2g4lVf/YWVux0OjNWVrTxm4XtoV7uvm6X79059SnNUeP2G8+uZUIAAQQQQAABBEZPwF4z2dTkyAksNqk5Y1vcgAACCCCAAAIIIIAAAgjsTSB88B3me9uO2xBAoL8F6B0CCCCAAAKjI2DhjQ9cMqafOSWcZvj6jlK/d32umx6YCniMjgYjRQABBPpXoPfksq2X1WHaQntFUSjPiz2/HjqtQ4uJekOLISAYKi3e9eQaffzBLXomX+crIdrXQ1vYcCEKZ3TDinVlxc8Ub9ZE4nxY0fox+ZXPdVixWk5eF4e+WtBy+rBiNc6itLqKmjQwiG6H7bru6uTi/mcqqO6lozbwiU2XgsWkACsIIIAAAgiMjoBzzldYdM41NujwSUJjzdEQAggggAACCCCwSAI0iwACCAy1QPgQ3D46H+phMjgEEEAAAQQQQACBoRDYdkRLH7ykpa2Hh5MV//DDQtfdlOuRqIHh0QQCCCCAQOMCvYE8W7esnn0GYdNcQotWadGqLNp01xOh0uIz+XqtXCFfGdFCh/PpvN3PKjWuHAu/Vz5XvkVRJ1RW7A0r2n59cNLCitUUVZP1ybaZLqyY5bkKC2UWxZzCijaGR6vfaVEmpYW0eqy0q5gQQAABBBBAAIGRFAivH6tXjvYisiEBH1hsqC2aQQABBBBAAAEEEEAAAQQQWICAk1vAvbkrAvsWYAsEEEAAAQQQQGChAm84taUPXNzSEeudnulI/+qbuf7m1mKhzXJ/BBBAAIFFFrATzfUubN3ON4dlOVlp0QJ+WZark2XqzFRp0UKC7UgWFrzriVX6+ANbtDNbJwsbWujQwof1fmaz3HLsal195bhWdMOKnyneomcTyb6K2vZRV1G0sKKFE+vJ31b1xb4qeqawYlkUskqSpcUVqwFX/3yFxbpfNv56fbrlr30+18v+V6ZP/mTwAovTjYfrEEAAAQQQQACB+Qg45+Scm89dZ7wPgcUZabgBAQQQQACBOQmwMQIIIIAAAgsW4OPvBRPSAAIIIIAAAgggsNgCI9v+gWulP/OldT8AABAASURBVLiwpbdtCacVbnus1Du/mOmzP+VV7Mg+KRg4AggMnEBvQM/WfYDPwnzVVBSlLOC3t9CihQWtmqEtLUBoocG7n1ylT+w4U09n63zo0MKHZxy7elY2tt3VV4xrRSucAP9M8Va1U8kCiLafKEl8MNL25fcZxbKl7deW+w4rVmOqxjY5Vhtwt2d2XXd1xsX9z/A7bkYcbkAAAQQQQGD4BRhhV8BeN9nUvdjIInyy0EhTNIIAAggggAACCCCAAAIIIDA/gfDBfJjPr4XhuBejQAABBBBAAAEEEOhHgbMOdvrgxWO64uhwSuETdxf63Rty3fVUP/aWPiGAAAII7E2g92SzrVuGz5ZFadUISx9azItC01VatICgBQWt+qEtLUho4cG7u5UWn87W+/DhNdvHteW4vYUW5W+/ttpubCz0NoQVy2nDihPtyAcVbZ+2P1taXyzY2Ol0lKYdXxXS+myBSwte+gDmAsKKoVfMEUAAAQQQQAABBJxzvsKic64xjPDpQmPN0RACCCCAQN8K0DEEEEAAAQQQ6GOBsvoIXdXEX+738YNE1xBAAAEEEBgMAXqJQMMCLz/B6U8vG9OJ+zvlhfTvbin0b75drTS8H5pDAAEEEFg6AQso1nuz9d1Di0WeV8f8Yq+hRQsNTljFw3bkqyD+9KnV+vgDZ+qpznqNVWegrXLimceuqnezy/LM41bJQo2taju74V/yt2oiKWRByN0rK1pY0a63/e0eVkzTdJqwYinCiqbKhAACCCAw9AIMEIElEgivF0vZsqlddl8GNtUc7SCAAAIIIIAAAggggAACwyuwmCOzv0tzcou5C9pGAAEEEEAAAQQQQGDWAmtXSL9+zph+4zljWlWdSbj76VJ/+OVcH/kxYUXxHwIIDL3AKAyw94SzrfeGFvO80EyhxSiOZdUNozjxQcU6tGjVFn/61Ep9/MEz9VTWDS1eOS4LJ/Z6nnncal29fVyt7kcgn8zeqnaaK0lTWVixXbXvg4ntSPsKK3Y6WaismOfKqqksShVF4f8gtHdM9f7tunp9tssNq6RjxqXxajnb+7AdAggggAACCCAwTALOOTnnGh1S9TFDo+3RGAIIIDBfAe6HAAIIIIAAAgiMvAD1FUf+KQAAAgggMAoCjBEBBAZA4KT9nf74kjG94sRwQuL6+0r97g25bnmUV6wD8PDRRQQQQGDWAr0BPluvQ4ulSuXd0GKW57KvWu5kmTppR0k1RXHsw4XRNKHFeyy0+MCZerqzXq3qxLZVUjzr+NW+T7a0y3a9XfGx5Fq1k2yqrSSEIC38ONGOfcVFq6xol21pQUn7GuhdKit2+7cYYcWV1Zn0//WKFfqbF67QczdXF6zTTAgggAACsxVgOwQQGBKB8Dqx2c8DeGU1JE8OhoEAAggggAACCCCAgITB4AqEE8FhPrijoOcIIIAAAggggAACgy9w+dEtfejSMZ19cHh1+l9uK/Thm3O1O4M/NkaAwPAIMBIEmhOwE9B1a7a+e2ixLAr1hhazTqa0muIkmQoaRrHacSILFk5MtHXPkyv00fu36OnOBl+N5+orxnX28atlSxd+vegfJ95U3SfzVRrbUbiv3d8mCyu2o1Bh0S5bMDJJUtVhxd7KinleyPpolRWLslqvzqXXY+gdV70+l2WnkB5qVw1WdzpqvJrxDwEEEEAAAQQQGEEB55x/Teeca2z0BBYbo6ShoRdggAgggAACCCCAAAIILJpA+PC7VFgu2m5oGAEEEEBg3wJsgQACCIywwFu3tPSuC1vab3UIaHzgq7n+/gfFCIswdAQQQGA0BCyoWI/U1uvAn31OUQcCs24lw7rS4nShRft66ChK9KwPLY7pn+47XU/50KL810DX57j//omf0UQ7kYUS21HsQ4sT7VjtavLLKFJ9vYUV7auiLazY6XRUhxVzC1Jmuf/q6qKwnlZT9bFK6H+10h2QXe6uzmtx/85wt6M2NHeCPrTIHAEEll2ADiCAAAIIzErAXk/V06zuMIuNCCzOAolNEEAAAQQQQAABBJoRoBUEENi7gJPb+wbcigACCCCAAAIIIIDAIggcuUF638VjeuOp4ZTBzTtK/f4NuW56YCrwsQi7pckhFmBoCCAweAJ2Erruta3PFFqsA4OdtLNLpcU6YDgRRbKQoQUP73liTP/zp6fqiWR93bT+5oFX6FkfTIxk1RMn2pEPONr6s+22LMRo10UWZIxDFcfE9pWmSqulBSbr8GRZlJoKK4bfWdb3eme96/V1c13e92xodzMVFudKx/YIIIAAAgggMCQCzjk55xodTfj0odEmaWyZBNgtAggggAACCCCAAAIIDLhA+Ah8wAdB9xFAYLEFaB8BBBBAAIFGBS463OmDl4zpkiPCyYd/+GGh99yU6+F2o7uhMQQQQACBARDoDfjZ+nShxbqyoQUHLbRoYcI4SZQkqQ8qWtDQAoc+eBhFuueJlv7h7pP1eLJe/8cPrtCzE5Hsdpv8+kTbX/ZhxW6Q0dqw0GNdWTGdMaxYqLT/q45W/2R9rpl71+vr5rO89dFSX7yv0FcemM+9uQ8CCxLgzggggAACCPSFgL2usqnJzhBYbFKTthBAAAEEEEBgwAXoPgIIILBcAuHkcJgvVx/YLwIIIIAAAggggMCoCbz+lJYPK27e6PRMKv2rb+T6m1tH4SugR+2RZrwIIIDA7AV6T0bbeh0EtGBgnhcqi0JZnssqLaadjurQYh0wtEqLVi3RKixOWDhxoq2fPO709z86Xs8+266mie7UDkHF7jbtybBi4oOPdVixU+0jnbayYtWXRQ4rmtqND5T60M2F/v0tuV1kQgABBBBAAAEERk7AOecrLDrnGhv70gUWG+syDSGAAAIIIIAAAggggAACwyZQVh+xq5qosThsj+xIjodBI4AAAggggEDfC+y32un3zx/TL5wZThHc+lipP/hSps/ew+vRvn/w6CACCCCwBAIWVKx3Y+vThRZ3r7SYpqnipJriRJOhxYm2nm1bRcW2fvJoqWeqy/Vk1z/77EQILfptoup+NsWaKayYdwOTRVGoKKupqD5PqX51WR97+1uvs1xkAZpHAAEEEEAAgZEQsNda9dTUgMOnEU21RjsIIIAAAgggsKgCNI4AAgggMLwC9ndpTm54B8jIEEAAAQQQQAABBGYtsJgbnnmQ0wcvbenKY8Nrz0/cXegdN+S686nF3CttI4AAAggMmoCdlK77bOu7hxaLPNcuocVOpqnQYiofWrTwooURJyIfVrSAYqiy2A5VFv1tbVlFRtveBxWr+1jw0dpKeyorFkUp26ctS/uTzzL0zvoW1qTe9fo6lggggAACCCCAQD8LDELfnHNyzjXaVQKLjXLSGAIIIIAAAggggAACCCAwf4HuZ+3zb4B7zkaAbRBAAAEEEEAAgZEVeOnxLX3o0jGdsr9TXkj/7ruF/s23q5WRFWHgCCCAAAJ7E+gNANp6b2jRgoMWIOwNLVrAMPWVFhPFSaIoimVBxIkokv96aAso9k4T1fV+m7Ctfa10Ut0/TTtKO5k6We6/ftoqK9q+bJ8hrBg+QbE+1f3vXe9exwIBBBBAAAEEEECgAQF7nWVTA01NNkFgcZKCFQQQQACBhQvQAgIIIIAAAgjMTyD8ZVqYz68F7oUAAggggAACCCydAHsaNIFV1ZmAXzmnpd86t6U1K6S7ny71rhszfeROwoqD9ljSXwQQQGCpBXpPTtv6jKHFPPcBQx807GSyKokWQIyiRO12rIluUPHZibbqqR1F1W2RojiupkSJBRVt6nTUqdrI8kx5Xqi06orVVPrKitW8lKwvtUXven1dk8uLj3D6vfNb+o3nVL9Qm2yYthBAAAEEEOh7ATqIgHx1ReecX6qh/3hV1RAkzSCAAAIIIIAAAggggAAC8xeoPmmv7lx95C5VS/4hgAACCCCAAAIIINCUwPGbnD546ZhefWI4HfCF+0q944u5vvtIU3ugHQQQQACBeQkM0J16A4G2vmdosVDmqyFmPmiYdjpKk1SJVVnshhEtlGjBxSiKfeXFyIKMth4niuNUvqpidR+7bx1WLCbDioVFFX1Isd53zWf9qdcXa3nsuNMLj23pRceF36WLtR/aRQABBBBAAAEE+lHAXm/VU1P941VVU5K0gwACAyFAJxFAAAEEEEAAgX4WcHL93D36hgACCCCAwMAI0FEEEAgCz9/s9KFLx/ScQ8LrzP9yW6E/uznXRBpuZ44AAggggMBsBewkdb2trVtwsChKFWWhoijkqyDmhTKrtNjJ1MkyWbVFCyImiYUXU0VJonYU+8nW6+st2JikabV9RxZ8zKv2LKxYWPu27vdRyvZp++7tR72+mMv7ng1/aLqyOrN+8LrwO3Ux90fbCCCAAAKzF2BLBBBYfAHnnJxzje6oelnVaHs0hgACCCCAAAIIIIAAAsMtwOgWUSB8/L2IO6BpBBBAAAEEEEAAgZERuPaMlt69dUwHrpUemij1ga/k+vsf8BXQI/MEYKAILFyAFhDYQ2C6sKCFCC20mOe58rxQUS2zavKBxbTjQ4gWRkxsvRtctKCiVWCM7XI3qBiqKuay+1obFla0Nq1t24d1Zrr92/WLPd23c2oPR26YWmcNAQQQQAABBBAYBQF7DWZTk2MlsNikJm0hsGABGkAAAQQQQAABBBAYTYHwl2lhPpoCjBoBBBAYLQFGiwACCCyewGHrnN6zdUxXnxY+/r95R6l3fqnQTQ/y5zGLp07LCCCAwOgI9J6srtctUFiq9JUWLWjoA4d5IauUaMFFCyNapUVfcbGTqV7a9TZZSNGmPMt94NG3URRVi6Wvqmi69b52X7fLiz090K2waPs5eqPNmRBAAIHZCrAdAgggMPgCzjlfYdE519hgwicWjTVHQwgggAACCCCAAAIILLMAu0dgIAWqD+Crfod5tcI/BBBAAAEEEEAAAQTmIXD+YU5/cllLl20OJxH+xw9Lveem3FdYnEdz3AWB/hagdwggsGwCu4cH7fJkaLEsZIHD3AKLWaaiWmbdiosWXszyTDbZuk1ZdduuQcVSvqqixRVLKbRdrXRHa5e7q0u26BTSr34+1899ItfH7prqy5J1gB0hgAACCCCAAALLKGCvv+qpqW4QWGxKckTaYZgIIIAAAggggAACCCCwOAJ2StnJLU7jtIoAAgjMUYDNEUAAAQQGT+B1J7X0p5eO6eiNTs+k0r/6Rq7/eGs+eAOhxwgggAACAyGw+0nrcNkChvKBQwsd1sFFCy1a1cU8y5RneXfKZNf524pStq2/Tzfw6AOQNqs0QtulDy9WF5fl351PlnosIqy4LPjsdFEFaBwBBBBAAIF9CTjn5Jzb12Zzup3A4py42BgBBBBAAAEEEFiwAA0ggAACMwrwsfeMNNyAAAIIIIAAAgggMIPAxpXS754/pl88O3zcf+tjpf7wy7k+ew+vLmcgW6qr2Q8CCCAwEgIWJqwHauthkg8X1gFXgOnkAAAQAElEQVTEPM9DILEoleeFn3xAsbpcFIXq7er7Wnu2bksmBBBAAAEEEEAAgeUVsNdlNjXZi/AJRpMtLmtb7BwBBBBAAAEEEEAAAQQQGESB8JdpYT6I/afPCCy1APtDAAEEEEAAARM4/UCnP7lsTC86NryS/Pjdhd5xQ64fP0lY0XyYEEAAAQSWRqD3BLath8lCi1JRlPblzqpDiXsuS/ltql9dYVn6sGPdc2urXmc5igKMGQEEEEAAAQSWW8A55yssOuca6wqBxcYoaQgBBBBAAIEhEWAYCCCAAALLIFB9Kl/ttfpIvprzDwEEEEAAAQQQQACBfQtYSNG+Avq0A5yyQvrL7xb6t9+uVvZ917AFcwQQQAABBBoU2D1YaJenJqmsPvqYbrIu1NvZej1Nd11923ItrarxcZucNqxarh6wXwQQQAABBBBAYB4CC7xL/brMlgtsavLuBBYnKVhBAAEEEEAAAQQQQAABBJZXwMktbwfYe2MCNIQAAggggAACCCyWwJhz+qWzW/rd88e0bqV091Ol3v3lXB+9k7DiYpnTLgIIIIDA7ATsJHY99d6jvm6mZb1t7+31df2y3G+10z++coX++soxXXDo1Oc3/dI/+oEAAggggAACCCyWgHNOzrlGmyew2CgnjSGAAAIILIEAu0AAAQQQQGBoBcqhHRkDQwABBBBAAAEE5izAHaYROGZc+uAlLb32pPDR/vX3lfq9L+X67qO8kpyGi6sQQAABBJZRoDd82Lted6n3unq9vq0fl08lpaIs9Oyo8WZP2IdWmSOAAAIIIDCyAgy8zwUW47Va+FSjzwdO9xBAAAEEEEAAAQQQQACB4RYIH3SH+VKMlH0ggAACCCCAAAIIDJrAZZudPnTZCp1/WHjV+J9vK/Thm3M9mw7aSOgvAggggMDSCfTfnhbjhPdSjfKnO8MfCGzeGH4XL9V+2Q8CCCCAAAIIILCcAs45X2HROddYNwgsNkZJQwgggEBXgAUCCCCAAAIIIDBngVL2kXeYz/nO3AEBBBBAAAEElkOAfSKwhAJXn9bSe7aO6ZC10o6JUh/4Sq7/9oNiCXvArhBAAAEEEEDgvm5g8egNWCCAAAIIjJQAg0VgxAXqPzixZVMUBBabkqQdBBBAAAEEEEAAAQQQaExgFBuyv0tzcqM4dMaMAAIIIIAAAgggMIPAweuc3r11TNeeET7Kv/mhUu/6UqGbHrQ/d5nhTlyNAAIIDJAAXUVgkAS+/Yh0w/2lvrqD38OD9LjRVwQQQAABBBBYmIBzTs65hTWy273Dpxy7XclFBBAYagEGhwACCCCAAAIIINCnAnzc3acPDN1CAAEEBlOAXiOAwIALnHuo04cuaen5m8NJgf/xw1LvuTHXgxO8ahzwh5buI4AAAggMqMAX7i30p1/L9be3U+V4QB9Cuo3AsAowLgQQQGBRBayyok1N7oTAYpOatIUAAggggAACCCAwIgIME4GmBcJJ6DBvum3aQwABBBBAAAEEEBg0gVef2NKfXjqmYzc57UylP/9Grv94az5ow6C/CAyBAENAAAEEEEAAAQQQQAABBEZbwDnnKyw65xqDILDYGCUNNSZAQwgggAACCCCAAAIIjJxAqJJTKixHbvgMGAEERlOAUSOAAAII7CGwbqX02+e19CvntNSqzgPc+mipd3851+fu4XXiHlhcgQACCCCAAAIIIDAYAvQSAQQQQGCgBay6Yj01NRACi01J0g4CCCCAAAIIINBHAnQFAQQGU8DJDWbH6TUCCCCAAAIIIIDAggVO2d/pTy4Z00uOCx/bf/zuQr/3pVw/epKw4oJxh7gBhoYAAggggAACCCCAAAIIIIDAYgo45+Sca3QX4ZOPRpsc+sYYIAIIIIAAAggggAACCCCwKAKcil4UVhpFYL4C3A8BBBBAAIElE7jyWKcPP3dMWw5yygrpL79b6N9+u1DJC8QlewzYEQIIIIAAArMRuPwop3deMKZfOovT7LPxGpBt6CYCCCCAAAII7EWg6eqKtiteSZkCEwIIIIAAAggssQC7QwABBBDYVSD8ZVqY73oLlxBAAAEEEEAAAQSGW+AXzmzp988f04aV0l1PSe/6cq6P3lkMyaAZBgIIIIAAAsMlcOJ+TtuPcXr+UZxmH65HltEggAACCCCAwEwCzjlfYdE5N9MmkuZ2E6+k5ubF1ggggAACCCCAAAIIIIDAIgiUsuI5Yb4IzdPkcAowKgQQQAABBBAYaIGjNjp98JIxvf6U8DH99fcWeueXMt3yqL0yHOih0XkEEEAAAQSGVuDeZ8PQDlwrrV0R1hd9zg4QQAABBBBAAIFlFKgrLNqyqW6ET0Kaao12EEAAAQQQGBIBhoEAAggggMBSC9jfpTm5pd4t+0MAAQQQQAABBEZaYLkGf8kRTh+6tKWLDg+v//7zbYU+/PVCz6TL1SP2iwACCCCAAAKzEbj/mak/LDhqPPwen8392AYBBBBAAAEElleAvc9fwDkn59z8G5jmngQWp0HhKgQQQAABBBBAAAEEEEBgOQSmPvJejr03vk8aRAABBBBAAAEEEJhG4I2ntvS+i8d02HqnHROl3v+VXP/tB8U0W3IVAggggAACAyEwUp28+6mpT2+O2tDsifuRgmSwCCCAAAIIIDAwAlZZ0aYmO0xgsUlN2kIAAQSWTIAdIYAAAggggMBwCYQPuMN8uEbGaBBAAAEEEEBgIQLcd5gEDlgjveuilt66JXws/7Udpd795VxfeXAq+DBM42UsCCCAAAIIDKNAlEm/9vlcb/xEps/fyx8cDONjzJgQQACB5RFgrwj0r4BzzldYdM411snwyUhjzdEQAggggAACCCCAAAIIIDAgAn3VzXCSulRY9lXX6AwCCCCAAAIIIIDAggXOPti+AnqFLj8qfCT/P35Y6r035Xrg2QU3TQMIIIAAAvsS4HYEGhb48ZOlHo8abpTmEEAAAQQQQACBPhWw6or11FQXw6cjTbVGOwgggEBXgAUCCCCAAAIIIIDA3AWc3NzvxD0QQAABBBBYRgF2jQAC+xZ45Yktffi5YzphP2lnKv35N3L9x1vzfd+RLRBAAAEEEEAAAQQQQACBPhGgGwggMLoCzjk55xoFILDYKCeNIYAAAggggAACCCDQmAANjaAA9RVH8EFnyAgggAACCCAwtAJrxqTfeE5Lv3ZOSyuqz/W/92ipd3051+fu4VWf+A8BBHoFWEcAAQQQQAABBBBAAAEE+lag6eqKNlACi6bANIICDBkBBBBAAAEEEEAAgX4SqM5gV90J82qFfwgggAACDQnQDAIIILA8Aifu7/Qnl47p5SeEj+A/flehd34pl32F5PL0iL0igAACCCCAQNMCB6+V1q5oulXaQwCB+QlwLwQQQACBxRJwzvkKi865xnYRPi1prDkaQgABBBBAAAEEEBgZAQaKAAINCpSyOjth3mCzNIUAAggggAACCCCw5AJXHN3Shy9t6ayDnbLqRd5ffrfQv/1OoaJaX/LOsEMEmhCgDQQQQACBXQQOW+f0Dy8f09+9dIW2HMTp9l1wuIAAAggggAACQydQV1i0ZVOD4xVUU5INt0NzCCCAAAIIIIAAAgggMFoC9ndpTm60Bs1oEUBAECCAAAIIDJfA27a09AcXtrRptdNdT0nv+lKuj95ZDNcgGQ0CCCCAAAIjLvB4XPrf9cZwzEabMyGwbwG2QAABBBBAYFAFnHNyzjXafQKLjXLSGAIIIIAAAgj0kQBdQQABBAZOgKI7A/eQ0WEEEEAAAQQQQMALHLHe6QMXt/SGU8NH7l+4t9AffinXLY/yCs8DLe6M1hFAAAEEEFhSgU4hPdQOv+M3jy/prtkZAggggAACCCCw5AJWWdGmJnccPj2Zc4vcAQEEEEAAAQQQQAABBBBAoDmB8JdpYd5cq7SEwMIFaAEBBBBAAAEE9iWw9XCnD102pm1HhI/b//Nthf7s64WeTkOQYV/353YEEEAAAQQQGDyB+3eGPm/eMCyf5oTxMEcAAQQQQAABBHYXcM75CovOud1vmvfl8AnKvO/OHRFAAAEEEEBg3gLcEQEEEEAAgUmBcDK7VFhOXs0KAggggAACCCCAQF8L/OypLf3xJWM6coO0Y6LU+79S6L/9oNi1z1xCAAEEEEAAgaET+OnOUj98stStj/FZztA9uAwIAQQQQACB+QoM6f2sumI9NTVEAotNSdIOAggggAACCCCAAAIIILBAASe3wBZG7+6MGAEEEEAAAQQQWA6BTauc3nnBmH5+S/iI/Ws7Sr37y7m+8iBhxeV4PNgnAggggMDwC/TbCP/D9wr9xudz/e3t/O7vt8eG/iCAAAIIIIBAswLOOTnnGm00fJrSaJM0hgACCCAwJAIMAwEEEEAAAQSWWIC/yV9icHaHAAIIIIAAAibANEeBsw52+tPLWtp+TPiw/r//oNB7b8r1wLNzbIjNEUAAAQQQQAABBBBAAAEEEFg6AfaEwLwEmq6uaJ0gsGgKTAgggAACCCCAAAIIIIDAogjMttFwsjvMZ3sftkMAAQQQQAABBBBYaoGXHd/Shy5t6aT9nXam0p9/I9d/uo3KSkv9OLA/BBBAoP8E6BECCCCAAAIIIIAAAsMp4JzzFRadc40NkMBiY5Q0hAACSy7ADhFAAAEEEEAAgaERKGXVFcN8aAbFQBBAAAEEEGhGgFYQ6AOBldUn6b92Tku/eW5Lq8ecvvdoqXd9Odfn7rFXcX3QQbqAAAIIIIAAAggggAACCAy6AP1HAIG+FKgrLNqyqQ5WH7M01RTtIIAAAggggAACCCCAwKAJ0N/+EXBVV5xcNecfAggggAACCCCAQD8JHL/J6UOXjumVJ4aP0//5rkJ/8OVcP36SsGI/PU70BQEE9i7ArQgg0LzAloOc3nJGSz93WniN8P+xdx+AURRrHMD/s3tphN5BehGQpiCKgqJgBRV7r9gVFayACPaKz97FLojSm1hAQRAEBGmC9N57L7m7N99s7nIJl5CySe4uf57fzuzs7OzML5t7VyZz7l+BLVKAAhSgAAUoQIHCF1BKQSnlakf47MlVTjZGAQpQgAIFLMDLUYACFKAABWJKgB95x9SPk4OhAAUoQAEKUMA9gUJr6ezqCi+eYePEigpHfMC7//jwzmwfvDpfaJ3ihSlAAQpQgAIUiAiBi+ooM1mxfQ1+5B4RPxB2ggIUoAAFYkGAY4hAAVlZUcLNrvHZk5uabIsCFKAABShAAQpQgAIUoECuBJy/THO2uWogDyfxVApQgAIUoAAFKECBcAK3NrHQ81QbZROBZTuBXn94MXIpZyqGs2IZBShAAQpEgwD76LbA2j1Oi9WK809QHQluKUABClCAAhSIRQGllFlhUSnl2vA4YdE1SjZEAQpQIIwAiyhAAQpQgAIUoEC2BJw3tv1w0mydwkoUoAAFKEABCkSOAHsSUwKVigF9TrNxfUPn7fMJq33o+YcXc7bwuVpM/aA5GApQD4IABwAAEABJREFUgAIUoEAeBdbtdZ4bWPrD+8rJ7n2An8du8XQKUIACFMhPAbZNgSIoIKsrBsKt4TvvuLjVGtuhAAUoQAEKUIACFKAABSjgskBRak5BFaXhcqwUoAAFKEABClAg4gROqaLw0hk22h7nPC/7bL4PL0/3YechZ0JCxHWYHaIABSgQQwIcCgWiTWDN3rQeVyuRlmeOAhSgAAUoQAEKxJKAUgpKKVeHxAmLrnKyMQpEnQA7TAEKUIACFKAABSgQQQL8GDyCfhjsCgUoQIHYEuBoKECBbAhcebyF59vYqFZCYf0+P57+04fvFvmycSarUIACFKAABShQFAXW7vHjfzO9uOdXL2Zu5Ls6RfEe4JgpEIEC7BIFKEAB1wXcXl1ROsgJi6LAoAAFKEABClCAAhSgQK4FeCIF3BBw/jLN2brRHtugAAUoQAEKUIACFMiuQPF44NGTLdzVzHm7fNoGP578w4s/13OyYnYNWY8CRUOAo6QABSiQXuBgCjBupR/Ld3KyYnoZ7lGAAhSgAAUoEEsCSimzwqJSyrVhOe/AuNYcG6KAywJsjgIUoAAFKEABClCAAkVCwA95a9vZFokBc5AUoAAF0gtwjwIUoEAhCTQup/BiWw/Oq+W8VT5okQ99pnixLuQrHgupa7wsBShAAQpQgAIUoAAFYk+AI6IABShAgagTCKywKKlbnXfehXGrNbZDAQpQgAIUoAAFKBBxAuwQBSgQHQLyd2kKKjo6y15SgAIUoAAFKECBGBC4sLbCi2fYaFgW2HXIj1dmeNF/PldVjIEfbZEdAgdOAQpQgAIUoAAFKEABClCAAhRwW0ApBaWUq81ywmLeOHk2BShAAQpQgAIUoAAFKEAB1wRklUXXGmNDFKCAmwJsiwIUoAAFYkjA0u+x39PcRveWNpI8wNwtfvSa7MP4VXw2FkM/Zg6FAhSgAAUoQAEK5EaA51CAAhSgAAUokEFAVlaUyFCcp11OWMwTH0+mAAUoQAEKUCDvAmyBAhSgAAUA/ak5kLoF/1GAAhSgAAUoQAEK5JNAzZLAC21tXF7fef41apkfPSd5sWQHJyvmE3lIs8xSgAIUoAAFYk+gWQWFz863MeJSD8okxt74OCIKUIACFKAABSiglIJSTmRP49i1OGHx2EasQQEKUIACFKAABShAAQpQIJ8FnA/I/XDSfL4Ym49FAY6JAhSgAAUoQIFjCrSrbuGlM2y0rKRwxAe8O9uLd3Qc4VOwY9qxAgUoQAEKUIAC4QUOe/2oVkKZVZurJKvwldwsZVsUoAAFKEABClCggAVkdcVAuHVpTlh0S5LtUIACFKBAzApwYBSgAAUoQIGCElBQBXUpXocCFKAABShAAQoUKYGbTrDw5KkWyicpLN0J9PzDi5HL0s9ULFIgHCwFKEABClCAAq4IbNyX9l5OZU5YdMWUjVCAAhSgAAXyW4Dt50xAKQWlVM5OOkZtTlg8BhAPU4ACFKAABShAAQpQgAIUKCiBGP7IvKAIeR0KUIACFKAABSiQTqBCMYXerS3IhEU5MGG1D73+8GLuFj7zEg8GBShAAQpQwGWBItfczkN+HPY5w66c7KTcUoACFKAABShAgVgScHt1RbHhhEVRYFCAAhSIagF2ngIUoAAFKECB6Bdw/jLN2Ub/aDgCClCAAhSgAAXyQ4Bt5lSgZSWFF9vaOLOa8zb4Z/N9eHm6DzKxIKdtsT4FKEABClCAAhTITGDlTj827vcjJXXiYmb1WE4BClCAAhTIngBrUSCyBJRSZoVFpZRrHXPeqXGtOTZEAQpQgAIUoAAFKEABClAgCgUKvct+yBo/zrbQO8MOUIACFKAABShAgagXuKK+wktn2KhZEli/14++f/rw3SLOIoj6HywHQAEKUCCvAjyfAvkg0HWCFzeP9eL7//hcIx942SQFKEABClCAAoUsEFhhUVK3usIJi25Jsh0KUCBTAR6gAAUoQAEKUIACFDi2gPxdmoI6dkXWoAAFKEABCkSoALtFgUgQSPIA3VvauLu5bbozdYMfT072Yup6TiAwINxQgAIUoAAF8ihgKz8YNMjtPZDH24+nU4ACESLAblCAAkVLQCkFpZSrg+aERVc52RgFKEABClCAAhSgAAXyRYCNFhEBWWWxiAyVw6QABShAAQpQgAKuCzQs66yqeGFt5030QYt86DvFi3V7Xb8UG6QABSiQXwJslwIRL2Dr/5v1MEAD5NhAQUX8/c0OUoACFKAABShwtICsrChx9JHcl1i5P5VnUiBWBDgOClCAAhSgAAUoQAEKFLaA84atsy3svvD6FKAABWJVgOOiAAViWeD82hZeamvjhHIKuw758cp0H/rP98XykDk2ClCAAhSgAAUoQAEKUCCsAAspQAEKUMBNAaUUlHLCrXY5YdEtSbZDAQpQgAIUoAAFirIAx04BCuRRwFlb0Q8nzWNjPJ0CFKAABShAAQoUKYG7mll4pKWF5HhgzhY/ek72YfxqTlYsUjcBB1twArwSBShAAQpQgAIUoAAFKEABChQpAVldMRBuDZwTFt2SzMd22DQFKEABClCAAhSgAAUoUDQEFFTRGChHSQEKhBVgIQUoQAEK5EygekmFF9pauPJ4523uUcv8ePIPL5bu4B+B5EyStSlAAQpQgAIUoAAFClKA16IABShAAQpEk4BSCkopV7vsvJPjapNsjAIUoAAFKEABCkScADtEAQpQICoE+NF6VPyY2EkKUIACFKAABSJAoO1xCi+2tdGqsoUjPuDd2V68o+OwzkdA99iFwhPglSlAAQpQgAIUoAAFKEABClCAAhRwUcDt1RWlay5MWJRmGBSgAAUoQAEKUIACFKAABSiQewHnL9Ocbe5b4ZkUyF8Btk4BClCAAhSIDIEbGin0Oc1GpWIwqyn2/MOLkcv4px+R8dNhLyhAAQpQgAIUiH4BjoACFKAABShAAQqkCSilzAqLSqm0wjzmOGExj4A8nQIUoAAFKOCKABuhAAUoQIEiLuCHfMTubIs4BYdPAQpQgAIUoAAFMhEomwj0PNXGLY1tU2P8ah96TvZh7hZ5JmWKIn/DHlKAAhSgAAUoQAEKUIACFKAABSgQ+wIxNMLACouSujUsTlh0S5LtUIACFKAABShAAQpQgAIUyIOA/F2agspDCzyVAhSgAAUoQAEKxK7A8WUVXjrDxtnVnedLn8334ZXpPuw6xMmKsftT58goQAEKUIAC4QVYSgEKUIACFKAABShQcAJKKSilXL0gJyy6ysnGKEABCsSsAAdGAQpQgAIUoEABCPDj9gJA5iUoQAEKUIACFMhKICKPnVRR4enTLNQupbB+rx99p3jx3SJfRPaVnaIABShAAQpQgAIUoAAFKEABCkSBALtIgWwLyMqKEtk+IRsVOWExG0isQgEKUIACFKAABShAAQpQIO8CWbXg/GWas82qHo9RgAIUoAAFKECBoiVwRjWFV860UT5J4d9tfvSe4sPUDfwzj6J1F3C0FKAABaJNgP2lAAUoQAEKUIACFKBA7AgopcwKi0op1wbFCYuuUbIhClCgUAV4cQpQgAIUoAAFKBDVAs6H7n44aVQPhZ2nAAUoQAEK5KcA2y5SAhfWUniqtW3GPH2DH0//6cPaPXy+ZEC4oQAFKEABClCAAhSgAAUoEMsCHBsFKBAxArK6YiDc6hQnLLolyXYoQAEKUIACFKAABSgQ5QLsfuELKKjC7wR7QAEKUIACFKAABSJA4JqGFrqf7ExW/G2NH32nerHzECcrRsCPhl2gAAViQIBDoAAFKEABClCAAhSgAAUokF0BpRSUUtmtnq16nLCYLSZWokCeBdgABShAAQpQgAIUoAAFjinAj+CPScQKFKAABSJdgP2jAAVcEHi8lY3bmzhvXf+00oeX/vLC63OhYTZBAQpQgAIUoAAFKEABClDAHQG2QgEKUKDICLi9uqLAOe/6SI5BAQpQgAIUoAAFKECBiBZg5ygQywLOX6Y521geJ8dGAQpQgAIUoAAFshZ4t72Nc2o6z4pGLfPj9ZmcqZi1GI9SIBYFOCYKUIAC0Snw6YdvYv7sydmKWdN/w7RJ4zBiyNd4pNt9qFSxYq4H3erkk/DSC0/h57GD8fe08cHrz5k5EZN/H4OPP/gfzjm7XZbtP9unR/C8rMYg9cI1dKyxZ3ZeuLZYRgEKUIACFKBAZAkopcwKi0op1zrGCYuuUUZ5Q+w+BShAAQpQgAIUoAAFKFCIAn7I6orOthC7wUtTgAKxL8ARUoACFIhggZGXeXB8WefN7yGLfXhntjeCe8uuUYACFKAABShAgfQCd9zTDU1OaovnX/oftmzeGjyYciQF06bNwMeffo1evZ/HW+9+hDlzFyA+IR5169TGbbdcj0HffoprrroseE52Ms2aNcanH7xhJiR2PP8cHDhwAEOHjzbXkOt8P3g4tm3bjlNbtcQbrz+P7wd+hjannRK26T7PvmzO+++/pZBVlEIrHT58GD8MHYkO518OqRd6LJCXsXd7+EmsWLkqUISUFC/+mv43brvzgUzPC1Zmxn0BtkgBClCAAhRwSUCeGwTCpSbBCYtuSbIdClCAAhSgAAWKvAABKEABCuRFQD6aV1B5aYLnUoACFKAABShAgagVeKeDjUTb6f6ART58NJcrKzoa3EaiAPtEAQpQgAIUyErgu++H4s+/ZgSrHDp8GCNH/4S33/sII8eMwyf9v8Ztd3TFy6+9jT1795h65cuXRbcH78LVV15q9o+1ubjj+XjjtefQunUrHDhwEG+9+zE6X3ETXnj5DXMNuY7kpezFV97E9h07cULD4/HaK8+gy603INw/Oefm2+/DX3/NTDdpcd36Dej3v3exafPmcKcFy379bSJ+GT8RR1KOQCY5fvbFANx+90OYMXN2sA4zFKAABShAAQpEn4BSCkopVzseLRMWXR00G6MABShAAQpQgAIUoAAFKBCJArLKYiT2i32iQAEK8FIUoAAFKFAEBW5tYqFBGeeN74lrfPhiPicrFsHbgEOmAAUoQAEKxJTAho2bzMS9rAYlKyAOGz4GsgKj1CtRvASuuvISJCcXk91MQyY19njiIfM10jLh8c23P8JnX3ybaf1BPwzDex/0N5MjS5YogbvvuAX33d0lbP19+/bj7Q8+xbr1G4PHK1eqhMs6dwzuZ5WpXasmLGVh3M/jzQTNLOryEAUoQAEKUIACUSLg9uqKMmxOWBQFBgUoQAEKUKBICHCQFKAABSgQuQLOB/TONnJ7yZ5RgAIUoAAFKEABtwWaVlC4vqHzNvXOQ3688BcnK+bdmC1QgAIUoAAFKBAtAmPHjcemLVuD3a1etSrOatcmuJ8xc0ab1rj7zptRqmRJ+Hw+TPhtMmTiY8Z6GfelzugxP8Pr9ZoJkTfecBUuu7RTxmpmf+7cBfhmwCCzcqMUJCUl4vLOF6Nundqym2lceME5OKXVSVi2bCX6fz4g03o8QAEKUIACFKCAWwIF09yF+HgAABAASURBVI5SyqywqJRy7YLOO0GuNceGKEABClCAAhSgAAUoQAEKUCDnAs7ain44ac7P5xkFJsALUYACFKAABSjgqkCvU+xgew//zsmKQQxmKEABClCAAhQoXIECuvr8BQtx8OCB4NUSkhIgqxQGCzJkbrrxalSsUMGUbt22DSNHjzP57GxGjf0ZmzZvMVVlpcVrrrrMTF40BRk23wwYjEl//AlZUUkO1a1bC7fedK1kw4asCnn9tVfAVhYGDR6OZctXhK3HQgpQgAIUoAAFok9Ang8Ewq3ec8KiW5JshwIUoAAF8izABihAAQpQgAJFXUBBFXUCjp8CFKAABShAgSIgEBjiU61tlEty9j6f78PaPfzjDUeDWwpQgAIUoAAFiqqAz+vD/v1pExhDHTp1PBdNGjeCUs77R4sWLcFf0/8OrZJlXlZOlAhUOr5eHcgkw8B+xvT9jz7H6tXrTLFt2+jQ4cxMV2W8/54uum8NMWXqdAz6YZg5hxsKUIACFKAABWJDQCkVfP7h1og4YdEtSbZDAQpQgAIUoAAFKEABClAgjwIufESfxx7wdApQgAIUoAAFKFAwAlccb+GMaspcbNJaHwYu4uqKBoMbClCAAhSgQPYECr1Wq5NPwhv9XsC0SeMwYsjXpj/NmjXGpx+8gVl/TcD82ZNNOuDLj9DmtFPM8aw21159OX747jPMnDrenDtv1h+Y9sdP+Orz93HO2e2yOjV4LLdtVKpYEc889QQmjh+FCT8Pw6mntET7s8/A0EFfYs7MiZg+5Rc8/kjX4HXczMi1SpQoHmxy7979WLJkWXA/NNOubRuUKO7UTUnxYsXK1aGHs5VftnwlDh85YurGx8fj1FYtTT7cZtnyFRj4/WAcOHDQHJZVGW+89irUrFHd7Ac2Z7RpjQvPOwfr122CTHIMlDOlAAUoQAEKUCA2BNxeXVFUOGFRFBgUoAAFsiXAShSgAAUoQAEKUCC/BJwP651tfl2D7VKAAhSgAAUokD0B1spvgRPKKdza2HlreuVuP56fxsmK+W3O9ilAAQpQgAJuCVxwXnszQfHTD9/EuR3aoXjqZDuZtPbGa8+hdetWkIlwcj1JZRJjv1efwdVXXipFR0XdOrXx+afvoufjD8HvB3r0ehantj0Pr/R7Czt27kKLE5vh1Zf7ou9Tjx91bqAgt23IREiZYDlmxEBccfnFKFe2jGmyatXKeLJHdxx/fF3IyoLFiiXhfD3ulic1N8fd3JzT/kx93bKmSZkMMG/+v/hjyjSzn3FTv16d4OpGhw8fxtLlOf/a5dVr1+LwwUPBpqtXrwZZtTFYkCEjXw0tqzhK3+RQvXq1ceP1V0rWhHwV9K03X4eSpUpg2Mgx/Cpoo8INBSgQPQLsKQUokB0BpZR5DqKUyk71bNWxslWLlShAAQpQgAIUoAAFKEABCrghwDYyEfBDvyevQ7aZVGExBShAAQpQgAIUiBGBW5tYSLABrw/44B+9iZFxcRgUoAAFKBAiwGzMChw6fBjfDhyC+fMXBscok/q6P3gvkpOKmcl2434aj42bNiEwya1E8RK4+86bIZMagyfpjEx26/nYgzi5RXPMnf8vbrujK379bSL27dsPmSj39HOvYN36jWYC5OWdO+HF557UZ6X/Ly9tJCUlYuLkaZg6bQa8Xq9pWPkVZBVBWYnwp58nQCYGygFZZXDrtu2SdS0e7HoXLrnoQjMpUhpdsmQ53nj7Q8keFbISY6nSJYLlBw4exI4dO4P72c1s3bod+w8eCFYvVaI4atasFtwPl/n4s6/Mz0GOyc+644Xn4sILzpFd3H7rTTixeRNtOBOffva1KeOGAhSgAAUoQIHYEpDndIFwa2ScsOiWJNuhQAQIsAsUoAAFKEABClCAAtEroHTXFZTe8j8KUIACFKBA1gI8SoFoFuhY28KJFZznPB/O9WH2Zv7BRjT/PNl3ClCAAhQoegK//T4Z3w8ejqnTZ+JIyhEDUO2448zkxLu6PoJ7uz6KR3v0RecrbsJff8005VKpYoUKuLjTBZINxv33dMHJLU/CwYOH8OO4X81ExeBBnZGV/X4YMgKHDh0yk/rOatcWl13aSR9J+y8vbYwa+xO+/nYQfvn1d9MHabVM2TI4fPgQuj/aG4880QeP93jG1OnV5wWsWr1GquQpZOLhww/di5FDv8GdXW6CTLiUSZEy/nsfeCzTFQrLly+LYolJwWt7vSnBr2oOFmYjk3IkJfgzkerKsmArW7KZxty5CzB46Ejzc5BKpUqWxC03XWu+6vuSi8/Djp078fWA7+UQgwIUcFmAzVGAAhSIBAGlFJRSrnaFExZd5WRjFKAABShAAQpQgAJRLsDuU6BQBfhxfaHy8+IUoAAFKEABChSAQKc6zhvc0zb4MWIpV1csAHJeggIUCC/AUgpQwEWBDRs24vFez0AmtgWalVUS3/7g0+DKfEopNG/eBE0aNzJVataojjPPOB2eOA+279iJufP+NeUZNwMHDcHylatMcckSJXDpJR1NXjZutCHtHDx8CCneFMniwMH9GDJsTHDypKz4+Eq/dxA6NlMxBxuZlPji870xf/Zk9P/oLXS59QbUqV0LO3ftxmdffIurrrsdj/V8Gps2b860VZlUKJMLM62QzQN/z56DvXv3ZbN2WjVZPXHqtLQJqA3r10OvHt1RpnRpjBz1M2RyaVpt5ihAAQpQgAIUiCUBt1dXFBtLNgwKFIwAr0IBClCAAhSgAAUoQAEKhBdwPrh3tuFrsJQCFKBA9AiwpxSgAAXCC8jqivXLOM94xi7nZMXwSiylAAUoQAEKRJ/A4SOHw64MKJP8/pz6F3w+5//3S5cqiTq1apoBdmh/JqpUrmTyBw8ewPwFaV8xbQpTNzLxcdHCJcFVAWvVrIGz2rUxR91oQxratWt3cPVA+ernNevWSbFrIWPo1ft5NDmpLYYNHxP8+umSJYpDvpZ62fIVx7xW6KTKY1bOooJMnrSs3E0RCP1qaJloKhNG/5kzH/2/4FdBZ0Ee44c4PApQgAIUKAoCSimzwqJSyrXh5u7ZiGuXZ0MUoAAFKEABClCAAjkSYGUKUCBGBZy1Ff1w0hgdJIdFAQpQgAIUoEARFwhdXVFWWCziHBw+BbIW4FEKUIACMSIwb8FCHDx4yIwmPiEONWpWM/m6dWohISHB5Lds2WbSzDbrN2zEkRRnBcRiSUmoWqWyqepGG6ahAty83O8tLPxvibmibdu4qNN5uPrKS81+VpvQSZVSr1hiEsqXLyvZHIWscCmTFgMnycqSMhkysJ9VKhNQx477Rf8sjphqR1KOYPacecHVKE0hNxSgAAUoQAEKxJxAYIVFSd0aHCcshkgySwEKUIACFKAABShAAQpQoDAFFFRhXp7XpkCREeBAKUABClCg4AW4umLBm/OKFKAABShAgUgQWL9+I/bu23tUVypVrBAsK1mqZDAfLrNu3QYcOexMkvPE2Shbtoyp5kYbpqEC3Ozbtx+ffvo1tm3fYa5aongJXHvVZahbp7bZz2wjX7m8a+ee4GHb40Gpklm7BSuHZGRFR9v2BEukzf/+WxrcP1YmsFrmsepFynH2gwIUoAAFKECBvAsopaCUyntDIS1wwmIIBrMUoAAFKEABCuRZgA1QgAIUoEAeBLi+Yh7weCoFKEABClCAAhEtwNUVI/rHk5vO8RwKUIACFKCAawIJ8XHZbsuv3zzxpniPqu9GG0c1mk8Fv/42EUOHjQ6uVFi/fh3cd/dtx7zakqXLEVjZKCEhHrVr1TjmORkryOqUskploHzZ8hVYtXpNYJcpBShAAQpQgAIUyChgnn8EnoMcdTCXBZywmEs4nkYBClCAAhSgAAUoQAEKUMA9Aecv05yte62ypWgVYL8pQAEKUIACsSXA1RVj6+fJ0VCAAhSgAAVyK3D40BGsXrXWnH7gwEGTyqZUiZI47bRWkj1mHD54CKvXutfGMS+YTxU+/fxr/D3zHzMBQCmFs89qi/vu6ZLl1SZOnoI9e53VKi3LQqMGDbKsH+5gvbq1IZMd5dj+/QcwZep0yTIoQAEKUIACFKBApgJKKbPColIq0zo5PcAJizkVY30KUIACFIhuAfaeAhSgAAUoEJECfvh1v5ytzvA/ClCAAhSgAAUoEEMChbK6Ygz5cSgUoAAFKECBaBawbAvyPxnDzl27sXzlKsli+YqVSDmSYvIlShZHowbHm/yxNlu3b8f8+YtMNTfaMA0Vwmbfvv348ptB2Lxli7l6fHw8rrjsIpzRprXZD7cZM/YX/Pvvf8FDderWRKeO5wb3j5VJTi6Gpk1PgGU5UwTmzluA774feqzTeJwCFKAABSgQ2QLsXb4LyOqKgXDrYs6zEbdaYzsUoAAFKEABClCAAhSgAAUokCsB+bs0BZWrcwv6JF6PAhSgAAUoQAEKZFeAqytmV4r1KEABClCAApEn4EaPatesgeTiyWYlwYX//Yf5CxaaZmf+/Q927d5j8gkJCTi5RXOTD7c57rgqiIuPg8/nw/QZs7Bq9RpTzY02TEOFtPljyjSMGPkTDh8+bHpQqWJF3HrzdZCJhaYgzObLr7/Dps2bzZESxYvjwvPOMfnsbG675XrICotSV9qQtiTPoAAFKEABClCAAlkJKKWglMqqSo6PccJijsl4AgUoQIF8FWDjFKAABShAAQoUYQFZZbEID59DpwAFKEABChQlgSIz1laVnTe0Z270Y9oGPtspMj94DpQCFKAABYqUQJwnHjVrVA875pYnNUdiYgJ279mDn37+LVhHJutN+uNPeL1eU9a8eRNceEH4yXdNmzRCfFycWY3wp1/cbcNcvBA3b7/3EWbO+sdM6JRunNzyRDzZo7tkw4a4ffTJV9izd4+ZOHD6aa3w4P13h60bWtj+7DNwWeeOiPPEmXOlDWkrtA7zFKAABSiQLwJslAJRL+D26ooCYsmGQQEKUIACFKAABShAAQpQIHYEonEkzgf5zjYa+88+U4ACFKAABShAgaMFkjxA8wrOM5x5W/1HV2AJBShAAQpQIE8CPDlSBKpUrYhLL+l4VHeuvvJSnH56Kxw5cgSDvh+BH8f9mq7OF19/h2XLVpqyUiVL4s7bbkLdOrXNfmAjbZx0UlOzCuHIUT/jr+l/Bw6Z1I02ypcvi2KJSaa94snFUbVqZZPPy6ZK5UpmcqC0IatDyiqRkg8X737QH+vWbzSHbNs2Ezef69sz05UWvx88HJ/0/8ZMAo2Pj8cN112BB7veZc4Pt7nmqsvQt/fjkBUct23fgTff/hjSRri6xypLSkyEgjPFQFLZB/9RgAIUoAAFKBDTAkopKOWEWwN1nk241RrboQAFYl+AI6QABShAAQpQgAIUyAcB5wN8P5w0Hy7AJilAAQpQgAI5E2BtCrgg0KS8heLxTkMLtvF5jiPBLQUoQAEKUCD2BGzLxk03XI0Xn+9tJhzKxLj77u6CB+6/E4mJiRg1+ifISoIZR76hJtCaAAAQAElEQVRs+Qo8/cKr+O+/pWaFweOPr4uPP3gdjz/SFZdd2gmvvvg0Hul2H5Rf4dPPvsmXNmSCpHytcrHkYqZ7SUmJuOG6K3HO2e3Mfm421159OU4/tVXw1Pi4OHS88JxM25w7dwG+GTAIBw4cNOfIKoiXdu6IgV9/jIcfuhdNGjcy5aGbz774Fo890Rf/LlqMYsWScGeXmzBm+Hd4tk8PYyd+kpey3j0fhkwInTZtBh7o3gODfhgW2lS28zKujuefA4/HNudIena7M9D54gvNPjcUoECUCrDbFKAABY4hEFhhUdJjVM32YU5YzDYVK1KAAhSgAAUoQAEKUMAdAbZCgcwEFFRmh1hOAQpQgAIUoAAFok6gaXmny7sO+cEVFh0LbilAgaIlwNFSoKgIrFy1Gj8MGY7TTz0Fwwd/hfE/DcUdXW7Exk2b8NyLr6Pvc69kSiGT9W6+/T4zIXHtug0oV7Ycbr7xWjzd+3GzOuOUP//CXV0fwfsffeZ6GzKhb8SQr3FWuzawLOdjc6UUGh5fH2/+7wV8+uGbmV4z3AGpP3/2ZMgEwQoVU58IpVasXaumaXP2jN/Q9b47UkvTkm8GDMb43yfB5/OZQqUU6tSuhS633oD+H72FSzpdYMpDN1OmTsfV13VB90d6Y7J2Kl48GRdddD5kdUYJyUuZtPvo431wx73dId6hbWQnL06ZjatGjePwwrNPQo5Lvey0xzoUoAAFKEABCkSXgFIKSilXO+0883K1STZGgUIV4MUpQAEKUIACFKAABSgQtQJcdyhqf3TsOAUoUPACvCIFKBAFAi0rOW9mz94C+PlEJwp+YuwiBShAAQpQIHcCstrOK/3ewVnnXoKmLc5Ak5PaosWp7XHVtV0wdNjoYza6b99+vPXuR7jgoqtwYqt25vzmJ7dD27M64eHHn8rWJLvctNHn2ZfNtaS/4eKOe7ods++hFaR+uHZCy05qdTbeff/T0NOC+R69nkWzlmce1adT256HkWPGBetlzPz620Tc2/VRtDvnYrQ45ezg+ZKXsm4PPwmpk/G87O4fyykwPqmX3TZZjwI5EGBVClCAAhQoZAF5rifhZjc4YdFNTbZFAQpQgAIUoAAFYkKAg6AABQpewPkw39kW/NV5RQpQgAIUoAAFKOC2QJVkhfplnGc3c7dwtqLbvmyPAu4IsBUKUIACFKAABShAAQpQgAIUoEDWAkops8KiUirrijk4ygmLOcBypSoboQAFKEABClCAAhSgAAUocJSAH/IxvrM96iALKECBaBRgnylAAQoUcYFmFdLexJ7PCYtF/G7g8ClAAQpQgAIUoEAMC3BoFKAABShAgRgXkNUVA+HWUDlh0S1JtkMBClCAAhSgQIEJ8EIUoAAFYlFAPtJXULE4NI6JAhSgAAUoQIEiKHBKZed5zdb9fqzcLX+aUQQROOQ8C7ABClCAAhSgAAUoQAEKUIACFKAABQpXQCkFpZSrncg4YdHVxtkYBShAAQpQgAIUoAAFKEABCmRfgB/lZ9+KNfMswAYoQAEKUIAC+SrQqorzRvY/W/L1MmycAhSgAAUoQIFCErAsfsxcSPQ5vSzrU4ACFKAABShAgTwJuL26onSGzyRFgUEBClCAAhRwVYCNUYACFKAABXIq4Hyg72xzei7rU4ACFKAABShAgcgSaFZeIdF2+vRPTH8dtDNGbilAAQpQgAJFTeCMNq1xdru2iPPEmaFXrVIFDz90L5KTi5l9bihAAQpQgAIUoEBsCRTt0SilzAqLSinXIDhh0TVKNkQBClCAAhSgAAUoQAEKUCC3As7ain44aW5bianzOBgKUIACFKAABaJWoGxiWtdX7OLzmzQN5ihAAQpQgALRL/D6q8/ig3f7oX69OsHBJCUlosutN2Dy72PQ9b47guXZyrASBShAAQpQgAIUoEBECwRWWJTUrY5ywqJbkmyHAhSgQBQJsKsUoAAFKEABCkSmgIKKzI6xVxSgAAUoQAEKRKVAYXW6TGLac5rtBwurF7wuBShAAQpQgAL5IfDI433Q5KS2YeOkVmfj3fc/zY/Lsk0KUIACFKAABbIQ4CEK5KeAUgpKKVcvwQmLrnKyMQpQgAIUoAAFKEABClCgiAjkyzC5/lC+sLJRClCAAhSgAAUKWCB0hcXtB/kMp4D5eTkKUIACFHBXgK1RgAIUoAAFKEABClCgSAvIyooSbiJwwqKbmmyLAhRwSYDNUIACFKAABShAgaIm4PxlmrMtamPneClAAQpQoOgKcOSxKlAm0RnZjoOAn/MVHQxuKUABClCAAhSgAAUoQAEKFFkBDpwCFIhmAaWUWWFRKeXaMDhh0TVKNkQBClCAAhSgAAUoQIEIEmBXokzAD/ks39lGWdfZXQpQgAIUoAAFKJBBIDBhkV8HnQGGuxSgAAXyQ4BtUoACFKAABShAAQpQgAIUyEcBWV0xEG5dhhMW3ZJkO0VKgIOlAAUoQAEKUIACFKCA2wLyd2kKyu1m2R4FKEABCuRBgKdSgAK5EyiT6LztvP2gL3cN8CwKUIACFKAABShAAQpQgAIFKMBLUYACFKBA5gJKKSilMq+QiyPOO0e5OJGnUIACFKAABShAAQpQIA8CPJUCFAgjIKsshilmEQUoQAEKUIACFIgqgbKpXwm9/UBUdZudpQAF8keArVKAAhSgAAUoQAEKUIACFKBAFAu4vbqiUHDCoijEXHBAFKAABShAAQpQgAIUoEB0CTh/meZso6vn7C0FKFCYArw2BShAgcgUKJPg9Gv7ISfllgIUoAAFKEABClCAAhTIiwDPpQAFKEABChSegFLKrLColHKtE5yw6BolG6IABShAAQpQIKYEOBgKUIACBSrgrK3oh5MW6KV5MQpQgAIUoAAFKOCiQOkEpd/EdhrcdtBJuaVARAuwcxSgAAUokCMBn1/By8jSoKR+PlSluEK5JFqF3is5utFYmQIUoAAFKECBiBEIrLAoqVudKpQJi251nu1QgAIUoAAFKEABClCAAhSIJQH98X4sDYdjoQBIQAEKUIACRU+gTGLamLcf4B9jpGkwRwEKUIACFIgNgRT9f+8MICuDG0+w8fF5HvQ93c6yXlZtRNux7PY3Nn4LOAoKUIACFKBA0RJQSn96pcPNUXPCopuabIsCFKAABShQcAK8EgUoQAEKxKCAfs8/BkfFIVGAAhSgAAUoUJQESsSljXY3vxI6DSP3OZ5JAQpQgAIUoECUCaT4nA57lJNySwEKUIACFKAABbIhELFVZGVFCTc7yAmLbmqyLQpQgAIUoAAFKEABClCAArkScN7Bdra5aoAn5UqAJ1GAAhSgAAUoQAEKUIACFKAABSgQ+wIFO8LDqRMW4+yCvS6vRgEKUIACFKAABfJDQCkFpZxwq31OWHRLku1QgAIUoEB6Ae5RgAIUoAAFKJADAT9kdUVnm4PTWJUCFKAABShAAQoUtgCvTwEKUIACFKAABSiQTiDFK+/yAHGWSlfOHQpQgAIUoEBUC7DzRVZAVlcMhFsIllsNsR0KUIACFKAABShAAQpQgAIUyL2AvIWtoNI1wB0KUIACFKAABShAAQpQgAIUoAAFYl+AI4wtgZmb/Pj6Xx+GLk1dajG2hsfRUIACFKAABShQxASUUlBKuTpqTlh0lZONUYACUSTArlKAAhSgAAUoQIGIE3D+/j7iusUOUYACFKAABaJZgH2nAAUoQAEKUIACFKBAgQrM2eJMWPzhP05YLFB4XowCFCjqAhw/BSiQTwJur64o3eSERVFgUIACFKAABShAAQpQgAK5EOAp7gk4f5nmbN1rlS1RgAIUoAAFKEABClCAAhSgAAXyLsAWKEABClCAAhSgAAUoQIGiKqCUMissKqVcI+CERdco2RAFXBZgcxSgAAUoQAEKUIACRUjAWVvRDyctQgPnUClAAQpQgAIUoAAFKEABClCAAhSgAAUoQAEKxL4AR0gBClAgSgUCKyxK6tYQOGHRLUm2QwEKUIACFKAABSgQcQLsEAWiTUBBRVuX2V8KUIACFKAABShAAQpQgAKFLsAOUIACFKAABShAAQpQgAIUoED+CCiloJRytXFOWHSVs0g1xsFSgAIUoAAFKEABClCAAi4LcH1Fl0HZHAUo4IYA26AABShAAQpQgAIUoAAFKECBHAicXtVCv3a2iRycxqoUKGwBXp8CFKAABSgQVkBWVpQIezCXhZywmEs4nkYBClCAAhSgAAXyLsAWKEABCgQEnL9Mc7aBMqYUoAAFKEABClCAAhSgQGwIcBQUoAAFKFCUBMolAc0qKBOWy6sRFSVHjpUCFKAABShAgcgQUEqZFRaVUq51KHYnLLpGxIYoQAEKUIACFKAABShAAQrkt4Afsrqis83va7F9CsSYAIdDAQpQgAIUoAAFKEABClCAAhSIIAGfvMmT2h9LheykljHJpQBPowAFKEABClCgUARkdcVAuNUBTlh0S5LtUIACFKAABWJQgEOiAAUoQIGCE5C/S1NQBXdBXokCFKAABShAAQpQgAKpAkwoQAEKUIACFHBPQD7QD7TGd3oCEkwpQAEKUIACFIgEgdz0QSkFpVRuTs30HE5YzJSGByhAAQpQgAIUoAAFKEABChSsAP/mvmC9C+hqvAwFKEABClCAAhSgAAUoQAEKUIACsS8QHGHo+zvufrQfvAQzFKAABShAAQpQoMAE5I8xJNy8ICcsuqnJtihAAQpQoIAFeDkKUIACFKBArAg4b18721gZE8dBAQpQgAIUoAAF3BJgOxSgAAUoQAEKUCB6BKZt8OPRiV4Th33R02/2lAIUoAAFKFD4AuxBJAoopcwKi0op17rHCYuuUbIhClCAAhSgAAUoQAEKUIACuRVw/vbeDyfNbSu5Oo8nUYACFKAABShAAQpQgAIUoAAFKBD7AhxhgQnsOAjM3eI3UWAX5YUoQAEKUIACFKBAPgnI6oqBcOsSnLDoliTboQAFKBBGgEUUoAAFKEABClAgJwIKKifVWZcCFKAABShAgQgRYDcoQAEKUIACFKAABShAAQpQgAIUiH0BjpACRVFAKQWllKtD54RFVznZGAUoQAEKUIACFKAABSjgskCRao7rKxapHzcHSwEKUIACFKAABShAAQpQgAJpAsxRgAIUoAAFKEABClCAAhEo4PbqijJETlgUBQYFiqwAB04BClCAAhSgAAUoEBkCzl+mOdvI6BF7QQEKUIACsSTAsVCAAhSgAAUoQAEKUIACFKAABSgQ+wIcIQUoQAH3BZRSZoVFpZRrjXPComuUbIgCFKAABShAAQpQoEgKcNAUcEXAD1ld0dm60iAboQAFKEABClCAAhSgAAUoQAE3BdgWBShAgWwKnFtT4ecrPSaKxWXzJFajAAUoQAEKUIACESoQWGFRUre6yAmLbkmynXwRYKMUoAAFKEABClCAAhQoKgLyd2kKqqgMl+OkAAUokE6AOxSgAAUoQAEKUIACFKAABShAAQrEqMaxFAAAEABJREFUvgBHSAEKUIAC0SeglIJSytWOc8Kiq5xsjAIUoAAFKEABCkScADtEAQpEkYCsshhF3WVXKUABClCAAhSgAAUoQIHIEWBPKEABClCAAhSgAAUoQAEKUIACrgvIyooSbjbMCYt50uTJFKAABShAAQpQgAIUoAAF3BBw/jLN2brRHtugAAXcFWBrFKAABShAAQpQgAIUoAAFKEABCsS+AEdIAQpQgAIUoEBGAaWUWWFRKZXxUK73OWEx13Q8kQIUoAAFKEABVwTYCAUoQAEKaAFnbUU/nFQX8D8KUIACFKAABShAAQrElgBHQwEKUIACFCgiAtsPAnO3+E34fEVk0BwmBShAAQpQgAIxKyCrKwYiW4PMRiVOWMwGEqtQgAIUoAAFKEABClCAAhQoCAEFVRCX4TViUIBDogAFKEABClCAAhSgAAUoQAEKUCAyBP7e5MejE70mDnrd7RNbowAFKEABClCAAgUtoJSCUsrVy3LCoqucbIwCFKAABWJQgEOiAAUoQAEKFJgA11csMGpeiAIUoAAFKEABCmQU4D4FKEABClCAAhSgAAUoQAEKUIACsS/AEeZQwO3VFeXynLAoCgwKUIACFKAABShAAQpQgAKFKuD8ZZqzLdSO5NPF2SwFKEABClCAAhSgAAUoQAEKUIACsS/AEVKAAhSgAAUoQAEKxJqAUsqssKiUcm1onLDoGiUbogAFKFBIArwsBShAAQpQgAIxIOCHrK7obGNgOBwCBShAAQpQgALuC7BFClCAAhSgAAUoQAEKUIACFKAABWJfgCOkQIQJBFZYlNStrnHColuSbIcCFKAABShAAQpQgAIUiFqBSOi4/F2agoqErrAPFKAABShAAQpQgAIUoAAFKECBmBTgoChQEAJlEoFmFZSJgrger0EBClAgFgWSPM6o9h2RP/V38txSgAKFI6CUglLK1YtzwqKrnGyMAhQII8AiClCAAhSgAAUoQIFsCvCtl2xCsRoFKEABCkSiAPtEAQpQgAIUoAAFKEABCmiBkysp9GtnmygWpwv4HwUoQIHYEiiQ0STHOZOjdh1y0gK5KC9CAQqEFZCVFSXCHsxlIScs5hKOp1GAAhSgAAUoQAEKUKDgBHil2Bdw3nRxtrE/Wo6QAhSgAAUoQAEKUIACFKAABcIJsIwCFKAABShAAQpQQASS45w/79912EmljEEBChSOgFLKrLColHKtA5yw6BolG4paAXacAhSgAAUoQAEKUIAChS7gvOnih5MWenfYAQpQgAKxKMAxUYACFKAABShAAQpQgAIUoAAFKBD7AhxhTAgUD66wGBPD4SAoENUCsrpiINwaCCcsuiXJdihAAQpQgAIUoEARFuDQKUABdwQUlDsNsRUKUIACFKAABShAAQpQgAL5IMAmKUABClCAAhSgAAUoUBACyfHOVXYf4h/5OxLcUqDwBJRSUEq52gFOWHSVM18aY6MUoAAFKEABClCAAhSgQBER4FsvReQHzWFSILwASylAAQpQgAIUoAAFKEABClAgBgSW7QK+/tdnYv+RGBgQh+C2ANujAAWyIZDscSrtOuSk3FKAAoUn4PbqijISTlgUBQYFKEABClCAAjEuwOFRgAIUiHQB5y/TnG2k95X9owAFKEABClCAAhSgQKQKsF8UoAAFKECBwhdYvtNvJivKpMXC7w17QAEKUCA6BYqnrrC483B09p+9pkAsCSilzAqLSinXhpX3CYuudYUNUYACFKAABShAAQpQgAIUKKoCfsjqis62qBpw3BEvwA5SgAIUoAAFKEABClCAAhSgAAUoEPsCHCEFKECBCBBIjnMmRnGFxQj4YbALRV4gsMKipG5hcMKiW5JshwIUoAAFKJAHAZ5KAQpQgAIUkLdfFBQhKEABClCAAhSgAAViWIBDowAFKEABClCAAhSgAAUoQIGsBRJshbjU2Uy7D8mf+mddn0cpEIkCsdQnpRSUUq4OKfVX3NU22RgFKEABClCAAhSgAAUoQAEK5EKAb73kAi3tFOYoQAEKUIACFKAABShAAQpQgAIUiH0BjpACFKAABWJcIDku7Z1yrrAY4z9sDi8qBGRlRQk3O8sJi25qsi0KUIACMSvAgVGAAhSgAAUokL8Czl+mOdv8vRJbpwAFKEABClCAApkL8AgFKEABClCAAhSgQF4FiscD951o4anWNk4ox3d78urJ8ylAgaInkByf9ti563Da5MWiJ5GfI2bbFMi+gFLKrLColMr+SceoyQmLxwDiYQpQgAIUoAAFKEABClCAAq4IZNmI86aLH06aZVUepAAFKEABClCAAhSgAAUoQAEKUCByBdizIi/g02/vXFrPwhnVFKqXdO+D/SIPSwAKUKDICBT3pA111yE+jqZpMEeBwhGQ1RUD4VYPOGHRLUm2QwEKFKoAL04BClCAAhSgAAViQUBBxcIwOAYKUIACFKBAvgmwYQpQgAIUoAAFKEABCkS6wP4jwMEUp5flEp2UWwpQgAIUyL7AcSUAqb3viB8SkmdQgAKFJ6CUglLK1Q5wwqKrnGyMAhSgAAUoQAEKUIACUSvAjkeAgD8C+sAuUIACFKAABShAgbwIeOy0s718cpOGwRwFKECByBFgTyhAgQIQ2HzAuUiVYk7KLQUoQAEKZF+gSXlnYtS8rdk/hzUpQIH8E3B7dUXpKScsigKDAvkuwAtQgAIUoAAFKEABClAgKwHnDRhnm1U9HqMABShAgcgWYO8oQIHS8WkGuw5xxmKaBnMUoAAFKEABChQlgbV7fGa41fiV0MaBGwrEngBHlJ8CTco7U5nmb3UeS/PzWmybAhQ4toBSyqywqJQ6duVs1nB+y7NZmdUoQAEKUIACFKAABShQaAK8MAViWsAP+Tjf2cb0QDk4ClCAAhSgAAViXKBkYtqb1zsOx/hgOTwKUCB/BNgqBShAgRgQGLnMj16TvXhqijcGRsMhUIACFCg4gTKJQI0SzvUWcIVFB4JbChSyQGCFRUnd6gonLLolGeXtsPsUoAAFKEABClCAAhSgQOEKyEf7CqpwO8GrU4ACMS/AAVKAAhTIb4FSqSsspviAfZywmN/cbJ8CFKAABShAgQgVmLXJj5kb/djL50MR+hOK/W5xhBSIVoFGZZ33yL36NeXi7fJn/tE6EvabArEjoJSCUsrVAXHCoqucbIwCFKAABShAgSIswKFTgAIUyLMA337JMyEboAAFKEABClCgkAVKJTgd4NdBOw7cxqQAB0UBClCAAhSgAAUoQAEK5JPACeWcaUzzt/lxhG+Y55Mym6VAzgRkZUWJnJ2VdW3nNz3rOhFwlF2gAAUoQAEKUIACFKAABSgQywLOX6Y521geJ8dGgWMJ8DgFKEABCkS7QMnUFRZ3HuIzm2j/WbL/FKAABShAAQpQIP8E2DIFKECB8AKNyzvl87dytqIjwS0FCl9AKWVWWFRKudYZTlh0jZINUYACFKAABSJcgN2jAAUoQIEIFnDefPHDSSO4o+waBShAAQpQgAIUyFKgdILz5vWGfXxekyVUfh5k2xSgAAUoQAEKRIxA8Xjg3JrO86OI6RQ7QgEKUCBCBeQP4BqXcx4z+XXQEfpDYrciS6CAeiOrKwbCrUtywqJbkmyHAhSgAAUoQAEKUIACFKBAHgUUVB5b4On5LcD2KUABClCAAhTIXKB+GYVmFZznMzM2+jKvyCMUoAAFKEABClAgwgXc6N7JlRWGXuLBY61s1C7lPEdyo122QQEKUCBWBRqmTlaU8f23g38EJw4MCkSCgFIKSilXu8IJi65ysjEKUIACFMiDAE+lAAUoQAEKFHkBvgVT5G8BAlCAAhSgAAWiWuCK+mlvXs/YmOlQeIACFKAABShAAQoUCQFZHSzwXs/pVdOeJxWJwXOQFKAABXIh0Kis81gpkxW3H8xFAzwl0gTYnxgRcHt1RWHhhEVRYFCAAhSgAAUoQAEKUIACMSUgL56ia0DOGzHONi8957kUoAAFKEABClCgcATKJQFnVnPebp631Y+tBwIfzxdOf3hVClCAAhSgQGwLcHTRILD7MLBou/Oc6OwazvOkaOg3+0gBClCgsASCExa3F1YPeF0KUCCcgFLKrLColAp3OFdlBfbMSD4wZPhBAxrwHojie8DPvvP+5T3Ae4D3AO8B3gORfg8EXhUp5d6LpkCb+Zvqe0tfwNnqDP+jAAUoQAEKUKDwBHjlXAlcUMuCJ/Xd5lmbfOA/ClCAAhSgAAUoQAHgjzXOhMUaJYB6pSlCAQpQgAKZCZROUGiYusLi4oL6OujMOsNyClAgnUDoZ4PpDuRhJ/UtpDy0kHqqdC41e9SkvEA5UwpQgAIUoAAFKEABClCgaAsUxOjltYlExmuFK8tYpzD3ZYqlgirMLvDaFKAABShAAQpQINcCZ1V33mrefwSYtsH5YD7XjfFEClCAAhSIegEOgAIUcAR+Xe3H8p1+/G+mF6t2O2XcUoACFKDA0QLtawDF4oCDXmDOZv4R3NFCLKFA4QkopaCUcrUDzrtILjSplNMx+RBQKScfaFbKAvmMqRxj+I+a5EkTmuTiHuB9xBUQeQ/wHuA9wHuA9wDvgSJzD2R8XRHYl+dQgbyksi8heaXSv06RskgLfrQfaT8R9ocCFKBARAqwUxSIOIFuLS3ULOl065uFPizb6eS5pQAFKEABClCAAkVdYOchP+751YtxK/04wvk3Rf124PgpkFOBIlW/fQ1n+tKkNT5s2l+khs7BUiDiBeRzNgk3O+r8xrvQYmjHwuWlLDR8Ph8kXLg0m6AABShAAQpQgAIUoIBLAmwmWgTktYRE6GsMyYf2X/aVUuavviQfeizy8sp0ydmaLDcUoAAFKEABClAgKgRuOsFCx9rO28x/b/Jj8GJ+Eh8VPzh2kgJFXoAAFKAABShAAQpQgAKRItD2OIXjyzjvjk9axz/rj5SfC/tBgYCAUsp81qaUChTlOXXeScpjM4EP/wJpoLnAfugHiZKXkDpyXPIMZ/JmzDukTlLlOPnz5j3Ae4D3AO8B3gO8B3gP8B7I6z0gryXkNYW0I/mMqZSFhtSVkDJJIy+cN2H8cNLI6x97RAEKUCAHAqxKAQoUGYGL6liQCYsyYJ9+GvPtQk5WFAsGBShAAQpQgAIUoAAFioQAB0kBlwQCqyv+t8OP6Rv0i0uX2mUzFKCAOwLy2Vog3GkRyPOERelQoDOBvKThPjAMlMlxr9eb7uvqQo/JcYb+qJJfaZjuHuE9wXuC9wDvAd4DvAd4D/hBA/4eFNV7IOPrBdkPvKaQvLhkTOV1ipRLBPKhqeQjLRRUpHWJ/aEABShAAQpQgAJhBS6srfBgi7S3l2Wy4vyt/GApLBYLKZALAZ5CAQpQgAKxKdCikkKHmnz/JzZ/uhwVBSiQG4HjyyrICoty7qS1fE0pDgwKRJqAUgpKKVe7lfaOUi6aDXzwJ6cG8oEPCWU/kJc0NOSDRdmXNCUlBZIG9iVfSGH6weJAk0oAABAASURBVGt76eClAX8PeA/wHuA9wHuA9wDvAd4DkXYPZHy9IPuhIa8/sorQ1ywZ87IfKcG3YyLlJ8F+xLgAh0cBClCAAnkQOL2qwmvtbHRvaQdbeXuWD1//y9UVgyDMUIACFKAABShAgTACdzS18PIZNh48yUaJuDAVWOS2ANujAAWiQKB9dWfa0kEvMGkNX1dGwY+MXSyCAoHP39wcuvObn4MWpRNSPZCG5qVsy/RRWPrNU1hmoo9Jl3/bF8u+7YPlA/qaNJCX/eUDn8ZSfWzpN7quOS510mKpPjdcLPmmL5boYyaVfGos1qkTfXB02gf/fa1DX8ukkk+NRToNG1/1gZQv1Gm4+FeXh4sFXz6FBV/20RGaSt6J+fp4uvjiKczXMS+TmKvL08XnT8HsS6pjTibxjy438VlvBNPPnsJsvZ9VzNLHTfTvjWCq839nEjN1uYlPeyOYSj41Znz6JGbofPr0SUzX5SY+0fmQ+Evns4ppHz+JcDFVl4eLPz/qhT/1MZN+9CScVJdJuY4pmcTkD3shXPyhy8PGB70g5ZN0mj56QvYnftATE/WxYPq+7PfE7zrNKn7Tx9PFez3xm44JmcR4XZ4u3u2J8SHx67s98Kve/zVd2gO/6H0T76TmJdXx8zHip7d74Cddx6SST41xOg0XP779BH7Ux358KySVfGqM1Wm4GPPmExijj5lU8qkxWqdZxag3nkD6eNzsj3zjcYzUx0aaVPJOjPjf48gqhuvj6eL1xyH7w3QaLobq8rDR7zEM7fc4huh0SDB9LHX/MQzW5eniNafsB51mFd/r4yZefQzBVOcHZRLfvfoovtPHvgukr+j9kBio8+FigC438fKjGBAmvtVl4eKblx7FN/qYSSX/0iOQ/Nc6/VrvO+kjCKYvOvmvdBouvtTl4eKLFx7BF/qYSSWfIT7X+048DJM+76Sf6TRc9NflYeO5h9Ffx6eZxCe6PF08+zA+0fHxUdEdTpmTfvRsd3yk63z0jKQ6JNXxYSbxgS5PF093xwch8b7Oh4v3dLmJvt3hpN3wns6/2zctlXzGeEcfN9GnG94Jibf7dMPbej9jvJVa9tZT3RAu3tTlTjyE0PSN3g8hq/ifPp4unnwIsv+6TsNFP10eNno9hH46XgvGg3Dykj6IV3tliJ7O/is6zSpe1sdN9HgQwVTnX8okXtTl6eKJB/DiEw/qcNIX9H64eF6Xm3j8ATwfEs/pfFbx7GMP4Fldx6SST41ndOpEV4SmTz/WFSYe1WmY6KvLwkWfR7qijz5mUsmnxlM6zSp6P3w/ej/cVUdoej+e1OXholf3+5FV9NTH00W3+9FTR49M4gld7sR9MOlDIanOP55JPKbL08WD9+ExHY8eIx7Rx008cB+Cqc4/HIx74eSdtPsD98JE15BU8qnRTafh4iFdbuL+e/FQSDyo81nFA/fdgwfuu1dHaHoPuurycHH/vffgfn3MpJLPEPfp/XBx7z33IFzcc8/duPtuibtwj67j7N+Fu++S/btx5513mjh06BAyTmSU1yxSppQyK3jLfmjI65jQ/cLJO3+Z5mwLpwe8KgUoQAEKUIACFMhKoEl5hd6tLTx9uo3mFZxnLbsPA89M9WL0cn6olJVdbB7jqChAAQpQgAIUyKnAP1ucP1VN8gC3N8vxx/Q5vRzrU4ACFIh4gdIJCu1rOK8vZbLipv0R32V2kAJFUABmdUWllEnh0r8cPxNSSplLK+WkZkdv5EO+QGydPgpbZ4zGtpkSY0LSMdg+cyx2/P2jLhtrIrC/fVagTOqPxdaZY3SM1XXG6Bir82OcmKFTCTkeSHV+S2pslTIdW2aMxZaQdLPObw6UTR8LZ39MMN2ij0tsnq7LQmKTLt8k+zqVcyTvxGgcnY7Gxr+cCBzbqM/dOF2XmXQMNvzlxEadSgT2N+g6G3SdDfr8DfrYBpOO1vUzxDS9r2O9Pr4+kEo+EFKmY920UVin0/U6Xa/Tdfr4Op1fJ/lgOtrUkbK1U0djrT5mUskHIrVsjd5fY/KjIHXWTB0FUxZI/5T91AjJr9bHJdb8OVrXH4XVOl2tjzvp6NR9SfUxfY1V+tiqYJ1RcPZ1OkWHPrZSpxKB8pVSJiHlgVTyU0ZC6q0MpqP0flrZCl0nXUweBbMvqY7lqWHKdN3lk0dieSA1x/S+lKXGsj9GYpnOmwjNp5Yt/WMUlkpep1LX7Ot6UpY+PxJLpTw1luhUYukkp3yJTk2klssxE1KuyxZPGoHFktfpEp0u1qnsm/SPEfhP70sEyv7TdWT/v4kj9TEdkkpIuU4XSSoxUc6V4zqVcr2/KItYqI9JBOos/H0EZN+kkg+E1NP5fyV03qSSzxALfhuBBYGy1LzsB+O34eb4Akn18fkmHQ5JJUz572n781PrBNMJI3TdEZinUwmnXO/rdubpuvMmDMc8nZ+rUwmzn5qX/cxijq4jMXf8cJg644dB8nN0OkeXyTETJj8Mpkzn/0mN4P6vwxEo+yc0n1pv9q/DMFvnTaqPO6mU6dDHZknoawbKzb6UBeKX4Zj1yzAdTvq3Lv9btxNMzbFh+FunWcVMfTxs/DwUM38ehhk6naHTmb/I/lDM0KkJXTYj9VhaOgzTdXkwfsqwb44Nder8pNOQ+EvnJabrNqen5mU/ENN0mURwf9wwTBs3FFIWTPX1zL5Op+pjEuZYal72A/GnLpPIuC9lJn4cgj9/HKojNR2n09Awx4dgiq4zRefDpmOHYrI+LjEltc5knU6WsrFDMDlM/KGPm9DH/sgqxgzGH2OG4I+xTjpJ150k+dR0kj4WGhP1vkSgTPLhYzCk/PfRgyExMTX9XV8vNH7T5RJSR+K30UPwmykLTUPzg/XxIZig60yQuqP0vo4JgZByyUsqIXkd41MjUC+wP37kDxg/cjB+HfWDjsEYr1OJX3V9UybHwsQv+vgv4cp1e1L+SyAd8QN+kZB9nf6sUwnn+A/4WcqyiJ/0saxi3PAfIPGTTiXG6frpQpfL8UD8qPed+B6Sjhv+PcYNk3wmMewH/KiPj9XpWJ3+qFOJsbodE3p/rI4x+tgYnY7V6VidjtHpGEmHfo8xErIfSHV+dGqYY7p8tA7JS5pVjNL1JAJ1Rg35Huki9bjUkRipj6ePQXD2nXTEkEGQGKlTCcmni8H6uInvMUKnw3V7wwNpID/4e5iyYDoodV+nPzgxTJ8j4dQbBMmb0MeH6RiaGpKXGDr4OzhloWlafoiuP+QHvf/9IAzVMUT2A6nkAyFlJr7DEJ0O/v47DNbpEJ0O0elgnWYVPwz6DulCn/ODPueH1PR7ffz7QYNS6wzC92b/u/Tpd2n7g/TxdKGPDUoXA2H2B+lU6n6nUx3fpYYck2sM+m4QTNnA73T9QRio2xgwYKAu+86EvCaRyYmBCOzrlyxmIqNSzusYpdImLyrllEmdwgs//PrizlZn+F/RFuDoKUABClCAAhEiUK040LG2hZ6n2vjfWTbOrJb2dvLi7X70meLFlHXyLCZCOsxuUIACFKAABShAgQgWmLnRjzmpkxblOVbjcpHwnlQEg7FrFKBAzAu0rwGUTnCGOYmvLR0IbikQgQLyWVsg3Ope2jtMOWgx0InQVE4P7Dt5YOE2P/5NDcmb0G9kLQwNfdzsSyqxXZ+njy9KDXNM8vpYoOyY6Q4//tPnSATq/qfblf3/dgD/BY5L3tQDgvXkWLgw9fxYrI9JBNpZrNtI24c+nlnIucCSnX4d0PX8Jpbo9pwATLpTp6l1lui8aV+nS/R1TEg+TCzVxyXkHImluo6E5CUkH4xdQDCfWm+ZLlsmeZ0u1SH5QFm6/C4FUy51JPQ5sr9c55en5mU/EKZcHzvW/vLdCqaupLuh87KvsEJfT2J5atkKna6QOrpNKVuhUxNSLnlJTehzM6bSlj5Xzs8YK/corAw5tlKfu1Lvrwyk5jhg6u3RqTnmnLNS51fp46t06hxXMPupZWHzuo3Vcjw1JL9anx+sG1ou+b1Om6aezptUlwfTQNleC6tN3knX7LGwRuqllq3R6Rpdx0kV0qW6Xrp9XXetDqdMt2PyTrpWtyHhtGVh7T4dumyNpBK6rhyX8026T8HkJdWxTtdZp1NzTNc1+/p8k5pjFo7Khxxfr89db+opU2/9fguBskAq50sdiXX6uNnXqVNX6oeElOv2NuhUwtSR/D4bwf3U/Ib9TtkGOZ4hNup9icAxyUtsOGCZdjbIuTq/UacbdV2zr9ONB2xslDI5ZvIWnDKdBspNPb2v62xKjY06ldikz9mkj5tUlzmpjdB0s9RJjc26zmaTt0ydzQctpAt9bHNqHUm3HLT18TBh6qWVSz2Jzan1JX+s2KrrbjlkQ0LyWyUvZTrMvqS6TMqDESg76IGpc0inJmxsDU1NPQ+26fMlAudL/qg4bOt6gbrp0+2HPZDYptveJnnd3nad3x5I9bnbQ0PKZV9SHTv0OTtkX6dOPac9p9zJS/uZ7e84YmPHEQ+kjUAdye/U7e3U7Zpj+vjO1AjUcY57ECg/KpXzzTlxyHhs15E4OGVx2KXrSDj7nuC+lJlI0WUSUk+nu3UqsUu3sUvyKXHYrWNXasgx2TeprrNbzgmJPTovYY6n5s2+Pt+pK+15sEfv79HHd+t0tzcudT9M6tV15bhO90qqz5Hz9upUYo+UpR7bG0zjsFe3a0If36tjX2pIXiLj/t7UczOW7/PFwUTq+YHjwTRwPDXdr+tJBI7v98Vjvz6WlsbpfV0m9YLHpMyJA7quhHNOHCQfPuLNsf3+eEgc0G0d0HmTSj4Qft2GLj+o04M6NW1JXl/noI4DOi8hxwJ1jk7jcUifK+HUS79/CLIfBzl2SLfn1JP9OJhjCElT25E6Eof1uRJOvXhIXkKOSUg+qziiz5cI1JG8hOxLekTFw4TUk7ykIZGiEpAi5Tp16iXgCHRZapgyfUzqpOjU2Y9Him4jRZ+XWXh1Xa85rtuy4uE1+zqv0xQdgX2vlQATum4wNcflHB1yrgmpp/flmOxLqs/x6fMlzLmpednPPOLhHHNSvz7Hbzt5n27X7EtZIOwE+EMjUJ6aQh+TSKuTaOrDSgSkjj7ut3Vep9BpoB48+t0LU5Y+DbwWSUlJgdfrNZMTA5MWndcnfknMCouBukopUxYpG+mNgoqU7rAfFKAABShAAQoUUYEWlRTubGrj/XM8+OwCD7q1tHB29bTnKDM2+vDSX150neA17/1GKhP7RQEKUIACFKAABSJR4PUZPuw/Auw+DJSIj8Qesk8UoAAFCk6gfQ1nypLM4Zm+wXkPv+CuzivFigDHkf8CSikopVy9kPPbn4Mm5cO9cNXlw0A5JiHHpZ89J/vQ7Tdv2Oiuy0387oWkD+s0ffgg+4/87sMj+tgjEyXVIamORzPEY3rfxCQfgqnOP55JPPGHH0/oYyb9w4ceej9c9NTlJib70TMkeul8aDyp901M8ePJkOit804AoelTfwLVgdUkAAAQAElEQVThoo8uD42+U4G+usykkk+Np3WaLqYBT+t4JhgKkn92msKzuuxZk+r8Xzp0/jmdhovndbmJ6QrBVOdfyBAvTrfwoi57cUZIqvMvZRIvz7Twsj5mUp1/JZN4VZeb+NvCqyHx2t82XtP7r6Wm/WbZ6KfzJpV8aryu03Dxv9k2QuMNvR8u3vzHhhOedOlb/3gQGm/P8SBcvKPL08VcD2T/XZ2Gxntz4yD7kr6nj703Lw4S7+s0XHygy03Mj0Mw1fkPM8RHet/EgjgEU53/eEE8Pj4qjccnutzEvzqv49NMov/CePTXx0wq+dT4TKeh8Xnq/ueLEvD5ongdTvqF3g8XX/6XgHDxlS4Pja8XJyB9JJr9bxYn4ht9zEl1fokT3+o0NAbo/XSxNBEDdAzMJL7T5SaWJULSQcuSMEjnB6VLk/C93jexPDUvqY4fMsRgvW9iRRKCqc4POSqKQcqGriyGofqYSVcmYZjeDxfDdbmJVcUwPCRG6HxojFxdDLIvqRPJkHTU6mSM0sdGmVTyToxek4xwMUaXh8bYtckIFz/q8nSxrjh+XJeMcTodF0yL4yez76SS/2m9k/9Zp+HiF11uYkNxBFOd/zUYJSD58RtKYLwuG78xJNX5CZnEb5tK4Dd9zKQ6/3smMXFzCUzUxyZuLgmTT00n6TQ0/thSEn/oMpNKPjUm6zRcTNlaEqHxp95PH6Ug+1O3lcLUbSV1SJoW03R5aPy1vRTCxXRdni52lILsz9CpE6Uh6cwdaelMfWzmztKQ+Fun4WKWLjexqzSCqc7PzhD/6H0Tu8sgmO4ujTl6P1zM3VMGc/Uxk+r8vExi/t4ymK+PmVTyqbFAp06UhaT/7k1N95XFvyGxUOfDxaL9ZREu/tPlobH4QFk4US5duuRAOSzRx5aYVOcPOrFUp6GxTO+ni0PlsEzH8kxixaHyWKGPrTjspCt1Gi5W6XITR8pjVUis1vnQWKP3TaSURzDV+bXBqAAn76TrvBWwLkWHpDrWZxIbdLkJXwVsCImNOh8am/wVIPub/BUh+UC6We+Hiy2oiHCxVZeHxjZVEeFiu6qE7frY9kBq6X0dOzLEztR9SU3YlSDpLp2Gi9263ISnEnaHxB5PZezR+4F0r943EVcZwVTn92US++MrY78+ZlKdP5BJHEyogoP6mEkTKsNJq+CQLg+Nw4lVcFiXmVTyqXFEp+EiJakKQsObVBVeXRZMi8l+Vfh0Gi78ujw0kFwV4ULp8nRRvCqUDqv4cbBCUlvvp4sSx8HW4dFhx5cwL5SUUsg4YVFen4S+VpF9eb0iEZqX/UiIKHlLJhKo2AcKUIACFKAABXIpkGAr1CqlcHpVhSuOt/DASRZeOsPGFxfY+PlKD17W+asaKNQrnf4Cv67y6/dTvXhSv+f72xo+a0mvwz0KUIACFKBATApwUPkgsHG//ix5she3/ZiCaZyckw/CbJICFIgWgbbHKRxfRpnuTlrL15gGghsKRKiAfJ4m4Wb3cjxhMXDxQEcklZBySSUkz6AABShAgdwI8BwKUIACFKAABXIqIG9lyOsQCVldUUImLspERclLKsckAm1LXinnzZBAWeGmTl+cbeH2hFenAAUoQAEKUKAgBPL3GiXjgYb6g5/21RWub2Th0ZMtvH6WBwM7eTDqMhsfn2vj6dNt3N3MwsV1LbSspFC1eNozkR0HgSnr/Og/34de+gP1a0an4NUZXszeLM+88rfvbJ0CFKAABShAAQrEusCCbX7sORLro+T4KEABCmQtcFEdZ7rSQS8waY0v68pRfZSdp0D0CyilgguHuDUa5xEgB60ppcLWlg/8Ah8Ehq3AQgpQgAIUoAAFKEABClCAAvkgIC9RlFLmxZJMVExJSYG8NpGQ1ykSoflAF6Q8EFImeUkLJ5wP//1w0sLpA69KAQpQgAIUoEA0CVQoptCsvMIFtRS6NLHw5KkW3utgY9glHgzW8bbO9zjVxq2NLZxXy0LT8kC5pPQj3LDPj1mb/Ri93IeP5/rwzFQvbv3RC5mgKPlBi3yYudEPmcCY/kzuUYACFKAABSJAgF2gAAUoQAEKUCAqBTrXs9CikjJ9H6dfj27ab7LcUIACESogn58Fwq0u5njCYuiFA52RNPABoKRSR8okZVCAArElwNFQgAIUoAAFKECBSBPw+wF5/SEhKyqGhrw+kZBjEtL3QCr50FDKeYMktKyg8wqqoC/J61GAAhSgAAXCCrCw8AUs/bSgWgmFVpUtyIc595xo49k2Nj4934Mxl3vwbUcb/c6y8fDJNq5taKFddQv1yygkx6f1/bAPWLUbmLrBjyFLfHh3ttesmHjbuBScPyQFt/zoRY9JXrw9y4fBi31mVcX1+/STq7QmmKMABShAAQpQgAIUyGeBOqUV3mpvQ1bJzudLsXkKUIACRwkUdEHFJOCqBs5UpbV7/BiwiK9BC/pnwOtRIKcCSikopXJ6Wpb1nUeBLKukPxjuw71AmaRKOR1UyknTn809ClCAAhSgAAUoQAEKFHkBArgsIK88lFLmxZKssBiYsCgTFSXkdYqEXDaQhuaVUrIbEcG3ZiLix8BOUIACFKAABQpMoJgHkA+o2x6n9Ac2Cg+1sPDKmTa+6mhj3BUefHa+jRfaWrj/RAuX11NoXUWhRgkgzkrronyd4OIdfvy+1o+Bi3x4faYPj0704voxXlw0NAV3/pyCvlO8+GiODyOX+c2Kiev2yh98pLXBHAUoQAEK5IsAG6UABShwTIEyicCH59hoVFbhpTNsJNrHPIUVKEABCkS1gExWlEmLMogB+jXszkN8V1wsGBSIZAH5bE3CzT6GvLWVu2alQ6EhHwhKS3xIEQVGwQvwihSgAAUoQAEKUIACRU1AXnsEXpPIZEV5TRIagWOhaeQZOZMmnW3k9Y49ogAFKBB5AuwRBaJHoHSCwgnlFDrUsHDTCRaeaGXjzbNtfH+xB8Mv9ZgPqPucZuPOpjY61bFwUkWFysXSPyvYesCPuVv8+GmlD5/P9+HFaV50He/F5SNTcMWIFJOXMjkmdaSunBM9SuwpBShAAQpQgAIUKJoCOw7CrIIto5fVsp9vayNOyR6DAhRwBLiNJYEWlZT5BgEZ04TVPvy6St7dlz0GBSgQyQJKKbNoiFLKtW7maMKifMAXuLLkJWRf0tCQMve6KK0xKEABClCAAhSgAAUKTIAXokCUCcjrI6WUebEkExYlAhMWQ1+nSD4wtIz50P1AnYJN/ZC3ZpxtwV6ZV6MABShAAQpQIO8ClYoBJ1ZU6Fjbwh1NbTzV2sYH53gworMH31/sTFB84hRnwmKHms4ExtIJ6a8rqx7O3Og3qyDKaoiyKqKsjiirJMpqiY9O9JrVE2UVRVlNUVZV3Hs4fRvcowAFKJAjAVamAAUoQIGIEJBVsL9b5DN9aVYhbTKPKeCGAhSgQAwJXH28M0Vpt34tO2ChvCMeQ4PjUCgQwwLyGVog3Bqm82iQw9akE0qpdGdJmUSg0M/HlgBFupQ7FAgIlClVEs90ewD9X3sRn//vVTSqVzdwiCkFKEABClCAAhSgQA4E5LWHvBaRyGyyYmhzUi90P1Ly8gpLQUVKd9gPClAgjwI8nQIUiC0Bj/6/6OolFE6tonBZPQv3nWjh+TY2PjvfxtgrPPi6owevnmmjW0sLVzdQOKOaQt3SQFJcmsNBL7B8lx+T1/kxeLEPb8/yocckL2750YvzBqfgtnEp6DXZa1bYGbLEh6kb/Fi1GzjsfHad1hBzFKAABShAAQpQgAIxJyArZf+x1g/5A5Zhy/gEMJp+wOwrBSiQPYHO+rW0rLAotQcs9GL1Hk4qEgsGBaJBQCkFpZSrXc3VhEWlFAIf8gVS6ZXkJSSvq0jCoAAFwgjced1VeLnHo6hWtQr27dmPzes3453nn8Vzj3ZDieLJYc5gEQUoQAEKhAgwSwEKUCCdgLxEUkqZF0sZV1aUfXmNIiEnBVLJS2Tcl7LCDL5FU5j6vDYFKEABChR1geQ4BfkavnbVLFzb0MLDJ9vo187GN508ZlJi//NtPNfGxr0nWrhUf9ByShWFaiUUZDJjwG7XIT8WbvdDvtrqm4U+vDrDi+6/eXHN6BRcMiwF9/zixbNTvfh4rg+jl/swa7MfG/bxGUDAjykFMghwlwIUoAAFKFBkBOQZ4aszfOYPWLycr1hkfu4cKAWKikDFJOCqBs70JJmYPXSJPOoVldFznBSIfgH5LE3CzZE4jwjBFrOXCdeJcGXZa421KFB0BM4+/VS8++xTOK1lC8TFJaBYsWKoULECqteshslT/kKpYiUx8N13cPcN14L/KEABClCAAhSgAAWyJyBvbcjrkYwRmKwYaEWOB/KSyr5SSrIREE4/nG0EdIddKAICHCIFKECBoilQNhFoUl7h3JoKtzS20PNUC2+39+CHS2wM62zjvQ42nmxtoUsTCxfUUpCv5JMPVkK1Nu8H5mzx48cVfvSf78Pz03y471cvLh2RgqtGefHQBC9enu7DVwt8+HWVHwu2+bHjYGgLzFOAAhSgAAUoQAEKUOBogUNeeZfr6PKS8UeXZb+ENSlAAQoUvoBMVpTX1vIoN2ARZ2UX/k+EPaBAzgSUUmbREKVUzk7MoraVxbFsHZIP+SSksqQSkmdQgAJpAifUr4t+vZ/ATZdfijhPHBLiE5CYEG9WKpXfGfmdbtCgLoolJ2L6jL/RpkUrDP7wfbQ//bS0RpijAAWiR4A9pQAFKECBAhWQ51JKKfNiSS4sz68kJC+RWV4pJYcjJOStGsCv/xchHWI3KEABClCAAlErUCVZQb5m6qI6Fu5qZqHv6TY+OtfG8Es9+O4iD/53lo3HWtm4oZGFs6tbaFgWKBWf9rzAr/9vec1uP/7a4MewJT68P8eH3lO8uP1nLzoOTcGNY1Pw2EQv3vjbi0H6g5ZJa31YutOP/Ueilowdz60Az6MABShAAQpQgAL5LHCjfs768XkeNCqb9nw1ny/J5ilAAQq4KiCvz+XroKXRgQt9mL9Vv+iWHQYFokmgiPdVPmcLhFsUeZ6wqFT4J0fSUbc6yXYoEK0CFcqUQZ+H7scjd3VBclIy4jweJCcn6+Hoj6L1u9/O74mTl4+nk5OLoVGj47Fj5zbMm7cAD3W5Hf37vYz6tWvpc/hfLAi8/MBdmP/D55g18BN0u/6KsEOqW60qXuh6B/784l1M+vQttG7aOGy9olR4SuNGePeJbvjnu/744pmeYYeeHduwJ7KQAhSgAAWiXkA/rQr+IYg8vwqNwOCkTPJKKUlMfZOJsI2CirAeFV53eGUKUIACFKBAZgIJNlCrpMLpVS1cWd9C15NsvNjWxucXePDj5R58eaGNl8+w8WALffx4C22qKtQupVDMk9bigRRg6Q4/ZLKhTDqUyYcyCVEmI54/JMVMTnxqihcfzPFh+BIfpm/wQyYxpnAhiDRE5ihAAQpQgAIUoIALAmwic4HKyQo3N7YgQLvV4wAAEABJREFUq4S/1d7GpfXy/NF+5hfjEQpQgAL5IFA+SeH2Js5j13/6NfiAhXxRnQ/MbJIC+S6glIJSytXrOI8MeWgy8MFfIA00pZS7HQ20y5QC0SJw/03X4fnHu6HGcVUR54lD8eQk3XX5vZAJikj9kFzy6UMfQcVKFdGw0fFYsHAB1q7agI9eeRmv9HwcZUqX1G0U7H/ntm6JT556FH9+/h7m/fAZ/hv2tQmZODbijRdwW+eOwQ61P/kkDHntWU6wC4qkz7TUP9NTm52g7wcPkhMTcXarFukqdD6rDQa/9gzE9coO7VCuVKl0x13ciZqm5P4a+84r+OLZHpB7MSkhPmzfj2Ub9iQWUoACFKBAzAgoPRKllHmxFHhdEpoG8rqaeQ4Wui9lkRT829JI+mmwLxSgAAUoUJgCJfTLvwZlFM6urnB9QwuPnmzh9XY2BnSyMeoyDz4+z8bTp1u4q7mFS+oqnFxZ4bjigG2l9Vq+hnnBVr/5Wmb5emb5muaHJnjN1zZ3Hp6C+8Z7zdc5y9c6y9c7y9c8y9c9p7UQ9TkOgAIUoAAFKEABClAgigU27vPj3l9TIKkM474TLfRubUuWQQEKUCAqBLq1sFBfv7aXzg5c6MdhzlcUivwItkmBfBWQz9Uk3LxIyFt4eWtWKZXuwz9+0JY3T54dvQKdz+uAd599Cief2Fy/Se5BfFycGYzzy5s2OVEmJgZWA5IKznFdqgv1f7rIj9q1a6Fe/VqYNHEy4q14DHz3HTzU5VZ9LP//u7DNqWbi3DuPP4QzTmqGg0cOY9yU6Xj6wy/w+Fsf4oMfhmPz9h24/6rO+OWDfrj63LNwUbvTUblcWRTLZFJZ/vc6sq/w98LF+GPWXBw6cgT7Dh7EbzNmpeuw/NzHTJqK8dNnwefjszWDo1EGjhuP5WvXm93MNseyzew8llOAAhSgQGwIyGsPeS4lkdWIjnU8q3OPPuZ2iTINOluT5YYCFKAABSgQ8wKy0kKzCgrn17ZwWxMLvfSHr++2tzH4Eg+G6Hing42ep9q4VR87r5aFprqunBMKs0F/iDtrkx+jl/vw8Vwfnpnqxd2/eHHJ8BRcMzoF3X/34tUZXnyz0IcJq31YuN2PXYfk2UNoK8xTgAIUoAAFKECBzARYToHCFVi2E7j3Vx8mrnE+N1q8w0kLt1e8OgUoQIFjCzxysoVTqjjveMvr9T/X8/Hr2GqsQYHIFFBKmUVDlFKuddC1CYvy4Z9SaR1Ly7nWVzZEgYgWOLFxQ7z+1BPofN45sC1bh4X4eGeyYqDj8nsiAWScuChvlB9dJnUtS6FBo/ooXjwRU6fOQLMGjTDs04/QqcPZgWZdT3vfcRNefvAuNKxVA9t378bLn3+L9nd1x2NvfoiBP43HiN+n4KMho3Dnc/3Q7s6H8MeseXhSn9OpbWskJSagRPFieetTDJ/d54PP0OzqLmhx3Z14c8CQdCMdOXEKPh81DpNmz8WBw4fTHSuqO5+P/BFfj/kZc5YsOyZBVrbHPJkVKJBDgdcfvg/P3397Ds9idQpQIL8E5GWIUsq8WJJryHMoSQOhlDJ/XBXYj8xUPxfUHXO2OsP/KEABClCAAjEgoN/SQLXiMKsfXlLPwt3NbTzTxsYn53kw4lIPBnSy0a+djUdaWriuoYWzqikcX1ahZHza4L3684xVu4Gp+oONIUt8eHe2F70me3HbuBScPyQFt/zoRY8/vHh7lg+DF/swZZ0fK3b5cTAlrQ3mKEABClCAAhSgAAUoEM0C+4748cJfPvM8+Pv/5DPFaB4N+04BChQFgS5NLJxfyzJDHbnMj8H69brZ4YYCFIhKAfncLRBuDcB5hHCrtZB2/HyuFKLBbKwL9H3ofnS99WYkJSSZiYrJyVlP2Ev7RdYfSetflsC+pJlNZixeojgaNqqPPbt34Z8583HbVdfgi//1c51WJiped8E5SIyPx8at29Hj7U/wxaifMr3OvgMH8ewnX+o648zKgVCAx+PJtD4PHFsgJUV/qsLH0HRQm7ftwBFxSVfKHQoUjsCZLZrjtKaNoZR+wCucLvCqFMiWQFGqpJ9OmQmJznOpo0eeWfnRNQu3RB5VFFThdoJXpwAFKEABCuRQIEm/BVCnlELb4xSuamDhoRYWXjnTxpcX2hh7uY3PLvDgxbY2up5o4Yr6CqdVUahZEpDzApfarz+A/W+HH7+t8WPgIh9en+nDoxO9uH6MFxcOTcGdP6eg758+fDTHB/mgY+ZGP9bt1e+g8LVzgJApBShAAQoUYQEOnQIUKDoC8jw442hLxAH1y/D9pIwu3KcABQpP4OK6Fq5taJkOzNjoM394aHa4oQAFolZAKQWllKv9dx4lXG3SaczlfjqNckuByBA4qheykuLePbtRqmRJeDxxsG0P7GyEZdlwwtK/3LbOWzqVUCYFFGACwX+VqlRCwwb1sGPHDixZsjxY7kbmgWsvR8e2reGxLRw8fBjfjvsVk2bNyVbTb3zzA36eOgO2ZaFahfLZOoeVKEABCkSjwGXtz0DZUiWisevsMwViVsA8Y9IvQJRSZuJiNA+U8y6i+afHvlOAAjEowCGlCpRKUGhUVqF9DQs3NrLweCsbb5xtY2Anj1kp8cNzbfQ5zcadTS10qmPhpIoKVZIVLP3/zUj9t+0AMHeLHz+t8OHz+T68OM2LrhO8uHxkCi4d4cUD47146S+vOfbTSp+pu/UA/58xlY8JBShAAQpQgAIUoAAFjhKQ59uygvlb+rn59fp5uuwfVYkFFKBAdgRYxyWBBmUUHjjJMq2t3ePHk5N9Js8NBSgQ3QKyMIiEm6NwHincbJFtUaAICjz52ptYu2ETkpKK5SGSkJgYGol634mEhEQkmEhAQoITNWvVwAsfvO+a9onH18OlZ7VFQlycaXP+0hX4eMgok8/u5psxv2DD1u3Zrc56FKAABaJOoPuNV6HDKS2glEyPirruR1iH2R0KuCcgUxnkhZKEe60WdEvO44qzLehr83oUoAAFKEABoGIxoHkFhQtrK9zexELv1hbeP8eDIZ09+OFiG2+1t9HjFAs3N7ZwTk2FxuUUyiWll5NVD2XVF1kF8aM5XvSd4jWrI140NAXXjUkxqya+/rfPrKL4+1o/Fm/3Y+/h9G1wjwIUoAAFYk2A46EABShAgfwSKJfoR5lEBY/+xP9W/Tz9jbMt84dD+XU9tksBClAgKwH56OzVdrapckS/ac/JioaCGwrEhIBSynw+rpRybTz66YtrbbGhSBFgPwpFYO++/di6eUeBxYplq10d56Xt26JqhXKmzUNHjmR7ZUVzQurmn8VLsWDZClQoWzq1hAkFKECB2BG447JOuPGCc4ITu2NnZBwJBaJfQF4fKaXMi6XoHY1+B0d33g8n1Vn+RwEKUODYAqxBgRwIyIeY1UsqnFpF4bL6Fu5rbuH5Njb6n29j5GUefNPRg9f0BwvdW9q4pqGFM6tZqFcakK+YC1zmiA9YvsuPyev8+GGxD2/N8uGJSV7c8qMX5w1OwW3jUtBrstd83dOQJX5M3eDHqt3AYX1eoA2mFKAABShAAQpQgAIUoIA7AlsOAPf9moKJa5wn3I3KKjxxCj/+d0c3wlphdygQBQKfne9BkgfmXx/93sCGfXyv22BwQ4EYEJAFQwLh1nDy7RmLdNStTrIdCkSDwIcDBuF/n36Iv+fMwL+LF2DF6hXYtHkTNuoY9MMA/PjLaMyeNwuLli7C6rWrsWXrVqxcvRKffPYhJk39HXMW/IPFyxZj7fq12LptG+YumIv+X36MaX//iXkL52LZiqVYv3G9Oe/70SNxd++errHUrloZrZucYL6SWhrduXsP5ixeLtkcxyP/ex+93+sf9rzK5cui9x03YcLHb2DB4C/x37Cv8e+QL/Hn5+/h1YfuQd1qVdOd1/msNpg14BNTT+oG4oWudwTrtW7aGJM+fSvLOoHK57Zuic+f7oF/vuuPL57paYqlT691uwd/f/ORaWPu95/hs76PH9UXUzlkI+c9f//tmPzZO2YM0jcZ0/gP/4c7L78opGb67NXnnoXBrz2D+T98jtBxpK9VNPeSkxLRo8sN6e6PeT98hiGvPYsSycWOiZId27YnNcOgV/pCfs6Bn5ncj+8+0Q2j33oJD113xVHXCfyspZ78jOU8CbmPhr3+PK7s0O6oczIWyHXl3pv17cdYNPQrc6/J2Ma8/TJu69wxY/V0+/J7MDjknhGnZ+/tYu5ZaWvUmy/ixOPrpTtH9t98tCumf/1huutJ3WP1NzfnitHjt1xrfnYTP3kL8nspHZJryTXFTfoq/enZ5UY5FIzQOuIqv4uvPHg3ZJzBSmEy4iZ+4ijnBdqX32fpT5hTEO4eOVHbfdz7UfO4IO3MGvgJ+nW/11w/0IY8RsrjQvcbrkbxkHtR+i7nSMjjUGDcgfOySqWP8hiSm/tKbHro35Upn71rfr4ydrm35N7+6MlHzO9MVtfmMQrEooBfv+8hrz8kon18Cirah8D+U4ACFKBAIQoUiwPqlVFmsqFMOpTJhzIJ8asLbYy5zIP+59l4ro2Ne5tbuLS+hVOqKFQvoZDoLIBgei4rHi7c7seE1T58s9CHV2d40f03L64ZnYJOQ1Nwzy9ePDvVi0/m+jBmuQ+zN/vBDyEMHTcUoECUCrDbFKAABShAgWgWOJACvPCXD+/M9mHfET/6zfRF83DYdwpQIEoFnmtr47jiTuffme3F35v0m/bOLrcUoEAMCCiloJRydSSWq62FNKZUph0NqcUsBWJLYNGKVfj734WoVL4C6teti7p1auO3Sb9h586dWL1yNfbs2Y2ypUujevVqKF++DH76aSx8Xh8Wzv8XKYcPo2KF8mjYoAESEuIw9c/JuiwF8+fNg23ZqFG9Ok468USs3rwRv06dCjf/ndiwPiqWKR1sctfefZg2b0Fw343MJe3aYNBLfXH1eWdjzuJluKRbT3R84Al8//MEJCbEQyZlffVsL1xxTtrkrxG/T0GL6+/EMx9/gW07d4fthvTzzDseMnU2b99xVB2Z2CMTCH/5oB/eefwhnN68MZL09aRih1NaYuBLfSB9C0xCSoiLQ5sTm+K5+25PN2FJ6gdC+jjk1Wdxzqkt8d1PE9D+7u64qfeLelxLcVzF8njkxqvNpEe5tpwTmJj05xfvQiaaNa1XB3EejxxipAqc0rgRvn/ladzS6Tzs3L0X3fq9jXZ3PoRvx/6KGpUr4oYLz4HHDvkELfW8nNhed34H/O/h+1CuVEm8/Pm3aHDZTZDr7N67X/8sW6BW1cqpraYlMplNJoDJxLRDhw6b+nJPvjlgCA4ePoQT6tREn7tvQfcbr0o7KUNOVuV7Q1+3VeMGmDh7Ljo92MPcL/OWrDATY3vcep2ZwCiT3iRkAt4TuiwwAfCVB+9G6D3T585bcKX+PZF7VimF+jWq4fIOZwavKtf75KlHcVKD+hg6YRKefL8/fpn2N2Qyz/E1q+OZe42qa5sAABAASURBVLvg5QfvCtYPzeT03MBEzHHvvobbL+2E4/RjmO6SaVKuIdeSa3psyzyBKVU8GTd1Ohcv3u9MOpYJe0/fcysCdeREGdfF7U6HjFP2M4ZMbP76uSfR/YYrsVU/tr746bd4e+AQrN28BSWTi5nf5wEvPoUzWzQ3p8o9IpYyuS/j79/NF52Pj7VVu5bNg48LyYmJuOiM0/B8ah+lkc07dmLQz7+h17sf4++Fi6XIxI9T/sLjb31o4oX+32De0mWm/FibvNxX8rjyzuMP4voLOmD6v4vM/XTWXd0wXD9e1tf/33LWySciKTHhWF3gcQrEnIC88lBKmceaaB+cP9oHwP5TIL0A9yhAgXwQKJMINC6vcE5NhZsbW+hxioW32tv47iIPhnf24P0ONnq3tnB7EwsX1lZoXkGhcrL8/2RaZ7Ye8GPOFj9+XOFH//k+PD/NZ1ZmuXRECi4fmYKHJnjx8nQfvlrgw6+r/FiwzY8dB9POZ44CFKAABShAAQpQgAIUiCyBUct8uHGsD2v3FMq7S5GFwd5QgAIFKnDTCRZOrazMNYcs8WHUMj4OGQxuKBBDArJgiISbQ7LcbCy0LT4EhWowX5QEDh45jBKlklGpckVUPa4K5Fv9bOWBBHw+lCiZjAoVy6N8hXKmTMolYPtRqnQJHKfPSS6eFDym/DY88TbKVSiLWrVqAJaC2/8a1KiGhIS0CS7bdu1x9RIycUgm8ZUvXQoDfvwV3fu9i2Vr15t4+qMv0X/4GBw8fBjly5RCz1uvh0wsC+3AgB/HY86SpaFFR+WlzsyQiUSBCvsOHDTZr0b/jFUbNpu8bJIS49Gzy/VYt2krHnnjAzMx8vMRYyFfhy3HG9ethesu6CDZdCF9kz4mxMfhrW+H4N1Bw7Bx63ZMX7AQX4/5Gbv37TeTJVo3a4xHbrzGnJsUH4+1G7fgsxE/YrvLtuYCUb6RCWi977jRTN6bNm8hbnrqBTPBTlxf/nwA/vftYOzXP0eljr73s2srk7xkkp9MFP1i5Dh9H443ajKR74Ynn8OCZSvNfsbN3VddggY1q+PAocP4Vt+7Ul/uqQ9+GI5RE/9Eitdnvh74nFNahp3gesU57XD35RejZPFkTPlnfvDel/vlqff7m98BuaZPPzbMWrQEMklXYuHy1ZCJlAP0Nbfs2ClVTMjkzZNPaICvRv+E1Rs3QZ4UeHUfdu/dZ47L/XnPFZdgw9Zt6PLMKxC/Ib9ORNdX3sRLnw3AXn1/yuTBjm1bo3uGSZa5ObdEsSRMmTNP/7xmICXFC/mnlDKTEts0bwJxkomncv3l+ndejtuWhdbNG0NWgLzojNPx+8w5uPO5fiZkArJXW9iWBZl4d27rlnJKMOTn2PuOm9Hs+Dr4fOSPuKXPyxj403i89/1wdO7+JP6a/6+pKxMnH73panNPyT0ilp+PSv/7J5O05Wczff4ic23p55jJ0yDXV0qhje7/hW1ONe3Jz/ynqTPMz+fwkRRTJpt9Bw+ashG/T4Ecl3pSfqzIy311Q8dz0VLfA3LPBh5L5Xfl2U++xIdDRprH0mNdn8cpEIsC8tpDHhMlond8zv/POdvoHQV7TgEKUIAC7ghUSVZoUVHhojoW7mpmoc9pNj44x4Ohl3gw6CIP3jjLxuOtbNzYyEL7GhYalVUom5j+2vJB5V8b/BimPyx4f44Pvad40eUnLy4cmoLrx3jx2EQv3vjbi0GLfJi01oel+qXH/iPp2+AeBSgQCQLsAwUoQAEKUIACFMiegKywmLHmebUsPHGKBVmNPeMx7lOAAhTIq4C8LyETFqWdafo9iI/0+w+SZ1CAArkRiNxzlFJmHoxSyrVOWq61lKEh97qYoWHuUiDKBJRSsCzbhP4NRto/ZcoCx0J/ZyQfKLeUhfz+V6J4MmQSU+A6G7dtC2TznMoEo3uuvASyytm6LVsx6KcJR7Upk43+nLvATL4qkVwM117QHvIVrKEVt+/eE7obNr//oDM5MePBT4aONpMJZy5cFDwkq9KNmzIdN/Z+HqMn/QmZaPTyFwMxb8lyUycxPh71qh9n8oGN9On6CztA+vj3wsVmolTgmKRrN23B3v0HJAvbslCnWlWTX7F+o5lI9OmwMVi6dq0p4yZNoOu1l5sV9rbv3o0B434xP4u0o8DAcb9i0ao1oUXBfHZtz2zRHNUrV4Rf/+/A4cPB8yUjP/shEyYedV05VrNyJf1rq2DbFoonJSH03xx9rxxMvedk4l7TenVDD5v85WefYSYryoTcGf+m3X9ycNna9fhj1hzIpEdL3y9lShQ3E/x6v9cfIydNCd4zy9ZukOomGtasgUG//GYmIt701Iu6/gi88uVA9Pt6kPmdkftTJut8rO+1Zbp9c1LqRhwXr1ln9hLi4nB+61bmHCkI3Ns5PVdWGJT7esKM2ZDJe9JW+dKlUKp4cdza9+XghF6Z6PneDyMQmFhZtXw5NG9QD30++MxMppykHSSe/vALrN6wSZoxE0BPqF3L5AObOy7tBFmpctrcf/HGNz8Eik0qP0e5zv6Dh8x+3WrH4TLtH3qPLF6d9vvXpF5tfDR0VPD6MunvnYFDgtcvlpiAhrWqm7bc3uTlvjpJu8nj05GUI0d16+MhozB/6YqjyllAgaIgoJ9umcdrpeRZVLSOWP5fSv7WRaZfRusYorDf7DIFKECBQhKI1y/1a5YETquicEV9C11PsvFiWxufnW9j1GUefHmhjZfPtPFgCwtXHm+h7XEKdUsDxePTOnzYBzPJUCYbDlrkM5MPZRLijWNScN7gFDM58akpXnygPywYvsSH6fqDA5nE6NXnpbXCHAUoQAEKUIACFKAABYqAQBEdYgX9sUbXEy10qGHh0/NsNKsQze+dFdEfIodNgQgWuL6RZb75Qbo4d4sfffR7EJJnUIACsScg8wgC4dbo9NujbjWVvh356sn0JdyjQNEUsJQN2/KYsEI+RJdsoFxSIORFgj4oZRKWPhf5/K9KubLpriArjKUryMNO57PaoGHtGqaFZWvXQSYPmZ0MmzF/TMOefftNab1qx+GKDu1MPr82cxcvN5O8Mra/csPGYFHlcuWCeclIn+ocV9WsYJZx8pkcn7d0OabPX4gjKSmmzj//pX11rByX8BWhD4ZkvMeKTm1bm5XslFJYumYdZMJZuHP+W7kGsgphuGOBsqxs4+M88Ng2iiUk4KK2p5nJcIHzJJ06ZwFCVzKUMom5S5aZCYVbd+zCP4uXSVEwpCwwSU8mHFpWyO+wriUrIVarWEHnAFkFMVz785evQmDSY8WyZdDs+LqmfujmwKG0ibgLdH2ZlCbHZYLdWwOHmNUWZf+801qhZtXK2LpzF36bMUuKjopVIfd3hdKl0LheHVMnL+dKAzt278XBQ85EwW27duP9H4YHV4+U4xIyMXiL7pvkU7xeDJ/wB0ZOnCK7wZDHh43bdph9WQ2zYrkyJi8bmfx81sknSRaLVq4yacbN8nUbsO+AM2nY47FxQp2aGasE92WSpaxUGSzQmYzXL19GfyKsy93+Ly/3VVJCoumOTOaUVTHNTshmnr5n5TEopIhZChQJAXnt4fYLpcKAk/8nUaHPCQujE7wmBShAAQq4JiCTC48vq3BWNYXrGlp45GQL/drZ+LqjB6Mu9+CT8zx4po2Nu5tbuKSuwsmVFaqVUEiw07qw5zAwf6sfv6zy48sFPvM1zQ9N8OKqkV5cNDTFfI3z89N85mud5eud5WueNztPidMaYY4C+SzA5ilAAQpQgAIUoAAFIlNgf4rClPXOB1Plk5R5PXJbEysyO8teUYACUSUg73Pc2th5PJHJio9OdL6JLaoGwc7mWIAnFF0BpfSnVzrcFHAeQdxsMbUtl/uZ2ioTCkSfgFIKlmWbACyE/guUSxr62bTSO1IWiNBz8iO/K3WiYH60fcZJzZCc6Eyw2Z7FKokywWrzjp2mCzLRSL7y1OwU8Gbzth1mwmG4y0qfpG8yIWr5mvXhqqDHOx+jyVW3ofk1t+PNAUPC1mFhmkD7U1qgZHIxs7rmyvXOynppR9Nyu/buNV/Vm1aSs5wzoe4wlFI4rdkJ+PaFpxD6dcMyUS109b1A6z3e/hiNr7wF7e/uDvm64kB5xrSYvscrlCmVrrhy+XIonuTc++kOhOyETnoMKU6XDf29WbdlS7pjoTsnNqiHhLg4s7LnrAGf4L9hXx8VsuJg4Jz4hDjUrFzR7OblXNNAyEYmlvp87q8OdmaL5jiuYnnIRMZ7rux81NhkvJ8//QQqhEwyDM2HdDHLbFbGWZ6Yg4N5ua+27dplfl9kpdfHbrkWfe68xaxgG7i8rPwpvy+BfaYUKCoCSg9UKWUe53U2qv/L8Aga1WNh5ylAAQoUBQH50E9WKTm/loVb9Qd/PU+18XZ7G4Mu8mDoJR68q/O9WtuQDwWljtStVAxQSPsnEwxnbfJj9HIfPp7rwzNTvbj7Fy8uGZaCK0am4OHfvXhthhffLvRhwmofFm73Y9dh/j9GmiBzFKAABShAAQpQIOoFOAAK5IvAviN+vDLdh2f1a4x9h51LbE9bI8Ep4JYCFKBADgWubWiZ9znkNE5WFAUGBWJfID8WDUk/eyr2DTlCChS4gLJs2KmhVOhHEgiWy3EV8nGFUirkmIX8/rc/9WttA9cpW7JEIJunVFZEq1WlsmlDVvySyYBmJ8xGvs5107btwSPlSpWEfE1tsMD1TM4alL5In+SslBQv9h9KfWUnBYxcCxxfoxqUUpAV97alrr6X68ayOHHSrDmYs3SZmeillEKj2jXw1mMPYtjrz6PzWW3MmQ+//h5kxUKzk8Wmab06eKnrnfjfI/dCVkXMrGroZESlFEoU059KZlbZhfLAao7L1q5Hg8tuOmY0vaoL3vt+uLlyXs41DRTAps5xVZCUGG8mFL+v+52dMV7crVcB9MydS2T3vpowfRZ2p04yl8fYGzqeg1FvvGjuycrly+LHKX/h5qdecqdTbIUCUSQgUzby48VSwRIoczlna7LcUIACFKBABAjop/I4rjjM6oeyCqKshvjM6RY+PNfGsM42BnSyzSolsnri9foN+7OrKzQsq1Amw98urdntx9T1PgxZ4sO7s73oNdmL28al4PwhKZCvcO7xhxdvz/Jh8GIfpqzzY8UuPw5ycQKX7gA2QwEKUIACFKAABShAgaItMFm/xujycwq+/teHEUudFReLtghHTwEK5Fbg6gYWujRx5i9E3mTF3I6K51GAAscSUEqZeR1KqWNVzfZx55Ek29VZkQIUyKmApSxYlseEUul/eQPlkgKhx5SpL+WWspHf/9Zv3orDKUeClyldwp0Ji03r1YVMqJGGbctCqeL6Ux7ZySQ2bEubsJgYH4dK5cplUrPgi6Uv0ie5sqyyWCwhXrIRFa2bNsakT98Ku/KcrD5XkCH9kP5kBSTHSxVPzqqKq8ee+egL/DF7LlK8zotx27LMVwa/8uDdGNrvObQ9qVk2GC9UAAAQAElEQVSW17v63LMw+LVnMOCl3mjeoB4G/zop7NdIBxqRFRnXbHJWREzS98sJtY/+euIyJYsjMSHBnLJ5+w7MzfC10+ZANje27TxWyCNJ4Pcum6ciL+dm9xp5rSdf6a1SHyetDF+/nde2C/P8nN5XYyZPwxvfDoZMiA30u6T+Pbq8w5kY8+ZL6H3HTcHH3cBxphTIV4EIaVyeYimlHyV0REiXctENmXYJ+PX/cnEyT6EABShAgTwIJOqn0rVLKbQ5TuHK4y082MLCy2fY+Ox8G6Mu8+DzCzx4sa2NrifZuKK+hdOqWqij6yfHqeBVZXLhkh1+/LbGjwGLfOg304dHJnpx/Rgvzhucgtt/9qLvnz58NMeHkcv8mLnRj3V79eO+8/AfbIcZClCAAhSgAAUoEJEC7BQFKBD1AjsOwkxYzDiQyskKVXRkLHdzX15Hudke26IABQpH4KoGFu5o6kwx4mTFwvkZ8KoUKCyBwKIhkrrVB+fRxK3WQtpxs5MhzTJLgagTsGDBVrYJpfMI+RcolzTtYw5AKQUpCwTy+d/C5auwJ3XFLrlUpbJl0LReHcm6FpZlISEhLtvt+fWHNinelGzXL8iKSQmJqFqxfEFeMlvXmrd0GV7o/w0ef+vDQg/ph/QnWx1PrWRZKjWXP8nGrdtx53P90PeDz7By/Saz2qJcSX7fGtethTcfuR83X3S+FKULmcgoExqfvuc2WMrCvS++iY4PPIE/5ywItpHuhJCd0ZOmmt8tuUabE5vizBbNQ44CpzZthBLFksyqgT9Pm4kV6zemO56bnVIlknFq40a5ORV5OTdXF8zFSXEeD2qkrtyai9Mj5pS83FcDx/2KKx7vA5m8eCBktdfiycVwY8dz8X7PbpDVFiNmsOwIBQpAQJ43yOsPiQK4XL5eQkHla/tsnAIUoEBRFSgVD7Py4dk1LNzQyMJjrWy8fpaNbzp6MPIyDz4610bf02zc1czCRXUstKikUK2EQryVJrbrkB/ztvjx0wofPp/vw4vTvOg6wYvLR6aYr2++f7wXL/3lxRf62M8rfabu1gP6xW1aE2FzLKQABShAAQpQgAIUoAAFKFAYAvKxTM9TLfN6SF4H5UcfnjjFQqc6fL8rP2zZZvQJRHOP5Q887+RkxWj+EbLvFMiTgMx3kMhTIxlODnnbNcORPO663dE8doenU6DQBGQSlm3ZkLBU+ifkUhYIhBxTUKa+HLP0ucjnfxNmzsaKdWkTpcqVLmkmUuX1svsOHAiuZidtVa9UQZJsxe59+zDz3/+yVbcgKoWOJbPV8gqiH1ldY9+Bg/hp6gyM+H1KoYf0Q/qTVX9Dj8kktErlyoYW5Vt+8PiJOP/+R/HsJ19i9cZNwUmHJZKL4Y5LO0JWfgxc/I7LOuGNh+9Dw9o1MGrin7j80acwefbcwOFjpgN/Go8vRo3D3n37zQSynrddj3NbtzT5PnfegkvObAOf/vxy9B9T8b9vvj9me9mpUCq5OFo0Oj47VY+qk5dzj2osHwsa1aoB+Zr2fLxEvjad1/tKOicTcOVrzK/Q9+TYKX/h0BFnlVylFE5p3Ajdrr9SqjEAGhQRAaXHqZSCUkrnovs//X8L0T0A9p4CFKBAIQpUTAKaV1C4sJbC7U0s9G5t4Z0ONr6/2MYPl3jwdnsbPfWHZbc0tnBuTYWm5RUqFkvf4U37YVY/HLlUVkP0ou8UL+78OQUXDU3BVaO8eGSiF6//7cPART78vtaPxdv92Hs4fRvcowAFKEABClCgwAV4QQpQgAIUyIVAo7IKEokeQFaaf6GthdIJ7r6/1qGGZf4Y7MxqVi56yFMoQIFIEJBVUuUPPKUvXFlRFBgUKHoCsmCIhJsjz7dnBvygzc0fUyS2xT5lV0ApG5blMYEMH6IHyiVN9/Rf15OyQGT3WnmpJxPM9h88ZJpIjI/H2SefZPI53Vx3wTn4+rknzYSseUuXY8PWbcEmqlWsmK2VG+WBbvHqtYikfzKWnXv2mi4ppdDyhIaoW62q2Q+3OfH4ehjw4lPocErLcIdZpgVkBcbQSY0NatZAclKiPlIw/w34cTwufbg3ho6fZFY4lKtWKFMa57U+WbJm4uLNnc5DyeLJWLFug5ngaA7kcPP5yB8xdd5C7N67D+VKl8I7jz+EiZ+8hSvOORPrNm8xKz72ePvjHLZ6dPWNqb9rHo+Ns1udlOX9Kc5fP98Lt158vmkoL+eaBgpgs0z/DA6lriZYrVIFXNb+zCyvevcVF+Pzp3tkWacwDsqEWDfuq0Dfl61dj+793tXxHlZt2GSKLcsykxbdXinXNM4NBSJUQF57yPMHiQjtYja65TwbdLbZqM4qFKAABQpMIHIuZFswH3SdUkXh0noW7j3RwnNtbLMayPDOHnzTyYPX2tnofrKNaxpakA/EGpRR6T5wk1V5V+8GJq/z44f/fHhrlg9PTPLi5h+9OG9wCm4am4Jek7149x8fhizxY+oGP1bp+od9kePAnlCAAhSgAAUoQAEKUIACFHBDYME2P+77NQVrdsu7a0CryvI6y713p8Ze7gl2k6ssBikiOMOuUeBogcvrK9zdXL8how9xsqJG4H8UKKICSiko5YRbBM4ji1uthbSjQvLMUqAoCyhlwbZsE/J1sqEWgXJJgbTfGqXzUiZh6XNRAP++Gv0TZi9aHFxtrmn9Ouh+41U5uvKZLZrj5k7n4o9/5kJW/4L+N3vREqSkeHUOKF+mFE5v3tjkw22qpK6wt2fffvw2859wVUxZscRjT2orW7KEqevmZu7SZfD5nE+pqleugLsuvzjT5m/UDnEeG+On/51pnaJ+QCYrrtyQtrJnraqVcUWHdsdksaxjVjmqQuez2mDwa88g46p80ode732KX/7629z7lm488NXlpzVrhLKlSpq2tuzYBalrdnKwkYmB7zz+IE5qUA+93vsEp9x0DxpefjMaXHYTml9zOy7u1guy4mMOmsy06r/LVwV/12Qybe87bs50AugD116OSmXL4p//lpn28nKuaaAANguWLseWnbvMlWRFzusv6IDrzu9g9jNuZPyXntUWqzam3V8Z6xTW/lH31YGDOerKx70fRY9brzvqHHmsee2rgdi2yzHy2Jb++ScdVY8FFIhVAf0aCUrpZ1A6oneMfshbw842ekfBnlOAAhTIq0BSHFC3NHBGNYWrGyh0a2njlTNtfHaBByMv9eCz820838bGfSdauKyehVOrKNQupVBMnxe49oEU4L8dfkxY7cM3//rw6gwvuv/mxTWjU3D+kBTc8XMKnp3qxSfzfBiz3IfZm/3YuE8ehQMtMKUABShAAQq4LMDmKEABClCAAhEqsHQncM8vXgxb6sOeI8D7/7jz2uhV/TrOE/J5zkkVlVnNMUIZ2C0KUCCMwGX1LdzT3DZHOFnRMHBDgSIrIAuGBMIthJCnCW416bQjf7Hu5Apny6tSIFIELGUjbaVEFdItFSyX4wg5pFToMedJAArg3wv9v8HiVWvMlRLi4nDjBefgjss6mf1jbWQlwafvuRVzlyzHx0NGBasPGT8RS9euM/sJcXE4r3UryCQuUxCykRUJax1XxUwam7d0OUZP+jPkKLBn7z6keJ3JgrWqVD6qDenneaeeHDwnKeHYkxqDlbOZGTdlBrbs0K/cdH3bsnBh21Px9N23pOtL5fJl8c4TD5mVFSfPnqdr8r+sBH6bMRsyQVXqFEtMwJUdzgy7MqBlpf2ClC9dWqrnOGRVvkvatQl73sp1G/T95dWhX5Dre00qlSlZEh7b+f2rUr7cUf2qU60yEhMSpGq6CJ0U+ciN16B1s8aQiZm/TMvfyau//vU3Nm7bbvqilMJpzU7Aty88hXNbtzRlspH783+P3I8bOp4D+T37Z/FSKUZezjUNhGxkhcdiCfEhJe5kV6zfiD/nLIA3ddJwieRieOyWa9HnzlvMiq6Bq1zZoR0+6v0IShUvjgnTZweKXUt37NkTbCt08vTV556FzO6v4Ak6k9f7Kl4/jrY5selRk29105B7bOeefZLFwcNHsGlb2gq3ppAbCsSwgLz2cPuFUmFwyf/bqdAnhYXRCV6TAlEowC5Hn0AZ/XKtcTmFc2oq3HyChR6nWPjfWTa+7eTBiM4efHCOB0+1tnFHUxsdayvIB1vVigNxVtpYdxwE5m71Y+wKPz6d58Pz07xmZZBLR6Sg8/AUPDDei5en+/DVvz78usoPWTlEzklrgTkKUIACFKAABShAAQpQgAIUEIEjfuCDf3y4+ccU7Dqkd6QwD3GTfp13YkV1VAt5XWXxqAZZQAEK5JtA53oW7uXKivnmy4YpEG0CSikopVztdshbva62qzvqbntsjQLRKiATrWzLhoSV4RdYygKhoIJDlFygXNLggXzOLFu7Hs9/+g2WrllnJg4WTy6GbtdfiXef6AaZUBju8jL58PFbrsULXW/H/KUrjvraXJlk9N24CcFJaY3q1DQTjDK2dd0FHVC5XFls2rYDX4z6KeNhzF++CvsPHDDl9Wsch+fvv8NMIDulcSO816Mbbr34AgQmX0ml42tUwz1XXIKHrrsiOLHHtiw5ZCIka/YDG5nkZFtOvZJ6/IFySafNW4Bhv0/GoSNHZBcJcXG49vwO+P3jNzH6rZcw7r3X8PP7/XDuqS3xz39L8enwMaZe6Ca1aVNkW851zE7IxuPxIHA7WLqOZckdgZj89/0vv2P89FnBSWgNatXAB70eRqe2rc145f565MarcVPH84KTByuVKQ1ZIVB+vqH3pRXCaVshO6YlIN4Th8vbn2kmk6YWBZPixZKglIVtO3fi97/nmvLVGzcFf9Y1q1TEM/d0Mb8HspLol8/2wOO3XI9iic6ERfk5lS1ZEq91uweP33a9OV82rRo30L/7Fk5qWB+/fvg6Rr7xAga82BuvPnRPupCvL87s63sDK49Ke9UrVZAkbMj9Pzzk/lRKoVHtGnjn8Yfwz3f9MWvgJ5jw0RvGdsXaDXj/++HBdrI495jnSiMyQVEmKko+MT4BJYoXk2yWYWXjvg6dECiNfT3mJyxZvVayJuT+kMmX4z98A7MGfII5g/rrx6I7ULFsGfww/ndMmjXH1AtsrJDbwrZCdgIVdBq6OmtoXh8y/8kEW5kUJTstGtQ399P1F3bAjR3PhU9mTMmBLMKN+6pu9eNw/zWXpZssLZesW60q4jw2ZCXYWYsWQx5/pZxBgaIgoPQglVJQSulcdP+X97eEo3v87D0FKBA7ApWTnYmGnepYuLOphadOs/Fuexs/XGxj0EUevHG2jcdb2bhRf5DVvoaFJuUVKiSlH/+GfX5M3+DHsCU+vK8/POs9xYsuP3lx4dAUs1rio7978ebfXnz/nw+T1vqxdCew33m5lr4h7lGAAhSgwLEEeJwCFKAABShAAQpg3+GjEa5vZEFWWIvLwdtuMmHx6JaA82pZKF8sBw2Fa4RlFKBAvgtcUlfh/hOdz9G4smK+c/MCFChoVPpehgAAEABJREFUgVxdTz4fl8jVyZmc5DzKZHKQxRSgQN4FFCyYVRaVDf0pOkL/BcolDS0HVPCco48hX/9NX7AQtz/7KsZO+ctM1orzeMwKbd+++JSZcPXhkw+biVavd78XQ/s9iz8+ewdXnXMWBv00AQ+++jb2HTh4VP8G/jQeb383FLv27oNtWbi43ekY8tqzuO3iC0wM0G1fdObpWL1hE5764LOjJhlJg7LioqwIJw+C0qeObU7F2HdewdfP98JJDevhjQGDsTl19UOpX7ZUCVx9/tmwbduUtz2pGWRyoxyTOKF2LdzWuaNkgyHHT2nSEDL5TAprVq4IWblR8oF445sfMHLiFBxJSTFFSimULJ6M+jWqmYmR8R4PZiz4D89/+tVRFnI9ua45UW9Oa9rYTB7T2eB/MuGos/YplrpyX9lSJXHlOe3SrSAXrBwjmWc/+RJ/zJobnLRYs0olvP7wfZg98FP8+cV7uKHjuZg2/1+keL1mxMnFknDdBe1RrXIFbNzurCh4m/5ZHstWTpYVBl998C68rEMmCMqEt67XXIZLz2qLgwcP4qsxP0Mmpkrd8X/9jZXrN0oWSim0atwAg17pi0+eehS1qlTB8598hfVbnBXskhLi0eO269Gsfj0M/HG8OUc2siKn3LO2ZaF6pYqQCZktGzVA57PapIuHb7waP7z6tP6dei7dfSoT4RrWqonAvyZ165gJvzKOQFlo+o7+PZMVTkN/D5VSkP4lJybCtiys27IV/b7+HjJB2Y1zpS8X6Xu2dIkSpjm51gX691PuZVOgN+Lc49brUC11wqX8DsuqrGe2aK6Ppv0n45XJxoGSkxsdDykL7MsEvIdffw9zlywzk6oD5R7bMpP3EuPj9X3iw9jJ0yC/q4Hjkl53wTk4vmZ1yZoI9/snE2VD7yO5R6TMnJC6+Wvev9i9b7/Zk7G/37Mbet9xMxauWH3UyrCmUoaNG/eVbVm46IzTII+dMi7xlcevZ+/tgmoVK2DWoiX4ZOjoDFfmLgViW8CvhyePtxI6G6X/OW/WOtsoHQK7nYkAiykQmwKy2mEN/RSwdRWFy+s7b2Q/38bGx+fZGHGpB19daOOVM2081MLCVQ0snHGcwvFlFUolpD3SefUD+Mrdfkxa68OgRT688bcXj0304sYxKThvcApu+dELmaT4wRwfhi/1mcmLa/f49WuH2DTlqChAAQpQgAIUoAAFKECBaBaIvb7XK6NwUyPLvOb7QL/Wq10q7fVcZqPtf76d2SFT3qn2sdswFbmhAAUKReDiuha6nuT8HnOyYqH8CHhRCkSkgFLKzJlQSrnWP05YdI2SDVEAqFy+HM5ufQoOHTqEzZs3YcOmDTi19YlISkpE6XLFcVz1ivBYFg7s24eUI4fR9KR6sC0PqtQoi8qVK5oJOJs2b0RCoge16lU1x+o3Og4VdLvS5po1q3HqiU3RoG4d5Oe/jVu3QyYFXfZwbwwePxGrNmwyE/RkIszZJ5+ES9qdjrNPaWG+Dve7ceNxcfdeeOPbwVl26avRP+Gu5/rhxyl/Ye/+A2hctxZ6dLkBD998NSqVLYP+w8fgisf6hJ2sGGi413ufQiZS7jvoTIqUlQ5lgmW3197DkF8nmmoykVBWi3vg1bfQ/q7u+N833+O9Ht3Rv89jOK5ieVNHNvJ1sjKBSlZlk8ljgcmPMvFQjkvICpOP3XwtJn36Flo3bSxFJnq/1x9P6r7IBErpgxTK11Wv3bQFr+vr3fTUC+kmg8m50oZcT64r9SUqly8L+Xpeubbsy2qQI954Aac2OcE82EuZbVlmUuPET94yK8dJWayFTK67+4XX9T30A8RQLJVSxmDRytV48LV38N/KNfpDSZ9ZXU8mOJ5+a1fIz6FWlSrm53MsWzE7cPAQlq9dD1kFr9MZrTH4tWfMqnx3XHYRlq/fgIdefw+fDhsjVU3I5Li+H3yOmf/+Z+5/KZR77/eZ/6DLM6+Y343Js+eZib1y3/05ZwGeeOvDdPew3LO///2POf/g4TB/miiNpoZSyvxePHHrdZDfM7ln+t51K8qVLplaA2ZS3g0dz8HYt19B57PaBMtDM+8OGmbMpD/SXzkmE3hkwrBMtr2+13Pp+ijHA5HTc+We/fWD1809alvOUwpLp+3144Tc1y90vcP084/+75gJwglxcYFLmUm+MvlT6gV+RzKOt6J+bJAyqRM4cZn+Gd7a92V8PHQ01m3eau4LOXY45QgWr1qDvh98hh5vfyxFwZDzn777FpQpoT9RTy0N/P6Js1hKKr+PUp5aBRXKlE73OyrlYyZPgzyeiae47t67DwN+/BVyX8rxY0Ve7yu5pkw6ldVoa1SuhL533Wzu4y+e7QGZ7PvlmJ9x1/P90j0GHatPPE6BWBDQD6Hm/zeUUlE8HL/pux9Oana4oQAFKFDIAsXjgeP1B1RnVVO4rqGFh1taePVMG59f4DGTEj8934Nn29hmtY3O9SycUkWhVkmFJE9ax2XFw0XbgV9W+fHlAh9emu7DgxO8uGpkCi4ckoK7fvbi+Wk+9J/vw48r/JizxY/NzuL6aY0wRwEKUIACFKAABShAAQpQgAIFLrDtgB//6NdocuEaJRQ+OteGrLwm++Gim37NWF3XC3csUNapTjS/fxcYBVMKxKbARXUsPHCS83kfJyvG5s84KkbFTkakgHxGHQi3Oug82rjVWkg70tGQXWYpENMCd11/Nfr1eRIv9nwMp7VqhSpVqyK5eDLi4jw4vkFtdLribJzTsQ0aNmiISpUqIzm5GBITE9D85Ca45OoOaHNWKxxf73hUKFceCfHx5nibs05G52s7oEWr5qhRvQaKJSXi8JHDKF2yJHo/1NVc7+lHuuWr67K16/Hku5/ivPsexYnX3o6Gl9+MBpfdZNIW192Jjg88gVe//A4ywTE7HZGJhN36vYtTbrrHtCFtNb2qCzrc8zBkYqFMXMuqHbnOw6+/B7m2nNvs6i64qfeLkEmLcp70tclVt+GaJ57BL9P+liITt/Z9yfRbzskYLa6/EyN+n2LGkvFYYP/MOx4KrrpnGtQbOefKx/pC+iD1Gl95ixlHuFXNps1bAGlD6oULcdRN4q2BQyD9D1dHymR8Ui9WQ+zkXhBLGa/cc/KznDx7rrFpfs3tuOihnhjw4/ggQXZt5efVpktXXKjv2Vb6/muq7zu5hkTodYINp2bknr3hyeeDPxe592RypfxuSBWZpCb3QBN939329MuQ+lIeiDYnNjWr+vUfMRbSf7mehLTx+FsfIhBy/0+aNcesylmrSiXIKpJZ3TOB+zZwnYypmEl/pL9yPfndld+7x9788Ji/rzk5Nzv3rNhLf6Uf4ULu/+z+HAPjlMcKMWt/d3eccMUt5ve7qf6ZXtytl5lIGqgXSOUa4a4tZeIsfZRU9sOFnB9oS1KZ2Cme4ir30/Offm1+dnIsOyH3SW7vK/m5ymTsdnc+hJOuuyP4WCoObbs8gJc/+zZHfclOf1mHAtEgIN/ILq8/JKKhv1n1UUFldThfjrFRClCgaAuUSwKallfmq7lubWKh56k23jjbxoCONoZe4sG7HWz0am3jNn3sgtoWTqyocFxxwGOluW0/CDPRcPRyHz6e68MzU724+xcvLhmWgktHpODBCSl4bYYX3y704bfVPiza7seurP+eJ61x5ihAAQpQgAIUoAAFKEABVwTYCAVyKrBDv9br+YcXb8/y4WCKc/Zm5wuInJ0M2476NWOGoqN2SycoZKfeUSeygAIUyFeBTvr398EWzps9nKyYr9RsnAJRKaCUglLK1b47jziuNuk0ppS7HXVa5ZYCkSlQv04t1K1VC2XKlENSsRJISiqOuPhE2J54+C0bCclJSCiWjLjEJNjxCabMC6VTC8VKJSMhyTlmxcXDpyx45ffH9iCpRDLiE4shUR/36PaULpMoXryEud5ZbU5H9eOqgv8iVoAdK8ICZ7ZojgevudxMEPx4yKh0ErJKo0ySC8RH+vidz/XD9z9PMCtA2hb/PzQdGHcoQAEKHENAHjWVUlBKHaNm5B/m+oqR/zNiDykQjQJViyu0rKRwcV2Fu5pZ6HOajfc62Bh8iQcDO3nw+lk2Hj3ZwvUNLZxdXaFxOYXyxdI/pq7fC0zb4MeQJT68O9uLXpO9uG1cCs4fnIJrR6eYr3KWD7EGL/Zhyjo/Vuzy46A3GrXYZwrkSoAnUYACFKAABShAAQpQIGYF5I/T7vnVa/5ATV4XhhvosM52uOKwZVxlMSwLCylQaAKd6lh4qKUzdYiTFY/5Y2AFChRJAVkwRMLNwTuPOm62mNoWP2hLhWBCgXwWsO3svwDI566weQpQIFUgOSkR8nXJ5cuUxrylK7K94l2FsmWwe99+LF+7IbUlJhSgAAUoABzbQF57yAsliWPXjtQazsQgZxupfWS/KECBSBVI1C8La5dSOL2qwhXHW+bre55vY+OT8zwYcakHX1xg46UzbF1u40p9vO1xCvXLKJSMTxtRin4wXb7Lj9/X+jFgkQ/9ZvrwyEQvrhvjxXmDU3DruBT0meLFR3N8GLnMj5kb/Vi3F9CnpTXCHAUoQAEKUIACFKAABXItwBMpQIFIFli/1w/5A7WMfZTXovJ6Mzku++9qyevRVpXzbZpCxi5ynwIUyELgIpmsyJUVsxDiIQpQQASUUmbREKWU7LoS+fZMwL0uujJONkIBCoQTYBkFKJAvAtdd0AH1ahwHj22hab3aqFvt2Cuh3nFZJ7Q9sSl++Wsm5i1dni/9YqMUoAAFYlVAXh8ppcyLpegdo99M+nG20TsK9pwCFMg/AZlc2LCsQvvqCjc0UmZFxNfa2fjiQhvDOnvw0bk2nj7dxt3NLFxc18IpVRRqlgSSPGl92nsY+HebHz+t8OHz+T68OM2LrhO8uHxkCjoOScE9v3hN2Rf62M8rfZi3xY9tBzglMU0winPsOgUoQAEKUIACFKAABShAAZcFEvXrzadPt8yK/jltmqss5lSM9SmQTYEcVJNv4niQkxVzIMaqFCi6ArJgSCDcUsi3CYt+vp/t1s+I7USBwGPPv4rLutxZ4HHW5Vdj5eo1USDELlKgaAls2LINhw4fMYNu2eh4fP9yX3zQqzuuOe/sdJMXm9arg9suvgCDX3sGD153Bf6YPRfvfDfUnMcNBSgQPQLsaeELyGsPt18oFcaolL6ogtJb/kcBChRVgQpJQLMKChfUUujSxELPU228ebaNgZ1sDL7Eg7fb2+ihy25pbOO8Whaa67pVkxXskHd3th7wY/ZmP0Ys9eHDOV70neLFnT+n4KKhKWZiYrffvHj9bx8GLvKZ1RQXb/dDJjKC/yhAAQpQgAIUoAAFshTgQQpQgAIUSC/QspJCFf2aNH1p9vbkGwJqleT7YNnTYi0KuC9wSV1lvolDWp67xY9HJ3oly6AABSgQVkApBaVU2GO5LQx5Szu3TYQ/z+V+hr8IS2NdgOOjAAUoEJUCYyZPwwc/jOYI2ZgAABAASURBVMC2XbtM/4snF0P7Vi3w7L1dMPadV/DfsK9NyETFHl1uQO0qlfH5iLF49I0PsO/AQXMONxSgAAUokH0BeYmklHL9xVL2e+BeTf7dl3uWbIkCkShg68eqaiUUWlWx0LmehXtOtND3dBvvd7Ax5BIPvu3kQb92Nh4+2ca1DS2cXV3hhHIK5ZJUuuGs3ePH1PU+/PCfD2/N8uGJSV7c/KPXfHXz9WO8Zv+9f3wYukTX2+DHqt3AYV+6JiJth/2hAAUoQAEKUIACFKAABShAgSgTuF6/bs1Ll7nKYl70ovZcdjwCBDrr96S6nmSbnnCyomHghgIUOIZAfiwakm8TFo8xFh6mAAUoQAEKxLTA5yN/xOWP9kH/4WOwbO167Dt4EPJ/5DJoSQ8cOowV6zaY45269cQb3w6WQwwK5IMAm6RA7AvIJD95bJWI3tE6k5GcbfSOgj2nAAWAJA9QtzRwxnEKVzdQeKiFhRfa2vj0fBvDLrXxmU5faGPh/hMtXK7fIG5TVaFeGYUS8Wl6Mrlw2U7gtzV+fPOvD6/O8KL7b15cMzrFTErs8pMXff/04ZN5PoxZ7jMrKm7cJ4+GaW0wRwEKUIACFKBAURPgeClAAQpQgAIFJyB/gFdfv5bNyxU71bWQHMd3w/JiyHMpkFOBS/V7UfKelJzHyYqiwKAABbIjoJQyi4YopbJTPVt1OGExW0yZVGIxBShAAQpQIAuBjVu349Uvv0PHB55Ai+vuRMPLb0aDy24y6YnX3o4Luj5ujku9LJrhIQpQgAIUOIaAvD5SSpkXS8eoGsGHnYlGfjhpBHeUXaNA0RTIMOrSCc7Khx1qWLjpBAuPnWyblRG/vNDGsM4efHCOB0+dZuOOpjY61bHQqrJCjRIKic4fr5vW9hwGFmz148eVfnw6z4fnpnlx768puHRECi4ammLyL/3lxVf/+vDrKj8WbPNjBxfjNnbcUIACFKAABShAAQpQgAIUoEDhCsgf4OW1Bx4F/Zo5r624fD6bo0AMC1xW38J9JzpThGSy4uOTvDE8Wg6NAhRwU0AWDAmEW+06j0ZutRbSjnQ0ZJdZClCAAhSgAAUoEFaAhRSgAAXyKuD3w6xiGwuvQRRUXjl4PgUo4JJApWLAiRUVOta2zMTDXq1tvNXexsBOHnx/sY03z7bxxCnOhMVzayk0q6BQJVnBCvk13nIA+HuTH8OW+PD+Pz70nuKFrI544dAUXDEyBd1/9+KNmV58/58Pf6z1Q1ZV3H8E/EcBClCAAhSISQEOigIUoAAFKECB2BD47iKPawORP/JzrTE2RAEKZCpwWT0L9zZ3pgfJZMUef3jh0++rZ3oCD1CAAhQIEVBKQSkVUpJ1NjtHnUek7NTMYR2l3O1oDi/P6hSgAAUoQAEKUIACFKBAERGQVx5KKddfLBUGH98jKgz1mLgmB5ELgTj9joiseti6ioKsDCFv2j59umVWRxx6iQdfd/Tg1TNtdGtp4eoGCmdVU2hUVqFcUvqLrdntx5T1fgxa5DOTDx+b6MWNY1Jw3uAU3KDTnvoN4A/m+DB8qQ/TN/ixdo8fXl/6NrhHAQpQgAIUoAAFKEABClCAAhTIhkChV3nyVAtlE93rhvzh39nVlXsNsiUKUOAogcvrK9wbsrKivFeVwvemjnJiAQUokLmALBgikXmNnB/Rb8/n/KTsnMEP2rKjxDoUoAAFKBD5AuwhBShAAQpEuoC89pAXShKR3tfM++e8MetsM6/FIxSgQM4EkuOA+mUU2lW3cG1Dy0w+fLGtjf7n2Rja2can59t4to2Ne/SbtvK1OKdXtVC3NFA8Pu06h7zAkh1+TFjtw5cLfHjpLx8enJCCK0c6kxJv/9mLZ/70ov98n/l65zlb/Nh8IO185ihAAQpQIFoE2E8KUIACFKAABShAgWMJyOvrY9XJ6XGusphTMdanQPYFrqhv4Z7mtjlBVlZ8crIPRzhZ0XhwU5QFOPacCiilzKIhSqmcnppp/XybsOheFzPtOw9QgAIUoAAFKEABClCAAhTQL5KgQ5lA1P7zw0y8NNuoHUTmHecRCuSjgKzs0KS8wrm1FG5pbOHxVjb6tbPxVUcbslLiex1syAoQXZpY6FjbwsmVFaqXVEiwVbBXuw77MW+rH2NX+PDxXJ+ZgHj3L15cMiwFF+u4f7wXL0/34duFPvy2xodF24Hdh4OnM0MBClCAAhSgAAUoQAEKUIACIsCIaYGfr/Tky/iaVVBoql/X50vjbJQCRVjgiuMt3N3cMgIyWfGpKV4c8sq70KaIGwpQgALZFpAFQwKR7ZOOUdF5dDpGpdwc9vNxLjdsPIcCFKBAjgV4AgUoQAEKUKCoC8hrD7dfKBWGqUydUlCFcWlekwIRL1A1WaFlJYWL61q4s6llJiC+3d6D7y5y4n9n2XjsZBs3NLJwTk0F+bCjcjGF0D/43LQfmLnRjyFL/Hhnthe9/vDitnEpOH9wCq4a6cUjv3vx5t8+DF7sM1/xvGKXHwe9EU/DDlKAAkVIgEOlAAUoQAEKUIACFKBAYQnI6+78vHanOio/m2fbFChyAlfKZMVmznQgmazY508vDqQUOYaoHTA7ToFIE1BK6ffalavdch6hXG3SaUz31clwSwEKUIACFKAABShAAQpQIB8F5CWSUiovL5bysXc5a5p/95UzL9aOHQFZ7bBWSYXTq1q4sr6F+0608EwbGx+eY2PYJR58caGNl86w8cBJFq5qYEG+gqphWUBWVwwoyO/P6j3A5HV+DFjkQ7+ZPjwy0Yvrxnhx3uAU3DQ2Bb0me/HRHC9GLfNj5iY/1u0F1zUNADKlAAUoQAEKUIACFKBA7AtwhBSgQC4E5BsL5JsNcnFqtk9pX8NC5WSV7fqsSAEKZC4g753dFTJZse9UL/Yfybw+j1CAAhQ4lkB+LBqSbxMWjzUYHo9+AaWU+VBYKaZK0UCpzAxYrhQNlKKBUjRQigZK0UCpyDKI/mdkHIEIyCSl/HixJG0XXChzKWdrstxQIOYESsQDDcoonF1d4fqGFrq3dCYhfna+jSGdbXx8no2nT7dwV3MLl9azcFoVhTqlFZL1eQEM+Uvwxdv9+HWVH5/P9+HFaV50neDF5SOdlRLv+CkFz+o3Yb/Qx35e6cO8LX5sOyCPEoEWmFKAAvknwJYpQAEKUIACFKAABWJRQCnFzwOLuMG1jWzomyDf46I6lr4M7zelaKAUDZTKncE1+j23O5s5v7NztwLPTvNh/5HctaVUZuexXCkaKBVdBuC/PAkolfbzzlNDISdbIXlmKZBtAaVUtuuyIgUoQAEKUIACFIhUAaWi5DlNpAJGSL/kx6iUMm9oRkiXctENZ0KVn2u95cKOp0SSQIViCs0qKJxf28KtTSw80cpGv3Y2vu7owZBLPHing42ep9rm2IW1FVpWUqhWQiHeShvFzkN+zNnix+jlPnw4x4s+U7y44+cUXDQ0BZ2Hp5gJiq/O8GLgIh9+X+uHTGDcezjtfOYoQAEKUIACFKAABSgQtQLsOAUiTEApFWE9YncKWuDzC2z49dtWBREd9XsJdsj7AwU9Vl6PAtEucHUDC12aOL+zczf78fw0H/bwPbNo/7Gy/y4JKMXnNHmhDCwaImle2gk9N9/+L9/NToZ2mPnCE1BKmQ+BlVKmE0qp4L5S0ZtXin1XigZK0UApGihFA6VooBQNlIp9A/NkJnWjVNp4U4uYRJmA84apX795qt89jbK+Z+yuvhszFnGfAhElYCmgWgmgVWULnetZkK+X6d3aMhMRB13kwbcdnQmKj7S0zCqKHWoqM4GxUrH0w9i4z4/pG/wYstiHt2b58MQkL27+0fnq5qtHefHYRC/e1uVDl/gxTddbvRs47EvfBvcokFMB1qcABShAAQpQgAIUoAAFji2glAp+/ie1lUrbV4p5pYqOwbk1LYxaCny70I8RS/0Yv9qPvzb6sWCbH6v3ANsP+nFIv1bXJPqeQZ6jeALQqbal2yk6xkpxrEq5b6BU0WvzmoY2bm8qvz8wv6MvTfdh92H5vSx6FkpxzErRQCnHACH/lHLKlFIhpcxmR0ApZf7/OTt1/8/efQA4UbRhAH6/zRWq9I406UWqgKDSFKWqCNh777333nvvXVARFQF/VBRUFBQFAZHee+/tLsk/3+SSyx3Xb3OX5N7jZrPZnZ2deTIbdrPfTfKax8lrxvzmE5H8bsL8USggIrbTiYitnYhkeK4LzSKzDExCA/YF9gH2AfYB9gH2gdjpA2LOXTImmB+R9GXmKX9jREBMPUXEvqZmNqZ/Yz/kMqb5Y7Xyrte7dALQqKLgqDqCYU0dXNnOwQPdPXj9OA9GD/bgneMT8PBRgeVDzfpj6jpoVklQqVR6VXx+P5bt8OPnVT5zY8MHHRHx+p+8OHVsKvqOSrXBiXdN8eL1WT6MW+LDjA1+aBBjegmcowAFKEABClCAAhSgAAUoQIGiEhAJfK4iInaXImI/ZxEJPsI8ZzIcxelQ5PueuNKPr8w1+8fzfHh9tg9P/+XD/b/7cPPPPlz2gxdnfevDyV97MfgrL04f58XF3/lwwyQf7vlNPwfw45V//Phgrg+jF/nx3XI/pqwB/tkILNkObNgr2JMi8CNj6t/IQUlzZnv53lLYPnBqcwfnt3bs8TR3M/DINB+22WBF2hbWltvHQx8KnssIwn9ExPx/E0jhyzmftYAOWqgp67UFW+oUbLPct/LnnoU5olxARDLUUCTwXB80OY7AJnHgpCWP4wETDdgH2Afipw/wteRryT4QD30geJ4SfBQEzmH0fCaYYH5ExEzTf0UyPk9fw7loE9BrD71Q0hRtdct7fQL9LTDN+1bMSYGCClRIFrSoLOhdz8GZLRzc0MmDx47WYEQPRg1OwGvHenDPkR5cfLhjR1LsWkvQsIKgTGJ6L92TAszbAny/zI+3zI2LB6d6cfkPqTjx61Sc8IUXl3zntV898/6/PvxgbkzoCAxb9xW0xtyOAhSgAAUoEEkBlk0BClCAAhQomQIiAhHJ0HiRwHN9sMmsFUjoXqB+xhYPnxmyDe599u2DBztTPFi7x8GCbQ7+3uDg59WC8UsFny1w8M4cwQszBI/+Adw5BbjmJ+CCCX4MH+fHSWP8OPNb4LKJftz4M/DOXOG9Zt5vZx/IRx84vUUizm+TCDHbzDfH3+PTBTvM8cj3OPfe42gZO5Z6jhJMeu6iyXHMVACxSSASSAj7EZGwZ5zNSkBEjGEgZbW+IMucgmyUl20kL5mYJ2oFRNJfQRFJ63iAHszBAzz0aA5wj8dBeHLMcyYHNKAB+wD7APsA+wD7QPH1geC5SUKCB5r0uZ7L2Edx4HE80PMZgfkngDnlMUlsQtqPiKTN8SGaBfRlEpEMr1001zfruvnhNysCUzMTT79sS7EJ1CgDtKsm6N9QoH9lfVtnB0/3TMBHAxLw+SAPnu/tgS47t5WDExoIOtQQ1C0vSHTSq7xln45+4Md0/a82AAAQAElEQVQ3i/14ZaYPOiriBRO86Dc6FSd9nYprfkzFk9O9+Gy+D7+s8mPxNmBvSvr2nKMABShAAQpQgAIUoAAFKECB6BQQkQwVExH72Yp5gGPu/ennZjY5Djwej0n6mDE54fcDOQ96OPk28IuDXaligx0XbRf8s0lAx/w70qxkmp3WIgFnt06AHkcLtgme/NOPrQd4DPF4KHnHg8ecg2jSe4GadD6QPPY+oJ7PmLMcOOb8Rs9zYH5ExEzTf0UyPk9fwzkV0AFDgkmfu5EcNwrJqgy/3m3LagWXRb2ASPqBKCLm4gSBBDNvkh7EgYPbgSfBY1KCSR4kJJpHj3luUmJCAphowD4Q+T5AYxqzD7APsA9k3wcSzPmIx5yXhJI9b/HA8WhyoOc0gWTmxTFnOQJz6gP9ERF9sEkkfd4u4CTqBPTaw+0LpeJopPY0gRTHrrnPGBVIcIBDDxF0qSU4qYmDSw53cHdXD17q48Fngzz4sH8CnujhwXUdPTi9uWNHU2xTFaheOmOD1+zyY9paPz5f4MMz0724ebIXZ40LfHXzaWNT7fMXZ3jx1SIf/jD5Vu30w+vLWAafUYACFKBAZAVYOgUoQAEKUIACFIikgIjA/MJ+ViaBz8p03pMWAOCYR8fjgcd8vha8H6ifvfGzyew/m6QNbdgH2Aci2QdOb5mEM1snAU4Cluzw4NkZgm2pCYzRMPeFIuleFGVzH/nvx3pO4tHzFE3mXMWTlhx7/uKE/uhCAxc16TlPIIk5/5HQKZZI+nxoIWesgIhksLILCzlxCrl9tpubuma7jiuiV0BEQpUTEdPhYJIEoo6dwIHseDxwzIGtB3zmN8ukpEQw0YB9gH2AfYB9gH2AfSBa+kByclL6uUmieV1MCp6/6AWL4/HYCxXHMec7jgNz9gNzCgT9ERF9sEkkfd4u4CSqBPTVERHz2klB6hVV2/DvvqLq5YiKypRJFDSuJDimroPhzQRXtffgwe4evHGcB6MGJeDtvoHnV7R1MLSpg6PrCpqa/BWT04+HVB+wdLsfk1b58eFcHx6d5rMjIw4dEwhKPO9/Xtw9xYs3Z/nwv2V+/LPRjw17o6L5rAQFKEABClCAAhSgAAUoQAG3BFhOmIBI+jWjiJjPVAAztckxn5E5+lmZfm6mN/zNY/DztOBjtHz2x3qYzzt5bzb9819a0KKE9IHTWibhVJP8TgKW7UrAC/842JbK9wP+n8A+oH0geK6SmJBoA3gTzHmMx5zPOB5P2v1Ax8Y/2fMegf0RSZuxzzjJSiASg4Y4We2Iy0qmgEj6QSgiML8mmUcI9MJEb3wdVUdwtEnH1DE3wszjUbVhnmsKLA88D8wfXds8MqFkO7AP8PVnH2AfYB9gHyjGPhA6VxEEz1GCj1XKeOyFSmJCAhyPuTjxeKDnO47jmDMfgZ4HwfyIiJnyN9oFNMgvEhdLRdvuQF8LTIt2z9xb8QtULgW0rio4rr7grBYObujo4PFjPHj3hASMGuzBK308uKurg4vaeDD4MLEjKjaoICiTmF733QeAuZv9mLDMhzdn+3D/b15c+r0Xg79MRf/RqXb+kaleG7D400of5m0Bdpht0kvgHAUoQIHCCHBbClCAAhSgAAUoQIFYERBJ//RBROznYGZqPhszn5E5guPbJOKEw5NxQpsknNDaJPN4fGuzTJebebvcPAaWmfWahylgRQc6sA+wD0S4D9x1bDLO7ZqMcpUTsa90Av7Z60GHw4ryvZj7sv83Rvh15j7y2c/MeYmen4TOTexzPXdJsoHcCZ4EaOCi4zH3AM25jmOTmYfAnArFyilcsdZTRK0Cya2KOG4VxHLiR0BEOxnMgWkeIeYCxTw6DqqVFtzSwYub2qXghrYHcP3h+3Fdm324ptVeXN1yD65qsdumK5vvwhXNduKK5kw0YB9gH2AfYB9gH2AfKMY+YM5H9LxEU/A8Rc9brm29F8lJ5iJFR1tMDFykeBzzgazHY897HDNvzn5gTokQFT+sRK4C+lqJmFfNpFwzR20GDbsE/OZf1FaRFSuUQK2ygg41BAMaObigtYPbOzt4pqcHH/f3YOTABDt/8xEenNPKwQkNHbSvLqhTDkiQ9N1u3uvHjA1+fL3Ih5dmeHH7L16c97/AKIknj0nFdT958fR0Hz6f78OUNX47quI+b/r2nKMABShAAQpQgAIUoAAFoliAVaNAEQiIpF9kioj9/EtEzGdi5rMxvXlvPh8b0DYJTw1LxpNDk/D4KYl4bEgCHj3Zg4dPdPDQYMGDg4AHBvptun+AD/cPZKIB+wD7APtAUfWBQZ28qFk31abWTby44TjaF5U99xPFfc2cj+i5iZ6jaNLzFT1vuayHgyRzLzDJ3AtMNCk9cNFjzn0C5z8C808AETMBQo/gTwaB4KAh+phhRSGeOIXYNsdN3axkjjviSlcERAIHX3hhAjEHqQMxN+09Hr1QcRBvP2wPBShAAQpQgAIlUyDJfjVEIGgxyVysJCR44HHM+Y75UNbRD2cdx5wJmbMhAUTMBLCPIoF58CeqBPx+QK8/NEVVxQpQGYEUYCtuEg0CSQ5Q/xDgyNoOTm7s4NK2Du450oOX+3jw+SAP3u/nwWNHe3BtBwenNXfQq55jR1WsVibja75qF/D7Wj8+m+/HU9N9uHGSF6eP86LvqFT7eOvPXrw804cxi/34a70fa0z+aGg/60CBaBdg/ShAAQpQgAIUoAAFKECBrAXEfBahH3nZ+4Fpn4llnZNLKUABCkS/AGtIAQpQICjgmPMavR+YqPcEzb3ARHMvMHg/UM977PmPTtI2EJG0OT5kFhARiEjmxYV6bm6pFGr7bDcWcbei2e6IK1wVEBHTyQAzhYjAMTfsNVhRI411HubHZ9LFs5PBRAP2AfYB9gH2AfYB9oGLZyfHzDnB88sSzVlM4LdUchJKlUqyQ8HrX1UlJiQg/CJFz3tEzBmRSYEtOI1mATGVExF7/mpmY/rXH9O1j//Kl08EmlUS9DpUcGozB1e3d/BQdw/e7JuAzwYn2Mf7uzm4vJ2DU5o4OKqOoInJXyFZQjgHzAXV4m3ATyv9+OBfHx6Z6sVVE70YMiYwUuIF/0vFvVO8eGu2F98t82H2Jj90ZMVQAZyhAAUoQAEKUIACFKBA8QhwrxSgQBwJiIj5HAUwU4iYqePYe4L6+Zhj7g3C/CzbmYon/97BRAP2AfYB9gH2AfYB9oGY6gN/rt9vzmRgz3FKl0qG3hO09wITzb1AjwcaA6VJgxY1qNERx+RF6EdEQvOcCQjogCGaAs/cmTruFHNwKbzRdrBJ/pcU3xYiYg9Ie4Cag1MP1uAFitZqp1fARAP2AfYB9gH2AfYB9oFY6gN6DhNMeoGSnJSEZP2rKvOoFyoexwldpOiJkIhAv51XH0TMfHBjPkadgF576IWSpqirXJ4rFOhjgWmeN2LGCAhULS04vJqgbwMHZ7d0cGMnB08c48F7J3jw2aAEvNjHg9u7eHBhGweDDnPQuZbYkRXLJKRXZmcK8O9mP/63zI/XZ/lwzxQvLpqQigGjUzHQpMt/SMWj07z46D8fJq3yY8FWP3YdSN+ecyVRgG2mAAUoQAEKUIACFKAABShQtAIiYj4CEzhOIOngJR5zE19EEPzZk+oDEw3YB9zsAyyL/Yl9gH2AfSDSfSB4HuOYc5rSpUsheE8wUUdZNCkhIQEapOjxOOZcCCaJTQj7EZGwZ5wVEWskIq5hOK6VlKkg96qYqWA+jaiA9i2B+WdmHMexFyl6kCaYCxSP44novlk4BShAAQpQICICLJQCWQiUKpVsL1CSkpKQpH9RZS5O9ELFY8559CIleB4kIllszUXRJqAvk4hARKKtavmoj1/jY03S8Mt8bMas+RbQblKnHNCppmBgIwcXtnZsAOKzvTz4ZEAgPdXDg5s6BQIWj2/goF11Qe1yAk/YFfTGvcDf6/34cqEPL/ztw60/e3HOeC/6jkrFKV+n4vqfvHhmuhdfLPBh6lo/VuwEUnzgDwUoQAEKUIACFKBApARYLgUoQAEK5ElARMxnKCar+QhCxMw7jrne9dh7gno/0DHPzVr+UoACFKAABShAgZgWEBF7LzA5OTn0rWsJ+rXQ5l6gx+PYoEUx5z0iwgFMcnmldcCQYMola55XO3nOmUXGnBb5zUluTuu5LnoERMzBZ6ojkv5oZ81Eb9h70g5WjzlgTTb+UoACFKAABShAgZgX0L+m0hQYBj4RiYkJ8Og5j7kwcRyxH9qK6GMghTdYRMKfcj4KBPTaw+0LpeJolvYsgRTHruNun6UTgIYVBN3rCIY0EVzWzoN7j/Tg5T4efD4oAe+ekIBHjvLgmg4OTm3u2K94blVFoKMrhmOs2unHlDV+jJznwxN/em0Q4qljA1/dfOa4VNz2ixev/uPD2CU+zNjgx7o98XshHO7CeQpQgAIUoAAFKEABClCAAhSIPQGRjJ85iIgNUjQP5tGBx3GQYG7i63Pwp8QKsOEUoAAFKECBeBFwzP2+4AiLwQFM7P1Ac77jcRx7/uOYPHruI5LxPEkNRA5epstLYhIRiIirTY9YwKLL9XS10SwsdwERMQdnIHkcBx5PAjSyGPyhAAUoQAG3BVgeBShQDAI6wmJychI0JSUlIjEhwX4g6/E45hzIJDGnyZJ24u2HOQnXlPYc/Ik2AX1lRMS8ThJtVct3fUx3y/c2JXWDCsmCFpUFvQ8VG3SowYcPH+XgreMTMHJgAl4/LhCkeFlbD4Y0DgQvNqkkOCQpXWy/149FW/34cYUP783x4cGpXlz+QypO/DoQlHjBBC/u/82Ld8y6H5b78e9mP7buS9+ecxSgAAUoQAEKUCAfAsxKAQpQgAIUKDYBkYM/MxER+1mKY+4DOuZmvUf/mNckfV5sFeWOKUABClCAAhSggEsCIpI2wmISkvVeYGLa/UBzvqPnPXr+Y86GXNpbhmLi7kkkBg0xd2LjzokNKoSAHowiZqoJgUe9MPF4HHgcdpdC0HJTClCAAhSgAAWiSCA5KQkatJhkLlCCXwmtf0HueDz2nEdEbG3THuw8J9EroEF+kbhYKtoWp/W5ot1p1O+temmgbTXB8Q0dnNPSsV/T/GQPD97v58GnAx0839uD27p4cGFrBwMbOTiipoN65QEdYTHYuB0HgNmbgPFL/Xj9Hy/umuKFBiL2G52KQV96ccVELx77w4dP5vnwyyo/Fm8D9qYEt+YjBShAAQpQgAIUoAAFKEABClAg/gTE3AO0rTIffum8Y+4B2nuBHscsFpOi9Zf1ogAFKEABClCAAnkTcMz5Tank5FCwYlJiYmjwEj3v0fUiAh28TcQ8mpS3kkteLpGAj4i41ng963StMBYURwKmk4kI9AB17F9VOXYe/KEABUqeAFtMAQpQIA4FgiMr6sVJaHRFx5zvmPMfETHnPYEkIhAR8Ce6BfQlEpEYf6007BLwm3/Rre1u7TzmirRueUHnWoJBhzm4Vd9NggAAEABJREFUqI0Hd3T14LleHowYkICPTNIAxRs7OjirpYO+DRwbwFirrMAxrznSftbvAaav82P0Qj+e/8uHmyZ7cea4wCiJQ8ek4sZJqXjuLy++MOv/WOvHqp1+eH1pG/OBAhSgAAUoQIGAAKcUoAAFKEABCpQogeBltYj5TMW0XMxnYx7HE+Ofr5iG8JcCFKAABShAgZwFSshaPcNJTk5EUlISkhIT0oIVPfB4zPmO40DvMYiI1RAxj4HbNPY5JxkFgoOG6GPGNQV/5hR805y3dLOSOe+Ja90WEDEHoilURCD6qAeqSeapecZfClCAAhSgAAUoEPsCOrKiBiommgsUT4IHCSY55nwnmEQk9htZglrgNxeRev2hKVqbndd6iT0Dz2vu2MhXJhFoXBE4uo7glCYOLm/n4L5uHrxybAI+G5SAd4734KHuHlzd3sHwZoKedQUtqwiqlE5vn3mJsWKnH7+u9mPEPJ8dEfGaH1OhwYh9R6Xi7PGpuONXL177x4txS32YtdGPjXvTt+ccBShAAQpQgAIUoAAFKEABClCgKASifR8i5pMHAUQkQ7KfiZllHo9jloM/FKAABShAAQpQIOYFzKkNkpOSELwfmODx2GBFj5MerKh5RMS0Ve9CwJ4Hiehz8CdMQESMjYQtKfysU/gisi5BxN2KZr0XLnVTQF8yEX3d/LajiUjg0exEI4sdc9CaWf5SINoEWB8KUIACFKBAvgXsxUlCgr0wSTCPjjhm3oHj6PkP0s6BdF7An+gX0FdJROzrFv21zbmG/pxXR+3aSqWAVlUEves5OK25g2s7OHjkKA/ePt6DkQMTbHDi3Ud6cGlbByc3dtCtttggxvKJ6U3amwos2OLHxOV+vDPHh/t/9+LS770Y/GUqjh+ViosmePGAWfauWffjCh/mbQH0657TS+AcBShAAQrEuQCbRwEKUIACFKAABSjgsoD5OMV8ngKTAp+riAQewR8KUIACFKBA8QlwzxRwRUBEoPcAdfCSBE8CHI8DvQ/oOProhJ3/IDQP/mQpoAOGaMpyZQEXOgXcLtfNYvVGW64NKzEZAq+gSODCRCTwWGKaz4ZSgAIUoAAFKBDXAnpRoqMq6l+NO+Y8Rx+BwPmOiCD8R0QgIuGL4nA+tpukZ656oaQpdlsS6GOBaXS2omZZQfvqghMaCM5t5eDmIzx4qqcHH/TzYMSABDzby4PbOju4oLWDAY0cdKopOLS8oJQnvT3b9vvt6Idjl/jw6kwfbv/Fi/P+lwodJfHEr1Jx1Y9ePP6nFyPn+TBltR9Lt/uxz5u+PecoQAEKUIACFKAABShAAQpQoDAC3JYCBwuIiP3sK3DzPjB/cC4uoQAFKEABClCAArElICKw9wI1QNHjwOPxwON4zHkPTAqc84gI+JO7gIiEzHLPnbccTt6y5T+X5H8TbhElAiKBVy/twfVOFyXNLLpqcE8UoAAFKEABCkSdgMdx4Hg80JEVHTMvInAcCZ33iATmNRAO/Il6AfNyhV67qK9sthX0Q/tbYJptpoiuSHKA+ocAXWoJBh8muLiNgzu6evB878AoiRqY+PgxHtzQyYMzWzg4rr7g8KoCDWQ0h0+obut2+/HnWh9GLfTh2b+8uHGSF6ePCwQlDv/Gi5sme/HC3z58uciHv9b7sWZXaFPOUIACFIhtAdaeAhSgAAUoQAEKUIACMSwQ/HwlhpvAqlOAAhQoGgHuhQIUiAkBveficRx4PI69B+iYkx3za+Ydc08JNoE/eRLQAUOCKU8b5CGTk4c8Bcri11e+QFtyo2gQEBFbDRExB6mkHbAC/lCAAhSgAAUoQIHiEHB7n465QNEzG8cRc54j9nwH5kdEbNCYmbW/ImIfOYluAb32cPtCqTharL1NIBHddbkkoGllwdF1Bac0dXBFOwf3d3Pw6rEJGDkwAW/2TcCD3T24qr0Hw5o56GnytTD5K5dKr5bPXOst3wH8vMqHj//z4bFpXlw10YshYwJBied868WdU3x44x8fvl3qx+xNfmzem7495yhAAQpQgAIUoAAFKEABCmQnwOUUoEDRCIgIREyC2B2aWfsI81wksAz8oQAFKEABClCAAjEsICLmHqAGKzoQEZv0/qDeUxIR6I9I4FHnmbIXEBHrl32O/K9x8r9J3rYwdc1bRuYqbgHunwIUoAAFKEABCpQ4Ab0g0SQitu06FTFTv33KSYwJmFfOXiiJ6FyMVT5Tdd3oglVKC9pUFfSp5+D05g6u6+jBo0d78M7xHowY4MFLvT24u6sHlx7u4KTGDo6s7eCwioAGMwarszcFmLfVj++X+/H2HB/u+82HiyakYsDoVJzwRSou/i4VD0314f1/ffhxpR8LTN5dB4Jb85ECFIhSAVaLAhSgAAUoQAEKUIACFKDAQQIigc9TRMR+vnJQBi6gAAViTYD1pQAFKECBNAERgTnBsd+4JmLmAfM00yMCz8GfbAUiMWhIxAIWs20FV8SogB8iPEhj9MVjtSlAAQpQIOIC3EHsCQTObUQkwzmOSOC5mAaJ6NTM8DfqBfymhpG4WDLFFuFvoL8FpjnvVvPUKQd0qCHo11BwXisHtxzhwVM9PPiwfwI+GeDB0z09uLWzg/NbO+hv8nQ0eeuWFyR7dOtA+Vv2Af9s9OObxX68MtOHW3/24pzxXvQdlYoTv07FNRO9ePJPLz6d58Nva3xYsRNI8QW25ZQCFKAABShAAQpQgAIlU4CtpgAFKEABClCAAhSgAAUoQIFYEdBbfSLp90W03iIZn+syppwFRMTeTxWRnDPmY62Tj7zFk5V7LVYBEbGdrlgrwZ1TgAIUoAAFKECBCAqI8HwngrxFUrR5Ce05q4gUyf4isxMNuwT85p+WX8oDNKwg6FpLcGJjB5cc7uDOrg5e6O2xX9387gkJeOxoD67v6MEZLRwcW19weDVBjTJAuMKa3X5MW+fHqAU+PP2XD9f95MXwbwJf3Xza2FTcPNmLF2d48dUiH2Zs8GPdnkA9wB8KFIcA90kBClCAAhSgAAUoQAEKUIACxSIgEv5pQrFUgTstSQJsKwUoQAEKUKCIBEQE5tckfQwk3bWI6ANTHgWCg4boYx43yTVbxAIW3axkrq1ghogLiPBgjTgyd0ABClAgggIsmgIUyCggIubiBCYJgj8i6fPBZXyMDQG/H9DrD02xUeNALVN3b8PeVXOxY84k+Pbttgu71Xbw2nEejBiYgNfN4wPdPbiynYOhTR30qOugeWVBpVI2q52k+oCl2/2YvNKHD+f68MhULy7/IRUnfhUISjzvWy/u/tWLN2b5MGGpD3M3+7Ftv92UEwpQgAIUoAAFKECBOBRgkyhAAQpQgAKFERDh52OF8eO2FKAABShAAQpEoYC5hxSFtSp0lYqyABHJcE/VjX1HLGBRRNyoH8ugAAUoQAEKUIACFKAABSiQo4BeeYiI6xdLOe40jyv3b12HHYv+wsY/vsGqCW9gyYgHMP/VKzD70SGY+8iJWPTyxVj96b3w7t1hS6xVFmhUQVA20T61k90pfvy3xY/vlvnw5mwf7pnixQUTvOj3RSr6j07Fpd978fC0QMDipFV+LN4G7E21m3LirgBLowAFKEABClCAAhSgAAUoQAEKUCD+BdhCClCAAhSgAAXiREBE4qQlxdsMHTBEk5u1iFjAIgNU3XyZWBYFKECBeBdg+yhAAQpQgAIFF9BrD71Q0lTwUgq2pd/nxd71y7Dtv9+wfsooLP/mRSx4/3bMfvZcTL+rL/66uy/mPHc+Fn5wJ1aOfRkbfh+N7fOnYv/GFfClhA116AQuzRZv8+OlGV7cMtmLM8cFRkk8+Wsvrv3Ri6em+/D5fB+mrvVj1U4/vNrwglWbW1GAAhSgAAUoQIFiEuBuKUABClCAAhSgAAUoQAEKUIACFIh/AbYwngRExA4aIiKuNStwV8y14tILcq+K6WVyjgIUoAAFKEABClCAAhSgQGYBvT4SEXuxlHmdG8+9+3Zj9+r52DJ7EtZO+gTLRj+FeW/dgH+eOB1/3tEbfz8wCP++dCkWfXI/Vv3vDWz8Yyx2LPob+7euzbD70tXro1KbnqjV5zw0PP0+NL3qbbS8ezxaPDgZiRVqQOMPZ270Y8xiP/Rx494Mm+f+hDkoQAEKUIACFKAABShAAQpQgAIUiH8BtpACFKAABShAAQpQgAJFKKADhgSTW7uNWMCiX++2uVVLlkMBClCgmAW4ewpQgAIUoIBbAj3riltFsZw0Ab32KOyF0oEdm7Fr2Wxs+nsCVv/wLpZ89gj+e/UqzHh4CP6881jMfGQo/nvtaiz5/FGsnvg+Ns/4HruWz0HKzi1ptQCchCSUrdscVTv2Q70BV6L5hU+j3R1foOszf6DbS7PQ7u4xaHbxczh00DWocsRAlKnXCp4yFULbi5kTiJnylwIUoAAFKECB4hLgfilAAQpQgAIUoAAFKEABClCAAhSIfwG2kAIUyLuAiEBE8r5BHnI6echToCwu17NAdeBGFKAABShAAQpQgAIUiCaBM1s4OL5hxE7Bo6mpWdUlYsv0EklEcr1YOrBlLXYt/hub/xyL1RPexOJP7sPcly6xIyT+dXdf/PPkGZj/9k1Y9uUzWDt5BLbMmYw9axbCu29XqO6JZSugfKN2qNFtCBoOuQktLn8ZHe8fj+4vz8aRz/+Fdrd/jmYXPIFD+1+GKh36okztJnCSSoW2z22Gf/eVmxDXU4ACFKAABShAAQpQgAIUoECUC7B6FKAABShAAQpQgAIUoEAcCRR20JCsKHi3NCsVLqNAzAmwwhSgAAUoQAEKRLOACHDrER6c28pBrbLmSTRXNgbrpkF+erGUYK5ufNvWIGXFTOyd/R22TX4f6798FCvevgbzHx+CuY+djPmvXIoln9yLVeNfwYbfv8S2eVOxb8Ny+L0poZYnVayBis2PRO2eZ6LRaXeh9XXv4IhHJtqgxM5P/IrDb/wQjc+8H7X7nIvKrY9BqaqHhrYt+EygXwSmBS+FW1KAAhSgQLwLsH0UoAAFKEABClCAAhSgAAUoQAEKxL8AW0gBClAgegRExA4aIiKuVcpxrSQWRAEKUIACFKAABShAgVgWiFDd65YXPNfLgz71AyfxtctFaEclpNiyScBhFYFutQUnN3FwaVsH9x5TDq+dVB+fnd4I+7+4HTvHPILt37+CHb9/il1zfsSe5bOQsn0Dwn9KVa+Pyof3Qt2+F6Lx2Q/h8Js/QZenfrNBiUc8/ANaXf0GGg67DbWOPhUVmhyBpArVwzePwLyGXQJ+8y8ChbNIClCAAhSgAAUoQAEKUIACFAgK8JECFKAABShAAQpQgAIUoAAF8iygg4YEU543yiVjxAIWtaK57JurS5AAm0oBClCAAhSgAAVKokDXWoLne3vQonIgWLEkGhSkzVVKAy2rCHrWFQxvJri6vQcPdvfgjb4efNI/Aa8em4D7unlweVsHpzRxcPShSWhWrRQqlk5A8Cg0UJwAABAASURBVEcSkpBU4zCUb90bVftcgHpnPoTmN36C9o9PwRHP/oW2d36FZhc/h3qDr0X1LoNRrn5rJJQuH9y82B4FUmz75o4pQAEKuCHAMihAAQpQgAIUoAAFKEABClCAAhSIfwG2kAIUoAAFSo6AiEBEXG1wxAIWRdytqKutZmEUoAAFKEABClAg9gRY4xgTGNrEwQPdPSifGGMVL6Lq1ioraFtNcFwDwVktHdzY0cETx3jw7gkJ+LBfgh2V8o6uHlzUxoNBhwm61BI0OEQQFpOIHQeAOZv8GL9oP16ZuhG3/W81Sg1/GpWv+gw1rvkMNc9/EdVPvh1Ve5yDQ1r1RKkajeAkJBVRCwu2m8A4iwXblltRgAIUoAAFKEABClCAAnEhwEZQgAIUoAAFKEABClCAAhSgAAWiRkAHLdTkZoUiFrAYWzfa3CRlWRSgAAUoQAEKUIACJV3gmg4OLmkbsVPtmOBN9gjqlQeOqOlgYCMHF7R2cHsXD57tpaMkevB+Pw+e7OHBzZ08OKelg+MbOmhXXVCnHJDgpDdxwx5g+no/Ri/y4/m/fbhpshfDv0lF31GpGDomFTdM8uKZabvx+ewtmLZyF6R81fSNY2ou8AdfgWlMVZyVpUCMCbC6FKAABShAAQpQgAIUoAAFKEABCsS/AFtIAQpQgAIUoIBbAiJiR1gUEbeKRNitQNfKtAW5V0VbHCcUoAAFKEABCkS7AOtHAQqgahmxowRqgF5OHJe19eS0OmbWHZIENK4k6F5HMKSxQNt1z5EevNzHg48HePDW8Ql4+CgHGsB5WnMHvQ4VtKoi1im8kSt3+vHraj9GzPPh8T98uHKiFyd+FQhKPGt8Ku74xYvXZnoxbokPszb6sW1/+NYwF0maxDwKYvfHD/2jr8A0dlvBmlOAAhSgAAUoQAEKlAABNpECFKAABShAAQpQgAIUoAAFKECB+BdIa6GOrhhMaYsK/RCxgEW/3m0rdPVYAAUoQAEKUIACFKAABWJDQL/e+PleHugogbnVuHa53HJEz/qqpQUtq4gNNjy1eSD48KHuHrzZNwEf9k/AK308uPdIDy5r58GQJoKj6giaVBJoMGOwFftSgQVb/Zi4wod35/hw/+9eXDjBi35feO1IiTr/gFmm6zTPQpN3r9kmuH1uj3rt4faFUm77jMR6DbcUSCSKZpkxJMCqUoACFKAABShAAQpQgAIUoAAFKBD/AmwhBShAAQpQgAIUiBUBEYGIuFrdiAUsulxPVxvNwihAAQpQoEQKsNEUoAAFIiYwoJGDJ3t4UK103nYRTQGLjrm+qF1O0K6aoG8DB2e3dHBTJ8e2571+Hnxo0nO9PLi9iwcXtnago0d2riWofwhQOiG9vdv2++3ohzoK4mszfbj9Fy/OGhcYJXHwV6m4aqLXjp6ooyhOWe2Hjqro1UjD9CIKPGeaYC+URHSuwMVExYb8u6+oeBlYCQpQgAIUoAAFYluAtacABShAAQpQgAIUoAAFKEABClAg/gXYwiISiMSgIRELWCwiE+6GAhSgAAUoQAEKUIACxSpwyeEOru2Qv9PqWmWLNrBOAws1wFADDQcd5tjAQw1A1EDEj/p78N4JHjzRw2MDFTVgsW8DBzpiZG1TT09Y09bt8ePPdT58sdCHZ//y4oZJXgwdEwhKHP6NFzdN9uL5v30YvciHv9b7sWFv0bw0GuQXiYuloql9cC+BPhGYBpdF4yPrRAEKUIACFKAABShAAQpQgAIUoED8C7CFFKAABShAAQpQgAIUCAiIiOsDh4TdfgzshFMKUIACFCgmAe6WAhSgAAViSqBcEvBAdw+GNs3/KXVi/jfJ1aaCqU+TSoKj6ghOaSK4rJ2De7t58EofDz7qn4A3+ybgIVPfq9s7OLW5g16HClpWEVQtLaGyfX5g+Q7gl1V+fPyfD49O8+GKH1Ix6MtAUOI5472481cfXv/Hh2+X+jFnkx87DoQ2L7YZc53k+oVS0TfG4Jud+hF4NLP8pQAFKEABClAgXgXYLgpQgAIUoAAFKEABClCAAhSgAAXiX4AtpECcCAQHDdFHt5oUgVulgaq5WclAiZxSgAIUoAAFKEABClAgOgSaVwZe6OVB11rpwX5FUbNqZQStqgp6HergtOaOHdnx4aM8eOv4BHw4IAEv9/HgniM9uLStB0MaO+heW9C4kqB8Unrt9qYC87f68f1yP96e48N9v/lw4QQv+o5KxQlfpOLi71Lx4FQv3v/Xh59W+rBoG7Dfm759NM7pN0vr9YemaKxffuokkPxkZ14KUIACFKAABShAAQpQgAIUoECJFGCjKUABClCAAhSgAAUoQIGiERARiIirO4tYwKKIuxV1tdUsjAIUKIgAt6EABShAAQpQwAj0qefguV4JqFve/fPdBHN2Xqcc0L664PiGDs5p5eDmTh481cOD9/t58KFJz/b04PYuDi5o7WBAIwdH1BTUKw+U8pjKpf1u3QfM2ujHN4t9eGWmD7f97MUZ4wNBiSd+lYqrJ3rx5J9efDrPh9/W+LByZ2yP6qevhIi4frGUxlmkD7H9ShQpFXdGAQpQgAKRE2DJFKAABShAAQpQgAIUoAAFKEABCsS/AFtIAQpQIE8COmCIpjxlzmMmc0s0jznzmY032vIJxuwUoAAFKEABClCAAlEvcE5LB7d0duBIQauavt3dR3ow+DDBRW08uKOrB8/31oDEBLx7QgIeP8aDGzs6OKuFg+MaCA6vJqhVVjLsd+1uP6at9WPUAh+eme7FdT95MWRMqh0p8dSxqbhpshcvzvDhq0U+/L3Bj0174vcMXVumF0qaELM/gU4VmMZsI1hxClCAAhSgAAUoQAEKUIACFLACnFCAAhSgAAUoQAEKUIACFIgPARGxg4aIiGsNiljAontVdK2tLCjeBdg+ClCAAhSgAAUoECGBRHPWfFsXB2e0MDMu7eOYuoKr2nswvJmgp5lvUVlQpXR64V4fsHS7H5NX+vDRXB8emerFZT94MWB0ICjx3G+9uHuKF2/M8uF/y/yYu9mPXQfSty9Jc3p9JCL2Yil22+2HDby009htBWtOAQpQoEgEuBMKUIACFKAABShAAQpQgAIUoAAF4l+ALaQABShAgagQ0AFDgsmtCrl3xzVTjfx6ty3TMj6lAAUoQAEKUIACFIhuAdbuYIH6hwie7uGxQYUHry34Ej1f3p3ix39b/PhumQ9vzfbinilenP+/QEBiv9GpuPR7Lx6e5sMHc32YtMqPJdv8SPEVfJ/xuqVaun2hVBxWYnYqEDPlLwUoQAEKUIACFKAABShAgcgKsHQKUIACFKAABShAAQpQgAIUoEBeBEQEIpKXrHnOE7GARZfrmecGRXFGVo0CFKAABShAAQpQIMYEjqwteKqnB40ruXsSrgx7U4GTv/bi2h+9eGq6D5/N92PqWj9W79K1TPkR0FdHRFy/WMpPHdzKy7/7ckuS5VCgWAW4cwpQgAIUoAAFKEABClCAAhSgAAXiX4AtpAAFKEABCpQIgUgMGhKxgMUS8YqwkRSgAAUoQAEKFLEAd0eBohM4sbGD2zp7UDohMvuMVLmRqW10l6pBfpG4WCraVovdXWBqZzmhAAUoQAEKUIACFKBACRZg0ylAAQpQgAIUoAAFKEABClCAAhSIBgERsYOGiIhr1UkPWHStSBZEAQpQgAIUoAAFKECB2BfoXNO9k+7Y14juFuj1kYjYi6XormlOtdOwS8Bv/uWUi+so4IoAC6EABShAAQpQgAIUoAAFKEABClAg/gXYQgpQgAIUoAAFKOCCQHDQEH10oThbRMQCFt2spK0pJxSgAAUoQIEYEGAVKUCB+BG481cvNE1e5YufRsVpS/x+QK8/NMV6EwUS601g/SlAAQpQgAIUoECJEGAjKUABClCAAhSgAAUoQAEKUIACFIh/AbYQEBGb4OJPxAIWRcTFarIoClCgOAWqV6mKq8+5EOPf+gRj3/wIndq0c7U6DevWw51XXIdv3xkRkfJdrSwLK5TASceegA+eegk/j/gal552dqHKyuvGQ/oOwP/eHYnfPh+H5+9+CGVLl87rpgXKp+Vfd/4l+Oq19zDls7GY9sW3+GXkGLz96DPo2q5jgcrkRtEloO+JN154eaHfs4q6b0aXYuzUZs4mP578w4fzvk3FyHl+7Njvd7Xy57WO2Om4q/WM9sL0ykNEXL9YKo52u9vDiqMFruyThVCAAhSgAAUoQAEKUIACFKAABSgQ/wJsocsCHdoPxCUXv4E7bp+Anj0vcLn0/BV34uDbcOcd3+G2W8ejV6+s61K/fjsMG3Y/br15LC6/7N387SAsd/NmR+Occ56z+xs08OawNXmf7dhxMG688SvcdedEnHnmE0hOLpP3jZmTAhSIOgE9hvVY1mNaj209xouzktWqNYC+P914w5e4/rrP0aBhh+KsDvdNgXwL6IAhmvK9YQ4bROwOKW+05aDOVVEr0LNLNzx+y9349u0RoUCjkc+/HrX1jXTFNLjqxXsewecvvoWzThyKKpUqubrL/j364N3Hn8dHT7+EwX2OR+UKFV0t383CsgpCmzpqPH76eDS0j9xy8ZXQwEsNYvrw6Zfd3LXLZRV9cRrcdcfl19rgrtsuuwbNGh4GjyNFVpGjj+iCSodUMPt00LppM3Tr2Dli++7Q6nC89eizOOGY3pg0dQpe+uBtLFu9EokJCWbfLfDErffgwmFn5Hv/Gtw55dMxNvhRAyCDSYMw7736xjyV99K9jx60fbAcfdSg4TwVVIIzhb8nDu8/uNDvWUXZN0vwy+Za0zfsBd7714fhY7147i8v5m9152y3Vtmiez90DSMKC9JXQy+UNEVh9fJYpUBfCEzzuAmzUYACFKAABShAgWwFuIICFKAABShAAQpQwG0BDQLUILx77v4JuSUNktFgveuu+wxDT7kXGpzndn20vEPKV8PAgTdBg2AGDLgBNWs2KfY/6j20bms0aNAOHk8ikpJKo2mTblrVUDqy63AboHj2WU+jRfNjkFyqbGhdXmc0GKl3r4tw7TUjbNBjg/pt4TH7y+v2mfM1a9oNZctUgOM4qFOnBRo37po5C59TgAIxJKDHsB7Lekzrsa3HeHFU//A2fXHhha/aYPL27fujbNmKEagGi6RA5AVExJ5fiIhrO4tYwKJ7VXStrSyIAtkKaBDK+0++iMduvgs9Oh+JFG8Kvp8yGfe/8BSueeDObLeL9xVly5TBH7Nm4Ne//oDX5/7XYWpQwXe/TMLPf06DLwLlu/X6dGvfCe8+8QJOG3ASqlSsjEXLl2DCzz9h8h+/Y8eunahXuy5OOWGgDVzUICYNTnNr3/FQTtnSZbB01Up8Nu4rbDdeRd2mH6f+is1bt9o+PGfBfPxm+nMk6lCvVh3ccMFlqG8ev5k4Ac+99yZGjP0Stz3xEBYvX2Z3mZyUhGPMe4x9ko/J6yM/RN/zTsXjb7yMhcuW2q891c09joNju/fAZWcGOblXAAAQAElEQVScp09zTFfdfzt6nzUEz7//FrZs32bzbtqyGU+8+TK6nNIPD7/ynF3GSfYCwffEn6ZNgTc1NfuMeVxTVH0zj9VhtnwIfLvUj6snenHrz15MXlm4/x9rl8vHjpk1WwG9PhIRe7GUbSY3V0SkLD9s4KWdRmQHLJQCFKAABShAAQpQgAIUoAAFKECB/AgwLwUyCUya9A4efqQv3v/geqxcNSf0WT3Mz8aNyzB9+lcY880TGDf+Wcyb9zNSUw9AAwpbtuyJM8943AYWaqCdye7arwb7bdq0HH/8MQp79+5wrdzCFKQ2ixb/adt/4MBeLFj4W4biUs192D/+/BKrVv2bYXl+n6Sk7MXUaaOxc9em/G56UP65/03Grl1b7P3K1av/w6JFUw/KwwUUoEDsCOgxvHLFbHNMe7F7z3bMX5DxfajoWuLHnDk/YoHZv99fuPtJRVdn7okCBwv4/eYeVlo6eG3BlkQsYNHUs2A14lYUKGKB686/FI/cdCeaN2psg6le+fg9DL7kHNz3/JMYP3kiNmwu/EluETfJtd1N/O0XfPjV55gyfRr27d/vWrnBgr79+Ucb0PXbjD+x70Cg/OC6aHnUUROvPOsC1K9dFxu3bMadzzyKc2++Bvc8/wRufeJBnHjpuXjstRewev26aKly1NVj6aoVGPHNaLz7xadYt3FDkdfvm4nfof9FZ6DbsAG49sG7sHvv3ojUYVCfvmhU91B7rCxasSy0D23/yx+9gzUb1uNASgr+mv1PaF1+ZrTeoyeMxaV33Yifpv1mAzB1+6TERAzrNwBD+g7QpzkmLeOTMV/g7zmzbL5ps/7GF/8ba+c5yV0g+J74y59TsXtf4ftRUfXN3FvGHAUVmLHBj4en+XDe/7z4bL4fO1PyX1LtcpL/jbjFQQJ67RG8WDpoZQwt0N4gkBiqMatKAQpQgAIUKLgAt6QABShAAQpQgAIUoECsCixfPhMzZoxHSsq+UBNWrZqL8d8+j5kzv8Vff43BqC/ux/sfXIcN65fYPAkJSWjXth/6nXCNfe7WRAMlp079HL/8+jG27yj6ezDZtWPcuKfxyKPH47HH++Onn97JkO3PP7+0RitW/AOvtwAfqprS9u/fY9s8bdrn2LxppVlSuF993Z559hQ89HAffPzxLdDyC1cit6ZAdAo0adwZF13wCoryK4kjIZFbO/QYHjHyDnNMH4unnz7JvudEoh65lTlr9vfQ96mFi6aZ/zP255ad6ykQtQIiAhFxtX6Oq6WFFeZyPcNK5iwF3BEoW7o07rv2ZgzrNwg6v3LNGtz//JP44MvP3NlBHJWyYctm7Nm7J2It8qZ6oYEGEdtBIQq+YOjpOKx+A+zdvw8ffT0KP//x+0GljZk4ATc+ci8WLVt60DouyCiwc9eujAvi6Fnnth3gSUjAHtNXdETH8Kb9NmM6Tr78PBx92mC88MFb4avyPa9Bhw+99DRWrl0d2rZcmXI4f+hp0NFAQwtzmNm5Zze8qanmw4vo+GvLHKoalau279yJ/QcORGXdWKniEVizy4+3ZnsxbEwqXvjbh4VbdZy8vNWlfGLe8uUzV4nLrpdIIuL6xVJxQOa99xRH7bhPClCAAhSgAAUoQAEKUIACFIgiAVaFAhQoRoFt29dj//7dOdZAgwknTX4Pu3cHvvXIcRw0bdoNbdr0yXG7gq7ct3dnQTctlu18Lt0c3LaNg4oUywvIncakQJs2fVH+kGoxWffwSsdaO3xejYfgp//hryHnY0sgEoOGRCxgMbZoWduSKHDTRVeg71E9keDx2FEUn3nnVWhQUc4WXFuSBOrVqoOWjZva4Iddu3dj8Yrl2TZfR9Eb8+MEG9iYbSauiFuBdi1ao3KFikXWPg1a1JOC8B1Wr1IV5w093QZghy/Pan7rtq3Yl5JiR4PMaj2XUYACBRPwmWvNsUt8uHKiF3f86sWvq82CghXFrfIpoNL6vqgpn5tGUXaxdQlM7SwnFKAABShQrALcOQUoQAEKUIACFKAABShAgcILzJv/C1aHffVxcnI51KvXrvAFswQKUMAlgZJTTPNmR6Nhw44x3+B4aUfMvxBsQIkSEBEbNyMirrWbAYuuUbKgWBK47IzzcGz3HvA4Dnbt2YV3R41ksGIsvYBFVNfqVashOTnZ7s3j8aB02rxdkMXk03FfY/nqVVms4aJ4F0hISLD/QRd1O7ds24YVYSMttm7aHBqMXdT14P4okG+BErDB9HV+PPC7FxdM8OKLBT7sKdg3m5QAKXeaqNdHIlIs78XutEBL0bBLwG/+6TMmClCAAhSgAAUoQAEKUIACMS/ABlCAAhSggBXYvWe7fdSJiKBypdo6y0QBClCgyASqVWuAnj3OQ9myRTcACyLwEy/tiAANi6RARAV0wJBgcmtHEQtY1Iq6VUmWk3cB5sxdoFv7ThjU61gkJSbC5/Nh8h+/Y/R343LfkDlKtEClQyqgf6/jch297r/FC8H3vxLdVYq08V6fFx98+ZkdJVZ37HEcG4ytQdn6nIkCFCh+gVU7/Xh9lg/DvknFyzN9WLI9EJRW/DWLrxrot8fo/7+aYr1lAon1JrD+FKBAEQlwNxSgAAUoQAEKUIACFKAABSgQmwIpB/bGZsVZ62IR4E4pUFiBatUaYED/G1CtesPCFlWs28dLO4oVkTunQAEFRAQiUsCts94sYgGLIu5WNOvqcykF8i8w5ISBqFKpst1w/eaNGD3hWzvv5qRDq8Px6M134ccPRuGlex+1RZctXRrXnX8Jxr/1CaaOGo/fPh+Hz196C/2O6W3X6yRzHs331Wvv4fRBQ3R1jukU064PnnoJkz/5CtO++Nbu48cPv8AbDz+Fnl265bhtcOXgPscjvAyt47g3P0Lnw9sFs+T4qPW//Mzz8OWr72HKZ2NtPbSM8W99DG27rs+xgBxW6rZaRtBPbbR9bz/6DJ65436898QLOWxdsFXTZ8/E5m1b7cYigh6dj8RjN9+NhnXr2WVZTVavW5vj1+z279EHbz78DLTu2gZ9rdTo27dH4N6rb4R+rW9W5RZHnzpj8CkY8dxr+PXTMfa11Pp+//5nuO/am7OtJwrwc87Jw/HVq+/bY0L3oa+xvtb6mmdVXNd2HfHiPY/Yvh48vi4+9Sx8+84I/G6OKz1mju12dGjTcLuRz78eWp7VTLDs8NdHjyntZ7oufJtObdphrDk+9DV8+b5HUa1yFbtaH/W5LtekeTSvXRmBydoNG+wosTparBavwdjD+g3AkL4D9Gmhkvb1e6+5Cdo/tZ9qe/TYVuMbL7y8UP0gq9elddMW9rX9ZeQY2+f0MSv7zI3SvlLQ955stjXv1QV739LXWl9ztcqcdLmuD9Y/K4PguuDjSceegHcffx5TzHF45xXX2cXq9OydD9hjQPfx08ejcf91t+QaUK19WI+d8P6tx7ce53q828I5iZhAig/4epEPl33vxd1TvPhtjVmQtrdbjvCkzfGhoAJ65SEirl8sFbQ+hdmOIa2F0eO2FKAABShAAQpQgAIUyJcAM1OAAhSgAAWKRKBixZqh/fi8qdi4aUXoeXYzhzU6Amed+RRuvWUs7r7rR9xz90+4/bb/4cLzX4auy267zMu7dz8d11w9EnfdOdGWc8P1X+D4vlcgOblMKOvhbfqa/Yyz+9D9BNOggTeH8jRo2AHXX/d5jnlCmc1Mh/YDceGFr+LOO75DeDlmVYF+DylfDSedeBtuuGG0bYvWUT3UKCExqUBlhm9Uv347DBt2P269eSwuv+zd8FWh+azaVKduS5xx+mP2tdE63XbreJx88p0ZfEMF5GEmq3roPrSdd9w+wfrrY079QK0GDrwJN97wpX3N9LVr1qw7LrvkbWundex73BUH1Ua/Zve8814wfWGs7SvaHjW+5OI30KnTSQflD1+gdVQHLVu30/6mr9Xppz2Ci832Wp/w/OHzh7nU18PLDJ/XumsbtC1aNz2ebjXHlbZV2xyeN3y+oI7hZWQ1Hyz3hutG2ddD63TXnT/g6qtHQI/X8G20L+r68KTLwvOcfdbTtl9kl+eII07GOWc/i3r12oQ+Py9fvirOCduuIMeovuZDT7kPN9/0NdRU96/H+2WXvoP27fuHVzE0rwGHuq/wvqkrtd3XXjPClnOXea+68soPcXib43RVKOW3Hfoep+Wqlx4zPXteECorOBPse9o31FGX9+hxnj127r5rIrROLVv21MUZ0pFdh+Oyy96x72/abm2/Opx00h3Q1zdD5lye6PF5fRbvrVquJvUKL0Lboc66Lph0ey0nPB/nKeC2gA4YosnNciMWsJj1jTY3q86yKJB/geOO6oG2zVva/4z1YJo97z/MWfBf/gvKZgsN+NCAqJfuexS9u3ZH2bJlbU4N+nn9oadx2oCTUKVSJbt/j+OgXq06uPGiyzCoT18bBKfBV+F5RAS1qtXARcNPzzb4SMt+9YEnoMFD2qZ7n38Cvc8agmfffR3bdu4w7W2FB6+/Dbdddo2tS1YTDdh55MY7cOulV9ugq/dGf2rLeOL1F7Fr7x6cfdIwVKlYKatNQ8s08OatR5/F8P6DMW/JIjz2+gsY8c1obDd10ABRbZcaaH1DG+VxRuv36M134pTjB2LGf3Nw+nWXYfCl5+DbyRPR8NAG6N6xM0olJ+extPxl+/H3X7H/wAG7kcdx0Llte7zywOPQIDu7MNPkw68+x/m3XptpaeDplWedb1+H5oc1xndTJts2XH7PrZjx7yxUOOQQ9O95LJ694wGEGxVnn7r8jHOxZdtWPPP263hj5IdYs2E9ypctZ4Ns33j4KehopYGWFWwqItDA3svMfmpVrw6P49hjQ48R7S96PAQttA+ouR5fz9z5gH0dgq+5jiao6ypXqAjHlKHHzOBjj0d2dtnVVo+hx2+5GzWqVcPHY77AE2+8jBlz5yAhIQGtm7bAE7feg8tOPye0+X+L5hubV3H/C0/hmXdew+atW+06fdTnulzTM2+/Cs1rV0ZooqPEfv7tOBxICXznbLky5XD+0NMK9Rrpcf/mI0+hR6eu+PH3X3DSZefavj152m+oVqkyhvUbhJfMe11++0F2r4uW8+hNd9jXVoMulUof1f7hG2/L9j2wMO89hdlW65dV0kDnJ9582fSHLXb17r178ePUKbj9yYcw8OKzoOuzM7AbmIkGLl99zoXQ4F19727ZuKnph4lmDXDqgBPx7J33o1uHI0Lve2VKlcbxR/XEHVdcb/NkNdHX86EbbkWHVq3x+8y/7Puovv/MXbTQvudce+5F0ODHYPr10zG4cNgZ4E9kBKat9eO+33y4+LtUjF7kQ61ykdlPSSpVrz30PEhT7LZbbNUDUzvLCQViXIDVpwAFKEABClCAAhSgAAUoQAEKUKBVq96oWbNxCGL7zk2Yt+DX0POsZk44/hoMH/4gKlSojt+nfobx3z6H5StmweNJgAYJnXrqQ+jV64KsNg0tM7dgbABer54XoJfnmwAAEABJREFUoWLFGvb+iYigXLnK6Nx5KM4+8ylo8JBuMGv2d3j8iQFmP89j1+7AvQ5dHp6WLf0bzz43LJDHtCF9XfqcBupoYJoGIw0YcAPq1G4Ojyfw2XZ6rvzPaeDSBRe+jNatj8WmDUvx4Uc34tXXzsd/8ybbIKzWxjj/pQa20MAjDWjSYKUWzY9BcqnAvd3AWtjgo2OPvRQa6Jm5TV06D8EZpz2Kxo27IDEx2W6SlFQarVv1yXeQZnb1aNK4M4YNvQ+NGnU09wkCgZkJCUm2H5wy9B507DjY7lcnGnyngY0a7NWh/QBzn7qiLkbFCjXQr9+1qF6jke0HWseWrXpaO82ggV1DT7kPQ0+5B+XLVcHEH9/Cgw/1xpdfPYTNW1aiRo3GOOH4q3D6aY9kGYipdRw65G7Urt0cU6aMsH1JXyN9rQ47rAtq1WwCMf+QxY8bfT2LYu0i7d/nnPOcqfvV0M+Pv/zyYVu37757CXv27EC9Q9tgyJC7MGDAjTZ/cFJQx+D2OT22a9cPF130Gpo3Owp//f0NXnjhNLz/wfVYveY/+zr17nUxzjzziZCz9nNdv2rVv9kWq9aaZ+WqOVl+C+Ca1f/h++9fxaTJ7+JA2uiuu3ZtwYQJL+Krrx616W9Tl2x3kMWKbt1Ox5mnP4a6h7bEP/9MwDdjn8S8+b/Y/Vev3hA6muOJg28Nbdm82dHQ10IDRzWYsWzZQN9MNO9p2me13RUq1ISI2D5apXJdHHfcFcbpaAR/8tqOOnVbmr58H6675jP06X2JfZ8TEQR/tL8HAxlPN23QYyt4/PbqdRG6m7Zp/UQc8x5cM0PwZbBP9ep1Ifbs2or/TXjJum7btg6lSpWHvledf/4L0GMCefzR99axxi/z67dx4zK8/e6V1ja8qEmT3sF7H1yHrVvXWu8VK2fjs1H3QssJz8d5CrgtICIQCSS3ynbcKihzOZJ5AZ9TIAoEOrRqg3Jlytqa7N2/D3MWzsMdl18LHS1MRw3TQA0N0vjkmVcxuM/xNl9+JnqTfPSEcVi4bHFos8TEBGjAoH51670vPGkDAd/89CPs3r3b5ilftjyO634MHrr+NtSsXgOfjBmNc2++2gZArV6/zubR4CMNarRPwiYaxHXDBZehfcvWmLNgHq645xZMmvYbdu/di0/HfY1HXn0eazdsgAb9aHt0BL+wzUOzN110BXp27W6D0x588Wm8O2qELeOrH/6H2554CMtWr4QGgoU2yDSjQWU3mnpUr1IFL77/NjQw55uJ3+G59940dboVS1Yut29ejes3gNZX652piByfDu03GO1atMG8xYtw59OPYOmqFfYrcJ986xW8P/rTUEBhjoUUcKWWP/G3n+H1+UIlVK5QEVeceZ4dfVBdQytymNFg2ZOO64fkpCTbjsdee8G24e9/Z+Gpt17Fug3r7dYN6tZF36N62HmdFFefatWkGT42ffHK+263X5n+9uef4Owbr8Bfc/7RatlA2ivPusAGOtkFBZho8OdRHTtj6YrlmPDzT/j739mh0SlFBC0aN8X1F1xiS9Y+rTN6fK1cu1pnbSpXtiyOP7onxpi+qoGy6qVp+46dSElJgeafu3C+zZvTRIMeTzz2BMyaNxfn33INtL0aBHjZ3Tfjo69HITU1xb52w/oPCgXOaZ00EG385IlYbNrg8wf6iD7qc12uSfNo3pz2n+91WWzw2ifv4cepv8KX1lc16O3ME0/JddS9LIqybTzvlOHm4jcRr3/6IfRY27B5E+YuWoA7zDE45sfv4fP7Ub92Xdxu3kO7te+UVTFZLtu3fz8+GzcG4a+Lvr9ofypbqjR+mzEdP0z5Ges3b7Qn2lqIvgdmFYDZsG49FPS9pzDbap1ySrWqVUdychJWrV2D+8z7vr4n/jh1SmiT3PpmqaRk86HQLowY+yW2bt8e2q5q5So49+RT7bFy/UN3Y9AlZ+P7Xyfb9ycRQefD26FPt6OR+Uf//zh3yDCUN//fTPtnRuh99G/z/vPoq89D31N1G+07s+b9B+234ydNtAG7upwpcgLLdwCvzfTh9p+9kdtJCSnZHAL2XEMklq9C/PaDs8C0hLxwbCYFKEABClCAAhSgQM4CXEsBClCAAhSgQEwLNGvWHb17XoDSpQ+x7di3fxd++20EVq+aa59nNdGAmQ4dBmDlyjl46+3L8PPPH+Cvv8bg/fevNduOhNebYj67T8IRR5ycIVgtc1mNGnZEk8ZdsWnjMsyePRHLlv9j7pvst9lEBLVqN0ffvlfY58HJ9OlfYU0OddN8mmf5itk6e1DSoJ/t29baIMvde7YdtL4gCzTwp3efi1GubBXMmfMDPvjoRixfPhMazKPBVlOnfg6fr+Cfr6Yaz7/+HoM1a/7Lsnrapv37dmHqtFHYHdamcuWronv3M7F8xT8YMeJWPPfccPz774+mLj77OWXDhh3QsmWPLMvMamFKyn788eeXGerhOB706X0pkhPLYOGiP0z5P2HHjg2heyelksvh6KPPMq9zZ1tkUlIpk28ali6ZbuuhC/XT0i6dT7Fec+dOMve7DuhipBzYh927ttr5fidcg+bNj8a2besw8tM7oa+xrtB+M3LEHVi3fpG5T+xBY9Ofhg19wNz/KKOrQ6ljxxNRvlxV/DNrAn759UPs37/Hvkb6Wi1aNDVU39AGaTNu9fW04jI8JCeXwfF9r0L9eodj9Zq5+OCD62xAndZt2h+j8c24p0x719tjqX27/tDRO4MFFNQxuH12jx07DrbHXEJiEn6a9A4m//w+duzcaK2mmf61b9/OQN9p0BG9e10UKkb7+7z5U0KvXWhF2IzmmTPnR6SkBo7xsFWm/fOgQcnbtq4LvRZ+c09z/cZldrmuW71mXvgmOc5rO4466gzs2L4RH398C777/hXMnPktPvvsHnz33SvYv2+37S+tWvWGvsZamJrON21YYvqm7luXad886uizUalSLUya9LY9hr4Y/aA10fUaNNiubXq8htZR65qXdqxfvxB//vU19PXWssJTcJke91u2rgqt0mDl1q37YMaMcVi7bqG18pt7oXv3mBs5JlewT9Wt08K8x31u34v0vVnfo9948yIsXzbD5IINctTjVoMb7YI8TPT4Hjv2aWzctCyUe/furdn+X6Hv615fin1PmvLrR9nmCxXGmdgQiPJa6vEQTG5VNWIBi+bYdauOLIcCrgm0bNzM/AcZ6PZ+rw8XDT8TXdt3xPwli/Hr9GnYtnMHEhMScVj9Brjpoitw5Vnn52vfOqLgZ+PHYM78eaETweaNmuCf/+bYIEQNytLApbc++xgTpkwK5enUpj127N5pg/te+OAtO0KhBhx+POYL7Nm319ahWuUq6NSmnZ0PTi4+9Sx0bNUG+w7st0ErWnZwnT5Onz0TX34/3gb0eRwHRx/RxY7mqOuC6dQBJ6LXkUfBVAYamKfBQsF1+qiBLGrjTU3Vp1mms08eigaH1sN3v062wW3hmXT7qTOmI9XrtSdZrZs1xwk9+oRnyXW+TdPm0EC/lNQDB+XVgML/Fi84aLmbC5566xWM/fE7HEhJCRUrImh0aH0b8Pr+ky+ia7uOoXVZzTSqWw9lSpWyq0qnPdonZqJGq9avMXMwJ8aJ0KAk+8RMirpPnXXiUDsCm/YdDYAzVQj9av+aNO13aLCvLmxY91D075m/11K305RgjrNa1Wvi2XffwJk3XoF7nn8Cl99zC+5+7nEb5KV5RARtmrXEKScM1Kf44MvPoMfXrHlz7XOdaNDZb3/9YQPqNGD3+fffggYE6wifn387xubXIEsNONT8WSU9rgb2OhZbtm/F6yM/hLYzPN+4H7/Huo0b7SINnDv+mJ52Phon740aiSUrloeq1r7V4fa9LLQgDzNqesagIdC2Lly61AY/Z97sJfM+tWDpYrtY35tOG3SSnc/LZPSEsfZ94s9ZMxB8XerUqGWDdK556G5cb9KdzzyK06+9FH/OmmkvCLRc3U+/TO8dhXnvKcy2Wp/skv6/culp52DF6tW46bH78fMfvx+UNbe+uWLtarz7xaf48KvPsXjFstD2LQ5rgve//BS3PvGgDezcsHmTHf101brA+4e+xzRt0CiUPzgzsNdxNlhx/4EDBwUh6vtP8D3aMf9PVDikPN79fIQNeNeAxmAZfIyswD5vZMsvCaXrtYfbF0rF4aYf0gikOHZdIvfJRlOAAhSgAAUoQAEKUIACFKAABSgQ/wJF3UINUunaeSjOOfsZnDLkHlSqXMd+zq0BMF+MesAGH2ZXpwYNO0ADdHbv3oKfJr9zULDNP//8Dzu2b7Cba7Bam9bH2vnMEx3VsGLF2jZ46LU3LrQj5WnA1ugvH8TWLYFBIUQEh9ZtjU6dMn6+v3tP+h/RZy43+Dw4SlvwefBx85ZV+OXXj6FBmRpQE1xe0EcNENKAJh25cdvWNZjy28iDilKTbdvWHbQ8rwv+/PNL/PHHl1i2bIYNBs28XXibNm5YGlpdu3YzTJnysQ3S0mAjDTybNOldbN0a8E1KKo2aNRqH8uc2M/2vr23fWLL071A9KlWqbe6d+PHRiFtsUOQXox+wI0suNXn0s1AtUwMF27Tpq7OYNft7TJv2Oeb+9zNSUvbZZWXKVjL3YvZj1Kj7MOqL+zF69EM2z1djHoO2rUvnIWjeQgMr/Zi/8Dcb2Gg3TJtou34z7nv37oCI2FEZu3YdnrYW0FE0q1c/zNbTm8V93L9Mu3bv2RbKH5xxq68Hy8v82OOY89CgflsbwKeBfMEgtWA+HY3u77/HGJsDNnagadNuaNeun11dEEe7YQ6TKpXr4ghzrOlxu3LFHPtah2ffvm29Od4DMQF6r6Zq1frhq7Fr52bTL7K/V6+ZNVDQnzaoiT6PRAq2w7ypYcrvnxzUX7Qfb9i4zO46ISEJLVscA90maPrvv5Nw4ECwb1ZGyoH9eP/96+z7hvY1DfqdPesH+LyBtlaueij0fcAWmMeJBoTr+5Aenzt3bcpyKx0JVI97fS2CGapVbYBFC3/Ht/97wQa4fv/Dq5j883sYN/4Zm+XII09D/fqHQ4+/n356yy4LTrR//Tf/VxxIO+6qVq2Hw9OOy2Ce3B41CHvO7B9sn9S8VaocCj1OdD5z0mNe3xfXrpkPff/JvJ7PKRAJARGx/w+4WbbjZmHhZZm6hj/lPAWKXaBdi9bQkfGCFdm2ayde/OBtDL7kHBv8oQEgZ994pf26Tj3JS05KwrD+g6EBfcFt8vq4w5TtS/trnn8XzrPBVJm31a+j3rt/v128ZdtWvP35iNAoV3ahmSxfvQq79+wxc0CZ0mVQvXIVO68T/Trpbh07w5OQgG3bd0D3o8szp1HfjoGOkKjLdXQtDVzReU1lS5eGBgCVTi5lgzV/m/GXLj4ozVuyCLvTAiczr2zdtAU6tDrc/Ad8wI6+lnm9Pl+yaoVdr/O6ryZZBNTouuxSKVM/Xdes0WF25DedD09zF843/3lHLm8QVWwAABAASURBVNpj9969NnhHg6hWrlljzsH8od2LCJo3aoynb78XL9zzULYjDs6e/x82bt0CDdzMKsBy/ab0EyaP5+C35qLoU9ofunfqYtu2cNkS+5h5snzNKuxJ65Pa9/Q1yZwHQK6LNFBNR0XU4LXwzBrc9d6Xn2Ln7p12cZlSpXFkpmDQAwcOQEeC0wyr160NBdTp66QBnm9//gl0XtdrCubV+axSn25HoUrFSlizfh3mLPjvoCwaPLZ+88bQ8trVa6KdeT9BFP4sNcfayx+9Y0fv1Op5HAfHdu8BHUFSn+claRBq7erVrfGCpYuy3ER9J02dYo7rFHtiEh5YmuUGuSxcv3ED7n72sQz+ug8NIF1r1unmIgLdT8vGTfUpCvPeU5ht7c6zmdx80RU45+Th5v14Pm598qGD3tMzb5Zb38yc/5c/p4b6e3Cd9s8Nae8fGghc2fTl4Dp91L5a2/RZndf3n83mfUjnw9O8pYuxf1/gArFqpSrGtnn4as5TICYExNRSROx7kpmN6d/0s4yYbgYrTwEKUIACFKBAyRBgKylAAQpQgAIUoAAF0gT0a07vufsnXH7Zu+h7/JVo0KC9/azqv3k/Y+TI2/Dmm5dg8ZI/03Jn/dCqRQ+UK1cZW7euzXLELA0w274jELCoJVSsVBP16rXR2QzJ603BjBljocFD4St0hLNfpnwMHclNl2tQXeNGnXTW9aT3Wgtb6BGdTkKtmoF7AitXzTkoOErLV5PNm1bobKGSfqtUfgpYMH8KdKS+8G20Ljt2bLSLNGi0bNnKdr6gk+3b12P0lw9l6AsaGKXBrNvMOi1XRFC3bmsbOKjPNaV695t7PIGArwMpe01f+Ba6na7Tr+2d8N0roTJbtOiJpMRSZv1urF49V7MclP7990esSht5U4PQWrfqbYPQNGNichl4PB6TEtG0STf79bu6PJg0mGrrlsCgC8Fl+uhWX9eyMicNkGvSpCscTwL27N4O/SrhzHn0+Z/Tv8KmTYFBQEqVKo92bQMBi7pOU34cNX9OqV27/qha5VCkph7A8hWzDsqqowcuXz4TXnPsap5Vq/89KE80LGjRsgcqV66DXbu3YsGCgwfs0Dpu2bJSH2wqZ46B2nWa2fnMEw3M/vW3T0IjKgbXa+BecBCj5KQydjTY4Lr8PGqf9+cSwJmaut/c9/fZYrduXYM//hht53VbHb1VR0/UeQ2abGr6lK5cvz7re6ebN6/EgX2Bb9jUvlezVt4DlrVcTeF9Uv8v0ONEl2dOTRqn3c9fNC3zqkg+Z9klXED/X9fkJoPjZmEsiwLRLFCjWjXo140G66ijro2ZOCH41D5u2LzJjmq1KS2gQ4PrBvQ6DhrIZTMUYOLzRea2c48u3VCzanVbo30H9mUbLKhBPwuWLDb/2QbqUa92XRydFpSmIx3Wr1PXlrFtxw788c/fdj7zZPvOnXaUxszL9Xn7lhoIWgllSpXGXVdcj2lffHtQ0uW6XvOLCDQYSufzmrZu32brryO+XXXOhdCgIP262+D2cxbOx45dO4JPI/aowXTn3nKVHYVvi6lT+I40UKhL24544Z6H0e+Y3uGr7PxvM6bjpMvOQ/fhA/HwK8/ZZdlNqleult0quzxSfapr+06oVa26HeXxvFNOO+h11Nf2RdO+KpXSL7CqVkwPorWVy8fEl81J4jcTv8OseemBg3Vr1c5Q6o6wgGB9HTRgK0OGfD5p2bgZHMdBx9Zts2yztlvXBYvV9xF9Pwk+j7ZH7WvvjhqJXXt22aolJSZiWL8BWQb72gyZJp3bdoAGo/p8XnNcBQJHM2WxT/W4274zcNzp8d2h5cEfitiMeZgcSE3JMrhPA0inzpxuLqwDFwuHlC+PBnUOtSUW5r2nMNvanWeaJJiL8fuuvRmDjz0BU/7+E7c9+WAoaDRT1og8Xbtxfbblal/VPpttBrNi89at2LM/ELBonvKXAjEpoGc5eqGkKSYbYCstYVOdZaIABShAAQpQgAIUoAAFKEABClAg/gXYwngRmDFjPB54sBfGfPNEKCDQ40lEhQo1sGLlnDw1s3adFhBx0KBBe2jwY1ZJ1wULS04sY8oP3CsMLgs+ZheAN3Pmt1i5Mj0YqlLlOsFNou6xceOu5p5Vkg3i2rptbbb1252HUSGz3djlFdsKMdpj5qpo4JoGb2VeriPILVn8h7l3Grh3Urp0eVSpUi+Ubc/enTYwThekmHvIW7YdHDCo61q27IFq1QIj+em+dDtdnlXSEUI1mE7XlT+kGhoddoTOYuf2DQiOuFm9RiOcduojB43auW7dAvj8GQeecbOv24qETZo1P9ocFzXskpSUvdBgQPsk00QD0datW2Qc9dNlGMNDoSMtBrOph7ro85wcdX1uqV69w6FBbLrPYJBk5m2+HvMYHn6kLx559Hj89NM7mVdHxfO6tVvYY7Kq6W+33jIuy/eptm1PCNU1ITEJlSrl7z1mx65Npk/tCZURyZm9+3ZB74fqPnbv3mpHHdX5zOkw09/1vVzf04866qws233WmU+iXPn0++Y6+mnmcnJ7rv1j7n+T7fGr/xc0btwZdeq2zLBZE7OsVu1m2LZ9HWbP/i7DOj6hQCQFRAQigeTWfhy3CmI5FIh2AY+Y7u6YZCqampqCTVs2m7mDf/WrcGf8Ozt0clK3ek0cdUTXgzMW85KGhx4KHQVSq7FpyxZ9yDZpMEtq2tDJ+nXENasFTtKaNGgEDcrUDTXwSx/zm+rUrAUNiNLAyPtfeApdTumXa7rmgbvytZufp0/Fzt2B4KuypUtjaL9B+OTZV3D3lTegepWqmPjbL7ji3tvyXmYhcmo73x01AufefDXG/vg9du8O/KVEsEitzxVnnY9u7TsFF2X7qG0ZcvxAvPv48+jf4+Agx2w3jNAKDQTT/qHHxzuff5Lr66iv9Rk3XB6R2ixfvRKp3sDFS7kyZdGpTbuI7EdHnwuOvPrnrJl5anPvc4Ziws8/RaQ+bhU6+rtx+PzbcTiQkmKLLFemHM4bemqujhqsWK1SZbvN/pRUrFyb9UWsZtD3yh070wMaq1fJOdBWtylImrtoAfYdCIxGm5yYgEPTAlgL895TmG0zt0HMgnNOHoa+R/XEjp078M0P/8swwqdZXay/4cGIjiMoa46nYq0Qd06BCAmYayTXL5QiVNUcig18MOZH4DGHjFxFAQpQgAIUoEBeBZiPAhSgAAUoQAEKUIACRSwwc+a3mD37BwQHbahZown6nXBNrrXQkRLLlq1o8+lXjmrwY27p8ScHmn1NtNvkZ7Jp8wpTv8A9mFKlyiG7rx3NT5lu51WPipVq2mL1vtW2revsPCcBAQ3CS0kJ3DvRQVUqV6kbWJGPac0ajZGUVNpusW/fLujXJNsnWUw2b16O1JQDdk2CJxEVKwZem81bVmHJkvSBJypVqmX7+9VXfYwjuwa+Olq/YnfcuMDX6moB+tpGsq9Xq1rPBtXpvnbtyvkeugZ9+XyB0SgTk0qFAh11W7eSjvhYLu3Y1n0FvzbYrfKLspyKlWrb3WkgbW7vT7peAzB1lEK7UaQnESy/atX69ljRoN2ff/nQBqdr+3JKr71+QYFq9N/cydiyZbXd9pBDqqPd4cfb+eCkadPuKFP6EKxcMRsa4BhczkcKRFrA7zd3r9KSW/sKRG+5VVpYOVrZsKecpUBMCcya/196gExyEhrUrht19a9eOT04qHy5cjnWb+2G9TiQknay5fGgcoUKNn/dGrXszX37pIATj+PYMjRQwJPgKWApOW/2/a+T8eonH0ADb4I5y5ctj4G9j8PIZ1/DjRdeDg3+C64rikcdjfPBl5/BNQ/djT/+mREKrtN9V69SFWcMPkVns0wN69bDnVdch9GvvoerzjwP6zZtxE9Tf8syb1Eu1FHiJG2HOuJg2myxPKzZsAEpqYFgu0hWICEhwfZf3YfjBFuvz2I/vfbJe/hhymR400ayrF65Ks49eXiOx0rVipVQqlTg4lT7Q/homlmJhAc6ly9XNqsshV621vSF3Xv2HFSOxyn4e4/HKfi2mSuSlJSERvUawOM4qFq5Cq446wLUq5W/vxbLXKabzzWwdPX6wF+elkpKRrOGhx1UfIXy5dMD4LduxpwF8w7KwwUUyEogmpaZayT7xybxcA0ikGiiZV0oQAEKUIACFKAABShAAQpQoIQLsPkUoED+BX786S2sXjPXbqj3W5o2646OHQfb59lNHE+i+VQo8LmQSOAxu7yFXb5t2zpzXyvy92AKU8+KFWqZz60jc9+hMPWKlm23bV+P/fszDqqS37qVLVsZHtPvdLvExNKoU7u5zmaZdu7aau4177XrHMeDUsnp96a1v8/851ukpgYCGkUElSrVxrHHXgYNXGzfvr/dLjiJdF/XIK/gvkqVLh+czfJRA2FT0+5Heky7ypatlGW+wiwsX6E6EhKTbRGOk4CkxFJ2PhYnIoH3JnEcJCeXicUmFKjOjnndghs6aQbB524/ahDwvPm/2pFlRRw0OqxzaJTFKpXrokGD9tizdwcWLJji9q5ZHgVyFBARiEiOefK70snvBnnNL+JuRfO6X+ajQHYC+1MOmDf2QNBednmCy5evWYU9WQTIBNdH+DHfxQdHWszLhjpmT3DkuvD8jlO4YzYpMQmN6tYLL9LV+dETxuK8W6+BBi/u2x/4iyHdQdmyZTGs3yA8ces9drRFXeZmevPhZzCoT99si5yz4D9c/cAdGPHNaHOinn5xd1j9Bji6U5cM25UtXdoGV779yDPo0/UofPfLJAy69Gzc/uRD2Lt/X4a8xfkkISERdWvWLs4qYPee3fD5/LYOGnySmpq3Y9duUMBJjSrVoirQrIDNyLDZU2+9gr9m/2ODeEQEHdu0xU0XXZEhT3ZPPOY9oUypUtmtPmi5z+s7aFlRLCjMe09htg22bf+BAxj5zZfYtScwCmyjevVx/tDTgquj4nHCz5Ns/UQEXdp1QLdMI8B2Mv1CRzLVi/Kfpk7BirWBv9yKisqzEhTIo4CexYiI6xdLedy9q9kC//u5WiQLowAFKECB6BVgzShAAQpQgAIUoAAFKECBOBTQUa9+/eVD7Nq5ybZOg7uO7DIM1ao1sM9zm1Q4pDo0MCW3fAVdv3/fbvjTBjvwww+fN/3+VkHLjOR2IgLHE5lBU8AfK+Axvol5DEDT+3Y+f/o9Ie3vY8c+hU8/vQv61dG+tL4lEghc7HfCtTi2zyV2P5knke7rOhpk5n3m9NyXNtpiTnkKuM5uFqlRHG3hRTgpXeoQ1K/frgj3GB270gDfSpUiP2jJ7FnfYdu2wKiyeowc3vpYC9CiZQ9UqFADa9fMx8JFf9hlnFCgqAT0vV+Tm/uLWMAib7S5+TKxLDcE1m5Yj917An/5oeU5TvbdX0+kfDpUj8no9fmxZ1/0BJOZKtnffWEBboeULQf9Kle7IpfJgf0HsCpttK3wrDqSmgbUhS/Lz7yOxtaySbP8bJIkt9LKAAAQAElEQVTvvDqq4V3PPobzbrkGP0z5ORQgKCLo0OpwXHbGOfkuM7cN1KR5w8a5ZcNLH76DH6f+Cu07mjk5KRnlzeui85p0VMWnbr/fBlfu3rcX2o6n334V+hXTuj7aUpOGjYo1eE/7o/Ypddm5axdm/jdHZyOaKleqhCPato/oPoq6cO1fz7zzGhYvX2Z37XEcHNu9B5o1yrpPhwd2a+BqjWrV7HZ5mWzatjkv2QqVZ3/KwV9Trf2koO89hdk2vCFzFs5H8Cu4PU7A+LIzzgvPUqzz+hXhI775yn6FffUqVXHt+ZegZ5duNsj75ouuwPFH94b+nzfh10l49eP3irWu7u6cpZUkAb320AslTbHbbrFVD0ztLCcUoAAFKEABClCAAhSgAAUokKsAM1CAAhSITgENJpnxz4TQqHOVKtdB3755G1CgbLnKaNioU8QaVq58FXg8Cbb8fXt3YcWK2XY+Wida18qVakdr9Yq9XjoYwZbNq/Jdj9TU/fCnBR4mJ5dFxQo18lSGBvXt3LnxoLyLl/yJN9+8BKNG3WcDF/1p99oTEpLQoeMgdGg/8KBtItHXUw6kxwOULlUejfJ4LKWmHMDWre4P6JCyfw+8Xq9te2JCMmrVbGLnY3lSulQ5HFq3dSw3ocB1r1mzcUQDyrVidpTFeb/C502FxrQ0bnIk6tRticaHdYHP58XCRdM0GxMFilRAROygISLi2n4d10rKVJB7VcxUMJ8Wv0CM1mDuogVYsjIQtJOQkIjD6jXIU0t2792DZatW5ClvUWZaaurkTRt1rlzZcmjW8LA87X7T9q34b+ECm3fDlvSTySoVK+KoI7ra5fmZrNu4ASlpQ2U3qdcQQ44/+GQzvLxbL7kSD11/W/iifM9r2+985lFoWrV2jd1e/7Pu0LItWjZuap+7NXE8DprmIWBR9/fzH79j156sh18/++ShaNeilTkhTcXYH7/DbzOm6yZRlZatWYX9+wPDtdepXgMDeh+XY/3OG3IqXrznkRzzFHRl5QoVoH/NpRczi1cEjtuClpXTdtNnz8SOnTttljKlSqN31+7QIFW7IItJ66Yt8Pajz+CYzkdmsTY6F+nx8vJH72DD5sBfciYlJuLI9p2QlBj4MCK81guXLsHWHdtDiw4zx3ToSQ4z+l40f8niHHIUfJXjOHDSTnz0tVq2eqUtrDDvPYXZ1u48i8mHX36KmXPnmIt7v7FNxLB+AzCk74AschbPIh0F9s85/2Dn7p2oXKEiHrv5LnzzxocY1Od4rNuwHo+//iIeePGZ4qkc90oBFwT0bUJE7MWSC8UVUxF+2MBLOy2mKnC3FKAABTIL8DkFKEABClCAAhSgAAUoQAEKFFjgt98+scGAeq9DRFC/Xlv06nVRluUtW/o39u4N3K9ISiqNls2PzvErVzV45cLzX0azZt2zLC+nhWXLVoTjeOzn2Rs2LMkpa7Gt27V7C4KBZx5PImrUyHoghmKrYDHv2BEH5tNQWwvtN5s3r7Dz+Zls3LQCKSmBb7VLTEzOcyDd3n27sHbNvGx3NW/+LzZwccqUj819xz02n44y2rRJ4D50pPu6tksDvXTHpUqXR808Bghqn1uzer5u5mpabaz27tthyxQR1Du0TY6jreqxff75Lxbo2LY7ieBkR1qgquNJQJOmXXNsR3JyGZx7zrPo2nloBGtUNEVv3rwcGtCqe6tYsSbatj1BZ7NNRx11Js4686ls1+dlxazZYaMslq+Kju0HonKVutiyZRVmm3V5KYN5KOCmgJ7LBJNb5TpuFZS5nLSA+cyL+ZwCxSrwz7y50K/v1EroiHf1atXR2YNS6eRkeDweu3zFmlX4ZXr0RanP+Hc2tu8KfAVpclIS2rfM/q8YalWvAQ1O0tH//przT+jrPpeuXBnyKFemHI45IvcgLA0ccpz0t47/Fi3Azl2BIL2yZcvi/FNOPejrRi2kmeiIXke274xFy5eaZ3n/ffbOB3DtuQdfwGmA4Isfvo0t27fZwhISPChTuoydd3PS8NC6OP6YXrkWuXP3bnNiHxg2f8/ePdiwJTDiXNnSpdGqSXOo2/4sRojLteAiyqCBrBrQqrvToN6hJ2QfcKXHT7+efbBqfSBgVLdxMzVpcBh09Ludu3fh5+lT3Sz6oLI0IFL/c9UV7VsdnuNXJp8+6GSozV+zZ2r2mEkaIPvuqJHYlfa1xdoXJYva61cBz1+8yH5Ioavr1KiRY9/XwDfNt2HrZkz+IzKvU/3adVGmTBlbp/lLF0GDz3WfhXnvKcy2uu+s0u69exE+mmU58546rP8g6LGSVX5dVlRJ34MevflOtGnaAg+9/ByOO3c4ug7tjy6n9MMxp5+IM264HGMmTiiq6nA/FIiIgF576Hu5pojsoIgK1fdmMR81FtHuuBsKUIACFKAABShAAQpQoAgEuAsKUIACFCi5Avv378G0aZ+Z+2iBAQV0pLn2bY9Hk8ads0TR4MHg51v16rdDvxOuyTKfLjyyyzA4CYlYtmyGPs1Xqlmjsbln5cG+fTsxf8Fv2W6blFQ623XBFWXLVAjOuvq4ZMl07Ny9JVRm7drN0bzZ0aHn2c3o/Y/s1sXT8ipVDkVSqbL23sm69QugQXH5bd9SNd4Z6JsiDg49tHW2QbLly1VCUmKgP6wN+zraBg074KKLXkPTpt2Q+efHn97GjBnj7Chxui4xrD9Fsq+vWDETe0zf1n3qMVe/3uE6m2WqWKmmve/n9/vssbR5S/5Hqsyy4EwL16z+z7xWPru0YqXa6N7tNDuf1aTzESfDIx7Mnz8lq9Xm/mliriP8JZrXqo45ZrIsoBAL161dFHo9q1VtgOP7XpVtn+lxzHk4pHw1rFwztxB7jI5NNZBVA1q1Nh5PIjodcSI6dhysTw9K1ao1wOGH9y30aJ0bNy7D4iV/QuM7HE8C2rQ5Fjqy5eLF00OBwAftnAsoEEEBEXP3yiQ3d5EedeRmqaYsl+tpSszzLzNSIFuBUd+Owbwli+z66lWrofeRR9n5zJPDm7dEhbLlsHv3bkz4ZXLm1fl6npyUnK/8ec2sAUhT/voDXl/g5KZNsxY47qgeWW7eqkkzJJqLlo1bN2Pib7+G8kye9huCIxSKCLq2a5/liGB6cu+Y9bphqVKlUbViJZ21Sevx76L55iRLxwQCqlepinuvvRnnDz09w0h155w8HLdffi0OpB7Aj7+n18EWkstE696lbUdkFWA6ybRh+87AX6Xs378fGzZtDJWmo+E9ees9+PDpl3HxqWeFlud3pnzZ8hh2wiDbtpy2bXlYE5QvV95aaD/T0fs0f5MGh0FH79P5UomJaNqwkc6GkpppCi1Im9FlGmiU9jT0EKk+pcFqf/4zI9SnNODqqnMuxM0XXZGh7YP7HI+n77gfhxiXXyIQpKb9uFmjw2w9fp0+Dd//WrhjMASXzYwGRGpgpK72OA6OP6Y3Xr7vUXRolX4Bo31Jlx1zRFf88c/f0OA0zR9MFcqXR3JSUvBpto/6el53/iW2Tz5y4x0ZXLPdyKUVo78bh1H/Gwf9aoCcivx64gRs2BK4QNU+cFz3rN9XNIi3etUq9nWaPusfzFnwX07F5rgu0ZxoZ3V860btWrZGKfM+qq/RD7/9rItsKsx7T2G2tTvPZpJ5NEsNVrzhgssyvBdms2lEF19x5vno1KY9Vq5bDX3PLMjOurbriFfufwzvPv48chtJtyDlcxsKFFZATAEiAhExc7H9Gzijiu02sPYUKEIB7ooCFKAABShAAQpQgAIUoAAFKBDVAvaroWeMN5/NH7D1LFe+Kvr0vhTVqjWwz8MnGjy4Ly3QSu/NtW59HM4562nUr98ulK1O3ZZ2mQaILSlA4EqrVr1Rs2ZjGwSzcOHv+PffH0Nl68y+/bvMOq/OokqVutBR0uyTtEm3bqejRYv0wMHwILS0LK49LFw4FV6vHSgEZcpUQKdOJx5UH92ZWumjpkMOqa4PcZESPNkHpmkQXmJCsg06/fffSQVqrwbnzTGvf6q5d6sFVK1aH0d0OklnD0r1Dj0cScml7f7+m5d+r0YzlitbCS2ap/cJXRZM69YtQkpa+Xv2bA8utoGykerreswtMn1HA710h3XNMaP9Xuczpzq1W8BjnHfu3IR//4vc/Ugte9euQACu9teWLXuhf//rMvRnDe4bNux+NGt2FBYtmZ6hqnpcBl+n0mUOQe06zTKs1/eIbt1PQ1JaUKgOzJSYnHGQn/AyHCcBSYmlbBn6XnT0UWfb4EK7IIfJvAW/Yrux0iwigoYNO+Dcc5/PEEys7ThlyN044oiTbCDt6lVzNbtryY125LcyeqwsMa9JsE/piKHH9rnUBpVre4PltW/fH6ed+ghKlSqPBQuyDjgN5s3L46w5P2Dnzg02q/bTXbs2Q18Du4ATChSxgN/vt3Ewbu42YgGLblaSZVHALQENMnpv1Ahs2LzJ/CeciJOO649ObdJP8nU/GmDSq8tRgONg8p+/Y/SEsbo4X6lUcjIggcOrfLmyyO1HgwH15CSnfI4jKFsmY1kfj/kCS1cst5sdUq48zjv51ING89KvJG3boiUOpKRg/KQfEQyi0400QG3U/8aGRl0rV6YcNEDtijPPgwZWaR4NHrvloitRqUJFfYrSpm1HH9EVpw88Gf2O6W2XjRz7VSjASRdULH8ILjv9HEx471P8+NFo/PrpGFx51vlI8DgY+c1XoREeNa8mT4IHIjoHOGbGcZzAk7Bpg0Pr4cJTzwzVK7hKX6+khERz8eTDP/P/zVD2eUOG26/ubdqgEYb3H4w+3Y4Obpbvx9ZNm9sgPQ3ayWpj/YrgU04YaPvVuo0boSbBfDP/mxMaBdKTkICBvY+DBnRqQOJFw8/E+0+8iLYtWgWzo3SpZOhXEz9zxwMIfk13UfWpT8d9jSVpfUorpP1gaL9B+PLV9+xr+fOIr3HnFdehWuUq0MA2DfzSfPlNHk8CurbvhNZNW2TYVF9P7cfly5bDX7P/wVNvvZJhvT6pVLESPGZ7na9WpcpBfUKXh6fw/iRijqPSpcNX24DIydN+t4F3usLjOPZ9QYOzJn3yJTS99cjT6Ni6LfQrf9/7YqRmy5AqV6iExMREu6xsmTKoVb26nc880UAvPSa1T/bq2h3nnjw8c5Y8Pdf3rXLm/UAvOPSYzNNGJtMHoz/F3//OyfFkQt8j9L3iQEqKOS4FXdp2wGVnnGe2Tv/VfjGw53EoZ94z9D1I34vS1+Z/rma1ahhgjovMW6pV13btzcVsKr6YMN6+VuF59DgLBlfq8vy89xRm2wphAaplSpdBdXM86P416TGhoxXqe66IoGObtrjrqhuz7Ke59U0tz3FEH2zyeA5+b9QVlQ6poA82hc/bBWbSvmUbeBwHbZq1xOhX3sXHT7+CNx5+Cvdec1OGdN6QU9GycVOzxcG/l5v/F/QY0PXnnDQs23wHb8klFCgaAb/ZTSQulkyxRfgbON4D0yLcLXdFuBs1bQAAEABJREFUAQpQgAIUoAAFKFDCBdh8ClCAAhSgAAUKIlCxQg0kJ5cNbXpIhWqh+cwzkye/Bw120c+vdF216g0xePCt0OBDfR5MGjw4f/4Ue89Llznmc10dwe6cs5/Bbbd9a9MF572E+g3aY8WK2fh1ykea7aDkOAk47LAjDiq/WrUGOLr7mTaYZtmyGfj2fy8ctO26dQtw4MAeu1zzDxp4sw2u1ICo4cMfRNfOp2DlqvQBDLQtRx91Jnr2vABVKte12+lEJP1TLm2HLsucnLA8YtqanCnA6vffR2L58ln2noaIQIOjzjYWWhctSwOFThx8G1q16q1PbapWtT46dz4ZWqfw+tiVOUxyq4tuKpJ7m8JHnAyf1+3zmw6pUB1ZffVsx46D0eiwTjaYc/pf3xwUdFo+bDTEZNNHta9mt++pUz+zfUn7ZkJCEjodcRIyjwCqz5s0PdK8DsCCBb9h5sxvMxQn5p54s+ZHoUvnIRmW65MypQ+B43igQWZLl/6ti2xyq6/bwrKY/G7atWnjMrumtKmD9nvtz3ZB2kQdD63X2gYT/zPre+hXVaetsg/5cbQb5DDRsmf+M8HuS7OpdccOg3HtNSNx2aXv4MorP8RVV31kA/9WrfwX2vc1XzAtXz4TO9O+jjk5uRyOPPI0m1ePgWOPvRSnnHwXdmzfYI7dvXaTMmUq4PDWx6JHj/PQrFl3u0wDRL2+FDuvJq1a9bJfA96r14WoVbspdqSVbzNkM9Hgw1mz0tshIqhZozGGDbsft9/2P9x263hcY9qkx+TmTSvxy68Z36Mcj8YEiC1dIHDk4PteZUqXh/rA/OijPjezod+8tiPZvJ+IeV8Jbhh+jAeXlS1bCY6TYJ+WP6SqeU/PGORpV6RN/vhjNDZuTP8WSS3/iCNONu0dgVtvGYc7bp8Afb8sX74KZswYDw2cTdvUPjie3NtuM4ZN1HvRoj/MsRcYwGqVee/VZWFZOEuBfAoUPLuIOWrTUsFLybjlwe8AGdfzGQXiTkCDSV756F0btKhBRXdcfi000Ewbqo86clytGjXw3a+TsgyW0nw5JR2VrUu7jkgw/+lovupVquGS087OEKyiQVkatFamVOAvFypWqIjBvftmCDasXqUq+h7VA5UOOUSLsSOMafCglm8XmImO5vXo6y9i4bKl5j8qPxo3aIgX7nkY1513MQb16YsHr7vVBiCKX/D+6E/x2ifvma0y/uqoayO++So0YlzZ0qVx7pBT8e07I22g1n3X3IwNWzZiy7at0B/H/MfercMR0LR1R+AvYTTA6bFXX8DKNWs0SyglJiTaduvj/gMH8Pn4b6D7Q9iPWmjgY+nkjBba/rBsNtjm+KN64vWHnraje2k91eK2y65Greo1MGv+XHz45ajwTVChfIXQcw0m06Cy0IJ8zogImjZohCdvuxdvP/qMDeDq36MPNHDz2bsetNYaxLdk5XI88NLTGQJDdVc6UqAGMOl8+bLlbUDnN298aAMXZ8ydja++G49Ub+Av1jSI78Hrb8XcRfMx4eef7Eh/RdWnNIj17mcfw9yF822f0vpq0v6s5slJSbae30+ZlGV/0rw5JT2uVq9ba7No4JP216eM6ZC+A3DV2Rfg2TsfhAan6iictz35YKhf2g3MpGeXbujUqi1ExDwD6taoiTuuuD7DsWNXpE20j2iAbYLpi7qodvWa0CBRbYs+D6aHXnkWY3/8DqmpgRN1XS4i0H6pSZ8vWr4Mz7zz2kF10iDWof0G2ryaT/MPMsezvo76PDxVrlABnrT3Bj2WKoYFmoXny2m+Yd16GN5/ECpXrAQN0Bve/8Q8B49p0La2YbFpS0770PeKkWO/hB63SYmJOPvEIXj5vkehr5MGtb316LPo1KYt/l04D3eZ/qLvRTmVl9s6x/HgtAEnQQPotH16/OvrdOkZ59j3vm8nT8yyvxXmvaeg22r9jj+6ZyiAvHRyMrp36gKtc7Cd8xYvxM5du+xTj+OgR+cj8cSt99hj2S40k7z0TQ1wPax+Q5M78HtEm/YHjaSr/y80a9Q4kMFM9bjSZWY29Ltp22Z7PHscB3XMMaP/V7Rt3gr6HhaeNCjxnceew/tPvpihrjr6ZbnS6RdpyclJqGL6X2gHnKFAFAiYt2z7f4NI4P+HKKhSAaqgYZeA3/wrwMbcJFoFWC8KUIACFKAABShAAQpQgAIUoAAF4k5AA+Z0JK3EtBHKYFpYt3ZL9Djm3GwDXib++Ca2blltcsJ+jlWndnOcfuojOOmkO9Ci+TEI/oz55gnM/OdbG4wWXCYiSDL70qTLNmxYggnfvYT9+wOBhbpM05x/J2Lr1jU6Cy3/rDOexGnDH4IGZh3b5xKcftpjqFqtPv7772d8Puqeg7bXDWfPnmhHRdMANo8nES1b9sTll72Lc895FofWbY0fJ72NXTs3aVabypapiA4dBkIDj3btDowgd2TX4ahZq4ldr5OGjTpmCCrUZWrYtGl3eMw+9HnFCjVxTCY/bZ+2c+2aefYzbhFB7VrNcPZZT9vAqKuv/hiNG3dBeCBc2XKVoftPTCyNYH20/JxSXurSqeOJqF69UaiYrNqkQVo1azcN5altXmNdFlqQzxm9d9Kly1DTR263QaOHlK9m+1ivnhcgMSEZs2Z/j59+eitDqdWqNUCrlr2RlFzaLk80/aZz5yE2uM0uyDRR4zFjHreG+prrPk466U4MHnQrDm/TFwP6X48TT7wDZUpXwIyZ4/HV149lKiHwVEec69PnUgwf/kAo4LFTp5PQtdtw299nz/oef88YG8icNi1MX08rItuHjRuX4ZvxT2P9+sW271Sv0QhnnvkE+h53Bdq164chJ9+FY0199R76lCmfFNox24qErdDXSl+z4KihImKDh6tXb2iDffVYWL5iVpbHtr5O8xf8Zu5jHrCeNWs0ttbXXfcZunQ+BQsWTcWcOemjpWpZ+r5SrWoDcxwE7vFrkPO6tQuth2PuF7VpfSwuvvgN1K7dDDP+/iaspjnPagC2mmmdgjlFBImJyUhKKg0te/v2dZj44+vQ1yGYR/tWyxY9TL5SdlGZspXQ3rwWutwuMBOd13prUKZ5anzKoWWLnhlGf8xLO5KTy9j3E31f0XLUQ99v9FjX55qaNzsaDeu3s576vFLFWjbgUI8hfZ45bd6yCqO/fAhrVv9nDYPrHXOPU/eXkJAEn89rA4j1tQ6u10ct8/A2x+XYds2XVZo5awJ27Nhgg1G1f2SVh8soUBQC+n9EMLm1P8etgjKXoxXNvIzPKRAtAt/+/CNuf+oRTPztFxxSriz0K2+nffEtrjnnIujXCz/88rO47/knDwpMyq3+L937KF594HEcVq9BKKsGRl047Ax88+bHNjhER6cb+fzr0JGqRAI31T2OY4NQdLmuv/S0s/HlK+/gxGNPQEJCoi1LRNC2eUtbvuaxC81Ev4b10rtuxPtffoY1G9bbIKbTBw3B7Zddiy7tOmDqjOm45qG78dZnH5vcWf/qujueeth+peu+/fttJo/Hg63bt+P1ER/gnVEj7a3zLdu34bPxYzDs6otw9QN3YOrMv2xenWgg6BX33Yqvf/gfNm/dGvqPWsvTOt7y+AN4zZSleYNJ2/nR0y9laaHBfMF26vvJ2o3rsXHLZtStVQu3XHyFHe3vpfsexaE1a+PT8V/jhofvQeagKQ1y2rpjux0575///sX4Sd8Hd53nR63/m59+hPNvvRavfvwe5i1ehENr1cE5Jw+zwVX69b4dWx2O9Zs32tfgotuvx9//zjqofC3jA/MaqaG2R7/Ke+2GDXjpw3dwx9OP4Ne//sTq9WvNiYzP+r0+8iM88urzKI4+pY5X3X+7bY/WUeuqDUpJTYEGuj3++ot44MVndFG+05iJEzDkygvwwgdvY+GypeYkEDiqUxfccsmVNhhuw5aNuNN4qIkG14XvQI+Px2+5G4fWrm0X60SPj2O7HY2PTD/S/qTLgikru6TERJwx+JTQ8RjMq4/q/fArz2PuogUIBpdq2zdv3YKR476CHmdqo3k16SiHY9/8CM/f/RAa1DlUF9kkIuZYbWUDW/V9JdiPdeWYid9h8Ypl9nVeY47XcT99r4vzlIL7U4cenbvB4zj2pL9z2/Z49/Hn7TGhwWe5FaZtePmjd6AjgeaU9+WP3oUet3/8MwP7D6TY4/TWS6/CBeb9TLd70fTdC2+/4aDjTtflN61Yswpffj8eXQ7vgBHPvQY9/jVwev2mjXj8jZftsZBdmQV57wmWld9t9bUM99dyHPM6aB/UOut6fZ1uvfRqVKlUSVfb5HEc6HL9/0H7pSadD/+/InPf1P3cao4LDUq1hZiJBkU+dP1t0H6nr7U+6nNdblbb3yqVKkOX6fZ2gZk89PJzmPLXH+ZCNsW8lgfMkux/RQTNGzXGNedeZAPONacGMn8/ZTL27Ntry/j97+n4Zfo0XcVEgagR8Pthzz30/9ioqVQBKyKQAm7JzShAAQpQgAIUoEB8CrBVFKAABShAAQpQIFoEdBTBO+/4LhS8J5L+OU5yqbLo0eM8O9KWBtRlrrMG7kydNgr79+0OrSqjo6C1Oc6OTqYjcwVXjB37FL755imsXjPPfCYb+ExXv4p0187N+OOPUXjv/WsyBAIFt5sxYzxefOlM/PDDazZQS0TQpGk39O93nQ1a3LFzA0aNuh+jvrgP+zMFOwbL0MdvxjyJuXN/woEDe/WprcPy5TPNdvdjZtroehp0pSN9ff75vXj+hdPx409voVbt5rj+us9x3HGXQwPY7MZmokFIpwy5Gxr4aJ7aoCANgNRALX2uSYN9NNDwphu/gjrrMk3q9uHHN9l2a/vVQUTMZ4E+G2Q38rM7oV+1m1V9cmqjlq1JX6vs6nLdtZ/boD2tt359bxnzeuk2moJt0vYe3qavbbe2UZfrek3lyleBLtPt9Xl+0+bNK/H332PQqGEnOwqfBqd1734GNHhp/LfPQfsJwn60D+m+mprXXCQQBiIidgQ8DSTUtoZlD83u2LkRHxlj7TcbNi61QWft2p2AE0+8Da1b9YF+rfOnn96FceOeDm0TPqODgWhdtb80PqwLTj/9cdxz9084vu8V2Ld3F7793/MmvRC+SWhe21CQvh4qIIcZ7Z96rGhw3dZt61CubGV07ToMAwfchMMO64TFi//ERyNuweSf389QSkEdMxSSzZOs2+uF1u/Hn97EBx9cl+WxrcVpoODkn9+zAcP6ObgeC1u3rMb3P7ya3hfMB+UaLPjTT+/guReGm2P2PqgD0n40cHrVqrnmPqXXJB/WrlsIPd4XLvojLUfeHiYbs1Gj7sOSJX+F3ie0Tnv37rCBtO++e02GEQb1mA4GGIuI3YneX9OAXu3Xaq5J53WZrtNM2o9btuwJ3VbL0GWacmqHHo967B7ZdTj0fUXza9L3Gz3W9TjQ40SPicpV6uoqmzyeRBugfcnFb2R4D7Ir0ybB9yPtU9u2rbeGurmeqYUAABAASURBVErffzZsWIpx45/B12Me10WhpPXWMhs0aA+RrNseypzFTJlS5eBJSMaWLaswe/Z3WeSIr0VsTfQKiEioD7tVy8D/VG6VFlaOiIQ94ywFok9Ag+g0KOrYc4aj69D+6HJKP/Q44yQbmDZ+8sQCVViDvLScrFLvs4ZAy334lefsvrLKo8t0/esjP0T3Uwdnm0/zhFdw9969Npju5MvPQ/fhA+123YYNQN/zToW2Udsanj+reQ0+1OAjNdB6aDlangbZ6UhkAy8+C/0uOB1Pv/2qHZ0yqzI2bN5kA4v6X3RGBlMtV8vPvE1e26nBkSdddh4GXXI2ep5xcqhsbWP/i87Ec+++kWVwqY7meML5p0HzXfvgXVnmyVynzM/Pu+UaG+ypQWzvjf4UF995g3XVMtVJ0zGnn4jhV19sXwN9LTKXEXyuQYtqqP1Ntz/p8nMx4pvRdrUaaxlHmtetv/FTd11R3H1K66h11XYeZfrkGTdcjjETJ2jVCpU+GfMFzrrxCvQ6c4h9PdWk99mn4JI7b8Kkab9lWfZp115q+7bWJXPS40X7U/iGebELz6/zeoxqcOrRpwWOP217/2z6mL5melxkrkvm5+HHqwYLnnPTVdDXWY8vDZjT/eYl5ba/4HtMXsrS/Z5y1YXIbJZ526kz/7LByfra6GukbdP+fvp1l0Ffw8z5C/rcbzbU47i/6fvB/ehroFZ56W/5fe8xuwv95mdbfS3VILuk63N7nbRfasqujODrmFN/136nfVUfsytHtw82sku7DjisfgN8+PVo6OsX3OaGR+7F/S88FUoalK19Q9/H6tWsjaOO6Boswgac6/Gqx5qOIhtawRkKRImAXnmIiOsXS8XRPH1PLML9clcUoAAFKEABClCAAhSgAAUoQAEKxL8AW+iSwKRJ7+DhR/rigQd75Zg+/OhGZPUz/a+v8fiTA7Pc9puxT2bYZNbs7/D225fjkUePt/kfergPnnluKCZ890qOwYZayO9TP8Prb1yExx7vjwcf6m3T408MxHvvXYN583/RLDkmDWD7YvSDdnttq9bh/Q+uhwYt6oZaV3V4+90rM5S3bOnfePa5Yba+ul3m9Opr5+vm0O0zrws+13LV2WZMm2jgobZb268O2iZtzycjbrPBWFqebpe5Pmmb5/jwoXmtgvvO/Pj4EwOgr8Orpt6Z1wWfa3s1jz4Gl2V+1O1zrEQ2KzUAzLb72VPsa6jl6mvxxpuXQINTM2+mDponu6RtzbxN+HPtN6+9dkGoj1tn0181mHHxkj/Ds4bm9TV/8aUz8PIr5+Cpp08K9Vetg74mr71+QZZ1DRVgZmYVoq+bzXP81b7z409v4cUXT8dDDx9r+6b2oSefOgkauBsezBcsqLCOwXKyezy4vcfa+k2ZMiK7TULLNc8z5hjT10bb8eLLZ+GPP76067VcfX/RAOJffv0wy/cJDbh7972rrIVu/6bpS9m9trbQHCa6nfYNfZ/R11vr9ORTJ+Krrx6BvoeEb6rHtPYHzZdVUnNNWa3TZbqtlhEsM6d2WAdz7Op2WSU9DvSYzGqdLsu8r+A+g4/BPvXCi6cZxz62T+k22fV1rbeu17KzStruYNlZPTZt2h2lS5XD4sXTs3xNs9qGyygQCQH9P0mTm2U7bhYWXpY//AnnKUABCpQ4ATaYAhSgQPELdGvfCZecejY2bN6MD7/8NEOFdNRFDXwMJg3Kvv6hu/H19+PhM/88aX+BmWEjPqFAlArotYdeKGmK0irmoVpi8wSmdpYTClCAAhSgAAViQoCVpAAFKEABClCAAhSgAAUoQAEKUCD+BYq2hcnJZXBovTbYtWsz5i34tWh3zr1RIJOAiNhBQ0Qk05qCP41YwKJ7VSx447glBShAAQpQgAIUKKkCZUuXxiWnn4PKFSvZrzrXkRPzYlG1UhXs3L0Hy1avzEt25qFAZAXyWLpeH4mIvVjK4yZRmM0PG3hpp1FYPVaJAhSgAAUoQAEKUIACFKAABSgQKQGWSwEKUIACFKAABSiQQeCITiehUsXaWLnyXzuabIaVfEKBIhbQAUOCya1dRyxg0a9329yqJcuhAAVcF2CBFKAABSgQ3wJDjh+IRofWR4LHg5aNm6Jh3Xq5Nvjsk4ahS7sOmDxtig1yzHUDZqBAlAjotYfbF0rF0TQxOxWImfKXAhSgAAUo4J4AS6IABShAAQpQgAIUoAAFKEABClAg/gXYwtgVaN7saAwaeDO6dTsdh5Svhvr126Ft2xNw4MBezJ07OXYbxprHjYCIQERcbU/EAhZdrqerjWZhFKAABShAAQoUr4DjROwUpHgbFkV7X7dpA/Yf2G9r1LZ5S7z9yDN46rZ7cfJx/TIEL2ow4+kDT8a7jz+PS047G7/P/AtvfvqR3Y6TXAWYIUoE9BJJRFy/WCqO5vHvvopDnfukAAUoQAEKUIACFKAABSiQowBXUoACFKAABYpEwDGfcRbJjrgTClAgagSaNO6M/gOuR/v2/XFsn0twzTUjcNaZT6BSpTpYuPB3zJv/S9TUlRUpuQKRGDSE0QIltz9FectZPQpQgAIUiFeBbu074egjuiIhIdE2sWa16rjq7AtQtnRp+5wTdwS+/3Uy3hk1Elu2b7MFli1b1rrfdtk1GPn865j2xbc2aaDidedfgvq16uCTMV/g3ueewO69e+02nFAgVgQ0yC8SF0tF236xuwtM7SwnFKAABUqIAJtJAQpQgAIUoAAFKEABClCAAhSggAYtNW3aHR5P4N5JhYo1bfBScnKZOMFhMyhAgawEEpNKw+N4QqscMy/iweLFf2DCdy+FlnOGAsUpICIQCSS36sGARbckWQ4FKEABClCAAjkKdGrTDmPf/AjP3vUgDqvXIJS3dHIp6FcRf/fep7j0tLNDyzlTeIER34zGuTdfjY++HoWlq1Zgz7690KAuLVkf9+3fj+VrVtn1p11/GV795H1dxUSBmBMw10iuXygVPYKGXQJ+86/o9809UoACFKAABShAAQpQgAIxLcDKU4ACFKAABSgQswINGnbA9dd9jtNPfxzVqzcMtSMpsZT9etibbvwKPXteEFrOGQpQIL4E9Cuf5/73M1JS9tt7eLt2bsJPk97CiJG3Y//+PfHVWLYmZgX0vnIwudWIiAUsakXdqmQ0lsM6UYACFKAABSiQP4Hps2di4MVnocsp/bJM3U8djNdHfpi/Qpk7V4ENmzfhxQ/exmnXXopeZw5B16H9rb8+9jjjJAy/+mK7XvPlWhgzUCBKBfx+2Av5eLgGEUiUKrNaFCi5Amw5BShAAQpQgAIUoAAFKEABClCAAvEvUFwtXLb0bzz73DA88GCvLNPDj/TFpEnvgD8UoED8Cowb9zQefewEPPhQbzxj3g+mTBkRv41ly2JSQEQgIq7W3XG1tLDCRNytaFjRnKUABShAAQpQID4E2AoKUIACrgjolYeIuH6x5Erl8lmIP5/5mZ0CFKAABShAAQpQgAIxIMAqUoACFKAABShAAQpQgAIUoAAFKBCjAjpgiKY8VD/PWSIWsMgbbXl+DZiRAhSgAAUoQAEKUIACFCiEgF576IWSpkIUU8ybit1/YGpnOaFAHgWYjQIUoAAFKEABClCAAhSgAAUoQIH4F2ALKUABClCAAhSgQPEIiIgdNEREXKtAxAIW3auia21lQRSgAAUoQIH8CTA3BShAAQrEhIBeH4mIvViKiQpnWUk/bOClnWaZgQspQAEKUIACFKAABSIlwHIpQAEKUIACFKAABShAAQpQgAIUiH8BtrBAAjpgSDAVqIAsNopYwKJf77ZlsUMuogAFKEABClCAAhSgAAUo4KaAXnu4faHkZv3yWpaYjAIx0/j6ZWsoQAEKUIACFKAABShAAQpQgAIUiH8BtpACFKAABShAAQpQID4FRAQi4mrjIhaw6HI9XW00C6MABSgQJwJsBgUoQAEKUIACRkAvkUTE9YslU3SR//LvvoqcnDukAAUoQAEKxIIA60gBClCAAhSgAAUoQAEKUIACFKBA/AuwhRSISoFIDBoSsYDFqBRkpShAAQpQgAIUoAAFKECBuBPQIL+CXyxFC4fYigSmdpYTClCAAhSgAAUoQAEKUIACFKAABVwTYEEUoAAFKEABClCAAhSgQEEERMQOGiIiBdk8y20YsJglCxdSgAKuCLAQClCAAhSgAAUoUAQCen0kIvZiqQh2F6FdaNgl4Df/IrQDFksBClCAAhSInABLpgAFKEABClCAAhSgAAUoQAEKUCD+BdhCClCgRAoEBw3RR7cAIhaw6GYl3Wosy6EABShAAQpQgAIUoECsCbC+uQv4/YBef2jKPXd05xBIdFeQtaMABShAAQpQgAIUoAAFKECBiAiwUApQgAIUoAAFKEABClCAAtEoICIQEVerFrGARRF3K+pqq1kYBQICnFKAAhSgAAUoQAEKxIGAXnmIiOsXS8VB4y+OnXKfFKAABeJfgC2kAAUoQAEKUIACFKAABShAAQpQIP4F2EIKUIACFIiAgA4YosnNoiMWsMgbbW6+TCyLAhSgAAUoQAEKRKsA60WB4hfQaw+9UNJU/LUpaA3EbhiY2llOKEABClCAAhSgAAUoQAEKRJEAq0IBClCAAhSgAAUoQAEKUIACJVFAROygISLiWvMjFrDoXhVda2vsFcQaU4ACFKAABShAAQpQgAK5Cuj1kYjYi6VcM0dtBj9s4KWdRm0lWTEKUCBSAiyXAhSgAAUoQAEKUIACFKAABShAgfgXYAspQAEKUIACMSigA4YEk1vVj1jAol/vtrlVS5ZDAQpQgAIUoAAFCijAzShAgfgX0GsPty+UikNNzE4FYqb8pQAFKEABClCAAhSgAAXyK8D8FKAABShAAQpQgAIUoAAFKEABCrgvICIQEVcLLkzAYo4VcbmeOe6LKylAAQpQgAIUoAAFKECBkiugl0gi4vrFUnGI8u++ikOd+8yDALNQgAIUoAAFKEABClCAAhSgAAUoEP8CbCEFKEABClCAAhQ4SCASg4ZELGDxoNpzAQUoQAEKUIACWQhwEQUoQAEKFFZAg/wicbFU2Hrlb3ux2QNTO8sJBShAAQpQgAIUoEBcCbAxFKAABShAAQpQgAIUoAAFKEABCsS/QPy1UETsoCEi4lrjGLDoGiULogAFKEABClCAAhSgAAWKQ0Cvj0TEXiwVx/7d2aeGXQJ+88+d8kpYKWwuBShAAQpQgAIUoAAFKEABClCAAvEvwBZSgAIUoAAFKEABChS5QHDQEH10a+cRC1h0s5JuNZblUIACFKBA/gW4BQUoQAEKUCDaBfx+QK8/NEV7XXOrn0Byy8L1FKAABShAAQpQICICLJQCFKAABShAAQpQgAIUoAAFKECB+BdgCymQXwERgYjkd7Mc80csYFHE3Yrm2AqupAAFKEABClCAAhSgAAVKrIBeeYiI6xdLLoLmuSh/nnMyIwUoQAEKUIACFKAABShAAQpQgAK6SLPCAAAQAElEQVRRJsDqUIACFKAABShAAQpQIO4EdMAQTW42LGIBi7zR5ubLxLIoQIHsBbiGAhSgAAUoQIGSLqDXHnqhpCl2LcRWPTC1s5xQgAIUoAAFKJBBgE8oQAEKUIACFKAABShAAQpQgAIUiH8BtpACFIg2ARGxg4aIiGtVi1jAontVdK2tLIgCFKAABShAAQpQgAIUyEogxpfp9ZGI2Iul2G2KHzbw0k5jtxWsOQUoQAEKUIACFKAABShAAQpEsQCrRgEKUIACFKAABShAAQpQIJ8COmBIMOVz02yzRyxg0a9327LdLVdQoOQIsKUUoAAFKEABClCAApEV0GsPty+UIlvjrEsXs1ggZspfClCAAhSIRQHWmQIUoAAFKEABClCAAhSgAAUoQIH4F2ALKUABCpQ0ARGBiLja7IgFLLpcT1cbzcIoQAEKUIACFKAABWJKgJWlQI4CeokkIq5fLOW40wit5N99RQiWxVKAAhSgAAUoQAEKUIACsSDAOlKAAhSgAAUoQAEKUIACFKBAlAlEYtCQiAUsRpkdq5OtAFdQgAIUoAAFKEABClAgtgU0yC8SF0tFqyJ2d4GpneWEAhSggMsCLI4CFKAABShAAQpQgAIUoAAFKECB+BdgCylAAQpQgALuCoiIHTRERFwrmAGLrlGyIApQgAIUoAAFSqwAG04BChSrgF4fiYi9WCrWihRq5xp2CfjNv0IVw40pQAEKUIACFKAABShAgcgJsGQKUIACFKAABShAAQpQgAIUoEAJEwgOGqKPbjU9YgGLblXSrYayHApQgAIUoAAFKEABClAgPgX8fkCvPzTFegsFEutNYP0pUGABbkgBClCAAhSgAAUoQAEKUIACFKBA/AuwhRSgAAUoQAEKxJaAiEBEXK10xAIWRdytqKutZmEUoAAFKECBkiXA1lKAAhSIawG98hAR1y+WigPNXxw75T4pQAEKUIACFKAABeJFgO2gAAUoQAEKUIACFKAABShAAQpQIP4FirSFOmCIJjd3GrGARd5oc/NlYlkUoAAFKEABClCAAhSgQHYCeu2hF0qasssT/cvFVjEwtbOcRJ0AK0QBClCAAhSgAAUoQAEKUIACFKBA/AuwhRSgAAUoQAEKUIAC4QIiYgcNEZHwxYWaj1jAontVLFT7uDEFKEABCsSCAOtIAQpQgAIUKISAXh+JiL1YKkQxxbypHzbw0k6LuSrcPQUoQAEKUIACFIiUAMulAAUoQAEKUIACFKAABShAAQpQIP4F2MK4EtABQ4LJrYZFLGDRr3fb3Koly6EABShAAQpQgAIUoAAFKJCNgF57uH2hlM2uIrpYTOkCMdOC/XIrClCAAhSgAAUoQAEKUIACFKAABeJfgC2kAAUoQAEKUIACFKBAUQqICETE1V1GLGDR5Xq62mgWRgEKUCCfAsxOAQpQgAIUoEAUC+glkoi4frFUHE3m330Vhzr3SQEKUIACFAgJcIYCFKAABShAAQpQgAIUoAAFKECB+BdgCylAgXwIRGLQkIgFLOajXcxKAQpQgAIUoAAFKEABCsS9QOQaqEF+kbhYilyNsypZ7MLA1M5yQgEKUIACFKAABShAAQpQgAIUiEEBVpkCFKAABShAAQpQgAIUiCcBEbGDhoiIa81iwKJrlCyIAsUowF1TgAIUoAAFKECBEiyg10ciYi+WYpdBwy4Bv/kXu21gzSlAAQpQIOIC3AEFKEABClCAAhSgAAUoQAEKUIAC8S/AFlKAAhSIIoHgoCH66Fa1Ihaw6GYl3Wosy6EABShAAQpQgAIUoEB2AlweuwJ+P6DXH5pitxWBmgskMMMpBShAAQpQgAIUoAAFKEABCkREgIVSgAIUoAAFKEABClCAAhSgQN4FRAQikvcN8pAzYgGLIu5WNA9tYZboFWDNKEABClCAAhSgAAUoEDEBvfIQEdcvliJW4RwK9uewjqsoQAEKxIAAq0gBClCAAhSgAAUoQAEKUIACFKBA/AuwhRSgAAUoUIIEdMAQTW42OWIBi7zR5ubLxLIoQAEKUIACFKAABShAgewE9NpDL5Q0ZZcn+peLrWJgamc5oQAFKEABClCAAhSgAAVKpAAbTQEKUIACFKAABShAAQpQgAIUiB4BEbGDhoiIa5WKWMCie1V0ra3ZF8Q1FKAABShAAQpQgAIUoEDMCuj1kYjYi6WYbQT85h9M0vDL2G0Fa06BqBdgBSlAAQpQgAIUoAAFKEABClCAAhSIfwG2kAIUoAAFKEAB1wR0wJBgcqvQiAUs+nmfza3XiOVQgAIUoAAFYkKAlaQABShQXAJ67eH2hVJxtEXMTgVipvylAAUoQAEKUIACFKBA9AqwZhSgAAUoQAEKUIACFKAABShAAQrEv0CwhSICEQk+deUxYgGLLtfTlcayEApQgAIUoAAFKEABClAg/gT0EklEXL9YKg4p/t1XcahH1T5ZGQpQgAIUoAAFKEABClCAAhSgAAXiX4AtpAAFKEABClCAAjEjEIlBQyIWsBgzqqwoBShAAQqUEAE2kwIUoAAF4lVAg/wicbFUtF5idxeY2llOKEABClCAAhSgAAUKJMCNKEABClCAAhSgAAUoQAEKUIACFIh/AbawqARExA4aIiKu7ZIBi65RsiAKUIACFKAABShAAQpQoDgE9PpIROzFUnHs3519atgl4Df/3CkvQqWwWApQgAIUoAAFKEABClCAAhSgAAXiX4AtpAAFKEABClCAAhSgQJpAcNAQfUxbVOiHiAUsulnJQreSBVCAAhSIAQFWkQIUoAAFKECBggn4/YBef2gqWAnRs5VAoqcyrAkFKEABClCAAhERYKEUoAAFKEABClCAAhSgAAUoQAEKxL8AW0iBeBEQEYiIq82JWMCiiLsVdbXVLIwCFKAABShAAQpQgAIUiBsBvfIQEb1Yivk2+WO+BWwABShAAQpQgAIUoAAFKEABClAg4gLcAQUoQAEKUIACFKAABShQRAI6YIgmN3cXsYBF3mhz82ViWRSIBgHWgQIUoAAFKEABCkSngF576IWSpuisYV5qJTZTYGpnOaEABShAAQoUkwB3SwEKUIACFKAABShAAQpQgAIUoED8C7CFFKAABfImICJ20BARydsGecgVsYBF96qYh1YwCwUoQAEKUIACFKAABWJBgHWMiIBeH4mIvViKyA6KpFA/bOClnRbJDrkTClCAAhSgAAUoQAEKUIACFIiUAMulAAUoQAEKUIACFKAABSgQJwI6YEgwudWkiAUs+vVum1u1ZDkUyIMAs1CAAhSgAAUoQAEKlEwBvfZw+0KpOCTF7FQgZspfClCAAhTISYDrKEABClCAAhSgAAUoQAEKUIACFIh/AbaQAhSgAAWiQ0BEICKuViZiAYsu19PVRrMwClCAAhSgAAUoQIEsBbiQAjEpoJdIIuL6xVJxYPDvvopDnfukAAUoQAEKUIACFKBAiRNggylAAQpQgAIUoAAFKEABClCAAnkSiMSgIRELWMxTi0pUJjaWAhSgAAUoQAEKUIACFIiEgAb5ReJiKRJ1zb5MsasCUzvLCQUoELMCrDgFKEABClCAAhSgAAUoQAEKUIAC8S/AFlKAAhSgAAVKhoCI2EFDRMS1BjNg0TVKFkQBClCAAhSgQMQFuAMKUIACWQjo9ZGI2IulLFbHyCINuwT85l+MVJjVpAAFKEABClCAAhSgQOQEWDIFKEABClCAAhSgAAUoQAEKUIACUSEQHDREH92qUChg0a0Cg+W4WclgmXykAAUoQAEKUIACFKAABSiQWcDvB/T6Q1PmdbH2XCCxVmXWNwYFWGUKUIACFKAABShAAQpQgAIUoAAF4l+ALaQABShAAQpQgAJuCIgIRMSNokJlRCxgUcTdioZqzBkKUIACFKBA9AqwZhSgAAUoUAwCeuUhIq5fLBVDUzi+YnGgc58UoAAFKEABClAg/wLcggIUoAAFKEABClCAAhSgAAUoQIH4F2ALjYAOGKLJzLr2G7GARb9rVWRBFKAABShAAQpQgAIUoAAFshfQaw+9UNKUfa5oXyO2goGpnS3BEzadAhSgAAUoQAEKUIACFKAABShAgfgXYAspQAEKUIACFKAABWJBQETsoCEi4lp1Ixaw6F4VXWsrC6IABShAAQpQgAIUoAAF4lBAr49ExF4sxW7z/HZ0xcA0dlvBmlOAAhSgAAUoECUCrAYFKEABClCAAhSgAAUoQAEKUIAC8S/AFlKgCAR0wJBgcmt3EQtY9OswJ27VkuVQgAIUoAAFKEABClCAAhTIRkCvPdy+UMpmV3ZxpCZiChaImfKXAhSgAAUoQAEKUIACFKAABShAgeIW4P4pQAEKUIACFKAABShAAUBEbIKLPxELWDR1dbGaLIoCFCghAmwmBShAAQpQgAIUyLeAmC1ExPWLJVNskf/y776KnJw7pAAFKECB4hHgXilAAQpQgAIUoAAFKEABClCAAhSIfwG2kAIUiAOBSAwaErGAxTjwZhMoQAEKUIACFKAABSgQgwIlr8oa5BeJi6WilRS7u8DUznJCAQpQgAIUoAAFKEABClCAAhTIQYCrKEABClCAAhSgAAUoQAEKRF5AROygISLi2s4YsOgaJQsqEQJsJAUoQAEKUIACFKBA1Ano9ZGI2IulqKtcniukYZeA3/zL8ybMSAEKUIACkRNgyRSgAAUoQAEKUIACFKAABShAAQrEvwBbSAEKUIACuQoEBw3Rx1wz5zFDxAIW3axkHtvCbBSgAAUoQAEKUIACMSDAKlLAbQG/H9DrD01ul13U5QmkqHfJ/VGAAhSgAAUoQAEKUIACFIiIAAulAAUoQAEKUIACFKAABShAgdgXEBGIiKsNiVjAooi7FXW11fFbGFtGAQpQgAIUoAAFKECBEiegVx4i4vrFUnFA+otjp9wnBSgQiwKsMwUoQAEKUIACFKAABShAAQpQgALxL8AWUoACFKAABYpdQAcM0eRmRSIWsMgbbW6+TCyLAhSgAAUoQIGiE+CeKECBWBPQaw+9UNIUa3VPr6/Y2cDUznJCAQpQgAIUoAAFKEABCkRUgIVTgAIUoAAFKEABClCAAhSgAAUokJuAiNhBQ0Qkt6x5Xh+xgMUsq5jnajEjBShAAQpQgAIUoAAFKECBvAno9ZGI2IulvG0Rjbn8sIGXdhqN9WOdKJBPAWanAAUoQAEKUIACFKAABShAAQpQIP4F2EIKUIACFKAABeJeQAcMCSa3GhuxgEW/3m1zq5YshwIUoAAFKECBkABnKEABClAgo4Bee7h9oZRxD0XzTMxuBGKm/KUABShAAQpQgAIUoABAAwpQgAIUoAAFKEABClCAAhSgAAXiXyDaWygiEBFXqxmxgEWX6+lqo1kYBShAAQpQgAIUoAAFKBA/AnqJJCKuXywVhxD/7qvI1LkjClCAAhSgAAUoQAEKUIACFKAABeJfgC2kAAUoQAEKUIACFCikQCQGDYlYwGIh28rNKUABClAgEtSD5gAAEABJREFUZgVYcQpQgAIUoEDRCmiQXyQuloq2FWJ3F5jaWU4oQAEKUIACFKBAlAuwehSgAAUoQAEKUIACFKAABShAAQrEvwBbWNIFRMQOGiIirlEwYNE1ShZEAQpQgAIUoAAFKEABChSHgF4fiYi9WCqO/buzTw27BPzmny2PEwpQgAIUoAAFKEABClCAAhSgAAXiX4AtpAAFKEABClCAAhSgQJQLBAcN0Ue3qhqxgEU3K+lWY1kOBShAARVgogAFKEABClAgvgT8fkCvPzTFessEEutNYP0pQAEKUIACUSPAilCAAhSgAAUoQAEKUIACFKAABSgQ/wJsIQUoEFkBEYGIuLqTiAUsirhbUVdbzcIoQAEKUIACFKAABShAgcIIRNW2euUhIq5fLBVHI/3FsVPukwIUoAAFKEABClCAAhSgAAUokLUAl1KAAhSgAAUoQAEKUIACJVxABwzR5CZDxAIWeaPNzZeJZZUsAbaWAhSgAAUoQAEKUCA/AnrtoRdKmvKzXXTlFVudwNTOckIBClCAAnEvwAZSgAIUoAAFKEABClCAAhSgAAUoEP8CbCEFKECB2BYQETtoiIi41pCIBSy6V0XX2sqCKEABClCAAhSgAAVKigDbWaIE9PpIROzFUuw23A8beGmnsdsK1pwCFKAABShAAQpQgAIUoECRCnBnFKAABShAAQpQgAIUoAAFKBBRAR0wJJjc2lHEAhb9erfNrVqynKgSYGUoQAEKUIACFKAABSgQTQJ67eH2hVJxtE/MTgVipvylAAUoEB0CrAUFKEABClCAAhSgAAUoQAEKUIAC8S/AFlKAAhSgAAVyEhARiEhOWfK9LmIBiy7XM98N4wYUoAAFKEABClAgigVYNQpQwEUBvUQSEdcvllysYp6L4t995ZmKGSlAAQpQgAIUoAAFKBALAqwjBShAAQpQgAIUoAAFKEABClAgpgUiMWhIxAIWi0+ae6YABShAAQpQgAIUoAAFSpKABvlF4mKpaA3F7i4wtbOcUIACuQowAwUoQAEKUIACFKAABShAAQpQgALxL8AWUoACFKAABShQnAIiYgcNERHXqsGARdcoWRAFKEABClAgjgTYFApQgAIxJKDXRyJiL5ZiqNqZqqphl4Df/Mu0gk8pQAEKUIACFKAABSgQOQGWTAEKUIACFKAABShAAQpQgAIUoED8CxSihcFBQ/SxEMVk2DRiAYtuVjJDjfmEAhSgAAUoQAEKUIACFKBAmIDfD+j1h6awxTE5K5CYrDcrnbUAl1KAAhSgAAUoQAEKUIACFKAABSgQ/wJsIQUoQAEKUIACFIhnARGBiLjaxIgFLIq4W1FXW83CKEABClAg1gVYfwpQgAIUoEBIQK88RMT1i6XQDopwxl+E++KuKEABClCAAhSgQAwIsIoUoAAFKEABClCAAhSgAAUoQAEKxL8AWxjFAjpgiCY3qxixgEXeaHPzZWJZFKAABShAAQpQgAIUoEB2AnrtoRdKmrLLE/3LxVYxMLWzRTDhLihAAQpQgAIUoAAFKEABClCAAhSIfwG2kAIUoAAFKEABClCAAgUXEBE7aIiIFLyQTFtGLGDRvSpmqjGfUoACFIgFAdaRAhSgAAUoQIEiE9DrIxGxF0tFtlPXd+SHDby0U9cLZ4EUoAAFKEABCkRKgOVSgAIUoAAFKEABClCAAhSgAAUoEP8CbCEFSrCADhgSTG4xRCxg0a9329yqJcuhAAUoQAEKUIACFKAABUqcQF4brNcebl8o5XXfbuYTU5hAzJS/FKAABShAAQpQgAIUoAAFKECBkiPAllKAAhSgAAUoQAEKUIAC0SsgIhARVysYsYBFl+vpaqNZGAUoABJQgAIUoAAFKECBuBHQSyQRcf1iqTiA+HdfxaHOfVKAAhSIawE2jgIUoAAFKEABClCAAhSgAAUoQIH4F2ALKUABCkRMIBKDhkQsYDFiCiyYAhSgAAUoQAEKUIACUSHASkSLgAb5ReJiqWjbJ3Z3gamd5YQCFKAABShAAQpQgAIUoAAFokKAlaAABShAAQpQgAIUoAAFKFByBUTEDhoiIq4hMGDRNUoW5KoAC6MABShAAQpQgAIUoEAeBfT6SETsxVIeN4nCbBp2CfjNvyisHKtEAQpQIHICLJkCFKAABShAAQpQgAIUoAAFKECB+BdgCylAAQpQIGYFgoOG6KNbjYhYwKKblXSrsSyHAhSgAAUoQAEKlCQBtjV7AT1X9fsBfcw+F9fEikDwtYyH11MgscLOelKAAhSgAAUoQAEKUIACUSLAalCAAhSgAAUoQAEKUIACFKDAwQLxcN/o4FYV/RIRgYi4uuOIBSyKuFtRV1td+MJKXAk8iEvcS84GU4ACFKAABUqMgJ7nBFOJaXScNVSvPETE9Yul4mDyF8dOuU8KUCAnAa6jAAUoQAEKUIACFKAABShQYgT0M7IS01g2lAIZBfiMAhSgAAXiVUDSG6bnOsGUvpRzuQlEwixiAYu80Zbbyxkb68M7nc7HRq1ZSwpQgAIUiA0B1pICxSkgWY6uGDrfkbCrl+KsJvedJwG99tDXTlOeNojKTIE+F5hGZQVZKQpQgAIUoAAFKEABChRQgJtRgAIUoEC0C8T2ZyrRrsv6UYACFKAABShQXAJ6jhNP39JVXI4iYgcNEZFcqpD31RELWHSvinlvDHNGUoCvaCR1WTYFKEABClCAAkUrELhA8dugRTsftnv73Fy96GPYYs5GsYBeH4mIvViK4mrmUjXTH02OwNTM8JcCeRVgPgpQgAIUoAAFKEABClCAAhSggAsC+lmYJheKYhGREGCZFKAABShAAQrkW8Dc7gvdC8y8Mc97Motk/1ytgin7XPlbE7GARX3R81cV5o5WAbc7XbS2k/WiAAUokFmAzylAgfgV8Pl80MAw++hH+sWKxG+b47lleu0RD+es2v0EEs8vFdtGAQpQgAIUoAAFolKAlaIABShAAQqUNAH9HMW22XwMEZo3C8Q8Nw/8pQAFKEABClCAAnEhYO8Dpt0T1HOe8BRsoN4vDM7zMWsBEYGIZL2ygEsjFrDocj0L2DxuVlABPUh12/DH4Lwur53sBxMN2AfYB9gH2AfYB9gHYqkP6DlMMPn8fni9Pvh8fpN8aQGLgcBF8ySYTRekz3MuagX0EklEXL9YKo4G+4tjp5HdJ0unAAUoQAEKUIACFKAABShAAQpQIAoF9L6fJq2a+ajMfiSmzzXpMk1VSjnIY2I+WrEPsA+wD7APsA+wD0RFH9BzGJvMCY7eDwzcCzT3A83zwHlO8E6MmPOf4LzdgpNsBNRNUzarC7Q4YgGLBaoNN4oKgUAn0wMzUB19rinwDNBO80yL/WCiAftAcfcB7p99kH2AfYB9ID994NoGKcHTGXhTU+HTgEW/LxSw6NO/sEq7WNFzH026QfBR55miU0AvJ/V10hSdNcxLrcRmCkztLCcUoAAFKEABClAgTYAPFKAABShAAQpQIHICwc9T9NF8NBbaUYPyCbjq8EOYaMA+wD7APsA+wD5QZH2A/++6ce5xRI3k0PmM1+uF1+eF39wD1PuAPp8fes4TfNT5UGbOZCsgInbQEBHJNk9+V2jsWX63Yf4SIqAHps8etH5zI99vD9oS0nQ2kwIUoAAFKECBOBfQ0RVTvanwpuqFig9er8+c6/jsOQ+gf7jh1wezzDxCB1oMPJpZ/kahgF4fiQhEJP+1i5otAn3Mj8Bj1FSLFaEABShAAQpQgAIUoAAFKEABCsSDANuQpYDeC9QV+qhJ7wvqoy5jogAFKEABClCAArEsoOc0KampSDX3AlM1cNHcC/TZgUzMnRh/IMVy+4qy7moZTG7tN2IBi1pRtyrJcopGwByPaTfl027Sm90Gbpf6oQftqr2JeHddfYzc1hRf7z8c38kRmFyqO6ZV6I2/q/bFnFoD8F/dQVjY4GQsajgESxsPM2koljUZZtPypsPBVLIMovH1XmH64dbWw7G/3amhtLElX5dofK1YJ/ZL9gH2gYL0geB5x9LGQ7HksKFYbM5JFtQ/CXPrDMKsmv0xvfJxmFL2GBxISUFKirlIMRcoeqHiDf2RhgYt+uw5Ec9nzclgjPwGz2Pj4TUTSIyos5oUoAAFKECBdAHOUYACFKAABShAAQrEnkDgcxQxn4MBGqgYSH58Oy8Zj/1cDc//eSjemN0Y7y9oiU+Xt8PX6zpj/Obu+GFHT0za0we/7D8Ovx44Hr+lnoDfvf1CaaqvP5howD7APsA+EJ99gK8rX9do6QN67qHnIJr0fETPS/T8RM9Tvt1yFMas74Lv1jZFyoFUBIMW7WiLGrRo7wn6zDmQ3ySkJZ3XFHvndEVRYxGBiLi6q4gFLIq4W1FXW83CchTQC5TwpBcoXnPQzt+RiIW7SmHRnjJYuq8slu0vj1WpFbDaVxHrUAXrpAo2eKphg1MVmxICjxs91c18IG006zYlBOb5SIfi6AO7kqujTOUaKF2pBvzlqyOlbHUs9VfDCvD1KI7Xg/tkv2MfYB9wuw8EzzX0Uc9BNnqqYoM5/1hvzlHWO1WwFpWx1l8Jq7wVsSNFcCAlFQcOpEAvUFJTU82jz344GzgPAjQILseTpqJZyb3kQUCvPETE9YulPOza9SyBPxhyvVgWSAEKUIACFKAABShAAQpQgALRLcDaUaBIBNI/99JPIMR8/qU35gPJZz4M069MnLnKg1lrEjBnXSL+21AKCzaXwcKt5bBoW3ks21kBS01atrMilu+qhJV7KmHF7somVTLzlW1asTt9fuWewDI+0oF9gH2AfYB9gH2AfcCtPpB+rlHFnIOoayV7XqLnJ3qesnTHIfa8Rc9f9h84gBRzLzAQtJhqR1u0g5iY8x6NhQqcG+m5kDkVE5PMry4zD/wNE1ATTWGLCj0bsYBFPc0tdO1YQNELpB2A+mAOSXuh4vP57c17DVpMtaMQpdqb+wfMgb13337s3bsPezTt2Ys9Ju3avQe7du/FbjO/e4/O70mb34tdu/ZEUWJdStLrkZi6B7WT9qKcfw9wYA+2m744c/VurN/KflCS+gHbyv7OPhDffWC3PffYm3beYdpqzkd2mfOS3fY8xZyvmPV79u3Dvv37TTpgzmdMSkmFjrSoQYv6gayebPt8PnsOpPPBVPQnZdxjfgT02iP2Xys9AwcCU/CHAhSgAAVcFWBhFKAABShAAQpQgAIUoEAGAfMBRPCzFP0sTIMV/eZ+oNfrg35Opjf19ea+3uTft/8A9pn7gZr08ze9F7hn717o5267zOdvu829wN3mc7fwxM9hzWeT5j4UHejAPlDUfYD7Y59jHygJfUDPOXbp/T97DmJec3s+shd6fhI4T9kHjWXScxc9j9mvAYv/Z+9OAOSo6sSP/349R+6QG3IT7htCuMOdBBLuIxyiiAeiKCoqeKy34nqut+Lt7uquuqur61/XE5RLAQ8EUUFRIEC4AySZSebo7v/7varqrp70TDM9UR8AABAASURBVHpmunqqq78xr3+vql69eu/Tr9uqrpfCUn/en+fY+Y6d9/jzn2LR3xOsOE9iYRsBVRXVIG2zcYQrEpuwqCNsELuNrUB0cWLRLlDsg2oXJjbDuD+fdzf0+8T+E4o97uIk+oB3b+mRLvdFsNldjGxyJ99dLtqXw+bNXRJ9GW7aFObdl4bfRhQcuhtmMLOtW/aYtEUmFrtF+7rloQ3d8tt1XfLcpsa1gfcba8YAY4AxkPwYsPMNS9H5R8nczkncuYq/SOne6i5YtgY/srrzGfsHGHZu0+8uUizl3Y+ydoFi50F2PuSuU8b25Iyj1yTgrpHqfqFU04HrWqgofuKlf61rxWNWGQdGAAEEEEAAAQQQQAABBBBAAIF0CgS/e7lfItyPX/aLhP0WZvcD7fcxP1mxr1/s5r7d5Leb/XZP0O7/dbvf1qL7gdFvb9HvcRYt+d/muA/YsHtg0ftATP73Z4wxZgwwBhgD6RgD0flGFKP3xeYr2XlKV9cW8fcEt2wVm9tk5zN2XmMPMLHU7/+ra3n/4LZCseD/k2ulc6N0nrqNeasiH4v1akxiExbd+W292kg9DRawAVYoFMXeQ593mby7iW8fXEs9PX1iH2i7QLEnFnV1d7uT7i0SXYBs2twl9sVgceOmzWIpnrdlUuCCQ7IO3V2bZdcJXbLHpG7J9XWJ9nbJ79dtkt8+uMmPyyb2p/3hdwvvYbKfIXzxbbYxYOcblqJ2+/MR+0cT7sLE590PpV0u2Q+r3e4ixc5lShco4cWJ/TBrkxbdmVD5AkXckv/91r00+LyMw9Um4E5X3bmrvU/N/R7ZP/pS0do6TSkEEEAAAQQQaAUB+ogAAggggAACCNRFwO73VavI1ts9QUv28JJ8vl/sXmBfX/kBJvY7WnTTf7PdE9zcLTYxwP8Ot3Gz+Bj+Zh/PR7/RETdzTyccH4wFxgJjgDHAGBh0DPD/FcP4/wo734iSH1Ph+Yidn/gHq7nzlS53b3CLuxdo5zE9PT3S09sr9hCT/nw+eMpioSB2/mPJzoeqnSexriygqqKq5RV1yCU2YbHO7axDV6liMIHow2fRbvZKOMaK7gNq/2nEfL4gNsPYUq/9iyr3Yd7a0ytbXLQPeFf3VulyN//tw++/FDZ1ycbNXfKci8+5LxXSZmdBavQ46OjvkkOnd/sJi9qzWbo2b5Yf/HmT3PkI70Wj3wuON3ZjbmauSzrdZ4H3YOzeA+wbb//sxk2l/9+185Ho3MTOUzbbj6ndW/y/qrJzGPuX4T3ufCa4SOlz5zt56XcXKgV3DlTw/3ij+uQ3O2ca7LyK9WMjYKevqiqqOowGpLNo9VGXzrbSKgQQQAABBBBAAAEEEEAAAQTSL0ALI4HoN6149PcF3UvB/R6Wd7+L9dsDTPr7xf6LJD12L3DrVrF/9Gs3+0u/r3V1+UmK9g+E7fe357gfWPo98jnui2LBGGAMMAYYA4yBhoyB8v3ALj8/aWPFpMVusX9kYf/gonw/sFf8U6TdeU4+X/CTFu38x86L3KmQPbrEnzLZss+4l3jeLbb0X7OwVE+ExCYs1rOR1NVYARtk5ST+g2r/qspfpPh/UdUvdnPfPthd7qZ/NFnRZipv2twdfBm4L2GbyeyX3YWKfTmQNkvLGLj/MxjLvu7U1i3HzemS+R1dIj1dcv8Tm+Xff79J7nt8E+/BGL83YzkuWu3Yc9q65IQ53XLK/G7ZeXy3bNm8mfHP+G+JMeB/KHXnHsE5iBv3m7v8uYlNVozOW+wJ0d1bevyPrVvdD6+9vX1i5zn97kfZvF2kFPJi/3DDX6C4F/dX7NyosWdkHG04AjbJz94jS8PZL11lg8mWwWu6WkZrEEAAAQQQGFSADQgggAACCCCAAAJNKWC/d4n7EcJ+S7Gb9QW3wn4X63e/j/X32YRFdy+wt9fdD+yV7vDpRF1dW8R+X4t+f9vofnfz/1jYxVb7/Z3+bm6J35p5n3mfGQOxMcA9Nr73UjYGovMROxexuUl2XrLR3R+0+4H2jyzsv7YW3A/c6s9n7OElPXY/0J3n2PlO3t0PtPMfdwPQ/S2GqSlP6xrSaFUV1SDV64BMWKyXZEbqsQsTd03iZw/7WCiIfUjtJr6fbew+vL3uAsVu7ttTiYJ/VbXFXaBslc3dW/wj4O3Db18C9gVhyefdxYp9UZC6gn91hkdiDgdO2yKnL+yWGdotub4u+fUDXfK1P2ySp57bnNgxGdeM6zSOgS73PaO9wRMWV+3ULa/Zb6ucs3irLHWfkWnu85HGNtMmPkv1GgObN3eLnYNEabP9q+/wadD2ZGj7Rxd2DmPnMz09fcF/5qa/309aLBTduY9/uqL9F6HdBYo7Kxqr0zyOW7uAu0aq+4VS7UevV8mir8hGnc/wggACCCCAAAIIIIAAAggg0BICdBKBsRII7gm6XyLcTxL2j3ftdzG7ed+fz0ufu6Hf65L9fra1p0fsCUXdW7YE9wH9/cAuif8G5+8Nut/f6vX7HvXwWzFjgDHAGGAMMAYYA9sbA9G5iEWfwvuB9g8s7LzF3w905zF2PhNNVrR5Tzb/yc57/PmPvyfoToYGnJDZedKAVS29aB5RqhdEYhMWraH1aiT1JC8w8P2yZUsF9+EsuAuT0hMW3c18u0CxZB9qm7RoyT7sfoayuxjp6gouWLq6u2Wz+0IIkuVTk1y7aEt08ZiV2N/TLWvm98jKnbaI9Hb79I27Nst3/7yJ99t9LrPyPtOP2r+7fv9wl9x4f5f/LESfiSUTuuVE9xl56Z5b5U0H9cjZi7fK/jtslYmF4Hsb39p9sUq7lfvB1J2D2LlIl/sBtcudm3S570I7V7FzFjt32bJ1q/T29kqff3p0n5+smC/kJZ8vSHCB4qIUxf8DDnsJT8fs/CjMElIkYG+RvTeWUtSsETVFRUe0HzshgAACCFQVYCUCCCCAAAIIIIAAAghUEbDfUPzvKf73r6LY/UD7Xcx+H7Ob+HYzv7e3z/1+1ifR/cDoSYt+8mL3VvG/u9lvb/5+YNp/L6R9/KbNGMj4GOB+sLsHwnvM57z1xkB0P3CLPy/x9wHduUl0zrJla48/j+m1+4HuvMbOb+w8x8537LzHzn/8OZE/HwoeZGKnTbbOIqksoKqiquUVdcglNmFRtb4NrUNfqWIYAnaR4mcUu4x9SCsnLeal127u9/T6R6faE4rsgx596O0CxfL2BCOSXbCRkh4Hs9u3yiW798oRs7aK9m2VpzZulfffYpO17P+Y8E/an/rTO8Z+/WC3/0zY52JgmljcKgdN65G1O/fIm5b2utQnZy3ukb2n9vh9eF/T+76m571pFqMtYucl0blKjzt/sXOXXndhYv+aKro46c/3+8mKds5j5z5Ff3FS+S+quEAZxslkg4valYeq1v1iqcHd8IerHHV+FS8IIIAAAggggAACCCCAwBgKcGgEEMiygLsNKHY/sFAoSNE/xKQg9juZ3cy3e4E97gZ/r/s9LfpNLfqNzX5vs/uBljbbPxb2Exi3Cr9dYsAYYAwwBhgDjAHGQOPHgM0LCVL3lh6x8xW7F2jnL/48xt0TtPuBfX397jwnL4UBDy+xcz3uAZrC4Ml8LA1eYvhbEpuwyI224b8ZpT3GOBMNsugixZYL/iIl7z+8dqFiH+Re92G2C5Ue9+H2H/KentIERvvwR8k/ZtVmLpMkMiH21M1i6fQeuXSfftljSq9If4/8fv1WefsN3fLXJ+p3DN4vLJt1DNzrPgd9fT3+s2Gfj6HSnI4eOWbHPrl0rz75yPJ+uXppn5y6qFeWTOL9b9b3v5XbHT/3sIuRyKLHnatstR9Y7YfWvj6x8xm7QOnPBxcnAycr2rmQnQeN8akZh69BwK497L2yVEPxlBZR367g1Wd5QQCBVhCgjwgggAACCCCAAAIIIIBAAwXiv51EefsNLJq0mHc38O0mfr/7vcyS/X5m9wN73W9pFnvcvb74723R7272e5ylaJnI7+qMgQFjwH12MMGEMcAYYAzUdwzEzz3s/CRIPeLPV3r7pMffD+wfcD8wHzzApFC0R5eIPw9y+eh0LDo/ipaJgYCq+oeGqGqwog6viU1YrF8T69BLqqhJwD54lqxwOUrpX1blw4uUfH++PHGxv1/sCUX+IsV/4PvELlrsg2/J8pYsT+r1X4g41M/hlMX98or9CzK7s0+00Cff+2uPfPjWrfJcd/2OwfuFZbOPgfue6vWfD/uMDCftNqVfztg5L29eVpAvrizIlQfmZdWCfpk7vnnGRLO/d7S/fmPNzkXsXMUnd75iP7TaREVL9q/FbaKiP89xFyRFuzxxVyfur50SlVJ0blRaQSZVAnZ9pKr+YilVDRtWY2z0iY3AYe1FYQQQQAABBBBAAAEEWl2A/iOAAAIIDE/AfueyZHuVo/j7gbYcPcQkmrjY19/nb/RzP7CX+3y9GPC7PWOAMcAYYAykewz4e4F9wTwmux/Yn+/385tsnpPdD/TnOfZkabsb424G2rmPnRORhhYwpygNXbL2rSOZsFhT7e59rakchdInYIPMWlWOYh9Vnwrug5sPJy7ahYql/nxe/A3/MNqkAFu2ZHlSn5/EiUP9HMZJn7x837xcuFteNN/n00dv2ypf+2MP1v5fOdbPmnHb/JZ/swmL4eck+rwMN44r9snBs/rl4j3z8sHlRfnsCQW5fL+CLJ/bLzu0Nb8R4zx776Gdg8STXZxEy3beknfnLKULE3dek3fJznGKdrbjTmLdXzsVkvK5kD2/z6/iJaUC9p7Z+2UppU2sqVnqSqmoe+UvAqkRoCEIIIAAAggggAACCCCAAAIZF4h+T7HfV6InLRYKxeDpQ+53NLsXaL+nxX9fi/JR5DfWpv+Nlftr3F9jDDAGGAOMgaYbA9F5SDnm/dwlW+535zB2/hLcDyyIndv4VCzY3UC/bOc+8dO86Jwovo58IKCqoqrBQp1eE5uwWOd21qm7VFOrQPRBLEfxH1i7UCm6j28hnLiYtxv8LtmHPN/fL0HKu0jK92OQhMFuUwryxmUiJy4oukGZl4c25uXK63rkhnU2/jBPwpw6kxpXjan33qfz/rMihfrFmZ0FOX5+QV5zgMgXVqp87FiRF+0tcvCsAt//fPendAzY/0f0u49BPmifnbu4VHA/vNq5jaWiP79xr+7/Xuz8x5KdN0XR8qT0CtglkqrW/WJpLHrshuBYHJZjIoAAAggggAACCCQmQMUIIIAAAgikXyD6Dcxu3BfcS8HdzC+4e4EF9/uZ3Qu0ZBMXLeW5Hxj8xshvwTgwBhgDjAHGAGMgZWMguh9YCNrl7gXaOYxNXPTnNu78xs553KmOf2hJkA/uylh+9Gds2a3BfCzVs4eJTVisZyOpa2wFbNCVk5QmLtoHOl/Ii0VLwQfdffBLH3rymNR3DBy7oChvOlRkv5nu/zTc/5nc+FC/XHldr/xtQ32Pw/uGZ5bGwF+e6hdxn5ck085Tin4C460lLuIvAAAQAElEQVSP5CVLdvQlm98Fds5SkdyPrsGFifuouIyd80RnXvF8tI6YTgF3ZiD2fllKZwtraZX6QsGrz/JSiwBlEEAAAQQQQAABBBBAAAEEEEBgRAIDf0ex5XISd/+v6FLBp+h+oN3wH5PfTbn3yG/vjAHGAGOAMcAYYAzUPAbK85jsnmCx4qEl4u8nxU+e7Pwnvkx+WwFV9Q8NUdVtN45wDRMWRwjXCrtV+1DaOkv2L6rcPX33QRYJ8vYRLyf70JOCizgc6uPwvL1ErjpYZdb4okixIP/+p355/2390t1Xn/p5n7Z1xCQbJo93FeQJl+xzk1SyY1z4gz5hzGRjzGTxfSyfoRTFzlssRecxdl4Tpfj5na2LL5NPt4BdH6mqv1hKd0uHap07x3Gbi+7C2QX+IoAAAggggAACDRPgQAgggAACCCDQugL2G5ilgQK2Lkjuloz7ycJ+S/O/qbnfLey3C0tZ/B2RPvEbN2OAMcAYYAxkeQxkvW92fhIlO2+xZOcwQXJbXMbOb6LzHstbipaJgwuYU5QGLzW8LYlNWLSGDq8plE6jgL2PURrYvvh697kWUvmiDYv6WUztVLn6kJy8YO/g6yrvLozfd1te/vMvBcacs2Cs1W+sZdny3g2FgV/hdVt+aFNRLvlRP59HPo9NNAbKFyR2LjPww2DrLA1cz3K6BYLv8OC9TVlLh90cFR32PuyAAAIIIIAAAggggAACCCCAAAJjKtD0B7ffw6IU70y0zqKtD36D4Xd5HBgDjAHGAGOAMcAYSPsYCO4Z2TmMJTuPiadq6+LbyVcKqKqoauXKUS4FM4BGWUm13VXr29Bqx2BdYwXsAxul+JGjdcTKLzw8Ru+xzwyRdx6pcuIi+z4pyt+fLcoV1/XLjQ/ZZMXR1897hGGrjIF7NxTd13b90183FOTSn9hkRcZSq4ylLPTTfRi2+Rvv1zYbWdEUAnamoKp1v1gai87bt/VYHJdjIoAAAgggkF4BWoYAAggggAACCCDQSIHBfiuLryfPb+KMAcYAY4AxUP8xgCmm9RsD8XOnaq7x7eS3LxAZbr9k7SUSm7DIjbba34RmLBkNRmL9vjCxrLRcuVjkHUfmxCYt2mO7rn8wL6+7vk/+/gyTFRkrlWMFj+173LOhUPd/4nLXEwU/gRj/7ftjlH6jZjwXq1ubM1KRXXtEn7Xm7ZL6pgevPssLAggggAACCCCAAAIIIIAAAvURoBYERigQ/d5CTP9vnLxHvEeMAcYAY4AxwBioPgZGeBrEbjEBVfUPDVHV2NrRZRObsFi/Jo6ug+yNwFgJcNyRC7xov5xcfUibTBsX1PHluwvygdsLsjUfLPOKAALDEwiesDi8fYYq/ZvHCnLVDXwghzJiGwIINFbAro9U1V8sNfbI9Tyau5B21QWvLsNfBBBAAIGmEaChCCCAAAIIIIAAAggggAACCCCQfQF6iAACCLSqQHwybL0MEpuwWLTHnNSrldSDAAItITB9vMhbDm+Ti/YKvpp68iLv+XVevnVPoSX6TycRSErAPkt/9f9Z6NEf4aaHi/LWm/lMjl6SGmoUoBgCNQnYtUd0sVTTDiktpK5dKupe+YsAAggggAACCCCAAAIItJQAnUUAAQQQQAABBBBAAAEEEEipgKqKqta1dcGsoLpWGVRW53YGlfJaRwGqQiBdAvvPEnnP8jY5YWHwJXfvM0V5zfV5ufkRZj+n652iNc0qcO8zo2/5zx8syntvzY++ImpAAAEE6ixgZw+qWveLpTo3s6bqOPOpiYlCCCAwLAEKI4AAAggggAACCCCAAAIIIIBA9gXoIQIIIIAAAskIJPHQkMQmLCZDQK0IIJBFgZOX5ORdR7XLntPVd+8n9xfkql8W5P7nuGXvQXhBoA4C92wY3VMRf/CPgnzoN0xW3OatYAUCCKRCwM4YkrhYamzngvOg4LWxR+ZoCCCAAAIIIIAAAgggsB0BNiOAAAIIIIAAAggggAACCCDQogKq6h8aoqp1E0jthMW69ZCKEEAg1QIv2S8nb1iWkymdQTO/+MeC/MvvCtKTt6kHwTpeEUBg9AL3bBh5Hb9eX5BP/n50Ex5HfnT2RAABBLYvYNdHquovlrZfOq0lgnOfogQxra2kXQgkIUCdCCCAAAIIIIAAAggggAACCCCQfQF6iAACCCCAAALNKRA9NMRivXqQ2ITFejayXp2lHgQQSI/AzAkqbzsiJxfuFXwNdfWJvPvXefnve5kUlZ53iZZkQKDUhYc2FWVjb2lxWJnDdsrJ0jk6rH0ojAACCDRSoFgUsesPS408bhLHUtEkqqVOBBBAAAEEEEAAgWwL0DsEEEAAAQQQQAABBBBAAAEEEMi+wJj0UFVFVet67GCmUF2rDCpTrW9Dg1p5RQCBLAgcOFvlvUfl5NgFwVfQ3U8V5XW/yMstjxSz0D36gEBqBe59engTgi/8Qb88uUWkzX1U33t0mxzgPrup7RwNQwCBlhZQ13tVrfvFkqu24X85G2o4eQ0HpAgCCCCAAAIIIIAAAggggAACCGRfgB4igAACCCCAAAIIVBOwB4ZYqrZtpOtyI91xe/txo217QmxHoDUF1ixRefdROdltunqAH/6jIG+6MS8PbORbw4O02gv9bajAPc/UfriTvt0vG7aKvOGXeXnGxU53xrB8XvC5rb0WSiKAAAKNEbCzCLtQstSYIyZxlOA7NnhNon7qRAABBBBAAAEExlCAQyOAAAIIIIAAAggggAACCCCAQPYF6GEmBVTVPzREVevWv1zdahpQUf2aOKBiFhFAoGkFLt2/TV63rE0mdgTfEF+4qyCf+H1B+ob30Lem7T8NR2CsBe7ZUFsLbLJiVPKxrqK84Ya82Of12jv5sEYuRAQQSJeAXR+pqr9YSlfLhtOaoviJl/51OPuJUBoBBBBAAAEEEEAAAQQQQAABBLIvQA8RQAABBBBAAAEEEBgLAXtgSJTqdfzEJiwW7W5bvVpJPQgg0NQCsyeIvPPINjl/T/X9eLanKO/6VUG+/dfUT37y7eUFgawI3Lth+5+5+GTFqN8PbyryeY0wiAggkEoBu/ao94XSWHTUzpRUdCwOzTERQAABBBBodQH6jwACCCCAAAIIIIAAAggggAAC2ReghwggMAIBVRVVHcGeg++S2ITFOrdz8B6wBQEEUi1w0GyVa45uk+Xzgy+vO58sylU35OVX67c/cSrVHaNxCDShwMZekXWbqv+LgoJbXW2y4lDdnNIx1Fa2IYAAApFA8tHOMlS17hdLybd82yO4r+NtV7IGAQQQQAABBBBAAAEEEEAAgdQL0EAEEEAAAQQQQAABBBDIokASDw1JbMJiFt8A+oRA6gRS3qBTd8nJe5a3yZId1Lf0B/8oyFtuysu6jX6RFwQQGAOBe5/e9qBb+kVWf8e9bLup6pqcqly5rE0+d1K72BNUqxZiJQIIINBAAZvkl8TFUgO74A4VnC8Fr26RvwgggAACCMQFyCOAAAIIIIAAAggggAACCCCAQPYF6CECCCCQQgFV9Q8NUdW6tY4Ji3WjpCIEEIgLXHZATl57cE7Gtwdrv3BnQT75+4L082DFAIRXBMZI4J5nKj+Ez2wVOfN7tU9WtGbvMk3klCXqJyt+8Ng22WFc/U5MrH4SAo0W4HjNL2DXR6rqL5aatzc27VKk6P7XvH2g5QgggAACCCCAAAIIIIBAegVoGQIIIIAAAggggAACCCCAwPAFooeGWBz+3tX3SGzCYj0bWb3prG0CAZrYggI7ThR591E5WbtH8PXy1JaivOOWvHz7b5WTpFqQhi4jkAqBezeUm/FoV1Eu+MHwJiva3vc9U5S3uc913n2sF0xR+ZfjczKpQ20TCQEEEBgTgWJRxK4/LI1JA+p4UBWtY21UhQACCDRMgAMhgAACCCCAAAIIIIAAAggggED2BeghAggggEALCqiqqGpdex7MKKprlUFlqvVtaFArrwggkGaBpXNU3ndMuxw5L/hq+f3jRXnTjQW59dFimptN2xBoKYG/PlOUnrzIAxuLcsmPXGaEvb/dfa7ff3uw/6IpKnvPHGFF7FaDAEUQQGB7Anbloap1v1ja3nGT2M5ZUxKq1IkAAggggAACCCCAQDMI0EYEEEAAAQQQQAABBBBAAAEE0idgDwyxVM+WBbOK6lljWFdT3GgL20pAAIHRC5y+a06uObpNFk0J6vp/fy/KW2/Jy0Ob+DYIRHhFID0C924oymU/DSYbjqZVNz5clA/+Ji+vvT4vv32Mz/poLNkXAQRGJ2DfQHahZGl0NY3l3uoPHrz6LC8IIFBPAepCAAEEEEAAAQQQQAABBBBAAIHsC9BDBBBAAAEEEKi7gKr6h4aoat3qTmzCYv2aWLe+UhECCCQk8PID2+TVS3PSEX6jfO7OvHzqjrzYfy5W+IMAAqkTuOqG0U9WjDp13YNF+csGmyoUrSEigAACjRew6yNV9RdLjT96vY5YFPs2DV7rVSf1IIAAAggggAACCCBQPwFqQgABBBBAAAEEEEAAAQQQQACB7AsM7KE9MCRKA7eNdDmcXjTS3Qffr2h32wbfzBYEEMiAwNxJKu9d3ibn7q6+N492FeXtN+flf/7GF4AH4QWBFhXodGcXllq0+3QbAQTGQMCuPep9oTQG3RA7o1L/OhZH55hjLMDhEUAAAQQQQAABBBBAAAEEEEAg+wL0EAEEEEAAAQQQaDoBVXf3yqV6NjxXz8riddW5nfGqySOAQAoElu2o8r6jc3L4XPWt+d3jRXnrzQW5jf8srPfgJU0CtKWRAjMniHz8xHZ5+5FtkuNkoJH0HAuBlhawsxFVFVVtegf+2UfTv4V0AAEEEEAAAQTGTIADI4AAAggggAACCCCAAAIIIIBA9gXoYaMFknhoSK7RneB4CCDQ/AJn7pbzkxUXTAkmBfzvfQV56815eXgTt9ib/92lBwiMTuCUJTnZbZr4ycxXHcJpxug02RsBBGoVsDOQJC6Waj1+fcoF51XBa31qrGstVIYAAggggAACCCCAAAIIIIAAAtkXoIcIIIAAAggggAACCAwQUFX/0BBVHbBl5IvMJBi5HXsi0JIClx+Yk1cdlCs9Oe3aPxTkMy4VbKZAS4qMvtPUgECWBL7+54Lc+HDBd2nlYpWzd+dUw2PwggACiQrY9ZGq+oulRA+UaOXByVRRgpjooagcAQQQQAABBMZEgIMigAACCCCAAAIIIIAAAggggED2BeghAlkTiB4aYrFefUtsFkE9G1mvzlIPAgiMXGD+ZPFPVYwmH63fLPK2W/Ly3fuCiUkjr5k9EUAgSwI2zeaaWwvy1w2WE3nh3jkZ356lHtIXBBBIo0CxKGLXH5bS2L7htElFh1OcsggggAACCCCAAAIIIIAAAgi0kgB9RQABBBBAAAEEEEAAgQYLqKqoal2PmtiERdX6NrSuvaYyBBAYhoDIHjNU3rO8TQ7dKfjK+M1jRXnbzf1y+6PBhKRhVUZh7dN5JgAAEABJREFUBBBoCYF3/bog92wQedX1edna3xJdppMIIDCGAnbloap1v1gaiy5xdjUW6hwTAQQQQCAQ4BUBBBBAAAEEEEAAAQQQQAABBLIvQA8RQACB4QnYA0MsDW+voUsHs4+GLjOirdxoGxEbOyGQOoEDZqu848g2WThFfdu+d19B3npzXh7e7Bd5QQABBKoKPLWlKK+5vl/Wb+aMoCoQK1tPgB4nKmDfNHahZCnRAyVaeXCuFbwmeiAqRwABBBBAAAEEEEAAAQQQSEqAehFAAAEEEEAAAQQQQACBjAmoqn9oiKrWrWeJTVisXxPr1lcqyqgA3UpO4LC5Ku88sk3mTAiO8dW7C/LZPxSCBV4RQAABBBBAAIGUCNj1kar6i6WUNGkEzSiKn3jpX0ewO7sggAACLSBAFxFAAAEEEEAAAQQQQAABBBBAIPsC9BABBBBAIF0C9sCQKNWrZYlNWCza3bZ6tZJ6EECg4QLHLsj5yYpTOoNDX/uHgnzjHiYrBhq8IoDASAT2m6Vy3MLETj1G0iT2KQuQQ6CpBezao94XSmMBou6gKupe+YsAAggggAACCCCAAAIIJCJApQgggAACCCCAAAIIIIAAAggMS0BVRVWHtc/2Cic2a6DO7dxeP1K8naYh0HwCq3ZWedsROekIvyE++tu8fPc+JisKfxBAYMQCpyzJyUePb5PXL8vJ7PCprSOujB0RQACBAQJ2iaSqdb9YGnCYhizy774awsxBEEhIgGoRQAABBBBAAAEEEEAAAQQQQCD7AvQQAQQQQACB1hJI4qEh4XSk1oKktwggMLjA6buqXH1Imy+QL4i89eaC/PgBbp17EF4QQGDEAus3B98jE9pFrj4s+I4ZVmUURgABBIYQsG+YJC6WhjhkApvU1xm8+iwvCCCAAAIIIIAAAgi0ngA9RgABBBBAAAEEEEAAAQQQQACBVAmoqn9oiKrWrV25utVERQgg0PQC5+2Zk1cvDSYSdfUV5WU/65ffPFZo+n7RAQQQGHuBPzxZlB/+I/g+OWi2ytHz63cyM/a9owUIIDDWAnZ9pKr+Ymms2zLy49u0S5Gi+9/I62BPBIYWYCsCCCCAAAIIIIAAAggggAACCGRfgB4igAACCCCAAAL1FIgeGmKxXvUm9oTFejayXp2lHgQQGFzg4n1y8rL9g6+Ep7cU5dzv5+XhTYOXZwsCCFQIsFCDwBfuKshT7vvFii6fF3zfWJ6EAAIIjFagWBSx6w9Lo61rrPdX0bFuAsdHAAEEEEAAAQQQGFyALQgggAACCCCAAAIIIIAAAgggkH0BehgTUFVR1dia0WcTmy2gWt+Gjr6r1IAAAoMJHDlXxSYs2va/PVOU5/0wLwV349+WSQgggEC9BLb0i3z0dwX5wO0F+eBv8vWqlnoQQAABsSsPVRVVbXqN1j4Fa/q3jw4ggAACCCCAAAIIIIAAAggggMB2BSiAAAIIIIAAAggg0EwC9sAQS/Vsc2ITFrnRVs+3iboQSE5g9gSRS/cPvgo29oq86jomESWnPYY1c2gEUiLw28eKcv26QkpaQzMQQCArAnbtYRdKlpq3T8Fky+C1eXtByxFAAAEEEEBgjAU4PAIIIIAAAggggAACCCCAAAIIZF+AHiLQQAFV9Q8NUdW6HTWYpVS36soV1a+J5TrJIYBA/QUuPaBNFk4NPrGX/bS//gegRgQQQAABBBBAIGEBuz5SVX+xlOShkq27KH7ipX9N9kjUjgACCCCAAAIIIIAAAggggAACgwuwBQEEEEAAAQQQQAABBMoC9sCQKJXXji6X2ITFot1tG13b2BsBBBIWOG+PnJywUP1R3ndbQTZs9dmxeOGYCCDQwgLTx7dw5+k6AgjURcCuPep9oVSXhg2zEjsrU9Fh7kVxBBBAAAEEmkqAxiKAAAIIIIAAAggggAACCCCAQPYF6CECCGRIQFVFVUs9Ui3nSyuHmUlswmId2jbMrlAcAQSGI7B0jsql+wdfAT9+oCg3PMR/onU4fpRFAIHRCxw0W+Xzq9rkA8e0jb4yakAAARFpXQS7LFLVioulZtGwiZbxtvLvvuIa5BFAAAEEEEAAAQQQQAABBLYVYA0CCCCAAAIIIIAAAggg0DgBu5dlKTqi5S2parRq2PfogtlKpd3JIIBAVYGMrZzSIX6yon13PLlF5NO/z2esh3QHAQSaQWBcu8iSHdSnFYs4JWmG94w2IpBWAZvkZxdGltLaxmrtUtXYBZz6IsGrz/KCAAIIIDAWAhwTAQQQQAABBBBAAAEEEEAAAQSyL0APEUAAAQRqFlBVfz9LVUv7qJbz0UrVbddF2wZGZgcMFGEZgRYQuPSANtl9evBF8aHb89LLwxVb4F2niwikT+C2R4ty15M2zUjkJfvnJDeME5j09YYW1SJAGQSSErCvD1X1F0tJHaPe9drkSkvleoPvw6IEsbyeHAIIIIAAAggggAACCCDQXAK0FgEEEEAAAQQQQAABBBBAIDsCdj8rSqqD34+zMtbrKFp+sJTYhMVaDj5Yo1g/bAF2QKBmgdN3VVmzRH35r95dkDvDyUJ+BS8IIIBAgwW+/udgxvTsCSKrdw6+mxrcBA6HAAIZECgWRez6w1Lau2NtVFU/uVJVt2muim6zjhUIIIBATIAsAggggAACCCCAAAIIIIAAAghkX4AeIoAAAgggkBoBVRXVcooaphqsi5YtqqqF7abEJiyq1taA7baQAgggUDeB6eNFLtor+Njbk82+cU8wUahuB6AiBBBAYJgCf3iyKHc8UZRvue+jXz861t9Jw2w8xRFAIDUCduWhqv5iKTWNqtKQaLJifJOqxhd5vmKFBgsIIIAAAggggAACCCQhQJ0IIIAAAggggAACCCCAAAIIIFCrgN3fipLto6oV9+RUg2VV9Q8YUQ2WrexgKZi5NNjWUawvxvcljwACqRBYs3NOZk5Q35Z/D59q5hd4QQABBMZQ4E035uXLdxfkma1j2AgOjQACTS1g1x7xC6U0dsbapxqch1ne2qgaLOdydlkW5I+Yq/LV1e0+fSUWLf+Vk9tlm2jrwvTlk9vkyy6/vfilsNyXTmoTy1dEWxemL7pYS/pCWO4Lq9rE8hXR1oXp87Fo+e2lz63MyefcPhVxZZv45Vi81sq5ZYtDpc+uyIltt/hZt4+Pbt1g8TNu25DpxJzY9k+7+GlX1kfLD5I+daKKlbH4KVdmm3iCiq3/ZCxafrD0CVfOtlmsmo5X8evD+HEXa0kfC8tZrEjHqfjlMH70OJGPubzFj8ajW19t+V/c+op0rIhfthhLHwnzFodKH3blbLtFn44R2Sa6dR9y6cMuWRwqffCYoth2ix905T94dFFK8WgRvxyLH3Dba0nvD8u9f3lRLO+j5Qekfw6XLdaS3ndUUd7n9vHR8tukgti2a44qx2tcmWvc8jVV4nuPLMg1bpvFWtJ7XPmh0ruPKIhtt1hLepcrP2Q6PC+2/Z0WDy+IxXcOEd/hylkZi1XTYXnx6y269PYa09vCchZ9OjQv20S37q0uvc0li9VTvwTrg/hPh/bLP7ny/xTFQ8Jli4fk5Z987Je3uFhLerMr59Oyftkm2rowvSkWLT9YeqMrZ9veeHC/WN5Hy5dSnwTrgnj1wX1ytds2dOyTq5b2uXJ9Pl7l9rHlaukNrpyttzhkOqhPbPvrXawlvc6Vq556xa8/MIhXWjywTyxeOWjslde6cle6ZLFqOiAo8xqLLlmsJb3ala2a9u8Vv96iS1e49GqXLFamHokvv2r/YNniq1z5UtyvR/yyxVh6pcvXki4Py1n0ad8eKUXLh+kVsWj5wdLLXTnbZtGnfXokiFvl5ZbfJ4iXxeJlbv1lbvmybeJWucyv3yov29sll6+Itm5AujRctjhUeqkrZ9tfutdWsbyPlh8kvcStr0xbpGJ5z2D5xbH44j23ii2X45ZweYu8yJWzbRaHTHsEZS9xcaj0wnC7xapp9y3i14fxYhcrU7cEy5XxBbsHyxZf4PZ5gVt+gcXduuUFlg/j8y26ZLGWdJErW5F27Ra/HI8u/zyXLnLJ4lDpwrCMRZ926ZIgdofRLe/i8rbexQtcvGCb2CXB+nI835XzaUmXbBNtXZjOc7GWtDYst3bnLrF8RbR1YTo3Fi1/7s6b5Vy37txB4jmLN8s5bntFtHUD0tnhssWh0lmLNottt3iW28dHt26weKbbNmRauFls+xkunuHKnrFwk/i8LfsULQfx9HC7xdPd9iBuklJcEORPi0XLD5ZOdeVsm8Wqaf4m8evDeIqLtaQ1Ybk18zfKGpdfE8V54XIYV1uct0ksri7FjeHytvFkV74izd0ofjkeXf4kl052yeJQaZUrU5F22ih+OR5dfqVLq1xaudNzYvlyipaDuCLcbnGFK79ix+fE5+PR8mE60cVa0glhuRPmPCeWr4i2LkzHx6Llt5eOm/2sHOf2qYiznxO/HIvHWjm3bHGodMysZ8W2WzzG7eOjWzdYPNptGyotn/ms2HaLy11ZH926weJRM5+Ro9z2coqWwzgjiEfGouUHS0e4crbNYtU0/Rnx68N4uIu1pMPCchYr0rRnxC+H8dBpG+Qwl7d4aA3xEFe+Iu2wQfxyPLr8shrTwa5cRZq6QfxyPLr8UpcOdsniUOmgqU/LUlfuoChNeVp8Ph6nbJCDbNnFA12sJR0Qljtg8tNi+Ypo68K0fyxaftDkytm2/SY9Lfu5fEW0daX0lNi2fSc9Jfu6dftuJ+4z8SnZx5WpiLZuQNo7XLY4VNprwlNi2y3u5fbx0a0bLO7ptg2Zxj8ptn2P8U+F8Umx/B5ufbW4u1//pFismsaF2yy6tFuNadewnMWK1Pmk+OUw7uLi0OkJse1LOstxidtniVteYrHjCSnFjidlZ1t2yWItabErW5HanxC/bDGWFoV5i0Olha6cbbfoU9sTUoqWb3tcFvro1ru4wC0v2G58XOb7ci7mXHL5+RarpHnhOotDpbmunG2fq4+L5X1Ulx+QdgqXLVZPj0mwPog7ymOyo9vHR3lcqsfHZI6Vc8niUGl2MShrsZY0y5WvmgqPiV8fxpkWXbJYmR6V+PKMQrBscYYrv03MPyq2brpFlyzWkqa5shWp/1Hxy/Ho8jvUmKaG5Sz61PeoBHG9TLV8XxCnxOIUt36KW56yTVwvU/z69TLZRZ96w3w8Wj5Mk2LR8oOlia6cbZvYs14s76PlB0kT3PrK9IhUWx6/9REZ78r6uHW9VEa3zba7NK7G1LnlEbGyFodKHa6cbbc4ZOp+RGx7u4uV6WEJlitjW3ewbLHN7dPmlttK8WFp63LJrctZdMliLUld2app88Pi11t0SVxSlywOlYquTGV6SPzypofD6JZdvrCpHAvhcjk+JLbdUt6Vi6Ll8xsfkm2irQtTv4vxVMz3+AmKOXc/S1V9XlXtVpfPWyZ+78vyllS1tN3KxFMuvlDPvNazMupCAIFRC0zpEFm9S/DJ/HRQD5QAABAASURBVMn9BfnbM8VR10kFCCDQWAGOhgACCCBQXcBd7/gLHtXgXKd6qbFdq1pum2o5X25V0T9dcf5kkXmTXHJx/qSiz1uc79bNn1wUi/Ni0fJRsn19GdvXlQnqKfo65oV1WfR12LKVc/XOczEoGxzXL4frrM7SNis7VKp2TF+Pa0MY59pxfXLH8tFtC2O0zaIl3w6/LSg71x+7KBZtexStfbZs0ZKtj6LloxStszhvorh6tq0rKFteb15Wt18/0da7FMadXNvmhvlStHUDki9n69wxfd5FX6dF2z+MO7n+7WTLseiP65Yt+n1d3spYWTvmTuG+c1209VG09Vbe1kXRH9O1w5YtH9/m8+7YFoN6i2L5imT7Wpko2jF9XsTq9Me07bbexR1dsv0tWrL8wDK27Le5flm0ZOWiaPko2bp4svW2vNOEoK0+745pcUe3zke3HJWz5XjeluPJ6vHLE1x/3H5Bvig+RstDxeiYYZzjoiVri4+2r1sX1TfHll2yaMmXc8sWfRkr65LfN4yWj9KOEwsSlHXR7TfHLc+Jx3AfK1PaZ0JBgnyVaPvaPhYtRfl4dPnZLgV1FMO6Bo+lslF9sX1nu7bMdsuzwzjHxTlueU4YZ4+3NhbEYlTG8nNcGVu2OMeVne2Wozg7XLY4x62f7dKc8UXfztku2rKP8bwr49e7GO0TLcfjLNcev+ziLFd2touzfT0F18aizLZju3WzLIYpnp/ttkVlLM5y+85y62aFcbaLs93y7DDOcseY5ZZ9dPUF0R3HtvttQX6WW66WZrt9Z9s2t28UfTm37Oty22e5/GyLNaaZVs7tM8uipSjv4kw7lltncaaLs8LlgXFmuH7muKIE+SgWZJZbNyvcd6aLM13ZmWG09Za3OKu0viAzx7lkZSxaivIuznLJ9tle8uXi+1retSWo27XPlt0xZ/j63LKP4XHD/AxXZoYrY/tE0fJBKoptt/wMV97nLbpUapvb3/KlbW7Z8lGyfeMpWh/V56PVZ/u5WNpuyxUp79sy6Pb4vi4/vWLfwjb7RtstWrJ6feysLGvr4qlULqzftkXrLD+9My8WZ8TiDFfn9HGu/T4W/HYrYynY123z9QX7Wtnpvqxb9tHtY9GSKxdsC9fZcixNG5ivto9bN80lX49rp8/bfrbOtdPaNS2Ktt1tmxbG6S7G0zS3j9/m1vsYlp0exqA9efHlXJ0++n0Kft30QfIDy1k9wTpXl6872H+aP67l3XpfV152CGOpvC9j221bOe4QWx/UY9uCuqI6LAblCq5et70j3B5Fd6wdXN6Xc9GOaXmLlixfkTqsDa6uWJzm9tvBli26Nvl8PFp+sGT72TaLYZoaxqCe6FjuuG79VNfeqa58FHcoHdOVs/W27NLUUsqL5Xdw+8bLWh22PNWtt3wQXR1u2crachQtPzCVtvlj2jFqTQXXHitbGaf49tr6WGqP8uWyU1z7LFl7qu0zxe1j26Poy7l1Fqe6aNssb7FasjJ+uysbRV+XW/bRjm95F61suY5+KefzEi872coPkia7eqKyvpwtx5Pt55b9Nsu7FM/7fWPrrD7bHkW/3e0fxcnt/TLZl6+MU0rrg7YHZfLblJ0S23dKbJ/K8nmZ5MtF+7vY5lK0Lsq7aOUs2f5RtHyUJoXHmOT2tTS5LWy3Rbf/ZNvu4qRY9Hm3HEQ7br9rj+3nYlh2UhgnW4zqcnGSHcfWxaPlo+S2Tba8i6Wyli+l8Biurom2ztoxMLr9J7rtwf79MtGX6ZdJtm5AsnLxFO0TxYlh3RatHh99HXmZGMZJrsxEl6Jo+SjF1wX5frdfsG9QptqyrRuQcrHlKB9F146JA9IEt2xpomvXRJcvpVxw7AkW3f4T3PYJLk6MRctHaYLbd4JtC+NEV9aWLVoZv6+ti5KVs3wYJ7poaUIUY9tsne0/ZHL7+e2lmJfxPp+XYH8XrU7XHys33uf7xaIlWzch3Oaj39dtd9G2++TyE8L9omjrLW8xnmxdPMW3xfNWJlqO56N1UZygri3u2OO1r9Tm8aV14Ta3fZxL0T5VY7jPOBctWR0+2n5und/Hxagei5ZsfRQtb/tZtH2rpfE5105fTzna/uPceh9j28r19ElQV5UYtq+0r9+/PyjvtgX7Bcudtm2QVNrm9inlfdnKY3Y6Z9sexXFuOThGUM7W2zqLQeoXi+V1/a5tfW5dv0vbRqsrqL/fleuXTnHJtaMUB+ZtuSJV1tkh4bKLHVbOxU6rM4qu/Z0u3+Fih4udLlZL0bYOt6/Px2Kn7eeWLXa4Y9h2H31d/WL5TrfeUoeVc3mLQeqTILpybpvt2xlGv97VUYp+P1fer4tFd/yOIVL7YNtcPe3hsayMJX8sX97a445R2t4vtj1I/dJR7HfL/a7tQRlbb/tatDqjaO2yvEVLlq9IxT5XT5+rr89H29YRrrP8dlNUthT7pd3l26x9Lvq2RNH1a2B9bW5dm+uj3yeMlo9Sm+3rkkVLtn8Ufd7tH0Vfl5V166yMpcHqGVi2VEd8/1g9bcVeabNtVVN5Wy62PVexf1/F/lE5i5YGq9u25Qp94mOs7qi8rbe8xSD1+rJtrr1+udDrj5uz5VI9vb5MLqwvZ9t8Plofi9E+8RjPu/3i7VNbDpPPDyirtuySRUs51z4frQ1ufdQWtWVXj0W1aOVctPLxZPuqbSulPrHlXFjW9s25uiyqRXcMddvUYphyYYyv2yZf2qdXgv1j0e/vlsMoYQzqsPXlJPleEdfWKKnLx5OE+1oUt03csriosahuWfJBPy2K39Ynltcwb9GSWNlwnfhox3dlo/WuPb6ci367RUu23cWixTDF8xKuE1fG8sUw+mXLl5I7luWtvItF14ai5aPo+mH7SxitnqLLF62sixKL4pb9vmEsRtHVV7RyLoqLlmw5ijYB0VJuwKRF1eCel2oQ7b6XapC38rZcLSU2YbFYrHY41iGAwFgJrNlFZaeJwZfCjx7gAzpW7wPHRQABBBBAAIH6C9i1h130WKp/7aOvUTU4B4vXpBqsU1U/2XLKXkfLtMPPlamHni2Tlp0hE5eeLuMPOk3GHXiKdOy/Rtr3O1na9j1JcvusktzeK8tx71XS5tetErX1btmiupjbZ2VY1sV43sq55TaLLlm0ZPVG0eddmSja+ja3XC21h+vbXTvafd7atFLa9g2jW2/7tbtYTiulnF/l8x0V24N1voyrx2KHRZcs1pRcfb5cFPddKR37rJIOi66ezkFSR2x9Ob9SOvdbJX6fMI6z6JLFeLJythyVHRfWZ+ssXxFj+493eUu2PYqWj9L4/U4Sy4/f/ySx7T7uv0qiOMFtH2/LLk4Io+0zMPlyvsxJYvkJrr54Gj9gubxtlQT5IE48oBwnun0mumNOPMDVGUZbN8Hy0baB0ZW1fSbFos+75ShafVGydUOlyeF+Viaet2VL0TqLVdOBJ4tff+BJYXTLlrf1VeKUA06WKW5bKYb5yWH02yxfSicF5V1dtm1qLE51ZaYedJJYnBKLPu+Wo+jLuGUfY/vY8g5ueQdX5w5hnHrQyTLVlw3iDn75ZLFYLU1z2229RUs7LA3LxqPLR9ssDpnCstPi0fJhmr50tUx3+UHjwatlmpVxsVTG50+W6VF022eEdVgsp9Vh3VbWJVdmxsEni99usUqaGa6zaMmXD9dZfqY7ZhRnuvps2cpVxtUyy5UL1q2WirgsXA7jLBeHTK4evz0eY/nZ4f4Wq6VZy9bILFdmdimultl+OYyHWFwjsy0eskbmuFhObr2Vdev8Pi7OccsVKVoXxh0tumTRUrmu1RV1R9t2PHS1WL4c14jPHxpG1ya/bNHX69b7vMXVspPL++TKl6LlY2nHWH6nQfJzw/UWS+mwNTKw/FzX3rmu7NxSXCNz/XIQ57l95rltUZzrlstptdh6W7Y4VJrv9ou2x/PRuijatqrp8DXi17u4wKX5pXSKBPkgLjg8jIedIlZugUV37CjOd9t93kWfd9H2GZgWhustxtOCI9aILS84wuo/RRbassuXomvXQlsO4yKLLlm0ZNuiuNCtt2Xbd5Ht4+qyuGibeIoE64O42JVddGSQr4hunW1bHEVXzi8PFaOy8ejyO7tk9ex85Kmys8tHaXFp+VRZbOuPirbHo+WDtMSVjyerx5Z3dustLbE6XH7JUafIkii6Ov1yKZ4iu9j2MMXzS9z+vmwYd3H77OLyu7iyQTrV77uLrffrTpVdw7hLKZ7qygRp1+XluKvbx5bjaRe3PVr2+aiMRUu23cXdYtHyA1NUx8D1ux19mvh1Ydzd4tGnisXdLbp6Lb/bclfOtrlly+8ei7u7bbbsY2kfq+NU2cMtW7K6omj5KNm6inRMuE8Y97T9o7yPp4V1VsY9Xdusnj2POU0sH8RTxUdbV2Pay5WrlqyeaH08H60bGPcO69n72NPE5y26tNeA5Lcfe7oEMSjr825/i/u48vtE+TDa+ijZdstbrJqOO038+ni0/IC0b7i8r2uL5SuiteG402VfF/e16MpWRrfNrz9d9otFy0fJylt+3+ODsvtZdMmiT26/UnT5/V2y8vu7Y+3v86eJj8ef5o+xXxj3d3Vsm06TYN1pcoDfHiwf4PbZ/4TTg21RtO0uf0AsWn67KdznAIuxdKDLV0tWLlh/hpTzp8uBJ5zh0rbxoHC9xXgKyp8hts7yB50Y5CuirQvT0hNPl6UuH8WDXPsOcstRXOq2W10Wl7pj+ujWleMZbv/T5WC3z8F+fbAcr9PKHrwiWG/Rl3XLPj8wWj22Lh4tH6Zl4TaLy9w6H926KEZ12rLlLVaklWeILR9SimeK5Q9ZEcRlLi7z284Myrllv21gXOnKu3WHurKHuLzFQ108JFweGA916w912w/18QwZGA+z9au2Xb9tuTPFyh7m6jrM7XPYqnA5Fg+1/HbS4eF2i/Hk63PbbJ3lLQ6VjnBlfTrpTLF4uIuHn3SmRPGIk87yeYtHuG2luOos8ct+/7PkSBePDNdFsVTW7XekS7Zscch08plylCt7pIu+nMVYirZZPMqt99GVj+KRJ5/l9z8qHq2cLcfi8nDZYjzZfrZ81GpXjyuz3MWKFK2z6NLRLll5i5aivEWfbH9X5mgXh0rHxLbH8wP3sW3DSmvOEl8+Hl3+2EHSMbH1Pu/aVVn2bAmWg3jcmrPlOLfPcWE8NhaPDdcf69dZOZdOccmWw3i8RZcsWjouzFv0KSx7vEWXrIzly/Es8flTyvEEX0e0fLbbHuXPkhNODZYtnuD28fHUYP0JLlpdJ7gyJ7g6StHyA9KJYRmL8WT72LJFS5YfKq047Wyx7RZ9OvUcsWjrTnTbVrjlE92xVri4olo8zZV321bGos/bcpVk2yrS6WdLsBzEVe6YK91+K11cFcaVLj8wrXLrgnSO+OjqCWK07KKtO71atHVBOskd4yRXphTD/Kow2jaft+Uq6eRwnUWfzjhHLJ4Uiz7vlqPqeF4VAAAQAElEQVR4ssuX0unnis9bdHWtdnG1iyefca5E0fJRWu3WW95ikM6ReFzj6o6W17iyq8+07S5ZjKU1Vs4tW6yWVrvtfn1UphTPlTWWPzOIp8TiKW79KW7Z0hofz5FTzjrXlT/XR1vvk1tXEV3ZU12ydRYtRXmLPoX7nOriUOm02PYgv1aC8kE87axytO1BWitBPDeM0XIUo/Uunu2SO8ZpYTzdxWrJtvv1YdnTXfTLVj7Ku3iGLbtkMUhrJR5PP3ut2H5nxOIZVv6csJzFWDrT5ePJ9jvDrYvima4ey1v0yW0rRZc/yyXb36Ily1dL0bazzl0rlq+IA9edc25QphTDfdyxznZlzx4YbV0sWd2+XGzdwOVz1q4VW3eOK1NK4TpbH6Vzzj1PzomXKS0H689dW47nWjlbjiW/3S1bHCqtHbTMWonvt9a1ca0ruzaK562VtbZciufJWsufVz2eF64/z+1znit3/nnnS5A/L4jnu2WXLrjgArngwgvlec97nlx00UWybNkysQmL8WT3vlSDe12qaos+qVbP+43uJbEJi7HjusPwFwEExlJgYrvI6p3bfBOuW1eQPz/NhEWPwUudBagOgdELzJkgcsTc8snL6GukBgQQaAUB+9ZQVT/xL239VdVSk1Qr86paavOcNa+S2SdfLjNWvVxmrLxMph7/Epl87Itk4tEvlAnLL5ZxRz5fOo+wdJGP7YddKB2HXyQW2w690MeOw55Xih223S13xNPhzxO/HI+WD1NnLFp+pGmcq6ciHfE88csWa0jjXZnRpAnh/hOOfJ5YvhwvEp8/cug4MdxucSRpktvf9pt01EVieR8tX2OaHJazOKy0/CKx8lNi0fLDTVPd/raPxcr0fAmWB4lHB+t3iEXLDzdNc/vbPhZrSsc8X3y5ME636JLFkaQZ4b4Wh0zHPl/89nh0+ZkuzXDJYmV6gQTLQ8dZxwbbLQ6ZjnuB+O3xaPkwzXZxNGmO279qOv4F4tdbHCLt6LaNJu3k9q9IJ1wsfjkeT3iB7GTLpejKhMtzXRxNmuf2r0gnXix+2WINab4rM5q0YMXFssDVURFtXY1poStXmV4owfJQ0bZZulgWrXyhLFrhUjxavsa02JUbTdp51QtlZ1eHj5YfZlriyg8rnfRC8eXDuIuLlekSCZaHirYtSLuedIkMK50clg/jbhZdsjiStHu4r8Uh0+pLxG+3GEt7hHmLg6dLZLBte65+kd+2p6snSC+SirgmXI5Hy4dpr1i0/HDT3m5/28di1XTKi8Svt1gl7ROusziStK/b3/azWJFOfZH4ZYtDpP1OfbHs67bvV0ovliA/VLRtQdrf7b+fSxZ9Ou3Fsk20dYOkA8L1FkeSDnT7234WfTr9xVKKlq8xHeTKjSid8RKx/Zae8WJZ6upY6pZ9fsj4EgnKlePBvvxLxOKw0pnBPsti0fLDTYe4/W0fizWls14ivpxFlw516RCXLA4vvVSs/GFnleNhrp7D3PJh1eLZL5XDbFs8uvzhLh3mksWRpCPCfS0Omc55qfjt8ejyR7p0hEsWR5KOCve1WDWd+1Lx6y1WpEvlKLe8/NxyXB4uDx4vFSsfT0e7/W3ZYkVae6n45Xi0/IB0TLhscSTpWLe/7WexIp13qfhlizWk41yZ4aWXSVA+iMef/zI53tVREc+/VPxyKboyVq5KOsGtG0068YKXyYmujopo62pMK1y5EaULXya230oXV7o6fLT8dtNlEpQN4qoLL5NVbp+ho5UJ0/Mq40lueTTpZLf/sNJFl4kvH8bVLo4mrXH715Sef5n4cs9/uayxfBhPicVT3PpT3HI5XSbl/Mur5k8Ny1usml7wcvHr49HyYTotFi0/3HS629/2sVg1Xfxy8estVklnhOss1pZeIUG5IJ55cTme6eo684WvEFsXxJeLj7ZukHRWuN7iSNLZbn/bz6JPl7xCtom2bpB0Trje4kjSuW5/28+iTy96hZSi5bdJl8u5fl0Q176oHNe69Wvd8nDSeS++XKy8xfPcvj66dbXG88OyFkeUXnK52H4XuHiBq8tHyw8zXejK15ZeKb7cS2PxpZfL82w5jJYfbrrI7W/7WBwyXfpK8dvj0eWf79JFLlkcSXpBuK/FIdPLXil+u8VYujjMWxw6vUqC7ZXxhS8Lli1WTZe9Svx6i1XSJeE6iyNJL3L7234WK9LLXyV+OR4tPyC9OFy2OJL0Ere/7WexIr3iVeKXLfp0hbykSnzpK4L1FkeSLnX7236XXn6FWL4i2roa08tcudGky155hVx2uUvxaPka08tduaHTqyXYPiC+Klh+hYujSZe7/YeVrni1+PJhfKWLo0mvcvsPK7361eLLh/EKFyvTa6T6crS+Mr761a+RmtJrXiNXuLZe4Y73ape39JrXvlZe69KVV14pV7r0+te/Xt7whjfIG9/4Rp+iyYqqWpq8qFq+36WqUu2PauX6xCYsVjs46xBAYGwEVi9RWTAlOPaP7meyYiDBKwIIpE3g3N1Vvn5qu7zl8Dbp5AxF+IMAArUL2NmNPV3RUu17Na5k1K4o2pEtr6p+wqKqli7qcrmcz7e1tUk8tbe3S7XU0dHh11skdQgGGDAGGAOMAcYAY4AxwBhgDDAGGAOMAcZAU4wBdz1POxmrjAHGAGOAMcAYYAwwBhgDYz0GOjs7S/eZonz8fpTdq7JliwOTavk+l2qQl9gfVfVLdk/MZ2IvuVieLAIIZFCgw33K1yxp8z274aGC3PWk3dL3iy33QocRQCDdArc/HrRvQrvIMQvcl1ewyCsCCCCwXQG73lFVP/lvu4XHsIBq0EbVIFpTVNVPULR/kTbwQs8uAKM02AWrbbcLyMG2s54fOxgDjAHGAGOgFccAfWbcMwYYA4wBxgBjgDHAGGAMMAYYA4wBxgBjIPtjgPeY95gxUJ8xYPeZ7H6TpYGm8W3RfSy7pzUwifujqu5V/P26apMUJfYnsdkA2ztwrA1kEUAgQYE1S1QWTw0O8KMHmKwYSPCKAAJpFHhoY1Hufy74nlq1ODiZSWM7aRMCLS6Qyu4X3VeHXX9YSmUDw0bF26eq/oJNVf2ERdUg2gWeXfDZRWGUBl4c2rJdIEZp4HK0ntgpGGDAGGAMMAYYA4wBxgBjgDHAGGAMMAZGNAa4nurEjc8OY4AxwBhgDDAGGAOMAcZA9seA3WOyNNh7bfeqbLtFS9E9LIt2T8uSavmel6qK/VEN4sC8LVtKbMKiavnAdiASAghsT6D+2+1jGD1d8ZZHivL7x93d/PofhhoRQACBugn88qHge+qgOSLTx9etWipCAIGMC9iVh6r6CYBp7Kpq0DZVLTVPVX17VYNoF3SW7AIvSnbhZxeB8TTYBWO8DPn6/ItCHHFkDDAGkhsD2GLLGGAMMAYYA4wBxgBjgDHAGGAMMAYYA4yB7I8B3mPeY8YAYyD9YyB+38neL1u2GE92v8pStM7uZ0VJVUsP5hD3RzW476Wqbkn8vTCp8iexCYvBdIMqR2QVAgg0TOC4+Sq7TgsO96MHCkGGVwQQQCDFAjc8XJTv3VeQN95YkGe2prihNC29ArSsJQXs2sOeXmgpbQBRm6KoqhUXZ6rqL+SiCzuLdtEXpejiz2K1i0Rbb8m2kbL/Lx15j3mPGQOMAcYAY4AxwBhgDDAGGAPhGODpdzwBkTHAGGAMMAYYA4wBxgBjgDHAGGAM1GUM2H0mS3a9GY+Wt/tVFi1Z3h66EUXLqwb3vVTLUWJ/ovtjUYw2JTZhUaMjEDMjQEeaT+CAOcEn8cGNIrc/arfym68PtBgBBFpLYP3monz2DwW560m+s1rrnae3CIxOwF0D+UmAqsG5z+hqS2ZvVfVtjNeuqn6yomoQo8mKUYwu+KKLQFu2fHTBGOXjy7aOlP5/sch7xHuU9jFA+xijjAHGAGOAMcAYYAwwBhgDjAHGAGOAMcAYyP4Y4D3mPWYMMAYYA4wBGwN2n8mS5QemaL3do7JkkxSjpKpieVX197sk9kdV/ZJqZfQr3UtiExaLzDNwvPxFYGwFDpgdfMT/soEP5Ni+ExwdAQQQKAmQQQCBBATs2sP+ZZalBKqvW5VR+1TVT160iYlWuar6Czm7qLN10QWfxShFF4i2HOWJ/JDAGGAMMAYYA4wBxgBjgDHAGEjtGBDeG94bxgBjgDHAGGAMMAYYA4wBxgBjgDHAGGjGMRDdi7IYT3Yfy5Yt2v0sS6rBPS7VclRVie6JySB/gtlMg2wczWp37NHsPoJ92QUBBOICu04TWTQlWPPnpwpBhlcEEEAAAQQQQCCDAur6pKp+EqDLpuqvavmiTFVLbVMN1kcXc6rq22/Lluxiz5Jd+MWTXdjacjxansSPHq01Bni/eb8ZA4wBxgBjgDHAGGAMMAYYA4wBxgBjgDGQ/THAe8x7zBhgDDAGGAOMgUaOgej+kx3T8lGy+1VRsntYUbJ1llfV0v2veEa1+nork9iERauchAACYyewdE754/3Hp3jC4ti9ExwZgSYTSFlzZ00Y/CQmZU2lOQggMIYCdqZj/1LL0hg2Y9BDq1b/LrOLONtJVf1kRdUg2nq7yLNkeUuWH5jsQjFaZ2VIOf+kShxwYAwwBhgDjAHGAGOAMVDDGMhRhnHCGGAMMAYYA4wBxgBjgDHAGGAMMAYYA4yBzI+BGq7/o3tN8ftO0TqL8fVxL9Xgvlb8Xpfla0nlGU21lKYMAgg0jcCBs9W39cGNIo9s9lleEEAAgaYROH3XnHzztHZ5z1GcqjTNm0ZDERhDAXc9VJrwN4bNGPLQ0WRKVfVtjQqrBsvRBZ5d+EV5i9FFoOVt28Bk6y1ZOVK7pMWAdvBeMAYYA4wBxgBjgDHAGGAMMAYYA4wBxgBjIPtjgPeY95gxwBhgDDAGGAOMgSyMAbvPZGngPShbtvXVkqr6h0ioBve5VFWiP6pauhcW3R+LtkUxsVkAgx0wOjARAQSSFTggnLD4lw32zKFkj0XtCDRQgEO1iMDUTpEZ40V2mabSmWuRTtNNBBAYsUDRne7Y9YelEVeS8I6qKvH2qWrpiKpBXlX9BZzqtnGwi0Jbb6naxSLr+JehjAHGAGOAMcAYYAw08RjwP3rTfsYwY4AxwBhgDDAGGAOMAcYAY4AxwBhgDDAGMj0GuP6v4QmISX8G7D6TpWrHGWy9qpbuc8UzquX1dl9MtbwcL5fYFADV6geMH5w8AggkI3DQHJUJ7UHdf3jC3cEPsrwigAACTSPwx6eC766cO53YZ6Z7aZqW01AEEBgLAfuWUFU/2W8sjl/rMVV10KKqWmq/apC3C0NVFbsYVFV/0a4aRNs28sSPG9gxBhgDjAHGAGOAMcAYYAwwBhgDjAHGAGMg+2OA95j3mDHAGGAMMAYYA4wBxgBjYGRjQDW4H6VajuL+qKp7FX9PS1VLUQb8GWqyohVNbMJiMM3ADkFCAIFGCyybo6VD3vFEoZQn0wABDoEAAnURuHeDSCE84n9zRQAAEABJREFUmdiLCYt1MaUSBLIsYF8XduFjqZn6qar+Qi7eZrtwVi2vVw3yqkGMb1cN1qkSVTFQxUAVA1UMVDFQxUC1AQYcw5/HqGKtioEqBqoYqGKgioEqBqoYqGKgioEqBqoYqGKgioFqkxvQfq7/W3QM1HI/Kn5/SzX4rNs6u1+nqpYdNCU2YXHoww7aHjYggEAdBA7eMfgEPrCxKM9srUOFVIEAAgg0WKAnX5Q/P12Uu54syhPdDT44h0MAgTEXGG4D7JpHVf1F83D3HavydrEWHVu1ettVy+tVg7wqURUDVQxUMVDFQBUDVQxUMVDFQBUDVQxUMVDFQBUD1eYxUKWtqhioYqCKgSoGqhioYqCKgSoGqhioYqCaHgO7n6UatGeovG2z+1+qatkhU2ITFov2mJMhD81GBBBIQqDNfap3nx58+O/Y9j8HncQhqRMBBBBIROD1v8zLVTfk5fp1PCk2EWAqRSBDAnbtYRdAlpqlW6rB+Vq8varBOtVyVNWmmogZ7w95BBBAAIExFeDgCCCAAAIIIIAAAggggAACCCCQfQF6iAACCCQuoBrcq1LVimOpVi7bRtVt19n6gSk3cEW9lms8fr0ORz0IIBAKTOkof/gf3RyuJCCAAAIIIIBAHQWoKm0Cdvajqpma2KeqFcyq6vunSlTFQBUDVQxUMVDFQBUDVQxUMVDFQBUDVQxUMVCtpwF1qWKgioEqBqoYqGKgioEqBqoYqGKgioEqBqqtYxC/YaWqfnG0DxFJbMKibx0vCAxXgPKjFpjcWa5iw9ZynhwCCCCAAAIIIJBVAXu4u10YWcpCH60fpKJggAFjIONjoEj/GOOMAcYAY4AxwBhgDDAGGAOMAcYAY4AxwBjI/Bjg+p/fORkDjAHGQCbHgGowcXGk9+WYsDhSOfZDIKUCUzrKDXtmK/8Z1bIGOQQQQKB1BOgpAq0mYNdEquqfQJiFvqsGfVElqmKgioEqBqoYqGKgioEqBqoYqGKgioEqBqoqJMYBY4AxwBhgDDAGGAOMAcYAY4AxwBhgDIzFGBjt/bjEJizavwQYbeNSuD9NQiD1AlPGlZvIExbLFuQQQKA5BY6ap3LZgTk5cVFipyzNCUOrEUCgQqBYlNK/TqvYwAICCCAwcgH2RAABBBBAAAEEEEAAAQQQQACB7AvQQwQQQAABBBAYA4HE7v7b7M0x6A+HRKDlBSZ3aMmACYslCjIIIJAqgdobc9kBOVm7e04OmF37PpREAIHWE7CzH7v+sNR6vafHCCCAAAIIIIAAAgikVYB2IYAAAggggAACCCCAAAIIIIBA9gWG38PEJiwWh98W9kAAgToITO0MKtnSL2IpWOIVAQQQaE6Bp7YE7Z413qYjBXleEUAAgYECdu1hT3i3NHAbywhkVoCOIYAAAggggAACCCCAAAIIIIBA9gXoIQIIIIAAAgggkEGBxCYsMq0gg6OFLjWFwOSOoJk8XTFw4BWBkQiwT3oEnt5q05BEZkzgzCI97wotQSB9Auq+IlRVVDV9jaNFCCCAAAIIIIAAAqkVoGEIIIAAAggggAACCCCAAAIIIJB9AXqYPoHEJiwWg/kF6esxLUIg4wKTxwU36pmwmPE3mu4h0CICz2wNvtN26OTEokXecrqJwIgE7NrDnq5oaUQVsFMSAtSJAAIIIIAAAggggAACCCCAAALZF6CHCCCAAAIIIIAAAggMWyCxCYs83GTY7wU7IFAXganhExaf2VqoS31UkkYB2oRA6wjc8khBPvH7gnz0d3yntc67Tk8RGL6ATW1WVZ6wOHw69kAAAQQQQACBVAvQOAQQQAABBBBAAAEEEEAAAQQQyL4APUSg9QQSm7DYepT0GIF0CEzuDNrBExYDB14RQKC5Bf74VFF++I+C/O5xnrDY3O8krUcgWQH7hrCnK1qq+UgURAABBBBAAAEEEEAAAQQQQACB7AvQQwQQQAABBBBAAAEEEEidABMWU/eW0CAERicwsT3Yf1NvEMfilWMigAACCCCAAAKNFFAV/3RFVZcR/iCAAAIIIIBAowQ4DgIIIIAAAggggAACCCCAAAIIZF+AHiKAAAL1FkhswiJPN6n3W0V9CCCAAAIIIIAAAi0kQFeHIVAsitj1h6Vh7EZRBBBAAAEEEEAAAQQQQAABBMZagOMjgAACCCCAAAIIIIAAAi0nkNiERVWebtJyo6lpOkxDEUAAAQQQQAABBLIkYFcequqfspilftEXBBBAAIHRCrA/AggggAACCCCAAAIIIIAAAghkX4AeIoAAAgg0m0BiExaLzSZBexFAAAEEEEAgdQJLdlD5yHFtPs2dpKlrX0s3iM4jkCIBu/awpytaSlGzaAoCCCCAAAIIIIAAAggg0PwC9AABBBBAAAEEEEAAAQQQQACBOgskNmGRKQUjf6fYEwEEEEAAAQQCgckdIgfMVp8mdtiUpGA9rwgggEBcQN3Fh6ryhMU4CnkEEGgKARqJAAIIIIAAAggggAACCCCAAALZF6CHCCCAAAIIIFApkNiExSJzCiqlWUIAAQQQQACBYQsUYnuoamxpu1kKIIBACwnYtYc9XdFSC3WbriKAAAIIIIAAAggggIAIBggggAACCCCAAAIIIIAAAggg0GQCI5iwWFsPmVNQmxOlEEAAAQQQQAABBBBAYHQCNp1ZVXnC4ugY2RuBKgKsQgABBBBAAAEEEEAAAQQQQACB7AvQQwQQQAABBBBAoLECiU1YbGw3OBoCCCCAAAJNJkBzEUAAAQTqJmAPd7enK1qqW6VUhAACCCCAAAIIIIBAPQSoAwEEEEAAAQQQQAABBBBAAAEEsi9AD4clwITFYXFRGAEEEEAAAQQaKfCnp4py0rf7fbrvGZuS1MijcywEEGgWAVXxT1dUdRnhTysJ0FcEEEAAAQQQQAABBBBAAAEEEMi+AD1EAAEEEEAAAQQQyJZAYhMWebpJtgYKvUEAgZYToMMIIIAAAgg0jUCxKGLXH5aaptE0FAEEEEAAAQQQSIcArUAAAQQQQAABBBBAAAEEEEAAgewL0EMEUiWQ2IRFVZ5ukqp3msYggAACCCCAAAIIIJBRAbvyUFX/lMV0dZHWIIAAAggggAACCCCAAAIIIIBA9gXoIQIIIIAAAggggAACCAxHILEJi8XhtIKyCCCAwHAFKI8AAggggAACCIQCdu1hT1e0FK4iIIAAAggggEBWBOgHAggggAACCCCAAAIIIIAAAghkX4AeIoBASwkkNmFRW4qRziKAAAIIIIAAAggg0HwCWWmxuosPVeUJi1l5Q+kHAggggAACCCCAAAIIIIBAXQWoDAEEEEAAAQQQQAABBBBIk0BiExaL9piTNPWUtiDQWAGOhgACCCBQB4F9Z6n8dG27T7tN1zrUSBUIIJBFAbv2sKcrWspi/+gTAggggECqBWgcAggggAACCCCAAAIIIIAAAghkX4AeIoAAAgjUUSCxCYvKnII6vk1UhQACCCCAAAIItKIAfUagNgG79FBVnrBYGxelEEAAAQQQQAABBBBAAIGUCdAcBBBAAAEEEEAAAQQQQACBVhJIbMJiKyE2ZV9pdGYFooeb5jSzXaRjCCDQSgLRl5rrM09Ocwj8RQCBqgL2VWHfEZaqFmAlAggg0MoC9B0BBBBAAAEEEEAAAQQQQAABBLIvQA8RQAABBBBoIgEmLDbRm0VTEahFoDdvt+xFxrfXUpoyCCCAQLoF2mJnKoVi+mZip1uP1iHQOgLqvh5UlScsts5bTk8RQAABBBBAAAEEEGioAAdDAAEEEEAAAQQQQAABBBBAAIH6CcSmAdSvUqtplE83sSpICCAwAoHevPq9JjBh0TvwggACzS2wqVfkrieLPm3pb+6+0HoEEEhOoFgUsesPS8kdhZoRQCAhAapFAAEEEEAAAQQQQAABBBBAAIHsC9BDBBBAAAEEEECgJJDYhEXVYNJU6UhkEECgIQK9heAwE9qCyCsCCLSyQPP3/f7ninLVDXmfHusqNn+H6AECCCQiYFceqsoTFhPRpVIEEEAAAQQQQACB9AvQQgQQQAABBBBAAAEEEEAAAQQQyL5AdnqY2IRFphRkZ5DQk+YS6MsHn75xPGGxud44WosAAggggAACIxawsx97uqKlEVfCjggMJsB6BBBAAAEEEEAAAQQQQAABBBDIvgA9RAABBBBAAAEEEGiYQGITFrVhXeBACCAQF+iLnrDYzqcw7kI+nQK0CgEEEEAAgXoIqDvtUVWesFgPTOpAAAEEEEAAAQQSEKBKBBBAAAEEEEAAAQQQQAABBBDIvgA9RKBWgcQmLBbtMSe1toJyCCBQN4HecMLieJ6wWDdTKkIAAQQQQACBdAvYtYc9XdFSuluaSOuoFAEEEEAAAQQQQAABBBBAAAEEsi9ADxFAAAEEEEAAAQQQyIxAYhMWVTNjREcQaCqBvnzw4ZvQ1lTNTmljaRYCCIy1wOKpIhfvk/NpPN9rY/12cHwEUitgZz+qyhMWU/sO0TAEEEAAAQTSLkD7EEAAAQQQQAABBBBAAAEEEEAg+wL0EAEE0iKQ2ITFtHSQdiDQagK9heDxpuN4wmKrvfX0F4FMCuw2Xf1kRZu0mOOsJZPvMZ1qAYEGdNHOfuzpipYacDgOgQACCCCAAAIIIIAAAggggAACAwVYRgABBBBAAAEEEEAAAQRqFODWf41QFEMgjQLV2tSXD9ZOYMJiAMErAgg0tcC42JnK1v6m7gqNRwCBBAVUxT9dUdVlhD8IIIAAAghkT4AeIYAAAggggAACCCCAAAIIIIBA9gXoIQIIINAqArFpAPXtMk83qa8ntSFQq0BfISg5vp0b9oEErwgg0MwC48PJ1/3uuy18gGwzd4e2p1OAVmVAoFgUsesPSxnoDl1AAAEEEEAAAQQQQAABBBCovwA1IoAAAggggAACCCCAAAIIpEQgsQmLqkyWSsl7PIbN4NBjIdCbd3fs3YHHt4nwKRT+IIBAkwuMDydf94TfbU3eHZqPAAIJCdg5j6qKqiZ0BKpFAAEEEBhagK0IIIAAAggggAACCCCAAAIIIJB9AXqIAAIIIIBAfQQSm7AYTJmqTyOpBQEEahfoDf+T0LYH/1loUyAhgEAzC9zwUEE+cHtBvnp3oZm7Mbq2szcCCGxXwK497OmKlrZbmAIIIIAAAggggAACCCCAQBoFaBMCCCCAAAIIIIAAAggggAACLSKQ2ITFZni2SYu8x3SzxQT6CuVP37j2Fus83UUAgcwJPLJZ5Pp1Bfn+3206Uua6R4cQQKBOAvZgRVXlCYt18qQaBLIoQJ8QQAABBBBAAAEEEEAAAQQQQCD7AvQQAQQQQAABBJpDILEJi0XmFTTHCKCVmRPoiz2EbEL4n1LNXCfpEAIIpEmAtiCAAAJjLmDXHvZ0RUtj3hgagAACCCCAAAIIIIBANgXoFQIIIIAAAggggAACCCCAAAIIZF+gIT1MbMKiakPaz0EQQGCAQG++PFt4fHIzfeQAABAASURBVNuAjSwigAACCCCAAAIZFLBLD1XlCYsZfG9bp0v0FAEEEEAAAQQQQAABBBBAAAEEsi9ADxFAAAEEEEAAAQRMILEJi1Y5CQEEGi/QW/GExcYfnyMikDoBGoQAAgggkHkB++ca9nRFS5nvLB1EAAEEEEAAAQQQqC7AWgQQQAABBBBAAAEEEEAAAQQQyL4APcyEABMWM/E20gkEygLdfeX8DuO0vEAOAQQaJmAPNyWJ1MPg7F1zctFeKsvmaF3qq0ebaqlD+IMAAg0VUBX/dEVVlxH+JCFAnQgggAACCCCAAAIIIIAAAgggkH0BeogAAggggAACCCCAQCMEEpuwyNNNGvH2cQwEthV4tKu8bs7Ecp5cagVoWAYF2lSkPVck1cHg/+7Py3f+WpC7nyo0lWcGhzVdQiDVAsWiiF1/WEp1Q2kcAggggAACCLSyAH1HAAEEEEAAAQQQQAABBBBAAIHsC9BDBBCoQSBXQ5kRFVHVEe3HTgggMDqB53qKsiV8yuKOTFgcHSZ7I4AAAggggEBTCKgIT1gU/iCAAAIIIIAAAggggAACCCCQdQH6hwACCCCAAAIIIIAAAlkQSGzCYjELOvQBgSYVWB8+ZXF2PSYsNqkBzUYAAQQQQACB1hGwaw97uqKl1uk1PUUAAQQQQKDOAlSHAAIIIIAAAggggAACCCCAAALZF6CHCCCAQAoEEpuwyPMVU/Du0oSWFXi0y27bi8yZyCexZQcBHUcAAQQQSJUAjUlWwB7urqr+KYvJHonaEUAAAQQQQAABBBBAAAEEEBhcgC0IIIAAAggggAACCCCAAALbF0hswmIxmC+1/RZQAoHRCbB3FYHHwgmLOzJhsYoOqxBAAAEEEEAgawJ27WFPV7SUtb7RHwQQQACBkgAZBBBAAAEEEEAAAQQQQAABBBDIvgA9RAABBBBoAYHEJiyqtoAeXUQgpQLru4KGTR8v0pEL8rwigAACCCAwuABbEGhuAbv0UFWesNjcbyOtRwABBBBAAAEEEEAAgcQFOAACCCCAAAIIIIAAAggggAACYy/AVKak3wPqR2AMBB7dXH7E6Y4Tx6ABHBIBBBBAAAEEEGiggJ352NMVLTXwsBwKAQQQqBRgCQEEEEAAAQQQQAABBBBAAAEEsi9ADxFAAAEEEEBg1AJMWBw1IRUgkD6B6D8JbS2bzX8W2hhICCDQ5AI0HwEEEBhKQFX80xVVXUb4gwACCCCAAAIIIIAAAs0qQLsRQAABBBBAAAEEEEAAAQQQQCD7AolNWOTpJtkfPPQwvQLru8ptmzOJG/dlDXIIIIAAAgggkEWBYlHErj8sZbF/9AmBOglQDQIIIIAAAggggAACCCCAAAIIZF+AHiKAAAIIIIAAAqkXSGzCoiqTpFL/7tPAzArYTfvHut2de9fDHSe4F/4igEDCAlSPAAIIIDCWAnbloar+KYtj2Q6OjQACCCCAAAIIIJB1AfqHAAIIIIAAAggggAACCCCAAALZF6CHSQskNmExmCqVdPOpHwEEBhN4bLP6TXMm+sALAggggAACCCCQWQG79rCnK1rKbCdboWP0EQEEEEAAAQQQQAABBBBAAAEEsi9ADxFAAAEEEEAAAQRaXiCxCYvBVKmW9wUAgTETWN9lt+5FduQ/CT1m70GaDkxbEEAAAQQQyLKAuosPVeUJi1l+k+kbAggggAACCNQkQCEEEEAAAQQQQAABBBBAAAEEEMi+AD1EoNkFEpuwWAzmSjW7D+1HoGkFHg0nLM6e0LRdoOEIZELg/LVnyY3X/0Du/O0N8vnPflQmTeKxp0m+sde8+61yx29+Ibff8jN59ateluShqBsBBFIkYNce9nRFSwk2i6oRQAABBBBAAAEEEEAAAQQQQCD7AvQQAQQQQAABBBBAAAEEEhZIbMKiasItp3oEEBhS4LGuYPOcic3wYQzayisCWRQ44bjlMmP6NGlra5MD9t9bjj3mqCx2MxV9Wnrg/nL4YQdLR3uHTJw4QY4/ZrnwBwEEWkPAznZUlScstsbbTS8RQAABBJpagMYjgAACCCCAAAIIIIAAAggggED2BeghAgggMLRAYhMWhz4sWxFAIGmB9ZuDx5y2u0/5TJ6ymDQ39SMwqMAvbrhFNjzzrOTzebnrj3+RG2/61aBl2TA6gTvu/KPc/KvbpLe3V7q7t8gvb7pldBWyNwLNJtDC7bWzHnu6oqUWZqDrCCCAAAIIIIAAAggggAACrSBAHxFAAAEEEEAAAQQQQACBJhfINXn7aT4CDRFoxoM82mW37oOWz5mgQYZXBBBouMB/fft7cuyJp8mBhxwnL3/l66Wrq7vhbdjeAV/3mlfIZz/5oe0Va4rt737vh+Tgw0+Uw5avkk995otN0WYaiQACoxdQd6qjqjxhcfSU1IAAAgi0vAAACCCAAAIIIIAAAggggAACCCCQfQF6iAACCCAwtgKJTVjk6SZj+8ZydAQ294o8tSWYtLjbdAUEAQQQqCqweNFCWXHisdLZ2Vl1OysRqKMAVSGQmEDRnfLY9YelxA5CxQgggAACCCCAAAIIIIAAArUIUAYBBBBAAAEEEEAAAQQQQACBIQUSm7CoygSpIeXrupHKEKgucO+GYP1eTFgMIHhFAIFtBC4470xZMG/eNutZgQACCDSTgF15qCpPWGymN422IoDACAXYDQEEEEAAAQQQQAABBBBAAAEEsi9ADxFAAAEEEMi2QGITFovZdqN3CDSFwD3PBJ/EvWY0RXNpJAIINFjg/LVnydlnnSrtHe0NPnJKD0ezEECgaQXsjMeermipaTtBwxFAAAEEEEAAAQQQQKAxAhwFAQQQQAABBBBAAAEEEEAAAQTGVCCxCYsa6xZZBBAYG4F7nrbb9yILp6pM7OBTOTbvAkdFIJ0Cp59yslz+shfJlMlT0tlAWoUAAggMQ0DdaY6q8oTFYZhRFIGkBKgXAQQQQAABBBBAAAEEEEAAAQSyL0APEUAAAQQQQACB0QgkNmGxGMyTGk3b2BcBBEYp8NfwCYtWzd48ZdEYSAg0XODQQ5bKxz7yPrn1xh/L/37na6XjX/HKS+WO3/xC7r7j5lKyZVsfFTrj1NVy280/jbb7OLBMVHbSpInypqteLb/82fflj7+/yadbb/qJ/Oe/fV4++8kPyTf/40tRUfnna94m737nm2T2nFmldUccfoiv39pjx7RjlzZuJ7PyhOPkS9d+TH776+vkS5/7uC+945w58v73vd332+r8/W3Xyxeu/ajsussSv32wF9vvLW98nfz0/74tf/jNDb5Nd/72Brnh5//Pt3t7+689+wz55te/6G3f8443Vz3MAQfsK9d+6sNy+y0/q6j/M5/4kPzXN74i7377m6ruZysvufhC+d63vya/vz1478z6lhv+z/fV2i78QQCBMRGwaw97uqKlMWkAB0UAAQQQQAABBBBAoH4C1IQAAggggAACCCCAAAIIIIAAAtkXaOkeJjZhUbWlXek8AqkQ2NIv8uDGoCl7MWExgOAVgQYJRBPnvnjtx2XViuNk8pTJFUf+9Ge/JEcff6pc+4WvSldXt1T78/0f/lhOPPks+eznviKbN22uVsSvs8mKH/vINXLBeWfL737/Bzlr7Qtl5epz5f+5/XfddYkce8xRMmH8OF/WXn78k+vlXe/5kPz0Z7+wRZ/uuPOP8k9vu8and13zIbntN7/36wd7sWO+9MUvkB99/1vysX+5Ro444lAZHx7jxBOOka//27ViT3GM+t3Z2SlHHXGYvOsdbxTbt1q9Vv4/v/Y5Oe/c0+Wuu/4k517wIjnz3Ivl2//zfV+3TaL88uc/IWefdWrF7jZR0CYZ3nDd/5N3vv1q2W/fvaWjvaOiTLRwzPIj5CMfeLfst98+8uWvfl0OP/okufQVV8p9f/+HHL38cNlnrz2qPqHNJkp+9UufltdecZk8/fQG+cCHPiGfufbL8vAjj8rUKVN8X7/2r58Vqz86FhEBBBonYJceqlr189u4VnCk5hCglQgggAACCCCAAAIIIIAAAgggkH0BeogAAggggAACCCCQZoHEJiymudO0DYFWErh3Q8F3d6+ZfNw9BC/JCVBzhcCEiRPkhz/6udz5x7sr1scXbKKiTXp78KGH46sr8lbms5//itz39wcq1scXnnfBubJs6YHy5z//Vd7wpnfI3/9xvzz+xBPyvg98TL74la9JT09PvLjceNOvxCZDbt7cVVrfs7XHr7P1P/rxz/3+pY1VMtYuW/31b/yXrFv3iGV9mjhhglz9+lfLI+sflTe99d1+QuC/fe2b0tvb67fbhECbWOkXYi820e/K175cZk6fId/8r/+Rq978Tt8P68t7//lf5F///Ru+H7NmzZA3vuEKOX/tWaW9baLkI4+uFzvOhg3PltZXy9ix58yaJd//fz+Sz3/p3/xk0d/89g556ctfKzfdfKtUezqbTbB8y9WvkQP229u141u+7H99+3t+sunaC18kt4eTO+fN3Ule95rLt/sUyWrtYh0CCIxOwB7ubp9fS6Orib0RQAABBBBAAAEEtitAAQQQQAABBBBAAAEEEEAAAQQQyL4APUQgQQFmMCWIS9UIpEHgng1BK/aaHkReEUCgMQJf+49viSWbDNfX3zfkQTc+Fz4KdYhSW3u2Drr1wP33lXHjxklvXzApMF7wS1/5mtz953viq+qWtycU/sc3vuOf6hhVuttuu8hPf3a9vOilV8gP/+9nfkLghz/6afnjn/7ii1g7d91lZ5+PXmxC4GUvu0TsSYnrH31cvvXf/xttKkV7EuWvb/2tn1A4ZfIUuWDtWbJ40UK//cF1D8kXvvQ1+cq//oef5OhXVnmxJy/uvvuuUtSi9IQTKOPFvvXf35VqEx5ffMlFsuyQg+S2238nn/zM5+O7+P5d94sbZcuW4P3ZZcliOeO0kyvKsIAAAskLqIp/uqKqy0hz/6H1CCCAAAIIIIAAAggggAACCCCQfQF6iAACCCCAAAIIIIBAKwskNmGRp5u08rCi72kSuPcZe+aQyA7jVOZOaumb+Gl6W2hLCwl0d2+RQr6QaI8nTBjv6997790rnjzoV7qXu+/+i/T35V0u+b93/fFP8rFPfm6bAz34wEOldTvOmV3KW+b0U1fLnrvvZlk/4dAmIPqFAS8/+unPZdPmzX6tTXo856xTfT7+UigMbm0TIzs62qSjvUOOP2b5Nk9CvOmWW+Whh8pPi7R6bZ/jjj3KsnLPX+/zceDL/Q+uk67waZXtHe2y9957DCzCMgIIJCxQdKc7dv1hKeFDUT0CCCCAAAIIpF+AFiKAAAIIIIAAAggggAACCCCAQPYF6CECCDSxQGITFlW1iVloOgLZEfjbM0WJ5krtPSM7/aInCDSLwFNPPi39/clOFrSnAtokHXvy4BuufKW89c2v808rjIzu/OOf5LmN23+KY1Q+ifjEU0/JYE+aXH7kYTJx4gR/2GeeGfw/6fzLG26RJ55LWUamAAAQAElEQVR4ypeziYHLlh7k87W+PPbYE2ITSK38HnvsKp/+xAflwvPPscVS+su990p/ofx+LT/qcLH/1LNNcrzspS+Uu++4eZv0xc9+TGbNnlmqY/bMWaU8GQSyJ5DOHtmVh6r6pyyms4W0CgEEEEAAAQQQQAABBBBAAIFmEqCtCCCAAAIIIIAAAggggEByAolNWCwm12ZqRiCbAgn26p5ngk/knjM1waNQNQIIjJXAL268WTZu2uQPb08EfN4F58p3v/1v8t53/ZOfuPjTn/1CXnLZa/z2tL1Ye3feeaFvlk1otImNfqHKS1dXtzzx5JOlLTNmTJfFi4J9SyuHyNiTG399628knw8mJC5cMM9P7vzR978ll1x8od/zfR/4mLznmg/7vL3sumRnmTBhgp9s+bkv/qvst/To7aazz3+h7UpCAIEGCtiZjk3cttTAw3IoBBBAAAEERibAXggggAACCCCAAAIIIIAAAgggkH0BeogAAgggMKhAYhMWmRY1qDkbEGi4wL0bgkPuNYNPZiDBKwLZEvjRj38un/z0F+Wpp8IPu+ve1ClT5OwzT5H//fa/y1ve+DqxiYFuder+7rfv3qW2teXaZIepU4Zs42OPPlHaPn5Cp+y005zSci2Zj3/q8/K9//0/6e3t9cVVVRYunC9Xve5VYhMXzzn7NL8+emlrbxNXxC/mcomdNvn6eamPALW0poB9TlXVfV61NQHoNQIIIIAAAggggAACCCDQYgJ0FwEEEEAAAQQQQAABBBBAoHkFErvzXrTHnDSvCy3fVoA1TSxw74aCbz0TFj0DLwhkUuBb//1dueD5l4pNXty6tafUx8lTJstFF54jn/zo+/3TFksbUpixCYHjOsfV3DJ7klp/X3/N5a2gPaXxne/9oLz6yjfLn+/5a+lpi6rBxMW3vfn18vrXXm5FK1JHe4csWjC/Yh0LCCCQHgG79rDvBEvpaRUtQQABBJpWgIYjgAACCCCAAAIIIIAAAggggED2BeghAggggAACYyaQ2IRFd99/zDrFgRFAoFIgesKiPXNoz+n2WrmdJQQQyIbA4088IVe/5V1+4uKPf3JdxVMEDz1kqbzmipelrqM2gbCvL/hPNFvjFiyYZ6GmtPG5zfK7O+6sqezAQrf8+nY5/3kvkTdc/Q4/cTGa5NTZ2SnnrT1D1p59xsBdZK+9dh/Wf4J6mwr8Cl4QQCAJATu7UVWesJgELnUigAACCCCAAAIIIIDACATYBQEEEEAAAQQQQAABBBBAAAEEBhNIbMLiYAdMbD0VI4DAoALru4qysTfYvPdMDTK8IoBAZgX+/o/75ao3v9Ondese8f20pxcesmyp7Lfv3n45LS93/+kv8tjjj5eaM3/+vJraaBMM/3bfP0r7jTTz81/c4CcufvErXxObPGn1TJk8RY479ijLyv0PPCg9W4InVs6fP1fOOuMUv36wl5e99GL50rUfG2wz6xFAICEBe7i7fS9YSugQVIsAAmkSoC0IIIAAAggggAACCCCAAAIIIJB9AXqIAAIIIIAAApkVYMJiZt9aOoZApcC9T0f/WejK9SwhgEB6BFRyMmH8eBnqT1uuTXaYOqWiyLWf+rBc/forKtbZwvW/uEk++vHPytMbnrFF6ehok0mTJvr8YC9jsf4Pf/ij9Pf1+0PPnjVDjjziEJ+v9rLT3Dl+9abNm+WGm2/x+VpfDj9smXzzP74kxx+3fJtdPvnpL8h3vvv9UjsmTAjeh7vvvkee2rDBl+9o75ALLzhLzl97ll8e+LLrLkvkjNNWy7qHg0miA7ezjAACyQmoin+6oqrLCH8QQAABBBBAAAEEEEBgewJsRwABBBBAAAEEEEAAAQQQQACB7AuktYeJTVjk6SZpfctpV6sK3BPMV5IDZ3Mjv1XHAP1Or8Czzz7nG9fe3iZLdl7k8/GXt775dXLQgfv7VfakxHGd43w+euno6JCjjjhMFi9aGK0qRXuC4LPPPuuXt27plccee8Ln7cUm/fX35y0r48cFE/Rs4aRVJ8iF559j2Yak//neD+Xv/3jAH6uzs1NWnHhc1YmVBxywr+y8eJHYOYY9mfGH//czv89wXmbNnC6rVhxfdZd77rlPenqDx9E+G74nD657SH59628knw+c7OmLb7jylWLvyY5zgsmTVtk5Z58mn/7EB2XqlKnyi1/ebKtICCDQQIFiUfx3g30/NPCwHAqBwQRYjwACCCCAAAIIIIAAAggggAAC2ReghwgggAACCCCAAAIjFEhswqIqk6JG+J6wGwKJCNz2mLuT72qeOUFl12kuw18EmlIgm42+92/3SW84UW7ZwQeVJsOtPOE4+bevfEaOPuoI+etf7yt13spc/PwL5JUvf0lp3S67LJbLX/HibSb62VP/Ojs6pVAoyB133iU2AS/aafPmLikUg6ev7rrbYnnBRWvFjnnpSy6WKVMmRcW2G9va20plbEJlaSGWsadC2tMhbdXUHaZaKCVr07e+/T3ZtHmTX7f3nrt7A78Qe7nwvLNkxzmz5Yknn5Svff2/YlvK2fjx4+2KStj2E0842vc1WhfFaa5dbW1tvh233va7aLV8/T+/Lffdd39p2Z5S+bwLzpWf/PC/5babfyq/u/U6ec873uzaNku+890fyE233FoqSwYBBBojYFcequqfstiYI3IUBBBAAAEEEEAAgWQFqB0BBBBAAAEEEEAAAQQQQAABBLIvQA9bVSCxCYvB1KhWZaXfCKRP4K8bivLM1qBdh+2U2Ec/OACvCCAwLIGf/uyXcv/96/w+0WS4637yP/Lxj75PZs2YKf/8wY9J95Ytfru9LFgwV9aec5p0dXfbok820e7U1avk37/8WbngvLP9xMVDD1kq73jbVTJ//ly5484/ylf+9T992ejllltvlyeeeMov2pMD33z1lfKxf7lGNj77nPznN7/j12/vZfmRh8khy5aWiu299+5yycUXlpYtY+2wMjZZ0JYXzZ8nL3nR8y1bSv/17e/JZ679sjy3caP4vqw5yf/nm21ipqWv/eu1csrqk+Shhx+Rd73nQ1UnBdpx7fhRpUccvkzWrF4ZLZai9fX1r32l9z1m+RF+vT1R8pJLLpRcTuUHP/ypfPu73/fr7cUmVL7xn94td9/9Z/8EN1tnyZ6Iae/XuHHjxJ5U+aOfXCef/MznbRMJAQQaLGDXHvZ0RUsNPnRzHo5WI4AAAggggAACCCCAAAIIIIBA9gXoIQIIIIAAAggggAACKRVIbNaSprTDNAuBVha4NXzK4uFz+YQmNQ6oF4GRCNiEuHf/84fl1lt/U3rSYnf3FvnZdTfIa17/ltLkvK1be3z+0ldcKWeee7H829e+GRyuWJT1jz4m9uTBRYsWyNve8nr/5L8vfe7jsnjBAvmPb/y3vPLVV8vf/1F+SqDteNddf5LPf+lf/X42ycfq//FPrpO3vvP90tXVbUWGTFb/5z/7UZk/b6dSOZsMePXrr/DHP+PU1fK/3/mafPWLn5Ldd9ulVGbylMny+tdeLtf/9Lty+GHLSuvtSYaXu3b+9Ge/kM1dXbLv3nvKm656tbzuta+Q2bNmyVf/7T/lgudf6g1KO7mM1WF12XHt+G6V/7vjnDny4fe/y7fBr3AvPT198sCD66TL+R5z1BFy7ac/InffcbO80R1n43Ob5ZoPfFTe94GPuZKVf83upc79S1/5ujyy/jHJ5/O+QG9fn/ztb/+Q97j3763veJ9fxwsCCDReQN2pjaryhMXG03NEBBBAAAEEWlaAjiOAAAIIIIAAAggggAACCCCAQPYF6CECCCQjkNiExWIxmQZTKwIIjFzgtvXBf/p1n5kq08ePvB72RACB+gvY5MFLL3+dHHz4ibLf0qPlsOWr5HVXvbU0ydAmKR5y5Aq5/Iqr5De/vaOiAbbfSaeslRUnnyOHHrVS9j/4GF/HgYccJ8efdKZ88COfGnQC4ne/90M58aSz/T5W/9VveZc8/sQTFfUPtmBtsrZWS4cffZJ8/4c/9hMrq223dXbc227/XUX15vD6N75dlh93im+TlTv4sBNk9WnnySc+/fmq/bA6rC4rWy3Z5E47iJVbc/r5ctpZF8kxJ5wqy45Y4Z1sHzvG2ee/UP7nuz+wolVTV1e3b8PJp64Vs611v6qVsRIBBIYSGPY2u/awideWhr0zOyCAAAIIIIAAAggggAACCCCAwFgIcEwEEEAAAQQQQAABBBBoUYHEJiyqtqgo3UYgxQJ3PFmeSbx0TmIf/xQL0DQExlbgySefHtsGcHQEEEAgowJ26aGqPGExo+8v3UIAAQQQGIkA+yCAAAIIIIAAAggggAACCCCAQPYF6CECCCDQnALMWGrO941WIzAigS19Ir99LJi0eNhcHVEd7IQAAsMTmDxlkuRyObGnfj30yPrh7UxpBBBIpwCtSp2And3Y96yl1DWOBiGAAAIIIIAAAggggAACCDSnAK1GAAEEEEAAAQQQQAABBBBIRIAJi4mwUulIBdgveYHbwgmLR+wkktPkj8cREGh1gRkzpkt7R5ts2rxZfvu7O1qdg/4jgAACiQioO6dRVZ6wmIgulSKAAALJCFArAggggAACCCCAAAIIIIAAAghkX4AeIoAAAgggUE0gsQmLPN2kGjfrEBh7gTufsGcQiUzsUDlojo59g2gBAhkUeMklF8muuyzxPdtx9mxpy7XJ3X/6i/zw/37m1/GCQMICVI9AywkU3emNXX9YarnO02EEEEAAAQQQQAABBBBoVQH6jQACCCCAAAIIIIAAAggggEBTCiQ2YVE1ixOhmvI9ptEIVAg8sLEolmzlwXMS+wqw6kkItKzA7rvtIl+49l/k2k9/RFatPF7+/Od75IMf/lTLetBxBBBAIGkBu/JQVZ6wmDQ09SPQUgJ0FgEEEEAAAQQQQAABBBBAAAEEsi9ADxFAAAEEEEBgLAQSm61UHIvecEwEEKhJ4Dfhfxb60J1qKk4hBBAYgcCsmTNl7z12l+/+7w/kpa+4Uv7+j/tHUEtGd6FbCCCAQJ0F7NrDnq5oqc5VUx0CCCCAAAIIIIAAAgiMVID9EEAAAQQQQAABBBBAAAEEEEAg+wIj6GFiExZ1BI1hFwQQaIzAnU/abX2RJTuo7DqtMcfkKAi0ksBb3n6NHHjIcXL8SWfKBz/yKenq6m6l7tNXBBBAoOEC6i4+VJUnLDZcngOOpQDHRgABBBBAAAEEEEAAAQQQQACB7AvQQwQQQAABBBBAIIsCiU1YLAbzobJoRp8QaHqBu54oSldv0I2l/GehAwheESgLkEMAAQQQaDIBu/awpytaarKm01wEEEAAAQQQQACBsRPgyAgggAACCCCAAAIIIIAAAgggkH0BephCgcQmLKqmsLc0CQEEvMDWvMhvHy/4/NI5PvCCAAIIIIAAAgg0rYBdeqgqT1hM1TtIYxBAAAEEEEAAAQQQQAABBBBAIPsC9BABBBBAAAEEEEAAgeELJDZhv5jX2wAAEABJREFUcfhNYQ8EEGikwJ1PBUdbtqPKrAkaLPDaHAK0EgEEEEAAAQQqBOzh7vZ0RUsVG1hAAAEEEEAAAQSaWYC2I4AAAggggAACCCCAAAIIIIBA9gXoIQItKMCExRZ80+kyAiZw5xN2a18kpyoH8ZRFIyEhgAACCCCAQJMKuNMZ/3RFVa25BxREAAEEEEAAAQQQQAABBBBAAIHsC9BDBBBAAAEEEEAAAQQQSJ9AYhMWebpJ+t5sWoRAXOChTUX5y4Zg0uLhc+t6cz9+GPIIIIAAAggggEDiAkV3SmPXH5YSPxgHQAABBBBAAIFIgIgAAggggAACCCCAAAIIIIAAAtkXoIcIIIBA3QUSm7CoygSour9bVIhAnQVueaTgazx2QU4WTeEz6zF4QQABBBBAIBUCNGI4AnYWo6r+KYvD2Y+yCCCAAAIIIIAAAggggAACCIytAEdHAAEEEEAAAQQQQAABBFpPILEJi8XWs6THzSJAO0sCNz8i0lcQURE5doG9ugx/EUBg1AJ5V0N/UYU0tMGu03LyqqVtPk0bn8uUlxsC/EUAgQYK2LWHPV3RUgMPy6EQQAABBNIuQPsQQAABBBBAAAEEEEAAAQQQQCD7AvQQAQQQQKDpBBKbsMjUp6YbCzS4BQXWby7KzaWnLPKpbcEhQJcTEsgXRUjbN7jv2aLc+qhIwb0Pj3cXM2XmupT5v3QQgTQJqDuNUVVR1TQ1i7YggAACCCCAAAIIIIAAAk0vQAcQQAABBBBAAAEEEEAAAQQQqLdAYhMWi8V6N7Vl6qOjCDRU4KaHgw/rzjuoHD2fm/wNxedgCLS4QG9B5FfrC/Lx37lMi1vQfQQQGJ2AXXvY0xUtja4m9kYAAQQaKsDBEEAAAQQQQAABBBBAAAEEEEAg+wL0EAEEEEAAAQQGCCQ2YZGHmwyQZhGBlArc/EhRHtwYNO6YBYl9JQQH4BUBBBBomAAHQgCBVhKwf3KhqjxhsZXedPqKAAIIIIAAAggggIAX4AUBBBBAAAEEEEAAAQQQQAABBJpNYPizk5qth7QXAQS2K3DTw8HTzY6dr7Jgim63PAUQQAABBBBAAIE0Cdjzou3pipbS1C7agkDTC9ABBBBAAAEEEEAAAQQQQAABBBDIvgA9RAABBBBAAAEEGizAhMUGg3M4BNIocNMjdptfpM19IxwzX9PYRNqEQOYEWr1DsybwXdPqY4D+I1BPAXVfKarKExbriUpdCCCAAAIIIIAAAnURoBIEEEAAAQQQQAABBBBAAAEEEMi+AD0cnkBueMVrL83TTWq3oiQCYy1w/3NF+dX6YNLisQsS+1oY625yfAQQSInA+HaR/zy1Tb50cpss21FT0iqagQACzSxQdKcxdv1hqZn7QduHLcAOCCCAAAIIIIAAAggggAACCCCQfQF6iAACCCCAAAIIIJAxgcRmJqkyASFjY4XuZFzgxofdnX7Xx12niRw5L7GvBncE/jaHAK1EIDmBg+cE5wiLpqj05JM7DjUjgEDrCNi3iqryhMXWecvpKQIIIIAAAgjUTYCKEEAAAQQQQAABBBBAAAEEEEAg+wL0EIF0CSQ2KymY+pSuztIaBBAYXODmhwvyaFfwyT12weDl2IIAAgiMVmD5/OD0Y2OvyJ+eCr53Rlsn+yOAQGsL2DeJPV3RUqokaAwCCCCAAAIIIIAAAggggAACCGRfgB4igAACCCCAAAIIIIDAsASCGQPD2qW2wlpbMUohgEBKBHoLIjc/Yrf7RY5ZkJN5k9L9KU4JG81AAIFhCuRU5ej5wffLrx8pSPCtM8xKKI4AAggMEHBfLf7piqrB98uAzSwigAACCCCAQBML0HQEEEAAAQQQQAABBBBAAAEEEMi+AD1EAIHWEkhswmKRGQitNZLobSYEbnq44PvR6b4ZjlnADX+PwQsCCNRVoDNXlG/eU5C/bijKDeEk6boegMoQQGA4Apkpa9ce9nRFS5npFB1BAAEEEEAAAQQQQAABBBBAoD4C1IIAAggggAACCCCAAAIIpEogl1RreLhJUrLU2xwCzdnKezaI/O7xYLYxExab8z2k1QikXWBrXuQb9xTkiuvz8tvHgu+btLeZ9iGAQPoF7J9ZqKp/ymL6W0sLEUAAAQSyJUBvEEAAAQQQQAABBBBAAAEEEEAg+wL0EAEEEECgngKJTVisZyOpCwEEGidw08PBBKI9pqscPlcbd2COhAACCCCAwEABlhGoUcDOXuzpipZq3IViCCCAAAIIIIAAAggggAACaRGgHQgggAACCCCAAAIIIIAAAi0lwITFlnq7y50lh8BgAjc9UpBntgZbj53PV0QgwSsCCCCAAAIIpFlAVfzTFVVdRviDAAIIIBAXII8AAggggAACCCCAAAIIIIAAAtkXoIcIIIAAAgg0k0Bis5F4ukkzDQPaikBZYFOvyE2P2HOKRI5fpLJwKjf+yzrkEEAAgQoBFhBAICUCRXfqYtcfllLSJJqBAAIIIIAAAggggAAC2RGgJwgggAACCCCAAAIIIIAAAgggUEeBxCYsqo5mklMde0hVCCAwbIFfrCv4fTrcN8TKRXyWPQYvCCAwaoFPn9gmVx/aJrtP53tl1JhUgAACFQL2raKq/imLFRtYQACBJhCgiQgggAACCCCAAAIIIIAAAgggkH0BeogAAggggAACCJQFcuVsfXPF+lZHbQgg0ECBPz1dlF+tDz7FJy7KyaQObeDRORQCCNRNIEUV7TZdZY8ZKqsWqyyawndKit4amoJAJgTsrMWermgpEx2iEwgggAACCCCAAAIIDEeAsggggAACCCCAAAIIIIAAAgggkH2BDPUwsQmLTEXI0CihKy0pcN2DwVMWd5wosnIxn+iWHAR0GoE6Chy/IPge6XdfLb9a717qWDdVIYAAAuq+YlSVJywyFBIRoFIEEEAAAQQQQAABBBBAAAEEEMi+AD1EAAEEEEAAAQQQaJxAYhMWi/aYk8b1gyMhgECdBW56pCh/2RB8kFfwn4Wusy7VhQKEFhI4YVFwynH7Y0XZ0t9CHaerCCDQEAG79rCnK1pqyAE5CAIIIIAAAggggMBwBCiLAAIIIIAAAggggAACCCCAAALZF6CHCNQsEMweqLl47QVVay9LSQQQSKfA9euCCYt7zVA5Jnw6WjpbSqsQQCDNApM7RR7eFHyf3PAQT1dM83tF2xBoVgG79FDVFn3CYrO+a7QbAQQQQAABBBBAAAEEEEAAAQRqF6AkAggggAACCCCAAALZEUhswmJ2iOgJAq0r8PMHi/J4d9D/FeHT0YKlFnmlmwggUBeBzb0ib7oxL+d8v19+tb4uVVIJAgggUCFgU6Lt6YqWKjawgAACCCCAAAII1CJAGQQQQAABBBBAAAEEEEAAAQQQyL4APUQAgdQIMGExNW8FDUEgfQJdfUW5bl3wNLSj5qnsO1PT10hahAACTSNgExd78jatqGmaTEMRQKAOAo2oQt0piqryhMVGYHMMBBBAAAEEEEAAAQQQQAABBKoIsAoBBBBAAAEEEEAAAQQQqFUgsQmLPN2k1reAcgiMWKAhO163rih9wZxFWbFYG3JMDoIAAggggAACCAxHoFgUsesPS8PZj7IIIIAAAgg0iQDNRAABBBBAAAEEEEAAAQQQQACB7AvQQwQQQKBlBBKbsKjKxKaWGUV0NNMCD20synUPBjMWVyzKydxJfLYz/YbTOQQQQKDlBOhwFgTs7ERVecJiFt5M+oAAAggggAACCCCAAAIIJCJApQgggAACCCCAAAIIIIAAAmkRSGzCYjEtPaQdYyfAkTMj8PN1wSd6QrvIikWamX7REQQQSF7g86va5HXL2mTnqXx3JK/NERBoXQE7U7GnK1pqXQV6jgACCIyhAIdGAAEEEEAAAQQQQAABBBBAAIHsC9BDBBBAAAEE6iSQ2IRFpiXU6R2iGgRSIHDXk0W5/VGbCiCyYnFOxreloFE0AQEEUi+w9wyVJTuorFmismBK6pub2gbSMAQQ2L6AuosPVeUJi9unogQCCCCAAAIIIIAAAgikVIBmIYAAAggggAACCCCAAAIIINAqAolNWCwGc5vS7EjbEEBgGALXrSv40vMni5y4KLGvDn8MXhBAIBsCxyxQ35GefFF+85jP8oIAAggkImDXHvZ0RUuJHIBKEUCg2QVoPwIIIIAAAggggAACCCCAAAIIZF+AHiKAAAIIIIBAkwgkNutIgzkKTcJAMxFAYHsCv3ioKPc9E8xEXrGYD/j2vNiOQOsIDN7TYxYEpxm3PSpikxYHL8kWBBBAYHQCdmaiqjxhcXSM7I0AAggggAACCCCAwBACbEIAAQQQQAABBBBAAAEEEEAAgewLNKaHwUyCxhyLoyCAQJMLXLcumLC4/yyVI+Zqk/eG5iOAQJICcyaI7DgxOMLNDwdPaA2WeEUAAQTqL2BnKPZ0RUv1r50aEWiAAIdAAAEEEEAAAQQQQAABBBBAAIHsC9BDBBBAAAEEEEAAAS/AhEXPwAsCCNQi8PN1RdmwNSi5YhETFgMJXtMuQPvGRuCJLSJnfLdf3vPrvNz2mE0lGpt2cFQEEGgNAXWnJarKExZb4+2mlwgggAACCCCAQFUBViKAAAIIIIAAAggggAACCCCAQPYF6GE2BBKbsMjTTbIxQOgFAnGB53qKct2DwZPSjluYkz1maHwzeQQQQKBCYGte5OZHirKlv2I1CwgggEDdBYpFEbv+sFT3yqnQBEgIIIAAAggggAACCCCAAAIIIJB9AXqIAAIIIIAAAggggEBDBBKbsKjKRKaGvIMcBIEGC9hTFqNDrljI5zyyGHlkTwQQQAABBBAYrYCdkagqT1gcLST7I4AAAggggECCAlSNAAIIIIAAAggggAACCCCAAALZF6CHCCBQi0BiExaLtRydMggg0HQC9z9XlOvWBU9ZXLk4J7MnNF0XaDACCCCAAAIIZEyg6PpjT1e05LL8RQABBBBAAAEEEEAAAQQQQACBLArQJwQQQAABBBBAAAEEEMiEQGITFjUTPHQCAQSqCfz8wWBK8pROkRMXJ/Y1Uu3QrEMAgSYQeO3BOTlmgUpnrgkaSxMRQCATAuouPlSVJyxm4t2kEwgggAACYyXAcRFAAAEEEEAAAQQQQAABBBBAIPsC9BABBBBIg0BiUwmKwXymNPSRNiCAQJ0Ffvd4Ue54IviQr1yUk/bEvkmEPwgg0GQC+85UOXWXnLz9iDY5Yp42WetpLgKJCVBxwgJ27WFPV7SU8KGoHgEEEEAAAQQQQAABBBBAAIHBBFiPAAIIIIAAAggggAACCCBQg0Bi04yUOQo18FNk9ALUMFYCP3+w4A+9eKrICYv4wHsMXhBAQI5dEHwf9OSLctujgCCAAAKNEbBvHlXlCYuN4eYoCCCAwBgJcFgEEEAAAQQQQAABBBBAAAEEEMi+AD1EAAEEEGgFgcQmLLYCHn1EoJUFfvZgUR7cGAjYUxaDHK8IINDKAuo6f9nCzoAAABAASURBVPzC4NTiV+tFbNKiW8XfZhCgjQg0uYA999mermipybtC8xFAAAEEEEAAAQQQQACB5ASoGQEEEEAAAQQQQAABBBBAAIEUCASzClLQkKw2gX4hkGWBn68LnrK4dI7KITvZVKUs95a+IYDA9gQWThGZPj4o9Yvw+yFY4hUBBBBIVkDdaYiq8oTFZJmpHQEEtiPAZgQQQAABBBBAAAEEEEAAAQQQyL4APUQAAQQQQACB0QskNmGRp5uM/s2hBgTSLmD/WehNvUErV/CfhQ4geEWghQXWbRI583v98oHbC3Lro/a8s7phUBECCCAwpEDRfeXY9YelIQuyEQEEEEAAAQQQQAABBNIsQNsQQAABBBBAAAEEEEAAAQQQQCD7ApLYhEVVbQE+uohAaws8vUUkesriikU52WUan/vWHhH0HgGRLf0i1/N0RYYCAgg0WMDOQFSVJyw22J3DNZsA7UUAAQQQQAABBBBAAAEEEEAAgewL0EMEEEAAAQQQQCD9AolNWCymv++0EAEE6iBw3YPlT/tKnrJYB1GqaEoBGo0AAgggMKYCdjZiT1e0NKYN4eAIIIAAAggggAAC2RagdwgggAACCCCAAAIIIIAAAgggkH0Bepi4QGITFjXxpnMABBBIg8BfnynKDQ8VfFNOXJST6eN9lhcEEEAAAQQQQKBhAuouPlSVJyw2TDyZA1ErAggggAACCCCAAAIIIIAAAghkX4AeIoAAAggggAACCCCQ2ITFoj3mBF8EEGgJgevWBR/4GeNFVixM7GulJSwT6iTVIpC4wKrFKpM7Ez8MB0AAAQSqCti1hz1d0VLVAqxEAAEEEEAAAQRaQ4BeIoAAAggggAACCCCAAAIIIIBA9gXoIQJNL5DYzCLVprehAwggUKPArY8W5a4ng0mLKxYn9rVSY2sohgACjRbYc7rK1Ye2yf+c0S4HzOYEoNH+HA8BBETsm0dVRVUluT/UjAACCCCAAAIIIIAAAggggAAC2ReghwgggAACCCCAAAIIIJC0ADOLkhamfgRaROD6dcF/FnrXaSInLBzmZIEWMaKbCGRV4PhFwelET74o927Iai/pFwIIpFnA/tmEPV3RUprbSdsQQAABBBBoeQEAEEAAAQQQQAABBBBAAAEEEEAg+wL0EAEEENiOQDDDYDuF2IwAAghsT+CnDxTl4U1BqZWLmbAYSPCKQPYF7NN+YjhJ+bZHRWzSYvZ7TQ8RSKdAK7fKHqyoqjxhsZUHAX1HAAEEEEAAAQQQQAABBFpEgG4igAACCCCAAAIIIIAAAs0ukNiERZ5u0uxDg/bHBMjWINBfFLkufMrioTvl5MDZWsNeFEEAgWYX2N991qePD3pxw8PBk1aDJV4RQACBxgkU3XmIXX9YatxRORICCCCAQAYF6BICCCCAAAIIIIAAAggggAACCGRfgB4igAACCIyxQGITFlWZrDTG7y2HR6DhAj9/sCBb+oPDrlzEd0AgwSsC2Ra468mivP2WvPzo/qLctr6Y7c7Su1EKsDsCyQnYWYeq8oTF5IipGQEEEEAAAQQQQAABBBCoUYBiCCCAAAIIIIAAAggggAACCAwtkNiERaYsDA1f161UhkBKBB7vFrFJi9acFTvnZNFUy5EQQCDrArc9WpSP/S4vvTxgMetvNf1DILUCdu1hT1e0lNpG0jAEEECgHgLUgQACCCCAAAIIIIAAAggggAAC2ReghwgggAACCGRcILEJi5pxOLqHAALVBa5bZ1MGRNrdl8CKRbnqhViLAAIIpFCAJiGAQPMKqDvvUFWesNi8byEtRwABBBBAAAEEEECgYQIcCAEEEEAAAQQQQAABBBBAAAEExlYgsdlExWDOkvWOhAACLSTw56eLcsv64AvAJixO7WyhztNVBBBAAAEEEBgTAbv2sKcrWhqTBnBQBBCIBIgIIIAAAggggAACCCCAAAIIIJB9AXqIAAIIIIAAAgiMSiCxCYuqo2oXOyOAQBMLXPdg8N+FnTNR5ASestjE7yRNT5dA+lqzarHKxI70tYsWIYBA6wnYpYeq8oTF1nvr6TECCCCAAAIIIJBBAbqEAAIIIIAAAggggAACCCCAAALZF2jtHiY2YbG1Wek9Aq0tcPMjRfnLhvJTFltbg96PVEA1mHiiGsSR1sN+yQgsnaNy9aFt8r0z22W36ZrMQagVAQQQqFHAzjrs6YqWatyFYq0qQL8RQAABBBBAAAEEEEAAAQQQQCD7AvQQAQQQQAABBBBAINUCTFhM9dtD4xBoXoHoKYt7zRA5ZgGTmZr3nay95aMpqar+qViq5TiwPtXyNtUgP7AMy40TOHGh+oNt7hX5x7M+ywsCCCAwZgLu/xZK/z8yZo3gwAgggAACCCCAQIsI0E0EEEAAAQQQQAABBBBAAAEEEMi+AD1EIEmBxCYs8nSTJN826kYg/QI/e7Aoj3cH7VyxKJjYFCzxikClgCrjo1Ik/Us5954duzA4hbjxkYIUivZss/S3mxYigEB2BexryK4/LDV5L2k+AggggAACCCCAAAIIIIAAAghkX4AeIoAAAggggAACCCDQ0gLBbIMECFSZgJIAK1Ui0DQCW/pFrltX8O09al5O9p/ls2P4wqHTJqCq/mlY8XapButUh47RPqrlctE6YvICh+4kMqE9OM4v1jFZMZDgFQEExlJA3cFVdZv/X3Gr+YsAAggggAACLSdAhxFAAAEEEEAAAQQQQAABBBBAIPsC9BABBJpZILEJi0xfaOZhQdsRqI/Azx4oSF8wZ1FOWJTY1019GkstDRVQ1dLxVNVPMFG1KC5fTrmciiW3qWK9qpUNkoR/VDXMEZIWuO3RorzrVwX54T8KcueT/D9+0t7Uj0CqBFLaGPsmsqcrWkppE2kWAggggAACCCCAAAIIIIAAAs0jQEsRQAABBBBAAAEEEEAAgQQFEptBxLSRBN81qs6kQBY79chme8qiTSEQWbEoJwumZLGX9Gm4Aqrl/4dQVVG1JMHERFHJaW7IpFYm515V/B/VMOOWVMt5t8jfBAV+tb4gn/h9OCM5weNQNQIIIFCLgH39q6qoai3FKYMAAggggMCYCnBwBBBAAAEEEEAAAQQQQAABBBDIvgA9RAABBBAYXCCxCYvFYI7S4EdmCwIItITAzx8MJjTZfz72+IWJfeW0hGWzd1JVKyaSqNqyuHUuifpJim1tbWJPVNxjXoe0teW2SbatzZVxe7o93D7hxEVVleiPqoqqRotEBBBoLQF626ICdu1hT1e01KIEdBsBBBBAAAEEEEAAAQQQaCUB+ooAAggggAACCCCAAAIIINDEArmk2s5ckaRkx6pejovAyATuerIotz8azGC2pyxO7BhZPezV3AKq5QmEquonFLrgJynaExVtEqJNRsy15WTPuR3ysfMnyF7zOsXW+9TeJm0+tYvm1K23yYxt4moKkoqoqk8S/lHVMEdAAAEEEMi6gH3jq2rF/w9kvc/0DwEEEEhOgJoRQAABBBBAAAEEEEAAAQQQQCD7AvQQAQQQQACBsRPIjd2hOTICCLSKQPSUxfmTRU5YwNdOq7zvUT9VNcr6iSS26Ccnak5yOUsqNlHRJiTuPa9DPnL+eNllTk4+fN44P2mxo6NdOjs6pKO9Xdrb2nyysrm2nJ+4mLM6NOfqFpfUJwn/qGqYI9RLYPr4etXUovXQbQQQSETA/mmEPV3RUiIHoFIEEEAAAQQQQAABBBBAYDgClEUAAQQQQAABBBBAAAEEEEAAgUEFcoNuabINNBcBBNIr8MuHi3LfMzaVQOTExXztpPedqn/LVMsTBlVV3F+XXBSVXM5Fl2zioU1E3Gtuh3xo7TjZZXYwRpbMUvngue2y9/wOP2HRJi12drSLTWBsb2v3ExdzbW1VJi2KqKpEf1TL+WgdcWQCB8xW+dZp7fLR49tkx4kjq4O9EEAAgSQE7KteVSu+/5M4DnUigEA6BGgFAggggAACCCCAAAIIIIAAAghkX4AeIoAAAggggEB2BXJJdY2nmyQlS70INKfAdeuCCYv7zxI5al5iXz3NiZPRVqtqqWeqKu6vS+r/M9BtbTnJtbX5yYYd7R2y97x2+dC5HbLzTPF/vnPTJh8XzxB53xk52ccmLXZ2yLhxnTKus1M62tuk3ZKrI+fqUpv46JKK+587kPsrqurrsBfVct6WSYMKDLnhhIWB467TVJ7eOmRRNiKAAAINFSi60wy7/rDU0ANzMAQQQAABBBBAAAEEmlOAViOAAAIIIIAAAggggAACCCCAQPYFUtvDXFItUw0mNSRVP/UigEBzCfzkwYJsCCc4nbCoudpOa4cvoFr+/wBVFfdX3KufrBg8WTEnbbmcdLS3yz7z2+WD53bI4pkq9ufbN26WW/+yVSza8sLpRXnXqQXZd0Gn2ITFzs4O6RzX6Z+6aE9btDrsCY25tjbJRZMW7WiuOlX3YpW4pFrOu0X+DlMg5/yOW5Dze930cEH6Cz7LCwIIIJAKAfuGV1VR1VS0h0a0ugD9RwABBBBAAAEEEEAAAQQQQACB7AvQQwQQQAABBBBAAIGRCgQzD0a69xD7FYfYxiYEEGg9gc29Itc9GMxwsklPe89gQkFWR4Fq+b1VVXF/xb1KLpdzSSXX1ub/c8422XDfBR3yz2e3ycLp4v98+4ZNcts9W3zeoi3bwvwdCvK2k3pk3/kdMnHCeBlvExZt4mJHu5/0aHXFJy3asdSOqiKq7kWCP6rlfLCG11oFls4RmdwZlP7lw/y/fCDBKwIIpEXAvpXs6YqW0tIm2oEAAggggAACCCAwCgF2RQABBBBAAAEEEEAAAQQQQACB7AvQw5YVSGzCIlNCWnZM0XEEBhX4yQMFsQkFViD6T8tanpQdAdXyt7+qivsr7lVsAmEup5JrawuerNjRLvvOa5f3ndkmC6eJ//NfN26S2+4NH8Pp14hftvW2OHdqQd504hbZZ15bOGlxnHR2drrU4Scttre3+YmQubY28cfK5fyxfRvsxSpxSVXdK3+HK/Bk9/9n70/gJLnqM9/7eU5EZFYLBGJHQhKLBGhBQgvaEZIQYMDawDY2XrDBCzvG9uyLZ8Ysvvcz73uvhD3ex/Z4xtt4JBljMJIwm40NGDCbbHYkJJCEuruq973znn9EZWVVdXWru6uyKjPyF53nRGRW5olzvpkZUfXJp0/29Jff2K97t/T0qfv77+QjbYX7I4AAAsMRiEO7bdkezg5oFQEEEEAAAQQQQACBiRFgoAgggAACCCCAAAIIIIAAAggg0H6BtR1hGtbue2QZhkVLuwiMrcC3tkgfvLs5OFz9lKQnPoxQwdg+mUt03B48n7aVL8q1lgorPutJpd7xskInHte8Hv70I1v0D19aGFbs7yJuj5/H9Sceu1f/4sptOvOEQuvWdbVuKkKLlapOLmUpQouhNJwS7993fWa/XnPbvuHsgFYRQACBZQjE3x4xu2KUZTTDQxEYvgB7QAABBBBAAAGRCJfEAAAQAElEQVQEEEAAAQQQQACB9gswQgQQQAABBBBAAIFDCgwtsBhBlUPumR8igMBECtw++7XQx1bSlSd5Ig3aOGh78FzaVr4o1wvCivGVzfHVzWedWOrtNyQ96ZGzYcUPb9anFs2suNgofv6n+X5x++MftkdvvXyTznxSoamprqa6XXU7leaHFouUlIpCKWZ1TKnuS92nqKKRXGznmgsCCCCAQBsE4ohuW7bbMBzGgAACCCCAAAIIIHAIAX6EAAIIIIAAAggggAACCCCAAALtF2CE7RZI7R4eo0MAgVET+Mfv9vSZXKJfLzg5qVs4NiljLGAPnkPbyhflWvNnVoywYsx+ePaJld5+nXXCI5qw4p98eIs+9ZVdhzX6uF/cP+78uGP26mcvndaZJ6TZ0GKnCS1WlaqyVAQji0RoMawoCCCAwCQIxFklZleMMgnjHeIYaRoBBBBAAAEEEEAAAQQQQAABBNovwAgRQAABBBBAAAEEEFhTAQKLa8rPzhGYTIEPzM6yePIjJmmWxXY+17bnBmZb+aJcLxlWPOfkSm+/3jr+kc1D/uRDW/Tpr+xsrhxmHfePx8XdH3vMXr3l0mk960lJU1NTmup28rqjalFo0RFcZKbFIDvqEjOiHvWDeSACCCCwCgL1+SdXtldhb+wCAQQQQAABBBA4lAA/QwABBBBAAAEEEEAAAQQQQACB9gswQgQQWI5AWs6DD/VYZjc5lA4/Q2CyBT5wd093bY65kKSrTyZYMK6vBnvw3NlWvijXdVixKJKKslDMrFhVpc59cqW3XWc9cXZmxT/+4BZ9+qtHFlbsO8Xj4vFx/THr9ujNl2zUs06wIrTY7VR5vTC0GH1IRZH75VxS3ce6r1GpWWw3G9QHCFx8vHXz9aX+6xWFHtnF6QAgbkAAgdUVOMjeevnXivj7I8pB7sLNCCCAAAIIIIAAAggggAACCCAwLgL0EwEEEEAAAQQQQAABBFotkIY1OptQw7BsaReBYQisdpsfmJ1l8ZzHWxcez/Fitf2Xuz978JzZVr4o13UgMKW8lUuRCtVhxZNLve1a6wnH9urd/tGHNuszX9tZbx9tFY+PduLxj55qQotnnWCtW9fMtNjtVnnfuZRlXpd1cDIVRe6fc0l1X+s+R6Vmsd1sUC8QeN6Jqb7+tOOszbua57C+gQoBBBAYIYE4gtuW7RHqFV1BAAEEEEBgNAXoFQIIIIAAAggggAACCCCAAAIItF+AESKAAAKjLNCkEIbQQyINQ0ClSQRaJHD7XdLm3c2Ann8S4YJGYjxqe/B82Va+KNd1EDAlKxVJZVHWQcFzI6x4nfX42bDiH35ws/7xq7u0Eku0E+1FW4+a2qM3XbJBEVqcmurWXw89P7RYloWKlHLfCqXoY0p1n+u+RxWN5GI711z6Ail7XPakxuQj9+wX5/a+DGsEDirAD9ZIII5PMbtilDXqArtFAAEEEEAAAQQQQAABBBCYHAFGigACCCCAAAIIIIAAAgggsAyBtIzHHvKhTbzhkHfhhwgcgQB3bZvAzK6ePvCt/fWwnn9y0tMfxVGjxhjxyh48T7aVL8q1UkoqiqT5YcXznlzqbddZj3t4xEikP/zrLfrs11YmrNhnivai3bj+qKm9etPFG3XWCdJSocWqKlWk6GOhlJxLqvtejyEqNYvtZoNa5z1BWlc2EH/77eZ5bK5RI4AAAqMlEIdu27I9Wh2jNwgggAACRyHAQxBAAAEEEEAAAQQQQAABBBBAoP0CjBABBBBAYJIF0rAG3yPXMCxa2kWgNQK33zU4UFzFLIsj/7zagxCIbeWLcl0H/xaHFc+PsOK1mgsr/q8PbNZnv75zKGOMdqP9aPy4mGnxoo06+xChxbIolIpcCC0G2SFLt5C+s7WnrbulzzwweL8e8kH8cLQF6B0CLRWIvz1idsUoLR0iw0IAAQQQQAABBBBAAAEEDl+AeyKAAAIIIIAAAggggAACCCAwwgJpWH2LIMuw2h7FdukTAggcucA3Znr68L1NCOrqk5Mee4yPvBEesSoC9uC5sa18Ua6VUlI/rFikQjGL4XOeXOht10mPfXjTtQgTfu4bu5orQ6qj/dhPNH/cuphpcYOe/SQtOdNiWRYitBhSD10+9u2efuL9+/S6O/Y+9J25BwIIILCGAs77ti3beYsLAgggMFwBWkcAAQQQQAABBBBAAAEEEEAAgfYLMEIEEEAAAQQQGJ7A0AKLw+syLSOAQJsE7pidZfFRU9KVJxIyGMXn1h48L7aVL8r1kmHFC55S6m3XW495WDOS//mBzYowYXNtuHXsJ/YXe3nk1D696eINOie/ppb6emhCi6F0+OW7Ow7/vsu8Jw9HAAEEjkog/vtDzK4Y5aga4EEIIIAAAggggAACCCCwmgLsCwEEEEAAAQQQQAABBBBAAAEE2i9w0BESWDwoDT9AAIHVEPiH+/fr8w9GzECKWRYLjkqrwX7Y+7A9d1/byhflesmw4oURVrzOevQxzUP+4I5N+vyQZ1Zs9jSoY3//I+83bnlEd5/edNEGnXtAaLFUVZYitBhKFAQQQKAdAvX5KVe22zEgRoHAsgR4MAIIIIAAAggggAACCCCAAAIItF+AESKAAAIIIIAAAuMrMLRoELObjO+Lgp4jsNoCH/hWE1g85ThmWVxt+0Ptzx6EPmwrX5TrpcOKT21mVnzUMc1z+T/u2KwvfHP3oZof2s++mPcb+48dHNvdqzdetF7nneT666HXTXXrdadTHV1oMRqlIIAAAgiMnEAvn37i748oI9c5OoQAAggggAACCCAwfgL0GAEEEEAAAQQQQAABBBBAAAEE2i/ACNdMYGiBRdtrNih2jAAC4yVw2137de+WXt3p55/MsaOGWOPKHjwPtpUvSk5KKakoklIuRSpUVaUuelqpt19nHbeueQ5///bN+uI3d63pCGL/0Y/oxLHdfXVo8fyTpW63o6lcYn1gaDEpJeeS5Phnyc6VmsUebDe3tLe+6HjrV64u9IOnJXVSe8fJyBBAoD0CzkOxveC4nW/iMqICdAsBBBBAAAEEEEAAAQQQQAABBNovwAgRQAABBBBAAAEEEDiYwNBiCE1s5WC75XYEEEBgIBCzIn3g7uaoccETk857ggc/ZOtIBFbkvnbjb7sOfuSV8pZsHxBWvPhpld5+rfXIfljxtk268661DStqdol+/P5tm+trD+/s0xsu3KDzT9JcaDECi1GqslRZFiqLUhHEJLQoXXmS9cxHWS8/NWnP/pqQCgEEEBhpgfgtImZXjDLSHaVzCCCAAAIIIIDAygjQCgIIIIAAAggggAACCCCAAAIItF+AESLQWoGhBRbdWjIGhgACwxC4/e6eduxtWr7qJI4gjcTq13Zjb/fXkvO/lNISYcVSb7tWekQ/rPj+Tbrz7t0apeXOu3fp92/bVHcpQotvvHijnjM70+K6qa7qwGJVitBiTVRXZf7N4NITcpWvffTe/YoQUN7kggACCIy0QJy27HzGymX5HaUFBBBAAAEEEEAAAQQQQAABBBBovwAjRAABBBBAAAEEEEAAgbUSaBIJQ9h7zJg2hGZpEgEExlngEH1fv6On/iyLV5+c9NRH+hD35kfDELAbc7u/lpz/LRlWPKXQ268bhBV/77ZNuvNboxVW1OwSIcroX1x9WLVXb7hogy54sjQ11VWEFmMdwcVOVTHTYka66HhrXZk38uXD9xJXzAxcEEBgDATib4+YXTHKGHSXLiKAAAIIINB+AUaIAAIIIIAAAggggAACCCCAAALtF2CECCCAwFEKDC2wOJt3Ocpu8TAEEJhEgdvuar57NmZ4Y5bF1X0F2K53aPfXkvO/+WHF+Mrkqip1ySmF3nGtdeyU6uW/v3+z/mnEZlasOzaviv5FP+Omh1X7mtDiyb06tDjV7dRfEx1jI7QodZL1wHbpwe093bmewGK8ZigIjJoA/TlQwPkm27Kdt7gggAACCCCAAAIIIIAAAgggMP4CjAABBBBAAAEEEEAAAQQQaKvA0AKLbQVjXK0WYHBrLPCV6Z4+9u0mIPX8Jyc9ajYQt8bdav3u7SbcYffXUnLS4rBiWRa67OmV3nGd9fDZ5+a//9Umfelbu8bCKPoZ/Y3OHlPOhhZP6mmq282F0GK4RPnQPfv1Y+/bq7d+aF9cpSCAAAJjIRC/PcTsilHGosN0EgEEEEBgrQXYPwIIIIAAAggggAACCCCAAAIItF+AESKAAAIIjKgAgcURfWLoFgKTKnD77CyLj18nXXkih6hhvw5s17uw+2vVYUXbKoqklEvMrBhhxec+o9LbrpUe1lW9/E6EFe8Zza+Brju4RPWl3N/od/xoXYQWL16vC55MaDE8FpcHdyy+hesIHK4A90Ng9QXyaaueXdH26u+cPSKAAAIIIIAAAggggAACEynAoBFAAAEEEEAAAQQQQAABBBA4OoGhpYGY3eTonpBDPoofIjABAn9/X0//vDHmSZKuOpnQwTCfcrvxtftrHTSseHmEFa+RHtZpnpvfed8mffme8Qor9i2j39H/uL6u3K83XrxeFz6F0GJ4UBBAAIFxFejl01P8/RFlXMdAvxFAAIEFAlxBAAEEEEAAAQQQQAABBBBAAIH2CzBCBBBAAAEEJlRgaIFF2xNKyrARQGC5Anfc1aubOO3R1pUnciypMVa4shtXu7+WHP/y9f7MikUqFDMrXv70op5Z8ZjZsOJvv29GX753PMOKml2i/zGOuDpV7NcbL1qviwgtBsdEFAaJAALtE3Aekm3ZzltcEEAAAQQQQAABBBBAAAEJAwQQQAABBBBAAAEEEEAAAQQQGE2BlQwsLhhhEzdacBNXEEAAgcMSuO2u/Xpge3PXK5llsYFYwdpuwhx2fy05/0spqSiSUi5lUaqqSj3vGaXedp20rmqO6r/1vk36yr171IYlxvHbeTwxlm6xX2+46EFd/NSeprpddTsddbud2qBTVXVwM0zCpjbKVmEWhLajibrYg+36hjGqznqs9epnJT39UeM7hjHipqsIILDCAnGWitkVo6xw0zSHAAJLC3ArAggggAACCCCAAAIIIIAAAgi0X4ARIoAAAggggAACQxEYWmCRuMNQni8aRWAiBPbsl+64O1d5tJeekPTsx3FEyRQrcrEbS7u/lpz/pZQWhBXLstAVc2FFK5bffO8mfXXMZ1aMccwvX8njiXHFbd2ipzdctF6XPK2ndVNd1aHFTmcNQovRm9UvL3qK9crTkv7vywul2dfH6veCPSKAAAJHJxCHLduyfXQN8CgEEEAAAQQQQAABBFZdgB0igAACCCCAAAIIIIAAAggggED7BRjhUgJpqRtX4rZeTHOyEg3RBgIITKTA7d/saXeTWdSVJxE+WIkXgd042v21lJy0VFjxymc2MytOlc2ef+MvZ/S1b+9urrSsjnHF+GJYnbRfb7hgvS556v4mtNjt1MHFmG0yZlqMdZEKtW2mxTJJzzsxVxnhI/fu135OnK4pHQAAEABJREFU4lmCCwIIjJNAHLZidsUo49Rv+jpEAZpGAAEEEEAAAQQQQAABBBBAAIH2CzBCBBBAAAEEEEAAgbEUaNIJQ+j6bB5mCC3TJAIITILA/dt7+uu7m+Tz809OOvlYT8KwhzZGu/Gz+2vVYUXbB8yseNVpTVix2w8rvmdGX//OHvWXNq5jfL+Rxxljq4r9esOF63Xp0+aFFrudeqbFqizrddtCi895grWujNFLH7qned8116gRQACB8RBw7qZtZljMDlwQQAABBBBAAIGVEqAdBBBAAAEEEEAAAQQQQAABBBBovwAjRGAtBIYWWFyLwbBPBBBol8BtdzVTLEaQ6sqT3a7BreJo7MbO7q910LDi80+r9LbrpE7RdDBCfF+/r91hxWakUoyzP9NiVfTq0OJlp/SamRY7HXUPElpMyYpZKq38z5KdKzWLPdhubhnN+ozHNP3csEP6/IMEFkfzWaJXCCBwKIE4csXsilEOdb8R+hldQQABBBBAAAEEEEAAAQQQQACB9gswQgQQQAABBBBAAAEEEFhCgMDiEijchAACoyHwTxt6+sR9EUGQrjop6djO4fSL+/QFbM+F52zXN8cqOdW3F0VSyqUsSpVloatPr/S2a6Uq1XfVr79npg7xNdcmo46ZFn/9PZvqwZappzdcsF4PFVossl1tmZIc/yzZuVKz2IPt5pbRq3/3i/v1mtv26f//6X2j1zl6hAACCByGQBxqbS84/h7Gw7gLAggggAACCIy1AJ1HAAEEEEAAAQQQQAABBBBAAIH2CzBCBBBoo0Aa1qCY3WRYsrSLwGQJ3H53M8vikx4eoUVP1uBXaLR24xarg4UVX3BGWYcVy6IJiP7aX8zoGxMys+Ji5m/ct1u/nscftxdpv95wwXd12SmzXw8dMy3mUlWl2vb10Pdu6elT9zfPf4ydggACEy4wZsPv5cNX/P0RZcy6TncRQAABBBBAAAEEEEAAAQQQWDsB9owAAggggAACCCCAAAIIrIHA0AKLdhOQWYMxsUsERlqAzh2ZwN/c29NXp3v1g648aWiHrLr9NlV2cwy2+2vpYGHFF86GFYvUOP+3v5jRN+/f0yaOIx7LN/L4wyEeWOSX3RsvfFDPPbUJLU5NddVtaWgxxktBAAEExlHAudO2mWExO3BBAAEEEBgdAXqCAAIIIIAAAggggAACCCCAAALtF2CECCCAAAJHLpCO/CGH94gm9nJ49+VeCCCAwKEE7ri7OaI867HW5U/yoe7Kz7KA3RjZ/bWWDCvGLIEvOrPSf7mml3+eH5gvv/ruGd11/2SHFTNDfQmH8IgrydIbL3hQly8KLXY6VetmWozxUhAYAwG6iMACgfhNIWZXjLLgB1xBAAEEEEAAAQQQQAABBBAYZwH6jgACCCCAAAIIIIAAAggg0EKBoQUW3UKsyRgSo0Rg9ARuu2u/Nuxo+nUFsyw2EAep7eboa/fX0lIzK0ZY8YVnFHVYsYg0Xm7vV/98Wnc/QFgxU8xdwuNX3z1dXw/SN1y4Xpefuk/rprpqw0yLz3mi9WNnJD31ka7HSIUAAgiMq0Aco20zw+K4PoH0GwEE1kiA3SKAAAIIIIAAAggggAACCCCAQPsFGCECCCCAAAKjJzC0wGIvpjkZvfHSIwQQGEOBHXulO+7eX/f8eSdaMdNifYVqgYDt+rrdX2vJsGJZFnrRmYV+6dr4ef0Q/cqfz+ju72bo5ir1PIG7H9hb+8RNVk+vj5kWT9mrqW5H3Shj/PXQL35KE1j8vy4vYniUlRSgLQQQWFWB+NsjZleMsqo7ZmcIIIAAAggggAACCCAw2QKMHgEEEEAAAQQQQAABBBBAAAEEjlhgaIHF2bzMEXfooR7AzxFAYDIFbr97v/o56CtP9GQiHGTUtudmlLJd3ytWMbNiSkmpaEpZlIqw4oufVeqXrpGae6oO433ru8ysqEMs4ROhzrhLuMVMi1ecuq8OLY7rTItVHshFx+cqD+pD9/TfXfkKFwQQQGAMBeJoZlu2x7D3dBkBBA4mwO0IIIAAAggggAACCCCAAAIIINB+AUaIAAIIIIAAApMnMLTA4uRRMmIEEBimwL1bpA/c3YSqnn9y0pMePsy9jU/b9iCYYTfbseqHFZ2sokjqhxVf8qxK/+UazS033TqtCOPN3cDGQQXC6V3Zq3+H11+4Xlc+ff/c10NPdbvqdCpVZan4yu0iFYqwaJH9U0py/LNk50rNYg+2m1tWrdYFx1vdotn/3367mcF09fbOnhBAAIGVFYjfEGJ2xSgr2zKtIYAAAggggAACCCAw1gJ0HgEEEEAAAQQQQAABBBBAAAEE2i8wdiNMY9djOowAAhMrcPtdTajq4R3pypOaoNXEYiwauN14xCo51aE4zwsrRoDupWeV+s/XRKRDiq/OvOmWad374N5FLXH1UAL3ZK9wC7+43+sueFBXnLq3Di12ux11O52xCS0+b3am0i17pDvXN6+LGBMFAQQQGEeBOP/Zrs9/49h/+jyuAvQbAQQQQAABBBBAAAEEEEAAAQTaL8AIEUAAAQQQQAABBFZaIK10g/32mN2kL8EaAQRWSuBzD/b0mQeaYNVVJxdaV61Uy+PZju2643Z/LUVYMWbz68/sFzMrVmWhlz6r0H/63vruiuNzzKx47/oRDis2XR3JOtzCLxyjg6+7YL2uevq+g4YW4znoPx/1c+OkeMps57Wjibl1fWWVqt/+wn79+uf263/duV/Nu2qVdsxuEEAAgSEIRJA8jstRhtA8TSKAAAIIIIAAAggMS4B2EUAAAQQQQAABBBBAAAEEEECg/QKMEIFFAmnR9RW7ajchjBVrkIYQQACBLHDb7CyLJx8rXTU7Q1y+eeIudnOMtftrzYUVPX9mxbLQ955d6hdnw4r7e9JNt8zo24QVl/WaCb+bbp3R/kjI5JZ+5jkP6qqnLz3TYpmfgyIV6ocWbdfPVV4pFtuxWvXQ4oYd0q1f3a9bv9bMXFp3ggoBBBAYU4E4ktpe9WPpqHPRPwQQQAABBBBAAAEEEEAAAQQQaL8AI0QAAQQQQAABBBBAYNwE0rA63BtWw7SLAAITLfChe3q6a3NzhLnq5KEdwh7KeM1+bg/CGLbrfsSqP7Oi54cVq1Lf++xK//Gl9d20f3+EFaf17Q3MrNiILK+uQ4u3zNSu0dLPPGe9nv+MQWixU1XqdCpVZakqPxeLQ4tW/ud4pGQ3G3azFgsCCCCAwBEJxG8GMbtilCN6IHdGAAEEEEAAAQQOLcBPEUAAAQQQQAABBBBAAAEEEECg/QKMEAEEVllgaGkfIher/EyyOwQmSOD2b0YsQXr246xLjp+co409GKvdbMfqYGHFa84u9R9f0ljt3SfdeOu0vkNYcUXfKeEZXw+9L/tGwz99/npdPRtanJrqqtvpHDS0GF8PbeV/jkdKdrNhN2uxIIAAAq0XWLkBxqHT9tyxdOVapiUEEEAAAQQQQAABBBBAAAEEEFieAI9GAAEEEEAAAQQQQAABBBYKDC2wOPstmQv3xjUEEFgdgZbv5f1379fm3c0gr5yQWRZtNwPOtd1sx2rJsGJZ6JqzC/2H2bDinn09RajuPsKKWW/lL/3QYjhH6z91/nq94JmDmRb7ocWYcTFmWiyLUqlIKnJJKcnxz/FIyW427GatISynHic967HDa38IXaZJBBBA4CEF4m+PmF0xykPemTsggAACCCDQJgHGggACCCCAAAIIIIAAAggggAAC7RdghAgggEDLBNKwxjPErMWwuky7CCAwJgJbd0u337W/7u1VJ1mnPbrenIjKboJmsTpYWPHacyKs2HBEiO5dt0zr/o18DXQjMpz6vux7U3YO79jDT54XocU9WhezLHY79UyLEVaMr4cuy0JrGVp8xWmF/p8rC930/CK6SkEAgUMI8KPxEXDuqu254He+ygUBBBBAAAEEEEAAAQQQQACBwxLgTggggAACCCCAAAIIIIAAAqsrMLTA4uoOg72NmQDdRWDZArfNBhajoStPanfwynYMcy6EEVcPFla87pxS//7Fzf337JVuunlG90/vqx9PNVyBB7LzTbfMKNxjTz953ga9cNFMi4cKLcZzGs9tPNZunkO7WcdtK1G6hXXJ8U1Ld27oNRvUCCCAQAsE4ogWsytGacFwGAICCCDQJgHGggACCCCAAAIIIIAAAggggAAC7RdghAgggAACCByRAIHFI+LizgggMCoCd2+WPnRPxBOkq06ynnDMqPRsZfthN4E1u7+WkpPqrxJOrr9WOGbrq8pC159b6t+9WPWye29PN946rQdm9tbXqVZH4IHpvbV7+MceX3Peer3otMHXQ091u+p0KsXXQy+eadF2/dzmlWKxHau5oGp9ZZnVpSdIEVqMZj76reb9E9uUcRWg3wgg0BeIQ6btFT1m9ttmjQACCCCAAAIIIIAAAgisrQB7RwABBBBAAAEEEEAAAQQQQKBdAkMLLI717Cbteo4ZDQKtFbjtm/vrsT1qSrry5KEdzup9rHZlD0IXtuvdx+qgYcXzSv3b76nvpt17errplml9d5qwYiOyunW4h388D7HnV5+7Xt9z+iC02O10FDMt9kOLRSqUilSHT22r/ud4pGQ3G3az1jKXK05KdQsP7pC+NE1gscagQgCBVgj08iEt/v6I0ooBMQgEEFg9AfaEAAIIIIAAAggggAACCCCAAALtF2CECCCAAAIIIDBSAk1yYQhdslcmXDGErtEkAgi0ROAz3+3p8w/26tFcdaLVKerNsa/swfHTbrZj1Q8rpkUzK77svEr/9kXNsHfu7un/jbDiDF8D3YisTf3d7H9jfh7i+Yge/MQ56/U9p+3Ruqmuut2O5ocWI7xYFuVcaDGlJMc/xyMlu9mwm7WWsfzaP+7Tb31uv/7on5uw7zKaOqyHcicEEEBgtQTiCGl77pi5WvtlPwgggAACCCCAAAIIICBhgAACCCCAAAIIIIAAAggggAAC7RdYyRGmlWxsflu9+VfYRgABBIYk8P67muDV046zrpydPW5Iu1qVZm3P7cdutmPVDys6WTEbXwTcqrJQhBX/9YuaI+6OXft1063TWr+JsKJGYHkwPw/xfMTzEt35iXM36MWHmGkxntN4bosiKQ0ptPjdHdL/+ep+vfcbzfsm+kVBAAEE2iAQZ8KYXTFKG8bDGBCYJ8AmAggggAACCCCAAAIIIIAAAgi0X4ARIoAAAggggAACEyUwtMBiE7OZKEsGiwACayDwgbt7undLxBSkq05qz5HHbsYSq/lhxbIsVBaFIqz48vMrzYUVd/cIKx7x62/4D4jwaB1a3N0EBH/8nPV6yel7dMy6KU3FbIudjmKGxU5VqXluF860GM99vAaip7ZjxexhtQIVAgggsFAgDpG2OUYuZOEaAggggAACCCCAQC1AhQACCCCAAAIIIIAAAggggAAC7RdghOMkMLTAYq/JD42TBX1FAIExFbjt7uaAc/4TrAueOBaQOZ8AABAASURBVLTD2tB1bNf7sPtrKQJr9Wx7yYqZ94qUVJWlvu/8Sv/qhc24t+/q6aZbprVh836xjJ5APC833TKjeJ6id686Z4Ne/MxdWjfVfcjQou36NZBXisV2rAjk1ApUCCCAwEAg/vaI2RWjDG5la1UE2AkCCCCAAAIIIIAAAggggAACCLRfgBEigAACCCCAAAIIILCCAkNL9sxmKlawqzSFAAIILC1w2zf3a/ue5mfjOMui7bkAmu16ILFaHFYsi3I2rFjqX/bDijv3z4YV99WPoxpNgQ2b99XP0/adTcj0Vedu1EtO21WHFrvdjrqHmGnR9rJDi6c9WjrtUc1rSywIIIBACwXiCGd77nzawiEyJAQQQAABBBBosQBDQwABBBBAAAEEEEAAAQQQQACB9gswQgQQGAgMLbA42AVbCCCAwHAFZnZJt9/VzC545UnWqWMUzLI9h2M327GaH1bsf1VwVRb6gQsq/csXNg/ZFmHFW6e1ccu+5gbqkRaI5+mmWzcqnrfo6I+ds1EvPX13HVpc+PXQ5QFfD217WaHFHz290LuuLvTO5xZiQQABBNooEHHwmF0xyqLxcRUBBBBAAAEEEEAAAQQQQAABBNovwAgRQAABBBBAAAEEEEBgjAQILI7Rk0VXERgtgdHqzW137687VOaj2lUnNsG/+oYRruxBP+1mOyXXwbSUkpy3iyKpSEkRVnzFBZV+4eqIZEhbd+zXjbdEWLEZt1jGQmDjlv31TIvx/EWHf/TZG3TNGXsWhRYrdaryiEKLdvP6iTYXl3WldO4Tm59/abq3+MdcRwABBFohEIdB28yw2Ipnk0EggAACCIyeAD1CAAEEEEAAAQQQQAABBBBAAIH2CzBCBBBAYPUE0rB2xewmw5KlXQQQWErg6zPSR+9twntXnpz02HVe6m4Pedt/vaLQaY8+usc+ZOPz7mAP9mE32ylZ8S+lpH5YsSwKVWWpV1xQ6udnw4pbdvR00y0zmtnajHdes2yOgcB0ft7i+YvnMbr7I8/eoO89Y/dcaHGq21VVVYrnvSwLxVeBpyIpwqu260BrXikW27E6ZLnkhKRq9m5/cy+BRbEgMGoC9GdFBHr58BZ/f0RZkQZpBAEEEEAAAQQQQAABBBBAAIGVFKAtBBBAAAEEEEAAAQQQQACBOYE0t7XCG/ZsOmKF26U5BA5XgPtNnsDtd/fqQT9unXTFSUd2DPr9lxS6/ftLPftx1ne2Nu3UjQ25spt+pkOEFX/ooko/f3XTkS3bmxn6Zrbta26gHkuBeP5uunVa8XzGAH7k7A265swmtNjtdtTtdNTpVOpU1YKZFiO4aHvJ0KLdvJa0aLn8Sc3tD2yXvrlp9V7bi7rBVQQQQGCoAnGksy3bQ90PjSOAAAIIjKYAvUIAAQQQQAABBBBAAAEEEEAAgfYLMEIEEEAAgfYIDC2wSCSiPS8SRoLAuAh88r6e7tzQHH3ia6GLhzjCvencQn/18rIOKp7wsCbgsHW3tDmXYY7ZbvZlN+vFYcWYVS9m14vyQxdWeutVzZg2R1jx1mltIqw4zKdn1dretHWfbszPZzyvsdMfPmuDrjmjCS1OTXXr0GJVlQtCizHLYhTbhx1a/Oi9PX3q/p7+evZr08WCwJEJcG8ExkIgzpQxu2KUsegwnUQAAQQQQAABBBBAAAEERkuA3iCAAAIIIIAAAggggAACCCCwagIPEec5+n40MZyjf3z7H8kIEUBgGAK3fXN/3ewzHm1dceLSh7i3XdbMpnjdKdbiUON92yLyoKEstudmfrJd72NxWDHCaEUqVBaFXnlRqbc+v+nP5m3NzIqb8rp+IFUrBPrPa6xjQD989gZdOzvT4sFCi05WkV+4tg8rtPihe/br3/3tPv3+nc17QywIIIBACwXyIbE+x9pu4egYEgIIjL8AI0AAAQQQQAABBBBAAAEEEEAAgfYLMEIEEEAAAQQQOFyBpdM8h/voQ9yv12RsDnEPfoQAAgisvEB8LXQ/dHjVoq+F/s0XNkHFi44/eJjhviEFFu3BPu1mOyUr/qWU1A+hRVCxKgv98MWlfvaqxmdm0Ux8za3UbRGIGRZjpsWYcTHG9MqzIrS4S+umuloqtFiVlVKRHjK0aDuaa39hhAgggEAWiL89YnbFKPkqFwQQQAABBBBAAAEEEGibAONBAAEEEEAAAQQQQAABBBBAAIHWCKSDjWS5t5OTWK4gj0cAgaMR2N+Tbr8rV/nBEUz8DxcVuvX6Jqj41Ec+dIDrvq35gSt8sQf7tZvtdNCwYqkfubjUW65sOjGzdb9uunVaW7YzO14j0s46nt8ILU5v21cP8JVnbdR1Z+6cCy1OdTuqqlKdqlJZFiqLci60mFJacqbFaMh2rCgIIIBA6wXiaGdbtls/VgaIwDAEaBMBBBBAAAEEEEAAAQQQQAABBNovwAgRQAABBBBAAIFRERhaYHFUBkg/EEBg8gRuu7unCC7GyJ93kvWw6vDDC/dti0etXLEH+7ab7bRkWLFUVZb60YsrvXk2rDgdYcVbprV1RxPAXLle0dIqChz2ruJ5ftfNM4rnPR70Q2dN6/pn7apDi91uVwcLLcbraanQ4qOnohUKAgggMBkCcaaM2RWjTMaIGSUCCCCAAAIIIIDAiAnQHQQQQAABBBBAAAEEEEAAAQQQaL8AI1whAQKLKwRJMwggMBoCN15V6I9eWig12cAj7tR92yLycMQPe8gH2E2HIlxmWREwc+5kUaQ6qFiVhX704lJvurLZ/8Yt+3RThBV3MrOiJmjZmp/veN7j+Y9h/+CzNuqGsw4vtGg7v+6T8kqx/MJzCt18XakfOb2IqxQEEECg1QJx7LPzGTaXVg90YgfHwBFAAAEEEEAAAQQQQAABBBBAoP0CjBABBBBAAAEEEEBgUgTSsAbK7CbDkqVdBBBYSuCPv7f52uczHuOlfnzYt63kDIt20xe7WS8VViyLQlFedUmlN83OrBhhtfga6G07VyGseNgy3HG1BOJ5j+c/Xgexz1ecuVE3nL1UaLFUVZX59VMqFUkRfk0p1aHFYzvSeU+QHt5x/rlkWywIIIBAmwV6PSn+/ojS5nEyNgQQQAABBBBA4KgFeCACCCCAAAIIIIAAAggggAACCLRfgBEiMCYCQwss2oQjxuQ1QDcRGFuBXzg/6fbvL+vymHXLP+bs60n3r8AMi7bnAmK2a9+UrPgXgTLn7QiXRVCxKku96pJSb7gi7zzfc8PmZmbF7Tub6/kmLhMoEM9/zLQYr4cY/ivO2Kgbztq56OuhK8XrpywLlUUTWozXWbzGLj+pkB2n+J4++K3mtWQ7mqIggAACrRSII5xt2V6T8bFTBBBAAAEEEEAAAQQQQAABBBBovwAjRAABBBBAAAEEEEAAgZURiDTDyrS0qJUmHrHoRq4igAACRyaw5L3/7+c1syl+z1NX9hB239blH7nsQVDCbrYjRGZZ9Xp+WLGq9OOXVnrDFaqX9Zv26cZbZrR91/L7UTdINdYC8Tq4Kb8eNmxqZtp8xZnTetlhzLQYr7MrIrCYku7aLH17q2Rbsdie247rFAQQQKAtAnHmjNkVo7RlTIwDAQQQQACBCRNguAgggAACCCCAAAIIIIAAAggg0H4BRogAAgjUAiub9qmbbCo3K2oEEEBgxQR+93ua2RTPffxwjjD3b1teV+1Bv2zXwbCU8lqeDSsmNbPhFfXMeD9xSanXPy8iFtKDM/sUXwO8c3cTThMLAllgR3493HjrRj24aV++Jv3AGRv18mfvWmKmxWL2tdXMtPjRe6XPPSh9+NtWfinWj7Vdr6OyB9txnYIAAm0XaP/44rBmOx/z3P7BMkIEEEAAAQQQQAABBBBAAAEElhTgRgQQQAABBBBAAAEEEEBgPASGFljsNRmc8VCglwgcrQCPG7rAMZX17y5uZlQ88djh7u47ywgs2oOAhO06MJFXylsLwopFSnVY8dWXlXpdP6y4qR9W5MAplgMEdu7u6aZbpudCi99/+ka9/KwdB4QWO1U1F1r84LetX/y7nm7+ipScFK/FaNh2rCgIIIBA6wTib4+YXTFK6wbHgBBAAAEERkOAXiCAAAIIIIAAAggggAACCCCAQPsFGCECCCCAwKoIpGHthUzEsGRpF4HJEti+p6d3fnyf3vWZ/do75MkH79u2/MCgbdlRpFwrxQyLKakoksqiqMOKr3luqddernr5bsyseMu0duVx1jdQIbCEQLw+IrQYr5f48fefOaPvO3txaLFUpyrnQospv+ZSfv2llJYMLdqOpigIjIQAnUBguQJxRLMt28ttiscjgAACCCCAAAIIIIAAAggMSYBmEUAAAQQQQAABBBBAAAEEEAiBoQUWo3HKmgvQAQRaI/CX39iv196xT595YPmhwoOh3L/1yNu2PReOsF03HSvLC8KKVVnWgcXXPLfSzzxX9fLd6b31zHkRRqtvoELgEALxOqlDi/l1E3f7vjNm9P3P3rnETIv5tVYW+fVWitBiSFEQQGASBOIMHrMrRpmE8TJGBBBAYAkBbkIAAQQQQAABBBBAAAEEEEAAgfYLMEIEEEAAAQRaIUBgsRVPI4NAYDIE7tnS07/5m336vS8OZ6rFI/1KaNtz8HaznZIV/+p1SvXMiv2w4k9eHmHFiFRID0zv0423Tmv33ub6XENsIHAIgXi9xOvmgdnQ4stPn9YPHCS0WB1BaNH2IfbKjyQMEEBg1AXiMGZbtke9q/QPAQQQQAABBBBAAAEERlaAjiGAAAIIIIAAAggggAACCCCAwGoIDC2weFizm6zGCNkHAgi0TuCPv7RfP//hffrq9MqG/e7fdvjt2YNAhN1spyXCimVRqiwK/dTzKv30ZU3792/cpxtvmdaeva17ahjQKgjE6+bGW2bq0Gvs7mWnR2hxRz3T4qvPWafXn79Ozz6+q6rKr72yUJGKh5xpMdqxm9dxbFMQQACBcRPo5VNs/P0RZdz6Tn8RmBgBBooAAggggAACCCCAAAIIIIAAAu0XYIQIIIAAAggggMBhCKTDuM9R3cUm+HBUcDwIAQQOS+CL63t641/v081fXZnZFjfulHYcZoDQHhzfbCtflBaFFcuyUMysGLPc/fTzSv3Upb16XPdtbL4Geu++5np9IxUCRygQr58bb55WvJ7ioS87fUavPHeHznpiV+ec0NWZj++o08mlKlUHF4tSqUiK12lKee1Uv27jsbZjVRd7sF3fQIUAAgiMiUAcvWznY5vHpMd0EwEEEEAAAQQQQACBIxfgEQgggAACCCCAAAIIIIAAAggg0H6BSRhhGtYgieIMS5Z2EUBgvsBvfm6//tPH9umB7fNvPfLt+w5zdkV7EISwrXzJJa9lRRDMKakocsnrmFnxZ55X6ScvVb1EuOymW6e1dz9HyBqEalkC8TqK19N3NjRJ22ufOaPHPXqHekVHX5yp1O1U6hwktGhbyUl5pVhsx4qCAAIIjK1AnFljdsUoYzvan9KZAAAQAElEQVQIOr7WAuwfAQQQQAABBBBAAAEEEEAAAQTaL8AIEUAAAQQQQAABBEZAIA2rD0QfhiVLuwggsFjg7+/r6bV37NUdd0VcYfFPD+/6fVsf+n724Mhmuw572XktK6UkJ6ssi/oroGN2xddeUek1szMrRqjsplumtW+fJnBhyMMSiNfTu26dVry+Yh+POXajHvaIHZre21W321F3NrQYM302r81SMdNihGptLxlatC0WBBBAYNwE4tBlW7bHrev0FwEEEEAAAQQQaJEAQ0EAAQQQQAABBBBAAAEEEEAAgfYLMEIEli+Qlt/E0i30jj43tHSD3IoAAggcQmD7Hum/fmqf/n+f2q8dzYRzh7j3gT96qBkW7UEAwm62bSv+9cOKEQKLWRUjrPgzzyv16kuaA+G31+/RTbfMaN/+A/fLLQgsVyBeV/H6itdZtPWk4zbqh87doWPWrVO321U/tNipygVfDx2vV9uEFsWCAAJtEIi/PWJ2xShtGM+SY+BGBBBAAAEEEEAAAQQQQAABBBBovwAjRAABBBBAAAEEEEBgAgSGFli0J0CPISKAwMgJ3H7Xfr32jn36+H1NWPBwOhj3OVRg0R4c0OxmOyXPhhXzOm9H+Kssynp2xddeUeo1l0ar0r3r9+qmW2e0P5IUzU3UCKy4QLy+4nX27fx6i8ave+aMfuicbVo31dX80GJ/psUiFfVMizHbYgRuk5NmX9p57WiiXtvNdn0DFQIIIDDCAnG0sl0fu0a4m3QNAQQQQAABBNZYgN0jgAACCCCAAAIIIIAAAggggED7BRghAgiMvkAa/S7SQwQQQODIBO7f1tMvfmyffvPzhz+l4f3blt6H7bkf2Fa+KKW8lpt1SiqKpAgrRhjsdVdWevUlqpd7H9yrm26ZFlnFmoNqyALxOrsxv94iJBu7uvaZm/TD5+2YDS12tNRMi/HadX49p/w6jtBiytvxWNuxqos92K5voEIAAQSWFljTW+O/KcTsilHWtCPsHAEEEEAAAQQQQAABBBBAAIF2CzA6BBBAAAEEEEAAAQQQQGDZAgQWl01IAwgMW4D2j1bg5q/s1xv/ep/u3BAxhkO38p2tB97HHgS1bCtfcslrWRHwckoqy0JlUSjCiq+/stJPXNy0c8+De3TTrdNiQWC1BSIke8+De+vdXvOMGf3wedu1bmpK3e7C0GLz2i3rwG1Klp2LnF/bVix2s168HdcpCCCAwKgJxCHLtmyPWtfoDwIIIIAAAkcgwF0RQAABBBBAAAEEEEAAAQQQQKD9AowQAQQQQGBogUVmN+HFhQACoyDw1emefu5D+/THXzr4bIs79kobdy7srT0IPNhWvuSS13Id6HJyHfQqUlJVlnrDVaV+fDas+K3v7tG7bp0RCwJrJfCuW6cVr8PY/zXP2KQfOW+7jlm3TlPxFdGdSp1OR52qzK/dQjE7aCqamUJTfj179jUej7UdKwoC7RBgFK0WiFlm4++PKK0eKINDAAEEEEAAAQQQQAABBBA4tAA/RQABBBBAAAEEEEAAAQQQGHmBoQUWbUIOI//sr1AHaQaBcRD4vS/u17/5m326Z3MzA+L8Pt+/beFt9uD4ZVv5kktey0opl6Kow4rNzIql3vj8Uq+6SPXyre/u1a/8OWHFGoNqTQXiddgPLX5vHVrcdsBMi1WEFnMpi1KpSHK8vlNez77WYwC2YyW7WddXqBBAAIERE4gjlG2OVSP2vNAdBBBonwAjQgABBBBAAAEEEEAAAQQQQACB9gswQgQQQAABBIYtkIa1g4Xxn2HthXYRQACBwxf4zAM9ve6OfXrvNxbOtvidbYM2bM9dsV0HH+y8lpUiyJVLSq5npYuZFd/0/Eo/dqHq5e4HIqzI10DXGFQjIRChxXhdRmde+vRN+tHzm5kW5389dFUWiuBihBaLIuXXuXNJ+RUfaysWe7C2m+24nbKiAjSGAALLEIi/PWJ2xSjLaIaHIoAAAggggAACCCCAAALDFqB9BBBAAAEEEEAAAQQQQAABBCZeIA1LYHTiDMMaIe0igMA4CuzpSTd9Zr9++RP7tGlXvpIHcd/WZm0Pjly2ZUeRcq0IKcYMdBHoimBXhLzefHWlH72weexd9+/Rr76bsKJYRk4gXpd3P7Cn7tdLTp3Rj52//cCZFstCZZTDmGkxGrIdKwoCCCAwMgJxWLIt2yPTJzqCAAJrIcA+EUAAAQQQQAABBBBAAAEEEECg/QKMEAEEEEAAAQTGXWBogcVek+EZdx/6jwACLRX40D09vfaOffrovfsVXwltDwIOtpUvTZFnw4rFvK+BLvTmq0v9yAXNge6bD+zRf/sLvgZaLCMr8KvvnlGEaqODLz51Rq86v5lpcWqqq26nUqfTUacq50KLEcx1slJK+R0Qa0uSbKu/2IPt/m2sEUAAgbUSiL89YnbFKGvVB/aLAAIIIIAAAggggEArBBgEAggggAACCCCAAAIIIIAAAgi0X2CNR5iGtX9yDMOSpV0EEFgpgY07pbd/fL/e841Bi7aVL7nktawUoa2imBdWLPWWOqyoevnm/Xv0a+8mrFhjUI20QIRq4/UanXzx0zfpVedv07qprhaHFqsILhZl/Zp3vP5Tyu8EK+Vt5cV2rpuLPdhubqFGAAEE1kYgjka2ZXttOsBeEThMAe6GAAIIIIAAAggggAACCCCAAALtF2CECCCAAAIIIIAAAocWSIf+MT9FAAEE2i1gD4INtpUvueS1XAe0UlHUwa0yr6uy1M++oNIPX6B6+cZ9u/VrzKxYW4xARRcOQyBer/G6jbt+z6mb9OPn7zggtFiVhaKUBwkt2pbtaIKCAAIIjIxAzHkcsytGGZlO0REEEEAAAQQQQACBYQjQJgIIIIAAAggggAACCCCAAAIItF+AEbZcILV8fAwPAQQQOKiAPQhd2Va+5JLXch1WdEoLw4pXF3rlcyISIX3jvj369fdsEgsC4yYQr9uvf2dP3e0XnTqjn3jO9rnQ4lS3o06no5hlcX5oMSXn90TK74z8/rDqxW427GZd30iFAAIIrJFAHIpsy/Ya9aAtu2UcCCCAAAIIIIAAAggggAACCCDQfgFGiAACCCCAAAIIIIDA2gqkYe2e2U2GJUu7CCCwEgL2INBgN9u2Ff/qcFZRqCwLFSkpZld869WFfug5qpevfSfCikf4NdD1I6kQGA2B3/jLGX39via0+MJTNunHn7OtDi12ux11O1UdWuzkdT+0mIokzwstprwdI7EdK9muS32FCgEEEFgDgV5Pir8/oqzB7tklAggggAACCCAwEGALAQQQQAABBBBAAAEEEEAAAQTaL8AIEUBgWQJpWY8+xINtH+Kn/AgBBBBYOwF7cHyym+1YWVZKSf2ZFYuUVJWlfv6FpX6wH1b89m795l8SVhTL2Av8xntmNDfT4imbD5hpsaoqVVVZl/7XQ6eU3yXOpX6vuDawm3VcsQfbcZ2CAAIIrLTAwdqLo49t2T7YXbgdAQQQQAABBBBAAAEEEEAAAQTGRIBuIoAAAggggAACCCCAQLsF0rCG1xtWw7SLAALDEJiYNu1BkMG28kURwkpOasKKrmdWjFkVO1WlX3hRpVec3/B8NcKK793UXKFGoAUCMdPi1/LrOoYSMy2++oLtczMtTnU79UyLVVkoSoQWY6bFokj5fWPFv3jvxGNtx6ou9mC7voEKAQQQWAWB+NsjZleMsgq7YxcIIIAAAgiMswB9RwABBBBAAAEEEEAAAQQQQACB9gswQgQQQGCkBdKwekdcYViytIsAAkcrYA+OTLaVL7nktXxAWDFmVvyFF5b6gfMiAiF99dt79FuEFcXSPoHfzK/rr9y7ux7YC562Sa++YNsBocXFXw+9OLRo5/dRLnUjubKday4ITKIAY14rgTjs2JbtteoC+0UAAQQQQAABBBBAAAEEEJgYAQaKAAIIIIAAAggggAACCCCwHIGhBRZ7TcZnOX3jsQgMBNhCYJkC9iDAYFv5kktey4pZ4pwGMytGWPFfvKjU98+GFb9yb4QVZ8SCQFsFfvt9mxSv8xjfC562Wa+ZF1rsdipVVaWlQosppfwOyu8jS7brIhYEEEBgDQTib4+YXTHKGuyeXSKAAAIIrKQAbSGAAAIIIIAAAggggAACCCCAQPsFGCECCCCAwEQLpGGN3h5Wy7SLAAIIHJmAPTgg2Va+5JLXslLK65QUXwEdJcKK//J7Sn3fuU3q+sv37NZvv4+wolhaLxCv83i9x0Cvftpm/eSFzddDT011dbDQYsrvn/mhxXis7VjJdl3qK1QjI0BHEGirgPPAbHPcyQ5cEEAAAQQQQAABBBBAAAEEEEAAAQQQQAABBBBAAAEEEBhlgaEFFkd50EPoG00igMCICtie65ntOshg57WsOmiVUhNWLAtFWPFffU+pl5/ThBW/dM9u/c5fbRILApMiEK/3fmjx+U/dpJ+6aBBanOp2tNRMi2leaDG2w8p2rOpiD7brG6gQQACBIQjEmTtmV4wyhOZpEgEEEJgvwDYCCCCAAAIIIIAAAggggAACCLRfgBEigAACCCCAwBAFCCwOEZemEUBgbQXsQVDK7m/35PyvCSt6QVjxX7+41Mtmw4r/fM9u/XfCimv7BLL3NRGI0GKEdWPnVz1lk37qwm1aF7Msdjs6nNBi/61mO5qoiz3Yrm84aMUPEEAAgaMTiMOMbdk+ugZ4FAIIIIAAAggggAACCKyiALtCAAEEEEAAAQQQQAABBBBAAIH2Cxx8hOngP1reT5jdZHl+PBoBBJYnYA8CC7aVL4rZ35KTlgor/puXlLrh2b16p//8rV36XcKKtQXVZApEWDfeBzH6q566WT990daHDC16dqbF5j0W77mmRBtRbMeKggACCAxFoJdP4fH3R5Sh7IBGERgnAfqKAAIIIIAAAggggAACCCCAAALtF2CECCCAAAIIIIDAGAsMLbBoE0wY49cFXUdgrAXswfHHdh1WtPNaVoQWnbxgZsUIK15/dk+x/NO3dut33785NikIHCAwSTfE++Cf7t5dD/nKp2zRz1x86JkWiyIp3lsp5XV+r9lSU/KGmsUebDe3UCOAAAIrIxBHF9v5uOOVaZBWEEAAAQQQQAABBCZagMEjgAACCCCAAAIIIIAAAggggED7BRjh2gmkYe26if4Mq3XaRQABBJYWsAdBBdvKl1zyWlZKuRTFwcOKd+/W771/k1gQQKAR+L3bNunO/L6Ia1c8ebN+5iFmWozQYv0+Sym/4yw7iuq1Zhfbs1usEEAAgZUTiL89YnbFKCvXKi0NSYBmEUAAAQQQQAABBBBAAAEEEECg/QKMEAEEEEAAAQQQQACBgwqkg/5kmT8gjrBMQB6OAAJHLGAPjjx2s21b8S/NhhWLlFSWhaqy1L99aan+zIp33rVLEc7SWC90HoGVF/j9OrS4q274iqds0Wsv3qp1U111ux1N5VJVlTqdKr+nCpVFqVQkOd5v+b3mvQgfGQAAEABJREFUePfZ9WPtZh1X7MF2XKcggAACyxWIw4pt2V5uUzweAQQQQAABBBAYAwG6iAACCCCAAAIIIIAAAggggAAC7RdghAi0VyANa2i9mOZkWI3TLgIIILBIwB4EFOxmO1aWlSI8VRQqUpoLK/67lxS67qzmQPXFb+7S79++WSwIILC0wO/ftll33tWEFp/35C163SWHDi3GTIuO911+z8V7MN6L0bLtWNXFHmzXN1AhgAACyxCIvz1idsUoy2imeSg1AggggAACCCCAAAIIIIAAAgi0X4ARIoAAAggggAACCCCAwJoJpGHtmRzCsGRpF4HxFRhWz+1B8MlutmOVnJRSLovCiv/+pYWuPbvpzRfu2q3/cQdhxUaDGoGDC0SoN8K9cY/LT96i1128TcesmzroTIvzQ4vxXoz3ZDzWbt6ji7fjOgUBBBA4WoE4stiW7aNtgschgAACCCCAwAoK0BQCCCCAAAIIIIAAAggggAACCLRfgBEigAACRyswtMDi0XaIxyGAAAJHImAPggm2lS9KMbObk5qwYlows2KEFa85q9nDF765S39w+6bmCjUCCDykQIR7v/DN3fX9Ln/yZr32oi11aHFqqjv39dBVVc5+PXShxaHFeG/Ge9R23UZU9mA7rlMQQOAhBbjDEgIxZ3LMrhhliR9zEwIIIIAAAggggAACCCCAAALjJkB/EUAAAQQQQAABBBBAAIHWCqTWjoyBIXDEAjxg3ATsQdDJdh1WtPNaVgSjUpFUpKSyLFSVpf7j95bqhxU//41d+gNmVhQLAkcq8Ad3bFK8f+Jxlz85ZlrconURWIzS7ajTiVLV77myKDQ/tOj83rRzbcnOlZrFHmw3t1AjgAACRyYQhxHbC44tR9YC90YAAQQQmCwBRosAAggggAACCCCAAAIIIIAAAu0XYIQIIIAAAqMqkIbVMWY3GZYs7SKAQAjYjlVdbCtfcslreTasWKhIaRBWvKbUS58V8y+pDlv9zw/wNdBiQeAoBeL987lv7Kof/dyTt+j1F29eEFqsqkqdDqHFGmgSK8aMwBoI9PIpPv7+iLIGu2eXCCCAAAIIIIAAAggggMDkCTBiBBBAAAEEEEAAAQQQQAABBI5SIB3l4x7yYbYf8j7c4cgEuDcCCDQC9uD4Ylv2bJGXDCv+4rWlXnpmT7F89uu7FGGr2KYggMDRC/yvD2xWP7R42clb9YZLmpkWu92OpnI5nNBi7N12rOpiD7brG6gQQACBwxSIo4dt2T7MR3A3BBBAYLQF6B0CCCCAAAIIIIAAAggggAACCLRfgBEigAACCCAwqQJpWANvokHDap12EUBgUgXsQRDB7m/35PwvJSsVxYKZFX/xmlIvOaOnWP7x6zv1h3/NzIphQUFgJQQitPjZ/L6Kti49aYvecEkz02I/tLjw66FLHfj10PFIybb6iz3Y7t+2wmuaQwCBFgrEmT5mV4zSwuExJAQQQAABBBBAAAEEEDhyAR6BAAIIIIAAAggggAACCCCAAAIjKpBWrl8LWyJusNCDawggsHwBe3BksZvtWCUnLRVW/E/XlnrJ7MyK//i1Xfqjv96y/E7QAgIILBD4w/y++mx+f8WNl560VW+6dDDTYrdTaTDTYqEyAsVFkiNcnPL71nnb8UgRWhQLAggsR8D5WGJ7wbFkOe3xWAQQeCgBfo4AAggggAACCCCAAAIIIIAAAu0XYIQIIIAAAggggMBwBNJwmpV6Mc3JsBqnXQQQmDgB23NjtpvtFKEnJ9XrCEKlpLIsVJWl/vN1hV48O7PiZ762S3/0QWZWFMt4CIxhL/8wv78+89Vddc8vOWmr3nzZILQ41e1oEFosFe/PeJ863r/5PRuB49m39IKgke26PSoEEEDgcATib4+YXTHK4dyf+yCAAAIIIIAAAgggsOYCdAABBBBAAAEEEEAAAQQQQAABBNovwAiXFBhaYJGcwZLe3IgAAkchYA+CS7aVL0opr+V6nYpCRUpzYcX/cl2h7zld9fKZr+7UH3+QsGKNQYXAEAX++EObFe+32MXFJzahxWPWTWlqqqvFocWYaXFxaDHFe9qSnSs1iz3Ybm6hRgABBJYWiKOF7QXHkKXvya2TIsA4EUAAAQQQQAABBBBAAAEEEECg/QKMEAEEEEAAAQQQQGA8BdJ4dpteI4DApAjYnhuq3WzbVvyLgFMqigVhxV+6vtSL+mHFr+zUH3+Ir4GeA1yZDVpB4KAC8X779Fd31j9vQoubtW6qq263U4cWO52OqqpUHVjM792yLORkpZTq97Sd39mW7FypWezBdnMLNQIIIHCgQEzu3uv1FOXAn3ILAggggAACCCCAwFEI8BAEEEAAAQQQQAABBBBAAAEEEGi/ACNEYE0E0prslZ0igAAChyFgD4JKtusQU14pbylFyKkoFoQV33ZDqReeFpEF6VNf2aU//jBhxcNg5i4IrKjAn3xoiz79lSa0eNGTtuotl21WzLQYocVup1Kn08mlqkOLRUr1zKiO93Pejve2bcViN+vF23GdggACCCwWiEOGbdle/KMRvU63EEAAAQQQQAABBBBAAAEEEECg/QKMEAEEEEAAAQQQQAABBJYSSEvduBK3MbvJSijSBgKTK2APAge2ZwMIPSUnpQg3LQorvv2GUi94Zk/KZP/wlZ360w9vzltcEEBgLQT+5MNb6tBw7PvCJ23Vzz536dBiVZZzoWPH+zol5Xe78ls+HprXrtdR2YPtuE5BAAEE5gv0eqpnV+RvkPkqbCOAAAIIINByAYaHAAIIIIAAAggggAACCCCAAALtF2CECCDQSoE0rFHZBAuGZUu7CLRdwB4cP2wrX+pysLDiO24odXU/rPjlnfrfH2Zmxba/Rhjf6AtEaPhT+f0YPb3ghK166+Vb6pkWp+IroufNtBihxforoud9PXT/vd689x1N1MUebNc3UCGAwNAExq3hODrYzr8veNy6Tn8RQAABBBBAAAEEEEAAAQQQWDMBdowAAggggAACCCCAAAIIrIXA0AKLvbUYDftEYPQF6OFDCNiDoIHdbNtW/EsxA9uimRXfcUOh58+GFT/55Z363x8hrPgQxPwYgVUT+NP8fvzkl3bW+3vO8Vv01udu0rqprg4aWszv7/kzLdYPzJXtXDcXe7Dd3EKNAAIISPG3R8yuGAUPBBBAAAEERkSAbiCAAAIIIIAAAggggAACCCCAQPsFGCECCCCAwFEIDC2wSJzgKJ4NHoLAhAvYgyOH3WxHSNGyYp2KYu7rYztVqXe+LMKKqpdPfmmH/uwjhBVrDCoERkjgzz66RZ/48mxo8YRt+rnLN+mYdQtDi1V+P9czLZaFYrZFRzg5JcVMi7OHAtmeG5U92J67kY0JE2C4CCwUiMOC7QXHioX34BoCCCCAAAIIIIAAAggggMD4CdBjBBBAAAEEEEAAAQQQQACBNgqkYQ2qF9OcDKtx2h2eAC0jsEYCtuf2bDfbKVnxL9apKObCit2q1DtvKHTVM5qHfOKfd+jPPrq1uUKNAAIjJ/B/PrJFn/jSjrpf5x/fhBYfdqjQYlmoCS2a0KJYEEDgcATib4+YXTHK4dyf+yCAAAIISAIBAQQQQAABBBBAAAEEEEAAAQTaL8AIEUAAAQQQGEGBNKw+2cNqmXYRQKBtAvbggGFb+dIUWYvDilOdSjGz4pWzYcWP//NO/Z+/IawoFgRGXOD/fHSr4v0a3Tzvidv01ss26aChxaKYnWkxNccAJ8VxIR5rO1Z1sQfb9Q0jVNEVBBBYXYE4GtjOxwqv7o7ZGwIIIIAAAggggAACCEy0AINHAAEEEEAAAQQQQAABBBBAAIEjF0hH/pA1fQQ7RwCBlgnYg2CB7bmgQfJsUKko5mZWXNdtwopXPL1B+Pt/3qmb/2ZLc4UaAQRGXiDerx//p511P887YZt+7rmb9PBjupqa6qrbqdTpdFRVpaqyVFkW80KLiZkWazUqBBA4mEBM7h6zK0Y52H24HQEExk6ADiOAAAIIIIAAAggggAACCCCAQPsFGCECCCCAAAIITKBAmsAxM2QEEBgRAdtzPbGb7VgtFVY8plspvgb6eadGJEH6u3/aoVsIK875sYHAkQms3b1v/tst+vv8/o0enHt8E1o89iFDi1ZKTWgxJSuOE7bVX+zBdv821gggMFkCcRiwnY8PnqyBM1oEEEAAAQQQQAABBA4pwA8RQAABBBBAAAEEEEAAAQQQQKD9AuM3wqEFFpndZPxeDPQYgdUUsAeBAtvKF9VBJLlep6KoZ1asqlLHdAu982WFLu+HFe/coVv/dqtYEEBgPAVuye/fCB1H78954jb97GUzesTDuvVMi1PdTj3TYqdTLZpp0fnYkPIRwrKjqF5rdrE9u8UKAQQmUaDXk+LvjyiTOH7GvEYC7BYBBBBAAAEEEEAAAQQQQAABBNovwAgRQAABBBBAAAEEVlwgrXiLsw3aBAdmKVghgMAiAXtwfLCtfFGu6xKhxVQUC8KKv/zySs89pVe38nd37tStHyOsWGO0uGJo7ReI0PHH7txRD/Tc47frZy/bpEcc01G321GEFquq0uLQYiqS4hhRHy/ygSNfZLtuIyp7sB3XKQggMDkC8e63veCYMDmjZ6QIIIAAAggggMD4CtBzBBBAAAEEEEAAAQQQQAABBBBovwAjRGCxQFp8w0pdb6JFK9Ua7SCAQFsEbM8NxbbyJZdYuw4ipaKow4plWdQzK/7yy0pd9rTmiPK3X9yhWz+2RSwIINAOgT//2Fb1Q4sx0+JbL9+sRy4KLVZVOTfTYpGSUlEoxddCqzluhITtWNXFHmzXN1AhgMBECMRvCjG7YpSJGPDhDZJ7IYAAAggggAACCCCAAAIIIIBA+wUYIQIIIIAAAggggAACYyeQhtVj4gLDkqVdBMZXwB4cGWwrX+rB5K06gJSKog4rRkDpYetK/fLLCl06L6z47r8blZkV625TIYDACghEaDHCyNHUs5+wTW+9fJMe+bDBTIudTkdxTKjKUmXZHCNSUdTHjDh2zB1H+hu5Idu55oIAApMkEG972/l3C0/SsBkrAggggAACCAxdgB0ggAACCCCAAAIIIIAAAggggED7BRghAgistkAa1g57Mc3JsBqnXQQQGDsBexAgsF0HCmwrOSlmS0tFMRdWfPgxpf6vOqyoevmbL+wQYcWaggqBVgrE+/tv8/s8Bnf2E7brrc+d0XHHdue+HvrgocV8/HDKx5N4pPLa6i/2YLt/G2sEEBgxgRXsTvztEbMrRlnBZmkKAQQQQAABBBBAAAEEEEAAAQSWK8DjEUAAAQQQQAABBBBAAIFFAmnR9RW7Sk5gxShpCIEjFhi1B9iD4JBt5UtTZC0OKx67rtI7r0u65Kmql49+Ybv+4u+ZWbHGoEKgxQLvzu/zv/n8jnqEZz9hh9562YyOe/jC0GKnU2nhTIspH0NycS6pf2xx3UZU9mA7rlMQQKC9AvFuty3b7R0kI6OgdXMAABAASURBVEMAAQQQQGAJAW5CAAEEEEAAAQQQQAABBBBAAIH2CzBCBBBAoG0CQwsstg2K8SCAwNEJ2IPggG3li3Jdl8VhxUccU+qdNyRd8rRmXx/9/Ha95++3NVeoEUCg9QJ/8fGtipByDPSsx2/Xzz13Ro86tqupqVy6HVVVpWrJ0OLsUSUfYPJFtqOJutiD7foGKgQOX4B7jpFATO4esytGGaNu01UEEEAAAQQQQAABBBBAAIG1F6AHCCCAAAIIIIAAAggggAACqyxAYHGVwdldCFAmRcAeBIVsK1+Ua9nW4rDiIx8WYcVCFz81IgfSRz63Q+/5OGFFsSAwYQIRUv7I7EyLz5oLLXbmQovdCCxGKUuVZaEiJaWiUIoZFpWPMPn4ki+yPSdnD7bnbmQDAQRaJRBvc9sL3vutGiCDQQABBMZWgI4jgAACCCCAAAIIIIAAAggggED7BRghAggggAACRyaQjuzuh39vZjc5fCvuiUAbBWzPDcu28kW5lu06WJSKQmUuVVXquAgrXp900VOasOKHP79df/kJvgZaLAhMqMBffnyrPvy55uuhz3zcdr31smk96uFlHVrsdjoitKhmoUYAgTmBXv4VIv7+iDJ3IxsIIIAAAggggAACCCCAQBsEGAMCCCCAAAIIIIAAAggggAACLRMYWmDR9thS0XEEEFiegD14/9tWvuQSay8IK5ZloUc9vNI7byh04VNULx/63Ha9l5kVawsqBCZZ4L2fiNDi9prgzMft0M89d7MefWxFaLEWoUIAgcUCzjfYrn/fyJtcEEAAgcMW4I4IIIAAAggggAACCCCAAAIIINB+AUaIAAIIIIAAAqMlMLTAYm+0xklvEEBglQRsz+3JtvJFua5LfGVrKop6ZsUmrBhfA510wZObI8aHPrtd7/sEXwM9B8gGAuMtsOzevzcfD+K4EA2d8bjt+rnnbtJjHlHNhRY7VamqU6kqS5VloSIlpaJQSq6POXZeW7JzpWaxB9vNLdQIINAGgfhNImZXjNKG8TAGBBBAAAEEEEAAAQTGSICuIoAAAggggAACCCCAAAIIIIBA+wVWdIRpRVub1xhxgHkYbCIwIQL24J1vW/miXMt2HSBKRTEXVnz0wwv98g2FnnNyRAykD352h973ScKKYkEAgQUCcVzohxZPf+x2vfWyGT12NrS4bmpK3QgsRiG0uMCNKwhMmkD+VaP+fcP2pA2d8bZegAEigAACCCCAAAIIIIAAAggggED7BRghAggggAACCCAwWQJDCyz2mgzSZGkyWgQmWMAeBARsK1+Ua6WUcrFSUcyFFR9zbKFfflmp8/thxX/crr/65FaxILCqAuxsbAQitPjBz26v+3v6Y3forZdN63GPrNTtdjTV7YrQYk1DhcBEC8TfHjG7YpSJhmDwCCCAAAIIIIAAAgcKcAsCCCCAAAIIIIAAAggggAACCLRfgBGOlUAaVm8jrDSstmkXAQRGS8D2XIdsK1+Uay0VVnzsI0r98ssqnXdSk2r+689s11/9AzMrzgGygQACSwr81Se36a//sQktnvbYnXrrpTOEFpeU4kYEJlPAedi2ZTtvcVlNAfaFAAIIIIAAAggggAACCCCAAALtF2CECCCAAAIIIIAAAgispMDQAosr2UnaQgCB0RWwB8EA28oX5XourOiU5mZWfNwjSr3z+kLnnrhfsXzgM9v1/k8RVgyLJQo3IYDAIoH3/8M2xXEjbn7mY3fo5y6b0eMPY6bFokj1ccnORydLdq7ULPZgu7mFGgEExlEg/htEzK4YZRz7T58RQAABBBBAYKIFGDwCCCCAAAIIIIAAAggggAACCLRfgBEigMA8gTRvm00EEEDgiATsQdDHtvJFuZZtpZS3UpoLKz7+kaXeeUPSubMzK97xmW26jbCiWBBA4MgE4rjxgU83QednPGaH3nrptJ74qI4O9fXQEZwmtHhkztwbgXETyL961L9/2F7Uda4igAACCCCAAAIIIIAAAggggED7BRghAggggAACCCCAAAIIjJPA0AKLzG4yTi8D+orAkQt4XiDAtvJFuZbtA8KKTziuCSuec6Lq5fZPb9Ptn9peb1MhgAACRypw26e36458HInHPeOxO/WWSzbqicdVDxlaTBGkVj5S5eNUvsh2NFEXe7Bd30CFAAJjJdDrSfH3R5Sx6jidRQABBBBAYBwE6CMCCCCAAAIIIIAAAggggAACCLRfgBEigAACqygwtMCizQf/q/g8sisEVlXAHry/bStflGullHKxUlHMzaz4xEdWeud1hZ79JNVLBBXv+DRhxRqDCgEEjlrg9nwc6R9LnvGYnfrZy2Z0/HGVpqa6mup21e1UqqKUpcqyUJFSfWxKhBaP2pwHDkeAVldGwLkZ27Kdt7gggAACCCCAAAIIIIAAAgggMFoC9AYBBBBAAAEEEEAAAQQQQGAgkAabK7vVW9nmaA2BIxXg/kMSsAdBANvKF+VaS4UVIzz0zhuSzj6xOSLc9qltuuMz24bUM5pFAIFJE7j909t02+xsrU9/9I7Z0GJ5QGixU1WEFsWCQLsF4jeNmF0xSrtHyugQQAABBJYQ4CYEEEAAAQQQQAABBBBAAAEEEGi/ACNEAAEEEGiRwNACi24REkNBAIFGwB68s20rX5TrubCiU5qbWfGERzVfA33WkyJCIEVY8QOfYWZFsSCAwIoKfOAzEVpsgtCnPnqH3nLptOL4s3imxaVCi8lJdj6KWfVas4udb5jdZoUAAuMhEG9b2wvey+PRc3qJAAIIIIAAAggggAACCIyCAH1AAAEEEEAAAQQQQAABBBBAYPUE0rB21WsySsNqfvzbZQQIjJmA7bke21a+KNdaambFE44r9M7rCz3rhOZA8Ff/sE2EFef42EAAgRUWiOPL+/NxJpo99dE7m9DiceXcTIudqlTVqVSVJTMtigWBdgrE3x4xu2KUdo6QUSGAwFgL0HkEEEAAAQQQQAABBBBAAAEEEGi/ACNEAAEEEEAAgcMWGFpgMcJMh90L7ogAAiMtYHuuf7aVL8r1grBikVIdBHrSo0q944ZSZ/bDip/cqg/+IzMrigUBBIYi0G/0r/Nx5q8+2cy0eMqjdupnL5tWHI8Wz7Q4P7QYs8IWRaqPZ3FMq49tUc02ant2ixUCCIy6QLxbbcv2qHeV/iGAAAIIIIAAAggggMBRCPAQBBBAAAEEEEAAAQQQQAABBBBoj0A6yFC4GQEEEKgF7MEH/7aVL8r1XFixDvzMhhVPfHSEFdPczIrv++Q2ffCzO+p2qBBAAIFhC3zws9sVM7rGfp42G1qM41KEFrudjroxy2IunaqqA9ZFSqqPYRFadD6y1UWyrf5iD7b7t7FGAIHRE4g5nWN2xSij1zt6hMDIC9BBBBBAAAEEEEAAAQQQQAABBBBovwAjRAABBBBAAAEERkYgjUxP6AgCCIycgD0I6thWvijXc2HFVBQqo5SFTn5MpXfckHTm8c0w3veJbfrQZ5lZsdGgnlwBRr7aAjGja3+mxacet1NvuXSjTnp0qQgtTnW7C0KLVVWqSEkRWkzJ9fGtri3ZuVKz2IPt5hZqBBAYNYF4m9pe8N4dtT7SHwQQQAABBBBAAIE2CzA2BBBAAAEEEEAAAQQQQAABBBBovwAjXCmBtFINLW6H2U0Wi3AdgfESsD3XYdvKF+V6LqwYAZ8ipXqWsic/ttLbr7fOeKLq5b0f36YPfY6wYo1BhQACqy4QMy2+9xPN10M/9bhds6HF4oDQYnw9dD+0mIpC8fXQKR/X4lhXH/Oimu297dktVgggMIoCvZ4Uf39EGcX+0adlCvBwBBBAAAEEEEAAAQQQQAABBBBovwAjRAABBBBAAAEEEJgYgTSskdp8sD8sW9pFYNgC9uD9a1v5olzPhRVTUczNrPiUx0VYMen02bDiX35iqz78ecKKw36OVqp92kGgrQIf/tx2/eXHt9bDe8pxu/Szl83o5MccOrQYQeyUXB/rHEc9S3au1Cz2YLu5hRoBBEZFIN6dthe8Z0elb/QDAQQQQAABBBAYBQH6gAACCCCAAAIIIIAAAggggAAC7RdghAiMi8DQAou9cRGgnwggsEDA9tx12/mDfynXdYCnDvIUhYqU6pkVn/LYUm+/Pum0JzTv+Pd8fKs+8rkdYkEAAQRGQeAjn98xF1p88iPj66Gn9eTHFOp2O5r/9dD9mRbLfHwjtCgWBMZSIH4TidkVo6zBANglAggggAACCCCAAAIIIIAAAgi0X4ARIoAAAggggAACCCCAwAoJpBVq54BmfMAt3IAAAqMuYA/eubaVL8r1AWHF+ArVpz2+0jtuKPTMx0dEQHrP32/TRz+/0mHFURejfwggMOoCEVp8z8e31d188iN36S2XTuspjy3q0GK301GnKlV1KkVosSyLevbYfmjRdn0MzCvZVn+xB9v921gjgMDaCsTb0vaC9+ra9oi9I4AAAggggMCRCXBvBBBAAAEEEEAAAQQQQAABBBBovwAjRAABBBqBoQUWe71mB9QIIDAeArbnOmo7f+Av5fqAsGIEep76uGZmxWfMhhX/4u+36qNf2C4WBBBAYBQFPvr57XWoOvp28mxoMY5jU1NdrZuaUjcCi1HKsp49tkhJEVosirx2HAlzsWTnSs1iD7abW6gRGGGBCeha/O0RsytGmYDhMkQEEEAAAQQQQAABBBBAAAEEDhTgFgQQQAABBBBAAAEEEEBgTATSsPrJ5/jDkqXdURJoS1/sQfDGtvJFuV4yrHjK4zt6x/VJT39ck0p+999t1d98gZkV2/JaYBwItFUgQtXv/vut9fBOekQz0+LTHleq2+1oqtvV/NBizCJbpKR+aDHFdhwVLdm5UrPYg+3mFmoEEFgrgXg32l7wHl2rvrBfBBBAAIF2CjAqBBBAAAEEEEAAAQQQQAABBBBovwAjRAABBBBYHYG0OrthLwggMKoCtue6Zjt/0C/lesmw4tMeX+kd11unzgsr/u0XCSuKBQEExkLgb7+wQxGyjs6eeOxOvfmSjTrl8QcPLZZFoQgtpuT6mBjHRluyc6VmsQfbzS3URyHAQxBYtkAvtxCzK0bJm1wQQAABBBBAAAEEEEAAAQRGT4AeIYAAAggggAACCCCAAAIIIFALEFisGdpaMS4EDi1gD4I2tpUvynUdzKkDOkWhIiXFbGOnPKHUO6+3TpkNK976sS0irCgWBBAYM4E4bv35x5qZFk98xC69+eIN+biWtNRMi2VZiNDimD3BdHdiBerfYXJle2INGDgCCEy6AONHAAEEEEAAAQQQQAABBBBAAIH2CzBCBBBAAAEE2iGQhjUMZjcZliztIrAyAvbgA33byhfl+oCwYgR2Tnl8ofga6FMe1+z71o9t1d/dubO5Qo0AAgiMmcDH7tyhfmjxSY/YrTdfOq1TH1doaqqrqW5H878eOo6BZVEoFbkw0+KYPdN0d5IEej0p/v6IMknjZqwIIIAAAgi5D2lnAAAQAElEQVQggAACCCCwggI0hQACCCCAAAIIIIAAAggggAACqyKQhrUX2w/ZNHdAAIG1EbAH70/byhflWimlXKxUFPWsYjGz4tOfWOkd1xc65bGql1v/NsKKO+ptKgQQQGBcBSK0GOHr6P+Tjt2tN12yUac+LmlqakpT3e4BocUiJTmXlCw7F+Viyc6VmsUebDe3UCOAwGoJxLvP9oL35Grtm/0ggMDhCXAvBBBAAAEEEEAAAQQQQAABBBBovwAjRAABBBBAAAEEDkcgHc6djuY+vaN5EI9BAIGhC9ie24ft/MG+lGstDivGrGJPf2Kpd1yf9LTHNu/oW/5mi/7unwgrigWB0RKgN0cp8Hd37lCEsOPhMdNihBaf/vikbrdzQGgxAtxlUShCi0WR6mOm4+hpyc6VmsUebDe3UCOAwGoIxG8qMbtilNXYH/tAAAEEEEAAAQQQQGANBNglAggggAACCCCAAAIIIIAAAgi0X2AiRpiGNUo+rh+WLO0icPQC9uCdaVv5olzXwZuYNSwVRT2zYoQVn1GHFa2nPiYiANLNf7tFf//PO49+5zwSAQQQGEGBCGHH8S26dsLsTItPf0LMtNjVVLejbqdSVVVzx8Z+aLE+ZqZUH0PrY2lU0UgutnPNBQEEVlMg3na2ZXs1d8u+WiXAYBBAAAEEEEAAAQQQQAABBBBAoP0CjBABBBBAAAEEEEBgFATSsDrRazJOw2qedhFA4AgF7MEH+LbzB/pSrpcMKz7z+PgaaOspj1a93Pw3W/TxfyKsWGNQHbkAj0BgxAXi+BbHuejm8Q/frbdcOq2YaXFqaqoJLXarOrRYlWVel3V4MRVFPn46l1QfS/NhVbbVX+zBdv821gggMDyB+NsjZleMMry90DICCCCAAAIIIIDAIQX4IQIIIIAAAggggAACCCCAAAIItF+AESKwAgJpBdpYsgk+p1+ShRsRWBMBexCcsa18Ua7roE1KViqKOoATMyuedkKpd1xvPXk2rPhnH92qjzOzolgQQKDdAnGc+z/5eBejfOLDduvNl2xUM9PiILTY6XTUDy0WKdXHzhTH0JTqY2p9bI0qGsnFdq65IIDAagjEu822bK/G7tZkH+wUAQQQQAABBBBAAAEEEEAAAQTaL8AIEUAAAQQQQAABBBCYBIE0CYNkjAhMsoA9+ODedv4gX8q1Ukq5WKko5sKKp9dhxaSTH9VMkfpnH9miT35ph1q+MDwEEECgFvhEPt7FcS+uPDFmWrxko57xxKT+TIudTqmyKgktBhAFgRETiN9cYnbFKCPWNbqDAAIIIIAAAqMjQE8QQAABBBBAAAEEEEAAAQQQQKD9AowQAQTGQIDA4hg8SXQRgaMVsD33UNvKF+Vag7BiGoQVjy/09uusk46Lj/yl/x1hxS/vFAsCCCAwSQKfzMe9P/volnrIT4iZFi9er2c+0XOhxW6nIrRY61AhsFhgba/Xv+PkyvbadoS9I4AAAggggAACCCCAAAIIINBqAQaHAAIIIIAAAggggAACCCxfYGiBRWY3Wf6TQwsI1AJHWdmDD+xtK1+U63lhxUJlUaosC50RMyvekHTSo5qd/e8Pb9E/fJmwYqNBjQACkybwyS/t1J9+pB9a3Ks3X7xBpx2fFoYWy3LBTIvuz1qb146jrSU7V2oWe7Dd3EKNAAIrKdDrSfH3R5SVbJe2EEAAAQQQWFUBdoYAAggggAACCCCAAAIIIIAAAu0XYIQIIIAAAhpaYNHmg3leXwislYA9eP/ZVr4o14vCikUdVnzWkyq944akE49revunH96sf/gKYcVGgxoBBCZV4FNf3qk4Hsb4H/+wJrR4+glJU1NdTXU7ed1RVVWqIrhYlSqLQqnIJVkxi63jqGvJzpWaxR5sN7dQr6YA+2q3QLy7bC94z7V7xIwOAQQQQAABBBBAAAEEEEBgKQFuQwABBBBAAAEEEEAAAQQQGH2BNKwu9obVMO2OmgD9GTEB23M9sp0/uJdyXQdoUgRpiqIO1pRlobNOrPT266QnPbJ5x/7Jh7foU1/ZJRYEEEAAAdXHwzguhsXjjtlTz7R4+vyZFruVqnmhxSIlpaJQimNtSvWxNx+GZTuaqIs92K5voEIAgRURiN9kYnbFKCvSII0ggAACCCwlwG0IIIAAAggggAACCCCAAAIIINB+AUaIAAIIIIDA0AXSsPbAx/HDkqVdBA4uYA/eebaVL8q1YravFAGaoqjDilVV6uyTmrDiCbMzK/7xh7bo08yseHBcfoIAAhMpEMfFP8nHxxj8Y9c1ocUzTrC6MctiLt3uSoUWYw8UBBA4WoH6d55c2T7aJngcAggggAACCCCAAAIIILAKAuwCAQQQQAABBBBAAAEEEEAAAQTSsAh6Mc3JsBo/kna5LwITImAPPqC3rXxRrpcOK55Y1jMrHv/IBuePP7hZn/nqzuYKNQIIIIDAAoFP5+NjhLrjxsces7eeafHMEwpCi2JBYHQE4m+PmF0xyuj0ip4ggMCqC7BDBBBAAAEEEEAAAQQQQAABBBBovwAjRAABBBBAAIGxFxhaYDHCUmOvwwAQGBMB23M9ta18Ua7nhRXT3MyKzz4pworWEx+hevmjCCt+ja+BrjGoEEDgoAKT/oMIdf/xhzbXDI9Zt1dvvmSDzjw+aWqqq6nZmRbLslQVpSrrY24qinwcdi6pPibXx+ao1Cy2mw1qBBBYtkC8m2zL9rLbogEEEEAAAQQQQAABBCZZgLEjgAACCCCAAAIIIIAAAggggED7BdZ6hGmtO8D+EUBgeQL24IN52/mDeinXdUCmKJKKslBZlKqqUuec3IQVn/CIZgrUP/rgFv0jYUWxIIAAAocj8Jmv7tIffrAJLT56ao/eculGnXm850KLU1OdfKytFKHFsj72FkpFLslKKdXH5nyYlm31F3uw3b+NNQIIHLlA/GYTsytGOfJH8wgEVk2AHSGAAAIIIIAAAggggAACCCCAQPsFGCECCCCAAAIIIIDAQwikh/g5P0YAgREWsAdBF9vKF+W6DsaklLdyKVKhCCueOxtWfPyx8ZG+9Id/HWHFnSM8OrqGwJEIcF8EVkfgs1/bVR8/Y2+PmtpTz7T4rBM0F1rsdqt8zM2lLEVoMZQoCKyOQP07UK5sr84O2QsCCCCAAAIIIIDAGgmwWwQQQAABBBBAAAEEEEAAAQQQaL8AI2y7wNACi8xu0vaXDuNbawF78IG8beWLcj0XVkxFmptZMcKKb7tWetzDm7Di//zAZn3264QVxYIAAggchUAcP/9XPo7GQx81tVdvvnijzjphMNNiE1os1Z9psUhJqSiUknNJ9bG6PmZHpWax3WxQI4DAUQn08q848fdHlKNqgAc1AtQIIIAAAggggAACCCCAAAIIINB+AUaIAAIIIIAAAggggMAaC6Rh7d/mg/dh2dIuAvbg/WVb+aJc10GYoohgTJoLK5735PgaaOlxx6peIqz4+W/sqrepVk+APSGAQLsEPpePo/3Q4nFzocX5My12VFVNaDHWRYpjc5GP084l1cfs+tgdlZrFdrNBjQACRywQ7x7bsn3Ej+UBCCCAAAIIIIDASgrQFgIIIIAAAggggAACCCCAAAIItF+AESKAwPIE0vIefvBH9w7+I36CAALLELAHH8Tbzh/MS7muAzCLw4rnz4YVH/tw1csf3LFZhBVrCioEEEBg2QIRWowQeDT0yPh66Is36uwnad7XQ3dUVc3XQ1dVqTJmWYzCTItBRkHgaAQO+pj42yNmV4xy0DvxAwQQQAABBBBAAAEEEEAAAQQQGAcB+ogAAggggAACCCCAAAItFxhaYNEth2N4CKyFgD14Z9lWvijXC8KKRSoUwZjnPLnQ26+XHvOwpqd/cPsmfeGbu5orB9TcgAACCCBwNAIRAv8fd2yqH/rIeqbFDXr2gtBilY/JuZSlyrIgtFhLUSGw8gL170S5sr3yjdMiAggggAACrRJgMAgggAACCCCAAAIIIIAAAggg0H4BRogAAgiMtsDQAou9mOZktMdO7xAYKwF78AG8beWLcr1kWPGCp5R6+/XWo49phvg/7tisL9y1u7lCjQACCCCwogJf/OZuxXE2Gn1Ed5/efPEGnXOi5820WBFaDJxJKIxxzQTib4+YXTHKmnWCHSOAAAIIIIAAAggggAACCEyGAKNEAAEEEEAAAQQQQAABBBBYlsDQAosRplpWz3gwAvMEJn3T9hyBbeWLcj0XVnSy+jMrXjgbVnxUP6x4+2Z9kZkVxYIAAggMUyCOs7+fj7exj2O7+/Smi9br3JMWhxZLdaqKmRYDiYLACgs4t2dbtvMWFwQQQACBcRag7wgggAACCCCAAAIIIIAAAggg0H4BRogAAgggMNkCQwssTjYro0dg5QTswQfvtvMH8VKulVJSUSSlXMqiVFWVuvCpzcyKx61rpjj9vds26Yt37RILAggggMDwBe7Mx9vfz8fd2FM/tHjebGhx3VS3nnExjtXV2n09dHSNgkArBeI3n5hdMUorB8igEEAAAQQQQAABBBBAAIHDF+CeCCCAAAIIIIAAAggggAACCIy0AIHFFXl6aASB4QjYrhu2LTuKlJyU5oUVi1TUYcWLnlbq7ddKj+yHFd+/Sf909+768VQIIIAAAqsjcGc+7v5+Pv7G3h7e2ac3XrRe558sdbsdTeUS606n0sLQYsrHdeeS5Phnyc6VmsUebDe3UCOAwGKBeJvYXvDeWXwfriOAAAIrI0ArCCCAAAIIIIAAAggggAACCCDQfgFGiAACCCCAAALDFEjDapzZTYYlS7uTImC7HqrdX6sOK9qem1mxH1a8+GlVE1ac/Rro333/Zv3TtwgrigUBBMZLoCW9vTMff2OG2xhOE1rcUIcWp2KWxW5HEViMMggtlorZclOyIpBu5X+W7FypWezBdnMLNQIIzBfo9aT4+yPK/NvZRgABBBBAAAEEEEAAgREUoEsIIIAAAggggAACCCCAAAIIINB+gUOMcGiBRZsP1g/hzo8QOKSA3bx/7P5acvzL14siKYItRSpUVaUujpkVr+vpEetUL7/7/k3652/tqrepEEAAAQTWRiBmuP3v799c7/xhVcy0uEHnn9RThBbXTXXnQoudqlJZFioLQos1FhUCRyng/Djbsp23uCAw2QKMHgEEEEAAAQQQQAABBBBAAAEE2i/ACBFAAAEEEEAAgXEWGFpgsTfOKvQdgTUUsJsP2u3+WnL+l1I6cGbFUwq94zrp2CnVy3//qwgrMrNijUGFwMoL0CICRyTwpW/tUhyX40H90OJz5oUWu91OHTwntBhCFASWJxB/e8TsilGW1xKPRgABBBBAAAEEEEBAECCAAAIIIIAAAggggAACCCCAQPsFGOEaCgwtsOg1HBS7RmBcBezmnWP315Lzv/lhxZiFK2ZWvOSUQu+8znr4bFjxd/5qk750D2FFsSCAAAIjJBDH5Tg+R5eOiZkWL96g55y0v55phSutSwAAEABJREFUcarbEaHFkKEgsHyB+NXJzr815bL81mhhuAK0jgACCCCAAAIIIIAAAggggAAC7RdghAgggAACCCCAAAIIHFxgaIHFXkxzcvD98hMEEFgkYLu+xe6vpeSkxWHF+OrQS08t9Y7rrYd164fot9+3SV8mrNhgTHLN2BFAYCQF4vj8O/k4HZ1bV+7TGy/eoAtipsVuV1OEFoOFgsCyBeJvj5hdMcqyG6MBBBBAAAEEEEBg1AXoHwIIIIAAAggggAACCCCAAAIItF+AESLQYoGhBRZnM1ctpmNoCKycgO26Mbu/Vh1WtK2iSEq5xMyKEVZ87jMqvf0662Ed1ctvvXdGX7l3d71NhQACCCAwmgJfzsfp337fTN25deV+vfHi9brwyT1NEVqsTagQWK6AcwO2ZTtvLe/CoxFAAAEEEEAAAQQQQAABBBBAoP0CjBABBBBAAAEEEEAAAQTWTmBogcW1GxJ7RmC8BOzmg3W7v9ZBw4qXP6PS266VHtZppjD9rfdu0le/vWdcBkw/EUAAgYkW+Mq9e/RbszMtTs2GFi96Sq8OLXY7HUWpqlKdqlJZFoqgegTWU7JSSnL8s2TnSs1iD7abW6gRmEyB+M0oZleMMpkCjBoBBBBAAIGREqAzCCCAAAIIIIAAAggggAACCCDQfgFGiAACCBy1QDrqR/JABBBYtoDdBE3s/lpy/MvX+zMrFqmogyuXP73Q266TjqniI3npN+uwIjMrigUBBBAYI4Gv3ru7Pn5Hl7tFM9PixU/pad1UV1NTHXW7HRFaDB3KwQX4yVIC+Vcn2a7LUj/nNgQQQAABBBBAAAEEEEAAAQTGS4DeIoAAAggggAACCCCAAALtFRhaYJHZTdr7omntyFZ5YLbrPdr9teT8L2bRKoqkmFUrZteK4MrznlHqbddZ68rZsOJfzuhr3yasKBYEEEBgDAXi+P2b+TgeXe+k/Xr9Ret1yVN7g5kWDxJarM8NKeUzRT5bWLJzpWaxB9vNLdQITJZAL/+KFH9/RJmskTNaBBBAAIGjEuBBCCCAAAIIIIAAAggggAACCCDQfgFGiAACCCAwsgJpWD2z+eB8WLa0O/4CdvP+sPtryflfSkl1IKVI9VeBxleCXlGHFaV1lerl198zo699Z0+9TYUAAgggMJ4CcRz/jXw8j97HTIuvv3C9Ln1ar55pMb4aOkoE1hd/PXR9jsjnijhnxCnEdjRRF3uwXd+wRhW7RWAtBOLVb1u212L37BMBBBBAAAEEEEAAAQQQmDgBBowAAggggAACCCCAAAIIIIDA0QoMLbDYO9oe8biDCXB7SwTs5oN0u7+WkpNSSgeEFa98Zqm3XS9Nlc3gf/09m/SN+/Y0V6gRQAABBMZa4Ov5eN4PLXaK/XrdBQ/q0qfub0KL3Y7mhxYjvFikQjH7blEkpZTk+GfJzpWaxR5sN7dQIzAZAvG3R8yuGGUyRswoEUCg5QIMDwEEEEAAAQQQQAABBBBAAAEE2i/ACBFAAAEEEJhYgTSskfNx+bBkaXecBezmnWH316rDirYPCCtedVqpt10ndQvVy6/9xYy+cd/uepsKAQQQQOBoBUbrcRFa/LXZmRY7RU8x0+JlT9s/CC12O4qwYlWW9bpIhQgtjtZzSG9GQyD/KlWHd22PRofoBQIIIIAAAggggAACCKyxALtHAAEEEEAAAQQQQAABBBBAAIFRFUgr1rFFDfVimpNFt3EVgUkWsJsP0O3+WgcNKz7/tEpvu9bqzAsrfvN+Zlac5NcPY0cAgfYKfPO+PYpQeoywqkOLG/TcU3pNaLHTUfcgocWULGZaFAsCtUD87RGzK0apb6BCAIHhCtA6AggggAACCCCAAAIIIIAAAgi0X4ARIoAAAggggAACQxJIQ2pXs5msYTVPuwiMjYDt/H5w3V+7v9ZBw4pXn17VMytGaCUe9N/+YkaEFUOCgsBkCDDKyRSI43wc72P0Zdqv113w3QWhxalut55hcf5Mi0VZNLPzpiTHP0t2rtQs9mC7uYUagfYKxKvd9oL3QHtHy8gQQAABBBBAAAEE2iDAGBBAAAEEEEAAAQQQQAABBBBAoP0CjHBpgbT0zdyKAAIrIWB7rhm72Y5Vcqo/UC+KpPhqz7IoVZaFXnBGqbdd21OZmilK/9u7p3UXMyvOGbKBAAIItFkgjve/+u6Zeohlkl5fhxYHXw8docVOp9L80GKcQ+pzCaHF2o1qcgXiN6eYXTHK5Cow8nkCbCKAAAIIIIAAAggggAACCCCAQPsFGCECCCCAAAIIIIDAmArkj8PHtOd0G4ExErAfOqz4wjNK/dI1PRWz78pf+fNp3fXA3jEaJV2dDAFGiQACwxS4+4E9+tV8/I99xPngDRc+qOeeuk9T3Y66UTodEVoMHQoCCwXiVy3b9X8IWfgTriGAAAIIIIAAAggcnQCPQgABBBBAAAEEEEAAAQQQQACB9gswQgTWRmA2GrXyO2d2k5U3pcXxErBdd9jur6WlZlasqlIvOrPSL10rFcn1Y95164y+9V3CijUGFQIIIDBhAnfn4/+v5PNADDtOC2+8cIMuP3Uw02KX0GLQUBBYINDrSfH3R5QFPxjVK/QLAQQQQAABBBBAAAEEEEAAAQTaL8AIEUAAAQQQQAABBBBAYEmBoQUW7SZ4teReuRGBlgvYzevf7q910LDiC88oFDMrRiglWCKseM+De2KTchQCPAQBBBBog8C38nngXX8+Uw/F6ukNFzyo5z5tr9ZNdedmWozAe1WWinWRCqUiqcglpSTHP0t2rtQs9mC7uYUagfYIxKvb9oLXfHtGx0gQQAABBBBAYCkBbkMAAQQQQAABBBBAAAEEEEAAgfYLMEIEEGinQBrWsHrDaph2ERhxAdt1D+3+WkuGFcuy0IvOLPS2a5U/XFe93HTrtAgr1hRUCCCAwMQL3PPdPYrzQkDEKeWNF63X5acQWgwPytAFxm4H8bdHzK4YZew6T4cRQAABBBBAAAEEEEAAAQQQWBsB9ooAAggggAACCCCAAAIIrInA0AKLXpPhsFME1k7AtmzXHbD7a9VhxZjtKma+SkVSWZSKsOKLn1Xql65RvcSH7DfdMq17H9xbX6dCAAEEEEAgBOK8EOeHOE/E9TdcuF7PO7UJLU5NdTXV7arTqcRMi6FDmWSB+NXL9tzvYpNswdgRQAABBEZFgH4ggAACCCCAAAIIIIAAAggggED7BRghAggggMDRCAwtsNjrf7J+NL3iMQiMmYDtuR7bzXaskpMirOjk+ms6+2HFlzyr0n/phxXze+Vdt8zo3vWEFcWCAAIIIHCAQJwf6tBiPl/ED19/wXpdceq+BV8PPXGhxYCgIDBPIP72iNkVo8y7mU0EEEAAAQQQQAABBBBAAIFxFqDvCCCAAAIIIIAAAggggAACrRQYWmAxwlqtFGv5oBje8gTsQ4cVq6rUS88q9Z+vaVIn+/On6zfGzIrr9yxvxzwaAQQQQKDVAt9ev1cRWozzRgz0dRc8qCtmZ1rsdjvqdjrMtBgwlIkViN/AbDPD4sS+Ahg4AggcjQCPQQABBBBAAAEEEEAAAQQQQACB9gswQgQQQAABBEZRYGiBxVEcLH1CYBgCtutm7f5aWmpmxaos9NJnFfpP31vfXfv2SzfePKPvbGBmxUaEGgEEEGiNwFAG8u18vrjxlpn6/BE7eN0F63XVMw4+02LM6puKVM/wm1Kqz01xqrI9F+qyHU1REBh7gfivIDG7YpSxHwwDQAABBBBAAAEEEEAAgXERoJ8IIIAAAggggAACCCCAAAIIIHAUAmMWWDyKEfIQBIYoYDdBD7u/Vh0IiWCIk+uQSARGIqz4vWeX+sV+WHGfdNOt07pvI2FFsSCAAAIIHLbAfRv21uePffk8Eg/6mfMf1FVP36t1U10tnmmxLAsVqVA/tGi7PkfllWKxHau58GJ9hQqBMRWIl7NtXs9j+vzRbQSWFuBWBBBAAAEEEEAAAQQQQAABBBBovwAjRAABBBBAAIFJFEjDGjSzmwxLlnZHQcAefCBuu+5SrJacWbEq9b3PrvQfX1rfTXv393TjrRsVoZPmFmoEEEBglQXY3VgLxPkjziNxPomB/Mxz1uv5zxiEFjtVpU6nUlWWqvI5aHFo0cr/HI+U7GbDbtZiQWBMBXo9Kf7+iDKmQ6DbCCCAAAIIIIAAAgisvAAtIoAAAggggAACCCCAAAIIIIBA+wXGcIRDCyzafPA9hq8HunwYAvbgtW0327E6WFjxmrNL/ceX5E/Rc9t79vV0083Tun/j7NRY+TYuCCCAAAIIHKlAnEfifBLnlXjsT5+/Xlc/swktTsVsi53OQUOL9SzAsuLcFY+1Hat8vVnXV6gQGDOBePXa5nU8Zs/buHeX/iOAAAIIIIAAAggggAACCCCAQPsFGCECCCCAAAIIIIDAygsMLbDYxLNWvsO0iMBaCtie273dbMdqybBiWeiaswv9h35Yca90080zun+asOIcIhsILC3ArQggcBgCcT6J88qefH6Ju//Ueev1gtnQYrfbUXc2tBgzLsZMi2VRKhVJRS4pJTn+OR4p2c2G3azFgsCYCcTfHjG7YpQx6zrdRQABBBBAAAEEJlmAsSOAAAIIIIAAAggggAACCCCAQPsFGCECBwikA25ZoRv4uHuFIGlmJAXs5hUeq4OFFa89J8KKTfd37+3pxls26oGZ2VRJczM1AggggAACyxKI88qNt0wrzjPR0E/WocU9WhezLM6GFiOsGF8PXZaFCC2GEqWNAvE7me258G0bx3jkY+IRCCCAAAIIIIAAAggggAACCCDQfgFGiAACCCCAAAIIIIDA+AkMLbDY640fBj1G4FACtusf2/21dLCw4nXnlPr3L3Z9/117errx5ml9d4aZFWuQNlSMAQEEEBghge/O7FWEFuN8E936yfM26IWn7T3s0GKcy2ZPbXNhL7s5h0V7FATGQSD+9ojZFaOMQ3/pIwIIIIAAAgiMiQDdRAABBBBAAAEEEEAAAQQQQACB9gswQgQQWHWBoQUW+Zx71Z9LdjhEAbsJbtj9tQ4aVrzhvEr/7sVNZ3bt7tUhkgc3EVZsRKgRQAABBIYh8ODMvvp8E+edaP81567Xi+aFFqe6XXU6leLroRfPtGi7PqfllWKxHau58GJ9hQqBIQisZJPxqrXN63YlUWkLAQQQQAABBBBAAAEEEEAAgRUQoAkEEEAAAQQQQAABBBBAYLHA0AKLi3fEdQTGUcAefPBtux5CrGI2qpSSnKyiSPVXbFZloRvOK/VvXtRML7pz937deOu01q9+WFEsCCCAAAKTJxDnmzjv7NzdnIdeXYcW9xww02I/tFikQimfw4pcbKv+58bNbjbsZt3cSo3A6Ar0ctdidsUoeZMLAggggAACkyLAOBFAAAEEEEAAAQQQQAABBBBAoP0CjBABBBBonUBq3YgYEAIrJGAPQhp2sx2rflgxLQorvvy8Sv/mRZikwY4AABAASURBVM3Od+zer5tumSGs2HBQI4AAAgiskkCEFm+6ZVpxHopdvvrcDfqe0/csGVqsqlJFKuTZ81lKidBioM0VNsZJwPlXNduyPU7dpq8IIIAAAggggAACCCCAAAJrLkAHEEAAAQQQQAABBBBAAAEEVlsgDWuHzG4yLNkWtDsGQ7AHH3bbzXas+mHFCHfErFRlUSpmVnzZeZX+1ezMitt39XTjzTNav3nfGIyULiKAAAIItE0gzj835fNQnI9ibD9xzga9+PS9Bw0txrkszmlFkZQILQYZZQwFej0p/v6IMobdp8sIIIBAewUYGQIIIIAAAggggAACCCCAAAIItF+AESKAAAIIIHCEAkMLLNpNyOsI+8PdERgpAbt5HcdqflixLAuVRVGHFV9+fqV/3Q8r7uwpZrbauIWw4kg9kXQGAQQQaKHAoYa0IZ+HbrxlWtvzeSnu9+PnrNdLTt+jY9ZNaWqqq26no5hhsVNV9XpxaDHOeXHui8fajhUz19UKVKMqEK9S27xOR/UJol8IIIAAAggggAACCCBw1AI8EAEEEEAAAQQQQAABBBBAAIG2CQwtsNgbXyl6PuECtmsBu7+WIrhRzzqVrAgrFimpKkt93/mV/tULm1f7tp37deOtG0VYUSwIIIAAAiMgMB2hxXxeivNTdOdVMdPiabvqmRYXhxbj3DY/tGi7PvfllWKxHSvCYLUC1SgKxG9jMbtilFHsH31CAIGRFaBjCCCAAAIIIIAAAggggAACCCDQfgFGiAACCCCAAAIjJjC0wGLzsfaIjZbuIPAQAnbzyrX7a9WBjX5YMb4us0jFbFix0L+cDStujbDiLdOa3rL/IfbAjxFAAIFJEWCcoyAQ56WYaTHOU9GfV52zUS+ZDS12u50FMy0SWgwhyrgKxK9utgnVjusTSL8RQAABBBBAAAEExliAriOAAAIIIIAAAggggAACCCCAQPsFVnaEQwss9mKak5XtK60hMDQBe/ABt+16P7FaPLNizD5VlYV+4IJK//KFzf227OjppptnNLOVsGINR4UAAgggMFICcX6K89TWfL6Kjv3YORv10tN3LzHTYlnPIhznulQkFbnYroP7eaVY7ObcZzfruI2CwCgIxN8eMbtilFHoD31AYMUEaAgBBBBAAAEEEEAAAQQQQAABBNovwAgRQAABBBBAAIEJExhaYJHPsSfslTTGw7UHoQu72U7JdUAjpSTn7QhtFCkpwoqvuKDSL1zdJHK3bN+vm27ZqJlt+8SCAALjJUBvEZgkgThP3ZjPV3HeinH/6LM36Joz9ywKLVbqVOURhRbt5rwZbVIQWEuBeCXaZobFtXwS2DcCCCCAAAIIIDCiAnQLAQQQQAABBBBAAAEEEEAAAQTaL8AIx0sgjVd36S0CKytge65Bu9lOyYp//bBiWRYqi0JVWeoVF5T6+dmw4ubt+3XjLdPatG3/XBtsIIAAAgggMKoCcb66KZ+34vwVffyRszfomjN2z4UWp7odVVWlTi7Nua9UKg4902K0Q0FgFAR6uRMxu2KUvMll9QTYEwIIIIAAAggggAACCCCAAAIItF+AESKAAAIIIIAAAgggsKICBBZXlJPGxlXAdt31Q4UVf+iiSj9/dX03bd62XzfePK1+6KO5lRqBlRSgLQQQQGDlBTbNhu3jPBat//DZG3Tt7EyL3W5X3U5HVVUeUWjRbs6h0R4FgbUSiJehbdleqy6wXwQQQAABBBBA4CgFeBgCCCCAAAIIIIAAAggggAACCLRfgBEigMB8gaEFFpndZD4z26MoYDcfaNvN+mBhxZhd8YcurPTWq2LuHmnT1n268daN2rJj/ygOiz4hgAACCCBwSIH4Wuj/99Zpbdq2r77fK89ar2vP3D030yKhxZqFaswEevnXtPj7I8qCrnMFAQQQQAABBBBAAAEEEEAAAQTaL8AIEUAAAQQQQAABBBBAYKwEhhZYtJsQ2Fhp0NmJELA9N/uO7XrMi8OKRXwFZkr1V0G/8qJSb31+/hRc0sy2CCvOaMv25nq+aWIvDBwBBBBAYHwFttYzLc7U57UYxSvP2qBrz9hFaDEwKGMpEL/R2Z77HW8sB0GnEUAAAQQQGFEBuoUAAggggAACCCCAAAIIIIAAAu0XYIQIIIDAagoMLbBInGs1n0b2dbgCtufuajfbKVnxL6Uk5+0IK8asilVZ6ocvLvWzVzUPmd66XzfdPKOtzKzYgFAjgAACCIy1QJzP4rw2k89vMZBXnr1R1525c9mhRdvRHOXwBLjXCgnE3x4xu2KUFWqSZhBAAAEEEEAAAQQQQAABBBBYKQHaQQABBBBAAAEEEEAAAQQQmCeQ5m2v6CYfVa8oJ40dscCBD7AHr0q72U7JBw0r/sjFpd5yZdPOxi37dNMt09q6c39zAzUCCCCAAAItEIjz2o03T2vjlub89kNnTev6Zw1mWpzqdlRVpTq5lGWhsiiViqQI96eUlJw0e0rNa8+J2IPtuRvZQGCIAvGSs73gdTjE3dE0AggggMBICdAZBBBAAAEEEEAAAQQQQAABBBBovwAjRAABBBBok0Aa1mB6Mc3JsBqnXQSOUMD23CPsZjsdIqz4oxdXevOisOI2wopzhmwggAACCLRHYNuu/brplo2KcH6M6geftVE3zIYWu92umtBipU5V1eHFfmgxzqOHCi1GWxQEVksg/vaI2RWjrNY+2Q8CCCCAAAIIIIAAAggg0BoBBoIAAggggAACCCCAAAIIIIDAKgoMLbA4mwlbxaGM167o7doI2AcPK1ZlqSg/enGpN13ZJG43bN6nG2+Z1vZdzfW16TV7RQABBBBAYLgCcZ6L812c92JPr4jQ4lnNTIvdudBinCcLxYyL80OLtpecadG2WBBYLYF4tdlmhsXVAmc/CCBwRALcGQEEEEAAAQQQQAABBBBAAAEE2i/ACBFAAAEEEEDg8AWGFlg8/C5wTwSGK2C73oHdrGNGKMuKWaGcXH+tZVkUivKqSyq9aXZmxQ2b9+vGW2a0g7CiWBBAAIERFaBbKygQ57s478X5L5p9xZkb9bKzF4cWK1VlofmhxaJIsk1oUSxrKRD/tSRmV4yylv1g3wgggAACCCCAAAIIIDAUARpFAAEEEEAAAQQQQAABBBBAAIEWCaSlx8KtCIy/gO06QBEjsR0rHSysGDMrvuqSUm+4Ij7ultZvipkVN2rn7v3146gQQAABBBCYBIE47914y8b6PBjj/YEzNuplB8y0GKHFUmVZqD/TYoQWU0qEFgONsiYC8aue7bnf/dakE+wUgbEVoOMIIIAAAggggAACCCCAAAIIINB+AUaIAAIIIIAAAgiMjsDQAovMbjI6T/Ik9sT23LDtZjslK/7V67wd4YqYVbGqKv34pZXecEXzkAfrsOK0du5uwovNrdQIIIDAUQjwEATGUCDOfzfeMj0ILZ65US8/YKbFUp2qXDDTYpxfDxVatD2GGnR5XAR6+de2+Psjyrj0mX4igAACCCCAAAIItEiAoSCAAAIIIIAAAggggAACCCCAQPsFGOGKCQwtsGjzofSKPUs0dEQC9uC1ZzfbEaKw3MywmNLsrFCFYmbFn7ik0Ouflz/llvTdmX268eZp7drTXM83cUEAAQQQQGDiBOI8GOfDOC/G4L//jI16+bOX/nroct5Miyk5n2uXnmlRebGday4IrLxAvLJsy/bKN06Lay5ABxBAAAEEEEAAAQQQQAABBBBAoP0CjBABBBBAAAEEEEBgcgSGFlgk7jU5L6JRGqk9+JDadv2hdYQn8pbqdUp1WLFIqQ4rvvqyUq97nurlu9N7deMtG7V7L6/eGoRqEgQYIwIIIHBQgV35fHjjrRsV58e40/efvlEvP2uH1k111e12NdXtKGYp7lRVfW4ti1KpSEoPEVqMtigIrLRA/PYWsytGWem2aQ8BBBBAAAEEEGiBAENAAAEEEEAAAQQQQAABBBBAAIH2CzBCBMZGYGiBRY8NAR1to4DtOqyYV8pbdXjCKc0GKgrFzIqveW6p116uenkgwoq3zmjP3voqFQIIIIAAAghkgT17pBvz+fGBmeYE+f1nzuj7zt65KLRYHvHXQ+emuSCwogL173y5sr2i7R5eY9wLAQQQQAABBBBAAAEEEEAAAQTaL8AIEUAAAQQQQAABBBBAYKUEhhZY7MU0JyvVS9pB4CEEbMt2fS+7v5ac/6WU65RUFEllUdTlNZdX+pnnql4emN6nG2+JsCIv2hpklCr6ggACCCCw5gJ7YqbFm2d0fz5fRme+74xpff+zF4cWK1VlUZfDmWnRdjRFQWDFBOJvj5hdMcqKNUpDCCCAAAIIILB6AuwJAQQQQAABBBBAAAEEEEAAAQTaL8AIEUAAgVmBoQUW+Rx6VpjV0AXsQejBbrZThBQXhRVjVsUILP5khBUva8KJ923cqxtvmdbefc31oXeWHSCAAAIIIDCGAnGevCmfL+/P583o/stPn9YPLBVarMrZ2Ywf+uuhbct2NEcZssAkNB+vJNu8pibhyWaMCCCAAAIIIIAAAggggAACSwpwIwIIIIAAAggggAACCCAwLgJDCyyOCwD9HG8B23MDsJvtxWHFsp7xqaxnVvyp51X66dmw4nc27FWELyKEMdfIkW1wbwQQQAABBCZGIM6XEfK/L58/Y9AvOz1Cizu0bqqrbrerqW5HVVWpU5WHHVqMduzm/B3bFASOViD+60nMrhjlaNvgcQgggAACCBxCgB8hgAACCCCAAAIIIIAAAggggED7BRghAggggMAqCRBYXCVodrPyAvYg4GBb+aKlwooxq2KUn76i1E9dGh9nS/2w4r79K98vWkQAAQQQQKCtAnHejNBinEdjjC87fUavOKf/9dCdOrTY6XSOMLSofA63WBBYjkD8Hmib19JyEHksAggggAACCCCAAAIIIDBUARpHAAEEEEAAAQQQQAABBBBAoBFIzWrla2Y3WXnTI26xxQ+wPTc62/nDaeWS17JSSnIuRZFUpFTPrPgzz6v0k5eoXr69fo9uvGVG+5vsYn0bFQIIIIAAAggcnkCcP+M8+u3ZmRZvOG1aP3jOTh2zbp263Y66nUqd2dBiFbMtFqVSPienlM/TtpLzedqqF3t2o75GhcDRC/Ty73Xx90eUo2+FRyKAAAJjLEDXEUAAAQQQQAABBBBAAAEEEECg/QKMEAEEEEAAgZYIpGGNw+YD6GHZTnq79uC1ZVv5kktey0op5WJFWLEsSlVlqddeUek1szMrfnv9Xt1064z4MFssCCCAAAKHKcDdDhSI8+hNt0wrzqvx0+tPm9Yrnr1d66am1O121Z0NLVZlofmhxTg/214ytGhbLAgcrUC8emzL9tE2weMQQAABBBBAAAEEEEBgwgUYPgIIIIAAAggggAACCCCAAAIIrI7A0AKLvYfuP/dA4IgF7MGH0HazbVvxL8KKTlbM4tSEFQu99opSr76keTXeu36vbrxlWjEDj1hT7AaFAAAQAElEQVQQQAABBBBAYFkCcT6N82qcX6Oh60+b0Q+du0PrprpaHFosy0Jxbo5zdIQW45y91EyLtqMpCgJHLBC/7UWQNsoRP5gHIIDAagiwDwQQQAABBBBAAAEEEEAAAQQQaL8AI0QAAQQQQAABBA5LYGiBRT5uPix/7nQEAvbgVWU32yl5NqyY13k7QhARiIgZnV5XhxWbHdzz4F7FTFDNNWoEEECgTQKMBYG1FYjz6735PBu9uO6ZM3rleQeGFjtVqbIsVKSi/o8FzufsQ4UWbUdzFAQOWyBeMrZl+7Afwx0RQAABBBBAAAEEEBgvAXqLAAIIIIAAAggggAACCCCAAALtF5iMEaZhDTNm3RlW27Q7eQL24MNn2/WH0Snltax6nZKKItWzN0VY8fVXVvqJS1Qv3/ruHr3r1ul6mwoBBBBAAAEEVl7gpnyevSefb6Pla58xox+eCy121P966Agt9r8eOs7ZzufxlM/fMdNiytvxWNuxqos92K5voELgEALxt0fMrhjlEHfjRwgcXICfIIAAAggggAACCCCAAAIIIIBA+wUYIQIIIIAAAggggMBICAwtsMhnzCPx/LaiE/YgsGBb+dIUWRF0cEr1rE1lUSjCim+4qtSPXxxfDChFWPFX/nxGLAggsHYC7BkBBCZD4F35fBvn3RjtNXVocbvWTU2p210YWoyZFmM25AgtpmTZucj5nG7FYjfrxdtxnYLAwQTiVWNbtg92F25HAAEEEEAAAQQQGLIAzSOAAAIIIIAAAggggAACCCCAQPsFGCECKyEwtMDiSnSONhCwBx86284fQiuXvJbVhBVdz6xYpKSqLPXGq0q96iLVy90P7BVhxZqCCgEEEEAAgVURiPPu3d/dW+/rmmds0o+cv13HrFunqamulpppMRXNDMl2/9zu+rF2s66vUCFwGALxX1VidsUoh3H3cbwLfUYAAQQQQAABBBBAAAEEEEAAgfYLMEIEEEAAAQQQQAABBCZCgMDiRDzN4zlIexBWsK18ySWv5QVhxWZmxVJven6pH5sLK+7Rr76br4EWy2EIcBcEEEAAgZUU+NU/n9bdD+ypm/zep2/Sj5x34EyLVVmoqkrFTIsPFVq0XbdFhcChBOJlYlu2D3U3foYAAggggAACEy3A4BFAAAEEEEAAAQQQQAABBBBAoP0CjBABBMZBYGiBRWY3GYenf3T7aA8+bLZdf/hs57W8KKxYKmZWfPPVlX70QtXLN++PsOJMvU2FAAIIIIAAAqsv8KvvntFd+Xwce37p02f0o7MzLc7/euilQosppXymdz7XW7HYg7XdbMftlBEUWOMu9XpS/P0RZY27wu4RQAABBBBAAAEEEEAAAQQQaK8AI0MAAQQQQAABBBBAAAEEVkAgrUAbSzZh86HykjDc+JAC9uC1Y1t2FCnXdYChPxNTzMoUYYe3XF3pRy7In1JLirDir/1Fu8KKeVhcEEAAAQQQGDuB/5bPx3Fejo6/5NQZ/dhzlp5psSyLuZkWnayDhRaVF9u55oLAgQLxyrAt2wf+kFsQQAABBBAYEwG6iQACCCCAAAIIIIAAAggggAAC7RdghAgggAAC0tACi018DGIEjkzA9twDbOcPndUUWSlCDEWhokgq87oJK5b64dmw4jfu2y3CimJBAAEEEEBgZATivPyN+5qvh37xKTN61exMi1NTXXU7lTqdjjpVqXI2tBjneMf5PqV85rdS3lZebOe6udiD7eaWw6q5U8sF4m+PmF0xSsuHyvAQQAABBBBAAAEEEEAAAQQOLsBPEEAAAQQQQAABBBBAAAEExkAgDauPfJQ8LNlRa3fl+mMPXjW2lS+55LVcBxZSUcwLK5b62RdU+uELVC9f/84e/fp7NtXbVAgggAACCCAwOgK//p4Zfb0fWnz6pjq0uG6qq8WhxaoqFbMnE1ocnedunHoy93tjbIxTx+krAgggMFYCdBYBBBBAAAEEEEAAAQQQQAABBNovwAgRQAABBBAYvkAa1i56Mc3JsBqn3dYJ2J4bk23lSy55LSulpFQUC8KKb31BpVc+p3mRRQjiN/5yRiwIIIAAAgiMrUDLO/4b80KL33PqjH78Odu1OLQYMydHmR9atPu/C+R1bOfSciqGd5QC8bdHzK4Y5Sib4GEIIIAAAggggAACCCCAwPAF2AMCCCCAAAIIIIAAAggggAACCAzvK6FH5fNknuPRF7A910nbypdc8lpWhBWdvDCseHWhH+qHFb+zRxGCEAsCCCCAAAIIjLRAnK9jRuTo5ItO2aQfP3/bXGhxqttRp9NRzLI4P7QYsy3Wvwvk3wni94N4rO1YyW7W9RWqiReIV4NtXhcT/0oAYNIFGD8CCCCAAAIIIIAAAggggAACCLRfgBEigAACCCCAwPgLpPEfAiMYZwHbc923nT9kVi55LasOKCSrLAsVKaksCv3cCwr94HNUL1/99m4xs2JNQYUAAggMW4D2EVgRgThvfy2fv6OxF526WT/xnCa02O121O1UdWixk9f90GIqUv59wLmk/JtBrK1Y7MHabrbjdsrkCsS82zG7YpTJVWDkCCCAAAIIIIAAAggsW4AGEEAAAQQQQAABBBBAAAEEEECg/QJrPsK05j2gAxMrYA8CBraVL7nktdwEE+aFFauy1C+8sNIrzle9fOXe3fqt926qt6kQQAABBBBAYHwEfjOfv7+az+PR4xeeMggtTk11FTMtVlXVzLRYlYqvh+6HFu3+7wiOh8pu1nHFHmzHdcrkCcRLwPaC18XkKTDi0ReghwgggAACCCCAAAIIIIAAAggg0H4BRogAAggggAACCCDwUAJDCywyu8lD0U/2z23PAdjOHy4rl7yWF4QVY1bFTlXpF15U6QfOj7lzpK/cu0e//T7CimJBAIGBAFsIIDBWAr+Vz+NxPo9OR2jxNRds17qprubPtFiVhaLMhRZnZ1t0/buC46Gym3VcsQfbcZ0yWQK9/Gti/P0RZbJGzmgRQAABBBBAAIEJE2C4CCCAAAIIIIAAAggggAACCCDQfgFG2HqBoQUWbT40bv2r5ygHaA9eG7aVL7nktXxAWLGeWfFFpX7gvPwptKQv37Nbv/2+mbzFBQEEEEAAAQTGWSDO51+enWnx6qdt0msu2FaHFvszLXY6Hc3/euiiSHLKxf3fGfI6tnPpO9jub7KeMIF45m3L9oSNfGWHS2sIIIAAAggggAACCCCAAAIIINB+AUaIAAIIIIAAAggggMBaC6RhdaCJlw2rddodVwF78CGy7fyhsnLJa1kp5XUuZVkoZlaMsOK/eFGp7z+3eTVFWPF3/mqTWBAYQwG6jAACCCCwhMDvvG9T/Z8R4kdXP22zfvLCbXVosT/TYlVVB4QWI7iYUsq/OVj5V4lcYu1ogjLBAvHbYsyuGGWCGRg6AggggAACCKy9AD1AAAEEEEAAAQQQQAABBBBAAIH2CzBCBBBYpkBa5uMP+nA+Nv7/2LsP+EbKO//jv0eS7e0Vlt47y8LSe++QALukkMYlXBISElp6LuVySYCUfy6Xy10SLjnScyGNEEIqJfTeawgdll1ggW2WNKr/5/tII8te2+v1WrYkf7R+ZkbSaOZ53qPVPH7N148GpBm3TzjX865wzpn/8cXPzVXDiokQVIzDih89NmWnVsOKjz6XM8KKxg0BBBBAAIG2E9D5Xed5NeyIrVbYu/dJh9CiRlrs6uywvqHFRDIR+g2JAUKLzvm+hS/aHmX8COiQO8exHz9HnJYi0GwC1AcBBBBAAAEEEEAAAQQQQAABBNpfgBYigAACCCCAwEgJNCywWNYwJyNVS7bT8gLOuVobnHPmXLWYsxA4SCQqYcVU0jSy4seOS9nC+ZU30SPPRva/jKxo3BBAAIFxKUCjx4WAzvOP+vO9Gnv4VsvtPfv2hBYndHXaUEKLeq1zTrNQnOtZDg8waWsB/e6h0RVV2rqhNA4BBBBAAAEEEEAAgXYVoF0IIIAAAggggAACCCCAAAIIIND+AtUWNiywyDXiqjAzc64nMOBcvFw25/9VwoquV1jx48elbMFu5SD38DM5u+RPK8IyEwQQQAABBBBoX4H/9ed7nffVwsO2VGix5+uhCS1KhTKYgPNPOufMOeeX+EEAgb4C3EcAAQQQQAABBBBAAAEEEEAAgfYXoIUIIIAAAggggECrCDQssNgqANSzsQLO9Vw0ds75i8hmiYSzhEtYv2HF41N2ym49YcXv/3m5cUMAAQSaWICqIYDACArovP/QM7mwxcO2XGHv3XeVTZzQZV1dnTZQaNGpX5Hw/Qrni192zvn+hgvb0MS5nmXdp7SngHqPGl1RpT1bSKsQQAABBBBAAAEExliA3SOAAAIIIIAAAggggAACCCCAQPsL0MJREkiM0n7YzTgUcK4nIOCcM//ji5+bs4QCBb6kkklLpZLWkUrZxxVW3FWXm80eejoyhRaMGwIIIIAAAgiMK4Ef/Hm5xaHFQ7dcaWfu1z1oaDGZTJjzfYpEws99H8M5s0rxC1a5OdezXHmEabsJ6BA75/yxd+3WtHHSHpqJAAIIIIAAAggggAACCCCAAALtL0ALEUAAAQQQQAABBBCoCCQqs5GfMrrJyJu20had67lY7JzzF4/NFz83ZwmFChRUVKmGFT9xQspOqQsr/uAvfA20cUNgJATYBgIIINCCAiG0+HQUan7IFivszP0GH2lRocXQv0gkfE/D9zfq+h5hI37inPNTftpVoFw20+8fKu3aRtqFAAIIIIAAAggMKsCTCCCAAAIIIIAAAggggAACCCDQ/gK0EIE2EUg0qh3OcVG4UbbNvl3neo69c5Vl51wIECSqYcVkIlEbWfGTJ6Ts5Hn+KrOZPfB0zggregh+EEAAAQQQGOcC6g88+FQcWlxp71tDaDGRTJhTP8P3MUKvw7kg6FxlrjvO9SzrPqV9BHRknXPmnGtIo9goAggggAACCCCAAAIIIIAAAgi0vwAtRAABBBBAAAEEEEAAgdERSDRqN5X4WaO2znabVcC5novEzlWWNXPmLKEQQTJpyUSiFlb8lxOSdlIcVnwqZz/6y3LjNq4EaCwCCCCAAAIDCvzwryvsQd8/0AoHb7FySCMtOvU3fF9DfQ/1QfRa55xmoTjXsxweYNIWAvrdQ6MrqrRFg2gEAggggAAC7SdAixBAAAEEEEAAAQQQQAABBBBAoP0FaCECCCAwJIHEkNYaxkpcCh4GWou/xLmeo+5cZVmzhEtYIuFLn7Dip05M2evnVRp9/5OR/eivhBUrGkwRQAABBBBAIBb4oe8fqJ+g+4dUQ4uTJk6wrq5Om+BLR0eHdXZ2WEcqaalkyvT10K4aWlQfRH0RvdY5p1kozvUshwdafkIDdEidc+acAwMBBBBAAAEEEEAAAQQQQACBNhWgWQgggAACCCCAAAIIIIBAewgkGtWMsoY5adTG2W7TCTjXc3HYOecvFpslFBZwCauEFROWTCRqIyt+6oSksc7oMwAAEABJREFUvW6Xypvkvici+/FVK6wpb1QKAQQQQAABBMZcQP2E+56MQj1CaHHflabQ4oQJXf2EFpPWN7SY8H0S3z3x/RMXtqGJcz3Luk9pbQH97qHRFVVauyXUHgEEEEBgzATYMQIIIIAAAggggAACCCCAAAIItL8ALUQAAQQQaAqBRKNqwTXgRsk233ad67ng75wz/+OLn5szBQQSyYQlE4laWPEzr0vZ66ojKyp88JOrCSsaNwQQQAABBNpYYCSa9pOrVpj6DdrWwVustPftt9ImKrCo0mukxZSlkkmrDy2GXonvoPgfc85pE6E417McHmDSsgI6ks65Xse3ZRtDxRFAAAEEEEAAAQQQQACBFhWg2ggggAACCCCAAAIIIIAAAggMRSAxlJVYp2kFxrxizrlaHZxz/iKx+eLn5qphxaQlE4laWPGzr0/ZCXMrIyve+0TWFD4wbggggAACCCCAwBAE1G9Q/0GrHrT5Snv//it6hRY7Ozuts7PDOlKEFmU0nop6lxpdUWU8tZu2IoDAuBKgsQgggAACCCCAAAIIIIAAAggg0P4CtBABBBBAAIFxIZAYF62kkQ0RcM7VtutcZdk5Z/qXSDhLJJO9w4qvS9nxO+tystk9j0f206tXGjcEEEAAAQTGXoAatJKA+g/3+n6E6nzgZqvsrP0rIy12dXVal8KKHR1rDC3qtc45zUJxrmc5PMCk5QR0CJ1z5pxrubpTYQQQQAABBBBAAAEEEBgtAfaDAAIIIIAAAggggAACCCCAAALNIJBoVCXC6CaN2jjbHXMB53ouBjtXWdbMmbP+wor/+vqUHV8dWfHuxyP72TUrjBsCCCCAAAIIIDAcgZ/6fsTd/4jCSw/YbKWdtf8KmzRxgim0OKGr0zp7jbSYstW/Hjq81JxzlQU/da5n2d/lp8UEymUz/f6h0mJVp7oItI8ALUEAAQQQQAABBBBAAAEEEEAAgfYXoIUIIIAAAggggMAICDQssOgcF31H4Pg05Sac6zm2zlWWNUu4hPUXVvzcSUk7rjqy4t3/yNr/XUNYsSkPLJVCAIGmFaBiCCCwusD/XbvC1K/QMwdstso+cEBPaLGr10iLSUtp1OdkwpxGgE74/orzy06vNEKL1h43HU7nXK/j2R4toxUIIIAAAggggAAC40mAtiKAAAIIIIAAAggggAACCCCAQPsL0EKzRKMQyo3aMNsdUwHnXG3/zlWWE7r47y/8h7kCAYmEpVJJ60il7N9OStqxO1m43fVY1v7v2pVhmQkCCCCAAAIIILCuAupX3PWPbNjM/puusg9WQ4sTJnSZRlrsqPt6aPVL1D9x6rf4vor+0KLalekVcnPOhe0xaS0B/e6h0RVVWqvm1HYUBdgVAggggAACCCCAAAIIIIAAAgi0vwAtRAABBBBAAAEEEGgBgYYFFrnU2wJHfy2r6FzPUXXO+Yv7Zgl/0d+ZC/NEMmnJRKIWVvz8ySk7Jg4r/iOyn/+NsKJxQ6AtBWgUAgggMHYCP792pemPIlSD/aqhxYkKLKp0dVp9aFEjLfYNLSbUl3FmzvmJVW7O9SxXHmHa7AI6ZM65Xsex2etM/RBAAAEEEEAAgdYToMYIIIAAAggggAACCCCAAAIIIND+ArQQgcYLJBq1i7KGOWnUxtnuqAs452r7dM75i8Hmi5+b6zes+IVTUnb0jpU3wZ2PZe3n164wbggggAACCCCAQCME9EcR6m9o2wotnn3gClNosaurM4y02Nmp4GIqfDV039Bi6M3U9W20DRXnnGaUFhHQ7x5lP1FpkSqvXk0eQQABBBBAAAEEEEAAAQQQQACB9heghQgggAACCCCAAAIIINC4r4TmGm/7vLuc67lg75wz/+OLn5vrN6z4xVNSdtQOlbDiHX/P2qWMrGjcxlaAvSOAAAIItL+A+ht3+n6HWrrvJqvsnANX2KSJE0yhxa7ODuvs7PSlY9DQol7rnNMsFOd6lsMDTJpWQEfKOWfOuaatIxVDAAEEEEAAgcYLsAcEEEAAAQQQQAABBBBAAAEEEGh/AVqIAAKtL5Bo/SbQgkYKONdz0de5umVz/YYVLzglZUdWw4q3P5q1X1y30rghgAACCCCAAAKjIXCp73eo/6F97bPJKjv3oIFDi8lEwuq/Htr5vk3c1XHOWXxzrmc5fmyczpu62fpTGY2uqNLUFaVyCCCAAAIIIIAAAggggAACCDS3ALVDAAEEEEAAAQQQQAABBBouQGCx4cStuwPnei7QO1dZ1izhEpZIOEskk5ZMJMLF/o5Uyi5c0GFH1IUVf3k9YUUb0o2VEEAAAQQQQGCkBNT/uL060uLeGyu0uLzfkRbVd0n5vkx9aFF9HPV1VBfnKn2fvsu6T2k+AR0u55w555qvctQIAQQQQACBmgALCCCAAAIIIIAAAggggAACCCDQ/gK0EAEEEEBgTQKJNa0w3OcZ3WS4cs3xOud6LvY6V1lOKKToBggrnpK0w7cvhcrf9mjGFBYId5gggAACCCCAAAKjIVC3j19et9LUH9FDe2/cbecdVAktTpjQZV2dHdbZ2elLh4XAokKLvjj1cxK+n+MSVu36+HmlD6TtONezrPuU5hIol830+4dKc9WM2iCAAAIIIIAAAggggAACCIyoABtDAAEEEEAAAQQQQAABBBBoeYFEo1rgHBd1G2Xb6O0613PsnHOm/SX8RXxnzjRPJJO1kRU7O1J20YKkHb6Dhdutj2TtV9evCstMEEAAAQQQQACBsRJQf0T9Eu1/r4277fyDl9ukiV3WN7QYRlpMJUN40fn+TiKRMEZalFprFeerq36ril/kBwEEEEBgmAK8DAEEEEAAAQQQQAABBBBAAAEE2l+AFiKAAAIIIDDWAolGVaDcqA2z3YYK1F/kjZcT/uK96yes2FUNKx62faVKtzyStV/fsLJyhykCCKwm0DVxkr3+XWfbJ7/zK7voF9fZV359o13482vsgxddbDvM38f2PeokO/vL37WLLr3W3nDWJ1Z7vR7Ycff97BPf/qV9+ZfX27n/7xLbYNOt9DClRQV0/HSsP3vJFfbp715m28zbs0VbQrWHIMAqYyCgfkkcWtxzo24778BlNrlPaLHD92dqocVU0iqhRUdo0Vrrpt89NLqiSmvVnNoigAACCCCAAAIIIIBAmwnQHAQQQAABBBBAAAEEEEAAAQQQWINAwwKLbg07Hrmn2dJICTjXc9Scc+Z/KsWcKbSYSCZrIytO6Oywixak7NDtLNxufjhjvyGsGCw0Ofa0d4fQmQJpQylf+uV19oWf/tU+9T+/sfdf8C3T66fPnqNNUdpEYOu5u9sHLrrYdj/kWHvw1r/ZH370LXtp0TOWTHXY5tvPtTM+/e926vs/Zpttu1N4bKBm77zPQTZz/Q3NJRK2waZb2tx9DxpoVR5vYoE9Dz0uhFPP+9olts+Rr7Mp02c2cW2p2lgKKOh83NvODEHlCy+9NgSddV654P+utg/9x4/tkJNOG8vqtcS+FVpUP0WV3XPjdPh66AFDi76vo6+J1mdsIuGMkRatZW7OmTnnQjFuCCDQxgI0DQEEEEAAAQQQQAABBBBAAAEE2l+AFiKAAAIIIIBAuwskGtXAsoY5adTG2e6ICzjnatt0zvmLvZW7ulAfLtj7C/jJRMJSqaRN7FJYMWmHbFc5yDc/lLHLblxl3HoE/vzz79kn33y4feezZ9vTjz5g9aP9pFetsH/cd4dd8+sf26X/+UX75bcustuvvtJeXbIohJa22nFXO/KN77SP//fP7YxPfTWE2Xq2zFIrCqy30WZ28hnn2hw/v+Pq39sVP/gvu+H3l9qPv/JpW7roudAk/9/OSoVCWB5s8vDtN9rSxc9ZuVSyF59/2h667cbBVue5JhXQZ8K9N1xlD99xUziWTVFNKtF0AhtsupWd9cVv2f7HnuL/r19nXz7rzXbBexfaXy+9xHJR1jbcbCs74R3vtzP+5SumYGPTNaCJKqR+ys2+v6Iq7bFRt51/0HKbMqnLJkzosq7ODuvs7LSOjpQprJjyfR3Nne/3JFRcotYvcs5pE6E417McHmAypgL63UOfrSpjWhF2jgACCCCAAAIIIIBAswtQPwQQQAABBBBAAAEEEEAAAQQQaH+BJm9holH14xpuo2RHfrvO9Vxwd86Fi/LOOesvrDipqxJWPHjbOKyYtctuWmXc+hd48qF77I5rfh+CJfEaD952vX338+fbn352sd113Z/sjquvtN985yv29Q+/0779mQ+GMGOxWLRUR6ftuMf+9o6PfMH2OOTY+OXMW1Bg7yNPDKMhKmC05Nknai148fmn7Iof/Ke9+tJiK+RztmLZK7XnBlp49J5b7atnv9U+/sZD7BsfOcO0jYHWXZfHj3/7+0IIal22wWsHFrj7+j+H0Oqj99xiuVw08IoNfkZh2rO/dLFpxMcG72rUNt8ubVIA8aQzzrH1Nt7Mrvvtz/xnxX/Z8ldeCuWvv7jELv3GF2zFq0stkUja9rvvaye969xRM27VHam/clM1tLh7NbQ4tU9osbOzw2pfD51MmtMoi9XQYsIvO2e+n+QnVrk517NceYTpWAnoSDjneh2fsaoL+x3fArQeAQQQQAABBBBAAAEEEEAAAQTaX4AWIoAAAggggAACCKybQMMCi+tWLV49WgLOudqunHP+Iq+Zn4aiC/OJZDJ8DXRHR8omdSXtogVJO2ibsummi/6X3bRSi5RBBF59aYlF6aGFOp997KEQZrzhip+bAmza7PTZc+z4t59pO+6+n+5SWlBg+932sUQqZbkoYytee7VXCxRA/NL732j/ctoRtvSF53o9N1Z3FPjaZd9DQmh2rOrQz37b8qFSoWimYcHGqHUK087eaLMx2ntjdtsubdp57wNts213CkilUinM6yf67Pj7Pbf5t0/ZFFrcdtc9GZG3HmiA5d/etMrUf9HT8zfstvMOWmbTJneFkRYndHXWRlrsL7To1DuK+0p+rm2oOOc0o4yxgHqnGl1RZYyrwu4RQAABBBBAAAEE1k2AVyOAAAIIIIAAAggggAACCCCAQPsL0MJxLpAY5+0f1813rucCu3PO/I/5qTnnLJHwpS6sOHlCyr60sMMOrIYVb3wwY7rob9waIvCHH3/b7r/paiuVimH7ldDi+0xBsvAAk5YR2Gqn3WzK9BktU19VdP9jT7bZczbWIqWNBTbYdCubt+9hlkym2qaV7dSmORtvYR1dXdbR2WU7731Qv1/5vOipxyxfHaFz0pRptn6bhU8b9cZU/0X9GG1//oZpO+/A5TZtUqd1dXXaQKHFRDIR+kZxP8l3lUJ/SdtQcc5pRhlDAR0C51yv4zKG1WniXVM1BBBAAAEEEEAAAQQQQAABBBBofwFaiAACCCCAAAIIIIBAcwskGlU9RjdplOzIbNc5V9uQc85f3DVfNHfhgnwimbRkImGpVDKMrHjhKQk7YGuNXWN2wwMZu/zmoY0YaNyGLXDZ9wyJxw0AABAASURBVL5uLzz1j9rrN9h0S1OQrPYAC80lMEBtNLKic26AZ5vv4f2OOcU0Qp3q3Xy1o0YjJdA1cZKddMY5NnujTUZqk2O+nXZr0ysvLrJ8LhdcN9xsK9OIi+FO3SRKd1u5n9EX61ZhcQAB9WNu9P0ZPb3bht12/sErbPogocVkImGJZNISCWfhX/Vz3TmnTYTiXM9yeIDJqAposFr9/qEyqjtmZwgggAACCCAw/gRoMQIIIIAAAggggAACCCCAAAIItL8ALUQAgYYKJBq1dee4aNso23XdrnM9x8Y5Z/4nbNIvhQvxiWQyhBU7OlI2eWLKvrQgaQdsHVax6x9I2+9uIaxY0WjsNMqk7cFbr7NCvhJYUYBsxz0PYJTFxrKP663vccixdtQb32kTJk0d1w7t3ngF+970wU/ZNvP28J//ri2a245tuvPaP9qTD91jpULBlr36sr2y5IXVjtXUmbMtkUyGx6NMd1gv3GEyJIHLfX9G/RqtvOsG3Xb+Ictt+uSBR1pMJhLBO1ELLeqV1uv/kXPt8X/KxvA23F1L3jnX63gMd1u8DgEEEEAAAQQQQAABBBBAAAEEGivA1hFAAAEEEEAAAQQQQGB8CyQa1fzKWHyN2jrbHa6Ac672Uuecv6hrvjhLOH8R3l+ATySTtbDilEkp+/KCpO0fhxXvT9sVt3Qbt9ETuP+Wv9nypS/Xdjh99hzbfv4+tfv1CxtsupW9+ZxP22f+9wr70i+vs6/8+ka76BfX2Se/8ys7+Z/PN722fv3+lnfw237PZ79un//xn+3Lv7ohbOOCn11tH7zoYtNz/b1Gjx2+4O32iW//qrZfveb8r/3A3vGxC+xD//Fj22benlptWGXPQ4+zs7/8XdM21SbVS/U741Nftc23nzvoNtfFZN+jTgr7vejSa+0NZ30i7Ef7037junzhp3+10877rCksFVaoTtTeT3/3suB35ue+YdNmrR+e0Vz31Q4VraN1w5NDnKhNqs9nL7nC1vR61fftH/6Cfe6Hf6gdzwt9ez707z+yfY58Xa896r3zhrM+7uu6Xu3xbXfdK7RBdf3CT/5iOha1J9ewoPeL3kuyeu+//kdY++g3n2Gq95d/eX14X+56wBHh8Xgix+PedqZ/L/0yvHe13y/59/Jnvne5vf5dZ/dyloGe76/0dVG9Vf/6dXVfj8f71nxt9q/14yLnt57/uV7/9+L36fsv+Nag/3fibazrXN76f3rhz68Jxyz+v3+6/g9+/Ud27GnvDruQ+Xlf/b7tsu8hlkgkw2Nqt45/7BMfLz2p7a7pOH7qf34T9hm/XvMPf+PHenmtaJt6vL70Xae2cnXhkJNOC58fes/qdTLVe/m0cz/T6/NsKG365Lf9e8q/97WduOj/duyiXer9oPdF/LzmfdfReipaV59Lel7vRRkufN/H7PM/+lP4v6b/Y3pfaN24aJ2hvr/j1/zgS5+wT7z5MPv3895hzz72UPxwbb7xlttZqqMz3H/hqX/YEw/cFZaZDF1A/Zrrff9Gr5g3J23nH7TMZkzptK6uTpvgS2dnp3V0pKwjlbJUKhn6SIlk0v//SYS+k+9K6aWhLxUW/MQ556f8jLaAfvfQ6Ioqo71v9ocAAggggECTCVAdBBBAAAEEEEAAAQQQQAABBBBofwFaiAACCLS0QKJRtedSbaNkh79d53qOinPOX1w389NQNFpQIpkMF+J1YX7qxA676OSk7beVhdt192fsilsJKwaMUZwsXfycvfLSotoeOzq7bMMttqndjxcOO+VtdtaF37K5ex1kD9xyjV30vjfaNz/+Hnvotutt2szZdsDxC+29n/sP23H3/eKXrDY/+Z/Pt9M/dpHNWH8Du/53P7fL/udr9uTD95pGdlTw5vSPX2THvuU9q73uzWd/yhREe+3FRfY/nzvPPvP2Y+ya3/zIps1e3+bte6hNmjxltdcM5QGFe971ya/Yqe//mOUyafvxVz8Vtn3VL75vVi7bjnvsbwoP6iuM+9vecEymz55jJ55+ln3me7+zhe/7qG227U6WTHWEzR904hvC/nb0++3o6gqPdU2YaLsfdLS9sRpoDA/6yfOPP2KX/+9/2KX/+UX73SX/YStfe9U/amGu+3pcReto3fDkGiZxQOq8r11iChtOmT5z0Fcc/aYz7N2f/pptss0OdtUvLrHPvuNY+9FXPmWvvviCfw9tbQvO/Kjp2MUbue+ma+zX3/6K3X/ztfFD9vSjD4Q2qK6//s5X7PEH764919+CjpnCqwqivetTX7XtdtvbYqvj3nqm6TnV2yUSNnP9DW2fo3pCk1vP3d0+cNHFduAJb7BFTz5mv7n4K3bDFT+39MoVplHkDjrxTXbWF79lCmxq31d8/z+D7YpXl+puKMVC3q67/P/si+9Z0Cu4ddd1f/KPnWL33niV6etzlzz7pH3/oo+bHg8v9JO13b9/SfiZu8/B9vYPf952O/BIe2XJ8+H/wAXvXWi3/Ok35pyzrXbc1d724X+zgd6nYSPrONG233L+52yyf09c8YP/so+depD99GuftUz3Spu7zyG2/sab1fbw4rNP2V9+8T274vvfCO9HPRFlM/aXn/9v7VjfcOUvwrEa6nF88fmn7TufPdue+fuD2ly/5X/+7bywjt5TawoT6RgrfHncW99rLz33tH37U2eZTG+76grr7JpgGgn0rAu+Vfs8G0qbfvGtL9nn3nmiXfXL75tGr+2vkno/fPE9p9hfL73Est2rVlsl/nxQCPxN/nOv/vNhwbvP9/8vT7QJ/vPOOWcbbL6V7XXEibVtDPf9VdtAPwv6XN5ix13C+yy9aoXdff1f+lmLh4YioP6N+jlad94GGTv/oOU2Y0qXTZjgSzW02NnZUQ0tVvpKiWSiFlpMJHxvylk4Fla9OecfqC4zGx0BkTvneh2H0dkze0EAAQQQQAABBBBAAAEEEGg/AVqEAAIIIIAAAggggAACCCDQSIFEozZeLjdqy2x3OALOudrLnHP+Yq6Zn5pzzl9w9yWZrIUVp01K2UULErbfVpWDqIv4v7919fCGjeSNbQ0osGzpS7XnnHO23gYb1+5rQWGlI059ewjW/eXS79lvv/d1W/7KS/bc44/YT772Gbvjmj9YuVyy9TfePIT/+gstHvfWM0N47OlH77f//Ni7Q6jn1r/81r7zmQ/adZf/zBQEU1jywBMW9gpezT/oKNtprwNNo0D++uL/Z08+dE8IA139qx/a5b4eCtGojmtbFHw7/aMX2I577GdPPXyf/eDLn7RH77k1bPuvv7gkBCm1zUlTptlhC9622kiLwzVRGxXyuuH3l9qq5cu0i1CmzVrPDl9wemjfJV/8SAhPKfxWKhXD/yGNRLjrAYeHdTVRIOqBW68LgbjFzz7l/Yt6OMx1X8EoFa2jdcOTa5iU/YfqvTdcZY/de4eVS6VB19bxPHzh2y3Kpu3y7/673Xjlr4Ldg7ddZ3f690M+F1nS/5/XyHSHL3xH2Najd90c6pvN9ASTC3491VNF7dX7Kqw8wCTKpMMzt/75t7Z08fNhWROFuOYffJTdftUVIYyotqikV6zQ0yGEePIZ59mM2evZlT/87xBOvePqK+2KH/yXXfzZc2zJc08FZ4V1TzrjHNP7Q/tSu/72259YLsqG7RQKBXtp0dNhue9E6+ejyJt0203eQ+/VeB0F5NZ2/3qt6nHkG/7JZqy3gXWvWGZ/u+wn4T0iJ/0/fOy+O7SaTZg01Xbd/7CwPNIT1UHBz1RHp91wxaUhKKl96Fh/+9Mf8N5/191aefH5p+ye6/9qeh+Wy5X3pfn31msvLQ7HX8f6kTtvDuuvzXGU50O332B6b4UX9zPROnofDbaOjoVGq9x02x3t/puuDp9h+iyT6W++8xV78bnK8VXg9Zi3vDu8F4bSJo08qPeAgpn1782+1dQ6+oyJ91P/fPz5cMufLrOVr71Se2q9DTexLXee799Xv7RXlizynGUrF4uWWbUirKM2Def9FV48yGSvw4/3/2fmWCGfs1v/fLnde+NVg6zNU2sSUD9H/R2tt8uctH3o4GU2Y0pnLbTY0dFhHf2GFkNvKnxG+VN0mGsbKs45zSijJOA/yir//7QwSvtkNwgggAACwxTgZQgggAACCCCAAAIIIIAAAggg0P4CtBABBBBAAIFBBBKDPLdOT3GNdp34RvTFzvVcMHfO+YvpZn5qzrnVworTJ6fsolMStu+WlbDi3+5Lmy7iG7cxE1i17NUQGIwr0NE5IV4MQa9DXn9aCEQtfurxEEyrPVlduPJH/236qlDdnTZrfTvo9W/SYq3oK4n3Ovw4W7X8Nfvzz78Xgm21J/2CAm7LXq6EJhW82v2Qo/2jlZ8td5xnEydNsWKpYCuX9QR49KzCM4/dc7sW17ocdvJbbeu58y2b6bY7//aH1eq0bOmLFof2Jk+dbutvtFltHwoHDddEI1pe8+sf299++1N78dknatvcdJsd7drLfhRGKFRwUuEpBZ8UTtJKGmlx4y2302LDyt3X/9kUpHzw9ussl4sG3E98PJPJlD1y180h6Fm/8qsvvVALlSmANXvDTeqfXuflay/7id30h1+H0RnjjemYKBCpEN93PvtB+/0P/zuMYvfri78SVjlswVttzmZb2r03Xm0KyoYHqxOF0R675zYrFovhM2vzHXaxPQ49rvqshUDuyy88G+53dnbZ1jvPD8t9J+v598iWO82zxc88abdd9bteTw93/5tuu1MYwVQbS3WkrHPCRC3WyuKnH7dCIR/uT501O8xHerLD7vvarA02NgVA87lsr81HmXTw0bzXE0O4M5zjqBBfyR+nwTYfpbst/r/b33o6FhtuvpUtf+Vlu/nPv11tleWvVD6L9IRGj9Ux0PLalEw1SDjYa/paat36z4eXnn9aD4Wy0Zbb2m1//V0I2H7ns2fbNb/6of3+R/9lf/zJd8LzatNw399hA/1M9P98570OtLL/p2Dnn352cW0tFoYvoP6O+j3awtz103b+ga/ZzKmdtdBiV2dHP6HFZOhLxf0q37UKn1XahopzTjPKKAhI2jnXy38UdssuEEAAAQQQQAABBBBAAIExEWCnCCCAAAIIIIAAAggggAACCLSyQKKVKz+KdW/ZXTnnanV3zvmLuGZ+as65cIE9kUxaypeOjpTNqIYV99nSwu2ae9N25W09o62FB5mMukDfcM+EKZNrddjjsGNt1pwNQwBo0VN/rz1ev6Cw0oO3XhdG4XLO2RY7zLP9j1tYW2W3Aw63qTNm26svvmDPPvZQ7fF4QSGdZa+8GN/1+9vIttppt3A/1dllLpEIjx2+oDJSX3iiOnn67w9YlM1U7w1tpmDZrgceYclUh6/T4jAaXN9XPnrXLfZaNbSoej//RE/bR8Kk7/4evuPG1cKgclleHf1SdZ0yY1bflzXkfqlQNBtk9Kh9j3y9TZ25nmXSq+zxB+5arQ5/v+c2e+7xR61UKppGwHzv+z1fAAAQAElEQVTeL6+20gg8oNEZy9WRIBXs1GiI2qzejzdc8fMwiqeWN99+rm09d/fw/nzu8Ue0ympFoUWNIqcnOrsm2EZbbqvFULSNx+693UqFQngvalvaZniybqIRDqdMn2l/v/vWukfNtK5eo+2v7f6f9/XV6I9q5ysvLrb696F2olELi/m8Fv1nbiKMBhjujOCko6PLksmUyWX+gUetto9/3HeHrXitd5h4bXY/1OO4NtscaF2N/rr9/P3CcVTYs7/Po0f98Vu1Ypn/L1AOI2/qGAy0vUY+Ho/qqX0s8p8/1/7mx1q05a+8FILf8ft9Xd5fYYMDTPT/fPL0WXbv9X+xn3/zggHW4uHhCFzp+z3q/+i1c+dkKqHFKakQWuzq7DRCi9a0N/2pjcLbKk1bSSqGAAKtIkA9EUAAAQQQQAABBBBAAAEEEECg/QVoIQIIIIAAAgiMoQCBxTHEb/SunXO1XTjnzP+Yn5pzrldYMZVK2swpHXbRgqTtvYWF2zX3ZuyPtxNWDBhjPFEgsL4Kq5a9Vru7/W77WCKVCuGzzKqVtcf7Ljzzj4ctvXJ5eFijAW69cyVwqAc223Zn0z622WUP+8qvb+y36Dmtq9I1YZLNWH+OFsPX4CoolurotENPPs3e/uHPh1Efw5N+8pzf74pXl/qlof9sP38fmz67sn2FAvt7pUY5/NL732gff+Mh9vUPv9MUaIvXGwmTeFtrmr/68pI1rTKqzyvsudm2O4X/45mVK+2Fpx5fbf8K+P3vFz5kn3jjofa5fzphtRENV3vBMB/Q+7FUKoZXr1r+qg10LDUiooKEel++8axP9vv+0+N6XhtzzplCulqOy0O332DLX6u8z6bPXM/m7nNw/FRtvsMe+4VRRO+/5W+1x7SwLvuX5fc+/6HwPvzGR84YsI3az4SJk2xTf2y0PJKle8Uyy0VROOb6avL3f/G/bZd9D63tQu5Lnn2ydn9tF4Z6HIe+3YHXVP0nTZ1mGk1z6eLn+11RI3B+/l2vs4+/4WCTvY5Bvys2+EGFJuNdDPY5sC7vr3j7fecaXXHrubvZkw/ebZd97+t9n+b+CAio/6N+kDa18/oZ+9DBK2zW1A5CiwJp4uJPD+Gz0DnXxLWkaggggAACCCCAAAIIjBcB2okAAggggAACCCCAAAIIIIAAAu0vMPwWJob/0sFfyegmg/s0+lnnei7WOuf8BVwzPzXnXD9hxZRddErC9tpcY9OYXXNP2v54+yrj1hwCU2bMCqMNxrUpFgthcbvd9rZpM2eH5UI+bwMFfLTCEw/cZemVPYHGGbM30MNhpMQp02eE5cfvv9M+dupBayyfPf242qiHCoote/Xl8HqNMrjrAUfYOV/5nr3jYxeEkes0Yt3F/3qOaf82xNusORvV2ru2ozOOhMkQq9mUq83ZZHPrmjQp1K1QzPn3xHNhuZknszbcxBR4VfDs0v/84hrff3qPKqhW3yaNxPfkQ/dYuVQKAd7t5+/Ta6TB3Q852jbYdEt74sG7VzMZif3X10XLGinwHR+9wE7+5/N61UPPjXRRePe5xx82nXOdc7bxltvZ2z/yeTv3/11iex56XNjdz77+uTDqX7jTxJPps9e3ZDJpVi5ZPso2cU2HXrVGvL+295/9ef+Zf8MVl5r+3wy9Nqy5NgLqB11zbzq8ZKf10vahg5bb7GkdhBaDSHNONPiwPgtVmrOG1AqBERRgUwgggAACCCCAAAIIIIAAAggg0P4CtBABBBBAAAEEEGhjgYYFFp1zbczW3E1zrsfeOWf+x/zUnHOrhRVnTUmaRlbcsxpWvFphxTsYWdGa6DZr/Q1rtVEga+kLlRDatBmzrXPCxPBcIpm0qdXwYnign4lGuYsfjr9WWqMzOufCwxplMSysxURBsSu+/5+29IXnLQ4IdHR12bx9D7X3ff6b9tbzP1cbLXGom50weUoltORfEI+q5xeH9DMSJkPaUZOuNHHyVOvo7Aq1SyU7TSMuhjtNPEkkEuGzyU8skUoOu6b33Xi1rVpRGUVU7d6jGtbTBnfa40ArFor28O036m6v0nf/vZ5ciztdEyfZ4Qvebh/5xk/s9E9cZDPWm2M3//myUQmUXfY/X7O/33ubFYuVES0TiaRtstX29qazP2XnfvUS22H+PmvRkrFbdfLU6ZWdu4R1dE2wdrglEiPz/q632HjL7ezJB+8xhVXrH2d55AX+eHu3qV+kLe+4XtrOP3CZrVcNLU7w57quzg7rUEmlTKNVJxMJSySTlkg4C//8+dX/mHNOmwjFuZ7l8ACTEROQrHOul/eIbZwNIYAAAggggAACCLSdAA1CAAEEEEAAAQQQQAABBBBAAIH2F6CFzSuQaFTVyo3aMNsdVMA5V3veOecv2pr5qb947i+i+wvoiWTSUiqppM2emrSLFqZsz80qR+vqu9P2J8KK1ky3zbbdyWZtuGmtShpx8PknHq3djxcUilmbcF+5WDnm8es116iLCnppeW3KQ7ffYN/42Bl28x9/Y5nunlEcNWre/IOOsn/+1P+zzbefuzabrK2rOtXurOXCSJis5S6banWNtKgRF5uqUoNURu+XDTbdapA1Bn9K4a1FTzwSVtL/hZ322C8s6723xY672KInHx004LUu+9/nyNfZef/v+3bsae+25a+8bN/5zAftmx9/j738/DOhDo2eLH/lJbvkix+xyy7+aq/wsHPONtl6e3vbh//NDjrxDY2uxohtP+nPUdNnrz9i22uGDa3L+6tv/SdOnmKLnnqs78Pcb5CA+kVX+f6RNr/jehk7/6DXbP3pHdbV1WmEFqXSPEU9G/3xhErz1Grc1oSGI4AAAggggAACCCCAAAIIIIBA+wvQQgQQQAABBBBAAAEEhi2QGPYr1/BCt4bneXrkBZzrUXfOmf8xP+03rLjetJRdeErK9thUl3fN/np3t/3pTkZWHPmjsm5b3G7XvWzazFm1jbzy4iJ74Nbrwv18PrJi9euhk6kOm7F+5Wuew5NrmKxYtnS1Nab4/egrlVd7YggP6GtJL//fr9u/n/9PdvMff23Z7p6vFN9wi63tuLe8ZwhbqaxSyEWmkSR1b+acDWybeXtqcUhlpE2GtNNRXWnwndW3X6EmBV4Hf0XzPKuQ2mbb7bROFXrk7ltNoV5tZJNtdrIdd9/P5u5zsE2YNNn0nB4fqAx3/yf/8/l28rvPNwXs/nb5/9l3P3++aeRRG4Pb7Vf/3r5y9mn22+993V5Zssji0M6ESVPtsFPetlb/l2wMbrkoW9vrBptvbRq1svZAiy8M9/3Vt9lb7bSbOeds2ctL+j7F/QYK/Nn3j67y/STtYofZWTv/gGWEFoXRZMX/1wj/P5xzTVYzqoMAAggggAACCAxHgNcggAACCCCAAAIIIIAAAggggED7C9BCBMavQMMCi+VKDm78yo5yy53ruTjrnPMXbM38tBZWdImEpZLJ8JWF64ewYsL2qI6s+Je7uu0vd6aNW3MJKKyzy36HWqqjM1Qsn4vs/puvrX3F7AtPPW7dK5aF5zTZcPNtNFtjKRUKtujJyuhcTzxwl6VXVkZF7Jow0Xb1+9N+B9qIRqv74EUXhxBYf+topDeFpb73xQ/bc48/UgtMbbz19rbrAYf395LVHlu29CUrFPLh8SnTZtrOe+4flgeanPLu8+2t530uPD0SJmFDLTp57aUllk1X/i8nUx0hoDbY8dQImGdd8G3baMuhvXcawbLs5Rdrx3sj/x7e/9gFg+5mwXs/bG89v3K8+65493V/sqWLnwsPT5k23Xbe52Dbfv4+9upLi03PhSf6TNZl//sedZLtedgx1tHZZU8/cr/96WcX99n62Ny95U+/sf/4yLvszmv+YMXq/6WpM2bbvH0PGZsKDXGvy5a+aHFYedacjWzvI04Y9JXv+OgFduLpHxh0nbF+cl3eX/3V/alH7rNvfuK99vCdN/X3NI81UODPvp+k/pJ2sb1GWjxwmW0wo5ORFgXSJEW/eyiorbLGKrECAggggAACCCCAAAIIIIAAAgi0vwAtRAABBBBAAAEEEEAAgaYVSDSqZs41astst6+Acz3YzjnzP+an5pyzRMIvJRIWhxXnTE/ZhQsStvumFm4KKv71rkrAKTzApGkEFrz7fNt4q+1CfXTxXUGVa3/z43BfEwWzFj3xmOk53Z+1wUa2+yFHa7HfMmV6ZaTG5a8tNX2Nc7zSkmefrG1jq7nzTfuNn+s7P+T1b7ZkqsMef+Cu8NQbzvqEve1D/xaWNYmLRpj7xTcvtFcWLwoPJZMp6+joCstrmjz58L22avlrYbVEKmW7HnBEGCkvPNBnohH0dpi/n73w9D/CMyNlEjbWghOFRF967slazTfdZgc7fME7avfrFxRk3Peo11t65XJb/PQT9U+N6vLzjz9imVWVETknTJ5iR5z6jgGP9y77Hmo77L6/LXmm//pqpM/H7r3dSoWCKaQ9b//DbPacjU2P6bn+GrYu+99yp3k2YdLUsNlXx2jEuz0PPc7O/vJ3bb2NNgv1iCdq7y+/dVH4v67PCHmkOrvipxs+TyU7V6tT3512dE60+lFAn3nsQctmKiP9dnZNsL2PeL1tsOlWfV8W7ivYqs/H5x5/ONwf1sQlrMPvxwa5JRJJmzilcowHWW3Ap9bl/TXgRnlizATUX1K/SRXYfnbGzj3gVdtwRscaQ4vJZMKc/jk/dWbO+YlVbs71LFceYTpcAUk653r5DndbvA4BBBBAAAEE1izAGggggAACCCCAAAIIIIAAAggg0P4CtBABBBBolECiURtmu6Mj4Jyr7cg55y/SmvmpOecs0SesuMGMlF14csLmb2Lh9ue7uu2v1a84DA8waRoBjRq464FH+mOYDHVa8syTdsUl3wzL9ZPbrr7Clr/6UnhowqQpttuBR4XlvhMFGaevt76VSkV7/P67en1l7cN33miZ7sooi4lE0uYfcoyd+blv2NZzd69tRiMr6rGd9z7IHrvv9tooj1phq512DSP5abm+vPj8U7ZsaeVrSzU6ZLyP+nX6W1bY8cmH7rFyqRSenj57jr3uXWfbDvP3CffjyT5Hvs5Off/HTNt+8Lbr44dtJExqGxuBhclTp9loBsUeuv1Gy6Yrx1Ojcx5w3AI78g3/1KslOp7v+pevmEa+fOTOm3s9l+1eZcViMTzW0TkhzDXZ9YDDbf/jFmpxRMuj99xqCp0pVKcN63i/+dzPhDorVKnHVA5f8PZwvIuFnN1/y9/0UL9FYdzlry0Nz02eOt0y6VUhtBce6GeyLvufOnN2bYtzNtlita8wXm/jzSyZStXW0YLapDZqeaTKrA02tj0PPbbfzb286FkrFQvhmOrYxistX/qS5aNcuKswY9ekyWFZ9dP7ZZOttw/312ai/+P6/6jXTJo2zTbbbkerv+kz5dAFb7POCRPDw6lU0jonTrL4ds/1f7VFT/w9vmsbbrG1LXz/R03v19qDfkH1O+5t77XXwUvb5wAAEABJREFUXnzB7r/5Wv9I5WeobepeuTy8IJlM2pxNNg/L9RN9/m6xw7zwkGzW5f/vury/QgX6TE48/QP20W/+zN75yS8PGObs8xLujrCA+k3qP2mz28/O2jkHLFtjaFHvo9AnM99D8/0z/2POOW0iFOd6lsMDZsyGIaDB3XUuURnGy3kJAggggAACCCCAAAIIIIAAAqMtwP4QQAABBBBAAAEEEEAAgXErQGCxhQ+9cz0XuJ1z/uK3mZ9aIpHwxVkimbR4ZMUNp3fYhScnbbdNLdz+fGe3XTXuRlYMTR/1yaw5G1rXpClD2q+COe/57Ndt32NOMYXNdNFdAb6fff1zpgBg34088cBddvff/mKFfM6cc7b9bnvbcW89s9dqCiDtddgJNsHX4cVnn7brf/fzXs/fe+NV9tBtN4Qwo55IJJIhgHjmv/2nffFnV4XygQu/Y1vvsoc99fB9ds2vf6TVamXqzPXsqFNPt+mz59Qe04L2GweTNCLew3fepIeHVP522c9sybNP1dads8kW9s5/+ap9/Fu/sPO/9kP77CVX2Knv/7h1TZxoN//pN6aRFeOVR8JE21LARHOVpP+/pHnfMmXajNpD9cu1B/2CRrbUsfSL4X2g94OW+ytD2WcilTR/sE035xKW8P/ftRyX2676nT18+42146lRC4857d3BTHYyfP8Xv2Vb7jjPHrnjRtP68Ws1z6a7rVwuadE22HwLO+jEN5hGNjx8wTtsYjXUFp5cw2TyjFmWSFbCetNmr++PVU8wre9Lb/j9L2rBWz2noOGxb3mP/esPrrQv/OQvduGl19rxb3+fJZMJu+GKX/Q63lq/vuj/yzOPPujboOiK2eKnH+8V0K1fN14e7v6XvvCcxcHazbbb2d509qfC/4PdDznazv3qJXbI60/zBsmwm0Sqw6ZOn2mnf/SCMIpkeNBPEqmkmf+/a/7mXMISfY6nf3iNPym/7b2OOMHm7nPwauuGzx6XsO7lr9ojd99Se17/Z+JwYUdnl83b95AQgDvxnz5oO+y+nzd+Pqy7NsfxiYfu8cfx5fA6fd4cevJbw3tnuv9sOPH0s+xt53/Olr28xHLZTFhnsv//s8fBx9jRbz6jVnd9Pi1/pRLCds7ZVjvuau/7/DftY//1f/ahr//I/u1HfzS9n7UNrRs2VJ0MtU16T+gzUy/bauf5poCi6qj3+fu/+N+h/YufeVxPh7L1TvPt4Ne92Y5+0xnhviYz1pujWSizN9g4zAeaDPf91Xd7h5x0mh1w3EJbf+PNbac9Dwih3r7rcH90BNR/Uj9KewsjLR64zDaa0WETJnTZhK4u6+rssA6VVMoUzE0mEpZIJi2hPyQxZ86pWJhb9eacqy4xG66ACJ1zvVyHuy1ehwACCCDQDgK0AQEEEEAAAQQQQAABBBBAAAEE2l+AFiKAAAIItKpAolEVL5crYZFGbX+8b9c5VyNwzvmLs2Z+6i+G+4vi/oJ4IpmshRV1Ef3CBQnbdZPKMfnTHd121d1p49Z4AY0otvcRrzN9vWm8N4Vf3nLuv9oRC99h+jpXlZPeda6d85Xv2fu/8F+23W57h+O48rVX7U8/vdj+65Nn9htWjLf3p59dbArEKHykYNyhJ58WRkjc75hTwj4+cNHFtu28Pe25fzxsAwUf9dWxd17zBysW8vFmzTkX6h3XXaHD313yn71GV9TKzrkQZnyfr7u+zlfBH32N65vP/pRtss2O9tLzT9tVv/qhVh1yUTjzjz/5ti194fnaa5L+Pa1g0EZbbmNTps+0bHqVXfPrn9itf/ltbZ14YV1N9HWzG26xTby54Df/oKNq97Wg+/Wj0OmrbfWYnovLDvP3sQOOXxgc9Zgs9zriRFMwVffri8JIm2y9Xe0hHbO+29tg061sj0OOrW1v8vQZtrffnsxrL/QLl33v6/bYPbfVQovOOZOZ7GToV7EHb73etJ6W64tG0FzxamWEwgmTptpJZ5xn7/joF8NXR9/0x1/XrzrgsoJf287dI7yHtJL2+cazPhECcbrftyhk+ptvf7XX8dY6CuIp+Kq53t83/eE3/R5vrVtfHrn7pvD+iLIZ+/u9t9c/1e/ycPf/wG3X2/LXKgE9vT/n7Xuofep/fmOnnfNZS3Z02OX/+3XvtiLsU4HWt5z3rzZh0mS72bdDD24wxOOpdddU9B548wc/Zfp/p/ei3BSw2/OwYy3vHW688lemdtZv58mH7wnvEedcCCl/+Bs/tvkHHm53X/fn8P98bY9jlEnbw3fcaAoDOuds4y23s9M/dkEwOejEN9ojd91s9914da0KyVSHzdvv0PC+WLns1fC4RiT8y6X/W/taeD2ozzV95fWGm29tEydPtRWvvmx//MnFpnX1fH1ZU5u0rkbo1MiTWpbTAcefGuqouk6dPtsu9/9/FIjU8yqzNtzI9jn6dRZlK+dNjTS60RY9/1c39Z9zcehR6/ctch+J93dn10RzyUTYvHPOJk2bFpbHZMJOQz9K/SlRbDcrY+cc+JptNCPVK7TY2dVpnf6zoD60mPTHMOES4fPRH8Ywt+rNOVddYjYcAf3qod8/VIbzel6DAAIIIIAAAggggAACCCDQR4C7CCCAAAIIIIAAAggggAACCDRIINGg7fa6ANuofbTbdofaHud6Lmg757y1mZ9aIrF6WHHjmSm78JSEzdu4bLr98fZuu/qeSuhC9ymNETj2tHfbRZdeG0YG23LHeeacq+1ovY03td0POdqOe9uZ9uZzPh3KgSe+weZsumUI6Sjw85vvfNW+8O6T7NrLflJ73WALf/zJd+xHX/6k/eO+Oyyfy4UA4cIzP2JHvvGd4WVX/vhbtqbg46++/WX71be+bM89/kgIHOmFpVLRVr72it145S/sW58+q9/g5MrXXrVXX1psU6bPDCOfKbD1of/4kSmsed9NV9l3P/8he/Khe7S5tSoKI138uXPs9quu8HV41RRAUMmmu+3Ru2+x//3iR+xvv/3pgNscrolCWwve+2HTKH/xxhUGe+v5n7NPf/cyU8BUc93X4/E6U2fONj2m128zb8+w7j9/5t9tziZbxKuE98FWO+5qH7zoYvvKr2+0N5z1ifCcXvO6f/qgKSAYHvATbVvb0760Pa2r9bbZZY+wHb+K/z+fNIUaP/GtS03vOT2mouDYJRd+zP7w42/bkueesmKxqIetUMjbkmeetMsu/qr95GufCaG08ETdRCMUXv2rH4RQmLzzUWT33XS1/eK/L+p3/bqXhkXVUcEvvc/DA36iYNquBxxh533tkl719E/Vfvo73npS+1ed9P7+8/99Vw+tsdxz/V9tybNPmkbcu/u6P61xfa0wnP0riHb59/7DFj/9RAj+ySvTvdLu8fv870+eabdf/fswuqP81Q45/uirnw7/j3S85NHf8dT/IR1v1WsoJZfN2kuLnrGy/7fbQUfZ2V/+bhiZ8rBT3mYvL3rWfvrvn+33/8off3qx/790a/j/rrorIPz7H/x3CIUO9zj+9dJLTEWhV22z5D9DXlm8yH7/w/8yfcaoPeVSyV57eYnpeF5w5sLwXtQxturtjquvtB986RN2/83Xmjy1HZX0qhV29/V/tv/65PvCvLp6r9lgbYpX1Pvi1/7/gD4vFa7U41E2Yw/cep390H+O6r2gx3TMtPw/nzvPvnbuO2zRU/8I/68XvOdDNnXGTK0SShx6/Mg3fhI+H8KDfSbaTt/PM62ifajtQ3l/P3DL3+yFJx8Ln4XLXnnRbr/q99oEZQwFrvb9KfWrVIXtZmXtnANeM/W74pEWOztSYaTFzrrQokbSTegPS1wifJare+Cc0yZCca5nOTzAZMgCknPOBdchv4gVEUAAgTEUYNcIIIAAAggggAACCCCAAAIIIND+ArQQAQQQQAABBPoXSPT/8Lo/WonHrft22EJvAedc7QHnnL8oa+anVh9WTCYS4SsIN56hsGLKdqmGFf9we7ddcy9hRRuF259//j375JsPt4+detCQysffcLB9+q1H2QXvXRiCOrdd9bu1rqVGkvvu58+3z77jWNP2tO9PveVI+/fz3mF9vzp1oI3fdd2f7Jsff4/9y2lHhHp/4o2H2hfefbJd8f1v9htW+9W3vuSfP8m+fNab7DNvO9q0vvar/X/un06wn3/jC7a8+vWuA+1zsMf1WoWcvvDuk0KbtF2175ILPhqCYIO9Vs8Nx0TBJLWhv/LF9ywwGWne3/N6TK9XkG2wdbSeivxUT71G9/sr2o62p3X7e16P6b2m95y2VV903HX8P/mmQ8Px/Bf/nvz3D51uCtLVr9d3WYEx7Vfen3rrkWFkTh2Lvuv1d3+wtgxUz3g72kf98VbbtH+FbXUs4/WGMv/2pz9g3/jIGf2+bwd6/XD2/9DtN9jXP/xP4b0vr389/Xj7+TcvqO1XwTv5qx0a4VT70P51vOShNvZXdLy13pqK3o/6//H/znmbad86xvH2tM/B7BRs/cFFHw//31X3r5x9Wu29sS7HUUHrL77nlPB/Vp8JX/7gm+2mP1RG51R9P3v6cXbR+95gV//qhzWnvu1UiE+hWrVJdVMZymdKtU39tql+H9q+Pi/jzzp9fv34q58KYVKt9z//dp7J75IvfqQWuNb/wy/6z4DYt+/8M28/Jnw+6PX9FR37dXl/a+RZHU9ZXPjeU+3+m6/pbzc8NsoC6lepf6XdbhuHFn3/q29osSOVCn2zZCJhhBalNfJFv3so3Kwy8ltniwgggAACCCCAAAIIINCEAlQJAQQQQAABBBBAAAEEEEAAAQRaVCAx9Hqv3Zpu7VZn7SEIONej6pwz/2N+2m9YcRONrLggYXM3KoUt/+G2bruWsGKwYIIAAggggAACCIyUgPpX6mdpe9vMzNq5B71m6ofFocWuzo4w0mJ/oUX140JxZs75iVVuzvUsVx5huiYBkTnnejmu6TU8jwACgwnwHAIIIIAAAggggAACCCCAAAIItL8ALUQAAQQQQAABBMZGoGGBxbKGORmbNrXlXp1ztXY55/zFWDM/rYUVNVpPMpEIo/dsOksjKyqsaOF2pcKK9zGyYsBgggACCIy1APtHAIG2E7jW97PU31LDtp6RtXMOeNXUH1Nosauz0+pDix0dKUslkxb6bsmEOacenS/OwrJVb875B6rLzNYsoN89NLqiyprXZg0EEEAAAQQQQAABBEZBgF0ggAACCCCAAAIIIIAAAggggED7C9DCYQkkhvWqIbyIa6xDQBriKs71XLB2zvmL2WZ+WgsrJpLJcOE7lUra5rM77MJTErbzRhZuV962yv7mL6KHO0wQQAABBBBAAAEEGiKg/pb6Xdr41jOjEFrcbFbKFFqc0NVlE7o6rdOXviMtJpOJ0Kdz6t05M+f8xCo353qWK48wHUhAUs65Xn4Drcvj7SFAKxBAAAEEEEAAAQQQQAABBBBAoP0FaCECCCCAAAIIIIBAewo0LLDYnlyj3yrnXG2nzjl/ESvEpDgAABAASURBVNbMT8OF7UTCWSKZtGQiEUZW3GK9TrvglITttKGF2xW3KqyYCctMEEAAgSEKsBoCCCCAwDAF/nZfxn7v+196+VYzIjvnwNdss1nJEFrsb6TFZCJhGmkxoT5dwi+rl+fMnPMTq9yc61muPMK0PwEN7q7RFVX6e57HEEAAAQQQQAABBFYT4AEEEEAAAQQQQAABBBBAAAEEEGh/AVqIQFMKJJqyVlQqCDjXc4HaOecvXpv5qSX8Be2ELmzXhRW3XL/DLjjZ2Y4b6HKt2RW3dNv19xNWNG4IIIAAAggggMAoClzn+1/qh2mXW07P2rkHLrPNZ1dCixO6ulb7euhkImGEFqW1bsU5M+dcKNYUNyqBAAIIIIAAAggggAACCCCAAALtL0ALEUAAAQQQQAABBBBAYDgCieG8aCivYXSToSgNvI5zrvakc85ffDXz0/7Diuul7IKTE7ZDNaz4u1tW2fUPpI0bAm0pQKMQQAABBBBocgH1w9QfUzW3mJ61cw54zbaYnbSurk6bsIbQonPq8fnizJzzE6vcnOtZrjzCtF6gXDbT7x8q9Y+zjAACCCCAAAItLEDVEUAAAQQQQAABBBBAAAEEEECg/QVoIQIIjEuBRKNa7RwXVUfC1jnnL1abLy6EFf1d0yg8yUTCUqmkbbV+yi5ckLTt5/irtGZ2+S2r7IYHGFnRU/CDAAIIIIAAAgiMmYD6Y+qXqQJbTK98PfSW6yVDaFFfD93ZkbKOzg7rSPm5X04mEqGPl0io7+dMN+dc6ANqeaRLu23P+QY55/DyDvwggAACCCCAAAIIIIAAAgggEAswRwABBBBAAAEEEEAAAQSaUSDRqEpV4nON2np7b9c516uBzjkL/5xZIpm0lEoqaVvP6bALT0nadutXtC+/eZXdSFixl90Y3GGXCCCAAAIIIIBAEFC/TP0z3dl8WmTnHLAs/LHJhAldYaRFhRZTHal+Q4sJp256pY+n16s45zSj9CMgKY2uqNLP0zyEAAIIIIBAIwTYJgIIIIAAAggggAACCCCAAAIItL8ALUQAAQQQaICAroQ2YLNmXE61Yd2c65Fzzpn/MT81jbaTSCYtmUiEkRW3Xr/DLjjJ2bbVsOJvb1ppNz7IyIrGDQEEEEAAAQTaQKB9mqD+mfppatFm07J29v6v2lbrJS0OLXZ1dliqI1X7gxT9YYpG0074Pp9Ci6EvqIk24Itzzk/56SsgFuecOef6PsV9BBBAAAEEEEAAAQQQQACBphWgYggggAACCCCAAAIIIIAAAuNRINGoRpc1zEmjNj4Otuuc8xdczSoXqp2Fi9YJZymNrKivgT7F2bZzLNwuu2mV3fRQNiyvccIKCCCAAAIIIIAAAqMqoH6a+mva6WYaafHA12zr9ZPW1dVpXZ2dppEWOzs7QmgxqT9QSSZ838/5vqAv5oszc85PjNtAAvrdQ6Mrqgy0Do8jgAAC406ABiOAAAIIIIAAAggggAACCCCAQPsL0EIEEEAAAQRaUKBhgUWuqa79u8G5yoVo53rmzrnKBWuFFZMp22ZOyi48JWHbrG/h9psbV9nNDzGyYsBgggACCCCAwCgJsBsE1lZA/TX12/S6TadGdvZ+r/h+XdLi0GIqlbKOjlT445RkImkukQh9wISfO1fpGxq3AQUk5Jwj2DmgEE8ggAACCCCAAAIIIIDAcAR4DQIIIIAAAggggAACCCCAAAIIjLxAwwKLw6zquH2Zc65X23XXmf/nzHTBOukvXG87J2kXnpLsCSvesMpueZiwonFDAAEEEEAAAQRaQED9tt/4/puquun0vJ2z/2u+X5e0zjDKYocptKivhE4mE5ZwzlwiYc75ufnizJzzE7Pa3LjVBDS4u0ZXVKk9yAICCDS7APVDAAEEEEAAAQQQQAABBBBAAIH2F6CFCCCAAAIIIIDAagKJ1R7hgTEVcK7nQrRzLlyQTiScbbdB0i5amPIXtSvV+/WNK+2WRwgrVjSYIoAAAgj0FuAeAgg0q4D6b+rHqX6bTMvZuQcqtJiwzs5UGGExmUpaMpGwZDLp+4EWivmbc85Pzd+vzI1bLwHxOOfw6aXCHQQQQAABBBBAAIH2F6CFCCCAAAIIIIAAAggggAACCCDQ/gLt18JEo5rE6CbDl/XXWs3KFi64amSdhEvY0XNTtvV6Fm7PLy3YrQ9nwzITBBBAAAEEEEAAgdYSUD9O/TnVepNpeTtwq5x1dHRYh74W2peUL4mEM/UBfYfQ/7hq39C4DSBQ9n1n/f6hMsAqPIzA2gvwCgQQQAABBBBAAAEEEEAAAQQQaH8BWogAAggggAACCCAw6gINCyw65y+sjnpz2meHzjl/cdpCSSQSdslNZfv+LZXDtel6KTtv4YzwnHFDAAEEWlCAKiOAAALjVcB38UI/Tv05GfzxifXtysdnV8KKHSlLJhOW8CWZ8PNq0Wucc1qdMoCAdJxzvn/sBliDhxFAAAEEEEAAAQTGQoB9IoAAAggggAACCCCAAAIIIIBA+wvQQgTWVqCSgFvbVw1h/fIQ1mGV/gWcc7WLrYlwodqZ5j++I2k/ubPTdNtkvQ5/sXumJfy6uk9BAAEEEEAAAQQQaG4B9dvOWzjT1I9TTa9dtJld/fzGtbCi+nvJRNKSiTisqD6h1fqFVndzztXdY1G/e2h0RZVxpEFTEUAAAQQQQAABBBBAAAEEEECg/QVoIQIIIIAAAggggAACbSeQaFSLuIQ6dFnnerTCoq64+pc75x/3y865EFjURexL751gv7h/ium28eyUnbtwhn9O9ygIIDByAmwJAQQQQACBkRVI+F63+m3qv2nLN7+yrd308haWSiYtqeJXCPNkIgQUnXOVuVXn1ft6bVycc/HiuJ+LwjlnzrlxbwEAAggggAACCKyNAOsigAACCCCAAAIIIIAAAggggED7C9BCBBBoNoFEoypULjdqy+NnuyJ0Lr7oWvYXYC2Uyx6aYpc9MtN000Xv8xfO9Be7dY+CAAIIIIAAAggg0GwCqaSZ+mvqt6lud63a2e58bRtLJFytuEQiLDvnfH+vp1gr30ax7vrdQ6MrqozibtkVAggggAACCCCAAAIIIIAAAggggAACCCCAAAIIIIAAAgispUDDAov+WutaVoXVBxJwrnLRWs875zSzK/8xw658fIOwvOEsjbQ4y1LJynPhQSZtLUDjEEAAAQQQQKA1BNQ/O3fhLFN/TTW+L7ur3bty+16hROfow8lmXYoEnXPBdV22w2sRQAABBBBoNgHqgwACCCCAAAIIIIAAAggggAAC7S9ACxFAAIHxJtCwwOJ4g2xUezVKTE8x0+gxpXLJSqWy/eXp2faXZzcJu95wZtLOO3WGdaRcuM8EAQQQQAABBBBAYFCBhj+pfpn6Z+qnaWcP5fewhzI7VfpzpZIVi5U+Xckv60H189Tv07oq9cu6TxlYoOyfkpeKX+QHAQQQQAABBBBAAAEEEEAAgViAOQIIIIAAAggggAACCCCAQJMJEFhsggNSf2FVF6rjKsXRQz1fKpWt5C9mF4tFP/fLfl4oFO3qZ+fY1Yu2CC/ZYEbKzls40zrHPLQYqsMEAQQQQAABBBAYtwLqj6lfpv6ZEB4p7m0PRzub+m+FQsEKvi9X9H25QrEQgovFWj9PIcZKUR+wbIriaQurFz2/+qPj8xHnO87OOUZYHJ+Hn1YjgMCYCrBzBBBAAAEEEEAAAQQQQAABBBBofwFaiAACCCCAwMgKNCywyAXUdThQTiMp+svTZV/8RWoFFSulHC5oF8LF7WK40F3IF+y6RRvY35ZsHXY4Z4ZGWpxpXR1+I+ERJggggAACCCDQkgJUumUF1A8779SZpn6ZGvF3288eze1shULB8iq+/5bL5cNyIV8M87x/rFgsWQgulkqmvp/vCmrgRV/KtaLtqdDXlkJPqVhVnHoeZQkBBBBAAAEEEEAAAQQQaAEBqogAAggggAACCCCAAAIIIIDAOBNoWGDRueYNzDX7MY4vQGteKunCq1nJX4UtlaohRV3oVvEXuqNqueGFDe36l7cLTVt/etLOXTjTujo5BgGECQIIIIAAAgggMEoC6n+pH6b+mHb5d9vXHo12sly+YFGUt0rfLWcKLEa5nL+fs7zvzynIqEBjoVC0UrFU7fuVqkFFbYkymIB6vc45RlgcDInnEBinAjQbAQQQQAABBBBAAAEEEEAAAQTaX4AWIoAAAggggEBrCTQssDjwl9e1FtBY1Lbs8RRW1NxfpbZSqWTFYtF0AbugoKK/4J3LFcIF7kgXuqOcZX1RaPGGpT2hxfMXzLKJnQ07xGNBwz4RQAABBJpHgJoggEAfAfW71P/qCSvuZ3/PzbVKfy3y/bXIIt9nU1HfTfMol/fP50OAMYQWfZ9P/T71/0rlkpV9PzD0C61s6htquc9uuesFfPfZ+8hIS/4BfhBAAAEEEEAAAQQQQGCkBNgOAggggAACCCCAAAIIIIAAAgi0v8CotrBhaTY3qs1o/Z3FF59r83BRuhzCiiV/dbpUKlvBX8AuFIrVrw2sXNzWhe5MJmvZbBTKjS9sZDcu3SGAzJ6esHMXzrCJjLQYPJgggAACCCCAAAKNElB/S/0u9b+0j7/b/vZYfmeL6v64RP21jO+zpUPfzfffQngxCuvk83kLXwvt+3rha6E1yqLv/6lvWKqGFrVdSv8Czv/y4ZxjhMX+eXi0qQWoHAIIIIAAAggggAACCCCAAAIItL8ALUQAAQQQQAABBBCoF2hYYLHM4Cb1zkNa1gXpeEX5lUNo0Uwj6xRLRSv6C9eFQsFUel389he7deFbJZPN2o2LN7QbX9kxbGr2tKSdd+pMm9Tlwn0mCCCAwLgRoKEIIIDAKAmon6X+lvpd2uWjtp89lt/J4lEUM9nI9Acmmagyj4OLmmudXC5vuXwh9PEK1T9QUd9PfcCSQotxn1AdRL+D+j6jv8uPFxCNXFT8XX4QQAABBBBAAAEExpMAbUUAAQQQQAABBBBAAAEEEEAAgfYXoIVtJdCwwKIjHzfsN0p8oVVzFV2oLhZLpq8HLPiL2Bp9Rxe1K6HFyF8M96V6ITydiSyTzdpNize0G5ZWQouzpibtvIWzbPKEhh3uYbeVFyKAAAIIIIAAAq0sMLkrEfpZ6m+pHY+6A+wf+Z19/yxnCiSmM9kQVkz7/lk6nbXudMbCY+q7+aLRstWny1VHWNRIi5WwYtnUB1RfUNulDC6gXz2cc4ywODjTsJ7lRQgggAACCCCAAAIIIIAAAggg0P4CtBABBBBAAAEEEEAAgdEUIME2mtpD2Fd8UVrzMFKM6WJ1qTrKYsmKxVL4SuhCvmC5XME0Ko8udMcj9mj0nsqF8IzdvGRDu6E60uLMqbqYPtOmEFocwlFgFQRGRYCdIIAAAgi0uID6VRpZUf0sNeURO8D+kduxp3+WjSphxUzWFFYMQUW/rP6a/sAkiiKLcjnTH6Kob5cvFEJfT/29OKxY9n27v0dZAAAQAElEQVTB0CfUxO9EfUQ/46ePgAZ3l41Kn6e4iwACCCCAAAIIjLUA+0cAAQQQQAABBBBAAAEEEEAAgfYXoIUIILAWAgQW1wJrLFbVRVddqA4XrUslK/pSKBRDaFEj8OgrBLPZygg+mepF8Uwmqo7ek7GbF29o11dDizOmJOzcU2fYlIkc9rE4luwTAQQQQAABBNpHYMpEZ+cunGHqX6lVj9iB9ni+/7Ci+mgKK6bTmRBg1B+a6A9OIn0VdK5geT+vhRV9X6/yVdAlRRW1acqgApUnnbMwuqJzfsG4IYAAAggggAACCCCAAAIIIIBAewnQGgQQQAABBBBAAAEEEGgngYYl1xS0ayeosWiLDDWYTpj7S9YKLZaKxT6hxUIYmScb5SwbRaaL4Zkwck9UCy3eEkKLO4UmzJictPMXzrSpkxp26MN+mLSBAE1AAAEEEEAAgX4F1I86f+EsmzElGZ5/xCmsuIPvk+Ut8n2yuD8W5tlqn6wurJj1j6nvFkV50x+gKKyoP0gp+H5eJaxY9j2/sqnvF/cFw46YDCgQO6nfPOBKPIEAAggggAAC/QvwKAIIIIAAAggggAACCCCAAAIItL8ALUQAAQSaSKBhqTXnGN1kuMe5/kKrluMLsKVyKVy4VmhRF7R1YTuXz5tGWYz8xXFd+O49gk/1AnkmY7cs3sCuW1oJLU6bnLDzFs60aYQWh3uIeB0CCCCAAAIIjFMB9Z9CP8r3p0TwiDvIHs/tYOqHKYiokKLm3QooZiPTPB5ZMZ3Nmp7TulGkPlzO1JdTn059O4UVi8VSLayo7asvqLlK/bLuU3oE9JuHcy6MstjzKEsIIIAAAggggAACCCCAAAIIjI4Ae0EAAQQQQAABBBBAAAEEEBi6QMMCi+Wh14E1+xGovyCt5cFCixqVJw4tRlHOFFpUqVwcV2gxa+lMxm5dsoH9bemOYW99L7aHB1trQm0RQAABBBBAAIFRFej7Rx8Pm8KK21slgJjz/a1KIDGEFDPZymjXCi765UwUhdEXK+vmw8iKhWLRFFYslkpGWHHdDqV+96j0mbW0btvi1QgggAACTSdAhRBAAAEEEEAAAQQQQAABBBBAoP0FaCECCCCAwDgSaFhg0Y0jxEY1VRdd421reU2hxXy+YFEuFy6GK7CoUgktVi+YZzJ225IN7W9Ldw6b7ft1huFBJggggAACCCAwjgRo6lAFZkxJ2vkLZ5n6T3rNw3awPZEfOKyokRbjfpjCivUjK+Y1QrYv6rsprKjRs4sDjKxY6QMSwpP5YMX5Xz6cc4ywOBgSzyGAAAIIIIAAAggggMA4FqDpCCCAAAIIIIAAAggggAACCDSPQMMCiwrXNU8zx6AmI7RLXaSON6VluWpeKpWsVCqbLnAXqqPz6CsFdeE7hBZzOctGUWW0RY3qk4msO501jbR425I5du3LldDilInOzl04w2ZMadhbIa4+cwQQQAABBBBAoCUF1E9Sf0n9JjXgYXeIPZ7bzve1cuEPRRROzPj+Vjyyou4PFlbU6NjxyIrqyxWrYUX187R99fXq51qmDC4gO7mpDL4mzyKAAAINEGCTCCCAAAIIIIAAAggggAACCCDQ/gK0EAEEEEAAAQRGTKBhKTXnRqyO435D9RdetRwuyFrZSoOFFqNcuIgeRln0F9B1EV0lDi3e/uIcu3bp3GA7ZULCzjt1ps2c2rC3Q9gPEwQQQAABBNZWgPURGGsB9Y/UT1J/SXV5yA6xx6Nta6NaK5yo0RM1r5V0xtTv6m9kRYUV9QcmfUdWDP07P1FfT/uhrJ2AfvVwzjHC4tqxsTYCCCCAAAIIIIAAAk0jQEUQQAABBBBAAAEEEEAAAQQQQKD9BeIWklCLJZp8Xn/xWsv+eraV/b9Suf+RFnO5fBjxR6MtxqHFeKSfWmhxyfq10OLkroSdu3CWzZyabHIJqocAAggggAACCIyOwCzfLzrP94/UT9IeH7JD7Ylc77Cigon1IyvqfihRZAoyZqOc75PlLZfL2UBhxVLJ9+p85059PO1HpX5Z9ymDC+hLs2WmMviaPIvAuBSg0QgggAACCCCAAAIIIIAAAggg0P4CtBABBBBAAAEEEGgZAQKLLXOozOovwGrZX9f2j5n1F1rUBfFcHFr0F8oVWgylOtpiHFq8bfF6ds3LlZEWJ3c5O3/hTJvtL863EAtVRQABBMZQgF0jgEC7CsyelgwjUE/y/SO18SF3mD2Z36bXyIoKJtZGVfR9LP1xiErfkRVzuZwVikXrb2RFhRW1ffXtNFepX9Z9ypoFnLMwuqJzfsG4IYAAAggggAACCCAw0gJsDwEEEEAAAQQQQAABBBBAAAEE2l+AFo6WQMMCi1xobcwhrHfVcqWsIbToL5JrpMVsFJkuquviuopGA8pks3b7kvXsmqW7hApP9Bflz104w2ZPa9hbI+yHCQIIIIAAAggg0KwC6gedu2CGTeyshN8etMPsydzWptESNWpi3J9K+36UltWnCkHFTNb6hhXz+TxhRWv8rfKHPGVT37jxe2MPIy7ABhFAAAEEEEAAAQQQQAABBBBAoP0FaCECCCCAAAIIIIAAAlWBhqXSnKtc4K3uh9kICtRfiNVyXNY00qIusmey9aHFyDTSYsZfbL998Wy7+uU4tJiw8xbOsvWm8/XQI3jY2BQCYyLAThFAAAEE1k5gfd//Od/3gyZ2VbrJD9hh9lS+J6yY8X0p/eFHCCums73+GKS/sKJGvR7KyIpxf864DUtAv3k458Ioi8PaAC9CAAEEEEAAAQRaXIDqI4AAAggggAACCCCAAAIIIIBA+wvQQgTaRaByJbYBrSk3YJtsskdAF7Xje1qOR5UplUpWKpWtVCyG0XwKhaLpQnkul7coyoWvMdSFdo0GpIvtKgotpjMZu2NJT2hxQqez8xbONF20j/fDHAEEEEAAAQQQaGcB9XvO9f2fLt8PUjtDWLFuZEX1odR3isOK9SMr6jGNvqg/EImivGlkRfXBhhpW1P4owxfQ7x6VPrGWhr+dAV7JwwgggAACCCCAAAIIIIAAAggg0P4CtBABBBBAAAEEEEAAAQRGSaBhgUU3Sg0Yz7vRRdm4/VoOoUUrW2kYocV0RiMvVkKLV1VHWuzqcHbeqTNtzgxGWoydmY+0ANtDAAEEEECgOQTU31G/R/0f1egBO9yezm8d/thDQcT+wooKL4YSReEPQ7RONpuzXC4X/mBkKGFF7Yuy7gLO//LhnDPn3LpvjC0ggAACCCCAQAME2CQCCCCAAAIIIIAAAggggAACCLS/AC1EAAEEhibQsMCiwnNDqwJrrYuAgorx67Us9/IQQ4tZf3E9nclaOp0xXWxPZyLLZLN255LZ9teXdgmb7Uw500hDc2akwn0mCCCAAAIIIIBAuwls4Ps5Glla/R617QE7wp7KbWUaLXGgsGLcf4q/BjqTjSyXK6w2smKxULBisWRxP03b17LmKvXLuj+swou8r/nie8HqDOOBAAIIIIAAAggggAACCCCAQDsK0CYEEEAAAQQQQAABBBBAoE0EGhZYZHCT0XuH1F/o1rKu0/rLtQOOtKjRfqIoV7kIH0WmC+3xRXd9PXQmm7W7XlRocV5ohC7en3/qDNtw5vgbaTEAMEEAAQQQQACBthVQ/+Y838/pSFVG5nvAHWlP57dcbWTF7kzG0umsdVf/0COTjSztiwKNCjZGUd7ikRULhaIVikVTWLFUUq+sbCXfQav008o1S92v3WFhnQR09JxzjLC4Toq8GAEEEBjfArQeAQQQQAABBBBAAAEEEEAAAQTaX4AWIoAAAgg0h0DDAovN0bzxU4v6C95a9tfErez/lUolK/kL5SV/0VwXznUBPZfPW6/Qor/Y3n9ocZb99cXKSIuppLNzT51pG84itDh+3lW0FAEEEEAAgRERaNqNbDgrZRpJWv0cVTKEFXNbVP6oQ/0jlUzWFFbMZCKL/8Aj4x9TYDGKorCuwop59a8KBVNfS32ucrUPVumPVUKK6qNpP5qraJkyMgISlqnKyGyRrSCAAAIIIIAAAggggAACCKylAKsjgAACCCCAAAIIIIAAAgggMCQBAotDYmrWlXrXq/4CrZZHJLT4Us9Ii6mEs/MWzrKNZqd675h7CCCAAAIIIIBAiwls7Psz5y2caXFY8X470p4eJKyokRVV0plsdWTFbAgrZrO51UZWXFNYscWoWqK6zlkYXdE5v2DcEEAAgXYUoE0IIIAAAggggAACCCCAAAIIIND+ArQQAQQQQACB8SHQsMCiAnPjg7C5WlnvruXhhhY1glB3OmuZbNbuenGW/eXFeaGhSf+O0cV9XeQPDzBBAAEEEECg1QWo/7gTUD9GIyuqX6PG329HDRpWVL9Ioypmo5zvG0WW9f0jLav0HVlRo1oXiyUrlUumvpi233euxygjKxD6vH4SW4/s1tkaAggggAACCCCAAAIItIUAjUAAAQQQQAABBBBAAAEEEEAAgaYQSDSqFs45a9S22e7gAvUXarXsr91a+DpCf+G8VCqbLqQXipWvLMzp6wvzBX/h3V989xfhs/rqwygyXZTXxfk4tHj3S7Psz0t2DTtOOLPzFs6wTdZjpMUAwgQBBBBAAAEEWkZgk/U6fD9mpqk/o0rfF0ZW3NyiXC70hzLqC4VRFLO+PxSFr4HWqIqhb+Qfz1bDilEub3mVuq+BVh9Lfa2y73mFedlqoUXti9I4Ad89ZYTFxvGyZQSGJMBKCCCAAAIIIIAAAggggAACCCDQ/gK0EAEEEEAAAQQQGAmBhgUW/fXZkagf2ximgIKK8Uu1HEKLflIqlawUQoslKxSLVigUbaihxXtenml/frESWlQgVSMTbbI+ocXYmTkCCCDQIAE2iwACIySw6XopO3fhDHNKt/lt3mtH2TO5LVYLK3ZnMpZOZ6077eeZbBhVMZ2NbEhhxdDfqvSE1Qfzuwk/9cvhASYjKiBxGauM6IbZGAIIIIAAAggggAACoyfAnhBAAAEEEEAAAQQQQAABBBBAoP0FaKEXaFhgsXod2O+Cn7ESqL9gq2V//dzK/l+pFlosWhxazBcKlu8z0mI6m7UwmpC/WB+PtHjPSwot7haapGN83oKZtimhxeDBBAEEEEAAAQSaV0D9lXMXzjT1X1TLe+1oezY3+MiK6gdpxEWNsDiksKLvZ6mvpe2r76W5Sv2y7lNGXkAhVOecOedGfuNssU0EaAYCCCCAAAIIIIAAAggggAACCLS/AC1EAAEEEEAAAQQQaAWBhgUWFY5rBYB2r2P9BXIt67joQvpgocVIXw3ti+Z9Q4vpTMbueWmG/WlJJbQov3MXzLTN1u/QIgUBBMajAG1GAAEEmlxgszkdpv5KXM177Rh7NreZZSONmhiFERQVTlS/Z7WRFTNZG2pYsVTyvayymfpc2pfmKlqmNFYg9HH9BO/GOrN1BBBAAAEEEBjnAjQfAQQQQAABBBBAAAEEEEAAAQTaX4AWQ0kenQAAEABJREFUIjAKAg0LLDK4ySgcvSHuQhduVbS65v5abhj/pzTASIu5XN6iKBcu3muui/fhIn5aX4sYmUKL9748w/5YF1o8Z8EMQosCpiCAAAIIIIBAUwlsvn6HnXPKjFqd7nUKK25q2Siq9XfSvo/TnclaHFZUv6fvyIq5XMHyvo+kUakLhWIYpbpULFpPv6oc9qG+lhbiuZYpjRfQuIrOuZYeYbHxSuwBAQQQQAABBBBAAAEEEEAAAQTGWoD9I4AAAggggAACCCCAgFnDAovgNq+ALqD3XFwvWalUNl1wr/966KGEFu/rJ7S4xZxU8zacmo1XAdqNAAIIIDBOBdQvOXtBT1jxHo2sGPWEFdMhpJixdDYyhRZVFFYMj/vn6kdWzOVy1jesGPpQpZKpbyXivnM9RhkdAcVF5a8yOntkLwgggAACCCDQhAJUCQEEEEAAAQQQQAABBBBAAAEE2l+AFiKAQBsIEFhsg4M41CbUX8DV8ppCi/l8oTbyUBTl/MX8rIWL+Gl/YT/jL+xnMqbQ4h8W71arwgdPmWlbbNBRu88CAggggAACCCAwFgLqj6hfEu/7HjvWnsv1hBU1gmJWQUUV37dRH6fbzxVWrDyXtazv/0QaVVGlULD6kRUVVgz9KY1bXe75Guh4f+03b+4WOWdhdEXn/IJxQwABBBBAAAEEEEAAAQQQQACB4QnwKgQQQAABBBBAAAEEEECg8QINCyzqAm7jq88e1lag/rhoeW1Ci5WL+j2hxe501vT10PcvnWF/fHG+aVuqzwdPnmFbbkho0YZ6Yz0EEEAAAQQQGFGBrXw/RP2ReKN3l4+x53KbWDaKan+ModEUuzOZ8McYcVhRQUWVbHbNYcVSuaSoYuj/qE8V76t+OX6MeeMF1A+VvUrj98YeEEAAAQQQGKYAL0MAAQQQQAABBBBAAAEEEEAAgfYXoIUIIIAAAmsUaFhg0TlGN1mj/hitUH8hV8vhAq+/5F4qlaxUKlupWLSCLxphUV99qHkU5fxFfl80CpG/iK8L+ypxaPG+l6ZXQotWOe4fOGmGKSxg3BBAAAEEEEAAgVEQiHeh/sdZvh8S37/HHWfP53tGVtQIigorptWn0R9fpDOmkRUVVFQZSlix7PtNof9UN7JipU/lH4h3zHxUBdQDdc6Zc25U98vOEEAAAQQQQAABBBBAAAEERleAvSGAAAIIIIAAAggggAACCLS+QMMCi1yube43hy6qxzXUcrjo7i++l+pCi0W/nM8XbKihxftfnm5/XLKblaoHX2GBrTfqjHfDHAEEEEAAAQQQaKiA+h3qf8Q7uduOs+eijS1bHVlRYUX9wUU6mzWFFrU8vLBipbOjPpT2Fc+1TBkbAR0RHQeVsakBe0UAAQTaQoBGIIAAAggggAACCCCAAAIIIIBA+wvQQgQQQAABBMZcoGGBRcY2GfNju8YK6IKuilbUfKDQYqFQXLvQ4ovzrVSuvAPe//rptvVGHdoFBQEEEEAAgXEsQNMbLbCN72+o3xHv52473p7P9RdWjCyTUcmO2MiK8T6Zj52ABlZ0zjHC4tgdAvaMAAIIIIAAAggggAACQYAJAggggAACCCCAAAIIIIAAAgisSaBhgUWF39a08xF5no2MmMBAocVCsWi9Q4t5y0Y5y+qrFLNZf9G/Urr1tYqZjN3/0jT744vzrVgLLc6wbTcmtDhiB4oNIYAAAggggEAvAfUz3vf6GbXH7iwfZ8/nNjKNrBj6K5lKXyWtvks6E0ZXXOuRFX3nttJXKpvm2lk81zJlbAX84QnHhWMytseBvSPQcAF2gAACCCCAAAIIIIAAAggggAAC7S9ACxFAAAEEEECg7QUSjWqhc43aMtsdaYH6C7taDhd8rWylUskXP1dgUaU20mLeoihv9aHFnq9VzFomm7X7X5pq+nroOLR45utm2Lab8PXQI33s2B4CCCAwUgJsB4FWFVD/Qv2MUH/fAb3LTrAX8pWRFRVWzGSj8McVcVgxk8kOaWTFou8HlX0plcqVIJzvG4U+kiZhZ0yaSUC/ejjnGGGxmQ4KdUEAAQQQQAABBBBoSgEqhQACCCCAAAIIIIAAAggggAAC7S/Q7C1MNHsFqd/oCCioGO9Jy7oW7y/PW6l6ob6kwKIv+XzB8gVf8nmLNMqiioIAURRGK1JwUSMtZrJZe+BljbS4uxXLlbfZmSdOt+02JbQYOzNHAAEEEEAAgXUT2N73K9S/0FbK5uzO8vG2KLehZX2/ZE1hxXQma1pHf4AR5fKWV/F9HI0qrdGl1fcpDRJWVH9J+6U0h0DZV0PHRMUv8oPAWAmwXwQQQAABBBBAAAEEEEAAAQQQaH8BWogAAggggAACCCCwjgKVJNk6boSXt4dA/QVeLfcXWtRoQz2hxYJFdSMtZqKoMoJROmO10OJLU+wPS+ZboRpafO8J0237Tfl66PZ4x9AKBEZTgH0hgAACvQXUn3iP71fo0bI5u8uOtxcGCStW/qgiY5lsZAorRvqjC993GSisWCyWwh9ulPuMrFjpI5W1W0oTCThn5pwLxbghgAACCCCAAAIItLAAVUcAAQQQQAABBBBAAAEEEEAAgfYXoIXjXaBhgUVdzB3vuK3Yfh03FdVd8zWHFjXSYt40OpFGKVo9tBjZgy9PsT8sVmgxqc3ae06YYTtsxkiLAYMJAggggAACCKy1gPoR6k/ohWVL2F36Gug1hBUVUhxqWHGgkRXVN9I+Kc0nEPqsfsIxWsOx4WkEEEAAAQQQQAABBBBAAAEEEGh/AVqIAAIIIIAAAggggECTCzQssOica/KmU73BBOKLvZr7a78aWyiMMqQL+PqKxN4jLeYHGWmxMpLRQ0un2B+W7Gb5UjLs9t3HTye0GCSYtIsA7UAAAQQQGB2BHTfrNPUjtLeSJe3OEFbcwLJRZOGPJ7JRZcRnP9eoiqFkskMeWVF9ndD/Ue+nbKZl7Suea5nSfAL6zcM5xwiLzXdoqBECCCCAAAJtJ0CDEEAAAQQQQAABBBBAAAEEEECg/QVoIQIINFagYYFFf323sTVn66MmoAv0IxJa1EiLCi2WU6HuChvstBkjLQYMJggggAACCCCwRoGdNu+0fz5+elivZEm7y51gi3NzbF3DivpDjHJJXwEdvgBaUUULfR9N/N7UF/IzfhovMOw9lP0rdZxU/CI/CCCAAAIIIIAAAggggAACCCDQvALUDAEEEEAAAQQQQAABBMa5QMMCi26cw7ZD8+sv+GpZ1+x1Gb9UvaC/tiMt6qsYH9ZIi4t3s1ypElo84/jpttPmXe3A1eRtoHoIIIAAAgi0tsBOm3faGcfFYcVUJawYrb9aWLE7k7UwqmI6Y+p7ZDTSon8sinJh3SiXt7xKoWCFQtEKxaKpT1Mq+V6O7+xU5j0jK7a22vipvfO/fDjnGGFx/BxyWooAAgggMKAATyCAAAIIIIAAAggggAACCCCAQPsL0EIEEECgtQUaFlj013tbW4baBwEFFcOCn2hZx9VfzrdSXWhRF/rz+YLl8nnL+xJFecsqFKCAQDZb+VrGamhAwYGHl062PyxRaLHDb9XsjOOm2c6bM9JiwGCCAAIIIIAAAqsJzPX9hDOqYcViefCwYiaTtRBY1LxaIvVLosgGCyuqb6M+jnauPk88j5d135g0rUC5XAmZcrya9hBRMQQQQAABBBBAAAEEEECgdQSoKQIIIIAAAggggAACCCCAQEMFGhZYdK6h9WbjoyhQf+FXy+GCsJVroUV9haK+SlGjFPUNLSogkM5Gq4UWH1k62a5cPM+i6kiL7zpuus3dgtDiKB5WdoUAAggggEBLCKh/8E7fT1Bli67D7rTjbXG0nmWjyLLqY1SLRlasDytqZEUVraN1hxJWDH0cTfzO1OfxM35aREC/ejjnGGGxRY4X1UQAgfEtQOsRQAABBBBAAAEEEEAAAQQQQKD9BWghAggggAACgwk0LLA42E55rvUEdNFeRTXXXNfyy3WhRX2VYhxazBcKvUZajKLI0v2MtPjoK1PsD4t3s6hUGWnxncdOt7lbdmkXFAQQQAABBBBYe4G2e4X6BeofqGEF67A7ysfZklzvsKJGb+7WSM5xyWRNQUU9rrBilMsNOrJi6Nf4Pk3o22jid6bH/IyfFhIo+7rquKn4RX4QQAABBBBAAAEEEEAAgXYWoG0IIIAAAggggAACCCCAAAIItLQAgcUhHT5WigXii8Ca65p+f6HFfL5gq4cWc71CiyFYkMnao69OtisX72rZOLR4zDTbZStCi7E3cwQQQAABBMarwLwtO+2dvl+g9hddVxhZ8cVoPVMAUUFEBRJrJZ0JozlrlMX4Ma2jdaNc3vIqhYJpNOhCsWj6Q4tSyfdifGfGT83PfFHkrfK1wtonpbUEnLMwuqJzfsG4IYAAAusiwGsRQAABBBBAAAEEEEAAAQQQQKD9BWghAggggAACCIylQMMCiwq0jWXD2HfjBXSMwwV+K1upVPLFz4tF00iLawot6isbQ2gxnbVHX5kURlrMlitfCf1PR0+zeVtVlhvfCvaAAAIIIDBqAuwIgSEKzNuqy04/ZnpYO2+dYWTFF6PZlo0iUxBRocR4FMV0OmMqCiuqf6HHtU7EyIrBb7xMQp/UT9Q/HS9tpp0IIIAAAggggAACCDStABVDAAEEEEAAAQQQQAABBBBAAIH2F1iHFjYssOgco5usw3Fp6pfWXwjWsr82bGX/r7/QYi6ft7wv2WzOslHOIl/S2Sh8VaNCBQotZjKRPfrKRLty0bzaSIunHz3ddt2akRab+o1A5RBAAAEEEGiAgM7/px89LWw5b112l51gL0azevoRmWzoRyi0qKBiKOpbVB/vL6yoP6RgZMVA2rYT/ebhnAujLLZtI2kYAlUBZggggAACCCCAAAIIIIAAAggg0P4CtBABBBBAAAEEEGhngYYFFitfqtfOdOO7bQoqxgJarg8tFoslK+prF4vF8NWLCi0W/H2FFiujHmVNIQMtZzJZi0OLf9fXQ7+wm2VLldEV33HUNEKLMTJzBBAYDQH2gQACYyyw29ZdpvO/qpG3CXanHWcvRjMtG0ZW7Ok/qO8QgooaXbFPWFHrRrm85VV8/0NhRY3+XPL9klKpbKHfYppbWNa+9JjmlNYVKPuq6ziq+EV+EEAAAQQQQAABBBAYTIDnEEAAAQQQQAABBBBAAAEEEECg/QVoYRMLNCyw6Jq40VRtZAR0QVhFW9M8Di1qOQQCSiVTQKBQKFocWszlCqaRFrPZntBBT2gxa39/dZJduVihxcroigotzN+msqz9UBBAAAEEEECgPQXmbzPB3n5UPLJiJaz4UhhZsfI10OEPHbJR9Q8dshYCi/6++hF6LuuX47BiLspZnrBie75RBmiV8798OOcYYXEAn9F9mL0hgAACCCCAAAIIIIAAAggggED7C9BCBBBAAAEEEEAAAQSGL9CwwKLCa8OvFq9sJQEFFFVfzXXcy2HUorLW0x4AABAASURBVLIptKjRjArFYm2kRX099EChxRA8SGfs769MtCsWzbNMqRJUfNuR02z+tpVl7YeCwLgVoOEIIIBAmwroPP+2I6eG1uVsot1RPs5eCiMr5kxBRAUSVTSyogKK6XTW0tnItKzHtU4cVtTIiup7rDayovonfg+hr6JJWNa4fH6Bn5YX0CGt9EU5pi1/MGkAAggggAACCJhhgAACCCCAAAIIIIAAAggggAAC7S9ACxEYxwINCyw6N45Vx2HTdYFYzdY8XDA2BRZLtdBi/UiLCi1GUd76jrTYE0LI2D9em2S/X7RrT2jxiGm2O6FFEVMQQAABBBBoK4E9tuuyt/nzvBqVs0l2Z/lYeymaUesnKJCo0tNPyFp3JjNoWFGjO6vvoT+c0B9QlH2/pNJH8UvqqPid6b6f8dMmAvrVwzk3pBEW26TJNAMBBBBAAAEEEEAAAQQQQAABBAYR4CkEEEAAAQQQQAABBBBoXoGGBRabt8nUrNECCgAoC1C2spVKg4QWc2sKLU60KxbtauliZXTFtx4xzfbYdkKjq8/2hy/AKxFAAAEEEFgrgT22m2BvOXxaeE3OTbI7Ssf0CiumM1mLw4qVkZh7wop6bqCRFTXCYrnaByn7/kitb6IOit+b7vsZP20kUPZt0XFV8Yv8IIAAAggggEBjBdg6AggggAACCCCAAAIIIIAAAgi0vwAtRAABBBomQGCxYbTjb8P1F4i1rExAHBIolcqmUY4UINCoR/lCwfSVjVFdaFGBBBWNoFQJJWTs8dcm2u9f2M3SpUpQ8S1HTLU9t6ssjz9hWowAAggggED7COy5vcKKla+Bjtxku6N0rL2cq4ysGEU5UyCxvl+QyUSDjqwY+hb5gvU/sqKZ+ibSi+dabs5CrYYj4JyF0RWd8wvGDQEEEEAAAQQQQAABBBBAAIFmF6B+CCCAAAIIIIAAAggggMD4FWhYYJGLwePzTVV/3LUchxZLpZIVi6UhhxYVUugJLU6wK57f1bqLlaDiaYdPNYUc1lqYFyCAAAIIIIBAUwjstV2XnXZYJayYtcl2V/k4ezmabtkoZ5WwYiaMrBj3B/oLK0Y5v24ub/oDCIUV9QcR9WHFUrkUQoqhL6KJb7n6Jn7GTxsK6BDr+Kq0YfNoEgIIIIDA2gqwPgIIIIAAAggggAACCCCAAAIItL8ALUQAAQQQaFmBhgUWnWN0k5Z9V6xjxXWhWEWb0TxcQK5+HWOpVDZ9RaMCBQoWKGCgoEGUy4eQQjabDQEFjagUhxQUXHxi2QT7/eK60OJhU23v7SsBRu2HggACCCCAAAKjI7Cue9H5+82HTwubydoUu7N8rL2UnRr6ASGsGPcFMllTHyCdzq42smK0hrCi721YrQ+ijojfm+77GT9tKqDfPJxzYZTFNm0izUIAAQQQQAABBBBAAAEERlWAnSGAAAIIIIAAAggggAACCCDQKIGGBRbLjapx+2637VoWBwM0V1YgDg8otFgqFm1tQ4uPv9JlV7ywq60qTgxWb1JocQdCiwGDCQIIIIAAAi0gsLc/b+v8rapmbardUTrGlkbTQlgxm40srbBiJmsZX7rTGVNYsfaYf17rKKyYy/U3smLJQh+jXJmHvocmfmfqi/gZP20soN89dJxV2riZNA0BBNpHgJYggAACCCCAAAIIIIAAAggggED7C9BCBBBAAAEEEBhAoGGBRTfADnl4fAnEF401V2ZAoUV9RWOxWLLBQ4vRaiMtKrzwxKtddsWiebaqOClAvunQqbbPDoQWAwYTBBBAAAEzA6FZBfb152udt1W/jE2zO8rH2Cu5nrBiJvLn/szQwoohsFgomEZr1h9AqE9RKpU0nrOpv6F9qO9RP9cypX0FnP/lwznHCIvte4hpGQIIIIAAAggggAACfQS4iwACCCCAAAIIIIAAAggggAACrSow9MDiWrYwvli8li9j9TYWUHBA74vKvGxxaLFQLIbAQb5QsHwub5Ev2SgyjaKUyUYhuNidyZq+FlKhxSdf67IrXphnKwuV0OIbFVrcsTLqYhvz0TQEEEAAAQRaVmBff55+gz9fqwEKK95ZPtpeiSpfAx3O9/68r3O8ymAjK6qP0H9YsWz6g4hSqWxxP0P70rLmlPYXqO9jtn9raSECoyDALhBAAAEEEEAAAQQQQAABBBBAoP0FaCECCCCAAAIIIDBGAg0LLDo3Ri1it00nUB8W0HK4oKwxkPyCggUaFWmw0GI6k618NaSf10KLr3baFS/sYiurIy2+8ZAptt9OjLTYdAefCiGAwGoCPIDAeBPQ+fkN/jytdmdsut2pkRWHGFZUH0CBxiiXsxBUzOVNf+DQM7JiyUJfolwy363wpazdhKI+R1hgMi4E9KuHc44RFsfF0aaRCCCAAAIIIIBAawhQSwQQQAABBBBAAAEEEEAAAQQQaH8BWjg8gYYFFodXHV7VrgIKDaiofZqHUIGVrVQq+eLnGmVRpVAMQYT6kRajKBdGWQyjLlVDiwouPvVal/1+0TxbUR1p8dSDp9p+OxNalDEFAQQQQACBZhDYf6cJpvOz6pKxGXZHSSMrTrGsP7criLja10DrPJ+t/KGCworqA8RhxRBYLBTCqMz6Q4dSseT7EL4QVjRu5nuVvvgOpvqZeIwLARqJAAIIIIAAAggggAACCCCAAALtL0ALEUAAAQQQQAABBNpUgMBimx7YZm1WfBFZc39N2V9cLofRkEqlsq1ppMXw9dCZrOnroRVeVGjxydc67fcvKLQ4OTT51IOm2v478/XQAYMJAsMS4EUIIIDAyAgc4M/HCw+eGjbWbdPtjvLR9mpu9bCizufd6YwpoKgSzvH+fK+wYjaKwsiKfcOKZfUbSiUr61+5ElQLO/IT9TH8jJ9xJuCchdEVnfMLxg0BBBBAAAEEEEBgzQKsgQACCCCAAAIIIIAAAggggAAC7S9ACxFoToGGBRa5WNycB7wZahW/NzQfidDiUyG0uKstL1RCiwsPmmIHzCW02AzHmjoggAACCIxPAZ2HF/jzsVqfdjPtrvIx9mo0udfIigoqqnSnswOEFXOWzxdCYLH+a6DjsGKpXDL9wYP6E9qPSv2y7lPGj0DoU/pJ07wHxg89LUUAAQQQQAABBBBAAAEEEEBg/ArQcgQQQAABBBBAAAEEEBiWQMMCi84xusmwjsg4eVF8MVlzf21Z4yOFouBBfyMt5vIF0yhL4esjs5Fp9KX6kRafei0Vvh46Di0uOFChRb4euh3fTrQJAQQQQKC5BQ6cO8F0HlYtu22m3VnqP6wYzuXprGWyWdMIi7qvERajKOfP+Qor5lcLK5aKCin6Ui5Z6D9ooh35oj6Fn/EzTgX0m4dzzpxz41SAZiOAAAIIINB+ArQIAQQQQAABBBBAAAEEEEAAAQTaX4AWIoDA+BRoWGCxPD49afUwBBQwUN5A83i0pLUJLWp0JpWnl3XYFYvm2fJ8ZaTFBQdOtQMZaXEYR4SXIIAAAgggMDyBg3aZaKf4869e3e1m2V3lY+3VaGIIIIY/Oogi0zlb4USNrEhYUVJjUtpup/rdQ31JlbZrHA1CAAEEEEAAAQQQQAABBBBAYHgCvAoBBBBAAAEEEEAAAQQQaEqBhgUWGdukKY93U1Wq/oKyliuhRTMt9zfSYi7KWX8jLaazlfCDAhDPKLT4gr4eekpo6ykHTjGFJ8KdUZmwEwQQQAABBManwEHzJtrJB1TOv6vcLLujdJS9Gk0YUlgx48/lfUdWzOXzVigUrVAsGiMrjs/31Nq0WgMrOucYYXFt0FgXAQQQQGAdBXg5AggggAACCCCAAAIIIIAAAgi0vwAtRAABBBBohEDDAosKnzWiwmyzvQQUTlRRq2pzK68WWsznCyGwoNBilMtbNopMIzXpqyM1SlPv0GLKfvf8PFuWr4QmFJ44eN5E7YKCAAIIIIAAAg0QOMSfZ0/ev3LeXeVm252lo21ZNMmyUc7C+Tqb7TWyYjqTqX0NdH1YMZfLWeRfk1NYsVgM5/5yqWylUsk0CrP6l3F/Qc2oX9Z9yvgViN8bvCfG73uAliOAAAIIIIAAAggggEALClBlBBBAAAEEEEAAAQQQQACBcSnQsMCic+PSs+kb3awVjC8ua64LziU/KVvZSgopFItWLJUsHmWpkC9YHFpUqKG/0OKzy1N2xQs9ocWT9p9iB8+b1KzNp14IIIAAAgi0rMAhu06y1/vzrBqgsOIdRYUVJ5rCipU/KshamKcVUsyaworxubtvWDGXy5tGVFQpFktGWFGqlKEI6FcP5xwjLA4Fi3UQQGDcCNBQBBBAAAEEEEAAAQQQQAABBBBofwFaiAACCCCAQCsKNCyw2IoY1HlsBRRWVA3iucKK5brQYqFYNIUW84WC9Q0tKvAQwhDZyNLpTCjPvJa03y2aZ6/lKyM+nbT/ZDt0V0ZalDEFAQQQQGCdBHhxVUDn1dfvNzncW+nWszuKx9iyqKsWVsxEUS2smM5ENqSwYqFoRcKKwZTJ0AXKflX1IVX8Ij8IIIAAAggggAACCCCAwEgIsA0EEEAAAQQQQAABBBBAAAEEEGiAQJMFFhvQQjbZUgLxReb6+VBCi9lsZH1DiwowPrssab97fp69lp8aHF633xQ7bDdCiwGDCQIIIIAAAusgcOiuk0znVW1ipVvf7igeZcuizmGHFcMfJCisWGJkRZlS1k7AOQujKzrnF4wbAgi0hgC1RAABBBBAAAEEEEAAAQQQQACB9heghQgggAACCCCAwOoCDQssxoGz1XfJIwgMLhC/dzQvl800L5VLta+HLtSNtJjP5WtfD63QYjqTtTDCYjYKc4UWn1ueNI20+GquElo8cd8pdthufD304EeBZxFAoKUFqDwCDRY43J9HXxePrJiohBWXV0dW1Pl4TSMrap1slLNcTiVv+ULRwvndn+NLRZ3zffHn/rgfEDdHfYJ4mTkC9QLxe4X3SL0KywgggAACCCCAAAJtL0ADEUAAAQQQQAABBBBAAAEEEECg/QXasIUNCyw6x+gmbfh+GbUmxRebNa9cgDbrO9JiPl+wfMGXutBiFOXCSIsKLXZXw4shtLgsYb9btIu9Wh1p8cR9J9sR8wktjtoBZUcIIIAAAm0jcLg/f57gz6Nq0IrEHLs9f5Qtz1VGVlQQUWFFnYdVutNZ09dAd6cz4auhNRqy1lk9rFjga6AFShm2gH7zcM6FURaHvRFeiEAfAe4igAACCCCAAAIIIIAAAggggED7C9BCBBBAAAEEEEAAgdEXaFhgsTz6bWGPbSagsKKaVD+vDy0WSyUrVEdk6jvSogIRCirWhxaf10iLz8+zV3LTtFk7fh+FFvl66IDBBIHRFWBvCCDQogIK+5/gz5+q/nI3x+4sHGUr8p2mPxjIRpGls1lTUDGcg9NZy/j7CisqpJjJRqa5wor5fN5yubzlw3m8QFhRoJR1EtDvHuozqqzThngxAggggAACCCCAwEgKsC0EEECd2alSAAAQAElEQVQAAQQQQAABBBBAAAEEEGh/AVqIwFoLNCyw6Na6KrwAgdUF4ovOmmukxVKpbKVyycK8WDSFFjXSor5GMg4tRrlcCEQoGBECE2GkxWwY2en55Qm7/Pm59kpuetjZ8ftMsSN2Z6TFgMEEAQQQQACBQQSO9OdLhf21isKKdxU0smJHCCvqnJv251udd1U0smJmjWHFghWKBcKKAqWss4Dzv3w458bZCIvrzMYGEEAAAQQQQAABBBBAAAEEEECg6QWoIAIIIIAAAggggAAC7SfQsMCiwmXtx0WLxkJAYUXtt2duNpTQYlT9eugQnMhkLK2RnjJZe2FFMoQWl8ahxb0n21F7EFqUMaUqwAwBBBBAoJeAzpPH+fOlHlzuNrC7ikfb8nxH7Q8EBgor6hys5zSyYqQRFWsjKxasoD88KJasrD9GKJXCuV39x/h8r33VL+s+BYGBBOL3Du+ZgYR4HAEEEEAAAQT6FeBBBBBAAAEEEEAAAQQQQAABBBBofwFaiAACTSfQsMCic03XVirUwgLxxeeeef+hxXyhYPFIi9koqo36pMBEdzW0qK+qfGFFwi5/bmeLQ4vH7jXZjtqT0GILv0WoOgIIIIBAgwSO2mOy6TypzS9zG9qdxaNtWZQMYUV9vbMCiTrPZjKR1Y+smMlkLZOtnIu1Xi6Xq/sa6KIVCSuKtK3LaDZOv3o45xhhcTTR2RcCCCCAAAIIIIAAAggggAACZgYCAggggAACCCCAAAIIILC2Ag0LLK5tRVgfgTUJ9IQVy2FVjaTTd6TFQqFofUOLGtVJgQkFJxRazGQiU2hxycqkXb5oF3s5qnw99LF7TrajfQkbb+4JtUMAAQQQQGBUBI7x58Vj96oE+kNYsXCkLY8S4Q8CFEKMw4oaxbg7nbF0JmOaZ/qEFfO1kRWLVigWCCuOytEbXztR71B9RZXx1XJaiwACCCDQ5gI0DwEEEEAAAQQQQAABBBBAAAEE2l+AFiKAAALjToDA4rg75K3d4PgidM/cwldIlvR1kvpqyVLJ+oYWo1wujALVN7SoQMXiZWa/e2GevZybEWCO2XOSqYQ7TBBAAAEEEBjHAsfsNcmO9udFESxzG9mdhaNsZT7Vb1hRwUWFFTWPw4r6gwGFGvuGFUtNM7KiWkZpFwHnLIyu6JxfMG4IIIAAAggggAACCCCAAAIIxALMEUAAAQQQQAABBBBAAAEEmk2gYYHFOFDWbA2mPqMg0OBdxO+tnrkNGlrM5fLWX2hRo0EpWLF4udnlz+9iL1VDi0drNClfGtwMNo8AAggggEDTChy712Q7eo/JoX7L3MZ2Z1FhxWT4AwCFEEMoMZM1nUv1BwD9hRUjf/7tL6wY/sigVArnbo2WHJ/PtbP6Zd2nIDBUgfi9xHtoqGKshwACCIyQAJtBAAEEEEAAAQQQQAABBBBAAIH2F6CFCCCAAAIIjLBAwwKLzjG6yQgfKzZXJxBfjO6ZWwg+hBBEn5EWFVhUifqMtJjOVoIW6XTGliwv2+XPz62FFo/ac5IprFG3SxYRQAABBBAYVYGx2tlxe0+2o/aYFHb/WmJju6NwhK2IXK+wogL/cVgxo/NpJmshxJiNwnpRP2HFYrFk4TxNWDHYMhlZAf3m4ZwLoyyO7JbZGgIIIIAAAggggAACCCDQWAG2jgACCCCAAAIIIIAAAggggMB4E2hYYLHcvJLUrE0EesKKlXebRtYplathiLUNLWay9mJ1pMUXoxlBSGGN4/eujC4VHmCCAAIIIIBAmwscv89kO3L3SljxVbex3ZE/wlbmEhZFOctkoxBKDCMqprOmeWaAsGIul7OcQouFohWKBSsWS1Yula1EWLHN30Fj1zz1BtU3VBm7WrBnBBBoQgGqhAACCCCAAAIIIIAAAggggAAC7S9ACxFAAAEEEECgxQQaFlh0LQZBdVtTIL4orXmlmK1baLFsv3t+F3sxNzOAHLH7JDt+nylhmQkCCCCAQL0Ay+0moLDiEfPjsOImdmfhSFtVF1bMZqNKSDFTnQ8SVswXiqZSIKzYbm+Tpm2P8798OOcYYbFpjxAVQwABBBBAAAEEEGhdAWqOAAIIIIAAAggggAACCCCAAALtLzC6LWxYYFGj3Y1uU9jbeBVQUDFuu5b13htqaFFfaamvsExXQxcaLerFFZXQ4pKoGlqcP9EU4oj3wRwBBBBAAIF2Ezhhn8kWhxVfcXFY0a02smJGYcVMxnpGVoxM51KFGfU10LlcLgQV8/mCKaxYYmTFdnurNG171P+r9AM11mLTVpOKIbC6AI8ggAACCCCAAAIIIIAAAggggED7C9BCBBBAAAEEEEAAgV4CDQssOtdrP9xBoKECukAd70DLumjdE1osWbFUskIY7akQvqIyl8tblMuFIIaCFplMNgQuMmH0qKy9uLxkv3t+rvWEFifZifvy9dCxMXMEWkGAOiKAwNAEdH47vDqy4ituU7u7dJStylk4R+q8WDtHxmHF+Jzp76czmbBe5M+rOX9eVVBRJQ4rFoslK/lzsM7JOjfrHB3Xqn45fow5AsMV0K8ezjlGWBwuIK9DAAEEEEAAAQRaWICqI4AAAggggAACCCCAAAIIIIBA+wvQwvYSaFhgsb2YaE0rCNQHH7SsYIQCEiEoUSxZoVi0+tBiFOUs64vmvUOLWetOZ+2l6kiLi6sjLR62m0KLU1qBgjoigAACCCAwJIET951iOr9p5Vfc5qavgV6ZLYcQ4kBhRY1GnOkvrBj+MKBohWLBNLJi0Z97dT7WuVjnZC1rPyr1y7pPQWBdBTSuot5XKuu6LV7fS4A7CCCAAAIIIIAAAggggAACCCDQ/gK0EAEEEEAAAQQQQACBURUgsDiq3Oys0QL1F6m1rICEghIKLZZL5V4jLWoEKI0GNXhosWSXPzfXFkezQtUP222ivW4/QosBg8k6CvByBBBAYGwFXr/fZNN5TbWohBWPsO5cecCwYjqdMYUVs9mcrTayosKK+QJhRWFSxkTAOQujKzrnF4wbAggggAACCCDQTALUBQEEEEAAAQQQQAABBBBAAAEE2l+AFiKAwNoINCywqLDY2lSEdREYKYH6956W60OLYcSnUsnikRaHElpcurJcDS3ODlU8dNeJdtL+k8MyEwQQQAABBFpR4PX+PHbIrpNC1Ze6LeyOosKKpdXCiul01rozGVNYMZ2JrL+RFXP5gul8WqiOrFgqlU3nX/3BgM7BWg478pP6ZX+XHwTWXaC6hfi9xnusCsIMAQQQQAABBBBAAAEEEEAAgXYSoC0IIIAAAggggAACCCDQVgINCyw6x+gmbfVOabHG1F+s1rIuYis4USqVKl9T6eeDhRYVzNAoUpls1vT10EtXluy3z+5sL1RHWjx43iQ7af/2HmmxxQ451UUAAQQQGKKAzl+H+POYVn/ZtrA7i0dYOir1G1ZM+/OgzomVsGLWMtkorBfl8qZRihVW1Pm0PqwYzrXlkuncq3Ow9qNSv6z7FARGUkC/eTjnwiiLI7ldtoUAAggggMB4EKCNCCCAAAIIIIAAAggggAACCCDQ/gK0EAEEEGgmgYYFFsvN1ErqMi4F6oMRWlZwoj60WCgWLV8oWC6fDyNDKXiRjXIhiKFARiaTNYUW9bWXCi2+sqpklz87117IzgqeB8+baCcfQGgxYDBBAAEEEGgJAZ23dP5SZV92cVix2Ovcl/bnP42s2H9YMbKBworFYskIK0q2V+HOKAnod49Kf09Lo7RTdoMAAggggAACCCCAAAIIIIBARYApAggggAACCCCAAAIIIIDAWgg0LLDo1qISrIrA2gsM7RW6cB2vqeX60GK5VDaFKwrFYggt5qqjRfUNLYbgRiZjtdDic7vYC9nZYbMH7TLRTjmQ0GLAYIIAAggg0NQCOl/pvKVKvuS2tDsLR1omV+wVVgxB/XTW4rCizn0K8CvIH0WRZaOc5XK+5AtWP7JikbCiWCljKOCchdEVnfMLxg0BBBBAoL0EaA0CCCCAAAIIIIAAAggggAACCLS/AC1EAAEEEBhPAg0LLCoYNp4gaWvzCiioGNdOy3pvxiMt1ocWw2iLQwgtLl1ZsN8+O9cWVUOLB86daAsOnBrvgjkCCCCAAAJNJ6Cwos5XqthLbiu7M3+4ZXIFi6KcKZivUGIlnBhZdyZj6XQlqJ/NRlYfVsznC5bzpb+wYtn8v7KZzrXaj0r9su5TEGiUgPp3er+pNGofbBcBBBBAAAEEEEAAAQQQaFkBKo4AAggggAACCCCAAAIIIIBAEwk0LLDoxvngJk10jKmKF6i/eK1lXdTuL7RY0GiLawgtpjORvbKqYJc/p9Dien7rZgfMnWALGGkxWDBBAAEEEGgugYUHTbH6sOJdxSMsmy+GkRXTmaz1hBWzIawY3+8bVszp/JjP9zuyYpmwYnMd9HFYG/3q4ZwLoyyOw+bTZAQQGGMBdo8AAggggAACCCCAAAIIIIAAAu0vQAsRQAABBBBAYOQEGhZYHLkqsiUERkZAQcV4S1oeamgxDmwowKFgR1ojTym0uLISWnw+E4cWJ5pCIfE+mCOAAAIIrLMAG1hHgYUHT7X9d54YtvKS29ruLBxhmShvOrfpnFY5t0WV0KI/v+m+RlrU831HVtRIxIysGCiZNKFA2dep0r/Tkr/DDwIIIIAAAggggAACCLSSAHVFAAEEEEAAAQQQQAABBBBAAIH2F6i1kMBijYKF8SCgC9lxO7Xcb2ixUDSFMsJIUrmcRblKsEPBDQU5FPDoCS3mw0iLz2fXD5tVKOTUg6aGZSYIIIAAAgiMpcCpCivuNCFU4UW3jd1ZONyyq53ThhZWzDGyYnBk0rwCzlkYXdE5v2DcEECgtwD3EEAAAQQQQAABBBBAAAEEEECg/QVoIQIIIIAAAggg0DoCDQssKgzWOgzUdDwJ1L83tVwfWiwVS6avhVbJF4o2UGixO50xhRY1CtWrq/L222d3tueqIy3ut/MEU0hkPJnSVgTGrQANR6BJBd5wyBTbrxpWXGJb2535wwYNK6bTWdM5TcF8BfQ1wmI2ylXOg4QVm/QoU616AfXnKv06Rlisd2EZAQQQQAABBBBAYIQE2AwCCCCAAAIIIIAAAggggAACCLS/AC0cNYGGBRadY3STUTuK7GitBXRBO36RlnWRu1QuWalUsnKpbMUQXCxYfWhRwQ0FOBTkUKBDocVMthLweK0aWnw2vV7YrEIibzxkSlhmggACCCCAwGgKvPGQqbbvjpWvgX7RbWt3FY/oN6yYTmesO5MxhRU1erDObZlsFL4uOspVwor5QsH4GujRPHrsa7gC+s3DORdGWRzuNnjd2AmwZwQQQAABBBBAAAEEEEAAAQQQaH8BWogAAggggAACCCCAQCzQsMAiY5vExMybVUBBxbhuWl5TaDGfz1scWozn9aHFZd2FMNLis5nK10Pvs+NEe+OhfD10bMx8TATYKQIIjDMBhRX32XFCaPUSt63dLkXQgAAAEABJREFUWTgsnLuiKGcKIyqUmM5EprBiOpv1c18yWdPjel7r1YcV8/mCFYoF0wjExWKpEuy3sumcqXNn2JGf1C/7u/wgMOoC+t1D70OVUd85O0QAAQQQQAABBMZegBoggAACCCCAAAIIIIAAAggggED7C9BCBNpGoGGBRdc2RDSknQXqL2prWQGM/kdaLISvxawPLaYzWdOIiwotpjMZ01dpLk9XQovPpKuhxR0m2JsILbbzW4i2IYAAAk0j8GZ/vukVVswfagrYK4SYyWZDKDFdDSv2N7Ki1usbViyWioQVm+YIU5HBBJz/5cM516ARFgfbM88hgAACCCCAAAIIIIAAAggggEB7CNAKBBBAAAEEEEAAAQQQGC2BhgUWFfwarUawHwTWRUBBxfj1WtZ7d/XQYrH29dBxaFHBjkw2qgZAslYLLWqkxefmWhxa3HuHCfbmwxhpMTbuNecOAggggMCICLz5sGm2lz/faGNLbFu7q3CYRbm8KVif6SesmFFwMZMN57CMP5fpnBblcpVwfqFghULRCCtKk9IqAuq/VfpxGmuxVWpNPRFAAAEEEBhHAjQVAQQQQAABBBBAAAEEEEAAAQTaX4AWIoAAAkMUaFhg0bkh1oDVEGgCAV3gjquhZV30Xj20WOgVWoxqQZAoBD7SmWw1tJixFd15+61Ci5k5YbN7bT/BTiO0GCyYIIAAAgiMrIDOL3tt3xU2uti2s7uKh1k8smI2is9RUeUclcn4c5aWs37uywBhxQJfAx08W2VCPc30q4dzzpxzxg0BBBBAAAEEEEAAAQQQQACBdhSgTQgggAACCCCAAAIIIIBAuwg0LLDYLkC0Y/wIKKgYt1bL5bLZYKHFXC4XAiGV0auiEPzoG1q87Nmd7el0JbS4p0KLhzPSYmzMHAEEEEBg3QXe4s8rOr9oS4vddnZ38dBwboqinGXqR1bMZKw7vXpYUeewbBTVRlbM5wtGWFGalFYT0LiKlf6bllqt9tQXAQQQQKAJBKgCAggggAACCCCAAAIIIIAAAgi0vwAtRAABBBBoEgECi01yIKhGcwjoQndcEy33HWmxVCyFIEe+UKyEO/L5uq/cjFYLLa6sjrT4dHqDsNk9t5tgpx1BaDFgMEEAAQQQWCeBtxwxzfbw5xVtZLHb3u4uxGFFfz4KYcXIutPZysiK6f7DilEuZwop5guFMG/M10CrhhQEGiuggRWdc4yw2Fhmto4AAggggAACCCCAAAIIDCLAUwgggAACCCCAAAIIIIAAAggMTaBhgUWFvYZWBdYatgAvbIhA/XtXy/WhxVKpbGsfWsyZRlp8Kh5pcdsJ9tYjpjWk7mwUAQQQQGB8COg8sse2XaGxi90OdnfhkDCyokZMzGQjy2QiCyMqZrOVub+vUYAzmazp+SjKWRxWzOXzhBWDJJNWFlB/rdJvY4TFVj6O1B0BBAYR4CkEEEAAAQQQQAABBBBAAAEEEGh/AVqIAAIIIIDAOBFoWGDROTdOCGlmOwrognfcLi3rInj89dAKLRbXeqTFqBpa3CBsdvdtu+xthBaDBRMEEEBgrAVabf9vO3Kq6Tyier9gO9hd+YNCWDGKIstks/2GFUN4sS6smPXramRFhRULhaIxsqI0Ka0soN88nHOMsNjKB5G6I4AAAggggAACCCDQYAE2jwACCCCAAAIIIIAAAggggAACzSHQsMBi2aw5WkgtEBimgIKK8Uu1XB9aLJfKNlBoMYpylgmjW2VNo1mlM5kwX9VdGWnxyfSGYbPzFVo8kpEWAwYTBBBAAIEhCbz9qGk2f5sJYV2FFe8uHGRRLm/xyIrZbK4yomI2W5lnojDveT6ybDWsmC8UjLBioGTSBgIaV7HSX9NSGzSIJiDQegLUGAEEEEAAAQQQQAABBBBAAAEE2l+AFiKAAAIIIIAAAiMi0LDAohuR6rERBMZWQBe+4xpouW9osb+vh85GOVMwRGHFTCYKYcWe0GJkv312Z3syvVHY7PxtuuwdRxFaDBhMEEBgAAEeRqAioLDiblt3hTsvuB3tnuLBvcKKOudoJEWdc8I8na2FFXVO0rkpyuVMIysqrKh5oVgwncuKxZKVSiUr61/ZTOe8sCM/qV/2d/lBoCkFnP/lwznHCItNeXSoFAIIIIAAAggggMDQBFgLAQQQQAABBBBAAAEEEEAAAQTaX4AWSqBhgUUFu7QDCgKtLlAf1NCy3tulcikEO0qlcgh6FIoFyxeKlsvlLZ/PhwBJFOVMoZH6AIkCI6u6s3bZszvZE+nKSIu7bk1osdXfI9QfAQQQaLTA6UdPs56w4k52T+EgU0A+iiLLZLOmMGIIKVZH9U2ns/4cVHlc5x6dk+Kwor4GOg4rxiMGlwgrNvoQsv0GC6h/VumnlRu8JzbfsgJUHAEEEEAAAQQQQAABBBBAAAEE2l+AFiKAAAIIIIAAAgi0hEDDAovOtUT7qSQCQxLQBfB4RS3rongcWixqVCpfCnWhxVwu1yu0GH9FpwKMCo50d2fDSItPVEdaVGjx9KOnx7tgjkBLCVBZBBBorMDpx0y3eVtVRlZcZDva3fkDLBv580wUhVBi32B8HFbMZCqhxb5hxUKhaDpnEVZs7HFj66MroF89nHOMsDi67OwNAQQQQAABBMaZAM1FAAEEEEAAAQQQQAABBBBAAIH2F6CFCIyGQMMCi6NRefaBwGgKKKgY70/LcWhRy8ViqddIi5XRFnO9QouZTBS+mlOhRY2CpdDib57e0R7v3ihsdt5WnfZPR08Ly0wQQAABBBCQgM4L87bs1KItMo2seGDduSVrOrcoCK9zS5hXR1bMZPxz2cgIKwY6JuNAQOMqqk+m0qLNpdoIIIAAAggggAACCCCAAAIIIND+ArQQAQQQQAABBBBAAAEEvACBRY/ADwJDFai/CK7lOLSor9Is1X89dL5Q/YrontCivrIzUw0talmhRd2/7Jkd7R/V0OIuW3XZO48htDjU4zG09VgLAQQQaE0BnQ90XlDtF7md7Z7CASGsmM32jKwYQoqZTBhpsX5kxYxfh7Ci5CjjRcA5C6MrOucXjBsCCCCAAAIIjE8BWo0AAggggAACCCCAAAIIIIAAAu0vQAsRQKAdBBoWWFSYqx2AaAMCfQXq39taVmixbGUrlUq++HmxFL5qM6/Qoi+5XH1oMQqjYYWwYjYbRlxUaPG3daHFuVt22TuPnd53t9xHAAEEEBhHAu/y5wGdD9Tk591cuye/fy2sqDBiJpOthBQJK4qIMhoCTb6P0B/zE/XNmryqVA8BBBBAAAEEEEAAAQQQQACB5hWgZggggAACCCCAAAIIIIDAKAg0LLDoHKObjMLxYxdjJFB/MVzL/vq4lcoKLKqUe389dK/QYmSVoElUCStms9atsEk6a5XQ4sahRXO36LR3HUdoMWAwQQABBMaZgMKKO/vzgJr9nO1s9+b3GzCsqAD8aiMrhqB8zhScz+XzVigUrVAsWLlUtmKxZArYl83/K5vpHKb9qNQv6z4FgVYS0G8ezrkwymIr1Zu6IoAAAgiMLwFaiwACCCCAAAIIIIAAAggggAAC7S9ACxFAAAEE1izQsMCivwa+5r2zBgItLFAf7NByHFosFouVQEixFAIi+ULRctXQYjbKWRTVhxazlk5nLJ3NhpEXf/vMDvZYdyW0uPPmnXbGcdNaWIiqI4AAAgisrcA/+8/9nrDiXLuv0P/Iihl/3tDXQWcy/pyS0Tkka1l/fokUVvTnmr5hxZI/J7V5WHFtqVm/zQT0u0elP6alNmsczUEAAQQQQAABBBBAAAEEEIgFmCOAAAIIIIAAAggggAACCLSBQMMCi64NcGiCBCiDCejCePy8lhVaLFs5jF4VgiHFUggtanQrhRYVIMlG9aHFrKUzkSm0qJEWFTy5/Jkd7O+rKqHFnTbvsjOOZ6TF2Jg5Aggg0M4C/+w/73f0n/tq43NuF7uvsF+/IysqrBiPrJjJ6DxSCStWzi+rj6yosGKpVA7nprI/R4VzlSbakS86f/kZPwi0tIDzv3w45xhhsaWPIpVHAIGxF6AGCCCAAAIIIIAAAggggAACCCDQ/gK0EAEEEEAAgbEXaFhgse46+Ni3khog0ECB+qCHlvXeVyCkVCr1GmmxElrMh6/orIRKIstkfQlhk6hXaPF3z9aFFjfrtHcfT2ixgYeQTSOAAAKNF1jDHvQ5v6P/vNdqz7l5dl9+337DiulMxvqGFXUuqZxXVg8rlkNQsUxYUbCUthYI/S8/UV+srRtK4xBAAAEEEEAAAQQQQKC5BagdAggggAACCCCAAAIIIIAAAgisUaBhgUXn1rjvEVmBjSDQDAL1F8e17K+XawyrEBBZfaRFhRbzIYgSRdGgocVHqyMt7rBZp737BEKLzXCsqQMCCCAw0gLv8Z/v+pzXdp81hRX3sWyUs6xC7Soh2K6RFDOW1nI6a/UjK0a5nEV+fY3imy8UTAH5QrFgCisWi6VwLirrrFQ20zlK+1GpX9Z9CgKtLKBfPZxzjLDYygeRuiMwBAFWQQABBBBAAAEEEEAAAQQQQACB9heghQgggAACCCDQ/gINCyy2Px0tRKC3QH3wQ8uDhRbzhaLlFDDJ5S0aJLR4xbM72KOrNgk72mHTTnvPCTPCMhMEEEBghAXY3BgJvPfEGba9/3zX7p+1Xe3+wj6WjSoBRI2cGAcTNbJif2HFeF2FFXP5fBjFt1AsWKlYqozyWyopqmjhnKSJduSLzlN+xg8CbSNQ9i3R+1rFL/KDAAIIIIAAAggggAAC/QvwKAIIIIAAAggggAACCCCAAAIItL9A07eQwGLTHyIq2EoC9RfJtaxsSNnKYXSrYrEUAiSFYiEESuLQYiVsEg040uIVz25vj6yshBa337TD3nsCIy220nuCuiKAAAIDCbz3xOm23SYd4elnQlhx7+rou7m6c0LW+gsrKsxYOX/kwjlFYcV4ZEWFFUvhq6BL/gxUJqwYhJm0u4BzFkZXdM4vGDcExkqA/SKAAAIIIIAAAggggAACCCCAQPsL0EIEEEAAAQQQQACBdRVoWGBRYa11rRyvR6AVBerf+1oeLLSYyxdC0EShk95f/RlZOp2x7kzGMpnIfv/c9vZIdaTF7TbttDNPJLTYiu8N6rwOArwUgTYTOPN1Cit2hlYprPhAoRJW7H0uGDisGFVHYYxHViSsGCiZjGOB0N/yE/W9xjEDTUcAAQQQQAABBFpfgBYggAACCCCAAAIIIIAAAggggED7C9DCcS/QsMCic4xuMu7fXeMYoP5iuZb99fMwylWpVKp8RWexZBppUQETjYqVy+UtyuWsd1ClJ7SYTmft989ubw9XR1rcdpNOO/N1M8axME1HAAEEWlfgfa+fYdtuHIcVdzOFFVcPrlfCit3pjOkcoBC7vhI6G0XhfKFzhs4dOofoXKJzCiMrtu57gpqvu4B+83DOhVEW131r7bsFWoYAAggggAACCCCAAAIIICFwbQUAABAASURBVIAAAu0vQAsRQAABBBBAAAEEEGh2gUSjKlhu1IbZLgItIqCgYlxVLQ8WWswXCqbgiQIoUZSr+yrQSmgxnc2GwMqVz21vD6/cNGx224077P2vJ7QYMMZ+Qg0QQACBIQm873UzbJuNOsK6T9t8e6CwlymsWP/ZH0KKmYxprlF2FVbMZKNwbojX1TlD5w7CisYNgSCg3z0q/S0thYeYIIAAAggggAACjRBgmwgggAACCCCAAAIIIIAAAggg0P4CtBABBBos0LDAomtwxdk8Aq0goAvncT21vKbQYj6ft6xGzxo0tLidPVQNLW69kUKL0+NdMEcAAQQQaGKB979+um2zcSWs+JTtZg8W9vSf+TmL6j7zQ0gxm+03rKj1VPQ10IQVm/hAU7V1EBj+S53/5cM5xwiLwyfklQgggAACCCCAAAIIIIAAAgiMkgC7QQABBBBAAAEEEEAAgfEu0LDAooJZ4x2X9iMgAQUVNVfRsv5vlK1sfb8eWgGUXL5gcWixv6+Hjkda/MNz29lDKzfTJm3rjTrtrJPWMNJiWJMJAggggMBYCehzWp/X2v9TNt8eqhtZMZ3RKLrVERVDWDFrfUdWDCPw5nL+HFGwXD5vlZEVi1Yqlvz5pHJOKftzSzjHaGKVm847lSWmCLS3gN72er+rtHdLaR0CCCCAAAJrEOBpBBBAAAEEEEAAAQQQQAABBBBofwFaiAACCLS4QMMCi861uAzVR2AEBeovnms5XFS3stWHFoulYgigxKFFhVMUWlSQJZPJWnc6a/pa0O5Mxs+zduWz29pDKzcPtdxqww77wEmEFgMGEwQQQKDJBPT5rM9pVesp290eqhtZUZ/xtc/6Wlix8nkffw20zgcaWVFfA907rFj055HKuaTszynh3KKJduSLzjd+xs8ICrCp5hXQrx7OOXPONW8lqRkCCCCAAAIIIIAAAggggEBLCFBJBBBAAAEEEEAAAQQQQACBxgo0LLDY2Gqz9TYTGBfNqQ+OaFmZEgVM6kOLhWKhOnpWwRRMiUMqcaBFocUQXsxkTPMrn93GHqyGFrfcsMM+eDKhxXHxZqKRCCDQMgIfOHmm6fNZFX7K7WEPFfawbJQzBRDjz3bNM9WwooLpKplsZCo6DyjQqHNCvlAIwfZCsWgllVLZdA4pE1YUL2WcC5R9+yv9Ky35O/wggAACCDSrAPVCAAEEEEAAAQQQQAABBBBAAIH2F6CFCCCAAAIIDCpAYHFQHp5EYGQFdCE93qKW+wstaqTFfL5gCqYooKKwShxsUUixb2jxj88ptLhF2OwWG3TYB0+ZGZaZIIAAAgiMrcDZ/vN4yw1SoRIhrJjfvd+wYjqjr4OujqqYyYagYn1YMT4n9HwNdNFK/YYVw65M55fKElMExo+ABlZ0zjHC4vg55LQUAQQQQAABBBBAAIFxLEDTEUAAAQQQQAABBBBAAAEEEGhtgYYFFtvqYnlrH2Nq32QC9f83tLym0KKCKnFoUaNyaaStSmgxsu5MxtLprP3h2a3tgRWbh5ZuMSdl5yxgpMWAwQQBBBAYI4GzT5lhm/vPY+3+SbeHPZibv1pYsTvtP8P957g+08OoigorRpFfL7L4c1/nAAXYCStKkoLAwAKhP+Un6lsNvBbPIIAAAkMQYBUEEEAAAQQQQAABBBBAAAEEEGh/AVqIAAIIIIAAAmMq0LDAonNuTBvGzhFoZoH6i+la9tfX9YWeViqVrFgsWcmXeKTFXD5veV8UXlFYUaNuaa6gSyZTCS1mMlnTSIv3V0OLm63fQWixmd8A1A2BcSowXpp9zoKZtvmcjtDcJ92e9lBuvkW5vOmzO+0/rzUPn+HZrK0WVsxGpnC6RtbVKLuEFQMjEwTWKKDfPJxzjLC4RilWQAABBBBAAAEEEECg8QLsAQEEEEAAAQQQ+P/s3emzI9d55/nn1K2NxSJZl6QokZRIiZRIibtk7ftq7UuVvElyd3tpu93tbhcnJmImYiLmxbyYFxMxEfMHjPuN59XMi25JtmzLtjZbki1ZO7XZkmWJxVUiRVKsi9wz5/xOIlF5b939IoFE4lt1D/IAF8g854PEQSHqFw8QQAABBBBAAAEEthPoLLBYbXdUfocAAuu+snPn0GK+ZWhRFRZVaVGhxU8+cLN9+xc3Bl2FFs+e4euhAwYXCCyHALPsgYDW3ec843AYSR1WvHsSVlTgXGv1TmFFBRoJKwZCLhDYtYA+e9T/nlJv1w/jjggggAACCCCAAAIILKIAY0YAAQQQQAABBBBAAAEEEEAAgeELDHqGnQUW3aDZmBwC0xHQf6w3e1J/s0qLeaGwYm5plpu+GjRJU1OYpQm+qFpXE1rU9i8euMnue6oOLT776sN27+lVM16Qxh8EEECgUwG/zt57ZtW07uo4P3Ivte+kF4cVtWZH21RW1PqutZ7KilKkIbB7Aedfg845c87t/kHcE4FNBbgRAQQQQAABBBBAAAEEEEAAAQSGL8AMEUAAAQQQQAABBOYp0FlgUcGreU6MYyOwKAIKKjZjVV+vncqqyddDV2VlF0KL2a5Di9966oaw2+ufUYcWD/Ef+MGDizkKcGgEBiqg9VVhxeuvrisr/jCEFe8KlRWTJLUoTkyVFRVWHEWRrY1iG42i+rY4DiH02N8vjtOwxm8aVqxK/85QWXiP0MXYUu8b4y4bBJZaQC8LvR7UlhqCySOAAAIIIIAAAn0QYAwIIIAAAggggAACCCCAAAIIIDB8AWaIwAEEOgssko06wLPCQ5dOoP2f6+qH/3S3al1osSiLEGRJswuhRQVhFHKZBGFGsa1FdQjmLx+42b41rrSoEM3ZM6dspbNX/NI9ZUwYAQQQCAJaV+/16+v1VzVhxZfZ99K7QlhR1RIVUpys0X59HkXJurBis45rm2l9z3PL88LyorBSraysVFjRvzH4H9N7RDiwv2j3/VV+EFhqAdVVdM4tRYXFpX6imTwCCCCAAAIIIIAAAggggAACSyLANBFAAAEEEEAAAQQQGLIA8aUhP7vMbaEE2sET9UMwpRVaLIvSNgstKhCzdWjxJvvmkzcGh+uuOmxnT6/aykq4ysXFAtyCAAII7ElA66nW1Wv9+qoH/tAprHjnJKy4sbLidmHFNM1s08qKZRlCiuE9QRc6kG96n/AbfhBAYCxQ+a1eF2q+yw8CCCCAAAIIILCdAL9DAAEEEEAAAQQQQAABBBBAAIHhCzBDBBDosQCBxR4/OQxt+QTa/8muvrIp1QFDi598UKHF5wZMhWruPX2lHVlx4ToXCCCAAAL7E9A6qvVU66r28EP3cvteunVYcePXQKuiosLm2m4bVvTvAeG9QBc6kG96f/AbfhDoqcB8huX8P22cc1RYnA8/R0UAAQQQQAABBBBAAAEEEFg6ASaMAAIIIIAAAggggAACCOxfoLPAIv+Zvv8nhUcut0D7taO+MiohtFiWVhSlqdJiXuSWZbmlWRa2SZqaKi2uq+Y1im0timw0iuyTDz7PvvmLOrT4rCtX7I/OrNqRw265oZk9AgggsE8BrZ9n/Tqq9VS7+EEIK96xZWVFhRWjKLbQksQUUiSsKDkaAtMTCP9e8hf6t9P09sqeEEAAAQQQmJMAh0UAAQQQQAABBBBAAAEEEEAAgeELMEMEEEBgiQU6Cyw6Rxhqic8rpn5AgfZ/tqvv//9dNbas3CK0qOpcCi0qBLMxtDiK4zq0eE6hxeeFkT1rdcXuPX3KjhwOV7lAAAEEENilwJEjFtbPZ/p1VA9RWPH76e7DigqXK6yordbuLb8GWqt+ZeHroHUcNb0faEs7mACPHqaAPnk456iwOMynl1khgAACCCCAAAIIIIAAAnsW4AEIIIAAAggggAACCCCAAAL9FegssOj/j72/s2ZkXQiwzykLtIMp6rdDi2VZrau0qMCLgi/xuHLX1qHF59o3nropjPSa1cN275kr7RiVFoMHFwgggMBOAlov7z19pWn91H1/4F5hO4UVVeVWlRUVHte2CSuqSq7Wbm3zovBrum9a26tSUUULa74udCDf9D7gN/wggMAWAvrsodeJ2hZ34WYEEEAAgekJsCcEEEAAAQQQQAABBBBAAAEEEBi+ADNEAAEEEECgM4HOAouusyGzYwSWR6D9n+7qK7tSWRUqLW4WWlTwZatKi83XQ//VAzfa15vQ4qkVO/vBVTt2hFfs8pxVzBQBBPYjoHVS6+U1ft3U43/gXmnfT2+3JoC4LigeRdZ8DbQqKSqsqG2SZqat1mqFFfO8sKIs14cVq4qwooBpCOxRwPl/yjjnqLC4RzfujgACCCCAAAIIIIAAAvMS4LgIIIAAAggggAACCCCAAAIILK9AZ4FFBat6xcpgEFhQAQUVm6Grr9dW1QotVmVleZFbE4BRpcUkTS1JUmsCNGujyKIoMYVmVO3rr1uhxWdcsWL3nlm140ddcxi2CCCAAAItAa2PWie1XurmHxx6lX0/vc0UVmyvtaMotlErrBjpehybQorJhrCi1uy8XVmxLG2yxmuh14F8021+ww8CCOwgoJeNXi9qO9yVXyOAwDIIMEcEEEAAAQQQQAABBBBAAAEEEBi+ADNEAAEEEEAAgYUV6Cyw6Mg+LexJwcD7J9D+z3f1w3/Kj0OLRVHaTqFFhWVCkGYUrwstfu3J+uuhrw6hxSvtkqOdLQn9Q2VECCCwL4Fle5DWxbNnVk3rpOb+z6qsmLzI9hJW1H21DiukuGllRYUV/Zoe1nZd6EC+ab33G34QQGAXAvro4ZyjwuIurLgLAggggAACCCCAAAK7EeA+CCCAAAIIIIAAAggggAACCCAwfIF5zZB00rzkOS4CexRoB1fUV6alqbSo0GJZlJYXxbaVFpvQ4loUmSot/s2DN9rXnro5jOSqyw/Z2Q+eshPHXLjOBQIIILDsAloPtS5efflKoPgne6X90x4rKyqsqCqM7bCi1urSr9dlWVlJWDHYcoHAQQUqv4P630fq+Sv8INBvAUaHAAIIIIAAAggggAACCCCAAALDF2CGCCCAAAIIIIAAAlsIEFjcAoabEeijgP4jvhmX+u3QYqngS1FcFFqMk2Td10MrtBhFiU1Ciw/cYF99chxavKz+eugTxwktNs5sF02A8SIwHYETxw+ZKite5ddF7fH79ir75+y2iyorro0iG0WRrY1ii6K6jeLYVFFxY1hRocV1YcWqVF1FC2u5LnQg37S++w0/CCCwBwHn/+ninKPC4h7MuCsCCCCAAAIIILDYAoweAQQQQAABBBBAAAEEEEAAAQSGL8AMhyrQWWCR/2wf6inDvOYt0H5tqa+MS2VVqNJ1IbSYTyotKiCzU2jxUw/eYF954qYwtdXLVuze01fayeOdLQ/hOFwggAACfRXQ+nfvmVW70q+HGqPCij/ILv4aaIUVozgJYUVVrVVgcbuwYlGWNqmsqLCiX8D9j2kt13HU2n1dpyGAwO4EmtcSr6Hdee14L+6AAAIIIIDzx91KAAAQAElEQVQAAggggAACCCCAAALDF2CGCCCAAAIIIIAAAgjMSaCzRJJzbk5T4rAIDF+g/Z/x6of/pF8XWiwtL/LdhxajyD790I32lXGlxdXL6spiJy/pbIkY/pO0xQy5GQEE+i2gdU+VFVdP1uvf992rbfuwYrSryoqEFfv9vDO6xRfQJw/nHBUWF/+pZAYIIIAAAggMRoCJIIAAAggggAACCCCAAAIIIIDA8AWYIQII7E+g/t/4/T1220dV2/6WXyKAwEEFFFRs9qH+bkKLSZpakqSmimChElj4+lJVB4tM1cE+/eAN9o9P3Bx2e+rkIbv39Cm77ERny0Q4DhcIIIBAXwRO+vVO657WP43p++419oP0hdZ8tXOzdqqy4sivn9pqLQ0tSWyrr4EmrChNGgJTFbhoZ/rsUf97SL2Lfs0NCCCAAAIIIIAAAggggAACCCCweAKMGAEEEEAAAQQQQAABBAYq0FkSyQ0UjGkh0CcB/cd8Mx71dwotpmlmW4UW9TWmo1Fkn3lIocXnh91ecXLF7j29apef6GypCMfhAgEEEJi3gNa5/8Gvd1r3NJbvmcKKt9pWYUUFFkNQMYpN6ydhRanREJifgPMfPpxzVFic31PAkRFAAAEEFk6AASOAAAIIIIAAAggggAACCCCAwPAFmCECCCDQT4HOUkgKTvVzyowKgWEJKKjYzEh9vfYqq6wsS9/8tigtLwrLstyyPLetQoujUR26UaXFzzz0HPvyuNLi5ZceMn096hV+2xyHLQIIIDAkgWad01bz+r57rf0w209YMZustVpzqawozSVtTHvmAuHfP/5C/xaa+cE5IAIIIIAAAggggAACCCCAwHIKMGsEEEAAAQQQQAABBBBAAIF9CXQWWHRuX+PhQQhsK8AvNxdo/+e8+v7/663yfy+EFouLQotxkliSpBbFialKmKqFtUOLn33oBvvyE3WlRVUeO6vKY5eubD4AbkUAAQQWVEAVFVVZUeucpvA991r7QXrLjpUVFe5eX1lRYUXf8twIK0qShsBsBfTRwzlHhcXZsnM0BBBAoFMBdo4AAggggAACCCCAAAIIIIAAAsMXYIYIIIAAAssp0FlgcTk5mTUC8xNQULE5uvqbhRaLsghBmjTLwjZJ03WhxbVRZAotrkXaRvbZUGnxBWG3l504ZPeeOWWnCC0GDy4QQGDxBU6d9Ova6VN20q9vms137bX2wx3CiiGo6NfKKEnswtdAZ5b69VRVbDcPK5qFNVkXOpBvWqf9Zl4/HBeBwQlUfkZ6Xan5Lj8IIIAAAggggAACCCCAAAJmGCCAAAIIIIAAAggggAACCCDQSwECi1N9WtgZAvMVaP8nvfrKxlStSotFXphCi7nfKrSYppnFSTIJLSp8o9BiFCV2IbT4bPvSuNLiyUsO2dkPnrLVkywd832mOToCCBxUQOvY2TOrpnVN+/quvW5dWLGuOhuZ1sTQj2JTWDHy241hxSzLJlVsi7K0siisLCsrq3ISVNSarOOotfu6TkMAgYMLOGehuqJzvmP8QQABBGYhwDEQQAABBBBAAAEEEEAAAQQQQGD4AswQAQQQQAABBLoQ6Cx1xH/Gd/F0sU8EdhZov/bU3yy0mBe5NaFFVQNrV1rcNLT4oEKLt4SDnzx+yBTyufIyvh46gHCBAALTF+h4j6snV+xehRX9eqZDKaz4L9ktprVQa6ACigomajtpqqq4RVhx68qKldXrsGq/6UiqtHihX9/CJQIITEMg/HvHX+g1N439sQ8EEEAAAQQQQAABBBCYgQCHQAABBBBAAAEEEEAAAQQQQACB4QtsMsPOAovOUd1kE29uQmAmAu3/rFff//+9Vf5vqcpfqvpVlJYXhSm0qKCNKi0qqJMkqUVxYgrsqKpYNK60GEWxffbB6+wffl6HFi89TmhxJk8kB0EAgakLXHXZit37wVU74dcx7fw77g32L9kLLE7qtU9roNa8URzbwcOK6wOKWo91TBoCCExfQJ88nHOhyuL0984eEVhMAUaNAAIIIIAAAggggAACCCCAAALDF2CGCCCAAAIIIIDAIgp0FlikftAing6MeUgC7WCM+heHFovw9dCqsLibr4dWgOdzD11n//DErYHpxDFn937wlF19OZUWAwgXyyTAXBdUQOvVWb9uaf3SFL5tb7B/SW62OElNQe1JWDGKbTSKTcHt0TaVFbV2ag0tFAYvCisVCK/KcVVFwooypiEwKwF99qj/vaPerI7KcRBAAAEEEEAAAQQGLsD0EEAAAQQQQAABBBBAAAEEEEBg+ALMcA4CnQUW3RwmwyERQGC9gP7jvrlF/Y2hxSIvrKm02ARv2lXGFOCpAzuxrUWRhdDig9faFx9/QdjtJUcP2R+dOWVXX0FoMYBwgQACvRXQOnXWr1datzRIhRV/lN4cvgY6SdJQXVZrnKoqKrgYtlEc1j1VW9R6qGBjkmSWpqlpzVSV2ovDigoqql0ITWn91TFpCCDQnYDzHz6cc1RY7I64gz2zSwQQQAABBBBAAAEEEEAAAQQQGL4AM0QAAQQQQAABBBBA4GKBzgKLCkZdfDhuQQCBWQu0gzLq67VZWWVlVVqoBlYUlhe5KXijr4dWtbDm66GbwI62odqYQotxbH/38PX2xcfrr4dW+Ofe06uEFmf9xG53PH6HAALrBJ5xxYrde2bVjh+t/9nzbXujNWFFBRG1xoWwol/f1K+D2nVIexQnliSptcOKWiu1Zm4MK2pNrddZworGHwRmLBD+feMv9Bqc8aE5HAIIIIAAAgggMD8BjowAAggggAACCCCAAAIIIIAAAsMXYIYIDFCg/p/7DibmXAc7ZZcIILAvgfZ/3qvv/z8/fGVpqa8x1VeYFqUptKiwoqqGaRsniaVptq7qWAgt6utRY4UWr7MvjEOLx466EAa65hSVFvf1BPEgBBDoTEDr0tkzq3bsSP0Pk2+7N9mP0ptMa5zCiqqmGMKKURy+BlqBxeZroOuwYuLvm1qSZJZlvuV1wHtjWFHrqiahNVZbtXZf12kIINCdgF7hzrmpVljsbrTsGQEEEEAAAQQQQAABBBBAAAEE+iLAOBBAAAEEEEAAAQQQQGD2Ap0FFmc/FY6IAALbCbSDM+orXFOp0uKG0KKqhu02tPj5hxVavDUcVmGgs2eutGtWD4fr21zwKwQQQGAmAlqPtC5pfdIBFVb81/Qma6rIrgsrKrCoplC2tnFicRxbU1lx+7CiX039oqq1VcdRa/d1nYYAAt0KqK6pXndq3R6JvSOAAAIIIIDAHgS4KwIIIIAAAggggAACCCCAAAIIDF+AGSKAAAJ7FiCwuGcyHoDA4gq0/xNf/cr/7361i9BikqRbVlr8/MPX2ucfuyWgHD1sdu/pU/bMVSotBhAuEEBgbgLP8uuQ1iOtSxrEffYm+1HyPIsTBRGTC2taHFuoqqiQ4oawYpJmk8qKTZD74sqKfhXVWqoFVQfyTeur3/CDQMcC7L4t4JyZcy404w8CCCCAAAIIIIAAAggggAACgxFgIggggAACCCCAAAIIIIDA8AQ6Cyzyn/XDO1mWZkYDn2j7tam+MjbVDqHFJE0t2Sa0+IVHrrPPP15XWjxy2Nm9Z1btWVcSWhz4qcT0EOitgNafs34d0nqkQd5nb7YfZ88LlRXjeENYcRTb2iiykW+quDjyv4/jurJiHKeW+vVPYUVVn23CikVRWlmVNllDtZDqQL7pNr/hBwEEZiygl6Fef2ozPjSHQwABBBBYZAHGjgACCCCAAAIIIIAAAggggAACwxdghggggAACvRPoLLDonOvdZBkQAgjUAu3/zFc//Ce/QotVaWVZWVmUlhe5KaCT5bllWR6CPu3QYhSqkcUh6BPFsX3h4Wvt7x6rQ4uHV5ydPX2lXXvV4fqAXCKAAAIzEtC6o/VH65AO+a0QVnyu6aud4ziZVFZcixRSjOs1zK9nkf+dKi3Gfj3TfZMk82ufb34N1FqYF4VfGwsr/PpYab30a2VYO3WhA/mm9dRv+BkLsEFglgL65OGco8LiLNE5FgIIIIAAAggggAACCCBgZiAggAACCCCAAAIIIIAAAgggsFeBzgKL1V5Hwv13K8D9EJiKQDtYo74yN9qqalg7tKiw4mahRQV72qHFURTZFx9RaPGFYXyHV8zuPb1q115JaDGAcIEAAp0LXHfV4bDuaP3Rwe5zb7Efp5uHFaMo2TKsmKa55XluWvvyvDBVVqzKcl1YUfvXmqmtWruv6zQEEJitgD576HWoNtsjczQEEECgUwF2jgACCCCAAAIIIIAAAggggAACwxdghggggAACCCydQGeBRbd0lEwYgcUTaP+nvvoHCS0qwFiHFp9lfzuutHjIrzD3fvCUXX8VocXFOzsYMQKLJXD91Yft7JlTpnVHI/+mvcV+nN4YqsPGcTKprDiKY6vDipHf+r7/ndav2N+uyooKK2ZZZqlvCivm48qKCnJX48qK2r/WTG3V2n1dpyGAwOwFnP/w4ZyjwuLs6TkiAggggAACCCCAAAI9F2B4CCCAAAIIIIAAAggggAACCCDQN4FDUx/QeIcKPo27bBBAoMcC7aCN+nrtaluWpZVlZWVRWl7kpkqLCvBom6SpJUkaAkAK+kRRbKNRHKqVKbT496q0+PgLw6wPOWdnz6yawkThBi4QQACBKQtc/4zDdvb0qmm90a6/aW+1+7MbTQHEOE7CWqV1ai2KJmuVrkf+d1rD4m3CiqqsGNbCqjStj9q/1shm2/R1nYYAAvMT0OtTr0e1+Y2CIyOwhAJMGQEEEEAAAQQQQAABBBBAAAEEhi/ADBFAAAEEEEAAgSkLdBZYdG7KI2V3CCDQmUD7P/fVD//pHyqJletCi6o2tjG0GCeJKfATwj/jr1hVaPGLDz/L/u7xF4Uxaz2498yqPftqKi0GEC4Q2IUAd9mdgNaVe0+vmtYZPeIb1Vvs/uyGTcOK0XiNihSyHrcmrJikmW2srKiwYlH4dTCEFSur18dKh6EhgEDPBPTRwznn1wLXs5ExHAQQQAABBBBAAAEEthfgtwgggAACCCCAAAIIIIAAAgggMHwBZrheoLPA4vrDcA0BBPouoCBOM0b1J6HFqrwotJjluTWVFkMFsy1Di8+0vx2HFrVvVVp8zjMILcqChgACBxd4zjOOhAquzZ6+YW+1c/lzdxVWVHXFSVgxySxLs3VfA92EFSvzfyuzsCbqYnwwrZPjLhsEEOiBgH+Z+tepXq/q9WBADKEvAowDAQQQQAABBBBAAAEEEEAAAQSGL8AMEUAAAQQQQAABBBZMgMDigj1hDBeBLgXaARz1lc3RtlwXWixMYUVVWkzTLHw1tEKLCv+o0uJoFFk0rmKmSot///Az7XOP1V8PrbH/0elVu+GaI+rSFlqAwSMwXwGFFf/o9KnJIL5hb7P7U1VWTCyOEwtrkl+P1qJ6TdLaFFoUh9/FcWxau5rKigpiq4psXhTWDiuWZWVaPMsksQAAEABJREFUB9Wag7X7zW1sEUBgvgLOWaiu6JzvGH8QQAABBBBAAAEEpifAnhBAAAEEEEAAAQQQQAABBBBAYPgCzBCB2Qp0FljkP/Nn+0RyNASmJdB+7ap/cWixMAV6FOxRwKcJLSZpGkJATUioDi3GptDiPzzyLPvcY7dNhvhfPnDKbriGSosTEDoIILAngRv9+rE+rPjLdn/6HIuT9WHFURyHALWCimujaLJGTcKK48qKWsu0pmlt2xhW1MC0Fmqr1u7rOg0BBPoh0Px7ZeFeo/3gYxQIIIAAAggggAACCCCAAAIIINClAPtGAAEEEEAAAQQQQACBdQKdBRado7rJOmmuILBAAu3/7Fe/CQFcqLRY7BhajFTFzLe1UTwOLV5jn32sHVpctec+s7vQ4gJxM1QEENiDwI3PPGL/+QOrk0d8wxRWfHYIKyZJ6tcbv+aMIts6rJj4+6aWpJllmW95brsJK9ZrYTU5Lh0EEOiXgPPDcc6FKou+yw8CCCCAAAIILJEAU0UAAQQQQAABBBBAAAEEEEAAgeELMEMEEBiWQGeBRf5Lf1gnCrNZPgGFc5pZqz8JLZal6StSy6IwVSNT0EfVybIsN4WFkjS1OElCaGhjaPFLj1xjn33s9ma39ofvX7XnPuvI5DodBBBAYDsBrRf/+f0Xvgb66+OwotadZBxW1Loz0ldCR34dGkW2vrKiwopJHVZUYHGLsKLWO41Da197qz4NgSUTWJjp6rOHXrNqCzNoBooAAggggAACCCCAAAIIIIBAPwQYBQIIIIAAAggggAACCCAwU4HOAotuptPgYAgsmsBijLf9n/7qK8RTWWXlJqHFVJXKxqHFOEktipMQWhyNIlOASKGhURTZlx55hn3mZxcqLf7h+07Z8wgtGn8QQGB7Aa0TWi+ae33d3m7n0mebworxeL3RWlOHFWPT2qN1R2uRWhzHIUydKKiotkVYsSwrq9c7xZ+ao7FFAIG+Czj/4cM5R4XFvj9RjA8BBBBYSgEmjQACCCCAAAIIIIAAAggggAACwxdghggggAACexHoLLCoYNNeBsJ9EUCgnwIK7jQjU1+v7Uqhxao0BXvalRYVWkzTbFJpUSEhNQWHoiixtVFsCi1++dFr7DOtSov/6X2n7KZrqbTYOLNFAIH1Ajdde9S0TjS31mHF6zcNK2q9UVsfVkxMQerdhBV1DK112qq1+7pO65kAw0FgLBD+feIveM2OQdgggAACCCCAAAIIIIAAAkMSYC4IIIAAAggggAACCCCAAAKDEugssOjcoJyWbjJMGIG2QPs//9WvKjO1cpPQYpbn1g4txkkSqi1GUTyutBiH0OKXHr7aPv2z2yeH+Y/vPWU3X0docQJCBwEEgoDCzP/xvVeEvi6+bu+wc+n6sGKsCouxX1taFV0VllaL/e1ahwgrSo+GwHAFnJ+ac44Ki96BHwQQQGCvAtwfAQQQQAABBBBAAAEEEEAAAQSGL8AMEUAAAQQQ6JNAZ4HFPk2SsSCAwMEFFFRs9qJ+3cx2Ci2qqpnCQqNxYFHBxbryWWxffkShxTua3dofvOeU3UylxYkHHQSWXeD51x0xhZkbh6+GsOJ1pjUlVkhxvK6s+e1oFI9D0VEISWvN0X20Bs0xrNgMnS0CCHQsUPn91/82Uc9f4QcBBBBAAAEEEEAAAQQQmJ0AR0IAAQQQQAABBBBAAAEEEEAAgT0ILGhgcQ8z5K4IIDA1AQUBmp2p37TdhBZV6UwBIgUWoyixNYWLYoUWr7JPtSot/sF7T9nzrzvaHIYtAggsqcDzrz9q/+E9pyaz/6q90x5MLw4rjhRcHEU28q0OQ9dVXZMkDcHGvYYVm3VtcmA6CCCwEALOWaiu6JzvGH8QQGBYAswGAQQQQAABBBBAAAEEEEAAAQSGL8AMEUAAAQQQQGCZBA51NVn9h39X+2a/CCAwP4H2a1t9fTW0tmVZWllWVhaF5Wp5YZt9PfSF0GIcQoujKLJ/fORq+9TPLlRa/A/vucJecD2hxfk9yxx5aQR6OtEXPPuo/Yd3XzEZXR1WvDYEEFU1UQHoSFUVW2HFsLb46/pdHMfhvvsJK04OSgcBBBZKoPn3iP5NslADZ7AIIIAAAggggAACCMxCgGMggAACCCCAAAIIIIAAAggggMDwBRZohp0FFp2juskCnQcMFYE9CbTDAOqHkIBVVm4TWoybIFGSWAgWRbGFwFGk6wotXmV/89MLocXff7dCi0f2NC7ujAACiy9wy7OP2O+/qx1WfJc9mO4lrJhYnKS2WVhRgeqiKP1qpfWq/tpYrWGLr8YMEEBAnzycc6HKIhoIzFqA4yGAAAIIIIAAAggggAACCCCAwPAFmCECCCCAAAIIIIDA9AQ6CyzWMYDpDZQ9IYBAvwTaIR/1dwotZllu9Ve0phaPQ4v6Ctd2aPErj15lf/OzOycT/f13n7Jbnk2lxQnI8nWY8ZIJ3Opf77/3rlOTWX/FFFZ8VlgzkiQ1VU8Ma0acmNaP0BR+9tf1OwWjY7++KKyY+vurymueF6Hqq8KKZVltGVbUOjY5MB0EEFg4AX320OtYbeEGz4ARQAABBBBAAAEEEEAAAQQQQAABBBBAAAEEEEAAgeELMEMEJgKdBRbd5BB0EEBgqALtUID6uwkt1oGiOrQYJXXoKASQosSiOLavPHKl/XWr0uLvvesKu/U5hBaHeg4xLwQaAb3O/71/vTfXFVZ8KN05rKiKrWr12pJMKivmRWEKSmtLWLFRZYvAcAWc//DhnKPC4qZPMTcigAACCCCAAAIIIIAAAggggMDwBZghAggggAACCCCAAAKLI9BZYFHBpcVhYKQIILBfAQUVm8eqr9d+ZdWWXw+tAFGSKLDom6qitUKLa6M4hBa/+uhV9tc/vVBp8d+/8wp7YR9Di83E2SKAwIEEXuRf33qdNzv5ir3b2mFFBRJDNUW/ZoTtKDLdFvnrahvDiqqsqLWmKEvbLqxYr1mqy9YcmS0CCCyqQPj3h7/Q63pR58C4EUAAAQQQQKDHAgwNAQQQQAABBBBAAAEEEEAAAQSGL8AMEUBgZgKdBRadm9kcOBACCMxZoB0OUL+qzCr/t1RYqKxCYEhVzvTVrE2QaOfQ4pX2V63Q4u8qtHjDsTnPlMMjgMC0BV7kX9e/41/fzX6/4t5rD6XPDF8DrSBiCCZGsY3ixDaGFfU73SdJ00llRa0xWmt2E1ZsjskWAQTmKzCNo+ujh3OOCovTwGQfCCCAAAIIIIAAAggggAACCHQgwC4RQAABBBBAAAEEEEAAgUags8BicwC2CCAwN4GZHlhBxeaA6m8XWkyzzFT9bLPQogJJTaXFrz16pX3y0bua3drvvuNyu+3Go5PrdBBAYLEFbrvhqP2Of103s/hHe689lDxjElZU9cRoQ1hxbRSZbldYUWvIZmFFBaR3qqzYHJMtAggMQ6Dy06j//aGev8IPAggggAACyyXAbBFAAAEEEEAAAQQQQAABBBBAYPgCzBABBBAYjACBxcE8lUwEgfkLKCjQjEL9SWixKq3cUGmxCS2qOlqcpKZtlCQWwkmjyJrQ4td/uroutPjbb7+C0GKDzBaBBRa4/caj9tvvuGIyg39077WH04vDimsKLPo1IYSZfV/rRRNWjP2akaSZZWp5bqqsuFNYcXJAOgjsWoA7LoKAcxaqKzrnO8YfBBBAAAEEEEAAAQQQQAABBPYqwP0RQAABBBBAAAEEEEAAAQRmJdBZYFFhpVlNguMsqADDHqRA+7Wvfggt+ouyPFho8S9blRYVWrz9uccG6cekEFgGAb1+f+vtF8KKX3bvs4c3qayosGITYlZIMfSj2BKFnDeEFVW1tR1WLMdBaXlqLdJWrd3XdRoCCAxDwP9Tw/T6VhvGjJgFAgggMDABpoMAAggggAACCCCAAAIIIIAAAsMXYIYIIIAAAgjsUqCzwKJzVDfZ5XPA3RAYnEA7LKB+CBFYZZuFFrM8NwWNVGFRldO0HcXxRZUWv/HTVfvLR++eWP3WL19udzyP0OIEhA4CCyKg161ev81wv+zeb48kV1ucJKbXv77uWcHEi8KKcWL6XbIhrNhUay0Uii4Kv874taYqTeuOjqE1SFu1dl/Xh9KYBwIImOmTh3POnHPGHwQQQAABBBBAAAEEEEBgiALMCQEEEEAAAQQQQAABBBBAAIGhCHQWWKwWX4gZIIDAAQTawSD1FR6qdggt1kGkNFRP2xhaHEWRfeOnp+wvHrkQWvx3b7vc7nze0QOMkocigMAsBfR61eu2OeaX7H32SHKVxbsIK6rCYrIhrKjAc54X1g4rap3ReqNjaO1ptk1f12kIIDA8AX320OtcbXizY0YIIDADAQ6BAAIIIIAAAggggAACCCCAAALDF2CGCCCAAAIIINATgc4Ci9Q26ckzzDAQmKOAQgNqGoK2ChEpTLRVpcU0zUJYUZUWFUxqhxZHUWIKLX7zZ6fszx+5S7sM7d++7Qq7k0qLwYILBPopUI/qrpuOmV6v9TWzf7D32aPp5pUVR6PIQoviUFVx5LdaE+IkscSvE5nauDrrxrBiWSq2ZKY1R8dqturTEEBguAIqrOico8LicJ9iZoYAAggggAACCCDQewEGiAACCCCAAAIIIIAAAggggAACwxeYzgw7CywqmDSdIbIXBBAYioCCQ1obdgotxnESQkrabhZa/NbPVu3PW5UW/+3bLre7bzo2FCbmgcDgBBRW/DdvvXwyr3+w99ujW1RWVFAximJTSDHya4G2ySaVFbMsv6iyImHFCTEdBJZOIPz7wl/o3xpLN3kmvBwCzBIBBBBAAAEEEEAAAQQQQAABBIYvwAwRQAABBBBAAIElEegssOjckggyTQQQ2FGgHR5Qv6rMtgstKohUB5RS2zq0eMo+8fDdfj/14X/zrYQWawku9yrA/bsVuOfmY7Y+rPgBezS50pK0fn0rlKiA4ppCiqPI1FdIUbdrW68Fe6+s2O2s2DsCCPRNQB89nHNUWOzbE8N4EEAAAQQQQACBHgkwFAQQQAABBBBAAAEEEEAAAQQQGL4AM1wMgc4Ci4sxfUaJAAKzElBQsTmW+rsLLWYWq7KaqqzFcR1kGkW2NoptFEV232On7C8euccqc2HXCi3ec/Px0OcCAQTmL3DP84/ZR97SrqyosOLqrsOKCizHra+BTrPMFGhufw10WZW2sbKiZq51RlsaAggsh0Dlp6nXvZrv8jN7AY6IAAIIIIAAAggggAACCCCAAALDF2CGCCCAAAIIIIAAAghMRYDA4lQY2QkCCOxGoB0iUH+r0KICSVmeW5ZlliiwqNYKLaoCWxNa/NbPrrA/f+QuK5VU8IP4yFsusxc/f0hfD+0nxQ8CCyjw4hccs4+8+UJY8e+tDivGSWIKIqqCYngtb6isqKqKarqP7pukmWW+KayY54VtDCtqHTH/R2uK35i2aurTEEBgeQScM3POhWb8QQABBBBAAAEEFlKAQeTcVZAAABAASURBVCOAAAIIIIAAAggggAACCCCAwPAFmCECCEigs8AiYQHx0hBAYKNAe21QX2Gjyiory9I3vy3qQNKF0GK+Y2jxvp+dsr989B4rKxcO9+E3X24vIbQYLLhAYB4CL3n+cfvwm9phxdP202TVQgAxSU1hRYUS218DvTaKwu36XRNWTLM8hBUVYN4YVqz8uqH1Q/PTWtLeqk9DAIHlEtB6oLVAbdOZcyMCCCCAAAIIIIAAAggggAACCAxfgBkigAACCCCAAAIIIIDAQgh0Flh0rg4OLYQCg0QAgX0L7OeBChOo6bHahpCBVXaQ0KIqLSq0WIxDix9SaPEFx3UIGgIIzFDgl/zr7kNvvmxyxL83hRVPTcKKCipOmkKKUWwKLiqoqNs3CysqwNyurFiF9aIuq6o1RAdrturTEEBg+QT0ycM5Z8655Zs8M0YAAQQQQGBGAhwGAQQQQAABBBBAAAEEEEAAAQSGL8AMEUAAgVkIdBZYrGMEs5gCx0AAgUUVaAJG2m4VWlRVNVVXU2ApSVKL1eLERnFs+jpZtbVRbKMosm/+9LJQabGo6qXtQ2+6zH7pFkKLi3p+MO7FE9Dr7Tf8664Z+Reqi8OKTTBx1A4rRnGortiEFZuvgW5e+4QVG1G2AxZgagcU0GeP+t8T6h1wZzwcAQQQQAABBBBAAAEEEEAAgW4E2CsCCCCAAAIIIIAAAggggIAXqFM9vjPtH2qbTFuU/e1PgEctikAdMjCrK6eVVpaVlUVhuW8KKzbBpSTJ1oUWJ6GnUWxRHNu3xqHFvKxXod9442X20luOLQoD40RgYQVedstx0+utmcAX7Iw9lq6vrBgpbBzFptetWqis6K/r9nZYMc9yS7PM9NpvhxXLqgxrg46hNUNbGgIIICABFVZ0zlFhURg0BBBAYGkFmDgCCCCAAAIIIIAAAggggAACCAxfgBkigAACCAxBoLPAoqqlDQGIOSCAQLcC7dCR+lo7KqusLOtgkkKLCiwpuFSHFjNLVGVRLU4sSpIL4adJaPGk/eWjL7am0uKvv/Fye+mtVFrs9plk78ss8DL/+vq1N174Gugv2AftseQKi/3rM/GvVX3Vs0KJ2iqoGJpev5uEFbM0C2FFVVfVa19rQKkAc1Wa1gc5a63QVq3d13VaRwLsFoGeC2h90Hqg1vOhMjwEEEAAAQQQQAABBBBAoL8CjAwBBBBAAAEEEEAAAQQQQACBGQh0Flh0bgajH8AhmAICCJi1wwXqh9DBtqHF3JJWpUWFFqOortq2Ng4t3vezk/bnj9xjeVkvc7/+hsvs5S8ktMj5hsC0BV6usKJ/fTX7rcOKl+87rKhg8m7CivVawVe/Nu5sEVh2AX30cM5RYXHZTwTmj0DPBRgeAggggAACCCCAAAIIIIAAAggMX4AZIoAAAggggMDOAnWSZ+f7cQ8EEECgU4F2+Kjum1X+b7ltpcXM4iQ1fZXsxaHFxL49CS2uhLH/6usJLQYILhCYksDLX3iJ/WorrPj5SpUV67CiXpeqqKjKimujaFIJdbRNZcW9hBU3TIGrCCCw5AKKL9f/flBvyTGYPgIIIIAAAggggAACwxVgZggggAACCCCAAAIIIIAAAgggMACBHQKLA5ghU0AAgYUSUNhAA9Z250qL2TaVFiNTUOo7j6nS4t2WV4e1W1No8RUvvCT0uUAAgf0LvPJFx/3r6eRkB5+3X7HH0wthRb3+1EJoMYotVEElrDjxooMAAtMVcM5CdUXnfMf4gwAC+xPgUQgggAACCCCAAAIIIIAAAgggMHwBZogAAggggAACCMxfoLPAosJG858eI0AAgUUUaNYPbacVWvzEw3dZVtahxV95/UlT2GoRbRjzggoMbNivvO24ffB1l01mFcKKyWU2qXiqYKJvCiuORlEIK66NQ4sKMar6YpwklqSZZWp5bnleWKGKqkVhZVlZWZWm178OorWgvVWfhgACCLQFtF5orVBr304fAQQQQAABBBBAAIGZCnAwBBBAAAEEEEAAAQQQQAABBBAYvgAzPLBAZ4FF56hucuBnhx0ggIApeBBCCFZZqTCTgkxFHWzKstyy3Lds50qL3x1XWszKI0FVYatXveh46HOBAAK7F3jVbZfYB1/bDiv+qj0+CSvGobKpQonTDivufoTcEwEEllFAnzycc6HK4jLOf1nmzDwRQAABBBBAAAEEEEAAAQQQQGD4AswQAQQQQAABBBBAYPgCnQUWq+HbMUMEEOhQQEHFZvfqbxZazIvCFFpMs8xv14cWR3EcqrqputvaKDKFp7772KWmSovpOLR45nWXmcJXzXGWeMvUEdiVwKtvv8TOvPbk5L5/VymseHJcWdG/5uIkBBb1etNrT62prKjb9ltZUQfUOqAtDQEEENhMQJ89tE6obfZ7bkMAAQQQQAABBBAIAlwggAACCCCAAAIIIIAAAggggMDwBZghAr0X6Cyw6Ho/dQaIAAJ9F2iHDtTfGFqsyjJ8hay+SnZjaDFJUhspPBXFptCUwlJq3338hH3i4TttElp87Ul7ze2X9J2C8SEwd4FX337cTr+mHVb8Nft5un1YcfIa9K9DvSbjfX4NtF7/cwdgAAgg0GsB5z98OOfmXGGx10QMDgEEEEAAAQQQQAABBBBAAAEEpiLAThBAAAEEEEAAAQQQQOCgAp0FFhUsOujgeDwCCCCgoFI1XlDqvlnl/5ZlaWVZWVkUk9BilufrKi0mSWKjDZUWoyix7z1eV1pMxpUWP/AaQoucaQhsJ6BQ7+nXXDa5y9+awoqXbltZcdQEhg8YVpwclA4CCCCwjYD+qVD/O0G1Fre5I79CAAEEEEAAgX4LMDoEEEAAAQQQQAABBBBAAAEEEBi+ADNEAIGlF+gssOjc0tsCgAACUxRQCEG70zaEEjYJLWZZbheHFtNJaDGKYlsbRRaF0OIJ+8RDd1lSHdVuTaHF195BpcWAwQUCLQG9LvT6aG76W/t1eyK5OKyo11aoZupfY4QVGy22CPRLYMij0UcP5xwVFof8JDM3BBBAAAEEEEAAAQQQQACBXQlwJwQQQAABBBBAAAEEEECg7wKdBRb7PnHGh8AUBdjVjAQUVtShtN17aDGxKIpDU7AqihL7/s/r0GI8rrT4/leftNfeSWhRxjQEJPA6/3rQ60J9tc9VCiueuKiyYv2aii0EFqmsKCoaAgjMWEB1Fet/H6g344NzOAQQQACBZRJgrggggAACCCCAAAIIIIAAAgggMHwBZogAAggg0LEAgcWOgdk9Agh0I1CHEjb/emhVWkyzLHw9dBynIVxVfz10YlETphrVlRb/6ecn7M8fvtvisq60+P5XnbTX33mim0GzVwQWSECvg/f510MzZIUVn0z3HlZM08wytTy3PC/CV7jrq9zDV7pXpSl8rGPoNd3eqk9bNgHmi8D+BZyzUF3ROd8x/iCAAAIIIIAAAggggAACCPRXgJEhgAACCCCAAAIIIIAAAggsu0BngcUmeLDswL2YP4NAYEAC7bVFfYWdKqusLEvf/LYoLFfLC1NoMc9zU2hRQcU4jm2kKotxEraqCjcaxfb9x+tKi9E4tPjeV11qr7+L0OKAThumskeBN9x1iel10Dzsc/YbtlNYcc2/tkKFRb9NktTiJLEkzSwEFv3rUK/LQq9T//osy8pKwooNL1sEEJiCQPj3gL/Qvw2msDt2gQACCCyuACNHAAEEEEAAAQQQQAABBBBAAIHhCzBDBBBAAAEEFlygs8Cic1Q3WfBzg+Ej0FsBhRHUNEBtq2p9pcWqLEMVt7wVWkySzGKFqFqhxSiKTaFFbZtKi1F5TLu1977yUnvD3Xw9dMDgYqkE3ujP+/e88uRkzp+zD9uTySWT14/Cv2rNa0chRYUV9TrS7XGc+PsmIay4rrJiUdqiV1acoNBBAIHeCeiTh3MuVFns3eAYEAIIIIAAAggggAACCCyUAINFAAEEEEAAAQQQQAABBBBAAIFuBToLLFa7Hzf3RAABBPYloLCiHqjtxtCiglGq5taEFrMsCwGqzUKLClyp/dPjl9ifPXinjYqj2q295xUn7Y13U2kxYHCxFAI639/tz/tmsp+tFFY8Zu3XjaqUXggrxrarsGJJWLExZYsAAt0I6LNH/e8B9bo5BntFAIGpCLATBBBAAAEEEEAAAQQQQAABBBAYvgAzRAABBBBAAAEEthXoLLDotj0sv0QAAQSmI6Bwgvak7XahxSzPTdXeNqu0eCF8FdkPntDXQ99to3GlxXe/4lJ7E6FFEdN6L3CwAb75nhOm873Zy2fKD9mTydF1YUVVUFRgUdUURyOFFSNTX7cnSWpJmlqW1a81veYUGFZwWAHisqysrErT61TH0Gu2vVWfhgACCOxXwPkPH845KizuF5DHIYAAAggggAACCCyQAENFAAEEEEAAAQQQQAABBBBAAIHhCwx7hp0FFptAwrD5mB0CCPRBoB180tpTWWVlWVpRlKaglAJTCk4pQLVVpcX1oUVVWrzLRuXxML13KbR4D5UWAwYXgxR48z2X2Dtffulkbp+pPmxPpccsSTOL49hCSDFOwlbVSDcLK8ZJEu6f+sfotabXnF57eg2WhBUntnQQQKAbgfD+7y+afxN0cxT2uhQCTBIBBBBAAAEEEEAAAQQQQAABBIYvwAwRQAABBBBAAAEE5irQWWDRubnOi4MjgMCSCiioUFVmlf76TghKFYUpOKUAlYJUodJimlnzNbeqDqem0GIdxorsh0/UocW1YhxafPmlpgp0S8o6lWmzk34KvPnFJ+ydLz85Gdxnqo/YU8nRED7cLKwYRYmtRRcqK8Zx4l9LSbi/Xlt6jem1ptccYcUJKx0EEOhYQB89nHNUWOzYmd0jgAACCCCAAAK7EeA+CCCAAAIIIIAAAggggAACCCAwfAFmiMBBBDoLLB5kUDwWAQQQ2KuAgorNY9SvxqHFclxpschzy4vCFKRSoErBqlA9LkktjmNTYFFNleQuhBaP2589eJetjSstqgLdW15MpcXGme3iC7z1JSfsnS9rV1b8iP0ibcKKSaio2H5dbBZWTNJ0XVhRry+91ggrLv75wQwQWCQB/7Zv9fu/eos08j2PlQcggAACCCCAAAIIIIAAAggggMDwBZghAggggAACCCCAAAKDFiCwOOinl8khsFwC7aBC3b+40qKCVJuHFpNNQ4v/8uRx+7OH7rLzxSUB8x0vu9Te8hJCiwGDi4UWUFjx7S+9EFb8VKnKikesqTw6aoK8UWx1iDe+qLLixrCiXltFUVpVllaWlZVVaQoPC0qvyfZWfRoCCCAwLQHnLFRXdM53jD8IIIAAAggggMB2AvwOAQQQQAABBBBAAAEEEEAAAQSGL8AMEUCgzwKdBRabYEKfJ8/YEEBgmALN+qOtwlKV+b++EwJUqrKolhemSnAXKi0mFseJqcJiu6Kcglo/fPyY/dlDd9r5og4qvuOll9rbXnIh6DVMRWY1ZAHHL53FAAAQAElEQVSdv+vCitVv2tPpkVApMY5jG/nXQhTFprY2imw0iv1tcbiu10fsf6+wYppmpteQXkshrFiWRlhxyGcOc0NgFwJzuot/m7f6fZ8Ki3N6CjgsAggggAACCCCAAAIIIIDAMgkwVwQQQAABBBBAAAEEEEDgAAKdBRado7rJAZ4XHorARQLcsDcBhRb0CG1DiEGhRd92Ci0mSXpRpUWFtv7l58fsTx+8w54ehxZ/+aUn7G2/VAcYdRwaAosioPNW5289Xmd/U/6mPZ0cvhBWHAcVdd7vFFYMgcU8tyasWBaFhdcYlRVrXi4RQGBmAvrk4ZwLVRZndlAOhAACCCCAQEcC7BYBBBBAAAEEEEAAAQQQQAABBIYvwAwRQACBZRboLLBIbZNlPq2YOwL9EpiEFqsqVF9SoEpV4PKiCEErVYdTlbgkzSxO6kqLqiKnthbFpiqLCm/96Im60uIktPhLl9qF4Fe/5sxoENhM4O0vPWG/7M9b/a4yZ5+qftPOp4f9eZ9a3FRWjJNQSXEvYUW9ljaGFevXXaVDhddd6HCBwPwFGMFABbTatNedgU6TaSGAAAIIIIAAAggggAACCOxOgHshgAACCCCAAAIIIIAAAgj0WKCzwKLr8aQZWhcC7BOB/gkouNCMSv2qMqv013cUWlTASkErVYfbLLQ4iuI6uOW3k9Diz4+GSou/yOvqim97yaX2jpde2hyGLQK9FXi7P0/f6s9XDbCyQ/apUFlxxeIktSRJbDQOKiqcuzGsqNdC7H+fpKmpqqKaXjPh9VMUVpXVusqKer3pOGrtvq7TEEAAgS4EnP/w4Zwz51wXu2efCCCAAALrBLiCAAIIIIAAAggggAACCCCAAALDF2CGCCCAAAIIdCfQWWCxqrobNHtGAAEEdiugsJSa7q+t1qbKKivL0je/LQoLoau8MAWwNq20GMXWVFpUcPFfnzhmn3joTvtFUQcV3/KSE/aOl9V9HYeGQN8EdH6+1Z+nGldlKyGseD6tw4oKIl4UVvTn/CiOQ2BXYcUkSS1OknVhRb1eFPatw4r+9TT+Gmi9znQctXZf12m7EOAuCCCwL4Hw/u4vWHf2xceDEEAAAQQQQAABBBBAYNYCHA8BBBBAAAEEEEAAAQQQQACBJRboLLDYt+ImS/wcM3UEEPACTYBB26oyq/TXd0pVhtsitKhqcgpzRXESglsKLar6nEKLP3riqP3pA7fbU3kdVHzLi0/YO19e9/3h+EGgNwI6L3V+akClHbK/KT9s59NDFiuEqHM7qc9vndehsqLCir6Fc91vE93P3yfL8hBYbIKKRVGOKyuWVhJWFC8NAQTmKKC6is45KizO8Tng0Aj0SYCxIIAAAggggAACCCCAAAIIIIDA8AWYIQIIIIAAAggsrkBngcXFJWHkCCAwVAGFFTU3batqd6HFOElsq9Dij588Zn/24J32ZFZ/PfSb7zlh7yK0KGJaTwR0Puq81HAKW7FPV//G1lqVFSN/fodg4igyVVJsWrhtElZMrRVWNFVVLMqSsKJQaQgg0BsB/7Zu9fu7er0ZFgNBAAEEEEAAAQQQQGBRBRg3AggggAACCCCAAAIIIIAAAggMX2BuMySwODd6DowAAvMQUJhBx9V2Elq0yraqtJhmuW0WWlQ1OrUfP3nEPvHQXfZUVldXfJNCi6+o+zoODYF5CbzLn4c6H3X8wg7bZ8rftPOJ8+dzaiGEu0lYURUWLw4rZusrK5allYVv2lJZUbw0BBDogYBzFqorOuc7xh8E+i7A+BBAAAEEEEAAAQQQQAABBBBAYPgCzBABBBBAAAEEEEBgK4HOAosKA211UG5HAAEE5inQrE/ahtCiv9BX2u4ltDiKE1NgUU2hxT996E57Kj8ZpvWmu0/Yu19BaDFgzPqC4wWB97zypOk81JVJWDElrCgPGgIIDFPAv5Vb/b5eDXOCzAoBBBBAAAEEEEBgvQDXEEAAAQQQQAABBBBAAAEEEEBg+ALMcLACnQUWnaO6yWDPGiaGwIAE6nCDWRN02Cy0mCapbVZpsR1a/MmTR+xPH7zTnszq0OIb7z5h73lF3R8QF1NZAAGFFd9w1yVhpIUdsU+VH7HzqVnsz+OmsqKCtqFFsY18ayorRnFiie7nW5r68z7NLMvz8DXQeVFQWTGocoEAAn0U0CcP51yostjH8S3amBgvAggggAACCCCAAAIIIIAAAggMX4AZIoAAAggggAACCCAwL4HOAovVvGbEcRFAAIFdCNRBxXqlUl8Pqaz+2w4tZlluCmoptJikmcVJYiH0FScWvjrXb0PwaxTZT548vC60+Ia7L7H3vnJdpUUdhoZAZwLvfdWl1oQVczsawoqjDZUVdb7q3FVIcS9hxaqsrCxLUzXSJuDbTKR5DTXX2SKAAAKzFqj8AbUWqfkuPwgggAACCCCAwLwFOD4CCCCAAAIIIIAAAggggAACCAxfgBkigMA+BToLLLp9DoiHIYAAArMUaIIN2iqEVZZViC1qWxaFFWVpeV6YQot5lls7tKiwl4Jf7UqL9z912P70oTvtiayurvj6u06YQmSznBPHWk6B973ypL3+zhNh8rkdtU+XH7FRq7LiKI6tHVZUNUWFFnUOq58kqakKoyorNkHd5twnrBhYuUAAgd4IXDwQ5z98OOeosHgxDbcggAACCCCAAAIIIIAAAgggsKACDBsBBBBAAAEEEEAAAQSGKtBZYFHBn6GiMS8EBiuwpBNTWFFTb7YKK1ZWmbYKLYawYl5YlufWDi0q4LVZaPEnT6yESotPZJdptyFE9v5X1QHGcAMXCExZQOfX6+66JOw1t2NWhxWrEEBURVCFFRVMVGBxbRSbAopbhRXTNKvP9XFgl7BiYOUCAQR6LqDPHnofV+v5UBkeAggggAAC/RBgFAgggAACCCCAAAIIIIAAAgggMHwBZogAAgj0VKCzwKJzPZ0xw0IAAQQ2EWgCDs02hBWr0sK2KOoKi7sMLSoYdv+TK/bxB+6wn6d1aPG1d15i7381ocVN6LnpgAI6r3R+aTdpdcw+bR+xtaQMocSNYcVRlNgoimy7sGII6Oqc9+d7Weg14Jt/LTRhIB1HrXmtqE9DAIH1AlybvYA+ejjnqLA4e3qOiAACCCCAAAIIIIAAAggsrQATRwABBBBAAAEEEEAAAQQQ2J9AZ4HF/Q2HRyGwrQC/RKBTgSaAdWFrVlalbRZazNLMEt/iJLEkSW0UxRaq1423Ci2ee2rF/vShO+3n40qLr73jEvvAawgtdvokLtnOT7/mMtN5pWln7rh9RmHFqAiVFcN5Gcemc1Hn5mgcVhz5c1S3qcqiAo2xP3/TNLXUn89ZXlg+blRWlCoNAQQWRaDyA9X7t5rv8oMAAgggsPgCzAABBBBAAAEEEEAAAQQQQAABBIYvwAwRQAABBJZUgMDikj7xTBsBBDYXaIIOF7Zmlf/bDi1mWW6qQrcxtKgAmIJga1Ecwovqn3vyUKi0+Hh6eTjga26/xE4TWgwWXBxMQOfRq28/HnaS2nHT10BHSblpWFFfA63KihvDigrdpu2wYpGHc5uwYmAd8AVTQ2B4As5ZqK7onO8YfxBAAAEEEEAAAQQQQAABBMwwQAABBBBAAAEEEEAAAQQQQKCfAp0FFpuwTz+n3dGo2C0CCAxCoFm/2tt2aLEoS1NoMctza4cWVa1us9DiA6q0+OAd9nh6RfB59e2X2JnXUmkxYHCxL4HT/vzReaQHZ+6Efab6iEVJYTr/NlZWVFgximPbGFa8qLJikVtRlEZYUao0BBBYNIGqMtP7ttqijZ3xIoDAggowbAQQQAABBBBAAAEEEEAAAQQQGL4AM0QAAQQQQACBTgQ6Cyw6R3WTTp4xdooAAjMRaAIP2ioEESostr4eWqHF8NW5RTEJLSZpaheHFuPwlbwPPHXIPvbAbfbYOLT4qtsusTOvu2wmc+EgwxL4oD9vXu3PH80qsUvsU+WHbBTnew4rZlk2/hro3PKehRU1NxoCCCCwFwF98nDOhSqLe3kc90UAAQQQQAABBBBAAIH5CXBkBBBAAAEEEEAAAQQQQAABBBAYvsBmM+wssFhtdjRuQwABBBZIQGFFDffC1qzcEFpUpcV8Q2hRFe6iOAlBxbUostGoDi0+9IsV+/gDt9vPksu1W3vVi46bwmfhChcI7EJA58sr/XmjuyZ2wj5dfsSiODdVS4yTxEZxfa6NRpGpsuLIn39rvh9F/nZ/TipQm6SZrQ8rFlRWFCgNAQQWWkCfPfR+rbbQE2HwCExPgD0hgAACCCCAAAIIIIAAAggggMDwBZghAggggAACCCCwkAKdBRbdQnIwaAQQQGC9QBN8uLDdPLS48euhkyS1jaFFhcge+sWhcWix/npohc9+5fV8PfR69b5fm8/4dJ7ofNHREztpnyo/bHGS+Zaagog633SOqTVhxZGCimqtsGKapuPKioUpbFsUpVVlZWVZmgK5qijanO86Vruv6zQEEECgjwLOf/hwzlFhsY9PDmNCAAEEEEAAAQQWVoCBI4AAAggggAACCCCAAAIIIIDA8AWY4TwEOgssKvAwjwlxTAQQQGDaAk1g68L24tBinhe2MbTYhMhU3U6VFqMoMYXJHn56xT7+0B32s+xUGOorXniJ/errLwt9LhDYTOBX3nCZ6TzR7+IQVvyQJU1YMUksUlMw0bfdhxVzKisKlIYAAoMQ0GcPvU+rDWJCyzAJ5ogAAggggAACCCCAAAIIIIAAAsMXYIYIIIAAAggggAACCGwi0Flg0blNjsZNCCCAwIIKNAGIC9v1ocW8qKvVtUOLSXqh8l2kIFkUWdSEFp9y9vEH7rCfpXVo8eUvPD610OKCEjPsLQR+TWHFW4+H38Z2mX2m+rAliT+3QkusqaKoMOxWYcXY33d9ZcXcSiorBlMuEEBgGAL66OGco8LiMJ5OZoEAAggggAACuxTgbggggAACCCCAAAIIIIAAAgggMHwBZojAEAU6CywOEYs5IYDAcgtcCCtWAULVnPQVumVZWVWWoVpdu9Jimma2WWhxNIpN4bKHn6zsYxtCi7/+BiotBlwugsCvvfEye9kkrHi5fbr8jfD1zwogxq2qijqntgorJv48zLKs9TXQeQgr6rwt/Xmrc1jncnN+68Dtvq7TEEAAgb4L6J1Za5falMbKbhBAAAEEEEAAAQQQQAABBBBAYPgCzBABBBBAAAEEEEAAAQTmIEBgcQ7oHBKB5RZY7Nk3QYgL2/WVFouytCa0qMCiWgiXxYlFalFso9g3hRZ9/5GnKvvoA7fbT8eVFl9663H79TdevthIjH4qAjoPXnbLuLKiU1jx1y+qrFhXV0xsbRTZKFKLLfLnlc61JElts7BiUZRWlpVvfluVRlhxKk8XO0EAgTkLOGehuqJzvmP8QQABBBBAAIF+CDAKBBBAAAEEEEAAAQQQQAABBBAYvgAzRAABBPYu0FlgsQnz7H1IPAIBBBDopZZLhwAAEABJREFUt0Czvl3Ybh9aVHW7JE1DZTwFyRQoa4cWH33KQqXFn6arYeIvveWY/cYbqbQYMJb0Qs+/zgNNf2SX26eLXzedQ2pxq7JiFCVbhhUVlNW5p9BslheWF3moAloRVhQrDYHFF2AG6wSa8HXz3rzul1xBAAEEEEAAAQQQQAABBBBAYFEFGDcCCCCAAAIIIIAAAgggMECBzgKLzlHdZIDny1JMiUkisBuBJhChbd22Dy0qNBbCZqqyqBbF6yotPvpUZR87d7s9mtShxV+65bh96E2EFnfzXAztPnre9fxrXiO7wj5b1mHFWOeNms4dtVG8aVhR9yOsKD0aAggsk4A+eTjnQpXFZZo3c0UAAQQQOJgAj0YAAQQQQAABBBBAAAEEEEAAgeELMEMEEEAAgf4JdBZYrPo3V0aEAAIITFVAQcVmh+qrulNZlRa+brcobLOvh25Ci/VX+cZ1aDFS8Cy2R39R2ccfvMMeHVdafMkLjtuH3szXQzfGy7D90JsuNz3vmmsdVvw1S/TVzr4phBj5c0Xnzmjkz53Qj0zXoygJW4UVkzSzjZUVy6I0KitKlTZDAQ6FwEwF9Nmjfi9Wb6aH5mAIIIAAAggggAACCCCAwDILMHcEEEAAAQQQQAABBBBAAAEE9izQWWDR7XkoPGB3AtwLAQT6JKBwRDMe9deHFkvLi8KyPA9NVRbVkjQNIbQ6aFYHz6I4trVRbI8+VYZKi4+MKy2+5PnH7MOEFhviQW8/4p/nl7zgWJjjyE7ZZ8tfC+eJzpdoQ2VFnTujKAohxTqsGI3vm1nqz69UocW88OdfbgorFkVpZelbVZrOUZ2rNv7T7o9vYoMAAggsnIDzHz6cc1RYXLhnjgEjgMD2AvwWAQQQQAABBBBAAAEEEEAAAQSGL8AMEUAAAQQQWD6BzgKLCkQsHyczRgCBZRRoB77U1/pXV1osTVXtFBbL8zq4qCCZWpwkIWCm4FkUKuXFFo1Diz9VpcUH7rBHkisD54uff8w+8ha+HjpgDPRCz+89/nnW9NZs1T5b/mo4PxRWbJ8j7cqKa6PIolBZcX1YMQvnWrEurKjzUuekzk31dRy1dl/Xl6oxWQQQGJRAs76xrg3qaWUyCCCAAAIIIIAAAggcXIA9IIAAAggggAACCCCAAAIIIIBA7wSmHlhsZuhc02OLAAIIDF+gHZBQX8EJBcRU1S6EFsvS2qHFLMstTtIQSmsH0i6EFkv76Lnb7OFxaPGem4/bb7718uFDLuEM9bzq+dXUFVb8XPkrpqCims6NOE5M4USFFcM2isL1OE5NVRYTnUdpFiorhrCiP7fyIp9UVtT5qHNR56T6Oo5au6/rNAQQQGCRBfTRwzlnzrlFngZjR2DhBBgwAggggAACCCCAAAIIIIAAAggMX4AZIoAAAggggAAC0xboLLA47YGyPwQQQKDvAu0AmPoKiCkoptBi+FreDaHFNE0vCi0qkNaEFh97ugpfD/1QvBqmfvdNxwgtBonhXPybt15uel41o/O2ak1YMY4Ta8KK2qqS4oVzY/PKimmWm4KwTVixLCvTeahzUOei+jqOWruv6zQEEEBg0QUqPwGtbWq+yw8CCCCAAAIIIIAAAosiwDgRQAABBBBAAAEEEEAAAQQQQGD4AsxwgwCBxQ0gXEUAAQQOItAOSqivoJgCY2VZ1hXv/LaptKhw2c6hxdI+du4Oeyi+MgxL4bZ/+zYqLQaMBb/Q83jXTcfCLM67q+xvx5UVVVExihPTVmHFprJiFMehsqLCi5H/fbuyosKKOq/aYcVwzlWl6RzUuRgO5C/afX+VHwQQQGAQAiqs6Jwz59wg5sMkpiXAfhBAAAEEEEAAAQQQQAABBBBAYPgCzBABBBBAAAEEEEBg0QQ6CywSiFi0U4HxIoDAtATa65/6CoxtFlpMs8zS8Vf5Nl8PrSBaFNXBNH3d79ootsfPK7R4uz04Di3e+bxj9m9/+YppDXd/++FRBxLQ86fnUTt52l1pf1ucsUQVN+PEdA7sHFZM/P11/qS2MaxYFKURVpQsDQEElklA77X1e65qLS7TzJkrAggggAACCCDQsQC7RwABBBBAAAEEEEAAAQQQQACB4QswQwRmLNBZYNE5qpvM+LnkcAgg0CMBhSaa4aivIEU7tJgXhalleW5bhRZDdb0osia0+PFzd9iD8VVht3c+96j9OyotBotFu/itX77c9Pxp3E+7q+zvig/admHFOrhafw20woxJklicpP68SS3L/XmkVuR1BU/CimKlIYDAEgrok4dzbuEqLC7hU8WUEUAAAQQQQAABBBBAAAEEEFg6ASaMAAIIIIAAAggggAAC6wU6CyxS22Q9NNcQQGCmAr04mIKKzUDUb4cWq7Kyoig3DS2qup6Caaq02A4tPvZ0bh+7X5UWrw67veN5x0zht3CFi4UQ+K23X263P/dYGOvT7mr7u+0qK0aRKaw4ihKL1OLEknFYMVN1ziy3zLd8Q1ixMv/XvwnrnAsH8hftvr/KDwIIIDA4Ab/smdY6tcFNjgkhgAACCCCAwHYC/A4BBBBAAAEEEEAAAQQQQAABBIYvwAwRQGBgAp0FFt3AoJgOAgggsB+BdnBC/d2EFpM0s81CiwquPX4+t4+du80eiOvQosJvv/32K/YzNB4zY4Hf8s/T7TfWYcVfhLDiaYsVQIyTyddAr40iG41iW1NYUX0FFaM4/P5CWDG3rb4GuiKsOONnlcMhMHSBxZmf8x8+nHNUWFycp4yRIoAAAggggAACCCCAAAII9EaAgSCAAAIIIIAAAggggAACsxXoLLCoUM5sp8LREFggAYa6VAIKKjYTVl/rY1mVVpalNZUWC9/Pi8LSNPMttW1Di0/n9vFzt9sD8TPCbm+78agRWgwUvb34nRBWPBrG9wv3DPt8UYcVkyQNYcQoik1hxShKbKuwos6JurJiZnleWE5lxeDJBQIIICABvbfW77GqtahbaAgggAACCPREgGEggAACCCCAAAIIIIAAAggggMDwBZghAggggMCeBDoLLDq3p3FwZwQQQGDQAgpRNBNUX8GKdmgxBNDywrI8t92FFjP72P232bnoQmjxd99xeXMItj0S+B3/vLzoxiaseI19vvhAqKzYDiuOojh87fPFYcU4fA20woppmvrzo7BwrhBW7NEzzFDmKcCxEWgE9NHDOUeFxQaELQIIIIAAAggggAACCCAwIAGmggACCCCAAAIIIIAAAgggMCyBzgKLw2JautkwYQQQ6EBAQcVmt+pfFFosCst9y/Jix9Di2ii2n5/P7GPnbrNz40qLL7zhmP3uO69oDsG2BwJ6Pl7knxcN5SmnsOL79xhWTP39U38+pCGsmGW5P0dyK4vSCt9ClU6rTOeSzikdR63d13UaAgggMHQB1VXU2qc29LkyPwQQQGDKAuwOAQQQQAABBBBAAAEEEEAAAQSGL8AMEUAAAQQQ6JUAgcVePR0MBgEEhi7QDlKor6BZu9KiQmh5kYdwWjr+eug4SS2Ok/DVwaNRZOGrg+PYb2N74nxmH/3Ji+z+caXFFz7nqP17Qou9OI30POj50GCecs+0LxTvtyRNbXeVFRP/nKem514hxTTz54RvOjcIK0p0URrjRACBWQk4Z6G6onO+Y/xBAAEEEEAAAQQQQAABBGYpwLEQQAABBBBAAAEEEEAAAQQQQGAvAp0FFhXE2ctA9nRf7owAAggssEB7fVR/p9BilmUhuKbQogJs2rZDi0+u5SG0+JPRM4LKrc85ar/3LiotBow5Xfzeu06Zngcd/in3LPtC8T7/HCqEmITgaRTFNlIbxbYWRaYg6ihKTLdHcWJJ4luamp771D//eV5QWVGYNAQQQGALAb2X1u+pqrW4xZ24GQEEFlOAUSOAAAIIIIAAAggggAACCCCAwPAFmCECCCCAAAIILJVAZ4FF56huslRnEpNFAIE9CShU0TxAfQUtNq+0mJsqLSq4Fo8rLY6i2JrQ4ihSxcXYnhrl4euhfxJdE3Z7y7OP2u+/+1ToczFbAbnf8uwj4aBPumfa5/P3WKwAon/+FEZUKFHP4WgU2yj2bRTZaENYUc+1nnNVVuwyrBgGyQUCCCAwAAF98nDOhSqLA5gOU0AAAQQQQAABBBBAYKoC7AwBBBBAAAEEEEAAAQQQQAABBIYvsEgz7CywSG2TRToNGCsCCMxDQEHF5rjqbx5aLCzLi3WhxSRJbRTFoRqftpPQoiot3n+b/XhcafEF1x+x3383lRYb41ls5S13HesJVVbM32tJmpqeM8KKUqEhgAAC3Qjos0f9XqpeN8dgrwhsIcDNCCCAAAIIIIAAAggggAACCCAwfAFmiAACCCCAAAIIIDBFgc4Ci26Kg2RXCCCAwFAFFK5o5qb+5qHFfNPQ4roAXKi0GNkv1jL72Lnb7cejutLiC64/an/wnkUNLTYyi7H9g/ecMnlrtE+4a+2L+Xv2FFZU1cx2ZcUsyy0vciuL0grfyrK0Sn8rM50rOo5au6/rNAQQQGAZBZz/8OGco8LiMj75zBkBBBBAAAEEBiDAFBBAAAEEEEAAAQQQQAABBBBAYPgCzBCBCwKHLnSn21PoZrp7ZG8IIIDAMAXagTP1tX6WVWkhoFZWIayWF/meQosfPXeb/es4tHjzdUftD957aph4PZmVfG++7kgYjcKKf19sHVZciyIbjSJbG8WhSqaCpworqhJjlmWWZv659q0oC8KKQZQLBBBAYGcBvXfW76HVzndetnswXwQQQAABBBBAAAEEEEAAAQQQGL4AM0QAAQQQQAABBBBAYIEEOgssOrdACgwVAQQQ2IfANB+ikEWzP/UVvGiHFlVlb7PQooJuCrxFUWyj0BSEi+zpcaXFfx09M+z25muPmCoAhitcTFUghBW9r3b6hLvOvpi/2+IksSRJbd1zM4pNYUU9VworNs+dtoQVpUdDAAEE9i+gjx7OOSos7p+QRyKAAAIIIIDANgL8CgEEEEAAAQQQQAABBBBAAAEEhi/ADBFAYHYCnQUWZzcFjoQAAggMQ0BBxWYm6rdDi2VZhWp7G0OLSZqZAm/rgnFRE1pM7aP332Y/Wrsm7FYVAP8jlRaDxbQu/tP7TpnCoNrfz9319sX8XZOvgVaAVOFEbUdbhBUTBRvT1JrKinleGJUVpUlDAIElEpjKVFVXsX7vVG8qu2QnCCCAAAIIIIAAAggggAACCCAwPQH2hAACCCCAAAIIIIAAAghMBAgsTijoIDA0AeaziAIKWzTjVn9jaLEoSsuL3LK8sDTNQtBt+9BiYh89d5v9aFxp8aZrj5hCds0x2O5fQI7Pe9aRsAOFFf8+f+e6sKKCpNuHFVOLkwthxSzLw3OrapqFf57LsrRKfysznQvhQP6i3fdX+UEAAQQQ8ALOWaiu6JzvGH8QQAABBBBYNgHmiwACCCCAAAIIIIAAAggggAACwxdghggggMBwBDoLLBKoGM5JwkwQQGC2Aowp7VgAABAASURBVO31U/12aLEqK1OYLd9laFGBufNr40qL0bVhIgrZ/eH7ToU+F/sTkJ8c9eifu2dbE1ZsQorNdqvKivp9nCQhcJpmud/mVFYUJg2BPgowpoUQ0Htl/Z5ZLcR4GSQCCCCAAAIIIIAAAggggEDPBBgOAggggAACCCCAAAIIIIDAzAQ6Cyw6R3WTmT2LC3ogho0AAlsLKHTR/FZ9BTHKqrRQda+sTFX4tgotKqQYRbFpO4qisD2/lthHf/Ii+5dRHVp87rOO2B++f7U5BNs9CPxn7yY/PeQxU1jxHaGyokKIUZyYtsF+FNua/LX1Tbfr90mShPuroiJhRSnSEEAAgYML6JOHcy5UWTz43tgDAggggMC0BdgfAggggAACCCCAAAIIIIAAAggMX4AZIoAAAgggsFuBzgKL1DbZ7VPA/RBAAIHNBRRUbH6jfju0WG4SWkzT1PT10EmSmoJxCi2ujRRYVIvt/FpsH73/RfajcaXF5z7zsP2XDxBabIx3s/0vHzhlN3o33fcx9xz7UrFzWFHhxSasqG3sn586rJiFyooKniqAWvA10GKl7V2ARyCAgBfQZ4/6vVI9fwM/CCCAAAIIIIAAAggggMCwBJgNAggggAACCCCAAAIIIIAAAoMR6Cyw6BaeiAkggAAC8xdQ+KIZhfrt0GIIuBWl5UVuWV6E1oQWFYyrg3KptUOLa2ux/fdWpcUbrlFo8VRzCLbbCCiseMM1R8I9HnM32Jfyt1uikGiShoCozIP1KLamsmL9HCST3+v+G8OKVVlZ4Z/Hsiyt0t/KTM91OJC/aPf9VX4QQAABBDYRcP7Dh3OOCoub2HATAgjsRoD7IIAAAggggAACCCCAAAIIIIDA8AWYIQIIIIAAAgj0RaCzwKJCNX2ZJONAAAEEFlmgHVhTX+urvh5a/RB0K8o6tJjl60KLqrSor4SO49RCkC6Kwlahxf/24xfaD9fqr4dWCO+PTlNpcbtz5Kz3kZPu85i70b6U/3IIKyqkqGqW2q6NYouixHYbVizKwpYirCg0GgIIINCxgN4b9b6o1vGh2D0CCCCAAAIIIIAAAghsJsBtCCCAAAIIIIAAAggggAACCCAwfIEpzbCzwKJzUxohu0EAAQQQsHYAQ30FMxRaVFW+sqys3CG0GIJ0o8iiODaFF3X9v/9EocXrgu5znnHYzp5ZNdbuwDG5kIdcnu19dOPPQljxbRYniSmkGMWJRVHsTeN6G0U2GsWmyoq6Xb/X/TZWVlRYUc9ZCJxSWVG0NAQQQOBAAvro4Zzz72PuQPvhwQj0VYBxIYAAAggggAACCCCAAAIIIIDA8AWYIQIIIIAAAgggsCwCnQUWlwWQeSKAAAKzElBQsTmW+gotVlZZWZa++W07tJjl1nw9dDL+yuJI1f8uCi3eaj8YV1p89tWHTZUEnVuqsEdDetHWORc85KJf/tRutC/nCium1pgqjFhXVoxtY2XF2Lvr94QVpUdDAAEEuhWo/O7r90b1/BV+EEAAAQQQQAABBBBYL8A1BBBAAAEEEEAAAQQQQAABBBAYvgAzXBABAosL8kQxTAQQQEACCmNoq6a+QoubVlrMC8vWhRYTU7W/zUKLH/3JC+0Ha3WlxesVWjxzylaW/N1B87/XO8hD1j9zz7N/LN5mCh8mSWMZm8KKo1Fk7bBiFMXBerOwYl7koRpmUZSmoGll/m9lF1XQ1DFpCCCAAAK7F3DOQnVF53zH+DN7AY6IAAIIIIAAAggggAACCCCAAALDF2CGCCCAAAIIIIAAAghMR6CzSIqCNNMZIntBAAEEllhgk6m311f1m9BiURQWgnBFaXmRW5YXlo5Di3GiqoBJCNJFodJibKMosrVRZLr+0Z/cav98fhxavOqwnT2zurShxZUVC/O/zjuI/1F7rn05f0sIKyqEWAc/5ZeYwoqj2PdHvimoqBYnpvsp3JimmX8OshAe1XNS+uem8I2wovEHAQQQmKqA3gvr98RqqvtlZwgggAACCCCAwMwEOBACCCCAAAIIIIAAAggggAACCAxfgBkigEAQ6Cyw6BzVTYIwFwgggEAHAgplNLtVPwQ1rApV+0IgrihDaDEfhxZVbXF9aFEBu8RCaDGqQ4sfu/9W+6dxaPHaKw+Hr0M+fGi51nLN9+zpVdP85ftTd5N9pXjrnsKK+rroOElMYcUsz9eFFcuyCs9R5Z+r8JzpQgfyTc+j3/CDAAIIILAPAb1bOedClcXNHs5tCCCAAAIIIIAAAggggAACCCAwfAFmiAACCCCAAAIIIIAAAosh0Flgkdomi3ECMEoEDijAw+co0A64qa/sm4JwZVmuq7RYhxbrKn+bhhZHka2NQ4sfb4cWrzocKg0eWXFznOXsDq153vvBC2HFR+0m+8f8zSYzVUzcWFlRZqMNlRUTVbJM0xBSbIcVqxBUrAgrzu7p5EgIILBkAvrsUb8Xqrdkk2e6CCCAAAIIzEaAoyCAAAIIIIAAAggggAACCCCAwPAFmCECCCAwE4HOAovLEW+ZyXPEQRBAAIEtBRTOaH6p/s6hxSwE8JIkGX899LjS4obQ4vefrr8e+llXrtjZM6fsyOHmKMPcan6a5zNXV8IEHw2VFeuw4nZWI30FtFqcWBNW3FhZUWHFUPWyLFVX0cJzpItwJPPXCdeMKdggsMQCTP2gAs5/+HDOUWHxoJA8HgEEEEAAAQQQQAABBBBAoEMBdo0AAggggAACCCCAAAIIICCBzgKLrSyGjkNDYD4CHBWBJRBQULGZpvpafyurQjW/EJQrSsuL3OpKi7ll2c6hxT89d6t9//z1YbfPXD1s955etaOHXbg+tAvNS/PTPDW3R9zN9pVxZcWDhhVLb1/4pqqXlX9OwnOjCx3INz1ffsMPAggggMABBbS0ak1VO+CueDgCCCCAwKIKMG4EEEAAAQQQQAABBBBAAAEEEBi+ADNEAAEEEBiEQGeBRTfMXMsgnnQmgQACwxNoBzTUD8ENqw4WWrz/Fvve03Vo8ZrV+uuhjx0Z1uKu+Zw9s2qan86KR9zz7av5m3asQrk2iizaobKiwopl+Cro0j8TlYXnRBc6kG96nvyGHwQWQoBBItB3Ab07OeeosNj3J4rxIYAAAggggAACCCCAQK8FGBwCCCCAAAIIIIAAAggggAACsxDoLLA4i8EP4BhMAQEEEJiaQDsAp76ycZVV24QW8xDMi+PEIrUotlGU2GgU2VqkQF5if3auFVo8tWL3nlm140fd1MY8zx1pHprPNX5eGkcdVnxjMNmusqLCio1ZkqT+/omlaWZZnluW5ZYXuRFWlCgNAQQQmJ1A5Q9Vv/ep56/wgwACCPRPgBEhgAACCCCAAAIIIIAAAggggMDwBZghAggggAACCOxCgMDiLpC4CwIIILAoAgprNGNVf/vQYhaCdkmaWhPAU9XAdmhxNIrr0OL5Z4fdXn3Fip09rdDiYr99HD96KMxD89HEHjFVVtw5rDiK4olVE1ZUSJGwohTn2Tg2Aggsu4BzFqorOuc7xh8EEEAAAQQQQAABBBAYpgCzQgABBBBAAAEEEEAAAQQQQACBIQhsnzg5wAwVlDnAw3koAggggMA+Bdrrr/rbhRYVtFN1QIUWFcDbWGlxFMcWQov3v8C++3QrtHjmlJ04tpihEI37rB//JKzobrGv5G+wOEntIoPoQrVJhRUV6JSR7hcnSaioKEOFFqmsuM8TlochgAACUxAI73X+Qu97U9gdu0BgOQWYNQIIIIAAAggggAACCCCAAAIIDF+AGSKAAAIIIIAAAj0Q6Cyw6NxiBll68JwwBAQQQODAAu3AhvpVZVb5v2VZWlGU4SuL8yK3PC/GX2WcmQJ4SZJe9PXQTWjxE+cUWrwhjO3qy1fs7JlVO3F8sdZ6jVfj1vg1kYftBfaV7HWWpNk4rBibQokjfTW2woqj+quxR1F9exNWTNJ0T2FFHUvPg7Y0BBBAAIHpC+jdyDkXqixOf+/sEQEEEEAAAQQQQACB3QlwLwQQQAABBBBAAAEEEEAAAQQQGL4AMzy4QGeBxergY2MPCCCAAAIHEGgH5NTfKrSo6oBplluWZSG0GMfJNqHFm+07Tz8njOrKy1bs7OlVu/R4Z28l4TjTutA4NV6NW/t82G6xr+av33NYMU4SU1XKC5UVixAALcvKyrK0Sn/9m6DMdRy1dl/XaQgggAAC0xXwy65prVWb7p7ZW48EGAoCCCCAAAIIIIAAAggggAACCAxfgBkigAACCCCAAAIILIFAZykTtwR4TBEBBBDou0A7uKH+ZqHFoixCpcUmtKjqge3Q4toottEosrUo8tvYPnH/8+07T9eVFhX+U8XCk5d09nYyFWKNT+PUeLXDh+xW+2r+ug1hxcTCXP081/x8o1BlMQ4VF5vKigorKuC5PqxYWElYUaw0BBBAYG4Czn/4cM5RYXFuzwAHRgABBBBAAIHFEGCUCCCAAAIIIIAAAggggAACCCAwfAFmiED/BTpLmCgU0//pM0IEEEBg+AIKKjazVF/rs6oAlmVpRVGG6oB5kZuCeBtDi6MoNoUXFeSLfF+hRW3//NzN9u1f1KHF1ZOH7OyZU3bZCdccpldbjUvj0zg1sIfcrfa1/LWbhBUji+LYdgorplkWrPKisFKNsKJYaQgggMBcBcJ7m7/Q+9zcBsKBEUAAAQQQQAABBBBAAAEEEEBg+ALMEAEEEEAAAQQQQAABBA4s0Flg0fUzt3JgMHaAAAKzF+CIBxdoBzjUryqzyv9thxaLsghBPIUW0zQzVVpMktSiOLkotDgaxfYXD9xs3376xjC4U5eu2NnTq3ZZzyotXnbiUBiXxqeBPuReaF/LDhZWzPPCCCtKk4YAAgj0R0AfPZxzVFjsz1PCSBBAAAEEENiXAA9CAAEEEEAAAQQQQAABBBBAAIHhCzBDBBBAoLPAIrQIIIAAAv0SUFCxGZH624UWm688VmhRFRbXhxYTU6VFhRb//P6b7L5xpcUrFFo8s2pXnOjHW4vGcVbj8ePSvB9yL7KvZa+xJM1CAHMURRZFfi6jyNRvKivW2zgENRXYjJNkHOTMjLCiJGkIILCgAoMeduVnV7+3qeev8IMAAggggAACCCCAAAIIIIDAcgowawQQQAABBBBAAAEEEECg9wL9SJX0nokBIrCdAL9DYHEEFOZoRqv+dqHFNMss8y1J0xDwuxBajOqgXwj8xfYX5262bz11Q9jtFZcesjokON+3lysuXanHMQ5PPhjCiq+ehBXruaSmcKLCiqMoruc0iiZzTRI/b8KK4XnlAgEEEOi7gHMWqis65zvGHwQQQAABBLoSYL8IIIAAAggggAACCCCAAAIIIDB8AWaIAAIIINC1QGeJEgVhuh48+0cAAQQQ2LtAe31Wf/vQYm5Zlls7tBhFcR30G/ntOLT4yQdvtm/9ov566I1fw7z3ER7sEfr65/D11JOw4m329Wx9WLGZg7YKK6papMKL7WrBuPhjAAAQAElEQVSS8TisqGqTVFY82HPCoxHYlQB3QuAAAuG9zF/ofe0Au+GhCCCAAAIIIIAAAggggAACXQuwfwQQQAABBBBAAAEEEEAAgaUX6Cyw6BzVTfpydjEOBBBAYKNAO9ChflWZVf5vWZZWFKWVvuVFHsKKdaXF/KLQ4iToF0WmwN8nH7jJvvVUK7R45pSdOtnZ28zGKYXrq/54Z/1xLztRvwc9YAorvsqPPZtUTpyEFP2413yLosQ0l3ZYUQFNBTWbuedF4U18KyuTUeWtgpkuwpG9X6s/vokNAggggMCMBLTqO+dClcUZHZLDIIAAAr0UYFAIIIAAAggggAACCCCAAAIIIDB8AWaIAAIIIIDAogt0liSpFl2G8SOAAAIDF1BQsZmi+srbKYinQF5RlLZVaDFJUtNXKkdRHIJ+Cisq+KftXz7wvElo8eQl9ddDX3nZSnOYTrc6ztkzq6bj6kDn7Db7Rr5NWHFUBy1VWVFz0ZwUWmyHFamsKEnaWIANAgj0WECfPer3MvV6PFCGhgACCCCAAAIIIIAAAn0XYHwIIIAAAggggAACCCCAAAIIINCxQGeBRbfrgXNHBBBAAIF5CSjc0Rxb/XZosSwrq3wryuKiSosKLcYKLm4ILUZRYn/5wE32zXGlxZPHD9nZ06umMGFznC622r+Oc6k/nvZ/zm63b24TVlRFRY213samuWweVsytVHVF71BWpeoqWjDShQ7km9z8hh8EEEAAgTkKOP/hwzlHhcU5PgccGoHdCXAvBBBAAAEEEEAAAQQQQAABBBAYvgAzRAABBBBAAAEEthfoLLDYynJsPwJ+iwACCCAwV4F24E59rd+VVeGrj5tKi5uFFhXwU9Avuii0GNsnH7jJvvFk/fXQJ447U+XDqy7vptLi1X6/2r+OI8hzdqd9M3/lJISoyomTMUbRpCrk7sKKpXeoLSY2AtKBfNNtftOPH0aBAAIILLGAlmatyWpLzMDUEUAAAQQQQAABBJZBgDkigAACCCCAAAIIIIAAAggggMDwBQY+w84Ci84NXI7pIYAAAgMSaAc81A/BjwOGFv/qwZvsG089NyidOKbQ4im7+orphha1v7NnTpn2rwOdcworvjyEFVUFcqewon6v+yVpOqkimeeF5UVuZdEKK3qLYKILHcg3OfkNPwgggAACPRDQRw/nHBUWe/BcLPoQGD8CCCCAAAIIIIAAAggggAACCAxfgBkigAACCCCAAAIIzFegs8DifKfF0RFAAAEE9irQDuCpr2xeZZWVZWmFwnu+5UU+CfZlWW4K+qnSooJ/kyqGo9jWVMlwFNlfPfA8++YvQmjRLjl6yM6eXp1aaDGEFf3+jvv9aq4/UWXFbOuw4pofz8iPramsqDErrBgnyWROdVixIKwoUBoCCCCwQAKVH2v93qWev8IPAggggAACCCCAwLwEOC4CCCCAAAIIIIAAAggggAACCAxfgBkicCABAosH4uPBCCCAwLAEFPZoZqT+TqHFNM1CaDFJUlMAUOFFBQJDMDCObTSK7JPnFFp8Xtjt8aPO7j2zas84dbBKi3q89qP9acc/sbvsvnzrsKLGFEWJRVFctzgxjVmBSwUv0yyzC2HFwsqy8q20Sn8rM1noOGrtvq7TEEAAAQTmL+CcheqKzvmODfkPc0MAAQQQQAABBBBAAAEEEEAAgeELMEMEEEAAAQQQQAABBIYt0FlgkUDHsE8cZofA4ASY0ESgvX6r3w4thiBfq9Jiluem0GKcJCEAWAcDY9N2fWjxufaNp24Kxzh2xNnZM6t2zerhcH2vF3qcHq/96LF1WPFlFidpGIOCkwomhjFEka2pqqJvzW36vYKKGrPGvmlYsSoVVbQwd13oQL7Jw2/4QQABBBDomYCWaq3Raj0bGsNBAAEEEEAAgb4JMB4EEEAAAQQQQAABBBBAAAEEEBi+ADNEAIFeC3QWWHSO6ia9fuYZHAIIILCNQDvwoX4IglgVqg5uFlpUlUKFAJMkDZUWm3CgQotrUWSqtPhXD9xoX29Ci4ed3Xt61Z55am+hxWeuHg6PO+Yfr+H/xO62+/KLw4rh65/9cRVW1FjUFGBswooaZ1NRsdmWxbiyosKKfsL+xzR3HUet3dd1GgIIIIDAxQLzukWfPJxzocrivMbAcRFAAAEEEEAAAQQQQAABBBBYFgHmiQACCCCAAAIIIIAAAggcRKCzwGJ1kFHxWAQQ2CjAdQRmLtAO6KkfAnx2IbRYlZXlRW4KKzaVFjeGFhUcjKLERnEcQot/3QotHjlsdvbMKXvm6squ5qb76f56nB7wY7vH7stfumllxcgfrz52bFEU28awosasyoraag6TsGJZhpBimKsurP6j+dc9LhFAAAEE+iigzx5aq9X6OD7GhAACCCCAwB4EuCsCCCCAAAIIIIAAAggggAACCAxfgBkigAACSy3QWWDRLTUrk0cAAQSGIdAOfqivDF81Di0WRWk7hRbjOAlhQVVabIcWv/Zk/fXQRw7XXw997ZWHtwXT78+eWbUjK/W7SwgrZi8JYcXmGAomKqQ4iqJwzChKJmHFePyV1UmShoClwooXKiuWFqpGKqzo5xbmqIvxiDTvcZcNAggsvAATGKqA828PzjkqLA71CWZeCCCAAAIIIIAAAggggMCeBLgzAggggAACCCCAAAIIIIBAnwU6Cyy2sh59nj9jm5YA+0EAgcEKtAN76mt9b4cWy6LcsdKiKhwqtLimMOEosr958Eb72lM3BzOFEM+eXjWFEsMNGy50u36v++lX/2r32H2tsGIU18FEhRWjcWVFHSsaV1aMkyQEG1X9URUV14cVC8KKxh8EEEBg8QXCe5O/0PvU4s+GGSCAAAI9F2B4CCCAAAIIIIAAAggggAACCCAwfAFmiAACCCCAQIcCnQUWnetw1OwaAQQQQGCmAu0AiPpVZapFaGU5rk4YQotFqF7YfD20goJJklo0DhQqtBhFiU1Ciw/cYF99sg4trqzo66FX7bqr1lda1HVVVtTvNeF/qe6xbyUvrgOIG/atyopro9h0jGhDWFFVGNM0M4UVFVrMi8ImXwNdlWEuYU660IF80zz9hh8EZirAwRBAYH8C+ujhnKPC4v74eBQCCCCAAAIIIIAAAgjMWIDDIYAAAggggAACCCCAAAIIILDMAp0FFnuGynAQQAABBA4o0A7wqa9sX2VVK7RYmIKACgQqtKhtnCSWbAgWRutCi8+xrzxxUxjZin9HOnvmlF1/dR1a1FbXdbvu8MPqbrsvucdUKVEBxDoAGZu2CiuO/H4jBRVHkY3i2GJ/7NgfW/fVWJoxFQpZKrBY+rErrFhV5n98q3SY0DS/0OECAQQQQGAhBLSCa+1WW4gBM0gEEOhSgH0jgAACCCCAAAIIIIAAAggggMDwBZghAggggAACCCywwKEFHjtDRwABBBCYsUA7CKJ+CPpdFFrMJ5UWFRRUcDBJ0s0rLUaRferBG+wfx6HFQ86Zvv752VcfDltd1xT/Kb/LvjG6K4QQQygxik1bfQ30xrBipKBinPj7ptYOK+Z5YYQVpXmQxmMRQACBfgr4t49QXdE5188BMioEEEAAAQQQQAABBBZKgMEigAACCCCAAAIIIIAAAggggMDwBeY3w84CiwqyzG9aHBkBBBBAoCuB9vqu/sWhxdLyIt82tBiChqN4Uh3xUw88x77887rSorImZ8+smraaw3fTO+1r528LAcVR5B8TJ+Fxa1FUb7UfVVX0rR1WVEhSgcmmsmKuqopqVFYUKw0BBBAYlEB4L/IXel8a1MSYzDAFmBUCCCCAAAIIIIAAAggggAACCAxfgBkigAACCCCAAAIIbCnQWWDROaqbbKnOLxBAAIEFF2gHQtSvKrPK/y31dcsKBBbltqFFVT4M4cNRbGuhRfbX5663bzxZhxYbnq+ff6F96ecvGAcTIxv5+45GkX9M3VfwUZUW1fQ10NpvnKS2MaxIZcVGlC0CCCAwTAF98nDOmXNumBNkVggggAACCCCAAALrBLiCAAIIIIAAAggggAACCCCAAALDF2CGwxXoLLBYDdeMmSGAAAIIeAEFFf0m/Ki/eWix2LbSosKH7Va56+yx/Llhn19+4vn2xZ89z0ZRZGtrkd/Gdn5tVPdHkbUfp7CiQopNWDFNM0uzLBybsGLg5AIBBBAYtIA+e9TvReoNeqqzmBzHQAABBBBAAAEEEEAAAQQQQACB4QswQwQQQAABBBBAAAEE5ibQWWCR2iZze045MAII9FZgeANTOKSZlfoXhxYLy4uLQ4txkpiagoYKHqpSoqonVunIHoueZd9/6gb7m3PX2tPnR6GdH9WhRd3v/GgUKiye97dFcWIj31RZUf04Tk1hxSzPCSs2TwxbBBBAYAkEVFjROUeFxSV4rpkiAggggAACiyHAKBFAAAEEEEAAAQQQQAABBBBAYPgCzBABBPYr0FlgUaGV/Q6KxyGAAAIILI6AgorNaNXX+l9ZZWVZ+ua3RWFFWYQAYVP1MElSUzVEBQ0VOBxFsZ0fjczSyFwW2bd/+oxQSVEBRbXz59fs6bU1f9vItygEFiP/GD1O+9C+kiTzx/Atzy3PdUx/fH/ssqysrEoL46rMb/3FeMAa77jLBgEEEEBgUQQ2GWe9xlfr1vhN7sZNCCCAAAIIIIAAAggggAACCCCwKAKMEwEEEEAAAQQQQAABBAYr0Flg0bnBmjExBAYrwMQQ2K9AO/infgiOtEKLRV5YXtRBQoUWVQWxCRpqq+ChKi1aFofAYhqv2dMKKT7tt76dXxuFoOL5UWS6n6ox6jF6bJwklmwIK+YKKqqtCyuuD7JonPudL49DAAEEEOiXgD56OOeosNivp4XRIIAAAgj0WIChIYAAAggggAACCCCAAAIIIIDA8AWYIQIIINBXgc4Ci32dMONCAAEEEOhGoB0AVH9jaLEsSlOQUNUPm69s1lc4R3FsdbXExCoFFtPIsjiy82u+jUah8mLoh9DiyNbGlRX1mFhhxTSzNE1NQcgsy8MxynVhxSpU3NKYmpm3+81tbBFAAIEpCbCbOQiodq7WdrU5HJ5DIoAAAggggAACCCCAAAIILJ8AM0YAAQQQQAABBBBAAAEEENinAIHFfcLxsHkIcEwEEOi7QDsoov7FocUiBAoVLKwDhgobZhYnaQgtVmlklschsLg2GoWqimtrkYX+SNs43E9BRT0m8Y9LfVMAUkHIoizt4rCihcBiY6dxNX22CCCAAALDEHDOQnVF53zH+IMAAgggsPgCzAABBBBAAAEEEEAAAQQQQAABBIYvwAwRQAABBJZVoLPAIoGQZT2lmDcCCCy7QHv9V3+z0KKChQoYKrQYQodpanGSmOWJuSy2Ik2s/trnyEaRb6PY9FXQoRpjnJgqM6ahsmJmCisqAKnqjYQVl/3sY/67EuBOCAxQILzX+Au97wxwekwJAQQQQAABBBBAAAEEENi7AI9AAAEEEEAAAQQQoxmkoAAAEABJREFUQAABBBBAoKcCnQUWnVu+6iY9fY4ZFgIIIDBzgXZgRP2qMqv831IVEMvKijwPlRYVWszywpJx+LDK0xBazNPEojixURRPmq43VRWTJDGFHfXY3D9eAUjCijN/mjkgAggg0BsBffJwzoUqi70ZFANBAIFBCzA5BBBAAAEEEEAAAQQQQAABBBAYvgAzRAABBBBAAIFuBDoLLFbdjJe9IoAAAggsiICCis1Q1Z+EFqvSyrIKX92sqoh5kZsqJCqAaGVmzrciTy2OVUmxbkmSWmj+tiRNJ1UVszyzoij8vsp6n+N9h2PpYjwAHX/cZdN/AUaIAAII7FlAnz201qvt+cE8AAEEEEAAAQQQQAABBOYhwDERQAABBBBAAAEEEEAAAQQQQGD4ApvOsLPAotv0cNyIAAIIILBMAu3giPrKEIZtqLZYWVVWVuRFqLaY5blVvlmRWZlnoYJikmZ19cWsvp75+yrcmPn75eOgYlGUVpal32Plt4qsmOkYjXO739zGFgEEEEBgWALOf/hwzlFhcVhPK7M5kAAPRgABBBBAAAEEEEAAAQQQQACB4QswQwQQQAABBBBAYDEFOgssKpSymCSMGgEEEEBgmgLtwKD6en8IW1PAsAwhw/B1zkVpVhVmRW6lb2mahcqLCiiGfp6Hyor5OKhYaluO91GVk5Ci9t2Mv91vbjvwlh0ggAACCPROYPLeok7vRseAEEAAAQQQQAABBBZSgEEjgAACCCCAAAIIIIAAAggggMDwBZjhXAQ6Cyw6N5f5cFAEEEAAgR4KtIOD6itPUipsWJVWlmqVFQosloU53VYUk6qLTTXFIi8shBT973Tfcvz4yvzfykz71L6b6bf7zW1sEUAAAQSGKaCPHs45Kiwu0NPLUBFAAAEEEEAAAQQQQAABBBBAYPgCzBABBBBAAAEEEEAAgc0EOgssbnYwbkMAAQQQ6FygtwdoBwjVr5tZWVW+laFZpSqLpd+UVhal31ahqa+QYtNKf7/QSv/7EFbU1nfGs9e+x102CCCAAAJLIKB3AK39akswXaaIAAIIIIAAAghIgIYAAggggAACCCCAAAIIIIAAAsMXYIYIDFKAwOIgn1YmhQACCPRTYGOQpLleVWaqmGi+U1Wl35SmQGIRqikWoV9ZdWE7DipqlpV/jLZN23i9uZ0tAggggMBwBZyzUF3ROd+xafxhHwgggAACCCCAAAIIIIAAAgggMHwBZogAAggggAACCCCAAALzEOgssEhgZB5PJ8dEYAEEGOLSC+j9Qa2BUF9N1xUzcVZZVZamAGNZVRZa6be++atWt8pv66bH6fFN03UaAggggMByCbTfG5Zr5swWAQQQQACBHgswNAQQQAABBBBAAAEEEEAAAQQQGL4AM0QAAQT2IdBZYNE5xU72MSIeggACCCCwFAIbA4bhulVh7k3wJFzxF+F3/sZm62+a/Oi2yRU6CCCAwJIIMM31Avrk4ZwLVRbX/4ZrCCCAAAIIIIAAAggggAACCCyuACNHAAEEEEAAAQQQQAABBIYo0FlgsY6cDJGMOQ1cgOkhgMCMBRQ4bFpzaOfq3sbb61ttUl1Rv29uY4sAAgggsLwC+uyh9wS15VVg5ggggAACexTg7ggggAACCCCAAAIIIIAAAgggMHwBZogAAggg0EOBzgKL46xJD6fMkBBAAAEE+iqgoMluWl/Hz7gQQKARYIvAbAUUdHfOUWFxtuwcDQEEEEAAAQQQQAABBJZeAAAEEEAAAQQQQAABBBBAAAEE9i7QWWCxUpmTvY+HR+wkwO8RQACBAQs4Pzc1v+EHAQQQQACBXQvos0cTeN/1g7gjAggg0HcBxocAAggggAACCCCAAAIIIIAAAsMXYIYIIIAAAggsoUBngUVH4mQJTyemjAACCCCAwGIIMEoEEBiWgD56OOeosDisp5XZIIAAAggggAACCCBwYAF2gAACCCCAAAIIIIAAAggggAAC/ROYdmCxfzNkRAgggAACCCCAAAIIIDBoARV3p8LioJ9iJtdPAUaFAAIIIIAAAggggAACCCCAAALDF2CGCCCAAAIIIIDA1AUILE6dlB0igAACCCBwUAEejwACCCCwFwHnLFRXdM53jD8IIIAAAggggAACCCyKAONEAAEEEEAAAQQQQAABBBBAAIHhCzDDjQKdBRZV4WTjwbiOAAIIIIAAAggggAACCExboKrM9PlDbdr7Zn8LLMDQEUAAAQQQQAABBBBAAAEEEEBg+ALMEAEEEEAAAQQQQGDhBDoLLDpHdZOFOxsYMAIIILBLAe6GAAIIIIBAnwT0ycM5F6os9mlcjAUBBBBAAAEEEFh0AcaPAAIIIIAAAggggAACCCCAAALDF2CGCMxaoLPAYjXrmXA8BBBAAAEEEEAAAQQQWEoBffZQdUW1BQJgqAgggAACCCCAAAIIIIAAAgggMHwBZogAAggggAACCCCAAAIbBDoLLLoNB+IqAgggMDsBjoQAAggggAACyyTg/IcP5xwVFpfpSWeuCCCAAAIIBAEuEEAAAQQQQAABBBBAAAEEEEBg+ALMEAEEhibQWWCxUpmToWkxHwQQQAABBBBAAAEElkVggeapzx6qrqi2QMNmqAgggAACCCCAAAIIIIAAAgjMX4ARIIAAAggggAACCCCAAAIzFugssOjcjGfC4RBYIAGGigACCCCAAAIIIDA9AX30cM5RYXF6pOwJAQQQQGBKAuwGAQQQQAABBBBAAAEEEEAAAQSGL8AMEUAAAQT2JtBZYHFvw+DeCCCAAAIIIIAAAgjsSYA7IzARUHF3VVdUm9xIBwEEEEAAAQQQQAABBBBAYAgCzAEBBBBAAAEEEEAAAQQQQGBgAgQWB/aETmc67AUBBBBAAAEEEEAAgcURcM5CdUXnfMf4gwACCCCwewHuiQACCCCAAAIIIIAAAggggAACwxdghggggAACCPRLoLPAItVN+vVEMxoEEEAAAQQQmLEAh0MAgZkJVJWZPn+ozeygHAgBBBBAAAEEEEAAAQQQkAANAQQQQAABBBBAAAEEEEAAAQT2JNBZYNG57qqb7GmG3BkBBBBAAAEEEEAAAQQGLaBPHs65UGVx0BNlcggsoQBTRgABBBBAAAEEEEAAAQQQQACB4QswQwQQQAABBBBYLoHOAovVcjkyWwQQQAABBBZNgPEigAACgxHQZw9VV1QbzKSYCAIIIIAAAggggAAC0xFgLwgggAACCCCAAAIIIIAAAgggMHyBhZphZ4FFt1AMDBYBBBBAAAEEEEAAAQQWVcD5Dx/OOSosLuoTuNDjZvAIIIAAAggggAACCCCAAAIIIDB8AWaIAAIIIIAAAgggME2BzgKLlcqcTHOk7AsBBBBAYPAC6947Bj9bJogAAgggMC0BvX+ouqLatPbJfhBAAAEEEEAAAQRmJMBhEEAAAQQQQAABBBBAAAEEEEBg+ALMEIGWQGeBRedaR6GLAAIIIIDAbgTGbx7OSL3vhov7IIAAAgjUAvro4ZyjwmLNse6SKwgggAACCCCAAAIIIIAAAgggMHwBZogAAggggAACCCCAwCIJdBZYXCQExooAAgjsQ4CHdCBQjnOKh1wHO2eXCCCAAAKDFdDbh6orqg12kkwMAQQQQAABBOYlwHERQAABBBBAAAEEEEAAAQQQQGD4AswQAQRmKEBgcYbYHAoBBBBAYHuBalxZsSKwuD0Uv0UAAQQGIzCdiTj/vuGco8LidDjZCwIIIIAAAggggAACCCCAAAJTFmB3CCCAAAIIIIAAAggggMAFgc4Ci1Q3uYBMD4G5CHBQBBZRQCWy/LidOX/JDwIIIIAAArsTqPz7hz5/qO3uEdwLAQQQQACBAQkwFQQQQAABBBBAAAEEEEAAAQQQGL4AM0QAAQQGJNBZYNE5wiYDOk+YCgIIIDATgWp8FN5BxhBsEEBg7gIMYDEE9L7hnDPn3GIMmFEigAACCCCAAAIIIIAAAgj0SoDBIIAAAggggAACCCCAAAIIzE6gs8BiEzqZ3VQ40oIJMFwEEEDgIgFVyNKNzngXkQMNAQQQQGB3AnrXUHVFtd09gnshgAACCMxQgEMhgAACCCCAAAIIIIAAAggggMDwBZghAggggAACuxboLLBIbZNdPwfcEQEEEEBgLFBZ/e5BgawxCBsEdhTgDgggIAG9bzjnzDmnqzQEEEAAAQQQQAABBBBAYGACTAcBBBBAAAEEEEAAAQQQQACB4Qh0FlhsqmQtLBUDRwABBBCYuUBTGYu4yczpOSACCCCw0AL67KH3ELWFngiDRwCB+QhwVAQQQAABBBBAAAEEEEAAAQQQGL4AM0QAAQQQQACB3gh0FlikuElvnmMGggACCCycgHNEFhfuSdtiwNyMAAIIzEJA7xrOOSoszgKbYyCAAAIIIIAAAgggsIkANyGAAAIIIIAAAggggAACCCCAwPAFpjXDzgKL0xog+0EAAQQQWB4BVcjSbJ0uaAgggAACCOxSoPL3U3VFNd/lB4GhCTAfBBBAAAEEEEAAAQQQQAABBBAYvgAzRAABBBBAAAEElkaAwOLSPNVMFAEEEOi/QOXqqKJzip7MYrwcAwEEEEBgCAJ6+3DOUWFxCE8mc0AAAQQQQAABBDoRYKcIIIAAAggggAACCCCAAAIIIDB8AWa4KAKdBRapbrIopwDjRAABBPojQIXF/jwXjAQBBBBYJAG9f+jzh9oijXswY2UiCCCAAAIIIIAAAggggAACCCAwfAFmiAACCCCAAAIIIIDAlAQ6Cyw656Y0RHaDAAIILK/Ass28srqyIm8hy/bMM18EEEDgYAL65OGco8LiwRh5NAIIIIAAAgjMUYBDI4AAAggggAACCCCAAAIIIIDA8AWYIQII1AKdBRbryEl9EC4RQAABBBDYjYAqZNX3c/WGSwQQQAABBHYhoM8eqq6otsnduQkBBBBAAAEEEEAAAQQQQAABBIYvwAwRQAABBBBAAAEEEEBgQQQ6CywSNVmQM4BhInAgAR6MwHQFmsDiId5EpgvL3hBAAIGBCzj/vuGco8LiwJ9npocAAgggME8Bjo0AAggggAACCCCAAAIIIIAAAsMXYIYIIIDAbAQ6Cyw2oZPZTIOjIIAAAggMQaAyF6bheBMJDlwggMCSCDDNAwvobUPVFdUOvDN2gAACCCCAAAIIIIAAAggggEAXAuwTAQQQQAABBBBAAAEEEEAgCHQWWHR15iQchAsE5iXAcRFAYLEEqma4vIc0EmwRQAABBHYhoLcN55w553Zxb+6CAAIIIDBEAeaEAAIIIIAAAggggAACCCCAAALDF2CGCCCAAALDEOgssDgMHmaBAAIIIDBTAZXI8gckbuIR+EGgPwKMBIHeCyjwruqKar0fLANEAAEEEEAAAQQQQAABBPopwKgQQAABBBBAAAEEEEAAAQQQmIkAgcWZMG91EG5HAAEEEGgLKHCi64eokCUGGgIIIIDALgX0tuGco8LiLr24G/04V4wAABAASURBVAIIzEOAYyKAAAIIIIAAAggggAACCCCAwPAFmCECCCCAAAII7Eags8Ai1U12w899EEAAAQTaAuX4ihtv2SCwKwHuhAACSy+gAr36/KG29BgAIIAAAggggAACCCAwVAHmhQACCCCAAAIIIIAAAggggAACgxDYNrB4kBk6R9zkIH48FgEEEFhGgabCorlJbxkZmDMCCCCAwB4F9MnDOUeFxT26cXcE2gL0EUAAAQQQQAABBBBAAAEEEEBg+ALMEAEEEEAAAQQQ6INAZ4FFoiZ9eHoZAwIIILBgApULA64vQ3cIF8wBAQQQQKBjAX32UHVFtY4Pxe4RQAABBBBAAAEEENhKgNsRQAABBBBAAAEEEEAAAQQQQGD4AsxwCgKdBRYJm0zh2WEXCCCAwJIJVKbIiVEhy/iDAAIIILAXAec/fDjneP/YC9rC3ZcBI4AAAggggAACCCCAAAIIIIDA8AWYIQIIIIAAAggggMAyCHQWWKzqzMkyGDJHBBBAYLEFejT6kveOHj0bDAUBBBBYHAF99lB1RbXFGTUjRQABBBBAAAEEZizA4RBAAAEEEEAAAQQQQAABBBBAYPgCzBCBBRDoLLDo3ALMniEigAACCPRLYBxY5D2kX08Lo0EAAQT6LqCPHs65uVZY7LsR40MAAQQQQAABBBBAAAEEEEAAgYMLsAcEEEAAAQQQQAABBBA4uEBngcWDD409IIAAAkGAiyUSKMdzPWTj5OL4OhsEEEAAAQS2E9C7hqorqm13P36HAAIIIIAAAr0WYHAIIIAAAggggAACCCCAAAIIIDB8AWaIAAIIGIFFTgIEEEAAgd4INF8JveJcb8bEQBBAAIFhCAx7FnrbcM5RYXHYTzOzQwABBBBAAAEEEEAAAQQQ2FGAOyCAAAIIIIAAAggggAAC/RfoLLBIdZP+P/mMcEoC7AYBBKYmUIxLLK509u40taGyIwQQQACBHglUlZk+f6j1aFgMBQEEEEBgaALMBwEEEEAAAQQQQAABBBBAAAEEhi/ADBFAAAEEOhfoLBLinOt88BwAAQQQQGBYAhcqLFbDmhizQQCBHQW4AwIHEdAnD+ccFRYPgshjEUAAAQQQQAABBBBAAIEZCHAIBBBAAAEEEEAAAQQQQAABBDoLLBI16c3JxUAQQACBhREoxm8eh5xbmDEzUAQQQACB+Qvo7UPVFdXmPxpGgAACCMxNgAMjgAACCCCAAAIIIIAAAggggMDwBZghAggggAACCy/QWWCRqMnCnxtMAAEEEJi5QBNY5CuhZ07PAXcU4A4IINBnAeXcnXNUWOzzk8TYEEAAAQQQQAABBBBYCAEGiQACCCCAAAIIIIAAAggggAACXQt0FlisVOZkN6PnPggggAACCIwFirLudPbmVO+eSwQQQACBgQnos4eqK6oNbGpMB4FhCTAbBBBAAAEEEEAAAQQQQAABBBAYvgAzRAABBBBAAAEEdhDoLBPi3A5H5tcIIIAAAghsECjG11d4DxlL7H7DPRFAAIFlFtDbhnOOCovLfBIwdwQQQAABBBBAYEkEmCYCCCCAAAIIIIAAAggggAACCAxfYOgz7CywOHQ45ocAAgggMH2BsqzL864cctPfOXtEAAEEEBisgN49VF1RbbCTZGKzEOAYCCCAAAIIIIAAAggggAACCCAwfAFmiAACCCCAAAIIIDBnAQKLc34CODwCCCCwHAK7m2VR1UHFFafoye4ew70QQAABBBBw/u3DOUeFRU4FBBBAAAEEEEBg7gIMAAEEEEAAAQQQQAABBBBAAAEEhi/ADBE4mEBngUWqmxzsieHRCCCAwDIKNBUWDzm3jNNnzggggAAC+xSoKjN9/lDb5y4W42GMEgEEEEAAAQQQQAABBBBAAAEEhi/ADBFAAAEEEEAAAQQQGLhAZ4FF5wibDPzcYXoIDEqAyfRDoBgPY+VQNe6xQQABBBBAYGcBffJwzlFhcWcq7oEAAggggMDSCwCAAAIIIIAAAggggAACCCCAAALDF2CGCCDQb4HOAotETfr9xDM6BBBAoI8CRenCsFbCJRcIIIAAAgsmMLfh6rOHqiuqzW0QHBgBBBBAAAEEEEAAAQQQQACB5RBglggggAACCCCAAAIIIIDAgQQ6CyzWkZMDjY0HI4DARIAOAsshUFSKnJgdOuSWY8LMEgEEEEBgKgLOv20456iwOBVNdoIAAgggMF8Bjo4AAggggAACCCCAAAIIIIAAAsMXYIYIIIDAcgt0FlgcZ06WW5fZI4AAAgjsSaCoXLj/iquDi+EKFwgggMC0BNjPYAX02UPVFdUGO0kmhgACCCCAAAIIIIAAAgggsDsB7oUAAggggAACCCCAAAIIINBrgc4Ci67OnPR68gxuegLsCQEEEJiGQFnWQcUVKixOg5N9IIAAAksjoI8ezjkqLC7NM85EEUBgngIcGwEEEEAAAQQQQAABBBBAAAEEhi/ADBFAAAEEEOhSoLPAYpeDZt8IIIAAAsMUGOcVbcUNc37MCoEdBPg1AgjsU0Bxd1VXVNvnLngYAggggAACCCCAAAIIIDArAY6DAAIIIIAAAggggAACCCCAwFILLElgcamfYyaPAAIILIxAocSJH+0hN+74Pj8IIIAAAgjsJOCcheqKzvmO8QcBBJZbgNkjgAACCCCAAAIIIIAAAggggMDwBZghAggggAACCCyyQGeBRaqbLPJpwdgRQACB+Qg0gUW+Eno+/jselTsggAACPRWoKjN9/lDr6RAZFgIIIIAAAggggAACiyPASBFAAAEEEEAAAQQQQAABBBBAYPgCc5xhZ4FF56huMsfnlUMjgAACCykwCSwu5OgZNAIIIIDAvAT0ycM5F6oszmsMHBeB3QpwPwQQQAABBBBAAAEEEEAAAQQQGL4AM0QAAQQQQAABBBDYWqCzwGK19TH5DQIIIIAAApsKNIHFQ27TX+90I79HAAEEEFhSAX32UHVFtSUlYNoIIIAAAggggMAyCTBXBBBAAAEEEEAAAQQQQAABBBAYvgAzHLBAZ4FFsiYDPmuYGgIIINCRQFHWO17p7N2p3j+XCCCAAALDEnD+w4dzjgqLU3la2QkCCCCAAAIIIIAAAggggAACCAxfgBkigAACCCCAAAIIIDA/gc4iIZXKnMxvXhwZAQQQ6J8AI9pRoBy/eaw43kR2xOIOCCCAAAITAb19qLqi2uRGOggggAACCCCAwLwEOC4CCCCAAAIIIIAAAggggAACCAxfgBkigMC+BToLLDq37zHxQAQQQACBJRUoq/rN4xBvIkt6BjBtBBBAYGeBze6hdw/nHBUWN8PhNgQQQAABBBBAAAEEEEAAAQQWUIAhI4AAAggggAACCCCAwHAFOgssDpeMmSEwWAEmhsDcBYpWYUVCi3N/OhgAAgggsDACevtQdUW1hRk0A0UAAQQQQGB+AhwZAQQQQAABBBBAAAEEEEAAAQSGL8AMEUAAgd4KEFjs7VPDwBBAAIHlEyhKRU7qefO10LUDlwggsGgCjHceAs5ZqK7onO8YfxBAAAEEEEAAAQQQQAABBBDoWoD9I4AAAggggAACCCCAAAII7Fegs8Ai1U32+5TwuC0F+AUCCAxeIC0vTPG37zhkv3fnIfuDu1fsD+85ZGdfcsj+x186ZP/zy1bsf3nliv2vr1qx/+01K/a/v/aQ/R+vX7H/8w0r9n+9acVuv4qwygVFeggggMByCFSVmT5/qC3HjJklAgggMHABpocAAggggAACCCCAAAIIIIAAAsMXYIYIIIAAAksr0Flg0TkCI0t7VjFxBBBYeoEXX+Psr37l8J7b//SylYndr9xyyH711kN25gXO3v/8Q/bumw7Z2593yN5yo7M3PtvZ66539qprnb3sWYdMx7vrGc5+9GRl33m8muyDDgIIXCzALQgMUUCfPJxzocriEOfHnBBAAAEEEEAAAQQQQACBvQpwfwQQQAABBBBAAAEEEEAAAQT6KtBZYHEJ4yJ9fY4ZFwIIIDBzga//tLKP/rBVLnEGIxhlZn/yXd59ZkDNIRBAAIHeCWj1V3VFtd4NjgEhgMAQBZgTAggggAACCCCAAAIIIIAAAggMX4AZIoAAAggggEBHAp0FFl1HA2a3CCCAAAKLIfDH3yrtkZEiJLMZ7598p7CnktkdbzazWsajMGcEEEBg7wLOf/hwzlFhce90PAIBBBBAAAEEEEAAgTkJcFgEEEAAAQQQQAABBBBAAAEEEBi+wOYz7CywWJEZ2VycWxFAAIElEUhLs/9632zeDP7555X9tx/O5lhL8vQxTQQQQGChBPTZQ9UV1RZq4AwWga4E2C8CCCCAAAIIIIAAAggggAACCAxfgBkigAACCCCAAAILKtBZYNG5BRVh2AgggAACUxP43LnSPnV/ObX9bbWjP/le98dojs0WAQQQQKB/Avro4ZyjwmL/nhpGhAACCCCAAAIILKwAA0cAAQQQQAABBBBAAAEEEEAAgeELMMP5CHQWWJzPdDgqAggggEDfBP74vtJGWXfVDz9zrrIvP9zd/vvmyXgQQAABBC4W0LuAqiuqXfxbbumhAENCAAEEEEAAAQQQQAABBBBAAIHhCzBDBBBAAAEEEEAAAQQ2FSCwuCkLNyKAAAKLKtC/cT8emf3f9ylK0s3Y/uQ7RTc7Zq8IIIAAAgsj4JyF6orO+Y7xBwEEEEAAAQQQWAYB5ogAAggggAACCCCAAAIIIIAAAsMXYIYIDFOgs8Ai1U2GecIwKwQQQGA/Ap/4UWlf6qAK4v/z3dIePL+fEfEYBBBAAIEhCVSVmT5/qE1lXuwEAQQQQAABBBBAAAEEEEAAAQSGL8AMEUAAAQQQQAABBBBAYC4CnQUWnaO6yVyeUQ6KQM8FGN7yCvzxfdOthKigogKLyyvKzBFAAAEEGgF98nDOhSqLzW1sEUAAAQQQQGC+AhwdAQQQQAABBBBAAAEEEEAAAQSGL8AMEUAAgf0IdBZYrPYzGh6DAAIIIDBYgZ/8wuy/fruc2vz4KuipUbIjBBBYPAFGvEFAnz1UXVFtw6+4igACCCCAAAIIIIAAAggggMCiCjBuBBBAAAEEEEAAAQQQQGCQAp0FFt0guZjU8AWYIQIIdCnw/36/tO8+rljJwY7y5Ycr+8y5g+/nYKPg0QgggAACfRFw/sOHc44Ki315QhgHAgggsBACDBIBBBBAAAEEEEAAAQQQQAABBIYvwAwRQAABBPoo0FlgsSJH0sfnmzEhgAACcxf44/sOXmXxT7538H3MHYIBIDBkAeaGwIwF9NlD1RXVZnxoDocAAggggAACCCCAAAIILK8AM0cAAQQQQAABBBBAAAEEEEBgHwKdBRad28doeMiOAtwBAQQQWHSBbz9W2f/3T/tPtf+3H1b2zz/f/+MX3Y/xI4AAAghcLKCPHs45KixeTMMtCCCwwAIMHQEEEEAAAQQQQAABBBBAAAEEhi/ADBFAAAEEEFhGgc4Ci8uI+f/VslsGAAAQAElEQVSzdx/wURVrG8Cfd86WhN47SBNFUVFREVAUbFi4dq9drx27XrvX9tl7x957wS42VKzYuyiKIr339OzuN++c3c0mBEhINsluniVzzpw2Z+Z/zu4efvNmwjZTgAIUoEDVBB74KYIZK6ofdLisKIbHfolU7STciwIUoAAFGo2AfqPo6IqaGk2j2VAKUKBeBXhyClCAAhSgAAUoQAEKUIACFKAABbJfgC2kAAUoQAEKUCA9AgxYTI8rS6UABShAgbUI3P9j9f+s82O/xpBfspaCuTnTBVh/ClCAAtUWEIEbXVHEZsAXBShAAQpQgAIUoAAFKJABAqwiBShAAQpQgAIUoAAFKEABClCAAtkvUGkL0xawyNFNKvXmSgpQgAIUiAtMmhPD+L91TKz4irXMflkUw2tTqx/kuJZiuZkCFKAABbJAIGa/TvT/H5qyoDlsAgVqQYBFUIACFKAABShAAQpQgAIUoAAFKJD9AmwhBShAAQpQgAIUyEyBtAUsinB0k8y8JVhrClCAAnUncP9PESwprNr5HvulgQQrVq263IsCFKAABepQQP/nISJulMU6PC1PRQEKUIACFKAABSiQzQJsGwUoQAEKUIACFKAABShAAQpQgALZL8AW1otA2gIWY/XSHJ6UAhSgAAUySWBlMaBBi2ur8zvTovhuPr9Z1ubE7RSgAAUaq4B+Q+joipoaq0GmtZv1pQAFKEABClCAAhSgAAUoQAEKUCD7BdhCClCAAhSgAAUoQAEKVCaQtoBFqexsXEcBClCAAukWyLjy3/snho9naqhJ5VUvjQIcXbFyG66lAAUoQAFfQOx/PkSEIyz6HJxSgAIUoAAFKNA4BNhKClCAAhSgAAUoQAEKUIACFKAABbJfgC2kQFYKpC1gMbb62JOshGSjKEABClBg3QUe+CmKkmjlxz/2axTzCyrfxrUUoAAFKEABFdD/e+joipp0ueaJJVCAAhSgAAUoQAEKUIACFKAABSiQ/QJsIQUoQAEKUIACFKAABShQHwJpC1gUqY/m8JwUoECDF2AFKVCJwJy8GB78cdWIxX+WA8/8tur6SorgKgpQgAIUaMQC+l8PEeEIi434HmDTKUABClCgAQqwShSgAAUoQAEKUIACFKAABShAAQpkvwBbSAEKUGAdBNIWsLgOdeEhFKAABSjQiAXG/RnF9/PLD8/72K+RRizCplOAAhRYvQC3lBfQbw8dXVFT+S1cogAFKEABClCAAhSgAAUoQAEKZK4Aa04BClCAAhSgAAUoQAEKUCAbBRiwmI1XlW2qiQCPpQAF6lHg/p/KRlP8dHYMH8/UEJR6rBBPTQEKUIACGSEgAje6oojNgC8KUIACFKBAlQS4EwUoQAEKUIACFKAABShAAQpQgALZL8AWUoACFKBAAxRIW8AiRzdpgFebVaIABSjQwAX+WBLDE7/6QYuP/eLPG3iVWT0KUKBSAa6kQN0KxGKA/v9DU92emWejAAUoQAEKUIACFKAABSjQmAXYdgpQgAIUoAAFKEABClCAAhSgQPUF0hawKMLRTap/OapwBHfJKgERSY4GJMK8CA1EaPD45BienwJMWw6+P3g/8B5Yyz0AvihAAScgdioi7jPDZvlDAQpQIDsE2AoKUIACFKAABShAAQpQgAIUoAAFsl+ALaQABShAAQo0QoG0BSzGGiEmm0yBygRE/M5zkVXnle3PdRSgAPDATxEyUCCtAtlSuMiq3y0i/rpsaSPbQYGqCOj/PXR0RU1V2Z/7UIACFKAABShAAQpQgAKNQ4CtpAAFKEABClCAAhSgAAUoQAEKUKDhCdR2wGKyhZLMMUOBxisgsvp3goi4UYBEqjY3RsBEA94DvAd4D2T3PSBSte8EEX8/rOElImvYyk0UyC4Bvd1FxD1bZVfL2BoKNGgBVo4CFKAABShAAQpQgAIUoAAFKECB7BdgCylAAQpQgAIUoECtC6QtYDGmw5zUenVZIAUapoCI30EuUn6utRUpv05EXOChndlOdSRTuSAku9FUSLYUGDFMNOA90CjuAb7XG+/nndj3eEoyNp+S7FdD8ntD8/rdIWK/ISpJsC+RVbfZ1fyhQNYJ6P89dHRFTVnXODaIAhSgAAUoQAEKUCCLBdg0ClCAAhSgAAUoQAEKUIACFKAABbJfgC2sKJC2gEXbP17xXFymQFYJiJQFgSQaJlK2zhgDY3QZLrhE8y7pPhCsMRjHGHieF0+a95Ox5WnyPH+ZczrwHuA9wHsgO+4B/WzXVP56emv+rhBjv030+8Sm+PeDlmG/ZuAn/Q4qS4i/RMrWiUh8LWcUyGwBvZNFxN77ktkNYe1rV4ClUYACFKAABShAAQpQgAIUoAAFKJD9AmwhBShAAQpQgAIUoEDGCZiMqzErTIF6EBAR1wEuUjbXaoiULYtoHna/slRpUKLR4BoPxggSgSmBgOfyxjPQ5NllnWvyAgFUTP56e4zdT/dlokVd3wM8H+853gO1dw/4n+mr/6zX7Zo8+x2R+L7QfNn3iJcMbLTfRC7v5vZ7RvexX0/uu8nP2y12hYg/h32J+HkRf25X8YcCGSegg7vr6IqaMq7yrDAFKEABClCAAhRowAKsGgUoQAEKUIACFKAABShAAQpQgALZL8AWUqCuBUxdn5Dno0AmCIj4QRsi/rxinUX89XbmgkB0roEgiQBFz3guYMTEg0U8zyQDEjXIxwWeuEBED7rseXZuU9Cu0xSI50PBIHTZT57NJ1LA5pl8FzrQgfcA74FsuAcSn+86r7w9ie+KQFCDG+33hgtaD5QLdA/Ydfrdo/smvpMSc4FAt+l3libYl4hda5PNJn9E/HUiklzHDAUauoDeriICEWnoVU2tH/MUoAAFKEABClCAAhSgAAUoQAEKZL8AW0gBClCAAhSgAAUoQAEKVBAwFZZrbZGjm9QaJQuqQwERWaWjW8RfJ+LPNdjDJbucCALxjJcMUPTiwYkaiGg8Dzp3yeYTQUWpgYiaD4WCSKSwzSdSKBhAIh8OhZATDieTLjOFrE9liet4b/Ae4D2QOfeAfraXv172OyH++Z/4Hgjpd0M45H9XxIPZQ/G5frdooLsmz37XBOyx7nsn4LlgeS/xvWS3Jb637DdaueBFY+wa+70mIuW+dUXEfS+K+PNyG7lAgQYkEIsB+v8PTQ2oWqwKBShAAQpQgAJpF+AJKEABClCAAhSgAAUoQAEKUIACFMh+AbaQAhTINgGTrgaJSLqKZrkUSIuASNk9KyIpARqwebjADmPXJ4I9jDFuXTIQRANDAgG4IBHPgwaOaDBJMoWC8UCTAMLBALq19LBZe4MduwF794riiA0jOHlACc7dvBiXblmIa7cuwE3b5uOOIXkYO2wl7h26wqblTENpcC8N+D7gPZAV98DYIStwp023Dl6JG7bJw5VbFeDCzQtw5iZFOH6jEhy8fgS794xiSFdB/3YeOjQLIiccggay54TDdu7nddkluy1ov180gDGRAvZ7SZPx7HeWTfodFbDfV5o840GTfq8JBPodJwL33SYiEPETUl4ikrLEbNYLZFAD9c4UEXffZlC1WVUKUIACFKAABShAAQpQgAIUoED9C7AGFKAABShAAQpQgAIUoAAF6ljApOt8sXQVzHIpUIsCIn7Htoi4UkXEdXTbmZ3DD9qAQIM5XDLGrTNGoEEfXiDgzz2v3J9o1pGwNDXLCWDjdh52WS+GozcsxfkDi3DLkAI8vsMK3LLNSlw0MA8nbpiPf/cuwO5dCzGsQxEGti7GBi1L0b1pKTrlRNA6FEHzQBRNgzE0CTDRgPcA7wHeA9lyDzQLRtHSprbhCDrnRtCzaQk2almCLdsWYXjHQuzZLR+H9c7HKRuswCWbLsNtWy/BPdsuw5Vb5uG0AYU4sG8phnUBerb2EM4JQ4MWUwMZQ8GAHyivAfPBoPue0mB6z35nGc9+n9nkpSRjTDKA0dgvQvsDP4mdCxIvEXHLIpJYxTkF6l1A/++hoytqqvfKsAIUoAAFKECBFAFmKUABClCAAhSgAAUoQAEKUIACFMh+AbaQAhSgAAWqJ5C2gEV2YVfvQnDvuhUQERdsoWcV8fMiOocLSBRIMkjR8zx4nvFTwOYDAQSCNtn1iRGsNDhRA0M2aOdh954xN1LiDYML8PD2K3Dp5itxzPoF2LVrETZrU4KOORHYUyH1VRwVLCw2+Cvf4IflBp8v9TBhUQBvzg/gZZtemBvAs3OYaMB7gPcA74FsugeemxvEuLkeXrWf828v9DBxsYcvl3n4ZaXB9ALBshJJ/apw+Rwviu5NSjCoTSH26pqHE/stx1UDl+KewUtw0WZ5OHz9YgzrCnRq7iEcDidHZAyHQtCAxlAoiNRRGHX0Rc9+txnPg7HfdcYI/GSS34O6rN9b/lzsd5gg8RKRcsuJ9XU052kokBSwt6K7F0UkuY4ZClCAAhSgAAUoQAEKUIACFMgKATaCAhSgAAUoQAEKUIACFKAABbJMwKSrPTEd5iRdhbPcNAtkZ/EiUq4jW8Rf1tbarN0G2DUuGWNcwIYGKroADs+DZ5OOTJUapNivjWDvPjGcv3kxHtw+D1dusRJHrV+I7ToWo1uTCFJfC4sFP64w0KCUR2cFcMNfQZz3ewjH/hzGET+GccqvIVw4JYRr/grhtmlB3D8jgMdmB/CMTRqw+NK8AJhowHuA9wDvgey5BzRYUYMWn7Kf8w/PDGLs9CBu/juI//szhHN/D+OEX8I4+IccnPxrGJf8EcId/wRd8LoGNv6RL8hP+ZoJmyjWb16MnTrl4YS+y3Djlktw3VbLcewGBdi+SwwdmwdQFsCowYshaKB9ueBF+z2nwYtu9GDP2O89474Ljdi5Te47UgD/O1Ps3E+wLxE/LyJ2iT8UqHsB/b+Hjq6oqe7PzjNSgAIUyGQB1p0CFKAABShAAQpQgAIUoAAFKECB7BdgCylAAQpQgAINS8Ckqzrsr06XLMutroCIuKCKxHEi/rKd2fWAsRkNxvCMB0+DNTRII2DzgQCMzSeDFIMBNM8NupGrxgwoxV1D83HVoHwc0rsQA9uUIDcQS5wCMwuNGynrkVlBXP5nCMf8lINTfg3j6qkhaFDK+AUBfLPcwz8FBitLJXkcMxSgAAUokEUCtdAUDcJaVCyYkmfw6RLPBa5rYOP/poTxH/vdcqr9brnh7xA0sF2/V1JHZewQKsHQdgU4ps8y3LjFIlw6cDkO7F2CjdoJwuEQwjnh+AiMIRe86EZftN99+r3nvg/td6HxPPvdaOLJs9+Zxk9G3HeoNlFE86JZl0TEbhOX54QCdSWgd5yI8N6rK3CehwIUoAAFKEABClCAAhQoE2COAhSgAAUoQAEKUIACFKAABShAgWoJmGrt3UB2ZjUoUBUBkfKd1iL+sp3BaKAFJB50YVwghvEMNOnoUhqsoSMphoJBtGwSxE49gHMHluCh7Vfi9I0LMLxTMdqEo0i8NJDklXkerv87XwS0qAAAEABJREFU5EZM/O9vITdS1lsLPExeaZCXMgpW4hjOKUABClCAAjUVWFAs+GaZcQGLOnKvjsp45uSw+w76cJGHeXZ74hzrNSnGqM4rcP5GS3Djlktx5PqF2Ky9IEcDF3NyksGL4VAQieBF/S7U4EXjef53pGe/K+13qAb6u2Tz+r3qJ/97NnE+kfLLifWcUyAdAvprIzq6oqZ0lM8yKUCB+hPgmSlAAQpQgAIUoAAFKEABClCAAhTIfgG2kAIUoAAFKECBxiVgGldz2drGIiAiyaaKCEQ0ARqo6AIsxEADMDwNvIin1CBFDdQY2lVw1maleHC7lThhwwJs2a4ERvxi9c87T1jk4ZZpQTfClf6pzqfnBPHtMsMRE30iTilAgYYvwBpmqcCcInGj/N4zI4jTfw3jrMlhN7qvjsAY0agu2+7WoVLs0D4PZ26wGNdtvhiH9ClEvzaeC14Mh8PJ4MVQMBAPXvTgghcDHrxAAMZ+d3o2Jb5TBfafAPbr1iZxCfGXiMRznFEgfQJ6m4lIuXsvfWdjyRSgAAUoQAEKUIACFMgoAVaWAhSgAAUoQAEKUIACFKAABShAgewXyKgWmnTVlqObpEuW5a5JQKSso1rEz9sZUgMVNe+CLDwDHU1RAzCCAX80qT5tPByxYQT3bJePMzbOxzbti23Ht3/GmYXG/SlO/TOcp/waxv0zgvhiqYd8jp7oA3FKAQpQgAINUmB2keDthR50BMYjf8zBzX8HMXFJ2fdXm1Apduq4EhdutBAXbbIMu3YvQcsmoeSfjdYRF8OhEIIavBgMQgP8NRnPg9HvUpuMMdDgRfvN67439btXRJIeImLXS3KZGQrUtoD++XT9/4em2i6b5VFgzQLcSgEKUIACFKAABShAAQpQgAIUoED2C7CFFKAABShAAQpQgAK1KWBqs7DUskTYKZ3qwXz6BETEBUGIiDuJiMSXAWPEBVBoEIXmPc/AeJ5NxgVcBAMBN3LUdl2Bi7YoxnVb5WGPbkVoGYxCX/qnNl+dH8CFU0LQP/P87JwA/sgX3cREAQqkW4DlU4ACtS5QGgO+XOZh7D/+CME3TwvisyUeNNhLT9azSREO6r4MN24+H0f2LUC/NiY+6mLIjboYCgYRCgZc8KJ+h649cFHcd7KWrUmk/LKuY6JAbQiILUREyt1vdhV/KEABClCAAhSgAAUyQYB1pAAFKEABClCAAhSgAAUoQAEKUCD7BdhCCqQImJR8rWZtf3itlsfCKFCZgIgkV4uI66S2M2hwogtSFAOX18BFz0PZiIoBNA0HsHfvGG4ZUoDTNi7AJq1LkmV9ssTDtVNDOPXXMJ6aHcBf+Sa5jRkKUIACFKBAtgh8udTD7Rq8+HMYD8wM4vc8//suKDFs124lLthwAU7fcDm27gR/xMVwCCGbdMRFDVwMhYIIBgLulwCM58HoLwbod64x/i8M2Lx+L4tI/DtaHJ2IuGW3wAkFakFA/++hoytqqoXisqoINoYCFKAABShAAQpQgAIUoAAFKECB7BdgCylAAQpQgAIUoAAFKJBJAiZdlZV0FcxyKWAFRKRcoIOI2LWA0cAIiPtnjHHLxvPKBSq2bRLAof1iuHf7fBzSpxCdcvy/6ax/MvPJ2QEc/3MO7vwniO9XGFcmJxRYjQBXU4ACFMgagYKI4L2FHi79I4SLp4Rc3v92BDZqXoATei3ERRsvwfAuUTTJzUFOThihUAih+IiLqYGLXiAA48W/g8XONen3s/hcIvGMXRQRiIjN8YcCNRPQ20hEeD/VjJFHU4ACFKAABShQuQDXUoACFKAABShAAQpQgAIUoAAFKJD9AmwhBShQhwJpi8hK/GnBOmwLT9UIBETKd0SL+Mt2BmMndgnGGHiegQZLpI6o2LZpAIf1K8Xdw/Lwr/UKkevpWDzATysMbpkWxFmTw3htfgDLSxsBJJtIAQpQgAIUWI3An/nGjbZ4/E85eHpOEAuKxe3ZPbcIh/dYhIs3WoDhXUqSgYvhcBhhF7wYQChlxEUNXHTfx0bsd7SB6D8B7Ne1TeIS4i8Riec4a3wCtdNi/b+Hjq6oqXZKZCkUoAAFKEABClCAAhSgAAUoQAEK1J4AS6IABShAAQpQgAIUoAAFKFAmYMqytZtjv3PterI0lAtsgH2JiF0HmHgghDGmXKBiwPPcn6lsGvZwcL8o7hyah716FMMTP1Bx0lKDy/4I46qpIXyx1LMlZtkPm0MBClCAAhSogUBeBHhlnodTfw3j3ulB/FMgrrQuOSU4tNtiXLDRAgztFEFuThjhcMgmOw8FEQqWBS569rtYAxeN/a7WvBED0X8C2K9xm2wG/kukLO+v4ZQCVRfQu0dEyt1TVT+ae1KAAhSgAAUyXIDVpwAFKEABClCAAhSgAAUoQAEKUCD7BdhCClCAAlkkYLKoLWxKFguISLJ1IuI6o+0MNudGbfIDIQyM57kgRQ1W1FGe9uoVwx1D87HPekUIxgMVP11scMHvYdw6LYTf8iRZLjMUoAAFKEABClQu8MFiD+fZ7847/wni73z/u7NbTjGO7LEQZ26wGAPbIx64GHaBi6H4n4oOBgPQ72Qd8dh4xv/FAmPcd7eIwP7YJMmTiki55eSGeszw1JkhoL+OoqMrasqMGrOWFKAABShAAQpQgAIUoAAFKNCQBFgXClCAAhSgAAUoQAEKUIACFKg7AQYs1p01z1ReoEpLIuUDF0R0GTBGXLCDMcbPex505KZgIAANjti2s+C6bQpweN9CtAjGoC8dRfGiKSHcMT2Ev+OjROl6JgpQgAIUoAAFqibwyRIPF0wJY+z0IGYXijuob9MCjOk1D8f0WY7uLQPIcaMthhCycw1c1O9l/X5ODVw08e9xgf0ncN/lIoLES6Qsn1jHOQXWJKC3jIhARNa0G7dRgAIUoED9CPCsFKAABShAAQpQgAIUoAAFKEABCmS/AFtIAQpQgAIUqLKAqfKe1dyRo5tUE4y7ryIgUtbhLCKuA9rOYHPxYEWB8YxLGgQRCHjo3kJw5ibFOGuTAvRoGoG+fl1pcNXUEG6ZFsTU/LTd8noqJgpQgAIUoEAdC9TP6SYu9nDWb2E8NiuAFRFxldii5Qpc3G8W9upe4EZbTAQuhkNBJAIXA17AjbhoPA8uaNHY73ExEBGbYJMg8RKRcsuJ9ZxToDKBWAzQ/39oqmw711GAAhSgAAUoQAEKUIACFMhsAdaeAhSgAAUoQAEKUIACFKAABSiQPQImXU0RkXQVXTfl8iz1KiDi3z8i4oIV7AwmPhqTMcbPe54LetBRm0KhIPbvC9w8OB/bdChxdV9QLBj7TxBX/BnCTyvSdqu7c3FCAQpQgAIUaIwCby4I4LRfQnh9vuear9/Xozoswfkbzsfm7aMucDGsIy3a7+lwKIRQMOBGQtbvbi/gwXgGJv79LrD/BBCxE5S9RMovl21hjgJlAnqXiMgq90/ZHsxRgAIUWIMAN1GAAhSgAAUoQAEKUIACFKAABSiQ/QJsIQUoQAEKUIACDUbApKsmsXQVzHKzXkBEXBtFEnNA4v9cUINnoEEOGuygf2Zy43YGVwwqxIG9CpB4vTw/gNN/DWHiEi+xinMKUIACFKgHAZ4y+wUKooInZgdx/u8hfLfcf7TsEi7C8T3m4ZCeK9GiSRi5OTlwgYsavBgMuqBFNzqy58F4NmnQojHJEZRF7De/TQk9EUlkOadApQL6fw8dXVFTpTtwJQUoQAEKUIACFKAABSiQVgEWTgEKUIACFKAABShAAQpQgAIUoED2C9RWC01tFVSxHHYrVxThclUERPw7RyQxRzx4wcDzjAtq8AMc/BGaDlo/gsu2yMf6LUpd8T+uMLjg9xCemR1AFOLWcUIBClCAAhSgQPoFphUYXPdXCGOnB7HM/1rGtq2W4oIN5mLL9hHk5oSREw65wMXyfybag/4igtHveSP221tgdC6AiJ3Af4mU5f01nFKgTEBvDxEpd8+UbWWOAhkvwAZQgAIUoAAFKEABClCAAhSgAAUokP0CbCEFKEABClCAAhRoNAImXS2N6TAn6Sqc5WadgIjfwSySmMMFKxgx0KAFT4MYbNJgxWAwgL5tDC7bsgD7rlfkLEpigodnBnH11BD+Lkjbbe3OxQkFKJBNAmwLBShQ2wITF3s4e3IYHy7yXNFtAsX4T/e52L/7CuhIixq0GAqFEArblBxtMQD9jjee5/+Cghj3Cwv2scAFoImIK0vEn7sFTiiQIqD/99DRFTWlrGaWAhSgAAUoQAEKUIACcQHOKEABClCAAhSgAAUoQAEKUIACFMh+AbYwUwRMuirK/uR0yWZfuSJ+8IFIYg6I/afBin6gogfjghUD7k9IjlovimsG5WGDlhHo65vlHv77WwhvL/R0kYkCFKAABShAgXoWWBkR3DMjiNumBbGkxK/Mdq2X4Oy+c9GvjSAx2mIoFETYpmDAQ0CTp9/5NhmBMcYFLRqb10cEEYG+RAQiolkmCiQF9I4QEd4bSZE6zvB0FKAABShAAQpQgAIUoAAFKEABCmS/AFtIAQpQgAIUoAAFKECBWhIwtVQOi6FAtQVEyjqVRcQdrzOB+EEKGqBgDDxjEAwE0DQniFMGlOKo9QuReD0+K4gb/gpiXpEkVnFOgawSYGMoQAEKZLLA50s9nPt7GJ8u8VwzuoYLcNp6M7Fjp0LkhMMucDFs5+H4aItlQYvGPguITcY+FQhENCE+F+hLxJ9rnokCOri7jq6oiRoUoAAFKEABClAgEwVYZwpQgAIUoAAFKEABClCAAhSgAAWyX4AtpAAFfAHjzzilQN0KiJQFGYj4eWMkPpJSPEjB89yfhwwGA+jXWnDloHwM61gEff1VYHDRlBDeWODpIhMFKEABClCAAg1UYEWp4I5/gnhoZiBZw707zMeh6y1FTk4YOeEQXMBiyM5t0u/9YCAIzz4HGM9Anw8E9p99XrA/rgwRSc5F/LxbwUmjFdDbQEQgIpUZcB0FKEABClCAAhSgAAUoQAEKUIAC2S/AFlKAAhSgAAUoQAEKUIACGSKQtoBFjm6SIXdAPVRTpKwjWcTPJ4IRjDHwPJvifxZSgxZ27BbD/22Zj+5N/T8B/e4iDxf+HsLU/LTdvvWgkqmnZL0pQAEKUIACVRN4Z2EAF04J4e98/7t/UPOlOKP3XHRvYdxIizk5IYRCQYSCAQT1OcAmzxgYz3PPBkYMRP+Jfz6ReMZf5LSRC8RigP7/Q1Mjp2DzKUABClCAAmkSYLEUoAAFKEABClCAAhSgAAUoQAEKZL8AW0gBClCgbgRMuk4jwk7kdNlmS7kiAvsDY+wc4ubG08AEg4AXgAYrHrx+BCduWADdD/b1wMwgHpwRtDn+UIACFKAABSiQaQJ/5Rtc9EcYExd7rurdwvk4Zb1ZGNg2gpxw2KYQwnYeDocQDPjPAgHPg/Fsss8Lxhi4pwZxh0PEz4j4c39tBk5Z5RoL6B0gIsl7osYFsgAKUCWAYtoAABAASURBVIACFKAABShAAQpQgAIUoEBtC7A8ClCAAhSgAAUoQAEKUIACFHACxk3TMImloUwWmfkCIuIaISK2Qxk22TkERoMQPA+eMX6AQsDDqQOK8K8ehdDXvCLBpX+E8N5CTxernLgjBShAAQpQgAINSyBqHxLHTg/iydkBV7FcU4ojO8/Ejp0KkJMTdkGLbqTFcAihYBD6Cwx+0KLxnxfss4IbbVHc4RDxMyL+3F/LaWMTsLcVR1hsbBed7aUABShQQYCLFKAABShAAQpQgAIUoAAFKEABCmS/AFtIAQpQgALZIWDS1Qx2GadLNjPLFZFyAQV2EXYNNODA8wyM50GDEQIBD+2aerhkUCGGdChxjf1xhcElf4Txe17abld3Hk4oQAEKUIACFKhUIC0rX5sfwI1/h1AQFVf+Xm3nYq8uK5Cbm4PcnByEQ36woo60GLDPBzr6smfn+twgIu4Zws6gLxG/DBF/ruuYGpeAXnoRgYg0roaztRSgAAUoQAEKUIACFKAABWpPgCVRgAIUoAAFKEABClCAAhSgAAXqRCBtEWAxHeakTpqQySdpHHUXKes4FhHbkQzYKYyOkBQfWTERrNi7lYf/bV6ADVuUQl/vLwrg6qkhLPMXdRUTBShAAQpQgAJZIvD1MoPL/ghiVpH/SDq85QIc2GWRG2kxV0dbtMmNtpgcaTEA4+kvOhiIyGqDFkUEfDUuAf2/R8xONDWulrO1FKBA5giwphSgAAUoQAEKUIACFKAABShAAQpkvwBbSAEKUIACFKBAVQRMVXZal33YT7wuatl3jEhZwICIwP7ATmFSghU9Y9yfe9y4neDCzfPROTcCfb04N4D7Zvh/LlKXmShAAQpQgAKVCnBlRgv8U2Bw2ZQgfl7hP5Zu2Wwxjug2DzrSYjgUQk44jFAoiFBK0KKOsugCF+0zhI7WLOITiMQzdlGkLG8X+ZPlAnq1RQQikuUtZfMoQAEKUIACFKAABSjQiAXYdApQgAIUoAAFKEABClCAAhSgAAWyQsCsqRXcRoGaCIiUdRiLiO1ABuy0XLCijqwYDAawefsYzt80Dy0CUejr4ZlBPD83oFkmClCAAhSgAAWyXGBFRHDl1BA+X+q5lm6UuwzHdJ2NFk1CbrTFnHDIBS0GAx78FEDA5kVHal5D0KIrjJNGIaCDu+voipoaRYPZSAqkQYBFUoACFKAABShAAQpQgAIUoAAFKJD9AmwhBShAAQpQgAIUaAgCpiFUgnXIbgERgf2BnaJsZEUDDVbUYIOtOsZw7qb5CMXvxrv+CeLthX7AAviiAAUokPkCbAEFKFBFgdumBTFhkf8M0CdnBY7pNhutcgMpQYuJwMVA8jlCXNCiQEdaNDYP+xIROwVE/Dn4ynoBvdQiwmue9VeaDaQABShAAQpQgAINWoCVowAFKEABClCAAhSgAAUoQAEKUCD7BdjCWhCIh4jVQkkViuDoJhVAGtmiiLgWi4jtOAbsFGXBih4CXgA6suLWHWM4e0C+3Q73umlaEB8v8QMV3ApOKEABClCAAhRoVAL3zwjizQUB1+YeoZU4qssstMoNIhwOwR9pMeSeIYKBgH2esM8UbqRFY58zxD5P2CTuUIj4GRF/7q/lNFsFYjFA//+hKVvbyHZRgAIUoAAFKEABClCAAhSgAAUoQIHsF2ALKUABClCAAhSgAAUag4BJVyNF2DmcLtuGXK6IrBIgYNegfLCi5/6M45YdgbMG5LvmaCfz9X+F8FX8T0G6lZxQgAJ1I8CzUIACFGhgAo/NCuC1+QFXq+7hPBzRZRZaNgm5oMVwKIhQKOSCFt1ozZ4HzzMQo0GLNonNizt0lWcSfy2n2Sigl1xEktc8G9vINlGAAhSgAAUoQIEaC7AAClCAAhSgAAUoQAEKUIACFKAABbJfgC2kQAYImHTVMZaugllugxUQkWTdRPy8MeI6jnVuPC85EtKm7YAzN8pL7n/93yF8uzxtt2PyPMxQgAIUoAAFKJAZAk/OLgta1JEWD+s8G01yc9yfhw7HgxZDdu4HLQbiQYsCYyoPWgRfWS2g//fQ0RU11VdDeV4KUIACFKAABShAAQpQgAIUoAAFsl+ALaQABShAAQpQgAIUoAAFai6QtggxqXndWEIGCYiUXXERSQYp2pwLIDCelwxW7NdacOaAfHiiXcvADX8F8R2DFTPoatd5VXlCClCAAhRopAIatPhmfKTFXqHlOLTTbOTmhFcJWgwG9DnDD1o0iV+WEGOfR3w4EbF58Rc4zUoBe4ndNRbhdc7KC8xGUYACFKBAYxFgOylAAQpQgAIUoAAFKEABClCAAhTIfgG2kAIUoABMugxifixauopnuQ1UQERsZzH8BIELGjAGnjEIBDx0bW5w+sYFyPX8G+S2aUF8s9wDXxSgAAUoQAEKUKAygcdmB/DeQv9ZYYOcpdiv4/xyQYvBYND9eehE0KLxDNyfiNZnEvssYmfJYkUkmW98mexusf7fQ0dX1JTdLWXrKEABClCAAhSgAAUoQAEKUIACaxLgNgpQgAIUoAAFKEABClCAAg1fIG0Bi+wPbvgXv7ZrKFIWBCAQF6xoPC85smKzsIdTNypA23AE+rpvehCfL/U0m9mJtacABShAAQpQIK0CD8wM4rMl/jPDZrkLMardIhe0GA6HEA4FEQqFXNCi/nKEZzyIERiXjH0iEYjAJjsBknPwlVUCenVFhNc3q64qG0MBClCgAQqwShSgAAUoQAEKUIACFKAABShAAQpkvwBbSAEKUIACaRcwaT8DT5D1AiKSbKNmjRgYY5PnwTMGnmcQDARw6saF6NmsFPp6anYA7y/2NMtEAQpQgAIUoAAFsDaC2/8J4qcVxu22bbN52K7Nche0mJMTdkGLOtJiKD7aYsALwHgeTIWgRXewnYiUPbvYRf5kgYCO3a2jK2rKguawCRSgAAUoQAEKUIACFKAABbJWgA2jAAUoQAEKUIACFKAABShAAQoYEmS9QFobKOJ3+IsI7A+SwYouQECgIx1psOJ/NijGZq2LXV3eWODh1fkBl+eEAhSgAAUoQAEKVFXg1mkhTC8Qt/vOLWZiU/tskRMOI6wpPsqiPnfo84dnDMQmY59JRMQ+p/jJHWwnImKn/MkWAb2cIuKuc7a0ie2gAAUosA4CPIQCFKAABShAAQpQgAIUoAAFKECB7BdgCylAAQpQgAIZL2DS1QKObpIu2YZRrkhZh7CI5gE7hYidCmA8Ax3dKOB52HO9CEZ0LoS+Ji01eHxWULNMFKAABShAgQwSYFUbgkBeBLjjnxDy7VzrM7rlNPRoEUNOOISwTTrCogYrVhq0CIF9TLFJ56KHM2WRQCwG6P8/NGVRs9gUClCAAhSgAAUoQAEKUKDOBXhCClCAAhSgAAUoQAEKUIACFKAABdItkLaARZEqdgSnu4Usv9YFRMqurYifFxEXAKCjGBnPg2c8N7rilh1iOLh3vqvDX/kGd/4TcnlOKEABClCAAhSgwLoIzCgU3Dndf54ISwSjW81Abk7IBS3m2LkGLgaCAaQGLRrPgzEGov+k7KwiKQtlq5nLQAG9kiICEcnA2rPKFGhEAmwqBShAAQpQgAIUoAAFKEABClCAAtkvwBZSgAIUoAAFKECBtQiYtWxf582xdT6SB2aKgIjfIWz0Ty1C4ObGwDPGBSt2ampw3AYF0FdBRHDXPwGU8sZQDiYKUIACtS7AAinQmAS+XWbw2OyAa3KnQB72aTcHuTlhN8piOBSEpkA8aNHzjHtGMfZ5xRhjn1gE+ggjIu54EX/uFjjJWAF9xNTRFTVlbCNYcQpQgAIUoAAFKEABClRBgLtQgAIUoAAFKEABClCAAhSgAAUokP0C2d5Ck64Gsus3XbINq1zt4xeIHwjgeQhoCnhuVKP/bFCAFsEo9HXP9ABmFaXtdtNTMMUFtth4U1x37v8w8amXceel18TXlp9dcsrZ+PTZV/HBk+Nw4sFHlN9Yh0tNc3NxxD4HYtxdD+H9x17A7sNHrnL2IZsPwktjH8Hnz7+Bx268E7269VhlH65o3AJ6T1w05gyMf+hpvH7/Exi0ycCMAOG9nRGXiZVswAJvzg9gwqKAq+HG4QUY2moJcsJhhDWFQggFgwhq0KKdB7wAxAUsClzQoghSXyLll1O3MZ8ZAnoJRQQikhkVZi0bqgDrRQEKUIACFKAABShAAQpQgAIUoED2C7CFFKAABShAAQpQgAL1LJC2CLKYDnNSz43j6WtfQMTvBBYR2yEM2ClExHX+GyPQUYw0aPGgPsXYpFUJ9PXi3AC+WOZpttGnAf3648U7H8TJhx1d6xaHjN4Pz9x2L+687BrssM0QF7RR2Uk223AjbLnJpggEgmiSk4thgwajrl/qcPXZF+K1ex93Fl07dYa9iSqtxnZbD0bn9h3sZuOCFXfYZttK9+PKhi5Q+/XT+/yOS652gayjR+6KNi1b1f5J0lgi7+004rLoRiNw/4wA/sz3H2dHNJuB9ZuXuJEWQ6H4KIuBgPtlCn0+8YwHMcY+twCi/8TOxU7gv0TK8v4aTjNJQP/voaMrasqkerOuFKAABShAAQpQIPsE2CIKUIACFKAABShAAQpQgAIUoAAFsl+ALaRAzQRMzQ5f/dHs8129TTZs0esrIhARGGPnxsAzngsKGNQxhj27FUBf3yz38PzcgGaZrMAeO45El46dsM3ALaGjC9pVtfajHfTj3n4D02ZOX2OZP/z2K7756UeUlpYgv7AAn3w9aY37p2NjKBjEH//8jTcmTkBxiR/YurrzfPzlJEyfMwvRaBR/27Z9+MXnq9uV6xuZQG44B599+5W9h79w90emNZ/3dqZdMda3oQrcPyOISMyv3S7NpyMnHLQphFAohLBNQR1lUQMXA559VjEwnueeXwT2nwAidgK+Ml1Ar6KIZP/1zPQLxfpTgAIUoAAFKEABClCAAhSgAAUosHYB7kEBClCAAhSgAAUoQIEsFzBZ3j42rxYFRMSVJhKfQ2CSwYoGgYCHFjkejujjBysuKwUenBEAX75Aj85dseWAzayZQffOXbBbJX/+2N9z3aZPvzYOz735Kn754/e1FnDFnTdh6EGjseOh++Kepx9b6/61vcO3v/yIh194GhO//BzLVixfY/Gfffc1Djz1OGx7wB444r+nuKDFNR6wjhtrcpiOmHnzhZfXpAgeuxaB/zvjPFx40unl9hr/0ft4+vWX8PFXk1BQVFRuWyYsZMK9nQmOa6vjkM0H4eFrb8WgTQaubdcGvz2b2lKb2P8UCB6cGXRFtvPyMarVHOTk5LigxXA4iFAoiEAw4H6pwvOM/R6WeDIQEZtgk0BfIv5c80yZJaAxq/rLG5oyq+asLQUoQAEKUIACdS3A81GAAhSgAAUoQAEKUIACFKAABSiQ/QJsIQUo0LAFTMOuHmvXUARE/A58EbGd+oCdQsROjXGjFQUCngsEOKJfEdqGI9DXwzNDWFwimmUh66L5AAAQAElEQVSyAiO2HYbO7TvaHNAkJxdDt9jK5Wt7snDxIjd6Ym2Xm47yvv7pe6zMz0tH0XVWpgaiDt9mCELBUJ2ds7GdSIO0NNhMpPLPk0gsCkRtamwwbG+VBEYNH4n2bdtVad+GvlM2taW2rd9f5GHiYs8Vu1l4LjZrsdIFLIZCIfv5HETQPqcEgwEEAgH73OLBeDbpL11AICLuOE5qRaDeCtHLKCK8nvV2BXhiClCAAhSgAAUoQAEKUIACFGhEAmwqBShAAQpQgAIUoAAFKECBGgmYGh29hoM5uskacDJ8k4jAGGOTQEcq8mynf8Cm7bpEMaRdIfT1zoIAJi1N2+2lp8i4tO0Wg1zQRKLi/fv0gwZiJZbXPOfWhiqw7667o1uHTg21ellRrz1G7ILWLVuuti2LlixBfpH/2bPanbihUQrssM0QDNp0YFa0PZvakq4L8sjMIBYUiyt+RJN/0KpJIB60GEQ4FHLBisFAwM49eMZAbNLnGYH9J4CInQDJOfjKKIFYDND/f2jKqIqzshSgAAUoQIFVBLiCAhSgAAUoQAEKUIACFKAABShAgewXYAspQAEKNG4Bk67mi/idvukqn+XWnYCIfy1FxHbiA3YKm4XxPNvh77mO/5a5Bof0zoe+ZhUKHp0d0CxTXGC/3fZEv159oIFVRcXFbm2rFi2w3daDXZ6TzBTYd5c9sNfIXeAFeL+n6wqeeMhR2H6rwfYzR9J1CpabpQK9uvXAcQcehjYtW2V8C7OpLem8GAVR4NFZQXeKJlKMEc1nIScnHA9aDLlfGgjYz2v9JQvPMzBGXBKR5GeMiEBfIv5c80yZIaBXTESS1zIzas1aUoACFKAABShAAQpQgAIUoEBaBFgoBShAAQpQgAIUoAAFKEABCjRoAZOu2sXSVTDLrVMBEXHnExHbAQzYKUTs1NiOfjvXDn/t+D+4dxGaB6LQ1xOzg4jENMeUEBi6xVYIB4IY/9EETJs1w6021nDLAZuhR+eubpmTzBIYtf0IHHPAwWjWpFlmVTyDanv43gfgwN32dEFGGVRtVrUBCGiA3/knnoo+6/VsALWpWRWyqS01k6ja0V8vM3h3oed23jg4DwOa5SEcDiMcCiIUCiAY9NwvWgTiv3Thj7IocP/EHZaciFRYkdzCTEMUiNlK6eiKmmyWPxSgAAUokEYBFk0BClCAAhSgAAUoQAEKUIACFKBA9guwhRSgAAUoQIF0CqQtYJFdvOm8bHVTtkj5qygi0CA7YwQaqOjZzn7t8N+yQxTbdfD/HOu7CwP4bnnabitk4mvI5oPQv08/zJw/F6+8+xa++P4bREpLXVM6t++IEdsOc/nqTJrm5uKMo4/Hy/c8gk+fex1fvDgenzz7Kh65/nY0a7r2ALq9d9oND193Gz61x1w05ozkqe+89BpXlpaXSK/f/wQGbTIwuY/un9iWmFfcJ7lzPDN44Ja476ob8f7jL2LSC2+69PYjz+LsY05C+bssfkDKTIN19JzjH3oaaztPh7btcOFJp+PNB57EZ8+/4dqiPi+NfQRH7HNgSqnls7sPH4n7r7o5WT9tlx4//sGncempZ0PLTT3i0tP+iwutW7s2bZOrt9p0oDufHvv+E+OgZSY3xjOHjN4PT996j7tWup9avPvoc7js9HNWOQdq8TWgX3/cctEV+ODJca6OibbddMFlePSGO5yZnk7rrHXXulVMeq+c8O/Ddbdk0utScb9nbrs3ub2y+yxRl4lPvezqonW6/Ixzofd04kAN4r39kitx4iFHomnTponVGD1yV3eMnnNt94IedOLBR+ANe/+qs7b5+TsfgAaa6rbVJa3HSYceBb1n9N7Rc+mxek/pe063V3as3uMPXnMzPn7mVVdHPVbfn9ed+z88dctYVLTTMtZ2b+sx6q51qGpSNy07Nan51WdfCL3X1ELL0s+Lp24e60xT901HXs2qarqmNuu9qfeofh7p9dd2pCa9H7X+B4wajbuvuA4D+w+AiP8J096+V++6rOzzLbGv7q9lpn4ean3PP/E0vP/YC+6zSp3UUPfVpPtX5/NCj0lN+nmyhs+p1F1R3baUO7gRLzwxK4iFJf61H5b7jxthMRwOIRQKIWxTMBhEIBDwn2WMQcWgRRH/2EZMmJFN18smIsn3fUY2gpWmAAUoQAEKUIACFKAABRqLANtJAQpQgAIUoAAFKEABClCAAhRo1AImXa2P6TAn6Sq82uXygJoIiGjnry3BXlObhevYF2M7+z2X9l+vAPpaUgI8NTugWaYUge22HowWzZvjm59/wPQ5szDxy0mYv2SR2yMUDGLEkO3KBWu5DWuYbLHxpnjgmltw0O7/wrIVK3DRTVdjr+MPxwvjX0O3Tp2w/257wvNWvQ4aJHPqEcfg1fsegwbjbNS3n71+wXJnOuXyC/Dv00/Ax19/gWjUHzGz3A524aq7b3X7TPzyM0RWs4/dLfmjQYnXn3cJ+nbvifETJ2D0CUfg/BuuxExroXXt0aVbct/UzO7DR7qgyiduutMFVbVp2Sp18yr5vUbugkeuux3DtxmCce+8ib1PPBInXXIefvnjd3Ru3wFjDj0KGsylwUipB5982NHOY8M+ffHOpxNd/fS47375ES1btMDuO+yEWy68AhpcljjuvU8/wjVjb8OEzz5OrMIPv/2Ky2+/0aVr7rkNX9vrndiox4694nqcdMiRWLx0CW5+8F7c98zjmD1/Hpo3beaC6O676kZocGvimNqaa5lXnnUeNlp/Azz20vMYcdi+OOWyC/DXjGnYdoutsGHvvsngjjft9bnuvjuSo4Am6vDtLz9hnzH/wb22zol1Otd74eJbrsXSFcvdvfDhF5/hijtugt5nbz7wlHNNvc8O2uNfuOWiyzHEnjcnHNYi0CQnF7sO2wEXjjnTLetk0dLFePmd8bjqrlucq67TpN4J45sfHIvJf/6uq1dJGkh984WX44h9D0K7Nm1d+zxj3Gimpx11HHaw98gqB9kViffWgbuPxm9//Ylr770dT782zr7PlqNt6zb49x57494rbyp3L9jDsO8ue+D/zjwPrVu2xq2P3Idt9hsFfV+uyMvD8K23xXpduupuyVTVe1sDxCPRGL6f/DOuu/dOd28l2p+Y67VJFLwibwXetfdmYlnnOkrlrRdfjk026I83PngXV429FXqd9DtaRx8874RTccmpZ+muaUnVNdV77NQrLsbXP33v7qlEpeYtWoBzr7sCeo/qtvNvuAqz5s11m3V+/f13Qe9HXfHLH7/hjkcfcO+x/MICXYVFS+z77qF7koZqoPepBpVecurZSL1P/3vsGPeZo8GyIoLePdbDniN2duWsy+eFOzA+qe7nVFXa8pL9vIsXz1lcoMg+rzwdfx5pJQXYocVcaMBiTjgEDVYMBgP2+88mz4PnGRgjNuncuM8Le9mReIlIIst5AxfQzzUdXVFTA68qq0cBCqRdgCegAAUoQAEKUIACFKAABShAAQpQIPsF2EIKUIACFKAABTJZwKSr8uzfTZds3ZQrUr6DXkSSnfmeMbaj34MGBY3uWYxuTUqhr2fmBFFQeYybbm6USQPVthqwOZavWIGPv5zkDH6eMhk//TYZiQ717p27YLfhI922tU20vLP/c6ILmPr6px8w5pJzXfDR/EULcesj9+PuJx9DQUGBC7ioWFZOKIzi4mI8/epLLmiu4vbE8t8zp7vAwpX5eYlVq8x1n9cmvOMCuVbZmLLixEOOwt47j0JJaTHufOJh3PDA3dC6arDQaVdchG9/+dHdVymHJLPq887HH2LS99+uNngysbMGjJ1x1HEIh4O496nH8MBzT7rzaPnPvvEyVuStdCaDNtkcYw49OnEYdh423NVPR9z6beqfuPae25PH3fjAWMydP8/t27NbN+xi93ULdvLpN1+6wKm8gny75P+orQZTaXr3k4muHN2iAZJn2Wu28fob4MlXx+Hkyy7AuHfewIPPP4XDzx7jAll1v87tO+Lkw/7jrq0u11bad7c90aF1W7z5wbt4+IWnkWfvD3XRenz27VfJ+zBxvrc/+gC3PXwfFi72g2p1/ZwFc5Pt0eXUpEGzOmLozLmzcdfjD2FlXp5NK/H06y9hybJlyV01cPDIfQ6y1/wnnHnl/1yQrTpFolF3bbbedCBGDtnO7a91fH/Sp85YXd1KO8mz3uqrSbfn2bbY1eV+xC7954BD0LNrd9zz1KMuQFOD2RLtad2iJUZu65/H7pr86dWtB/S91aFtW9zx6IO44IYr8Zq9x2+176sxl5yHv2b84+rZd72e0Oup11UP1vnonXZ1QVBPv/YSXnzrdV3t3pcnXvxfF/joVqRMqnpvt2nVGnMXzsdVd93q7hltd2rqYds4oN+GrmS9Bq+//66rs1thJ/q+OGq/AzFvwULo+03bom067/r/wy32GufZa6Wf4zsP3QH6XrWHrP2nGnusq6nenxqc+I39jFMrPWWTnBy0bd1asy517tABzZs2dffljffflXTXjb/+OcXdO3Ps+1cDmHRdNBbF1On/uPVqOGP2LHefvvjWG1i0ZLHu4lK3Tp0xcKNN8Jz93Jg1d457f0QjEaxYuWKdPy9cwXai16O6n1NVaYvuY4vnTwWBT5d4+HKZ59YOCk63zyqR+AiLQYSCAfue9WwKwNOgReNBfxlDRKD/9CAR0RlTBgnoFRMRiEgG1ZpVpQAFKEABClCAAhSgQAMVYLUoQAEKUIACFKAABShAAQpQgAIUyH6Bemxh2gIW67FNPHUtCoiI7fgF7BTG2Kkx8c59gw5NBPt08wO2vl9hMHGxB77KC+y+w0h07tDejRb22XdfJzd+9PUkaBCdrmiSk4uhW2yl2bWmYw86DDoq2pLly/Di26+74LPUg8bZdX9M/zt1VTKvozvq6GUaSPbXjOnJ9ZVlNAitqLi4sk3JdQVFRYhEIsnlihkdxe5fGsgVCGDS99+5gKvUfTTYTIPOEiOgpW7T/PiP3ndBbx9++RkKi4t0VaWpR+eublTJZk2a4YfJv65yHg1ayssvcMd6xmC9rt1dXie9u/VAk5wczSI3PncLdqJBmTPnzbY5IBAIupH63EI1J4f9a39ssfEAdw/c89Qj5Y5Wgw+/+BwFRYVufa9u3aH3jFuohYmOGte3Ry/E7L/ikpJVShz31uvlggoTO+i9+uEXZSNobthrfTc6YWJ76nyrTTYrN4Ko3mcPv/gsHn/5eUydPi25a/8+6+PRl56FBstp+Rq4qqNMaqCj7qTXoV/P3pqtUdIgv5KSYpx4ybl47KXn3HvkRdtODVLToD4Rwfq9Vj3P4fvsj57de+CdTyaucg/pvTDJvn9L7f0uIhiwwYbJIOPBmw9C146dXGBbYXFhubrr9X3t/XdcHVI3VPXe1mP++PsvNzKr5lOTjpy5h/18CQWD7tzf/PIT7n/2ieQuifeFBvw99srz0DYkN9qMflZMjX8OaBkjth262mtsd1+nn3U1NqXH5wAAEABJREFU1ZOpnX5ezVkwXxfRvGlzHLznPm40Wg0SPXT0fu476eEXnoHeT26nakxS79O/Z85IHrl+z154+d3xLgBc7yEN8r3tsQdw1xMPoyafF4nrsS6fU8nKMVNtgWfmBJLHDMmdVe5PQ+t9H7DfTxq06+koi/a9bfQ5x87t0w7szCZJHs9MwxeI2SrqZ54mm+UPBRq0ACtHAQpQgAIUoAAFKEABClCAAhSgQPYLsIUUoAAFKEABClCAAqsXMKvfxC2NXUBEbGc9YKcQEZsReMZAO/a1k3/vnkWwffvQ1/MpQQG6zAQXWLPNwC1dMNon335ZjkRHlvvp98nJdf379FvrnwPeedhw6Ch0IoK/Z/wDDShLFpCS+XPa32sdkbAwHiCXclitZ/ccsQt0NDsNxpv0fVmwZuqJJv85BcuWr0hdtUo+UhpBYpS0VTbaFfonVnt27Yai4mJ89+vPdk35Hx19TEdsKy0tcfvoCJeJPfQaLFiyGBqINnnqlMTq5HzewoXJvN73yYUqZjSwauigbdzef0z7y80rTv6ZPRP5+flutRcIYIPefVy+NiZNcpsgEPBsCmLYlttAR7xLLVcDvWbOnZO6Kpkf/9EHmL9ogVvu3qUrRmw7zOVTJ01zc6H3+IqVeckRRFO3p+Y//moSnn3jldRVLhBvftw4EAhCgw3L7VD9BSxZthSPvvS8rXvZtdNi/p4xHYXxoM1mTZpi0CYDdbVLA/r1xxYbb4rikmLo/eJWVpj8NXO6266rc8M5WD8eXBkOhuxnYgC6bpehO7j3PVJeX/3wHRbaeyxlVTK7tnv7qrtvxUU3X5PcP5FR96P2Pxgd2rZzqxYsXoSnXxtXLjBSr5det0VLl+ITa+92rDCZMXdmck27lq3Rf/1+yeWaZmpimji3vlc1eFDf27quX68+boTU/x47Bj27dcfz499YJbhU96tuSv08/G3qVDw67llXhAbVatBk4r6tyedFTT6nXGU4WSeB2YWCl+b5QYu9vQXo3ywP4XAI4VAQwaCmAAJBm3SURZvEPtQYm0Sk3PlEyi+X28iFBiOgl0lE/GfWBlMrVoQCFKAABShAAQpQIE0CLJYCFKAABShAAQpQgAIUoAAFKECB7BdgC7NYIG0BixzdJHPvGhFJVl5EXMevduBrwJYxBp4x2KBVDNu190ete2dhAFPz03YrJeuSaZndho9E985dMHX6P3j7ow9Wqf6n336FxOiCrVq0wHZbD15ln9QV2w8ajOZNm0HfW9Pn+CP/pW5P5JevXIFodPUjH+p+OkKjztOVhmw+CBv33cDdOyvz8jBjduX11eCwwgqj0lW3TgP7bwIN9MsryMe0mdMrPfyKO2/C0INGY/uD/4V7nn4suY8G7O194lEYeuCe0OCw5IZKMh3atK9k7ZpX6eh7ndt3gAbjHbXfv/HFi+NXSXdcchXatm6TLKhdq7bJfE0z8xcuSN5jfXv2wk0XXo79dtuzXLFT/v7TBWyWW2kXNFjs8+++tvdSFKFgECOGbLdKMF7ZPT5tnUa5s6fBnAXzdFZrKRqLuTpXLLCopBiRSGnF1W55840GoE3L1miSk4uLx5y5yjXS66brdbseICLo0qGDZrF0+TIUFRW5e32rTQfinitvhI4u6jbaiY7k95f9DLDZWvs58+gTMaDfhq68ouJivPDW66v463a9bj27dsf7T4yrtE177LCzK0MnoXAI3Tp21mytpJqYplZAgwc//voL97nnGQMNhNbg7Z9+m4zHX/IDC1P3X5d86ufhmu7Hmnxe1ORzal3axGPKBF6YG8CiYnErtgrOcMGKoVAI4XDQfbYFAwH7GR2A5xl4xoMYA2OTwP4TQMROwFcmCNiPf/dZoc9JmVDfhl1H1o4CFKAABShAAQpQgAIUoAAFKECB7BdgCylAAQpQgAIUoAAFKFB/AmmLMhNhB2/9Xdaan1lEbCe9LScGv+Pedt4bMfA8Yzv2PezZ3Q9WLIkJXpznga9VBYZusZU1FLz/+SerbrRr3po4ATPigYfG+m45YLM1/knWPj16uvI06GrJ0iW2hIb7079vPzRv1tRVUAMJv5/8s8vX9kT/zGqbli1dsZFIBAVFRS5fk4mOXrfvrnvi4etuw+7DR9SkKGiwmP6paR3d8aHnn8I2+43CNmtJh5x1Uo3OmXrw9DmzoCP8RaJRt7prx04459gxGHfXQzhk9H5u3Q0P3I3r7r3D5StOJnz2CRbF77Ve3XrggFGjy+2i93jAC+Drn74vt74hLixbscKNsFlZ3bp26uwCl/IKCnD57Teu9RrpNTztiotdURrE9sufv7sgGRFBv569cfV/L8JjN95p75+Rbp+Lb7kWOlKfW6jhZN9d9sCO2w6BZ4wLzPzgi0+TIwKmFt2lQye3+PfM6VVqz7CDRuNBe4+ill41Ma1YhQeefQLaDl2fEw5jweLFuOuJh8qNKKnb6iNV5fMiHZ9T9dHWTD1nxD7HvDTfH2Wxg1mOzZosQTgUdO/5YMroip4x0O9i40ZYjD/72Pd0ot0ikshy3kAF9AqJiHtWaqBVZLUoQAEKUIACFGhMAmwrBShAAQpQgAIUoAAFKEABClCAAtkvwBZSgALrLJC2gEXbP7zOleKB9ScgIsmTi4jr9LUz24kvcMGKnofN2kaxWeti6OvleR6WlYhmmVIEdt1+R2y6YX/3Z2LP+s+JlY5upqOebdCrT/Kozu07YsS2w5LLqRn987UtmjdPXdWg853ad0AwEEx7HTu0a49wOOzO49l7MzeedyuqOdGAvIvGnIFxYx/BKYcehbkLF+CDSZ9Vs5TyuwdsnRLvDg2EKb+1bpbufvJhvP7+OyiO/zlkEYEGk512xDEucHH0yF1XWxENRPzyx29dYFwoGMQOg4cmR1kcsvkg9O/Tz42QuLqg3NUW3MA2eMYkP+u8gFft2l1/3534/PtvkiNVesZA39uXnHo2Hr3hDgweuGW1y6zsAL1HD9h9LzRr0sxt1pEbH3nhGZevODGecatEJHnN3Io6mnjG1Mg0tZoarPj8+NeRl5fnVndo0wY7ruaz0u1QBxO9FlX9vKjNz6k6aFpWnuK9hR7+LjCubVuGZtjvjRBCIZvs51ooFEAw6CFg3/uefd/oL2foKIsiAtiHWZ2J2Lw9WsSf2yx/6lmgstPby+WCxznCYmU6XEcBClCAAhSgAAUoQAEKUIACFMg8AdaYAhSgAAUoQAEKUIACFMheAb/3Ng3tY5duGlDTXKSIf9VEBPYHdgqjQSc2ecaD53muQ3+3roWuJstKgVfmBVyek/ICw7bY2gUrvvzuW27ENh21rbJ03b13Yt6iBe7gUDCIbbcY5PJrm+h1Wds+67A9LYeISJ0ETOlIhp3ad6x2G3SEtLOPOQkPXn0zRg4ehnc+/hB7nXA4LrjhShQUFVa7vMoOCASC6NapS2Wb0r5ORw28euxtOOfay/HbX38iMdqiiLjAxXOOOxmnHP6f1dbjvU8+wtLly9323t3Xw/7xURa323owNIj2m59/gI7k6HbI8EkoGELvbj2q3Yr5ixbizCv/50aqnDF7tguY0UJEBBv27ourzj4fB+3xL11Vo3TsQYehV7x+K/NX4sW330iOPLi6gls0a44tNt50dZvTvn5dTStWrEPbdgiGQm61vp9Gj9wVO2wzxC3X5aSmnxfr+jlVl23M1nO9Os8PRm6JfGzRZAHCoSDC4RCCwSCCgYB9vrHJPud4nrHPPgL79rVJ55KtJFnXLl6zrLukbBAFKEABCqRXgKVTgAIUoAAFKEABClCAAhSgAAUokP0CbCEFKECBBitg0lWzWCxdJbPcuhAQEddRb4y4jnude8Zgs7YRbNTSH13x9fkBlPI6o+JrQL/+2GTD/liwZDFee/8dvDlxwmrTuHfewA+//pIMcOrTYz3o6IwVy0xd1mCd9m3bpq5q0PnmTZpiY2uSjkrmF+SjtDTiis4Jhd2odm6hihMN/rrxgstxwKi9kFdYAP3TvTc9ODYtf2p2/V69oX8atopVq/XdJn3/DY4851RceONVLnAxMQJVKBjEPruMwt477VbpOfVPHutIi7p/OBTCjoOHuqC5LQdshuUrVuDjLydVelwmrgx4HjZaf4N1rvqrE97G/qceA/0z27Pmzkm+r3VExMP3PgA6Uuq6Fn7cQYdh+60Gu89lDTp9a+IH0M+PtZXXsmkzbLrhRmvbLW3ba2qqFdM/g73/brvj5ym/Yeo/03QV2rRs5f6suQYQuhV1MFnXz4uafk7VQdMaxSk+X+phSp7/2DvQmwUNWAwGA2V/GjrgIWCTZz8HPONBR1k0xu5vn3NE4N57sC8Ru2Dna/7h1voQ0P976HeVpvo4P89JAQpQgAIUoAAFKEABClCAAo1NgO2lAAUoQAEKUIACFKAABShAgXUVsD2x63romo9jf+6afRraVhG/A15EbKc8YKewWZsReLbj3rMd+NqRv0uXIuhraYngjQUBzdZdypAzDd96MNq1boNvf/kRP0+ZvNZaf/Ltl9DR0nTH5k2bY9dhO2i2XJr85+/IK8hPruu7Xu86GbUwecJqZhYvXYLS0hJ3VPNmzbFRn/VdvrYnv/45BctW+qP/iQgG9h/ggulWdx4NJr3vqpuw/dbbul0O32d/e8zGiERK8fr770CD89yGWppMmz0TRUV+gG/XDh2xx4id11jyUfsehDsuuXqN+9R044dffOYCFx8d96y9pwpccRpQN2zQNi5f2WTC5x9jyfJlblPPbt1dgGf7Nm0xeeqUWjdzJ6njydwF81ESv1/X79EL++665xprcN7xJ+PKM89f7T4vvvU6Dv/vyfaeejf5PmjbqjV2XMcRAYdsPgijR+7qAqv0pN/Zz5a7n3xYs6tN8+Mjt3qBAPTa9oqPzFjZARr0N/aK63DwnntXtnmd1tWWqdZ7v133wNJlK3D9fXfi6Tdewoq8Fa5OA/ptiDGHHu3ydTFZ18+Lmn5O1UXbGss53ljguaY2l3xslrsIGoTtBy4G3SiL7lnHPu+Y+C9r2K8V+ywk7pjUiciq61K3M18/AnpVRKTSa1Y/NeJZKUABClCgRgI8mAIUoAAFKEABClCAAhSgAAUoQIHsF2ALKUABClCg0QqkLWCx0YpmQcNF/M5eEUmOruhGyWoTw8Yt/YDF8QsDiMbAVwUBHUFv6BZbY8XKPOif0q2wudLFtz/6AFOn/5Pc1r9PP2iAUnKFzeQVFGDG7Fk25//06NIVe47YxV9Yw1SDLtawuUqbNIAjNxxe474a9NGyefPkPlOm/YX8Qv/PKesIfkO23HqtAZb2doMX8INJkgVVIfPrn78jGo26Pbt06oQj9jnA5SubHLD7Xgh6Hj768nNXn43X39De4wZFJaWYMWd2ZYfUaN3kP6Zg4bIlrgwdGXP/3faAjhbnVlSYaGDWqB1GYua82quHjuj3yPW3Y7tKghHHPvUoXn1vPCKlpa4mOeEcN9HsnawAABAASURBVK9sokGOv/zxuxsxMNful7j3Pv32q8p2z7h1k/+c4t6zWvGmTZvi6P0OWuU9qNs06Z8h3nbzrfHnP3/rInYfPhIPX3fbKqNn6nv2yrtvwYdfTnJuOlJbKBRyx1Rn0jQ3F4f+az90aNvOHaZ/fvrJV15MBpu6lfHJhSedjvNPPM0t/f7X1OS11XvrrP+c6O55t7HCREdv7NCmHX6a8nuFLeu+WBPTxFm17Vrvju3b4anXxuHvmdPx2oR38OGkz92fNveMwa7b74C9Rq79szBR5rrOtS41+bz4dR0/p9a1vms7rrFu/2Kphz/z/UffTYMzkRMOIaQpGEQoFISOuOh5Bp79nvCMh8Qoi/apCCKwyU7AV0MV0MdSHV1RU0OtI+tFAQpQgAIUoAAFKEABClCgLgV4LgpQgAIUoAAFKEABClCAAhSgQEMV8HttG2rtMqteGVtbEb8DXkRsZ7xthu3xFbF5Y2DE+B33tgN/ZKdCuxEoiAjGx0cpcis4SQqM2HYYunfpiqnTp1Vr5Llvf/4xORJbqxYtsNOw7ZNlJjKffP1FciRGDRobPWLXSkcTNPa6JY5p06p1Ilut+fyFC1BU5AenNmvSFH169Cx3vAZAHXvgodBR43SD5wUQDoY069KEzz6GBky5BTvp32d9HL7PQTZX/keDgETErQwFAujSvqPLV2cy4bNPsGjpEneIZwx2Gjoc5x1/crngLA32uvbcizF8620x6ftv3L7r9+yDJjm5Lp8TDKJfr94un5joMZoSy4m5rtN66/LKvJUojUQ0i3Ao7OY6GTlkO+y3256YPmcWvvrhOxdcpeubNWmGU444BuccOyYZgKbrR4/cFTddeDlaNG2Oj7+cpKtc0kCsN+5/Ap8//wZ0rstuQzUmbVq1wo7bDq30iCl//4XCEn8kzGUr/JEqK93Rrnz304nJ+y8cCrkAz7cmTrBb0vuTWq/E9dIz7r3Tbhi1/QjNQu95E7+P3IpqTnRkzV/+9AMy9VC9xpeefg6O3v/gcvfREfsciAtOOh3FpcV4//NPdFeXunTshFHD/bq4FSmT6bNmQEfw1PtE75eUTVXK6giCm2+8qdu32F6rVye8vdrPlpbNW2BJ/L0w0d5H8xYvcseJCLbadCDuufJGaMClW2kn2k4dKXL/UXtBRwH8OWVEWH1/v/fYc5j0wpt49vb7VhvAaYup9KemplqofmZs3G9DN1LluHfe0FUu3fLwPZjy91SXb27fM//efe9KPwtX2PdnUbH/OeZ5HhKB1/r5pddW2+8KqcKkpp8X6/o5lahabbYlUWZjnb8df35pFVuJDXOWuJFLQ8EAgvZ7IGi/h/Re0V/SMEbsZ4u45yIRAV8NX0Avk4jYayYNv7KsIQUokA0CbAMFKEABClCAAhSgAAUoQAEKUIAC2S/AFlKAAhSgAAUokCaBtAUscnSTNF2xOihWRGxnL1xHvecZeMagWzNgyzZ+wOLbizwU+wPa1UFtMucUGgSz5467uOCHOQvmVaviM+bMdqP86UHGem+7+VblAot0/cvvvYWPvpyUDH7r27MXbjz/Uuw8bLhudoFVYw49CgeMGg3PC7h1HVq3hY6epiPGDejX362rymT6nFn4Z/ZMt2soGMTonXZzAXgaqKdBWxpcZ28T6J9+1p00EEiD9PRPGu+x4066Ck+9+iJ0NDhd0DIO/9e+uOSUs5OBeltsvCnuvOza5Mh0OgLhFgM2dSMQahv0OE066qKeS/PGZtRH84n09U/f4/UP3oMGc+k6Pdc+u+yBV+59FE/dMhbP3/kAXrzrIeyw9RD89NtkPPHKC7obvp/8MxYvW+ry+mdz9xyxswtQ0yAmDdZ69Po7sFn/jd12neTmhDFi8FDcfOEVGLbVYF2Flfn5iMX8N0PvHt1x0B7/ggaEqVHzJk3dPs++8Qr+ShlBUw33H7UXXhr7CN5/Yhw+evoVXDTmDLRv0xavVAhG23+3vdDOrtc261yvpY6a6Aqu4kSDjjVQU+tW8RAdFdMzxrZjJb768buKm8st60igP1o/XanBd99Ydx1FUJdXl4yR5Cb9LEkupGRat2iZXErNJ1auyM+zxjG3uOmGG7k/563BoAfY+zwKf327Vq2REw8+9VIC09xB8Ym2VQMtdVHnuqz5RHrm9Zcxf/HCxCJaNW+BEw8+Am8/8qy7Tp88+ypOPuxoBDyDZ1572QWjJnYOBoJuxNPEnxpPrNd5U70PxGCJvdc+/fZrXZVMa7u3dTTO3YbvCM8YZ/DRV5Nw/7NPJI9Pzejnz3pduyVXafDhmx++l3xfiAj69eyNa8+5GBOfehkfPDkOL9/zqPv8+GfmTDz0wtPJYzfq2w/6WabBgCKCnl27Y8xh/0m+V1HF17qbIv45sIcbybJim/W+e/mdN919q1Xp3WM9HLX/vzVbLq3Iy0NpfARRDebcyX5Wbti7L0469Ej079M3+fnUsV275HFdO3ZK5lMzNf28WNfPqUQdqtqWxP6cr17g4yUe5hT5n00be7MRDgWhoywGAwEEXeBiAJ59n3v2s8QzHsQYGJsE9p8AInYCJOfgq8EIxOxXQsxONDWYSrEiFKAABShAAQpQgAIUoMAaBLiJAhSgAAUoQAEKUIACFKAABShAgewXqLyFpvLVNV8r4nfo1rwklpBOARH/OonE5xC/Y952zmugk2c77AMBDzt2Lkbi9V58dKLEMufArtvviCvOPA/dOneGvgZuNAAH7j46GZyn61aXNDhoxLbDkBMOJ3dp07IVzjjqBGjgmwa4JTbc+MDdmPTd18mgxW6du+D/zjgPHz71EsY/9Az2HzUa3/z8gxvRTY9p0qQJ9t11D3Tu0AnzFy3QVVVOH3zxKVbkrXD7axDPuced7AK3TjzkSEybOR0Pv/BMPFwM7p7RQLotB2yGRUuWuGN0hLX7nn08GRSoAYkazDju7odcsNQdl14NxGKYMXe2218nA9bfADqKYF5+ni66UdN0FD0dUVJXtLIuo0fssorrPU89gvETJ6C0tER3g4hAg610ZMgenbtCA1G++/Vn3PzQPdBgJ7eTneiolYlAR91fA9Reu+9xF7j43a8/QYOiNDjP7goN+Pw/e41//fN3aPCervvih++wYPFizaJZk2Y46z8nuoCw5StW4Pnxr7r1Gvz5v1uuxa9//G6bG3PrdBKw7y29tho8p+d499MPoe3QbYkUjAeeJpb1vthsw40Si1Wea91OOfwYXHfu/5Ij5WnQ3yGj93PX7q2JH0ADYtdW4NuffOjuCW3fVz9+v8bd9911T/RZr1dyn6022dwFxyVX2IwG227Qu6/N+T/6XtB1/pI/1ft5Rd5Kt6DBpDecdwnOPuYkTJk21V0HDdQbMWS75Oh5Gpim95CudwfZiR634zZD4YIH7bLOdVnX20X3owFl1469HTNml92PuiEYCLpgYJ0XFRfj+TdfQ+pof4i/tKzLTjkbl5x6FrQdem018HX3HUagqLAQGriq54jvvtZ7W+u/n33v6rXTY6b+Mw0PrCZYccjmg/DfY09CF/s+130TSQP9Hh33bLl7XkTcZ42OVukZAw2uvuuJh/C3fU8njgsFQy5gK7Gs8y7tO6D/+v00W+Wk7V0X04P33BvH/fsw955qltsEvbr3XOWcXiCAaNR/P2kw2U5Dtnf3t7oldtYgw9//nured54x2G27HfHoDXegf59+ePmd8W43fR+sv14fl9fJhnbbORVGQNX1mmr6eaHv73X5nNJzfz/5Z6ytLbofU9UE3lvouR07YTG65+S7XzQIBQMI2PtKP5v12cczxn4+ikv2beO+V8BXgxYQWzsR4bWyDvyhgBPghAIUoAAFKEABClCAAhSgAAUoQIHsF2ALKUABClCAAhSgQIYKmHTV2w8jSFfpLDcdAraP13Xy6twYcQErnjEIBw2Gti+Avj5a7GFhiWiWKS5wwr8PxyUnn+lGLxPxbTRIToOqHrr2VmggX3zXVWZ67P1X3YjtthoMz5R/O3bu0AEnH3Y0HrRlJA7UYLuzrr4U9zz1KGbPnwcNdBMR6L8/pk3FhTde5UYki0Rj7s9S3/DA3Rj1n4Nx9djbkBjtMFHW2uavTXgHtz/6oBtJLhKNuqCfhYsX4bFxz0LroOfWMnSUwufefBUHnHosTr3iwuSfXNZtr9kyzrn2Cnz27VfIc6MRxmCMh4KCAmhA3ymXX4CoLTsvL88Fnx129ik4+rzT8ebECW7UwWduuxcaBCkiWpwz0oC2l+5+CGrnVsYn2sar7r7N/WnbRBCi1lGd7n7yEZx0ybnlgrL0MA3oeuyl51xQpY7IpO2cM38+7nz8IVx409X45JuvMGveHFdHDcS895knnKUeq0lHsXvohaewYPEi51NYVIT3Pv0I/3fXzdBrpfto0mAwbeuj9lxavp5H15eUlkAD0a679w5cccfNuqpc+uirz5FfWOBGydPAMs/adWrfodw+a1tQCx0tU8vZdvNBuOXi/8MXL47HmUcfjxUrV+KG+++C3idrK0e3N2vSFJ4XwOSpU6ABqbqusqTX7bzjT4aOUpjYrgF9V555Pl6//wnsPnykm+uyrk/s07Z1G+g6PT6x7t1PJrpgv+UrVzhjDaJ98a3XocG7eg88cdOd2G7QNva+8t8/njEYvvUQaBk6cqUmDULV+8YzZfvocsX7SNs05rLz8Mp7b7nAW70ntB56XfVan3vdFbjn6ceg61JTYWEhps2agaj9t8uwHfDwdbdBR888fO8D8M+smbjw5mvw+MvPJw/ROmn91nRvH7Tn3uizXlmgXt+evVyb9NpVTHpN9XPGs5/byZPEMw889yT0c+HLH75z95Ku1nap5/iP3sfxF/13lWupwXEakKoBwHn2var3dzgcQs8u3fTwaqXqmuo1PeXw/0CDc/VEanDtOReV+xxVPw2gbtGsue7ikgaZ6eimGgitFm6lndxl38s//f6b+6zU991vf/2Jq+6+FcWlpe4e1HLatGpl9/R/NNB0/1F7Wev73H3qr/WnNf280FLW5XNKj9O0uraosW5nqrrAe4sCKIr6+2/kzUE4FETQplDQzl3goodAwHOfK/rLG7DfQSIC908AETsBXw1NQP/voZ9vmhpa3VgfClCAAhSgAAUoQIHMFGCtKUABClCAAhSgAAUoQAEKUIACFMh+AbawfgRMuk7Lrtx0ydZ+uSL+1RIRvxPezrWD3hgDzzMY3qkEOcbv2f9gsVf7FcjwEu995nEMPWg0ttlv1Cppz+MOg44ytromrunYRHn/Pv2EVQ7XILt9TjoKQw/c051z+CF745gLznLBglrm9gf/C4eceRI0sGuVg6ux4tUJb+OAU47FkAP2wOD9d8cetj2JgC1tl7ZPAyJvenDsagMiNdDrzKsuwYjD93NlaFm7H3sobn34PhfUp+0bccT+uOS268sFFGpQUcKg4ly9tZ0Vm6KBjhrwuN2//euhPuqkXhX3TSxrEJJf63DLAAAQAElEQVS2Qdunddv7pCPx9Gvj3GZt44GnHodtbft3P/YQVFbOaxPegTro8XodLr7l2kotNPBr7JOPQMvX82ibhtn75pCzTsKr1tmdsMJErXc8dF9oe8Z/OAEFhYWYu2B+hb1Wv6j133fM0dA27HrUQdD7Qs+raW3nrqzUoVts5VZ/+u1Xbr66iV5TPUdlSa30Oum8su26To9PLVuD7nY+8kB3/+x0xIHQ+0099R7Qe0GPqSzpPaSpsm26To/VMlLPpYG9GlSm11uvqe6n1zXx/krdV/PaFt33oNOOh9ZNXfUYTas7rip1uvae2117tZyqpsrao3Wc9P03LphY7yUtS9ulnpfddkOl96oec8WdN0HLG3HYvvj8u69RVFSMabNn6qZqp+qY6vXQ82o9E0nvFb2XEydek1/FfTVY+LiLzoJ+Fuj77shzTnWfk1qe7ps4R8W5tluvbeKciXlNPy+0HC23up9Tetzq2qLbmKonoMGKieeZvpiN5qGYP8piKAgdZTEYCLhgRc8YNzdGn4/gPyOh7CUiZQvM1buAXg4RWeU61XvFWIHVCXA9BShAAQpQgAIUoAAFKEABClCAAtkvwBZSgAIUoAAFKEABClCgUoG0BSzGYpWejysbqIDt34Xt4oXOjfE76D1j4HkBDGlX6Go9Nd9g8sq03TLuHJzUrYCOoKajJtbtWXm2dRHo1qmLGyHvh99+Xcvh6dk8aJOB6NerD2bMmY23Jk5Iz0lYaoMU6NGlK+YuXIDJf0xpkPVjpSiwLgITF3nJwzYKLnSjLOqoihqsqHMNXNSkv7iR+CUOEfukZFPyQGYalID+30NHV9TUoCrGylCAAhSgAAUoQIG0CbBgClCAAhSgAAUoQAEKUIACFKAABbJfgC2kQHYKpC36jP25Df+GEZFylRQRfyQhNxd4nof1W0bRs2kx9DVxSdpuFy2eqQ4FmuTkurPVZNQ0VwAndSKw7y57YMsBm+L1D95b44id6azMjtsMQcvmLfDF99+4kTHTeS6W3XAETjzkKHTv1AUvvPU6ps+Z1XAqxppQoIYCfxcY/JrnP9f0kdnJPwkdio+yqH9m3HgGnjHu2Ujs3D4eQfSf1PDkPDwtAnpZRAQiUjvlsxQKUIACFKAABShAAQpQgAIUoAAFsl+ALaQABShAAQpQgAIUoAAF6kXA76mtl1PzpA1BQMTv1NXRg0Rs3iZjO+U9YzvoPYNt2hW5akZjwMeLAy7PSeYLaOCZtmLm/Ln45KtJmq2zxBNVT+Do/Q/GsQcego++/gL3PPVI9Q5ex7333mk3XHjS6dh31z3RNDcXo7YfgRHbbod5CxbgzQ85uuI6smbUYXrdzzl2DEaP2Bnj3nnTpjcyqv6sLAWqIvBxfJTF1rHl6BbMQyJYMRgMIBDw4IIW9XnICOzjkU06F1e0SPm5W8lJvQrYR1Xo6Iqa6rUiPDkFKEABClCAAkkBZihAAQpQgAIUoAAFKEABClCAAhTIfgG2kAIUoMC6CDBgcV3UsuyYeJ+77YgHjO2U16SjK3rGYFDbQtfaz5Z6KIi4LCcZJHDRmDPw6XOv473HnsMZR5/gaq6BSG1bt0ZxSQk+/moSR8tzKg1z8sDVN2PoFlvhijtvxrX33F4nldxvtz1x+tHH41877Ybzjj8Zbz/yLC4+5Sw0a9oUb3/yAf6eOb1O6sGT1J/AwP4DcP9VN6NLx0449/or8cBzT9ZfZXhmCqRR4FP7bFMa9U/Qx8yHBiqGggH4fxY6AM8z8eTB/WKHfS4SEbh/AojYCertxRNXENDLISK8LhVcuEgBClCAAhSgAAUoQAEKUIACGS3AylOAAhSgAAUoQAEKUIACFMhKAZOuVnF0k3TJ1k65IlKuIBG7bJN2yBvbIa+d9Fu0i6BFwI9S/LzR/DnociwZv9B3vV5uhKjmTZvjwN1H49Eb7sBt/7sKXTt2xviJE3D/s09kfBuzuQHHXngWNE36/ps6a2aTnFx4xkueLxgIArEo75ekSPZnvp/8Mw456yScedUl+HnK5OxvMFvYaAWKo8DnS/3Pu/Uw1wUqatBiMBCAznWERc/z7GeigT4b2cck+Mk+MzVatYbb8FjMfl3ZCf8P0nCvEWtGAQpQoOEJsEYUoAAFKEABClCAAhSgAAUoQAEKZL8AW0gBClCAAg1RwKSrUiLszE2XbU3LFfGvjYj4He/w59oZr8kz2jHvYYu2Re5Uy0qBb5Z7Ls9JZgk898YrmD5nFiLRqAu46NNjPWhA2o0P3I2rx96WWY1hbetEYNzbr+PLH79DaWmJu2/0/rnuvrt4v9SJPk9CgSwSyJCmTFrqPwrnxgrRM7QMoWAQgWDABftr0KIGLLpnI8/4oyy6Zyd9bpJkC0XK8smVzNS5gF4FEYGI1Pm5eUIKUIACFKAABShAAQpQgAKNVoANpwAFKEABClCAAhSgAAUoQAEKrIOA30u7Dgeu7ZDY2nbg9nUSqO2DRMR17IoIjPGTds57tmN+YMtC6OvLZZ7OmDJQYPxH7+OAU47FkAP2wDb7jcKwg0a7kdNenfB2BraGVa4LgbyCAvz3mssw1N4ret/o/cP7pS7keQ4KUKA+BPQXMlZGxJ26J+YjoKMragoG4HmeXfZg7DORMQaa7EOT/RHAPuiKiJ93R3NS3wL2kkBHV9RU33Xh+SlAAQrUlgDLoQAFKEABClCAAhSgAAUoQAEKUCD7BdhCClCAAhSgQGMUMOlqtKSrYJZbuwK2d1dEILYj3k5dZ7wxgs3alCLXi7pzfb0sbbeJK58TClCAAhSgQB0L8HQUSAoknnO6xuYjFApCR1bUwEVNnjFutEUjYp+R/GSz8UBF+xAFvhqKQOK6iEhDqRLrQQEKUIACFKAABShAAQrUvwBrQAEKUIACFKAABShAAQpQgAIUoEADFKjlSLSyFsbYh1uG0YByImWduJoVEdvpDpvEdsQbeMYmz8OmrYuhr7yI4IflnmaZKEABClCAAhSgQNYJfLPcfxzWPwvdxVuGYNAPWgwGAm6ERc8z0GTsM5J9anLPTCI2Z1PWYWRwg/T/Hjq6oqYMbgarToEME2B1KUABClCAAhSgAAUoQAEKUIACFMh+AbaQAhSgAAUoQAEK1L6A30Nb++Xaztw0FMoia01AxO9oF0nMAWPEJu2U97Bxi0Lo69t4J77mmShAAQpQoI4EeBoKUKDOBL5d5iES/0Wb7mYRNFBRUyDgwR9l0YPxbLLPTBq0qA+5IgLYY3QmInaV1Fl9eaLKBfQKiAivReU8XEsBClCAAhSgAAUo0FAFWC8KUIACFKAABShAAQpQgAIUoAAFsl+ALVxFwKyyhisahYCIuI52bawYAyM22bmOILReswjahkp1E35gwKJz4IQCFKAABShAgewU0GDF71d4rnFdogvgAhU9z879ERZ12TMGnl1njEAfofwk7pjERKT8cmI953UjELOn0dEVNdksfyjgBDihAAUoQAEKUIACFKAABShAAQpQIPsF2EIKUIACFKAABShAgcwTYMBi5l2zWqpxzHa4i02wSaAjBhnb0S4i6N+yBInXj/EO/MQy5xSgAAUAEIECFKBAVgn8GP8FjVbRZWgRKEEgGA9W9DwEAh48z9hnJbHJzsW4ZycRcXPw1SAE7OVw10NEGkR9WAkKUIACFKAABSiQJQJsBgUoQAEKUIACFKAABShAAQpQgALZL8AWUqDOBUy6zsjRTdIlu+7livgduCL+XEsSEdu5C+iIQZ7tlNe0YYti3YQ/8wXL/YEW3TInFKAABShAAQpQIBsFflpZ9kjczSxN+bPQAfuMZOAZD8azyT43GWPgHp5gXzHYrICv+heI2Wuh///QVP+1qWoNuB8FKEABClCAAhSgAAUoQAEKUIAC2S/AFlKAAhSgAAUoQAEKUIACFQVsj2vFVbWzLMLO29qRTF8pIvYa2SSw/+zcGIHnGfRtVgh9/bIibbeHFs9EgfQJsGQKUIACFKBANQRmFwoWFIs7oiMWu1EV/ZEVPZv3R1s07lnJwM5c0ucmEbHHxOyyzpGcg686F9ArICK8BnUuzxNSgAIUoAAF6lmAp6cABShAAQpQgAIUoAAFKEABClAg+wXYQgpQIOsETLpaFEtXwSy3VgRsd67r0BURGGPgd8J76Nu8FCGJQV+TV3o6Y6IABShAAQpQgAJZLzA5Pspiu9JFboRFz/OgQYsBO/c8A8/OjT4z2SQiWe+hDcykpE+vOrqipkyqN+tKAQpQgAIUoAAFKEABClCAAhSobwGenwIUoAAFKEABClCAAhSgQF0LpC1gkd24dX0pq34+7WMXEdgfGJOYG5fXgMVESb/nSSLLee0KsDQKUIACFKAABRqYQOK5p1lsJZoHSqCBipo8T5+RPPhzsc9LdlkM9EFKROxMwFf9C9hL4a6FCK9H/V8N1oACFKAABVIEmKUABShAAQpQgAIUoAAFKEABClAg+wXYQgpQgAIUqKaA7W2t5hFV3D2mw5xUcV/uVncCIn4nroj4nboQGGM73uOpV7MS6OvvAkFBVDTLRAEKUIACFKAABRqgQO1W6fe8ssfiDljqj64Y8FzgogYrekaflzw3KrWIQMRPsM+8Ngu+6ldA/++hoytqqt+a8OwUoAAFKEABClCAAhSgAAUoULsCLI0CFKAABShAAQpQgAIUoAAFsk3ApKtB7LhNl+y6lSsiyQNF/LztX3ed7X7AoriRg9bLLQQA/Jnn2Sl/KEABClCAAhSgQOMQmFlosDLiPyO1jS13AYueMTCecc9InufBuJGpJT6HfcXcs5TN8KeeBfTKiQivRz1fB56eAhTIQAFWmQIUoAAFKEABClCAAhSgAAUoQIHsF2ALKUABClCAAg1MwDSw+rA6aRQQkWTpIuI6dEXs3K41xkPbMNAqGLFLwJ/54uacUIACFKAABSiwbgI8KvME/oo//7SJLkXAC8AL2OR58IznghSNMXZu3DNUIp9opYj/7CTizxPrOa8bgZg9jY6uqMlm+UMBClCAAhSgAAUoQAEKUKDOBHgiClCAAhSgAAUoQAEKUIACFKAABaonYKq3e4PYm5WogYD2oQvElhCDiLikHe42i25NS+x6/2daAW8NX4JTClCAAhSgAAUai8Df8YDFltElMJ6BZwwCngfP5o1JzAXGrrdPUfrXoN2zlIiAr/oV0EsgIu561G9NeHYKUKCWBVgcBShAAQpQgAIUoAAFKEABClCAAtkvwBZSgAIUoAAFKNDIBEy62svRTdIlWzvlimiHLmyHu9hkO+RtZ3z3JqXQVyQG/FMgmmWiAAUoQIGsFWDDKECBigL/FPqPxsFoMVpKIQIBzwUresbY5yWBEQOxeX1KEhEXHCcigH12Al/1KhCz10D//6GpXivCk1OAAhSgAAUoQAEKUKDBCbBCFKAABShAAQpQgAIUoAAFKEABCmS/QGa10KSruiK28zZdhbPcGgmIiN/BjvhcAGMEXXL8Nz9RYAAAEABJREFUERYZrFgjXh5MAQpQgAIUoECGCkxP+YWN1rLSD1b0PBjPs3kP+rxk7HOUG2HRzkXEtjQGEbHJZvlTbwJizywi9jqIzfGHAnUowFNRgAIUoAAFKEABClCAAhSgAAUokP0CbCEFKEABClCAAhSgQK0KmFotLaWwWEqe2YYjIBLvxLVzEXGdutrprqljPGBxVlHabouGA8GaUIACDV6AFaQABShQ1wIzCw0i8ZO2iK2AZzzoM5LnGZs3Lm+Mcc9P9jHKzmGTgK/6F9D/e+joiprqvzasAQUoQAEKUIACFKBAdQS4LwUoQAEKUIACFKAABShAAQpQgALZL8AWUiBVwKQu1GaeXbe1qVmzskRSrobtzRXxl0UEOkqQiO2At/n2QX+ExdmF/nbwRQEKUIACFKAABRqZwJxC//G4eSwPLlDRM/CMgTECXda5iEDEJtikc5tgXyJip/ypDwGlFxGISH2cviGfk3WjAAUoQAEKUIACFKAABShAAQpQIPsF2EIKUIACFKAABShAAQpklIDfI5uGKsdiaSiURa6zgEhq523MdeaKSHwOtMuJImhirvw5HGHROXBCgTULcCsFKEABCmSjwJwicc1qHl0JMQae8WCMcUnEnxsjEPGT25mTehfQ/3vo6Iqa6r0yrAAFKEABClCAAlkmwOZQgAIUoAAFKEABClCAAhSgAAUokP0CbCEFKFCXAiZdJ7N9uOkqmuWuo4BeExG/c93ObEc7bBJoJ3yHcBSJ17xiSWQ5pwAFKEABClCAAo1KYF48YDE3shKe0QBFgecZeMbYZyaB/oN9kDJ2GfqyeX8mOnNJpCzvVnCyeoFa2qLiImIvjdRSiSyGAhSgAAUoQAEKUIACFKAABShAgVoTYEEUoAAFKEABClCAAhSgAAVSBNIWsJhyDmYboICIuA5dEXGd723CESRe8+Md9YllzjNTIB21bpqbiyP2ORDP3HYvPnr6FZzw78PTcZq0l9mhbTucesQxePOBp/D6/U9g0CYD1/mcvbr1wCWnnI33HnvOuaxzQRlyoLb102dfxQdPjsOJBx+RIbWuvJpVvZ/33WUPvPXwM/js+Tdw2/+uhB5XeYlcmy4BfZ9dNOYMjH/o6Rq/Z9NVR5abPQLzi/225EQLEPIAz/Pss5KBjraoQYrGCIzYZcA9S8G+RMRO+VOfAjpOuI6uqKk+68FzU4ACFKAABepDgOekAAUoQAEKUIACFKAABShAAQpQIPsF2EIKUIAC2SRgsqkxbEvVBERsp7rt1RURaKe7iKBNKAJ95dtZnk2aZ6JAQmBAv/64+uwL8dq9j+Pkw46GBg95xt5HiR0yZD544Ja445Kr8fwdD+Cwf+2Ptq1br3PNdx8+Eg9fdxueuOlO7LHjTmjetPk6l5UpB2624UbYcpNNEQgE0SQnF8MGDUYmvqp7P2+31TZo3aIlPGMwoN8GGLLl1pnY7Iysc+r7bPTIXdGmZauMbAcrnVkCi1JGmm6KQvesZOyzkrGfAcaIXTawizZJMgH2wcr+JNaDrzoXSNiLSJ2fmyekAAUoQAEKUIACFKAABShAgYwXYAMoQAEKUIACFKAABShAAQpQoA4FTLrOxdFN0iW77uWKiOtYt/3pbi4isBnX8d4y4EcpLi5J2y2B8i8uZZrAH9Om4uk3XkZeXl6mVT1Z36ZNmuDLH7/DJ998iUg0mly/rpnXJryDr3/+EY3l8+6H337F5999g+KSEuQXFuCTryetK129H/dHNe7n9yd9gkVLlrh75ucpv+Mze//UewMaSQX0vfXOxx/io6++QLQW3rONhI3NrKHAohL7fBQvowmK4BkPxrNJgxXF2EcngQYviojNI540L+Cr/gRi9gFXPzM01V8teGYKUIACFKhcgGspQAEKUIACFKAABShAAQpQgAIUyH4BtpACFKAABShQdQFT9V2rt6cIO22rJ5aevUVWvQ4iYjvXbbKnFNG5oEXQD1hcUmJX8ocCFQR+njIZD7/4LJ569UUsWLq4wtbMWZzw2cd4/OXn8enXX6CwqKhGFX9z4gSMe+cNfP3TDy6Ar0aFZdDB195zO7b792jseOi+uOfpxzKo5mVVre79rIGpux97CIYcsAdO/7+LkVdQUFYYc2kVGP/R+3j69Zfw2XdfobC4Zu/ZtFa0PgvnuWtdYEmpJMvMiRXCaKCiTZ4xybyI+M9Sdp7cmZl6FRB7dhFx18Vm+UMBClCAAhSgAAUoQAEKUCC7BNgaClCAAhSgAAUoQAEKUIACFKBAFgmkLWAxluFI2VB9EUk2w2VTLoqIuA5dY+fGCJrHR1hcltJJnzyYGQrEBTRQKxtGLpq/eBHyC/LjrarZbNGSxSiN+AG/NSuJR9e1QLbcz3XtVh/ni5RGoKOn1ce5ec7GJ7AsZYTFHBRBjAYqGvfcJCIWRGwe8WTzsMmtB1/1KKCPufqMoqkeq8FTU4ACGSrAalOAAhSgAAUoQAEKUIACFKAABSiQ/QJsIQUoQAEKUIACDUfApKsqkq6CWe46C4gI7I9N4soQEZcXETTx/ICrFQxYdDacUIACFKBArQiwEApkpMDyUr/a4ViJP6qi+EGLZpXgRX+/xFREElnO61hA6UXEPdvW8al5OgpQgAIUoAAFKEABClAAoAEFKEABClCAAhSgAAUoQAEKUIAC2S9Qay1MW8AiR0KqtWtU44JEJFmGiNiOXMST5v2U60Whr5V+3KJmmShAAQpQgAIUoECjFMiLiGt3CCUQ/SeAiMRTat5fp6P7iQj4qj8B/b+Hjq6oqf5qwTNTIF0CLJcCFKAABShAAQpQgAIUoAAFKECB7BdgCylAAQpQgAIUoEDjEUhbwCL7bBv2TSQi8U53gTGCHONHKub7M/BFAQpQoFEIsJEUoAAFKhHIjwcsBmLF9jkpMbqiwMSfn4zYR+h4HvYlInZa/kdk1XXl9+BSbQqotoi459vaLJdlUYACFKAABShAAQpkiQCbQQEKUIACFKAABShAAQpQgAIUoED2C7CFGSNge1szpq6saC0LiGinLhD2AIH/Kowmcv4ypxRYV4EObdvh7GNOwsv3PIJPn3sdX7w4Hp89/wbGP/g0Lj3tv+jVrccai959+Ejcf9XNeP/xFzHphTfLH3/q2dDy11iA3Th65K547MY7MfGpl5PHv3H/E9h604F2a/p+BvTrj1suugIfPDnOnffjZ17Fg9fcjMEDt1zrSQ8ZvR+evvUefPLsq+5Ybfu7jz6Hy04/Z7VtVosLTzq9nLV6a7u1/eqA1bzU+eHrbsOn9nwXjTkDTXNzcf6Jp+H9x15w7k/dPBbansThe++0G1L3T6xPzLUupx5xjKuLlqHl6zatw1O3jHX3gLZJr8PBe+2rm9aYKvPQe+KOS66ukucaC6/ixi023hTXnHOxM3nmtnsrPaoyF3XT+0Cvg14PvR8uP+NcZ1xpIfGVep9o+7SdaqXHahlruof0up1x9PF484Gn3HXT4/R4PebmCy/HI9ffHi993WY7bDME9111I7RMLTtRJ72/9tttz9UWWtv3Q8UTDdpkIF6372mtT2VJ7+nUY0749+HuXk/dV4/XclL3Y54CBfFf4AhES2Afl2ySZNI/C+3WQYBYDCJ2vhoykdVvW80hXL2OAjF7nI6uqMlm+VPHAjwdBShAAQpQgAIUoAAFKEABClCAAtkvwBZSgAIUoAAFKEABClCgtgQYsFhbkhlQjoi4TnU7dXPby+5qHRL/z0HrQlFZVheZKLBOAqO2H4EHr7kFe+88Cr9M+R2HnTUG/z79BLzy7psIh8PYffhI3HXZtdhr5C6Vln/yYUe7oLkN+/TFO59OxOgTjsBJl5yH7375ES1btMDuO+yEWy68YrVBjxq8dfXZF+K8E05F+zZt8ci4ZzHisH1x/b13YGVBPg7f+wC0bdW60nPXdKW2/bpzLsKQLbZCk5xcV1woGHRBf1f/9yIce+Chbl3FiQZwjr3iepx0yJFYvHQJbn7wXtz3zOOYPX8emjdtBi1XA8aGbD6o3KEaFHeztdCAwKLiYlx009Wurfc8/RgKi4uwQa8+OOe4k3HiIUclj0sNIrvk1LOxUd9+CASCbvt/jx2D0SN3RdOmTd3nRO8e6+GAUXtBAyLHP/S0uy6p+7uD7ESD+q479394/o4HcNi/9kfn9h0BYyBGoMGWei369OgJz9h1Imhnr8sJBx+Og/b4lz161Z/ENdR7oY29Vg8+/7Rr1w0P3I2CwgJsvdnmuO1/V7qgzkTw2Wv3PY6B/QesWtg6rtFgSQ1QvPOyazBi8FBnklpUwlGDBDXIM9VF23XLRZe7+yDH3vN6nN4Puw7bAReOOVMXK00a5KuOHdu3x5Ovvojr77sL3/36s70+AXcPXX/eJTjx4CPKHatW19h7br9d98R3k3/GwWecCH3PjJ84Ab2698TQLbdGog7lDqzCgpat76Wrz7oA7Vq1wV1PPozB+++OS267HtPnzEK/nr1x1n9OxE0XXFYuELO274fVVfXrn77H1Xffih9++xWpQUp/z5yOYy44C1fZbanH3vvM4zjhf+dh1ry5bv8ffvsF599wFbSc1P2Yp0BRTBxCABFogKKxn2XGfnbZD0b7I/EEN4d9ifjrbJY/9SRgL4G7HiJSTzXgaSlAAQpQgAIUoECNBHgwBShAAQpQgAIUoAAFKEABClCAAtkvwBZSgAJxAROf1/osNXCg1gtngdUWEFm181ZEXCd8KOUuKOYIi+CrZgIaUDfmsKPRtmUrvPjWa7jo5mugwUOarrvvLjz5ygsoKi5G29atccZRx2HfXfYod8Kdhw3H3juPQjgUwm9T/8S199yO+YsW4ttffsSND4zF3Pnz3P49u3XDLnZft1BhokF3Owwe6gL//u+Om/DwC08jr6AAL7/3Fs6//kpMmzXD3fsVDqvxYjgUxhjb9pCt+ydff4H3Pv0IcxbMc4FRWrgGf/17z3+tEqip6zXoa+P1N8CTr47DyZddgHHvvIEHn38Kh589Bt/8/IMe7oIATz7sP+iVMjrlUfsdhL7r9XTBiS+Mfx0ffvGZa6u2+e2PPkBpJIJQMIjhWw9OBpTl2HquzFtpr88bWLRksStbJ906dcbAjTbBc2+8jFlz57h6R+3xhUWFmDN/Lp6ydVuybJnuukpq1rSpCxp795OJKC0tSW7faehwbDVgMzz7+ssuaFUDT6dOn+a254ZzXPCpW6gwOfPoE6HXMBqN4ml7Xm2PXsMX33odD77wDPLy8twRBbZuE7/8DG9OnIC3P/4Af0yb6tbXxqSkpATj3n4Dv/7xe6XFJRyffv0lpLpoMOaR+xxk79mfcOaV/8Nexx8OdYnYtogIdITPkUO2Q8WXBpX+a6fd8ONvv+Loc09z11/vgxP/dw6esO8bdQ3be+uA3fcq977Zf9RoDOy/iXu/aMCqvtf0PaPBnY+Oe9a93yqeq6rLiffS7PnzcfY1l9l75nV3qN5bZ0g75LEAABAASURBVF99KX7/eyoCnueCIq8953/Je6y27wd30tVMPvvua1wz9jb3OZPYRYN+f54yObFYbv73jGkosffoEnsvP2LvpdXtV+4gLjQ6gZKojtcHmFh8qEUrICL2u0NgZ0i8RHRZEovud0HsKrtPyrqyrcylUSBmL5n+/0PTqqfhGgpQgAIUoAAFKEABClCAAhSgAAWyX4AtpAAFKEABClCAAhSgAAUyRSAlVK12qyzCjtraFa3d0kQk2ZlupKzsiO3sLVtijgJrEaiwWQPvjtr/YOjIc3MWzMe4t9+ssAdcENaXP37nguGaNWmGfXfdAz06d03u17tbDzTJyXHLufG5W7ATDcSaOW+2zQE6IqAGhrmFlMlBe/wLO247DIhGMeGzj6DBTCmbXVCTBhNGSktTV9dKvmO79vhz+jQcetYYF9ylwZqHnnkSXn//3WQQX/OmzbHnjjuXO5+OSLjFxgPcKG/3PPVIuW0apPfhF59DA/N0Q69u3bH7DiM165IGGYoIPOOhWRN/REfEX7/8+TuKCgvdUvOmzdC/7wYuryPjPfzis3j85eetxwy3Tifr9+yFl98dj1sfuR8nXnKuC/S87bEHcM09t6Ns/39011XSR19+jqdefRFvffwBlixf7rbrdWzbqjXOu+Eq3G7L0eungacvvv0G8gsL3D7tW7fB1ptt4fKJyZDNB0FHBfSMwaIlS6D3S2Kbzse9/TqmzpiuWWjQYFFRMS6//Ubc+fhDLljTbaiFyfPjX8Vzb77qAkY1WLBikamOU6f7QZi6T/8+6+PRl57Fedf/n7v/NHjwvmcex8y5/r2rLjoyoe6bSIM2GWjvi52weNkS6CiAet0T23T+hr2H5i5YoFl7nZth1+13cHmdbNJvQxfgW1JarIvlkgYsTp46pdy6qi4k3ksa/PPx15/be2V6uUO1XRpIuXzlCvd9MnCjAdBRKXWn2rwftLy1Jb233vrog2RwZo8u3aCmlR232/CR7jNKXSp+PlS2P9c1ToFIfIRFIzG4ERbFuPs8oSEiKcux+OrEPL7IWZ0KiD2biKRcF7uCPxSgAAUoQAEK1J4AS6IABShAAQpQgAIUoAAFKEABClAg+wXYQgpQgAJ1JGDSdR522aZLtubliogrRK+RiMDzkHxFoWuTi8xQoFoCGgikQW96kAYQaUCX5iumdz+diJX5K93q3t26lxtx8KffJ2PBksXQkQE1oMjtlDKZt3Bhcsnzyn+EacDkqOEjoSP3LV2xHJ99901y39TMb3/9ibx4wFzq+prmZ8yZhYtvutqNCJkoSwPPrrz7Fnzzy48uSFPX9+6+HhIj7Gmdhw7aRlfjj2l/uXnFyT+zZyI/P9+t9gIBbNC7j8vr5Nc/f3dWGtj305TyIwHquvyiQt0Nxr7XjSnvpRsK49s1/9vUqdAAN81rMJoGzj37xiu6mEzR+KhjyRVryOQXFuKZ117CzxVGuvtn1kzkxduTk5OLdq1alyulf99+aN6sqVtXWFyIX/9cNeBu6oxpzlNEsH6v3m7fdE2i0Wi1iv74q0mo6Kbvhfnxe1eDbdtUaPPIIcOgwZ2z581dxUtPrsfPW+QHLOpylw6dMDD+569zwn6Ar94XFUcshX3pCJGlpWWjxNlVVfoZse0w917KL8jHz6sZZVJHjtT3rBaoI3nuPGx4uQBkXZ9I63o/JI5f2/yF8a9CR0/V/dRSTTVfMQ3dYiu36tNvv3JzTihQmUDio07ij0Ui9tnJJhGB+2fnepyIXbIJNXx+0rKYaiagl0oDrDXVrCQeTQEKUIACFKAABShAAQpQgAIUSI8AS6UABShAAQpQgAIUoAAFKEABX2DV6BV/fY2nUuMSWEA6BLQzd9VyU69Wan7VPTNsDatbxwLbDtwSTXJy3VmXLF/m5pVNPvlqEhYsXuw2aQDewP6buLxOPvvua+x94lEYeuCeuOruW3XValOHNu3LbdOAyfW6dnPrli5fji9/+NblK06WrViRHImt4raaLGuQhAYoVlbGGx9OSAZpNsnJQd8ePd1ugzcfhM7tO7gRI4/a79/44sXxq6Q7LrkKbVu3cfvrpF2rtjpz6Yo7bnZWe590pBuh0a2sZFJZYKDulnqd5iyYp6vSnr7+6Xtrkbfa87Rv2w4BL7Da7bphydIliERqf5RMLTtdaU2+G/XdABpQuuWAzVa5/ol7Qrcl6tbUvs86tvfv/yXLlrrgTR2x9JQjjsE5x45xIwgm9tVgw+Ur/VEvE+vWNh85ZDtoYK3uV1RcDH3PaL6y9PtffyIxAqWOrrqN/RyobL/VrVvb/bC64yqu1/fe+599jOKSEme5rX1vDejXv9xuOnpn/z79MHfBfLw1cUK5bVygQKpA6vOSPhmJCETKku4rIjpzSaQs71ZwUucCeglExF2nOj85T0gBClCAAg1BgHWgAAUoQAEKUIACFKAABShAAQpQIPsF2EIKUIACFMgSgbQFLMZSe3qzBCubmiES79CtcJ0SIwllU1vZlroR0JECu3fp6k6mwUsLFy9y+comGli0YHHZSIltWrZc7ahssC8te99d98TD192G3YePsGsq/1m/Z283IpxuXbxsqc4aTJr8xxQsW77C1UdH2Ev8OeueXbtD//S1mj30/FPYZr9Ra02HnHWSK2d1k4369sP/Tj4L/3fmeWiXEui4uv0b2vrUYMSgF1jjvdHQ6r4u9RnYfwDatGzlDv3qx+/Xev31HhlxxP54+6MP3DEffT0JK/L8EUv1vbL/qL3w1C13u3tAAwgnfPYxxlx6vtu3qpN+9r2kgbW6/8r8vDUGw06bPRNFRcW6K4KBILp06ODy9TF5//NPMGP2LHfqjm3bY48dy/58uq7cbuvBaNG8Ob6f/DP0c0jXMVVFoPHtYyTRZokHwJU9MIkk1iX24bwhCOj/PfQXBzQ1hPqwDhSgAAUoQAEKUIACFKAABTJPgDWmAAUoQAEKUIACFKAABShAAQrUjUDaAhZtX27dtCCTz1KfdddeXXt+EUEkJjbn/3iMWPQhOK22QP++G6BpbhN3nDEeWjRr7vKrm8xbWBawGA6H0aGdP1pc6v69uvXARWPOwLixj+CUQ4/C3IUL8MGkz1J3KZfv1rFzPLCk3OpqLej5EiParW6u+1SrULvz9DmzsHjZMpsr/xPwPCTegcbU7CN57512c0Gd9111IzbutwFenfA2Fi3xR7Isf9aGvfTT75OxfKU/AmPrlq2wyYblR8nT2uv9Zex9poEpf/z9l67K2BQIBCDi3wWmLEqqyu1595OJGPvUY/ZaL0ke07xpc+w5Ymc8c8s9OPuYk+x70x/5NLnDWjJtWrV2o37qbjmhHGgQrOYrS4uWLEF+UaHbpPdzs6bNXL4+Jvo+m/jlZ27ER2MMBg8chAH9/PunR+eu0FEql69YgY+/nFQf1eM5M0jA89+SiMXfmyJi36ewSeC/ygIY/WVO61tAr4yIpFyj+q4Rz08BClCgggAXKUABClCAAhSgAAUoQAEKUIACFMh+AbaQAhSgAAUoQIEqCZgq7cWdslogEi1rXnAdgmXKjmaOAr6ABgqFQiF/oQpTDTorLS378746SpwGWT149c0YOXgY3vn4Q+x1wuG44IYrURAPjFpbsaYB3stFxUWu2treSDTljWfXBgJBdOvUxeaq/zN44JZ49IY7cO4Jp7o/hfvfay7Hv08/ATpaX6z6xdX7EfpnwSd9/zXUqEluLnbbbkS5gDu9PzbZcCPX1kVLFmN8Fv1pXx0VUAPrqnsRxr39Oo467zRo8GJhkX+faRlNmzbFAaP2wvXnXVLuz0TrtqqmQMBDk3gw8tqOqezeXtsxtbE9tYzxE9/HrPnz3KqO7dpj1PY7uvyIbYehc/uOmDx1CvQecys5ocBqBILxX+CIiFljAJxI+QA5EVlNiVydbgH9vtPPIE3pPhfLpwAFKEABClCAAhSgAAXqR4BnpQAFKEABClCAAhSgAAUoQAEKUCA7BMwamsFNjUSgVLxkS0NGu3uTi8xQoMoC+QX5KC2NJPfv2rFTMr+2zIqVK/H95J/dbjqq4o0XXO6CrPIKC3DxLdfipgfHIq+gwG2v6qRt6zblgtyqety8hQvw57S/15h0n6qWl7pf82b+yHOlkVIsWFQ2wmRin/V79UZ1g9UO3/sAXHnWeVi/Z2+8/dH7OPKcUzHp+28SRWbs/MYH7sbn337lgha33GQzXHraf6H3xhYbb+qC7/qu1wvLV67Ag88/nVXBZ21at8ZWm22+Ttdtvr2n9P1y1Lmn4b1PP0JxSYkrR0SgbicecoRbrsqkuLgY0XhQbdMmTdC5Q4eqHIbV3dtVOriWdnKjLH7xGSKlpfCMwZAtt3ajLG67xSBXv0+//aqWzsRislkgFH9Cjkqgys0UYbBilbHSsKPyi8gaA0zTcFoWSYFsEmBbKEABClCAAhSgAAUoQAEKUIACFMh+AbaQAhSgAAUoQAEKNAiBeHds7deFo5vUvmm6SiyKlt0GOQxYTBdz1pf7659TMG/R/GQ7u3TovMY/I5vYUT8rpk6flljE4fvsj4H9N0YkUorX33+nWsFo8xcvSJbTtlUrDNtqcHK5qpkHnnsSh549Zo1J96lqeYn9NBCxWXyUuhUr8zDZeum2abNnoqioWLPo2qEj9hixs8uvbnLUvgfhjkuudpsHbTIQB+3xLzRv2hz/zJoBDfJzG7JgogGqT746DrPmzcGy5cuxzWZb4pnb7sXdl1+L/r3Xxxfff4Mzr7oU4955IwNau+Yqfv3T91i+YoXbqUlOLkYMHrrGYNsB/frjwWtuxvZbb+uOqTj5e+Z0XHTzNS7NnDPbbdZRT7fYaLMqvSf1gL9sGYXxEUFzQmFs2Kuvrl5rSr2317pzGnd488MJmD3f/zzq2KYt9t5pN/To3A0zrMdbWTQiZxoJG33R4fijUaQaAYuNHq2eAWIxQJ8pNNVzVXh6ClCAAhSgAAUoQIFGK8CGU4ACFKAABShAAQpQgAIUoAAFKJD9AmxhbQjEu2Nro6jyZYhI+RVcarACUdvBWwL/Vmji8bo12AuVARX78bdfoaOaaVXbtm6NrTdd/UhxHdu1092wMn8lPvn2S5dvmpuLjdffEBpcVVRS6oKL3IYqTv6eMQNFxcVu72ZNmmH7rSoP6HI7xCfGflbp+eKLaZttsmF/tG7ZygVT/PLn78lAzMl/TMHCZUvceQOBIPbfbQ/su8sebrniREcYHLXDSMyc5wehbbXJZmjdooXbbdGSJdUehdId2EAnQzYfhEtOPQtLly/H/qf8B8MP2Rvb7DcKg/ffHSOO2B9nXnUJfp4yuYHWvvrV0qDdRJDN5htviv8eO2a1hRy81z7Qe+Wbn753+9xy0RU4/chjXT518tGXn+OOxx/E4mVL3epAwEOTeNCsW7GGyVc/fIcFixe5PfT9scmGG602iFLf603COW7fhvLnljVo84sfvnEjdHqBAHYbviOAI1aEAAAQAElEQVSaN2vqAl3zqjlaq2sYJ41OoIlnH45sq0tNyE75kwkC+gQrIhxhMRMu1rrWkcdRgAIUoAAFKEABClCAAhSgAAUokP0CbCEFKEABClCAAhSgQKMQ8KPU0tBUv5s3DQWzyNoRsB26iYI0SKYw6v9Z6KbxDvrENs4pUB2B1ya8g79mznCHhIJB7LCakeJ0hLgeXbq54D0dmfHtjz5wx6zfsw90hDldyLHH9+vVW7PJ1KFtO2hKrohndF3T3FxM/OIzJEaUExEMHrh5pcF/GoClgYp6eE5OLtq1aq3ZtKYdBw9DE1tHDQIb99bryXNNnzMLGhwWif/5XQ20POWIY3DOsWPKtXX0yF1x04WXo0XT5vj4y0nu+JYtWsLz/D9X2qldB/cnk92G+GS9rt0QDoXiS2UzHe2xbAloaHm9lscffAQ6tG6LHyb/nFWBmKuz/ujrSViRt9Jt9ozBrtuPwF2XXYMtNt7UrdOJvm903fZbDcaXP3ybdAkGgm4Eysqu64f2PbFsxXI9HEVFRZi/sGwUUrdyNRO9L9/9ZCKKS0rcHj27dsf+o0a7fMWJjoiaa+/tFXkr8MEXn1bcXG/L4+3nyvxFfnvVaOGSxZgYf+/UW6V44owRaOr5VY2YsPuu0iV9XtJ5xZRYn5hX3M7luhHQ/3voNdBUN2fkWShAAQpQgAIUoEDmCbDGFKAABShAAQpQgAIUoAAFKEABCmS/AFtIgUwQSFvAomRC6xtxHbUzN5GUIT/i98w3Y8CicjCtRkADyUTK3t0a+Je6qwY5jXv7DTdqoq7v16tPpSPF7bfr7ujQtr0bwe2Z117WXV36fvLPydHgdFS0PUfsjKP3P9ju2w7HHngoHr3+DmzWf2O3r05yc8Luz+fefOEVGLbVYOj5X3jr9eT5E8F/Yw49Kjk63M7DhuPcY0+GjnboygiHsZ099uA998Go7UfoqnVO2qaTDjlyleNPPOQobLPZFsgryMPDLzyTHF0xseOzb7yCv6b/k1h0dd1/1F54aewjeP+Jcfjo6Vdw0Zgz0L5NW7wy4e3k8bPmzkkGlHXr3BnnnXAqNKhNRyfUwLbTjjgWTXJyXLmeMdAAx8tOPwenHXWcW6eTjvGRLjXftWMnna0xGVN2/T1v1a8QYwxM/B7RmRfwVilvo779kBPy6xXwPLRt3abcPnote3TqAr0HDtz9X3jmtnvx5E1346YLLsOlp/03mdREAzk7tG1X7viqLqztfk6Uo21K5EXEXZ/EcmJuzJpddL/WLVrqzKXUvK7Q4MCJX3zuRgTUZc8YDNpkIO6+/Fp8+NRLLj1w9U3YcsBm+P7Xn/HIi8/obsnUs3sPHHPQoavUTUflDAWCiEaj+OH3X9x7JHnQWjJPvfqiO5d+V2jg6/677Qm9t1IP0+VhW26DmF358Vdf4LUJ79hc2Y/aGWuma3S2LveDHqvH6fGa1/K0XM2vKekInJ9/97Vru+73y5Tfs2pUTm0TU/oEmgf8skviIyzq+wCQZPAi4i9/fXzBziou21X8qSMB/YwQEYhIHZ1xldNwBQUoQAEKUIACFKAABShAAQpQgALZL8AWUoACFKAABShAAQpQgAK1ILBqtEktFKpFxDR6QTNMGSGQH/V75lsEM6K6rGQ9CGhwlwYNdunQyZ1d/yStBvqljgCnG8a98wbue+YJLF+5Ap7xR4p75PrboQGBmu676ibsst2OmDl3Nq4Ze1sy+E6P1fTJ118kg/CaN22OEw8+Aq/d97gLXPzu15/w8jtvojQS0V1dcN7/nXkefv3zdyRGadTzP/3ay8grKHD7aL2P3PcgjH/oGRf0ddlp52D+4gVYvHQJ9KWBT0O22Aqalixfpquqlb7++Qd89s2Xrs6Jcz1727045fD/uNEdb77wchz+r32x1JZ94/1jofWreAINtPzfLdfi1z9+LxcMo8F8WqYGi2mb3/30Q9zz1CPJwyd+8Rmmz57llkUEm280AA9eczNuufj/oCNY3vTgWMxd4I8wlxMO44yjjsOAvhsiMcLjfrvtifXX6+OO18mGffqh4siOuj6RDhm9HzboXbb/VptsDg0ATWzXuu46bAe0at7CrcoN57gg0F7derhlneg+Ow/dHm1b+6NaatvUPnWfRUuWYGVhvu4Orbdu69uzF4YN2ga7Dx+ZTBqsqEGLL971EC4/49xVgvVcAauZaD2qcj/r/a33ud7vWpTe/3qcHq/LmvbddU/0Wa+XZl2q6KIr1WmD3n0165IGbeo6txCfXHn3LXj9/XdQWuqPaqirRQTqqEmX//xnGm5+6J7k/a3rNHnGQO3vvfImaH20flr38088FZ07dMSPv/+Kx196QXetctL30P/ddTO++vF7d19qYKg6/+/ks9w1OO+EU3Dp6eegVYuWeHXC27j8jpvKla112LUW7ge9/hpMnDBo1bIVRo/YxQUylzthJQtvfDAB8xYtQH5hAb61nx+V7MJVFFhFINeLISj+g2yx5Lj7X59rE8GI/rx8UJy/bpWiuKIOBRLXiNeiDtF5KgpQgAIUoECtC7BAClCAAhSgAAUoQAEKUIACFKAABbJfgC2kAAUoAKQtYFGEvA1dwF0iO9GO3RWl/ihorQN+B31DrzvrV7cCOtLbs7ffDw1YCwWDyZP36dETY6+4zo2Al1xpMzpi4JlXXYoJn32MvPw8bNi7L844+nicfPjRbpTAJ155AUefe9oqwYr2UNz/7BN47KXnsHjZUhckEolGMWf+fNz5+EO48Kar8ck3X2HWvDlu1DQNbLv3mSdw9djb9NBkeuC5J3HhjVe50dQKi4rces/zsGTZMtz79GN46IVn3Ihweo7n3nwVB5x6LE694kJM+v4bt291JvMXLcTFt1yLky45DzpKnp6jW+euOHzvA3D2sSehd4/1MO6d8TjmgjMx/qP3V1v03zOn45TLL8Cjtu3aXm237lxSWoKp/0zDdffegSvuuFlXJZMGOl5r138/+edkkJsGZn36zZc47YqLXBCZtkn/rK8GwX35w3e47I4bUVxaitfvfwLnHncy2rRqlSxPA8x0ZMdnbrvPBaQlNuj11/1PP/JY6KiVifUawHblmee766+BhK/d/yR0VEwdGVH3ERE3IqCOkHjnpdfghH8fjnceeXaV+2iLjTdxZWjwIezr65++x9V33wYdQbKouBgarGlXr/ZH78mdhw7HmEOPXu0+qRu0Pc9W4X7WOuv9rfd54ng9l74PtK3aZm3becefnAzS1P0SLmqm++hcnXS9bteko0rqOj1elxNJ7+WrbNt//XOKC4LV9XovLFqyGM+88TJOuPhs6L2i6xNJP8PnLJjnRizVkTbPPW4MdGTOOy+7Bt07dcGzb76Cs666ZJXjEsevaa73t743bn/sQfw14x/k5uS4a3zJqWdj16E7YMpfU3HOtZfj2ntuL1eMtluNano/6D3zxE13uvtIxH5h2bN4xrhAWQ1kTtwzdnWlPy2aNkU4GMaMObPx1sQJle7DlRSoKNDa/x0Ot7rIy3HzxETfbxVTYluDn2d5BfUTQkQ4wmKWX2c2jwIUoAAFKEABClCAAhSgAAXWIsDNFKAABShAAQpQgAIUoAAFMkAgbQGLGdD2RllFsa3WjnY7c8Fgmte0IuIHobUOMmBRbaqTGsO+GkC253GHYZv9RlWa/n36Casw/DxlMjTAcOcjD8Tg/Xd3xw07aDT2OekojH3yEejobascFF+hQYuj/nOwO27IAXtg75OOxNOvjXNbtS4HnnoctrXrdz/2EBfc6DZUmEz6/hscc8FZGH7I3u7cQw/c051bgyG1DG2PnkNHIdSgrAqHV3tR26uBi6OOORh6LrXS+d4nHoWqnkNN1Ebbq+3WMtTskLNOcsGHlVVKz3vCxedgqLXV/Xc8dF+cdfWlyeC0Gx64G9v9e7TbroFnun+i/bp/ZWnEYfvizZTgrrXtr9df99fjKitP12kw5r3PPO7qocuVpavuvjXZxBHbDnP586//P6ij7r/X8Ye74NDLb78RifTM66/gt7/+dJ9nm2+0iTtmbZOqtEfL0DrreStL2lZts7a9su26Tu8x3UfnulxZ0uP1XKlJjzn6vNPdddNj9F7Y/dhDcevD91X6vtHrqveZ+uxwyD7ufVOV41LPubb8U6++iIPPOBF6P2rZ+p4eccT+qw301Taoke5bWVLbqtwPVdlnTXXfbuvBaN6sKb6wnwf6/lrTvtxGgYRAm5RnoWIv1wW467OS/aCxP/Y5yT5MueX4ATqyH2BXgq/6FLBXxl2f1GtTn/XhuSlAAQpQIDsF2CoKUIACFKAABShAAQpQgAIUoAAFsl+ALaQABShAgfQLMGAx/cYN8gyJzlx/LlhW4g8npAGLHvvcG+Q1Y6Uo0FgETjzkKOw0dDg++urzcqNwamCpjmKpwXCJdMvD9+DIc07Fr39MgfH4ldZY7pGqtFNHDB3YfwAWLlmMiV9Oqsoh3Kd+BRrM2duGNPTNr06h19SN6BuD/RdbNfl7JaZlD1D+81ViPed1ISCWX0QgInVxOp6DAhSgAAUoQAEKUIACFKAABdZNgEdRgAIUoAAFKEABClCAAhSgAAXS9yeh2VHbUO4uvx56PRIJth83mbebNb8sErI5/6d9KOpnOKUABShQxwI7DxuO/XbdHSWlJfh+8i9VOnuPzl3RskVzzJwzu0r7c6fGIbD/qNHo0qETfvptMnRk0cbRarayNgTaxwMWoyaMIoSSo/bFYrD5RCoLXtRz6rOUzv1kH7T8DKd1KOBfH/+61OFpeSoKUIACDUyA1aEABShAAQpQgAIUoAAFKEABClAg+wXYQgpQgAIUoEDmC6RtOCoRdtY21Nsj0ame6Ni1Xe9YXBJMVrdjOJllhgIUoECdCuw6bAe0aNYczXJzsfWmm6/13DqK3kmHHY2mObl4/YN317o/d8hOgR22GYKLxpyBw/c+AB3atsMWG2+KPXbcCfmFBZjw+ce102iW0mgEOsQDFgsCzfzRFe0DUzQaQzQWtY9MMSSeo6C/AQJdFbPT+I99/C3bXmFbfBfO0iNg6SEiLqXnDCyVAhSgAAUoQAEKUIACFGgUAmwkBShAAQpQgAIUoAAFKEABClCAAmkXSFvAYkrX7RobwY31I5DoTLd98K7jfWFKwGKneEd9/dSMZ6UABRqzwLyFCxCJRhEIBLHvrnvg5XsewXknnIIRg4dCgxMTNkO33BpnHHUcnr7tXmy1yaZ47OXn8eEXnyU2c96IBIZsPgjnHX8qRo/cFacc/h+8NPYR3H7JlejWqQs+/fpL3heN6F6oraZ2CvtPsYXBFtBc4llJn500Re1nlFtnt+py4rypeV1XcVnXMaVPwL9WqQGl6TsXS6YABdZdgEdSgAIUoAAFKEABClCAAhSgAAUokP0CbCEFKEABClCAAhRYm0DaAhZlbWfm9joTSO0w17wmPbnONUWjMRSVxrA8GtbV6JITdXNOKEABVSxNqgAAEABJREFUCtS1wN1PPox3P52I4pISN0pW5/Ydse8ue+Cacy7G+0+Mwxcvjnfp5gsvx7/33AfFRSW44s5b8Owbr9R1VRva+RptfXJzcxEIeMn2BzwPxniY9N3XuOXhe5LrmaFAVQW6xAMWC4It3S91RKNRaNIgxaiduGenxGiLtlBd1mSz/KlHAbH/+RAR991Rj9XgqSlAAQpQgAIUoAAFKJBuAZZPAQpQgAIUoAAFKEABClCAAhSgQPYLZH0LTbpaaPtz01U0y11HgbLOdLEd8LDJH4VG19scFpSEXMld4x31boETClCAAnUokFdQgEtvvR6n/9/FeO+zjzF/0UKUlJYka6CjL67MX4kff5uMa++5Hfufegw++vLz5HZmGp/ABHufTPj8ExQWFbnvtYWLF+Gepx7FWVdfCr2fGp8IW1wTgdZBoFlAx+oD8jRgUYMVYxqwGIsHLcbsfVb2DJU4l8Qz+kwVz3JWxwL6fw/111THp+bpskqAjaEABShAAQpQgAIUoAAFKEABClAg+wXYQgpQgAIUoAAFKECB+hYw6aqAJHpu03UClrtWgco7bDVYUTvbKyZgQUmuK7NHrt9R7xY4oQAFKFAbAtUs49tffsRFN12NvY4/HMMOGo1t9hvl0pAD9sDIww/AcRedhZffe6uapXL3bBXQ4NXhh+yNwfvvjj2OOwyPvfRctjaV7UqzQPeUUaZXBlohGtXnJcBObV4DF6PQ56vVpTRXj8WvQUD/6yEiHGFxDUbcRAEKUIACFKAABepEgCehAAUoQAEKUIACFKAABShAAQpQIPsF2EIK1FAgbQGLNawXD68lAe1Q16J01BmI7XB3GV3j5/VPG2pnfDQaxdzikNvQIhBD2xCDFh0GJxSgAAUoQAEKNBqB9XKjybau9DRgMYqYfUbS56TEM1MsZtfZxyR9pIrZiQYzJg9ipt4E7CWBux72mtRbJergxDwFBShAAQpQgAIUoAAFKEABClCAAtkvwBZSgAIUoAAFKEABClAg2wUYsJjtV7iS9iU6c5Mdu4i5UYPmFPsjLOohPVNGGNJlJgpkuQCbRwEKUIACFECv+CjTeeF2iECQCFKMRv1nJX2G0rzOKyby1a+ACCAiLoEvClCAAhSgAAUosHoBbqEABShAAQpQgAIUoAAFKEABClAg+wXYQgpQoIELpC1gUTtxG3jbG131EtdEbMs1rwkxvwNeO9/nFoVQGvNvid5NNZzR7sgfClCAAhSgAAUo0EgEUgMWo/GRFSPRCKIRm3TZja7oPzvpc5R9jLIy+mRlZ/wBUH8Iei38a8Jn2Pq7CjwzBShAAQpQgAIUoAAFKEABCjQOAbaSAhSgAAUoQAEKUIACFKBAzQT86LSalVHp0SLsvK0Upp5XJjpyY7D/bM9uNOrPYZejtiN+TmlTV8O+8RGG3AIn9S/AGlCAAhSgAAUokFaBlgGgc3yE6bxwe+hzkZ9iWHWkRfvkZJ+j9LnKr5RA83aVv8hpnQvo/zxEhCMs1rk8T0gBClCAArUuwAIpQAEKUIACFKAABShAAQpQgAIUyH4BtpACFKBAIxdIW8AixzZp+HeW37FuO+GjZWl2sR+wuH7TSMNvAGtIAQpQgAIUoAAFqiGwpl3XbxpNbl4abItINIqoe0bSeRQxtxyFC17UkRbt3olnKZ1D7Ar74/J2zp+6FdD/e6i9pro9M89GAQpQgAIUoAAFKEABClCAAg1NgPWhAAUoQAEKUIACFKAABShAgYYtkLaAxXifbcNufSOtnXbk6ghAftJgRdv5rp3wtvN9enGuU2niAb2aaNevW1zbhNspQAEKUIACFKBARgtsEA9YLDVBrAi2dQGKGrQYiUShyQUqxgMYYR+iovbZSZ+pNK8Nd3nNMNWLgNj/fIgIRKRezs+TUoACFGhEAmwqBShAAQpQgAIUoAAFKEABClCAAtkvwBZSgAIUoAAF0iqQtoBF24+b1oqz8OoL6DXRzvSyecz2sccQdZ3v/nxGYZNkwf05ymLSghkKUIACFKBA+gV4hvoU2LCZP7r0yiZdEI1F/SDFSASRaATRqC5H7HNT1KaYXY65OQRurs9XqXWvuJy6jfn0CKQ+36bnDCyVAhSgAAUoQAEKUIACFKBAbQmwHApQgAIUoAAFKEABClCAAhSgQOMWSFvAYoMa3KRxX+PyHem2Y105tCNdU9T27toud0Rdx3wEK0oN5kea6i7YqFnZn0Z0KzihAAUoQAEKUIACWSigI0uvHx9ZenluZz9Y0T4juZEVozHoSItRO08kfYZKpFQOXZe6zHzdCegjrohAROrupDwTBSjQMAVYKwpQgAIUoAAFKEABClCAAhSgAAWyX4AtpAAFKEABClAgowXSFrCY0SpZXnntTNeuXJ27FI0i6lLMzacXN3cCGzeLuTknFKAABShAARVgokC2CmwSH11R27c0p7N7HookRleMRF0AowYt6jr/mSmKmH1M8lPM5u2CHsxUbwJ6BdxzrV6UeqsFT0wBClCAAhSgAAUoQIHsEGArKEABClCAAhSgAAUoQAEKUIACFMh+gfpsIQMW61O/Hs6tHbl6Wp3b7nXXwa79ulE3alDEdcj/VeQHLOZ6MWzMURaVi4kCFKAABShAgSwW2KS5P6p0aaAplgfauhEVdXRFl/RPQmvwok3ueck+OOlzVDSqQYsaJqe/BqJ/GjqLgTKgaTqwoohwhMUMuFasIkhAAQpQgAIUoAAFKEABClCAAhSgQPYLsIUUoAAFKEABClCAAmsQSFvAonbkruG83FTPAnp9NGlnuyZ/xKCY7aCPYGphU0Ri4mq4afOIm3NCAQpQoOELsIYUoAAF1k1gsxZ+wOLyZt3dL29ESiMojdikc5t0dMWo/nJHLIpYNIpoTAMV7bnsXJ+n4D822RX8qS8Beymg10JTfdWB56UABShAAQpQgAIUqCsBnocCFKAABShAAQpQgAIUoAAFKECB7BdgC7NZIG0BiyLsuW2oN47fkSu2U9cfDUiXteNdO+IjkShKS6OYVtrKVX/zeAe+W+CEAhSgAAUoQAEKZJlA7yZRtA/5AYhLm3SDBie6X+Swz0QuH426IMaojrRo8/q8pM9OMdh/sbKUYNFtiTzndSeg//MQEYhI3Z00W8/EdlGAAhSgAAUoQAEKUIACFKAABSiQ/QJsIQUoQAEKUIACFKAABepRIG0Bi363bz22jKdeRUA70G2/OmD7cf2838muwYox2wEfsR3x2kGvnfNTi1pCXz1yY+ia4486pMtMFKDAugvwSApQgAIUaHgCW6b8csainB7QZ6FSHV0xUopIqU027z8jRRGJRJF4horaZ6eG15rGWyP9v0fi2jReBbacAhSgAAUoQIGGIsB6UIACFKAABShAAQpQgAIUoAAFKJD9AmwhBSiw7gJpC1iUda8Tj0yzQLIzNxZDNBaFdrhHozHXCR+1ne+lpRH8UdgiWYutUjrykyuZoQAFKEABClCAAlkgsGVL/xczljfriWJ4KNUAxUjUPRfpL3FE7HNRJL4ctc9LUfusFLVz+xgFP8WS8yzgyIQmVFpHHVhRRCAilW7nSgpQgAIUoAAFKEABClCAAhSgAAUySoCVpQAFKEABClCAAhSgAAWyWCBtAYvagZvFbhnXNA1SXF2ldVvUdb5H453zESwt8TCj1B9lcatWfkf+6o7n+mwRYDsoQAEKUIACjUtgvdwYeub6zzmLm/V0wYrRSNTNS0pKob/EURoPYPR/ySOCqH3I1WenRALj4xrETWMvC5LXpEHUiJWgAAUoQAEKNGQB1o0CFKAABShAAQpQgAIUoAAFKECB7BdgCylAAQo0XIG0BSxycJOGedG1I1drpnNN0WgMmjQfsR30yVRaij9K2uiu6NMkiu62Q98tcEIBClCAAhSgAAWyRGCblqXJlixu1qssQLE0gtKInyL2+Sgajbhf6tBnpqj+kkcsCsRi9sdPyUI0w1QvAho3KiIQkXo5P09KAQpQgAIUoAAFKEABClCAAo1MgM2lAAUoQAEKUIACFKAABShAgXUWSFvA4jrXiAemXcD2rwO2L1fnGqioSf/kYcx2vkdsh3xiNKHfCloh8RrSKpLI1tucJ6YABShAAQpQgAK1KTC4ddQVt7xFHxTGgn6QYmkpSmyKaMBiInDRznXZBStG/SDFmD5IuaPLJpWtK9vKXDoFYrZw9ddks/yhAAUoQIEMF2D1KUABClCAAhSgAAUoQAEKUIACFMh+AbaQAhSgAAUarwADFhvptdfOXE2wne3RWBSJDnh/FKGoG0VoWYng70hbJ8SARcfACQUoQAEKUCDTBVj/uMDGzaLoEtYwN2BR8z7QX9iIlJa6YEXNa9IgxVK7zj0f6TNTNGofnWI2aSFi5/7x7plKVzHVm4AOrCgiEJF6qwNPTAEKUIACFKAABShAAQpQoAEJsCoUoAAFKEABClCAAhSgAAUoQIEGK5C2gMXG13HbYK9xsmKVXRNdZ/vfbYc7oJ3yGrioHfM6slBpSSkmF7Zxx3e0HfoDW3CURYfBCQUoQAEKUIACGS8wrLX/XBMxISxo2hul8REVI6VRF7TonoVKI+6XOnQE6qjdHrUPTfqspA9OOo/B/vNjFjPeI9MbYC+NvSx6PXhBMv1asv4UyAwB1pICFKAABShAAQpQgAIUoAAFKECB7BdgCylAAQpQgAIUSJdA2gIWRTi6SbouWk3LTQYpxjvZdVk73ROd8JFoFJFI1HXc/1LQCvmxoDvldvE/m+gWOKEABShAAQqkQ4BlUqAOBHJNDNu38QMWl7Te0D7z2Oee0tJ4oGIJ9Jc2SkpK7XqbSiPuuUifjfR5KeaenxgUVweXqVqn0P95iAhHWKyWGnemAAUoQAEKUIACFKBAPQrw1BSgAAUoQAEKUIACFKAABShAAQpkv8BqWpi2gEV2465GvAGt1kBFTYjFEI1FoZ3w2hnvp1L4HfURTIl0dLUe2jqC1kFeWYfBCQUoQAEKUIACGSswvE0UnvjVX9i8n//MUxpBiaaSCEojEejI0/osFIlEob/Moc9J0WjMPi/F9NHJppgrwD1LuRwn9SmgV0Ovhab6rAfPTYGGIsB6UIACFKAABShAAQpQgAIUoAAFKJD9AmwhBShAAQpQgAIUyFSBtAUsxvuAM9WlUdU7Go3aTne4DnjtnNdUajvsS21nvY4w9FNh26THjm390YiSK5ihAAUo0LgE2FoKUCALBBLPM3lNu2JZqJ0LUCwpLfVHVrRzl7dzfUYqjZQiap+JovoLHvaZSR+aNCgu5kZaLMPQdWVLzNW1gNj/fIgIR1isa3iejwIUoAAFKEABCmSvAFtGAQpQgAIUoAAFKEABClCAAhSgQPYLsIX1JJC2gEXbp1tPTeJp1ySQ6EzXuV6jRGe7Lmun/P+z9x9wkpxnfuf5vFVt0RYNoA264RreEiDoQBDeA4QjAYIeAEHvQG+GQ443HG80mpW0oztppWOOYksAABAASURBVLvV3epOZ3ZXu6u10miGBD05NEMOLUADggTRXenD7PN/IyMrslDtK6syI39APfm+8UZkZLzfjK438hNPvlXejE/8xrySFnXD/sftNfb9rEhavH4bCYsH82UdAggggAACCIy3wGWbMzttfRYP8qmt51t5vaPZFHXd0+v14oyLPX15wyPVDIseuk4qrpv8URdRcQ/Fg66jihqPKyWgt0Tvg2KljoHXRQABBCZNgONFAAEEEEAAAQQQQAABBBBAAIH6C9BDBBBAAAEExlFgZAmLIYxjdzmmhQLlTd08yyzLPbwsb8yXMy32ksS+3N0Rn3rimtyuIWkxWvCAAAIIIIDAAQRoHmOBG04svnyRrNpoT24613Sdoxmlu72eKZS4mPi1T4w0tdSvjZSsmGW5KeYT48zK66gx7u7UHJo+eoQQmGFxat5xOooAAggggAACCCCAwFgIcBAIIIAAAggggAACCCCAAAIIIHAUAiNLWDyKYzmMp7DJKAQyvxFf3Hy3eCNeiYpKWkyStLiJ7+U3WpvtZ/nG+PI3nVDc6I8LPCCAAAIIIIAAAhMisHd9bs/bXFzHPLXtIkuSpD+bYvHnoJW4GBMY/dpH10OJSoVfK+l6yfyCSUmKueUT0uPpOUy9I/G98fdoenpNTxGouwD9QwABBBBAAAEEEEAAAQQQQACB+gvQQwQQQAABBBCYRgESFqfxXe/3WTd1zUL8UV034mP4jd4sSy1JE9PN+vinEf2G/pd7u0z/nbUhs8v7N/u1TCCAAAIITJgAh4vAlArcclJS9DwE+8nxF8ZkxcSvcbrdXvyShmZYXJi0qGuhLFOKoodfI+maqdhJ8bhwuWjlcbkF/C21EEKM5X5tXg8BBBBAAAEEEEAAgbEV4MAQQAABBBBAAAEEEEAAAQQQQKD+AhPYw5ElLHLzdnzPBr03Ch2hyjI0a1CWZzFJMUlSK6Pndd3I/2L7JGvYOj3NbjupmJ0oLvCAAAIIIIAAAgiMucDudblds624fnnqxEutna/uJykmfs2TDP4cdC9JikRG/TlojyzPLYszLKrM/XJJMeadncLD87ep/95orsUpBKDLKyLAiyKAAAIIIIAAAggggAACCCCAQP0F6CECCCCAAAIIIIDA0guMLGExhLD0R8seRyZQJC0WfxI6y/J4Yz71m/OJ36jXDIuJ37xX0uKXenviMVy0KbPLNmexzgMCCCCwxALsDgEEEFhygTsqX7b48dZLYlJimZzY7RVJir0kjUmMmlUx8XqaZvGaKMv9mkcZcX5UueX+aDE5LlZ4GAsBffIIITDD4li8GxwEAggggAACCCBw2AJsiAACCCCAAAIIIIAAAggggAAC9Reghwg8S2BkCYvFrdxnvR4NYyZQJipa6N9495vxWZaZkhUzv0lf3qzv6UZ+kthn2tutka+Nvbhje//PKsYlHhBAAAEEEEAAgfEU2LMus+tPKK5bfn7Spdac2RATE3v6U9C9XpxdUV/M0Jc04jWPX/ckaRpnnU79esgvj2Lioq6bqj1cuFxdR315BfTZQ++HYnlfeZxfjWNDAAEEEEAAAQQQQAABBBBAAIH6C9BDBBBAAAEEEEAAAQQmT2BkCYth8iym+oh1c1ehZMXM78pnWR5v0ithMd64T5I4E1G3l9qX0lOj1UUbM3vB1uJPK8YGHhCYFgH6iQACCCAwUQJ3bZ+/Xvnx8Zda4tc13V5SJCr2eqbExa5Kb9PsimmWWpZ6+DVReX3kVcv1f97/ksdECdT/YIN/+AghWAih/p2lhwgggAACCCCwfAK8EgIIIIAAAggggAACCCCAAAII1F+AHiKAwLILjCxhUTd1l703vOARCegGvJ4wKCs34bP+LItpmlii8Bv7SlzUzfzPtnfY/ny9nmp3VxIAYgMPCCCAAAIIIIDAGAmcsyGzq7cVCYtPnXSZzYXjYqJikaSYWKfT8+XEyusclUn/z0GnMWmx+HPQul5SjFHXJv5QlrID+uyh90exlPtlXwgggAACCCCAAAIIIIAAAgggcGwCPBsBBBBAAAEEEEAAAQQQWCgwsoRFJjdZSD3ey9WbvHlMVtSfQcwsTTPTTXvdvFeyYnlz/wvZabFDZx6X2Q0nFEkAsYGHcRDgGBBAAAEEEECgL3DvjiTWsjBrP9p2uV/XJNbtKknRo9u1Xs9LD13rKEExSXUN5OHXQ1mWm2L+Oml+dkUS4yLr2DxoXsUQAjMsjs07woEggAACCCyTAC+DAAIIIIAAAggggAACCCCAAAL1F6CHCCCAQO0ERpawWDupmnZo4c12LRc35c1v0GeW+s368uZ9kvgN/p6iZ19qn2RP2Zao8rIdic2GWOUBAQQQQAABBBAYG4EXbc3sss1ZPJ6f7nyRtWyNxS9g+PVMR0mL3eK6Rl/I6Pl1jpIWk8HsiqlleWb6Ikfm10O55XE/PIyngN6d4jpWtfE8Ro4KAQQQQAABBBBAAAEEEEBgHAU4JgQQQAABBBBAAAEEEEAAgeUWIGFxucXH9PWKG7x+cMEs1v3GvG7Sx2RFv3GvG/gxdDPfb/DrJv/n0mKWxRPW5Hb/rmL2It/DoX/YAgEEEEAAAQQQWAaB+3YW1yfdtVvthydcXsymGK9jipkVO92udXxZSYyadVFJi7r20Rc2sgWzKy7D4fISxyAQ/Bo2hMAMi8dgyFMRQACBkQiwUwQQQAABBBBAAAEEEEAAAQQQqL8APUQAAQQQQOAIBUaWsKiktyM8FjYfAwG9b1mWmWZZzPxGfZpmcZbFzNt0E19/NrG8sf/37S32vbAjHvU92xM7dT0z2kQMHhBAAAEEEFgGAV7i4AL37khsz7pidsWf7HiRKSGxTEzUtUyn04ttml2x20ssSRSpl6kVSYuplbMrWjDTtZGuk/SqZak6MR4C5fvDezMe7wdHgQACCCCAAAIIIIAAAksnwJ4QQAABBBBAAAEEEEAAAQQQqJvAyBIWQ/A7u5OpNbVHrRu88Wav5aYExXiTPs/iTfskSeMNfM2yGG/2d7rxJv+neqcPvB7Y2RvUqSCAAAIIIIAAAislcPLa3B7oz/48t/kM++mms4vZFXuJdbq6hulHr+fL/cTFJInXPJpdUV/YyLLcimujolypvvC6hyegTx4hBAshHN4T2AoBBBAoBHhEAAEEEEAAAQQQQAABBBBAAIH6C9BDBBBAAAEEEBgzgZElLDLX3pi90wc5HN2MX2y1btQrdNM+SZWwmJhmWUz8hr5mItIN/yfbq+3z+Vnx6ZdvyezaE9JY5wEBBBBAYNoF6D8CKyfwqn6yoo7gxzuvGCQrdjvdmKCo2RU73Z5pWV/E0LWNvpSRxC9oJJblWZxSUddBFmLVyuulstS+ifER0GcPvTeK8TkqjgQBBBBAAAEEEEAAgWkQoI8IIIAAAggggAACCCCAAAIIIFB/gaXt4cgSFv3e7tIeKXtbFgHd5NUsi7pRH+tZFm/a608j6ia+buaXf1JRdd3s/3TvFPtF2Gz67zUnJ7ZllWoEAggggAACCCCw/AL68sTztxZfoHhq14vsmVXb4qzQSkzUdUu3P8NiR2UvsSRJ4hcy4rVOmpqSFNM08zKLSYq6Hip7Ua2XbZTjIaCJFUMIFkIYjwPiKBBYKgH2gwACCCCAAAIIIIAAAggggAAC9ReghwgggAACCCCAwJQJjCxhUUlvU2Y50d090A14tZc37os/kZjGm/o9/QnFOEtR17qdnn06K2ZZ3DSb22tP7k20BQePAALTIUAvEUCgfgJbV+s6JIkdax93kj1x0gtNX7CIM0P7dYuSFTvdnrVjvWdKYuz6srZJktSUtJhmqeWZkhV9N2F4dkVv4WdMBfTZQ9etijE9RA4LAQQQQAABBBBAYIUEeFkEEEAAAQQQQAABBBBAAAEEEKi/AD2cLIGRJSwyuclknQjVo9WN3njT13KLpd+014yLuomvm/m6qd/tJoOb/O1Ox/6hs8m+Hk6Pu7lqW2pXe8QFHhBAAAEEEEAAgWUSeHB3Yhtn9ceBzX606yrT9Uqn27VOp+PRjYmKnU7Xirau6QsYvSTpJypmXmamL2ro+ifz6x9dE5WHXq2XbZTjIxD8UEIIzLDoDsv8w8shgAACCCCAAAIIIIAAAggggED9BeghAggggAACCCCAAAJLKjCyhMUlPUp2tiwCC2/Ea7m4WW/x5r3+PGKSavahrD/LYmKamajT7ZlmJ/rPyVm2f2ZTPNYHd/fsxNVFwkBs4AEBBI5QgM0RQAABBI5E4KYTUrtiaxqf8vOdz7en1+3265NuTFTUtYoSFdudjrXbHW/vma5hut3E9EUMfSFDX8zQFzQ0u6KufyxY8cUNZS/GvfIwzgK66tS1q2Kcj5NjQwABBBBAAAEEni1ACwIIIIAAAggggAACCCCAAAII1F+AHiKAQFWAhMWqBnW/Ma/bvbpBn3vdQfxmvW7ax5v3eRZnHkoSv7nvoSTFTsdv+He71u50reXxt/m5/iSzDbNmD59S/EnG2MADAggggAACCCAwIoFT1uX20J5e3Ht7ww57fPuVptkTO/0vVeg6RRGvXdTW6/n6JH4BI00zS/pfyMiyPF7/KOlNEXfIw0QIBL9mDSFYCGH4eFlCAAEEEEAAAQQQQAABBBBAAIH6C9BDBBBAAAEEEEAAAQQQmCiBkSUscpN3os6DRQ9W72EZuoGf+g19zT6U6KZ+ksab/INkgE43zmD0nc5m+8rs2XF/l29O7d4dJC1GjBo+0CUEEEAAAQTGReCRU3o2289T+9Hu6+PsidUvVXQ6Hb9O6cQvWHS7umbpxW16SWL6Ikaqa5wstfgFjSyzXP/nxRc41EddD6kkxldAE2HqfVKM71FyZAgggAACCEymAEeNAAIIIIAAAggggAACCCCAAAL1F6CHCCCAwHIKjCxhMYT+XePl7A2vtSQC1Ru98eZvvGkf79pb5g26qa+b+7rJrz+nWCYttmMyQNc+3TvdfjJzYjyWB3YldsmmLNZ5QAABBBBAAAEEllrgdbsTO29Dca3xk93X2C/WnGTdbs863W5MUOx0irLtpeodX6drF/0p6DRJLdEXMWKyYm76gkZ5HVSWS328C/bH4hIJ6JNHCIEZFpfIk90ggAACCCCAAAIIIIAAAggsqQA7QwABBBBAAAEEEEAAAQQQqAiMLGExr7wI1ckTKG/SD0rr38TPMkv9pn68ue83+XWzv0wKUNnuFLMX/Y2db0lYHTv+5lN7tmX1cp8R8aV5QAABBBBAAIEaC1yzLbU7TkpiD+e2nWc/3napdbvdmKzY6XRjwmKr3TbVlaioUuv1hQt9+SJez2h2RY/Mr3F03ZP7NU9euWxRW3wBHsZaQG+Z3ivFWB8oB4cAAgggMAIBdokAAggggAACCCCAAAIIIIAAAvUXoIcIIIAAAnUSGFnCYqiT0pT3RTftdfNXoZv5WZZb6jf2kzQ13ezv9hLrdnsxKUCJAJ1Ox55sr7bjslM8AAAQAElEQVRPzV4c5U5cndtbT+nFOg8IIIAAAgggMEECY3yoe4/L7C2nFtcXvfXb7Ad7bjBdk3Q6vZig2FbCYj9ZsdXueJuHX690u4n1erqGUSTxixh5TFY0pSpaed0zxl3n0BYRCP7hI4TADIuL2NCEAAIIIIAAAggggAACCBxSgA0QQAABBBBAAAEEEEAAAQQQWEaBkSUs6mbvMvZj4l5qEg5YCYo6TpV6P8sZh3RTP8szSxLd6E+tlySmmYo6Sgzoh+rf6J5gX111tnZhl23O7PW7ixmQYgMPCCCAAAIIIIDAUQqsnzV7+6mJlReyj59ykzWTEJMS252OKUGx3e7EL1MocVFfrOjEZMVuvGZJ/NpFX7xI08z0RYx4neMPuuapHtLC5eo66uMl4G+f6f1SjNeRcTQIIICAGQYIIIAAAggggAACCCCAAAIIIFB/AXqIAAIIIIAAAocvUN7nPfxnHOaWIRzmhmw2MQK6AZxlxY193eBPNcOioj/DYq/XG/wJxla7HZMFHkv32hOrTo59vP2kxG45MY11HhBAAAEEEFgCAXYxpQLvPK1ne9Zlsfc/Pu1me2btDiuTEjv9L0+0lLDoUZbdbtf0BYuYrJgkcbbo1K9r4hcxvNSXMZT0FnfqD7ru8YKfCRHQR48QAjMsTsj7xWEigAACCCCAAAIIIHCEAmyOAAIIIIAAAggggAACCCCAAAI1EjhAwmKNekhXlkRAN+11Ez/XH0v0im7u6ya/EhcTJS36jX/9GcZutxdnM1KygEJJAv/JLrJ9s1vicTy8p2fP21IkGMQGHhBAAAEEEEAAgSMQeMPunl2+ufgCxNO7XmBPbrnAdP3R6XatvPaIsyv2vzzRVbtfn3Q6Pev1kmKGaF27pInpeibL4tWN5XlxEMU1T3+haOJxAgT0jvHeTcAbxSGOqQCHhQACCCCAAAIIIIAAAggggAAC9ReghwgggAACCCCAwPgIkLA4Pu/FWB6JbvxWD0w38+Ntfb8rrJv8aZYWN/6T1DRrkZIFlBigP7+oZEUlDOxvp/bXM5daMrM67urdp3XtrONIWowYPCCAQL0F6B0CCCypwD07Erv5pCJZsbHtPHt8+5XW6fas3e7GmZ1b7ba1O51Y17VIpz/boq5NeklSXLOkaZxdUYmKCl3rKHSgZak6MVkCIVicXTEErxj/IYAAAggggAACCCCwzAK8HAIIIIAAAggggAACCCCAAAII1F+AHi6ZwMyS7WnBjrjhuwBkghfL97JaZlkWZyJK08xv+qeW+M3/pJfEmYs6nV5MFuh0Ol52TUmLP+6utb9ZfXlUWONn3aOn92zH2jwu84AAAggggAACCBxK4MYTU3vlriRu1tp4sn33lFuso9kT4/VGJ86uqGuOVrsTrz1U1/putxe/VNHr9YrrlSQ1zRKtL17oeqb8U9DV65z4IjxMlED8Uo0/lO/jRB08B3tIATZAAAEEEEAAAQQQQAABBBBAAIH6C9BDBBBAAAEEEEAAgekRmBlVV0NgdpNR2a7Efsubvyr9XrD+MLTpJr9u9uumf+I3/5W0qD+1qJkWVbY1q1G7E2c5arba9u3uFvvsuufGwz9pTW7vPb1nm1fFRR4QQGBlBHhVBBBAYCIErtia2hv39OKx9tYdb4+fdod1kiwmKZYJirrWUChRMbbF65BuTGrs9r9UkSSJaXZoXb9kWW66rok77T8sXO43U0yAgD55hBDiLIsTcLgcIgIIIIAAAgggsNwCvB4CCCCAAAIIIIAAAggggAACCNRfgB4iMDECI0tYZO68iTkHjvhAdTO/TFqMZZaZZidK08yUCKAZjMoZjcqkxTJ54Gu9nfbltRfH1zx9fWbvO71ra0d2FsaX4QEBBBBAAAEEJljg8i2ZaWZmdSFbtc5+cMZLbS6sj8mKus7odLrW1J+CbnfizIpKVuzEWRe7FmdX7PZMs0Anmg06SU2Jiop4PaOvYPhFq+raPzG5Av42xgTUlXkvJ9eNI0cAAQQQQAABBBBAAAEEEEAAgcMVYDsEEEAAAQQQQAABBBBYKoGRpYqFpTpC9jM2AgtvAGs5U7JilluaZnHGoiRN45+F1kxGRdJiN86wqOSBVqttmvnoS+kp9o21F8R+nbcxsw+e0bNVIzsT48vwMKkCHDcCCCCAwFQLXLIps/ef3i0Mwow9fubdtn/1Nut2u9ZWUmK7E68t4hcj/DpD1xuqtztKVvTo9SxJ/NokSWKpWaGzNLV4/ZJnFr94oYfiFXicYIHgHz5CCMywOMHvIYeOAAIIIDDlAnQfAQQQQAABBBBAAAEEEEAAAQTqL0APEUAAgb7AyNLEuPfbF65ZoSRFdUml3uPc8njTP+8nLSopQEmLmsmo2+1Zu62EAo92p5+42I7lZ/O99q2152hXdtGm1D58RpekxajBAwIIIIAAAghIQMmKH97btZmgJbMfnHWvPb1mZ5xZsUxMjGWnY82WorjGUFun07WOX4do1uduP2lRyYp51k9S9OuXYq/zj7q2mV+qV20aehOvS/2B93Ea3m36iAACCCCAAAIIIIAAAgggsJgAbQgggAACCCCAAAIIIIDApAiMLGEx9G8uTwoEx3nkAroh7PeF/ZZ/kbSoGYuUDKCkxV6S9Gda7A3NgqQkAs20qPhMOM++s+6c+MIXb8rsI3u7tm5kZ2R8maV+YH8IIIAAAgggMAKByzb7dcGZXZvtX08+fuY99vT6U2ISor4MoeuJpmZU9CjLYmbFjnU6Ht2uKVGx10ssTdM4C7SSFbOsuGYZXMPoQsaPX8te8DPBAjpVQgjMsDjB7yGHjgACCIy5AIeHAAIIIIAAAggggAACCCCAAAL1F6CHCCCAAALLJEB62DJB1+llqjf1Vde9/txyUxKAkgHSLI1/drFIWuxZt5dYnG2x0zUlEzQ122KrbUpa/LQpafHsyHPRxsw+embXtqyKizwggAACCCCAwFQIDHfyhVtTizMr9pufOPMe+/mG0609uI5om64nlLjYbBfXE0pg1PpyZsVuNzHN9qxrEX2RQtcoinjd4tcs8dpFD/4aavOCnwkXyP349V4qvMoPAggggAACCCCAAAIIIIDA2AlwQAgggAACCCCAAAIIIIAAAggUAiQsFg71fBxhrxbeDNayIiYDZHmcyUgJAprZqNfrWafbNSURxIQCJSx6xBmR2m17LFxg315/Xjzaczdk9rEzO7ZzbRaXeUAAAQQQQACB6RG49oTU3nt6L3Y4t2A/PPc++1k/WbHT6VhL0f/SQ7yO8LpKJTDqGqPT6cUvSejaQ8mKaZr5NUlmmgU6y7zMM1Oeoq5Z4ovwUBuBEMxCCDGM/xBAAIFpFKDPCCCAAAIIIIAAAggggAACCCBQfwF6iAACCCCAQE0ERpawyI3gmpwhB+lG+R6rjDf/44xFucXkACUIpKklHppdsdMtkxY7poQCza7YbLas0Wxbs9Wyz9i59s3jLoyvdur63D5+Vs/O2UDSYgThAQEEEEBgRQV48eURuHN7Ym89pZ+sOLvWnjjvAXtq7R5rd7rW6XT8eqEdZ2fWNUTDryF0/aBriiJZsW1dfTnCI35ZIkmK65EsM83+PH+dMtwXXcMMt7A0qQLxPfYH3tNJfQc5bgQQQAABBBBAAAEEVl6AI0AAAQQQQAABBBBAAAEEEEAAgeURGFnCYgjhUD1gfY0EdHPY7xFbFmcuyi2PsyxmFmdZTJL4ZxmVtNjuJx0Mz5DUsVa7bV+ws+1rGy4z/XfC6tw+cVbXXrAl1SKBAAIIIIAAAjUWeN3JPXvNyUnsYbJ2i33vnPvt52t2Dicrtv16oT+jYqvl9f5yy8tu/GJEz8pkRV1/JGkSZ1ZM02xwfaIX0DVLtVSdmHwBffIIITDD4uS/lfSgvgL0DAEEEEAAAQQQQAABBBBAAAEE6i9ADxFAAAEEEEAAgcMSGFnCYn5YL89Gky5Q3vRXP1RX0mJuucU/u5im8c8wKlFAf5axp2SCTi8mH8TZkDqdOFNSdabFr+Sn2Rc2vEC7s1XB7H1n9Oz2k4oEhtjIAwIIIIDAAgEWEZhcgVkf6x89vWd3bC++oNDZuNO+d84rbN/qE+P1QqfTLWZWbBfXDJpZUcmKzXY7XkMoWVHb6AsR3W7Xur1e/LJEmqWWKVExy624PlFpsS4ttakk6iOgzx56XxX16RU9QQABBBBAAAEEEECgKkAdAQQQQAABBBBAAAEEEEAAAQTqLzAdPRxZwqLff54OQXo5uPkvCt0kzpQcEJMWc8uzzJI0Nc10pKTFJEms009a7HS6pkSDmLzYaluj2Tb9ecdv5ifbpzZdY72ZtdqlvX53Yg/tKf5EZGzgAQEEEEAAAQQmXmD3usx+4+yuXbG1SFZsHH+2fe+cB2wuHDe4PoiJie2OFV9uaJmSFRstle24ja4lNINzr1fMrpgkqSVxZsXMdD2S+XVI7tckeT6frDjxcHRgUYHgHz5CCMywuKgOjYclwEYIIIAAAggggAACCCCAAAIIIFB/AXqIAAIIIIAAAgggMBYCI0tY1I3hseghB7EsAkpUrL6QlpUgkCl5McviTItKIlDSopIKut1enDmp3elYs9W2Vj/KpMXvJVvtrzddZ3OrT4i7vfXE1H7pzK5tW53HZR4QQGByBDhSBBBAYKHAC7em9ptn92zvcVlc9cyO59r3995tzV5u+iJDvD5ot02JijH8OkHXC9VkxWK7rum6otdLLNEXJNLE0urMioskK+oaJb4oD7US0GcPvbeKWnWMziCAAAIIIIAAAhMkwKEigAACCCCAAAIIIIAAAggggED9BeghAkshMLKExRCW4vDYxyQJlDeIVZY3jbOsP8NRmg4lLSphsdPpmv6Eo2ZZVBJCTEhotmyu0TLNtPiTzhr73zdcaz9Zd1pkuGRTZr91Ttcu21wkN8RGHhBAAAEEEEBgogTu35XYe0/v2frZPB73U6ffYE/svi5eEygJUdcF+iJDeV1QfJmh7dcG7eILDu2O6Rqi0y2SFXVNoS9EJLrWSDPLs9zi9UfudX8JXZfEF/KHat0X+amRgD56hBDqPMNijd4tuoIAAggggAACCCCAAAIIIIAAAgcQoBkBBBBAAAEEEEAAgakQGFnC4lTo0ckDCighICYtWj9pQMkDaVrMfpSkpsQCJRiUCQdtzbTYbheJCK12/89Dt21/u2efWvcC+4eNl8TXOn51bh/e27WX70ziMg8IHLsAe0AAAQQQWA6BE3wM/5DG8B3FGJ6u2WSPn3Of/eT455iSFJWsWH6BodFsWbNZXg+0/LqgFa8RtF7b6bpB1xEKXVNoFmcFyYrL8U6O52vkfljF9adqvsAPAggggAACCCDwLAEaEEAAAQQQQAABBBBAAAEEEECg/gL0EAEEJkGAhMVJeJcm6Bh1o7g8XNUPlLSoP92oBAMlGnQ63flEhXbbBjMqNZrWULTa9uXZc+zzW66yZHZd3P39OxP7yN6eD+jJ3QAAEABJREFU7VjLTekIwgMCCCCAAAJjLHDF1tR+97yuPbc/S3Lz+DPtu+e/zp5ef8r8NYCP961Wx+KMikpWbLVMMy4rebHl65SsqGsGzc6s6weFriWUqJhmGTMrrvT7v8KvH4LF2RVD8IrxHwIIIIAAAggggAACCCCAAAIIjESAnSKAAAIIIIAAAggggAACSyAwsoRFJastwfGxiwkUqL73qi+WtKjEgoVJi0pA0KxJzXbHlJTQUHJCsxWTFpXE+J3sJPtPW262n6/bHVUu3ZzaJ8/t2HXb0rhc1wf6hQACCCCAwKQKrPIrzUf29OzR03u2abb4ksHTe6607+291+ay1TFZsUxG1Fiv5EQlKc41m1YstxfMrNi1blfRi7M1l8mKWZpalmWW5ZnF6w499NF0LdKvUtRYQG+53mtFjbtJ1xBAAAEEai5A9xBAAAEEEEAAAQQQQAABBBBAoP4C9BABBBBAwMxvI4+GIYQwmh2z14kQqN4sVj3eRLbcYjJB5mWaWjVpUcmLnU7PiqTFtilhUQkMMWmx1ba5Rsv0pyGf6sza32682r69+dLosM7P4LecWiRCbFtdJELEFTwggAACCCCAwIoKXL45td8/t2s3nZjG40jWHW9PnHO//fCkFxbjfadjLc2s3P+iwlyzZUpYLMd8zbSoa4Fmq2P6QoOuEZSsqGuG6syKWZr59YVfW/STFeOL9R90DdKvUtRcQJ88QghxlsWad5XuIYAAAggggAACCCCAAAIIHFiANQgggAACCCCAAAIIIIAAAhMgMDOqYyR1bFSy47bfAx9PNUlA9QMlLWp2JCUeKAlByQgx+skLSlSYazRtMNtSq2Va/rvZc+yxbTdbY80J8QCu2JraH57XtZtOKJIiYiMPCCCAAAIIILDsAsf51eUb9/Tsg3t7tmttFl9///bn2HcueNB+vn6PtXyM1/iu5MQ4i6KP8w2Psq5yEK32ULJit3vomRV1zRFflIepEtBnD733iqnqOJ1FAAEEllWAF0MAAQQQQAABBBBAAAEEEEAAgfoL0EMEEEAAAQRGL+C3lEfzImE0u2WvEyZQvWms+mJJi0maWjlbUq/bn2WxU8ympGSGVqtjmmVJMyzONVpe92i17YfZFvuPx99qP9h8SVRZP5vbI6f07JfO7Nre9UWCRFzBAwIIIIAAAuMuUJPju25ban98fsduPLH4AkGyZqP96My77Ad7brRGLxskKzZ9HNe4PjS+a4xXu0ej1bJ2/1qg0+3G64RuL7Fe4tcMSWK6dsj8+iHLcsvyYszXdUaVceFydR31+gkE//ARQmCGxfq9tfQIAQQQQAABBBBAAIF6CdAbBBBAAAEEEEAAAQQQQAABBBAY3Z+EVmLaOPhyDCsvUE0YUF3nRm65ZVnm4WWaWup1zbTY7fVMSYuaQak606JmWtLsS2XMzTVMoeUvr7nQPnvirTa3dnvs7CWbMvvtc7v2upN7tm5kKbnxpXhAAAEEEEAAARc4Z0NmHzuza285tWdbVufeYrZ/x2X2nQvfYE9tPDMmKrbbXS/b1mx34pcP5ppNm2v4eO6lZlJWkqLGeyUzFtt2TMmKuiaI1wc9JSomlqWZ5UpUVORe95fTtUV80f6Drjf6VYopEdA5oPddMSVdppsIILCIAE0IIIAAAggggAACCCCAAAIIIFB/AXqIAAIIIIAAApMvMLJ0rhAmH4ceLJ1A9eax6vGm8oKkRc2WpKTFXpJYp9P16FiZtNhqty0mMsRZl7zebFmcbbGhsmlPJJvsr7feZN85/nm+1+Lku2N7an96Qdtu6c/ytHS9YU8IIIDA1AnQYQQWFdi2Orc37unZr5/dtYs3FTMddjbutCfOvd9+sPt6a6bBWm0fzz00a3Kj0bT50Bje8uXWYEzXNi0f61s+7usaQNcD88mKaUxWzJSomGWmmRXj9YQ/6NpCB6hSoToxXQK6+gshMMPidL3t9BYBBBBAAAEEEEBg6QXYIwIIIIAAAggggAACCCCAAAII1F9gxXs4soTFFe8ZBzB2AtUEAtVzzYhkeUw4SNPM9KcdkzQ1JSz2ktT0px81q5KSFlrt4WSHOSU8KGnRQ8kNc15qRqavrzrb/nbny+2nG8+O/d+yyuzhPT375Lldu2Jr8ecp4woeEEAAAQQQQOCoBdb6FeQrdvbszy/oDP78czazyn522vX2nfNeZ0+vPyUmKrZaHS/bprFasyfqT0A34pcNWjFRMbb5mK4ZFjWOt32815ivREXNuNxLEuvFmRXTeJ2Q6nphQbJi2QldW5R1yukT8MtK0zmgmL7e0+PJEeBIEUAAAQQQQAABBBBAAAEEEECg/gL0EAEEEEAAAQQQQOBQAn67+VCbsB6BpROo3kRWPSYt+kOuxMXMH5WEkGaWpEWCQjmrkmZZUgKDEhmU0NBstq3RKGZpKv40dMvm5pq23+Opzox9bsML7Es7brX963fFgz9tfWaPnt6zXzu7a8/bUswAFVfwgAAC9RCgFwggsCwCs8Hs7h2p/cUFHXvZztS0rBfet+O59p1L3mI/3napabzWWN1q+VjdbBXjtZf7fdzWFw72NxrWaPoY3vJ13t7w7bStxniN991u17rdnukaQDMvp/HaILXFZlbUayt0TaGSmF6B4OdmCIEZFqf3FKDnCCCAAAIIIDAtAvQTAQQQQAABBBBAAAEEEEAAAQTqL0APay8wsoRFbhzX/tw56g7q3FBoByrz3GISQt5PWkzTzDKPpJq0qMQFDyVBtFodUyKEEhwazZZpdsW5RsOKBIiWl01T++Pp8fap42+yb5x0jTXXHK+Xs3M3ZPaBM7r2q2d37YXMuBhNeEAAAQQQQOBQAutncrt3R2J/eWHbXrWrZxtX+eDtT2qccL5976KH7PHd19lctiqOz61W28uWxXE6Jim24pcKGppZca5hsfS6So3X2l7je7vTsSJRMbFeknoklqSppUliqV8XZFnmVwq56bpB1w/+8vGnWo8NPEylQHlecD4c29vPsxFAAAEEEEAAAQQQQAABBBBAoP4C9BABBBBAAAEEEEAAgZUWGFnCYghhpfvG64+5QHlDWaUiy3LL8syyLCsSE1Ivva7ZlTTLUqejGZe61u50YijBQYkO+nOSc/3EB822qJkWFfuVFNFs2bfDbvvb7XfbP5z4Yuus2RxVztuQ2XtP79nvnNux609IYxsPCIxQgF0jgAACEylw0prcXn1yYn95Ucce2JXY5lVFN5rHn2WPX/Bq+/7pd9gzM1tNXyRotTqm0NisZESNybHuY7G+VDDXaMQvGait2WrF55SzKhYzK/ZM432vl1iSJv1rgdSvC/IiUVGPuZmuGYqjGK6XbZTTKaBPHiEEZliczrefXiOAAAIIIDBOAhwLAggggAACCCCAAAIIIIAAAgjUX4AeIoDAMQrMHOPzD/h0v598wHWsQKAUWJh0EGfHsdyUtJgpgTFNLemHZlvq9hLT7EtKbNBsTK1W2xrNtinxQQkQmm2x0WzGhIg5zeqkpMWYzNi0b63aa3+z8+X2nROvtPaaLfEQzlif25tP6dlfXtix+3cmdsJqztwIwwMCCCCAwFQLXLAxs3ee1rM/v6Bjd21PbF3/irG57Rx7/LwH7Ht777Gfr9oe//xzq922Yjxu+Zjc9NBsx42inGsOZlds+Hjc9DG70Wz59h1/rj+v3bFOp2O9bi/OqFgkK6aWJqnlug7wyP26QNcL8RpBD/13Rm39KsXUCBy4o7qC0zmhOPBWrEEAAQQQQAABBBBAAAEEEEAAgfEX4AgRQAABBBBAAAEEEECg7gL9289L382w9LtkjzUVqN5YVl25CEpO0GyLaZpZlhaJC72kF5MVNftSdzDbYrdIeGh1YmKEkiE0u2I5q9N+JS16xLKfvPit1XvtU7tebt/afq011++Iqsevzu3lOxP7iws79ujpPXvu5iy2T80DHUUAAQQQmHqB42bNbjkxtd8+p2ufOKtrLzl+fgbi/SdeaD+48HX2vTPusp+v2eVjb8ejbZrlWF8c0BcG9EWB/f0ERY3F+/Y3LLY1GnGMntMXCnxMVnKjvmjQjmO5j+36MoJHL0nilxQ07utLC6mP/7oWUD1eG+ih/y7peqFfpUAgCgT/8BFCYIbFqMEDAggggAACBxFgFQIIIIAAAggggAACCCCAAAII1F+AHiKAAAJjLjCyhMXKPeUxJ+DwxkGgmnigus4flWWiQpG4mMVEBs2+pJkWO92edTpdU8JD8aco2zEhohFnXWzZfNJEw5Q4oaSJfXNebzTj8ndmT7HHtt9hXzv5dnt6094BwxVbU/vQ3q792QXFn788db3m7BmspoIAAggggECtBC7fUsym+FcXte3hPT3be1yRtJ+tWme/2PUi+/Ylb7LHT7vNnp49weJ4216QqKixNSYqFmNs8eefm8WY7GNu/DKBl61Wx8dsRbf4AoKP4fFLCD6eK1lRsyoqWTGO+XmmeRVN1wPC1jWBSkW1ruVxCo5l5QR0rujcUKzcUfDKCCCAAAIIIIAAAggggAAC0yBAHxFAAAEEEEAAAQQQQAABBI5NYGQJiyEc24Hx7OkTqN5gVr248WyW5ZllWWYxgSFNY9JikiZFskOvZ5ptsdPpWKutJIiOabYnJSc2GkWyRJxd0esxaXGuafv3N6xMplDb4/kJ9qVt19pnT3mF/fCEy627ekPE374mt3t3JPZ753bibFP3bE9s9zqSFyMODwgggAACEy1w8abMHtnTs39yYcc+eEYxm2J57dbefIo9ufd2++al77Andr7Y9ufH2UETFTXGelTH2/0+3mq247lmy5/bMiUrFuN0N37ZQF86ULKivoSQ+hg/SFTM8piomKn0Ibe4HvCKa1frvsgPAkMC+ugRQmCGxSEVFhBAAIGJFOCgEUAAAQQQQAABBBBAAAEEEECg/gL0EAEEEEBgygVGlrA45a50/ygFqskIZT0mLsb0hdyUwJClmWkWpiRNTYkOSnjQjIvdbi8mLcaEiHY3JkgUiYstU9JEkUjRsFjGRIqm1xumbZS4+LPeGvvGcRfbY6e82r558i329OazBr3QbFOvPDmxPzyvY588t2uv3JXYeRuKBIrBRlQQQAABBBAYUwH9uecrtqb29lMT+6cXte1jZ3btphNT27K6GMuSNRvtF7teaN+98EH7ztkP2E82nWvNtsbSjo+nbWs0fCxVNL2c87FT42ijGcfQoXFV67y90Wxao9m2Vsuj/4UCfblAXzLQuK3xW+O4Ik2SYnxX4mKexboYdR1QlmVdywQCiwnoTNZ5olhsPW0IIIAAAggggAACCCCAwPQI0FMEEEAAAQQQQAABBBBAAAEExluAhMWleH/Yx5ILVG82qx6TFv0hi4kMRTKDZmNSooNCiQ9KgIiJEJXERSVKNFsta7SUbNE0JSYqQXH/XMP2eWi5mHGxaWqPCRnNlv1gZpd9Zds19tjeh+y7O6+1/RtPHfTxtEpKFv4AABAASURBVPWZ3bMjsV89u2P/5UUde8/pRdLHnnXZYBsqCCCAAAIIrKTArL/4hRszu2+nj1dnde2fX9y2R0/v2dXbEtu8ylf6T7pqne3f/hx74pz77VuXvM2e2HmlPTO7NSYoakbFZtPHzmZ/fOyXGjc1XmocVaLi/v1zQzMXaxxt+DjaahWzHrfanWJGxU7XilkVk/hlg16SxC8f6EsI8csIPr7n+nKCss782DT2e2FlqTqBwMEEQrA4u2IIXjH+QwABBEYowK4RQAABBBBAAAEEEEAAAQQQQKD+AvQQAQQQQAABBEYqMLKERW4wj/R9m4qdV88h1fPcLIblViQueplmMeFBiQ9KWuwlqXW6XdMsTp1ON864WCRdtEwzPelPU2q2RSVUDCdcNEzJF0pi3L9fM0c1fPuWPdPO7LtrzrAvbb/FPrv3Qfvuruts3+YzLQ+z8T3YuCq3F23N7JE9PfuD87r2X1zYsfef3rO7tqd20abMNKNV3JAHBBBAAIFDCrDB0QtsX1OMR685OTEl1P/LS9v28bO6MWHxvI3zCfW9tVvsmR3PtcfPvs++eem77Pu7b7CfrdsdkxQ1TipJUaGkQ42Z8+Nls0hMnGvEhH+NlTHibIotKxMZNeYqWTGWlWRFfalA43SSJpakqelLB6mP4VllVsU4xvuDxvyjl+CZ0yrgp45fJ+YxptWAfiOAAAIIIIAAAgggMCkCHCcCCCCAAAIIIIAAAggggAACCNRf4GA9HFnCYgjMbnIweNYdnkA1aUH1IsyyLLciaTGzWE9TSz16STKYuanT7ZmSFtvtTj9xsWXNZsuUkKFZoZS4qAQLJSrG2N8YJGNoeZ+W5xrFn8H05z3TDfb9NXvtKyfdYI+d9Sb71ml32U9PvMxa608adGbr6tyevzW1V5/cs18+s5jR6k/O79j7zujZK3YmduW2zPYeRyLjAIwKAggggMARCZzg44xmTrzphNQe2u1jzVld+2cXd+zPLihm/L1ze2LnbcitSKu3mGDfOn6vPXXqtfa9Cx+0b130JvvBrmuHkxRbrTg+akZiJfPPNRpWjJGNQXLivv1zXp+Lyf1FoqJvo2RF/ZloL/XcMlGx2W7H8VezHne6Xev2fGz28TnxcTpNUitnVcyt/39eEGiML2rF48LlopVHBBYX0CePEEKcZXHxLWhFYGoE6CgCCCCAAAIIIIAAAggggAACCNRfgB4igAACCCCAAAITLTCyhMX+veeJxuHgx0NACQuK8mjKepxJx3IrEhdzSzVTU5rGmZuUuNjt9kwzOnW8VOKiQn+astVux8SMOSVZNFumpEUlZsQkxkYzJi3GmRbnGvP1fvKiEhnjdq22/dBOsm9ueb596ZSX2xfPeYN955Tb7KmTLrfmhl1+VKE8XNu5NrcXbEntZTsTe9epXfvtc4pExn92Ucd+55yOfXBvL87QqD/befNJib34+NQu3ZzauRsy05+f3uXPP3FNZtvW5Hb8aiMw4BxYsXOAf3/8Dlrac0DJh5oZcfe63M5Yn9v5GzO73H//X+PjwB0npTH5/W2n9exjZ3btj87v2H/1nI79xYWdOHPiI6f07Fbf5iJ/zqbZ+auudNV6ax5/tv3slKvt++e9yr5x+XvtO2fcaz86/jJ7emaLaebDQfgYqETD/XNNm+uPf3Gc8+WibMyPgz4marwst21oDPXnNJpN04yMzVYnfjlAMxyXiYoafzWrosbkmKSocVpfOFgwq6IGzPmxPY8z5JXLWkcgcDgC+leg80ZxONuzDQIIIIAAAggggAACBxZgDQIIIIAAAggggAACCCCAAAII1F+AHq6kwMgSFufTtVaye7x2nQR0A1qhPqkswizOsJhnpsTFImkxM83glKSpKUlCyRKdbtc63V6c8anVn3Gx1U9cVLKG/uylEjFiwkajYaorWWPfXJGsoXoxo1QzJm9oudi2aXONlj3dzu2JVbvtm1ueZ1/efY997ry32d+f+Qp7fM8N9vMTn2ONjXssnV2nQx/EplW5nXFcHpNTbjoxjX+28w27E3v3aT37yN6e/drZXfvkuV374/M79o8u6No/vqBjf3lhm8CAc4BzgHOgJueAkg81M+Ifntex3zm3Y79yVteUxP42Hwdet7tnd21PTcmLF2/K7OS1ua0OSskaDCPWW7vV5raeZU/vvsJ+eOZd9u2L32R//5x32HdOv9N+uO1y+/nqk0yJhI1+YqKSDBVzGucaGr+KMW3O6/sqifn74myKDR/vfL2Pg1qvcVFlo9m0Rtxf24oZFecTFZWsqLE2zqjYS+IXCDQWl3/+WTMha6zOzf/3rhTjuOq+4N3Sshf8IHBUAsE/fIQQmGHxqPSW+Um8HAIIIIAAAggggAACCCCAAAII1F+AHiKAAAIIIIAAAgggcBCBkSUsava7g7wuqxA4agElNCi0A5VFzCcuKiEi1SxOHkpcjEmLSWLljIsqNduiotlqW4yYfNGyIhmjFf/kZZmcoeREhZIX9+2bi+uUvKhllVpX3VaJHHPNtj2ZbbYfrDvLvnXCi+2re+6yL573JvvKeW+0b595v/3g1JvtyZ1X2C9OuMjmNp1mneNOtHTVenWJQOCoBXgiAgjURyALs5as2Wztjbts7viz7Rfbn2s/PeUae+LMu+w7F7zevnHZe+ybFz5i3z39LvvBCS+0n244w57J18cxrdHU2NYyzXzYaDRjguF+zZrodY1zGrM0du2rJCnG5bmGleOayn2+XG4fE/sbrbhP7VdjZ6vdsZik2PGy27MyUbGX9GKyohIV48yKmlUxz5SmaPqSga4RNXaX75bqinKZEoGjESjPK86lo9HjOQgggAACCCAwaQIcLwIIIIAAAggggAACCCCAAAII1F+AHiJQZ4GRJSyGUGc2+jYOAtUb0qoXYTEhIvdHJS4qMaJMmFDiYrfXs5iw2O1au9ON9Xa7E/+MpZIvlITRaLRszmO/EjuU4DHXsMWSOpS8uE+zUPWTGPftb/jzmjGhcU7P9VACyH7fR0xi9PKZbrCfhG32w3V77btbLrNvnnS1feOUO+2re19tXz7/TfbFSx61r170Nvv6eQ/bt859rX377Ffad8+6z7535svse3vvtu+feY89fta9BAa1PgcaF95rZXC+8++9rufAD/z32PcVZ7/cvnvOK+zb577KvnX+g/b3F73Jvv6cd9lXn/Oofe38R+ybZ77Svn3KHfa9HVfZE1ufY0+uP92eDltsf7tng8TEVss0djV83FEyYqOpschDyx5KPozjko9D+3xM269S45fClzWexfHKx7F9vqx9xO37MzFqf81my8dKJUK2rdXpmMbOjpfVGRWVqKixNiYp6ksDHlmWmWZVzDIfmXMfo3OVXvELiWLcLuq+yA8CxySgjx4hhKWYYfGYjoMnI4AAAggggAACCCCAAAIIIIDARAhwkAgggAACCCCAAAIIILCCAiNLWFzBPvHSUySgZIdqd7Wc52YxMcJyK5MkihkXU1MShZIpYvQS63S7Hj3TbItKvohJi622tfp/LlpJGkXSRjPOOqW6EhP37Z+LiYkxwWOuYc/4stoUSgxRwse+/Y24jZ6jtrmGLytxxLffP9eMyY2NZmuQZNJoFPVn2pn9Il1jP8s32k/D8fbk7Hb7yaqd9uSaPfaT1Sfbjyc2OHbeu8M7B9qbdtvMtt3W2rib851/77U9B/T7/El/f5/03+9PzZ5kP5/ZZk/77/1f9FbbvnZqGh/iWNRqWTk2FeNE08cNDx8/5jSu+HiiMUVJ9hqTyjFHdY09++KY0zAlJe7TWLVvLo5ZWje0jY9Zeq6SFbWvOR+TlMQfw8dFHYPGSUWn3fGxs2uaUVFfAohjapLEMVbjbBxz8yJRMfexWONyMT77AN0ftLXcr1IgsCQCOrt0XimWZIfsBAEEEEAAAQSOQYCnIoAAAggggAACCCCAAAIIIIBA/QXoIQIIIHD0AiQsHr0dzxwTAd2YVpSHo3oRReJiTFpU4kSWW0yiSFNLk9TKBAslW3S6PVN0lcDY6caZo5ScMYhmyxpxxqpGTDSMCR1KAtnfsJgM4uX+uabt29eIiSAxKWT/nBVtKrWd1hd1JYnM+fO1n7kyiVGlwtv1PEXDX1frG/7aSkxp+PKzotGyBoFBjc6BvNuy4JF0mryvNXpf+T21yO/q/u90/Z4vohHHmrlGI441GgeKaPh44uFjhLYrxpCmDY0hPg7t8ygS6Bu2z8egGJVxSc8rY5/GLN9+v4852o+SFPVaGmM0m2KzTJRst+OYGBP7fXyMMxX3EuspkmToTz/HMfZZMyqaaUwux2iVC5fVRhyBAJsuKhCCxdkVQ/CK8R8CCCCAAAIIIIAAAggggAACEy7A4SOAAAIIIIAAAggggAACNRYYWcIiN6NrfNaMadd0zinKw1O9CDPNuFgmLiqhQhFngUrSmGyhP2PZ7Sctdrpda3e6g1kXW+2OxQSO/gxTSuRoNJumxI6Y4NFP+FDSx765hrc3bN++OS+bpmQRJY8o1Kblfb79vphI4tt5qXWKuD4+r+HPLULbab9xJix/nkptp3IQ/ppKYCGahkE9DKzbtNBrWtpp8Z72E9Q4t+txblffx+rv9pgw2P8dH3+3zxX9jdv473iV+/rrn/FxYp+v3+fjxz5v05iwL9bnfMxpeMwVifPart+ufWp80rb7tT9/3v65uf6/r1YxxjVbNkhSbHVMMykquhoPfXyMiYr9Ugn/aZpaFiOzOKaWiYp5bv4Th+JiDNa8d3HR27Vufrlo5RGBpRHQebfwnFuaPbMXBBBAAIE6CtAnBBBAAAEEEEAAAQQQQAABBBCovwA9RAABBBAYX4GRJSyGwOwm4/u21/vIypvVKtVTlUUUiYu5/jylh5ItlGSh2RaVvJikaT95MbH55MWexT992enG5I0yebHRbBeJHTHBo21zjVZMMpxrNE2JIfvnGjFpZF9MCmnEtn375+I2KpU0oiTFGPv22759DYvtvs0+f86+WM7ZPiWcKLxt/yBBxdvL9ZQ2sMKiNhZ5Z85Ct2HdFuc65/e0nQMaCzz0e7+M+LvN22Ipj4Y988x++4WPHYuNIYMxyMehsq4xKSZFaozysURJ9/FPPZdjWUzIn09S7HQ6xazDvZ7pzz5XZ1Msxsw0JimmaWbllwHi2FrkIg4lJhbjr69VNpkGZQKBEQnok0cIIc6yOKKXYLcIIIAAAggggAACCCCAAALzAtQQQAABBBBAAAEEEEAAAQQQOGqBkSUs9u9ZH/WB8cSFAiwfjUCZKKHnlnXlTGjGxdzyItEiy2LihZIW0ySxdMGsi0rW0MxSne588mKn07X55MVWP3mxbY1G05QIMtdo2ZzXFdWEEdX37W/YvjmPmHzSiMmMSiZRe1HO2T4lMCpZxbeJCSmDsmHP+POfGSzPxX1Vl6nPuRExyedB6DRspjtnvSbv4yS/jxz7wc9fjQPDRo2h3137/PcqoLX3AAAQAElEQVR8DI0HZb1faqwoxpO5OAZoX1qO7T6+KDkxjj8+Dqmt0Wz52NQyzRCsWRSLpPu2NdvtmIyvmRQXJikqcV9jn2ZTVGhsjONk2h8z86w/huamcbUI1YsrwHLM1fhLILAcAjrzOO+WQ5rXQACB5RHgVRBAAAEEEEAAAQQQQAABBBBAoP4C9BABBBBAAIHpFRhZwmKYXlN6PoYC1RvYZb1IrjDL/f9yhiglMsYZo9LMisSM1JSooSiSNxLrxD8Z3TElLSqU6KFQ4kezP0tVTAhptPoJjK1+8mLL9CeklUQSY25+NkYllMTY34gJjEo+2efrVe6fa1hMWqkkquzz7WIoqZGwfRjUyiDvzJl1GtZt+rnPe1ur93Ys/q2O0zlV/i6P5ZyVv+9VDiUz+jEXCYk+bviYoPUx/HlxPFFioofq+33smGs0fPxp9RMU20WyYhyf5hMUNW5pBuF2pxvHtZic3+1ZmaSYpGlM4E+TpD8eZqaZiTVe5ho3M3/MfQz1wbQcVzX8V+taJhBYLoHgHz5CCMywuFzgvA4CCCCAAAIIIIAAAuMuwPEhgAACCCCAAAIIIIAAAggggMDYCixZwuLCHvr964VNLCOw4gJKpCgPQnWFkhR1vqpUIkaapRYjzSxVJL6sSNNB8mKvl1iZwKjkjpjw0S6SGJUEoigTGIuZrdo2lMTYaMUkxkazaUouKaIxP1NWNSFF9f2NmMioWbNi0kp/uXxeTFzRdoR7uhUOE+1g3aaFbsM6Lf374P3k33eNz4Hyd3mlHPye7/8eUxKiQgnv+/bP9f9tNwdjiLZvNJoxQbHRbBVjTbNIUtRMiq2WkhS7cSbFmGQ/SFDsWZmkqKT8MlKNd0lisdQY6KGxUZGb/x+TFOcTFcsxVaXGVJUEAishoGs5nYOKlXh9XhOBaROgvwgggAACCCCAAAIIIIAAAgggUH8BeogAAggggAACCIxKYGQJiyGM6pDZLwLHJqAb2YrqXrRchJIwzKrJi0rSiImLaVYkcCiZI00t8VCyYoxuzzqD6JoSGJXQqMTFMpQ0UiQxduJsV0osmWuUySXNos2XGzF8uZ+AEpNRmq2YnDLnbUU0fHvfptlc0M5y4YPDJDvM9Jpm3aZ121P5PvJvevB7rv7vf8N/hyvmNCNi5fd8w+uNOBb47/45/33vJlouZvFtx6RE1ZWQWJQt0/iicaYcc1R2Op04NrVj2Y11jU1x3Or1YhK+Zk2MyYk+thUzC/tY5+Odxj5FbnkcE4tkMLNirMyrQ+iibUMbsIDAMgjoo0cIgRkWl8Gal0AAAQQQQAABBBBYEgF2ggACCCCAAAIIIIAAAggggAAC9ReghwcQGFnC4gFej2YExkbgUEkX1eQMJW1o1kWVSmZMkjQmL2ZpUSrhQwmMmqEqJoIoeTHOYqVExq51ut2YxNhRmxJHYult7Y6122XZiQknSjpRAopCSSsLy6KtY0pUIdo4xJnU6uUwk7Qt9NrWaTd5f2v4/vJ769n/Xpst/U5vWbOldS0/74vQclPrvL0cG5SUWITGjyKKscXHEo0tGn98zImzJw5mA+6ZxiaNUQolKMbkRI1laWZpjNTiGJdnlvv/Guuq42B1zCzrZTk2AzsHMtUCSqPlnJzqU2BB51lEAAEEEEAAAQQQQAABBBBAAIH6C9BDBBBAAAEEEEAAgUkVIGFxUt85jnvJBMqb22WpHZd1lcNJGzZI6IiJHVneT/TIrEj+SEyJIEpgVFJIkqamUKJInNUqJpIoiVHRjYmMZTJju9M1bdNpd0zJJ8XsWF1TuTCUrLKwjeXOola4LLGLn5+jNp1N2xbSjnU7k3fso7Zh//U8J6q/0xf+/u/4v4NyXIjrfKzoxLGkOxhD4rK39/oJihp/qqHxqRppTFD0cSvzyIs4VJJidWxUnUBg3ARCsDi7YgheMf5DAAEEEEAAAQQQOGYBdoAAAggggAACCCCAAAIIIIAAAvUXoIcIrJDAyBIWlei1Qn3iZRE4JgGdu2WUOyqXsyyzcsapLMuHkheVpKi2QSKIEkI0e1UZaRr//GaZRKIkRtVVKlFRoWQUzYoVk09iQkovJqRom063mpzStbaSWBa0LdyG5W70w2GyHFZliYW0Z0q+4r3rcg7X/Pfc4r/L9bu/Z+V4EMtO1zRODKL/J517Psb0kiQmx6vUWBQT572tTFKMswJrTPJxKCbbD5IUzTRuleNaOdapXDj+VdvKdZQIjJNAcR7nfp2muRbH6cgWPxZaEUAAAQQQQAABBBBAAAEEEECg/gL0EAEEEEAAAQQQQAABBBYXGFnCYgjMbrI4Oa2TJKAEjWro2KvLxc3xIuEj84WsnwRSljFxJCaJZKZExjJ5JE0SS5M0RtLzeprGZMakXyrpZL6emhIWy9C6Mso2SiX2xBiywmUyTULWs1wJi90u72dvMt9D/u0d/vtW/j5XWbqpXkbSHxeqZRxb+mNI6uNJObaoTPtjjhIR43ZZauWYlFtuavfhyhRZTMLPvV7Es8c4Er9kQkyGgD55hBDiLIuTccQcJQIIIIAAAggcowBPRwABBBBAAAEEEEAAAQQQQACB+gvQQwQQqKnAyBIWucVd0zOGbg0JDCcvKuHDrEgCyWNSSOYL2cIkxiw1JZRkWR5L1TX7VUw06SegVOtKRkn77SqV4FiGlgn3rPjgMfkesyG14P9Oeryvxvk8+efzod7D8ve5yvltE3/vFcP919ig0JihsUNRjCW+nf+bSfsxP+7kcUzyoci0naI6bg0NaL6gdV7wg4CZTR6CPnvoHFZM3tFzxAgggAACCCCAAAIIIIAAAgishACviQACCCCAAAIIIIAAAgisjMDIEhbDyvSHV0VgpAK6Cb4wqi+4cJ2WiwQRK5JFsjyWuWa5qiQyLlyOSSdpanF2rP5sWUpMqYb2W12mnrkXUYfzYFWemvm/j94Bzv069JE+8G+1PAcO/ru8GAfmExDdLUtteDnz5dy0HyUmllEs56ZxSFEdq8q62qtRtlMiMIkCwT98hBCYYXES3zyOGQEEEKirAP1CAAEEEEAAAQQQQAABBBBAAIH6C9BDBBBAAIGjEhhZwqJumB/VEfEkBCZMoJrsUdYXdqFsny/N9G+kDCWWLIw4U5Dv6EBlNWGFuhJ2iDqcB/4vw2bMz/o8syTlPa3De0ofDn0e+xmvs/6AUR0fynGjLH2YiD/z40vu44v2GJsHDwvXa3mwcgIrHDICCwWKfxOLn/8Lt2UZAQQQQAABBBBAAAEEEEBgMgQ4SgQQQAABBBBAAAEEEEAAgXoKjCxhMYR6gtW8V3RviQSUCLJYlLtfbN3CtizLTLGwfX7ZrLg5T4lDfc6B2UrKVprVp1+co7yXBz8HiiSr8ve7fvdXo2w/WHmo8aVcT4lAXQX00SOEwAyLdX2D6RcCCIxCgH0igAACCCCAAAIIIIAAAggggED9BeghAggggAACYykwsoTFsewtB4XACgscLNmkXLfwEMt2yuGEHjzq6TET1K8iua2XqU5wrk/iOXBsx7xwHNDy4Z4H2pZAYBoFNK9o+e9kGvtPnxFAAAEEEEAAAQQQQGAlBHhNBBBAAAEEEEAAAQQQQAABBBA4GoHJSlg8mh7yHAQmTKC82U55bAk/+E2mXwgx5cT/1eaHmGE0N95jDKbpHPB/FPwggMBBBEKwOLtiCF4x/kMAgVoI0AkEEEAAAQQQQAABBBBAAAEEEKi/AD1EAAEEEEAAgakUGFnCopIIplKUTiOAAAIIHLXAKn+mUk0Uaa5Hb+BnyQXYIQIIIFA3gTzX7LxFInfd+kZ/EEAAAQQQQAABBBA4WgGehwACCCCAAAIIIIAAAggggAAC9ReYxB6OLGExBBJNJvGE4JgRQACBlRSYrYxKabaSR8JrI4AAAghMkoA+eYQQ4iyLk3TcHOtEC3DwCCCAAAIIIIAAAggggAACCCBQfwF6iAACCCCAAAIIIDACgUpqyNLuPV/a3bE3BBBAAIEpEJgN6mQRacZIUkjwiAACCCBwKAGNGJrhXXGobVmPAAIIIIAAAgggMC4CHAcCCCCAAAIIIIAAAggggAACCNRfgB4i8GyBkSUsVnJOnv2qtCCAAAIIILCIwOzM/OiRLLKeJgQQQAABBBYTCD58hBCYYbGKQx0BBBBAAAEEEEAAAQQQQAABBOovQA8RQAABBBBAAAEEEJhAgZElLOaa5mQCQThkBBBA4FACrB+dwKowP3ikWRjdC7FnBBBAAIFaCeizh2ZXVNSqY3QGAQQQQAABBFZUgBdHAAEEEEAAAQQQQAABBBBAAIH6C9BDBBBYfoGRJSwG8kyW/93kFRFAAIEJF5ipDB4ZfxJ6wt9NDh8BBBA4qMCSrtRHjxACMywuqSo7QwABBBBAAAEEEEAAAQQQQOCYBdgBAggggAACCCCAAAIIIPAsgZElLD7rlWhAAIFlEuBlEJhcgdnKqJTOT7Y4uR3iyBFAAAEElkVAQ4ZmV1QsywvyIggggAACCIyFAAeBAAIIIIAAAggggAACCCCAAAL1F6CHCCCAQP0EKqkh9escPUIAAQQQmCyBasJikofJOniOFgEE6iVAbyZKIPiQEUJghsWJetc4WAQQQAABBBBAAAEEEEBgDAQ4BAQQQAABBBBAAAEEEEAAgWUXGFnCIrObLPt7OTEvyIEigAACBxJYFebXpLnmy5pfpoYAAggggMCBBDRk6POH4kDb0I4AAgggsPwCvCICCCCAAAIIIIAAAggggAACCNRfgB4igAACCCBwpAIjS1gMoZJ1cqRHxfYIIIAAAlMpMFsZOtJsKgnoNAKHK8B2CCBQEdDwEUJghsWKCVUEEEAAAQQQQAABBBCohQCdQAABBBBAAAEEEEAAAQQQQKB2AiNLWJzcebFq9x7TIQQQQGBiBGYroxIJixPztnGgCCCAwIoL6LOHZldUrPjBcAAIIDBBAhwqAggggAACCCCAAAIIIIAAAgjUX4AeIoAAAggggMC4CVRSQ5b20MLS7o69IYAAAghMgcBMZfBggsUJf8M5fAQQQGAZBYKPHyEEZlhcRnNeCgEEEEAAAQQQQACBKMADAggggAACCCCAAAIIIIAAAgjUX2CJeziyhMVc05ws8cGyOwQQQACBegtUExaZYbHe7zW9QwABBJZSQJ89NLuiYin3y74QWGkBXh8BBBBAAAEEEEAAAQQQQAABBOovQA8RQAABBBBAAIFpExhZwmII00ZJfxFAAAEEjlVgtjJ4ZKNNfD/WQ+X5CCCAAAJjJKCPHiEEZlgco/eEQ0EAAQQQQAABBMZEgMNAAAEEEEAAAQQQQAABBBBAAIH6C9DDCRMYWcLihDlwuAgggAACYyAwE+azFNMxOB4OAQEEEEBgMgQ0emh2RcVkHHFdjpJ+IIAAAggggAACCCCAAAIIIIBA/QXoIQIIIIAAAggggAACSytAwuLSerI3BBBAYGkEpnQvQzMsMsXilJ4FgF7gHwAAEABJREFUdBsBBBA4coEQLM6uGIJXjP8QQAABBBBAAIEJEuBQEUAAAQQQQAABBBBAAAEEEECg/gL0EAEEhgRGlrDI7CZDziwggAACCByGwNAMizlJJ4dBxiYIIIAAAi6Q52b6/KHwxcEPFQQQQAABBBBAAAEEEEAAAQQQqL8APUQAAQQQQAABBBBAAIHJEhhZwmIIJJpM1qnA0SJwRAJsjMBIBGZn5seOTNknI3kVdooAAgggUDcBjR4hhDjLYt36Rn8QQAABBBBYYQFeHgEEEEAAAQQQQAABBBBAAAEE6i9ADxFAAIFlFRhZwmK+rN3gxRBAAAEE6iAwY/OjR8oMi3V4S+kDAggcVICVSyWg0UOzKyqWap/sBwEEEEAAAQQQQAABBBBAAIGlEWAvCCCAAAIIIIAAAggggAACVYGRJSyG6qtQR2C5BXg9BBCYSIGZMD96kHQykW8hB40AAgisiICGjxACMyyuiD4vigACCKywAC+PAAIIIIAAAggggAACCCCAAAL1F6CHCCCAAAK1EhhZwiJ/ybNW5wmdQQABBJZFYGZGc2QVL8UMi4UDjwispACvjcCkCOizhxLdFZNyzBwnAggggAACCCCAAAIIIDAuAhwHAggggAACCCCAAAIIIIAAAsspMLKExRCWsxsT91ocMAIIIIDAIgKzlcEjy+aTFxfZlCYEEEAAAQQGAvroEUJghsWBCBUEEBgjAQ4FAQQQQAABBBBAAAEEEEAAAQTqL0APEUAAAQQQQOAIBEaWsHgEx8CmCCCAAAIIRIHqoJRaiG08IHBgAdYggAAChYBS3DW7oqJo4REBBBBAAAEEEEAAAQTqI0BPEEAAAQQQQAABBBBAAAEEEECgTgLV3JD5flFDAAEEEEBgBQRmK6NSpr/vuQLHwEsigAACCEyeQAhmIYQYxn8IIHBkAmyNAAIIIIAAAggggAACCCCAAAL1F6CHCCCAAAIIIIDAGAlUUkOW9qiY3WRpPdkbAgggMA0CM2G+l2k2X5/UGseNAAIIILA8Aspx1+cPxfK8Iq+CAAIIIIAAAggggMC8ADUEEEAAAQQQQAABBBBAAAEEEKi/AD1cOoGRJSyGUMk6WbrjZU8IIIAAAjUWmK30jXzFCgZVBBBAAIGDCuiTRwiBGRYPqjSxKzlwBBBAAAEEEEAAAQQQQAABBBCovwA9RAABBBBAAAEEEJgigZElLOZThEhXEUAAgckUGL+jDpVRKWUgGb83iCNCAAEExlRAQ4ZmV1SM6SFyWAgggAACCCCAwAoK8NIIIIAAAggggAACCCCAAAIIIFB/AXqIwOQIVFJDlvagw9Lujr0hgAACCEyBwGxQyknR0ZwpFgsIHhFAAAEEDikQ/MNHCGFlZlg85NGxAQIIIIAAAggggAACCCCAAAIITLwAHUAAAQQQQAABBBBAAIElExhZwmI+n3OyZAfLjhBAYLoE6O30CcyEMOg0MywOKKgggAACCBxCQJ89NLui4hCbshoBBBBAAAEExlCAQ0IAAQQQQAABBBBAAAEEEEAAgfoL0EMEEECgFBhZwmIl56R8LUoEEEAAAQQOKjA7n69oTLB4UCpWIoAAAocrMBXbafgIITDD4lS823QSAQQQQAABBBBAAAEEEEBgEQGaEEAAAQQQQAABBBBAAIGJERhZwuLECHCgCBy1AE9EAIGlFpgJ83tMyVicx6CGAAIIIHBQAU3urtkVFQfdkJUIIIAAAggclQBPQgABBBBAAAEEEEAAAQQQQACB+gvQQwQQQACB5RIgYXG5pHkdBBBAAIFDCpQJi5kyTw65NRsggEAtBOgEAksgEILF2RVD8IrxHwIIIIAAAggggAACCCCAwNgJcEAIIIAAAggggAACCCCAAAII9AVGlrDI7CZ94RUseGkEEEBg0gRm+3km6aQdOMeLAAIIILCiAnlups8fihU9EF4cAQQQWCEBXhYBBBBAAAEEEEAAAQQQQAABBOovQA8RQAABBBCoi8DIEhZD6Ged1EWKfiCAAAIIjFxgpj92ZEyxOHJrXuCwBdgQAQQmQECfPEIIzLI4Ae8Vh4gAAggggAACCCCAwJgKcFgIIIAAAggggAACCCCAAAIIILBMAiNLWMwP2QE2QAABBBBAYFhgNhSjR5qH4RUsIYAAAgggcBABjR6aXVFR3UzLITCmVE2oI7AyArwqAggggAACCCCAAAIIIIAAAgjUX4AeIoAAAggggAAChyewZAmLIYT4Z9jKl+W2YClBiQACCCBwuAKhPyrl2eE+g+0MAgQQQAAB848iHiGGOEIIKgbLWgihaFOdQAABBBBAAAEEEEBg4gQ4YAQQQAABBBBAAAEEEEAAAQQQqL/AlPSwnxpy9L0NIQxuBIYwX881zcnR75ZnIoAAAghMocBsv89pv6RAAAEEEEDgcAT02UOzKSpCCPEpIRRl2VaWIYTB55e4IQ8ImBkICCCAAAIIIIAAAggggAACCCBQfwF6iAACCCCAAAIIIDAeAsecsKgbf4qyOyGEWO0Xsc4DAggggMDUChxRx2eKIcQyZZ4c0TPZGAEEEEBgmgU0fIQQnpWIGMJ8WwhhmonoOwIIIIAAAgggMGoB9o8AAggggAACCCCAAAIIIIAAAvUXoIcILInAMScsLjyKLMsWNrGMAAIIIIDAYQnM9kelNCOp5LDA2AgBBBBAIApocnd9iUoRQhhKXAwhxG3KB22jegjD7Wob3+DIEEAAAQQQQAABBBBAAAEEEECg/gL0EAEEEEAAAQQQQACB6RDop4YcfWdDKG70hRDijcGZmfld/sHVs/YXNyhWLShn7R95e4zri/qfe7lY/Jm3x7hu1v6sEn/q9Wr8yXUz9ife9ifXenntrBXljP2xL1fjj/rLf3TNjFXjD315sfiDq2esiBDL37862O9723AZ7PeuGo5P+vJQvCSYln/Xy8Xid7y9Gr99pdlvXxk8qqXZb3l7jBf36yo9fnNB/IYvD8UVZr/h8esL4teuyE1tv/ai3FSPpdd/9QDxKy/M7Vd8XSy9/okDxMdfkNvHfV0svf7LL8jsl59VZvax53v4uliq3o9f8rIaH31eZh/1tliq3o+PeFlEarG8vCg/7GU1PuTLQ/Hc1LT8QS+r8QFfHorLUtPy+70cjsS0/L7LEnufr3vfpV56vPcA8R5vj/GcxFQ+6uVi8W5vj3FJz959SeJRlO/y5Wq805djXNyzQen1dxwg3n5Rz6rxNl8ejq5p+a0Xdu2tF/Y8VHbtLb68WLz5gq5V4039ZZXVeOP5XSuiM1Q+cn7HqvGG8zq2WDzs7THO7dig9PpDC+JBXy6ibbE8x8tzOvZ6L18/KNv95ba97mwPXxdLr7/2APEab49xVtte4/HqQbSsqBflq85s2avO8lDp8UoPtamsxgN7W/aAr4ul6v14hZfVuP+Mlt3vbbFU/YymqX6fl0NxetO0/HIvq/EyXx6K05qm5Xu9XCzuOa1h9/i6e04tyru9XCzu8vYYpzRM5Z1eLhYv9fYYexqm8g4vi5izann7njmLsdvLfpy6IYkD0prZzG7zNsWtXsY4ec4GpddvOUDcvGu/3bxrzqMob/LlxeLGnfvtRl8XS6/fcIC4fsd+Wyyu27HPrvN11/XLa7fvs8XiGm+vxtUn7bPF4ipvH4oT99lVHi858Rl7SaW80peH4oRn7EqPFx8grtj2jF3h62Lp9Rc9K35hanvhtl/YC33dC4/38vhn7AVeLhbP3/oLe76vi6XXn+ehuspqXO7tMbb8wi6vxHO3PG3P9eWyvGzz03aZt8VS9X5c6uVQbHratPwcL6txiS8Pxcafm5Yv9vLijU/bxbH8+aC8yJdjbPi5qbzQy8XiAm+PcdzPTeX5Xi4W5x33MzvP1523vijPVemhshrneFuMdT+zQen1sxfEWb4cY+3PrCifsrO8fubap+zMQal6EXvXPGXVOMOXF4vTVz9lp/u6WKrej9O8rMapq35qp656yqNa/tRO8fZq7Jn9qe3xtliq3o/dXlbj5Jmf2nA8GZd3zTxpu3zdrlh6PRSx08tq7PDlobAnbYfH9gPESd4eI3/STvI4Mf+JnTgoVS/iBG+Pkf3ETvDYdoA4Pv2JHe/rYql6P7Z6WcSPTeWW9Me2xdu2JF5WYrPXq7Gp92Pb5G2xVL0fG71cLDZ0f2xF/CiWx3V/ZMd526DsaPlHtt7LxWKdt8do/8hUrvVysVjj7TFaPzSVq71c3fqRrY7lDwflKl+O0fyhDUqvzy6IGV+O0fihDUqvh0E8Yapb4wkzb7M5lR4qPfIDRLb/Cct8XSy9nlYi7+6Pn0VCKD6ThBBsxj+XhBBM/4UQ4vqyrrKMMoGxXKZEAAEEEEAAgZoK0C0EEEAAAQQQQAABBBBAAAEEEKi/AD1EAIGJEJjPLjyGww0hPOvZuvF35vFmZ20t4kwvz9yaW1GanbnFI7Z52a9r22et1zpFf9u9vo+9qm8p9rXXy71aHyM3rYvb+HKsq1wQZ5TLvh/VFeV+zvD9afmMzbmpXrSrbv1lM7WdsblYjmWsa7kS8fm+rNLXn+77PV11L7Vf1cu2WPd1w6VZsd5LX3dajKJ+uu+vWM7tQOXpm3LT/k7zMkZ8fmX7TVnxXF9/qkfcj5en+naK8jlaNxRar+0U1bqWPU7x/Z7i5alenjpU5nZqpe2UjbkV23l7v67lQaitGv7c4jlZfN6ejZkpTvFSsce33eP1Pf6asYzLuW+zeOz2bXdv0DrtJ7e47G3FczPbvcHbPWK7l4N236Zo8+d4+27fx26Vsd3bylJtHif3I26juq9X22BZbQeJXb5OoecMxXGZnazw9Sq1jaLcZpevGwrfTut3bUgtlsd5Gbcpyp1e36m2uF1qxXJmu7xdUS4fuExth2+70/ehbXas92WPYrncn7f5Nju0zfrMdnrs6Ieeo9A+Yvhzi3X+HG3jz9E+t3upUF2x3bdTqK7Y7ttq+dllamo7KW6fed2X13nE5WeXJ/k6xXYvFXqeoth3alo3FL6fuKxS4c870SO2eam6QvtQm+qLR2JFu5drU6976c8/IUZRj+u1ziO2exnb4japqe1EtXmcUMa6xGJdpbZbq+XEtnmpiOtU93Xzy6mvP1D4c9ekvs/EI/XtkuFY48sK7bMsVffj0f6P9+cer3Yvt3kc7+uO93XHe7l+No/jSbDctM1Q+Hotb/XnKlRXqH5EsTqxrQrtpyxVL0NtHlv6Ue57y5qebfFttqz2sr+u3Ca2aZ2iv26zl4pyG9UV1WXVN/v+ivZiv5tX9SxGbPd63E+lXJX4+vnY5OsV2odikz9/k28zKH0/sa5SEdf3LLZ5faNvu9HL8jnDy4lpXWyb7Xm9WN4U61ruxf3Ebco2ldXwfWv9Bm/boLqXGz3ispdaN1j29WX7wvI431ZRtquuKJc3zHRNdbUdN9OL9cGynutt5TqtH9S1TtFfv95LRdxG9dmuFctd03PW+71pIq4AABAASURBVOsMR8/XF9sU7T1bp+f1Q3XF+tDz7Xq+rmvrvL7O97POt1nnpZ63Lni76l6u91B70bbgOXqux9p+xO18P2v9OWu9jM9R/RCxxtcr4vNUt65VlwftWuex1terbY2XCtXVpufEULtvp3VDoTaFdeL+V/t2inIb1Qfh2w3q/e0Gy3nXVF/l7QrVFat8v1pelXdM5WovFUV7Jz5ntbbx56/Sc1VWQ20KtcWyY6u8Puv7mfUy7ifWOzbr+ynavV62+TaxLetaLOOy6mVoW69n/VLPi3Utd2zGlxWz/bYZL4eiv37G96/thtb5tsHXBy9je7+u5cMN8+cqQtq2wXPSznzd16vdvK3Yztf162Wb2lVfNLK2qT33/ed6npfmoXrupfXbci/zpGOxVH1haJ3Cn1Ns1+5vq9Ij6Ueemz6DhBBisqL5fyGEQaKiLw5+QgiL1geNVBBAAAEEEEAAAQQQQAABBBBA4FkCNCCAAAIIIIAAAggggAACSyEwc7Q7CWH+Jp/2EUIY3Azc8tw7TLHxklts/cU327qLbrS1F9xga86/3lade43HtTZ77tU2c7biqljOnn2VhbNeYjMeqs+co/arbNbLofDnFMtXm7Zbdc7Vtsq3KUrV++H7V9tqLxWqK1b79jHOvcpUrvFyTX+b1f162TbffrWpXo21511ta/15a7xUxGWvq62oXxPXrz3PS29f5+VQnH+NxWWVHut9m/Vxm6tj+/rzr7b1alMZ4xqLbdrWl4/z8qBxwTWm9Ru8VBznpWKDPy/GBdfaoPR12maDt230+kYvN1x4jalto5cxYvs1tslLRdm2ydcPx7VWLHupbS/00rfZ7KVik5eKzRdda1qOZbXu69W+5aJrbIu3z5fX+vJ829aLrzVF3EZ133ZrJY73NoW2Uag+HNdZsVyU2y6+zobiEm/32HbJtbZNpe9vUMa62q+1E3x9Edf16/3yOV56nOjPPdHLE7xUxGWvq01xkq9TqK5QvYjrrV/2y+u8rLRd6suV2O77GQpft70SO7yu2H7p9bZD9cu8vOw6r3vpyzu9XbHDS8VOX79o+Hq17/Ln7vJt5svrbb5+nZ383Otj7PIyRtzW27w8WeHt5TbVcre3K05+7g128uXX224vd8e2G2J9jy8rdmvd5TfYHi/3DMrrbY9vuye2ed3LUwZxgxX1G0zrT3neDTYUvo9TKnGqrz9YnPa8G+20599gp3qp7U7z7WNbvzzd1ym0jUL1GL7+dEV/fWzz+hmDuNFi/QVevuAGO6Nf7n3+jaY4w8sYsd3bvNzrcUZ/271e7vXlsjzTlxVl25m+TstnvvBGK+Ms1dXu5VlexlB9kTjb2xRnvegmO+tFN9pZLyzKs70cCl93tm9zdr88x0tFsXyjqV6Nc33bc+M2N9nmk3ZpSLFVa46zc6+4qQitV12lx3leP1ic/+Kb7fwX32TnXXGzx012vm9/vtcHpa/T+oVxgbcrynbVq3Gh7/dCbXPlzXbBlTfZhV5eqDK232zFei9j+812kZeKuE2s39Rv8/IlN9nF/tyLYmjbmwbrLn7JzbZo+D7UfomvV6iuUH0orrrFLrnqZo+ifM5LbrGh8HXP8W2e0y8v9VJRLN9sql96db/0dZf5tpd5eenVt8R1l6n0UKmI7ZVltSme620K1RXPveYW03IsVS+jv93lvny512Op+oJ43rW32PMqbaoPxbW3xvXPU6lt++XzvVTE9mtuNdWr8QLf9gXa5rpb4roXeBlD7ar7urjNdbeayhd6uWhcf6up/UW+XqG6QvUYvr4ob7MXqX59UV5xncrb7ApvK+q3+vr+sm8T233di2+41V7s5RVeKlQv2m6L7S++oVJ6/cp+xHbVb7zNyjaVL/E2heqKl/h6LcfS61f2I7ZpW19W/SovFeV2qse46TYblGXdt726jJtut1hX6euv7pfXeKkolm831atxrW97rba5+ba47lovh8LXxW1uvt0Gpdev68e1Xiquu+V2K9uG6r5e7df7+uu9fv0td9j1qg/K2335DrvB224YtJXLt/fbb7cbb/XQNl7eUIkb/Tk3xvbiOTfeeodvu0jcVrTd5Otv8nosVS+j33azlwcM3/YWX68ot1E9xu132KBUvR+3+vYxbn+pqbzFy1t83a1e3joofd0dHrGtKG/zdbf58qC84w67rRK3e10Rt4n1l5qWb/f9KO7wUqG64o6XvtSGQuvVplLhdT3/pS+9017q9ZfeeZe99M477c4Yd9ldd99ld99zj93jce+998ZkxZmZmUEZQvE5JYSijAMNDwgggAACCIyfAEeEAAIIIIAAAggggAACCCCAAAL1F6CHCCCAAAIucFQJiyEEf2rxE0IYJCqGEGzb5bfbjrvebyfc/qhtu+3dtvXmd9imG95qG657sx137Zts/TVvsrVXvcHWXfWIrX3Jw7bGY/WVD8ZSdcXqKx+yNQeItS95yNb6uliqviDW+fJisf6qh2w4Hu4vF+VxVz1sQ3F1sbzBy4PFRl8/FNc8bFre5OXBYrOvH4pr32Cbr33Ytni5ZVC+ob/8Btvq7UNxXb9Npcfxh4htvj7G9W+wbZU4wetFPGLV8sTrH7GhuMGXK3GS1xeL7d4e48ZHbPsiscPbFoudNz1iO31dLFW/6Y1W1Ityly8vFiff/EY72dfFUvUFsduXF4s9t7zRDhan+Poi3mSxvLUoT/XyYHGarx+K295kWj7dy4PFGb5+KG5/k53hsXcQb7aiXpRn3v5mG4o7fLkSZ3l9sTi7364yxkvfbGdX4hyvLxbnenuMO99sRfkWO1f1O4vyPC8Xi/O9PcZdb7HzF4kLvG2xuPDut9iFvi6Wqi+Ii+5+q13kbcPlW+3iezx8XSxVXxCX+PJi8Zx732oHi0t9/VC87K2m5cu8LOJt9uzybfbcly2Il/uyx+WHiOf5+qG47232PI/nHyBecN/b7QW+blDe78v3v81eEMu32wu9XCxe1G9/0SvebqrHUvV+XOHlYvFib4/xwNttUKrejysfeIdd6fUrh8p32Et8OcYrvb5IXOVtO047Ow4u6zdvNS0rrn7VO+xqXxdL1RfENb68WFz76ndYEe9cpHynXffqxeP617zTDhY3+PqheO077QaPGw8QN732XXaTr7upLF+nZQ+VHjcfIm7x9TFe/y4blF6/9QBxm7cPxYPvstsqcfuD77bbfXm4fLfd4e0xHurXVVbipV5fLO709hgPv9sGper9uMvL4XjUtHz3w4/a3b7u7jd4uUjc422Lxb2PPGoHi5f5+sXi5W981BaP98T2+974HrvPtylKr7/Jw9vu9/Jg8QpfPxRvfo+9wuOBA8QrvX0o3vIei8tvea+90uuv8vJVzyrfa6+K7e+1V3sZ4639ukqP1xwgXuvtQ/G299prK/E6rw/H+0zLr3/b++z1vu71b/dykXjQ2xaLh7w9xjveZw8tEg9722Lxhne+z97g62Kp+iDeb2p75J3vt0e87ZFYql7EG9/1fjtYvMnXF/F+i+W7i/LNXh4s3uLri/iAxfLRonyrl2999P1WlB94Vvk2Xz8U7/mAvc3j7QeId3j7ULz3AxaXVXq881nxQSvaivJd7/2gxXifl5V4t9cXi0e9fSje/0F7tBLv8fpi8V5vj/GBD9p7Y3xoqHzfBz5ki8X7P/ghe7+vi6XqC+IDvrxYfPBDH7IP+rpYqu7xoQ9/2MrlD2nZ48Mf/oh99KMftV/6pY/Zxz72MfvEJz5hv/qrv2pr1qwZSlZU8mIIIY4veghhvq5lRQjPblM7gQACCCCAAAIIIIAAAgggMEkCHCsCCCCAAAIIIIAAAggggMAkCBxRwmIIwzfyQghDyYohhNjnEILNzs7GWLVqlSlWr149tKw2hdoVqiuqdS0Thd/YOvTfX46P94lzgHNgKc6BYLnpvzCL51J4sg/OI84BzoG6nQPlZwWVCvVPnztUVkNJimXEccU/n2g5hDD0+UXrygghlFVKBBBAAIHFBGhDAAEEEEAAAQQQQAABBBBAAIH6C9BDBBBAAAEElkFg5khfI4RgeV4klJTPDSHEG38hhDibiW4a6oagQvUyqjcRVdfsJyp1s1FRLqsk1sTZYXDAgXOAc2CazoGZYPG/EGb4HbiGc3+azn36yvnOOXDwc6D8rKBysdBnivIzR7UsP4+oDCFYCKE/zhRlXOABAQQQQAABBBBAAAEEEFgmAV4GAQQQQAABBBBAAAEEEEAAAQTMjjhhUWghhHizL4T5Uu26EagIIZhK3SzUzUPdVCxL1XVDVqWiWl9sWW3HEMZzV2OwGgP+HXAOTMo5EPozLNrMLL+7+N3FOcA5wDnAOTA4B8rPDCoV1XFt4fLs7Gyc4V2lPpOEEIY+u1jlvxBCXFr4hazYyAMCCEyaAMeLAAIIIIAAAggggAACCCCAAAL1F6CHCCCAAAIIIFADgSNOWFx4M0/LIYTBTUDdFNTNwTLKZd1ULJMWy1JtusFIHHxGGXzw4RzgHJiWc6AclGZmZ5lhcaxmWOTf4LT8G6SfnOvjfg7o80MZOlbV9dlCUa1XP4vo84gihOIzS7Vu/IcAAggggAACCCCAAAIVAaoIIIAAAggggAACCCCAAAIIIFB/gZXvYZkbctRHEkKIzw0hLJq0qJuHZZQ3FVUqdFNRUdbLUm0EM8JxDnAOcA5M3zkQQh7HlJnZ6es75zvvOecA5wDnwMHPgfKzgkqFPmOUZuWy2hRKWFRiYlmqHkLxeSUONP6gL155EX9CCLHkAYGRCrBzBBBAAAEEEEAAAQQQQAABBBCovwA9RAABBBBAAAEEEDikwFElLIZQ3NALIQwlKepGYDV0g1Chm4ZllDcVVerGYlkurGuZYJYfzgHOAc6B6ToHQl4mLM4e0QyLnCfTdZ7wfvN+cw5M3zmgzwwKvfdlWda1XH7WKEt9BlGUn03M/wsh+KMNPr+Y/xdCiMte5QcBBBBAAAEEEEBgAgQ4RAQQQAABBBBAAAEEEEAAAQQQqL8APay/wBEnLIYQnqUSQog3+kIIVt4UVKmbhGWUNw9V6qaioqyXpdqIg88sgw8+nAOcA3U+B6yfsBhmZ63O/aRv/DvmHOAc4Bw4snOgmpxY2pWfIapl+dmjLPWZpBohBCv/C2G+rrbqjItansKgywgggAACCCCAAAIIIIAAAgggUH8BeogAAggggAACCCCAwIoLHHHCYnnEIRQ3+EKYL0Mo6tWbgrpZqJuI1bKsq11RvemoZWKVYYAB50CdzgH6crjn80woZlgMYZbfg6s4bw73vGE7zhXOgek5B/S5YeH7rTZ9vlBoXfWziOohBAshxI8xIRSlFkKYrytZMYT5Za0nEEAAAQQQQACBIxfgGQgggAACCCCAAAIIIIAAAgggUH8BeogAAscqcMQJi7qZpxdVGUJxUy+E+bK8KaiyGrqBqGXdRFRdobpC7Qq1EbOGAQacA5wD03oO5Fk0Zx98AAAQAElEQVSmIcZmVq3id+Es/w6m9d8B/ebc5xw4wDngvxf1mUGfH2RUlmorl8u6llVXhBBiwmIIIY4xIRSlPs/EBh4QQAABBBBAAAEEEEAAAQQQQGB8BDgSBBBAAAEEEEAAAQQQqL3AzJH2MITiBl8IwXSTL4T55RDC4GZgCGHoz0PrZmF541DlgUI3HonpmSWH93o83mveB96HcTkHLE9N/83M8p6My3vCcXAucg5wDozLOVB+fig/V5TLOj7V1V6NEIKGlMHnEy2E8Oy26mcabUMggAACCCBQZwH6hgACCCCAAAIIIIAAAggggAAC9ReghwgggMC4CxxxwmK1QyEMJy2W60IIMVkxhGeXi91MVFsZ1ZuM1GeiIw44cA5wDkzLOWB5/09Cz8zy+2+G835aznv6WZtznd9bI/69NTs7O5h9t/x3o7YQQkxKLNtUhjDcFkKxbP5fCMVnGK/GnxBCLHlAAAEEEEAAAQQQQAABBBBA4DAE2AQBBBBAAAEEEEAAAQQQQOAYBWaO8fnx5mB1VpIQ5m/4hRDi+hDC4AZuCPN13UwkuEl/6HMAI4w4B6blHLCsmGExzMwOxo1p6Tv95N855wDnAOfAkZ8DIcx/tgihqIcw/xkkhPnkxBCC6b/qZxctEwgggAAC4yTAsSCAAAIIIIAAAggggAACCCCAQP0F6CECCCCAwLQLzCwFQAjDNwJDCINERe1fN19VhjDfHgL1EDAIAYMQMAgBgxAwCCH4UNGfYXF2djCOhBCoY8A5sBTnAPvgPJqCc8AHkqH3ubq8sK5lAgEEEEAAAQQQQAABBBConQAdQgABBBBAAAEEEEAAAQQQQGDMBZYkYVF9DKFIKKnWQ5hvU9KiIoSiLYSi1PaTHhw/AggggMASCZQzLIbZJdohu0EAAQQQqKNACMVniRDmS33WUJT9DSHEaghFGRd4QAABBI5RgKcjgAACCCCAAAIIIIAAAggggED9BeghAggggAACCIxWYMkSFnWY+vNqKo8kQghDs6CEwHIIGISAQQgYhIBBCNNlkKX9PwnNDIvTODbS5yn79x7CdP1+C4H+hrB0Bof6vBFCiJuEUJRaOJrPKnoegQACCCCAAAIIIIAAAksqwM4QQAABBBBAAAEEEEAAAQQQQKD+Agft4ZImLIYwf0OwfNUQQkxAWLgcQtEeAmUIGISAQQgYhIBBCNNtkOdZHC5CmLEQptsiBPofAgYhYBACBiFgEMKhDeIA4g8hBH989k8Ii7c/e0taEJhkAY4dAQQQQAABBBBAAAEEEEAAAQTqL0APEUAAAQQQQACByRaYGfXh53luBAacA5wDnAOcA4dzDlj/T0LbzOz4jR2MZ7wnnAOcA5wDE3UOjPpzDvtHAAEEEEAAAQQQqKkA3UIAAQQQQAABBBBAAAEEEEAAgfoL0MMVFRh5wmIIgVmyMOAc4BzgHOAcOKxzIM+KGRZnZmcPa/sQGGNCwCAEDELAIAQMQsAghHmDFf2UxYsfUIAVCCCAAAIIIIAAAggggAACCCBQfwF6iAACCCCAAAIIIIDAwQRGnrB4sBdnHQIIIIDAkgnUYkd5lhT9CLNFySMCCCCAAAIIIIAAAggggAACCFQFqCOAAAIIIIAAAggggAACCCCAQP0F6CECtRYgYbHWby+dQwABBCZLoJxhMcwwPE3WO8fRIoAAAnURoB8IIIAAAggggAACCCCAAAIIIFB/AXqIAAIIIIAAAggggAACKylARshK6vPaCEyTAH1F4HAEsrTYaoYZFgsIHhFAAAEEEEAAAQQQQACBCRPgcBFAAAEEEEAAAQQQQAABBBBAoP4C9BABBBA4BgESFo8Bj6cigAACCCytQJ5ncYczJCxGBx4QQACBhQIsI4AAAggggAACCCCAAAIIIIBA/QXoIQIIIIAAAggggAACCCBQZwESFuv87tK3IxFgWwQQGAcBZlgch3eBY0AAAQQQQAABBBBAoM4C9A0BBBBAAAEEEEAAAQQQQAABBOovQA8RQAABBMZYgITFMX5zODQEEEBg2gSytPiT0GGG4Wna3nv6WxcB+oEAAggggAACCCCAAAIIIIAAAvUXoIcIIIAAAggggAACCCCAAAIIHL0AGSFHb7e8z+TVEEAAgWkQyLOil4HhqYDgEQEEEEAAAQQQQGDqBOgwAggggAACCCCAAAIIIIAAAgjUX4AeIoAAAgggMMUCZIRM8ZtP1xFAAIFxE8j7fxJ6ZnbVuB0ax1MTAbqBAAIIIIAAAggggAACCCCAAAL1F6CHCCCAAAIIIIAAAggggAACCCAwvgJLlbA4vj3kyBBAAAEEJkcg68+wOMPwNDlvGkeKAAIIIIAAAlMmQHcRQAABBBBAAAEEEEAAAQQQQKD+AvQQAQQQQAABBBAYmQAZISOjZccIIIAAAkcqkJd/EtrCkT61JtvTDQQQQAABBBBAAAEEEEAAAQQQqL8APUQAAQQQQAABBBBAAAEEEEAAgfoL0MMDCZCweCAZ2hFAAAEEEEAAAQQQQAABBCZPgCNGAAEEEEAAAQQQQAABBBBAAIH6C9BDBBBAAAEEEEAAgYkVIGFxYt86DhwBBBBYfgFeEQEEEEAAAQQQQAABBBBAAAEE6i9ADxFAAAEEEEAAAQQQQAABBBBAoP4C9BCBlRIgYXGl5HldBBBAAAEEEEAAAQQQmEYB+owAAggggAACCCCAAAIIIIAAAvUXoIcIIIAAAggggAACCCBwAAESFg8AQzMCCEyiAMeMAAIIIIAAAggggAACCCCAAAL1F6CHCCCAAAIIIIAAAggggAACCCBQfwF6iAACdRUgYbGu7yz9QgABBBBAAAEEEEDgaAR4DgIIIIAAAggggAACCCCAAAII1F+AHiKAAAIIIIAAAggggAACKyRAwuIKwfOy0ylArxFAAAEEEEAAAQQQQAABBBBAoP4C9BABBBBAAAEEEEAAAQQQQAABBOovQA8RQAABBI5OgITFo3PjWQgggAACCCCAAAIrI8CrIoAAAggggAACCCCAAAIIIIBA/QXoIQIIIIAAAggggAACCCCAQE0FSFis6Rt7dN3iWQgggAACCCCAAAIIIIAAAgggUH8BeogAAggggAACCCCAAAIIIIAAAvUXoIcIIIAAAgiMpwAJi+P5vnBUCCCAAAIIIDCpAhw3AggggAACCCCAAAIIIIAAAgjUX4AeIoAAAggggAACCCCAAAIIIIDAUQlMVMLiUfWQJyGAAAIIIIAAAggggAACCCCAwEQJcLAIIIAAAggggAACCCCAAAIIIFB/AXqIAAIIIIAAAtMpQMLidL7v9BoBBBBAYHoF6DkCCCCAAAIIIIAAAggggAACCNRfgB4igAACCCCAAAIIIIAAAggggED9BSayhyQsTuTbxkEjgAACCCCAAAIIIIAAAgisnACvjAACCCCAAAIIIIAAAggggAAC9ReghwgggAACCCCAAAKjECBhcRSq7BMBBBBA4OgFeCYCCCCAAAIIIIAAAggggAACCNRfgB4igAACCCCAAAIIIIAAAggggED9BeghAosIkLC4CApNCCCAAAIIIIAAAggggMAkC3DsCCCAAAIIIIAAAggggAACCCBQfwF6iAACCCCAAAIIIIDAJAqQsDiJ7xrHjAACKynAayOAAAIIIIAAAggggAACCCCAQP0F6CECCCCAAAIIIIAAAggggAACCNRfgB4igMAKCJCwuALovCQCCCCAAAIIIIAAAtMtQO8RQAABBBBAAAEEEEAAAQQQQKD+AvQQAQQQQAABBBBAAAEEEHi2AAmLzzahBYHJFuDoEUAAAQQQQAABBBBAAAEEEECg/gL0EAEEEEAAAQQQQAABBBBAAAEE6i9ADxFAAIEaCpCwWMM3lS4hgAACCCCAAAIIHJsAz0YAAQQQQAABBBBAAAEEEEAAgfoL0EMEEEAAAQQQQAABBBBAAIHlFyBhcfnNp/0V6T8CCCCAAAIIIIAAAggggAACCNRfgB4igAACCCCAAAIIIIAAAggggED9BeghAggggAACRyxAwuIRk/EEBBBAAAEEEEBgpQV4fQQQQAABBBBAAAEEEEAAAQQQqL8APUQAAQQQQAABBBBAAAEEEECgfgIkLC58T1lGAAEEEEAAAQQQQAABBBBAAIH6C9BDBBBAAAEEEEAAAQQQQAABBBCovwA9RAABBBBAAIGxEyBhcezeEg4IAQQQQACByRegBwgggAACCCCAAAIIIIAAAgggUH8BeogAAggggAACCCCAAAIIIIAAAvUXWOoekrC41KLsDwEEEEAAAQQQQAABBBBAAIFjF2APCCCAAAIIIIAAAggggAACCCBQfwF6iAACCCCAAAIITJ0ACYtT95bTYQQQQAABMwwQQAABBBBAAAEEEEAAAQQQQKD+AvQQAQQQQAABBBBAAAEEEEAAAQTqL0APJ02AhMVJe8c4XgQQQAABBBBAAAEEEEBgHAQ4BgQQQAABBBBAAAEEEEAAAQQQqL8APUQAAQQQQAABBBBAYIkFSFhcYlB2hwACCCyFAPtAAAEEEEAAAQQQQAABBBBAAIH6C9BDBBBAAAEEEEAAAQQQQAABBBCovwA9RACBYQESFoc9WEIAAQQQQAABBBBAAIF6CNALBBBAAAEEEEAAAQQQQAABBBCovwA9RAABBBBAAAEEEEAAgQkTIGFxwt4wDheB8RDgKBBAAAEEEEAAAQQQQAABBBBAoP4C9BABBBBAAAEEEEAAAQQQQAABBOovQA8RQACB5RUgYXF5vXk1BBBAAAEEEEAAAQQKAR4RQAABBBBAAAEEEEAAAQQQQKD+AvQQAQQQQAABBBBAAAEEEEBgSICExSEOFuoiQD8QQAABBBBAAAEEEEAAAQQQQKD+AvQQAQQQQAABBBBAAAEEEEAAAQTqL0APEUAAAQTqJUDCYr3eT3qDAAIIIIAAAggslQD7QQABBBBAAAEEEEAAAQQQQACB+gvQQwQQQAABBBBAAAEEEEAAAQSWVYCExWXlLl+MEgEEEEAAAQQQQAABBBBAAAEE6i9ADxFAAAEEEEAAAQQQQAABBBBAoP4C9BABBBBAAAEEjkSAhMUj0WJbBBBAAAEEEBgfAY4EAQQQQAABBBBAAAEEEEAAAQTqL0APEUAAAQQQQAABBBBAAAEEEECgVgKLJizWqod0BgEEEEAAAQQQQAABBBBAAAEEFhWgEQEEEEAAAQQQQAABBBBAAAEE6i9ADxFAAAEEEEAAgXESIGFxnN4NjgUBBBBAoE4C9AUBBBBAAAEEEEAAAQQQQAABBOovQA8RQAABBBBAAAEEEEAAAQQQQKD+AvRwCQVIWFxCTHaFAAIIIIAAAggggAACCCCwlALsCwEEEEAAAQQQQAABBBBAAAEE6i9ADxFAAAEEEEAAAQSmSYCExWl6t+krAgggUBWgjgACCCCAAAIIIIAAAggggAAC9ReghwgggAACCCCAAAIIIIAAAgggUH8BeojA6a3/rQAAEABJREFUBAmQsDhBbxaHigACCCCAAAIIIIAAAuMlwNEggAACCCCAAAIIIIAAAggggED9BeghAggggAACCCCAAAIILJ0ACYtLZ8meEEBgaQXYGwIIIIAAAggggAACCCCAAAII1F+AHiKAAAIIIIAAAggggAACCCCAQP0F6CECCCAwECBhcUBBBQEEEEAAAQQQQACBugnQHwQQQAABBBBAAAEEEEAAAQQQqL8APUQAAQQQQAABBBBAAAEEJkeAhMXJea840nET4HgQQAABBBBAAAEEEEAAAQQQQKD+AvQQAQQQQAABBBBAAAEEEEAAAQTqL0APEUAAAQSWTYCExWWj5oUQQAABBBBAAAEEFgqwjAACCCCAAAIIIIAAAggggAAC9ReghwgggAACCCCAAAIIIIAAAgiUAiQslhL1K+kRAggggAACCCCAAAIIIIAAAgjUX4AeIoAAAggggAACCCCAAAIIIIBA/QXoIQIIIIAAArURIGGxNm8lHUEAAQQQQACBpRdgjwgggAACCCCAAAIIIIAAAgggUH8BeogAAggggAACCCCAAAIIIIAAAsslsHIJi8vVQ14HAQQQQAABBBBAAAEEEEAAAQRWToBXRgABBBBAAAEEEEAAAQQQQACB+gvQQwQQQAABBBBA4DAFSFg8TCg2QwABBBBAYBwFOCYEEEAAAQQQQAABBBBAAAEEEKi/AD1EAAEEEEAAAQQQQAABBBBAAIH6C0xLD0lYnJZ3mn4igAACCCCAAAIIIIAAAggsJkAbAggggAACCCCAAAIIIIAAAgjUX4AeIoAAAggggAACCIyJAAmLY/JGcBgIIIBAPQXoFQIIIIAAAggggAACCCCAAAII1F+AHiKAAAIIIIAAAggggAACCCCAQP0F6CECSyNAwuLSOLIXBBBAAAEEEEAAAQQQQGA0AuwVAQQQQAABBBBAAAEEEEAAAQTqL0APEUAAAQQQQAABBBCYEgESFqfkjaabCCCwuACtCCCAAAIIIIAAAggggAACCCBQfwF6iAACCCCAAAIIIIAAAggggAAC9ReghwggMBkCJCxOxvvEUSKAAAIIIIAAAgggMK4CHBcCCCCAAAIIIIAAAggggAACCNRfgB4igAACCCCAAAIIIIAAAksiQMLikjCyEwRGJcB+EUAAAQQQQAABBBBAAAEEEECg/gL0EAEEEEAAAQQQQAABBBBAAAEE6i9ADxFAAAEEJEDCohQIBBBAAAEEEEAAgfoK0DMEEEAAAQQQQAABBBBAAAEEEKi/AD1EAAEEEEAAAQQQQAABBBCYCAESFifibRrfg+TIEEAAAQQQQAABBBBAAAEEEECg/gL0EAEEEEAAAQQQQAABBBBAAAEE6i9ADxFAAAEEEFgOARIWl0OZ10AAAQQQQAABBA4swBoEEEAAAQQQQAABBBBAAAEEEKi/AD1EAAEEEEAAAQQQQAABBBBAAAEXqHnCoveQHwQQQAABBBBAAAEEEEAAAQQQqLkA3UMAAQQQQAABBBBAAAEEEEAAgfoL0EMEEEAAAQQQqIMACYt1eBfpAwIIIIAAAqMUYN8IIIAAAggggAACCCCAAAIIIFB/AXqIAAIIIIAAAggggAACCCCAAAL1FxiDHpKwOAZvAoeAAAIIIIAAAggggAACCCBQbwF6hwACCCCAAAIIIIAAAggggAAC9ReghwgggAACCCCAAAKHFiBh8dBGbIEAAgggMN4CHB0CCCCAAAIIIIAAAggggAACCNRfgB4igAACCCCAAAIIIIAAAggggED9BejhFAiQsDgFbzJdRAABBBBAAAEEEEAAAQQOLsBaBBBAAAEEEEAAAQQQQAABBBCovwA9RAABBBBAAAEEEEBg5QVIWFz594AjQACBugvQPwQQQAABBBBAAAEEEEAAAQQQqL8APUQAAQQQQAABBBBAAAEEEEAAgfoL0EMEEDhmARIWj5mQHSCAAAIIIIAAAggggMCoBdg/AggggAACCCCAAAIIIIAAAgjUX4AeIoAAAggggAACCCCAQP0FSFis/3tMDxE4lADrEUAAAQQQQAABBBBAAAEEEECg/gL0EAEEEEAAAQQQQAABBBBAAAEE6i9ADxFAAIGxFyBhcezfIg4QAQQQQAABBBBAYPwFOEIEEEAAAQQQQAABBBBAAAEEEKi/AD1EAAEEEEAAAQQQQAABBBA4VgESFo9VkOePXoBXQACBKRII/b7m/ZICAQQQQAABBBBAAAEEpkaAjiKAAAIIIIAAAggggAACCCCAQP0F6CECCCCAwNQLkLA49acAAAgggMD4CISZ/rCUk7A4Pu8KR1IXAfqBAAIIIIAAAggggAACCCCAAAL1F6CHCCCAAAIIIIAAAggggAACCIy7QD8zZNwPc6yPj4NDAAEEEFgqgVAMS3mWLtUe2Q8CCCCAAAIIIIAAAkslwH4QQAABBBBAAAEEEEAAAQQQQKD+AvQQAQQQQAABBEYsUGSGjPhF2D0CCCCAAAKHIxBmZovN8qwoeZwiAbqKAAIIIIAAAggggAACCCCAAAL1F6CHCCCAAAIIIIAAAggggAACCCBQf4GD95CExYP7sBYBBBBAYBkFQgjx1bKMhMUIwQMCCCCAAAIIIHAkAmyLAAIIIIAAAggggAACCCCAAAL1F6CHCCCAAAIIIIDAhAuQsDjhbyCHjwACCNRKoP8noW0MZ1islTOdQQABBBBAAAEEEEAAAQQQQACBRQVoRAABBBBAAAEEEEAAAQQQQACB+gvQw5UVIGFxZf15dQQQQACBikCY6Q9LeV5ppYoAAggggAACNRGgGwgggAACCCCAAAIIIIAAAgggUH8BeogAAggggAACCCCAwEEF+pkhB92GlQgggAACYy9QkwPsz7CYZ2lNOkQ3EEAAAQQQQAABBBBAAAEEEFhKAfaFAAIIIIAAAggggAACCCCAAAL1F6CHCNRbgITFer+/9A4BBBCYKAFmWJyot4uDRQABBOonQI8QQAABBBBAAAEEEEAAAQQQQKD+AvQQAQQQQAABBBBAAAEEVlSAhMUV5efFEZgeAXqKwGEJMMPiYTGxEQIIIIAAAggggAACCCAwrgIcFwIIIIAAAggggAACCCCAAAII1F+AHiKAAALHIkDC4rHo8VwEEEAAgSUVCDOzxf7yrCh5RAABBBCoClBHAAEEEEAAAQQQQAABBBBAAIH6C9BDBBBAAAEEEEAAAQQQQKDWAiQs1vrtpXOHL8CWCCAwFgIhxMPIMxIWIwQPCCCAAAIIIIAAAgggsMQC7A4BBBBAAAEEEEAAAQQQQAABBOovQA8RQAABBMZZgITFcX53ODYEEEBgygSYYXHK3nC6Wz8BeoQAAggggAACCCCAAAIIIIAAAvUXoIcIIIAAAggggAACCCCAAAIIHIMACYvHgLecT+W1EEAAgWkQCKGYYTFjhsVpeLvpIwIIIIAAAggggMAiAjQhgAACCCCAAAIIIIAAAggggED9BeghAggggAAC0yxAwuI0v/v0HQEEEBgzAWZYHLM3pH6HQ48QQAABBBBAAAEEEEAAAQQQQKD+AvQQAQQQQAABBBBAAAEEEEAAAQTGWGCJEhbHuIccGgIIIIDA5Aj0Z1i0PJ+cY+ZIEUAAAQQQQACBqRKgswgggAACCCCAAAIIIIAAAgggUH8BeogAAggggAACCIxOgITF0dmyZwQQQACBIxUIxbCUZ+mRPrMe29MLBBBAAAEEEEAAAQQQQAABBBCovwA9RAABBBBAAAEEEEAAAQQQQACB+gvQwwMKFJkhB1x9+CvyPLcyqs8q2yjnfbDAgnOAc4BzYPFzIMzMFkNIng3GFKwWt8IFF84BzoG6nAPFL/7isdqnooVHBI5cgGcggAACCCCAAAIIIIAAAggggED9BeghAggggAACCCCAwOQKLEnCom4shhAshCK0XEYIRdvkEnHkCCCAAAJ9gdEXPmboRfIsU0EggAACCNRYIITic0L5uUFdDaFoCyHExHW1EQgggAACCCCAAALLLsALIoAAAggggAACCCCAAAIIIIBA/QXoIQIrJnBMCYu6uagjDyGoeFaEUNxoLLdTeaB41pNpQAABBBCYOoHqDItT13k6jAACCNRI4EDX/GW7ulrWQzjwZwltV7+gRwgggAACCCCAAAIIIIAAAgggUH8BeogAAggggAACCCCAAAIHEjimhMUQipuLutmoF1BZRnW5rKs8UJTPo+TPG3IOcA4c9TmQYzfpdtYfV7I0jTNrTXp/OH7+TXIOcA5M8zlwoOt+tculLFVfGNV1qhMIIIAAAggggMCQAAsIIIAAAggggAACCCCAAAIIIFB/AXqIAAK1FTjqhMXypmIpo+WyrlLLWZbFhJOyrLapTnATn3OAc4BzgHOgeg5Y6A9LeTF+VNdR51zhHOAc4BxYnnNgKZzLzwPVfVU/E6i9XFa52PZqC6GYsV11AgEEEEAAAQQQQAABBBBAAAEElk6APSGAAAIIIIAAAggggAACKyXQzww5spfXDcYQhmdX1B7UvljoJqSiXKd6mqamkshwyKbGgPea95pz4BDnQAjF2MLYwO9FzgHOAc6B+p0D+iyg97Usy7qWFfo8UYaWywiBpMXShRIBBBBAYGIEOFAEEEAAAQQQQAABBBBAAAEEEKi/AD1EAAEEEDhKgaNKWNRr6QZiWapeDd18rEa5bmGS4sLl6nOo1+8mNe8p7ynnAOfAoc4B68+wmGcktWeHSO5kPf+epvcc4L2ftPde1/yK8rirdbXps4LKMrSszxllaDkEkhZLD0oEEEAAAQQQQAABBBBAYDoE6CUCCCCAAAIIIIAAAggggEBdBQ47YVE3CoVQltW62vZ954tWxtz3vhzr+7/7pViW7fu/01/+9hetqH/JnvH6scYvfB9HFf/wRYvPU1mJp72+FPFz388Rxbe+aHF7lTG+YD+vlD/71hdsKeMp399QLFz+5hcsrld5kPipr1vKeNL3d9D4+y/Yk4cRP/Ftji0+b8Xzi/LHf/95WzS+4e1HED/ybZcyfuj7G4qvf97issojiCf626pcinjc9xfja5+3Qan6IeNz9njcplp+zn7wtaWJ7/t+Ynz1c/b9JYjv+T6WIr77d5+zpYzv+P6OLD5rxfb98iteVuLbXl+K+Affz8Gi3WpqeLHm/l/Y0HZf/qz9wyLxLW9bivim7+eI4kuftW8eJP7e1x1ZfMaK7aul6kV840ufsYPGF/vrVR4kvu7rljK+5vtbNL7wGYvtKg8jvurbLGX8ne9vKD7/GYvLKofiMfu7uLxY+Zh95fNLG1/2/cX43GM2KFU/wviSb7+U8UXfX4zPPmZfXIL4gu/j4PFpK9ZXS9WH4/Of+bQtZXzO93dM8dinTc//rJdLGZ/x/R1VfPrTFp+nshKPef3g8Skr1ldL1Yfj05/+lB1VfMqftyAe82P6tMenvF2huuKxxx4zLSuqyYr6bKHQgFCWqodA0qIcCAQQQGBJBLXjmGUAABAASURBVNgJAggggAACCCCAAAIIIIAAAgjUX4AeIoAAAgggMKYCh5WwqBuFIRR/pjOEolRb2SfVv/9vP2lf/eMHB/H1P33Yvubx9T97g339Tz28/JrH1//sEfv6ny+IfpvWf83rX/PtvublV72M4c//qsffLYiv+LLi7/7kDab4ipfV+PKfPGxf9rYv/7GXf/wG+5KX1fiiL1fjC76sKNu+8EcPm5ZjqfofPWSqf97Lz/vy5//wIfu81z/nZTU+68uKz/3BQ6b2z3pZjc/4cozff9A+8/sP2WNePqbyDx6M9U97GcPbPu3rPuXlp7z8tJeKYvkh+9TvFfG3XhbxoKn8m9970P7G2/7mk156/OcF8de+rPjPv/ugKf7ay2r8J18u4vX2n37nQfuPv/t6j7JUvYj/43deb4r/6KVC9Wr877/9eqvG//bbr7P/zdvK8n/9rddZNf4XX1b8r79ZtP8vXlbjf/blQfi2/+E3X2v/wdv+Q7/8n7yM8RuvtUGpej/+Ry9j/PprTeX/4GU1/v2vv8b+vbf9+18ryv/+115r/73Xh0tv+9Ui/jsvY/h2/53Hf1uGt/+3Hv//QbzGYv1XKqXq/fj/eRnjE68xlf9fL6vx//HlGB9/jan8dx9/tf07r/+7odLbftnD2/7fCq/H0uv/rzK8TfV/62U1/htfVvzbj73K/puPvdqjWr7K/p/eHuOXvO7x/1gQ/8aXY3z0VfZvPP7rfvybj74yLv+bXyrK/9qXq/F/9+Vq/N8+8kor4lWx/NcfeZX9a2/717H0+odfaf/6w/Plv/LlavxXH3qlVeNf+nKMD77SVP4LLxX/0kvFv/jQA/YvfJt/8cGi/L96WY3/iy/H+MADpvKfe1mNv/JlxT9//wOm9r96/yvsr7z+V/3yv/QyxvteYSr/mZfV+Ke+HOO9r7B/qiiX++U/ed/99k+8/k/e66WvL8r77b/w5Wr85Xvut2r8Y19W/OWjRfs/9rKI+0zlXzx6n/2Ft/3Fu1XeZ//IyyLuj/U/f/f99ufe9ucqfbs/81IRl/t1Lf/Zu+4zlX/q5Z++637701jeZ3/iZYx3FvU/9nLReMd99scefzSIl5vqj//D1+LQ8oNvfNn+8O0vH8QfvOPlVo3f93WKP/BSoXo1fu9tL7ciXhbLT77tZfZJb/tkLF9mv/vWg8fvvOVlVo3f9uUi7jWVv/WWe+23vK0o77Xf9OWheLO3VeI3vB7jTfeayl/3shq/5ssx3nivqfxVLxeNR+41tf+Kl9X4hG//CW+L4fWPP3KPqa7y497+cV+O8YZ7bFB6/ZcXxMcevseq8Uu+XMTdpvKjD91tH33oHg+VlXiwqH/kwbvtIw96+HYfefBu+7CXMfr1D3lZxF2m8oMP3mUfVNvrtex1Lz9YiQ94Pcbr7jKV7/eyGu/z5RivvdMG5WvvsvdpuRLv9fp7X3OnxdLr7xnEXab6o6+5yx719WX5bq+/u9L27lffadV4ly9X452vutOq8Q5frsbbX/lSe/sr77R3ePkOL9/+Ki17qPR4m7dX462+XI23PPBSG447iuVXFOWbvazGm3w5xv13mMo3elmNR3w5xn13WFHebm+M9duL5ftV3m5vuM/D67H0+sML4qGX324PeVssvf5gPx56+W2mtgdfdps9+LLbPYry9b5cxO2m8nX33m6vu/c2D5W322t9+WDxGt/2Nb7Na+65zVS+2stqvMqXY9x9m6l8pZeLxl23mdofuOtWe8DrDywoX3HnrfYKb4ul1+8vw9sWq9/n66vx8pfeYi9/6a0eRfkyX67GvXfcYgeLe26/xapx9+03293edne/vOu2my2GL6u808uh8PV3VuKlXq/GHbfebNW43ZercdstN5vidi8Vqlfj1ptvtuG4KS7fctNNdouvu+VmlTfZzV4Oha+Py17edOONdqPHDTfcEMt/9a/+lZUJiyr12UKlQvVqhBDiOMEDAggggAACCCCAAAIIILDSArw+AggggAACCCCAAAIIIIAAAggcncDMkT5NNwyrzylvJKZpNmjOczNFfFDd8lj1Vt9G9SJio2/oS16NG/bX+5be7k/zSvxR1Su+jbbwdf5TLHslPl9beN0b477icWpzb4tFXO9P9h9v8m280m8rnu/LWuFteq5C+9KGxXp/9B2pvdjMl8uneKmf6jrfjf/4NsXGvrqoaxvtU+G7i9v4Sv/Ren/FotEr+vE2X6OaCj1XoecqtFZRrPeaP7dY71v76/qi79/r/R+t82bf3NfEH3+OtigafZe+rHo/fBNf64/+40/y9f7o9f7quM4Xvd2f569R7N/rvkGs97cY1H3jWC9LPUehZS99R/4C+tE+YoM/qF5Esd7r2q+/hq/0H1/W87Xspa/ST9xUe/INvF5s45XY5Ete9Y31HN+6OCYt+9be5rX+el/2H2/yZVWKiM/3atHou/QNtI+4rLr26RGXvfQmr+pZxbZ6qqJo91qs+Lr+tqp5a/GcuM6PyEvtIb6OVva3jcu+2hf148+JK+OD1vnTfHe+QfzxPRQNvr6oa5v4JG/3TXwfevTVqnnVm/35vqy62rxaNPijrxx+vu/Tt/E1vpXX9Zy4jbf8n+zdBXxcVdrH8f+ZpGmbupfixaFIcS9uxWFZll2WxRZeYHFdZHH3xSmui7s7xa3Q4i1tKW2h7mlkZt7z3MlMkzRJIzfJzJ1fmHPl3HPPPc/33pk0nzyc2Dqo9dvptdVVbePP9Wf54QTL1Dpo4/dt7c+zs/1m0NIvbNe38yvfj1+mWvgGqV2/DLZT56eOp7b9snI32PJ9+LbB2b7ab/pXZsNa+G78Uav1e35nsbh9nW/gX3bcTvVt/cvGGKwyi9SxoLktfPFn+Ga+gd/2R4OxpPq37uxoUOvrbW11qWJtglP82b7GH7e2lf34A8GeX6fO8nt2yNr6tW9sW7ayU4OS6c/O8W38Gf6430i1DLatjd/wXdpRW9lxO93v+007tbK5X6XqfCtr4E+r3LdGvvi9oE3quN8Lzk+t7QRLR/FVvk1lC7/jT8v041tWHktt2diqFX80OGLn+W17+ZPtFRS7hpXgnNRGcKFg358T7PiTgn2/Dk7yA/Avvxk08Gf5K/hN/0o398f8ZqbCtn0b3zJ9wPasT3/E1/o932Gwb+fYttX6tV8FL9u0kjrfzrJz7FBwgq+2fb9tjXzxe0FdMGS/8FXBfmpt5/kSNLeWtm07vl/fIBiHP8fvpc6xbV/vd+zli2/rT0kdt6XfsSpfrDdrWlkbtLU6v+GrbMuXoIFv7Pu1zeB6wa4/Zl3Ztl/by45Zm9T5vovgHGuQKqnjftsa+eK3fNPKfoK2/hxf6Q/5er9tdb5ja+GrfZ3f8gfT/fi9oEVm7RuljvlzfTt/avDy1b6d37Q6v5Nu41tZpT+W6sFfwFf5bd/O2viD/mX7vtq3spcVfzhoarW+gd/2bVIbvspv+wap8/3F/Am27Wv9Md/IjgUrO+Y3/MtX+VaLNqyt1aVO8Eu/Y3X+Qrbj2/o9X+fPqNy2aquztS+pA/5Yettfy17+HP/yR4Md350/x1pZpS/+FdT5Bv7lj1mz4Hiw64/5/nydX/oKv/QnpHb90l6274s/4o/b+b5kzrdtfyQ47g/7l23603yl7djKt8lU+H3fwOzSF/ZH/WbQIDjBHw72M2ur9Yf9y65a/ZivTJ8frH0L67tasfOtvnLtN/0g/MvO9cVv+SO2tB78ZurCldexBqliR62kzvdbvtqu488IXsFptlW5Ycds03q2EuzbyVbpS7Dv13ZK6niwtEVQ7JCVYMc3Ctr7tR+Yr7Lrp4rf8bWpbb+sPGxb/ojvwA/Trup3gmb+uD9mlVbr137Pb9lGqth17OeJmsXqrfhegld629ZWgkoWCCCAAAIIIJB9AowIAQQQQAABBBBAAAEEEEAAAQSiL0CECCCAQDMFGpSw6JyljvjfO/pfQtr17JeEVuwXi+l9pZrojfFJHfdWvLIkgvW/3kroX74utU7o+LdT5V9+bSW9f/w7qfoT/LpqOdHvB+XdpGx90jtJneTrUiWpk/32yb7u5HcTftvv27pKOcVvB+W9hGx9ql+nSlK2Pu29pE7zdae9b+ukTvfrWstwf8yXM3w53RdbVy1nDpfO/CCpYO2Pn+X3q5Z/fyBZOcuvrdh21XL2h1LVcs6HTuf4unMq1+d+5FS1nOf3q5WPnc6rUv7jt6uW8z+O6Xxfl15f4PeD8klMtr7Qr2stn8Zk9Rf5ddVy8acFutjXXfxZan2JX1ctl34W06W+7tLPq6xtu7Jc5tdB+SKmYP15QbC+3K8v98cuD9YFuuKL6uVKv28lXX/llwWqWq7y+6lSKFtf/VWhrv6qwJfU+hq/H5QRhbL1tX5da/m6UFZ/nT9+nd8O1n77+hHtdL2tv06tb/DrquVGvx+Ub9ops7btGuW/I9spVYqC9U0ji3STr0uvbx5VpKrlFr9frXxbpFusVNbf6tdVy23fttdt/vhtlevb/TpVimTrO74r0h3ftffF1ouXO78vUtUy7Pv2GubrhlWu7/qhvaqWu/3+YuXH9krX3eOPVy33/thB9/rj6fV9fj8oP3WQre/365rlPqv7uYOCelv78kCmdJRtPzi6ox70dcHabz9Uozw8pqMe9nV1lUf88Uf88UfGFMu2H/XrR31dal2s//1SvTzm96uVscV6rEp53G8HZVwn2foJv35iXLGeCNad9KRfB2V8cbD9lF8/Nb6TnvJtrDzt11aesnq/Haz99tO+zdNV1s/82knP+Lpg7befrVGem9BJz/m6YG3bNcrzv3XW87918iW1fsHvVy0vTuysoPh6W7/k19WKP/5SlfLyxC562e+/XLl+ZVIXvTKpsy+27qJX/X7V8trkLrIyrbTAvq1oVnlhsG91Vl7/vYtSpWuwfuP3rnrD16XWXfXmH5XF17/py1vp4uuDbVvXUt6e0k1v+/pgPaWr3vH772TW3fTu1K5619cF66nd9J7ffy+z7qr3pvlidbb25f1M6SbbHj69m4b7uuHT/Npvf+DXVcuHvq5q+cjvW0nXfTSjm1Kle7D+eEZ3fezrUuvu+mRm9fKp3w/KrO6y9Wd+beVTv65aPpvdQ1YfrGd31+ezelQrX/jjX/i6YO23v6xZ5vRQUGdrX76a01NfVVmPmNtTI3xdsPbbX9co38zrqfrKyPm9NHJ+T42cl1qP8uuq5Vt/7Fvf5tvK9Xd+XbV8v6CnrHzn11a+X9Ar2E+vfyjpparlR79ftfy0sJfqLaW99VNpL/28sLcv6XVvjfb7QfHHR/sypkb5pay3fvF1wdpvj60sv5T10S+2Xd5HQZ2tfRlXo4yv6KPxvi5Y++1fa5QJ8T6aENT11a/Bdt9gf0JFav1bvK9+89vB2m9PrFEmJfqqaplcY39Ssp8mJftqsl9Pzqz76Xf54uuCtd/+Q331R5X1FNdXU3xdsE5v2753voe1AAAQAElEQVRvY/VTXT9N9fvB2h+f5verlumxfpru64K1355Ro8ws6KeZVufXM3yZWdBfQV3lelZhf1Uts/1+1TKnXX9VLXP9cStz/NrK3HZLaa5vM7dyPc+vq5b5RUupalng96uV9ktpgS8llWVB+wGV+wNUYnUd/NqXhTVKqd8PSscBKvWlrMMAlaXX/li53y7367KOS6vMtv06qAvWS6ui2Be/XVE8INiO+3Xc18WD9QAlOvnit4O1305WlkSnpYNjyc5LK6iztS+qUVyXpeV8XbD22zG/Xa1YXVCWUazKuqDLMgpK12XkCtvLORckNVZUVCgej2dmWrSfNaoW++Zg+8654BzbpyCAAAIIIIAAAggggAACCCAQRQFiQgABBBBAAAEEEEAAAQSiLhBraID2C8J026rblrRoRcn0UennmckGldG+XZPKrKRGB0W1rsfMksIsv/j+GlRmS0E7W9dTxvpjLVHG+X7rLXOkcY0o433b5hWn1Pmp9a9znOotc/3xRpQJvm1IRVX7+c33W63Mcwr2bd2EMtGf0xJlku83KPOdJjWqxCrbV13HNHl+uOX3BTH97vsM1rbdzPKHPz/UUhLTH75MCblM9f01rRQodV7leqFfVynT/HaYZbrvr0mltEDBebauUmb47TBKWdwF30wS/nvKTN9no0tZgWbWU2b5Y40rhUq1r21dqNllDSzlle1s3YAyx7cJs8z1/dVbKgo1txFlnm8bZpnv+6u1xAsV1Nu6Wmmn+cF+1bVtVy8L4u0UZinx/VUriXYqCaEs9H2EWUqT7VTq+wzWtt3MUubPb1wpUqp91bVtp0q5itQSpcL3G0pxRarwJd5CJeH7bVKJFSk4z9ZVStJv11/aK3W86tq2ay+KtVeTSoE/r5bifF1dxT7w7ecK+1nCkhWt2Ha6pI/Z2kq6vW1bsX0KAggggAACjRSgOQIIIIAAAggggAACCCCAAAIIRF+ACBFAAAEEslyg3oTFqr8IdM4FoVSts20r9ktFVc1YDFqyQAABBBBAoHEClqhoZ8RS33Jsk4IAAjkjwEARaLyAcy6YYdGSFdPFfrZIF+vRft6wNQUBBBBAAAEEEEAAAQQQQCAbBBgDAggggAACCCCAAAIIIIAAAs0TqDdh0blUxoj9kjBd7HLOueDPtaXrUmtSFs2mRQqdIoAAAnkikEymAvXfZlIbLBFAAAEEoivgP/Tt5whLVEz/SWjbtmL1NYtBWJ2trVTdtn0KAgggEAkBgkAAAQQQQAABBBBAAAEEEEAAgegLECECCCCAAAJ5LlBvwmJNG+cWJTDaMfslYbrIH/Ivq6YggAACCCDQJIFE5VmN+uZUeQ4rBJYkwHEEEMgyAf+zhXMumGHREhatpGdWtLX9nJFeZ9nIGQ4CCCCAAAIIIIAAAghksQBDQwABBBBAAAEEEEAAAQQQQACB7BZocE6Ic6lfJtovDq1YWLZOJBLBLxmTicppsewABQEEEEAAgSYIpL+VxPz3nCaczikIIIAAAjkmkP55Ij2roq3TSYp2LB2ObVtJ77NGAIE2E+DCCCCAAAIIIIAAAggggAACCCAQfQEiRAABBBBAAAEEWlRgiQmL6V8Mptfp0VTdt18qkluSlmGNAAIIZK9A51hMq7drp43bt1cHt8RvAa0eyKKExXxMgm91bi6IAAIItLmAc6k52u3nifQMi/Zzhu3b2kp6kLZtJb3PGgEEEEAAAQQQQACB3BRg1AgggAACCCCAAAIIIIAAAgggEH0BIqxPoEHZKs6lfpFoHTm3aNt+YWjF6pPklhgDBQEEEMg6gdULinROcU992HNpje+znD7qM0Cv9+2nyWuupbtXHJhV401UfjNhhsWsui0MBgEEEGghgWQwU7slJ9rMivZzhRXbr7q2bSvpQaS3nVv0c0n6GGsEBAECCCCAAAIIIIAAAggggAACCERfgAgRQAABBBBAAAEEclqgQQmL6V8KWqRVt9P7Vud/3Wi7FAQQQACBLBHYecvNdOupx+vp7svrmKLuWklFSiSkRNxJXXqoXbee+vPA1XR0v34NGnFrNErIj81fKCay4D0DLwQQQCDiAk7OuUzSoiUqWgl+tqhMYI84AOEhgAACCCCAAAJZKcCgEEAAAQQQQAABBBBAAAEEEEAg+gJEiEBbCjQoYdEGaL84tLUV27Zi21bsF4v+1422SUEAAQQQaGOBvXbaVo/ddJUuPulYbbDJxio54zAt7NxJ8YQLkhVd166Kde0m17HYjzSpDdp39OvseKXzU5zLjvEwCgQQQACBlhWwnyms2M8TVmw7XezKVbdt34pzOf1NwkKgIIAAAggggAACCCCAAAIIIIBAtAWIDgEEEEAAAQQQQAABBOoRaHDConOL/2LQfoFofTtnx5gNyywoCCDQVgJc99AD9tIL996kc485Uiv0X0rJhBRzMblVBmrBaf9Qons3uS6dVdC1i2LFxbLpFhOzZuunefOyBi9RmbEYC76vZM2wGAgCCCCAQAsJOOcysyymL5H+GSO9Tten13XVp4+zRgABBBBAAIGoCxAfAggggAACCCCAAAIIIIAAAghEX4AIEUAgygKxpgaX/kWhrVNF/AHPpmJyHgIIINAMgd2330pvP363jv/HQerXvYcSZRXBB7IlK8ZiBWpXVKSiQaur7MzDlezWSa6ovRILy1QxY1ZQ3pw7txlXD/fURNIFHfbs0klv3XGdvnjwdu21zRZBXWMXW6+/rt687Vp9/+R9evqai7XSMgMa2wXtEUAAgfwTaM2Ik0mlfo5YtLZZFm0IVp9ep7dtn4IAAggggAACCCCAAAIIIIAAAiEI0AUCCCCAAAIIIIAAAggg0IYCTU5YXGzMTvIv8YUAArULUItASwjcdvm5uuSsE9WtuFjlpRVKlMUlFwtmVoy5AhW1b+9LkYratVP79dZS+dEHqmThQpXNnKvSabM1fs48fVleqjC/thy8jh6+9Bx9+dAd+uGp+/Xj0w/o2yfu04f33Ky7/3O6DthxG6236sp64YbLdMJf9stceuO11tDGg9YI9jsXd9TSfXr7UJr+bWq7jQdr6b69FYvFtNKyA7TjJhsGfbNAAAEEEMgSAefknAuSFm1E6cREW6eL1Tu3qI3tUxBAAAEEEMh2AcaHAAIIIIAAAggggAACCCCAAALRFyBCBBBAAIGmCzQ5E8Q5V/2qyeq77CGAAAIItJzAmqsO1PDnHtBmG66neGm5KsoqlCyPK55IavLUKfrmp5818ucfNXHKJLUraqdCXwraFarjlpsocezfNC9RoYr5ZXqhZIHC/Lrw/w7TLWedqPVXX1ULSkv1zhcj9Ow7H2jUmF/UoUORtlhvbV10zOH63xX/0QoD+le7dJdOxZo+OzXbYyIRr3asKTtvffqVxk36XTZb15gJk/T6J583pRvOQQCB7BJgNBETsMRE52r8XOFjdK56nXPV930TXggggAACCCCAAAIIIIAAAtEVIDIEEEAAAQQQQAABBBBAAIEICzQ5YdF+uVjVJRbjl4hVPXJvmxEjgECuCAzZdEM9cMuV6lrcqUqyYkLxeEJfjfxJn30zRx//vJQ++qmvhn/6h954Z7gKCgqDmQaTiaQKNlhXsVP+qTm9ivVgaSpBMIzYT/rbn7T3tluqsKBAL7z/kXY+9jQdfcm1Ov2G2/TnMy7Qbv86Qy8O/1jlFRW1Xu7NT7/QD+MnBMeSiUSwbs7ivS+/1i7Hna419jtE+5xyjsb8Nqk53XEuAggggEALCDjnqs2ymL5E1Z81qm6nj7NGAAEEEGiOAOcigAACCCCAAAIIIIAAAggggED0BYgQAQQQQACB7BVocsJizZASCaZYrGnCPgIIIBC2wP5Dd9BNV5yjoliBKspsZsW4kuUJORfTT79M0IRZXfR1j/00Y9UtNG2VrTSy6176dUo7ffzZZ0omFCQ1xsuTKlh7kL7fb3f9EC8LZYhbr7+u/rT9Nmrfrp1G/Dha/7ntHs0vWVit79+nzdDJ19ysu559SaXl5dWOpXfS30qSNth0JWsEckmAsSKAQCMEkkomk8FMuOmTbD+9zRoBBBBAAAEEEEAAAQQQyFoBBoYAAggggAACCCCAAAIIIIAAAk0WCC1hUa7JY2jQiTRCAAEE8l1g/bXX0H9OP16KJ1VRWq54aYWS5XE5F1PMl6nT5mjWUuuo+wqFKu4TC0qXgR01vc/aGj9+ihLxhOIVCSUqkn6d1L1ffh4a6ebrrKluXToH/Y2dNHmxZMXgQOXijief16jRYyv3qq8SSZeqIGEx5cASAQQQiLSAk3MuEyHJihkKNhDIewEAEEAAAQQQQAABBBBAAAEEEEAg+gJEiAACCCCAAAL5KxBewiITLObvU0TkCCDQ4gK9e3bX7ddcIJdMqqKsIiiJKsmKzsVSM1R17qiC9qpWnK+rKK9IJSqWJZUoT2r8b5P17BtvhDbuLp07qbAg9S2luEOHevu1mRff+uxLLSxdfHbHhI8vOJmExYChBRZ0iQACCGSVAEmKWXU7GAwCCCCAAAIIIIBAdASIBAEEEEAAAQQQQAABBBBAAAEEoi+QsxGmsktCGH6VyVFC6I0uEEAAAQSqCjx253WyRMBgZsWyCiXKFs2s6GIxxXzp0L5I3ef8rFiRVNAhVWy7+5yf1KVrseLxpJJx59fSLQ89XLX7ULc3GbS6dttik3r7HPHjaM2YM3exNgm5yjqy4CshWCGAAAKRFnDOyTkX6RgJLooCxIQAAggggAACCCCAAAIIIIAAAtEXIEIEEEAAAQQQQACBlhIILWHRJsUivaSlbhP9IoBAPguce9LRWqpvb8XLKoI/BW1Ji5KT/RloF4spWLuYVl5pOfWY/qP6j3tf7StmqWPpdA0Y85a6zhqnQauvJptZMRGXJv0xVQ+/8KzC/Bo7cbIWlqVmTOzVrZvOO+oQHbrnrnVe4vPvftS0WbMXO56wbyZWm17bdmU5eOhOeu2Wq/Xdk/fph6fu1/t33VjvNVZaZoAuOe4IfXjvTXpv2A3adO21KntatDpgx230xFUXaNTj9wRt7cj+2w/RKzdflbnOZw/cpqtOPFr9e/e0wxQEEEAAgbAE/Ge9zbBoJawu6QcBBBBAAAEEEEAgRwQYJgIIIIAAAggggAACCCCAAAIIRF+ACBGoQyC0hEU52Ut8IYAAAgiEJ7B0/3760167amFJqRbOm6/SkhLFy8qVjMdlSeLpZMVYrFArLruM1lxtoHpOHa3lPn5Cy3z2tLrP/lUbDl5LA/osrUTcf1Anna677+7wBljZ0yOvvKnRv06s3JN6dOmiU/9+oO45/0ytt+rKmfqqGwf9+yLd8MiTVauUtKCsJrNhO9LFxx6uM/7xFy2/VD8VxGJyzqlvzx46/i/76e+775xqVLnca5stgiTEZ6+7RJZ8aAmUlYeClSUeWn+WyHjh/x2mtVceqHaFhcGxk/72pyDZcsUB/TPX6dq5k/YcsoXu8iXkyAAAEABJREFUOPsUWRJk0JAFAggggEDzBfxnuXP+e1Pze6KHGgLsIoAAAggggAACCCCAAAIIIIBA9AWIEAEEEEAAAQQQQACBXBWIhTbwdJJJaB3SEQIIIJB1Aq02oJU7dNb5fVbSCxeeo4pSS1acq4UlJSpfWKZEIq54MiHL7nOuQM4XS1yUi2m1lVfSDttspo0Gr62N119HO2+ztVZcekUlE07WZvSv4/X4Ky8q7K/5JQuD5MPfp83IdF1YENPm666lu88/o8EzFC7KU1z0TWX3rTbTkPXX1f0vvKohR56g4664Xr/8Nim4TnGH9tp5s42C7fTC+njxvY80fMRIb+Wd0gcq1506dNCYCZN097Mva8bsuZW1Ut8e3XXQztsHMz++9MEneu/Lr2VxpRusuvyyOueIv6tTxw7pKtYIIIAAAs0UYHbFZgJyOgIIIIAAAgi0lAD9IoAAAggggAACCCCAAAIIIIBA9AWIEAEE2kggFtZ1nQurJ/pBAAEE8lNgxeKuumr1TfX11vvr4w121SHrbaDk8n21cO58lS5YqLKSUsUTFYon41IyEcyw6FwsSESU/xCOyflqp+IOnbTcUsto2f7LqLhdscesbOOPn3ntlX6/ZV6W4Hfhnfdr3KQ/VDUBxRL8bIbCF6+/TOcccXC9CX+JZOXYfHy2VdyhfTCT4r+uuFFX3veoLCHy9Y+/0AMvvab5CxdaEy3br0+1P/f83Lsf6J7nX9Hrn3yhkrKyoE3VxZjfJume517WsKdf1E+//pY5tNFaa+jdL7/WHiecpZOuvklHXnS1TvRru6Y1cs5p3dVWks3gaPsUBBBAAIGmCiw6zzkn59yiCrYQQAABBBBAAAEEEEAAAQQQQCAiAoSBAAIIIIAAAggggAACCNQuEKu9uvG1NqNV48/iDAQQCFWAznJS4PhV19eYA/+lb/56nI5YfT0NKImrdMw4/bH7Blo4b4EWLligsoWlileUKx6vUCKeUNHEqbLPXSf/nyUtKqZkwinIYvTrZNLJ+XoXW5SseP+zT+nzUd+0qNGbn36hfU89R0+8+a5Ky8urXatzp2L9bbcd9drNV+vQPXetdiy9s2g+xFTm4oLSUt3/4msa8dPodJNg/ctvv2ve/AXBdufiYvXr1T3YrrqoqKhIeVStrGfbEi5Pve7WarMqWt1Dr7yhhZWJj506dNBWg9eppxcOIYAAAgg0XCApS3C30vBzaIkAAggggAACgQALBBBAAAEEEEAAAQQQQAABBBCIvgARIoAAAhEVCC1hUS6iQoSFAAIItLDA0d1XVa8Kp9JRv6j08+9UMX6SFq7YV/M6F6lk/jyVLlyo8rJSFU2breXe+ErrXPGA1rzuIQ28/j7FYgWyP/XsXCox0SkmZ9uxyrXflpx+++N3XTHsVrXGl/0Z5XNuvktHXHCVPh75rSriicxlnXPq3aObTv37gbr+1OMWm21x0QyLqYRFS8AMEg8zPaQ25peUVOs3Vdu85dwFqQTImr089NLr+uW3yZnq5Zfqn9lmAwEEoilAVK0l4OSca62LcR0EEEAAAQQQQAABBBBAAAEEqgmwgwACCCCAAAIIIIAAAggg0DYCsdAuW5lbElp/dBRFAWJCAIFaBL6fPVUTRk9SfOIUKZFQMpnQuD03VMKvY1PmaIVPxmqjp0Zo4wc+0LKf/qKOiSKpS3cVT56h4pHfy7nKZEW/DrZrJCsuWFiiI845Q5bkV8vlW6zq02+/1yHnXa5/33SHfhj3q49r0TeKwoKYdtpsI5135CHVrr+wIr2b1Oyvn9L8b5/V5sW/6uj1CnTc4AKduEFMp24Y0249x6n86/s19b2bNOejW7VH1x91xdYFunpIgQb1Djf5xRIwfxz/a3pg6tyxgzZde63MPhsIIIAAAk0XSCYXfW9oei+ciQACCCCQhQIMCQEEEEAAAQQQQAABBBBAAAEEoi9AhAgggAACCDRJILSERSZHaZI/JyGAAALa78c3NW7+TE3p2StI6itdvrcGjJunDd75TRu/95uW+2GGOk2cI8ULgkRFS1ZUUUcpGVPFgAFKz7BYW7Ki8f7zvLP0w9gxttlqZcN+Tq/tXxiUY3t/oo4f/Ee/PnyYxj90aKb89sjhGjzprqBNuu0Ray/6tjRr1PMq+fEVDS6erH1XdtpzJafdVoxppxVi2n65mNyUkVow4QuVTf5GyxXN0uC+ThPmJjVqWjL0OCdPna5y+xPTofdMhwg0RYBzEIiOgHNOzrnoBEQkCCCAAAIIIIAAAggggEBoAnSEAAIIIIAAAggggAACCCCAQDQFYmGFZZOjhJ8iEtboGtgPzRBAAIE2Etjj5zc1dt5UzV92OXUfNEjLzU6qw+/zpV9nSJNm+1EVSj17SN27SUXtpbhUulQ/Jfv2katjZkV/kk649AIN//Jz22zRcsJf9tMd55yaucbnfyT13JjW/a5QUiHd920iMwY2EEAAAQSyXMD/AGEzLFrJ8pEyPAQQiKIAMSGAAAIIIIAAAggggAACCCCAQPQFiBABBBBAAAEEslIgtIRFOdlLfCGAAAIINE1gz9HvaMaCBZoxarwS302Xvp8m/VEideos9ekh9ewmtSuSyuJSSZkWbLGh3GLJigX+4k7z5s/XwWeerGffet3vt85r2X59tPbKAzMXG/ZNXFP88DMVLbzxwLcJzSpt4Yv47ueVLNTHI7/1W7zqEqAeAQQQaJCAc3LONagpjRBAAAEEEEAAAQQQQCD7BBgRAggggAACCCCAAAIIIIAAAghEX6AlIoyF1mnrTqQV2rDpCAEEEMgmgT9P/EqTXYFmL5gnJQqk3l186Zoq7QpliYqau1CatUAlmw6Wi8UU88U5v/bnWSyvDn9P2x32V73/+ae222qld/duWnfVlTLXWxiX7vrGLzI1LbcxtaJYT/zccrMrxmKLEmrGT/695QKhZwQQQCDPBJhdMc9uOOE2RoC2CCCAAAIIIIAAAggggAACCCAQfQEiRAABBBBAAAEE8lIgtIRFtyiXIy8hCRoBBBAIQ6AgXqg7OsX1ZcdClfcrlnp0lnp2kuxDdlZJkKiomQu0YNN1pS6dFHMxf6jArws0e+Ik/ePfp+mo8/+tKdOnqbW/OnZor60Gr1Ptsm9PSMpKtcoW2Pl0wTKN6LXxTZdbqr/aFRaqpLRMn377Y+M74AwEEEAAgVoFnHP++5ir9RiVCCCAAAIIIIAAAgg0T4CzEUAAAQQQQAABBBBAAAEEEEAg+gJEmIsCsbAGnWSGxbAo6QcBBPJQ4JZD1tA3F6yvB/5crhnjJuvqmbP1alm51LlIqkhI0xZI00tSJR5TyZD1lU5WLFhQqg4Pvqw/HXGo3vn0ozbV23jQGjp876HVxjBsZEIlFdWqQt3psOyGGlfWo9l9FnfoUGsfKy0zQGuuuEJwbMyEiXrstbeCbRYIIIAAAs0VSMpmWLTS3J44vw0EuCQCCCCAAAIIIIAAAggggAACCERfgAgRQAABBBBAAAEEEGgBgdASFuVaYHR0iQACCOSBwG2Hram/rttRfWb8qKXcJJ2x0Sfq0iGuWxeW6MXJc6XppdK0hb6USGVO8a5dVb7+6ootKFenV75Q1zPu0I8vv62fyue3uVZxh/Y69oC9dc4RB6tTx1QC4NQFSVnSYksNrvOgvdSnR/fFui8sLFT6e1MsFlMsVv83qg3XWFVbr7+uan79c989tGz/Pvp92gzd8MiTml/i70XNRuwjgAACCDRBwMk514TzOAUBBBBAAAEEEIiGAFEggAACCCCAAAIIIIAAAggggED0BYgQAQQWFwgvYZEZFhfXpQYBBBBYgsDAPsX686COqpg8VslEQjbLVJ/283TCGm+qS/sK3VZSrnuml0nTfCm3j+xCla23qro++Zn6XPi4Or70hWLzy/To/MlLuFLrHbZExb/ttqNe/u8Vuu7U4/SXnbdXbNnNNLPdgNAH0W3tPVXcY2ltvf46spkQ0xew7b2GbK7i9u2Dqp7dumr/HYaof++ewX5ti97du+mSYw/XkfvuHiRbrr3yQF3vxz90q001a+5c3fi/p/Tel1/Xdip1CCCAAAJNFLDve008dUmncRwBBBBAAAEEEEAAAQQQQAABBKIvQIQIIIAAAggggAACCCCQgwKW/RLKsJkcJRRGOkEgBwQYYpgCR27ZR4UzJ1Z26YKZpmIFMS3TZYFOXON1dWkf19NFhRrWt6fKevVRaf8Baj9pnopHTZAsUbzcL5IxPV4yqbKPtlt9+8s47XD0KTr5mpv1/HsfamFZubbbaLDOP/ofuvKEo7X6jkeHOrjCzn3Ube29A7NNBq2pl/57hS457oig2LbVOeeCaxbEYhq65aZ649ZrdMJf9gvqai5eHP6xvh/7q/7vT3vpy4fv1ONXnq8t1h2k4SNG6phLr9eTb7xb8xT2EUAAAQSaKeCcCz7Hm9kNpyOAAAIIIIBAiwjQKQIIIIAAAggggAACCCCAAAIIRF+ACBFAAIHWFwgtYTFpOTOtP36uiAACCOS0wAqdKoJEDRdzskTFgoICtWvXTkUd2muF7iU6Y+3XlHTleqF9O907cICSPbsrVlwkJRKSJSv68srCKZoWL1VbftmfSv7zGRdowh9TZIl/p11/m3Y65lSt++fDtdo+Bwdl3cP+rXtG+XGHNNBL3vpDq+/796Dv9DXOvmmYrKT3a64H/enQ4M861zaE0vJy/fPiq7X+X44M+rS+Nzr4aB19ybUa8dPo2k6hDgEEEGi6AGdK/gcIm2HRChwIIIAAAggggAACCCCAAAIIRFKAoBBAAAEEEEAAAQQQQAABBBYTCC1hUU72El8ItLUA10cglwR6FJbKOSdLVCwsLFRhUTu1a99e7Tv40rGDkrESfTrmRY2e9onOff8GvTjhS6k0LpUklCxNyFVIjyz4Vbny9cgPCX0/I9ns4X7+e1Jv/ppodj90gAACCCDQhgL++59z/oeINhwCl0YAAQQQyG0BRo8AAggggAACCCCAAAIIIIAAAtEXIEIEEEAAgegJhJew2Pz8k+jpEhECCCCwBIHidqlEjQJLVrSZFYuKUsmKHToo2a6DTn27XPPmTdXYcZ9o3vwZ+vv41/TS1AmKxwuUTBRqTnGxnlkwYQlXya7Dd41sfqLh/d82v4/sUmE0CGSdAANCoFUEmF2xVZi5CAIIIIAAAggggAACCCBQlwD1CCCAAAIIIIAAAggggAACCLS6QGgJi0yO0tB7RzsEEEBgkcC0+anEu7mlSV06fKF+W1Cgovbt9fqvMW1xzzx9NKFCNb/+NPoZPRufprkrLK/nCmbUPJz1+99MTeqJn1JxN2Wwz/yc0A8zyZJvih3nIIAAAtkm4JwLZhrOtnExHgQQQCAcAXpBAAEEEEAAAQQQQAABBBBAAIHoCxAhAggggAACCDRWILSExSS5I421pz0CCCCgk1+ere3vnqalrvhdV74/V0c8O0crXDdNf31iln6dHdZpxPsAABAASURBVK9T6ODvHtXSb56t//vhqTrbZPOBYSMT+m1u479xzC2T7v++6cmONU1ioX0XrNkz+y0uwAUQQCACAknZDItWIhAMISCAAAIIIIAAAggggEBLCNAnAggggAACCCCAAAIIIIAAAghETmCxVI0mR+iafCYnIoAAAnkrMG5mhT6eUJaJ/7PfyjSzJLyEvEzHWbaRSErDRvpFI8d1/3cJzVvE1cizFzXv1LGDjtx3d6254gqZyk0HramhW26a2WcDAQQQQKClBRyzK7Y0Mf0jsAQBDiOAAAIIIIAAAggggAACCCCAQPQFiBABBBBAAAEEEMg2gfASFhufd5JtFowHAQQQQKAVBT6clNArYxuenPn9jKSeHd3w9nWFcsJf9tMn99+qUw/+s7p0Ks40W6ZfH117yrF6b9gN2nTttTL1TdzgNAQQQACBBggwu2IDkGiCAAIIIIAAAgggkM0CjA0BBBBAAAEEEEAAAQQQQAABBKIvQIQhC4SWsOhcyCOjOwQQQACByAsMG5nQ7NKGZbzf/23zkxUN9IZHntSgPx2q1fY5uNay9REn6OOR31pTCgIIIIBACws455hlsYWNc7t7Ro8AAggggAACCCCAAAIIIIAAAtEXIEIEEEAAAQQQQACBfBMILWExmZT8K9/8iBcBBBDITYEsGfWcMunOkUv+7vHG+KS++GPJ7bIkLIaBAAIIINAQAf8DhM2waKUhzWmDAAIIIIAAAggg0AQBTkEAAQQQQAABBBBAAAEEEEAAgegLECECOSYQWsKinOwlvhBAAAEEEGiMwGvjEvpgYt3JiIlkUmHNrtiYcdEWAQQQQKCFBSIwu2ILC9E9AggggAACCCCAAAIIIIAAAghkgQBDQAABBBBAAAEEEEAAgXAFwktYrDvXJNwR0xsCCOSDADHmmcCwkXHFE7UHff+3Sf2+gG8ytetQiwACCOS2ALMr5vb9Y/QIIIAAAgiEIEAXCCCAAAIIIIAAAggggAACCCAQfQEiRAABBKoJhJaw6Fy1ftlBAAEEEECgwQIT50nDRi6esThhblIP/7B4fYM7piECCCCQ1wLZH7xzTs657B8oI0QAAQQQQAABBBBAAAEEEEAgawUYGAIIIIAAAggggAACCCCQWwKhJSwmmfwqt+48o22eAGcjgEDoAk/+nNA3U6t/M7HZFUO/EB0igAACCGSJQFI2w6KVLBkQw0AAAQQQQGBxAWoQQAABBBBAAAEEEEAAAQQQQCD6AkSIAAIIINCqAqElLIqJUVr1xnExBBBAIIoCd36zaDbFjyYl9O5vi/ajGC8xIZDvAsSf7wJOzrl8RyB+BBBAAAEEEEAAAQQQQCDyAgSIAAIIIIAAAggggAACCCCAQFWB8BIWq0+KVfUabLe+AFdEAAEEclLgx5lJPfR9Kknx/u9S65wMhEEjgAACCDRIgNkVG8REIwQQQKA+AY4hgAACCCCAAAIIIIAAAggggED0BYgQAQQQQACBSAmElrDI5CiRei4IBgEEEGgzgfu+TeiJnxIaM6vNhsCFEagUYIUAAi0t4JxjlsWWRqZ/BBBAAAEEEEAAAQQQWIIAhxFAAAEEEEAAAQQQQAABBBBAoDUFQktYTCYl/2rY2GmFAAIIIIBAPQJ3fMPsivXwcAgBBBCIhoD/AcJmWLQSjYCIAgEEahWgEgEEEEAAAQQQQAABBBBAAAEEoi9AhAgggAACCCCAQCMEQktYlJO9xBcCCCCAAAIItI4AV0EAAQRyWoDZFXP69jF4BBBAAAEEEEAAgdYT4EoIIIAAAggggAACCCCAAAIIIBB9gXyKMLyERaZXzKfnhlgRQAABBBBAAAEEEGi2ALMrNpuQDpovQA8IIIAAAggggAACCCCAAAIIIBB9ASJEAAEEEEAAAQQQyCKB0BIWncuiqBgKAggggEAWCDAEBBBAAAEE6hdwzsk5V38jjiKAAAIIIIAAAghkuQDDQwABBBBAAAEEEEAAAQQQQACB6AsQIQLhCYSWsJhkhsXw7go9IYAAAggggAACCCAQeYGkbIZFK5EPtTkBci4CCCCAAAIIIIAAAggggAACCERfgAgRQAABBBBAAAEEEMgjgdASFsXEKHn02BAqAtEQIAoEEEAAAQQQaEsBJ+dcWw6AayOAAAIIIIBAnggQJgIIIIAAAggggAACCCCAAAIIRF+ACBFAIHcEwktYZIbF3LnrjBQBBBBAAAEEEEAAgXAEmtULsys2i4+TEUAAAQQQQAABBBBAAAEEEGgtAa6DAAIIIIAAAggggAACCIQmEFrCIpOjhHZPWryj1/YvFCUXDBgjzynPAM8AzwDPAM9Atj0DVw8paPF/q+XTBZxzzLKYTzecWBFAAAEE6hCgGgEEEEAAAQQQQAABBBBAAAEEoi9AhAgggAACaYHQEhaTScm/0v2yRgABBBBAAAEEEECg7QUYQfYK+B8gbIZFK9k7SEaGAAIIIIAAAggggAACCCCQEwIMEgEEEEAAAQQQQAABBBBAIGcEQktYlJO9xFfuCDz8fVzNKelzLeKRU5Oh9JXuk3U49wZHHPPhGXjk+4SaUx4O6bMwW/t5pAk+D0fI5JEsib/mOB5uQ+NHGmjycAuP8ZF6xvFwSNe2f6NYCaM/+7eO9UUJUYDZFUPEpCsEEECgZQXoHQEEEEAAAQQQQAABBBBAAAEEoi9AhAgggAACCLSWQHgJi0yv2Fr3LNTrPFJPskBDjlUdTEPa06Z5iVX44cczsPgz8HAzE5seaebnYLaf/3ATfB6JkMnDWRJ/zXE8ssi4WQm3Tenn4QaaPNLCY3y4nnE8EsK1R01d9I9T225un1X/zcN2eALMrhieJT0hgAACCCCAAAIIIIBAVgswOAQQQAABBBBAAAEEEEAAAQQQqBQILWHRucoes2bFQBBAAAEEEEAAAQQQQCCbBZxzcs5l8xAZGwII5IQAg0QAAQQQQAABBBBAAAEEEEAAgegLECECCCCAAAIIREUgtITF5KJJbKJiQxwIIIAAAggggAACCCDQYgJJ2QyLVlrsEnSMAAIIIIAAAggggAACDROgFQIIIIAAAggggAACCCCAAAIIRF8gSyIMLWFRTIySJbeUYSCAAAIIIIAAAgggkAsCTs65XBgoY0Sg2QJ0gAACCCCAAAIIIIAAAggggAAC0RcgQgQQQAABBBBAAIGGCYSXsMgMiw0TpxUCCCCAQJgC9IUAAgggkMMCzK6YwzePoSOAAAIIIIAAAq0rwNUQQAABBBBAAAEEEEAAAQQQQCD6AkSYJwKhJSwyOUqePDGEiQACCCCAAAIIIIBASALOOWZZDMmyed1wNgIIIIAAAggggAACCCCAAAIIRF+ACBFAAAEEEEAAAQQQyA6B0BIWk0nJv7IjKkaBAAIIZIsA40AAAQQQQACB2gX8DxA2w6KV2htQiwACCCCAAAII5JAAQ0UAAQQQQAABBBBAAAEEEEAAgegLECECCIQiEFrCopzsJb4QQAABBBBAAAEEEEAAgSUKNGJ2xSX2RQMEEEAAAQQQQAABBBBAAAEEEMh5AQJAAAEEEEAAAQQQQACB/BAIL2GR6RXz44khyqgJEA8CCCCAAAIIINBmAsyu2Gb0XBgBBBBAIP8EiBgBBBBAAAEEEEAAAQQQQAABBKIvQIQIIIBATgiElrDoXE7EyyARQAABBBBAAAEEEAhZgO6aKuCck3OuqadzHgIIIIAAAggggAACCCCAAAKtKMClEEAAAQQQQAABBBBAAAEEwhAILWExyQyLYdwP+qgpwD4CCCCAAAIIIIBARAWSshkWrUQ0QMJCAAEEEGiMAG0RQAABBBBAAAEEEEAAAQQQQCD6AkSIAAIIIICAFwgtYVFMjOI5eSGAAAIIIIAAAtknwIgQyE4BJ+dcdg6NUSGAAAIIIIAAAggggAACOSjAkBFAAAEEEEAAAQQQQAABBBDIBYHwEhbzc4bFXLjHjBEBBBBAAAEEEEAAgawUYHbFrLwtDAoBBGoXoBYBBBBAAAEEEEAAAQQQQAABBKIvQIQIIIAAAggg0AoCoSUsMjlKK9wtLoEAAggggEAkBQgKAQTyVcA5xyyL+XrziRsBBBBAAAEEEEAgDwUIGQEEEEAAAQQQQAABBBBAAAEEoi+w5AhDS1hMJiX/WvIVaYEAAggggAACCCCAAAII+B8gbIZFK2AggEAIAnSBAAIIIIAAAggggAACCCCAAALRFyBCBBBAAAEEEEAgAgKhJSzKyV7iCwEEEEAAgagJEA8CCCCAQAsIMLtiC6DSJQIIIIAAAggggEBzBDgXAQQQQAABBBBAAAEEEEAAAQSiL0CEbS8QXsIi0yu2/d1kBAgggAACCCCAAAII5JAAsyvm0M1q/lDpAQEEEEAAAQQQQAABBBBAAAEEoi9AhAgggAACCCCAAAIILFEgtIRF55Z4LRoggAACCLSIAJ0igAACCCCQmwLOOTnncnPwjBoBBBBAAAEEEGh1AS6IAAIIIIAAAggggAACCCCAAALRFyBCBKIvEFrCYpIZFqP/tBAhAggggAACCCCAAAKhCSRlMyxaCa3L5nTEuQgggAACCCCAAAIIIIAAAgggEH0BIkQAAQQQQAABBBBAAIE2FwgtYVFMjNLmN5MBIJCtAowLAQQQQAABBBBYXMDJObd4NTUIIIAAAgggkLMCDBwBBBBAAAEEEEAAAQQQQAABBKIvQIQIIIBAcwXCS1hkhsXm3gvORwABBBBAAAEEEECgLoFI1jO7YiRvK0EhgAACCCCAAAIIIIAAAgg0XYAzEUAAAQQQQAABBBBAAIHIC4SWsMjkKJF/ViIcIKEhgAACCCCAAAIItIWAc45ZFtsCnmsigAACeStA4AgggAACCCCAAAIIIIAAAgggEH0BIkQAAQQQyHaB0BIWk0nJv7I9XsaHAAIIIIAAAggg0BIC9IlAYwX8DxA2w6KVxp5KewQQQAABBBBAAAEEEEAAgTYS4LIIIIAAAggggAACCCCAAAIINFMgtIRFOdlLfIUvQI8IIIAAAggggAACCEROgNkVI3dLCQgBBJovQA8IIIAAAggggAACCCCAAAIIIBB9ASJEAAEEEEAg3wXCS1hkesV8f5aIHwEEEEAAgWwWYGwIIJCFAsyumIU3hSEhgAACCCCAAAIIIJDbAoweAQQQQAABBBBAAAEEEEAAAQSyXCCEhMVUhM6l1iwRQACBfBLYaotN9coLj+ubL97T44/erZUGrhh6+Pvvs6ceffBOffXZ27rwvDND758OEWioAM9idanWeP9Xv2Lj9jbacLCuu/oSffzeK3r2yQcadzKtEWglAeecnHOtdDUugwACzRegBwQQQAABBBBAAAEEEEAAAQQQiL4AESKAAAIIIIAAAi0rEFrCYpIZFlv2TtF7qwjsOXQXfTL8NY36avgSy5efvq33335R999ziyyJp1UGmOcXGbrbjnrtpSd04AH7Zo3EtttsqaUH9FcsFtNKK654zPBKAAAQAElEQVSg7bfbMpSx9evbVxece4beffN5/efc0zRorTXUrrBdKH23dSdbbLax7hl2kz7/6M3gfWbvJUv2tPdf2GPr1KlYJxx3lN55/TkNu/W6sLsPt7+QerOYn3/6ocC2IZ9l9bWxJDd7Fk858Ri98cqTkXsWm0veUu//5o7rkIMPDBIUh912vXbcfog6d+ksvhDIToGkbIZFK9k5PkaFAAIIIIAAAggggEALCNAlAggggAACCCCAAAIIIIAAAghEX4AI6xUILWFRrt7rcBCBnBB47sVXtMmWO2mv/Q7Wm++8p3g8nhn3nLlz9eWIb2Rt3n3vQ82fv0Ddu3XV+uutEyTxPPbI3bLZrDInsBG6wNBddtSApfpr6y03Db3vpnb49jvDNf7XCUokEhozdpzefGt4U7uqdl6HDu01cfIk3THsXk2fNqPasVzeOewff9VVV1ygNVZdWXff+1Dwfrvy6v+qd4+ewfvopOOPDiU8S7I76/STgtkvjzz8YPXu3VPKkxm8LLnVkhblv2bPmaOPP/4s+Nyyzy4rH3/yuSoqUp9tZWVlwWed1afLiBGjgs83f7raFRZppYEraO68ubrnvocj9SxafM0tLfX+b+64ysvL9dAjT2rEN6Oa2xXnI9DCAs5/NLsWvgbd55sA8SKAAAIIIIAAAggggAACCCCAQPQFiBABBBBAAAEEEEAgtwXCS1hkhsXcfhIYfTWBMb+M1aOPPa2ZM2Zl6r/77kf9/dBj9O9zLtaxJ5yuXXb/k5559iWVV5QHv2xfc/VVddZpJ2qlFviTwJlBNGFj+eWW1SP3366WmL1u6602l5UmDKvRp9ifXl1rzTWC82xt+8FOCy/sOo8+cIc22XiDWq/0/gcfa/e9D9I6G2ytPx14mOzZqbVhIystCfKOYQ8ESUe/jBvfyLNbpHmzOz1g/7115OF/U8eOHfSIf3/dcvvdQWLco489pduG3afysnId/NcDdPyxRzXrWqefcpweuv9WWWJrl86dm9VXLp/8009j/GfWsTri/04KPrfss8uKJbEllQhCKy+v0JtvvFft+N8OPVpHHnOSfv75F3XoWKR4Iq70szjafzYGJ+bw4spLzw9mLw0jhJZ6/zd3bA8/+qQee+IZffHl18H3qOb2x/kItKQAsyu2pC59I4AAAggggAACTRLgJAQQQAABBBBAAAEEEEAAAQQQiL4AESLQpgKhJSzmycRVbXqzuHjrCkya+LsWlCys86I2w+K5F1ymDz74NPhzhtZwlVUGKqwZ4qy/MMq+ew/VcssvG0ZXi/Vxyon/JyuLHWiBCvvTqz16dAt6trXtBzstvNhj6C7q269PC1+l/u5t9sb6W2T/0XXWWUs2u2KXzl00esxYDbvngWqD/t/jT+vH0WNUVFSkffbcVZYoWq1BI3bue+CxYJbUXff8sz786JNGnBmdpjNnzNZd9z3Y5ATab775Vo8/9awWLCiphpJIphIdq1Xm0I49V5Z87Fx+zOgWhc+OHHq8GGoTBZxzwf/40cTTc/A0howAAggggAACCCCAAAIIIIAAAtEXIEIEEEAAAQQQQAABBBCoTyC0hMVkUvKv+q7FsSwT8L8ebvaIwuij2YNooQ5shrvyirIl9v7GW+8Es8RZQ+ec1l57TW0zZAvbbfNisz3usN02KiwobPOxNGcANkvkxhutr1gs9ZFla9u3+ky/LbCxw7ZDtMkmG7RAz/nX5d577KoBS/WTJVCNGDEy856pKvHZ518Fs8H17tNLf/7TPlUPNWr7jylTMv1PmzajUedGoXG/Pn0Cx1GjfmhWON+M/E5TvV+sIPW+s85+nzzFVjlb9t5zN/Xs2T1nx8/AEYicgP8BwmZYtBK52AgIAQQQQAABBFpOgJ4RQAABBBBAAAEEEEAAAQQQQCD6AkSIAAKRFliUhdDcMJ3kX+IrdwSSIaSYhtFH7ojVPtKvRozSjBmzMge7dOmsNVZbNbPfVhudOhXrrNOO13LLLd1WQwjtujZL5DIDBmjipN8Vj8eDfgcs1V877bhNsN0SC0v2PObow9SrZ4+W6D6v+hy01hraYvNNg4TT0tIyjR33a63x//TzmGBGP+ec1h60ZrNmWUxfYO68eaqoSD0z6bqor5978RUd+LcjZUnXzYl11Lff69AjjtNHH33WnG6y5lz7U+M2M6tz/Gsla24KA8lKgVYdlH8/Osd7slXNuRgCCCCAAAIIIIAAAggggAACkkBAAAEEEEAAAQQQQAABBNpSILyERaZXbMv7yLXbUMCSguYtmJ8Zgf3evaCwILNfudGqK0tWvPiCs7XRRuvLudxOBLBYNt98Y5WVl+uxJ57RH1OmBpZFRUXacotNg+2wF5aseN45p2qVVQaG3XVe9mezYfbulUr8nD9vvsaOrz1h8ccfR2v2rLmBUddunbXuuoOC7eYsShYuVFKJ5nTBuREQOOwff9VBf95H9rkRgXAIAYFICTC7YqRuJ8EggAACCKQEWCKAAAIIIIAAAggggAACCCCAQPQFiBABBBBAoBkCoSUs5nhOVDMIORUBqV1BYYMYDjxgXz3+6N36/KM3Neqr4Rr55fv6+P1Xdf89t8j+/HB9nWyx2cZ6+L7b9eUnbwXnjvjsXb320hO6/tpL9PTj9+u4Y44ITt95p+30+MP3aIfttlZBQSpx0pL+Lr34nOA8u+6w264P2ubCYo+hu2j5ZZfV9z/+pLvueVAjRoxSOrlhlZUHauhuOzY4jD19X48+eKe++uxtXXjemTKX/5x7uj5+75XgXjz92P069eTjdPedN2qDwetmkj379umju26/IeNn56YvasmNtv/um8/rrdee1iYb1/0npPv17asLzj1D77z2rL7+/N2gP7uPr7zwuA4/9G/pLpu1PuTgA/XMEw/oy0/fDvq3Z+yDd1/SZZecK7u+GvH17JMPBH3YM1Oz1HyGzKBmGzvfLrfSwBXUvn1721RpebnmzpkXbNdcWPJvaWlpUN2usJ1WW2XlYJtFdgtstOFg3XPnfzOfTZ9+8Louv/S84P1V38jtM23YrdfJPgPtObXnxz4b7XPOjtV1rj3jTz56b+Zz1M6z95F9Hp5x6r+qXXf55ZbVHbdeq+OP/ac6d+mc6XLffXbPPNtV37f2HrH3aNX383bbbqWn/ndf8J612E4/5bhMPysNXDH4LKnaPnOwxka678a+/+1z68F7bqvmZJ8f777xvC696OxGv69rDCsHdxly1AScc5nvt1GLjXgQQAABBBBAAAEEEEAAAQSaKsB5CCCAAAIIIIAAAggggAACURaIhRVcMhlWT/TTJgJctMkCg9ZaQ8WdijPnL1hQop9+HpPZtw1Larln2E066/QTZO+VM/99oTbZciddcfUNmjlrttZfbx1defl/ZMlz1r5mOWD/vf3x89WjZw9dec1NGjR4S516+nmaM3eutt9ma62wwrKZU0aPHqubbx8W9D1t2oyg3sZ086136d/nXByUO+9+IKjPhcXWW26qwsICDf/g42C47w7/QHPnzQu2u3bpoqG71J+waElCp5x4TJDceclFZ8vulyXDWQdnn3mS9t1raJDI5JzTyiuvqGWXGaBrrr1Z5mVu1s4cL7/q+sDODB978llZEpElPz7xv7tlyU+9/L2xtnWVffYeqv89NEzbbbe17PyddvuTDj3yXxr57XdaekB/nfivo4LEKkuirKuP+urTz9gJx/1T06fP0OVX3hDE8NvEyTKnPXbbWQ/ce4u2asSslCefdp6efOp5lZWVZS49bep0HX/yWTri6BMzdbZx3oWX66BDjtKYX8YqHo/r5Vfe0D//7xQ7pKX69wvWtli4sESjvv3eNmst02eknlk72K9/X1tRsljAnuurr7hQlrSYnr2wuLhj8L60JNa6hn7W6SfphmsvU/+l+um+Bx7VRZdeo8+/HOHf64VaZ521dON1l+lfxx5Z7XR7b1ji7UnH/1/wnrn73oeCz9ETTz5bo3/5JXjO/nbQAbrh6ksySYvTpk/X4088q/POv0xffT0y099rr7+deT9fdsX16t2rp4bdep1efPYR7bfvHkq/nwf496Z9Tqy66kpBArjFZknhxx/zT7XG+/+k44/23xdO05prrqqXX3tTO+yyX/C58fkXI9S9e1ftufuuuvW/V8ne/5ng2EAgpwSS/t9FqZJTw2awCCCAQK4LMH4EEEAAAQQQQAABBBBAAAEEEIi+ABEigAACCCCQxQKx0MbmQuuJjhDIKYHNNt1QfXr3zIx5wm+T9MGHn2T2LcnmrNOO14brr6tvRn2nQ484Tm+8/a7mz1+gBx9+QudfdIUmTvo9+FOlljxnM2ZlTvYbdr4lxBW1K9IDD/1Pjz72lK9V0Mchhx2rb7//MdhPLyxh7MWXXtfPo8cqkYwH1clkUhMnTtZzL74SlE8+/SKoz/aFzTq51lpraNLk3/Xa6+8Ew03F9kuwbYu11lyj3iS8Dh3aa+68ud7taVmynZ1jZdlll9b6g9fTQ488rgkTJgYJE/GKuMaN+zUwMi9zs7YJ72ieaT9LuEt60xdffkMffviZEomENauzWMKpzcrWvkM7/ffmO3XL7XfrjylT9NnnX/l7+liQeOqc0yYbbRAkLtbZUR0H7BmxZ2ydQWvo3vv/p8OPOkH257NvveMe7X/gP/TpZ18GZw5Yqr9OOv7/GpzcZM/Sf/zz+fY7wwMf62Tu/Hmq6/kZM2asbyf98st43XTrXUGMdk6vyj8Hbdtz58y3VYNK+6J2DWpHo7YR6NO3t0449ih99fU3suTbvfY7WG++816QsOqc04YbDK71vXm8P2f/fXfXiBHf6M9/PUL2nNrz+o/Dj9M99z2s8oryYEbOgw7cV/beUeXXX/68n3bafhsFCcz+M9beR/Y5+ob/PL39jnuD5G/nnAYNWlM7bj8kOMuOv/7mu8F7unRhaVBni3nz5gd19p624zEX07vDP9ZHH38WjN/auKTT3w78k8b8Mk6vvvZWJnG3pGRh8JlS1/vfzq1aLIamvP933WUH7b/fnoHFd9/9pAsuujJ4T9nnxqVXXK9J/vuGXWfFgctp1122t00KAjko4JhdMQfvGkNGAAEEEEAAAQQQQAABCQMEEEAAAQQQQAABBBBAAAEEEGi6QKzpp9Y4s2VnWKxxMXYRyA4Bm63uwAP2CZINbUSWGPfU0y8EyYi2b+XYow8LEncWLiwNZp2zBBqrTxdL/nr8yWdVWloazOC1zZAttc/eQ9OHtcXmmwSz/lmCXMnChZl627C+nnn2pWrXs/qolJ123FZdu3bWm2+9p/G/TsiE9f7wjwMvq+jRo5u23WZL26y12Hl3DHtAd9/7kMaMHZdps9pqK+uJp54LZqz8xxH/0u3D7tPV19+k6268LdOmvo3nX3pVlkBqyVJ2b+tqu/xyy+ovB+yrLp276KuvRgaJhFXbWtLRvHkLgqqCggKtuMLywXZjFocecpA22HC9IJHwLZMS/AAAEABJREFUxptvr3aqPSNvvv2eLMnKDgxccXntufvOttng8ta77ys9q2Xv3j2160471HruHkN3Ud++vfXe8A8z98vib1dYlGm/sLT6M5w5UMtG586dtMHgdWs5QlU2CKyz9poads/9shkOLYnOElyvve5WTfhtYjC8rt06a911BwXb6cUmG2+gvffaRdNnzNSNtw5b7LPrmede0uRJU4Lm9p4ZutuiGVSXW2bpIHnPDlqSrq3TxZIOp1fOKNu+Q5GW8W3TxxqyTr+fX3/jHaXfzzajbVlZqU469RydcsZ5Ov3MC4L3/L/Pu0T33P9IsP3G2+9m2td2HXv+m/r+X2ngCrIZHa3fjh072CpTzHrCxJSzzRjbt3fvzDE2EMg1Afv3Ta6NmfEigECLC3ABBBBAAAEEEEAAAQQQQAABBBCIvgARIoAAAggggEAeC4SWsOhcHisSel4IdO7SWTbjVb++fWXlmKMO08UXnh1sG4D9eeY773qwWkKaJatsvdXmKmxXqBkzZ+mbkd9Z08XKI/97Ur+MGx/U25/v3XvP3YJtW3Qoaq/CgkJZwsrQnXfI/KlTVX7ZjGBTp06v3AtvZYlFb732tEZ9NbzOstLAFYPZ+upr88nw14I/n9zYkdmfhV1vvUGy2N585/1qp1f1isVi2nij9WXW1RrVspNO2rND3333o4ZV/mlsm+3wpluGBTNe2rHGlHh5XPUlW+y791CtuMJyQYLl519+vVjXNlujJXvZrHKWtPr1yG8Xa1NfhSVuDdl686DJDz+NDtY1F2PH/6r581IzG9qzuMYaq9ZsUu9+1VktLYlsu21rTxC1P99tM9e9WeV+9e/fVx06LkpYrPdCNQ4654L3To1qdpslEN7J77z7wWLvGUsQ/v33VMJhbYl0O++4rXr36qXffpukb75Z/FkPzv/jj8wgl1l6qUzS6qjvftDsOXOC91Jtn6XTZ8xQ+ss+F9LbjVkvLCtVRbwiOKVk4QI9+fSLsqRfq7DkxCuu/m+1cbfk+//rr0cFn38VFXF962O3MVQtv09OOVtdQWGBrSgI5KSAc45ZFnPyzjFoBBBAAAEEEEAAgewWYHQIIIAAAggggAACCCCAAAIIIBB9gdyNMLSExWRS8q/clWDkCCxBYMBS/XXmqSfopece0ZuvPqVjjj5M3bp21fTpM4OZE48+7tRgFr+q3Wy/3dZaqn+/oGrhwhJZclqwU2NhCTE/fP9zJvFtheWX0zZDtghazZw1K5jByzmnTTbZUPfdfbN22HZIcMwWluAzevQvthlqsaSjV197R8+9+EqdZeqUabJSX5uXXn1D4yYsmh2xoYPcfput1KdPL40YMapagpCdb14ffvipKspTiUV2b3bacRs7VG+ZOXNW5vikyj+nmqlooY0NBq8nSxKcN3+Bfqkyw2PVy53zn0s0eKNttcGm2+u/N99Z9dASt20GTovfksP+efjfa00uvfOW69TbW6Y769Or8bOxDf/gY5WVlQVdrLXmGrLZRYOdyoXtr7nG6ovdL7tX5eXxylaNW9l5dn7jzqJ1awnEK2q/r1UTg2uOZdCgNWXJhJZkXFeisx1Ln9epY7H6L9U32H3siWe0xZDdgvfJrXfcE9TVtrD3Qu+ePWs7tMS62bNTCZHW0OJIz2Jo+00pzXn/v+/fczvttr/W22iIzrvwctX31a9vn/oOcwyB7BXwP0BY0r+V7B0kI0OgFgGqEEAAAQQQQAABBBBAAAEEEEAg+gJEiAACCCCAAAIIINBiAqElLMrJXuILgagK/PTTaA3ZYY8gWWbQ4C1lxRJJrO60s85fLKnOHFYauELmT5jaTIFWV1eZNPl3lVekEvCKO3aUJaFZW0taGTnquyCZ0Tmn1VddRddcdaEef/TuzMyFdn2bIdDah1UsEfKKq2/Qv8+5uM4yZ95cWamvzQUXXVmrTX3jtFkDN998Y82ZM0+vvf52rU1tFr8p06YFx4qKirTlFpsG29m0sFkfe/bsEQwpHq/I/FnmoCKkxUorrqCO/nmxGRpvu/Pe4Lm0Z7O+ss8Bf2/01V97/R2NH/9bcF5tf4bb/ix3YbsCvTv8g6BNemFJupasm95f0rrqcTvPzq9ax3b2C1RNDK462g0Gr6tePbsHVR9/8nmDntVNt95FNsNncFItC5vt9p9HHKxnn3xAG204uJYWbVfVEu9/+2z885/20aMP3qk99ti57YLjygiEJeD/XeOc/yEirP7oBwEEEEAAAQQQQCBnBBgoAggggAACCCCAAAIIIIAAAghEX4AIEahLILyERaZXrMuY+jwWqDrrVdduXeuVmDhxssrLyoM2lviVTnSziosuvUbDP/xE9qdBbb+goEBrrLaqLrnobD32yN3aYrONrToy5aAD95Ml4vXq2UPXX3tJrbMGPnzf7ZmkTgt8lZUHauhuO9pm1pT+/fuqQ8eiYDwFBYXq2LGDwv4qKCxQOtfDZq4Lu/90f5bA+t7wD4NZLe06G2+0viwhy47b2vbH/DKu1uSyuXPmW7OgdGhfv0GvKjPjVT0vOLkNFxeed2atz2FdswS2ZL2NpQ0pmnxpm2nUuVRikj1DTe7In2jJidddfUmQqPjXvxygr7/+Vl+OGOmPZM8rzPf/SgNXlN33V154XCf96yhN/n2K3njj3ewJlpEg0AwBZldsBl7dp3IEAQQQQAABBBBAAAEEEEAAAQSiL0CECCCAAAIIIIAAAgjkrEBoCYuVOQg5C8HAEWhpgfZF7Rp8iWRSqvrnVv+YMkX/d9ypuvDSq4JZ7tK/3HfOac3VV9XVV16gvx20f4P7z/aGNltiPJ7QHXfdX+fsjjar4/X/vV1z5s4NwunSubOGbJn6M9pBRYssmt5p1Vkzm95L3We2K2yn5ZZZuu4GIRypOqulzQC6047bBL3aumfPHhr+wcfBfs3F73/8kanq0rVTZru2jVhBKqHNjlU9z/bbsjz25LP1Pov2PLZWsbG0pUUY1+7fr18m4bUx/dmMildddr5uv/karT94Hd159wMasv0eOu/Cy/1nZmqG2sb011ptm/r+79SpWGedfpIeuvdW7bTDNnrp5Te0/a776qRTz26RGVvFFwJtIOCck3OuDa7MJRFAAAEEEEAAgfoEOIYAAggggAACCCCAAAIIIIAAAtEXIEIEEGgrgdASFi3Bqq2C4LoIZKtAScnCzNC6demqzTbbKLNf30bZwlL9+ttvizV56ukXNHTvA3XJ5ddpwoSJSicuduncRYf946/aZOMNFjsn1ypslkSbLXHcr7/qrnse1HMvvlJnGXb3A/p59C9BiM45rbfeIK2zzlrBfjYs5s9foPLyeDCUDh3aB7NiBjsttFh99VWalATW0OF88823GjFiVPDcFRUVyRJL7Vxbz5gxU6+9/o7tLla+++EnlZaWBvWdO3eS/WngYKfGwp7fLl06B7XW3s4LdrJgYX+aur5nsTWP2ViygKRZQ+jdu6c227Rhn4fpC9msirffco122Xl7jRs3QYcdeXzwGZE+nm3r5r7/bVbFm264UgcduK/mlyzQaWedr8uuvE7Wb7bFyngQaLRA5oRk8D0l/e+ZTDUbCCCAAAIIIIAAAggggAACCCCQ+wJEgAACCCCAAAIIIIAAAgjUIRBawqKYGKUOYqrzWeCXseOCP6FrBl26dm5wwtq0GTM0atQPdlqt5dHHntL+fzlUzzz7ksoryoM2vXv10g7bbR1s5/LCZkns0KGD3n3vwwYl5tisfmVlZUHI/fv11d577BpsZ8PCEstmz5kTDMU5p/UHrytLQgoqallYsuUD996q7bbdqpajtVeNHTdepSWpZMCll15Ke++5W+0NK2uPPPxgDbv1usq9xq/eHf6B5s6bF5xoiaVHH/kPH9MK+vSzLzX+1wlBfc3F51+O0PQZM4NqS65dbvllgu2ai359+qhTcWoGRmtv59Vsw37uCnzy6ReaPSs1I2pxcUftuP0Q2QyCdUVk74eH77s983446ohDtPJKKwafC/c/9KjG/DK2rlOzor657//D/nGQNhi8jiriFXraf9a/X8cMplkRLINAoMkCTs65Jp/NiQgggAACCOSzALEjgAACCCCAAAIIIIAAAggggED0BYgQAQQQiKpAeAmLyagSERcCTRf4/IsRmj0nlaDTvn17bbj+unV2Zslm7YraKZFIVEv+2nPoLnr0wTsXmznPZtk694LL9NZb7wezE8ViMbUval9n/7lwwGbY23DDdTVp0mQ9/8KrDRqyzeo3afLvQVsz2Hij9RezCg620WLUqO+Ce2qXX2aZpXT4oQfZZq3loAP3U7uCAr319vu1Hq+t0hJbLcHVjtmfhT7wz3vrgP33tt3FiiVL7rn7Lvr1t4mLHWtoxYsvvZ6Z1bJL587af789VFEe19vvDK+zi6ozM9pMk2uuvmqtbVdbbWXZ+8Rm2rKZHO28WhtSmbMCNiOq3V8LYMMN1tPZZ55km7WWQ/76ZxX6z0RLdLTZaVceuGLQbkHJAk3+fUqwne2Lpr7/LZFznbXXlH2mlZWW69fxi8+4m+2x5/j4GH4rCqQ/E1rxklwKAQQQQAABBBBAAAEEEEAAAROgIIAAAggggAACCCCAAAIItJFAaAmLTI7SRncwpy6bW4O1hBFLFmnOqG1GrPfe/1DxeDzoZt11B2nXXXYItmsu1h60horatdOUqVP16utvVzu89NIDtMfuO1erS++MHf9rMANXRUU8M/OdHfv99ylaWJKaedDi6NwlNXOdxXXUEYeorqQxO7etys47bqtePXvqq69G1jlbX82x2ax+1j6d8GCJn3VZ1Ty3vv058+ZqYWlq5sKCgkJ17NhB9mVJf+bXr29f211isXs5bfr0oF1BQYF22Wl7nfvvU6rNLGd9XXfNJdp+m601/KNPg7YNXVj8H338WeYZ69K5i0458ZggEcz6Tfez7z6766YbrlDXLl3rTS5Mt69vnZ7V0jmn/v366bvvf5A96/Wd8+Qzz+uPKVOCBKz11lu7Wvzp8wb590BhYUHQztqn69Nrm3Hvxmsv0xP/u0fHHH1YurretT379TbgYKMECvz9adQJNRq//d5wzZmbSuK298PQXXfSXbffoI02HJxpaffZ6rbdZkt95N8Plpzds0d3deiQSsi2Z3yVlVPJi+mT7Jxu3bumdzNrew/YZ55VzJo121ZBsRkegw2/2H+fPbXHbrV/vvrDzXo19f2/+qqrKD3G9kVFWn31lauNw+Lq13/xzyCrT8db7QR2EMhiAeccsyxm8f1haAgggEDTBTgTAQQQQAABBBBAAAEEEEAAAQSiL0CECCCAAAIINE0gtITFZFLyr6aNgrMQyEIBS4Dp0qlzZmRduy2eDJM5WM/GvQ88qjFjxgUtunXtqiMPPViW9BZUVC5sRrzBg9eW/Wnj555/TTajWOWhYGWJjPvstVvmT6MGlZWLzn6MTjHNmDlD7w3/SOkvS2QrrUy4s0Sf7Sr2sKwAABAASURBVLfdOrjuqScfpy233FTjJzR/xi5LlrSSvmZz1jtsO0TbbzdEiWRCf0yd2qiurL392VQ7yWYZ3HWnHYJYbb9q6b/UogSfZZYZUPXQYttz58xTRUV5UN/d3/tddt4+SPI8/l9Has21VpMl39nBgnYFmUSLmL8PsYLqH6t2L5959pXg3lr7oqKiYAbE119+Uk8/fr9efPYRvfz8o9rB35+vvx6pe+572JpVK7HYoj5rSxh78OEnNHr0oj+PawlLf/nzfnr1xcf1yfDX9MXHb+rC885Uv7699eTTLywxubDaxWvZqTqrpT1jn3/5dS2tqleZgz3b9owPXGF52fiqtvjbQft739UCJ2tn7aset21772y37VayZK6//mV/7bTjtlZdb+nds6fsmbBGHdp3sFXel6X698uY2KyuluTbUJR+fftkmqYT6jIVlRs9enSv3JKqblvly6+8IZsVNp3EbUmLNrPq3XfcqM8+fCMoD917m2ym1C/9c3XHXffbaRo//jfNnjsv2Lbk4UMPOUiWhGufpZYAfNtNV2vF5ZcPjtuiS9cusmfqvzdcHjwvVjd3/vxgNlrbts9be5YOPGBf2cymCSWsWr1791Rxh47Btn22DhjQP9iua1HQQu//L776WtNnzAouW9iuUHvvNVRHHXGIfw/31TFHHabHHr5L66+3TnDcFsUdO2rH7Yfolhuv1DZDtrCqoFT97LBt+2wIDrBAIFsE/A8Q9j8cWMmWITEOBBBAAAEEEEAAAQQQQCBrBBgIAggggAACCCCAAAIIIIAAAhEVWJQF09wAneRfyuUvxo5AWsCSYP5x8F/Uo+eixJuVB66g/5x7epAwkm7XkPWYX8bq/Euu1I8/jg6SZVZddSXdces1Ov2U47TP3kN15aXnBzPiuaTTsLsf1I03315rtzZz1qUXnK1LLjxbg9ZaI5ihzhJX9txjZy0sKZElrdVM8vr8y6+Cmfecc7KkoGeffEC77LStnn/hVdmsZbVeqBGVJ558tqw04pTFmloCjSUWnXLyserVs4cKCwq1xaYbaa89dg1iXOyEGhVbbbFpEJudlz603HJL66rLzpfNnJaus8Sk1VZZJb2rtdZcfbFZCDMH/YYlDH3//c/BPbOkqt133UmPPXK3BvnznnjiOd9CQVKkzcxmCVRWYc/LvnsOXewZsXtq5uWVCZDOOXXt0kWrrDxQyy+3rNq1aydL+rvsqhsXuy+HHHyg1lhj0bg33WSDxWbptOTU0/99gUaN+i4Yr43FSmFhQWDYvn172QycL7/6Zp3Pl7VvaLHrffrZl0okEpr8+x968633GnSqOTz59PNyzsniOvzQvwXjO+v0k3Tc0UcE/VmCr7WrrcMe3btnqovaFal3r56Z/do2hu62ozZYf73MoZVXWkH/OvbIxe5PpkEebNj7YPNNNspEasnQu+26g3bYdkimrq4NO3eVlVfKHN5g8LqyukyF37AZZNdcc1W/lXrZttWl9lLLcy+4TM88+5LS7werdc4Fs5im30s//TRGVd8Po779Xp9++kXweWbt7fPQknDtM23vPXfzn2mv6Z13h9uhoOy4/RD965h/6p13hsvey1Zpz+ycytkd7XybrfOs00/QDz/9pBdfej14P1uyc3GnYmsejMcSY+uyse8TLfn+t3gswdcGY58X9uy++epT+ucRh+iLL0fo8SefCd7XdtwS7K+8/HyZk8VidTZr5bZDtlQ6YXfpAUsFyY72mWvHKQhkhYB/7zvHTxBZcS8YBAJ5KEDICCCAAAIIIIAAAggggAACCCAQfQEiRAABBBBAAIHsFAgvYZHpFbPzDjOqRgnsOXSXYEY6S4LZYrONZYlq6Q6Kior0p333lCWM2PF0fUPW33zzrf5++DFBQuJvEyerV89e+vvfDtT555yuzTffSB98+In+edwpuuX2u2vtrqRkocaOG6+EkkGy2qMP3hmM87B//FXjxv6qU844T3ff+9Bi517/39v1/vCPg1nrbPYim6Xsqmtv1mNPPLNY27aqOOOU43XmaSdq2coZD51zWnvttYLEzIfvrz15Mz1WS1i69aarNXjdtYMkuHS9c06WGHr+eafrsYfv1luvPa1zzjpZvXr1SDcJEuVslr/nnnpQdt8zB6psXHfjbfr662+DpCCbEe67H37SeedfLvvzx3Ztew5sJjjnUskW9rxYctYrL/5Pxx1zRJWepP9cdIX+c/4VsoSidBKSJRHa82D36dAjjpMlt1Y9yfo/7eTj1KVzl0y1JVpZMqbFZEmo6QN27uFHnxg8YxMn/Z5J7CorL9fPP/+iCy+9Smefd0m6ebPXb78zXNOnzZAlgVkCY0M7vOTy63Tx5ddq2tTp+tcxRwbPsc0eai4nn3aObrzpjjq7eu7FVzRj5qwgti9HfKNnn3+51rZm/9Vnb+uKS/6j5ZdfJtOmc5fOwSx19h62+5c5kAcbFu+or4YH74M+fXtXi3jFFZbX9ddeIjMzu2oHK3fsWaz5HrJ+rM6eRXsP2dqezX59+1aepSA51Ors/Eyl36jt/WDvMXsuHnz4seDz0p5p3zTzuvzqG/TUsy9qXuVMi/b+sWf7/Auv1GVXXqf33v9Idn76s+6Ka26s9plqszs+9PATmj1nTpDYa8mLjz72jOyZNB8bo81OaDMR2kWdc8HsjGYz7LbrrSpT0u1b8v1/y213a9g9D2r6jJnBeM3H3tvX3nCrTj79XL3r4/1t4sQg0Xeafy/edMtdweeMDdLGd8+d/w2Som3fin0Ps0Th4e+8uNjnkx2nINBWAvaebatrc10EEEAAAQQQQAABBBBolgAnI4AAAggggAACCCCAAAIIIIBA9AVaJMJYWL363+uH1RX9INBmApYQtcmWO2nQ4C3rLXvtd3Cjxzh//gLdcNPt2mX3P2m9jYYE/a+74RBtuc3QIPnEkhpr69TGtM2Oe2qPff6qzbfeVetvvG1wro1xw82210GHHKUPPvq0tlOD2fqOO/EMrb/Jdlp7/a00dO8D9dTTL9Tatq0qz7vw8kw8FlPVsiTn+s5N93PAQYdpu532qfMadr/NuLb4LWHqb4ceHdwvu1cH/OWwjHV91x680ba66ZZhqvll1znwb0cG98PGZ8+BPQ933fNgzabBvsVv7WorFlPNGTXTz9jOQ/eXjdfOs+dlnwP+Hvp9t6TNbXfeWxdecnUw1sYs7Bm0MVn8NsaNt9hRR/zfSRnbuvqyRNutt9s9iO2oY04Onu/a2pq93QPru65i96+2c6NaZ/HWZZGuNzOzq81gSc+iPdv2TKb7qrm282v2a+dUfT/YM7vNTnvpiqv/W+u9tef7gouu1KZb7xK8n+35sefo+ZdeDbq2/uz8+j7rLCl8iyG7BZ+H9nlqiY7W75J8jjj6xOAa6UV97etytPFVjdfGX9/7365lSYtDtt8jGK/52Hv7/gcftUOy9//uex+kdTbYWvY9ournSFPGF3TKAoE2EHDOVfufDtpgCFwSgSwVYFgIIIAAAggggAACCCCAAAIIIBB9ASJEAAEEEEAAAQTyUyC0hMVkMj8BiRoBBBBAIMcEGC4CCCCAQJYIJIMZRJllMUtuB8NAAAEEEEAAAQSiJkA8CCCAAAIIIIAAAggggAACCCAQfQEizEmB0BIW5XIyfgaNAAIIIIAAAggggAACbSLg5Jxrkytz0eYL0AMCCCCAAAIIIIAAAggggAACCERfgAgRQAABBBBAAAEEEGgJgfASFplhsSXuD30igED+CRAxAggggAACeSPA7Ip5c6sJFAEEEEAAAQQWF6AGAQQQQAABBBBAAAEEEEAAAQSiL0CECCBQi0BoCYtMjlKLLlUIIIAAAggggAACCCBQp4BzroVmWazzkhxAAAEEEEAAAQQQQAABBBBAAIHICBAIAggggAACCCCAAAII5KJAaAmLyaTkX7lowJgRQKAxArRFAAEEEEAAAQTCEPA/QNgMi1bC6I4+EEAAAQQQQCBkAbpDAAEEEEAAAQQQQAABBBBAAIHoCxAhAggg0AYCoSUsysle4gsBBBBAAAEEEEAAAQTqF+CoF2B2RY/ACwEEEEAAAQQQQAABBBBAIMoCxIYAAggggAACCCCAAAIIILC4QHgJi0yvuLguNW0hwDURQAABBBBAAAEEckSA2RVz5EYxTAQQQCA7BRgVAggggAACCCCAAAIIIIAAAghEX4AIEUAAAQQiKBBawqJzEdQhJAQQQAABBBBAIC8FCBqB1hFwzsk51zoX4yoIIIAAAggggAACCCCAAAI1BNhFAAEEEEAAAQQQQAABBBBAoPUFQktYTDLDYsPuHq0QQAABBBBAAAEEEEDACyRlMyxa8Tu8EEAAgegJEBECCCCAAAIIIIAAAggggAACCERfgAgRQAABBBBAoNECoSUsiolRGo3PCQgggAACCCDQNAHOQgCBKAg4OeeiEAgxIIAAAggggAACCCCAQAsJ0C0CCCCAAAIIIIAAAggggAACCERPoGbCYtMjZIbFpttxJgIIIIAAAggggAACeSjA7Ip5eNMJOZsEGAsCCCCAAAIIIIAAAggggAACCERfgAgRQAABBBBAAIGsEwgtYZHJUbLu3jIgBBBAAIE2E+DCCCCAAAINEXDOMctiQ6BogwACCCCAAAIIIJClAgwLAQQQQAABBBBAAAEEEEAAAQSiL0CEYQuElrCYTEr+Ffb46K8FBfyvh5vdexh9NHsQdIAAAggggAACCCCQewL+BwibYdFK7g2eEbeKABdBAAEEEEAAAQQQQAABBBBAAIHoCxAhAggggAACCCCAQN4JhJawKCd7ia/cEUiGkGIaRh+5I8ZIEYiOAJEggAACCCDQ5gLMrtjmt4ABIIAAAggggED0BYgQAQQQQAABBBBAAAEEEEAAAQSiL0CECOSaQHgJi0yvmGv3nvEigAACCCCAAAIIINCmAjk+u2Kb2nFxBBBAAAEEEEAAAQQQQAABBBBoFQEuggACCCCAAAIIIIAAAiELhJaw6FzII6M7BBDIYwFCRwABBBBAAIF8EHDOyTmXD6ESIwIIIIAAAgjUKkAlAggggAACCCCAAAIIIIAAAghEX4AIEUAAgeoCoSUsJplhsbosewgggAACCCCAAAIItKVA1l87KZth0UrWD5UBIoAAAggggAACCCCAAAIIIJCtAowLAQQQQAABBBBAAAEEEMgxgdASFsXEKDl26xlucwQ4FwEEEEAAAQQQQKC5Ak7OueZ2wvkIIIAAAgi0qACdI4AAAggggAACCCCAAAIIIIBA9AWIEAEEEECgdQXCS1hkhsXWvXNcDQEEEEAAAQQQyG0BRo9AMMMiDAgggAACCCCAAAIIIIAAApEWIDgEEEAAAQQQQAABBBBAAAEEqgmElrDI5CjVXNt4h8sjgAACCCCAAAIIIJD9As45ZlnM/tvECBFAIKsFGBwCCCCAAAIIIIAAAggggAACCERfgAgRQAABBBCIlkADQsfIAAAQAElEQVRoCYvJpORf0dIhGgQQQAABBBDIXwEiRwCBlhXwP0AkK0vLXojeEUAAAQQQQAABBBBAAIF6BDiEAAIIIIAAAggggAACCCCAAAKtKhBawqKc7KWGfNEGAQQQQAABBBBAAAEE8lyA2RXz/AEg/HwRIE4EEEAAAQQQQAABBBBAAAEEEIi+ABEigAACCCCAAAKNEQgvYZHpFRvjTlsEEEAAAQSaK8D5CCCAQM4L2AyLOR8EASCAAAIIIIAAAggg0LIC9I4AAggggAACCCCAAAIIIIAAAtEXyKsIQ0tYdC6v3AgWAQQQQAABBBBAAAEEmingnJNzrpm9cDoCzRHgXAQQQAABBBBAAAEEEEAAAQQQiL4AESKAAAIIIIAAAghkk0BoCYtJZljMpvvKWBBAAIG2F2AECCCAAAII1CuQlM2waKXeZhxEAAEEEEAAAQQQyG4BRocAAggggAACCCCAAAIIIIAAAtEXIEIEQhQILWFRTIwS4m2hKwQQQAABBBBAAAEEoi7g5JyLepDNjo8OEEAAAQQQQAABBBBAAAEEEEAg+gJEiAACCCCAAAIIIIBAPgmEl7DIDIv59NwQKwJRECAGBBBAAAEEEGhjAWZXbOMbwOURQAABBBDIDwGiRAABBBBAAAEEEEAAAQQQQACB6AsQIQII5JBAaAmLTI6SQ3edoSKAAAItJNCvb1+dcuIxevbJB/TJ8Nc08sv3Neqr4fr683f17hvP66rLztc666yVufrVl1+gC887M7PPBgIIIIBArgk0b7zOOWZZbB4hZyOAAAIIIIAAAggggAACCCDQCgJcAgEEEEAAAQQQQAABBBAITyC0hMVkUvKv8EZGTwjkuwDxI5BDAp06FeuCc8/Qs0/cr0MPOUhLDxig7374SXfe9aD+fc7FOv/iK/XWu+9r1VVX0t233xgkLu6047bacP31VFzcMYciZagIIIAAAqEJ+B8gbIZFK6H1SUcIIIAAAgjkogBjRgABBBBAAAEEEEAAAQQQQACB6AsQIQIIIIBARiC0hEU52Ut8IYAAAgjkl8BGGw7WQ/fdrn332V0dizvqg48+1Z//eoQOPeI43Xjz7XruxVf09DMv6oKLrtRe+x2sE04+K0hcvOaKC9W7Ty91796txcCWX25ZPXL/7dpz6C4tdg06RgCB7BZgdFkswOyKWXxzGBoCCCCAAAIIIIAAAgggkFsCjBYBBBBAAAEEEEAAAQQQQCB3BMJLWGR6xdy56+GMlF4QQAABbbXFprrkwrO18korKpFI6MWXX9NRx5ysMb+MrVPHEhpPPu08/fzzL0GbWCy8b0VBh1UW++49VMstv2yVGjYRQAABBLJJgNkVs+luMBYEEECgTgEOIIAAAggggAACCCCAAAIIIIBA9AWIEAEEEEAAgVYTCC1LxLlWGzMXQgABBBDIAgGbvfDEfx2tAUv1D0bz/Y8/65LLrwu2l7SwhMbrbrxVU6dMU69ePZbUvEnHVxq4onbYbhsVFhQ26XxOQqB1BLgKAvkt4JyTcy6/EYgeAQQQQAABBBBAAAEE8kCAEBFAAAEEEEAAAQQQQAABBBBAIC0QWsJiMttmWExHyBoBBBBAoEUE/nbQ/lp55RWDvhcsKNEzz76k+fMXBPsNWbz/wcd6+73hSsTD/wbSqVOxzjrteC233NINGQptEEAAAQTaRCApm2HRSptcnosigEB0BIgEAQQQQAABBBBAAAEEEEAAAQSiL0CECCCAAAIIIBAZgdASFsXEKJF5KAgEAQQQWJLAOuuspSFbb6GCgoKg6fgJE/T8i68E241ZvP3OcJWWLtQmG2/QmNPqbWvJihdfcLY22mh9Occ3p3qxGnCQJggggEDLCTg+p1sOl54RQAABBBBAAAEEEGiUAI0RQAABBBBAAAEEEEAAAQQQQCD6AtkSYXgJi+FPkJUtRowDAQQQQKCGwPbbbKW+vXsHtTYz1g/f/9yo2RWDE/3CZlk88OB/6pNPv9Cw267XqK+GVytvvfZ0tWTGC887s9pxa1+1zc47bafHH75HO2y3dSaZ0hIYL734nMx5dh1/aV4IIIAAAlkgYN9DsmAYDAGBlhagfwQQQAABBBBAAAEEEEAAAQQQiL4AESKAAAIIIIAAAgg0UCDWwHZLbMYkVkskogECCCAQGYG11lxdhe0Kg3jKKyo0afLvwXZzFkccfaL22u9gvfPuB0okErV2dd6Flwdt3nznPcXjcUnVm40ePVY33z5MV1x9g6ZNmxEcXLCgRDffepf+fc7FQbnz7geCehYIIIAAAm0v4ByzLLb9XWAECCCAAAIIIIBALggwRgQQQAABBBBAAAEEEEAAAQQQiL4AEeaLQGgJi8mk5F/54kacCCCAQN4KLL/cshqw1FKZ+MvLyjVx4uTMfnM2xvwyVs+9+IrmzptXZzfW5ulnXtSs2XMWa2PHXnzpdf08eqwSyVRCY9J/g7LxWb9WbDbHxU6kAgEEEECg9QX857N9Rltp/YtzxWoC7CCAAAIIIIAAAggggAACCCCAQPQFiBABBBBAAAEEEEAAgSwRCC1hUU72El8IIIAAAosEorjVv39fdehYlAmtZEGJps6Yntlv7sbs2XNUWlpabzclJQsVj1fU24aDCCCAAAJZLsDsill+gxgeAggggAACCDRGgLYIIIAAAggggAACCCCAAAIIIBB9ASJEAIFwBMJLWGR6xXDuCL0ggAACWS7Qu3dPFXfomBllQv6/eCKzzwYCCCCAAAINFWjg7IoN7Y52CCCAAAIIIIAAAggggAACCCCQuwKMHAEEEEAAAQQQQAABBPJEILSERefyRIwwEYiUAMEg0HiB+fMXqLS8vPEncgYCCCCAAAI1BJxzcs7VqGUXAQQQQAABBMIXoEcEEEAAAQQQQAABBBBAAAEEEIi+ABEigAACuSEQWsJikhkWc+OOM0oEEECgmQI1/xxz+/bt1a1bV/GFAAII5K0AgTdRICmbYdFKEzvgNAQQQAABBBBAAAEEEEAAAQRaT4ArIYAAAggggAACCCCAAAIIhCIQWsKimBgllBtCJ9UF2EMAgewT+OTTLzR71tzMwIraFal3r56ZfTYQQAABBBBomICTc65hTWmFAAIIIBB5AQJEAAEEEEAAAQQQQAABBBBAAIHoCxAhAggggAACJhBewiIzLJonBQEEEMgLgTG/jM3E2b59kVZcYbnMPhsIIJB1AgwIgawVYHbFrL01DAwBBBBAAAEEEEAAAQRyT4ARI4AAAggggAACCCCAAAIIIJATAqElLObn5Cg5cY8ZJAIIIBC6wOdffq0FC0qCfmOxmNZdd+1gmwUCCCCAAAKNEXDOMctiY8BoiwACbSjApRFAAAEEEEAAAQQQQAABBBBAIPoCRIgAAggggAACrSEQWsJiMin5V2uMmWsggAACCLSxwPMvvqIffx6dGcUKyy2rAw/YN7Pf0I1OnYp1y41X6rhjjmjoKbSLogAxIYBAfgr4HyBshkUr+QlA1AgggAACCCCAAAII5JkA4SKAAAIIIIAAAggggAACCCCAQPQFGhBhaAmLcrKX+EIAAQQQiL7A/PkL9NQzL2jO3LlBsMXFHXXAfntppYErBvsNXZx95knq3q2b7rnv4VpPKSgoVMeOHVTfV/v27dWtW1fxhQACCCCQYwLMrphjN4zhZrsA40MAAQQQQAABBBBAAAEEEEAAgegLECECCCCAAAIIIBAFgfASFpleMQrPAzEggAACDRZ4+pkX9ej/nlFZWVlwziqrDNR555zaoKRFm1nx8kvP0wbrD9atd9wjS4AMOvGL33+fooUlqT67dO6kVVYe6GsXvSwp8v+OOlS9e/UKKgsLCtWhqL2qflXtw/5kdecunYLDdt2jjjhEa66+arDfwAXNEEAAAQRaSIDZFVsIlm4RQAABBBBAAAEEmiLAOQgggAACCCCAAAIIIIAAAgggEH0BIswCgdASFp3LgmgYAgIIIIBAqwrcePPtevzJ51VaWirnnDYYvK5u+e9VOuTgA+scxxabbaw7b7lOG284WDfdfKfe/+Djam3H/zpB48aPD+qKioq079576MAD9pUlGx5+6N900w1XBNeaPm1G0MZmYNx5p+105OEHa+89dw3qrA8bk+106NBe22+7dZBIeerJx2nLLTfV+Am/2SEKAggggEAbCzjngs/0Nh4Gl28VAS6CAAIIIIAAAggggAACCCCAAALRFyBCBBBAAAEEEEAAAQSWLBBawmKSGRaXrE0LBBBAoCUE2rjPy668TpdccZ0mTJgomylr6QH9depJx+rD917Wow/eqSsu+Y8uvfgc3XzDlXrz1ad0041XBCM+8dRz9PxLrwbbNRevv/Wu5sydG1Qvu8wAnXPWyfpk+Gs6/tgjNXbsON1x531KutQ3HptBcZONN9AmG66vqVOnB+fY4vMvv1I8Hg8SYez4s08+oF122lbPv/BqtRkdrS0FAQQQQKAtBJLB9w373tEWV+eaCCCAAAIIIIBAzgkwYAQQQAABBBBAAAEEEEAAAQQQiL4AESKQBwKhJSzK5YEWISKAAAII1Crw1NMvaNc9/6wLLrpKX474RrNmz1Fxx2INWmsNDd1tR+22847B9k8//6LTTj9fBx1ylL755tta+7LKp595UVdfd7NspkRLOrRklqlTpmnYPQ/qmONPV0U8bs00fcZMPfTIkxq61190xP+dpA8++jSot8X1/71d7w//WGVlZUFCzPjxv+mqa2/WY088Y4cpCCCAAAJtLuDknGvzUaQHwBoBBBBAAAEEEEAAAQQQQAABBKIvQIQIIIAAAggggAACCCDQ9gLhJSymJrpq+4gYAQIIZJsA48kjgSeefk5/P/QYbbXtUK230RANGrxlUGx7yA576P+OO1VvvP1ug0QsCdISEdfdcIjWXn8rbbvz3vrvzXcG537y6Rfabqd9NGT7PWQzPP4xZUpQX3Uxf/4CHXfiGVp/k+2C84fufaCsz6pt2EYAAQQQaFsBS0hv2xFwdQQQQAABBBAIUYCuEEAAAQQQQAABBBBAAAEEEEAg+gJEiAACCDRbILSERSZHafa9oAMEEEAAAQQQQAABBOoQiGa1c45ZFqN5a4kKAQQQQAABBBBAAAEEEECgSQKchAACCCCAAAIIIIAAAghEXyC0hMVkUvKv6IsRYfQEiAgBBBBAAAEEEECg9QX8DxA2w6KV1r84V0QAAQQQyEsBgkYAAQQQQAABBBBAAAEEEEAAgegLECECCCCAQNYLhJawKCd7iS8EEEAAAQQQQACB/BMgYgQaLcDsio0m4wQEEEAAAQQQQAABBBBAoK0FuD4CCCCAAAIIIIAAAggggAACzRUIL2GR6RWbey/qOp96BBBAAAEEEEAAAQQiKcDsipG8rQSFAAJNF+BMBBBAAAEEEEAAAQQQQAABBBCIvgARIoAAAgggkPcCoSUsOpf3lgAggAACCCCAQNYKMDAEEMhGAeecnHPZa3lkWwAAEABJREFUODTGhAACCCCAAAIIIIAAAjkpwKARQAABBBBAAAEEEEAAAQQQQCDbBZqfsFgZYZIZFislWCGAAAIIIIAAAggggMCSBZKyGRatLLktLRBAICsEGAQCCCCAAAIIIIAAAggggAACCERfgAgRQAABBBBAAIEWFggtYVFMjNLCt4ruEUAAAQSiLEBsCCCAQP4JODnn8i9sIkYAAQQQQAABBBDIawGCRwABBBBAAAEEEEAAAQQQQACB6AsQYf0C4SUsMsNi/dIcRQABBBBAAAEEEEAAgWoCzK5YjYOd5gvQAwIIIIAAAggggAACCCCAAAIIRF+ACBFAAAEEEEAAAQRyXCC0hEUmR8nxJ4HhI4AAAvUKcBABBBBAAIHwBZxzzLIYPis9IoAAAggggAACzRDgVAQQQAABBBBAAAEEEEAAAQQQiL4AESLQtgKhJSwmk5J/tW00XB0BBBBAAAEEEEAAAQRyQ8D/AGEzLFrJjQGHMEq6QAABBBBAAAEEEEAAAQQQQACB6AsQIQIIIIAAAggggAACCNQrEFrCopzsJb4QQACBthDgmggggAACCCCQYwLMrphjN4zhIoAAAgggkB0CjAIBBBBAAAEEEEAAAQQQQAABBKIvQIQIIBBtgfASFpleMdpPCtEhgAACCCCAAAIIRF2g1eNjdsVWJ+eCCCCAAAIIIIAAAggggAACCCCAAAIIIIAAAggggAACCLSpQGgJi861aRxcHIEsF2B4CCCAAAIIIIAAAjUFnHNyztWsZh8BBBBAAIEcFmDoCCCAAAIIIIAAAggggAACCCAQfQEiRAABBBBojkBoCYtJZlhszn3gXAQQQAABBBBAAIElCXA8YgJJ2QyLViIWGOEggAACCCCAAAIIIIAAAgg0R4BzEUAAAQQQQAABBBBAAAEEIi0QWsKimBglpx8UBo8AAggggAACCCCAQOsKODnnWveSXA0BBBBAQBAggAACCCCAAAIIIIAAAggggED0BYgQAQQQQACBbBYIL2GRGRaz+T4zNgQQQAABBBBoeQGugAACjRRgdsVGgtEcAQQQQAABBBBAAAEEskGAMSCAAAIIIIAAAggggAACCCCAQDMEQktYbNnJUZoRIacigAACCCCAAAIIIIBAVgo455hlMSvvDINCoC0FuDYCCCCAAAIIIIAAAggggAACCERfgAgRQAABBBBAIJ8FQktYTCYl/8pnS2JHAAEEEEAguwUYHQIIIJBNAv4HCJth0Uo2DYuxIIAAAggggAACCCCQ8wIEgAACCCCAAAIIIIAAAggggAAC0RfI4QhDS1iUk73EFwIIIIAAAggggAACCCCwRAFmV1wiEQ2yU4BRIYAAAggggAACCCCAAAIIIIBA9AWIEAEEEEAAAQQQQKDlBMJLWGR6xZa7S/SMAAII5IcAUSKAAAII5JkAsyvm2Q0nXAQQQAABBBBAICXAEgEEEEAAAQQQQAABBBBAAAEEoi9AhAjUKRBawqJzdV6DAwgggAACCCCAAAIIIIDAYgLOOTnnFqunojkCnIsAAggggAACCCCAAAIIIIAAAtEXIEIEEEAAAQQQQAABBHJXILSExSQzLObuU8DIEUCgYQK0QgABBBBAAIEQBZKyGRathNgpXSGAAAIIIIAAAs0XoAcEEEAAAQQQQAABBBBAAAEEEIi+ABEigECbCYSWsCgmRmmzm8iFEUAAAQQQQAABBBDIFYFF43Ryzi3aZQsBBBBAAAEEEEAAAQQQQAABBCIjQCAIIIAAAggggAACCCCAQF0C4SUsMsNiXcbUI9BaAlwHAQQQQAABBBDIKQFmV8yp28VgEUAAAQSyR4CRIIAAAggggAACCCCAAAIIIIBA9AWIEAEEEIisQGgJi0yOEtlnhMAQQAABBBBAAIE8EiDU1hRwzjHLYmuCcy0EEEAAAQQQQAABBBBAAIFKAVYIIIAAAggggAACCCCAAAJtJRBawmIyKflXW8XBdXNBgDEigAACCCCAAAIIIJAW8D9A2AyLVtJVrBFAAAEEIiJAGAgggAACCCCAAAIIIIAAAgggEH0BIkQAAQQQQKCJAqElLMrJXuIrdwTW7h3TpVsVNqtYH+mIm9sX5zfvXuCHH88AzwDPQH48A9znht3nv6xRkP4nimy7uW6ZztgIT4DZFcOzpCcEEEAAAQQQQAABBBCInAABIYAAAggggAACCCCAAAIIIBBVgfASFnN/esWo3uM641q7j1MYxS4QRj/0Ec79wBFHngGeAZ4BngGegdQzYP9GsRKWh/VFCVeA2RXD9aQ3BBBosAANEUAAAQQQQAABBBBAAAEEEEAg+gJEiAACCCCAAAJZKhBawqJzWRohw1pM4JupSVEw4BngGWiNZ2Ds7KR+mZXUD9Pxbg3vJV3jhxlJLayQ/pivFvw+wL1e0n3geG4/I4v9w4qKZgk45+Sca1YfnIwAAggggAACCCCAAAJtIcA1EUAAAQQQQAABBBBAAAEEEEAg+gItE2FoCYtJZlhsmTvUAr2e+m5cFAx4BngGWuMZeGdCUgO7O63ey/G5kwWfvd/PSKpDodSvk1QWl879gPdBa7wPuEb0nrMW+OdZnnaZlM2waCVPAQgbgboFOIIAAggggAACCCCAAAIIIIAAAtEXIEIEEEAAAQQQQCBPBUJLWBQTo+TpI0TYCCCAQN0CA7uljn3xR/ZktadGlJ/L20Yk9N5viSD4Dfs7PTy0UOv34xt4AMICAQTaQMDJOdcG1+WSCCCAAAIIIIAAAvkgQIwIIIAAAggggAACCCCAAAIIIBB9ASLMTYHwEhbJRcnNJ4BRI4AAAi0kEHPSSt39wvf/OQmLXqHtX/at+uKPE7rj61TSYqd20uVbFeiva4T3z4G2j5IRIIBALgkwu2Iu3a1qY2UHAQQQQAABBBBAAAEEEEAAAQSiL0CECCCAAAIIIIAAAgi0iEBoGQpMjtIi94dOEUAg7wSiE/Aq3Z2W6ZJKWGSGxey6r0/8nNCJb8c1rcRSGKVD1orp4i0KVNwudb+ya7SMBgEEoizgnGOWxSjfYGJDAAEEEEAAgXoEOIQAAggggAACCCCAAAIIIIAAAtEXIEIEEKhNILSExWRS8q/arkEdAggggEAeCgzsvijocbP5DrFIIzu2vpue1N9fjuv931L3ZuOlnB7YrUDr9XXZMUBGgQAC0RfwP0DYDItWQg+WDhFAAAEEEEAAAQQQQAABBBBAIPoCRIgAAggggAACCCCAAAI5KRBawqKc7CW+EEAg2gJEh0BDBQZ2898YfOMZC/2CV1YKVCSkiz6O6/Zv/IYfYZd20pVbF+ig1cP754HvlhcCCCBQuwCzK9buQi0CCCCAAAJZIsAwEEAAAQQQQAABBBBAAAEEEEAg+gJEiAACCLSFQHgZCakJmtoiBq6JAAIIIJCFAgO7pxIWv/idbxBZeHuqDenJnxI66e24plf+ieh/DIrpoi0K1KmoWjN2EEAgPAF6qhRgdsVKCFYIIIAAAggggAACCCCAAAJRFCAmBBBAAAEEEEAAAQQQQACBWgRCS1h0qbyUWi5BFQKtKcC1EEAgGwR6dJBWqpxh8fM/UrP3ZcO4GEPdAt9OT+ofryT0/sRUgukmSzndt0uh1u3DN/i61TiCAALNFXDOyTnX3G44HwEEEEAgLwUIGgEEEEAAAQQQQAABBBBAAAEEoi9AhAgggAACURQILWExmcpviKIRMSGAAAIINFJg9Z4xFbdLnfTddL5BpCSyf1kaT+qij+K6o/JPRHctkq4aUqAD+RPR2X/zwh4h/SHQKgJJ2QyLVlrlclwEAQQQQAABBBBAAAEEEECgugB7CCCAAAIIIIAAAggggAACCLSBQGgJi2JilAbdPhohgAAC+SCwUrdFUf6xYNE2W7kh8MRPCZ38TlzTS1LjPWxQTBdsUaAu7VL7LBFAAIFwBJycc+F0RS8IIIBAFgowJAQQQAABBBBAAAEEEEAAAQQQiL4AESKAAAIIIIBA4wXCS1hkAq3G63MGAgggEFGBgd1TCSg/z+SbQ67e4lHTkjrs1QoNr/wT0Zst5XTXLgXZ8ieic5WVcSOAQA0BZlesAcIuAggggAACCCCAAAIIVBVgGwEEEEAAAQQQQAABBBBAAAEEIihQI2Gx6REyOUrT7TgTAQQQiJrAit1SCYtf/EHCYi7f25IK6cKP4rpzZCIIo3t7p6uGFOiA1UL750PQLwsEEMhfAeccsyzm7+0n8jYXYAAIIIAAAggggAACCCCAAAIIIBB9ASJEAAEEEEAAAQSyTyC0jINkUvKv7IuQESGAAAIItKrACt2clu6cuuSo6Xn6nSEVfmSWj/+Y0KnvxjVjYSqkI9aO6fzNC9S1KLXPEgEEEGiSgP8BwmZYtNKk8zkJAQQQQAABBBBAAIG2FuD6CCCAAAIIIIAAAggggAACCCAQfQEiDF0gtIRFOdlLfCGAAAII5LfAGj0Xxf/jjEXbbOW2wDdTkzritQp9MDGVhLr5AKc7dyrUen39PwByOzRGjwACbSXA7IptJZ8z12WgCCCAAAIIIIAAAggggAACCCAQfQEiRAABBBBAAAEEEMg/gfASFlP5C/knSMQIIIBA7gm06IhX6ZFKYKvw3xdml/pFi16NzltTYF6ZdMFHcQ0bGQ8u26ODdOXWBfrTauH9cyLomAUCCOSNALMr5s2tJlAEEEAAAQQQaBsBrooAAggggAACCCCAAAIIIIAAAtEXIEIEck4gtAwDl8pPyTkABowAAgggEK7AwG6pbwhf/EGyYriy2dPbYz8mdfp7cc2s/BPRR64d03mbFahb+9S9z56RMhIEEMh2AeecnHPZPsw6xkc1AggggAACCCCAAAIIIIAAAghEX4AIEUAAAQQQQAABBBBAIGyB0BIWk+SlhH1v6A+B/BUg8pwV6FAgDeyeSjz5ZirfGHL2RjZg4COmJPXP1+P6cFLqPm+5tNNtOxRocN/U/W9AFzRBAIG8F0jKZli0kvcUACCAAAIIIJCvAsSNAAIIIIAAAggggAACCCCAAALRFyBCBBBAoIZAaAmLIj+hBi27CCCAQP4JrN7TyZIWLfIfp6cS2WybEk0B+5Pf539ofyI6EQTYq6N0xdYF2m/V8P55EXTMAgEEmiSQ/Sc5Oeeyf5iMEAEEEEAAAQQQQAABBBBAAIEsFmBoCCCAAAIIIIAAAggggECuCYSXUUBeSq7de8bbdAHORACBOgRW77Uo8eSnmXxjqIMpctWP/ZjQWe/HNas0dc+PWiemczctUPf2kQuVgBBAIGQBZlcMGZTuEEAAAQTCFqA/BBBAAAEEEEAAAQQQQAABBBCIvgARIoAAAgi0skBoCYtMjtLKd47LIYAAAlkosHrP1KD+WCAtjKe2WeaHwBd/JHV08CeiU7MtbrWM0y07FGj9fouSWPNDgigbLkBLBBTMsOgcnxPiCwEEEEAAAQQQQAABBBCIrACBIYAAAggggAACCCCAAAIIIKPUyncAABAASURBVFBdILSExWRS8q/qvbPXNgJcFQEEEGgjgYHdU0knX09JJa210TC4bBsJzFgonf9hQneNSt3/3h2dLt+qQPuvGto/N9ooMi6LAAItIuB/gLAZFq20SP90igACCOSDADEigAACCCCAAAIIIIAAAggggED0BYgQAQQQQACBiAmEl0HgJP8SXwgggAAC+SnQr1jqX5z6TsCfg87PZyAd9f9+SOicD+KaXfknov+5TkxnbxJTzw7pFrmxZpQIINDCAs7JOdfCF6F7BBBAAAEEEEAAAQQQQKB+AY4igAACCCCAAAIIIIAAAggggEDrCoSXsNjw6RVbN0KuhgACCCDQKgJr9FyUdPLjjFa5JBfJYoFPJyd17BtxfeTXNswhy8Z04/aF2rD/oufE6ikIIJDfAsyumN/3n+jzQoAgEUAAAQQQQAABBBBAAAEEEEAg+gJEiAACCCCAAAIINEogtIRFJkdplDuNEUAAgcgJrNZr0beUH2eSxd7yNzj7rzClRPrPB3HdOyoRDLZvR+nSLQt0wGokLQYgLBBAIJhh0Tk+E3gUEEAAAQQQQAABBBCoW4AjCCCAAAIIIIAAAggggAACCCAQfYH8inBRdkkz406Sm9JMQU5HAAEEcltgjZ6p8ZOsmHJguUjg4R8S+s+HCc0uS/1j4Yi1C3TWJgXq1XFRG7YQQCAfBZKyGRat5GP0xJwlAgwDAQQQQAABBBBAAAEEEEAAAQSiL0CECCCAAAIIIIAAAlklEFrCopgYJatuLINBAAEEWltg5R6pbwTpPwfd2tfnetkt8NGkhI5/M6GPJ6eSFrdd1un6bQu1Uf/w/imS3QKMDgEEFhdwcs4tXk0NAggggAACCCCAQE4JMFgEEEAAAQQQQAABBBBAAAEEEIi+ABEiEKZAeFkCqfyDMMdGXwgggAACOSKwWg+nolhqsD/OTP3539QeSwQWCUyen9R5H8T1wHepZ6RfsXTJljH9efXKh2dRU7YQQCBPBJhdcYk3mgYIIIAAAggggAACCCCAAAIIIBB9ASJEAAEEEEAAAQQQQCCvBELLEGBylLx6bggWgQgIEEKYAqv3WjRD1k8zyGAP0zaKfVnC4kUfxTWnLBXd4YNiOmuTAvXuuOg5Sh1hiQACURdwzjHLYtRvMvEhgAACCCDQ5gIMAAEEEEAAAQQQQAABBBBAAAEEoi9AhAggkEsCoSUsJpOSf+VS7IwVAQQQQCAkgTV6pjpaGJfGz0lts0SgPoH3JyZ14tsV+uT31L8e7E9EX7NNTBsv5eo7jWMIIJBtAs0Zj/8BwmZYtNKcbjgXAQQQQAABBBBAAAEEEEAAAQRaWIDuEUAAAQQQQAABBBBAAIEQBUJLWJSTvcQXAgiEI0AvCOSSwMo9/DcBP2BmV/QIvBos8Ntc6dzhcT38QyI4Z6lOThdvUaADVw/vnydBxywQQCA7BZhdMTvvC6NCAAEEEGh1AS6IAAIIIIAAAggggAACCCCAAALRFyBCBBBAAIFFAuFlBKQmSFrUM1sIIIAAAnkhEHNOy3VJJSyOnpUXIRNkyAL3jkro0o/jmlv5J6IPGxTTvzctUJ+OIV+I7vJRgJizXIDZFbP8BjE8BBBAAAEEEEAAAQQQQCA3BBglAggggAACCCCAAAIIIIBADgmElrDoUrkqORQ6Q22eAGcjgAACKYEVuy3KWB8zKzVTXuoISwQaLvDOb0md9HZcn05OPU/bLON01ZBCbbIU/8BouCItEcg9AeecnHO5N3BGjAACCOSVAMEigAACCCCAAAIIIIAAAggggED0BYgQAQQQQACB1hMILWExmcovaL2RcyUEEEAAgawQWKHrom8lzLCYFbckZwfx69ykzvkgrsd+TCW+DugsXbRFgf4S5T8RnbN3i4EjEIZAUjbDopUweqMPBBBAAAEEEEAAAQQQQCBrBRgYAggggAACCCCAAAIIIIAAAghkBBZlmWSqmriRZROjNDEKTkMAAQQQaKTAit1S3wASSWnsbL9o5Pk0R6CmwLCRCV3+aULzylJHDh0U09mbxNSvOLXPEgEEoiLgmF0xKreSOBBoYwEujwACCCCAAAIIIIAAAggggAAC0RcgQgQQQAABBBCIjkB4CYvkqETnqSASBBBAoBEC6T8JPWYW3wgawZYrTdtsnG/9mtAp78b1xR+p52rIsjFdtlWhNlvKtdmYuDACCIQvwOyK4ZvSIwIIIIAAAggggAACTRDgFAQQQAABBBBAAAEEEEAAAQQQiL5A1kQYWsKiI38ga24qA0EAAQRaU2CFbqlvJWNmt+ZVuVY+CNiMnWe9H9eTPyWCcJfpIl2wRYH+ukbqmQsqWSCAQE4LOOeYZTGn7yCDb5gArRBAAAEEEEAAAQQQQAABBBBAIPoCRIgAAggggAACCCDQUIHQfuOfTEr+1dDr0g4BBBBAIAICnYqkPh1TgYxuixkWU5dmGXGB279J6KrP4ppXlgr0kLViOmfTAvUvdqkKlgggkJsC/gcIm2HRSm4GwKgRQAABBBBAAAEEWk2ACyGAAAIIIIAAAggggAACCCCAQPQFiDBvBEJLWJSTvcQXAggggED+CAzsuijWMTNJW1+kwVbYAq+PT+r09+P6emrqOdt6GadLty7Q5gPC+6dM2GOmPwQQWIIAsysuAaj1DnMlBBBAAAEEEEAAAQQQQAABBBCIvgARIoAAAggggAACCCCQLQLh/ZY/lT+QLXExDgQQQCAbBCI/hhW6Lfo2MoYZFiN/v9s6wNEzkzrz/bieHp0IhrJMZ+n8zWP62xqLnsPgAAsEEMgZAWZXzJlbxUARQAABBBBAoH4BjiKAAAIIIIAAAggggAACCCCAQPQFiBABBEISCO03/M6FNCK6QQABBBDIGYEVKmdY/G1uUgvjOTNsBprDAvGEdOuIhK79PK755an/W+Lva8V03mYFWqoT/xjJ4VvL0PNUwDkn59wSoucwAggggAACCCCAAAIIIIAAAghEX4AIEUAAAQQQQAABBBBAIF8EQktYTKZyBvLFjTgRiIYAUSDQTIH0DIvMrthMSE5vtMAr45I6872ERk5N/QNky6WdLtuqQFv4daM74wQEEGgjgaRshkUrbTQALosAAggggED+CBApAggggAACCCCAAAIIIIAAAghEX4AIEUAAgRwRCC1hUUyMkiO3nGEigAAC4QkMrJxhcfTs8PqkJwQaKvDjzKTOej+u58akkhYHdJb+s1mBDl4zvH/eNHQstMtvAaJvqoCTc66pJ3MeAggggAACCCCAAAIIIIAAAq0qwMUQQAABBBBAAAEEEEAAAQTCEQjvN/qpXIFwRkUvCKQEWCKAQBYL9OkodSpKDZAZFlMOLFtfoCwh3fRVXDd8mVBJRer6lrD4r8Hh/RMn1StLBBBoCQFmV2wJVfpEAAEEclKAQSOAAAIIIIAAAggggAACCCCAQPQFiBABBBBAAIFAILTf5jM5SuDJAgEEEMgbgfSfg7aASVg0BUpbCrz4SyKYbXHMrNQo9lgppnM3LUjt5P0SAASyV8A5xyyL2Xt7GBkCCCCAAAIIIIAAAgjklACDRQABBBBAAAEEEEAAAQQQQCA3BEJLWEwmJf/KjajDGiX9IIAAAnkssGK31Kf+jIXSTF/ymILQs0Tgu+lJnf9hhb6emno2t1rG6ZptSFrMktvDMBBYXMD/AGEzLFpZ/CA1CCCAQJYJMBwEEEAAAQQQQAABBBBAAAEEEIi+ABEigAACCCCAQKsIhJawKCd7iS8EEEAAgfwQWLGb/+D3oY6ZmfBLXgg0XSDMM/9YIJ32blzDJ6aSFtfu7XT3zgXqWBjmVegLAQRCEWB2xVAY6QQBBBBAAAEEEEAAgVwRYJwIIIAAAggggAACCCCAAAIIIBB9gYZEGF7CYiovoCHXpA0CCCCAQAQEVuia+hYyenYEgiGEyAlc+FFcr4xL/eNkmS5OD+1WqD4dIxcmASGQ8wLMrpjzt5AAskeAkSCAAAIIIIAAAggggAACCCCAQPQFiBABBBBAAAEEEIiEQCrbJIRQXGqirRB6ogsEEEAAgVwQSP9J6DGzcmG0zRkj5+aqwLWfx/XoD6kZQDsXSQ8NLVR6ZtBcjYlxIxA1AeecnHNRC4t4EEAAAQQQQAABBHJSgEEjgAACCCCAAAIIIIAAAggggED0BYgwGwRCS1hMpiYxyoaYGAMCCCCAQAsLLNfFKVaZYDJmViohTHwhkIUCd49K6PJP4pmR3b5jgdbuQ3JUBoQNBNpUICmbYdFKmw6Di7eOAFdBAAEEEEAAAQQQQAABBBBAAIHoCxAhAggggAACCCCAAAINEAgtYVH87r8B3DRBAAEEwhdoix6X7pL60C9PSBPntcUIuCYCDRd4a0JS/3x9UdLiNUMK1LGw4efTEgEEWkrAyTnXUp3TLwIIIIAAAgggEDkBAkIAAQQQQAABBBBAAAEEEEAAgegLECEC+SAQXsIiMyzmw/NCjAgggEAg0Kc4WGn6Qj78UxIss11g3OykdnqiIjPMW3YgYzGDwQYCbSiQRbMrtqECl0YAAQQQQAABBBBAAAEEEEAAgVYS4DIIIIAAAggggAACCCCQBQKhJSwyOUoW3E2GgEBWCjCoKAr07ZiaEWt6SRSjI6YoCxz/VippcenO0jHrhfbPoCiTERsCLSrgnGOWxRYVpnMEEEAAAQRaU4BrIYAAAggggAACCCCAAAIIIIBA9AWIEAEEEGi+QGi/qU8mJf9q/ojoAQEEEEAg6wUyMyySsJj194oBVhf4YYZ0y4hEULn3yjFtt1xo/xQK+mSBQIsJRLFj/wOEzbBoJYrhERMCCCCAAAIIIIAAAggggAACjRbgBAQQQAABBBBAAAEEEEAgDwTC+y29k/xLfCGQawKMFwEEGi/Qu3KGxRklpKo3Xo8z2lrgmdEJvfVrKmnxzI1jWrMX/4Jp63vC9fNUgNkV8/TGEzYCCCDQdgJcGQEEEEAAAQQQQAABBBBAAAEEoi9AhAgggAAC2S8QXsIiOSvZf7cZIQIIIBCSQN/iVEfTS1NrlgjkmsA1nyU0cV5q1KdtVKDu7VPbLJsswIkINEmA2RWbxMZJCCCAAAIIIIAAAggggEBbCXBdBBBAAAEEEEAAAQQQQAABBJotEFrComNyombfjNo7oBYBBBDIPoE+HVNjms4MiykIljknUJ6UrvgkHox76c7ScYND+ydR0CcLBBBomIBzTs65hjWmFQIIIBB5AQJEAAEEEEAAAQQQQAABBBBAAIHoCxAhAggggAACCIT22/mk/8U/nAgggAAC0Rfo1dEpVplbMr1EfCGQGwK1jPKHmUld/0UiOLL1MjEdsXZo/ywK+mSBAAJLEkjKZli0sqSWHEcAAQQQQAABBBBAAAEEGiRAIwQQQAABBBBAAAEEEEAAAQQQyHqBZv9mPhNhZfJKZp8NBBBAAIFICvStnF3RgmOGRVOg5LLAS2MTen5MKmnxgNViWq0H/6BsD0EKAAAQAElEQVTJ5fvJ2HNNwDG7Yq7dMsab9wIAIIAAAggggAACCCCAAAIIIIBA9AWIEAEEEEAAAQQQaGmB8BIWmWGxpe8V/SOAAAJZIdCn2GXGMb00s8lG8wQ4uw0FHv4hofRsobuvtOj5bsMhcWkE8kaA2RXz5lYTKAIIIIAAAggggEBKgCUCCCCAAAIIIIAAAggggAACCERfgAiXIBBawqLj9/tLoOYwAgggEA2BPpUzLJbGpfll0YiJKPJbwJIVbaZFU9h5hZgG9eYfNWZBQaA1BJxzzLLYGtB5cw0CRQABBBBAAAEEEEAAAQQQQACB6AsQIQIIIIAAAggggECuC4SWsJhMSv6V6x6MHwEEEECgNoEqdekZFi3Jq0o1mwjktIAlLKaf6d0HupyOhcEjkDMC/gcIm2HRSs6MmYEigAACCCCAAAJRFyA+BBBAAAEEEEAAAQQQQAABBBCIvgARItDGAqElLMr/bt+/2jgcLo8AAggg0NIC6RkWpy8kTb2lrem/9QQsWdGSFu2K2y0X07p9+FeNWVAQaFGBPJxdsUU96RwBBBBAAAEEEEAAAQQQQAABBLJCgEEggAACCCCAAAIIIIBA/QLhJSySt1K/NEcRQKAlBei7FQX6dEpdbPrC1JolAlERsIRFS1y0eJhl0RQoCLS8ALMrtrwxV0AAAQQQQCBiAoSDAAIIIIAAAggggAACCCCAAALRFyBCBBCIuEBoCYuOiYgi/qgQHgIIIJAS6Nsx9YGfTuxK1bJEIPcF7Jm2pEWLZMiyMW3YP/Ws2z4FgfwQaP0onXNyzrX+hbkiAggggAACCCCAAAIIIIAAAnkrQOAIIIAAAggggAACCCCAQNsKhJawmGSGxba9k1w9uwUYHQIRESjw3zV6dkgFM72ED/6UBMsoCVjCoiUuWky7D/QPvG1QEECghQSSshkWrbTQBegWAQQQQACB1hfgiggggAACCCCAAAIIIIAAAgggEH0BIkQAAQQQaJZAeL+JZ2KUZt0ITkYAAQRyQaBP5eyKNlb+JLQpUKImYMmKlrRocW0+wDHLokFkUWEoURNwzK4YtVtKPAgggAACCCCAAAIIIIBACAJ0gQACCCCAAAIIIIAAAgggEG2B8BIWmWgrl58Uxo4AAgg0SKBv8aJmM5hhcREGW5ESsITFBeWpf9is1ye8fypFColgEAhJgNkVQ4KkGwQQQKDhArREAAEEEEAAAQQQQAABBBBAAIHoCxAhAggggAACWS0Q2m/hncvqOBkcAggggEAIAr2ZYTEERbrIdgGbZXHUtNQo1+mTWjdsSSsEEGisgHOOWRYbi0Z7BBBAAAEEEEAAAQQQaGMBLo8AAggggAACCCCAAAIIIIAAAs0RCC1hMZmU/Ks5Y6n7XI4ggAACCGSFQJ8qMyxOZ4bFrLgnDKJlBEZNT/2rZvWeTkt3bplr0CsCeS/gf4CwGRat5L0FAAggsEiALQQQQAABBBBAAAEEEEAAAQQQiL4AESKAAAIIIIBAXguElrAoJ3uJLwQQQACB6Ap0KkzFVpGQSipS2yxzR4CRNlxg1LRUwqKdsUE//48c26AggEC4AsyuGK4nvSGAAAIIIIAAAgggUCnACgEEEEAAAQQQQAABBBBAAAEEoi+QyxGGl7C46Pf6uezB2BFAAAEE6hFoX5mwWBavpxGHEIiAgCUsTqucRXTdPuH9cykCNISAQKgCzK4YKiedtY4AV0EAAQQQQAABBBBAAAEEEEAAgegLECECCCCAAAIIIIBACwqE9ht4x+RDLXib6BoBBBDIDoH2BalxlLZIwmKqb5YIZIvAt5WzLK7bl3/kZMs9YRzRE3DOyTkXvcCICAEEEEAAAQQQQKAeAQ4hgAACCCCAAAIIIIAAAggggED0BYgQgboFQktYTDLDYt3KHEEAAQQiIpBOWFwY50M/IreUMOoRGDE1dbBrkbROHxKqUhosEQhTICmbYdFKmL3mfV8AIIAAAggggAACCCCAAAIIIIBA9AWIEAEEEEAAAQQQQACBHBYILWFR/B4/hx8Dho4AAg0RoI1UVJD6sC+Lp9aYIBBlgc9/T2TC26Afz3wGgw0EQhNwcs6F1hsdIYAAAggggAACYQnQDwIIIIAAAggggAACCCCAAAIIRF+ACBFAoO0EwktYZLKttruLXBkBBBBoJYEOBakP+1JmWGwlcS7TlgJ/LJB+m5t65klYbMs7wbUjJlAtHGZXrMbBDgIIIIAAAggggAACCCCAAAJRESAOBBBAAAEEEEAAAQQQQKBOgdASFpkcpU5jDiDQSgJcBoGWF2hfOcPiwoqWvxZXQCAbBD7/PZWwuGoPp4LQ/tUkvhBAoFLAOccsi5UWrBBAAAEEEGi4AC0RQAABBBBAAAEEEEAAAQQQQCD6AkSIAAIIRFcgtF+9J/3v8/0rulJEhgACCCCgooIUQlk8tWaJQNQFbJbFdIxd2rn0JusoCxBb6wn4HyBshkUrrXdRroQAAggggAACCCCAAAIIIICAJBAQQAABBBBAAAEEEEAAAQTaTCC0hEX53+H7V5sFwoWzX4ARIoBA7gt0qExYLCVhMfdvJhE0SGBO2aL/HaNL+wadQiMEEGioALMrNlSKdggggEDOCTBgBBBAAAEEEEAAAQQQQAABBBCIvgARIoAAAggg0FSB8BIWF/0+v6lj4TwEEEAAgSwXSM+wWBrnQz/LbxXDC0lgbtmijrq0W7TdhltcGoFICTC7YqRuJ8EggAACCCDw/+zdBWAURxsG4PfbvQiuLZRSx71QrNQpFeru7u5OvdTd3fWvG9SFlhYpVqCFlgKluDsBcnf/fLN7l0tIILJJTt7jvp3Z3dnZmWePu+zeZEMBClCAAhSgAAUoQAEKUIACFKAABdJfgD2kAAUoUGGBwAYsCm+vWOGDwQooQAEKJLtAjuu92a8Ne2myt5fto0BFBZZzwGJFCbl9YALpWZGIQETSs3PsFQUoQAEKUIACFKAABShAAQpQoMwC3IACFKAABShAAQpQgAIUoED6CwQ2YDHKm22l/6slXXvIflGAAqUWyHG9onn5fNP3JDhNd4FCAxZz0r237B8FqlogCr3DokZV75n7owAFKECBDBVgtylAAQpQgAIUoAAFKEABClCAAhRIfwH2kAIUoAAFkl4gsAGL4I1Rkv5gs4EUoAAFKiqQE/JqWBf2Uk4pkO4CK9YWDM6tk8UfdjZ2vLmOAmUXEIhI2TfjFhSgAAUoQAEKUIACFKAABShQbQLcMQUoQAEKUIACFKAABShAAQpQoKICwQ1YLPg+v6Jt4vaFBThHAQpQICkEHAGyHK8pazlg0YPgNO0Flq8v6GId3mGxAIM5CgQkwLsrBgTJaihAgXQRYD8oQAEKUIACFKAABShAAQpQgAIUSH8B9pACFKAABSiQ8QL+0JOKO/DmKBU3ZA0UoAAFklkg9uegtY15HLCoDIyUEihfY6NRYOU6b9s6WV7KKQUoEJyAiPAui8FxsiYKUIACFKAABShAAQpQACSgAAUoQAEKUIACFKAABShAAQpQINkFKj5g0e+hfqFvvtP355hQgAIUoEC6CWS7Eu/SujDf8eMYzKS9wPLYgMXstO8qO0iBqhUwJxB6h0WNqt0x90YBCpRbgBtSgAIUoAAFKEABClCAAhSgAAUokP4C7CEFKEABClCAAhSoZIHABixCoE/wQQEKUIAC6SmQ6xYMUlwbNm/66dnNausVd5y8AsvXea/9OhywmLwHiS1LTQHeXTE1jxtbTQEKUIACFKAABShQIQFuTAEKUIACFKAABShAAQpQgAIUoED6C7CHGxcIbsCi913+xvfGtRSgAAUokLIC2aGCQYpr8/mmn7IHkg0vs8C6sLdJTsJdRr0lnFKAAhUV4N0VKyrI7YsIcJYCFKAABShAAQpQgAIUoAAFKECB9BdgDylAAQpQgAIUoAAFUlwgsAGLUjCOJcVJ2HwKUIACFNhQAMhxC5au9QdwFSxhjgIUoAAFKFB2ARGBiJR9Q25BAQpQgAIUoAAFKFBJAqyWAhSgAAUoQAEKUIACFKAABShAgfQXYA8pUL0CgQ1YjPJmW9V7JLl3ClCAApUswAGLlQzM6ilAAQpknEAUeodFjYzpOjtKAQpQgAIUoAAFKEABClCAAhSgQPoLsIcUoAAFKEABClCAAhSgwEYFAhuwCN4YZaPQXEkBClSuAGuvfIGEGywiP1L5++MeKEABClAg3QUEIpLunWT/KEABClCAAhQIWIDVUYACFKAABShAAQpQgAIUoAAFKJD+AuwhBSiQ3gLBDVjkHRbT+5XC3lGAAhSgAAUoQAEKpLtAlfePd1escnLukAIUoAAFKEABClCAAhSgAAUoQAEKUIACFKAABShAAQpQgALVKhDYgEXeHKVajyN3nvQCbCAFKEABClCAAhSgQFEBEeFdFouicJ4CFKAABVJcgM2nAAUoQAEKUIACFKAABShAAQpQIP0F2EMKUIACFKiIQGADFqNRwDwr0hZuSwEKUIACFKAABShAgZIFuCa9BMwJhN5hUSO9OsbeUIACFKAABShAAQpQgAIUoECFBLgxBShAAQpQgAIUoAAFKEABCqS1QGADFiHQJ/hITQG2mgIUoAAFKEABClCAAlUqwLsrVik3d0YBClAgJsCUAhSgAAUoQAEKUIACFKAABShAgfQXYA8pQAEKUIACySwQ3IBF3l4xmY8z20YBClCAAhSgQOULcA8UoEAZBXh3xTKCsTgFKEABClCAAhSgAAUokAwCbAMFKEABClCAAhSgAAUoQAEKUIACFRAIbMCiSAVasclNWYACFKAABShAAQpQgAIUSDcBEYGIpFu32B8KUKBCAtyYAhSgAAUoQAEKUIACFKAABShAgfQXYA8pQAEKUIACFMhkgcAGLEZ5h8VMfh2x7xSgAAUokAoCbCMFKECBpBKIQu+wqJFUzWJjKEABClCAAhSgAAUokOoCbD8FKEABClCAAhSgAAUoQAEKUIAC6S+Qwj0MbMAieGOUFH4ZsOkUoAAFKEABClCAAhSoagGBiFT1Trk/ClRYgBVQgAIUoAAFKEABClCAAhSgAAUokP4C7CEFKEABClCAAhSgQOUJBDdgkXdYrLyjxJopQAEKZIYAe0kBClCAAhkmwLsrZtgBZ3cpQAEKUIACFKCAJ8ApBShAAQpQgAIUoAAFKEABClCAAukvwB5SoESBwAYs8uYoJRpzBQUoQAEKUIACKSywKt9rfI2Ql3JKAQoEJyAivMticJx+TUwoQAEKUIACFKAABShAAQpQgAIUSH8B9pACFKAABShAAQpQgAKpKxDYgMVoFDDP1JVgyylAAQpsSoDrKUCBjBRYsNrrdqMa4mU4pQAFghEwJxB6h0WNYCpkLRSgAAUoQAEKUCAgAVZDAQpQgAIUoAAFKEABClCAAhSgQPoLsIcUoEC1CQQ2YBHmO3zzrLaOcMcUoAAFKEABClCgMgQWrvF+JaNhv3H+HQAAEABJREFULuBIZeyBdVIgswTiveXdFeMUzFCAAhSgAAUoQAEKUIACFKAABdJNgP2hAAUoQAEKUIACFKAABShQkkBwAxa97/JL2g+XU4AClS/APVCAAhSgQCUIxO6wqFU3ytUpgwIUCEqAd1cMSpL1UIACFKBAhgmwuxSgAAUoQAEKUIACFKAABShAAQqkvwB7SAEKUCBtBQIbsCi841DavkjYMQpQgAIUoEAmCyxYXfBbGY1qZLJEpvSd/axKARGBiFTlLrkvClCAAhSgAAUoQAEKUIACFKAAACJQgAIUoAAFKEABClCAAhSgQHUJBDZgMVrwXX519YX7TXYBto8CFKAABSiQggIL8woa3bgGB1YVaDBHgYoKRKF3WNSoaE3cngIUoAAFkkyAzaEABShAAQpQgAIUoAAFKEABClAg/QXYQwpQgAIUoEA5BQIbsAh+f1/OQ8DNKEABClCAAhRIZoHCd1is/h94ktmKbaNA2QQEIlK2TViaAhSgAAUoQAEKUIACFKBAhgiwmxSgAAUoQAEKUIACFKAABShAgXQVCG7AYurfYTFdjzH7RQEKUIACFKBABQTWR4BJi70KtqnrpZxSgALBCPDuisE4shYKUKDMAtyAAhSgAAUoQAEKUIACFKAABShAgfQXYA8pQAEKUIACFEhSgcAGLPLmKEl6hNksClCAAhSgQJUKpOfORs6N2I713TqwH51sfZxQINMFRIR3Wcz0FwH7TwEKUIACFKAABSiQogJsNgUoQAEKUIACFKAABShAAQpQgALpL1A5PQzsW/doFDDPymkla6UABShAAQpQgALVKDBuvvdTTo0Q0GdLqcaWcNcUSCMBcwKhd1jUSKNesSsUCEaAtVCAAhSgAAUoQAEKUIACFKAABSiQ/gLsIQUoQAEKUIACFMhQgcAGLMJ8d2+eGcrIblOAAhSgQKoIsJ0UKI/AH4ujWLHO23LPrfgTjyfBKQUqKMC7K1YQkJtTgAIUoAAFKECB0gnoL4hkYrDPUdCABnwN8DXA1wBfA3wN8DXA1wBfA+n+GijdWRFLUYAC6SzAvqWmQHADFr0bD6WmAltNAQpQgAIUoAAFNiKQHwHG+ndZ3K25g2a1OGhxI1xcRYFSC+jFslIXZsFkEmBbKEABClCAAhRIIQERgQhDhAYiNBChgQgNRGggQgMRGohs0oA/Q9CIrwG+BpL+NZBCp2ZsKgUoQAEKJAgENmDRfFYnVMssBShAAQqUT4BbUYACySowYl7Bb2fs0jxZW8l2USC1BES8C+Op1Wq2lgIUoAAFKEABCgQhUPV18JdFqt6ce6QABShAAQpQgAIUoAAFKk+gpHOckpZXXktYMwU2JsB1FKBAcQKBDViMFnyHX9x+uIwCFKAABShAAQqktMCX0yL4dXbE9mHvrR00qWmznFCAAuUWKPhzLOWuoqQNuZwCFKAABShAAQpkuIB+QVc0lKToMs4X/ExKC1rwNcDXAF8DKfgaMF9O8rjxuPE1wNcAXwOZ+xooeo6j8xoiogmDAhSgAAWSWCCwAYvge34SH2Y2jQLBCbAmClCAApks8L/J3m9obFtPcHHX4H6MymRT9j2TBQQikskA7DsFKEABClAgqQXYuNQUiH1ZK1Lyz1laJrF3Os/I3C95eex57Pka4GuArwG+Bvga4GuArwG+BlLhNVD0HCZxPpbXfsTyTEsvwJIUoAAFqkMguG/ave/vq6MP3CcFKEABClCAAhSoEoGJi6J41x+02L2pg0u7BfejVJV0gDtJFgG2wxfgBSQfggkFKEABClCAAhQIQCDxZyvNFxeRSAS6XNNY6DyDX1LzNcDXAF8DlfIasO+5tKUtXwN8DfA1wNcAXwOlfw3oeUpxXro8Fnr6pPnEcrpMQ5fF0lhe5xkUoAAFKJBcAoF9y76RX9pNrh6zNWkuwO5RgAIUoAAFKlfgnclhzFzh/aZG/+0c7LNtYD9OVW7DWTsFklBARHiXxSQ8LmwSBShAgdQQYCspQIFEgcQv4jSvEVuv+eJCv+BLjMQyicuZj4AGNOBrgK8Bvgb4GuBrgK8Bvgb4GuBroGpeA4nnJZqPRArvN7ZMz3c0Hws9PrG8prpeROwvD2ieQQEKUIACySUQ2DfsUfO9vXkmV+/YGgpQgAIUCEzA/ExfUJcUZJmjQKYJLF8HvDoxEu/2lTs5qJsdn02PDHtBgaoQMCcQeuFIoyp2x31QgAIUoAAFKECBdBVI/HlK8yLeSbvmE0O/wItFOBy2X9zp+sRlulwjtoxp4S9H6UGPtHsNRHhMeUz5GuBrgK8Bvgb4GuBrIPleA3pOEovE4xM7f0lMNa+h53uxVPMaOi/inR/F5jVlUIACFKBA9QsENmAR5n3ePKu/R0neAjaPAhSgQKoKRBJGpTt8w0/Vw8h2ByTww8woHvwtHK/tvYNDaNWA/zHiIMxQoDQC5kKRCP/flIaKZShAgdQUYKspQAEKVIWAfgFXdD+6bN2KxdBYu3wR1q9cEs/rvEZsneY1is7rsngsW4S1hWKhP5+Yat6LvGULkY6xxvQrKWLpQqwJIFabOtIxVpl+VWksWQi7P00rIVaaOlMrFsBrb2KqeS9WLFmASo3Ffv2aVmEsN/tKp1hm+hNoLFqAZUkQS00b0imWmP6UKxYuwJIqifn+fhJTzW88Fi+cj3SKRaY/G40F82HXa5pCsdC0NZ1igemPjfnzEU81X8pYkKTl5pt2JVfMg9ee4lJdtmHEjsf8ebpuPuaZVGPu3LnQ0Pr0/Kek0HOl2DrNi/B6tDowKEABCiSDQHADFhMGsiRDx9gGClCAAhQIViDxbZ4/zgdry9rKLJAUG3wxPYonxxbcafHxvi6ObRPcj1ZJ0Uk2ggKVLKAXiyp5F6yeAhSgAAUoQAEKpK1A0Z+ldF5D70Ay7Z3bMfqGvTBmQN94Ovamfhh38z4Yd5MJk441qca4m/eFpmM11dDlsfSmfTHGlB1j5sfYdB+MNstGm7xNTdlRZr5Q3Lgv7LymJn4rEiNv3AcjzbKRA0w6YF+MMGlxMfyGfZAYw8x8Yvx6/T741Sz79fp+0PwvJv3FLPPSfhh6nQmzzKaa9+Nnk9q4th80/cmkiTHEzNu4Zm9o+qNJf7ymH4aYdIhJfzRpYvxw9d5IjO/9eU1tXLU3vjfxXTz6QvPfXtUX35pl315pUhPfFImvzbyNK/ri64T4yixPjC+v2AtfmvVf+ukXJk2MwZfvhcQYZOY1YssGXbYXdN6mJv95PPaEzV/qpZ+Z9LNL94KX7olPzbyNS7z8JyZNjI/NvI2L94SmH5nUiz2QmH548R6wcZFJTXxQOPC+mbdx4R5438R7ReLdC3fHu2bZuxckpJr3438mtXH+7oinJv9OkXj7vN3xtllmU5N/Kx67QfNvnrsb3jTLbGryb8TivN2QmH/dLE+M18x8Yrx6zq549ZzdTHjpK2Y+MV4+e1dsLF46y6w3oWlivHjWLnjRLH/xTJOeuSteMGliPG/mbZyxC5438VwJ8ezpuyAxnjm9D54xy2Lp06f1QWI8ZeYT48lTd8GTZplNT+2DJ8x8oTjFX6bpKbvgCZv2weMmtXGyl3/MpInxqJm3cVIfaPqISRPjYTNv4+SdYdOTvPQhkybGg2bexok740ETDxSJ+828jRN2hqb3ndAb95l8LL3XzNs4vjc0vUfTYuKe43pD19nU5O+ORy9o/q5je+Eus8ymx/bGnWY+MQYe0wsDzTKbat6PO0yaGLcf3QuJcdvRPXGbWRZLbz2qJxLjFjOfGDcf2RMbjSN64OYjeuImk94UT3vgRjNv43CTNzGgSNxg5m0c1gM29eevP7w7rjf5WHrdYd1xnZm3qclfWySuObQ7rjHLbGryVxeJqw7pjqvMMpua/JWH7IQrE9ODdX4nXGFSjStNqqH5xLj8oJ2QGJeZeS+6QdNLD+yGSw/cyYSmBXGJWW7jgG7Q9GKTJsZFZt5G/27Q9EKTetEVml7QvysuMMsu2N9LzzdpYpznz5+3X1do3qYmf64fRefP3XdHnLtvV5xj0nPi6Y4428zb2MfkTZxl5ouLM826xDhjny44wyw7w09P79cFiXGamU+MU/fugsQ4Ze8dcYpZdkos7WvmTZwcjy7Q/El9u+Aks+ykvUxaTJxoltnYsws0PcGkxcXxe3TG8WadTffoguPMfGIcu3tnHGuW2dTkjykSR+/WGUebZTY1+aPi0QmaP3LXTjjSLLOp5v04wqSJcfgunbCxOKxPJxxmyhzWpyM0f+guHXGoWWZTmzfzJj3ErE+Mg828jZ07QtODTJoYB+7cAQeaZQf29tIDTJoY/c28jV4doOn+mprQNDH2M8ts9OyA/Uzs27M99k1I9zHz++h8D7PcxD5Fop+Zt9G9PfolxN4mnxh9d2qHvju1N+Gle5n5xNizWzskxh5mPjF279oOhaOtnd+ta1vsZtbttqOX7mrSxNjFzNvo0haa9jGpxi4m1ehj1uu8jYT8zl3aYGdTZmc/7d25DXqbvE1NvleR6GnmbXRqg54mehSJ7p1ao7tZ1r2jSTu2wU4mLS66dWiNbmadTU2+a5HYsX1r7GiW7di+FXY0+S4m7ZKYtmuFLrpM04TobPI22raCpp1MmhgdzbyNNq2gaYc2LdHB5GNpezOfGO1at0Rx0dYst9GqJdqaaNOqFdrYtKVNW5u8jZYt0dpEqyLR0sy3aNECGrF8S39el2ksWrQIeidGPQfS0POhWMA8NG8SPilAAQpQIAkFnMJtKv8cB6OX345bUoACFEgFAd5hMRWOEttY1QIfTYnghQkFgxZP7+Dgvt1d7FC/qlvC/VEgNQVEBCKSmo1nqymQ8gLsAAUoQAEKpIuAfgm3QSScxHvrTG+jUcA+o9BldsYs0LyGWWgWmXW2qJ/a9WZxLLXbm3mbemXsdrFtzHKz1jx1nRfeepM3+/f2YwubGk0xndptTF5TE1rGFNVCJnS52daWsytNdWbeFvDnTSmzxBTUjMl5i82MeWrebGsSfztTzGxr96HLTd4ssQVjy0xBs8jUo0vtepOxZc1ik+pTQ1dp6FJbwszofnR7W5eZt3lT2Nam85o3hXS9yZpN7Rqb1To0dJ1XVAuaImatloqHWemVMUs0bzYyOVPKK+tndNc2zGr7jJWxC7Vq3daEbqXLvPV2hVlk5mzWpGZr3Z9JzNPM2+U2a8rp01umObPUVKXzfiFTv5mzy7z1Zk5XmUaaVXa5l8bWmtQsMEXi60xGF+oWNuy85rScCZP112titjRPrx06b3I6b8Ls2SwwT7ONmdWMDe2bhpkxTy3lhd2PljWFvfVal64zxUzW26/Jx8qYBSarUy/MjC1tUq1L69DQTc1WusiWMxOd9ebNvuyMKaRlvVkzNXXYeZPq+ni9ZuP4clNMK7GJWW6qsE/dRMMuMit1W5OYdf7UrIzVYVNT0CvjT00xu9xPzYb2aWZNSZM122smVkbb52uQby8AABAASURBVLXD217zGt563crbRnO2hMloFVqHRmyZrccW1SU2YxZp3kTCBrZeu6FXka7ylpniZrmdL9jcNEXL+evMcrPATL06dTs7bzYyS0zWlDVrbWmT9dabBZrXxKR2nc2bGX3qtiZ0ualAW2BD87pMV9l6zDa6zGzir9cFpoRZoGVMzn9qS0zWLDSrzCZmXvN+mDVmQ3+ZqUmfppA+TegWZrV5muJ2lVloN9E26DI7Y9aYGrypWajrvHK6VEvE6jHzJmuK6EIbZonZzuwgNjUrC29vSugys97k/GpNztZjUrOpljezpoTOeGE2sWX9nZh1Xlm70Ky025jUW6/rvDAFzSKTNxXaMlqdyZvEPmPLvHq0qJbVAl54601e6zZhnqaomfe2Nnmzjcl7y03eZMzT7Fbr8ebNalNO5812dqXJawnNm9SUMuvNVOdNEZ3xEp3q1rrOC7vOLjYT+/Tq0uWmhEnMvK1HV5q82dxOzay33kw174eu06zZ0JTUdWaJ2d72W1PTPrPErLZTU8AU0+VmIy1j5uzTLDIlTdYs14yu02XeBjqNbW8KmBXeem+ZTrWEhlll96V1mIyXmGpjT287M2cL2i1MMVOnX9Jbb2o0623eFjXzmpoyZrFuZLYxiW5mlnlPr4xdYRbYbRMK61qNgvW6va1AM2YLk+g+zCLz9GdMYuowT11jwp/X0rrQxAb7MRt7+zHF7XrdxoQ3a7a0a00zTKplTRkz4y3XvMlp6Xi9poy33iy1601F5qnZKAoypjYtpgtsDd6MWWoKal12XvNmrVlqKjNFNW/q99abebs+vsosMHldZsp425t53SYx7HpTo5/ajex6r6zJasbbXOuxC3SR2UYLm+10pbZBQ9do6FobZhu73KS2nNnGzptUn/7mZhNTwD7NViY1C3S12UTnzQK/oJnzlpl2eHlT0qwzT3+52UyLe4muNDlNTGmz3BTSmdjWNm8mZrGuNwXM08yY9XapTvztTdas07brvsyc9zQzZkuTtyvNpmbOLDMLzFPzJtHazGqzUp8mdMZUaxLz1LV2mW4Wq99saZb525oSdrlJvYV2rcnq1qYes9xua1J9ath5u9pObFnN2XpiK03q12R2ZNeacpo1efPUGZt4u9CpWWS2sAvNxD7NvO7QhM1pnX7oIMWSBixqO2yFCZPiliWsZpYCFKAABapQILABi+YzoQqbzV1RgAIUoEBVCyS+z3NsySb0uTqjBN6ZFLF3Wly0xut2580ET+0dwuEtBNmOt4xTClCgOAFzecl8uPAiUXE2XEYBClCAAhSgAAU2LqA/Q4kU/4sfus78pGUrGLcgijuGR0yETXjpQDNvY1gEmt5p5jU0r6H5xLhrRAR3mTI2Nfm74xGF5u8aGYWuu9ukd4+M4G6bRnGPSeMxIop7zbxGbJnmbfzmrbtPUxP3/QZoPpbePwq4X5eZ9D4Tdj4hfcCse8DMx+JBk/ciCi+Fl442qYmHSoiHxwAP6zqTPmTCziekj5h8Yjxq5h+1IbD5sQmpyT9m4lETmtoYJ9D0cZNqPGZSDc0nxhPjHDxh1sXSJ818ofjdwZMJ8ZTJF4rxDp4y8XQ8BAV5x88LnjHrE+NZM29jgoNnNxLPTXSQGM9PdPG8WfZ8YvqHLvPiBbM8MV406140y2yq+SLx0p8hvGSW2fRPF14awstmuY1JxedfMettmPWavmpSL1xo+lpsfnLIzJtlmpp4rUi8buZt/BXC6xqxeT99w6Q2zLo3TLz5VxbeTEjfMvMab/6ty01oauKtIvH2lCy8bZbZMPl3TF7j7b+z7fJ3pmTjHV2mqYn/FY1/smGXaZoQ75p8Yrw3NRs2zPL3TLzvh+Y13jfrE+MDM58YH07LhsYHCWksr8s/nJ6DD6dn4yOTfqTptBx8ZOJjPz6yy3PwsUkT4xMzb+PfHHySEJ/+m4tP7XyuXf7pjFw7b1OT/8ysT4zPzbLPdZlJPzNh5xPSQf/lYpCZt6nJDzaheU01Bs00682ywSa14ee/MGlifGnWa3xhUg3Ne1EDmn41y6SzcqFpYnxtlmt8NbuGXfe1SW3ocpP/xqQ2/Py3JvWiJgqlc7z570xaXHw/tya+13Um/c6EndfULNPlP5j8DyZvU5P/sVDUQnx+Xk38mBBDTD4xfppfE4ViXi1vXlNT9uf5tZAYQ818oVhQC0MT4heTLxQLa+EXE7/GozZsfoFJTdlfF5rUxLAiMdzM21hUG8NNjPBD84kxYnEd2HWaLq6NkTbqYKQpP9IsG6nzNu+t+83MJ8aoJbUxyiyzqcmPXlIHo006yqSjTDp6aR3EUs3HYoxZbsOUG6MRm/fTsSZNjHHL6sCLusWkZtlyE8vq4neTJsZ4s2y8WWbDz0+IzZt0wvJ6mKDpCi+duKIuJpr8RD/9w6QaE1fqchOamvijSPxp5v80ZW1q8pNW1sMkk/5p0j9NOsmkNlaZ5SYmlxSr62FyQvxl8jZMeU3/Xl0ff5tlsXSKmdfw5utjyprC8Y+ZT4ypefXxjwlNNf7Ja+DPN4DOTzXzU9c0wDRTZprJT/PT6SbVmLa2vl033aSJ8a+Zt7GuPuKpyc9Y1wAzTPqvSf816QyTJsZ/Zj4xZq5vgJlmmU01XyRmrW+IWWbZrHyT5jfAbJs2tGksr+s0PztcsHyOKZcYc826uWbZ3HAjzNV80TSiyxthXqShiYJ0vpnXmBfV5Q2h+cRYYNbbMOs1XRhthIUmv7BQqsu8WIRGKC4Wm+XFR2Po8iVojCWmzBIxqYmlJYXTGEsTYpnJJ8ZyM7/cbYzlzmYmNkxXmHUr3M2wwk9XmrRQhBpjZUKs8vOa2sjaDJquDm2G1VmNYVPNx8Ks12VrTJoYeWbeRvZm0HStSTXysjdHnsnH0rU5m2OtWWZTk19n8oUitkxTE+uLRL6Zt5HbBPm5myNs0rBJ802ab9KwTZsgXKNgXbhGE0TMuohZF7Hp5oia9VHNmzRiws7btIldh5pNADNvU80XjVpmvVkmJrWheRNOLMxyzbu1msLVvEkdk3rzusyLUO2m9pfgRQT5+fkoadCinhDZcyNzDTqW15RBAQpQoFwC3ChwgeC+RpfA28YKKUABClAgiQQSbs4Ah+/5SXRk2JRkEPhoSgRX/BDG4OnReHPO7eLimX1COKW9g63q8j9NHIYZCsQFxF5Yis8yQ4EiApylAAUoQAEKUGDjAkW/fNN5/bJOU/inJpr8NDOKYmOWv1xTEz+XM4aa7TYas6MYmhC/mHx54lezXbExJwq7XNNCAfxq5ofNAYZtkOqy4mO4KV9szAXsck2LiRFmWVlipClfbMwDRm4kfjPryhYCLT9qnmCU2XbUfJOWIkabMuWJMQsEY8y2NtX8JmKsWV+eGLdQMM5sa1PNlxgOvDJe+vtCB2WJ8YsclCcmmO1KFYsd2HKamphYxvjDlC9VLHHwhw3Xpn8ucfGnmf/TpprfeEzyy2m60VjqYlJCTDb58sRfZrtiY5mLv4qJv82y0kUIXjkvnbIshEKx3J/XtJj4xywrT0w12xWKFSHYeU03EtPMurLEdFO+UKwMYXqhyPLnC6f/rsxCeWLGqizMMNvaVPObiP/M+vLEzNVZKE/MMtttPLJh16/x0tkmLU/MMduVKvKyMcfE3HLGPLPdRmNtNux6TU3MNzHPhKbFRw685YlpDhas3USsM+uLiYVmWVlikSkfi0Lp+hzYeU2LicVmWXliidmuUOTnYImN3GLSXCzNL18sM9vZCOcinmp+E7HcrC9LrDDlbURyEU81v4lYadYXHzXgLU9Ma2BVxI+oScsQq03ZMgVqYLWJNWWMPFO+VCE1YMtpamLtBlET3rLEVPNerJOaKFU4fjlNTawvZ+Sb7TYabk3kJ0TY5MsTEbNd4agFOx9KSEM1EdH5hIiafFkCpnyxkVUL2EiIWVdcAAJEo+YZtYMVY4MW9VxIQ8+HEgN8UIACFKBAUgo4gbVKr34FVhkrogAFKECBShQoV9WJb/PmVKBcdXAjCqSzwOxVUTz0Wxi3/hrG5CXe/5gtawMntHXw7N4uru7uonvT4H70SmdL9i1zBPTCUeb0lj2lAAUoQAEKUIACwQmIFJyZ689UG4Q3YlG/ygtup6yJAhSgAAUoQAEKUIACFKBAdQvouZAJEYH+OWgNHbSoqQ5YTAxtauxcSfMiBedROs+gQBoJsCsUSDmBwL4153t7yh17NpgCFKBAmQQiCaUD+/BIqJNZCqSLgN5Z5PLvw3jtjwimLvUGLrrmP83e2wgG7uLggT1C9s9F71A/XXrMflCg/AIiAhEpfwXVuiV3TgEKUIACFKAABapPQL90072LFPwspcs09As6f7yiveuIlmNQgAIUoAAFKFBeAW5HAQpQgALJJKDnPLHQQYo6WFHPgTR0eSxNbLMuT4zEdcxTgAIUoED1CJivz4PZcdR8H2+ewVTGWihAgcwWYO+TUkB/kI81LOH7kNgiphSgQILA+gjsgMVzvwljwNAwBk+LYvk6r0DHxsC5XVw8tXcIT/dzcX5nB7tsKaiT7a3nlAIZI2BOIPSzRSNj+syOUoACFKAABShQWIBzFRaI/SyVmNov6PwRiyIFAxorvDNWQAEKUIACFKAABShAAQpQoJoFRMT+EryIIDZYUQcu6nlQLPT8KDFEvG2quemZvXv2ngIUoEARgcAGLEKgT/BBAQpQgALpKRCJmjd6v2tOQdZfwoQCFChJYMScKB4aFcbpX+TbVOfXRbzS29cTHNrSwU29XbzeP4Tb+rg4spWDVg35n8wT4rQiAkm/LS8SJf0hYgMpQAEKUIACFEgNAf0iTluqaSz88YqxRFczKEABClAgTQXYLQpQgAIUoEBGCST8IrwOVIwNWiw6WFHn9fwoZpOYjy1jSgEKUIAC1ScQ3IBF3l6x+o4i91zVAtwfBTJSwPz8H++3cCxV3IIZCpRWQO+wqHda1DsunjQoH3cOC+PTfyKYscKroUYI6LWF4OxODh7fy8Vz+4Rw4Y4udm/uoH4O/9N5SpymmwAvEqXbEWV/KEABCqSdADtEgaQUiP0MFUtjjdT5ePhDFXkmEdNhSgEKUIACFKAABShAAQqkhYD5klJEICLQQYk6aFFD8xqxcyLtq+ZjqYho1kZsuZ3xJpxSgAIUoEAVCwQ2YDHh/b2Ku8DdUYACFKBAVQhEEkYsOnzTrwpy7iONBZbkAT/MjOKxMRGc+WU+Lvo2jOfGRzB8ThRr8r2Ob1MXOHgHwQ29HLzW38XAXRwc3VrQNm3uvuj1k9PMFhARe2EpsxXYewpQgAIUoAAFKFA2ARGxG4gIYl+0aZoY/nhFs94W5YQCFKiAwNknH4ebr7wU5556EvbZc7cK1JSpm7LfFKAABShAAQpQIDiBxPMeHaBYXGiZonuMLRPxzqeKruc8BShAAQpUrUBgAxYTxrFUbQ+4tw0FuIQCFKBAJQhEE36AF77pV4Iwq8z9JKczAAAQAElEQVRkgclLonh3cgQ3Dg3j5EH5uH1YGB9PiWD6Mu8W1jku0L2pgzM7unhkLxcv7uvikq4O9txK0KhGJsux76ktEDVfoHuR2v1g6ylAAQpUowB3TQEKUMAIxL54M1n7tPP+d3AJp/J2HScUoEDZBHbs2B4nHnkkjjnsEFx81ul4+I5b8e4Lz6DvLn3KVhFLU4ACFKAABShAgYoIcNu4gIjYX4IXEXuHRT3/KRpaWJdtLNV1DApQgAIUqD6BwAYsQqqvE9wzBShAAQpUvkDiGEWH7/mVD849VLtAdTVg2Trgp5lRPDE2grO/DuOCb8N4ZlwEv86JYvV6bwBj8zqCA7Z3cF1PF6/uH8Ldu7o4ro2D9o35n7O6jhv3Wx4BgYiUZ0NuQwEKUIACFKAABTJeQL9801AIEbG/CKL5WEQj3rmDN40tZUoBChQnsLFlY8ZPxLW3D8Ty5Svixdq3aYW7b74eHdq2iS9jhgIUoAAFKEABClCgigT0C0sTej5U9O6KukxbUTTVZSK8Fq0ODApQgALJIhDcgMXSX/1Klr6zHRSgAAUoUAaB2A/3dhP+UG8ZOKFAVQj8vSSK9/+O4OahYZw4OIxbfwnjwykR/LPU23uW+WmuaxPBaR0cPLSHi5f2C+HynVz03VqwGe++6CFxmrQChT5bkraVbBgFKFABAW5KAQpQgAJVIFD0Zyo7738X5ydV0AruggLpK/DLyNE4/5rrsHLVqngna9WsibsGXBufZ4YCFKAABSiQ4QLsPgWqTkC/ozQh4p3t6PmPRtEG6DIRr0zRdZynAAUoQIHqFzBfcQfTCL7XB+PIWihAAQokq0AkWvBDvSMcpV79x4ktyESBleuAobOjeGpsBOd9k49zvwnb/NBZUaxY74lsWRvYb1vBNT1cvNY/hHt3d3FiWwedNiv4P+yV5JQC1S8gIrzLYvUfBraAAhSgAAUoQIE0EdAv5DRsd/zT9vi8XchJagqw1VUtsO+eu2+wy9G/T8QFV9+AcDiKSMRbvcO222DnHjt5M5xWmUCP9m3x6NUXY9Trz2DQY/cUu99aNXLxwk1X4Y/3X8GvrzyB4/btW2w5LqRAosAOzZth4IVn4peXH8eQ5x9Br47tE1czTwEKUIACSSKg5zix0Dssal6bpqlGLC8imrURW25nOKEABSiQtAKZ1TAnqO5GzUUw8wyqOtZDAQpQgAJJJqDv87EmJfyMH1vElAIUqAaBqUuj9m6Lt/4axkmD8nHT0DDe+ysCvSujNscx5+NdNhOc3N7B/bu7eLW/i6t2crHPtg6a1jIrtRCDAtUlYD5Y9EKRRnU1gfulAEhAAQpQgAIUSHGBEn+W8n/cF/EzKd5PNp8CVSlww2UX4LpLzt9gl4uXLUf+2gjC66M29P/fzt27bVCuuhYcskcfjH7zOUz+8LVNxqQPXsWYt57HLy89geduvBL9eiVPP0ryO+2Q/naA4su3XYt9e3dH7Vo1SyqKPbp1QedWLeA6DhrWrYs9u+9YYlmuoIC+/l+65Vp8+OAdOLLv7mhUrx5R0lGAfaIABdJGQETsL8GLSLF90p/RRASaxkKk+LLFVsCFFKAABShQJQKBDViEeY83zyppNHdCAQpQgAJVLxBBNL5TR9/043PFZ7iUAhSoWoHV64Fhc6J49vcILvg2jLO/CuOJsREMmRnBsrXe/9+mNQX9thVcuZODV/d37SDGU9o76LK58H911R4u7k0FzEUiEdEcgwIUoAAFKEABClAgAAGRgi/lYqfw3plAAJVvpAquokC6CYQjYezfdw/ccf1V8a61a9kCD996O/LXRWyEzTl4/jqgWZOm8TLVnfn4h6HoevxZ6H/RNfhm+CiEY7eCNA2bs2gxPvzuJ9zy9Mu4/onn8f53Q7Bs1So0rFcHu3XtjIevvNgOXGzauKEpnZzP9evX47XPvsKYSX9vsoE/jBqL3/6cjPxwBIuXL8f3I8dschsWyFyBGjm5GGJeM/o60Tt1Za4Ee04BClAgRQSK+UV4HZiY2PrYvIhARBJXMU8BClRAgJtSIEgBJ7DKePUrMEpWRAEKUCAZBaIo+IHefAWSjE1kmyhAgQSB6cuj+HhKBHcMi+CkQWEMGBrGu5OjmLQ4Gi+lfyb6hLYO7t3NxesHhHBNDwf7byvQPysdL8QMBSpRIHbhqBJ3kepVs/0UoAAFKEABClCg1AL6s5WIf+5eOCl1HSxIAQoAkXAYYRO79eyBJ++6E/337ov7B9yGRnUb2zsr5q/3Bi1G1kexZtXapCP7Z+ZsvDH4G+gdIWONmz5rLq597Fm89eW3eP+bH3HD48/jgIuuwa+//2HvPhRyHey6YyfcdeHZ0D+nHNsumdLXB31t2//bH5OwPj9/o01btSYP5w58EO2PPAW9T7nAblfSBrt17Yx3772Ff/63JKAkWf7A5efjjgvOqHBriqvnkx+H4qVPv8B3I0djzdp1Fd5HOSvgZhSgAAUoUFoBc84jIhARu4WeB2kmlmqeQQEKUIACyS8Q2IBF//Mg+XvMFlKAAhSwApyUVSBSMMYJjncOUNYqWJ4CFKgmgbwwMGJOFM+ND+Pi78I448swHh0dwQ8zo1iS5zVqsxpA360dXLaTi5f2C+GhPV2c1sFBtyaCUGA/MXr74pQCMQERiV9Yii1jSgEKUIACFKAABYIVyNDa/HP4qJ9mqAK7TYFyCcyaOw+RSBjh/Ag6tG6D6867FHVq10M0H2ZZFOF1sHdZ1IGLu/bsU659VPZGv4ybgOWrVm90Nzqo747nX8W/c+bbciKCbu1a4cT+/ex8sk4iiRcpA2jkIXv0QZOGDQKoiVVUloAOKu3dsX2Frx9sqp6weW1FE+5MWln9Yb0UoAAFKFAxAR2YGIuiNZW0vGg5zqerAPtFAQqkkkBgXz/z4lcqHXa2lQIUoEDZBfSH/NhWIhLLMqUABVJQ4L8VUXw2NYI7h4Vx4qB8XP9zGG9PiuCPRQXfZrZvJDiujYO7dnXxev8Qruvp4oDtHWxVl///U/CQV16TK1Rz1N7JI/HzpULVcWMKUIACFKAABShAgQIB/8d2nr4XkDBHgdIKfPDZl9A7LEZ00GI4Ys5bTET0zosagkh+FPonobNys9Fs683x29dfISc7u7TVJ1U5vRvj0LHjEfEHaeVkZaFnh7ZJ1cbKbEy/Xt3Qu1O7ytxF+tRdjT05bK9d0bBenQq3YFP1LFyyDKvy/N/srfDeWAEFKEABClSWgIjYQewiUlm7YL0UoAAFKFAFAoENWAQ/D6rgcHEXmSTAvlIg2QQiBeOYeIfFZDs4bA8FKiCw3nzp8tvcKF6cEMGl34dx+pdhPDwqjO9mRLBwjfcfv2EusOdWgku6OnhhHxeP7uXizI4uujd1kONKBfbOTTNbQCAimU3A3lOAAhSgAAUAEIEClSLg/SgPP6mUXbBSCqSrwEeDv8Ivv422g/gi0Sii5rwZJjSNhHXAokAcB1nZIeijfoN6+PmzT1N20OKylSsR9gcsan+aNm6kSdrHDs2b4aJjDkejevXSvq+p3MHLTjwKfXt0rfD1g6DqSWVLtp0CFKBA2giYn89gIhV/ET5tjgE7QgEKUCAAgeAGLPLqVwCHg1VQgAIUSF6BKCTeOOFXHnELZiiQbgIzV0QxaFoUd4+I4MRBYVwzJIw3J0UwYWE03tU2DQVHtxYM3MXBa/0dDOjl4OAdBNvULXifiBeu3gz3nuQCvKiU5AeIzaMABShAAQpQIHUF/B/N/SR1+8GWU6CaBG659xE8+OzzmP7fv3bgYjQS1e/F4U+Qvy6MFYvysHZVvm1hg4b18fPnqTto0XbCn+StXefnUiopU2N1sOJt552OVttsVabtWLhqBc487ACcuN/eyMnKqtCOg6qnQo3gxhSgAAUoEJyAmLMcEyImDa5W1kQBClCAAlUsENiARX4eVPGRq/bdsQEUoECmCehvlMf67PBNP0bBlAJpLWC+j8GY+VG8PCGCy38I49TBYTwwKoJv/o1i/mqv6/VzBLs1d3Dhji6e28fF431dnNPJQa8tBDW8m014BTmlQDECIgIRKWYNF1GAAhSgQPIIsCUUoEBKCvi/b8RfEEnJo8dGJ4nA4G9/wBlXXInDzzkNNz9yJx559VG88+W7iJh/2sR1a/KxYnEe8lat11k0aFAfP33+ScrdabFJwwYIua7tg75nTJs9x+Y3NqlVIxeXn3g0vn36QUx87xVM/vA1/PH+K/j5xcdw7eknQNcX3b5H+7Z49OqLMer1ZzDosXvs6i6tWuClW67F7/970dah6Tv33Ixdduxk15d3ovs/6/AD7X7GvfMCLjnuiHhVJ/bvh9fuuB47tWsdPx9t0qghXrntWtsG7cvAC8+Ml0+XjA7S1H798vLjGPL8I+jVsT2aNm6IB6+4AKPfes72XY/lpw/fiSP77l5it3WbOy44A989+1D82KvZ2LdfwIcP3LHRbfW4XGteH0NffByTPnjVxug3noUe82duuALv33eb3e92zZrixZuvxmUnHI3atWraZTrRdum+NGJ90OUlRVD1XHr8EfjphUdte/V1/sUT9+Hg3fuUtFu7XPta1v8jdsONTLTO4l7XuizWPnVVX3XW8iVVd9oh/fHxQwOhx009NfT463Hd1LZap/7fffjKCzHitaetS2x7fU/Qfm9s37q9RnF1jH/3RWzqNajbMihAgcoSSI169eeVWKRGi9lKClCAAhQoTiCwAYtRcxHMPIvbB5dRgAIUoEAaCCS+x3NoSRocUHYhOQRSrBWzV0Xx5bQI7h0ZxomD8nHVj2G89kcEvyfcfbFVA8ERrRzc1sfF6/1DuKm3i8NaOti+Pt85UuxwV35zzQkELyxVPjP3QAEKUIACFKBAhgr4P36L+JkMZWC3KRCEwJJlS/HDsF/wwReD8OSrz+P0685DVP8+tKlcBy2uXFQwaLFhgwb46fOPNxy0aMom47NLqxbo2bFdfODe8lWr8d2I0Rttqg48/N89t+DEA/ph4tTpuOnpF/HSJ4OxdMUKbNagPk49cF+8eeeN0AFyWpEOjNIBii/fdi327d09PgBtt66d8chVF2Hnzu3jd9DLycqCtunhKy7Acfv21c3LFHbbKy/EkOcewZUnHWPb4DqFvwYb99c/uOflt/DoW+9jVV6erX/hkmUY+MLruPqRp228/cV3dnk6TA7Zow/eu+9WOzhNB/w1qlfPdqtOrVw8e8MVOGCXXqiVm2uXhVzH3nXypnNOwWUnHmWXJU7UVwcWaj1r167Dpfc/iq7Hn4WH33wfeevWot3226CkbXUA22NXX4zj9+uLEX9MwgEXX4s9zr4UH/0wFC23ao49duqCGrk5dnfzlyzFO199j+sffxaj/vzLLtPJ4KHD7fHR46THa/yUf3RxiVHRekIhF9rfs484GJs3bGD/n7iOg+2aNcW1px2Hfr26Fbvvsv4fKbaShIXqroMDi3td33PxObjshKPifPeHQwAAEABJREFU7RMRNG5QD/r/8PFrLoW6J1Rl5++79Fz7/6P5Zo3x/Ief2WN44T0P4+8ZM9GscaMSt43Vo4M19f/uPub/85/TpuPkG+9C/4uuwQ+/jcEWmzXCOUcchNFveoNgdSCjDqLUO5rGttf0zMMOwHM3XokdW7fEB98NwQ1PvoCvh40y762wr8Fbzzsdd198thZlUIACFNhAQETse7KIbLCOCyhAAQpQIHUECp+pVaTd5vPAPCtSQ6DbsjIKUIACFAhWIBoteJcXiQZbOWujAAVSUmDcgqgdsHjlD2GcNCgf940M46vpEcxZ5b1H1MkGdtlScF5nB0/v7eKpvUM4r4uDPs0Etc26lOw0Gx2cgLmgJFLw2RJcxayJAhTINAH2lwIUoAAFihHwfiSHnxRTgIsoQIHyCkydMb3woMW8MFbooMWV3p0WGzZoiJ8HJf+dFnUQ1ICzTsKWmze2FGvXr8dbX36Lz38eZueLm+ggxAFnngi9K+N9L7+Ni+99FO9/8yPufulNnDTgTkz5b5YdQNB6m60w4MyT7eCovLXr8NpnX+H3v6fGq9S/3nLlSUejdo1cDBk9DoOGDsecRYsRjXrvWnVq1cS5Rx4MHdQY36iUmUnTZuDNL77FqjXeYMSim42fMhUf/zAUM+cvQOxNMhwJ469/Z9rluk7LFN0uleff/2YIfh47HpFIxHZDRHD6IQdg6y2aYsSESfhsyC/4Z+asuH9OVhZO2G/vDQaNnnPUwdBju8Yc0zcGf2MHmKnzU+9+hE9//AX54YgdfLp3j2722Nud+ZMT+vdDt3atMfGf6bjs/sfN/mZj7sLFuO25V/D0+58gb906vyTssfvy15H2eKxbn1+wPC/PLtNjpOt13/GVxWR0vZbT8mWtR0Rw/lGHYPvmW+ChN961g/puffZlzF+8xO6pYd262G/nnjafONmheTPz2i/b/5HE7YvLZ5vjMXby3xu8rtttvy100OD02XPtMdRjudb8P9Y6RAQ9O7bFTWedorPx0OOg2+jg1CHmNfH4Ox9abx0sqMdxyYoV9v9w55bb27rjG/oZvTPn5ScdDb3T5uTp/+H8ux7GiIl/2uOpA0lHmrxf1A6AVPuPvv8Zv/4+MbbYvq7OPeJgzFm4CKffeo99/9D3ER00edeLb2LlqtXQ9vXfpVexA2fBR0YLsPMUsALm5wX9mUHDznNCAQpQgAIpKRDcgEXvPDIlEdhoClCAAhTYtAD/JPSmjdKwBLtEgVILzFsNfP1vFPf/FsEpg8O44scwXpkYwdj5UYTNBQStaIf6wGEtHNy8s4vX9w/h1j4ujmzpoGUD0dWMDBTgRaUMPOjsMgUoQAEKUIACVSPg/4jtJ1WzT+4llQXY9jIK/GMHLZ6PqH+nxfVFBi02qN8gKQct6iAjvTveU9dfhhdvuQYdW2xvez5j7jzc9swreOj1d+18SZOzDj8QO2zVHJ/9/Ksd3JhY7p+Zs/HT6HF20JqIoHPrHXDIHn3w1hffQAdC/jpuAtbne4PPtmraxI4VPOO2+3DW7ffbAWwHXHQNfv39D2PqfdnUpFEDu33iPjaVH/vXFDv47en3P8G8RYs3VTwj1uuAMfXXuxPqQEPtdMN69aC+Vzz4JE66cSCueOgp9L/oWjsYMOwPatRBowfu1luLx2Mbc9xEBK7roHaNGkh8jPt7KvLyvEGidWrWMK+tHRJXY8fWLZCbnW1eA97A3sSVz77/KSZMmZa4qNrzjevXs2096cY78dwHn9lBfW8O/tYa5eeH7aC+tttts0E7y/N/ZINKiizQAYEvf/olHnj9f5jrv65dx0H39m3w5uBvzLG7xh5DPZZ3vfAGVqwyF+lMHa7jYNcdOxUa+LvNFk3scTCrEbuzpuY1dHCn3m1U89nZWdi6yeaaLRRH9dsdTRs2sINfx0z627rECugAUR34uDpvrV2kgzo/++lXXPvYs9DXny7Uu1Mev39f+//82Q8/twMddXks9P3ir/9m2dmcrCzs26s7dBu7gBMKUIACMQHzWSQi9r04togpBShAAQqUWiBpCgY2YNF8JiRNp9gQClCAAhSgAAUoQIHqFRi/IIo3/ozg6iFhnDw4grtHRDB4WhSzVnrtqpkF9N5CcHZnB0/0dfHsPi4u6OJgt+YO6uWIV4jTtBcQEV5YSvujzA4CNKAABShAAQpUg0DU26f/u0PeDKcUoECgAv/MmIaTrz7bDrzRitev9e60uGbFep1FgyQatNi7Uzvon2b98blHMPDCM7FX966okZON4RP+wJUPP41+512J97790ba7pInekbFHh7ZYu34dxpcwuOzvmbPteq2jZk4O2my74YAuXTd7wQJc/sAT0AGGOq+hg50eefM9zJq/UGftueKOrVsiNqjSLizlROvy3wZLuUVmFVu+aiXueelNfDtiVKGO690O/5z6b3xZy62bY/8+BXcR/P3vf+yAVB3UNvavf+LlNKPLYn9i23EcOI7o4njUyPH+7HS77ba1d9iLr/Az403dsQGt/qJqTRYtW45n3v8MehfIxIb8/d9M8xr3/o/XrpGLXh3bx1cH+X8kXmkJmYh5gb9v/s/e9+rbhUro4NRPfvwFsYGnDerWxh7dusTLTPh7GpatXGXvaDnurynx5bHMomUrYtkNjqGuaGVeEyJi61+20r/Ipyv8mDR9Bpab+nW2bu2adqCq5mOhd3fcpllTLFy6DN+PHB1bXCj9d87c+Pxm9euhvT+wOr4wqTNsHAUoUBUCUXOSE4uq2B/3QQEKUIAClSMQ2IBF87lQOS1krRSgAAUokBQCkYQ/Ce0ky5+ETgoZNoICFNiUwILVUXw3I4KHRoVx2hf5uOz7MF6aEMGoeVGs9/4aEbatKzikhYMBvRy8tr+LO/q4OKq1gzYNC1/g3tS+uD6VBKL2iz29uJRKrWZbKUABClCAAhSgQEoI+D9Gi5+mRJs31kiuo0CSCvw76z+cfPWZ5tzGO7ktGLS4zra4Qf0GGDroU+RkZ9v56pronQtbH3YSTrnpbszx79Cmg8q23GwzzJw7v1TN2ql9azSqV9fele3OC860AyB1EGRi6PLYXdtEBM03b1xs3evzwxvcWU0Ljv1rCn4a+7u9e5vO169TG9s330KzjAAF1q/Px7KV3l34EqvVgZ5fDRsZH5BXMzcHOkAtVubaR59F+yNPwV7nXIZh4yfGFm+Q1szNxWYN6hVavmjZMvP/JAq9c+NVpxyLm846BXrHz1ghvUNjcQPgYuurOo1EIuZ1GN1gt+uMXX44vMFyXRDk/xGtb2MRjUawcvWaYot88uNQxO7EqP/Pt2/eLF5OBzT2OOlcdD7mDDzxv4/iy4tmskIhNG5Qv9Dindq1Rt1atQotKzrz2x+TERu4WnSdzndp3QI5WVnm/3UzjH7zuWLfRw7bc1ctaiM7JwvbNN3c5jmhAAUoEBMQEfuLDSISW8SUAhRIJwH2JWMEnMB6ys+DwChZEQUoQIFkFIgmjEwX4Zt+Mh4jtokCqSIwcVEUb02K4LqfwjhpUD7uGh7G51Mj+G+5dyE4NwT02EJwVkcHj+7l4oV9XVzc1cEezQUNc1Oll2znpgXEXljadDmWqGwB1k8BClCAAhSgQBoKeD9a2z+5moa9Y5cokFQC/86aiZOuORvhiDeIKX9dGCsWrcWa5d6gxfr16+OXQZ+hVs2a6NK+Hfbo0xsNzLLq6IQOMtM/IZu3zmvblps3xiXHH4laNTZ9sr110yZ2oJEOarv6kaehAyA3Faffem+Zu6l3b1zjty87K4Rtt2ha5jq4QfkF1D92hzwdtLZ5owYbrUzvgHnXhWfhwSvOw+YNSy773YjRWO7/qWJ9vZ3Qf298+tCd0G114OLgocNx8o13bXRfybByyfKVyFu7ttimVNX/kWJ3nrBQB/7OnFcwEHnzhvXja4vLqP+5RxyMQY/dgx4d2hRXxC5LHIwo4ti7tNoVZZg033wzW/qfmbNL9R7S8ajTNzqw0lbGCQUokHkC+n2licTvLTMPgT2mAAUokPoCwQ1Y9C+CpT4Je0ABClAgMIG0qsj7PXGvS8F9eHj1cUoBCmSuwOI84Pv/onhkdARnfBXGxd+F8fz4MEbOjWCt910PtqojOHB7B9f3cvFq/xDu2tXFsW0ctGskmQuXJj3nRaU0OZDsBgUoQAEKUIACySfg/6jsJ8nXPraIAmkmMGPmfzjuslORH863PbODFs0J72p/0GLtOnXw66DBeHzgXbj7+hsw6I3X8eHLL+DYQw+x5aty8uz7n+K7kWPs3e5EBN3atcLZRxy0ySa4rgMR865inqFQaJPly1tg1ryFWOkPbCtvHZW93cALzyz2znCJd5usqry2Jcj+/jJuQnxg4cbqPbrfHnjvvlvx5l0D0Ll1C7z3zRAsWLK0xE0+/3kYHnrjPSxcsixepm7tWji87274/OG7MODMk0o1cDa+cRJmqur/SGm6/t+8BZss1qN9Wzx69cUY9MjdOPmgfTBm8t8Y9cdfG93uz2n/2veOkHk/aLPdthuU1QGsuf4dZZevXG3qnFKojOu6dt68jaT88bYd4YQCFKgeAfvziHg/l1RPC7jXzBZg7ylAgYAEnIDqMR8IQdXEeihAAQpQIBkFolGJN0vPBeIzzFCAAhQIUGDS4ij+NzmKG36O4KRBYQwcFsEn/0Tx73JvJ9nmp9duTQSnd3Dw8J4uXtwvhMu6udhraweNaxa8T3mlOU12AREx5xGyiWZyNQUoQAEKUIACFKBAmQX8Xy7nL4iUWY4bUKDcAnMXzMexl56C9WHv7oX56yJYsSgPyxetxvIlK7BwwUI4jgNHHLiugy02b4KLzzwdAy6/tNz7LO+Gj7/9QfxPMudkZeGovXdHv17dSlVdTlY2WjYv+BOzpdoozQq9/cV30LtMJkNoW6qSd5cdO+GD+2/HLeeeZl/L5935MPpfdA1+GTfRDmTbWFve+uIbHHH1TdDBi2vWev9PtHztWjVxYv9+ePK6S6F3+9NlqRzJ/n9EjR+84gI8f/NV2KldKzz1/ifY+dQLccPjzyMcSbxtwYZH4eMfhmLeoiV2RYcdtsVx+/a1+dhk587t0bhBPURMPb/8PgFDRo+LrSqU1qtTCz3bty20jDMUoAAFSiug5zixKO02LEcBClCAAsknYL7yDaZRUXMRzDyDqYy1UIACVSPAvVCgDAKRhD8kFdiHRxn2z6IUoEDmCSxdG8WPMyN4fEwYZ32Vjwu/C+PZ3yMYNieKNd5NK9C8NrD/doJrezh4bT8X9+zm4oS2Djo25iC4pH/FmBMIXlhK+qPEBlKAAhSgQLoIsB+ZJ+D/OCziZzJPgD2mQLUIzF+0EMdddhry1q+x+9c7Lc6fNx+LFy2G6zgQRyCuA8fkXddFVlY2Dt53Hxxz8MG2fFVN9M+xvv7511jh38mwUb16uPCYw7Fds6abbILeWa1jyx02WS6IAuvW52P6nLlBVBVoHVleLh4AABAASURBVOOnTIUO3EqG0LYE2rmEytbn52O+PzhNF5952AF46PLz0Wa7rfHpj7/g8CtvxM9jftdVpY65Cxfj8geewBFm20FDh2Pt+vV2WxGB3vHv0uOPtPOpPKnK/yOlcZq/uODOl2r8wk1Xo3+fnpg+aw5OGnAnnvvgs9JUY8voAMRH3/nA3imzTq2aOP/oQ3D8/n3t3RLPO+pQnHbI/sgOhfDr7xNx89Mv2W2Km9SrVRtd27YqbhWXUYACFNikgIjYX4IXkU2WzcgC7DQFKECBFBFwAmun+Twwz8CqY0UUoAAFKJBcAtGEUek8B0iuY8PWUCBTBP5aHMV7f0Vw09AwTvw8H7f9GsZHUyKYtsx7g3LNT7Y7bi44pb2DB/Zw8cr+Lq7YyUG/bQRNalaeEmsup4D5MBHhGUQ59bgZBShAAQpQgAIU2LiA9yNywq8ebrw411KAAsEJzF+4EIeffwLCkTDWRVYDTj7ckDdIUfciEUCiAtdxkZUVQk52Ni44/TRU9eOtL7/FtyNGm3aaBpmdt9y6Oc49suQ/UT17/kKsy/cGl7XZZisct9/eZquSn7eccwr0Lm4llyh+jeOIHdAJ81i6YiWmzpxjcsnxzIRW1KqRC/E7ujpvLf6aMdPO9erYHicfsA/q1q6FabPm4LbnXrHLyzv5Z+ZsXHb/4yaewL9z5tlqHMexgxY7ttjezqfapKr+j5TGxXXMRTJTMBKJmP9Ds03Oe55/9KFosdWWWL0mDy99+kX8Tqve2tJN3//mR3w17DcsX7kKoZCLAWeejNFvPofzjz4Yq1bn4YHX/4fTb70Xq8w+itY4d+Eiu0i327P7jthhI3dr1dfia3dcj1MP2tduwwkFKECBuID5wpK/CB/XYIYCFKBAygp4P7EG0Xz/IlgQVbEOCvgCTChAgSQTMOcAtkUcX2IZOKEABapRYIX5juTnWVE8OTaCc74O4/xv8vH0uDB+mR3BKv+vCm1RS7Dvtg6u6u7itf4h3L+Hi5PbOei8WezSezV2gLu2AnphyWY4oQAFKECBTBdg/ylAgaAF/B95/STo2lkfBSiwCYGVq1ZhzN/Dke+sgSMO3JADEfMlirm4tnT5SrzxwftYuWo1HMe1gxabNGm8iRorZ/WzH3yKKf6ANNdxsHePriUORBw/ZRpWrFxjG1K7Vk2ce8RB2K1rZztfdNKvVzezrgsmT59RdNUm57ffcgvUqlEDer74x9R/MX7K1E1uwwLBCeif6a1Xp5atcMbceRg8dLjN9+7UFg3r1bX5BUuWFTsYza4sYfLsgCtx7anHbbD22xGjcN+rb2HRsmV2nd6dUI+/nUmxyfgq+j9SGpZttmhqiy037zO/jp9g8zt37oAWWzWz+ZVr1mDOgsU2X9bJ3RefjYN2643H3vkQvU+5AO2OOAWtDzsJHY86HX3PvXyjd2zU/9P5+WG7Sx2sqIMda9XItfNFJxcdeziaNGyIsZP/KbqK8xSgQGoLVLz15ktKETE/W0nF62INFKAABShQbQJOUHs2nwlBVcV6KEABClAgSQWi/r0ZeAqQpAeIzaJAsQKZsXDKUuCDv6O45ZcIjh+Ub1Od1+UxgU6NBSe2c3Df7i5e7x/C1d1d7Ledg2a1+a4WM6rqVER4Yamq0bk/ClCAAhSgAAUyQyDqdTPqp94cpxSgQFUK5NbMRlaOIKuGnvfAnvusXJmHC2+4Bg8+8yyOPedcrFmTZwc0hrJdVPxR9hr0LnevfP6VvVOabr2xgYhDRo/DuCn/2IGEWrZp44a499JzcN5RhyJxwNFZhx+I288/A+vWr8dXv47UohtEyHWxXTNvQFXRld3atUaNnGzoQKvBQ4cVXR3Y/IqVq5G3bq2tT+/2VtPsU2d0EJX2Sfun8+kYif0t2r8eHduiXq3axmadvYtebH2DunWhx03nt2jcaIM7423fvClyc3J0daGIHefsrCz06dKx2OP+9bBRWLpild0ub916zFvk3YVPFyxZsUITGzVzCwa2Hd1vDxy8ex+7vDST0tTjJNzdszR1Fi0T5P+RonUXnRdx7P+Tost1XgcMb7PF5vb/6ujJf0N9dbkOOK2Rna1Z1KlVC622aW7zsUmXVi1Qr7Y3WDW2TFP9vxD7P372EQdh/z49sXDpMvP6KP7/t25TUnwzfBTmLvIGSooIendqhzcG3ghtc2wb3Z/enfWE/nvbActj/5oSW8WUAhSggBXQX2qIhV3ACQUoQAEKpKSAE1SrM/LiV1B4rIcCFKBAighEo5IiLWUzKUCBTBZYkw97p0W946LeefGcr8P2Tox6R8bl/t0XN68J7L2N4PJuDl7ez8WDe7g4tYODrpvzfa7qXjtRe/FcLy5V3T65JwpQgALlFOBmFKAABVJNwP+xVvw01ZrP9lIgHQQWLFoAx3wD45iJa/4z5uWtxxV33IRJU7y7hc2eNxfHnH0eVq1ai2gk2B7rndTq1jInvn61jerV8XMbJvrnXT8d8ivCEa8ROlhowJknoW+PbhsUfuWTLzF38ZL48gZ16uDS44/AsFeftH8Sdvy7L+LKk45ByHHxyqdfYtrsufGyiZlmmzXCYXvtlrjI5o/bty927dIR6/Lz8daX3+LznzccsOg4BW9smosNpLIV+BNdpuv8WXMcEue8pctXr8b69d6d3uqbfvTftRfa77AtLj/xaHQw6dyF3qAqr3R6TfW4aX+L9krvmLn/zj0hxviLoSPw7Pufxovo3RbXrl9v53Uw3K3nng4d4KbbvHLbtbj6lONRM9cbsKiv+YZ16+K+S8/F1acdb7fRyQ5bbYkLjjms0ABXu7x5M2SFXOifLx496a9Cr5sVq1Yjdt2ga+uW9nV5/P59cWL/fohESz8qvzT1bNagnumDNyiypEGdDerWjg/M1AGaOq99iEVQ/0di9ZWUhlwHu3btvMHAUX3tH79fP6j/X//+h/tfeTtexb/m/+My46kL9FidcUh/HNl3d1vHLeecguduvBLbbbmFrrZRp2ZNnHzgvnjy2svQdrtt7LJeHdoiNzsb2zZriv/dfTM+eWgg/nfvLXjgsvNw7yXnxuOyE4+C/hlxu1HCRAcffvTDz4i9lkTE1L01Hrv6Eox9+wWMfus5fPfMQzhgl16YNnMOnvzfRwlbM0uBKhLgbpJeQEQg4kXSN5YNpAAFKECBEgXM6XKJ68q2QspWnKUpQAEKUCD1BGLjFc15QOo1ni1OWgE2jAKVLTBtWRQfTYngtl/DOP6zfNw4NIz3/orgr8UFF7Y7NBYc38bB3bu5eOsAF9f1dNF/OwfN6/CH3Mo7PmIvLFVe/ayZAhSgAAUoQAEKZLCA/6Oun2QwBLueTAKZ1pYJk/6ygwDD+RE7sGp9eD1mzZlTiGH6f//ijMsuxbxZCwstr8jMDs2b4YT990bDenXj1WzTrCluO+906GDE+MKEzAOvv4OxkwvuYrbNFk3sYLOnrr8Mh+25a3yA2bDxE3HTky9i+ux5CVsD2aEsW0bTvHXr8Pqgr+yAQ5TwcB3HDoTSAU7aXm3XhccchktOOAK5Odn45MeheOj1dzfYukf7tnbAWlYoZNdt2WQzXGS200FadoGZaF6X6TozCy2rgy91W52PxW9/TMYf0/+1g+Fcx8FBu+2MD+6/HR122A7vfPV9rFjapjow8ZkbroC6qJkOTLvp7JOxWcP6+Gn077jtuVcK9f3b4aPMcfcGoIoIurdvjXfuudkOctt2iy1wx3OvYvYC786IeofMa087Hp1atsBbg7+N1+M6Dg7ctTfevPNGHLff3vY1o/vX12bzzTfD6El/47kPPouX18zw8X/Yu21qXl8nT153KQaceTL+nDYDnw35RReXKjZVj74O9+vTM37XQh3EesTe3mC+2A50//167YTaNWvYRZrqvC63C8xkWED/R0xVG33qIM7tt9wCj19zCfRuk1pYB4+qT8+ObfHvnPm4/7X/4Z+Zs3WVjfFTpmLY7xPt+5Iu0HYPvPBMDHrsHjuA+GPz/+7738boKhv79u6OS48/Et+NHA39/6ILdSCvDm4WETRp1BCtt90anVvugAPN/59D9uiDWJx7xMF4+dZr8PVT929wJ8zH3v7ADoZdtSZPq7QhIta+Vm4uXMfBrAULN2i/LcgJBShAARXQAesm9L1QZxkUoAAFKJB8AqVpUXADFnn1qzTeLEMBClAgpQXMz/+2/WKnnFCAAhRIPYF1EWD4nCie/T2CC78L46yv8vH4mDB+/C+CpWu9H2gb1RDsuZXg0m4OXtzXxSN7uTijg4OdmgpcvgEiyAcvKgWpyboyXIDdpwAFKEABChQW8H9u9ZPC6zhHAQpUicBXehexvLWIRKIIhwW5WTXw1B0Pounmmxfa/9iJE9Hn0IMLLSvPjA4UGv3mc3bw0d49u9lBP7F6crKycMw+e+LH5x6x62PLY6kOHHr6vU8wf3HB3RN1ENte3bvi7ovPxhPXXhYriiGjx+GUm+/Eu9/8gIVLltkBf7pyzdp10LunXXD3I3j4zfd1UYkxbfYcvP3Vd+jTuQM+f/Ru266zjzgIcxYsxi1Pv4wBT7ywwbY6sOq1O65Hy62bx9flZGXhtEP6Y/irT+GS446wg6V+euExuywnKyteTrfRbV++9br4Ms3o3efGTJ6C/HDEDuKa+M903PDkC7aPuj5dY8GSpXjx40HW8uXbroW+bq459Xjk54fx0Bvv4pyBD0BfE4n917tl3vzUS3bg2vr8fLtqVV4efvhtLE6/9R689+2P+HnMeHvnPF3/y7iJuOaRp+OWev6vg9DmLVqCrZs2wc1nn2z3q/vXAbL6p8nPvuP+QgPsdCd6l81XP/sSy1ausq+15SZ9c/A3Gwyo1LIbi43Vo6+djx8aiL122hGO431t6joO9P+RDuYbeOGZ0ND/P3rnP9cpKKPz3zz1gH39xfYfxP+RWF0lpfnhMN4Y/A30TqEDzjoZkz98Dc8OuMIe009//MX+H9V2FN1+4Iuv471vfsRK/06L+trXOzHe+OSLuOP518zxHAN9fejx0oHJd77wOh5/58N4Nbr9B98NsX8yXAcna7n4yiIZEbHHWn27tGpRaK3WefF9j0FfJ/o60pValx7nT34ciuOvvz3+2tF1jEICnKEABcz7C0yI8GyHLwYKUIACqSzg/VQdQA/4eRAAIqugAAUokOQC3lAeILNOAcAHBSiQxgL/Lgc++SeKgcMjOPazCG74OYL/TY7gz8WxdzygbUPBMW0c3LmLizcPCOGGng4O2sHB1nXTGKaKuiYiEJEq2ht3QwEKUIACFKAABTJIwP9xVr/8z6BeV7Cr3JwCwQosW74cL77xP0Qjpt5IFNFwFJs1aIQX7n4E22+9tVkY7PPjH4ai6/FnofVhJ200+l90TbE71sFNu55xcbHbnnrzXYW20bus6aDCPqdfiDaHn2y36XLsGTjmmlvx85jfC5UtfkZw94tvIHH7TkefjsOuGAAd+FZWjl3QAAAQAElEQVTcNjc8/rzdT3H963DUaXjkrfexKYOi/dC7zx133W1of+QpaHfEKTj8yhtL2f7iWphay4aOm4i9zrnM9ltN1WC/C6/e4A6Hib3SAakn3HAH1Fu36XrcWXZwozpqOb0rox5HXX/aLXfbAay6XEPn9zr7Mux+1iXY8bgz468bdd/l9Ivs66HoIEndTkMHt/U46Vy7TXeT6sC6kspq+ZKipHr0taNt1j4VF/ra0yhunS7TbbWOxP1W/P9IYm3F51esWm3/z6m5tkP/L+586oW45tFnoPsvbit1u+mpF9HtxHPs/yc97gdder29q6mW1/9Dejy0rn0vuHKD/4/d2rZGtzat8MXQEeh8zBn2mOi+T7npblz9yNPx0P/fX/wyAktWrMDmjeqjT5cOWn2h0PcKfV3o60jr0H3qcb7q4adLbH+hCjhDAQpkrICe48QiYxHYcQpQoIIC3DwZBAIbsKh33fKvgyVDv9gGClCAAhSoBAE9AaiEalklBShAgaQQiJgfaEfOjeD58RFc8l0Yp38ZxiOjI/j+vygWr/Ga2CAX2H0rBxft6OD5fUJ4rK+Lszs56NlUkO14ZTgtpYDx1s8VjVJuwWKpLMC2U4ACFKAABShQtQL+74SI+Jmq3Tv3RgEK+AIfDP4Sb334ESIRIBoREw5q5tTD07c/4pdgQgEKUCA1BPTPZl950tFwHBfPfvBpoUbrn8LWwY42fhiKlz79Apfc9xgef/tD5OWtQ8h1C5XnDAUoQIGKCIiI/SV4EalINdyWAhSgAAWqWSC4r1XN54F5VnN3uHsKUIACmSdQlT2Ownun96ZVuWfuiwIUoEDVC8xcEcXnUyO4a3gYx36ej+t+CuOtSRFMXBSNN6Z1A8GRrRzcrndfPDCEG3u7OLSFg+3q8Z0yjlRSxlxQEqFTSTxcTgEKUIACFKAABYoKlGne/5HVT8q0KQtTgALBCrz4zjs47YpL8PkPX2L67GlYvnIp5i2ej0YNGwS7I9ZGAQpQoBIFrjzlWLTaZitM/ncGYnfV3NTumjZqiPX5Yfw1Y+aminI9BShAgdILRKPQX4LXKP1GLEmB1BJgaymQCQLBDVjk1a9MeL2wjxSgQIYLmHMAKyDCASYWghMKUCCjBEbNi+KlCRFc9n0Yp32Rj4d+C+PbGREs8O++WDcb2HVLwfldHDzTz8WTe4dwTmcXOzdzUCOUUVSl7mwSXVQqdZtZkAIUoAAFKEABCqSEgH/a7icp0WQ2kgLpLPDf7Fl44NmncPpVF+OQc47HSZedg0WLl6Rzl9k3CiSrANtVDoH9+/REtzatICJotXVz9GjfdpO1HLx7HxyyRx8Mn/gnBg8dvsnyLEABClCg1ALmvUhE7HtSqbdhQQpQgAIUSDqBwAYsms+EpOscG0QBCiSDANuQVgL+4HRJq06xMxSgAAXKLjBrJTB4ehT3jIjghM/zcfWQfLzxZwTjF/hvlKbKFvWBI1oKbtnZwZv9QzbV+Rb1+S5qeOxTRHhhyUpwQgEKUIACFEgHAfYhqQT8H0tjv3iYVG1jYyhAgYwUcBzJyH4nS6dDoRDAQ4BUftSqkVtth3DOgkVYsWq15dtuyy3w7I1X4tXbr8NpB+2Hji22t8t1skPzZjhmnz3x0i3X4o4LzsDUWbNxz8tv6ioGBShAgcAE9JfgYxFYpayojAIsTgEKUKDiAoENWOTFr4ofDNZAAQpQINkFovC/8RA/TfYGs30UoAAFqkhg7HzglYkRXPFjGKcMDuP+3yL4+t8o5nnXclErG/ZOi3rHxSf3du0dGPVOjHpHxlpZpfjGoIr6UbW7MZ8q5iRCLy5V7X65NwpQgAIUoAAFKJABAv6PmOKnGdBjdpECFEhigd26dkbfHt2QpYPmTDu3aNwIV518LHQAlpnlM1GgEvI6oOzQPfqgZk6Orb1RvXo4bM9d0LRxQzvPSfIL6LG6+LgjsWWTzWxj9f/S7t26lOpOh3aDCk7G/jUFj7z1PmbMnQe9jlMjJxs9O7TDtaefgPfuuxWTP3zNxqDH7sFt552Obu1a4ZMfh+L8ux7G3IWLK7h3bk4BClCgsICIQMSLwms4RwEKUIACqSQQ2IBFSCp1m22lQIEAcxSgQOkFolHvzd6bln47lqQABSiQSQJzVkXx1fQI7hsZxkmD8nHVj2G8+kcE4xboAD1PYrt6gkNbOLixt4s3D3Bx+y4ujmzloHWDTHqHFYiIB8IpBShAAQpQoAoEuAsKZJSA/3uGfpJRXWdnKUCB5BHo1bE9hjz/CJ678Uq03Lp5vGE1c3Nw5mEHYPirT+GS446IL2cmeAEdQKYDyvRP+Ip45+ChkItD99wFPz73CAZeeGbwO2WNgQroMdJjdepB+yInKyted/sdtsVrd1wPPcbxhZWY0QGIh14+AA+8/j9M/GcaVq5abQcvxnaZt24dZi1YiPe+/RGHmXIDnngBq9bkxVYzpQAFKBCcQNSc5ZjQAdQlVcrlFKAABSiQ/ALBDVg0nwvJ3122kAIUoAAFKiIQe6v3Lm1VpCZuSwEKpJkAu7MRAR2o+PofETtw8cTBYdw7Mowvp0Uwe5X3rlojBPRsKji7k4PH+rp4fp8QLtrRwe5bOaibvZGK02AVLyqlwUFkFyhAAQpQgAIUSE4B/8TdT5KzjWwVBSiQigJlavOw8ROx25mXoPVhJxUbHY46zd61rUyVsnCZBPpfdE2x9rFjcsPjz5epPhauegE9RrHjVVyqx7iqWqUDEJ/74DMcfuVN6HbiOWhz+Mnx11fnY87AXmdfBm3vPzNnV1WTuB8KUCATBXQAvgkRnu1k4uFnnylAgfQRCGzAIj8PKutFwXopQAEKJI+AN7TGtIfnAAaBTwpQgAJlF1iwOopv/o3igVERnDo4jMt/COPlCRGMmR9FfsSrb+u6wEE7OLihp4M3Dgjhzl1cHNPGQduG6ffmKyK8y6J32DmlAAUoAIAIFKAABQIU8E/g+QsiAZqyKgpQgAIUoAAFKEABCgQiwEoqIqDnOLGoSD3clgIUoAAFqlcgsAGLUXMRzDyrtzfcOwUoQAEKVKpAwfu8VOp+WDkFAhdghRRIUoEJC6N4c1IE1wwJ44RB+bhrRASDpkUxc4X3jpvjAjs1FZzRwcEje7l4cV8Xl3ZzsOdWDhrkJmmnStsscwLBC0ulxWI5ClCAAhSgAAUoUEYB/7RdxM+UcXMWp0DKCrDhFKAABShAAQpQgAJpLSAi9pfgRSSt+8nOUYACFEh3gQoPWIwDmc8D84zPMkMBClCAAuknoANLtFc8B1AFBgUoQIFgBZbkAd/PiODhUWGc/mUYl34fxosTIvhtbhTr/LsvNq8j6L+dg+v07ov9Q7h7NxfHt3HQoXEK/iRuPkxEUrDdwR521kaBlBJgYylAAQpQIIUEvN9/gZ+kUMPZVApQgAIUoAAFKECB6hbg/imQ1AL8RfikPjxsHAUoQIHSCgQ3YJFXv0prznIUoAAFUlYg9lYv/Moj6GPI+ihAAQpsIPDHoijenhTB9T+Hcdxn+bhzWBifTY1ghn/3xZD5Sb7r5oJTOzh4cA8XL+/n4vJuDvbeRtC4RmoMBIwNhN+g81xAAQpQgAIUoAAFKFAxAf/HQT+pWF3cOkgB1kUBClCAAhSgAAUoQAEKVERAhHdYrIgft6UABapKgPvZhID5mnMTJUq52nwulLIki1GAAhSgQKoKRKNimy6xkYt2jhMKUIACFKhsgRXrgB9mRvHo6AjO/DKMi74N47nxEYyYE0Vevrf3ZrUF+23n4OruLt7o7+K+3V2c1M5BpyS++6KI2ItLXg84pUBFBbg9BShAAQpQgAJxAf+8Peqn8eXMUIACFKAABShAgZQXYAcoQIFMFtBfgo9FJjuw7xSgAAVSXSCwAYu8+JXqLwW2nwIUoMBGBPxV8e85xF/AhAIUoAAFqkVg8pIo3p0cwYChYRz7eT7uGBbBx1MimL7ce6cW8z7deTOxAxbv38PFa/1DuKq7i323ddCkZrU0uZidRsELS8WwcBEFKEABClCAAhQIQsD8PKjV6M+FmpY6WJACFKAABShAAQpQgAIUoEASC4iI/SV4EUniVrJpFEgBATaRAtUsENiARfDzoJoPJXdPAQpQoPIFdGCJ7oVv+arAoAAFKJAcAqvXA0NmRvDE2AjO/iqMC74N49lxEfw6Jwpdp63UQYr9thFcsZNjBy8+sIeLU9q72HHz6nxHF4iINi9jgh2lAAUoQAEKUIACVSbg/R4L/KTKdssdUYACFKAABSgA0IACFKAABSpRQO+kZSL2nWUl7olVU4ACFKBAJQoEN2CRV78q8TCxagpQYBMCXF1FArG3ehEOMKkicu6GAhSgQJkF/l4SxXt/R3Dz0DCO+SyMW38N48MpEUxdGnsXBzo2FpzQVnDPbi7e7O/i2h4O9t9O0Kx21b6/86JSmQ8vN6AABShAAQpkugD7X1oB/8c6PyntVixHAQpQgAIUoAAFKEABClAguQX0O0oTIjzbSe4DVeHWsQIKUCDNBQIbsMjPgzR/pbB7FKAABYxAFN4P/97ULOCTAhSgAAWSWmBtOIqhs6J4amwE534Txnnf5Nu8Llu5zmt645qCvbZ2cFk3Fy/v5+LhPV2c3sFBtyaV/24vIhARryGcUoACFKAABShAAQoEJxD1quIviHgOnFKAAhSgQKIA8xSgAAUoQIHUFdBznFikbi/YcgpQgAIUCGzAYtRcBDNPilKAAsUJcBkF0kSg4H2+IJcmXWM3KEABCmSEwD9LYe+2qHddPOqzfHsXRr0bo96VMQbQrpHg2DYO7trVxdsHhnB9LxcHbu+geZ2ABxaaEwheWIqpM6UABShAgbQRYEcokCwC/o9uIn4mWdrFdlCAAhSgQKkFRMT+kp9I6dNSV86CFKAABShAgRQVECn4XKzWLnDnFKAABShQIYHABixCoE/wQQEKUIAC6SsQ9ccpmnOB9O0ke0YBCiStABsWrEA4Avw6J4pnx0VwwbdhnP1VGE+MjeCnmVEsW+e94TfMBfZoLri4q4MX93Xx6F4uzurooMcWAsf8/I+KPMyHiUhFK6lIA7gtBShAAQpQgAIUSGMB78c5+Ekad5RdowAF0lEg0/skIhCRcjGISLm3LdcOuREFKEABClCgqgXMl5X8RfiqRuf+KEABCgQvENyARV79Cv7oVF2N3BMFKECBUgnoCYAWFJ0wKEABClAgrQSmL4/i4ykR3D4sjKM+CWPA0DDenRzB5CUFP+i3aSg4qrWDO/q4eOdAFwN6uTikhYNt6paPIva5Ur6tuRUFKEABCpRDgJtQgAKZIuCfuPtJpvSa/aQABSiQ8gIihd+5RcQOQBTZdJrYeRFJnGWeAhSgAAUyTyB9e2w+40TEfj6mbyfZMwpQgALpLxDYgEXzmZD+WuwhBShAgQwXiA1Z4Xt+hr8Q2P0SBLiYAuklMGJOFM+Nj+Cib8M4/cswHhsTwQ8zXCtnfAAAEABJREFUo1iS5/WzXo5gt+aCC7o4eG6fEJ7o6+Lszg56byHIEq/MpqYiwgtLm0LiegpQgAIUoAAFKFAeAf8EPuqn5amC21CAAiUJcDkFKkdAROIVi4g9XzaJSWHDcQTFRUEZbxv4D5HC8/5iJhSgAAUoQIGUFtBfgo9FSneEjacABSiQ4QKBDVis1ItfGX6Q2H0KUIACySJQ8F4vydIktoMCFKAABapAYOaKKD79J4I7h4VxzGf5uP7nMN6ZFMEfiwq+AW/ZQHBkSwe36t0XDwrh5p1dHN7Cwfb1S/rMiIIXlqrg4HEXFEg1AbaXAhSgAAWCEfB/BBM/DaZS1kIBClCAApUhICIQkXjVImLmYQcnCgSOOJsMW84xUwFExAb8h4j4OSYUoAAFkkiATaFAOQVExH7OiUg5a+BmFKAABSiQDAKBDVgEPw+S4XiyDRSgAAUqVSDqv9nzLb9SmSutclZMAQpQICiB3+ZG8cKECC79PoxTBofx8KgIvv8vgoVronYXtbOBPs0E53Zx8PTero3zOjvYZUtBrmuLmIlAREzKJwUoQAEKUIACFKBA4ALej2Xwk8CrZ4XJLcDWUYACqSMg4p0Xi4g9RxbRFDBTG47jwHEEruugVdMQHJMWCn+d67oFgxrNMlMNRASxh0hBPraMKQUoQAEKUCAlBfTuKib0l+FTsv1sNAUoQIEABVK5KiewxvPqV2CUrIgCFKBAsgrEfvjn9a1kPUJsFwUoQIGqF5izKopB0yK4a3gEx38exrVDwnhzUgQTFhacIOhdFg9r6eCm3i7eOTCE2/q4OKpDPbRslFP1DeYeKVAxAW5NAQpQgAIUSA0Bf1yKn6RGm9lKClCAAhkkICLxAYUiYnuuiQ5OtHdUdBw7SNFxTRoK4aK+NfDgMTXQrlk2ssy8Rsh14YZcOK6GA8cREw4k9k8AETOB9xApyHtLOKUABTYiwFUUoECyCujnmQkRfq4l6yFiuyhAAQqURsApTaHSlOHnQWmUWIYCFKBAeghItGAQSnA9Yk0UoAAFKJAOAqPnR/HyhAgu/yGMEz/Px4OjIvjm3yjmr/F6VyML6LWF4NzuDfDMYdvgxAZTkffzy1j796+IrlvtFeKUAhSgAAUoQAEKUKBiAv5pe+wXDytWWdBbsz4KUIACmS0gUjDAQsTLayIi3l0SdeCh68BxXeigxIv2ysY5e2Rh+80d3HNkNto0y0J2thc6cFFDy3mDFx1voKPjFNRl6oP/EJFCgxj9xUwoQAEKUIACKSOg5zixSJlGs6EUyFgBdpwCJQsENmBRx67418FK3hvXUIACFKBASgvoe73tgNgpJxSgAAUoQIGNCuggxS+mRXDvSG/w4lU/hvH6HxH8vqDgzKGhm4e147/EisEPYO5Tp2DeOwOwZOjbWDPzj43WzZUlCHAxBShAAQpQgAIUUAH/vF3Ez+gyBgUoQAEKJJWAiPcerYlACgYY+gMVdRDiRXvn4qzdshB7bNdYcPfhIbTVQYtZWcjJzkZ2VghZJrS8huO6/qBFrdWE2YHjeGmsHhGJZZmmqgDbTQEKUCBDBUQEIl5kKAG7TQEKUCAtBJzAeiGAeYIPClCAAukqwH4BUXMCoA58v1cFBgUoQAEKlFVg3IIoXv0jgit/DOOot//DPUPm4o+8enDqbGariq5fizX//IaF3zyHaU+fi8kPHIf/3r8bi0Z/gfxVy2wZTihAAQpQgAIUoEBlC6RF/f7vh/hJWnSJnaAABSiQDgIi3pVVkVgKO1DRjQ0ydB17V8VQyIXeWfGMPt7XeDMX5OP9n1ZAH9s0BG4/CGjfPBs5OdnINuENXMyKD1x0TD2O68IOVDTf3okIzNOEpqLVMChAAQpQgAKpKRCNgndYTM1Dl4ytZpsoQIHqE3AC2zWvfgVGyYooQAEKJKuAOQewTROITTmhAAUoQAEKlFEgXnzxmjC+mLwM36zcEnVOfBT1jrgNdfqcgNxtukAc15Zbu+BfLBz2Iaa+dgNG39gPfz55HmZ99TyW/zPGrueEAhSgAAUoQAEKUKAEAf+03U9KKMTFFKAABShQlQIi3ruySCwFHHHgOA7EETiug5Dr3S3xor2ycZo/WPG/BevxyIdLMOzPPLw7ZCX0sVWDKG7aPx/ttgyhRm5OfOBidlYWsrOzoH8m2nVM3a4Lx9Qt5nquiJkK7ENEICI2X0kTVksBClCAAhSoHAHz+SUi/ByrHF3WSgEKUKDKBJyg9mQ+E4KqivVQgALlEuBGFKh8gSi80el8z698a+6BAhSgQCYIiBRcWMrash3q9D4GTU+4G9td8S62PHIAGnY/CDmNt7IU0fB6LJv0K2Z8+hgmPHQKRt1yAKa8eQsWjPgM61cstmU4oQAFKEABCmSGAHtJgVIIeKfviP3iYSm2YBEKUIACFKgkAZGCc18RsXvRJHGwopswWPHCvUI4pbdXTgcrPvrhUruNTkZMWoN3f/TutLhlvQhu6LcW7ZqFkJuTbcMbrOjaAYt6l8aQDljU4KBF8EEBClCAAukhELu7oqbp0aON9YLrKEABCqSvgBNU13jxKyhJ1kMBClAgeQX4Xp+8x4YtowAFAhJgNVUoEDVfoHtRdKduzXqo12UfND/iOrS75j20uegFbHXghajXuhfEzbLF8xbMwLyh7+OvV67DyOv3woRHzsSMQU9j+ZRRdj0nFKAABShAAQpQIKMFxOu9+Kk3xykFKEABCsQFqigjUvBGLOLl9Y6HiYMVvYGFIWh64Z4hnNzTKzdjfj4SByvGmjxich7+5w9a3KJuBNfsuRrt/Tst6sDFnJwce5dFvdui1uk63p0WdVCkwPwz7TBPW52IN29nOKEABShAAQqkgICI99klIinQWjaRAhSgAAVKEghswKI5xylpH1xOASvACQUokPoC/g0aIBLLpX6f2AMKUIACFKguATGfJ1KqndfZvgua9TsDbS94Gt3v+gEtT70bTXc5CjWabGu3j0bCWPbXcPz3+RMY/9CpGHXTfvj7tQGYP+xjrFs235bhhAIUoAAFqk6Ae6IABZJAwD9t95MkaBCbQAEKUCDzBEQKznlFvLzj3+nQcRyIyccGFGaFXFy0Vwgn9fScps/Lx2MfLfFmipmOnJyHd37w7rTYpE4+rtx9JTpsGUJubk7BnRazs+ydFrOyQojdaVEHLepgSREx5+SwDxHNF4RdyAkFKEABClCgFALVUkTvrmKCd1isFn3ulAIUoEBgAk5gNfHqV2CUrIgCFKBAsgpEo2Kb5k1tlhMKUKBqBbg3CqSVQHkuKrk1amOznfpjh+NuQtebPkWnq97Atodehgbtd4GTlWN98hbNsoMVddDiyOv7YsLDp2HG509g2eThdj0nFKAABShAAQpQIO0F/BN3P0n77rKDFEhDAXYpjQREvHdjxxHov8TBijqQMCsUwkV9Qzixh9fp6XPX44mPSx6s6JUCfvsrD2/7gxY3q7Uel+6yFO23dP1BiznI0QGLWVl20GIo5MJ1HDiuC8e0o7hBi7F6mVKAAhSgAAWSWkA/V02ISFI3k42jAAUoQIGNCzgbX136tan/eVD6vrIkBShAgUwViA0s4SlApr4C2G8KUIACwQqICESkQpXW2bYTtux3Otqd/xR63vszWp9xP7bY7VjUaLpDvN5lf/+G/wY9jQmPnonfBvSzf0Z63i8fYO3iOfEyzFCAApkkwL5SgAIUyAAB/5fLY+fxGdBjdpECFKBAUgmIeOe6Il6qgwQFgqKDFXXA4sV9QzihO+xj2rz1eOKTpTZfmskoHbT4vXenxcY183HpzkvQvpnjD1rMRk5OFrJ04GIohKysEActlgaVZShAgTQSYFfSUUDPcWKRjv1jnyhAAQpkioATVEej5iKYeQZVHeuhAAUoQIEkFIi9z0f9C21J2EQ2qboFuH8KUIACpRUwJxBBX1hysnPRuOu+2P6YG9D1xo/Q+dr/YdvDrkDDjrvDzalpW7Z2yVwsGPEZprxxM367cR+Mf+Bk/PvJo1g66Ve7nhMKUIACFKAABSiQFgLi9ULEz3iznFIgOAHWRAEKlCgg4r33injpxgYrXrJ3Fo6PDVacux5Pflz6wYqxBoz6Ow9vfbfczjaqmY+Ld16CDnbQYi5yc7JtZGdnQ+/kWJpBiyJeu22FnFCAAhSgAAWSTEBEIOJFkjWNzaEABSiQngKV1CsnsHoFME/wQQEKUIAC6SsQ9Ucs8v0+fY8xe0YBClCgygSq4KJS7a3aYsu9T0Xbcx9Hz/uGos2ZD2KLPY5HrS1bxbu5fOoYzPzyOUx87Gzon4/+66VrMPfnd5G3cGa8DDMUqGoB7o8CFKAABShQYQH//N1PKlwdK6AABShAgU0LiAhExBYU8dLEwYqO6yDk/2lmvbPipXuHcNxO3jv11Dnr8GQZ7qyIIo/RU9bizdigxRrrcdHOi9GhmRS+02IZ/jy0iNf+IrvhLAUoELAAq6MABcohYL6sDPoX4cvRCm5CAQpQgAIVFAhuwKJ3TlXB5nBzClCAAhRIZoGof50qha9XJTMv20YBClAg4wT0wlJVdVrcEBrt2A/bH3Udulz/Pna84QNsd8RVaNhpT7g1attmrFs2Hwt+G4R/3roNo27eH+PuOx7/fvwwlkz82a7nhAIUoAAFKEABCqSMQOz8PWUaHHhDWSEFKECBKhUQ8d94zV5FvHzRwYqu48B1HHunw8v2DuHYnWAfU+esx1OfLrP5ikzG6KDFb1fYKhrmrseFvRahYzMHOTk59i6LOTlZyMrKQraJ2MBJx3XhOAJHHDvY0m+6n5d4Cj4oQAEKUIACySJgPqxEvM+oZGkS20EBClSrAHeeogJOUO02nwlBVcV6KEABClAgSQWisRGLSdo+NosCFKAABVJLQKT6LizVbNYSzfY6GW3PeRQ97/sFbc5+BM32PAl6V8aY4srp4zHzqxfwx5PnYcS1u2PSC1dg7pC3sWb+9FiRDE3ZbQpQgAIUoAAFkl7A/+XyqJ8mfXvZQApQgAIpLCAi8daLeHkdBCgQOI4Dx3XsQEUdJKh/lvnyfiEc4w9WnDJbByuW/c9Ao4THmH/y8Pq33p+Hblgj3w5a7LRl0Tsthko9aDG2GxGJZZlmlAA7SwEKUCD5BPSX4GORfK1jiyhAAQpQoLQCgQ1Y5MWv0pKzHAUoQIGNCCT5qii8bzqEb/pJfqTYPApQgAKpIGA+VczniV5cqu7Wiggadd4L2x15NTpf+z90vekTbHfUtWjUZW9k1apvm7d+xWIsGv0V/nlnIEbfehDG3XMspn1wP5ZM+NGu54QCFKAABShAAQqUSaCyC/vjSsyPOZW9J9ZPAQpQgAK+gIj35us4Av3nOE6hwYoh18UV+2Th6G7eBlNmrcMznwU3WNGrFRj3z1q89o03aLGBHbS4GB2bAbm5Of6dFrORleUNWtTUdRzTTheOaXdxd1qM1cuUAhSgAAUokAwCIuZT1o9kaA/bQFgr18kAABAASURBVIFNCrAABShQrIBT7NLyLJTybMRtKEABClAglQSi3nhFmPOAVGo220oBClCAAkkpIObzRCqlZRWttEaT7dBsjxPQ5qyH0OPen9DuvMfRrO8pqL11+3jVK2dMxOxvX8EfT12I4VftgknPXYbZP7yBNXOnxsswQwEKUIACFKAABapNwD9/95NqawZ3TAEKUCDdBUS881oRL9VBfwLxBv+5TqE7K165TxaO6uq9M/+tgxU/r/ifgUYJj9+nFgxarJ+7Hhf1WoLOhe60qIMWs6B3fNRBizqY0nFdr93imB6YXohXuYif8WaTasrGUIACFKBABgrol5UmkuEX4TNQn12mAAUoEJiAE1hN3jlWYNWxIgpQICkF2KgMF4i91Yu5ZJXhFOw+BShAAQoEIJAqF5UadNgd2x1+JTpf8za63ToI2x99PRp33QdZdRpahfzVy7Bo7DeY9u7dGH37IRh711GY9v69WDzuO0QjYVuGEwpQgAIUoECKCbC5qS4gXgf8xJvhlAIUoAAFAhMQEYiIrU/ESwsPVnTjgxV1MOCV+4RwZHyw4no8W4mDFW2jzEQHLb7ytTcosl7uelzQcyG6NJeEOy1mQQcr6qDFUMhrr+O60H44jgPRf2IqMk8RgYiYHJ8UoAAFKECBahbQzyMTIvxcCuhIsBoKUIAC1SLgBLVXfh4EJcl6KEABCiSvQLRgxGLyNpItowAFKJD0AmxgTEBEUu4Lj9zGW2GL3Y9D6zMeQI+7f0S785/Clv1OR51tO8W6hVUzJ2H2d6/hz2cvwYird8GfT19s51fP/jtehhkKUIACFKAABShQqQL++Xuq/IJIpVqwcgpQgAIBC4hIvEYRL+84Av2nqeO6drCi6zrQwYpX75eFI3b03pj/mqmDFZeiqh4Tpq3DK18vt7urlxsuZtCi3mkxBB20qIMXXceB47pwTH/soEXTP/O024uYHpqwM5xQgAIUoAAFqklAz3FiUU1N4G4pQAEKUCAAASeAOmwVOojFO92ys5xQoHoEuFcKUKBSBWLv81Kpe2HlFKAABSiQEQLmBCIdLiw1aL8Ltj30MnS66g3sdPuX2OG4m9C42/7IrreZPYz5a1Zi8fjv7R0Xxww8HGNNTP3fnVg45itE1q+1ZTihAAUoQIFyCHATClBg4wL+ibuIn9l4aa6lAAUoQIFSCogUvK+KeHkd3CcQb5Cf69rBinrHQh0EePW+IRzexbuqOvm/dXhu0FJU9WPCtLV4+Stv0GLdnDAu7LkIOxa60+JGBi2KAxHTO/FaLSL+vJd6SzmlAAUoQAEKVKJAkapFvM8gESmyhrMUoAAFKJBKAk5gjTWfB+YZWHWsiAIUoAAFkk8g6l1bA9/vk+/YsEUUCFKAdVGgSgTMBSWR9PpEyWnYDE13OQqtT78X3e/8Du0vfAbN9zkTdbbvEiddNftvzPnxLUx+/goMv3pX/PnUBZj1zUv2rozxQsxQgAIUoAAFKECBigr45+9+UtHauD0FKJCmAuxW2QRECs5hRQQigo0NVrxmvxAO3xH2oYMVnx+8zOarYzJx+lq8/KW3/zo5+fZOi123EuTm5qCGCU2zs7Pid1rUO0M6rmv754hj+2q6a5suIjbViUhBXucZFKAABShAgUoXMF9WpsMvwle6E3dAAQpQIMkFnMDax6tfpaFkGQpQgAKpLeBff+J1qNQ+jGw9BShAgWQR0AtLydKWymhH/bY7Y5tDLkGnK15D9zu/RYsTbsFm3Q9Adv0mdneRdWuweMIQTP/wQYy96yiMvv0QTH3nDiwc9QXCa1fbMpxQgAIpK8CGU4ACFKhegdj5e/W2gnunAAUokDYCIv4bq+mRiMQH8JkcdNCi47qF7qx4zX4uDvN/d+3P/9ahOgcrmibb58R/1+GlL2KDFr0/D91ta9hBi7k52cgxERu0qHeI3GDQIkxvxVYFET/jzXJKAQpQIJMF2PeqFjCfQSLCz6Kqduf+KEABCgQs4ARVn/lMCKoq1kMBClCAAkkqEI0PTo9nkrSlbFZ6C7B3FKBAugiIZM6Fpex6m6PJzkeg1al3o/vAb9D+4uex1f7noG6LrvHDuWbuVMwZ8g4mv3gVRlyzGyY+fi5mfvk8Vv47IV6GGQpQgAIUoAAFKFAqAf+0veA8vlRbsRAFkkyAzaFA8gmIeOexJoHJlThY8dDOXtv/nLEWL1bjnRW9VhRM/5ixDi9+sdwuqJ0dxvk9FqFr82jpBi06ju2z9l0rEBFNGBSgAAUoQIEqFdBfgo9Fle6YO6MABShAgUAFnEK1VWCGF78qgMdNKUABCqSIQOy9XoQXo1LkkLGZFKAABZJYIIpMvrBUv3VPbH3gheh42Svocc8QtDzxdmze6xDon5XWgxZZvxZL/xyKfz95BOPuPQ6jbz0IU968FQtGfo78NSu0CIMCFRPg1hSgAAUokN4C/mk7T9/T+zCzdxSgQOULiAhExO5IJJYCYv45jsBx3UJ3Vrx2/xBigxX/+HddfHAgkujxZ8IgSh20eEGvxei2VfkHLYpIEvWOTaEABTYQ4AIKpJmAiEDEizTrGrtDAQpQIKMEnMB6K4HVxIooQAEKUCBJBfwbNIBv+Rs/QFxLAQpQgAKlERCISGkKpn2ZrNoNsHnvQ9HypDuw0+1fouNlL2PrA85H3ZbdYZCgjzXzp2Pe0Pfw18vXYsTVu2LiY2fhvy+ewYpp43Q1gwIUoAAFKEABChQW8E/g/aTwOs4FJsCKKECB9BYQKThnFfHyOkhRINDUcd1CgxWv6x/CIZ28d14drPjSl8uQrI8//1uH5/07P9bKysf5PRdhp63LMGjReJin7Z6IEUkIu5ATClCAAhSgQGUJ6N1VTOgvw1fWLlgvBShAgaICnA9ewAmsSu8cLLDqWBEFKEABCiSfgPn53zZK7JQTClCAAhSgQMUEeFGpeL+6Lbphq/7noeOlL6LnfUPR8uSBaNL7MOQ2bm43iEbCWDppGGZ8+jh+v/9EjLp5f/z9+o2YP/wT5K9cYsukwYRdoAAFKEABClCgIgL+ibufVKQmbksBClAgIwVECt5BRQQiYgcpmpxNHdctNFjx+v1dHNzR+6Js4vS1SObBivAfk3XQ4iBvUGWtLO/PQ3cv7aBFcaAWhsXWJiI21YlIQV7nGRTYhABXU4ACFCibgH7OmBDh503Z4FiaAhSgQHIJOEE1h58HQUmyHgpQgAKVLVD++r1LbuXfnltSgAIUoAAFEgVEBCKSuIj5IgKhGnWwec+D0eLE29Dt1sHodOUb2PqgC1G/TS+I49rSeQtnYv6vH+HvV2/AiGt3x4SHT8eMz5/E8imj7XpOKEABClCAAhTIQAF7Ag/wF0Qy8NizyxSgQIUFRArOU0XEnLfCCwiKu7PiDf1dHNQJ9qGDFV/+arnNp8Jk8sx1eG7QUtvUmjpoUe+0uFUUuTk5JrKRk5ON7OwsZIVCCIVchFwXjmvCETiOY0QEhgj6EBFNbIgU5O0CTihAAQpQgAIBCeg5TiwCqpLVUCANBNgFCqSegBNUk/WuW/51sKCqZD0UoAAFKJBkAvper03i5SZVYFCAAhSgQIUEzIdKSl9YqlDny79xne06Yav9zkH7i55Drwd+RatT70bTPkcid7NtbKVquuzvkfhv0FMY/9ApGHXjvnYg47xfP8T65QttGU4oQAEKUIACFMgAAf/EXcTPZECX2UUKUIACQQiIFLxviogdjCdiUggcHaTnuoXurHjDASEc2BH2MX76OqTSYEXbaDP5a+Z6POvfabFGKIwLei1E920qPmjRVJ0eT/aCAhSgAAWSSkDEfC77kVQNY2MoQAEKUKBMAk6ZSm+ssMCcroEPClCAAhUWYAXJKxCFNzRdxEuTt6VsGQUoQAEKJL0ALypV+BA52TWwWfcDsMPxN6PbLZ+h8zXvYJuDL0GDdn0goWxbf97i2Zg//BNMef0mjLhuT4x/8BTM+OxxLPtrhF3PCQUoQAEKUKA6BbjvShTwT9v9pBJ3xKopQAEKpI+AiPmiy++OiMA8TZgUUuxgxQE6WLGD9047ftpavPrVMqTq4++Z6/DM5177a4QiuKDnQvQoZtBidlYWynKnxVT1YLspQAEKUCCJBfiL8El8cEpuGtdQgAIUKCoQ3IBF75ysaP2cpwAFKECBNBKIRsX2RsxFOpvhhAIUoAAFklUgJdqldwNMiYamSCNrb90Ozfc9E+0ueNq7++Jp96LprkejZtPt4z1Y/s9o/Df4GUx45AyMvKEv/nrpGswb+j7WLZ0XL8MMBShAAQpQgAJpICBeH/zEm+GUAhSgAAVKFBApeMcU8fIiYq6CSrGDFW88MIQD/MGKv09di1e/rrY/A42gHlNmrcMzny211eWGIji/5wL02CaC3JwcE9nIyclGVlYIOmhR05DrwnFNOALHcayVIYM+RIydCc0zKEABClCAAoEKmM8XEX7OBGrKyihAAQpUg4AT1D7NZ0JQVbEeCiS5AJtHgcwV4Nj0zD327DkFKECByhAQ4YWlynDVOp1QNjbbaX/scOyN2PHGj7Hj9e9j20MvQ4P2u8LJztUiWLd0Phb8NghT3rwFI2/YG7/ffyL+/fhhLJ30q13PCQUoQAEKUIACKSzgn8BH/TSFe8KmU4ACFKh0ARGJ70PEyzuO2AF4mjquC9dx7J0Fs0Ih3HRQCP3be2+wOljxtW9Sf7Ai/MeU2evx1KdL7VxuKIoLei1Ez203HLSoDqUdtChiLE3YSjmhAAUoQAEKVFBAfwk+FhWsKmFzZilAAQpQoKoFnKB2yItfQUmyHgpQgALJK+BdhgN4fQl8UIACFRXg9hRAFLywVHUvg5pbtsKW/U5Hu/OfRK8Hh6P1GQ9gi92OQ81mLeKNWDFtHGZ+9QImPnY2Rly7Bya/eBXm/vQO1i6aHS/DDAUoQAEKUIACKSIgXjt5/u45cEoBClSjQJLvWsR/wzTtFBF73dPZ2GDFA0PYv513lXTc1LVIp8GKhsA+p87RQYvLbD7HjeKCnovQe7so9E6LOdnZ0NDBiiUNWnTEsY5agYhoYkOkIG8XcEIBClCAAhQoh4CImM8ZL8qxOTehAAUoQIEkEXACa4cEVhMrqqAAN6cABShQWQLepTiAb/nggwIUoAAFKiwgEJEK18IKyi4g5sujxl33wfbHXI8db/gQXW/8GNsefiUadtwDodzatsL1KxZh4agv8M/bd+C3m/bFuHuPw/SPHsSSiT/b9ZxQgALJIcBWUIACFChRwD+B95MSi3EFBShAgUwWECk4JxURmKcJk0KggxYd1y10Z8WbDwphf//OimP/ycPraXRnRRR5TJ2zDk9+4t1pMduN4PweC9F7uwhq5OZA/zR04qDFUMiF9+ehHesmIihp0CL4oAAFKECBcglwowQBvZOWCf1l+ISlzFKAAhSgQIoJOIG1l1e/AqNkRRSgAAWSVSD2w7+55pSsTWS7KBCUAOuhAAWqQCDZR4ZJAAAQAElEQVT2uVIFu+IuNiJQo+n22LLvKWh77mPo+cCvaHP2w9hijxNQq3nr+FYr/52AWV+/hD+ePA8jrtkNk567HLN/eBN5C2bEyzBDAQpQgAIUoEASCYjXFj/xZjilAAWKE+CyDBUQKXiHFBGYpwmTQuygO8d1Cw1WvOVgF/v5d1YcM2Ut3vh2BdL9MW3uejzhD1rM8gct7rz9hoMWs7Oy4A1aDMFxCwYtWk3xlET8jDfLKQUoQAEKUKD8AvqZYkKEny3lR+SWFKAABapfwAmqCaX/PAhqj6yHAhSgAAWqWiBqLthV9T65PwpQgAIUSF8BEYGIpG8HU7RnjTr3xfZHXYsu172Hrjd/hu2OuBoNO++FUM26tkfrVy7BorFfY9q7d2HULQdg3N1HY9r792Hx+B/sek4oUCDAHAUoQAEKVJtA1Nszf0HEc+CUAhSgQKKASMF5qIiY81KYMCkExd1Z8daDXezbFvYxespavPndcpvPhMn0uevx+MdLbVez3CjO774QO28f3eBOi8UNWnQcx4gaV7GbQ0RseHOcUoAC6SXA3lCg6gT0HCcWVbdX7okCFKAABYIWcIKqMGougplnUNWxHgpQgAIUSEIBfa/XZolOGNUrwL1TgAIUSHUB86HCC0vJfxBrbL4Nmu11Etqe/Qh63jcU7c573M7X3sr/ts50YeV/f2L2d6/iz6cvwvArd8akZy/B7O9fw5p508xaPilAAQpQgAIUqBYB/8RdxM9USyO400AEWAkFKBCogEjB+6KI2AF0IiaFFDtY8bZDQtjHP/0Z/Xce3voucwYrwn/8O289Hv9oiZ0L6aDFHgvRZ4dNDVp04bp6t0XHyBpfsZtDRGx4c5xSgAIUoAAFyi4g4n2WiEjZN+YWFKAABZJZIMPa5gTWX/N5YJ6BVceKKEABClAg+QSi/sh0ngMk37FhiyhAAQqknID5MBHhGUSqHbcGHXa3d1zsfO3/0O22L7D90dejUZd+yKrdwHYlf80KLBr3Haa9dy9G33Ywxt55BKa+e5dZ9i2ikbAtk0wTtoUCFKAABSiQtgL++bufpG032TEKUIACZREQKTgHFRE7cM4kMLliByvefmgI/dp476Sj/srDW9+n/5+BLsnz3/n5ePRD706LISeC87rPR58div/z0FlZIYRcF+I4nqum4kDEq11ETL4gvKWcUqByBVg7BSiQRgLmy8qoH2nUK3aFAhSgQMYJOIH12DtnC6w6VkQBClCAAsknEIX3Zi+bbhpLUIACFKAABTYpoBeWNlmIBZJWILfRlthi9+PQ5qwH0eOeIWh/4dPYst9pqL1Nh3ibV836C3N+eBOTnr0Uw6/qgz+fuhCzvnkZq2dPiZdhhgIUoAAFKECBShDwT9z9pBJ2EK+SGQpQgAIpISBS8I4oIjBPLyBwHBOuC9dxEAq5yAqFcMehIezd2rsWOurvtXj7h8wdrAj/8d+C9QmDFoHzuy/ALsUMWlS/2KBFx3Wgd1oUETjiwCTQh4hoYkOkIG8XcEIBClCAAhTYmID53BAR85kiGyvFdRSgQPACrJECgQo4QdVmPhOCqor1UIACFKBAkgpEvWt0/rDFJG0km0UBClCAAikjICK8sLTRo5VaK+u37YNtD70cna9+C90Hfosdjh2Axl33RVadRrYj4bxVWDzhR0z/8AGMGXgYxtxxGKa+MxALR3+FSP46W4YTClCAAhSgAAUCEoidv/tpQLWyGgpQgAIpKSAi8XaLiDkPhQmTQuAUM1hx4KEh9PUHK/72Vx7e/j7z/gw0SnjooMVHPlhirw+75hvG83sswK4tIqhZIxe5uTnIyc6GDlYsGLQYghjj2KBFqy5e5SJ+xpvN8Cm7TwEKUIACpRXQX4KPRWm3YTkKUIACFEg+AXM6EUyjYoNYgqmNtVCAAhSoZAFWXy6BqH8RiZeSysXHjShAAQpQoJBAFLywVAgkrWay62+Oprseg9Zn3I8ed/+A9hc/h+b7nIE623WK93P1nCmYM+RtTH7hCgy/cmdMfOI8zPr6RayaOSlehhkKUIACFKBAhQUytQL/xN0/jc9UBfabAhSgAET8N0RjISJmHiZMCkFxgxXvPCwLe/mDFUdOzsM7vLMiij5mLszHIx8usef0jgDn91iIXVuEUSM3Z5ODFh3HMfICcyhstSJiU04oQAEKUIACpRUQEfM54kVpt2G5DBFgNylAgZQScAJrrQRWEyuiAAUoQIEkFYgNTjfnAknaQjaLAhSgAAWqUqBi+xJ7YalidXDrVBGo37oXtjnkUnS68g30uPtH7HDczdis+wHIrreZ7UJk/Vos/eNnTP/oIYy96yiMvu0gTHnzViz4bRDCa9fYMpxQgAIUoAAFKFAGAf/Oin5Shg1ZlAIUoED6CIhIvDMiYs5BYcKkkA0GK2aHQrjzUBd7topAHyMm5eF/P67QLANAUYRZC/LxyIdLETEfNIIozttpAXbdPr/cgxZFpOguOE8BClCAAhQoXkC/rDShvwxffAEupQAFKECBVBAIbsCiOSlJhQ6zjRRIEQE2kwJJLcDLR0l9eNg4ClCAAikjwItKKXOoAm1oVp2GaLrLkWh16t3ofud36HjZy9hqv7NRZ/sd4/tZM2865g19D3+9dA1GXN0HEx87G/998SxWzpgYL8MMBShAgTQRYDcoUDkC/om7n1TOPlgrBShAgSQWECl4BxQRmKcJk0I2HKyYFcKdh7nYszXsQwcrvjuEgxUtxkYms/ROix8sQTgCqO/5PRditx0KBi3m5uQgy9hmhUI2DbkhiCNwXQdOMXdaFDHHxw/wQQEKUIACFChJwHxW6AePiJRUIlmXs10UoAAFKJAgENiARX4eJKgySwEKUCBNBTiwJE0PLLtFgbQVYMeSXUBEzLUlSfZmsn2VLFC3RTdsfdBF6HTFq+h531C0OOFWbN7jIGQ3aGr3HMlfj6WTfsWMTx/DuHuOxaib+2PKGzdj/ohPkb9mpS3DCQUoQAEKUIACRQT8Xy7neXwRF85SgAJpKlC4WyIF55kiYs47YcKkEDiOCdeF6zgIhVzkZGfhrsNc7NEK9jF80hpwsKKlKNVk9iK90+IS5OutFs0W5/VYiN1bhO2dFnNysrGpQYuOODCHyGwJkwpiD5GCfGwZUwpQgAIUoIAK6DlOLHSeQQEKUIACqSngBNXsqLkIZp5BVcd6kl2A7aMABTJSIPY+z+tFGXn42WkKUIACwQqYEwheWAqWNB1qC9WsiyY7H46Wp9yJ7nd8jU5Xvo6t+p+Lei13incvb+F/mPfLB/j7lesx/Ko+mPDIGfhv8NNYMe33eBlmKECBAAVYFQUokJoC/jgPET+Tmr1gqylAAQqUWUCk4H1PRGCeJkwKgVNksGKuDlY81MXuLWEfw/7Mw3tD+EtRFqMMkzk6aPGDJcgPe1ePz+2+AHtsYtCi4zrQOy2KCDhoEXxQgAIUSA6BFGmFiPlc9yNFmsxmUoACFKBAMQKBDVg053r6LGYXXEQBClCAAukiEI2K7Yo3tVlOKECBCghwUwpktAAvKmX04S9t5+ts1xlbH3ABOlz6Eno/OBwtT7oDm/c6BDkNm3lVRCNY9tcIzPjsCfx+/wkYddN++PvVAZj360dYv2qpV4ZTClCAAhSgQCYKeGNG4CeZKMA+UyCpBNiYqhEQKbhqKSIwTxMmhWwwWLFGjndnxd1aeu+UOljx/Z9WgI/yCcxdHMYjHyzBunzP85zuC7Bny8J3WszOzkJWKISsrBBcx0XioEV7lMTbt4if8WY5pQAFKEABChQWiEbBX4QvTMI5ClCAAqko4ATWaO8cJLDqKlgRN6cABShAgUoQiL3V85pRJeCySgpQgAIZKKAXljKw2+xyOQWcnJp2sKIOWtzp9i/R+Zq37WDGeq17AuKd2uYtmoX5wz/GlNdvxIird8WEh07FjM8ex/J/RoOPtBVgxyhAAQpQoDgB8Rb6iTfDKQUoQIE0FhApeMcTEZinCZNC4BS5s2KNHNf+GehdW3hXO3/5Yw04WBEVfsxdooMWl8YHLZ69kw5azI//eeic7GxklzBo0XEcc6TM8RKvGSJeRsRLvaWcUoACGS7A7lPAEzCfDSICEfHmOaUABShAgZQUcIJqNT8PgpJkPRSgAAWSV4ADS5L32FROy1grBShAgcoVEBFeWKpc4rSuvfbW7bFV/3PR4eLn0fuhEWh1yl1osvPhqLHZ1vF+L5syCv8NfgbjHzwFI2/YG3+/ch3m/fI+1i1fFC/DDAUoQAEKUCAtBbwxOIj6aVr2kZ0KUIBVUSC1BUQk3gERMeeZMGFSyAaDFWvmhHD3YVnYZQfvDfKXiWvw4c8rwUcwAvOX5ts7La5d7/mevdNC7NVy44MWxRG4rgOHgxbBBwUoQAEKbFpAv6uMxaZLswQFKEABChQWSJ65wAYs8uJX8hxUtoQCFKBAZQl4l5lgLvUJ+KAABShAAQpUTCBqvkD3omL1cGsKAE5WDjbrcSBanHArut7yObpc/x62Pugi1G/TG04oyxKtWzoP80d8hilv3IKR1+2B3x84Cf9+8giW/TXSrq+0CSumAAUoQAEKVIeAeDsVP/XmOKUABSiQfgIiBW90IgLzNGFSCBzHhOvCdRyEQi5q5YZw9+Eh9PEHKw7VwYpDOVgRAT/mL9U7LS5B3jrvavJZOy1E31YlD1oMuSGIOVabGrQoIgG3lNVRIGABVkcBClSJgIhAxIsq2SF3QgEKUIAClSLgBFarBFYTK6IABShAgSQViMJ7sxeJJkUL2QgKUIACFEhlAYGIpHIH2PYkFqi1ZWtstd/ZaH/Rs+j10Ei0Pv0+NNnlSNRosm281SumjsXML5/HhEdOx8jr98LkF6/G3J/+h7VL58fLMEMBClCAAhRIWQH/tN1PUrYbsYYzpQAFKFCcgEjBOaWImHNMmDApBI5jInGwYo0Q7jrMxc7be++MOljxIw5WRGU9FiwL45EPl2DN2ojdxZndFmLv1hsftOi4DmKDFh1xYA6p3VZEbKoTkYK8zjMoQAEKUCADBfROWib0LosZ2Ht2mQJpL8AOZo6AE1hXvXO8wKpjRRSgAAUokHwC5ud/2yheFrIMnFCAAhSgQAUFeFGpgoDBbJ72tYjjonG3/dDiuJvR9aZPseOAD7HNIZeiQbtd4GTl2v6vW7YAC0cNxj9v347fbuiL3+87AdM/eghLJw2z6zmhAAUoQAEKpJyAf+LuJynXfDaYAhSgwKYERAre4UTEDm4TMSkEjj9YMeS6yMoKoU7NLNx1qA5WhH38PGENOFjRUlTqZOGyMB79aCnWrPW+QDyj60Ls3Wo9auTmICcnGznZ2cjOzkJWKAQ9Tq45d3NKMWixUhud3pWzdxSgAAXSQ8B83sOEiKRHf9gLClCAAhkq4ATVb34eBCXJeihAgfQRSL+eRNOvS+wRBShAAQpUo4CImGtLUo0t4K4zUaDmFi3QfJ8z0O6Cp9D781tKugAAEABJREFU4ZFoc9ZDaLrrMai5xQ5xjhXTf8esr1/ExMfOwohrdsOk5y/HnCFvY+2SOeCDAhSgAAUosKFAEi7xT+D5CyJJeGzYJApQoMICIhKvQ0TMeSVMmBRSaLBiKOSiTo0seHdWhH38PH4NPv5lpc1zUvkCOmjxkQ8XY3Vs0GK3RSjuTovZWVmFBi06OujUccwRNcdVvHaKeBkRL/WWckoBClCAApkmoOc4sci0vrO/ySDANlCAAkEJOEFVpHfd8q+DBVUl66EABShAgSQT0BMAbRIvCakCgwIUoAAFKiRgTiD0c0Vjo/VwJQUqWaBRl72xw7EDsOOAj9D15s+w3WFXoEGH3eDm1LR7Xr9yCRaN+RpT3xmI3wbsg3H3HINp79+HJX/8bNdzQgEKUIACFEhKAf/EXcTPJGUj2SgKUIACZRcQKXhfExGYpwmTQjYYrFi3ZggDD3XQa1vv26shOljxVw5WRBU/Fi2P4NEPl2CV/+eh9U6L/doU/vPQeofFrCJ3WnQ4aLGKjxR3RwEKUCA1BETM574fqdFitpICFKAABYoTCGzAojkX1Gdx++AyClAgSQXYLAqUVcC7tAe+34MPClCAAhSosAAvKlWYkBUEL1Bj823QbO9T0e68J9DrweFoe+5j2GL341CzWcv4zlbO+AOzv3sVfzxxHoZfvQsmPXspZn//OvIWzoyXYYYCFKBAsgmwPRko4J/A+0kGArDLFKBAOgqISLxbIgLzNGFSyAaDFevpYMVDXPTeznsnHDJ+NT7lYEVU12PR8jAe/WApVuZFbBNO33Eh9ikyaDE7OwtZRQYtuq5jjq1jjrA5zmI3hYiXEfFSbymnFKAABSiQMQL8RfiNHmqupAAFKJAqAk5gDfXO+QKrjhVRgAIUoEDyCZhzANsoEV4MshCcUIACFABoUAEB3l2xAnjctEoEGnbcA9sffT12vOEDdLvtC2x3xNXQZW6N2nb/+auWYdG4bzHtvXsw6ub9MfbOI21+yYQhdj0nFKAABShAgWoT8E/b/aTamsEdU4ACFAhKQKTgHU1EYJ4mTAqBvROf6yKkEXJRr6aLgYe66OUPVvzx9zX49NdVqOCDm1dQYPGKMB77cClWrvG+UDzNDlpcjxq5OcjJyUZOdjays7OQnZUFveOi67hwXAeuCcdxzJEW6HHXZoiIJmZebNgZTihAAQpQIDMEzGeACN//M+Ngs5cUoEA6CzhBdc58JgRVFeuhgC/AhAIUSDaBKCTZmsT2UIACFKBACguICEQkhXvApmeSQG6jLdFsr5PsXRd73f8r2p3/lJ2v1bxNnGHVrMn2bot/PHUBhl3RG38+fRH0boxr5v8bL8MMBShQnACXUYACgQtEvRpjv3jozXFKAQpQIDUFRArOG0XEnEfChEkhcPTPBrtufLBig9pZuPMwFz239d4Ifxi3Bp8NWwk+kkNABy0++tFirFjt3WnxtB0XYd+2+YUGLepgxdigxZAbguNufNCi9kxENGFQgAIUoEDSC1S8gfpL8LGoeG2sgQIUoAAFqksgsAGLvPhVXYeQ+6UABShQdQJ6AqB7E/Eu+GmeQQEKJLkAm0eBpBWIQj9XNJK2iWwYBTYi0KD9LvaOi12uexfdB36D7Y+6Fg0790WoZj27VThvJRaP/wHT3r8Po289EGMGHoap79yJxb9/b9bzZymDwCcFKEABClSmgD9ug+M3KhOZdVMgyQTStDki/hua6Z+IwDxNmBSCooMVG9bOwsBDHPTYBvbxw7jV+Hw4BytajCSaLFkRwaMfLcFyf9DiqV0WYr+2+ahZIxe5erfF7Gx7h0UdtBgKuXAdF6UZtJhEXWRTKEABClCgEgVEzM8BflTiblg1BShAAQpUsoATWP0SWE0pUxEbSgEKUCDTBGJfrfMtP9OOPPtLAQpQoDIEBCJSGRWzTgpUuUB2/SbYYo8T0Pbsh9Hzvp/R/qLnsGXfU1B763bxtqyePQVzhryFP5+5GL9e1gN/PHk+Zn39ItbM/SdehpnkFWDLKEABCqScgH8C7ycp13w2mAIUoIAKiBScM4qIOYeECZNC4LoOHNeN31mxYe0QBh7qoPs23jvf92N1sOIq8JGcAktXRuyfh16+yrvT4ik6aLHNOnunxaKDFvWOi6UZtCgiydlZtooCFEgpATY2BQT0Tlom+IvwKXCs2EQKUIACGxEIbsCidw64kV1xFQUoQAEKpLqA+fnfdoGXfiwDJ8EIsBYKUCCDBXhRKYMPfpp3vX6bXtj28CvR+Zp30OPuH7D90dejcdd9kFW7ge15ZF0elkz8CdM/egijbz8Uo287GP+8fTsWjf0a0XC+LcMJBShAAQpQoEIC/om7n1SoKm5MgYAEWA0FyiQgUvAOJiIwTxMmhdjBiuI48cGKjeq4uPMwFztt7X1R9d2Y1Rg0YhX4SG6BpavCePTjpdBUW3pyl0XYr81aDlpUDAYFKEABCpQs4P1QABEpuQzXUIACFKBAdQqUat+BDVjk50GpvFmIAhSgQEoLRGNv9jwHSOnjyMZTgAIUSBYBEeGFpWQ5GGxHpQlk1WmELXY/Dq3PeAA97hmCDpe+hC37nY4623aK73PNvGmY+9P/MOm5yzHs8p6Y+Pg5+O/L57B61l/xMhvPcC0FKEABClCgiIA3Zgf8BZEiLpylAAVSQkBE4u0UEXPeCBMmhWwwWLFxnRDuPDSEblt5b3zfjV2NwSM5WBEp8li2MozHPlqKpSsjtsUnd1mM/XmnRWvBCQWKF+BSClBAz3FiQQ0KUIACFEhdgcAGLOpdt7zTwdTFYMspQAEKUGDjAvperyX08qCmGRHsJAUoQAEKVI6A+VDhhaXKoWWtyS1Qr+VO2PbQy9DpqjfQ876fscNxN2GznfZHVt3GtuGR/HVY+ucvmPHJoxhz5xEYfeuBmPLGLVg46gtE1q+1ZTihAAUoQAEKbFJAvBIifsab5XRjAlxHAQokhYBIwfuWiMA8TZgUssFgxc3qhjDwUBdd/cGK345ZjcG8syJS7bF8VQSPfbQES1Z4gxZP6rII/duuq/CdFkUk1SjYXgpQgAIUKIWAiEDEi1IUZxEKUIACGwpwSVIIBDZgEQJ9gg8KUIACFEhfgSi8oenmPCB9O8meUYACFKBA1QiYDxMRcxJRNXvjXqpZgLsvXiBUsx6a7nIUWp12L3rc9T06XfEamu97Jupu3yW+wZr5/2LeL+9j8otX4dfLe2Dio2fhv8HPYNV/f8bLMEMBClCAAhTYQMA7fffP4jdYywUUoAAFklJApOAcUURgniZMCtlgsOLm9UIYeKgTH6z4zejV+IJ3VkSqPpav9gYtLl4Rtl04sbMOWlxb4qDFkBuC4zr2deE4jnmFmNeJ2E0h4me8WU6rWIC7owAFKFDpAvxF+Eon5g4oQAEKVIWAE9hO/ItggdXHiihAAQpQoDQCVVvGf68XfuVRte7cGwUoQIE0FdA7LKZp19gtCpRLoM72XbDNwZeg4xWvoecDv6LFibdhs+4HIKdBE6++SARLJw/DjM8ex9i7j8aom/bD368NwIKRnyOct8orwykFKEABCqSrQNn65Y/V8JOybcvSFKAABapBQKTgHUtEYJ4mTAqxg9LEcRByXYRCLproYMVDHOzYHPbxzehV+PI3/jxsMVJ4smJNBI99vBSLlodtL07svBgHtF0bH7SYm5ODrKwQsk2EzOugNIMWRcTWxQkFKEABCqSRgHlvFxGISBp1il2hQCEBzlAgIwQCG7DIz4OMeL2wkxSgQIYLRP0BixyvmOEvBHafAhSgQEACIpIkF5YC6hCroUCAAqHc2mjS+zC0OvVu7HTHN+h89VvYar9zULdFt/he8hbNwvxhH+Ovl6/FsCt6YcLDp2HGZ09g5b/j42WYoQAFKECBDBXwz9/j5/EZysBuU4ACqSEgIvGGiog5T4QJk0KKGayYhYGHOOjSHPbx9ahV+PK31TbPSeoLrFwdweMfL8GiZRHbmRM6L8aB7dbZQYs5OdnINZGVlVWBQYu2Wk4oQAEKUCCFBfSX4GORwt1g0ylAAQpkvIATlAAvfgUlyXookGYC7E5aCUTNRULtkLluqAmDAhSgAAUoUAGBKHhhqQJ83DTjBGpv0wFbH3QhOl72Mno//BtannInNu95MHIaNotbLPv7N/w3+GmMu/d4/HbjPvj7lesxf/jHyF+9PF6GGQpQgAKVJsCKk0tAvObw/N1z4JQCFEheARH/Dcs0UURgniZMCrGDFR3Xjd9ZsWn9LNx5qIPO/mDFr0athgb4SCuBlWuidtDigmVh26/jOy3CQe1jgxZzNjlo0REH+jrSjUVEEzPvpXaGEwpQgAIUSGkBEbHv6yKS0v1I6caz8RSgAAUCEHACqMOrgp8HngOnFKAABdJYQAeWpHH32DUKUIACSSuQng0Te2EpPfvGXlGgcgWcrBxs3uMgtDx5IHa6/Ut0ue5dbNX/PNRr2T3+/2rt4jmYP+JT/P3qAAy/qg9+f+BkzPj0MayYOrZyG8faKUABClAgOQSiXjP8xJvhlAIUoECSCYhIvEUiYn6WhQmTQuKDFV3HsX8Geov6Idx5iINOW3rvbHpXxa9Hpd+fgQYfVmBlXgRPfLwUsUGLx3VchIPbr/XvtJg4aDHLvj5CbgiO69jXjYj3GjKJrUtECqV2hhMKUIACFEhdAb2Tlgl+Z5m6h5AtpwAFKKACwQ1Y9M4RtU4GBVJJgG2lAAXKIBB/q/cv8pRhUxalAAUoQAEKbCDAi0obkHABBcolUKt5G2x9wPnocOmL6P3oGLQ+/V5s3vtQ5Db2bz1jal0xdQz+++JZ/P7ASRh5fV9MfukazPvlA6xfucSs5ZMCGSHATlIgswS8sRnwk8zqO3tLAQqkhIBIwTuUiMA8TZgU4g06cxy4jmMHozVrEMKdh7roGB+suArfjOZgRaT5Y1VeBI9/vBTzl4ZtT4/tuBiHdFhbZNBiCNlZIfs6SRy06LqueSWZ15PYTSHiZUQknvfWcEoBClCAAiknYN7LzZu5eUpJTedyClCAAhRIAYHABizq50IK9JdNpAAFKECBCgjEBizyFKACiNyUAmkpwE5RoHwCIsILS+Wj41YUKFFAHBeNu+2Plifejm63DsaON3yIrQ+8APVa94Su0w3XLZuPhb8NwpQ3bsaIa3bD7/efgOkfPYTlU0bpagYFKEABCqSDgH8Cz18QSYeDyT5QIJkEgmmLiMQrEhFzXggTJoXAdR04rouQRshFbLBih2beG9sXI3Ww4mrwkRkCq/MieOLjJZi3NN92+JgOxQ1azNpg0KLjiHktueYVJTAvMehDRDRhUIACFKBAigvoOU4sUrwrbD4FKECBjBYIbMBi1JwrmmdGY1ZK51kpBShAgSQSiL3PC2K5JGocm0IBClCAAqklYE4geGEptQ4ZW5uaAjWbtcBW+5+LDhc/j50fG4s2Zz2IJjsfgRqbbxPv0Ippv2PW1wGbc68AABAASURBVC9i/EOnYsS1u2PyC1di7s/vYt2yBeCjCgW4KwpQgAJBCvhjMkT8TJB1sy4KUIACFRAQKXhfEhE7mExE4IiD2GBF13HsHfO21DsrHuKi/RbetcjBI1bh2zEcrIgMe6xeG4X+eei5S8K25zpo8dAN7rRY/KBFx7yWzKvMvs50YxHRxMx7qZ3hhAIUoEBVC3B/FRIQEfs+LiIVqocbU4ACFKBA9QoENmAR5vPAPKu3N9w7BShAAQpUqkDUuzYIngNUKjMrrwQBVkkBCiShgPkwEeEZRBIeGTYpzQUademHFifcgq43f4auN32KbQ6+BPXb7gwnlG17vn7FYiwc/SX+ees2jLx+L4y751hM//ABLJs83K7nhAIUoAAFUkTAP3/3kxRpNJtJgYoLsIbkFhApOAcUEXuNUUTsYEXHManrwnUcO1ixecMQ7jzUQXv/zoqDR67Cd2M5WBEZ+lgTG7S42LvT4tEdFuPQjmtRIzcHOTk5yM3JRna2iayQff2E3BAc14EdBGteUzog1rzUrJ6IFErtDCcUoAAFKJA6AubLSv4ifOocLraUAhSgQEkCTkkrSrm8oBivfhVYMEcBClAgTQX4Vp+mB5bdogAFKFBNAnphqZp2zd1SgAJGoEaTbdF83zPR/sJn0PuRUWhzzqNosstRqNFkO7PWe66cMRGzvnkZEx49E8Ov3hWTnrsMc4a8hbVL5noFOKUABShAgeQU8MZiwE+Ss41sFQUokFECIgXvSCIC8zQhxQ5W3KqRN1ix3Rawj0EjVuE73lnRWmTyJG9dBE98sgyzF/mDFtsvxmGdCgYt5mRnISsra8M/D+069rVmXnUm9QRFxGZEvNTOcEIBCsQEmFIguQXMe7eImPd0Se52snUUoAAFKLBRAWeja8uw0nwmlKE0i1KAAhSgQCoKRP0Ri3zPD/rosT4KUIACmSkgIrywlJmHnr1OUoFGnfZEi+NuQtebPkG3Wwdj20MvQ4P2u8DJzrUtzl+1FIvGfoOp79yJ3wb0w7i7j8a09+7F0j9/ses5oQAFKECBJBLwz99j5/FJ1LIMbwq7T4HMFBCReMdFxJwHAmZqwylyZ8WtG2XhzkMctG0K+/h8+Cp8zzsrWgtOAB20+NSnS+ODFo9qtxiHFbnTojdoMSt+p0W9y6KG4zj2NWdegpZSRAqldoYTClCAAhRIegH9JfhYJH1j2UAKUCCDBdj1TQk4mypQ2vW8+FVaKZajAAUokLoC/vcd9sJO6vaCLacABShAgeQQiIIXlpLjSKRNK9iRQAVyGzfHlv1OR7vzn0Lvh0aa9ElssftxqLlFi/h+Vv73J2Z//xomPn4Ohl3ZG5OeudjMv468RbPiZZihAAUoQIFqEvDGYMAfi1FNjeBuKUABCsC8D/lvSIDN6/uSwPwzGTuIzHXhOo4dXLbtZln2z0C38QcrfjZsJX4Yxz8DDT4KCeSti+LJT5Zi1sL1dvlR7Rfj8IQ7Leqfh87KCiErFLKvq8Q/D+2a15t59cG8/Oy2IlIotTOcJL8AW0gBCmS0gIiY93EvMhqCnacABSiQ4gJOYO2XwGpiRRSgAAUokGQCsebEBqfzLT8mwpQCFKAABcovIPbCUvm355YUoEBVCjRovyu2P/p67DjgQ+x0x9fY7oir0bDjHnBza9lmhNesxKLfv8e09+7BqJv2w5iBh2Pau3dhycSf7HpOKEABClCgigX83zj0k1LvnAUpQAEKBCkgIvHqRMScAwJmChGB6zpwXBeu40AHl223eRbuOMRB6ybeO5cOVvzx9zXggwLFCaxdH8VTnyzDzIX5dvWR7RbjiM5rUSM3Bzk5OcjNyUZ2dhayswrutOjoa84RuK4L73UI+xCRQqmd4YQCFKAABZJXQL+sNKG/DJ+8jWTLKJD8AmwhBapbwAmsAd45ZGDVsSIKUIACFEg+gfhbvXcNJ/kayBZRgAIUoEBKCWTYRaWUOjZsLAU2JpDToCma7XUS2p77GHo9MAztL3oWzfY4ATW3bBXfbPXsvzH7hzfxx5PnY9jlPfHHUxdg1revYM38f+NlmKEABShAgUoU8M/b/aQSd8SqKUABChQvIFLwDiQiME+YKRzHges6cFwXruPYO+Btt1kIdxzsoPXm3tXHT4etAgcrgo9NCKzN10GLSzBzgTdo8Yi2i3FExzWFBi3qYNjiBi065rWnr0d9XepuREQTiHipnSn/5P/s3QeAG8XZBuD3m11J525s3LFxx8a4G9zoHQKYlkYS0guhk5AQEkIILST5SS/0lkAKLYBN72Bj44Y7Lti4d1/vJ/0zsyvpzj7bV1Z3Ku+eZmdX2p2deVR2d/Rpj2tSgAIUoEAqBcxntU4i/MxOJTPLpgAFKJBqARXUBrg/CEqS5VCAAo0X4BotJRDz+gwh8YmW2jC3QwEKUIACWSkgIvwyICufWTYq1wQ6D5uMAZ+9AWNvfArH3Pmmnv4Juo4+GU6bDpaipqIUe5a8g3VP/xbzbzkHC247H2v+dRt2L3rTPs4RBShAgYYLcMkGC/jn7/yBSIPFuCAFKBCggIgkShMRfd4H6DFMkJhSAuU4NljRBJMN7B7GbdMEQ+PBirNK8M6iUnCgQEMEKquBvz6/Bxu2V9nFLxqRj4tGlSeCFiPhsL2CZzjk2uBY13H160/BBs0qZV+X+iVq142PRCQ+yZwCFKAABdJQwJzjxFMaVo9VCkyABVGAAtkuoIJqoIld8fvBgiqS5VCAAhSgQJoJxD/n2WeTZk8Mq0MBClAgCIGWLkOfQLBjqaXRuT0KpF4g1PFQ9D7xEgz7zh8w6bczcdQ1D6L3yZeifd/hiY2XblmDre/+G8vvuQqzrpmAZX+5DBtfeRClWz9JLMMJClCAAhRopoAfayHiTzSzOK5OAQpQoKECIsnPHRGBvkGPsXewous6MFdWvH2aYEg3r/TnZhXjncUMVvQ0UjjOsqKrqoG/PV+A9Tv8oMUj9+Di0eU2aDEvL4K8iAlaDOFgQYsi+pWqk+EREZMxUYACFKBAGgqICES8lIbVY5UoQAEKUKCBAoEFLEJgbuBAAQrsK8B7KJAtAomAxWxpENtBAQpQgAKtJ8BOpdaz55Yp0IICnYYcjQEXXY/RN/wHx9z1DgZ94SZ0HXsa3HadbS2iVRXYs+w9fPq/32HBrdPsFRhXP34Ldi18DbFojV2GIwpkkgDrSoG0EfBP4P0sbarFilCAAtktIKK/KPKbKCLQN+gxRARqrysrDuru4o5pCoO7eZ9U/5tZjHcXl4EDBZoiUFUTw9+fK8Cn26vt6hcO34OLR5XZoMVIJNzgoEWzsoiYzL5u7QRHFKAABSiQXgJp8kP49EJhbShAAQpknoAKrMreOWVgxbEgClCAAhRIPwF9DuBXyuu08WeYUYACFGgJAW4jCwXMFRazsFlsEgUosB+BUPtD0PO4z2HYt+7GxF+/i1E/eBR9Tv0a2h9+VGKNsu2fYtv7T2LFfdfaqy8u/dO3seGle1GyeVViGU5QgAIUoEADBPzTdj9rwApchAIUoEDzBESSnzgiAn2DHsNcWdH++91a/wZ6UHcHt01TGOQHKz77fjHeW5IIVmxeRbh2zgrYoMXn9+DTbd6VFi88Mh+fHW2CFvMQiXhXWgyHwwiHQnBdB67jQjkK9vWplH29mtetARQRk0HEy+0MRxSgAAUokB4C+rNZRPgZnR7PBmtBAQpQoMkCqslr7rWi3ifsdQ9nM0eANaUABSjQMIEYvOh0fuY3zItLUYACFKDAgQVE2LF0YCE+SoHsFugwcCz6X/ADjP7RE5j421kY/KVbcOi4MxDu2NU2PFZTjfwVH2D983/CwtsvxNybz8Lqf/wcO+e/DHNlRrsQR40U4OIUoEDOCHin70j+8DBnWs6GUoACrSAgIomtigj0DXoMpZROAuU4cJRCKORicA/XBisO7gY7PPNeEd5fymBFi8FRswWqa8y/h87H2q1VtqwLhufjc2PKE1dajIRD9nUY1q9Fl0GL1ogjClAgWwWyt13mR/DxlL2tZMsoQAEKZL+ACqqJ7PwKSpLlUIACFEhjgZjYynljO8kRBSgQF2BOAQo0UiCmv0D3UiNX5OIUoEAWCrht2qPHlAtxxDd/i6PvfAujf/Q4+pz2DXQYMCrR2oqdG7Ft1jP4+IEfYta1R2PJ77+B9TP+huINyxPLcIICFKAABXwB/8TdBA359zCjAAWCEmA5dQRE/A8cfa+IQN+gx9g7WNEEhw0xwYrnKQw6VC+sb8+8X4yZy8r1FG8UCE6gJgrc80IyaPH8YXvweRu0aK60GEZeJIxQKAQTtBgKuftcaVGJgnkdmxqJiMn0vJfbGY4oQAEKUKBVBUTEfi6LSKvWgxunAAUoQIHmCajmrV5r7RTuD2pthZMUoAAFKNCKAv4FGvSJQCtWgpumAAUoQIEsERC9P5EsaQubQQEKBCUQL6f94SPR//xrMeqH/8Tk332IIZfejm4Tzka4U3dvkVgMBas+xIbpf8VHv/oc5t50BlY9+lPs+HA6aipKvWU4pgAFKJDLAv4JvJ/lsgTbTgEKpFBAJHlOJyL6HA/QY9QOVnQdByYo7IheIXtlxYGHep9Mz7xXjJm8siI4pEbABC3+/fkCfLKl0m5gmg1arPvvoUOhEEKu9/qs/e+hRQS1gxbhDyLiTzGjAAWCEGAZFGiygO4Tgk7mKotNLoMrUoACFKBAqwsEF7DonWO2eoNYAQpQgAIUSKFA4rM+MZHCjbHogAVYHAUoQIG0E2CnUto9JawQBdJSQIXz0H3ieRj69btw9B2vY/QN/8FhZ3wbHQeOTdS3YvdmbJ/9HFY+fAM+uG4iFv/ua1j//J9R9OmSxDKcoAAFKJBTAn5MhZ/lVNPZWJCAAi0iIJL8hBER6Bv0eJ9gRdd1cEQvF7dNEwzo6vUpPv1uEWYuK2uRenIjuSsQjcXw9xdM0GKVRZg2LB9fGGuCFiOIRCKJKy0eLGhRRL+ydTKFiIjJmChAAQpQoDUFzGexTiL8TG7Np4HbpgAF0kIgoysRWMAi9wcZ/Tpg5SlAAQo0SCAGr1ORpwAN4uJCFKAABShwEAERgYgcZCk+TIF0EmBd0kGgfd/hOPy8qzDyB49iyh8X4Iiv34Vux5yDyCE9E9UrXD0PG166B4t+/UV8+NNTbCCjCWisKStOLMMJClCAAlkt4J2+gz8QyepnmY2jQKsJiCTP40REn9cBelxvsOIwc2XF8wT9u8AOT71bhFnL+W+gLQZHKReI6f3h31/Ix+rNXtDieUfk44tjy9Emb9+gRRNcu/eVFs3rWr/E69RTROrMcyZbBdguClAgXQXMOU48pWsdWS8KUIACFDi4QGABi+agXx/3H3yLXIICFKAABTJWIBbzOmNEvDzQhrAwClCAAhTILYFYzH6BbjqXcqvhbC0FKBCkgDguDp1wNoZ+9U5MuO1VjPnp0+h79vfQcfD4xGYq87fbfxXrdI94AAAQAElEQVRt/mX0Bz+cjEW//TI+fe4PKFz7UWIZTlCAAhTIOgH/tF3En0inBrIuFKBARguIJD9XRAT6Bj2uP1ixt3dlxcP9YMUn3ynGBwxWzOjnPxMrr7sfcI8JWtxUaat/7hF7cMm4+JUWw4krLYZDLkI61Q5aVErZ17d9nZuRLQEQEXCgAAUoQIHWERAR+zksIq1TAW6VAhRouACXpMABBNQBHmvcQ3p/oG+NW4dLU4ACFKBARgn48Yrg531GPW2sLAUoQIH0FNAdSiLcowT95LA8CuS6QLveQ9DvM5dj5LUPY+pfFmPYt+5G94nTEOnaO0FTtPYjbHz5fiz+7Zfx4U9OwscPXo9ts55BdUl+YhlOUIACFMh4Af+X5X6W8c1hAyhAgfQQEJFERUQE+gY9rhOs6CgF13UwvI+L26cp9DvE+yT67ztFmL2C/wYaHFpN4J7pBVi10QtaPGdoPi4ZV4q2bdogEgknghbtv4fWr9+9gxaVKNjXux6JiG2DiJfbmVYYcZMUoAAFclYgxh/C5+xzz4ZTgAJZJaACa413zhlYcSyIAhSgQJoJsDpaQJ8D6LG+sS9GI/BGAQpQgALNFeDVFZsryPUpQIGDCXQdexqGXHobJvzyZYz7+XPod+4V6DT0GP1lo9cdUlm4EzvnvYTV//g5Zv/oOCz6zSVY98zdKFwz/2BF83EKUCB7BbKjZf55u59lR5vYCgpQoFUFRJKfKCKij6cAPYa5Ap1SAuU4cHUyV6gb3svB7ecp9O3sfXH037eLMGdFOThQoLUF7p1RgJUbq2w1zhlagEvGltQJWgyHw/Yqi+Z1XDtoUUQQD1pErUFEas1xkgIUoAAFWkRAf/aKCESkRTbHjWS1ABtHAQq0ooDXQx9ABbg/CACRRVCAAhRIcwGvixGQ+AQ4UIACFKAABRojUHdZEWHHUl0SzlGAAikUaNNjAPqe+V0cdfUDmPLnjzDsO39AjykXIu/QvomtFq1bjE2vPYTFd38Vs398PD6+/wfY+t6TqCralViGExSgAAUyQsA/b0/88DAjKs1KUoAC6SogIomqiYg+jwP0GHsHK5orK47oE8Lt5ysc5gcr/scEK37MYEXk3JC+Db5vRj4+3uBdafEzQwvwpVpXWoyEQwiboEXXgbna4v6CFkUEImIbKeLldoYjClCAAhRIuYD5EXw8pXxj3AAFKEABCqRMILCARXZ+pew5YsEUaJgAl6JACwiYEwCzGXbBGAUmClCAAhRonkAMZr9iUvPK4doUoAAFmibQdfTJGPylWzD+lhk29T//WnQaNgniuLbA6uI92LngFax54hbMueFELPzV57D2qV+jcNWH9nGOKNBqAtwwBRoi4J+4i583ZBUuQwEKUKA+AZHkB4mIQN+gx/sJVnRx2zTBYZ29kv7zVhE+ZLCih8FxWgnc/2JBImjx7CH5+PL40sSVFiPxoMWQWydoUTkKIlLnSosiAjOIeLmZZqIABShAgdQKiIj9PBaR1G4oHUpnHShAAQpksYAKrG3cHwRGyYIoQAEKpKtADN6HvfASi+n6FLFeFKBAMwW4eksKCESkJTfIbVGAAhTYr4C5ymKf076Bo668D1P+uABHXvYX9Dz2YrTpfnhinZINy7H5jcew+PffwOzrp2LFvVdjyzv/QmX+9sQynKAABSiQNgIxryZ+5s1wTAEKUKCRAiLJczYR0edwgB7XG6w48rAQbj9P0KeT98nzrzcL8eHK9L2yIjjkvIAJWlzuX2nxrMH5+PK4ErRtk4e8vAjqBC2GXJgrLTqOgkki5l2gk9QlFNnrjroPc44CFKAABYISMFfS0ok/hA8KlOVQgAIUaB2B4AIWvXPQ1mkFt5oJAqwjBSiQBQL6+N9vBTtffAhmFKAABSjQDAF2KjUDj6tSgAIpFTjkqOMx6Is3Y9zNL2DCba+g/4U/xCFHHgsVitjtVpcWYtdHb+CTf9+OD396ChbeeTHW/vdXKFjxgX08x0dsPgUokA4C/mm7n6VDjVgHClAgwwREkp8gIgJ9gx7XG6w4qm8It50H9PavrPivt4owb1VFhrWY1c1FgQdfLMDy9d5r9awhBfjKuFK0yYvUDVqs599DK6Xs+8G+L8zIxxMRf4oZBShAgZwQaJ1Gms9anUT4mds6TwC3SgEKUCAYARVMMQD3B+BAAQpQIOsF4rHp/MzP+qeaDUxbAVaMAtklICL6PEKyq1FsDQUokHUCkUN6oc8pX8WRl/8Nk38/FyOuuAc9j/s82vQcmGhrycaPsfmtf2LJn76ND34wCcv+dgW2vPU4KnZvTizDCQpQgAItKuCfwPMHIi2qzo1RIECB1i1KRBIVEBF93gbocb3BiqP7ecGKvTrBDk+8WYR5vLKiteAoMwQefKkQy9ZX2sqeOaQAl44v2zdoMeQi5Dr2SovKUbBJ6VwU9FtEJ7HJFCIiJmOiAAUoQIEUCZhznHhK0SZYLAUoQAEKtICACmob5qpbfj9YUEW2bDncGgUoQAEKHFTAnAAcdCEuQAEKUIACFGiIgD6BMPsVkxqyOJehAAUoEJhAMwvqPHwKBn3hZxh30/9w9B2vY8Bnb0CXo46HCrexJdeUl2DPkrfxyX/vxNybzsCC2y7Amn/fjvxl79nHOaIABSjQIgJ+rISIP9EiG+VGKECBbBAQSX5uiAj0DXoMZYKzlEA5DlyTXAdjTLDiuYKeHWGHJ94oxPxV5XaaIwpkksBDLxVg6ade0OIZg/Px1YMELZp/Da0cBWXeF6Jg3ie12ysitWc5TQEKtJYAt5uVAiKiP3e9lJUNZKMoQAEK5IiACqydAugbOFCAAhSgQPYKxPzIdH7eZ+9z3NyWcX0KUIACDRbwO5YavDwXpAAFKJCGAuFO3dH7xC9h+GV/weTfzcFRVz+AXid8Ee16D0nUtnTLamx9519Y+pfL8MG1R2PZXy/D5jceQ/nODYllOEEBClAgcAH//N3PAi+eBVKAAtkpIJLs9RMR6Bv0GDYoa69gxbGHmysrCnp09D5pHjfBiqsrshOGrcoJgYdfLsDSdd5r+HQbtFiyz5UWw+FQ4kqLJmhRzPuiVtCiiH7H6GTARMRkTBSgAAUoELSA/rLS/AjepKCLZnkUoAAFKLCvQKruCS5g0TsnTVU9WS4FKEABCqSBQOKjnn0tafBssAoUoAAFMl+AnUqZ/xyyBSkRYKEZLNBp6DEY+LkbMeanT+OYu96xV2LsMuokOHntbatqKsuxZ+l7WPvUrzHv5rMx/5fnYs0Tv4S5IqNdgCMKUIACQQn45+1+FlSpLIcCFMhiAZHkJ4aIQN+gx9g7WDEUcjG2n4vbzhN07+D1Fj7+ehEWMFgxi18dudO0h18pxJK18aDFQnxtQt2gxVAohJB+D8T/PfT+ghbjYiISn2ROgfoEeB8FKNAUAf3ZKiIQkaaszXUoQAEKUCBNBAILWOT+IE2eUVaDAhSgQAoFYvAO/gWxFG4llUWzbApQgAIUSCcBEYGIpFOVWBcKUIACgQmE2h+Cnsd9HsO/+0dM+r9ZGHndI+h90pfR7rBhiW2UbVuHre/9F8v+dgVmXj0OS//0HWx67SGY+xMLcYICFKBAUwT80/aYnzeliMxeh7WnAAUaIyCSPC8TEX2eBujxAYMVu7X3PmD+8XohFqwpBwcKZIvAI68WYvHaStuc0wYV4usTSve50mJ9QYsiAiXma9cYRATxQSQ5Hb+POQUoQAEKNF3A/Ag+nppeCtekAAWyR4AtyVQBc+QcSN3Z+RUIIwuhAAUokNYCMb92Iuxk8SmYUYACFKBAkwViYMdSk/Fad0VunQIUaJJAx0HjMODiH2PMT/6Lib+dicFf+gW6jj4FbrtOtrxYdRXyV8zCumfutldenPeLz2D1P2/G7o/eAGJRuwxHFKAABRos4J+28/S9wWJckAI5KyDif2BoARGBvkGPUd+VFccdbq6sCHTroBfWt8deK8RHa7yr0elZ3iiQNQKPvlqARZ94r+1TBxXgG0cfPGhROQoiYoMWdWan4Q8i4k9lWMbqUoACFEhDARGxn7Eikoa1Y5UoQAEKUKChAqqhCx50Oe4PDkrEBShAAQocTCDdHzeBJaaO/Mg3CkwUoAAFKNA8AbEdS80rg2tTgAIUyEwBt00H9JhyEYZ95/eY+Ov3MOqH/0TvU76K9v2OTDSofMd6bJv5NJbfezXev3IslvzxW9j48v0o3bI6sQwnKECBzBVIec39Xxz6Wco3xw1QgAKZKSAiiYqLiD5Hgw22UkpBKYFyHLg6mavJjfeDFQ9tDzuYYMV4QJe9gyMKZJlA7df4KQNN0GLJPldaDIdDCLne+8TVuXKUfh+JfR/pt5SdFhGYQcTLzTQTBShAAQo0Q8BcSUun+HeWzSiJq1KgRQS4EQpQoH4BVf/dTbiXvV9NQOMqFKAABTJLgB/1mfV8sbYUoAAF0l0gRZ1K6d5s1o8CFKDAPgIdBozCgAt/iNE//jcm/W4Ohlx6G7qOPQ2h9od4y8aiKPh4Nj597g9YcNsFmPvzM7D6sZuwa8GriNVUectwTAEKUKC2gB8T4We1H+E0BShAASsgkvyEEBHomx9kJfCCFVUiWHHC4Q5uOw/o2g52ePTVwsTV5+wdHFGgdQRSvlUTtLhwTbndzikDC/HNo5NBi3mRMEKhELygRReOUnAcBRO0qPS0EmXfV3ZlfyQi/hQzClCAAhRosoD5LNVJhJ+pTTbkihSgAAXSQEAFVQfuD4KSZDkUSGcB1i3XBWIx7+DfG+e6BttPAQpQgALNFRAR3XkvzS2G61OAAhTIKgEn3AbdJ07DsG/djWPuescGMR52+jfRvv/IRDsrdm3Gtg+exYr7r8PMq8Zh8e++hg0v3oOSTR8nluEEBZonwLUzXsD/xSF/IJLxzyQbQIGUCIgkz8NERJ+XAXoMEYGyV1ZUcB0XoZCLo/u7uG2aoEs8WPGVAixeWwEOFMgVgX++XoSFq73X/MkmaPGYUnulxUgkjL2DFs37xgQtinkfKeUHAcO+t0QEZhDxcjPNRAEKUIACjRcw5zjx1Pi1uca+AryHAhSgQOsIqKA2G9OdYPoWVHEshwIUoAAF0lAg/jnPLpU0fHJYJQpQIHMEWFNPQJ9AsGPJo+CYAhSgwIEE2vc7EodPuwajr38cU/44H0O/fhcOHX8mwh0PTaxWuHoe1r/wZyy842LM/dlpWPnIT7Bz3ouIVnpXg0ksyAkKUCB3BPwTdxF/IndazpZSgAIHERBJfi6ICPQNegx7RTgTZOWoRLDiMf1d3DpNcEhb2OGRVwqxeF2lneaoAQJcJGsE/vlGIRas8oMWBxTgWxP3F7To2PfP/oIW4yAiEp9kTgEKUIACjRQQEYh4qZGrcnEKUIACFEgjgcACFiEwN3CgQGsKcNsUoEBqBUxgidmCSDx00cwxUYACFKAABZogwE6lJqBxFQpQINcFxAmh24SzccQ3foOj73wTY258hkiV0QAAEABJREFUCn3P+i46DBidoKnYsxU75ryAjx/8EWZdezQW330p1k//C4rXL0sskw0TbAMFKHAQAf+03c8OsjAfpgAFckVARH+R4zdWRKBv0ONawYqODbYyV1acOMAPVmzjfZI8/EohlqzzArb8IphRIKcEHn+zEPNXez8IOqm/CVr0/j30vlda9N5H8aBFEbFXWgRiEBGboAcR0WPeKEABClDgYAL7PM4fwu9DwjsoQAEKZKJAcAGLsUxsPutMAQpQgAJNE2BnStPcuBYFMkKAlaRAiwnEA+FbbIPcEAUoQIEsE2jXZyj6nXMFRv3wH5j6l0U44pu/tQGN4c7dEy0tXLMAG2b8HR/d9Xl8eOPJNpDRBDTWlBcnluEEBSiQhQL+abufZWED2SQKUKCxAiLJTwQRgQhsEJVSCspeWdGB6ziwwYoDXdx6nqCzH6z40MsFWMpgxcaSc/ksFHjijSLMWxUPWizEtycWo01eBAcKWlSO0u83se83/dZD7UFEas9ymgIUoAAFGiKgPztFxH62NmRxLkMBClCAAukpoIKqlt4nBFVUFpfDplGAAhTIbIGYH5wumd0M1p4CFKAABdJEQETYsZQmzwWrQQEKBC3QGuUJDh13BoZ+/S4cffvrGHfT/2wwY8dB4xKVqSzYgZ3zXsTKR36CD34wGYt+8yV8+twfUbRuUWIZTlCAAlki4J+/x8/js6RVbAYFKNBEARFJrCki+jwMfvCU+MGKKhGsOGlgCLeeC3SKByu+VIBln1aCAwUo4An8600TtOhdbfTE/kX4zqQStG2Tt5+gRQfmSosmaFEp5b/voN+DgvggkpyO38ecAhTIJAHWtaUFzI/g46mlt83tUYACFKBAcAIqqKLY+RWUJMuhAAUokL4CMb/zxM/St6KsWXYLsHUUoECWCMTAjqUseSrZDApQIC0F2vQciL5nfRcjr3sEU/+yGMO+83t0n3geIof0StS3aN0ibHz5Phu4OOeGE/DxAz/A9g/+h+qSgsQynKAABTJUwI994Pl7hj5/rLYnwHEgAiL+B4IuTUSgb37QlCQCqVzHtVdWnDTQwa3nxtCpDezw4EuFWLaewYoWgyMK1BL415uF+HBlub3nhMML8e2JRfsJWnRh3l8maFHMlUwZtGjNOKIABSjQHAERczzjpeaUw3UpQAEKUKB1BeoELDarKtKstbkyBShAAQpkgACD0zPgSWIVKUABCmSMgOgvyiRjasuKUiDbBNie3BPoOvoUDLn0dky47RWM/8V09J92DToOmZCAqCrajZ3zX8Gqx36G2T86Fgvv+jzWPfs7FK5ZkFiGExSgQAYJxK+wmEFVZlUpQIHgBUSS51wios/BsN9gxcmDHNx2nqBjPFjxxQIsX+9dRS74mrFECmS+wH/eKsKHH8eDFovwnb2CFsPhMMLhEEKuY4MWXZ0zaDHzn/dMbAHrTIGsEzBfVupkfgyfdW1jgyhAAQrkkEBwAYt+J1gO2bGpFKAABXJOIIbkh73kXOsb3GAuSAEKUIACDRRgp1IDobgYBShAgYAF8rr1Q5/Tv4mR1zxkr744/LI/o8fk8xHp2iexpZL1y7Dp1Qex+O5LbQDjinuvwbaZT8EENiYW4gQFKJC+Av5Ju5+lbz0zu2asPQXSWkAk+QkgInWCFZXS8zo5ykEo5CIerNghz2vSAyZYcQOvrOhpcEyB/Qv85+0izPGDFo8/vAjfnVRkr7SYlxdBxAQrhkKJoEXzfnMZtLh/TD5CAQpQoKEC+rjGHNiISEPX4HIUoAAFmivA9VMgEFjAIvcHKXh2WCQFKECBNBOIJeMVzblAmtWO1aEABShAgUwTEBG9P5FMqzbr2yIC3AgFKNCSAl2OOgGDv3wrJvzyJUy49WX0v+AH6HzEJIjyuo2qSwqw66PXsfqfv8CcG07Awjs/i7VP/wYFq+a2ZDW5LQpQoDEC/vk7fyDSGDQuS4HsERBJnmeJiD7vApQonQuU0slR9opvJlhxymDXXlmxfQR2uP/FAqxgsKK14IgCDRH479tFmL2izC56XD8TtFiMNnkRmKDFvEgYob2CFh39/hP9PhQR/30J+96EP4iIP5UrGdtJAQpQoHEC5hwnnhq3JpemAAUoQIF0ElBBVcYEsfj9YEEVyXIoQAEKUCAVAs0os+7nPDtOmkHJVSlAAQpQQJ9AsGOJLwMKUIAC6ScQ6dIbfU79GkZcdR+m/OkjjLji7+gx5SLkdeuXqGzJxhXY/PqjWPL7r+ODH0zG8nuuwtZ3/4PKgu2JZThBAQq0soA5ZddVEPEn9DRvFKBAbgiIJN/3IgJ984OiBHsHK04dUjdY8b4ZBfiYwYrgQIHGCjz5TjE+WF5uVzuuXyG+N8kLWoxEwtg7aNF1HJigReUo/Z7USZR9n4qIXd+MRJLTZp6JAhSgAAWSAiKiPze9lLyXUxTIcQE2nwIZKKACq7MA+gYOFKAABSiQvQKxWPKTXqRu+GL2tpotowAFKECBlAj4HUspKbsFCuUmKEABCuSKQOfhUzH4S7/A+F9Mx4TbX8eAi3+MzsOnQJyQJagpL8buRW9izb9uxYc3noIFt1+AT/77K+R/PNs+zhEFKNBKAv4pu5+1UiW4WQpQoKUFRGr33QnMbPzKiiZAynGdxJUVj/WDFduFY4jpD4t7p+dj5Ub+G+iWfs64vfQXaGgNn3q3CB8s84IWj7VBi0Vo2yYP8aDFcDiMcDiEkOvaZN6TogRKMWgRHChAAQo0RkAfuPCH8I0B47IUoAAF0lMguIBFfUKbnk1krShAgQwTYHXTWMCcAMSrJ/EJ5hSgAAUoQIEmCtTerzSxCK5GAQpQgAItKBDp3B29T/oyRlxxD6b8cT6Ouvp+9Dzuc2jbc0CiFqWbV2PLW//E0j9+Cx9cewyW/fX72PL2E6jYvQUcKLCXAGdTKeCftPtZKrfEsilAgTQREEm+40Vkn2BF5Sg4ykEo5OK4od6VFduGYojqL/3vm1GAVZuq0qQlrAYFMlfgqfeKMHNZmW3Asf2KcNnkIrTJi9igxUg4hLAftGiusmiT60AYtGi9OKIABSjQYAERfZzjpQavwwVbW4DbpwAFKLCPQGABi3q/sE/hvIMCFKAABbJLoHZsOi+wmF3PLVtDAQpkm0BmtEeEHUuZ8UyxlhSgAAXqF+g0dCIGfeEmjL3pORzzq7cx8PM/xSEjjoUTzrMr1FSWYc/Sd/HJf+7A3JtOx4Jbp2HNv2/HnmXv28c5ogAFUijgn8DH/DyFW2LRFKBAGgiISKIWIqK/xEfi30A7joLSKR6sePxQF7eeG0ObUAw1UeC+GYVYtYlXVkwAZtwEK5xuAs+8V4yZS8tstab2LcL3JyevtBipFbRorrToKAWXQYvgQAEKUKAxAuZH8PHUmPW4LAUoQAEKpJdAYAGL7PxKryeWtUmhAIumQA4L1PmslxyGYNMpQAEKUCAAgRjYsRQAI4ugAAUokCYCoQ5d0Ov4L+DI7/8Nk373IUZe9wh6nXgJ2vYanKhh6dZPsPWdf2HZX76HmVePt/nmNx5D+c6NiWXSaoKVoUAmC/jn7OLnmdwU1p0CFDiwgEjyjS4idYIVlblym6PgOq69suIJJljxPKBNSGyw4v0z8rGawYrgQIGgBZ553wQtev8eemq/Ynx/cqH999B55mqLDFoMmpvlUYACOSYgYo53vBRY01kQBShAAQq0uEBgAYuQFq87N0gBClCAAi0sEKv1WV9rsoVrwc1RgALZIMA2UAD6BEKEexNwoAAFKJClAh0HjcPAz/4EY3/2DCb+5n0MvuRmdDnqBDh57WyLY9WV9kqLa5/6NebdfBbm3XIO1jxxC3Yvecc+zhEFKNBMAf/Kin7WzMK4OgUokK4CIslzKhGBviWurBgPVnSUY6/gdsJQB7eeB+S5QHU0hnun52P15qqUN40boECuCjzzfhHeX1Jmmz+lbzEun1KINiZgMRJGfVdadBwFMUHGSvnvY+j3tCA+iCSn4/cxpwAFKJCTAubqKjqZH8PnZPvZaApQgAJZIqACawd7vwKjbGZBXJ0CFKBAygRitSIWRdhBkjJoFkwBClAgRwTYqZQjTzSbSQEKpEogY8p123ZEj6kXY/hlf8ak//sAo374D/Q+5VK06zM00Yby7Z9i63tPYvnfLsfMK8dgyR+/hU2vPYyy7esSy3CCAhRohIB/yu5njViRi1KAApkiIJJ8h4sI9M0PchKYwCflqMSVFU8a5uK2aYKICVasieG+6YX4ZAuDFcGBAikWeHZmMd7zgxYnH1aMK6YU1nulxXAohJDr2vcugxZT/KSweApkpgBrXVvAHPToJCK17+U0BShAAQpkmIAKqr7cHwQlyXIoQAEKpK9ADMnodKk1nb41Zs0o0FQBrkcBCrSEgIjoL9WkJTbFbVCAAhSgQBoJdBgwGgMuvB5jbnwKk+6ejSFfuQ1dRp0Et00HW8tYtAYFH8/Gumf+D/NvOddegXH1P36OXYveBIPdLRFHFDi4gH/6zvfMwam4RK4LZGb7RZLnUSKiz6uwT7BiyA0hFHJx8rCQvbJi2AGqqmO4d3oBPtlSmZkNZ60pkIEC/5tZjHcXl9maTzqsGFdOLbJXWswzV1sMhxAOh+171XUcG2QcDzhWvNKiNeOIAhSgwN4C5hwnnvZ+jPMUoAAFKJA5AoEFLMZ0J5i+HbzlXIICFKAABTJWwHzWZ2zlWXEKUIACFEgvAb1TYcdSej0lrA0FAhdggRRogIATaYvuk6Zh+Hf/iIm/nYnRP/4XDjv9G2jXd3hi7fKdG7Ft1jNYcc9VmHnFKCz+/dex8ZUHULplTWIZTlCAAnsJiDcv4k94sxxTgAJZICCSfF+LSL3Biq7jwnUdnDI8hFvPBULKBCsC980owNqtvLJiFrwM2IQME3hulglaLLW1ntinCFdOLdwnaDEcDiGk37ch14WjFJSjk/kX0aLs+1xE7PpmJJKcNvNMFGh1AVaAAi0oICL6c9FLLbhZbooCFKAABQIWUIGVJ4C+gQMFKEABCmSvQO3AdH0+kL0NzYCWsYoUoAAFMl5A70hEeAaR8c8jG0ABClAgYIH2/Ubg8GnXYswN/8GUP8zDkK/eia5jToXbrnNiS4Wr5uLT//0eC247H3NvOh2rHv0pdi14FebKjImFOEGBXBfwT+D9LNc1Mrr9rDwFaguIJM+hRAT6ts+VFePBiqce6QUruk4MlebKijPyGaxYG5PTFGhhgedmleDtRWV2qxP7FOOqWkGLeZGwvdKiF7ToBRw7SkE5DpTJRdn3u4jY9c1IJDlt5pkoQAEK5IwAfwifM081G0qBXBPItfaqwBrM3q/AKFkQBShAgXQV0OcA6Vo11osCFKAABTJQwFxhMQOrzSpnjwBbQgEKpLmAuGF0P+YcDPv27zDx1+9izI1Pou9Z34UJaoxXvWL3Fmyf/RxW3H8dZl45Bovv/io2vHgPSjatjC/CnAK5KTq0fEoAABAASURBVODHMPhZbhqw1RTIMgGR5DtaRGzwkhIFG8xkrsLmKPvvZF3XwWlHuvjlOVE4KoaKqhjum56PdbyyIjhQoLUFXvigOBG0eEyfYlx9rHelxUgkjEg4ZIMWzb9yN1dZNO9l/nvowJ4xFkQBCmSTgD0OMsdCkk2tYlsoQAEK5JxAYAGLer+Qc3hsMAUoQIFcE4ghlmzyAc8DkotxigIUoAAFKLA/ARHRX7LJ/h7m/RSgAAUoQIE6Au36HIF+51xh/230lD8txBHf+A26jj0doQ5dEssVrpmP9S/8GQvvuAgf3ngyVj70Y+yc9xKiVRWJZThBgZwQ8E/fU//Dw5zQZCMp0OoCIpKog4jo8ygkrqyoZ6FqBSuePiKEX54Tg6ME5ZUx3GuCFbdVJ9bnBAUo0LoCJmjxrY9KbSWO7l2Ma44rQpu8CPYOWnQdR7+PHSj9XvaS8t/30J8BgvggkpyO38ecAhSgQDYLmB/Bx1M2t5Nto0D6CbBGFAhWQAVVHDu/gpJkORSgAAXSVyAWS3Z+CCR9K8qaUYACFKBABgjEwI6lgzxNfJgCFKAABfYrIMrBoePPxLBv/R+O+dXbGHvTs+h3zuVo339kYp3Kgh3YMXcGPn7wesy6ZgIW/fZLWD/9ryjZuCKxDCcokLUC/ik7Yxiy9hlmw3JIQMR/Q+s2iwj0DfErKzqOguM6CLkhmKuxnT7CXFkxZgOcyiqiuHd6AdZvZ7CipuONAmklMH12Cd5Y6AUtTuhVhGuOLUDbNnnIM4GLYe9Ki2GTh1z9/nah9HvdJqXs+998DohIok0iyenEnZygAAUokKUCIqKPh7yUpU1ksyhAAQrkhEBgAYuQnPBiIylAgSwRYDOaJuBfoMGuLLWvtmjv4YgCFKAABSjQGAGBiDRmBS5LAQpQgAIU2K9A256D0Pes72H09Y9j6l8Ww/wb6W4Tzka4U7fEOkVrF2HDjL9h4Z2fxZwbTsTHD/wQOz6cjmiF92VxYkFOZJVAzjYm5rXcz7wZjilAgYwTEJFEnUVEn0PBBispE7RkrrrmKLiOa4MVzxjh4tZzYZcpq4zhvhcLsWFHFThQgALpKfDiHBO0WGYrN6F3Ca49rgBt8yL7BC2GXP0edxw4+v0u5n1v3v+i7HtdROz6ZiSSnDbzTBSgAAWyViCmz3J0Mj+Gz9o2smFNEuBKFKBAZgmowKqr9wuBlcWCKEABClAg7QXY/5H2TxErSAEKUCDVAs0un51KzSZkARSgAAUosB+BrmNOxdCv34Wj73gD43/xAvqddxU6DByTWLqqaBd2zn8ZKx++AbOum4iPfv1FfPr8n1D86ZLEMpygQEYL+DELfpbRTWHlKZCrAiLJd7CI2OCk+JUVlQlaclQiWPHMo1z88lzYobQihnun52PDdgYrWhCOghBgGSkSeHFOMd5Y4P14ZnyvElx7fAHatUkGLYZCIYT8qyw6StmgRaXf+8p8BjBoMUXPCoulAAXSXkAfF5kDIxFJ+6qyghSgAAUosH+BwAIWuT/YPzIfoUDjBbgGBdJToE5sep2Z9Kwva0UBClCAAuktICK6b0nSu5KsHQUoQAEKZLxAXrfD0feMb2PUDx6zV18c/r0/ofvE8xDu3CPRNhOouPGle23g4uwfHYcV91+HHbOfQ01ZUWKZ1EywVAqkSMA/Z+cPRFLky2IpkGIBkeR5kojo8ybUe2XFUMjFWUeFcMs5XoVKy2O4b3o+Nu6o9u7gmAIUSHuBFz8swWvzvaDFcT1LcPXUArT1gxbzImGEw2FEdG6utGiSoxSU40CZXJT9fBCRRDtFktOJOzlBAQpQIIsEzDlOPGVWs1hbClCAAhSoLaBqzzRnOqY7wfStOUVwXQpQgAIUSHMB81kfryL7PeISzClAgbQVYMXSW0DvVNixlN5PEWtHAQpQIFsFuow8EUMuvR1H3/4axv/yJfS/4Dp0Gjw+0dzqknzsWvAqVj76U3zwwylY+KvPYd2zv0PR2o8Sy3CCAmkv4McqiPgTaV9hVpACFIgLiCTftyJig5H2d2XFs0Y4+MU53jczJeVR3DsjHxt35mCwYhyPOQUyVODluSV4bV6prf343iW49tgCe6VFE6gYCYcQCoUQ1rnrOHBdx15pUcxVFv2gRaWnRcSub0YiyWkzz0QBClAgmwRERB8feSmb2sW2UIACFMg1ARVYgwXQN3DIDQG2kgIUyE2BmNf/aRvPz3zLwBEFKEABCjRVwO9YaurqXI8CFKAABVpGINu3kte1D/qc+nUcde3D9uqLIy7/G3pMuRDm/njbSzYsx6ZXH8Si334Zs384BcvvuQrbZz2D6uI98UWYUyD9BPzzdz9Lv/qxRhSgQL0CIskeNxGBvtV7ZUUTsPSZkS5u9q+sWFwexX3TC7CJwYr1uvJOCmSCwMvzSvCqTqau48y/hz6uAO3bRpCXF4EJWgzXutKi6wcuKkdBKQX9aQHzeSEiZnWbRJLT9g6OKEABChxEIGMe1l9W8ofwGfNssaIUoAAF9iug9vtIYx9g71djxbg8BShAgYwTqP1RL5CMqz8rTIE0E2B1KJDzAqZjKecRCEABClCAAmkl0PnIYzH4S7fYKy9OuP01DLj4R+g09BhdR+/8p7qsCLsXvYlV//g5Zv/4eCy84yKse+b/ULh6vl6GNwqkkYD3kuWZexo9JaxKTgs0qPEi/htXLy0i0Lf9BiueM8rFzz+jF9S34rIY7n2hAJt28cqKmoM3CmS0wCvzSmGSacTYniW4Zmo+OrSLJIIW41daDLkuTNCioxS8oEWxnxfmc0NEEB9EktPx+5hTgAIUyHgB/dkmIvpYSTK+KWwABShAgVwWCCxgUe8T0siRVaEABShAgVQIxOpGLKZiEyyTAhSgAAVySEBE2LGUQ883m0qB1AiwVAqkTiDSuQd6n/QVHHX1A5j6l0U46qr70fPYzyKvW9/ERks2rcSm1x7G4t99FR9cNxHL/nY5tr3/JKoKdyaW4QQFWkXAP3+vcx7fKhXhRilAgYYIiEhiMRHR50mwwUfmymlKiQ1Ich0XoZCLc0aFcNPZsENRaRT3zsjHlt0MVrQgHFEgCwRenVcCc7VF05SxvUpxzdQCdGgTtkGLeZGw/hwI2X8PbYMWzb+HViZo0YEynxWip3UuIvpzREwRidzOcESBjBZg5SngCZgfwceTdw/HFKAABSiQiQIqqEqz8ysoSZZDAQpQIH0FYvC/8dBV9Lo79ARv2SvAllGAAhRIqYDeq+iTCNO5lNLNsHAKUIACFKBAQAKdjpiIQV/8Ocb/YgaO+dVbGPj5G9F52CSI49ot1FSUYs+Sd7D68Vsw5ycnYcFt52PtU79Gwco59nGOKNCiAv5Ju/h5i26bG8s8Ada4VQVEkm9UEYG+7TdY8TOjXNx0ttc/VxgPVuSVFVv1+ePGKZAKgdfmleLluSW26DE9S3Dt8YXo2DaMSCQME7QYDu8/aFF/isAEL5rPEhGxZYh4uZ3hiAIUoECGC4iIPl7yUoY3hdWnAAUo0PICabRFFVhdJLCSWBAFKEABCqSpQCyW/LAX8TpH07SqrBYFKEABCqS9gNiOpbSvJitIgWYKcHUKUCA7BUIduqLX8V/EiCvvw5Q/LsBR1zyEXid8EW26H55ocOmWNdj8xmNY8odvYtY1R2PZXy7D1nf+hcr8beBAgZQL+KfsfpbyzXEDFKBA0wRExK4oIvb8SGf1Byu6Dj4zysFNZ3nv6oKSKO6bno+tu2vs+hxRgALZJ/Da/FK8+GGJbdjoHiW49rhCdGrnBS1GwmF7lcVwOIT6rrSoP1HsZ4pZWURMlpi3MxylRICFUoACLSQQ08dDOvGH8C3kzc1QgAIUSJFAcAGLer+QojqyWApQgAIUSBOBWvGK8Lo5WrVi3DgFKEABCmS4ADuVMvwJZPUpQAEKUCAh0GnIBAz83I0Yd/MLmPib9zD4kpvRefhUqFDELhOtKseeZe9hzb9vx4c/PRXzbjkHn/znDuSvmGUf54gCgQv4J+1+FnjxLVwgN0eBrBQQ8d6hIvEc+w1WPGe0CVb0GLxgxQJs3cNgRU+EYwpkr8AbC0rx4pxi28BRPUpwzbH5OKR9xF5pMRIOIxTa35UWle6/F15pERwoQIGsFDDHTjqJSFY2j42iQI4LsPk5JKCCaiv3B0FJshwKUIAC6SsQY3B6+j45rBkFKECBDBQQEYhIBtY8m6rMtlCAAhSgQNACbttO6DH1Yoy44u+Y/Pu5GPmDx9D75EvRtufAxKbKt3+KLW8/gaV/+g5mXjUWS/70bWx565+o2LU5sQwnKNAsAf/8nT8QaZYiV6ZAygREvPMgkXiO+oMVQy7OHePiZ2eJrUt+SQ3um16AbfnVdp4jClAg+wXeWFiGF+eU2IaO6lGGq2sFLZp/D11/0KLyghUhEBG7LuBlInXnvXs5pgAFKJA5AuYcJ54yp9asKQUoQAEK7C0QWMCiCWLx+8H23gbnKUABCuSmQBa2uvbnvAg7NrLwKWaTKEABCrScgD6BYMdSy3FzSxSgAAUo0HoCHQeOwYCLrsfYm/6HSXd/gCFfuRWHjDgOTriNrVSsphoFKz7AJ//9Feb+/AzMu/lsrPnXrdiz9D37OEcZIJCOVfRP2UX8iXSsI+tEgRwVEPHelyLxHPsNVjxvjIOfnulB5RdHcS+DFT0MjimQYwJvLCzF9Nle0OLI7qXelRY7ROyVFk3QYjgcQsgk14XrOnCUgnIcKCUwfzb3P3MMnYiYjIkCFKBARgqICES8lJENYKUzW4C1pwAFAhNQgZUkgL6BAwUoQAEKZK+ACSyJt46f+XEJ5hSgAAUo0CSBBnYqNalsrkQBClCAAhRIUwEn0g7dJ52PI7//V0z63RyM/tET6HPaN9C292DEh/KdG7D13f9g2V8vw/uXj8KSP3wTm19/FOU71scXYU6Bgwv4vzj0s4MvzyUoQIEWERDxetRE4jnqD1Z0HUwb4+DGM7xq7SmK4p7p+diRz38D7YlwnI0CbNOBBd76qBQvfFBsFzqqeymuPTYfXTpEkJcXQSQc1qlhQYsiYssQ8XI7wxEFKECBTBLgD+Ez6dliXSlAAQrsVyC4gEX2fu0XmQ9QIE0FWC0KNFogVis0nf0ZjebjChSgAAUosJdA7UD4vR7iLAUoQAEKUCAnBNoffhT6n38txv70GUz5w1wM+eod6DLqJDh57f32x1Cwcg7WPv0bzPvFZzD3pjOw+vFfYPfit/zHG5RxoVwU8GMQ/CwXBdhmCqSdgIj3jhSJ59hvsOL541z8JB6sWFyDe2fkY2cBgxXT7kllhSjQwgJvLyrDC7O9oMUR3UpxzbF70KVDuJFBi4CIwAwiXm6mmShAAQpkjID+7BKRxGdZxtS7ZSrKrVCAAhTIGAEVVE31PiGoolgOBShAAQqkqUAsVqtidWZq3c9JClCAAjklwMY2R0CEHUvN8eO6FKAABSiQXQLiRtB83oP+AAAQAElEQVT9mHMx/Lt/xKT/m4UxP/kv+p75HbTrc0SioRW7N2Pb+09h+d+vxPuXj8Ti330Vm159EGXb1iaW4QQFrIB//s5Td6vBEQVaXUBEbB1E4jn2G6x4wbgQbjjdLo7dRTW494UCBit6HK085uYpkB4Cb39Uhuf9Ky2O6FaGa6aaKy2GGhy0KCK2ISJ1c3snRxSgAAUyQMD8CD6eMqC6rCIFKEABCuxHILCARXZ+7UeYdzddgGtSgAJpJ+B/32Hr5fdn2GmOKEABClCAAo0XiIEdS41X4xoUoAAFslKAjapXoN1hw9Dv3Csx5sYnMeVPC3HEN36NrmNPg9u2Y2L5wtXzse7Z32H+L8/D3J+eilWP/Qy7PnodsWg0sQwnclTAi0EAz91z9Plns9NKQMR7Q4rEc+w3WPHCcSH8+HSvB25noR+sqPO0ahArQwEKtLrAO4vK8NysEluPI7uV4tpjC9C1Q6jBQYtKiT1GEBFbhoiX2xmOKEABCqRSIICyRUR/hnkpgOJYBAUoQAEKtJJAYAGLkFZqATdLAQpQgAItJlA7OJ0f+y3Gzg1RoFkCXJkC6SsgEJH0rR5rRgEKUIACFEgjAVEODh1/FoZ9625M/M37GPuzZ9D37MvQru/wRC0r8rdh+wf/w4p7r8HMK0dj8f99BRtfvg+lm1cnluFEDgl48U7wsxxqOJtKgfQSEPHOeUTiOaBEQSmTBMpRcB0XIdfBReND+FE8WLGgBvdNL8Cuoob/G2hwoAAFckrg3cWleM6/0uLwQ0tx7XEFOLRjqMFBiyJSx0uk7nydBzlDAQpQIJ0EzJeVOpkfw6dTtVgXClCAAhRonEBwAYu51/vVOGkuTQEKUCALBGK1vuoQSBa0iE2gAAUoQIHWFGCnUmvqc9sUoEAjBLgoBdJOoG2vwej3me9jzA3/wdS/LMawb9+NbhPOgtu+c6KuhZ8sxKfP/RELbr8Ac35yElY+8hPsnP8KotWViWU4kcUC/im7n2VxQ9k0CqSvgIj3DhSJ5zhAsKKL60/zvmTZUVCDe2fkYzeDFdP3yWXNKJAmAu8uKsP/ZhXb2gzrWmr/PXS3TiEbtJgXiSASDiFkkuvCdR04SkE5DpS5wqLu37e5/owSEVuGiJfbGY4okJsCbHUmCJjPKp1E+JmVCU8X60gBClBgfwJqfw809n7uDxorxuUpQAEKZJ5ALFbr4L/WZOa1hDVOHwHWhAIUyGUBEYGI5DIB204BClCAAhQIRKDrmNMw9Ou/xsS73sW4nz9v/5V0h/4jE2VXFe7Ejjkv4OMHfoBZV4/HR7+5BBtm/B0lG1ckluFElgl4cU/gD0Sy7HnN6ObkVuVFvPMckXiO/QYrXjzeBCt6PjZYcXo+9hRFvTs4pgAFKHAQgfcWl+F/M/2gxUPLvKDFjiFEImE0PGgRif4ZEQEHClCAAuksYM5x4imd68m6UYACFMhdgYa1XDVssYMvFdOdYPp28AW5BAUoQAEKZKxA7c95dltk7NPIilOAAhRIDwF9AsGOpfR4KliLLBBgEyhAAQrUEmjToz/6nvkdjLr+cXv1xeHf+yO6TzwXoQ5dE0sVr1uM9dP/goV3fhZzfnw8Pn7wR9gxdwZqKsoSy3AiwwX8k3YRfyLDm8PqUyCTBES8951IPMd+gxU/d3QIPzzNa932/Brc+0IB8osZrOiJcEwBCjRU4L0lyaDFI7qW4dpj89Gjc7jBQYsiAn3TSewmRbzcznCUXgKsDQUoYD+rRMTm5KAABShAgcwVCCxgEQJzAwcKUIACFMheAf1Rn2icPhdITGfzBNtGAQpQgAIpEtA7EpHae5YUbYfFUoACFKAABXJcoMvIkzDk0jtwzK/ewvhbXkT/869FhwGjEypVxXuwc96LWPnQj/HBdcfgo7s+j/Uv/BnF65cmluFEBgr4vzj0swxsQMtXmVukQBACIt45jkg8x36DFT9/TAjXneK9S7fvqca90/ORX1ITRDVYBgUokIMCJmjx2feLbMuHdi3DNVP2oEfnhl9pUUTsuiJ1c3snRxSgAAXSSYA/hE+nZ4N1oUBGCrDS6SEQXMCid16dHq1iLShAAQpQICUC5kpY8YIF/OCPWzCnAAUoQIGmCdTerzStBK6VIQKsJgUoQAEKpIlA3qGHoc9p38CoH/7DXn3xyMv/hu6Tz0ekc/dEDYvXL8OGF+/BR3d9AbOvn4oV9/8A2+c8j+oy718NJhbkRHoLeLEG/IF5ej9LrF2WCYh4bzyReI79Bit+4ZgQrj3Z61vbZoIVZxSgoIRXVsyylwSbQ4EWF3h/aTmefd87ZhvStQxXT9mDnp1c5OVFWurfQ4MDBShAgZQL6GMtEYGIpHxT3AAFKEABCqROILCARe4PUvcksWQKUIAC+xdo2Ue8btSW3Sa3RgEKUIAC2SsgIuxYyt6nly2jAAUoQIEMEDjkyGMx5Mu3YsLtr2PCba9iwEU/QsdB4xI1ry4txK4Fr2DVIzdi9g8nY+EdF+PT5/6AorWLEstwoqUEGrkd/wQ+5ueNXJuLU4ACjRAQSZ7XiIhd02RKlD3fUUqgHAXXcRFyHXxxYgjXJIIVa3DvdAYrggMFKBCYwPtLy/DMe17Q4tCu5bj62IJ6gxbDoRBc/ZnkKKU/oxwo/Vkl0H/6A0xEEvURSU4n7uQEBShAgVYUMD+Cj6dWrAY3TYEUCrBoCuSGgAqqmez8CkqS5VCAAhRIX4FYLNk5IZKcTt8as2YUoAAFKJC+AjGkTcdS+iKxZhSgAAUoQIEWE4gc0hO9T/4KRl73iL364ogr70WPYy9GpEuvRB1KNn2MjS/fj0W//RJm/2AyVtx7NbbNehZVJfmJZTiRJgL+KTtP3dPk+WA1slZAxH+z6RaKeNMmM8GKSik4joIXrOgkghWvPsmLJN66uxp/n56PwlJeWVHz8UaBlhHIka3MXJYMWhzSpQxXT81Hr85unSstuiEX+w9aBETEJuhBRPSYNwpQgALpISAi9vNJRNKjQqwFBShAAQo0SSCwgEVwf9CkJ4ArUSDbBdi+7BLwulOzq01sDQUoQAEKtJaAQERaa+PcLgUoQAEKUIACBxHoPGwyBn/xZky49RUcfeebGPi5G9FpyITEWtXlxdj10RtY/Y+bMOdHx2HBbRdg3TN3o3DN/MQynGhFAf8E3s9asSLcNAVyQ0DEO7cxWTxYUZQgGazo4pKJLuLBipt3VeOe6QUoZrAiOFCAAqkRMEGLT79bZAsf3KUMV03Zg957BS2GwqFE0KLrOPozSyf92SUQKJMLIKJHQCIHBwpQgAKtLRDTZzk6mR/Dt3ZVcnX7bDcFKECBIARUEIXYMvR+weYcUYACFKBA1gro4/9E2/x+isQ8JyhAAQpQIGUCWVswO5Wy9qllwyhAAQpQIMsEwh0PRa8TvoijrnnIXn3xqKsfRK/jv4i8rn0SLS3dshqbXnsIi+/+KmZdezSW/+0KbH3/SVQW7kosw4kWFPBiC+BnLbhhbooCuSMg4r3DROI5UDtY0Vxd0XUchFwXX5rk4qqTPBsTrHifCVYs45UVPRGOawlwkgKBCsxaXo6nEkGL5bhq6h70OcRNXGkxHHLh6hQOheC6DsxnlnIcL1hRH0WICPRNJ4EZRLzcTDNRgAIUaDUB81mkkwg/k1rtOeCGKUABCgQgoAIowxbB/YFl4CjjBFhhClCgMQIx1IpOrzXZmDK4LAUoQAEKUCAuICKJTu/4fcwpQAEKUIACqRFgqUEKdBp6NAZ+/kaM/+VLmPjrdzH4iz9HpyMmQpRjNxOtLMfuJW9jzeO34MOfnIj5vzwPa5/6NQpWfmgf56gFBPxzdv5ApAWsuYmcFBAR226ReA54wYpiA30cR8F1XBus+OVJLq48EXbYtKsa975QgOJyBitaEI4oQIGUC3xQK2hx0CHluHJK3aDFSDgEN+R9XrmuA0cpKMeBMldYhEDEJNgcehARPeaNAhSgQOsJmHOceKq/FryXAhSgAAUyQUAFVUlz1S2/HyyoIlkOBShAAQqkmYD5rI9XSWoHL8bvZE4BCuSmAFtNgaYI6J0KO5aaAsd1KEABClCAAukl4LbrjB7HfhZHXXU/pvxpIUZe9yh6n/QV5HXrl6ho2ba12PzGY1jyh29g5lXjsOwvl2Hru/9GRf72xDKcCFhAvPJE/AlvlmMKUCAAARHvfSUSz+EHKyoopZOjYK5SFnIdfGVSCFfEgxV3VuPe6fkoqcjgYEVwoAAFMlHABC0++U6xrboJWtz7Sou1gxZDIdd+hinH0Z9pAvunP+/0DSJiyxDxcjvDEQUoQIEWFhAR+3kkIi28ZW6OAhSgAAWCFFCBFab3B/oWWHEsyBPgmAIUoEA6CcRqHfzXmkynKrIuFKAABSiQKQJ6RyLCM4hMebpYTwpQIPUC3AIFskWg46CxGHDxjzD+F9Mx6f9mYfCXbsEhRx4LcUO2ibGaKuxZ9h7W/Os2zP3pKZj3i8/gk//eifwVH9jHOQpIIOaV42feDMcUoECzBETEfjluChERk+l5JIIVRQlUIljRxVcmh3D5id67cKMfrFha7s2DAwUoQIEWFpi9ogxPvl1ktzqws/n30LtxWBc38e+hTdBiKByyV4Z1XYdXWgQHCqROgCU3U4A/hG8mIFenAAUokB4CKrBq8Dw7MEoWRAEKUCBdBfQ5QKJqAklMc4ICaS7A6lGAAmkqYK6wmKZVY7UoQAEKUIACFAhAwMlrjx5TLsSRl/8NU/4wH6Ovfxx9Tv062vTonyi9fMd6bHnrcSz907cx88oxNjfz5bs3J5bhRBME/FN2P2tCAVyFAhkpkLJKiyTfTSLetMmUKCilIErgOMoG+oRcF5dOCeHyE7wvTTbuqMY9LxSgtMKbBwcKUIACrSQw++Ny/PedeNBiBa6asht9uzr1Bi2aKy06Sn/GOQ6U/owT/X2AiB4LIKJHQCIHBwpQgAItKaA/g0SEn0Etac5tUYACFEiBgGpemcm19T4hOcMpClCAAhTISoEYanWsSlY2kY2iAAUoQIEWFBARdiy1oDc3RYHmCXBtClCAAs0XaN9/JPpfcB3G/fx5TPrdhxhy6e3oMvJEqFDEFh6L1tgrLZorLs676QzM+/mZ9kqM5oqMdgGOGi7gn77X/uFhw1fmkhSgwP4ERMQ+pJTUubKiuRqZCVR0HQdfnRLC94/33oQbtlfhnun5KK+MggMFKECBdBCYs6Ic//GvtDigswlazEffLo4NWoyEw6h9pUUTtGg+15Tj1Bu0KCLs10mHJzXwOrBACqS3gPkRfDyld01ZOwpQgAIUOJCAOtCDjXmMnV+N0eKyFKAABTJToPZnvWRmE9Kz1qwVBShAgZwUiIEdSzn5xLPRFKAABShAASvghPPQfeJ5GP69P2Hy7+dizA3/Rd8zvo02PQfZx82ofNcmbH3331j2l8vw/uUjseT338DmNx5Fxc6N5mGmAwn4J+3i5wdalI+1aEMylgAAEABJREFUoAA3lZECIt4bScTLTbCiQLzgHSX2yoomoMekr00N4bJ4sOIOE6xYgPJKL3gRHChAAQqkicCHH5fjP295V1rs36kcV03dg8MPdesNWjQB2ebzTTmO97mnP/9E9KegwA4iAhGx0xxRgAIUaAkBEbGfOyLSEpvjNihAAQo0TYBrHVRAHXSJhi7A/UFDpbgcBShAgYwVqN29yo/9jH0aWXEKUIACaSIgtmMpTSrDamSBAJtAAQpQgAKZLdCu7zD0O+8qjLvpWUz54wIM/fpd6DrmVDiRtomGFaz6EGuf+g3m3nwW5v7sNKx+/BbsXvx24nFO1BLwT+D9rNYDnKQABRojICJ2cZF4Doj+s0GLSvnBii5MMM/Xprr43nHeu279du/fQFdUefPgQAEKUCDNBD5cWY5/v1Voa9W/UwWunLwbhx+avNJiOOQiFA7Zf3Xvuo79nFOOkxZBi7bSHFGAArkrYK6uopP5MXzuIrDlFKAABTJfQAXWBJ53B0bJgihAAQqkmUCiOrGYJKZF+MGfwOAEBShAAQo0SYCdSk1i40oUoAAFKECBrBcQx0W3CWdj2Ld/h0l3z8bYnz6Dvmd9D217D0m0vWLPVmx7/0ks//sV9uqLi+/+Kja9+hDKt3+aWCanJ/zTdz9rKAWXowAFfAERgYjYOZF4DihRUEpBdHIcBVd/XoVcB1+3wYqww7ptJlgxHwxWtBwcUYACaSwwd2UF/uVfafHwThW4asoe9PeDFvMiEURMwKJJrgsGLabxE8mqUSDXBESgD9T0TefgQAEKNFGAq1Gg1QVUUDUw+4WgymI5FKAABSiQngKx9KwWa0UBClCAAhkqICI51LGUoU8Sq00BClCAAhRIA4G2vQej3zmXY+xPn8bUvyzGsG/djUPHnwmnTftE7QrXzMe6Z+/GvFvOwYc3noJV/7gJuxe9qR/P0TNZv9n8gYh+CfBGgUYKiEhiDRFv2mTJYEWxgTsh10XIdfCNY1189zhvlXVbq3Dv9D2orPbfhN7dHFOAAjklkFmNnbeyHP96s8hWul9HE7SYjwHdXOTlmYDF8H6DFk3QtvlcFBHdtwM7iJhpsdMcUYACFEiVgDnHiadUbYPlUoACFKBA6gUCC1iM6fNvfUt9jbkFClCAAnsLcL7FBMwJQHxjIux4iFswpwAFKECBJgjoEwizXzGpCWtzFQpQgAIUoAAFclHAb3PXsafhiG/8BpN+Owtjb3oO/c65Au37DvcfBSoLtmP7rGex/J6r8P7lo7Dot1/CxpfvR9nWNYllsn7CP2UX8SeyvsFsIAWCERBJvmdEvGmTmaAcpRRECUyQjqMUXMfBN44L4TvHwg5rt1XhnukFqKq2sxxRgAIUyBiBeavK8YQftNi3Y7m90uLA7q4NWjzYlRbN56OIMGgRHChAgZYSEDGfOV5qqW1yO60gwE1SgAJZL6ACa6EA+gYOFKAABSiQvQKxWpHp/MzP3ueZLaMABXJToMVb7Xcstfh2uUEKUIACFKAABbJKoG3PAeh71ncx+ob/2KsvDv/uH9Ht6M/Abdsp0c6itYvw6XN/wPxbz8ecG07AykduxK6FryJWk8VRRf75u58lLDhBAQo0TEDE6/kymQnGqR2saAIVzdUVv2mCFad677K15sqKzxegusabb9hWuBQFWkeAW6VAfQLzTdDiG4X2ocM6lOPKSbswqJuLSCSM+oIWHaWgHAdKif5+WCf9galvdn0Rb97OcEQBClAgaAH9ZaX5EbxJQRfN8ihAAQpQoOUEVGCb4nl4YJQsKOsE2CAKZI1ATJJNqTWZvJNTFKAABShAgUYIsFOpEVhclAIUoAAFMkGAdUwDgS6jTsLQr/0KE3/zHsb/YgYOn3Yt2vcbkahZVdFu7JjzPFbcdx1mXjUWH931BWx86R6UblqZWCYrJvyTdj/LiiaxERRItYCI944RiefAvsGKLkyw4reOd/FtP1jxky2VuGd6Pqqj/JIk1c8Ry6cABVIrMH91BR6PBy12rMSVk03QotrvlRYdxaDF1D4jLJ0CFKhXQB+riQhEpN6HW+hOboYCFKAABZopEFjAIvcHzXwmuDoFKECBDBCIMWIxA54lVpEC2SrAdmWjgIiwYykbn1i2iQIUoAAFKJAmAnnd+uKw07+B0T/+l3f1xcv+gu6TpiHUoUuihsXrl+LT5/+MBXdchNnXH4uPH/oxds57CdGqisQyGTnhx03F/Dwj28BKU6AFBUTEbk0knmM/wYoOvn2Ci29NsYtjzeYq3Du9ADU13jzHQQiwDApQoDUFFqyuwD/9oMU+NmhxDwZ1Y9Biaz4n3DYFKFBXwPwIPp7qPsI5ClCAAhTIJIHAAhbZ+ZVJT/tedeUsBShAgQYKxJD8pkOSkw1cm4tRgAIUoAAFagvovYo+iTCdS7Xv5TQFKEABCqRQgEVTIMcFuhx1PIZ85TYc86u3MeHWVzDgwuvRYcDohEp1aQF2zp2Bjx+8HrOumYCFd34WG6b/FSUblieWyZgJ8Wrqx155MxxTgAL7CIhI4kdUImIfN1n9V1Z08J3jQ/jmZLsY1mzxgxWj3jzHFKAABbJFYKEJWny9yDbHC1rcjcEHCFp0zb+GNon/HtqacUSBtBDI4kqIiD1+E5EsbiWbRgEKUCD7BQILWAT3B9n/amELKUCBnBeI1QpS5HlAzr8cCLCXAGcpQIHGCghEpLErcXkKUIACFKAABSgQiECkSy/0PuVSjPrhP+zVF0dccQ96TL0Y4U7dEuWXbFyB9TP+hoW/+hxm/3AyPn7gh9jx4XTUlJcklknbiZhXMz/zZjimAAXqCIhIYl7EmzbZvsGKDkKug++eEMI3psRgVjJXVrznhXxEa3eWmQeYKEABCmSJwMI15fjHa4W2Nb07VOLKybsxpPv+r7RoghYd14XjKIj50x+o+mbXF9H3+MnewREFKECB5giY4y+d+EP45iByXQpQgAKtL6ACq0Lqer8CqyILogAFKEABClCAAhSgAAXSR4CdSunzXLAmFEgTAVaDAhSgQKsJdB4+BYMvuRlH3/GGTQM/+xN0HDQuUZ/qsmLsnP8yVj58Az74wSQsvP1CrH/+Tyj+dHFimbSaEK82fubNcEwBCiQERJLvDhFv2mS1gxVd10HIdREOhfDdE1x8fbL3JcjqTZX4+wv50N+TJ8rjBAUoQIFsFPjokwr843UvaLGXH7Q4uLsgLy+CvEgYkXAIIZP0Z6X5zHSUgnIcG7RoPk9FBPpmaUSkTm5nOMplAbadAk0XMJ8nOol4nytNL4hrUoACFKBAawqooDbO/UFQkiyHAhSgQPoK1O6I5WlA+j5P9deM91KAAhRIPwER0R3Xkn4VY40oQAEKUIACFMhpAXOVxV4nXoKR1z1ir7541NUPoNfxX0Ckc4+ES8nmVdjw0r346NeXYNa1x2DFfddi++z/obq0MLFMq054cVXgD0Ra9VlopY1zs40REPHOR0xmgmuUUhAliAfemCuGffd4F1+f7JW6cmMl7ple4M1wTAEKUCAHBD5aU4HH/Cst9mxfiasm7/GvtJh3wKBFpT9LzeeqiOi+Hw9KRLwJjilAAQo0Q8Cc48RTM4rhqhSgAAWyQCCzm6CCqr4JYvH7wYIqkuVQgAIUoECaCcSQ7FBg30KaPTmsDgUoQIFME9AnEOxYyrQnjfUFCShAAQpQICcFOg09BgM//1NMuP01TLzrXT39M3QaOjFhEa0sw66Fr2HVoz/D7OunYv6t0/Dp/36Pok8WJpZp8Qn/9F3En2jxCnCDFEhfARHvfSESzwETVLN3sKK5uuJlJ4bwtckx25iVG6tw3wwGK1oMjihAgZwSWPRJBR591ftRhhe0uBtDe5h/D920oEURSX8/1pACFEhbARGBiJfStpKsGAUoQAEKHFQgsIBFCMwNHChAAQpQIHsFTGBJvHX6Yz8+GUjOQihAAQpQIMcE2KmUY084m0sBClCAAhTIDgG3fWf0Ov7zOOrq++3VF81VGHuf9GVEuvRONLBs6yfY+MoDWPR/X8GsayZg+T1XYdvMp1FVvCexTMonvPgq+FnKN9eYDXBZCrSWgIhAROzmReI56glWdGCCFb9/kouvTvLeRR9vrMR9M/LtuhxRgAIUyEWBxWtN0KIXtN3DXmlxN47oyaDFXHwtsM0UaHUB/hC+1Z8CVoACDRXgchQ4kEBwAYveefuBtsXHKEABClAgwwXqfNRLhjeG1acABShAgVYXqB0I3+qVyY4KsBUUoAAFKEABCrSwQMdB4zDg4h9jwq0vY+JvZmLwJb9A5+FTAT8YKlpVgd2L3sTqf96MOT8+HvNvORfrnv4tClfPQ0oH/5zdz1K6KRZOgUwQEEm+G0S86fi/K617ZUUHIdfB5Se5uNS/kOrHGypxP6+smAlPM+tIgVwSaJW2Ll5biUf8Ky12b1eJqybvwhE9gLy8PORFwoiEQwiZ5Lpw9WepoxSU40ApscHhIhI/RNK5mRZwoAAFKNBoAftZIvZzpNHrcgUKUIACFEgbARVUTfR+IaiiWA4FKECBNBTIriqdM1DhO6MUvjta4XujHVw2RuH7evpynZt0xVgHV45VuGqcwtU6XTPewbU6XTXOsRCix5cMU/jR0Y5NPz5G4QadfjLRgUk3TnLw04kKP5ukcJOe/vlkBzebNMXBV44MbNeja8EbBShAAQpksoCIsGMpk59A1p0CFKAABSiQlQJNb5TbtgN6TL0II674O6b+eRFGXf84+pz6NeQdelii0LLt67Dp9Uew+Hdfw8wrx2DZX7+Pre/9F5UFOxLLBDLh/+Iw5ueBlMlCKJChAiKSqLmIN22CZwSCusGKygYrXnFyCF+ZCDusMMGKL3pXFLN3cEQBClAgxwWWrK3Aw68UWoVubatw1eQ9GNZTmhW0KKI/kXWyhXJEAQpQ4CAC5kfw8XSQRfkwBQ4iwIcpQIHWFAgsaoSdX635NHLbFKAABRon8MInUQzoJLhoiMKFQwQXDFY4X09P07lJ5w0SnDtIwQQ2fmagwtkDBGfpdEZ/sRsy33ccrTshTj1cYNIp/RRO1umkvgKTTjxMcEJfheMPUzhOTx/bRzBVp77tBY8ti9oyOKIABShAgRwUqNPkGNixVAeEMxSgAAUoQAEKZJlAh/4j0f+CH2D8LS9i0t1zMOQrt6HLUSdAlGNbGovWYM/Sd7HmiV/iwxtPxrybz8LaJ+9Cwcez7ePNGnmn7xA/b1ZZXJkCGSwgknwTiHjT9QUruo4D82+grzwlhC8fY3q+gOXrK/EAgxUz+Nln1VtVgBvPaoGl6yqSQYvtTNDibgzvtVfQYihkP1cbcqXFrMZi4yhAgcAFRESf53gp8MJZIAUoQAEKtJhAYAGLkBarMzdEAQrUI8C7KNBYgQeXtHzg4ENLahpbTS5PAQpQgAJZKyAQkaxtHRtGAQpQgAIUSJUAy81MASfSBt0nTcPwy/6MKX9aiDE3/Ad9TrhjdcIAABAASURBVP8m8rodnmhQ+c6N2PzmP7Dkj9/CzCtGYemfv4st7zyBij1bE8s0eMKLt4KfNXg1LkiBbBUQ8c499hesaAIWrzolhC8d7b1rTLDigy8VZCsH20UBClCg2QJL11XgoZe9z8lD7ZUWd+PI2kGLkRDC4bANWgyFXDhKQTkO1H7+PXSzK8QCKECB3BEwV9LSyfwYPtsbzfZRgAIUyGYBFVjjvPP4wIpjQRSgAAUokFqBVXtieGJFywUtvrkhhvc3c2eR2meVpVOAAs0U4OotLMBOpRYG5+YoQAEKUIACFEgbgXZ9h6P/tGsw/hcvYMof5mPo1+5C19GnQNywraM5TspfPhOf/PsOzP3ZaTqdjk/+cwfMfXaBg4282Cz42cGW5uMUyEoBEe8dIOLlJkhG9Lui9r+BNoGKJl11iotL/GDFZesrwWDFrHxJ1G4UpylAgQAEln1aiYf84O6ubapw5aRdGNFbkJeXhzZ5EUQioUYFLYpIALViERSgQNYLmM8KnUT4mZH1zzUbSAEKZLVAYAGL3B9k9eskgMaxCApQIB0FHloSxcai1AcRRvUmHtbbSkcD1okCFKAABVpPQEQgIq1XAW6ZAhSgAAVSIMAiKUCBxgqIG0K3o8/GsO/8HlP+MA9jbnwKfc/6Ltr0HJgoqmLPFmx5+wl71cX3Lx+JpX/6Nra89U9U7N6cWKbOhD4PN/Mm8NHkTBTIJQERSZxniIhten3Bio5SMMGKV58awiVHww61g2/sHRxRgAIUoMABBWoHeXdtW40rJu3GUb0VIpEw8nQyQYuh/fx7aIH+05/T+ma3IeLN2xmOKECBDBBonSqac5x4ap0acKsUoAAFKBCEgAqiEFNGTHeC6ZuZZKIABShAgQwSeKAFAgkfWhrFlhLuJTLoZcGqpqsA60WBbBLQJxDsWMqmJ5RtoQAFKEABClAgKIF2fYai3zlXYNxN/8PUPy/CsG/+Hw4ddwZUOC+xicKVc7DuqV9j4S2fwYKbz8Cn/70DhStmJh6HeJMi/oQ3yzEFsl5AJPmaF/GmlRL9lhAoZf4dqYLrOvZfk4ZcF9ecGsIXJ8RghiW1/r2pmW/VxI1TgAIUyCCB5esr8cBLhbbG5kqLV0zehRG9FCKRyAGDFh1HQYmCiOhkV9e5mU4m716OKUABCiQFRPgZkdTgFAUoQIHMFVCBVV0AfUOmDqw3BShAgVwVeH9TDG+sj6as+avzgX+vSF35Kas4C6YABShAgdQK+B1Lqd0IS6cABSiwrwDvoQAFKJBRAvqYqeu403HEN3+Lyb/7EGNv+p8NZjRBjfF2VBXswI5ZT2PNA9di0Q1T8OkDV6Fy1yb7sBeGZSc5okDWC4gkv6EQ8abVXsGKjlL2qoomWPHaU118IR6suLYCj7ziBduAAwUoQAEKNFpgxfoKPPBigV2vS14Vrpy8C0fZfw8dSQQthsNhhEOhROC4chwo/TldX9CiLUiPRLzPcz3JGwUaLcAVslSAP4TP0ieWzaIABXJNQAXWYPZ+BUbJgihAAQq0tMCDi6OoqEnNVh9emqKCU1Ndlto8Aa5NAQpQoFEC5gqLjVqBC1OAAhSgAAUoQIEcF2jbc6D9d9GjbvgvJv/pIwz95t3oOu5MuHntEzKl6z5C5fa1dn5EV8F1ExxM7sUv+y0IR0EJpF05IsnXuIg3bYJgBAKlFJSj7FUVzdUVXcfBdae5+PwE2GHxuko88iqDFS0GRxSgAAWaIbBiQyXujwcttqnGlZNM0CKQlxdJBC2GQiEbtBgKufZzWTkO1EGCFptRJa5KAQpko4A+1hPRR3k6ZWPz2CYKUIACaSaQsuqooErm/iAoSZZDAQpQoOUFtpcBDy0JPrDw1XUxzNnCiPaWf0a5RQpQgAKZISDCjqXMeKZYy5YV4NYoQAEKUIACDRc4ZNRJGHTpHRhzx1s48sdPoueZlyGv99BEASHd+3tmf8EtUx28crGL35/k4HNHKPTtIIllOEGBbBIQ8V7bJvhFbLCiQNUKVjRXVrzutBA+Nx52WLy2Ao++4l0RzN7BEQUoQAEKNEvg41pBi4fYoMU9GLnXlRZDoRDM53Eo5Nqr3irHgfnctlda1J/d/kc5RKRZdUn/lVlDClCgKQLmR/Dx1JT1uQ4FKEABCqSHgAqqGjHGowRFyXIoQAEKtIrA06tiWLIzuA/zipoYHlqaZv8KulVkuVEKUIACFKhfIAZ2LNUvw3spQAEKUIACFKBAUwQih/ZF9xO/ggGX3Yf2w48F9Cn+nnKguDJZ2pFdBd8aqfDAGQ6ePM/F9Uc7OLaPwAmslxjpMbAWOSMgIomAFhGx7TZBLwLxgl8cR7++FVzXsUEx153m4nPj9ZsDwKJPKvAor6yoJXijAAUoEKyACVq8b4YXDN45rwpXTtqNkb33vdKiCVqMfz4rx/E+t5XSn+AC/yNd52Zagq0gS6MABTJaQET42ZDRzyArT4GABVhcxgqowGougZXEgihAAQpQoJUEgrzK4sNLYthZ5nUAt1JzuFkKUIACFEhrAbEdS2ldRVauXgHeSQEKUIACFKBABgiY03EBPi2K4cLnqvGVGdW4d1EUy3ebB7z6dwwDpx0u+PlkBy9e6OJPpzj44jCF/p30it4iHFMgrQVEkq9VEW9aKYH5M7lyHBus6DjKBiv+8IwQPjvOew98tKYCj73GfwMNDhSgAAUOINCch1ZurMS90/NtEZ1s0OIujD5MkJcXQV4kjEgkhJB/pUUTtOgoBeU4UPpzXCkFEf1pLnZ1f9qf8e7imAIUyGUBcyUtncyP4XOZgW2nAAUokOkCKrAGeOf5gRXHgihAAQrkoECrN3nxTuDp1c3/QDdfgDy1ildXbPUnlBWgAAUokOYC7FRK8yeI1aMABShAAQpQIFUCqS/X/07fz7CtFHhyZRRXv1GD05+sxk/ercGLa2MorExW5YhDBF8/SuHe0xw8c56LG45ROKGvQji4HuTkxjhFgWYKiEiiBBFvWimB+TO5chwbrGiCYMwVvK4/I4SLx3p9Xh99UoF/vM5gxQQgJyhAAQqkSGDVpircO6MAMf3x2ymvBldM3Ikx+wQtujCf06GQaz+3leN4QYuiIKI/1cWrnIj4817u3csxBSiQkwL680B/IOib5GTz2eiME2CFKUCB/Qio/dzf6LvNfqHRK3EFClCAAhRIO4GHFkexo6x51Xp4CYMVmyfItSlAAQrkhoCIpKBjKTfs2EoKUIACFKAABShwQIGY9+j+fiAyb1sMv5tXg4ufq8YXp9fgbwujWLLTX0mv2i4MnNxP4acTFV640MVfT3HwlSMVBnXWD/JGgVYWEJFEDUTEnlOYIEU9BZMrx7FBL67r2CCY689wcZEfrLhwTTn+wSsrJvw4QYHMFmDtM0FglbnS4owCRGMxdIyYoMVddYIWzRUXTbBiPGjR1Z/hynG8z3NR9jNef9TbpoqIzc1IJDlt5pkoQIHcETDnOPGUO61mSylAAQpkn4AKqkn6OBPJLq2gSmU5FKBAWgmwMjkhUFETwwOLmx5wOGNtFAu2c4+QEy8WNpICFKBAcwT0CQQ7lpoDyHUpQAEKUIACKRRg0Zkv4H+HL+JPHKBFu8pieGZ1FNe95V198Udv1+D5NVHsKU+uNPgQsQGLfzvVxf/Od3HjJAcn9RW0cZPLcIoCLSEgknxNiwj0zUsQ1B+s6OCisbDDwtUV+OfrRXaaIwpQgAIUaDmB1ZvMv4cuRFR/7dAhUm2vtDhWH0eYYEXz76FNHg9aNMHm+wQt6s9483lvaiwiJmOiAAVyWEBEIOKlHGYIruksiQIUoEArCQQWsAiBuYEDBShAAQpkvsAb66N4f1Pjgw5LKoGHljR+vcwXYwsoQAEKNFyAS/oC7FTyIZhRgAIUoAAFKECBFAj4p+Z+1qgNLNwRw58WRPH5F6rxuedr9HQNPtL3xQsxQYonHib4yUTHBi/ec5qDr41QGHqI7iCOL8ScAikWEBGI+AlSb7Dij85wcOEY2GHBqgr88w3+G2iLwVGLCXBDFKBAUmDN5krcNyMf1TVAB3ulxZ0Y11cQiYQRD1oMh0P2yrj7BC0qpT/pzWe+V56IeBMcU4ACuSnAH8Ln5vPOVlOAAlknoAJrUVN6vwLbOAuigBXgiAIUCFDgwaXRRpf20NIaFFRwh9BoOK5AAQpQIEcFzBUWc7TpbDYFKEABCjRPgGtTgAIHE/C/x/ezgy2938fz9Tn+82tiuP5t7+qLP3irBs+uisJclTG+0oBOgkuGK/z5FAfPX+DgpkkOTj1c0C4UX4I5BZovICIQEVuQSDwHRP8pJVCOA0cpmCAX829Ff3Smgwv8YMX5q8vx+JsMVgQHClCAAq0ssHpzFe63QYsxtA/X4PKJJmgxlghaNMGLjQlaFJFWbhE3TwEKtIDAvpvQ730RgYjs+xjvoQAFKECBjBFQQdWU+4OgJFkOBShAgfQQ2FAYw0NLGh60uGhHDM/pLzHSo/asBQUo0HQBrkmBlhMQEXYstRw3t0QBClCAAhSgQC4J+L8ljPl5UE1fvDOGv34UxRen1+DC56rx+3k1mLctuZGIIzjuMMGPjnbwzDQX95/h4ptHKRzZVYKqAsvJQQGR5OtHxJtWSmD+TK4cp06w4o/PcnHBaA9q3qpyPPEG/w20p7H3mPMUoAAFWl5gzRYTtFiAqmovaPGKSXswvh8aHrSo9wP6ZisuovcEOtkZjihAgZwRMD+Cj6ecaTQbSgEKUCALBVRQbQq68yuoeqVVOawMBShAgQwTeGJFFKv3JL94OFD1H27CFRkPVB4fowAFKECBbBeIgR1L2f4cs30UyGEBNp0CFKBAawuIV4FUfodfXAnMWBvDT971rr549Rs1eHJlFNtLvW2bcb8OwOeHKfz+JAczLnTxiykKZwxQ6Bg2jzJR4OACIv6LWS8q4k2bIEWBwOTKceoEK95wlovzR3l9WfNWluNfbzJYERwoQAEKpJmADVp8sQCV1TG0C1Xj8om7MKEfkJcXsf8e+oBXWhQFEb0XEK9RIuLPe7l3L8cUaEEBbqrFBUS897uItPi2uUEKUIACFAhOQAVWFPcHgVGyIApQgALpJPBgAwIRn10dxZKdXmdwOtWddclOAbaKAhTIFgGxHcrZ0hq2gwIUoAAFKEABCqSVgH+K7mctUrXlu2O4d1EUX55RjWnPVuO3c6OYsyVZA1f3RE/prfCD8QpPnufiwTMcfGeUwshDW6R63EgGCohIotYios8fABOkKBCbK8epE6z4k7NdTPODFeeurMC/3mKwIjhQgAIUSFOBT/wrLVZUmaDFGi9osW8MeZGmBS2maTNZLQpQIBUC5kpaOpkfw6eieJZJAQpQgAItI6BqbaZ5k8m+p+aVw7UpQAEKUCCtBOZujdkrJuyvUnvKAV5dcX86vJ8CFKAABQ4kwE6lA+nwMQqkVICFU4ACFKBAtguI10A/82ZacFxWDbyyLorvyuBMAAAQAElEQVSfve9dffGK12vw7xVRbC5OdiIf1kFw8VCF/zvRxcsXubh1qoOzBygckteCFeWm0lZAJPnqFRHom046h9QbrHjj2Q7OG+m9vuZ+XI5/v1UIDhSgAAUokN4Ca7dW4YEXC1BRGUPbUA0un2SutBhteNCi3ieY/YNppYiYjGlfAd5DgewTMO93nUT4vs++J5ctogAFckkgsIBF7g9y6WXDtlKAArkm8ODiGhRV1t/qh5fUoLSq/sdy8162mgIUoAAFGiogIhCRhi7O5ShAAQpQgAIUoAAFGirgxW0hXX4gsnJPDA8sieJrL9XgM09X41dzopi5OYaoX09zSDixl+Ca8Qr/PsfFI2c5+N5oB6O7pfOxYkOfDC7XWAGR5PMuIvqcATrpHFJvsOJPz3Zx7kjY4UMTrPg2r6xoMTiiAAUokAECJmjx/pcKUFYRRRvXC1o8ul9sn6DFcCgE13XgOg6Uo5MSKKX0nkGgdxUwg4iZFjPJRAEKZLGAOceJpyxuJptGAQqklQArkwoBFVShMd25pG9BFcdyKEABClAgjQQKK4EHFkf3qdH8bTG8uI6f/vvA8A4KUIACFDi4gD6BYMfSwZlydgk2nAIUoAAFKECB5gn439WL+BPNKy3Qtat098Ib66P4xcwanPlUNb73ag0eXx7FhsJk/0KvdoILhwh+c4KDVy52ccexDs4dJDi0Tfq1J1AcFgaR5HMs4k2LCMyfMsEpjlPn30D/7DMuzvGvrDjn43L8h8GKfBVRgAIUyCwBXdt1W6vwoAlarIyhjRvF5ZN24pjDY3WCFkMhFwxa1Fi8UYACENFHhn4iBwUoQAEKZK6ACqzqAugbOFCAAhSgQHoLNLV2M9ZGMW9b8ssDU85DS/S3DGaCiQIUoAAFKNBYAXYqNVaMy1OAAhSgAAUoQIGGC8QAs3Dds3hzT/qlTwpieHhpFN98xQtgvH12FO9sjKK6VpfDhJ6CK8c6ePwzDv5xtovLxyiM687e6PR7NptXI5HkcyriTZsgRdHfPJhcOU6dYMWbznHxmaO8V/mcFWX4L4MVm/cEcG0KUIACrSiwbls1HpiRj9KKGPLcKL4/cQcm9tfTkQjyImFEdGps0KKI3oPo1IrN4qYpQIFUCPCH8KlQZZkZLsDqUyATBVRglfb6BQIrjgVRgAIUoED6CTxYK0DxyZVRfLyHH/7p9yyxRhSgAAUyR8BcYTFzalunppyhAAUoQAEKUIAC6S0gXvX8zJvJgHFUdzO8vSGK2z6I4uynq/Gtl6vx6NIo1hXoB/z6d28LTBus8Kvjvasv3qXz84co9ND3+4swy0ABkeSrVUSgbzBBinrK5spx6gQr/vwcF2eP8F4Xs5eX4b/vFGdgq1llClAgAwRYxRYU+HR7NR54sQAlFVHkuTEbtDjJD1qMhMMw6UBBi0qU3X+YKouIyWwSSU7bOziiAAUyW0C/p0VEv98ls9vB2lOAAhTIcQEVVPv1PiGoolgOBZolICL2AEWEuUgmGrDOIulrsDof+NfHMWwvFzy8NMb3Who/VyLp+zoSYd1EGm/QrJ0jV6ZAmgqIeO+FNK0eq0UBClCAAhSgQEoFWHhKBWJe6TE/9+Yyb7y+CPjH8ii+82oNTn+yGr+cVYM3NsRQUZNsy9jugu+PVnjsbBdPfMbBVeMUju4pyQU4lfYCIsnnS0R0fxN00jkEJmhROc4+wYpn+cGKHywvx5PvMlgRHChAAQpkicD67VV48MVCFJdHEXFM0OJOTB4QQ5u8CMxVFusPWlR2fyHi7Tt0ZjVExOYcUYAC2SVgfgQfT9nVsmxuDdtGAQpQYF8Bte9dTbsn0zu/mtZqrkUBClAg9wTMv4F+aEkNqmr9a6bcU2CLKUABCqS5QEZULwZ2LGXEE8VKUoACFKAABSiQiQL+9/PZ9j39e5ti+NXsGpz7TDW+/lI1HlwSxepa//2haxvBOQMVbj/Wu/rib05wcNEQhd7tfZBMfC6zvM4iyedGRKBvOukcYoNPlOPUCVa8+VwX8WDFWcvL8dS7ReBAgZwWYOMpkIUCXtBiAYrLYgg7UXz/mJ2YMvBAQYsulOMFLSql9B5E70fEgxHxJ7xZjilAgSwQEBGIeCkLmsMmUIACFMhZARVYyyWwklgQBfYrICKJAxCR+qfjK4vU/7hI8+4X4foiNBDJbYM31+Og70WR3DYSYftFaCDSPAPUGkQOXFatRTlJgQwR8F7TGVJZVpMCFKAABXJQgE2mQEYL+FdW9LOMbsr+Kr+pGPjXiii+/7p39cWfv1+D1z6Noaw6ucboboLvjlZ4+EwH/znXwbXjHUzqJckFONWqAiLJ50JEdF8TdNI5BErp5Dh1ghV/oZ/DM4/0XtUzl5XhaQYrggMFKECBbBXYsKMaD7yUj6LSKEJOFJcdvQNTBkQPcKXFAwctiki2UrFdFMg9AXMlLZ3Mj+GDajzLoQAFKECBlhdQgW3S6ycIrDgWlNsCIgKRfVNcRWTfx0S8+2xnlu7Q0rO6DDAJDfha4GuArwG+BjL1NZDcp4nen9Wf4A8iB37cXyxdMtaDAlaAnUqWgSMKUIACFKAABSgQvIB4RfqZN5Pl4w+2xPDrD2sw7dlqXDqjBvctimLF7mSndeeI4KwBgl9O9a6+ePeJDj57hMJhHbJLaUTXzGiPSLKeIpI854XUG6x4y3kOzjgSdpi5tAzPvFdspzlKewFWkAIUoECTBTbuqMaDLxWg0AYtxuyVFqcOPFjQogPHMVdbVHqPYvYv3uZFzLR4MxxTgAKZLaDfz9BJhO/pzH4iWXsKUCDXBVRQANwfBCXZ3HIyc30R0ccVybR3K0SSj4mIfdhktVMiqANS50+JPjFhAh34OuBrgK8BvgYy5zVQd08miO/jTF573wc9iOil/aRn97mJJB8XkX0e5x0UaE0BEYGItGYVuG0KUIACGSzAqlOAAhQ4gIAfp5erPxDZWhrDf1dGcdUb3tUXb3yvBi+ti6G0yofRdEcdKvj2SIUHz3Dw1HkufjhBYWpv0X1oyOjh6vEKgzqndxNEkucAImLPCXQGPeWd/+51ZcVfTnNx+nCvTTOXleOZ9xms6GlwTAEKUCD7BTbu9IMWS6JwnRguO2YXjh1U/7+HDoVcvYwDUcrbn5hcFEQ8JxHR08nk3csxBTJBgHWsLRDzr65o8tr3c5oCFKAABTJLQAVVXb1fQLK7J6hSWU62CogkTwhEZJ9mikjipEHVulqimVb6MS/pEw59omECcBzlwOQmOaZDyybl/4pKbO443jxzOvA1wNcAXwN8DRz0NdCK+wylau+3HL0PcxL7OLOfq5tEP6aTXkfvHmHWNUkkuR/FXoNI8jER2etRzlKgBQX0CYTpVDKpBbfKTVGAAhSgAAUoQIHcEPAP9UX8idxo9X5bOXdrDHfPrcH5/6vBJdNr8PeFNVi6M9mb3SEMnN5f4eYpDl66yMUfTnbwhWEKh3fcb5Fp+0D/joKbJzvo3T49n3uRZL1ERPcBw0sQ75zW9OsqBdd1EHJd3DrNxWnDvOfqfXtlxSIEOrAwClCAAhRIe4FNJmjx5QLkF9fAVVF87+jt9QYtmv1GPGhR+f27IqL7TxV0BjOIiMlsEklO2zs4ogAFMkJARPR72ksZUWFWkgIUoAAF6hVQ9d7blDsF0DccbODjFBCp+0oREYjsnaDvg+2kEog9mYgHaDiOA8c/0TC56bxSZl53Yjl1kgsz74a8PD5t5plc0IAGfA3wNcDXQPq8Bpxa+y/zvHjzyf2XN+/A7O9cs6zZ7/lJ6S9y4vtIk9v9ph/AqHevENH31ErYaxCRve7hLAVaSEC/9kT4+mshbW6GAq0iwI1SgAIUoEArCsS8bfuZN8OxFdhZFsPTq2O49i3v6os/fqcGL3wSRWGlfdiOhncRfOMohftOd/HsNBc/PsbB8YcphBQyYujZzgQtKnSOpNfxtkiyPiKiz1ehk84hUPo8VjkOHKVgzntN0Mlt2v5UP1jxvSVleJZXVgQHClCAArkqYIIWH3q5EPnFUbgKuOzo7Zg6KIq2bfKQlxdBXiQCE6xo9h9mP+I6LkTvWxxHQcTb1+jM8omIzTkKToAlUaBFBfhD+Bbl5sYoQAEKpEpABVYwe78Co8zGgkTEOyHQuWmfSHJeT+rHYJPSM15SiSBFczJhkjnBUPrEwiTHdeGYgA2THAf2BMTPzbRJ4ZCLcChkHzO5SeZ+Jtea0IEOfA1k9GuA72O9H8im17DZR8WTaZeZDul9nJmOJ9ffzzk6T+wDXW9/qPT+0amVTOCioxx/XypQSux+Vu9m9bTS02ZeEB9EZJ/74o8xp0AqBXh1xVTqsmwKUIACFKAABXJaQLzW+5k3w3G9Agu2x/DH+VFc/Fw1Pvd8Nf68oAaLdiQ7u9uGgFP6CX42SWH6hS7+fIqDLw1XGNi5RXTrrfP+7rxlqpN4aEAnL2gx4qRHPUWS9RARfQ4KnXQO0eepOjlOnWDF2893cUo8WHFxGf43sxgcKEABClAgtwU276rGQy8XYE9RVO8zgMuP2YGpg6rRJi+CSCSMSDgME7Ro+1b1d4S1gxaVUnqPo/c74hmK+BPeLMcUoEAmCej3r4hARDKp1qwrBShAgYMJ5NzjKqgWc38QlGR2lSMidQ4WRLx5nen74SWIDahwTGCFUnAcL7muAy8gw4Wy9zmIB23Ec3PSEQ6HYFJE5yaFQ64+KQnpFNYnKSG0axvWyeRM7XQPKxNfB3wN8DXA10A6vQbMvips91kR3aFmkvk1sMm9FILZr5lkOt3Cel9nkx+QH98fmtzV+7/4ftPmdt+p7H5VibL7WpMLgPh+WNlARtHzgvggInXm4/czp0AqBET4ekuFK8tsqACXowAFKEABCmSxQMxrW8zPvTmODyaQXwE8tyaGH77tXX3R5P9bHcXu8uSaQw8RfHWEwt9PdfDcBS5+MtHBSX0FeU5ymdaaGt9D6mx6xKFe0GKdO1thRiRZLxHR55zQSecQmPNS5ThwlIKr+4PN+e0d54dw8hHei/ddE6w4i8GK4EABClCAAlYgHrS4u6hG93eaoMVdOHZQjf4+MGKvtBjRfawmaNHsT0zuBS0KHN1XqvS+xu59BHYQEYiIneaIAhTIHAHzI/h4ypxas6YUoAAFKLC3gNr7jqbOs/OrqXLZt56I2AN8EbGNE5HEvJ7U04C+R59IKC/pEwSlxHZOObpTSjkOTO7o3FxNyqRwKGSDEsNhnYdcdOyg0KuHg4H9YjhyaBRjR1Rh4rgKHDuxDCdNKcUpxxXhtOMLcOpxhTh5aoG+j+mkKTSgQQu+Bvh64+cOXwMNfA3k45Rj8/X+Kl/vrwpx/KQiTJlQjKPHlmHsyEq9j6vGwMNj6NNLoXNHB3mRsE0R3fFmUljvE23S+0fbCee6Nrjf7DvtvlTvV81ViZWj/E45s79V3v5XlN0fJ/bNekJE76F1gh5EktN6ljcKpEAgBnYsrSuVdQAAEABJREFUpYCVRVKAAhSgAAUoQAEjIGYE6MN6pHTI8sLNlRb/sjCKL7xQjYv+V43fz4ti/jYvkM403QQpmmBFE7Roghf/dqqLS0coDDnEfwLMQi2YwmrfjU3oKfjppHoe2HfRlNwjkrQQEfuaFNE5BLZP2HHgKAVXn7+a89o7zndw0hFRmOGdxaV4jsGKhoKJAhSgAAVqCWzZ7V1pcVdRjd6bxPD9o3fg2IHViaDFvEgEJljR7FdMzqDFWnicpEAWCIjoY0k/ZUFz2AQKZI4Aa0qBgAVUYOVJYCWxoAwVEBGISKL2IpKY15NeB5T4QRK6E0opgWMCKHRnlAmmcHRuAizsCYTrJgIUux3qYODhwOgR1Zh6dDlOO6EEJ04uwYRRxThyaBkG9C1Drx4V6NK5Cu3bViMSqYHrxPS2wYECFKAABSiQEQJmP+k4UUTCNWin92WHdKxE967l6Nu7FEMHFmPU8EJMHp+PE6fswcRxxRg5vAKDDo+ih95HRnQHnLnCsAlgNGnvAMb4vtXsZx29f1Vm36uTtx92EsGLSldC36yXSO19uDctIvYxjigQnIDo4zUJrrgsLIlNogAFKEABClCAAk0WiHlr+pk3w3GzBIqqgBlro7jhXe/qi9e8WYOnVkWxoyxZ7KDOwJeHK/zlFAfTL3Txs0kKp/RTaBtKLpOqqe+NcfZb9AmHKVw3Xu338VQ9IJI83hcRffwPnXQOgTknVY4DRymYYMWw6+LOCxycdATs8PaiMjw/q8ROc0QBClAg2wXYvsYLbN1dg4dfKsCuwij0LgaXT9yJ4wZV26DFiP3Rd6TRQYsieh+lU+NrwzUoQIEWFTBX0tLJ/Bi+RbfLjVGAAhSgQKACKrDS2PsVGGWmFSRS9wBexJvXmT1JMAEQ5l9Q2qQEySBFB27IRTyQIuxfRbFHN4XhQ2KYOLYSp59QginjSzBiaBkO61mBTh2q9fJ1X2yVFTEUF0Sxe0cNtm6qwoa1VVi3shJrlldg1ZIKrFxcjhWLK7BiERMNEq8Bvh74fuBrgK+BtHgNfKz3UauWVmD18kqsXVWJjZ9UYuvGKuzaXo0ivW+rqIii9qAkhvZtq9CzWxkG9S/C2JH5OGnKbkwYVYIjBun7eyiYDjmT8nTHnAlgNMGM4XAIZj8b/1GAq78IcnRSjrL7ZaX3z0opL3hRT8f34SKi9+WSqIKI1JlPPMAJCjRRgJ1KTYTjahSgAAUoQAEKNFQgd5cTr+l+5s1wHKjAsl0x3PNRFF+aXo1pz1bj/+ZGMWdLst8ypHvejz9M4cfHKDw7zcW9pzv4+lEKw7oEWo1EYRN6JCbrnThzgML3xuhK1fto8HeKJF99IqLPJaGTziH7BCtGdB/xnRc6OHEo7PDWR2V44YNiO80RBShAAQpQYH8CW/fU4KGXCrCjoMYu8v1jduL4gwQtJvtDvb5QvYuy64qIzc1IJDlt5pkoQIE0EzDvUZ1E+F5Ns2emtavD7VOAAhkmEFgPBfcHGfbMB1RdkeSBgIhAxCTYTieB+IEPyguGcHTuunWCFE3gRNu2IfTvC4wfVY3TjivBpHGlGNy/HId2qYK5UiL8oawkip3bqvHp6kosX1iG+TNL8f5rJZj9VgkWfFCKpfPLbIDiupUV2LC2EpvXV8EEMG7bXI0dm6uwYwsTDfga4GuArwG+BtLrNbBd76NMgOKW9ZU2WNEELZoAxmULyrFQ79vmvKX3da8WY957pTD3mYB88xyWFicDGUVi6NSxEv36lGDUsD04fuIejB1RhsMPi6FDexeRSKTWv5EO6flw4tfF5kcDjuvA0fvneGedoxy7/7b78UTwop7T+3h/lwwRiU8yz2mB5jdeRPh6aj4jS6AABShAAQpQgAL7Cvhxc/yByL40qbinrBp4eV0UP3u/Bqc/WY0rXq/Bfz6OYUuJ/0TojfbvKPjiMIU/nuzipYsc3DzZwen9FTqE9IMB3Pp1kIOWcuFgha+OUAddrrkLiCTrIiL6mB866Rxi+42V48BRCq4+H80Lh3DHBS5OGAI7vPVRKabPZrCixeCIAmkjwIpQIH0FtuVX4+FXChNBi5cdsxMnDK7Z75UWHdP3ab6v1EnE2zfpzDZQRGzOEQUokN4C5hwnntK7pqwdBShAAQocSEAd6MHGPBbTfS/61phVuGwGC4gIRMS2QETstM5sh5Oeg0mO6XjSB/yO7ngyyQQnxlMk7KJ/X8HRo6tw2nHmX12WoVf3SoRCyVdRwZ4arF9ThaXzyjHrzRLMfa8UyxeW6/sqsXNbDUqKoojWJJe3lcmWEdtBAQpQgAIU8AWiUaC0JGqvumgC8s3Vcue9X4qZrxVj8dxyrFtdifxdNTDLmVUcJ4ouncswZEABJo/fhbFHFaNfnyjatQvbYEVztcVIWE/rL4XCJoVCMIGLJim93zbJ0bnjODZwMX6FZLOfF9F7eJ3MdkSS02aeiQKNFtAnEOxYarQaV6AABShAgWwTYHsokCoB8QoW8Se8WY5bSGDlnhjuX1yDr75Yg3OersZdc6KYtVmf3PnbV/p5mdpH8MMJCk9Nc/HAGQ6+NdLBiENT/3x9abjCZ49I3XZEkmWLCPRNJ51DbN+xchwbrBgKuWgbCeOOCxycMMTr433TBiuWgAMFKEABClCgMQLb91Tj4ZcLsD3fu9Li947egROH1A1aNP2g9jtKvf+pHbSolNJ7KIHZX5ltiojJ9LyX2xmOKECBtBIQEfseFZG0qtdBK8MFKEABClCgjoCqM9ecGb0/0LfmlMB1M0BAROwBgKmqiDetM9vZpOdgkglwcBwFpZMJVDQBECaZTqjuutNtzJHVOO2EMowaXoYe3apg1jfllZdG7VURly4ow/uvFmPRnDJ8uroCu3dWo7rS67QyyzFRgAIUoAAFKADU6P63/F3V2LCmEovnltkAxiXzyrBxXRVqX4Gxc8dyDO6fj8njduCooWXo2U2QlxexwYuRcAiRWsGLIdcLXjT7b7MfV0pgkyiYfbyZNvttET2nE/QgkpzWs2l1Y2XSXICvnTR/glg9ClCAAhSgAAUyWsDvSvOzjG5Kple+Mgq8vj6Km2dG7dUXL3utGo+viGJjUfLZ6dtB8LkjBL870cErF7v45VQHZw0QdI5Ig5p/q16+QQv6C317pINzBip/LrhMJFlfEYG+6aRzCMz5pHIcG6zoug7ywi5uv0Dh+MGew5sLSzFjNoMVwaFJAlyJAhSgwPb8GnhBi9UW47sTduCkWkGLpg80rPtCQ64L832loxyI7vt09HeZSim9p9L7K7GrQsSbEPFy716OKUCBtBHgD+HT5qlgRShAAQo0R0A1Z+U663r9CnXu4kz2CIhI7QP0WtOAfsQmc0BvD+wdBRPoYIMU/QP/Af0Exx5dgUnjSnFY70q4ju6pg3fFKHO1qIUflOLDd0uxZnkFdm+vSVwlSi/CGwUoQAEKUIACDRDQ5+jYs7MGaz+ugLkC4/yZpfbqiyWF3j5XJIZDu5ZgxNBdGD9yDwb0rUa7tl7gYjgShhe8GEK8487sx83+XDkOVLzzTpS/z9d7fwFExCboQUT0mDcKNE7AXGGxcWtwaQpQgAIUaGEBbo4CFMhUAf/w3M8ytRVZWe81+cDDS6L4xss1OOupGtzxQQ3e3Rir09ZJvQTXjnfwn3MdPHymi++MVhjVbf/P5vge+3+sTsG1Zq4ap3ByP1XrnuZNiiTrICL6XBE66RwCc06pHCcRrNgm4uDOCxwcN8hr9xsLyzBjTgk4UIACFKAABZojsKOgBg+9XIite2psMd+xQYvViX8PHQmHE32fJmjRdVxIvN9TKb3H0vstsatCxJsQkcS09wjHFMhagcxpmP++FJHMqTNrSgEKUIAC+wiofe5p4h3cHzQRLs1XE5E6B+IiYmtsMqUP4r1/E6ng+EGKJrDBBDiYXyi1aeti2OAoTj2uDCOHlaFTR+9XTdGaGLZurLJXUJz3XinWraxEUYEXTGEL54gCFKAABSiQEwKpbWRJURTm6ovzZ5XC/DBg06dVqKryttm2TSUOPywfR4/ejqEDKtCpQwiRSMR22JnAxXAoZKfN/tzs183+XTkO7L5fKUj8T7zyRLwJEYGIl7xHOKbAgQVE+Ho5sBAfpQAFKEABClCAAk0U8OLAYH7Y1MQSuFoLCNToJ+itjTHc+kGNvfrit1+pxmPLolhX6D+Bug692wMXD1H47Qne1RdvP1bZqyN2baMf9G+u8icamd1wjMLk3k1cuda2RCQxJyL6vBA66RzinUfq80lHKZgrK7aNuPjVhSEcGw9WXFCKF+cUI7sHto4CFKAABVpKYGdBDR55pQBbd8eDFnfi5KEHDlpU5jtOnZTeV5nvPfWuzFZXRGxuRiLJaTPPRAEKtJ6A+RF8PLVeLbhlClCAAhRorkDzeyP8Gui+FX8qDTJWIRABkeTBt4hAxCR4nUyiYA7a6wtUbNfWxZFDojhlaimGDKhAJBy19SkqrMHq5RWY9UYJVi2tQIH/Cyf7IEcUoAAFKEABCqRMwPww4JMVFfjgjWJ8vLg8sQ92nCh6di/A+JFbMXRAKTp3CiNirrZoUjiE+gIXHdexP1SId+ApJfoYATqZXBAfRJLT8fuYU6CuQEx/ge6luvdzjgIUoEAjBLgoBShAAQrUL+AfjvOwvH6edL3300LYgMXvvOIFMN46qwZvboihJpqs8dE9FczVEZ/4jIvHznbxt1Od5INNmLp5smD0Aa7eeLAiRfwXm15QRPS5IXTSOQTmfFE5DswP4cyVrNq3CeHOCx1MHegFZL4+vxQvflgCDhSgAAUoQIEgBUzQ4sOv5GPLLu9CKt8evxOnHCBo0VEOlKPq9HnqXZqtkojYnKM0EGAVKOALiAhEvOTfxYwCFKAABTJQQAVWZwmsJBaUBgIiySdURPROH16C2EBFpcQ7cNcH8LbDyXVhrsg0fEgUJ00txaD+Fbojyut4Mv/ieem8ciycVYYt66v4757BgQIUoEBmCLCW2SmwfXO1vcrxojll2LHV67QzLe3RrQhjR2zB4AHlaN8uhLy8CGzwYq3ARbPPN8l04NmkjwfMDxhs0tP6kAEiYoqzSSQ5be/giAJ1BKTO66XOQ5yhAAUoQAEKUIACFGiegNctBz9rXllcu9UE3t0Uw52za3DW09X2X0g/tCQK8y+l4xXq0RYY2Fnis03KlQh+MdnB0C6NL0ckuY6I6ON76KRzCEz/sXIc3Uesk+ugXRsXd15gghVhh9fml+KluSV2miMKUIACFKBA0AK7CqN45NVCbPaDFr81fidOPWL/V1p0/KBFpUTvw5Tekwn0rg1mEBGT6XkvtzMcUYACrSdgrqSlk7nKYutVglumAAUokJkC6VRrFVhl2PsVGGVrFiQiiQNuEW9aZ9BTfqCi9wsjx3Xh6A6nkBuC+XXswMOBk6eWYnCtQMWd26rx0ewyLF1Qht07kwERrdk+bpsCFKAABShAAXB6pZMAABAASURBVE/AXOl4xUflmDezFNs2VXl36nHPQwsw9qht6H9YBdq2ydsncNHs983+3wQumuOBup14+ohBABGxCXoQSU7rWd4oUEeAnUp1ODiTnQJsFQUoQAEKUKB1BMTbrJ95MxxntMDGohieWBHFZa9V4/Qnq3Hz+zV4/dMYgniO24WBmyc7OKxDw0sTSS4rItA3nXQOgT1P1H3H5rzRdR20N8GK5zuYPCAGM7w6vwQvM1jRUDBRgAIUoEAKBXYV1uCRVwqxaafX9/nNcSZosQptEj/UDiMc1t9z6u88TZ+noxwoR0E1LWgxhS1h0RSgQB0B78ATIlLnbs5QgAIUoEBmCaigqsv9QVCSrVeOSHKnLiJ6Jw8vQfTBuYJjDtL9ZDqbzMF7z+6CqRMqMGJoGSKRKMywa3s1Fs4uw/KF5SjMrzF3MVGAAhRIgQCLpAAFghAoLYpi5ZIKzJ9Ziu2bvc47R0XRp+cejBy+HT0OrUl24kUiiIR1R17ItT9YMMcDjv7yyXTk2eMEUfYHDvowAl6SRBVFktOJOzmR8wIiol8rkvMOBKAABShAAQpQgAKBC8S8ErPjByJeWziuKzBrSwx3fRhc32u3NoC50mJXndfd0r5zIsljeBHRx/TQSecQ2CAPx4E5X3T1+WKHNiHcUStY8ZV5JXhlbik4UIACFKAABVpCYHdRDR59tQibdlTbzX1z3C6c1oArLdq+TqX0nk2gd3V2XRGpk9sZjihAgRYXMOc48dTiG+cGKUCBFAuw+FwSUEE1NqY7wfQtqOJYTgsLiHgH2WazIpI4+Db/4tHRHUzK/JpI56ajKeS6yMtzMHp4NY4ZU4rOnbyD/KKCGiydX45lC8pRxEBFcKAABShAAQpkkkBJURQfL66w/y56z07vS682kUoM7r8DQwcWolPHUCJwMRwxQYshP2jRtV9EKcfxvphS8aBFsccTIpJgEElOJ+7kRO4K6BMIdiylwdPPKlCAAhSgAAUokJ0C/qG3iD+Rna3M+VbdfqwTqEG/jsDPJzto4+6/WJHka0pEEud9eso7J9TnhqYP2QtWdHDH+SpxZUUTqPjqPAYr7l+Xj1CAAhRIoUAOF22CFh95rQAb/aDFb4zbidOHVSf6Ou0PtOu50qJjLuKi+zrNPk7v8qygiCRyEW/a3sERBSjQYgIioo9BvdRiG+WGKEABClAgcAEVWIkC6Bs4ZJ6ASPKZExHoG/TYXiFJKT2lk7l6kuloMldV7NtbcMLEMvTtU2kbW10Vw+rllVj4QRl2+wf79gGOKJDjAmw+BShAgUwUKNhTgyXzyrBycTkqyryfoxzSqQhHDtmMPr0qbUdeXiSMiEm6Iy8ccuG6jg1adHQu5rhBd+aJOZrQBxX6BhFJUIhInfnEA5zIPQG+FnLvOWeLKUABClCAAlkqkJbN8g7l4WdpWUVWqvkC43tI8wvZq4ThXQQ3T6k/EFIkuT0R0ed20EnnEJh+ZOU49tzQnCN2auvizgtcTBrgvQpfnleCV+eXgAMFKEABClCgNQT2FEXxyKsF2LDD+w8zXx+7E2cM3zdoMRwKJX6krXQfpwladBzHfmeqd3226iJiczMSSU6beSYKUKAFBPhD+BZA5ib2J8D7KUCB4ARUYEV5/Q6BFceCUi8gIhCRxIZERM/DHnQrpeA4CspxbCeTvapixMXoEdUYM6IUeXlRu97WTVWY+14ptqz3ghftnRxRgAIUoAAFKJDxAts2V+t9fAk2fep14pl/E9231w4MGbAHHduHbOCiCVo0V1s0v0I2P2owP24wSeLHEaKPJXTShxj6GENsisOISHySeQ4LmCssHqT5fJgCFKAABShAAQpQoCkC/uG2nzWlBK6TAQIqRU/wuO5ir7RYm0AkuTER0ed30EnnEChdEeU4th/ZBCt2bufijgsUJvb3vjR4eW4JXuOVFcGBAhQ4oAAfpEDKBfKLo3j0laJE0OLXxuzEGcOq0LZNnv7eM4J4H6cJWjT7M0c5UOa7UrOfU0rv8QR6F2jrKSI254gCFGgFAf3+ExH9fpRW2Dg3SQEKUIACQQmooArS+4SgimI5LSAgktyBi4jdoStzwC0KSik/WFHZTiYTgNCjm2DqMaXo28sLTCwvi9p//bxqSQWqKr2OJ3DIMAFWlwIUoAAFKHBggWgU+GRFBRZ9WIbiIj2jF+/UoQjDB21Bj241NmixTV4E4XBId+iFYDrzzHGDCVpUjuMdT+jjCiUKSh9n6EMOe8yhi7E3EbE5R7krICJ1XhO5K8GWU4ACFKAABVIpwLJzUsDvrov5eU4aZHmjrxjrpLSFx/YRXH+0tw0RSWxLRPQxPHTSOcQ779Pnf+Y80AR3HNI+hDvOd3DM4bDDSx+W4LX5pXaaIwpQgAIUoEBrC+SX1OCRV4vw6fZqW5Wvjd1lgxZNH2ee7ueMhMP2CovJfk4XylEwfZtKKb3n0/s/satCxJsQ8XLvXo4pQIFUC5gfwcdTqreVeeWzxhSgAAUyR0AFVVV2fgUlmfpyRJIHziKiD6hhD7QF4uVK545CyA3ZAIShA6I4Zkwp2rf1AhW2bqzGvPfLsMs/mAcHClCAAhSgAAWyWqBgdw0WzCzFxnXeDxcctwqH99mCfoeVoE1enk4RfcwQhrnaYjjxb1McmM48MccVOpnjDBE9FkBEj+ANIslp754MG7O6zRCIgR1LzeDjqhSgAAUoQAEKUOBAAv5hNg+3D4SU2Y+l4t9B7y0yqBPw3dFO4m4R0edz0EnnEBusaK6wnwhWNFdWPF/h6MO9SNkX55Tg9QUMVgSH7BBgKyhAgawRKCiuwaOvFuDTbd5/lvnqmJ04c1il7ePcO2jRBOO7jgvTz+no704Vgxaz5nXAhmSugIg+FvVT5raCNacABShAARUYgQRWEgtKoYBI8okSEegb9Bjmykf2QNtx7FUVTSdTyHUwZkQlhg4qtzWK1sTw8eJyrFpaDjNt70zhiEVTgAIUoAAFKJBeAms/rrRXWK6s8L586nbILgw+fDs6tA95HXqRMML2aothxK+0aI4plOPYL7LM8YaYIw8BRPQI3iCSnPbu4Tg3BKTO6yA32sxWUoACFKBAfQK8jwIUSIFAzCvTz7wZjrNKoE/74JuzR3cDv7E+it/OjeLL06tx2etR3LsoajckYo7fYY/h9ZQ9xxOlvL5k3Y/cpb2LOy90MKGf96p78cMSvLGQwYrgQAEKUIACaSlQWBLFo68WYt1WL2jx0jG7cOYRFV4f515XWjRBi45yGLSYls8kK5VpAoHU11xJSyfzY/hAymMhFKAABSjQKgIqsK16/RCBFceCghcQkUShIqI7lwA9hvk1kDJXPlIq0cF0SCcXU48pR+8e3pWUCvdEsWBWGbZv9i6RDg4UoAAFKEABCmSCQOB1NFdYXjCrFLu319iy27crxuD+m9H1kJjXoReJ+EGLIZirLZoOvXjQotLHG+a4wxx/6EMRiIgtw4xEktNmnik3BNiplBvPM1tJAQpQgAIUoEArCPiH137WChXgJjNFYMH2GB5YEsUVr9fg8y9U41dzonhlXRQ7ypOvHhHR52/QSeeQfYIVu3ZwcOcFDsb39b4kmDGnBG/wyopo4YGbowAFKECBRgoUlkbx6GuFWBsPWhy7G2cNq/D6OPcKWjQ/znYaGLQoIo2sCRenAAUaJWDeYzqJ8L3WKDcuTAEKUCDNBAILWMy9/UGaPZMHqY5IcoctItA36HEiWFE5TiJYsVcPhUnjStGxvRecuGVDFT6aU4rSEu/XtAfZFB+mAAUoQAEKUCDLBcwVFpcuKMOGT7wfNoTcCgzouxE9Dq2E+bcpefZKi2GEwsmgRUcpKMeB8oMW7dUWBRDRI3iDSHLau4fjbBcQkTqvgWxvL9tHAQpkqgDrTQEKUCADBby4MfAHIhn43DWgynce5zRgqfoXWVcQw9OrY7jp/Rqc+0w1fvxODf69IoqVe/wXjV5NRPTYu4mIPmaHTjqH7BOseGgHF3ec72KcH6w4fXYJ3uSVFcGBAhSgAAUyQ6Bor6DFr4zZjbOH6z7OSBgRk8K6jzPk2h9mm6DFhvx76MxoOWtZvwDvzQQBc44TT5lQX9aRAhSgAAXqF1D13934e2O6P0PfGr8i10i5gIgktiEi0DfoMcwVjhxHwXEdG6xoDrT7HxbDhFElCIWidp1PVlRi9bIKO80RBShAAQpQIHABFpjRAutWVWLlkvhxQgy9e2xGnx4liaDFSDiEkE7mSovmOKP2lRZFBAxaRG4P+gSCHUu5/RJg6ylAAQpQgAIUSKGAeGWL+BPeLMdZIjC+R8Of14KKGN7cEMPdc2vwlRnV+M6rNfj7whrM3hJDRc2+ICLJskUE+qaTziH7BCt26+jijgtUIljxhQ+K8dZH+/k30OBAAQpQgAIUSE+BYhO0+GoBPtni/Tj7y6N34Zwjq9C2TV6in9P0bYZDLlz7naoLZb5f1UkppfeQej8pXttEvAkRL/fu5ZgCFAhSQEQg4qUgy2VZFKAABSgQkEADi1ENXO7giwmgb+CQXgIiyWdFRKBvNjjAHEA7jvIOqJVjD7AH94/iqGFltgH6+2Ms/6gcmz71Ds7tnRxRgAIUoAAFKECBvQS2barCog/LUKW/BDMPdeu6DYf1KkQb3aHXJi8Cc7VFr0MvZI83vKBF5X3RpQ9MGLRo1HI06edfRHK08Ww2BYIVYGkUoAAFKECBfQT8X5b72T4P847sFvhoRwwPLYniqjeq8dnna3Dn7Bq8tC6GbaUHbrdI8vhcRGxfsojOId45nFL2h+8mWKN7Jxd3nK8w9jDYwQQrvr3I61u2d3BEAQpQgAIUyCCB4rIYHn2tCGs2V9laf2n0LnzmyEqY/s1IJOL3cYbQ2kGLtnIcUSDXBWIxeyV582P4XKdg+ylAAQpkskBwAYvs/Uq714GIJOokItC3fYIVzaXLTRDBEYNqcMQgr0OpoiKKRXPKsHOr9y+hE4VwggIUoEDuCbDFFKBAAwQKdtfgow/LUFIctUt36bQDfXvtgQlaNAGLeXkRmOONcChkc3P8IUrsF15Kf+HFoEXk7MBOpZx96tlwClCAAhSgAAVSLSDeBvzMm+H4QAIZ89hV4/bt0l9fCDy7OoqbZ0Zx3rPVuP7tGjyxIooVuxveLJHkq0VEbF+yiM4h3rmb4ySCFXuYYMVpCmP8YMXnPygBgxXBgQIUoAAFMlygpCyKf7xWiDVb/KDFUbtwzohKNDRoMd7HaRhExGQQ8XI7wxEFKBCMgH5fiQjfX8FoshQK5KIA25wmAvv2bjSxYnqf0MQ1uVoqBETEFisidmets0SwolIC5SjdweTaKx0dMagag/uXwwylJVEsnluOwvx6/h+IWYCJAhSgAAUoQAEK1CNQZo4hPixD4R7vGKJTh504rOcuxIMWI+GwDVYMua7NTdCiOR4xxyUi+ngFOgkgokfwBpHktHcPx9kmICJ1nvNsax/bExcrJikkAAAQAElEQVRgTgEKUIACFKBAiwv4Py6P+XmLb58bTJnA+B6Cwkrg7Q1R/H5eFF99sQbfeqUaf10YxazNUZQ34TfoIpKor4joY3TopHNIIljRUcr2JffsFMId5zsYHQ9WnFWCdxYd5NKN4EABClCAArkhkPmtLC6P4rFXCxG/0uIlI3fhnHqvtBiy+8V4H6ejv3cV8fadOrMQIlIntzMcUYACzRYwP4KPp2YXxgIoQAEKUKDVBAILWGTnV6s9h/tsWKTuAbCZFd25JCJQfrCioxx7IH3EoBoMOtwLViwuimLJ3DKU+VdHAgcKUCD9BVhDClCAAmkkUFUZw+J55cjf5QUtdmy/C3167EKe+bcpeeZfp3hXWqwvaFEpZY5WoA9XdJJEq0SS04k7OZElAjH+644seSbZDApQgAIUoAAFWkCgsZvwD6N5ON1YuPRf/q45UVz8XDVunx3FjLVRbClpXlSqiP9i0U0XEX0+Bp10DtknWLFXZxOsqDCqj7fN52YV453FDFYEBwpQgAIUyCqBEhO0+FoBVm+qtO26ZNQunLvPlRZdhEOu/a61dtCi4zh6D6r3o2JXhYg3IeLl3r0cU4ACzREQEfveEpHmFMN1KZC+AqwZBXJEQAXWTu4PAqMMoiAR7wkxmUBgggAcR0Hp5CjHXtlo6AATrFgGMxQV1mDpvDJUlHudTeY+JgpQgAIUoAAFKNBYgWhNDEv0MUUyaHEn+vTKh/evU8I2eDEcDukOvZDt0DPHJeb4RJkfVSilj1oE9vjFjBq7cS6fYQLmuZa0qDMrQQEKUIACFKAABbJOwO/i87Osa14uN2jZruCeVZHk8biIJM7F9NQ+wYq9O7u443yFkfFgxZnFeHex17ecy88H204BCmSWAGtLgYYKlOjvSx97rRCr/KDFL47chfOOqvD7OCO6j9P8NxnTx+naPs540KLSfZyO48DsS/Wu1W5OROrkdoYjClCg6QLmSlo6massNr0QrkkBClCAAq0toAKrQHD9JIFVKRcLEvEOek3bzaToQ2KlFJQ+QFaOgqMcG6w4oG8NBg/wOpRKiqJYNr8clRV8Eo0bU6ACLIwCFKAABXJQQPcVeEGLu2ts6zu224ae3ZJBi5Gw6dBz0dArLYqILYej7BNgp1L2PadsEQUoQAEK5KwAG55uAv4htJ+lW+1YnzQQEEm+OkQE+qaTziFwdD+ychw4StkgjN6HuLjjAgdH9fb6j/9nghWXeH3L4EABClCAAhTIUoFS/b3pY68WYdWmKtvCLxy1G9MaGLSo9D7U7lXFrgoRb0LEy717OaYABZokYN5HOonw/dQkv+avxBIoQAEKBCKgAilFF8L9gUZo5ZuIt1MWEXvgKyIwB8TKBis6uoPJQSjk4rBeUQwf4nUolZdGsWwBgxXBgQIUoAAFKECBQAVM0OKyBWUoKojacjt33IruXYvRtk0eIpEwagctuq4D71fIjj52EZ2UfyyDxCAiiencm8jeFouIfa6zt4VsGQUoQAEKUIACFGglAS+uDPyBSCv5p/lmRSRRQxHRx+TQSaBEod5gxWkORvTyXlTPvF+E9xisCA4USI0AS6UABdJNoKwyisdeLcTKjV7Q4ufrCVoMh8MIh1wb5O/1cfr7U6X7OOHtZ027RMRkEPFyO8MRBSjQaAFzjhNPjV6ZK1CAAhSgQNoIqKBqYr6U9rosgiqR5TRGQKTuwa2ZFQhUIlhR2QPlQ7sAI4eVwAzVVTEsW1iO8jIvkMDcl3OJDaYABShAAQpQIGUCNdXQxxplKCvxjjW6dN6IQzqX+/86JbxP0KKjFMQkgT6KEYh4Cf4gIv4Us6wQ0CcQ7FjKimeSjaAABSiQGQKsJQVyTcA/dBbxJ3Kt/WzvfgVEkq8JEdHnXdBJYIIV1V59yX0OcXHn+Qoj/CsrPvN+MWYuLQcHClCAAhSgQC4J2KDF1wrw8YZK22wTtHj+yAq/jzOi+zhDCIVCCOvkJn6YzaBFi8URBVIgIGKOYb1Ub/G8kwIUoAAFMkJABVZLAfQNHFpeQCQpLyLQN+ixDVYUpQ+IdTIHyO3bKowcVgoRsZVcsagcJUVeAIG9gyMKUIACFKAABSjQBIEDrVJZHsOKj8pRXe0t1a3LenTsGPM79MIIh70OvZDr2h9XOEpBOQ7MVaIF+k8AET2CN4gkp717OM5YAf1civD5zNjnjxWnAAUoQAEKUCC9BfxflvtZeteVtWsxAZHk8beI6HMt6KRziD4H00mfizlK2XOzw7q4uPMChSN7wQ5Pv2eCFb3/2mPv4CgnBdhoClCAArkqUF4Zw2OvFSaCFj83YjdqBy3mRcIIhdz9Bi2aHwboXa/lE5E6uZ3hiAIUaLgAfwjfcCsuSQEKUCCNBVRgdWPvV2CUtQpq1KSIQN+gxxAR3cmk4CidHAUTBDByeDna5HkBiiuXVGDPzhpwoAAFKEABClCAAqkWKC6K4uNF3hdbghp077oJbdqEdIrAdOZFIiG4ukPP1V+Oua5jj19EiT2e0WOdQycBh+wTMFdYzL5WsUUUoAAFmiTAlShAAQoEK+AfPvtZsGWztIwUEEm+GkREn2MBemyTo/uPleOdi5lzsr5dXdx5vsLwnrDD0+8WY9Yy75zO3sERBShAAQpQIAcFKqpi9t9Dr/CvtOgFLZrvXiOIRLx+zlDItd/JurqPk/8eOgdfJA1rMpdqroA9ltVHsjpvblFcnwIUoAAFWk9ABbVp7g+CkmxcOSJiVxAR6JtOAqWUTjp3FMwBsQlWPHJIJbp0roIZNqypxLZN3rSZZ6IABShAAQpktwBblw4Cu3fUYM3yClsVVxV7QYu6Iy8SCSMSDtkU0rkJWnTMF2X6OMbRSenjGn2Uo49xoJPADCJebqaZMltARBLPa2a3hLWnAAUoQAEKUIACaSYQ8+oT83NvjuNcFRCRRNNFRB+DQyeTC+x5lzkH0+depi+5X9cQ7jjfwTA/WPGp94owa3mmBCuCAwUoQAEKUCClAhXVXtDi8vWVdjufG7EHF4yqQJu8ZNCi/Y8y/n+TiQctKiX6u1sFvfeF3hXDDCJiMj3v5XaGIwpQ4KAC5kfw8XTQhbkABShAAQqkrYBqVs1qrczOr1oYLTQpkjyAFRF7QKvH+oBXoBwFRzlw9QFx3z5R9O1TDjPs3FaNdau9g2gzz0QBClCAAhSgAAVaSmDz+iqYZLbXJrIbXQ/Zozvz8hCJROy/SwmHQvZfRJsvycxxjCgFFe/M08c6Zr14EpH4JPOMFYiBHUsZ++Sx4rkowDZTgAIUoEBmCfiHyzxszqynLRW1FfFfDLpwEdF9yIAew/xrSkf3ISvH0f3ISvcjOzj8UBd3XKAwrIcX6frUu0X4YJnXrwwOFKAABShAAQpYgUoTtPhaAZav936c/dkjd+PCWkGLkXDY9nGavk7TzxkPWrT7XaXsfljvkm1ZIlIntzOtPeL2KZDmAiICES+leVVZPQpQgAIUOICAOsBjjXtIGrc4lw5OQMTgxyD6T5kv9XUnkzn4NQfBHdsDwwaX2I2VlUSxagk7mCwGRxSgAAXSSIBVoUAuCZirLBbuqbFN7tBuAzq1r0JeJIyISeYKi66b+LcpjlIQkwT6KEcgonMzAofsEBD9nEp2NIWtoAAFKEABClCAAukmEPMq5GfeDMetLtDSFRBJHm+LiD7+BvQYSp9nKb8f2VHKBiv27+bCXFnxiO7eq+bJd4rxwXL2JYMDBShAAQpQoB6BqmrgsVeLsOxT7yIxF5ugxZFlMFdazDNXWwyHEQq5COvkug7M97bKUagvaDFevIjEJ5lTgAIHEjBX0tLJ/Bj+QIvxMQpQgAKtKcBtH1xAHXyRBi7h9WM0cGEu1lwBEe+gVUSgbzC/iFW6c0k5jp4We8Ab0l/4Hzm0HI6CHVYtq0C1PoC2MxxRgAIUoAAFKECBVhIwxyTRqLfxzh3Xw3TimaDFsO7IM79ANp155jjGdOY5SkFMEn3MA50EENEjIJGDQ8YKsFMpY5+6dKw460QBClCAAhSgQG0B75AZflb7EU7niIBI8tkXEegb9LjeYMUBNlhRYWg8WPHtIsxeUZYjUmwmBShAAQpkmEDaVLeqJobHXivE0njQ4oh8XDQqGbRo+jtD5j/KhFz744D9BS2K6D20TqZhImIyJgpQ4EAC5n2ikwjfLwdi4mMUoAAF0l1ABVVB7g+Ckjx4OSLezldEoG/QY4josUB3OIl/0Otg8IBKHNKpyha4blUlCnZ7VzOyd3BEAQpQoMECXJACFKBAsAKlxVGs8f+tmOOU4tDOWxCJRPwrLYbsr49d05HnOHBsUvYYR8UDF+1xj9hKiXi5neEo4wRExB7HZlzFWWEKUIACFKAABSiQ7gL+j8sb9wORdG8U69dQARFJLCoi+pgb0GOIiHduZc6z9PlVSJ93DewetldWHNINdvjvO0WY/TGvrGgxOKIABShAAQocRKC6JoZ/1ApavOjIfFw8qtxeaTHe3xlqQNCi2YyImMzur+0ERxSgQL0C5hwnnupdgHdSgAINEOAiFGh9ARVUFWK6E0zfgiqO5exHQMQ7WK39sIjU6mhy7Bf7XQ4BBvbzfgWbv6sGGz7xLkkODhSgAAUoQAEKUCANBLZuqsb2LdW2JnmRLejUocwGLCausuj6vzx29bGNcqAcR3fWAaL/gLpHnSICDhkooE8gcqpjKQOfIlaZAhSgAAUoQIEMFvAPkUX8iQxuCqveOAGR5HMuItA36DHMD8AcR0E5Dhyl7A/FzJUVbz8PGNzNO8f699tFmLOCwYrgQAEKUKA5Alw35wRM0OJjrxZg6boK2/YLj9yDz44urydoMeRfdMbV+2MFu1/W+2Sznzb7a7OyiJgMIl5uZziiAAXqCIiIfY+ISJ37OUMBClCAApkloAKrrt4f6FtgxbGgAwuIiN4RA/F/BW1mlL7P1V/qm3+hOHSg17GkvwfGmuXeAfKBS+SjFMhcAdacAhSgAAUyU+ATfYxSWeF9Mdax/Qbk5UX8oMUQwiFXf4GmO/HMl2nmSzV9nCOmA8/kEOhMJ8nMhrPWnoB+EkX4HHoYHFOAAhSgAAUo0BABLtMIAe8we6+f+jRifS6akQIiyeNrEdHnTIAeQ+lzKaUEynHgKKXPtVwM7Obg9mmCwd1hh3+/VYS5vLKiteCIAhSgAAUo0FiBmijsv4destb7TvaC4SZosWyvoEXX9nm6+rvc/f17aLNdETEZRLzcznBEAQokBWIx8IfwSY5snWK7KECB7BdQgTXR7wQLrDwWtI+ASN0DU4H+0/fpG8yvcLwDXAcD+lahc8cqu/7alZUoLdFHyXaOIwpQgAIUoAAFKJA+AlVVMaz92OvEU1Kqj1/Mv4YO+0GLYYTDIbjmSovmSzVH2eMdZb5kUwoi8eMgSZ8GZXZNWqX2pmOpVTbMjVKAAhSgAAUoQIFsF/APk/0s21vL9mkBkeSzLSL6nAnQYyh9/qTMeZQ5brgTKQAAEABJREFUr1JKn2M5GNTdwe3nKwzuBjv8ywQrrvR+AG/v4IgCFMhmAbaNAhRIkYAXtFiExeu8/3p3wfB8fG502V5BiyEGLabIn8XmkIA91tVHujrPoVazqRSgAAWyTkAF1SLuD4KSPHg5ImYHDIh4uXIcOEonnbdtIxhweCnMULCnBpv8g2Izz9RaAtwuBShAAQpQgAL7E9i+pRo7t9XYh/PCG9G+bTXC4TAiEdN5p1PYtVf/cF0X5srSopQ+BgL0URBQ63oxIqLnecs0ARGBiGRatVlfClCAAhSgwH4EeDcF0kgg5tUl5ufeHMfZKiCSPKYWEX2MDehxnWBFV/cdh0IuhvQM4fZpDgYdCjuYYMV5DFa0FhxRgAIUoAAFmisQ1Qdf5t9DL/avtHj+8Hx8fkx9/x7a7/N0dJ+nE/+htoLt/5S6tRDZ6466D3OOAjknYH4EH0+t13humQIUoAAFmiugmltAfH19/BWfZJ5CARGBvkGPIaLH+kt7pXNHH8yaTqfBAyrgKK8n8tNV3i94UlgdFk0BClCAAhSgAAWaLbBulXeVRVNQ+7ab7BUW8yIRG6gYcl04+os11yTX0dO6404f/4jo4yDoJICIHoFD5gnwX3dk3nPGGlOAAhSgAAUokDEC/iEyD5Uz5hlrckVF/CdblyAi+vwI0ON9ghVdfT41pIeL26cpDDzU6z9+4s0iMFgRHNJNgPWhAAUokOEC5jvzx14rxKJPvD7PacP24Atj6wYtmh9sh/S+2fyYwK0VtCgiiaBFEb1H1wl6EBE95o0CFDACIgIRL5l5JgpQgAIUyEwBFVi1JbCSWFA9AiJJYBGxO2GlxHY8xb/E73pIDL26l8MMWzZUwVxh0UwfLPFxClCAAhSgAAUo0JoCZSVRfLrG+6GF6+xCh3ZFCIdDiITDOjcpBDfkwvw4w1EOxB4DecdDtestIrVnOZ32AmKPadO+mqwgBShAgSwSYFMoQIEcEvDi0WpdkzyH2p5DTRWRRGtFRB9fA3oMEYEy502OA0cpuK6DoT1d3H6+YEBX78XxxBuFmL/K60sGBwpQgAIUoAAFAhWIBy1+5ActnnfEHnxhTFni30NHwiGEQjrpfbTZT+8dtOjtz+tWSUTq3sE5ChxAIKsfMm8wncxVFrO6nWwcBShAgSwXUIG1z+vnCKw4FrSvgIjoziZAj3WHk4LoziZHKTjm6or6gHZAP++XOtGaWOJLf3CgAAUo0MoCjhPC4UNHYdKpF+HE8y7V6auYfNrF6H34EIioVqtdz76DcPw5X8LUMz+Pzl17tFo9MmXDrhtC30FHYsrpn8XIiSdnSrVbsp7cVjMF1q+uRHlZ1JbSJi9+lUUvWDFsO+9c/SWbC3Pc4ygHEH1EZBJMDg4ZKsBOpQx94lhtClCAAhSgAAXSX0C8KvqZN8NxVgmIJJ9dEYG+QY+hlLLnTcpx4CiFUMjFEb1c3D5N0L8L7PC4CVZc7fUl2zs4aowAl6UABShAAQo0WOAfrxUiEbQ4LB9fHBsPWgzb/zIT0v2eYb2vdvX3vLWDFs3+3OzX7f7djPwtiog/xYwCOSxg3gc6ifD9kMOvAjadAhTIAgEVVBtStz8IqoaZW45I3Z2tiEDfdOeT2OQohe6HRtGls9fJtOGTKlRV5FoEqaBD50MxfNxxmHz6Z3HCuZfipGlfgwmOMkFSA4aPgxuOID506d4Hhx8xOj7LnAIUSJFAh05dcczJ56F9py5YMucNLNapvKwYeW3b44gxUzF26plwQ+EUbX3/xTqOi94DjoDjhBCOtNHTw/a/cI4/Yp67kRNPxtSzvojBRx2DSJt2OS7C5qdSYMOaKlu8kiK0a7ML4XAIEZ1CIde7uqL/hZvpsHMcZY+DlD4OEjHHRmLXFfFyO8NR2guIiD6ulbSvJytIAQq0lAC3QwEKUIACgQn4XYP8gUhgomlVkEjyGFpE9DE1oMf6HMk/T/LPncy51LBeIdw+TeHweLDi60VYwGBFcKAABShAAQq0lIAJWly4xruq8blH5OOScWVo26YNIpFwnaBF8y+iDxS0KCK2yiJebmcydsSKU6DpAuYcJ56aXgrXpAAFKECB1hZQQVUgpjvB9C2o4ljOXgIiAn2DHkNEj/WX845y4Lqu/ZXs4Yd5B7oVFVFsWOv9S8W9isjaWXNlNBMQNeGEc9Ctdz/k79yCJR++gVmv/BcfvPoUVi2Zjbw2bTHplAsx8MhxCIfz0Lv/EfpEoE3WmrBhFEgHgTZtO2DEMSeiuroaKz+aheLCPdi1dSMWzXoV5aXFtoodu3TDIYf2tNMtOaqpqcbG1ctQXVWJyooybF67oiU33zrbauJWozVRrFk6F5to1ERBrtYYga2bqlBUWGNXyYts0vvqsN5v62R+aRx29XGP0smB4+gv4UTBXG1aRGD+z53JRPQ0YI+VwCH9BfQJBDuW0v9pYg0pQAEKUIACFMhQAe/QmMfGGfr0HajaIv6TqxcSEf0cA3oMpfR5kvk30LWCFYf3dnH7+YJ+h3g99/98vRAL/IAJcKAABShAAQpQoMUE/ml+MODvg88Zmo9LxpbWCVoMh8P2+97Q/7N3HgCSHPW5/6onbA6Xcw463ekkneKdwikHEEgEkSWQMRibZwwYG/DDxjwQj2D7YfxsY4zNwxLGJoqMcs7hlHMOp8txw+SeV1919+zs3t7d7u3s7szsN7vVVZ2qq37VM/3vf31d7R7cjsOLeYEPlNd3Y/2gpn9RjRmwoP9qzYlAXRMwxsCYINR1RVU5ERABEahzAl7F6mcA+w99KkvAmD6qxhh41jC1kY2ZNoh5HmZMK6CjLQt+Nr6Yg+37ZbLug+fFsPSI43H0yeehubUTm199Dnde/SM8ueF2J4pKp3rAQIEUl9117U8stzhOOv+dmDZrPhqamuueUT1V0BgPK44+CY0a3a1mmnXukpWgaDHVvQe5bDACLAvf273Xfk9vc0LB7j07sWfnNi4e87D19Zdw229/gDuu/iF279gy5scfjQPOXngYZsxZVNGse7t3g222fdMrKBSC0e8qeoAazEy/R6PbaLRleASDXrQ270BDMoGGBjrsEkgmEojH4+Foix482xlHu8iYPnuJ+zIYs+8yLleoIgK2jYxRO1VRi6goIiACIiACIiAC9UQg0Kfx2Z56qtWI6lIPOxvTZz8bY2D/Yaf23ii4P/JiMXe/RLHDyjlxN7LivM7gZLjy+r146Pk+/0w98FAdREAEREAERKCWCPyAosVwlOMLnGixpyRapA80SdFiPIaEDeUjLRpj4BkPNrLBIPoY05eOlikWgQlBoFiEHoSfEC2tSorAIRPQjrVBwKtYMQO/R8WyU0YoGZ3GGJtGOHqQTXseYl4MMTqgrNE6Z1Y4umK6iI0vTwwxCcWKK445BXMXr7RgDF557lE8ueEO5PP7rz+FNs89dp/d9jFnxBh4AAz0qQ0CnVNngqE2SqtSJhubMWXGHAci1d3l4vIJBYIUCt5/y6+ccLF8ndKHRiCRbMCcRSsAj79th5bHgffihd4ceJMJspa/RQwTpLpjXs1tm/Po3uO74ybir6EhmQA72yhWZBy3tg8D7aCYF4PxPHvae/aKbmAMbLAT6FMrBOhYqpWyqpwHJKCVIiACIiACIiAC1UYgNIvDqNpKp/IcAgFj+lrTGGPvfQA7dfdDnmfgxWJOrMj7pVWz47j8QoO5ZWLFR16QWBH6iIAIiIAIjJSA9h8hgR/cuBcbng2uyRcs34P3HjOIaDERR4I+0Fgw0qIXs75Pe+0vFy0aY1xJjAliN6OJCEwUAva8N8bAGDNRaqx6ioAIiEBdEvAqVStdDypFcvB8jDHwPM9eeGFjpo1zQE2ZXMSk9mB0xddfDmJMgM+Cw47C9NkLLQ+DPTu34OWnH7W1ppjGRgf8L+Klpx7G9s2vINnYhHgiccCttbI6CHheDPOXroJnb86qo0RjWYraPFZTUysSDU21WfgaLfX0OYvR0tZZo6WvnWLr92hs2mpjaNMY9KCpaTcakklEoywm4nH30EbM8+CxU84GayY5m2BsSqejVJKAMUZtV0mgyksEREAEREAERKCGCVS46KGbrBjGFc5d2Y0xAWNM6YjGGGtDA3Zq74nC+6JYzPmK4/EYjpiTwOVv8TCXLgLb/ldctxcSK0IfERABERABEagaAv91015seC4YjOaCZXvwvmN60dzUiMbGBvDh7aT1hfLBbQaOtBiLedYfyj5ig0i0iLKPMaZsTkkRqH8CfAg+CvVfW9WwPgmoViIgAiTgcVKJIOdXJSj25WFMYFwaY2D/w9EVAeNZo9SLWcOUwcPcmcFTOPk8sOlVO0H9f9o6p2DOouWWi4FfyOOlpx8Z1mtKfb+Al599FLncxBF41vZZYbBwxVGYNG12bVdjgpXeOAGRmWC1Hr/qcrS/xYevcb+L41eKiXBk/R6NVStv3ZRHb08wymIyvsk56uig4yiLyWQC7IRjiNlOOeeks/aRMQbuz/SV0piymb7FSlUNgTF8dUfV1FkFEQEREAEREAEREIExIhCawjKJx4j3KB7GmLAx7TGMMbD/sFN49j7Is/4XLxYriRVXz03g8guBOR1F+NZhf8X1e/Doi4H/2O6ufxEQARGofwKqoQjUCIH/urELDzwbiBbfuGy3Ey02NTb0Fy3GY/1GWozFPBhj4P4MYIydIPgY05cOlmgqAvVLwBjjzn9jTP1WUjUTAREQgQlAwKtYHXU9qBjKwTIyxrgLr3NCWUdUzPPQ0mIwdXLKbb751RwKhaJL1/fEYN7ilUgkGl01u/fsxN6d21x6OJPu3TuR6e1CPJ4Yzm7adhACo7vItveSwzFvyRHu/B/dYyl3EahNAm0dU7DymFMRTyRrswI1U2r9Ho11U20OH8Qw2GkddSkkEwkEYsU4ykdZpKPOs7YRgzHGFdOYIHYzmlQxAaPrexW3joomAiIgAiIgAgMJaL7GCIRuwjCqscKruBEBY0yUdLYzZw1MP7FizPPAB7qODMWKszuBgg9ceX0XHn1RD2xDHxEQAREQARGoUgL/fVMXHngmEi3uwSXH9GIf0WKCvtAYONKiF/Pggr32u4e4DWCMcQH2Y4yxU/2LwAQgULR3OTZwlMUJUNtxqaIOKgIiIAJjQaBygkV7XRiLAk+0Y9C2NLB/NsHRFWmAxmIx54SaM7PP4bT5tb50PTNqbmvvN9Le7u1bUCjkhl3lYtHHUw/diXSqZ9B9kw1NWLb6RJx03jtw+oUfwBkXXYZT3vAerDx2PZrbOgbdJ1ho0NY5FatPPBPrzrkYjU0tbnE82YDDjjoJp77xvS6vk89/F2YtWG7XGRuC/4HbnPLGd2Ph8iPhebFggwFTii3nLVmJk859B5Ycfmy41mDKjLk44fSLbLnfj9Pe/H4cte4cNITlCDbqv83pF74fx5z6BrR0TApWH2Da2jEZR5xwBtZf8D5XD+679uy3Y/aCZTDG2/+D1DQAABAASURBVGdPLps0bbbLn+VsDMvR1NKO1cef4crHPI47/c37HL+hsdmVfcmq4+HZmy9mzmXrbH3ZHgx99eZaOPZrTnmDy5frXZsddxrmLlnlyl1Lgq7hsg4IBNNDPX9H0l48cueUGVj/pkvcucF2iMXiXIz5y1e7ZWwThlXHrC9tx3kG7sf93Q52wnPlpPPe2W+/gdvYzcJ/0++8P91+Z/nd5Xdu4fKjcPiaU8Lt+kdNLW1YcfTJtizvw4x5S/qvHDDH7z2//zynWN7oGPydIO8Bm5dmPfv9Zd4nnHkRjlv/JkTnYJv9neD37nT7/Rv8e1rKYr8JttfiFWuwxn5/y7/jK485tcTtuNPeXDpmX0YGnVNngW1EpqwPy3D8GRc6joDBSD/8PVu88hiwHU637cFjkB3bhOsGy3/sf9OGzoG/PUfZ39Kh/h412t+6/ueWwfTZC8HfwdNtmx9hf/+W2t82chks8BpSzojnDduyfFu2Xfl3pnz7eknTtvFtJxvrk4htKY2ySLFiwjrq4vEYYjHPXSNoH4G2EgMMbGSD4a61EiZsOYvWsTRhK6+Ki4AIiIAIiIAIiMBoEgjN4TAazSMp71EiYExf6xlj7D0OYKfBPRAf2qKP2AbeHx05L47LLwJmWbdlIFbci8c0siL0EYEqJKAiiYAIiEA/Av99cxceeDYYDfkNy/bg0oOIFp0/tMwnak2EfvkZY/rNa0YE6pIAz3MbjNH5Xpftq0qJgAhMGAJepWqq60GlSALGBBdXY/pizzqhjDHOIRXzPNtBH8OMKcFTNzu25pHqnRiK0faOKUg0NIIfdnB37dnB5AHCcFcZzF18ONae8za0tHXgoTuvxc2//A/cee2PsGvrRkyfswgUjSxYfqTNOGgfm7DtkXD7nXTuxXb9mzB15nxQYMp1FJSsPfutmL1weUk4RIHTYUetw6LD13ATtE+ejhPPuKjfNhxFcuGKNVi44ii7Td+xKGSjmOXkN7wHS484oSRG9LwYVh63HqtPPMuJ/4zx4NlzZfL0OVhzyvloam6z8zEctmZdv224XcfkGTjyhLPQ3NqOwT6ezXvpEcdjzcnnI9W9F/ff8itsuPW32LNjKxqbW3HY0SfbY5yHRLLB7R4Ij1bh5De8E0efdC6YP4ytgw2z5y8HhVFTZy+w5fHsYg8cIW7NuvPQ0jbJ7c9JLpvBUw/djvtu+iV69uziImQzKXfcu679MRhefu5Rt5yTmfOXumPt2bkNd/zuv3DTL/4Dj9x9PdraJ2OZLXtjUyuG86EYslwcdKhpitWGc1yypqiLrHdv34zbr/6hPQevwBP33+r4DmTdP+9DO38r0V4sx95d23HPDT9zbfPYfTeXxMQbX3zSLWObMTz96N249df/iQ23/xaZdC933SdQTHznNT/GA7fZbfYjLA52Mu57RDHhxpefcfne8qsr8ewj99rv4Vy3Lp5MBpvaqTEeZtjvMQWEJ571NsxasMx9f+2qQf/ZHjz3T7DfT/7K3nvjz925xfMy1d3lvvcnnvVWTJ+9sN/+/I5zv1Pe+G5QQOjObXv+G2NAId+x69/ovhcsjxd+T49adza4X7+MDjDD38DXXnoK995wFcg42vTZR+8p8X7knuuRz/WJutnWR5xwOlbZ34rtm17GfTf+wn1PUj170Gq/K/z94O+IZ7/zUX7DjafOnAf+5jG/x++9BffeeBVeff4JeLEYZtvfQa7j72KU73j8pg2Xw5B+j55/3AnqKURde87b+51bs+zv0+HHrne/12zzqbPmo2v3Dvu9vsW2T98DBxl7rt9708/x6D03RnhcnM9l7e/ur/HcY/e5eV777rO/jbt3bHHz9TopFIAtG4Pz1zMbkUx6/UZZ5FPFMXtexTwPXhjsVwzGmH5IjOk/32+lZsadgDFmnzYb90KpACIgAiIgAjVKQMUWARHoR4A3sXYB7x1tpP8aI2CMKZXYGGNtZsBOw3sfAy8WQ5whHsNR8xP48oUeZrYDeb+IK6/bg8dfCoQP0EcEREAEREAERKDqCfz3TbbfLRxp8fxle/D+Y1P7jLTIN88k7HU/8InavjXbb+x8osamDWCMcQH2Y4yxU/2LQP0SKBaL4H0OQ/3WUjUTAREQgfon4FWqihwcJfSDVSpL5WMJGGOcgWmMgWdDLOaBYfqUvO24z4Ofra8HMdP1HijsM8a4avp+wQnY3EyFJhSVcAStPTu24pG7b0Bv1x6XcybViyc23I4tG1+0/ONYtGINFq+k2DAoC4tEsdZTD92JXC7t9uFk0vTZWHbkWjz90N2giOq23/ynExbRgDLGYMbcRZg5d7EbbXDLxpecMPKWX38fFBwVCnnX9rMXHIbWstEPiyjihSc2YKstC4/BYKyDcsUxpzjj7K7rfuwEVeVCL4oVWbfDjz0VHZOm2bpdj1vtce698RegKI55UHg4f+lqJgcEA4omZ81bikfvvRHPP/EAerv3Ys+urXjwjmvwynOPu+0pSlx+1Dp4Xgwsz67tm/DcI/eC9XAb2AlFhbMXH4bH7r2pxGP76y/bNQCFqPOXHeHSnLB9yT2T7oFfDIbYIjfOp1M9bnRMini4bUNjCziS3t5d2/HikxuQz1PgUsTeXduc6DTV08XNhhW2vv4SnnrojhGHPcMQFJEd24icKEx67YUn4dvzoGjrz/Js3/yqqwNZUwwHBOcfwg/b+JDOX3v+jLS9WISozdg+uUzKLgrKV8jlXXtxOUPQbkUneN21bZPdbn//tg13bkVU78G2auucjDmLlmPLay+47xbLQF7bNr2MR+65od/3Mdo/1duFJx+4HT1du6NF+4mDc3/u4pV4/aWn7T63hb85RbvvLvd92G3bN55IgmK0WfOXlfIxnofNrzyHl5951H0v3QqLg78d7Z3TsOG23+LmX14BijJ53nI9RY2z5i9hcoihiGw65diScbRTLpd1y8ia62F/M7iO59dha05GW8cUPHj775yIkCx2bHkN99/8a5CZMcaJL/mdx4DzC0P4dE6d6Ua0fP2lZ8Df0D32d4K/F889dq+b5+9BItGIw485FZFAumjLN5a/aYfCgedVxl4H+Puzv9+jguVeyGdBsWz33l0lWm3295vf6cfs7+euba+786HI61c2DV5Tnnv8freMO2TtMh6H6X1D0Z7PGfeb8PzjDyDVs3ffTUZzyTjlvXVjPjxyEQ3JHUgm4kgwxBnHELcxQyzmgXaSZ797xhgYY8L9FFU1AXsDUQxDVZdThRMBERABERABERCBWiQQmsTGhIlarMMELbMxfW1mjLH3N4CdWp+bve/xDLxYzIkVeW909HyKFQ1mtBeRLxTx/Wv34vGX+x6Mgz4iMFwC2l4EREAERGBcCPzw5i7c/3TQv3je0t34wHG9/USLiUQi9IvSDojbvkoPhnaB9Yfy7TPGAMbYCYKPMX3pYImmIlA/BIwx7nw3xtRPpVQTERABEZiABLyK1dleD+x/xbKbKBntr57GGHuhtWuLCGI7z054j7F1Sk2fGjwlm8n42L4lj4nyaWhqLlW1kMth/8KO0mZDTlAstGTlsYDtOOdoYBSolO9cLPp4wYlEumybGMxZuAIdk6e7TSiQoziO4qWevYHIkSOlTZkxFw/e9ltse/0lMD9u9/zjG9C1a5vbj6P+cRTFR+6+HhT0sD4UqFGotunlZ902iWQDWtonuTQnHG2QQiuOjla0ZeWymfMXY9vGF/HkA7eGTIrYu3Mrnn3sXlsdexLZjeYtW23XdTth0s6tG52QsKdrF55+5C4nerKboLVjMuKJJJOl0DllOijYevX5xxGJG0srUXSiLIpsuGyqrW/HlBnIZdLo3rPTnpuvlUSfyYZGNLe0Wx5Xg8cv8XhqQ+n4Le2d+xyf+R4stE+aAgoui75fqm+0DwVGrzz3mGvXaNlQYo5gxjYYaUj3dg/lcG6b6XMXYdqsBejevR1bN77klpVPem17RfM8X+P2BrV8/lDP37Fur6jMjLOpwUdY5Loo8LsepQfGk6fNsjfpjfZ8Lgxc5Uaw2/Lqi/2WF+33eO+u7WD77tz6er91A2emzJiDeYtXOpHYay88bVcH3yWbcP8UXvJ7S5Eyf58XHHakG8mUKzlSHkVrW159HhwZlMvYZtzn4buuA8vAsvD8fOHJDU6Exm06Js+0kbGh8v88v/ib9Nzj9znRcfkRfL+A1196xpaj4H7fZs1bhua29vJNDprmb8fSVcfbvPfg5ac5+ml/XhTv7tmx1eXD7+ucRYe79Fj/po0WB7Yn25Xn1q4tfefWtFkL3e87haEP33U9Hrrjatx/y29A8SIBbH3tRezZGYyU2Nzagday33uuj4IxnhOT8rd1787gGhKtq+d4754CuvYWXBU9sxmJpHXMxePgE8UUKsbjMXgx22lH+8g65wyD/QoZ2D/jdtOkmgnYdjNGDVXNTaSyiYAIVJaAchMBERCBMSUQ3pKF0ZgeWgc7dALG9NnHxhjYf9gpPHuv43kGXixWJlaM48sXGUxvKyKXL+LK6/fi8VckVoQ+IiACIiACIlCjBH54SxfueyoQLZ67ZA8+cGxPP9FiMpm0/SFxJKxPtHykRWMMKFq0HWEwxiD6GNOXjpYpHhsCOsooE7D948UwjPKRlL0IiIAIiMAoEvAqlre8XxVBaUx/49EY44xL55CyTqmYdUolEx6mTOLoZcD2zRNHrBiLJ5BsaCpx5qhcxWIw8l5p4QgSsxcuB0f5o4CIQqPBsuK6za8EQsJ4IokFy1fb9un7GlFsmM8FYlKKwJ5/7H5QpFieV6GQw+7tgTjFGIMXn37IiafKt2F67+7tjFxobe10cfmEryilyIjLNr38PLZteoXJfqFr1/aSWKpn7y689PQjTjhZvhFHYItey5tsbELccu5bbzB7wXI7W8TuUGhkZ/r9ZzO9oDiLC71YHJOmzGByn5DNpPHCEw+A9S9f2e/4tn37H798y/2nPVtmYww6pkxH59R9j0/ekahy/7mM75pEsgHzlqyy55Ox3+tX9uHE0rGNOeonz/sdWzcin+NIklwD96rdkZ6/QU7BdDTbKzhCZabxeIPLaPrsBWge5JXmFIkV+F5Zt9WAib//3w9jPMxZtAI8p8k8nRpceNq1eyd2bt7oMm5qbsPcJStderAJv4MUz7L9ytenuveAoyJymfsOlglRuawSIRZLYI79LhfsOdNtyzxYnqnuvfacCjo2eC61lr2ifbDtBy6bNG0WKHrevXPboOcv613+29o+aSr4ux7lM8LftCgb9PtNGfCbNhYcWJB8PrgOME1BYtfuHUyCDHbv2OJG6HQL7IS/iRSpF+3Ndcz+hs627QQYDPy0dk5G+6Rp2PTq84PyHbh9Pc1v3xTaOkWOsJgDxYoxaw9RrMhXoMU8D5z3rJ1kLwUwpo+fMUHamCCuJy71Uhee+/VSF9VDBERABERABERABKqKQGgCh1FVFU2FGZyAMX2tZYyx9zZ3fawyAAAQAElEQVSAnWJwsWIMl78ZmNZKsSJwxfVdeGJijKwIfURABERABESgngn86NYu3BuOtHju0r247LiDixa9mAdjjBMt2silEX6MMWFKkQjUEQF7Xhtj+p3rdVQ7VUUEREAEJgwB78A1Hfpae00Y+sbackgEjAkutMbzwCdj2Bkfs0bn9Ck5ewEOsti+ORh1KJir76lfKKBcoFXJ2iYbm8HR1Jgnj+EXQnEEFwwIu3dsQSFc3zZpKppaBh+FrNKCygHF6D97AOFV/w2HN0fxVPvkaYjFElhzyvk446LL9gmnvvG9aOuYUsq4ua2jlB5KIp/LgkLQoWy7v20oUGKbUUR65NqzMWfR4daZGyttTrEZR6UsLajCRFvnVDcCpW/P8649uwYtYW/3Xtxz41W4+ZdX4MUnN9htAqX4aJy/NvNB/yvRXoNmfIgLU6luUOzCEfvWnHy+G6HSmL5LGwVykaB2OIfgKHcUh3GffC4DP/zOc75/KLoRQ1kGLqdoL5lsZHLIgaJmnsND3uEQNqSYs6m1A/xOrz3n7ft8j/nd5nKuZ/bGGJAB00MNU2fOhzEG85euGjR/HoProvwa7O9ufH/izFH6TRsLDqxfOh08VMB0d/duRgcMO7e8Xhp5d8rMeWib1PebGu04c+4S+H7enW/RsokSl48knYzvQMKeN8lkAol4HLFYDBQuxqx95IX2kj0R7b+B+zMThVLt1tMYA2NM7VZAJReBuiKgyoiACIiACNQVgcBlYO+Z66pWdVsZY/psYmOMtZHh/MHuPscz8GIx8IEt3v+smR/Hly80mNYGZPNFXHHdHjz1St+Dc9BHBERABERABESgpgn8+JYu3PtU4GM+Z8le/N7xfa+HbmxIIplkoH+0zz7wYp61H4yzH6wp4dIIP8aYMBVFikWgtgmwTy4KtV0TlV4EREAEJjYBr1LVL4ZOsErlN5HzMcZYQxKwU3jWIWWMsbFnjUzGMUydFDigUr1F7N09cQSLxaLvxBoIP54XQ2KYwqBw130ivqo42djklmfSPaAoy80MMkn1diGfDdogHkugsbllkK3qY1FTUysSDU1OoPng7b/DTb/43kHDY/fdPOaV5+tR94YjUsZicSw/8kScdP47MHfJKsRiCSc2e/7x+3Ggdh1YaIowZy1YhpEGCukG5j3YPEfn82IxUOi6f3HcYHvCCR0n6vm7Y/NriF67TeHmESecgRPPfitmzlsCYzxk071g2w9Obv9LWzomIZFscBv0hq95dzODTFI93e47wlWJhkbEB/td4spxDE0tbYgnkuBoqndd++ODfo/5XX/hqQeHXOJYPFEa4fKVZx4dUv532nJkUr0Yy89oczjUuhQKOWx8+RnbkVh07TRv0eE2K2ND8N/Q1IwpM+di97bN9nzvCRZOoGk6VcSeXYWgxsWtTqhIsSIDO+ti1h6gTRDzPHhhsKYTjAkYGhPEQQaaVhcBe9WzNxFFG6qrXCqNCIiACIiACIiACNQBgdAMljk8xm15CIczJmwsu68xxt7LwPqBPRsbe49jQ8xDJFY8dmECX74ImNoKZHMUK+7FU68Gb0uAPiIgAiIgAiIgAnVD4Me3duOeJwPR4tmL9+CDoWixoSEJihYT5Q91W59ozNoLHoNNcxAca1I4WyICYoyJkopFoOYJGGPc+W2Mqfm6qAIiIAI1TEBFHzEBb8Q5RBnoehCRqFhsjHEXW88zzjkVi8UQj3vo7EyDn53bcowmVOgpG3kuFouD4qBKAGhobkEslnBZxRMN8GzebmaQSSGfRzYTtIEXi6FSZRjkUOO+yNhzzxhjy1G0gbGNqvCfYh8KJXdu3egEPyxiItGIZUccj5POewfmLDzMfpeG93M3ffZCrDj65BGHjikzWJyDhsamQPhqYHCg8w+DfCby+UuB8SN3X4/uPTtLZCj+PPyYU7HunLdj6sx5drmxYXj/LS0dpR2STc2l9GAJlqGQD36PY/a3I9kQCB0H23a8lhn7W2WMsWeXDWZ434WhlNmYsny9yuc/lDIMZZvR5jCUMuxvm+2bXimdx5NnzkFb5+TSplNmzEOyodG9Dhrg73Fp1YRJ7NwaCBaLxZ1IxPM2xBBPxG0cRzweQyxyxrnrFmCMgT61QMCorWqhmaqojCqKCIiACIiACIjAMAiEtw5hNIwdtelYEjDGlA5njLH2MWCnMMbAs/c3nr3XiVtfQyIRx3GLEvjyhcAU60JKZ4u44vq9eFpiRegjAiIgAiJQfwRUo4DAT27rxt1PBv2RZznRYg+aGhswmGiR9gJ9pIb2g+eFDz/A2RTGGPBjTBAzrSACNU2AD8DboAfha7oVVXgREAERgFcxBvJ+jRilMX2GojFh2sYGBp41LmloTp2Uh2cC2Du3FTDRPrt3boVfCOrtxWJo65hUcQQx6wQk76FkTEOoGJZnKNvX6jaxWAItbZ2o5k8uk8bDd12Px+69ERwFMyprPJHE8qPWYdVx6xGz9YiWHyx+/skHhjRKHEeiO1DY8urzBztUv/VeLAYK7votHMZM7NDO32Ecofo27e3eg/tv+TWeefgu5HLBzTtL2dDUgiNOOBOLVx4LYw79chdPJJjdkIL7TfCD3+gh7TDGG/H70NTaPqpHbW2fBDMC3qNauDDzseAQHmrIEUeAfT0cZZGC67mLg1EWY/Z3a9a8JaBgn6PJDjnDOttwx7Z8qUaJ+C7EbWddaYRF+7tJG4mB12/3BLG1m4yxFpQN0Y7GmCipuIoI8HezioqjooiACIiACIiACIhA/RAIzd8wiuqluIoIGNPXOsYY2H/YKdx9DcUGMQ8UHyTs/c9xC2JOrDi5BUhlfVx5/R6JFaGPCIiACIiACNQ/gZ/e1oW7nwj6Pc5avBe/f8L+RIsxZzfQR2poR1j/qPOTGsAYO0HwMaYvHSzRVARqkADPYxuM0flcg62nIo8dAR1JBKqewKErOAZUTdeDAUCGOWtMcEE1xljD0e5chIuNMfCsURnzPBd3dgav+Mjni9i9IxDuYQJ9unZvR2/P3lKNJ8+YBy8WL80fasLP50oj8zU0NiORaBhSVoVCHmP9StMhFWwUNuLrSI2p2E/GKJSQWRaxffOruOf6q/DYvTfZtul7deq02QuxcPmR3KgqQz6fKZVr0vRZNm1sGNq/zl/Y76+PjS89jTuv/jGeefhuUPxFesYYzF+6CjPmLebskEN5e1D4GE8kh7RvIZdFOt09pG3HYyMvFsOUGXNH9dAULDa1to3qMUaauRcbfQ6HUsZtr7+Enq7dblf+5rZ1Tkb75Glo6ZjkRlcsFIKRPN0GE2yS6vHBEFR7B5KJhL1WxxGJFuO2TT0vBs9+5z1rMxljYP/tj0OwhzEmSGhadQSMMbatTNWV69AKpL1EQAREQAREQAREoIoIWN8iS6MHREih+oIxfTawMcbaxICdgvcznmfgxWJOdJBIxHH8wjguf4uHSc2hWPG6vXjmtYl7fwh9REAERGDcCagAIjC2BH56exfueiLlDnrmor340Am9+xlpMbAfYjEPxtoTxhjrL/VAJ6kxxsbBvzF96WCJpiJQWwR4jxOF2iq5SisCIiACIlBOgFZK+fwhp4vWCWb/D3l/7difgDEGxjAAzknlBYLFjtZAsLhnAooVSSiXzeD1l54BjRDOt3dOQcfk6UwOO8yavwwz5gYipp7uPeAIfcyEr3hu7ZjE5EFDurcbvT17DrpdrW7AkQrzljnL3zl1JjoO8nrjtklTsXjlMdy8smGYuRWLPrZtehn33PBzbHrl2dL5Mm3OAiQbrXd3mPmNxea93XtL5eycPOOgI1rOW7ISk6fPcUXT+eswuInvF7Dxpadw9w0/w85tm9wyYwz4fR+OuHnv7p3wC8GIbo1NrUMe9bJ77y5k08HTju7gVTJJd3chnw86M6bNmo/m1o4DlowC3zmLVhxwm/KVFIime7vcomRjE2bOW2bTxobB/zlq4GFHnQT+3g6+xegsHW0OIy11+TWOoyzOmr8UU2fOQzaTxo4tr440+5rff1do+xT9bWCnHUWKsXjMduLFELOdeTHriPOcvWSsDQUbGDNAn2olYG8gimGo1iKqXCIgAiIgAiIgAmNMQIerHAETZGVMmAhmNa0CAsb0tYkxxt67wIkJovsZLxZz9zm87zlhURyXX2QwqamI3kwRV17XhWc3Bvf3VVAVFUEEREAEREAERGCMCPzs9u6SaPGMRXvw4RMPLlr0Yp61M4yzM6zJ4dIIP8aYMKVIBGqPgDHGnc/GmNorvErcR0ApERCBCU/AqxgBez2w/xXLbiJnZIwpXWQ5XLcXdr43NQLNTYFgcffOiTe6YnRObHnteXTt3u5mKUBafPgaJJINbn6oE4rvpsych+2bAgFIqrsLXXt2uN2NMZg2a4FNGxv2/Y/F40g22Mawq7ZtfBEUmNhkXf5TeEUBFisXi8Vx+JqT0byf18l6XgyLlh+Nrt0BR+4zVmHGvCWYs3BfcVWhkHOj7e3a9rorCs8Xz7avm6myyV57TqdTwch8FHEtXHEUyHSwYja3djgRU9Q29XD+GhiwfXCAD3kM/K4vOOyoknCzfFcKkJ984Fb0dO1yi3n+eva31M0MYdJtfw96ewIBHo85Zcac/e7V0NiCWDzhBKeBQNbf77bjtYLCagqseXyOGHn4Mafs93cz2dCEeYtXgucktx9qoECUwiNuT0EtxXZMDxZmzl8Kz/6W5jJ9I4sOtl2ll40Fh5GWefumVxC11az5yzFrwVLs2PwaMqnekWZd8/tHtk+xmEXM60E80TfCYiwWQyzmuWCMcU442NgY++tiA/RxBKpuYtvGGFN1xVKBREAEREAEREAERKAuCIRPlodRXVSpHiphTJ/9a4zhbYu7fzHGwPNssPc1fDirJFa80KCTYsV0EVdevxfPbgx8w9BHBERABA5AQKtEQATqkwBFi3c+nnKVO30hRYvdBxhpMfCXeta28DwvtDdgbQ+D6GNMXzpaplgEaoJA+BB81CdVE2VWIUVABERABPYh4O2z5FAXyPt1qOT67Ufb0MD+uYSxjioakYxjaG/LIfrs2TVxBYscyevJDbeVBB3tk6aB4pt4PBHhOWA8efpsLFt9Al544n5Q0MaNi0UfLz/zaOk1spNnzkFb52Su2ifweBylj6MPbnntRa4fNBjeAMSGVqZBMxjGwlhidI5DLptefha+HwiwGptbsebk852g05i+n4+mlnYcte4cNDS3YPf2zcMo+cE3LeTzJVFof6YGbItYLO4ymbVgGeKJpEuXTzjiXvfunW4Rzx2/UJ3fHYqRtr32kisnJxTNLll1HGIDziHW+ch1Z2Pvzu3IpgMBE9up0ucvyzCSQJGf58UOmkU61eO28WIxtHdOcenyybRZ8zFr0TK3yBgDb8D3PO7FMdu2ffn5iPCTzaSQCkWHFBbzXApXHTTi9q8++2jp3J85fxkoTBxsx0nTZoK/P127t2NXOKrj22nUKQAAEABJREFUYNuN5rKII48RLztnmlraQIEi67PltRecqJLb8Dw65pQ3gjFgEH3aOqe673g+n0X0vYnWHSymqC4S2nmeh+VHrcPilcc5NtG+PJ+XrDwWFJpvfuU5u3hw42G0ftNGyoHnEPOwBceBfo+4/lBDJt2Dza8863b3YjEU/SI2v/a8m5/ok71lD2t4Zg/YiRcvjbDoIWZ/c1y7GANj+gLsaWZnS8smOsdqq3/ROpeqrUwqjwiIgAiIgAgcgIBWiUDtEDBBUcMomNF0XAkY09caxhh7jwLwYXVjDGIxD54NcevnSiTiOHFxHF++yKCjqYietI8rr9+D5yRWhD4iIAIiIAIiMNEJXHVHN+58PHjL0+kLu/AHJ3ajuakRDQ1JNNqQsP2FyWQCiXjc+U9pYxg+FOFZW8N4zv4wxpQwGtOXLi1UQgSqnYA9b40x9nw2o1lS5S0CIiACIjDKBLxK5W+vCZXKasLlY0xwMTUmiAmASc8akEFsjUib7mgLXk+az1pHVVcgIOO2EzHw9bmP3XsTKBpk/afMmIdj178JnVNn2dk+jnam9B+LJbBg+ZFYtnotntpwB5hHaaVN7Nm51b1Klh3niUQjlh+5FhRd2VWlf87PX3oEuM3LTz9SOn60gbHGvufF3WzMOhiTDQ0ufaCJMYOXt3yfmL3BKJ9nmqPRGRgm0dDU7OIDToJND7yJZ8+1WH/x4/bNr7rXK0c7JhubccQJZ+DUC96Lk897J059w3uw9uy3obVjMp599J6SuDDaPiyijQyM5VNaHiZYj3gi4OR5MSSSjeGaICoWfRTywdPjCbvdTI7MZrebPnsBZs5bgkIoQOTx5y87EmafYxjEwxE4d2x6FdlscCMX5F5d01eefwx7d21zhTLGYO7iw3HSee9wYtDVx5+BdedcjGNOfSNymTS4rdswnFTi/HVZGTeF4d8+LIGDtVewN5BsaIYxxs22tE+ycZC2iX7/e/dsLwmF+QriabMW2P08u38Tlh5xAuYsOhzbNr5c2mfm3MVotfm1T55eWjZl5nzwvAAMyj88n2KxYOTDLRsp1hvwu2nP92h7Y/rvy+VbX38Z2ze/wiQo/Fu6+ngwT7cgnDS3tmPWguWuDs8/8YCLw1UuMsaDsX/BjJvuMwmYBt+7uP2uc36fjQ6yIGfP62Io+iELjtLZ3NaBxSuPtXsWbQBef+lpdO0ORqflAq4/dv0FWB9+l9df8D4cd9qb4MVieO6xe+3v3ABerh5BXgYe4OZR+lBo99JTD5ZEnp7lu2DZETjlje/BKee/24VTL3gP5i09wv3WDhR3st4Rq9H8TRsJh+IQf49aWtpLXFrbJ5fSQ01sevW50vVl767twxaPDvU41bfdgUuUyxXR0x2dl7uRsJ14FC3G6HyLxxCLeYh5HjwX7NlkmF8RxrgEZ1wwpv+8W6jJuBEwxuzTRuNWGB1YBERABERABERABOqJQDGoTHirGMxoOm4EjDGlYxtjrA0MlIsVjfX99okVY7j8zUB7YxHdaR9XXLcXz73e9yB7KSMlRKBmCajgIiACIiACIyFw1R1duCMcafG0hV348Ald/USLyWQSfaLFOOg3pa3h/KbGc3aIMaZUBGP60qWFSohAFRMo2pucKFRxMVU0ERABERCBgxDwDrJ+yKvtdWHI22rDAxMwJjAMDQyc8WgdVjQmW5sD0VbX3mGOEIf6/HTt2YH7b/k1NrtRw3xQfLPm5PNw8vnvxKrjT8echSvAUffmLVmFo9adi5Pf8E50TJ6ODbf/Ftx3XypFvPjkQ3jluUedUIcjj1EESVFcY1MLps1eAI5I1tzagScfuBWbwhGw+vIxmDRtFtonTXWLYrE4ps9dDI685haEEwrrps9dFM7BlZMjF5YW2ESyoQkUZtmk+586cx4CgZZx88xzzoLl8GIxN9/WORUdUyjgCtZzoefFMGfxSjAvzre0TcIMWx4u5zyDMR6mTJ/j2HE+kWjA3MWH9StzsejjqQ234/VXnrFcQm+33Zj1o3iRYsBCIY9nH7t3wOiKBix3i+VlNwcFVLMXrUD58QGDzikz0No+Cfwkkg2YOW/xgG2ALa+96ERQxhhQAHXamy8FRx987YUn7G5BmYwxmL90FY4+6VzXBsZ44LHmLVmJGTbPHVtexcvPPmK3r97/XDaDJ+6/FT1du0uFjCeSmGzbaKo9/3iedO3ejsfuu3lfYShGfv5Wqr3aJ03DguWrS3XgucnvD9B3fiL8cBS/HVs3ujmeTxTDnn7h+3Hy+e+y50UnHr//ZuSzwW8fN6IoedHha+Dbc47zDJ7n4bCj1mLlcevB7yfscfgdoVivc+pMbHzxKWy15xDKPu57aJlGi+bY34uBIyj6fsGe+3dgy8YX3bk/ffZCrDnlDZgyYy6amtswe+FhbjRCYwwevvv6Aec/YIyH6fbc47kP+3HfwTmLYOxyO+v+mZ5mv98NTa1uvtHmG4k23YIhTvbs3FY26uxUnHL+u3H86Rdh55aNyKR6XS4cYfQRW85d215389EkFk+A7BnncmlwBNuBgm7ynLf4cMRiCbcb23Ty9Nk23b9N+Xv81IbbwN8Eu9L9s45kwAAYbH39Jbz01MOAPWftxP0z/7H6TRsJBxb2YL9HvBZNmTWfm7ow0/7eD7dN2WabX37WnXfbNr1s40ik57Kc0JOuPYEN5Bd2op9Y0V7zYjH+7nuI2WujZ38Xos6/CQ2s6itftOd3EKq+qCqgCIiACNQKAZVTBERABCIC4e2avWWNligeJwLGhI1hj2+Mgf0viRU96/c1NkRixbWLY/jyhQbtTUB3qogrr+vCC5tydk/9i4AIiIAIiIAIiEAfgZ/f0Y3bHwteD03R4h+c2FUSLTYkE0gmkzYkkIjHrB81bvv9YqDN0ec3hbVJDKKPMX3paJniKicwgYtnjHHnrzFmAlNQ1UVABESg9glUTLAIXQ8qcjYYY2CMgZ3YfwMajsbzXNzUFIh2uvYEAi3og3w248SDd17zY7z49EPo3rsLMQoFZy/E8qPWYvmR65yoqLd7D+676ZegWIej0+0PHcV5LzyxwQkhKRJJNjTi8GNOxdpz3o5lR5yAbZtfxl3X/9QJbsrzoKAxGgmPArNo3ZyFh+HUC96HJYcfCy4/7rQ34/jTL0RjcyBO4nbtk6aCI+dxHbdZfeKZTqw1efocrnahoakFx576Rjf6GcvBPClgcyvtpKGx2YkpWQaWZca8JaCojwI+Y+z5ZLfhubT8yLVuOddTKHjqBe/FyuNOQ8wys5u4c44j2p1qy8xtuIyBwq2nH7wLD915LXbv2OLEg1xeyOew7fWXHdvg9a5cCrAMLMvhlh1HTeNSYwJBIctFHjz++je9D0etO8ex4TYMc5esKpWR8wzbNr1i2/dBUGjENtq5daMrS7moqmfPLuzZsRkUrK055Y2g6I35z1m0As89eg8evecm5G15mV81B44a+sAtv3GjVfL1usUihRy+e7Xx0w/dgQ23/Q6Z8DXKA+tRLPoYyfk70vYK2vQScNQ+nrNR+XheH3H86Tjjog/gpPPe6c6PaB3L/PSDd+LlZx5x7cvlfJUzR/h75O4bSsJMCun4Hb/jd/9l2/JGdO/ZyU1h6WDPzi3o2r0Dk6fOwglnXuSOc/Ib3oNJ02babW+wLO+152wgcmJZ+F07fpDvIc9Zfv9cxuGkUMg5EWl07re0d+LItWfjhLPeinn2XH352Udxzw0/x96dW8M9gogsTrXfr8Ur1rjvFZe67+BR69y5ye8XA8/T5XYZ13EbY4z93TrR/m68F8yDy4YSOLrhExtuc+dJ0Z4zPI8ev+8mbHKvXe7LgaLYh++63tbpFvA7U7TnDNdy+esvPYO7r7/Kfce5LAos56n2N6H8N4cc+d3ld2xgOSnwvPeGq8DXyfM7y3z4WvnuvTtde1CUy98ULmfg78HA/Ef7N431HS4HlpVhf79H2Uza/ka/GSee+Va0hiJsbk8xKIW46869uN+5z3UHComGJqRT3dix5dUDbTbh1nXvCcSbvt9tbaO8dbbFgmAdb54XQyzmwdjOPmNM8N0LY2PMhGNVGxU2QTvVRmFVShEQAREQAREQARGoLQKh+zCMaqvsdVRaY0ypNsYYa/8C0cNVnr138ew9TCRWXLckBr4Guq0R6O71ccV1e/DCpsAfXMpEiTEhoIOIgAiIgAiIQC0Q+MWd3bj90UC0uH5BFz5yYheaGhvQ0JBEQzKBRCJREi3GvFjJd+p5tt/ZeM4uMcaUqmpMX7q0UAkRqEYCth8MNhRtqMbiqUwiIAIiIAJDI+ANbbMhbHXo3q8hZD4xNqEdaGBsZYswxgTBznk23dpcRMwr2jnrsOoKhDduRhNHgAKnl556CPfd9Avc+pv/xE2/+J4Lt/zqCtxzw8/w7KP3OCGP23gIE4qhHrv3plJeN//yCtx57Y+dGIwiyYFZpFM9uPOaH7ljRscuj59/8gEnxrr/ll/tdxuuo7jn0XtuPOA2HMmwPO/yNMvAsmx59fn95sHtuZ7Cw1t//f39bsdt+teziN3bN+HB238HcmU+ZP3YfTdZtnv7bcoysCzcZrBAHsM7fhGvPPMobvvtD8C2ePiu6/odk2W99+Zf4ME7rsEd1/ywVD5ue/f1P8XrbqQyv18Zq3mGIrnXXngSd133E1vf/7DhCgynHqNx/g6lvQ62Dc8Fnhc8P8r5s74vPLnBtS+3uePqH+LV558oiQx5vtz+2/8Gv+MDRafcjyLOB279DW6/+r8dK+bBc5Qi5R1bXrOHKtoQ/PM7xu8atxks8PsXbFk+7Tv3o+8M8+dvC9uJ5S/fmumDseA5yzBYGbiMx2EezGuogaJJnic3//I/cPd1P8X2zRS69dU9yqdY9N2okfzO8DvC493+u//C0w/ficF+3w6lnGzjpx66o9Sm5DVYe7BMbF+WYbAQnS8HKgP343ryIjfODxa4DY8XheFyiPbjyJCD/R4d7NyK6tKXz/5TDU3NmDJzLnZsfg2ZcITM/W89sdb07O37Lfe8XsTjMcRiHmKeDWHMzj/aTsaEtpSNYb8KjIwxEwtYDdS2KKdSDbSSiigCFSWgzERABERABMaKQGj6htFYHVXHKSNgTB99Y4z19WK/YsWTlsZw+YUGrQ3AXooVr9+LFzfnynJTUgREQAREQAREQAT2JfCLu7pxWyhaPHVBF/5wbXdJtNjYkOwnWnRvrLE+VOMZeNafSj+qNVGsjWIQfYzpS0fLDjHWbiIwegR4ntpgjM7X0YOsnEVABERg9Al4lTqErgcjI2lM3wXVGOOMQy8yGD0PzU350gF6uyVYLMFQQgREQAREICSgqF4ITJoyE/F4Eptfe75eqlSxenR39QkWDbpBsaJztIXCRedos/aTMcY63WhPwX6Kzq6yCf1XIQFj2E6mCkumIomACIiACIiACIhAjRMoBuXXAyIBh7GeGtNn4xpj7D0JSmJF3seUj6ed+KMAABAASURBVKx48tI4Lr/Qc2LFPb0+rjyoWHGsa6PjiYAIiIAIiIAIVDOBX97VjVsf7XVFHEy0mEwmw5EW40jE486naqwP1flSjefsFGOM258TY/rSnFcQgWojwHucKFRb2VQeERABEagsgfrOzatU9Tg4SugHq1SWEzYfY0zJODTGwLNGY1MoWPRtP32qR6ShjwiIgAiIgAjUIYFYLIFZC5dj765t6N69sw5rOLIq+X4R6ZQ1hmw2xWIX+Oo0LxZDjMFj7Fm7KQjG0J4Kgt28378xpt+8ZsaJgL2BkGNpnNjrsPsnoDUiIAIiIAIiUC8EQpPXmDBRL/WqgXoY08fcGOP8vMEIRsbeu9j7lZjn7mUSiThOWRbH5RcZtCSL2NPj48rr9uIljayIavvMmLsIF3/0s/j8d3+Fv/zOVViy+thqKyL4tobf/6v/g6/++BZ8/v/9GmvPfUtVlXHFmrX47Ld+jK/9+FZ8/G+/CzIdjQIeceJp+PDnv4Ev/+AG/MFf//1oHEJ5jiKBxavW4P2f/vKI24/5XPrnX8YXr7gan/rmlaNYYmVd0wTqrPC/uqsHtz7SJ1r8o7KRFhuSCSRD0SIf/nYhHoOx/c+e54UPVcDaLAbRx5i+dLRMsQhUCwFjjDtfjTHVUiSVQwREQARE4BAIeIewz+C72OuB/R98nZbul4AxfdSMMe7iSjmiTcEZidZYjNlO+OaGYFTFlHVc7TczrRABERCBKiagoomACPQn4HkxTJkxF1NmzoUXi9uVBrMXLkdrxxRsfPEpFIu+Xab/gQRS4YMbRb/HcvMQ88IQ86wd5cGzthODMbSmbLDxwDw0XyUEbNsYY6qkMCqGCIiACIiACIiACNQZAToYbZXCyKbG7n8iH8mYPvvWGGPvURCKAAxi9p7FsyHmxUCx4qnL47j8QoPmRBG7ewq48ro9eHlLDhPhQ/Hf1396Ow4WuN148ojEbx//23/HCWe9yd6vTxrP4hzw2IcfexIWLD/c3hPH0NreiZXHn3zA7cd65coTTsGkaTNhPA8z5i7EqhNPqVgRKNY8462X4M+++X1c+ueXY9lRxyPR0FCx/JXR6BNYf+G7nbDwD77w9+D37lDbrzyf1WtPQ2NL66gV/rCjT3DiWIoiv/aT29zv2Vd/fAu+8L3f4JJPfQnzl68atWMrYxHYH4Ff3d2DWx5JudWnLOjCR9d1o6mxAQ0NSTSUiRbdKIvWHolLtOhYaVKDBPQgfA02mopcrwRULxEYCQFvJDv321fer344DmkmZGiMsc4sG2wmvIHnE7jJhsBZleqVeMFi0b8IiIAIiIAI1DyBJauOw5Frz8aRJ56N9Re8F6e+4d3gsh1bXsPOra/XfP1GqwLp3uAhjoLfjZjnIcYOPxu8ME27ifaTMdaWsoHmlTFBerTKpHwPnUDROpcOfe8JuacqLQIiIAIiIAIiIAJDI2CCzcIomNF0VAkY00fbGGP9u4C7P7Fpjw9Wxez9ixdzYsX1y2L40puLaKJYsZsjK3bh5a35US1fNWX+k3/+Kj799lNw1Xf+D3Zs6X//u3fndrec67ndeJY72dCIpzbcjSfvvxNFvvpoPAtzkGM/+cCdePGJR1EoFNC9dzeeuO+Og+wxtqufuPd2bN/0quO45bWX8Pg9t1esAJlUMKLY7b/5CbZtfLli+SqjsSOQy2Rwx29+itdfem5EB83nci6fl59+bET5HGzn897zYVz66f+NhqZm/OifvoLPXHwqvnv5n+HFxx9yIskjTzoDl332qzj+rAsOltWB1mudCBwSgV/f3Y2bHw5EiyfP78JHT9qfaDGGmOdBokXoU4sErH1tjLH2tqnF0qvMIiACIiACIQEvjEcc2WvCiPNQBnAXVmNMXwzAsw6tZCJwWGXT7Ha3C/UvAiJQYQLKTgREQATGlkA8kSwd0BgP8WQDdm/fhGcfuRtFja6I/X3SqcAW8gvdiLHDLxaD57Hjz3OxZ+0mA2M7Bu20zKZCsBv0qS4CxgTtVF2lUmlEQAREQAREQATqm8AEqV1o/+r5kLFpb2NM6UDGGNh/e0/i2djY+xQbYh5iXsyJFU9bHseXLjJoShjs6vJx5fV78crWHCbi566rf4aHb78ehXxQf4rtHrLzXD7WPN77iS/g4j/6TL/Dbrj1Gtz26x/iiftuRzaT7reu2mYo2vt/X/k0/uKdp+GLv/cm3H3tz6uqiE89eDf+5mPvxWfesR7f/LMPYstrL1a0fDdd9X1X55cqKFR7wyV/iA/+z69XtJzKbHACd11zlWu/V2z7jUQcfOfvfuryefGJh0u/K4Mf8dCXrj33LTj5jW/DttdfwXe++Ek8ds8tLjOe49/+wsfx0B03gHVo7ZiEc971QSxZfaxbr4kIjCWB39xD0WIg5j55Xhc+uq7rACMtWhvF2ime9al6nhfaL3A2DMKPMSZMKRKB6iBQtDc5UaiOEqkU1UtAJRMBEahmAl6lCmevC5XKakLmQ1vPGBp8gTfRs4ahMcY6tKxx6HmIxwLBYtRJD31EQAREQAREQARqmsBLTz2Erj07wBvrbCaFZx6+Cw/fdT1y2UxN12u0C58pe3jDM1nEYh5ingdjbSfPBQ+MjTHOsWaMsUUqhmm4GPqMHoFh5Vx05z+/A8PaTRuLgAiIgAiIgAiIgAgcnADNYLuVM4dtrP/RI2BMCNsewhhj7zkQdvYb8H7Fs/cs8VjciRVPPyyOL10INMaBnV0FXHH9ngkrVkT4obAnTAJFH7lxEAauWLM2EBXZ9iuVpSzhFwu2aHrzURmSqk36vo9iBTqrps6ahyNOXI/yh02rttLjVbBROG6quwu+H7xZYyTZF+15MJL9D7TvEWvXo7G5zf5eARQKD9z2vht+g67dO9zijknTcNRJZ7i0JiIw1gR+c08Pbno4FC3O78b/OKkLzU2NaGhIoiGZQDKZtCGBRDxu+6DjoL1Cn6rnWd+q8Zw9Y4wpFduYvnRpoRIiME4EjDH2HA3COBVBhxUBERABEagAAa8CeQRZmCDSdPgEjOmDZ4yxF9ggD2OYNkgm/NKyXNYPVmo64QiowiIgAiIgAvVFINXbhftv/hVu/uV/4I6rf4iNLz1tneq6zh+slbOZYmkTv5gOOgKtIy0Wi7k0nWrGBDaUjZwNZYwp7RMljNl3WbRO8VgRMLZ9zFgdTMcRAREQAREQgZohoIKKQEUIhGZzGFUkS2VyYALGGGvfAnYKY8w+YsUzQrFiQyhWvPK6vXhtW/CQOvQZVwLHnflGtHZ07rcMe3ftBB803O8GWlE1BHp274RfGPn3at15F2HK9NlVUy8VpHoIdEyZ5gozbc58nHLBxRj4ef7RB7Br6xa32Fh/1dSZc11aExEYDwK/pWjxoV536JPmUbS4t59oMZFIhKLFmESLjpImNUOADyfYUImHFMa7zjq+CIiACExkAl7FKi/vV8VQMiNjjHNseZ5BItkHN5vtS3M7BREQAREQAREQARGYSARyZbaQZ3KgreSCtZ0Y28jaULAhsKXQ/6O5KiMgp1KVNYiKIwIiIAIiIAIiUD8ETFCVMApmNK04AWMCwsYYew8C2Km9R/FssCnr1415MSQScZxxWAxfughIxoAdewu4gmLF7SMXVUGfERM4/70fwcrjT4ExZsR5KYOqInDIhVl77ltw/FkXwIvHDzkP7Vi/BLp2BqMnJhsaseLYkwataC6bHnS5ForAeBD47b09uPGhlDv0urnd+OOT9pZEi40NSWunSLTo4GhSWwRot9lgjOy32mo4lVYEREAE+hOomGBR14P+YIcyZ8y+F1FjDNwfYwMYY5Dw+obAz+WqVbAIfURABERABERABERg1AmUCxaLxRz4tLpnPGczGWNs7CEYZRE2bedhg1tuoE/1ETDGwBhTfQVTiURABERABA5AQKtEQARqgkDoQtQDIqPXWsYEdqwxxtq0sMG4exHPs3Es5kYqisdjOHNFHJdf6FkfL7B9j48rr+/CRokVUQ2f09/yPpx0/lsRTySroTgqQxUQOGb9eTj7HZcFr/ytgvKoCNVH4IGbr0bXrh3I57LY9NLzgxawqbXdLec1eNe2YLRFt0ATERgnAr+7txs3hiMtrg1Fi02NDeDroSPRYiIRB0M81vd6aGMM3J8BjLETBB9j+tLBEk3rl0B11oy/r1GozhKqVCIgAiIgAkMh4A1lo6FsU7ROMPs/lE21zSAEjDHO2CNDY4J00NluEI9zabBTQYLFAISmIiACIiACIlCPBFSngxLI5/vsInCERWs30WaKgp11NpUxgT3FDMv24KxCtRCwNxByLFVLY6gcIiACIiACIiACdUfABDUyJkwEs5pWiIAx/bkaY8A/ihX5UFXM86xPN4aznFjR+ndjRWzbU8CV1+/Bxu056HNoBA47+gT88Ve+jf/93zfi6z+9HV/50S34i3/5Cd7/6S/jT79xBc5794cwlM/UWfPwoc//H5z33j9AY0traZcTznqTy5d5/+V3rsKS1ceW1g2WOO89H8Zffufn+NpPbsNXf3wLPv2P/wUK3gbbNlrW0NSM89/3EXz2Wz925eexuO9f/dsv8Obf+xi4Ptp2ODH3O+Otl+BT37wSX/6vGwZlMWPuIlz80c/i89/9lS33VaX6cT9yHGo9DqUd9nfsweo4f/kqXPKpL+EL//Fbx5aM2NaftczIjnUdbL/9LeOxL/3zL+NL/3mda1+eP2x/Li/f511/8peWz2fQPnlqafHSI49z+7AMX/r+tTj2tPNL6w6W4LYf+9p38JUf3mTz/axr27f94afxxSuudvX60/9zBVgn5l0e2Iblef/BX/99qQzRdgO34fasz0jbtxJ5sCxsw/d+8gv4q3//lftusNw8v7545TX4oy//M3gOcbuhBG5b/r1nO37wc38DHmMo+x9sG+b/4c9/Aywby8iyfvkHN4DH5LqB+z9wy9X40ocuwv9895n4zRX/NHA1VqxZa8+haW55urcbzz12v0trIgLjTeB39/bghgd7XTEoWvyTU7oQiRYbkgkkEjbE485+iXkx0J7x+BCG58EYa+UYuBj6iEAVEDDGuPPRGFMFpVERREAEREAEDpWAd6g77rOfvR7Y/30WV8uCWimHMWUUbZojBllbsFT8Qr6UVEIEREAEREAEREAEJhyBYhHw/bDaxULomICLS6JFWHvK2lGwH2Ns2sb6r0ICtm2MUftUYcuoSCJQ8wRUAREQAREQAUvA2s12ijBiUmEUCBhjYP9B0MYYcCbmea6z/+zD47j8IiDmBWLF71+/F6/vkHMXh/jha3rf88kvoKVjEn71vX/Ep99+Cv7z7z6PVE8XVp2wHtNmzxtyzl27d+Cea3+Bn/zTV/DSU4+W9nvkzpvww3+43IVf/Pvf47XnniytK0/EYzF88H9+HWe87RJQ3GaMgefFQCHkmy77Yxxx4mkY7LN41Rr8j698Gye/8WJsfOEZ/OzbX8dtv/pv9HaQgGfhAAAQAElEQVTtRdukKTjlgnfio5f/MygaG2z/wZZRtEVx3+e+/TO84ZI/dPt69hws35bl+cgX/xGf+LvvgqLMVsuQ6xPxBCjUOv99H8GkaTPt6WsOWo/htkMk2ht4bOznQ8HnpX/2JRyxdj02vfgsvv3Xf4K/+/ileOqBO9A5dTrOfNuloHCQojIGCswoAtxPdk489oHPfAWr156GhsYmt1k8kcTyo07A2//o0ygXPz58x4346be+Dp4HbkM74fkRnRM//Zev47nHNtil+//vmDIdF7z/o05I+86PfQ7zlh6OmOXMPd76oU9a/hc4kawxBjPmL8IzD9+Hf/n8x/Dy049xk0HDv/6vT7htWBY+9Ddwo0q0byXyiMq16oRTccmnvoijTj4LOza/hn/9wifw5T94G+66+mfuHFu04ki871P/CzyXon32F3MU1Pf96RedOJHtxu3YjiuOWYfLPvtV9+puLjvUcNHvfxLv//RX0DltBm795X/jqn/9O7zwxEPg68D53Xq/PXcoTB5O/itPOAWt7R1gW7345CN48NbrhrO7thWBUSVw9X09uH5DIFo8cU43/uTkvWhsaEADQzLp7Bde4+LxmLVfPFC0aAxg7B8GfIwxA5aMz6yOOkEJ2E4C/s4yTFACqrYIiIAI1AUBr2K1KFYsJ2VkCURmnjEGXqwPbiHqoIc+IiACIiACIjDmBHRAEagKAn4hsI0MfLAjJgim5DozxqYZwtIaY1zKlLZws5pUAQE5laqgEVQEERABERABERCB+iRggmqFUTCjaUUIGNOfqjEmvC8xiMU8G2I4e2Ucl18IxDyDrbsLuPK6vbUmVkQ1fSgqO+HsN4GCpdt+9UMnfGL5HrvnFnzrL/8HNr7wNGeHHDKpXjx69y3gSGn5bKa0XzrV45ZxOddn7HallaWEwVnv+D1Mm7MA1/zgO/irS87FVd/5P9i7c7vboqW9E0euO8Olyycz5i7CRR/8BDqnTMVv/uOfcOXffA733fAbJ7789uf/BJtffRHGGMxcsAQXfvBPwDqX73+g9OsvPYO7rrkKg5cXSDY04ol7b8MzD92HYukJQIMzL/4AJs+YjWv+61+doOwH3/gC9uzY6g5FUeNxZ7zBpaMJyzTcduA930O3XT/g2FGO/WOOaHn+JX+AjinTsenl5/G9r/0FXnj8QWx57UX89z9cjhcff6i0w+ZXXgja6uar8dwj95WWlyeSjU246MN/ir27t+OKr3/O1fHu636JfC7rNpu1cCmOOe18l+bkqQfudHmm7XnAeQaeHzwfGB66/foSH64bLCSSDU5Ee9fVV6Fr147SJlNnzsHClUfjjt/8GDs2bwS5FAsFpLr3ujo+btsnV3YulnYME+TwkD3+YNtUon0rkQeLynPkLHtedU6dgZ69u3HzVd939eN59fN/+wYo0OR2jc1t9ntyOpP7DS3tk5woOJtJgd91hu49uxw77sRz9Jx3fbA0UiiXDSec/96PgOfzS089gn/49Idw/Y//H+6+9uf4l7/6Y9zyix+gkM+B7XnyG982JHElj02R42Fr1oIir80vv4DfXfkvXKwgAlVF4Jr7y0SLc3vwiVMpWkwimUy4EE/EQdGis2k8z53Pxhi4PwMYYyfQRwTGmYA9D40xOh/HuRl0eBEQgbohMG4V8Sp1ZHtNqFRWEyofY8KLaRGli6oxwTI7BR/PtX4tGwf/Rd9uGCQ1FQEREAEREAEREIEJSaBYMoeK1n6CDdZqiuwnF4MmlJ3ArYP9GGPsFHYe+lQRAWOMbRNTRSVSUURgLAjoGCIgAiIgAiIwBgSKwTH6bOdgXtPKETDGWFsWsFPYJChQ4dtyzlkZx/++yINnnbpbd+Vx5fV7sGlnHvocOoHD1pzohHUUeeWy6X4ZZVK9uO/G3+5XrNdv4wrMtHVORiGXxb98/mO46arvu+PedfXPnNDNz+ftuWAwa9GSfY50+lvfi+nzFuKh229woqjyDSjIe+bBe1AoBG8RmH/YEf2EdOXbDky/8szjuPGnV+LGn12JPTu3DVzt5jfceg1u+/UP8cidNyKbCfi1dk5CzqZZD+5PQdlDt1+PDbdeC9aDO06dPa+fcPJQ2iE69mP33oLsAQR5PN6JZ70ZHZOno+j7ePmpRx1bLmdgOz96z62l8lPM9vBt1+NH//hlW6+buMk+YdaCpXj0rpucAO2xe25xYsOf/cvX8Wo4cmZDYxPmLF6+z34jWbB906uuPW7++X9i62svlbKatXAp7rnul06g6pj/5D/w6yv+Eb/7fiBoo7jRt+1f2mGQRKa3x7EZuCpiPJL2rUQeLNfcpYejfdIUJkHRE0WjbiacbHrpOeTzOTfXNjnYzs0MMpk+dz4eu/tW/M2fvM8JTik6/eaf/z6efuge+H7B7dFhz5cT7XnjZoYxoTj2uDPOBwWQ1/z3v/U715jN/fY3Zfe2QLxLceWa9edw8UHDuvPegs4p09259rvvf8uJbQ+6kzaocwLVWb1r7u/BdRt6XOFOmNODT67vQkNDEg3JJJIULMZjoWgxZu2ZwKYxxrjtyyfG7LusfL3SIjBaBGgTRmG0jqF8RUAEREAERp+AV6lDyPk1EpKhBxFF59AwJjLwovmR5K19RUAERGACEVBVRUAEJgSBkt1Z9EPbCS62E/sf2FHGmFIa+lQpgSLkWKrSplGxREAEREAEREAEap+ACapgzeIgUW/TKqmPMcbddxhjbIe+wbmr4vjq22J2GbBlN8WKe7F5ZyCsgT6HTCCRaEAsFgdHgTv65LPBUdzKM3v24fuwd1ffaHbl6yqdpsDpxqu+7wRJ5XlvffUl5HLByH1Nza39Rn3jqGuLV60BR/aLxHLl+zJN0SLXM816UuDG9FADBX1Fe4881O27d+/EwerR2NQMCtCiPEfSDn7efg9KN/NRjv3jmfMX2++OcWK0VHdX/5V2jmK3VPdemwKaW1ux4LAjXHp/k1eefRy/vfJb+6ze9vqrpWWTp80spSudiMShzHfj80/jpp9dyaQ7dyiSu/03P3HzozE5lPYdWI5DyeO15550o4UWfR87tmzCa7be5fnu2roJhVwgWDTG2+e7XL7tS089ih//81f6iQkprP3lv38TW1550W1qjAEFvvOWHu7mhzo56qQz0NY5BTu3vA6KfgfuR+Hp7h1bSosnT5+FRYcfVZofLLFizVosP3qt/S3ajp9+6+t46sG7B9tMy0Sgaghce38vrn2gT7T4qfVdSCTiSMTjiIeBD1949nsGG4wxcH+maqqggkxgAsYYGBOECYxBVReBiUNANa1bAhUTLMLULaNxq5gxAVRjgjgoSHk6WKKpCIiACIiACIiACExEAsYYGBMGGIfAGANjGNysmxhjXKxJtREwrq2qrVQqDyAGIiACIiACIiACdUCgGNQhjIIZTStKwN1mWMDGWLvW88DRFW96BrjxqeAwMzrjOHJJQzCj6YgI8NWy2UzG3T8sPfI4/NHl/4QjTjwN0YfiIr4iOJofzZiiQN/39zlELpdBoZDfZzkXLF55NPj6Wo7o946P/gW+/tPb9wlczvXc3hiDydNHT0jHY+wv7N65DZmyVyKXbzea7UAxWFNra/nh9km/+OTDSO+nbPtsbBdQNGejff75muf9rdtn4xEs6N67u7T3zm2bS+nxTByofYdargPlkUn14t+++Kf4zDvW45t/9kHwu7m/fAcKYgdut782Yp4P33GDEwBzn5a2dkyfs4DJIYd5S1fC2N/tJUccs893Mfp+cl2UYUNjMzqnTY9mB42POuUsxOIx3PCTK2pKrDhoZbRwQhCYOSmGo0I7xZoz2LC5DclEAhQtxu25HIt5iHkevDAYA3cdhv0YY2dsrH8RGDcCfAjChqIN41YGHVgEREAERGDEBLwR5xBlQGsmSiseMQFjjDP8jOEThX3ZGSPQfTSUEoGaI6ACi4AIiIAIVICA8UyQi7WTggSnxdB2YrovGBNui2LfQqWqhoCcSlXTFCqICIiACIiACIhAZQmMf26hGRxG41+eOiuBMQFZY4y9D4ENjA08O/+F33m49bk4+DnnmBacd2wLkwojIMCRyl597gk3QrsxBrMXLsMlf/ZFfPxvv4tjTzvf5fyDb3wBHLXOzYzDpKdrLyiEG+zQk2fOQTyRBMVcP/yHy/Hpt59y0EDR12B5jeey0WyHfmJE4yHR0IjR+qS6u9wojqOVv/LdlwBHH7z0z7+Mi37/EwccVXHfPQdfQoFyujcYGS6eSGDqrLmDbzjIUopjWzs63ZrnHrn/oN9Ffl8///7z8eCt17l9BptMnTUPc5euwFP334G7r/35YJtomQhUFYGZk2O49Jx28OEKwODKxxfikW0doVgx7l4HHQkVPY82jt3KXn+NMdBHBKqCAM9FG4zROVkV7aFCiIAIiMAhEqiYYFHXg0NsgaHsZm/Qo81oGEZpxSIgAiIgAiIgAiIwEQl4oQVrTNAJaKxjzRg7NQENY8JEMFuaGjP48tIGSow5AWMMjDHDPK42FwEREAEREAEREAEROCiB8HkdPSByUFLD2sCY/rarMcE8I2MM2Lkf8zx89YYG3PFSEvycfWwzzjuuhUmFERC46l//Dk8/dA8KhYLLxfNimLNoOd75sc/h43/zXRx29AlueTVOPHtOGGPPFRu8eKwaizjkMo1mO2x68XknSo3FYpi9cOk+ZeJrfxPJJre8t7sbLz/9mEtrUp0E+Or2M956Cf7sm9/H+z/7FXROnY47r7nKCXeHXuLBt9y68RVkensHX3mQpV48XvJDGPvdPMjmQ1o9b9kKe+4C99189ZC210YiMJ4EZk2J49KzOzC9M+7O25++vAJP7p7sxIr8/Y3FPMTs77Bnvx8Mxhi4Pxuz3EwzVhCB8STAe5wojGc5dGwREAEREIGREQi7e0eWCffmiLuhH4yzChUkUPT7msmLVzBjZSUCAwloXgREQAREQARqgID1l7lSGhODMcalB06MMftdN3BbzY8TAXsDIcfSOLHXYUVABERABERABOqfgAmqaEyYCGY1HQUCxgSMGRlj3H2IMQZ/f3sH7n612R3x7GOacf7xEi06GIc42bNjK757+Z/hqm//Dba//hp4L8GsjDGYs3g53vep/4VTLriYi6o2cJTFGXMXVW35hlKw0WyHDbdcjb07t7lizF16GNae+xaXjibLjjwO7ZMmo+j7ePbR+8ARH6N1iquLwAlnvQmf+Nv/h/Pe/SHs2bEN//JXf4z/+5kPY9trL1ekoNs3vYp8IevyYr9kJGR2C4Yx6ZwyAxwdcRi7DLrp9NkL0L1rB55/9IFB12uhCFQLgVmTKVZsx/TOGIow+N2WNXh273Q4gaLxbOzBs7G9tMIbOLIiF1ZLRVSOCU/AmD6be8LDGAoAbSMCIiACVUqgTwk30gIaWNMG+owCAd+3cMN847G+dLhIkQiIgAiIgAiIgAhMGAKxGGD9EeDHeMGIJUxXU1BZGYgv7QAAEABJREFUhkjANqQxsm2HSEubiYAIiIAIiIAIiMDwCBSDzcMomNF01AgYY+x9iinlb0yQ/vZ9U3H/pna3/Kw1zXjDCS0urcmhE7j3hl/j6x97N37+b9/Ajs0bEQkXG5vbcPpb3oclq49FtX4oCJm37PBqLd6wyjUa7UAB4rU//Hd07doJtufZ77gM685/m3uF8FkXfwCnXvhuxOIJPPvo/bjq2387rPKO1sbKd18CF/3+J3HRhz6JjinTcPMv/gvf+eIn8cozj6OSn/LRNvOZDHZsee2Qsm+dNBnLjjoeI/20dE5G997dI81G+4vAqBKYzZEVz2nHtI4Y/KLBTbtPxIupmc5+McbYGDYwDgLsx5i+tJ3VvwhUDwE9CF89baGSiIAIiMAICHgj2Lf/rvJ+9edRwblCoa+Z4glTwZxrLisVWAREQAREQAREYIITKLeFPAkWa/5siDoXa74iqoAIiIAIiEClCSg/ERCBkRIIXYhhNNLctP8BCNCmjUK0GeeZZvy9R2bjoW2TOYszj27GGzTSomMx0sldV/8Mf/9nv4f7b/wtCvmcy66tcwpWn7jepatpsnvbFuTDMs6avwTrznvrAYv31j/4FN77yS8ccJtqWVnpdrjvht/gsXtuRqqnC3x170W//3F86fvX4qx3XIZMqhdX/+e38W9f/FOXrhYGKkcfgRPPvhDHnn4uEskGvPTkI7j6B9/uW1nBVFvnZCQbGlyOXXt24tVnn3LpoUw4CmJvV5fbtKGxCUeuPc2JYt2CQSbzl6/CH3/l21h1wqmDrA0W/exfvo4ffKM2vrNBiTWdaATmTA1GVnRiRXi4K70eL6dnOwy0VVwCpvQQQDAfTLmeIZjTVARGhcDwMw3FtMbobmf48LSHCIiACFQPgT4l3AjLpOvBCAEeYPeCHy+tjSdKSSVEQAREQAREQARE4BAI1PYuiWSf+eqZxqAyoV+i3HlWng42wqBOt2id4vEhYIyBMWZ8Dq6jioAIiIAIiIAIiEA9EwgfLi+GcT1XdTzrVn7fwbTv+2Agd8a+TfBVpf/55Dw8unOaK+qZGmnRcRjO5NjTzsfHvvadfV7dSgHbj//5K3j83tvc/Z7xPMSTgYgJVfR57bknkerudiVqbGnFmW+/FCvWrHXzAydHnHgaDluzDptffn7gqkOYr+wuY9EO7/rY57Bm/Tm47of/ji/+3pvw2Xechk+//RT8z3edga/+0Ttw01Xfr2ylqjC3eCy5z7k+sJiJZBM4yuDA5eM9v/Dw1W50TJZj57bNjEYlsO5N9rvk+wU8+/B92L7p1WEdZ/MrL7jfDO60aNXReOuHPsnkoGH9m9/lRvZ87tEHBl2vhSJQ7QQoVrzk7HZM5ciKiOGezOl4JTMLftFHoWDtltBWKdjvk+8X3XLGdjEYR/WjnePSxk01EYFxJcDzMQrjWhAdXAREQAREYEQE+np8R5QNO4BHmEE97F7hOvBCyyxz+b5mSjbIEiQTBREQAREQAREQgYlJoNwWMl6DczDTZmIATGke9hMsswn3LxvKYaiqSbFfe1VV0VQYERABETgYAa0XAREQgWonEJq/ejaksg0V3WNEMXNnmp36QbA2rl3ITn+KAChWzBcKKOQL+NGzi/D4rhl2LdxIixec2OLSmgyNwOQZs3HsaecNuvG2ja/AL+RB3umeQBg46IaDLOzp2lNaytHWohmOFHfM+uB4nufBGC9aNez4qQfvxqvPPeHuf7hzx5TpeNfH/wpnXfyBfiO7nfHWS/D2P/o0CvksHrnrZm5adWG02oEVPeNtl+LIk85E1+5dePTuW7lo2IGi1WHvNGAHnkM8l7g4kWxk5MKRJ52Bdee/zaUrPeGIkrlsxmXb3N6OectWoPyzeNUanPbW9yHZ2OQWx+MxJJuaUW2ftklTSkWaPmdBv/ObK6bOnodYPM5kKTTYenTY70RpwUES3P6wY9bafBLY8spLuOvqnx9kj31XP3H/7SBzrvG8GI5efy4+8oVvgpy5jIEjK3LZyuNPwTMP37vfUT25zx9d/k/41DevxKlvfjd3VRCBqiEwlyMrntOOqe0x+PDwgH8mXsvNRt7aJblcHrl8Hnkb01bhMv72FShiLD2AUYRv00UUEZqWVVO3MS2IDlZ1BIwxMCYIVVc4FUgEREAERGDIBA79LnvgIczABZqvFAG/6FmDMOaya2ioXJO5DDURAREQAREQgSojoOKIwIEIJMse3ojFAkd9sH0gVgRklKJmPgbGmJoprQoqAiIgAiIgAiIgAjVFoBiUNoyCGU0rToBiRSC4F2HaLxbh245+dvaz0z+XLzghQDaXRzaXw89eXILH98wCP6cf1Yw3rW1lcsIGVjzR0AiUiQGNN7j/Ox5P4Lgz34hVJ5yKgZ+GZsvR5tGzZyee3HDXwNUHnE/19pSEhAtXrHb5U5R20hveDtuabt/2zimIhGJeLI4Gltmt6Zu0tLUjGt2RMef71gK3/fpH2LNza2lRS1sHznvPh/HX3/sNvvT9a/G/f3gT3nDJHyIW83Dbr3407BHjKOIylkF0gME4enHbx2CCezBu6w3CuuUg9TjUdhjKsZccsQaJZIMbXfBjX/02Pvl3/wHG7/n4X+Ndf/KXpXD+ez+CJauPjaraL27tnIyYPVe4sFxsyPkoNLW2wfMsC7ugqbXdTvv/p9054buFM+YvwCkXXAyOfHnGWy9FU/PQhcadU6e7PDiZMmM2o/2G5x9/0J4f29z6Rns+n3bRe90xO6ZMxwXv/yje98kvYPe2zcimU26blvZOHHPquTjnXR905ywXDoVxy0Had6R5bH/9VRT9gN28ZSvxzo99DqzDmvXn4ON/812sf/O74cUC9p5tp7aOSXj/n3/ZjTrKOpSHmQuWYN15by1f5NIcDXH2omXYs2Mrfvf9b2HLay+65eWT8vOf5zq/H+XrH7r9ejx+z222363gFvN84Dn1kf/1D7j8B9e78D/+979g8RHH4MUnHsaNP73CbTfYhO2z6PCjMGPuIpz+lvftd/TUwfbVMhEYTQJzp8Vx6TntmNIWg48YHvDPxquZWcjn884moWAxm80F6Ww+EC/SbmHgwxb2u+zEisVg0KIgXQTtndEst/IWgSERsDa3PRntvz1Bh7SDNhIBERABERhvAoMdf/C7/8G2PNgyXQ8ORmjI62ns9Q9AwU+6/RuajIs1EQEREAEREAEREIGJSCCyhTzPdmoh7pwSzm6yXUnk4dLWYcG4fJ5pheojELVT9ZVMJRKBmiegCoiACIiACEx0AqELMYwmOo1Rqb+97QAsYNq0FOj44asVKQTI287+PiFAHplsFpl0FulMFr94eRme2DsH/Jx2ZNOEFi1SGHjE2tMRCwVMFJoddcrZ+x3FjsKnd/3x58DXBvOVsBQhnfPOD+LY089DLp3C7b/5CZ4f5mtbX3hsQ2mkNeb/gc98BRf9/sex6aVn8OCt1zkR0uqTzkAyFCk2t7Xj+LMucMvZhgzcj4K2xlDMxpjzXM71DCzXz771N9j++mucLQUKAFkPxrlsBnf89me4+9qfl9YPJcH9yWHy9EAMS44cFY4jv0X7syyrLeuoHi0dnTj+zAvA5eXbsNwsP5c1NbfiyHVn9NuGy7nPcNqBQi6OVnmgYzPfPdu3OQGZMQbtk6dh1sIlmLdslXtFNF9HHYUz334p/uCv/x6f+acfgvlyXwaWffHhRzPpwox5C0Eu5OMW2AmZMESCtikzZ2H9he+2a/r+OZre3p3b3YLG5jZc+MFP4NI/vxy9XXtwx+9+6pYfbMJze9aCZaXN5i5Zgbd86JP7sET4yaR68cR9tyOfy8IYg9kLl+H9n/4yPvevP8MpF7wDTz5wJx6+/YZwa4BtvHrtae487Nq90+U70vZlu440j0fvuRV7dgXCy5j9Xq8+8TRXh3f/yecRSyTwi3//huW419Wjtb0T7/nEX4Pn2532vOdCCo5fePwhUPDd2jEJF/7+J5zQ8cy3XYpT3/QufPTL38JRp56LrRtfwX9980vg6KXcrzywfXn+kxGX83sx8Dzg8h//81dw/42/RSGf46wLxhj3XY/O1c0vP49ffvcf9ju6IndKJBoYuZCwdWxqa3NpTURgDAnsc6h5FCue3Y7JTqwYx4M4Bxuzs5HN5pEO7ZF0JmPnc4GNks3C2S25nBM00o5xD2D4vv1d9p3/FTCIPrR9orRiERgXAvb3GjYY03dejks5dFAREAEREIEREfBGtHfZzroelMEYZtI5t9w+JjT6EMbBPA2/XC7htmhsrliTufw0EQEREAERGC4BbS8CIjCeBJqaAlsomWhz9hLtJNpSjO0C+18MixfYUeGMoiolYIyxviVTpaVTsURABERABERABESghgmEZrGzk2u4GuNb9IMfnXyDANuhX7TBR8F27lNsk8vnXad/JptFJpNFOpNBKp1BOp3GL19eiif2BiOunXZkE968duijth28VNW/xcUf/Sy+/tPb8dYP/ykmT5/Zr8AciY7LuZ7bRSuzltvWjS+jaP8oavzY177jRibkiGbbNr6C//w/n8fNP//PaPMhxxxp7Y7f/AS93Xvd/WSqpwt3Xf1zXPVv38B57/4QPvF338XK405GJHDjSGyrTliPT33zSrB8DBSVHX3K2eA6Hpgx5z/7zz90eXAZA8VV3/7Cn+De63+Frl073fG4PGfPjVeeeRxXfO0vcM1/fYeLhhwo4vvL7/zcie7iiWRpv5nzF+MPv/h/nbCP9WBZVhyzrnT/FZWRZWcdGJhmubmOGbHOR550Jrgv8+Cy4bYD8yWrJUccs8+xy/Nl3r/8f990AjIKNxn43eLywYIxBlNmzsG57/kQ5i9f5epJgd/U2XNLmze2tIIjEJIPObEcZEI20UYUJL7pA3+Mv/zOVaVRG9kWN/zke9i7c5trI7bPw3fcgB/901cOKFxjnktWH+vy4jnc1jmJi1ygaJKjdv7ZN78PlsUtHDC57offBQPFkqy77xewY9NG/Po//hE/+dbX3NZF+/uya9tmd558+SNvw/f/7q9wuG3Xz9pzbSTt+0eX/5Nr55HkwXOEwtxf/NvfY9NLz9vfw4Ljx+/Ug7dcjX/6i4/g3ht+DfJ1v5H2vCfXK/7mL0ujJHLdd774SXzvf/85KBzN9HY74er57/sI3nDpH6KlvQPX/+i7Lq8XHn8QAz8X29+WgW3M7wVFqV/43m/6fR+5L7n+5J+/hlefe9KJRbnMt9y7du3A7b/5Ef75Lz9aKhvXDRYevftmpHu6wTqxzBQ6D7adlonAWBGYPz2BS8/pcGLFAuJ4sHg2XsvMQiabs/aItUOsXZJ29kgmtEvsMmunZGzI2nUcETpfKDgbplDwwQcyiva3x42waK/B9MNGdeFvVZRWLAJjSYDnXhTG8rg6lgiIQD0TUN3Gg4BXqYPSQClWKrMJlA8vpq66tp+2lHYLQLMPjqud5PMNbmljs93QpTQRARVUYs4AABAASURBVBEQAREQAREQgYlHoCl8eCOR7LC2krWXrAFKGyoKJGJNJ7vOrrAdGJxn4HpYM4rrOK9QBQRsY7BdGKqgNCrCWBPQ8URABERABERABEaXgLV9eQBjwgRnFCpCYKD9SgEdl7nO/LJRFilYZKc/O/85smIkDuhNpZFKp/GrV5bjia45rkzrj2zGm9e1uPREmPzkn7+KT7/9lIMGbkceD9xyNb70oQvxt3/yPvz1+9+A//muM0r7fu69Z+Ef/+IjePqhe7npIYXrfvRdfOEDb8RnLj7V5c9R4Dji3TX//W/4i7JjDSwzy8cwcHk0z32ZR3mh+BpbiqRYHx6P246kDmTzV5ecW+LB/MrDv/6vT4BlYFnKl5enWQeG8mXlae7LPHgslns47TCUfCM+i1YciYWHH4lH77wRn3vPWa49WI5vf+Hj+OE/XF4Kv/p//xeP3nUzerr2oH3yVCw/6gSwntx2sEA+LPvfffzS/XK6/MNv7Tc65303/AZcxjZi+/zgG19wryCOyrq/mII97jdYObgsKsv+9r/pqu/b477F1f2z7zgNX/vjd+GO3wajOrIOn3//+fjKH16MG37yHyXxJNuGbcT8BwtsA4bB1nEZ9/3WX/6Pip3rj997G77xqQ+A5Sc/fmf/+/9+uVTe7331s/iLd56GA3Hl9/nfvvin+MJlF7h8WE5+7//mY+/tV/eBHA9WT7IauA+5/t/PfBj/891nuvOD5f7Shy4CzzP+DgzcfuA8fz/YLqzT9//u8wNXa54EFMaMgBMrnt2OSa0eCojjIZyN17KzkM5knFgxFQoVaZO4tF1OGyXj4gyy2bwbaTGfyyNfKDghru9bS6dIHyxjm4A+IjD+BIwxMCYI418alUAEREAEROBQCXiHuuM++xnA/kOfkRMosvO2LBvOZ0PBYkODh3hCpKGPCIjAfglohQiIgAjUM4Em63Bj/eLxdtBG8n3fxUzTZebmKVekPVUWuA+3YaxQJQTkVKqShlAxREAEREAEREAEapXAActN49huEEY2pf9KE+D9hb3l6LsfsbALBd917udtJz87+9nxn8nmEIkWnTggnQVFixQL/NqJFoMR4davbsaF61orXUzlJwI1QWDG3EV4wyV/BM/EcNNVP+hXZooAKSqLwm2//iGu/Nu/dKMR5jJpxGKxfttrRgREQAQmIoEF0+O49Jw2dFrfacEk8GDxbPca6Ew2i0wmsD1oh9AGYUil0iV7JG3XZ2mvRK+EtnZMwdo0vjV03AMZ1v9KEYCdBe2fichXda4yAvZk5LnIUGUlU3FEYNQIKGMRqEcClRMsWodMPQIa8zrZC2zpmDZdDDvcM9lEaXFLqwSLJRhKiIAIiIAIiIAITBgCjU2e7YgIqptITAIdZnRK+H4RQfBhzScbrGFqE1zHEOyhaTUSqOL2qUZcKpMIiIAIiIAIiIAIDJ1A6D4Mo6Hvpy2HRYD2rL31gF/04bMz387wldD5fMGNTJSzHf8UCVAI4EI6UxIH9KRSoFjg168swxNd891xT13dhItOkmjRwdBkQhHg635nLliMTa88f9BX8EZgOqZMA4XB3CdaplgEDoGAdhGBmiewcAbFiu3obImhgAQe9M/G67nZbmRFPiBBoSIDhYq9vSm4YG2SaB1tlUw2B9otOY6uaO2Ygl8Afa++9bvS3mFc86BUgfohED4Ib4zuduqnUVUTERCBiUigYoJFXQ9GdvrQ2ItyYDoKvnV0WT+XNSobotVobouV0kqIQO0RUIlFQAREQARE4NAItLb3ma7xeCdoI/l2QnuJIbKforh0FLtNKa1EVREwxsAYU1VlUmFEQAREQAREQAQqRUD5jCuBYnB0mcIBh0pPec8xME8u89mpb/25kWgxl8+D4kWOWkQxAMUCFCn29KbRa0MkWvzNq0vweNc8l+UpR0i06EBoMmEIHHnSGVi4YrW7N5w5fxEWr1pz0Lofs/48HHva+XjxiQfxyJ03HXR7bSACIiAC9Upg4cwELj27Ax0tMeSRwAY3suJM26+cQSRIdELFVNo9KEE7pDedcWkup32SyWb7xIocXdEvwI2wSLvGGpNFBIYlbZ2IY3k6WqZYBMaKAM+/KIzVMXWcgxHQehEQAREYPoG+Xt/h79tvD2uv9JvXzMEJ8EJavhXnXbCGn4ut/cfYp5OrYKxx2Og2b2urWLO5/DQRAREQAREQAREQgVog0NIePLTheQnE4u2gjUTVIp1mkc1UdCOb2CWhHWVTrmrFejNWXa1qfWJbx7aL2qbW21HlFwEREAEREAERqEoC4TMhejZk9FuH9qw1a+nRdfcovu3c921nf54hXwBFixytiGIAigI40qITC6TSJdEixYu/fXUpHg9HWqRo8S0nt41+4XUEEagCAru3b0W6t8eVZNrs+fj9z/0tPvK//gGnvuldmLf0cLecE742eu05F+LDn/8GLv7oZ7Bt48v41ff+kavqO6h2IiACIrAfAotmUKzYjvYWD3kk8VDxHLye7RMrUpAY2Rwu7k2hx9ofTPMhisAuySCby4O2Si580KJQ8BGMrujDt75W2jlREQK7pxjNKhaBcSFgjHEPOhhjxuX4OqgIiIAIiEBlCHiVycbmouuBhVC5fxp8vu+DRmAxNAazuWZ3gNaOoLPezWhScQLKUAREQAREQAREoDoJtHUEpmtjw3RrIxVBW4kONAbfGk2+7Ri0kVtXtAmG/dXkQOv2t4+WV5qAcY6lSueq/ERABERABERgqAS0nQjUNYGwHzmM6rqq41W58nsKpu0tyCCixbwTAGRzfM1iHhQtRqMdUSwQCQk40mIgWlyCx/bOd1U6eVUj3npyq0trIgL1TOCVZx7Htf/1b9ixeaO7n080NGDJEcfgzb/3MXzsa9/B1396uwuf+uaVeNsffhqLVh6FDbdcg+997S+wZ8fWekajuomACIjAfgks4siK57SjvTkQKz5YPAsbszOQzmSQyWRBG4M2RyRQ7O1NlZZRrMh1tEucWJGvg47EirZvmg9eOD8rLZvQmKSts9/CaIUIjDUBZ3gXnd0w1ENrOxEQAREQgeojEPT6VqJcocFSiawmWh7lRh7TwTU2uMj61jDkPONMKFhsafMQTxroIwIiIAIiIAIiIAJVSmBUihUJFhuapqFPpOij/Ilf2kyBPUVbCqAdxflRKZAyHTEBtc2IESoDERABERABERABERicQOg6DKPBt9HSERMot2eZdvcfrnO/CN+3oeCj4BeC10KXiRYpJIjEAr2p4LWMkWjxd68twWNdC1zZTlrVhLedItGig6FJtRKoSLk23HoN/v7Pfg9X/+e38doLTyPd023v5/s6nXLZDHZt24x7b/g1vvlnv4+ffOtryKR6K3JsZSICIiACtUZg8awkLj27A23NHnJI4kH0jaxIG6OXoyimM6XRFClWdMJFu4zrKFZMU9hIoSLDfsWKwe8wbZxaY6Ty1jkBjqxogzG626nzllb1REAE6pxAxQSLuh6M7ExxzixObDaB4WfcDTnTvu+DowalMy0A7Ab2v6NToyxaDPoXAREQAREQARGYIARaOzzE44EDgiMs0j4qFAq28y+wk5yA0XYIRrYT4ygAgV0F++EyG+m/SggYY2CMqZLSqBgiIAIiUG0EVB4REAERGAGBoH/Z+RdHkIt2HQKB8nsMpuni9d0bc4rw7T2KX/CRL+SRzxcQjLSYcyMtZjJZULQYjLSYAeNItPjbVxbj0XCkxXUrJVocQjNokzogQAHiTVd9H//w57+Pz7//fHzm4lPx6bef4sLn3nMWvvKHF+Mn//xVbHntRegjAiIgAhOVwJJZfA10G9qaDfJoCMSKmen9RlakfUFhIoWKDE6smEqXRlhMDyJWzFs/K0dWpB1ThP2zCfvfz5aknTNRuY9+vXWE4RDguRiF4eynbUVABERABKqLgFep4jijpVKZTeB8yJHV933fGYG+XeBbxxY75NPpBvjFQKjYMbliTcfDKYiACIiACIjAxCKg2tYcgc5JgQ3Egjc0zLQ2UTEYZdHaTLSTSqMsWrupaDcazGFR5Aq7Tv9VQsA2yGDtVCWlUzFEQAREQAREQAREoLYJhM+EGBMmars2VV962rVRIZm2pq69Z/ED/669R4lEi7lcHu7Vizbmaxg5whFFBRQr9paNtMj53726BI/sCV4PTdHi209piw6heDgEtK0IiIAIiIAI1AkBihUvOacdrU0ecmjABpyDTQcQK9KeiMSKtDdod0Rixby1RXL5PGiblIsVfffQBawNw9DnTKV9UycYVY06IGCMcQ/BG2PqoDaqggiIgAhMXAKVU73Z64H9x8RFOfKaFxEaftajRcOPc67z3RqHPjvjbcjlOtyBOifFXayJCIiACIiACIiACEwEAh1TAsFic9MM6zBLgB1+BWsbFQq+Ey5GaedUs8udHRXZVDaGDNXqO02sQ8kYNUz1NYxKJAJDJ6AtRUAEREAEqpgADWJbvDCyKf2PNgH6c6NjMM3bEN6f0K/rh6LFgl9wwgCOtJjNBiMtUjxAEYETFfSmSyMtcv7q15bgkb0LXLZrVzbi7adKtOhgaCICIiACIiACE4zA0tkJXEqxYqOHHBrxEM7Fpsy0fiMr0qbo5UiKvanQngjsCtoZXBeJFXPWBonEivSpRiMrBnZL0fpeg4DwQ7smTCoSgeogYA1tnpcM1VEglUIEREAEROBQCFROsFg8lMNrn4EEeGFlYKe6z852yzWIi7YzvoBMttXt0tLuobFJHbwOhiYiIAIiUH8EVCMREIEyAtS0TZoSPKzR1DIP7OTjqIp0prm0tZkoXCwWfWcvWX8FnP3Eh0HsTDEMZVkqWSUE2DZVUhQVQwREQAREQAREQATqi0DoNgyj+qpbFdem3L5l2t6KIOj89+EPEC2GQgHr782CIoJITNBbNtJib28KV7+6GI/sCUWLhzfi4vWBf7iKMahoIiACIiACIiACFSSwdHYSl57dgRaKFU0jHsTZeD0zFRQg0oboTaVBO4KjKdJ24EMPTDPmcm7DbTPZHDiyYr5QcA9QRGJFZ6NYvyrtFhabNgxjhvI05xVEoCoI2A4DYwyMMVVRHBVCBERABIZIQJsNIFAxwaKuBwPIDnF2f4YelzP4tgPet86sQjh6UG+67ynaSdOCjvshHkqbiYAIiIAIiIAIiEBNEphsbZ7I1mxqnAPaRXnrWKNTrZAv2PkC2AlYsPYS7Sbf2k+0oxgGq/D+lg+2rZaNLgFjjBxLo4t4gueu6ouACIiACIjABCZQDOoedTwHc5qOBYHy+w2m2Qa8X+F9im/9vMFo8YFQgCMt8lWMmWyfaJHigp7eNHoZ0oxTuGZjn2jxxBVNeMdpfT7isaiTjiECIiACIiAC1U2gfku3bE4SHFmxudEgi0Y8WDwHwciKZbZDOgOKFilWZDiQWDF6YIJ+VT4MTtukCPtnDZbAbgmNSIuU8zbSvwhUHQGem1EQ4fFzAAAQAElEQVSousKpQCIgAiIgAkMmUDHBorVjhnxQbbh/AtHFlTwZfNvhHgUaj+lMHPlCi8tg8tTg1YhuRhMREAERGEsCOpYIiIAIjCGBydMDmycea0ZDwwzQJqI4MU+xIm2lgg/OBzZTEVEMGES2FeyHaRvpv2oIFPu1T9UUSwURAREQAREQAREQgXogYIJKmDAO5g5hql0OiUD5vQfTzs9b5CiLDEUcSLRIwQFFi6XYiRbTuPq1xXg4HGnxhMMa8Y71Ei0eUuNoJxEQAREQARGoEQLL5ybx/nPa0NxAsWITHgTFihxZkWLFNDh6IgNtBgoVXUhnQDuCyweOrHhgsSKcny5CQ/slSisWgWojYIyBMUGotrKpPCJQ0wRUeBEYYwIVEyzCjHHJ6+xwNPzouCJHxpxnZzufY/HtgqBjvuA64LO5Sa72HG0onhR4B0MTERABERABERCBuiUwZVowqnRb+2InTCzk88gX8i4diRb5imjaSz47Aa3tVLKlaExZc8kuqls+tVsxA2NM7Ra/AiVXFiIgAiIgAiIgAiIwagRoB9vMw8im9D/WBHhPEh2Tad6TuPsVPnR1gJEWM5msEyBQZMCRFik66EmlnPjgGidaXOiyPWFFI96pkRYdC01EQAREoNoJqHwiMFwCy+YkcOnZ7WhMesiZZidW3JwZmliRAkbaEelMBplsDjkG60/lqM7Of1oo2P7mItyfNVDsv8SKw20gbT++BIKTtt95O74F0tFFQAREQAQOhUDlBIvyfh0K//3vYy+0dGRRtMghudkJz3TeGpS9qfbSflPDEYdKC5QQAREgAQUREAEREIE6IcDRFRPhAxotLQucUDHPkRVtCESLBeStfUQ7iaFoO/9oQzFYj4X9t643a1fVCY66q4Zrp7qrlSokAiIgAiIgAiIwhgR0qP0RCJ8LCaP9baXlo0yg3N5lmrcmkWixUPD3GWkxm80hk80ik8m6VztSbEDRYm9vGn2ixUV4aE8gWjz+sEa863SNtDjKzajsRUAEREAERGBMCXBkxQ+c24FG6xPNogkbcDY2Z6Ygbe2DdDrtHmzgCIo9vSm4URUZl42sSDsiPQSxou/TbwrnP40qSHslSisWgaolwIfgbTBGdztV20ajUzDlKgIiUGcEKiZY1PWgMmcGDcFSQBG+7XT3rcHIQCcWQyrTgHyhxR1w2syEizURAREQAREQAREQgXokMHVGYOvwddCNjXORd0LFAvIFG3J5F/PJ4ILt7GOgzeRb+6lo7ah65DG2dRr9oxljNMri6GPWEURABERABERABCYigfDhcvoZJ2L1q6nO5W3AdCRaZNrdw/Bexi+Aox7xVY0DRYscYZEjJZWLFq99bREe3huIFo9b3oh3n9H3gHs11V1lEQERqBUCKqcIiEC1EDhsXhIfOLcdDQmDDJrwIM7B5vTgYkVnI4RiRSdcTKWRTmcwUKxIfyr9pxwgx7d9zkUUbf9zYCzSHonqXp6OlikWgWokwHM1CtVYPpVJBERABERgaAQqJlikoyUwbYZ2YG3VR4AX1L654EkWLnNMLVTfdrpzhEWGvO2cL9iO+kxuitulc0oMTS3GpTWpIQIqqgiIgAiIgAiIwEEJxGLA9Flxt11HxzLQFmKgk82F0C5iumA7+XzrcPOt3RTZUIE9ZY0pmwPTNtJ/NRGwDcV2YaimYqksIiACIiACIlBRAspMBMaLQOguNCZMjFc5dFxHoNzmZdqawuBIi0z7vI+x9zOF/YgWOYKSEySk0igXLV7z6qLSSIvHLmvAuzXSomOtiQiIgAiIgAjUKgEnVjynA8k4xYrNeLB4DvY3sqKzDUKxItO0FzIcgXHAyIrOb2r9pRIr1upZoXIPRsAY4x6CN8YMtnr8lunIIiACIiACwyJQMcEi7PXA/g/r4Nq4PwE6qOisIkvGPg1IBjvDdXz6hZ3xeds535ueVNp5xqxg5KHSAiVEQAREQAREQAREoA4ITJ+TQORzaG1b5kZTdE42awtx5BGmaRcxZueebzv4fGs30Yai7WSTgDVQXYzgw+VBStNxJ2Ab1xjbQONeEBVABERABERABERABOqQQPDcDsKoDitYe1UqvxdhmvcpftEH71/8QxQtcqTFh/YsdjCOXd6I95zR5tKaiEC9EVB9REAERKDeCawIR1ZMxIEMWsCRFbdk+0ZWdKMtp9Lo6U2BAkU3omI6E6Tt8qGKFWl/kCVtkSiO0pxXEIGaIGBPZJ63DDVRXhVSBERABERgUAKVEyzK+zUo4ENZWLq42ott5LQq8ClbF/Jgp3wmE0O+EIyyyM78QznOAfbRKhEQAREQAREQAREYdwLRQxnNzbOQTE4tvSKNr0rjiNP5QgG0izjqYsHaSa6Tz/dR5B9ja0uV7Cpbm/K0ndV/FRBQm1RBI6gIIiACE52A6i8CIlCvBMLnQsKoXmtZc/Uqt3+ZtrcsiPy/7n7G3tfwYSze8/AhrWw2h0w2C4oQOHKSEyik0v1GWrz2tQV4MBQtHrOsEe85s73muKjAIiACIiACIjCRCayY34APnNeORMwgjRZsKJ6NLZnJSHPExLS97ttrP+0AihadLdCbQo9d5kSLNqadkB7CyIqB7WE9pzRAJjLwiVv3+qm5MTAmCPVTKdVEBERABCYegYoJFu01YeLRG8Ua9xmNgHNW2U73qDM+H3bOp7PTXQkaGg2mha9LdAs0EQEREAEREAERqAICKsJICHRMjqGtMzBVOzoOQy6XA22hqOOOnXeRaJHL8/m8Wx/YTXK8jYT9WO5rjBxLY8lbxxIBERABERABEZhABMKHy9UfXX1tTr9vVCqm2UaRaLFQ8OHbMFzR4nXlosWlDXivRIsR4jGKdRgREAEREAERODQChy9I4rJz2xH3DDJoxYbiWdiSmbSPWDESKlKkSLEi5ylizFDUOCSxIkCbg7ZHVNLydLRMsQjUAgGeu1GohfKqjCIgAiIgAoMTCHqBB183rKU0coa1w0g2rsN9eVFltfrHxhqPQYe7bwEXfB/5UKzITvme3ja7vpm7Yda8hIs1EQEREAEREAEREIF6IDBzbmDbxGJJtLWtcDYQxYq0gShWZJpxPl9w63xrJ9FeYkx7yppO1k4q2gB9qpYA2ycIVVtEFUwERGD8CagEIiACIiACh0bABLuZMA7mNK0WArxnicrCNO9f/KJv71+KKBT8QxYtbti92GW7hqLFs9pcWhMREAEREAEREIHqJLByfhIfOKcDMdtbn0YrHiieha2Zychkc0gPGFkxGl3xUMSKvh/432hzRCTK09GycY9VABEYIgFjjEZYHCIrbSYCIiAC1UzAmkAVKp6pUD4TOJvIOKSDCpanm7czvu2A58hB7ula67AqFPJg5zw76TP5mY5Yx6QYOBKRm9FEBERABERABIZAQJuIQLUSaGr1MD0cPXry5CPhW6daJFCk/ZPP5eHifMF25uVt8F3wrc3kOvlsTDuqiKKroktbm8rNaFJFBAyMMVVUHhVFBERABERABERABOqIQGAKhxZxHdWrjqrC+5SoOkzzlsXdz9jEoYgWOeLS9RsXYMOeJS7bNUsa8b5QtOgWaCICIiACIiACIlA1BFZyZMXz2kOxYhsexNnYmpk0uFixN4Xe3jTKxYrpdAbpIYys6Fu/KitNW4MxQ3ma8woiUHMErL0MG3Qu11zLqcAiIAJjQKCWDlE5wWLoBKulyldzWXmBZfBth7tvL7i+NSgLBXbKF5xYMW/T7Kzv7Z2OIuKuKrPnByMRuRlNREAEREAEREAERKBGCZTbNB3th4NixXw+ECky7cSK/USLPnzaTNZesmaT9VXIMK2Vpqe9WytlVTlFYD8EtFgEREAEREAEqpNA+FxIGFVnGVWqfvcutI15P+Mf4kiLvRyJqTeF61+bjwd2B6LFo5c04pKz20VaBERABERABERg5AQqlsOqhQ247NwO9yBv2rQjEiumM1mkeT1PZ5CygQ8jMKRSGfSkUkil0m552q7LZLNO3JjL5voe7KZ/1PYf+/SRomj9pYGPlDYGC8+YgWkFEahpAnwI3gZjdLdT0+2owouACEx4AhUTLOp6ULlzKTAWo9dBwzmufBqZ1mPlRIs2HXXWZ3MFa4jOcQefOiOO9s6YS2siAiIgArVPQDUQARGYiAQamzzMnhc8hDFlyhHwYi3W1snbYG2eLGMbcnm4hzfyBRf7fgG+tZNoL9GOsklnPzGeiAxrqc7GGOecraUyq6wiIAIiIAIiIAIiUBMEgv5pZxdXf3kndgl5DxMRYJr3Mf4A0WK+ENwH8eGtbDYHJ1LIZJ1ogeKF3lTajbwUiRZv2Dgf9+9a7LI9anEDLpVo0bHQRAREQAREQATGm0AgVmy3/jAghXY8WOTIip3ump6x1/bedCYQJvLabkPqEMWKtCdYV9oW5THTCiJQ6wR4Xkeh1uui8ovAxCOgGotAH4GKCRZp+IR+sL7clTpkAu4ii5CohVu0aXbCFwo+8rZznsJF56CyHfa96ZlAMRAqzl0YdPAf8oG1owiIgAiIgAiIgAiMI4G5i/psmcmTjnKjKzqbx3bKMeZDG1lr/zBNeyiwi3ww7Tr1fN+VvmhtJyZoUzFWqEICtHHDUIWlq58iqSYiIAIiIAIiIAITk4AJqm1MmAhmNa1SAuX3LUxbMxnu/sYm6A8u+kXkhyha5AhMHI3pxtcX4P5wpMUjFzfg/ee0V2ntVSwREAEREIGKEFAmVU/giEUcWTG4HlOsuKF4Jrak28vEiumSWLGnlyMqZgYdWZEPLxxoZEVrPiCwJ8J+5qonowKKwPAIGGNgTBCGt6e2FgEREAERqCYCFRMswoD/0GdkBGhAMofymEJF3zqlguDbDnkf7JwPQh7ZLJD353E3TJkRR8fkmEtrIgIiMLoElLsIiIAIiEBlCTS3eJhVGl1xNbxYByhMdA64XA5ZhmzO2kH5QMiYy6Pg+9Y2KoB20kBnXLk9VdmSKreKEJBTqSIYlYkIiIAIiIAIiMDoE6jJI4T902FUk1WYaIWO7l9Yb6Z5f3Mw0WI6k0Emk3VCh1QqDY60mApHYnKixY3zcd+uJcwSqxdRtNjh0pqIgAiIgAiIgAiMLYHVi5L4QPjwQCBWPAvbMp3ga6Az9nrem04PWazoBIv5vPWRFpxv1B/wGujAjuizAjk/trXV0URglAlYQ5nnNcMoH0nZT0ACqrIIiMDYEaicYLHP7hm70tf5key1FkX+WbZ+2BkfdMpbI7RggzVGg1GGcuhJz7Jbxh2ReYuTLtZEBERABERABERABGqJwLwlfTbMlMlHIxcKFJ1Q0aadcDG0fziiIkcY8Qt+4JiztlKRwdpNdFTQjqqluk/UshaLxYladdVbBERABERABERABEaXgAmyD6NgRtOqJ8B7maiQTPO+Zn+iRd4n0TeczvQXLZaPyETR4k2vU7S41GVbLpZwCzQRAREQgbEjoCOJwIQlsLrsoYEUOvAgmPdiIwAAEABJREFUzsa2TEcoVsyiN51xYkVet3kd7+1N7zOyYjqTBYWKDHzAm4PasM94oFiRkGlDMGYoT3NeQQTqgkD4ILwxutupi/ZUJURABCYsgYoJFnU9GJ1ziIYkA6x3is6pAjvlbaAhSoeUc0xlc9ZILaJQWOgKMWlKDNNmBeJFt0CTCUpA1RYBERABERCB2iHQae2X6aH9MmP6sTBeWzC6Yi6PLEM2iGn/0CnHOLCLCm50RdpJtJlcQLF2Kj7BS2qMgTFmglNQ9UVABERABERgpAS0vwgMQiA0ia1LcZCVWlTNBHhPE5WPabZhdL/De6CiX0TePcxesPdKOfDeqFy0mE5nQLFD+UiLN70+D/eGIy2Wv44yOo5iERABERABERCB0SFw5GKOcNzuMu9FBzYUz8LWdLsTK/Ka3RuOrEixIkdKplgxWpay13Ruw+t89GA3/aLsI5ZY0SHVZIISCGzkIhhPPASqsQiIgAjUD4GKCRbpOKkfLONbk4EXV86TL4MbadH3EYwqVECeowzlC8451ZuZbTt8W13hFyxpcLEmIiACIiACIiACIlALBCLbJRZrwOQpxzkbh08Mu4czcjln6zDNZbR/8oWCs4ecc87aRr7ttGPos5uCHlrOj6j+2nkUCRSdU0ltNIqIlbUIiIAIiIAIiMDEJRA+E6JnQ2rzFCi3kZl2fuGi7+znQsHG9v4nP1zR4kaKFoORFlctbMBl53UgPE1qE5JKLQKVJqD8REAERKDCBChWvPTsdpdrIFY8E9syfWLFVCbjRlZMpdLYv1gx6x5OoE90qGLFwHYIfKPu4JqIQJ0RMMbAmCDUWdVUHREQARGYUAQqJliEmVDcxqSygUFpD2XZujQ7461jimLFgnVM5fOFwEi1nfh8RWI2m0U2H4yy2NRisHBpdYsWbc30LwIiIAIiIAIiIAKYNT+B9kmeIzFzxjr4fswJFDlSSCabQyaTszaPDTZN0SKX0w6iPUS7iKON2J47+18E/1xGmtQAAQNjTA2UU0UUAREQAREYKQHtLwIiMA4Ewj7qMBqHAuiQIyVAf3CUB9MjFS1SDHHTxrm4d9cyl+2qBUl8gKJFmeSOhyYiIAIiIAIiUEkCRy1uQCRW7EEwsuL28DXQHDUxEityZEWOjDz4yIpZ5xPNWp/ocMSKlayH8hKB4RIYk+1pGNtAG3lMjqeDiIAIiIAIjAqBoGe4ElnL+1UJioPmwYttEGA78Itg53w+HFWIBio77dl5z9clpjKTbR4zbADmLUmgta1yTewy1UQEREAEREAERKCaCNR8WRoaPCxaFjxk0do6B52TVpcccRk+jBGGjHXMMeTd6NJ5aw8VQHuIoyoyWP9EzbOYiBWgjTsR6606i4AIiIAIiIAIiMCoEwhFaGE06ofTAUaHQLm9zDTve/jAFtOFgo/hvh46lU7j5tfn4p5d4UiLC5K47NwOeHqQaHQasLK5KjcREAEREIEaIXD0kkZcUhpZsRMb/LOwfZCRFSlWPPDIijkMR6xYI3hUTBEYOQHarjYYo7udkcNUDiIgAiIwfgQqpmarv+vB+DVK+ZHpfIocUb5PJ5QPOqWYzudtR70NuZw1WHN5ZDNZa7hmkckvKmWx6LBAAFBaoIQIiIAIiIAIiIAIVBGBRYclEIsHBZoxfR3yeWvT0LYJBYocXZFCRY4mHT2okbf2DwNHVyz4BdtJ58PZTCjaGDboSZqAaPVPjTEaZbH6m0klFIEJQEBVFAEREIE6JBCaxLST67B2E6pK5W3IdOQrZno4okWO3ORGcEqlcPPGubh7ZzDS4kqKFs9rQ6xiPQUTqnlUWREQAREQARHoR+DopQ1431ltblkvJuGB4lnYkW1H2vbhDjqyYiqNHnttjsSL3Ibbur5f6x+lP9T5QW0fsV8owPet/9P6QBnzILQHGDOUpzmvMBgBLasHAjzXo1AP9VEdREAERGCiEqiYG4KOktAPNlFZVrTevMgOliGXkzWdUeykz1vjlMaqM1xt5z479DOZhDVVA4dT55QY5i5MDJaVlomACIiACIjA6BPQEUTgAARmzI5j2qzATpkx41g0NM5ExjrvnD0TjqyYZRzaOLR3aPfk83kU6KSzDjo652gb+XaedlL54QbOl69TugoI2IZjGzFUQWlUBBEQAREQAREQARGoLwImqI4xYSKY1bRGCZTbzExbUxrRQ+2FASMt8p6Jb+RJZzLu/iqVzoCvg45GcKJoMZVO45bX5+DuncsdkcPnN+Cy8zoQi7nZQ5toLxEQAREQARGY4ATWUKx4Zruj0INJ2ECxYqZtULEir8spe4121+VUGkxnrF+UYkXnD43EirYfOG+DxIoOqyYi4AgYY2BMENwCTURABERABMaWQIWOVjHBIgz4D30qT6C/E6oIGqUcTYgGaiEcYYhOKHbuc5RFGrOpzFwYb6orDEdZbGuXt8nB0EQEREAEREAERKAqCDQ0GixeEYwE3dQ8FTNmnBy8CjocNdo56NJZOPvGOuiyuZxdn3ehYDvkAtFiAbA9dbSVaIjapJ3VIzRV0cBDKYQxMMYMZUttIwITnoAAiIAIiIAIiMCwCYRmcRgNe3ftUH0E3H1PWCym3f0Piu4eiPdIRb+IfCHv7pmi+6d0JhAtOn9xKg2KI6KRFlNOtDgbd+86zOW6Yl4Sv3duB+KebHQHRBMREAEREAERGAaBY5Y24L39xIpnYnumtZ9Y0Y2i2JsKrsf2ujyYWNE9sG39o3wAIV8oIG/7gYu+D99e5+1V38UsFm2BKI7SnFcQgQlBwBrCPO8ZJkR9VUkREAERqFMClRMsyvtV8VNksIsslzHQMC2ws94Zq3kETqic69TPcCQi27GfKywtlWnxymQprYQIiIAIiECJgBIiIALjRGDpykbEE0FH2OxZ65HNFpDJ5GycdY68jLVlsjZkrF2TyWRtp1sOtHeiEaZpCwXBt44633XSlVeF9lL5vNLVSUDtVJ3tolKJgAiIgAiIgAjUAYHA1EYY1UGFRlyFusig3H5m2vbVgiMtMk1fcdEvIl/Ig+IGCh34kHv6YKLFjbNwVzjS4mHzkrjsvHYkYjpz6uKEUSVEQAREQATGhMAxyxrxnkisaCZj4MiKvek0KFbkiMcUKfIBAsbpdKbfyIoUK9Ifyms4r+UMxYOIFcekgjqICFQbAWNgTBCqrWgqjwiIQFUQUCFqhEDFBIv2mlAjVa6tYtLZxBIzpgMKxg0kBGegFn24Tvt8IXBC5fKuI5/GLDv305kGwFvJ3dHeESuNYuQWaCICIiACIiACIiAC40Rg/uIkJk8LRn+eNWstmprmIkthog0c+SOTySJtO9UYstkcKFTMZvPO3qGjjvYPR5umPdTPPnIztJX0JM04Ne2wD2uMgTFm2Ptph2ojoPKIgAiIgAiIgAhUHYHQJA5N5Korngp06AToJ472ZpptvK9osQCKFXkvxZj3VhRF8H6LYgkKJaKRFntTKdz6+mzcuWO5yzYQLXYgEXezmoiACIiACIhAGQElBxI4lmLFM9rc4m4zGQ8UzsSOspEVKVbktZehpzftBIoUK3Ke1+OM84NmkbV+0az1g5bEioVC0BfsFzmeMvjgNg/Ca395zLSCCEw0AvweRGGi1V31FQEREIF6IlAxwSIdI/UEplrrwouv7/sgb98aqYWCj4Kdz+fzyObyzhGVsUYtnU80bDPZWfC8Oa46cxYkMGNOwqU1EQERqBECKqYIiIAI1BmBydPiWLAsGPm5vX0Bpk9bi6y1XTLWIZe1gTZMOhO8tozLMnYdlwfOujzy1llXsPYP7SDaQ7SNGOoM0wSpTtHatEGYIBVWNUVABERABERABERg/wQqvSZ8JkTPhlQabHXkV34PxDTvjcpFi769b8qHIy1GokXeWw0mWqRYgqLF2zbNxh2haHH53AR+77xOJOPhiVQd1VYpREAEREAERKCqCBy7vBHvDsWKPd4UbPDPwo5MC5x/M53BvmLFNCKxYsquz5SJFfmAQeD/LDj/Jx/Udv5PFMGYFec1n7GCCEx0AsYY9xC8MWaio1D9a5WAyi0CIuAIVEywCF0PHNDRmEQGKGM6n8ja933QWOXoQvlohEUnWszZTv+8DdnAILbGbqG4Ap5pdUVbtqoBbR2Va3aXqSYiIAIiIAIiIAIiMAQCjU0elltbhJvG442YO/dMsNMsk8mVbJdMKFZMWxsmm80Gr4nO5RA57AoFH7R/aAfRHgo65fpGVaS9xPwVaoGAgTFmTAqqg4iACIiACIiACIjAhCMQjbA44So+cSpcfu/DNP3GvD9y90l+Eb69d8pTuGh9x7yfohCC918ULVIkEY3slEplEIkWb3eixcMcxGVzEu710A0J2ewOiCYiIAI1QUCFFIGxInDc8ga8+/RoZMUpeKBwFnZmWqyvMwdeaweKFflwwEHFirxu2xD4Pe21vOgPKlbkdX+s6qnjiEBVEqDha4O+C1XZOiqUCIiACAyZQOWUa6ETbMhH1oaHRIAX3ij4dDy54LunbQp0PrlRFnPOIM6ET+f0pgsoeke447FP+LAjGhGXo8nx0GTEBJSBCIiACIiACAyZwPLVDUg0BJ1d8+efC2NakXWjKmbc61DozKNQkSGTyYJxjmJFa9/QzmFnW8E67SIbKLCJ+sSKQy6INqwaAmzDqimMCiICIiACIiACInAgAlpXawQCsxthVGulV3mHSKDcnmba9tuiaP98PxA4BCMtFtxbeSha5P0XRYu83yqJFntT6O1No0+0OAt37IhEi0lcdm47JFocYoNoMxEQAREQgQlB4PjljXjX6e2urt0mGFlxZ6bZ+TLp34zEir32GsvXQFOsyOtsKpV2PlBeh+n3zGazpWs0/Z4coKZcrMjrOg/CazxjhvI05xVEYEISoODBBmN0tzNK7a9sRUAERGBMCFRMsKjrwei2V7kBSgO1aB1PXEbDtWAdUAU+MZvPI28DX/NBIzfjBABZBIZvC2LxI10hm1o9rDiy0aU1EQEREAEREAEREIGxILB8dSM6JsXcoebMOQUtLQtBe4XOucBWyVqHXRp06kXLKFakXUP7Jl8ooGDtHd8aQrR/nB1k7SGXYTjhsjBZY9HELa4xBsaYiQtANRcBERABERABERCB0SIQPlwuG3m0AFdPvuVtzLS9ZbJ3SkX0Fy3mS4KIaKRF3odRtBgJKCha5MhPFFXcvmkWbg9Fi0vnJHHZeR1oTMpur55WV0lql4BKLgIiUOsEjj+sEe8MR1bsMsHIijvSTaA/k37NcrFirxvFOOUeCojEityG29IvymsyHyjIW79nPl9wb9bz/aK7jvN6Tla8tkdxlOa8gghMZAL8LkRhInNQ3UVABESg1glUTLBIwyn0g9U6k6otPy+85YVzJquFzk57vhqRBi2N22w2h2w2b43jDDKZjI2zNs4im5+JeHyZy2LS1Bj4emg3U88T1U0EREAEREAERGDcCSxc3oAZs+OuHKPrjOUAABAASURBVNOnHYWpU46ztkkutFEyYCcZnXXsMEtnstaOsbaLtWcymZztVCuADrt8Pg/aO7R7AruzCBdz4nLWpOYI2LajfctQc2VXgUVABERABKqPgEokAiLQn0CoLTMmTPRfq7k6I0CbmoHVYmxN7VDsUASFD37BB33H+XwBfCiMPuRMNmvvy7LufqyXIz65kHGiCooW79g0C7dtD0ZaXDo7AYoWm5IV605gURVEQAREQAREoKYInLCiEe88rc2VuctMRfAa6Cb31jv6Ng8mVsxYv2fG+jyz9hrMa/H+xIq8dvMgvKaXx0wriIAIAMbe4xhj9CC8TgYREAERqHEClfMwGMD+Q5/RJ0AD1Tmd7MT3/cDp5BdRCB1PjCPHEzv9aQBTCMCQ95ciFp/nCjlzbgKLlje4tCYiIAIiIAIiIAIisD8CI1k+b1ECDMyjo2Mx5sw5yzrxgo4x2ikMga2Sdh1lTHOZc9zl88gzFArOzvGtvcMQ2EJFZlkKXFaaUaI2CMipVBvtpFKKgAiIgAiIgAjUJoHQXA6j2qyDSn3IBHh/ZF3H8Is+mOZ9VPR66PwBRIsULnKkRRenUrhzM0WLK1w5lsyiaLEdzQ3qBXBA6nSiaomACIiACAxO4ITDGvGO9YFYcW8oVtyVGZ5YseTzzOXhxIr2mszrMh/Q5rW6iCIYswS8fpfHTCuIgAiEBKyhy+8IQ7hEkQiIgAiIQA0SqJxgUd6vQ2n+Ye8TXXgZ22uxNV2LzulEY7bg+64zP5fLuc79TDYYoSidybgRjPh0D0WLMEciFpvujj2XIoIlSZfWRAREQAREQAREQAQqSWD2vAQWhg9HNDdPx8KFb3RixWw2Z20Ta5+kM+DrUNgZluETxjakrd3C9cHDFzln09BxRzuHHWy+tXeCTjc4G4jlpV3EWKH2CKjtaq/NVGIREIFDJqAdRUAERGBsCYSasjAa22PraONGoNy+Zpr+Y94/ufsoPgBWKCDPkC84oQRHd6IPOWPvxeg3ju7PKFrs6eUrLClanIlbw5EWFzvRYgeaG3VmjVsj68AiIAIiIAJjTuDEFU14R/nIivkzsSvTaP2bWbDvtXxkxZ7eNDhSMf2dvK7y+sptIrEi/Z5OrMjrsQ3s3/XtNbpoe3wZs3K8hjNWqFkCKvhoEwgfhDdGNuloo1b+IiACIjCaBComWNT1YDSb6cB5++y4pzFrY74qkU4nOpuyuTwyFASkA4PZGcWZjBu9yMSOQSw+2WW8cGkSFC66GU1EQAREQAREoOYIqMDVSGDmnDiWrAxGcm5o6MSSRRcinzelV47RUUfbhCFt7RM68ei4S1u7JcOHLqwdQ3uGdg3tG4oV2dlGhx3jqM6cj9KKa4+AMQbGmNoruEosAiIgAiIgAiIgAtVOIHy4vNx2rvYiq3yVIVB+j8Q0z4GiE0H4btQm3lvxPov3WxRMMOY9GIO7P0tnwPuzVCqDSLR4F0da3BGMtLhoZgKXnduBlsaKdS0Mo+LaVAREQAREQATGlsDawxtx8fpWd9AubxruL5yF3dkm0I+ZyWQxUKyYSqfD62ja9cfSB5qxfbVZ+jttzGuwC/kCIrFi8HBBYLzx2u0OZiflaTurfxEQgZAAvxtRCBcpEgEREAERqEECB/YqDKNCdHwMY3NtWgECwYUY1t1UtM4m34aiG2GxUPDdE7L5sKOfRnA6kykJBFKptDWSC4jFj0c81ulKsmh5A+YuSrq0JiIgAiIgAiIgAiIwEgIz58ax7IhGl0Uy0YrFiy9C0TQ7W4TOPDrqUtY2oU3i0rZDLGMdfGm7LGsddwy0Y/KFAji6os8HM6yx6Wwf7Ou8cwfSpAYJFOHa1LZtDRZeRRaB+iOgGomACIiACNQXgfCZED0bUl/NOtTa0M6OtmWaJre1vq3/2LehiEC0mAfFihzdnvdgGXtPlslmSyKL3t4UUmWixTs3zcRtOw532QaixXa0SrToeGgiAiIgAiJQnwTWrmzE20+NXgM9DffnzsTucGRFXjcPRazIhwXo7ywXK/I6TYK8ZjNmKE9zvqJBmYlAjRMwxriH4I0xNV4TFV8EREAEJjaBigkWoevBmJ1J5UYq086Qtfx93wcNXL4ysVDwkbed/Hw9dCbs+C8JBNIZpFwoIp48EbFYuyv7ouVJzF8i0aKDoYkIiIAIVJCAshKBiURg1vwklq1qdFVOJJqxZMlbEI93IJPJIM1gbZBgtI60s0eYpmgxzc4xG9hZRqcd7RjGvjV0aN/4FC2iCDvr8uaEdhBjhVolYGCMqdXCq9wiIAIiIAIiIAIiUN0Egud8rAVd3cWst9JVU33K75eY5r2UvaOCb33Ivr2/8p3/OA/ed1E8US5adL5je/8WiRZ539abSuHOTTNwayhaXMiRFs9rR2uTbPpqaneVRQREQAREoDIE1h3eiLefEokVp+MBN7Jio/VvBm+1G45YkQ8I0NfJ623BXn8H83XyWs2SM2ZgWkEERGA/BJxhay1bxvvZRItFQAREYLQJKP+RE6icYDF0go28SMphKARorDJE2zJtL8vW4VR0T8jy1YnO2ZSj0ymPTDaLTCbrhAEpjrDIkM7YeYNEcl1ppMUFS5NYdFhDlK1iERABERABERABERgygXmLklh6ePDwQzLZhqVL3454YrKzQShIpDCRHV1pdnzRFrGBy7guY+0UihX5sAUD7Ri/6Du7hp1pRdvVGvkfaPcMuVDasKoJqC2runmqrXAqjwiIgAiIgAiIwHAIhBqyMBrOntq2jgjQ3mZglRjznor3Vv5+RIsUVPDejL5k3qtFI+P39qbdyIsULd61aQZu2b6CWWLBjAQuO68Trc2V62ZwGWsiAiIgAiIwkQmMe91PWtmEt4UjK+4xoVgx01ASK/L6SFE/Q4+9RqbSafS4kYnTtt81A15DM24wmSz4QACFivlCAYUBYkXfDzrXeY1mpaOYaQUREIEDEOBD8DYYo7udA1DSKhEQARGoegIV8yToejB+bU0D1jmb7MQf6GyyBjCN4WwuH4oWraGczTpjOZXKgE8ApTMeEo3rkEhMAT9zFyaw/AiJFslCQQQmBgHVUgREQARGTmDxiiQWLg/Eio2Nk7Fs6cWIxyc5sWKKD0mk0q6DKxXG6XRoj2QydhsbrH1Ce4UdZHlrv/Dhi4J14vnWcedb+yawd4pgDPuJYpvUfw0TMMZolMUabj8VXQREQAREQAREoIoJBP3fJfs5KKmmE5VAdP/E2LqQ+TgYeJ/l837L3nfl7T0YHxqjoIL3ZBQt8sEyCi740JkLvcE9HUWLd2+eiVu2r3Q4F0yP4/fObUe7RIuOhyYiIAIiIAK1TeCkVU146ymtrhJ7nVjxTOzOJBFdFyOxIn2c5WJFXjPpA2VcLlZ019jwOlvkddcG6+G01+HAWOO1mQeLYqYVREAEDkyA35coHHhLrRWBiUxAdReB6idQMcFi4Oio/grXawmDizKcs4lpOpsKdDblC8hbQziXzYGOJhrJqVTGPeFDR1OKooF0Gum0QTx5EhKJWQ7RjDkJrD6uyc4bN6+JCIiACIiACIiACAxGwBiDFUc1Ys6CQKzY0joLy5ZdjFi83dkekaMusDsy7mEJZ39YG4TraJ/Q4ZfN5kF7hXYLO8oK1o4pRkJFWjjWh0cbZ7AyaFmNErA3EGxThhqtQf9ia04EREAEREAEREAEqolA6NIzJkxUU9lUlnElQPvbmuK8y4Jv77l8v+hGts/Th5yz92V5G2wc3avxvi26hysfafHuzdNxcyhanD89gQ+c246Olop1N4wrIx1cBERABA5IQCvrlsDJFCueHIoVvRm4v3AW9gwysiKvi4cmVvTh3ihjr72EyGsyYwUREIHhETDGuIfgjTHD21Fbi4AIiIAIVBWBynkQ7PXA/ldV5SZCYcqNWabLnU3s5C9YpxM7/SOHEx1NHHGRwgA+5dNL8WIq7YYqT6cLSDauQ0PjIoeuc0oMR53YhPaOmJvXRATGi4COKwIiIAIiUJ0EmmxnFG2FaTPjroCdnUtx2LJ32nQjaGewY4txr7U1UtbmiF6N0mvTXB6szwavRsnlQHuFdgvtF992lrmOs6IPZ99wYnPmP20exgo1TsA6lIzRHUSNt6KKLwIiIAIiIAIVJaDMKkigGOQVRsGMphOaQPl9FNO8xSqiCN/6j33fxvYeLF/IgyMsZu39GWP6kjPZrHv4PeXu69IoFy3e40SLqxzXQLTYgY4W+ZIdEE1EQAREQARqisDJqxrxllCsuMfMwP25M7Fn0JEVM7ZPNQ2OONzn6+TAMBmw7zVrr5vZbA5u1OJ8HvR1Fnmd5fU29HMSDK/FjBnK05xXEAEROAgBa8jye8NwkC21uooJqGgiIAIi4FUMgbxfFUM53IwGXow5z0BHU9EawOz0p0HsjGM+HWuN5UgkQEeTM6jTaWtgp0CHUyx+NJqbA0eTEyKsbcLMOYnhFkvbi4AIiIAIiIAI1DGBKTPiWHNiE9o6AnNy5vQ1WLL4ImRzxdLIipGdQfuC9kbkyIvskKjzK2ftE9optFdot9B+sT4H23W2r4FJG6eOsY5m1aoyb7VnVTaLCiUCIiACIiACIlAPBMLnQsKoHmqkOlSAQLn9zXR03+VbH7JPMUXBB0WLvDejaJGCC96/UbSYzmTQWyZajO7x7t40FTdtW+lKN29aHL93Xjs6JVp0PDQRgXEioMOKgAgMk8ApRzThLSe3ub12U6yYPxN7skknQHTXP9uH2tubQiqVCfpSU6nSNZEPZGcyWbdtLpcDr53Oz1kooGCvq0VeX3mdHUSsGFyL9/V/uoJoIgIisH8CxmiExf3T0RoREAERqBkCQQ9zBYprrwsVyEVZHCoBGrXcl3HkaGI6cDQVSo4mGskUBdDJlLFOpjRDOnQ2WYObjiYa3PCWo7XtRGbpwrIjGrD08AaX1mQgAc2LgAiIgAiIwMQisGBZEiuPbkQsYVzF588/A7PnnOEcc+zMKnViuc6sDHqcEy9w5KXTWevQS4F2CO0R2iW0T9ghli/k3avInP1iHXm0ZZxdw4k9EudtpP86ImCMcc6lOqqSqiICIiACIlDXBFQ5EaghAmHfd2hK11DBVdTRJsD7KgYehzHPkSKKZSMt+taXXHAjLUb3ahkKMey9XNr6kqP7PfqQnS/Z+pTv3TIdN20PHoCfMzWOy85tR2drxboeWFQFERABERABERgVAqce0YSLTgpeA02x4gP5M7G3XKzo/JvpYYsVfSdW9IPr637EiqNSIWUqAhOAQGDDFsF49KqrnEVABERABEabQMW8BnRsjHZhlf/QCPDizPawl+nAEPZtyoaCXwDFAHw6lk/5ZLI5ZKyziU//pKzB7ZxN1sHkRAW9aRT82ejoPAeJeKc78Kz5CaxZ24y2Dr3WwwHRRAREQAREQAQmGIEm2+G0+rgmzF+cdDVvSLbhsOXvwJTJa0pixcCuyKDH2hJuZEWKFXsDsWJ8W/YWAAAQAElEQVQqlUHK2hq0P2iH0B5hBxhFiwVrp9CRVxIr2g4zZ89wYo9G+8ZG+q8rAtZGte2rtq2rRlVlREAEREAEREAEqoWACQpiwjiY01QE+ghEdjhja5bzDqzkS/Y5KpTvl/mS88jwrT3Wl5weRLTI0fTv3TwNN24LRYvTAtHipLaKdT/0FVyp2iegGoiACIhAlRA4dXUTLgzFirswAw8UzsLeXNnIirbvNOUCfZ30bzKk4ZalM66PNW2vjfRxcmTFvL1+MhQKFCoW7XXVBokVq6S1VYx6ImCMcQ/BG2PqqVqqiwiIgAhMOAKV8xjoejDuJw+dS1EhmI4cTb51Ljnj2BrI+ULeOZooDKABTUOaIyGlrGHtRAVOXJBCIFpMWUdUC1rbz0ZT8xKXdWuHh6PXNmFeKFRwCzURAREQAREQARGoewKz5ydw7LpmdE4JHlyYNGkZVhx+CRob5zgRIu0JPvzA16NwlA0Xl8SKGevIsyGdBrfLZHPI2s4u2iN8mIIPVURiRWfDsKusCD0hWfdnlXGOpbqvpiooAiIgAmNIQIcSAREQgRIBa08zHUZMKojAPgR4/8WFjMt9yb5fdKPf5ym8yBcQPACfLwkz9hUtpt1I+vdunoobtx3BLDFnagKXnduByW3BPaRbqIkIiIAIiIAIVAmB9RQrrmt1pdltZmIDxYrZRHity9jrWtr6M9MI+k4pVGRIu2XsU81ksmAfK/tas9bX6R7KzudRsH2xB3sNtDuoJiIwQgITendnuBbVfzChTwJVXgREoB4IeBWrhLxfFUM5kozoXIr2Z9pdr22nvx+KFmko5wt55OhosgZ0NpsFRQMUD9DA5lNB/UZESqXQ05tFQ8OxaO840XYqB6fMwmVJrD6hCW0dwXx0TMUiIAIiIAIiUKcEJmy1mls8rDqmCUsOb4AJL/vz552GJYsvgu8nnGOOdkRJpOhGU7T2A22IHhv3Ro68tHP40e6g/UGxIu0R2iXlYkU/fOqYdkwEvTwdLVNcHwTUtvXRjqqFCIiACIiACIhAFRIwQZnCKJjRVAQOQIC2ebkv2S+JFvPuAfgDixbT1ods7/3Sady7eQpuCEdanD0ljsvOa8eU2hItHoCSVomACIiACNQDgVNXN+PNJbHiLAQjKyac75J9pXwom/2lFCsyzZGEGXMZ1w8mVswXCigcRKxYD+xUBxGoCgLG3uXYYIyNq6JAKoQIiIAIiMChEAi7nQ9l1/77HPr1oH8+mhs5ATqXolyYpqMJ9nrt0tbRRIM5H4oWKRSgaIBPAVFsEBncFB309KTQbQOXdfemADMfkya/EU1Nc8BP56QYjl7bjEXLklD7k4iCCIiACIiACNQXgXmLkjj2lGZMnhZzFWtrm4OVKy/B1KnHgs452g4p2yHVy5GaU7aDygZnN1j7gXYEnXgcaZHL6MgriRXzBffwBO0RihUL1pnn+z4kVnSYJ9TEGGPtSDOh6qzKisDEJqDai4AIiIAIjBmB8OFy+gPH7Jg6UE0SKD9HmKYvuRg+AO9bXzLv2fKFwgFFi+6+z/qP+SA87xHv2zwVN4QjLc6aHMcHzmvH1PbgvrImIanQIiACIiACdUNg/ZFNuHBdi6vPLjMrHFkxDvo56cNkCHyaaTBdLlbkPH2c7FPtG1mxAF4neb080MiKPCCvs4wnRlAtRWD0CPC7FIXRO4pyFgEREAERGG0CFRMsBo6M0S6u8h8qAV6ko22ZpnMpcjTRYC4UfGtA58HRjbK5PLLZHDIcbTGTdQY4jXEGOpt6enoRxZlsEi2t69HZebzNPuhcnrs4ieNObcaM2XG7TP8iIAIiIALjQkAHFYEKEpg6I45jTmrGwuXJUq7z5p2KFYe9F4n41JJYsTeVKdkIka1Au4GB873ptNs2cuQxpt1B+yNfyIOOvIK1SZytopEVS6wnTMLeQLDtGSZMnVVRERABERABERABERgrAiY4kDFhIpjVtB4IjEIdym1ypq2pjqL98/lgmRMtFqwv2YZ8AYONtJjKZFDyJXOUfXsveN/mKbh+6xGutE60eG4HpnbE3LwmIiACIiACIjAeBE47qglvXtvqDu3EivkzsScbcyMrUoRI0WJwPUuDA7uUixVT6Uxpu/5ixbzzcfq8XvK6Gfo4eRBeU6M4SnNeQQREYGQEjDHuIXhjzMgy0t4iIAIiUO0E6rx8FRMswl4P7H+d46qt6pUbv0zTWC6GjqZy0WLeOppy+bwTL6atc4nCRcY9qRR6U9YoZ+hJudEWe8LYeIsxbdpFaGlZ7KA0NnlYvroRR57QhElT5XhyUDQRAREQAREQgRoj0N4Zc69/PvzoRrS0BWZi56QlOGLVBzBt6vFOfJiyHU98HQqddj09vf3sA9oNHJWZca914tHBF9kVfDgisjfyoVjR2Sa2J0wjK9bYiVKp4hoDY0ylclM+IlARAspEBERABERABOqGQDTCYt1USBUZbQL0HzPwOIztrZr1JBfhU3xBEQZHWWSwvuR9RIu8/7N+Zd4D8uG1aKTF+7dMwXWhaHHm5Bg+INEi8SqIgAiIgAiMA4HTjmzCm04MxYrebGwonIW9ubgTIaZ4HbN9oc6n2Wv7RXtT1g+adn2kvLZxfSaTRSabs32pOUR+znIfp7te7kesOA7V1SFFoL4JWEM1sFfDm576rq1qJwIiIAJ1SyDoia5E9XQ9qATFiufBi3WUKdM+nUvWYPato4miRY5sRIOaIx1Fjib3BJE1ztPprDPGnZMplUJPby+6bYjiTC6B5tZ1mDL1TDQkp4CfjkkxHHFsE1auaQTTXKYgAiIgAgAEQQREoIoJtLZ5OGx1A446sQmTpwUPHjQ2TsLSJW/C0sVvRSw2yTrpMsGIGdZ5x4caeqzjrodpaxuU7IOe3tI2dOZFTybTiRfZGQW/MOhTx7RTEH7K0+EiRXVKQG1dpw2raomACIiACIiACIw/gfC5kDAay/LoWDVOILLRGdu+4BGLFh8oFy1a3/Fl57VjWmesximp+CIgAiIgArVE4PSjmvGmcGTFnWY2HsidiT0ZD1F/KP2YBxMr0s/ZN7Ji3o08zD5Wn/2uts81eiCbXHgNLY+ZVhABEaggAWPcg/DGmApmqqxEQAQOgYB2EYEREaiYYFHXgxG1w6juHBnGPAjTdDTRcPZpQFtDupAvWMM6j36ixUwWqXTaiQ4oSHCiRT5VFI6w2MO4uwc9Pb0oFqdj8tQLMHnKOsRiTTwMpkyPu9EWVx3TpBEXHRFNREAEREAERKD6CLTbTqIVRzZizUnNmD474QoYiyUwf956rD7iQ2htXWbtgYwNaUSjKjJ2doG1AbqdLZCy9kDKjbTIdbQb6OxLZzIIHHl5cGRFjujMhyToyCsU/GCUjqJv7QjY0PfkC20VVxBNJgQBY4xzLk2IylakkspEBERABERABERABIZIIDSx6Qcc4h7aTARKBKL7MsY8h4ooBvdw1pfsc5RFButTjh5My1hfMu//eC842OuhKVq8dssRLv8ZnXFcdm47ptvYLdBEBERABERgEAJaVCkCZxzdjAtObHHZ7TJz4EZWzHrDGlmR17hsNhuOrFiwfaoFBP7N8PoY+jh5EF47y2OmFURABCpLgN+zKFQ2Z+UmAiIgAiIwlgQqJlik42IsC65jDY8AL9rRHkyzvcpFixQP5MsdTdlgSHMa4XQ08TUeFCcwUIjQTZFCL8UJ0aiLKXixRZg562JMmnwcPC/pDsdRmjji4lEnNGP6rLhbpokIVCUBFUoEREAEJhCBKTPibkRkjqg4Lbw+G2MwZ/Y6HLn6I5g69TikMxQq2uBGUUyj1422nEJXTw8iO8DZBNYeYMz1fBKZdgPth4ztsMrRnsjl3EMRtDNobxQkVpxAZ9rBqlp0YlXapgfbUutFQAREQAREQAREoGIEJkpGJqioNfODhKYicIgEaK/Tl2yt9/2KFrP23o/3gLwX5D3hYKLFDVun4Nqtq10pKFakaJHiRbdAExEQAREQAREYBQIUK77xhECsuNPMwQN8DXTGlMSKvGbRn+kewra+Tw7kwnmOuJhKZ9x2vLZls1nn38zlC8gX8qCP073FjgPDSKw4Ci2nLEXgwASMMe4heGPMgTfUWhEQAREQgaomUDHBInQ9qOqGZuHoXGLMwDQdTf1FiwU3AlI00iKdTJlMBulM1oaMG12Jr36kaJFChR6OssjQ3Yu+EZYySCZXYPbsd2Ly5OMQTzTzcGif5OGwIxtxwunNWLAsieaWyp167gCaiIAIiIAIiIAIHJBAQ6PBvMVJHHdqC1Ye3VgaAdnzEk6oeNRRH8WMGeus081D4JjL2Dh4OKGnpxdd7nrfWxpNsZvz1g7gOgoWA0de2toLGevMy7gnjqPRNvKFgnXk2cDROOjEQxG0Q2iPIPyUp8NFimqQwPCKbGCMGd4u2loEREAEREAEREAERGBoBKIRFoe2tbYSgX0IlN+jMe3u4ey9XPTWnvKRFnP5vLsHpD+ZvmTeH/aGb++hL9k9DJ9KYcOWybhmy5HuWNM6Y+DroWdOirl5TURABGqLgEorAtVO4Myjm1EuVtxQOBN7M7B+y6zzXw4UK0bXq1QqU1rPa9pgYkWfPk6JFav9FFD56pmAM0zZxxDe9NRzXVU3ERABEahjApVTjel6UBOnCZ1LUUGZdtfz0NFU4IhHhQIK1sjmaxtz+QKyubwz3tPpwIBPuVGWUuDTRhQpUrjI0NXTi26OuNQbCBt6U3kkGw7HrFnvwrSpJ9v0FHfYhgYP8xcncewpzVh9XCNmzk0gnlRHtYNz4InWioAIiIAIiMCwCcRiBjNmx7FqTRNOOK0FC5cl0dQcXHcbGyZhwYIzcMzR/wMzZqxDoRBDn1Axba/rvU6cSDEir/OMu3t73XJe+3vstT9w5KVAB1/w1HEO2awN1n6gHZEP7YqitS2cI49iRWt82H/QDokqVJ6OlimeGATU9hOjnVVLERABERCBYRHQxiJQGQKB2Y8wqkyeymXCEaC9zsCKM3b3cqEv2d3j2Xs+3vcFvuS8ux+kaDFj7wt5n1guWuxNZew9ZwoPbp2Ea7YEIy1O7YjhA+d2YObkGA+hIAIiIAIiIAIVIXDmmma8IRxZcQdHVsxTrNh/ZEX6OtnX2ZNKgX2fvbb/M4p5DeO1LDvIyIru+kdfp/NzBsXlNZKpKGZaQQREYBQJ8CF4G4yp+budUYSkrEVABESg+gl4lSqirgeVIjn6+ZQbzExHjqaiczYV3QhIztFUyIdDnOetsykLPklEMULKOpdS6TT6RltMOUGDG2mJoy3ZQGEDxQwUMsQSizFz5kWYPfuNaG9fUqpg55Q4lq1qwLozWrDqmEbMmpcAR38qbaCECIiACIiACIjAsAkkkgYz5iTcKIrrzmrB8tWNmDy9r/Nn0qSlWL7sLVi9+kOYPGkNMjnfdhplrGMuY+O0EyT29KRcHF3Pg2t8DxhzpMWent7ADrAOveihKo5fAgAAEABJREFUBnZK0YnXN6piHuy04qgbBT4U4Zx4RTi7g5OwZrRFwuQYRDpEtREwxsAYU23FUnn+P3v/GSRLet/5fv+n+3jTp8947705YwCMxwzGwmMGJEguaACSIEEHbOhKDCmu4oZCN6Q3UvCFIhRXoRc3Qi9WEQrdYAQtQLN7lwvu3jXcmQEw8J4Y7805pytNpbnP78nM7uo+7ao7qzur6jtznsqsqqzM5/lUdT6VWb96CgEEEEAAAQQQGH+BsmoC77crBy63J9C8jjTV4Zw/slv156H7AyMtKuihwMfqocWz7G/rkRYVWvzNJ+btQn+ueHu15NEIIIAAAkMLTOADHlVY8QOHQ8vecpfYM9kjdio9M6yozzqbsKLCi7quzz6TJDH1YTrPqV+k62e5Zf7z0kLnNxlZMbhygcBuC1TvSf07Ur0x3e3KsH0EEEAAgS0LtBZYVH9QnwfbcmV44M4JqCNvtqb58Pz5C9+1+5NN/tK/6c7Dm/A8hBYVPkiTtA4uJiHQEEWxKZSo0IKmCjWcOr1gmobRFxVc9EVv9BcWIivKs23++EN22eW/Zuedd58dOHBeUwU769w9ds1N+8PoT3fce9CuvG5/uG12KV+xuCwzCIyzAHVHAAEE2hZQ1ktfArj8mv12+90H7Z6HD9t1t+y3s8/fY7pP2zt06Fy79NIH7cSJ37WrrnzSDh68IvTl+uZw+CZxPXKi+uuqT6/DiadO28lTfn6hF/p39em9KDL9nJfeB0RxEn4ipQor9k3vFxRSzPLc9D6iOZFXmv9f7zP8m0W971CdVAbndZ0yZQLhNVG9Nqas5TQXAQQQQAABBKZAYNebWH8nxLl6ZtcrRAXGXaA5ftPUv5XXUZ4VGmHKn0fWF9V0HKjjwf5AaDH255PXCi1+4/Xj9rev3RZYzp6bsc8/PkdoMWhwgQACCCCwVYHH7jxkH6nDim+6S+zp7GE7PRBW1PlMnd+MosQUVtSgK7quviqK4/CLc4QVt6rP4xDYOQHnnP/soyo7t1W2hMDaAtyDAAJbE5jZ2sNWeZQz8/+M/8ZHQCeXmtpqXieaCp1gKgvL89yfcCoXR1vUiaZ+lodvFSmUoJNNkUIK/k19FVyIwiiLCwu9EGKswg7V/KlTC6Ygo27TyExJ4mzf/uvswgs/ZZdd/kt27rl324GD5zVVsSNzs3bJlXvDqIv3PXbE7rj3kF1903674JK94T7/HmRxWWYQQAABBBCYNoHDR2dMP/N81Q377ba7D9oDTxyxW99/wC67eq8dnZ9d5FBI8aIL77Gbb/4Nu+nGz9vZZ73PyvJgCCpG/gRcdUKuF/rthYUoTE8tLJj6avXdJ0/7+aZf9/PNMnpcFMUDQcU0BBX1PiF8QOXfQ+T+A6rwnkIfXvn3FZrX+wy932gqODjf3MZ0ygT8mzrntnQEMWVQNBcBBBBAAAEEENiCQFk9pp5UV7hEYJsCzXGcpuEYz/z5Yx336ZyyPxYMx4T+HHLfHxOmaT8EP3QeWeeTB0da1JfgdE75G6/P29+82oQWZ+03n5izixlpcZvPEg9HYKIEaAwCmxZ47M7D9uH3Hw7Lv+UutWeyh21hRVhRX96O/OeaTVix5+d1PfKfd6qvIqwY+LhAoPsC/o1o9X6Uo53uP1nUEAEEEFhbYGbtu4a8h/5gSLBuLK7OvKmJ5qti/lSTP9lUFpZriHN/skkjJOlEk4Y/1+hJGm1Rb951wklv5KMoNn0L6XQvsqXRFRdCUDGMuKjAw+meNfMh9OCXzbJDdujQLXbxRU/ZlVf+ql144UN2bO4am53d11TLjszN2EWX7g0/H63RFxXMeP8Dh+zmOw/aVdfvt4sv3xtGkZqbn7UDB2dszx4++LYt/8cDEUAAAQR2U2B2j4W+7Oj8jJ193h678LK9dqXv6268/YDdef8he+CJw3bnfYfsulsPhP5PfV9T39mZvTY/f7Vdcfmjdsstv2U33vA5O++8e21m5vhASDE2jah4WgFF3w8rnHja99Ghf1Y/rS8Z+Ou6TUX99YK/vuD7eX2YpP5e/b76f70PCCfx+v0wGrPeJ+T+gym9Z1BAsfAfWpV6R+HfI1bvL/xMXVldr2eZTLkAr4UpfwHQfAQQQACBXRRg0xMv4KoW1pPqCpcItCig9/L+s2Id9ZmO/4pVQos6l6xjx+YYsgkt6tiyCS1+8415++qrJ0LNzjo6a5974phdfM6ecJ0LBBBAAAEENiPweAgrHgqLvuUus2fyR5aFFTWCYs+f34yixJaHFePwpWzdH85zpqn1/flNlYyfgQ6eXCDQSQHnzLmqdLJ+nasUFUIAAQS6KTDTVrV8n9DWqljPDgvo5NLgJnVdJ5t0kklBA03zOriY5bl/s55Z2lfpW+rfvOukU3ijvzhaU2wKLirgcErhh9NVcPGkpgpCaOpLE5I4rdGcFnqW9vfa/v3X2jnnPmLXXPMFu/LKz9iFF37Q5o9d528/NlhFO3h4xs46d9YuvmKvaYSpm24/EEaZ+sCDh+zeRw/bBz98xO579Ej4Wcy7HjpsH3iQggGvAV4DvAZ4DXTvNaA+6p4PHQ59lwL56rs+4Puy2+8+ZDfdccCuuXG/XeL7unPO32OHj8yEg/CmQ9y/b87OOvt6u+zSD9mNN/6q3Xnn/8b0c8/Hjt3qFzlq6ptD6cVhFOTTCin6/vZ0U3wfrXmNgjw4omK47u9b8MspyBg+ROpFYX0hrBi+cZz4flvvA/rhfYHeH+gnwHK9XygKK0qV0vR+Qu8rfIUW/628vnjHJM3Qlk0LOOeWva43/UAWRAABBBBAAAEEEFhfoP6+kN6Tr78g9yIwnMDgMZ3m9RrzR39W6FhwjdCigiDrhRafe+O4fbUeafGsozP2+SeO2SXnEFoc7plh6V0RYKMIILDrAo+/75A98f4qrPimu8yezh6200kZRvnVucwo8udGdW5T50gjf45T81Fiul33J0kSfl1On3eGzz7TvmWEFXf9eaUCCKwnUL0H9e9A9UZ0vQW5DwEEEECg0wIzbdWO/qAtyd1ZT9OxN1vXdc0XOsmk0IE/4ZQrhJDnppGTMj9N/Zv2RIFFPw3zSRq+iRTVwcXTC5Fp1EUFHppwYghBnFowhRdPnjptVUCiZ7pdy5w67W9TmNE/Ns/n7ODBG+zc8x62K674Nbv++i/YVVf+gl180UN2zjkn7OjRy+ogo1NVzyiz/pzW3n3O9h9wduAgBQNeA7wGeA3wGujea0B91N79LowO7FbvzkJfd3TuUjvv3Nvssssetuuu+4zdfuIP7JZbftcuv/Tjdvz47f7x51R9rj/xppEQe/7E24LvS9UPn17o2Wl9OcD3r6d8UR8c+l/fDzfzuj0U30drpOTqcVF94i4O/bu+oKCiE3f9LAujKur9gN4XqOR5UX1A5d83NO8Lm/cTmjbljA6bG6ZYoDqppNfGFCPQdAQQQACBNQS4GQEEtilQH1+sdZyxzbXz8CkX0Ht4FTFoqmNA/+6+OibU+WR/7jhTCaNUZeH4cePQ4rx95ZXbtEo7fmTGPv/hObvkXH+C1/gPAQQQQACB1QUUVHzifYfDnW+6y+uRFctlYcXmC90a5VfnTHvrhBUz32/lRfU5aPh81H82qi9mq5/TRtTnDU41T0EAge0LDLsG51z4ErxzbtiHsjwCCCCAQIcEZlqrC/1Ba5S7uaLmzbbq0MzrjbhOOKnoDXquQII/4ZT7N+qZn+qnPdJ+3+IkXToIiBMbDC5qhCYFIFQGwxHL5k8thCCjghUKTYTpgsKMPVvo9SyOfa3c2Xbo8A121ln328UXf8KuueZzdsstX7Ybb/iCXXfNZ+2qqz5tV1zxMbvs0kft4os+aBddeK8v99iFF969arnoonuMggGvgeFeA1dceo9d6culFw/3OJzx4jWw/DWgvkkmF190n11yyYN2+WWP2VVXfsyuvfYXfb/2a3bili/anXf8N3bzTV+wa676Jd+PPWzzx07Yvn0XWZrNhhEPF3pRNVU4UcX3l6f9NPS7oQ9dCF8KCP3tafWp/vqphdDfqq8NwcXTC6b+ecE/LoyQrNCjX6/68Sj050no3xN9QcH39+r3FVjUe4A8yyzX+wL/nkAn7wr/psH/8x222dL7iHpol3ArFwgMCrhwYmnwFuYRQAABBBBAAAEEWhKo34bXk5ZWymoQWC4weNynY8Hq/HFhOoesUfgzf+5Y4Q8dQ+pYsgktaqrgSBjdKox8Fftj28i+9aZ+Hvp2fzxpNn941n7z8Tm79Ly9xn9bFuCBCCCAwMQKfPh9h+3xO6uw4hvuctPIigtJEc5jhnOavn/pqehcp/+Acb2wovoo9VcZIytO7OuFhk2YQHjj6d95ajphTaM5CCCAwDQJtBdY5OyXmU3GS0cnmlTUGk2rYtWJplInnIoqnJD7aZZbOOGUZeGbsgoupgPBRR0MRPWBgAIUIQihQEQIUfRCiKIKTPTspEZXPNXzt/lShxcVpDitZf310wsLpgDGqdM9U0AjFL+uBX9/2p+10s3Znj3n2/79V5hCjXPHTtj88ffZ8bM+YGeddZed5cvZZ99ty8td/jrl7LMxwGDzr4H3XXm3vd+Xqy/S39PmH4cxVrwGVr4G7razfN90/Kz32/z87Xbk6I128NDVIZDoZo5bP9/rP7BJfZ9XfXATRk4MJ9kiW/D9n/pH9YWhH/V9oa6r3wzXfb958vRCNZKxnz/l+9f3Tp32130fq9tD6ZkeE9bVi/x2eqYTd6Hf9tuJ4iqoqH499O9p35o+P/f9v0ZVDB9C1WFFnRuo3jOU/sOlpaL3ExQE1hLQa2at+7gdAQQQ6LYAtUMAAQQ6LuCq+tWT6gqXCIxAoHlPr2k4LrTSn0cufPFTBRZV/DFkOJ7sZ6awor74rulqocXn3jhmX33tNn9caXbsSB1aPJfQ4gieOlaJAAIIjK3Ah99/2B5736FQ/zCyYvaw9dLVw4oLG/wMdD/0Ubk1YcXcf/ZZDJzv1EbUxw1ONU+ZJgHa2jkBjazoi3Mc7XTuuaFCCCCAwBACrQUW6Q+GUB+TRfUGXEXV1bQq5k85mRVlYbk/2VTUP/Gh4EJfoUVf9FORSZqaAg766UidfFLoIaqDiwth9KcqJKERnRSsCKGK01WI4uSp01aFKhZM8yrVMv5+hS5CyGLBToflT1chxoWenfLXT4cAx0IIXZz2t2kZlQU/v1qp7otC8GPBP5aCBa+BjV8DlkZm/ciSuMffDvuN0bwGpsZVf0NLRWHBBd9fqW8KRfMLC6b+TH2civrEk74fPK3bfb+n/jEU3z+GvtPfF5bxfenJk6er/tTfFpbxUz1W8+p/tV4V9cth273IojgJHx6p/w79uPpz/4FS08eHkGLd/4f3Af79QOE/kfL//IdJS99e0XsGvX+gILCRgHOOURY3QuJ+BBBAAAEEEEBgKwL123Pem28Fj8cMK9C8zjQNx4f+DHKhsEd97jjzx1ThAAkAABAASURBVJEauSocW/pjTB1zhtCiPwZVaFHHpCoLGgUriuxbb8zb37x2uz8HbTZ3eMZ+88Nzdvl5e4atFssjgAACCEygwEc+cNgeu7MOK85cYU/njyyGFcMgKlFsmvZ8n6KwokbzVf+iqc59Nn1Q2pz39P1SVo+smK8IK1b9WvWmSvMTyEmTEBhLAf09NmUsG0ClEUAAgWkUWKXNM6vctqWbqhMRW3ooDxojAXX+OtlUPd+l5UVuhT/xFN7E+xNPTXAxjMTk3+RrqpNP4QBAJ6DCgUJiCz2FonphqrBEFbxYMIUoTp5qpqfDdY0W9Z6/TcGLk6eWbtP8SYU1/H1a5tTp6nGn6tuWwh69sB5tR8toOljCqI0LfhmKYcHrYDOvgZl+z5wvqT+BvJnlWYbXFa+B1V8Dy/qixT5sIQQUw32+P1Nfpr5rqfRMfV7oF32f2PSN6hOr230/qX5xYH0n6+tVSHEhrF/9cPVhUORP4CW+xKa+WiX028tO2OWW+T5dYUX196Go//dvBvy/EFTU+4Pm7czgfHMbUwRWFfAvIL1eVFa9nxsRQGBbAjwYAQQQQGDKBVzVfufqmeoqlwiMXEDv7/1bfSv9/8WK0KJ+cnO10GKUJKYgSXWcGvtj1Mi++fqc/e1rd1hROps7NGOff+KYXXE+ocWRP4FsAAEEEOiwwEfvOmyP3lGFFd9wV9jT/Yetl+ThC9gKKWoAFU1XhhV1exVWTCz2fU6/3zcNvqIwfbYirKj+K/Rjuqgt1LfVs52cUCkEpk3AORe+BO+cm7am014EEEBgogRaCyya7w/8v4nCoTGVgN6IN6W6xUI4oSj82/bS/Emjoir+eq5vH+W5KdSgk08KLOpElEZcTNJ+CEM0BwY6aFBgYqEZSasXmQIZCmkodKF5Td87dTrcftJPVd5777S9e/JUGDVqMKih+8L1k6ft5KkFX06HZfT49/x1lZOnF+w9f39TwnL++uLjmDcsTmOwwd+BpQvmkgWLe1NrxWtkg9cI+5HN/W00fZGmoX+q+6r3fH+nctJPQ2m8m+ua+tvCMr5fO3lywcJy/vZTp3um29V/qh9V4DH0q345TQf7XPXB6pNVkiS10E8rqOj7a/XhKlmWmb6MoD6/GVHR9/7+fYD54udWnLjT+4XmvQJTBDYU8CeUnOMIYkMnFkAAAQQQQAABBLYi4M/Z6WH1RLOU4QV4xBACg8eDmtfhoj9qtGIgtJj7eZ0r1vGmpjoW1ZfmdFzahBYVXAwjYcWJffP1o/VIizN29NCMfe7xebvigr3GfwgggAAC0yfw0buO2CO3N2HFK+2ZMLJibqEP8X2GpvrccbWwom5PEoUVU2vCiuqHsjqsWPjPN0PfZb7n8m+eNN8ID843tzFFAIFdFvBvNPW3qbLLNWHzCCAwOQK0ZBcE2gss+jdwu1B/NrnDAis7fl337wn8iafSivCzkIXpjX1eBxcVcggnoLLM0rRv+sZSojCEghG+6ABCJ6N0sKDgRDiQWOiFb9GeXohMo3Kd9tcXAxenFuzk6QVTCOOk5k+dtpVTBTWacjLc75c52ZSFgeVP23snT/nr/r5mOaZ48BrY8DXwr394yv7Olx+8wt/O4j6G182Grxuslv+9LO9/FuykQodNX1W/ntSXvetv0zT4aZlw30LoBxVKDLerX/R9ovpG3aZ+s+o/Izu9sGALvh9VP9sU9bvqf/XBUOL75kT9cr/qp9VnZ3lu6r8LP1WfXvgPlNTHl+GEnb/07/nU/w++BVl5ffA+5hFYT4DXzno6k34f7UMAAQQQQACBkQrU3wupJyPdFCtHoBHQ+3sVXddU5439UaQ/X1z4UpqOMzcKLWqUxSq0GJlGw3ouhBZvs7x0dvSQs88/PmdXEloUMQUBBBAYE4HtV/Njdx22R24/GFb0urvSns40smJWDZJSf9aosHv4jDGKLEx78WKYMfXnP2O/3GBYMfyCnD7LLErfR/l+yn/GGfotXYQtVV/YrmeZIIBAlwScM+eq0qVqURcEEEAAgeEEWgss+j5huC2z9NgKVCebysX6N9f1Hl7zCjWEEt7k+zf6/g2/gg8KQCgIoW8tKbio0RcTBSXipDqo8FOFKBSoCAcW/qBiYSEyldMLC3bqdM+qAIafnlowhRhDOKMOapz0tynUodtO1oGOkydPm8rSbf56fV9Yn1/nSf84yoJhMEEGI35N/+jV06byytv6e8KNvx1eA1t5DagPWnqc/paqEvqruu/S/bquov7tZN3f6XpVeqEvbAKKp3yfttDrhX5TH/D0fD/aixLrRXEoiyFF39+q/1U/nPp+WP2y+mf10+qv9QFS0fTh/kSd+vSqjzd/8q4MIys2bwLU76s015kiMKyAc5xYGtaM5RFAAAEEEEAAgUWB9WbqU3d6L7/eYtyHwCgEmuNETfUa9EeS/niy8KXcdGhRx7ULvWgptPjqHZaXM3bk4Ix97glCi6N43lgnAggg0EWBj9192B6uR1Z8za6wp7MPWS/JFsOIVcg9tjDV+dBevHguVMF3nRNtwor9LLfMF8KKxn8IjLVA9R6zXPZZxVg3iMojsBkBlkFgAgVaCyzqxMME+tCkdQSaNwPNIrqugINeC5oq4KCin5DMc39CKpTcdL2fZRaKRnTyJUnT6qcoFaJI0upAI4rDCakmaBGCF/5AY2GhZzpZdXphwU4vRBZCG/42TU9remrBNMJUKAp3rFFOnjpdPXaN+7U+irfEh9cJrwFeA7wGduc1MNCfhf5Nz4P6OU1P93wfqH6wZwv+tgXfH6qfrAL/sT8pl4STdDohp5EUU9+3Jmnf97VpGO04BBXrvlj9skKKCiuqvw6lyE19uPp0laIoFg/+1d83pXkPwBSBrQlUJ5X0etra40f7KNaOAAIIIIAAAgiMtYCrau/qaXWNSwR2TqB5n6+pjiv9u3/TsWWhL8jluZ050mLfFCjRcay+1K7gyWBo8VtvHLGvvnq7ZcWMHTkwY5//8JxddSE/D71zzyhbQmByBWhZdwU+rrDibYdCBTWy4jP5IxYluSVJYgojqq/Q+dAwXRFW1GeL6lMS//nj4MiKWZ5ZkRf+s8qi6pfKwp/3NF/qb3v4ranv8hP+IYBARwWcc4yw2NHnhmohgAACwwi0Flg0N8xmWXaSBFa+cdf1qph/s1+a3uLrUoGIvDkI0DTLq9BiHZhQeCIJYYp+CFSEeX/QoQOKOE5D8KIXx6aDjKYsaCSpXmQKaiws9EyjLi7oeii9EGzUiFOrl4XdCaCEoMlUbxt3XgO8BngN8BoIr4Ged1i9VH1ZL/Rjmg/9m+/nFkIwUX2h7/t6mlZFH+ZU/WVi1TT2felSfxpGNvZ9bPiygO93M3045PvhwZBiURSmkGLhP0ny//xJOvXjhZ+qJ5+kdy60pTsCzpxz3akONUEAAQQQQACBtgVY324K1G/j68lu1oRtT7GAzhGr+ZqG40x/pjgce64aWvTHsEnf4qT+Mrs/L6wAioqOi3U++NtvHLG/ee0Oy8pZO7x/xj7/xDG7mtCiiCkIIIDAxAl8/O4j9qHFsOJV9nSmsGK26bCivsSdEFacuNcFDUIgCIQ3liWfXQSMzlxQEQQQQGBogfYCi5z9Ghp/kh5QnXRa/iJobmtOQuneoixCGKIJL+pbTCpZPzPdpgCFwhTNz1Qmad8Sf0AR+xNUOlmVxE0QI7EoUon9NLYqyJiEMKNOYFUlttMh2KFQh0IfS0WjUOkkV7Wc7qdgwWuA1wCvAV4DO/saUF+0EIL3S/2Trut29V/6dvBCCOBHoX/r+X5P/V2kEYh9qYKJVb+Y6AMdX9RnJr7vbAKK6k/Vr6pkWWYKKKrfVclz3ycvhhT9vD/I9//CQX7ThzfvVZrrmja3Md1tgcnYPq+pyXgeaQUCCCCAAAIIdFCg/l5IPelgBanStAnovX845lwjtBiOX/v+XPCK0KJGWQzFHwf3fPn2G4ftq6/cZv1i1g7tdyG0eM1FjLQ4ba+n6WovrUVg+gQ+cY/CigdDw18zhRUfttif80z8Z4XNyIo9f65U50kXVhlZUedKE//ZogZK0XnSvj6D1C/K+POhzTnR0vdHoV/SRdiShfOi9SwTBBDosoC+BO+LcxztdPlpom4IIIDARgKtBRbpDzaino77qxNP/m3+wBt8tVy3K7iomwt9g9bPDIYXdVvWjPRUByoyP1XAQkUnrHRgkfgDEh1cJP5AQyUO4Yy+VaGNuJ5W4Q0dqOj2yB+0aKoS+ZNazVTzqxa/DLfHIQiKAw6rvQa+fEvf/qUvN80lvE7YX/Aa2OZrQH2Siv7WNFWJ6n4rqtet21QSf0IuBPd93xf7on6wKn3TSTj1k+ov1W+qqB9VQDH3/WkTUNQJOX1BINcJuvAlgtLUB/tuOZyQU3+tfrspuq7SXGeKQNsCzjlGWWwblfUhgAACCGxegCURmGQBfXPYt4/38x6Bf7sqoNegiiqhaTj+NB2LFuF4tNAvABSFZf7ccDimXRFabL64Nxha/M6bGmnxdusXe+xgCC3O2TUX7zP+QwABBBAYf4FP3nPYHjpRhxXdVfZMXoUVdX50vbCizqX2/PlUnSfVOVOdK9U50sGwYnUetPS9kC/+vZL6pUZscL65jSkCCHRTQH+vTdl0DVkQAQQQQKBzAq0FFqsTDZ1rHxXaRYHV3igM3qbXTDg48IcGCi/6wwN/kqo+UVWUplCFTliFkIU/YaWAReZPYIUDjCyz6gSWnyrEqNL3874kfj6pA41L074l4fa+KeRBSXFIMNjq38ENx1K73pcjM/w9bdWQx/H3t/I10PRR1TT1fVZV1Nfptiqs3/e39y2cbPP9ne5r+kT1j+onc99fLvadi98YLn2fmpv6WhX1t+qDVfQ2YbBv1nWV1W7T7cMUlkVgQwH/IuS1tqESCyCAAAIIIIAAAlsTcNXDnKtnqqtcIrBrAnrvr41r6g8F/Bnh0oqi8MVP/Tnf3M8rtBiOcwdCiwqeDIYW9UsECqR8RyMtvnqbpcUeO7Bvxj7/+JxdS2jRduM/tokAAgi0JfDJew/bgycOhdW9OjCy4sqwokLsgyMrKqyoMKP6jMR/PqiQYtWfZBa+uL14ntT3O2VhoR/SRdgSIyvWDEwQGBsB51z4ErxzbmzqTEURQAABBM4UaC2waL4/8P/O3AK3tC0wduurTkKV/gCgXKz74G06JlApitIKP1P4g4Wm5PVBxOI0yy3P/AFGmOaW+flQ/EmtcPDhrw9OFeZYVtIq6KGwBwULXgPDvwb6/m/IFZmp5Nnwj8ccM14D67wG/Acyg33WYH/WzGd1f9eEE3PfHy4F+wvLF/vN3Jq+VNNSHwX5bth3s74/rk7CNX2xOudmvpnqNgoCIxfwJ5Sc4whi5M5sAAEExlmAuiOAAAJbF/Dv//XgeqJZCgK7LqBjTlVC03B86o9Vi6KwQueF/fGuQotLIZO+JUk/fOk6SVKLkmTxVx6nCHdfAAAQAElEQVQUWFT57luH7auvKLS41w7sc/b5JxRa3KtNUBBAAAEExkzgU/cesQdvrcOK7mp7OnvY9wG+H4j9/l8liq0XJaawooLsvZ6ux1Xf4O9XXxH7vkL9iM6xakpYccxeBNNdXVo/jIB/I1m9n+RoZxg2lkUAAQS6JtBeYJH+oGvPbSfr07x5aKaqZDPfTMMJKp2k8kUvKwUtVMKBRVkMhDEG5hcDG5nlWWZZP/PTfLHoukoIeOjkF8Ww8K8PXgfDvw78SWRX5KaisDCvI15H4/sa6N5zp35KJfd9WlOq6+rTMmuCiWG6GExUX5jbYD+p+cIfsKs/9ZM6oLh+SFH9MQWB3RDQ+7/d2C7bRAABBBBAAAEEJl7AVS2sJ9UVLhHogEBzDKBpOGbdZGhRo2spoKJRtBRWCSMt9mL73tuH7Suv3GpJvsf271Vo8Zhdd8ngz0N3oNFUAQEEEEBgXYEn7z1iH7z1YFjmNXeNPd3/UPilmUSB9TgJocTthhVL39+EfkcXYUvV+dJ6lgkCCIyTgHPmXFXGqdrUFQEEEEBguUBrgUXfJ1Rr5hKBIQR0Ymq1xXW7SlEUA0ELs6IoLYQwysJPl5cqNFPY0uhSzGPBa6Dt14AVuZn/+1PJ85K/t2WhMV5vOR6j/Zvwf3+F//tTaUL8mi/8STb1j35iS6X088vLYH+rPnbwOvMI7JaAc5xY2i17totAKwKsBAEEEECguwL6FrCvnY4R/IR/CHRKoDkm1VSvUX/0aoU/D1zo3K++YOznNTJWNUJWf9lIiyG0WIdXmtDi998+Yl999TZLir11aHHOrr90X6faTGUQQAABBFYXePK+I/ZAHVZ8VWHFrAorKqgexfGmworNz0BX/UZ2xs9Aq58J/Y0u6mqoD6pnmWxGgGUQ6JCA/n6b0qFqURUEEEAAgSEFWgssDrzHG7IKLD7tAs0bima60qO5fXAaTl75E1h63TXzCmyEgw59S8qXog51DE4V8KDk4WANBxy28hpIstw++qdJKH/9kz6vpWJ0r6OtPD88Zryfj8H+qplf1q/5fq/p89T/LRW/lL8y2E9u1JeuvJ/rCOyOwNJrd3e2z1YRQAABBBBAAIEJFnBV21w9ra5x2UWBaa2TjmHVdk39Ia0/m1ueEVrM/HmoKnyyIrQYxRadEVo8bF955YTFxV7bt8fZ5x8/ZjcQWhQxBQEEEOiswFP3H7EHbqlGVlRY8ZnsQxYnqVUjK/p9fZTYypEVFVbXaLvqB7Scwopp2jf1F+o3sjyz8Os1eRH6lVI9TGnhy90NhPqeZp4pAgiMn4BzjhEWx+9po8YIIGBmICwXaC2waG75irmGwFYFdKCwsqy1rsHltEw4uRUOPHTwQcGD1wCvAV4DvAYm5zVQ9XP+FJt/Ulf2f7qvKYP3NfPNfUwR6JaAM+dct6pEbSZNgPYggAACCCAwvQL+/JgaX080S0GgcwI6ZlWlNPWHuoqUhHBJ+LJenlumsmpoMbHeKqHFH7x92L76ym0WF/ts7x6zzz0xZzdetk+boCCAAAIIdEzg0/cftftvrsOKdo0NhhV7UWRxnJrCib1eZAv+eq8Xm65XIy8m/v7EmrBiP8usCSsWIahYhv6kVM/i3wypn2maPzjf3MYUAQTGTCC8cfR/4ZqOWdWpLgIIIIDAkkB7gUX/hm9ptcwh0K6ADiBWK4NbWe1+bqverOGAQ/uvAUwx5TWwG6+BzfR7g8swj0DXBfR31PU6Uj8EEEAAAQQQQGAsBervhdSTbTSBhyIwWoHmmEBTfebszzaEkIlCi2VR2GZDiwq0KMzy/bcO2ldevtXicp/tnXX2uccVWtw/2kawdgQQQACBoQQ+ff8Ru+/mA+Exr9g19nT2kA2OrNiEFTWSosKKURhpMbYmrKiRFTWiokZW7GeZ9fuZZXlmhBUDKRcITL6AvgTvi3Mc7Uz+k00Ld1aArSGwswKtBRbpD3b2iWNrlUB1IqsMQ7kzjwOvAV4DvAZ4DUzTa6DqCblEYLwFnHPTPcrieD991B4BBBBAAAEEuixQf7lcx0hdriZ1Q0ACzetU09VCi7mCi6uMtBjH8eJIixpxUaFFhVp+8PYh+8rLJywq9tmeWWeff3zObmKkRVFTEEBgtwTY7qLALzygsGIzsuK19kz2kCVpvw4jxhZFcbVv99PBsKJuj+LEFFaMk8QGw4p5kRNWXBRmBoHJF6jeM1afh01+a2khAgggMLkCrQUWqxMJkwtFyxBAYLwEqO3oBE6c60zlrOoLkKPbEGtGAAEEEJhsAX8A0ZxcmuyG0joEEEAAAQQQGKUA615DwFW3O1fPVFe5RKCzAjo2UOU09YcK+hHPxZEWizy3wdBimqaWJH3TaFxNaFGBxYVeZIuhxbcO2l+/dKtFxX6bnTX7/BPH7KbL92kTFAQQQACBXRJQWPHem+qworvOns4eHAgrJnVYMQn78iasqH37yrCiRlQcHFkxz3LfZ5S+FKH/CP2ILup2qm+pZ5kggMAECDjnwpfgnXMT0BqaMIwAyyKAwGQJtBZYNN8f+H+TpUNrEEAAAQSWCeyfdfYnD82GctcF7PWX4XAFAQQQmDyB0bbIn1Byjr5ktMisHQEEEEAAAQSmVqAZYXFqAWj4OAo0gRJNlTMprbSiLEw/Dz0YWlRIRaHFNM3qoEtsGnVLRcGWJrT4o3cOL4YWZ/wnIQot3nIFPw89jq8N6jxyATaAwMgFfvGDR60JK75i19rT/Q+GfXiSpNU+PIqtFyWmffhgWDGOk3C/louTxBRWTPv9MM3yjJEVR/7MsQEEOijg3yhW7xfrg54OVpEqIYAAAghsLOAP0zdeaFNL0B9siomFEKgEuERgPAWcP1Hc1LwkZNJQMEUAAQQQ2KKATixt8aE8DAEEEEAAgTERoJoI7JJA/b2QerJLlWCzCAwv0BwjaOo/izZNB0OLWZ5bluXWhBbjOA2BlziOQ6BlMLSo0MuP3jlof/3yiTDS4oz/g/jc40ftlisJLQ7/zPAIBBBAYOsCCivec2P1k02vuOvsmXpkxSRRGDG2OE6sp8BiLzKFFXu92BRA1+3aryeJ9vVpCCkqrKh+ICOsuPUnhEciMO4C/vNJ55w55zrWEqqDAAIIIDCMQGuBRfqDYdhZFgEEEBhPgcF9vU4aj2crqDUCCEyMAA0ZewHnHCeWxv5ZpAEIIIAAAggg0EmB+svlHLt38tmhUhsIKKSoRTTVa1jToijCSIuln2YDocV+v28KLcZJ6qfLQ4v6CVGFXn709kH7q5dOWC/fH44/PvfYnN16BT8PLeOxKVQUAQTGVuAzHzxiS2HF6+2ZxZEVkyporlEVI+2/Y2vCitp/hxInprBinCSWpv0QViesOLYvBSqOQGsCem/YlNZWyooQQAABBHZcoLXAok4c7Hjt2eDIBFgxAgggsJqAc0u3Fuz4lzCYQwABBBDYgkAZRkvRyaUtPJiHIIAAAgi0JMBqEEBgQgXq4/fB4/gJbSnNmlCB5jhBU52C8kcPtl5oMUn6VoUWkyoAEyem0bkUeNFIiz8OIy3eZr3igOnv4nNPHLNbGWlxQl89NAsBBLoi8EsPHrG7bzwYqvOyKaz4QBgVN0nqfXVU7at7URT22QqZa6RFjaqoohEWkzQNIytqZF39HHTGyIrBkwsEtiIwKY9xzvn3c1WZlDbRDgQQQGAaBVoLLJqbRj7ajAACCEyXQFGYPfdGGcrb8XS1ndYisAUBHoIAAusKOHPOrbsEdyKAAAIIIIAAAghsUaAZYXGLD+dhCHRBQGFF1UPTTYUW077FSWIKuCjoorI8tHgg/Dz0Qn5Aq7XPPT5nJ67aH+a3ecHDEUAAAQRWCPzSQ0ftrhuqsOIr7np7NnugDiumVbC8DitGcbwsrNjsw5Mk9cuniyMrKqyYF7kVeWFFUfpSWKn//Xse9RPN5gfnm9uYIoDAhAmEN4Z+D6DphDWN5iCAAALTJNBeYNG/Idw5OLaEAAIIILAbAnFu9sdfy0N59jV2/LvxHLBNBBBAYJIEOIk8Sc8mbUFgVAKsFwEEEEBgSwL190LqyZZWwYMQ6IJAc8ygqT6T9h9NW1EWprBKWRSW5bnp50HDyFtp3xJf4vVCi28fsK+8csKa0OJvPEZosQvPM3VAAIHJEvjlB4/aXddX4fDlIyumptEUoxVhRV3XyIpNWFHTZJWRFfMsD/v/wu//S8KKk/WiCa3hAoFNCuhL8L44x9HOJsVYDAEEEOikQGuBRfqDTj6/VAoBBBBAAIG1BbgHAQQQ2GUB5xyjLO7yc8DmEUAAAQQQQGBCBervGCrkNaEtpFnDCIz5ss3rWNMQWvQXmw0tKgATxUk9eldkvV5kP377QBhp8XRejfyl0OJtVzPS4pi/TKg+Agh0ROBXHjpqH7ihDiu6G6wZWVEhRIUV4zgN++SoHllRYUWNhlvdH1tSj6yoERVDGL2fWZZnxsiKHXmCqQYCHRCo3hOWpmkHqkMVEEAAgW4JjFFtWgss+nMEVp8HG6PmU1UEEEAAAQQQQAABBBDYFQF/AKGTSiq7sn02ikBLAqwGAQQQQACBTgq4qlbO1TPVVS4RGFuB5rhBU38oET6gHja0qPCiAosqP3lHocVb7XR+KJj8+qNzdsfVVcAm3MAFAggggMDQAr/yoTl7fzOyorvRnu3fH0a+VQhRAcUmrKjgokKKvV5chRej2LSP1nJxkpjCimm/H6ZZni+GFUMf4D+NbvqBpoK6vZkf5ZR1I4BANwScc+FL8M65blSIWiCAAAIIbEmgtcCi+f7A/9tSJXgQAggggAACqwhwEwIIIIDAJAv4E0rOcQQxyU8xbUMAAQQQQACBXRSov1leT3axIpvaNAshsCmBJpCiaRNW2Si0mKSpNaN2RXESAjEKLKr8tA4tnsqq0OKvPnrU7riGkRY39WSwEAIIILBC4F986Ki9/7pqH/pSCCvetxhWVBixGUlRYUVdV1hR0yiKTfvnZGBkRYUVsyy3KqyYW1GUvhSmfX6z/282rz6hmWeKAAJTIuB3BPrbV5mSFtNMBCZJgLYgsCjQXmCRs1+LqMwggAACkyqwf9bZb9w0E8oVc4RMJvV5pl0IIIDATglwUmknpNkGAggggAACCEylQH3IXk+mkoBGT6ZAcwyhqf+selMjLa4XWvzJ2/vsr1++xU5m1c9D/+ojc3YnocXJfPHQKgQmXmD3GvjZh4/a+66rRql90W6wr/ersOJiYDyKq8B4FFXTXnVd98cKKqqkaRhRsZ9ltlpYsWRkxd17gtkyAl0TcM6cq0rXqkZ9EEAAAQQ2L9BaYNH3CZvfKksigAACkyAwhW3YP1uGsKJCi1cem0IAmowAAggg0KqAc5xYahWUlSGAAAIIIIDAaATGca31l8sV6BrH6lNnBNYTUFhR92uq17imGnUrzwsri8KyPDeFXRR66af9aoSvdPWRFjWy10/f2W9//fKtdrIeafGzCi1eCR+3DwAAEABJREFUWwVvtB0KAggggMDaAoP7zJfsRvtGdr8phKgwokZO1H5WIymuHFmxuX/lyIr9fmZZnlnh9+XNyIolYcW1nwDuQWAKBfTerylT2HyaPGoB1o8AAjsm0FpgUScGdqzWbAgBBBBAYFcEZpxb3G5hS/OLNzKDAAIIIIDApgX86eayNJ1c2vRDWBABBBBAAAEEEEBgcwL1IfvAYfzmHsdSCIyJQHMcoak+mwhTKy3fQmhRPw/9s3f221+9dIu9169+HnpwtLAxIaGaCHRegApOnsDgqLQvuZvs61k1sqJCiOuFFRVi1P1aLk6SMLJi2u+bwuaZgop+X05YcfJeL7QIgbYEnHPmXFXaWifrQQABBBDYeYHWAovmdr7ybBEBBNYV4E4EWhdwrh6iwa9ZJ4L9hH8IIIAAAghsUcCZc26Lj+VhCCCAAAIIIDAgwCwCZwrUh+/15Mz7uQWBCRBozk1putnQooIxGtVLo30pLBOm+qnSXmT//K5GWjxh72WHg86/+NBRe9+1+8M8FwgggAACywV+7dGjdsc11T7yRbvJvt6/d1MjKyqs2IzAqH2yRlRcHlbMjbDicmuuIYDACoHqjZ/pPeCKe6bhKm1EAAEEJkagvcAiZ78m5kVBQxBAAIG1BAZjJez211LidgQQmCwBWjNKAU4qjVKXdSOAAAIIIIDAVAvUB/D1ZKopaPxkCzTHFJpWn12Xpv9zjc6V55apZLnp56HTJLW0n1ky8PPQCiwu9CJTgEYjLf7zu3urkRab0OLDc/aB6/h56Ml+FTWtY4oAApsV+PXH5uz2q6t944vuZvtGdq/ft/Yt8ftZhcHDPlVh8Cgy7Wd7vTjsZ3W77ldwXPtihRW1f14aWZGw4mafA5ZDYKoF9CV4X5zjaGeqXwc0HgEExl6gtcAi/cHYvxZ2vgFsEQEExk7g7djsj7+Wh/LN14ksjt0TSIURQACBjgk45xhlsWPPCdVBAAEERiLAShFAYOcF6kN2hbh2fuNsEYGdFWhe55oOhhbDCF0KLPqiUIzCi/20H0I1cZKYAjMKzqgsRFWYRqHFn7+7z/7qpVvtvX410uIvf+iofeD6Kpizsy1jawgggED3BBRWvO2qamTFF+wm+0b/nmq/Giem/alCiSGkGEWmQHgTVtRtuj9JUr98Gn4GWmHFZv9c+H112G8XRQieN/vzRkD7+GaeKQIIdFhgB6qm/UFTdmBzbAIBBBBAYEQCrQUWwxvHEVWS1SKAAAIIdEfguTdKUzmZdqdO1ASBaRag7QiMrYA/gODE0tg+e1QcAQQQQAABBLou4KoKOlfPVFe5RGBiBXRsocZp6g81wk8EllZWPyua55YXxVI4Ju0vG2lRARoFbJaHFvfaXyq0mB3Rau2XHzpqd+1yaDFUhAsEEEBgFwU+9/icLYYV3c32zexei5PUFgPgUVyNqFiHFaMoCSMrrh9WzIyw4i4+qWwagTEUcM6FL8E758aw9lQZAQQQQKARaC2waL4/8P+a9U7ClDYggAACCCCAAAIIIIDAqAT8CSXnOIIYFS/rRQCBoQRYGAEEEJg8gWaExclrGS1CYE0BhRV1p6ZrhRb1s6NhRK+0b4kv8eBIi1FsCi1qlEWVn7+7J4QW3+1XocVfUmjxhoPaBAUBBBCYOoHPPXHMbr2yGlnxRXeLfbN/jymsmCTpqiMrrhdWTPv9ECLXyLdFXlTh8qKwUv/79zDajzfAg/PNbUwR2IYAD50EAf9GT/sGlUloDm1AAAEEplWgvcCifwM5rYi0GwEEEEAAAQTWEuB2BBBAYG0BTiqtbcM9CCCAAAIIIIDAtgTq74XUk22tigcjsDmBbizVHGNo6j/LPmOkRYVjNgot9uLEFFiMoth+/s6s/dXLt9piaPHBI3b3jYQWu/FsUwsEENgpgc8/Pme3XrEvbO4Fu8W+0b97zbBiGE1xnZEVFVbUflj7Y0ZWDKRcIIDAsALOmXNVGfahLI8AAggg0IZAO+toLbDo+4R2asRaEEAAAQQQQAABBBBAYCoEnOPE0lQ80TRy+wKsAQEEEEAAgWEF6i+XK7A17ENZHoFxF1BYUW3QVH8DYWplNYJXnptCMgrLaKTFrJ8tG2mxCtrEtjK0+Jcv3Wrv9KuRFj/zQYUWD2gTFAQQQGCiBfxpG/vNJ+bslnpkxRfcrfbNbP2wYq8XL/8Z6DT1+9k0jKhIWHETLxcWQQCBDQXCezv/Jk/TDRdmAQQQQACBzgq0Flj0fUJnG0nFEEAAAQTaETjvoNmfPTlr/+OHZ+3ms107K93ltbB5BBBAAIHdEiir0U44kNitJ4DtIoAAAggggMAkC9SH7AoaTHIzh2kby06XQPMBtqZFUR97rBFa7Kd9S3yJk8SSJLXVQovPvztrVWjxaID8zAeP2r03EloMGFwggMBECug9xG8+ccxuvmJ/aN/zdqt9s3/XuiMrrhpW9PvVfj8zwoqBkQsEEGhBwDnHCIstOLIKBCZZgLaNh0BrgUVz49FgaokAAgggsHWBGX8QcHivs8uOOjta/QLE1lfGIxFAAAEEplzAmXNuyg0mpvk0BAEEEEAAAQS6JtCMsNi1elEfBHZQQGHFZnP6npSulytCiwrRrBxpUaHFKE7CCGELUWwK4Ognol+oQ4tvp1Vo8Rc+eNTuu+lgswmmCCCAwMQI6HMAhRVvurz6EODndqs9l4WwYgh2N/tIBbx7UWRh2tP+sprX/YlGViSsODGvCRqCQKcEqjd24cvwnaoXlUEAAQQQGEqgvcBifRJsqK2zMAIIIIDABgLdunswV8Juv1vPDbVBAAEExlFAHxiOY72pMwIIIIAAAggg0L5Ay2usvxdST1peOatDYHwEmmMOTavPthVZLE2jLhZ5bnlRWJbltjK0GMdJCOBEUWwLUWRRlFgVWpyxv3zpFnu7X4UWP/3AEbvvZkKL4/OKoKYIILCRwKz/5Pi3PnzUmrDi83bCvrVOWHGhF/n9Y+xLZAoqqij4raJQOCMrbiTO/QggMLSAPqz0xTmOdoa24wEdEaAaCCAgAf+2U5PtF/qD7RuyBgQQQKDrAoP7egKLXX+2qB8CCCDQfQHn3M6Msth9CmqIAAIIIIAAAgi0K1AftCuk1e6KWRsC4yfQ/B1oulZoUaGalaFFhW0UvIlWhBZffK/6eei30rmA8en7FVrk56EDBhcI7LYA29+WgMKKv/nhY3bDZfvDen5uJ+y57AMWJ+mqIysqrBjVge6wv4wTCyMrpqlpv0pYMTBygQACLQtU7+lKRlhs2ZXVIYAAAjst0FpgMRzo73Tt2R4CCOy6ABWYLgFn9ScevtnF0qy/xj8EEEAAAQSGFPAHEM3JpSEfyeIIIIAAAgggsAsCbHLMBFxVX+fqmeoqlwhMrYCOPdR4Tf2hSPiA23/MvepIi/20b4kvcZIsC+gMjrT40rsz9hcv3mxvJk1o8ajdz0iLIqYggMCYCuyZNfsthRUv3RdaoLDitwbCivrZ5yiKTVP9DPSysKLfX4Z9ZloFGwkrBkIuEEBgRALOufAleOfciLbAahFAAAEEdkKgtcCi+f7A/9uJOrMNBBBAAIFdEnjptNkTf5qF8vSrJBZ36WlgswggMHkC09kif0LJOY4gpvPJp9UIIIAAAgggMHKB+pC9nox8c2wAgXEQUFhR9dRUPwmt6WBoMcvzMCKYRlpUaDGtQ4v6eegwclgUh5+H7vX8tBfZKydnw89Dv5ke02rtqfuP2AO38PPQAYOLtQS4HYFOCuyddSGseP1iWPE2U1hR4e0kSUNIUWFFhRRXDSvGyeIojIQVO/kUUykEJkugLKsvn/jpZDWM1iCAAALTJdBeYJGzX9P1yhmb1lJRBBBAAAEEEEAAga4K6APCrtaNeiGAAAIIjJsA9UUAgWUC9fdC6smyu7iCwDQLDB6DrBZazIvCsiw3hRYVWFRJ0tQGQ4u9OLal0OKM/eVLN9sb9UiLT953xD54K6HFaX6N0XYExk0ghBU/csyuu6QaWfGfTWHF95t+Blr7Po2oqLBimPr930Kv2gfqNoW5tUyzrPaZ/Az0uL0CqC8CYyjgnDlXlTGsPVVGAAEEEKgFWgss+j6hXiUTBBBAAAEEEEAAgYkSoDEIjEjAOU4sjYiW1SKAAAIIIIDAtAvUXy5n0JFpfyHQ/tUEBkOL+hvR9dLKVX8eOoRvVhlpcVlo8b0Z+6uXb7U3kmqkxU/de8QevPXQapvu/m3UEAEEpkpg7x6z3/rInF178d7Q7n+22+3bWRVW1MiKTSBxeVgxMoUUdVucLB9ZUWFvhb41Ym2R59V+tSj8Hra0Zn9r9X/a99azTBBAAIGhBLT/aMpQD2RhBBBAAIFOCbQWWNQbzU61bEwqQzURQAABBBBAAAEEEJhOAZ2srsp0tp9WI4DAtAnQXgQQQGBHBVy1NVdPq2tcIoBAI6APuTWvqT7bCFMrq3BNntvKkRb1E6frjrT4nrO/fOkWe6M/r9XaJ+89bA+eILQYMLhAAIFOCuzb4+wLH5m3ay9uRlZUWPF9ptESkyQ1hRU1iqJ+BjpaHFkxMt22MqyocDdhxU4+zVRqlwTY7GgFnHOMsDhaYtaOAAII7IjATGtbca2tiRUhgAACCHRU4MCs2YlzXShHqvMYHa0p1ZoyAZqLAAJjKeDCiaWxrDqVRgABBBBAAAEEui7QjLDY9XpSPwSGE2h1aYUUtUJNNxNaVCBnvdDiqyed/eWLt9gbaR1avOewPXTioDZBQQABBDolsH+Ps9/+6DG7+qLBkRWXwooKJCqYuFpYMYo1qqJKago2at9IWLFTTy+VQWDyBao3bqb3cJPfWFqIAAIITK7ABoHFIRpenwQb4hEsigACCCAwZgLnHXL2Jw/NhnLNvBuz2lNdBBBAAIGuCXBSqWvPCPWZbgFajwACCCAwUQL1IXs9maim0RgE2hRojkk0rT77Lk3/F0Vp+jnTlSMtKpizbmjxPbO/ePHmxdDiJ+45QmixzSeMdSGAwLYF9u919lsKK15YhxXdHfbtbCmsGAKJcWKEFbdN3eEVUDUExlzA+aMcX5zz0zFvCtVHAAEEplmgtcAi/cE0v4xoOwIITI/AQDp9YHZ62r/FlvIwBBBAAIFVBZxzjLK4qgw3IoAAAggggAAC2xSoj9kVwtrmmnj4MAIsO5YCzd+JpgoqalpaaZpfDC3muWkEMQUWVeIktThOrBmFrBfHYV4Bn1ffM/vzF2621+uRFhVa/NBth8bShkojgMBkCRzY5+wLHzlmV9dhxZ/ZHfbt/p2mfZpGS1RYcc2RFRONqpiYltH+T/tC7RezLLfM7yO1vwz7zaLwe9DSmhB4I6h9azPPFAEEENiOgPYnTdnOengsAgggsC0BHrxtgdYCi+GN57arwwoQQAABBLosMOPcYvWKxTlmEEAAAQQQ2IKAP4DgxNIW3Kb4ITQdAQQQQAABBIYQqA/fnatnhngoiyIwjQI6NmnarSafqlgAABAASURBVMCNrpdWLoUW8yIEchTOUUgnTdPFgM9iaDGKQ2hR1187afYXL95ir6fHw2o/fvdhe+R2QosBgwsEENgVgYP7Zuy3P3LMrmzCiu5O+062flhR4cVQFFaMq7Cigo39fhZC3KMKK+4KEBtFAIGxEXDOmXNVGZtKU1EEEEAAgTMEWgssmjP9M/5DAAEEEBg7gU1X2L//3/SyLIgAAggggMC6Ar5Tcc4fRKy7EHcigAACCCCAAAIIbEmgGWFx+YO5hgAC6wgopNjcXfq/oVBWhhazPIR0FNYZDC1qxDGFehRWbMpr75X2Fy/cbK8lVWjxo3cptHiw2QRTBBBAYMcEqrDinF15wd6wzZ+6O+w7/TsWg9fNPkyjxPaiyBZ6sYV9Wi+yiLBiMOMCAQQ6JODfpOl9m0qHakVVEOiaAPVBoPMC7QUW/QF851tLBRFAAAEEtiXwblLav/puEcqrp9nxbwuTByOAAAII2GSdVOIJRQABBBBAAAEEOiRQfy+knnSoYlQFgW4LNMcomlbFrPT/a9RF/dxpXhSmEcU00uJgaFE/j7o88BOH0RZfO1naX754s71Wj7T40buOMNJit18C1A6BTQiM1yKH9jv7wkeP2RV1WPFnGlkxrcKKZ+67Ir/vSs4IK8ZJaoysOF7PO7VFYKIFnDPnqjLR7aRxCCCAwIQLtBZY9H3ChFPRPAQQ2DUBNtwZgXdiC2FFhRZfjzpTLSqCAAIIIDCmAs5xYmlMnzqqjQACCCCAwGgEWGt7AvV3DMt62t6KWRMCky+goKJaqWlV1g4tpmnf0jQNo5Qp+KPRFTWtRilbCi3++fM32asDIy0+eschbYKCAAIIjFSgCivO2+Xn7wnb+anCiv07LPH7Lu2rlgetq7Bir+enKnEcgotaRssqpN2EtbM8N4W4Q5i7KKzU//49h/aZYUP+YnDeX+UfAggg0JqA9i9NaW2lrGjnBdgiAghMvUBrgUVOfk39awkABBBAAAEEEEAAgQ4LdK9q/nS2P4jQyaXu1Y0aIYAAAggggAACYy7gqvq7elpd4xIBBDYr0BynaFoojKMgjpVWFL7kuYWRFv1UoR2FeJrQokYgU2hRP6XahBY1feOUhZ+HfjU5K1ThIx84bI/dSWgxYHDRugArREAChw7MhJEVLzuvCSu+z77bv8Oa0RIVRFzaV0VhZEWFFXVblCRhRMVmWe3nFFbUCLPa/xFWlDAFAQR2S8A5xwiLu4XPdhFAAIEWBVoLLJprsVasCoHxEqC2CCCAAAIIIIAAAkMLOHPODf0oHoAAAggggMAuCrBpBMZHoKyqWk+qK1wigMBQAgorNg8oVgst5oWFwGKWmcI8g6HFwSCQ5qvQYhlCi6/UocUPv1+hxcPNJpgigAACrQkcPjBjv/vRY3bZeXtN//3Evc++k962GFZsgtWa9qLlYcVeHJtGVFwZVtR+Tvs8wooSpSCAwK4KlP4ox5fB92ojqA+rRAABBBAYsUB7gUXfL4y4rqweAQQQQAABBBBAYGIFaNg0CnBSaRqfddqMAAIIIIAAAjsiUH8vpJ7syCbZCAKTKDB4zKLQYlGUpv81VWgnHwgtpml/8eehNdKigooaqUxhRc0v9GJ741QRQosvx8cD14fff8ieeN+0hRZD07lAAIERCRw+OGO/87Fjdsm51ciKCit+N73NEr+P0r5JIUXtmzRVWFH7pmZkRYUVtYzCinGchjC2RlZUWJGRFUf0hLFaBBAYXkBfgvfFOTf8Y3kEAggggEBnBFoLLNIfdOY5PbMi3IIAAgi0JHDWAbPfuGkmlHMPcSDQEiurQQABBKZWwDnHKItT++zTcAQQGIkAK0UAAQQagfrL5YNhq+YupgggMJzA4N+R5hVWXC20mOW5rRdabIJBb4bQ4i32cnxWqMjj71No8VCY5wIBBBDYjsCRgy6MrHjJOVVY8afu/bZRWFHhRZXlYcXE+v2+EVbczrPBYxEYscAUr17vx5oyxQw0HQEEEBh7gdYCi6U/Ceb/jT0IDUAAAQQQWFvgnEMuhBUVWjznwNrLcQ8CkyhAmxBAoGUBfwDBiaWWTVkdAggggAACCCDQCLhqxrl6prrKJQIIbEJgtUV07DJ4+6qhxSw3hRY1ElmapqYRyjRSmUZXDGGgKLYmtPjWaY20eIu9tBhaPGwabXFwG8wjgAACwwgcOaSRFeft4jqs+BP3fvtOeiKMrBjHid//xLZyX6TroSSJaX/V7Le0HyOsOIw+yyKAwE4KOOfCl+Cdczu5WbaFAAIIINCyQGuBRfP9gf+3lerxGAQQQACBMRGYGUimlwPzY1J9qokAAggg0CUBf0LJOY4guvSUUBcEdkCATSCAAAII7JRAfcxeT3Zqq2wHgYkWaEKLmqqcEVosCsuyPIxIlqZ9SzcILb55KrO/eOEWeyk+O7g9dqdCi4fDPBcIIIDAMAJHD83YFz92zC4+uxpZ8SfuA/bdgbDiyuB0L0pCeLEJKyrQ2IQVU7//Iqw4jD7LriHAzQiMTsB/QKn3Yiqj2whrRgABBBAYtcBMaxvg7FdrlKwIAQQQ6KrAYK6kIGPSsaeJ6iCAAALjJ8BJpfF7zqgxAggggAACCIyJQH3MXk/GpNJUc3MCLLWbAoPHMJpfLbQYgj5ZZgr9pHVoUWGg1QJDb5/O69DiOaFZj915yD7yAUKLAYMLBBDYlMDcoRn73Y8dswvPqsOKMwor3ro4suJq+55eLwqBxV4cm/ZPhBU3Rc1CCCDQFQH/YaVzzpxzXakR9UAAAQRGJDDZq20tsEh/MNkvFFqHAAIISGBwX18SVBcJBQEEEEBgGwLOOU4sbcOPh45AgFUigAACCCAwKQL1MTvH7pPyhNKOLgkoqNjUR/NnhBbzwsJPQw+EFpO0H0JBK4NDC73Y3jrVtz9//iZ7Ma5Ci4/eccg+ehehxcaYKQIIrC0wd1hhxfnFsOKPNbJiMnxYUaHF1O+nQuC6n1leFFbkuWn/Vvj50vz//r2F9nlNbQbnm9vGakplEUBgbAW0/2nK2DaCiiOAAAIIWGuBRU5+8WpCAAEEJl/gn0+W9sdfy0N58ZQ/QzFEk1kUAQQQQACB5QI62V2V5bdzDQEEEEAAAQQQQGDbAq5ag6un1bWduWQrCEyDgD4kb9qp+aLwxzZWhnBPWRSWDxFa7EWJvX06s7944WZ7MT43rPaR2xVaPBLmuUAAAQRWEzh2ZNa++LFjdsFZs+HuH7u77Hvp5sOKSZIujsLY72dGWDEwcoEAAmMg4JwLX4J3zo1BbakiApMtQOsQ2I5Aa4FFoz/YzvPAYxFAAIGxEOj1zZ57owwlysaiylQSAQQQQKCzAs6cc52tXUcrRrUQQAABBBBAAIHNCdTfMawnm3sMSyGAwFACCio2D9D8ytCirmuUMoWANHJZmlbhIIWEVhtp8e16pMUXoia0eJCRFhtgpghMn8C6LZ4/PGtf/OicnX98T1iuCiveshhAXLmPUTC614ssimLrxbFpPxQnaRj5lbBiIOQCAQTGSUAjafmi91/jVG3qigACCCCwXKC9wCJnv5bLcg0BBMZMgOoigAACCCCAwE4LcFJpp8XZHgIIIIAAAgiYTYlB/b2QejIljaaZCOy8wOAxjeYVUizrkRaLPA8jLa4MLTYhocFAURTHttCL7Z3Tffvz52+yFwZGWvzY3Yd3vmFsEQEEOiswf2TGfvfjx+y8Oqz4I9PIirfYavuWXhTZZsKKWeb3V0Vh2m9pP1b4ee3LSv/Zr/ZtDcbgfHMbUwQQQGDHBfQleF+c42hnx+3HboNUGAEEuizQWmCR/qDLTzN1QwABBBBAAAEEEEBgBwSG3IRzjlEWhzRjcQQQQAABBBBAYFMCZbUUwYLKgUsERikw+Hem+WLg56EV/ln6eejc0rTvS7o4CloviqsRzzSN4xAsenehb3/28xvt+XqkxYdvO2SfuIfQ4iifQ9a9BQEesisCx4/O2O99fN7Om58N2/+Ru8u+36/Ciho1MYqTxX2KwooKQg+OrBj7+5tgYzOyosKKWZ4TVgyiXCCAwDgI6P1WU8ahvtQRAQQQQGB1gdYCi+FbNqtvg1sRQKAFAVaBAAIIIIAAAghMlIA/gODE0kQ9ozQGAQQQQKAlAVaDQCsCrlqLc/VMdZVLBBAYkYCObZpVa3710GJm/Wx5aFEBo8HQYhMwem8hsz8PocXzwmofOnHIPnH3kTDPBQIITKfAWUdn7Ysfm7dzjjVhxbvt++ktIQCtfclqYUX9BLSKfgZ6tbCiQouEFafz9USrERhnAedc+BK8c26cmxHqzgUCCCAwzQKtBRbN9wf+3zRb0nYEEEBg4gVOnOvs7z+zJ5Sr5tnrT/wTTgMRmDwBWtQlAX9CyTn6ki49JdQFAQQQQAABBCZIoBlhcYKaRFMQ6LqAgopNHTU/GFosiyL8PHSWLw8taqQzBY2a0OJCL7IojsPPQ7/Xy0No8edRHVq87aB9kpEWG+KNptyPwEQJKKz4ux8/thhW/KFTWPHmEFZUEDGKkzCyovYhTfA5BBX9PmUwrKj9jUKK/czvi/qZ5X7fpJFgtb8q/Hxp/n//HkL7sAZwcL65jSkCCCCwqwJ8EX5X+dk4Aggg0JZAe4FF/wa2rUqxnnEUoM4IIDBtAv54YNqaTHsRQAABBFoW4KR3y6CsDgEEENgRATaCAAJjIVB/L6SejEWVqSQCkyAweIyj+aIoFf+xMC2KM0KL/X7fBkOLCh4pcBSF0GJk7/Uy+/Pnb7ImtPjgiUP2yXsPTwIVbUAAgU0KnD03a7/3iWN2jp/qIT9099gP0pvDvkP7jKgOK4bgc9h3xCG8qMBilCSmZZr9TBNW1M9AE1aUJgUBBNYX6Oi9zplzVeloDakWAggggMAmBFoLLPo+YRObYxEEEEAAgXEWGOw0ChKL4/xUUveuClAvBKZMwDlOLE3ZU05zEUAAAQQQQGCnBOovl3PovlPgbAeBJQEFFZtrmg9hRSuXhxYHRlrcMLR4Og2hxX/uVSMtPnjrIfvUvUeaTTBFAIEJFjh7bsa++PFjphEW1cwfuXvtB+lN1gQQB8OKgyMrKqy43siKWZ4bIytKlIIAAuMooPdXTRnH+lNnBBBAAIFKYDB7Ut2yxcuun/zaYrN4GAIIIIDAoIBbusJ+f8mCOQQQQACBrQiUxomlrbjxGAQQ2EiA+xFAAAEEvEB9/O7qqb+FfwggsIMCOtZpNqf5rYYWFUDSqGnv1aHFn9WhxQ/eetCevI/QYmPMFIFJFDjnmEZWPL4YVtTIit9Pb9x2WJGRFSfx1TK9baLl0yngnGOExel86mk1AghMmEBrgUVzEyZDcxBAAAEEzhCYGdjXl/6A4IwFuGHSBWgfAggg0KKAM+dci+tjVQgggAACCCCAAAKLAs0Ii4s3MIPAUAIs3IKAgorNajQ/bGgxjJAWxdaEFk8upPYXL9xsP+udH1b7wC2EFgMEFwhMoEDDItYCAAAQAElEQVQVVjxmx49UH+P+cBMjK/Z6kYUSxxbHiTWjMPb7mfUzX/yUsOIEvlhoEgLTKKARVXzR+6tpbD5tRgABBFoW2LXVVe9029h8fRKsjVWxDgQQQACBbgo8+1ppT/xpFsoLJ9nxd/NZolYIIIDA+AhwUml8nitq2qYA60IAAQQQQGAHBOrvhdSTHdggm0AAgdUEBo95NL/Z0KLCRit/6lUjLZ48nYSfh/7pQvXz0A/cctCeuv/oapvmNgQQGFOBc4/N2u9/4pjNH54NLfhBCCtubmTFKElM+w/CioGuAxdUAQEERiKgL8H74hxHOyPxZaUIIIDADgm0FlikP9ihZ4zNIIAAAgisLcA9CCCAAAJjJeCcY5TFsXrGqCwCCCCAAAIIjI1A/R1DBaTGps7DVJRlERgjgcG/Q80vDy2WlueFZXlm/Sy3NO1bv9+3xE8VOloZWlzoRXZqIQkjLf60V420eP/NB+yp+4+MkQhVRQCBtQTOm5+13/vkvB1bDCveZz9MtxJW1L5E+xVfGFlxLW5uRwCBMRXQ+6mmjGkTqDYCCAwjwLITK9BaYLH0J8H8v4mFomEIIIAAAggggAACCCDQooA/gODEUoueLa6KVSGAAAIIIIDABAi4qg3O1TPVVS4RQGCXBHTs02xa80uhxcLKojwjtJim6aqhxSiOrQkt/vnzN9lPowvDau+/+aD9wgOEFgMGFwiMqcB5x/fY739i3o4dqj66/b67136Y3mDNaIlRnJh+Kl77AI24utCLw09A67ae3zco5Fwt2w/B57SvaWbLfga6LKzU//4DXe2LGqrB+eY2pggggEBXBZxz4UvwzrmuVpF6IYAAAghsQqB617uJBTdcxPcH/t+Gi7EAAgggMMUCNB0BBBBAAAEEGgF/Qsk5jiAaDqYIIIAAAgggMFECu9+YsqpCPamucIkAArsqMBgI0vzy0GKxLLTY72fWhBaTJLXBoFIUxyG0eHohsT//+Y32k14VWrz3JkKLu/oEs3EEtiFw/vwe+/2Pz9vROqz4A3ef/WiVkRUVVoziJOwDer0oBBiXhxVT0yit/SyzLMuXhxWLwrTvKf2bA02b6g7ON7cxRQABBDot4Hdk2nepdLqeVG5aBGgnAghsUaC9wKJ/g7vFOvAwBBBAAIExETi61+zEuS6U/bOETMbkaaOaCCCAQGcFtnZSqbPNoWIIIIAAAggggEB3BOpD9nrSnXpREwSmXGDwGEjzS6HF0sqiOCO0qOBRNWJaWocWE9PIatFiaDEOocVmpEWFFn/xgaNTrkzzJ0dgOlpywfFZ+/1PHrOjh6pe+/t2n601smJUhxU1qmIoSWJLIysqrJiZwooKPS8bWdHvX0pGVpyOFxStRGAaBJxjhMVpeJ5pIwIITLxAa4FF3y9MPBYNRGDiBWggAhsI3HD2jP3JQ7OhnH1wg4W5GwEEEEAAgQ0EnKtOLm2wGHcjgAACCCCAQNsCrG/yBeovl5f1dPIbTAsRGB8BBRWb2mp+vdBimvbDaGkKLSqUFMVxNaJa5Kd+XqOtLfRi+7OBkRbvuemA/eIHCS02xkwR6LLABWcprDhvRw5WH9d+391vP+rfYPqb1+iqIaDs/971t655TUNQ0d8WLQsral9BWLHLzzV1QwCB9gT0/qkp7a11gtdE0xBAAIGOClTvgFuoHCe/WkBkFQgggEDHBZxb+qSD/X7HnyyqhwACuybAhjcrUBonljZrxXIIIIAAAggggMCQAq5a3tXT6hqXCCDQFQEdCzV10fzy0GK5bKRFhRbTNLUk7ZsCTFGcWBQl1U/CRpEtqCxUocUfL1Q/D33PjQfsMw8eaTbBdEQCrBaB7QhceNYe+4NPHLfDB6qPar9n99uP0uuXhRUVVFZIUWFFlSiKrdeLrBfHpvuqYGPfNBorIytu59ngsQggME4CzjlGWBynJ4y6IoAAAmsIVO+C17hzqJvdUEuzMAJbEeAxCCCwywKDu3oCi7v8ZLB5BBBAYOwFXDixNPbNoAEIIIAAAqMQYJ0IILBdgfr7hvVku2vj8QggMAIBBRWb1Wp+KbRYWFmUy0KL/Sw3hRYVTlJIKQphpdR6UWIKLym02OvF9ufP32g/XrgorPbuGw7aLz3ISIsBgwsEOiZw0dl77Pc/OW+HDrhQs++5++3H/aWwYhRXP/W8WljxzJEV+5b2+3bGz0CXhX4E2nQeX/uYsCF/MTjvr/IPAQQQ2G2B4bdf7dj8/o2jneHxeAQCCCDQHYH2Aov0B915VqkJAgggMCKBwU6j0AHBiLbDahFAYJQCrBuB7ghwkrw7zwU1QQABBBBAAIEJE6jyD1ZPJqxxNAeByREYPCbS/JqhxX5mCi1qFDWNtKjQYi+KLYy2tiK0+Gc/v95+FEZaNLvrhgOEFifn5UJLJkRAYcU/+OQxO7S/6qW/7x6wH68YWVF/24NhRQWTVdYKK2ZZbnlRWJHnpv1IobCiP3/v/y0L9Gg/MyGMNAMBBKZZwPn9py/O+ek0O9B2BBBAYMwFBrMn22oK/YGZbUuQByOAAALdF3jhtNm/+m4Ryums+/WlhggggAAC3RZwzplzrtuVpHYIIIDAagLchgACCHRdoP5yOcGErj9R1A8BOyNMpLBRaaUVRWHLRlrsZ5aqpKkptJgkiWkUNgWbegOhxcjP//nPb7Af1SMtKrT4yw8x0iKvNQS6IHDx2XvsDz45bwf2VR/Pfs89YD9Kr7M48X/XvvTqILLCivr71vUQVNTt/m9eYeVq2b4pwKyRFQkrduGZpQ4TLUDjOiegY5ymdK5yVAgBBBBAYNMC1TviTS++9oLhWzpr3809CCCAAAITIPDiqTKEFRVa7PUnoEE0oZMCVAoBBKZEwB9AcGJpSp5rmokAAggggAACOy9QfyfEuXpm52vAFhHYUIAFlgR0bNRc03xRlKYR0ooVoUUFkzTSYrqp0OL19sPTF4XVfuD6A/bLHyK0GDC4QGCXBC4+Z4/9wacUVqz65u+aRlY8M6wYQopRbCG06KeRyiphxX6WmfYJy0ZW1D4jnG85Mwy9S81mswgggEDrAs658CV451zr62aFCCCAAAKjEVhtra0FFs33B/7fatvgNgQQQAABBBBAAAEEEEBguYA/oeQcRxDLUbiGQGsCrAgBBBBAYNoFmhEWp92B9iMwRgIKKjbV1Xzp/45XCy32+5n1s9wUWqxGWkvWHGnxL56/3n7QhBavO2D/4uG5ZhNMEUBgBwUuOWeP/eGn5m3/3uo8yHftQftJf+2wYggt9iILoyuuEVbUvuCMsKKVpn2H9iFN8wbnm9uYTpQAjUFg+gT8jk77NpXpazwtRgABBCZHoL3Aoj94nhwWWoIAAggggMBaAtyOAAIIINCWACeV2pJkPQgggAACCCCAwAqBKg+h75ivuIOrmxdgSQR2XmDwGEnz/vP4VUdaVFApVXCx37f1Qou9Xmx/ORBafN+1++2zjLS4808sW5xqgUvOVVjxuO3bU3XO33UKK15T/+2mpnCiRlEM0zgJIyuGoOIaIyum/u9e+4BlYcWyUFSRsOJUv9JoPAJTJOCcOVeVKWo1TUUAgZEKsPLdEGgtsOj7hN2oP9tEAAEEEEAAAQQQQACBMRVwjhNLY/rUbb/arAEBBBBAAAEERitQf7lcYafRboi1I4BA2wIKKjbr1Lz+jgdHWizywrI8M/0U7EahxV4cWxNa/P6p6ueh77zugH32YX4eujFmisAoBS4NYcV527un2sp3NLJiun5YUeHFUFYZWVFhRf3tnxFW9DsK/8+0z6i2tPwnoZvbdmXKRhFAAIGWBbSva0rLq2Z1CCCAAAI7KNBaYFFvhHew3mwKAQQQQGANgVHefOs5zv7kodlQ5vaNckusGwEEEEBg8gXKcCJdJ5cmv620EAEEEEAAAQQQaF9g3TW66l5XT6trXCKAwLgIDB4naV6fvzShxaIoLd9CaPGvXrjevn/64kBw57UH7LOPzIV5LhBAYDQCl5231/7wU/O2d7bqjBVW/Gl/9bCiRldc6EXWjKzYixOLVZLUkqRv/X7fCCuO5nlirQggMH4CzjlGWBy/p40ab1OAhyMwiQKtBRbNTSIPbUIAAQQQGBQ4fsDZiXOrMtteDzK4CeYRQAABBKZGwJlzrqutpV4IIIAAAggggMB4CzQjLI53K6g9AlMtoKBiA6D5wdBiuUZoMUn7liSJRbEvUWy9KDEFoBYiBaFi+6vnr7PvnapDi9fst18ltNgQM51egZG0PIQVPzlvexbDig9ZE1ZUELHn/z41iqKmi6UXWbjN//3GcWzxQFixn2VhVFVGVhzJ08VKEUBg3AT0psgXvT8at6pTXwQQQACBJYH24ib1SbClVTOHAAIIrCbAbeMsQK5knJ896o4AAgh0T4CTSt17TqgRAggggAAC7Qmwpl0VqL8XUk92tSpsHAEEti4weMykef/ZvDUjLa4WWkzTtA45pctCi1UIKrZeL7a/fuG6xdDiHdfst18jtLj1J4hHIrCKwOXn7QkjK87OVnd+2x60n/avDn+bcZws/W3G/m8yqstiWDG22N8+GFbUyIr9fmaEFStPLhFAAAHTh5W+OMfRTndeDdQEAQQQGF6gtcAi/cHw+DwCAQQQGDeBGVtKpxclBwLj9vxRXwQQmCCBCWmKc86fX3IT0hqagQACCCCAAAIIdEigPnxXwKlDtaIqCCCwBYHBv2PNrwwtFqv+PHT1c7JrjbQYQounLwm1uV2hxUePhnkuOihAlcZK4Irz99gfPjlvza8Tfdsesp/1rzEFEOOVYcXe8rBilCSWJFXoOE0z6/f7prBiluWEFcfqVUBlEUBg1ALV+6HSNB31tlg/AggggMDoBFoLLOoguT4PNrrasmYEdkCATSCAwOYEOBDYnBNLIYAAAgisIeAPINSXqKyxBDcjgAACCCAwUgFWjsBEC9TfCXGunpnoxtI4BCZfYPC4SfP+cGpxpMWiKO3M0GJmiUZbHAhILfTi8HOzC1FUjbT4/LX23VN1aPHqA/brj81NPiQtRGCEAldcsNf+8FPHbabue79tH7Kf1SMrKoi4GCCO4/A3GH4Kuh5ZUWFFBRoVbEzSvmm0VH4G2vgPAQQQWFXAORe+BO+cW/X+1W7kNgQQQACB7gm0Flg03x/4f91rITVCAAEEEGhN4Ouvm/3x1/JQTqatrZYVIYDA5AnQIgQ2FvAnlJzjCGJjKJZAAAEEEEAAAQS2IFB/s7yebGEFPAQBBLomoKBiUyfNrx9a7Jt+QjYZCC0qDLUytPiVFxRavCys9rar9m8ltBgeywUC0y5w5QV77Y8+NW/NaY5vmcKKVy2OrKhwYhTFpmmvF9tCT8HhyBRi7MWx6e9TYUWVfur/fjONsJitMrKimf72tQ+w+r/B+fomJggggMBkC/gdofZ9KpPdUFqHAAIITLZAe4FFzn7t0CuFzSCAAAK7J/BuUtpzb1Rl92rBlhFAAAEEbx0qhQAAEABJREFUJkWAk0qT8kzSDgQQGI0Aa0UAAQS2IVB/L6SebGNFPBQBBLokMHgMpXn/ef06Iy32TT8pq9BikiQhGKVQVC/y81FszUiLX3nhavvOqUtDMxVa/NzjjLQYMLhAYJMCV12w1/7wU/OLS3/bHrafpUthRYUSF8OK+tvrRWG0U93ei6LFn4FOEv83W4cVV/8ZaIUVS9PffrOxwfnmNqYIIDCOAtR5KAHnzLmqDPU4FkYAAQQQ6JRAa4FF3yd0qmFUBgEEEEAAAQQQWFOAOxBAoBMCznFiqRNPBJVAAAEEEEAAgckTqL9crjDT5DWOFiEwhMAELjoYUNK8/s6LsrCiUCmtyAvL8swUeEr7WQgtxklqSR1arIJTSQhMLYYWn1dosRpp8dYr99vnHj82gXI0CYH2Ba66cK/9wWBY0T1sP02vNAWFFRBWKDH8zcXV6IoaWVHXdfsZYcV+37I8N/3t5vp79vNFUZr+vqu/9ZKwYvtPIWtEAIExFFhtnziGzaDKCCCAwNQLtBZY1EGxNCkIIIAAAggggAACCCCAwMYC1Yl2nWDaeFmWQACBLgpQJwQQQACBDgu4qm6unlbXuEQAgUkRGDyO0rw+n1GoqVDISQGnOrTY72e2mdBiFCX21Reutm+fbEKL++zzjLQ4KS8X2jEigRBW/OTSyIrfsoftp8kaYcX6Z6CjKA6jnQ6GFeM4DcHi/po/A63zJ9Xoik1T9HffzDNFYCcE2AYCXRJwzplzVelSvagLAggggMBwAq0FFs0Nt2GWRgABBBBAAIE1BbgDAQQQmAIBZ865KWgnTUQAAQQQQAABBHZBoBlhcRc2zSaHEmBhBLYsMBhY0vxqocW8yMNobYOhxWWjvkXLR1oMocVTl4c63XLlfvvNJ+bCPBcIILBc4IywonvEfrbWyIpnhBVjS5LU4rr0+31LfVHAePWRFQkrLtfnGgIITL2A3vT4ovc/U28BAAIIjJMAdV0h0F5gsT4JtmL9XEUAAQQQmCCBRy939vef2RPK4b2ETCboqaUpCCCAwK4IcFJpV9inaKM0FQEEEEAAgSkWqA/Z68kUQ9B0BCZbYPCYSvP+s/vw87Frj7SYnflTtQOhRY3+9tXnr7Jv1SMt3nzFfvvNDxNanOxXEa0bVuDqi/baHwyMrPicPWI/S644829LPwM9EFbsRbGpJEmyFFZM+6aRFdf+GWjCipt7flgKAQSmSkBfgvfFOY52pup5p7EIIDBxAq0FFukPJu61QYMQQACBMwQWOw1/T6EzoH7KPwQQQAABBLYq4JxjlMWt4vE4BBBAAAEEEEBgPYH6y+UKMK232Ib3sQACCHReYPDvXPM6ZVeUhQ2GFjXSokZv0yhuado/M1i1IrT4Ny9cbc+9d1lo+82X77ff+vCxMM8FAtMuoLDi739ifpHhW/ao/XO6dlix14tMRWHgKE6sCSsmSd/6/m9xrbBiUZSmv2X9TTcbG5xvbmOKAAIITKOA9odNmcb202YERibAihHYYYHB7Mm2Nh3eOG9rDTwYAQQQQKDrAjPOLVax/uxj8TozCCCAAAIIDCXgDyCm/cTSUF4sjAACCCCAAAIIDCNQH747V88M81iWRQCBsRPQsVVTac37wy1bK7SogJTCi0ma2lo/D61w1d++eLU9d7L6eeibLt9HaLEBZjq1AtdcvM8Gw4phZMX0cos1YmKcmAKJ+ttZiBRSjENQUSMq6u+s5+8fDCum/u9Pf4urjayosKKQ9besqcrgvK5TEEAAgWkWcM6FL8E756aZgbYjgAACYy/QWmDRfH/g/409CA1AAIGJEKARoxIY3NGTWByVMutFAAEEpkPAn1BybrBjmY5m00oEEEAAAQQQaFWAla0lUB+z15O1luJ2BBCYIIHBQJPm1wstaqTFwdCiQlUhaNWLLUyjKEz/7sWr7Ln3lkKLv/2RuQkSoykIbF7g2kv22e99fGmk0efqkRUVVkySdFlYMYoSW9DIilEcbldYMY5ji/1yiUZW7PdtrbCi/nZVq2a6cl7XKQgggMDUC/g3OdpPqky9xXQB0FoEEJgwgfYCi5z9mrCXBs1BAAEEzhR4Jy7tuTeqEudn3s8tCCCAAAKTJDD6tnBSafTGbAEBBBBAAAEEplSg/l5IPZlSBJqNwPQJDB5jad5/nr/mSIuDocUkSU2hxThObCGEFv00iqzn5//2xavsW3Vo8cbL9ttvf3QptDV9wpPaYtq1nsC1F++1L35s6XX/zRBWrEZW1N/O4MiKTVgxUljRl+rvKrYk7VuS9E0jK+pvb7WRFZu/WU2b+gzON7cxRQABBKZewDlzripTbwEAAgggMMYCrQUWfZ8wxgxUHYEdFmBzCIypwD+9Utoffy0PZUybQLURQAABBDok4Bwnljr0dFAVBBBAAIFRCLBOBHZLoP5yucJKu1UFtosAArsjMBhw0rz2A0VZWFGolFbkheVFbhphUcEpTZM0tWRZaDEKIywuRNX0b168anGkxRsv3We/Q2hxd55ctrrjAtddss+++PH5xe1+0x6zn6drhxV7vepvRoHFZmTFZCCsuN7Iivpb1d9ss7HB+eY2pggggAACZto/NqVTHlQGAQQQQGAogdYCi3ojPdSWWRgBBBBAAAEEEEAAgW0I8NBxFygXTy6Ne0uoPwIIIIAAAggg0DkBV9XI1dPqGpcIIDAtAvoQv2mr5vX5TRNazPPijNBiqkDVGaHFOIyw2IQWNdLiN9+tfh76+h0OLTZtYYrATgrodf67AyMrfsMetZ+nl1mcJCHgOziyokYjVVhxQYHFOLEmrBgnqcVxGkZWbMKKWZ77v8Hccv0thjCxzo9UAZymffq7beaZIoAAAggsF3DOMcLichKuIYAAAmMp0Fpg0dxYtp9Kry7ArQgggAACCCCAAAIIjFjAmXNuxNtg9QgggAACGwhwNwIITKpAM8LipLaPdiGAwIYCg4EnzTehRc2HoFReLI60qCDVytBiGCFOP2nbi60JLf7dS1fZN9+9Imy7CnMtjTwXbuQCgQkR0Ot7cCRRjaz4/BojKyqs2Py9KMTY/Ay0wopJ0rd+35csM/0MdJbnVhb+b8///ZVWWlFUHbb+Lhu6wfnmNqYIIIBACwKTswq9qfGF/eXkPKW0BAEEplOgvcBi9Z56OhVpNQIIIIAAAgggcIYANyCAwEYCnFTaSIj7EUAAAQQQQACBLQrU3wupJ1tcCQ9DAIHNCXR3qcFjLs37z/ZNIy1qXkGpIi/WDC0qeNWEsBTIWgotXmnfeK8aafG6S/baFz9OaLG7rwBqthWBGwZGEHXO2Tft8TVGVozDKKTN30n4m4kTi+PY1gsr6m+vJKy4laeGxyCAAAKVgN83my/OcbRTgXCJAAIIjKdAa4HFHe0PxtOaWiOAAAJjL3D2QbMT57pQxr4xNAABBBBAYNcFnHP+3JLb9XpQAQQQ6LAAVUMAAQQQ2JpA/eVyhZK2tgIehQACkyIwuB/QfBNaLIrCiqK09UKLCl01YazB0OLfv3iVfeO9aqTFay9WaPHYpHDRjikXuOGy/faFjzavZ2dfLx+zn6eXWlz/DLRGT9TfxEIYfTQyzYfb4sQ03UxYsQoNV9D6m9ScpiqapyAwtQI0HIFNCmh/2ZRNPoTFEEAAAQQ6KNBaYFEHufV5sA42kyohgAACCLQhcN9FM/YnD82GMuMImLRhupvrYNsIIIDArgr4AwhOLO3qM8DGEUAAAQQQQGCSBepDdufqmUluK23bUIAFENCxV6OgeX84ZgpNFRuEFuM4sTBqnMJZKr3YmpEW//7FK+0bJ68Kq7324n32ex9vQl7hJi4QGDuBGy/bZ1/4yFyotz7v/IY9bs+vCCvqb0J/A71eFVZc8FMFFVXiZmTFtG/9vi9ZZlmWW5bnVvq/tTwvwt9d9TdYmqZhY1wggAACCAwl4JwLX4J3zg31OBZGAAEEpkFgnNrYWmDRfH/g/41T26krAggggMDQAjpV0zxocL65jSkCCCCAAAKbFPAnlJzjCGKTWizWXQFqhgACCCCAQDcF6kP2etLNOlIrBBDYUYHBcJTmB0OLIUiVF0P/PPTfv3C5ff29KrR4jUKLn+DnoXf0SWVjrQncdNk+++2PVKHb0n/g+U33hD2fXrLKyIoKKiZhNEWFFUOgNx74GWiFFVVWCSuW5v8vzfS3p7/BpvKD881tTDspQKUQQKArAn5Hqn2nSleqRD0QQAABBIYXaC+w6N9kD795HoEAAgggME4Cg6MqFiPf74+TDHVFAAEEENiKACeVtqLGYxBAAAEEEEAAgU0I1N8LqSebeMBuLsK2EUBgpwQGj8E07z/vXxzxbauhxX/94kBo8aK99vufJLS4U88n22lH4KbL99lvLYYVZyyMrJgshRVDKFEjjMaJ9XqxL1Eo4XZ/27KRFdcJKxb+hHr1d7d0Yl3Xjf8QQAABBIYTcM6cq8pwD2RpBBDYfQFqgMCSQGuBRd8nLK2VOQQQQACBiRSYcVWzlk6pVNe5RAABBBBAYCsCzrlwcmkrj+UxmxRgMQQQQAABBBCYToH6wF1hpOkEoNUIILCWwGBASvPaT+jnoTW/ldCifhpXocVn65EWr76Q0OJa9tzePYGbr9hvv/XhamTFwhRWfMxeWDGyol7jvVhhxciiKLblIysmFiepJQoqqqwxsqLCimq9/s40VRmc1/VtF1aAAAIITImA9p9NmZIm00wEEEBgIgVaCyzqoHYihWgUAgggsIbANN78vbcK+1ff9eU7xTQ2nzYjgAACCLQqoJ9Cqkqrq2VlCCCAAAIIIIBAywJjuTpX1drV0+oalwgggEAloA/5qzkzzevzna2GFntxNeLcv3nxcnv2vavDahVa/ENGWgwWXHRX4JYr9ttvPjEXKljarH3THl8MK8YKKEZxCCj2NN9bK6yYDB1WrP7myrBdLhBAAAEEhhdwzplzVRn+0TwCgfUFuBcBBHZOoLXAormdqzRbQgABBBDYHYHvv20hsPj//V6xOxVgqwgggAACEyTgzDk3Qe2hKQgggAACCCCAQIcE6hxEPelQxagKAgh0RUChqaYumm8ntHiZPfPu1WG1V1641/7wU/w8dMDgQgKdKrdesc8+X4cVC5uxr5caWfFii5PEFFaM4mRZWFGjLJ45smKyYVhRf1dquP7GBqeapyCAAAIIbFFAO1dfmn3rFtfCwxBAAAEEdlmgvcBiucstYfMIILBCgKsIIIAAAggggEC3BTip1O3nh9ohgAACCIyLAPVEYBUBV91WT6orXCKAAAIrBAaPyTTvP/u3lSMtZnlm/b4vWWZp2rckTS1JUlsMdEWx9Xq+1CMt/s8vXWZPv3tV2NKVF+y1PyK0GCy46I7ArVfut889cSxUqLBZ+4Y9bi/21w8r9vzrPLzm4yQEGuMk8X8Lfev7v4m+/9vIstyyPLeyKCzPCyv1f9mMYOpnjP8QQAABBFoTcP4oxxfn/LS1lSj3p+UAABAASURBVI7LiqgnAgggMDkCrQUW6Q8m50VBSxBAAAEEEEAAAQRqASYjFXDOMcriSIVZOQIIIIAAAghMrUCdjVAAaWoNaDgCCGxKYHA/ofmVocWyKC1bEVoMYa1VQosLUWQaie7fvnS5PV2PtHjFBXvtS0+OwUiLm9JioXEXuO2q/fa5x+dCMwrbYworvpBcZHpNrzayYhTF1oQVNdUyWjZRUFFljbBi4f9uqr+nukO2KrzoJ/xDAAEEENimQLN/1XSbq+LhCCCAAAK7KNBaYFEHsUtvu3exRWx6bASoKAIIIIAAAggggMAUC/gDCJ1UUpliBZqOAAIITIUAjUQAgV0QcNU2natnqqtcIoAAAqsKDB6Xad4fri0baXEwtJj2+6YRF0NoK0kXR1oMP5cbJbYUWrzM/us7V4ftXX7+XvvSU8fDPBcI7JaAwoq//lgVVsxtj33dHrMX04ssSVNTEDGMoKiAYpyYgrcKK4bXta772xP/eo83MbKiwopqo/6WNFUZnNd1CgIIIDCpAjvRLudc+BK8c24nNsc2EEAAAQRGJNBaYNF8f+D/jaiarBYBBBBAoAsCD14yY3/y0Kz93x6c7UJ1qAMCCJhhgMD4CvgTSs5xBDG+TyA1RwABBBBAAIFOC5RV7epJdYVLBBAYZ4GR130wUKX5tUKLWZbbaqFFBb5CuGsgtPgPL19m//Xda0LdLz9vj335KUZaDBhc7LjA7VcfsKWw4l77RvmYvZhcaAog6rXbhBUXopiw4o4/O2wQAQQQGFLAv0mp3qtwtDOkHIsjgAACnRJoL7A4cf1Bp54nKoMAAgh0QuD8w2YnznV2yzkETDrxhFAJBBBAYMwFdGJpzJtA9RFAYCIEaAQCCCAwgQL1YXs9mcAG0iQEEBiFwOAxmuZL/7lPURam+Tz306K0LM9smNDiv33xEvuneqTFy87bG0KLfHdtFM8e61xL4I5r9tuvPXo03F04hRUftRfTC88YWVFhRY2qqNEVQ/i2HllRgUYFGxP9BLTKOj8DrY3o76WZNvO6TkEAgS4IUIeJEPBvJJxz5pybiObQCAQQQGBaBVoLLNIfTOtLiHYjgMA0CTjzZyl9g6tLP8M/BDYS4H4EEEBgHQHnHCeW1vHhLgQQQAABBBBAYMsC9YG7wkZbXgcPRGAYAZadGIHBgJXmtR/ZTmgximP7h5cutX96pxppsQotHrcZfzw4MWg0pLMCd16z3371kblQv9z22rMaWXGNsKKCiqFEsUV1WDFJ0hBs3EpYMWyUCwQQQACB1gWq9ydl+EJF6ytnhQgggAACGwu0tERrgUUdtLZUJ1aDAAIIINBRAedcqFlRhgkXCCCAAAIIbEOgOqmkE0zbWAkPRWAqBGgkAggggAACQwtUh+9WH8YP/XAegAAC0y0weJymeX3+s5XQYq8XWzVSXWz/7uVL7b/UocVLz91jX/70vM229gnVdD9ftH51gTuvPWCfrcOKme21r9vj9lJyQQggatREhRI1oqJGVlRQUfO9FWHFOEn88n3rrxhZschzyzXqqJVW1CfL9beyek24FYHNC7AkAghsLOCc88c5Vdl4aZZAAAEEEOiqQHuHg66rTaReCCCAAAJtCSx2GpMTWGyLhvUggAACCAwt4MKJpaEfxgMQQAABBBBAAAEENhaoj9vrycbLT/4StBABBIYUGAxfaX4roUWFv5rQYi+K7GshtHhtqMkl5+yxLz95nNBi0OCibYE7rztgn334aFhtZvvsG+4Jeyk53xRAHAwr9uLEFFRU0etVIUZNtYyWXW1kRYUVFVIs1wgr6u/F+A8BBBBAYHQCelPiC/vb0RGzZgTGXIDqj4nAYvZk2/Utt70GVoAAAggg0HGB/9/3C/vsVzL7334t73hNqR4CCCCAwDgIcFJpHJ6lzdSRZRBAAAEEEECgcwKuqlE9qa5wiQACCAwpMHjMpvnSfw6kkRaLoqhGlytKy/LMsiy3fpZZv5+FQFiSpOEndZsQ2GBo8d+9dLH957evCTW5WCMtPjVve2bYWwUQLloReP91++2zHxoIK2pkxfi8M16bzciKGl1RIcWmKKyYpGkYWTH1r+XmtZ3luRFWbOUpYiUIIIDA9gScf9/gi3N+ur018WgEEEAAgV0UaC2wSH+wi88im0YAgckV6GDL3orMfvyOPzvZwbpRJQQQQACB8RJwzjHK4ng9ZdQWAQQQQAABBEYl0PZ668N2BYzaXjXrQwCB6RIY3I9oXqHF0vz/fibPCyvr0KLCik2wK04SS5LUYl9WhhajOLavvXyJ/ed3rguQF5+z17786XnbM+vCdS4Q2I7A+68/YL/yobmwir7ts6/bY/ZSsrmwYhQnNhhW7Kd9y/I8BHHzolg3rFj9bdSdb9g6FwgggAACoxJo9rmajmobrBeBkQqwcgQQCAKtBRb9sanxVjyYcoEAAggggAACCCCAAAIbCfgDCJ1UUtlo0e3ez+MRQAABBBBAAIGpE6hzP87VM1MHQIMRQKBNgcHjNs37wznTSIuaz4cILUZRYgu9yCKFFl+6yP7z21Vo8aKz99i//PS87dvDPqvN523a1vWBGw7YrzzUjKy4375hj9vLyfkW1wHaZgTFZmTFKIrr12PiX5OJrQwrNgHczYQVjf8QQAABBHZMwDkXvgTvnNuxbbIhBBBAAIH2BVoLLJrvD/y/9mvIGhFAoMsC1A0BBBBAAAEEENiagD+h5BxHEFvD41EIIIAAAgjsuAAbHDeB+pvl9WTcak99EUCggwIKJzbV0vzqocVqNLq03w+j0ikophBYM9JiCCvWocVeFNnXXr7I/tNbVWjxwrP22JeeJLTYGDMdTuCu6w/YLz9YhRX7tt+eLR+zlwdGVlRYMYoT07Sn0KzCir40t1Wv08SS1L92VbLMsiw3worDPQ8sjQACCOyIgH8TUr0X4WhnRN6sFgEEENgRgfYCi/QHO/KEsREEEEAAAQQQQACBSROY3vboxNL0tp6WI4AAAggggAACIxSovxdST0a4IVaNAALTJDB4DKf50n8uNDjSYpHnlqlkuTWhxSRNw8h1CoYtjmgXJVVwLIrsH1+5yP5TPdLihWfvsS8/ddz2753Uvdc0vVp2rq1333DQfqkeWbFvB+zr9ri9kp5nCswmSRpea3r9NWFFBRY1yqJej7q9CSum/cz6A2FFvZb1mi6K0vS/pmqVXvuaUhBAAAEEdknAOXOuKrtUAzaLAAIIINCCQGuBRd8ntFAdVoFAywKsDgEEWhX4tRtn7O8/s8f+7FN7Wl0vK0MAAQQQmE4B5zixNJ3PPK1GAAEERiDAKhFAYLlAWV1VmKia4xIBBBBoR2AwrKV57WcUWiyKwoqiNAW8FPTS6HTNT+oqtKjgmMJhCok1Iy2GAJlCiy9fZP+xHmnxgrNm7UuEFtt5sqZgLffceMA+8+CR0NK+U1jxMXslOXfdsGIvTkyvQ70eB8OKaZJa85rVa1iv5fCaLqvXtjai17ymKoPzuk5BAAEEENgZgdK/+dA+WGVntshWEEAAAQRGIdBaYNH3C6OoH+tEAAEEEOiQwIyrKlPU0+oalwggMOkCtA+B0QiUppNKKqNZP2tFAAEEEEAAAQSmWKA+bnf1dIolaDoCCAwhsNlFB4/jNK/Ph/wRnhUrQot9jViXZZamfWtCi3FSjbioUe6igZEW//0rCi1eH6pwwfFZ+/Kn5+3APnZiAYSLVQXuvfGA/eIHj4b7Uo2sWK4fVoyi2FYLKyb+9TkYVsz1Os5z/3ouTWFcvb61Eb3WNVUZnNd1CgIIIIDAzgk45xhhcee42RICCCAwMoHWAovmRlbHSV4xbUMAAQTGSsAfA4T6NidpwhUuEEAAAQQQ2JKAM+fclh7JgxBAAIExFKDKCCCAwM4KNCMs7uxW2RoCCEyRwGBgS/M6X1haactDi5kptKjR6jRN0jqsqOCYSi+yXi82jbQYxbH9+1cutP/lrSq0eP78HvvyUwottvcx1hQ9PRPf1PtuOmi/UIcV+3bQvqGfgQ4jKy69xqI4MY3mqXCsymo/A52kfdPPQOs1qlFBB8OKpX8963Vt/j+9xv2EL14KgYIAAhsJcP+oBbRz9qXZN496c6wfAQQQQGA0Au0d6ZWjqSBrRQABBBDojkATK+EgoDvPCTWRAAUBBMZVgP5kXJ856o0AAggggAACnReoD+DrSeerSwUR2JwAS3VNQMd0KqqXpqX/nKgKeZVWFL7khSkIprBiP6vCi0maWpKkpjCZgooqUVQHy6LI/sMrF9o3T1WhxfPm99i/fGreDu5nbyZjSiVw380H7dMPHAlXUjtoz5pGVjzHqtE74/Da0utLYcWoCcbGiWlet8d+Pk4SS9K+Zf1s8TW6Mqyo17A2otf24FTzFAQQQACBXRTQl+B9cY73B7v4LLBpBBBAYNsC6wcWh1g9/cEQWCyKAAIIjKnAqz2z594o7dtvjmkDqDYCCCCAQKcEnHOMstipZ4TKTLUAjUcAAQQQmCyBsmpOE7KornGJAAIIjFZA+xyFFquf0S3r0GK+GAhbLbSo8JiCZc1Ii2kc2Z49F9tr+Q2hsufOz9q/fOq4HT7gwnUuplvg/psP2KfvXworft0et1eTrYUVNbJi85okrDjdr6upaz0NRmDMBar3G2UY9XbMm0L1EUAAgakWaC2wqIPQ+jzYVIPSeAQQQGCSBf7uZ4X98ddy++//Uz7JzWy9bawQAQQQQGAVAX8A0ZxcWuVebkIAAQQQQAABBBDYjkCd63GuntnOunjspgVYEIFpFdCxXdN2zfvDPVNosSgKK8JIixuHFjXSokKLZ+9NbDaL7J3+Rfb0e1Vo8Zxjs/alJ4/b4f2tfaTVVJfpGAk8cMtBe+r+o6HGiR20Kqx4tm1mZEW9vhSObUZWHCasGDbIBQIIIIBAZwScc+FL8M65ztSJiiCAwPQJ0OLtC7R3dOf7A/9v+zViDQgggAACCCCAAAIIIDD5Av6EknMcQUz+E91aC1kRAggggAACCAwjUH+zvJ4M80iWRQABBLYkoKBi80DNK7RYWmnFstBiZs3PQ6dp35I0NQXImjCZppcdiM1liSVxbP/zCxfYv39zKbT45U8ftyMH2vtYq6kv0+4LPHDrQXvyvmpkxcQO2bBhxSSpXmuJf901YcUsy21wZMUqZFv1nHoNNyqD881tTEcqwMoRQACB9QX8mwztm1XWX5B7EUAAAQS6LNDekV31Hr7LbaVuCCCAAAKrCnAjAggggAACuyPASaXdcWerCCCAAAIIIDAFAvX3QupJ3WAmCCCAwGgFBo/xNF/6z41KKwdCi4Vl+YrQYpKG4KLCilma2JWHE7N+ZD95M7Ioju0/vroUWjx7bsa+9NS8HTnY3kdboxVh7W0IPHjrIXvy3jqs6A7bN+xxey1ZfWTFXi+yUOLEoig2va42G1bU69X8f3rt+kn4NzgfbuACAQQQQGD3BZxjhMXdfxaoQecEXvLSAAAQAElEQVQFqCAC3Rdo7ajO9wvdby01RAABBBBAAAEEEEAAgc4IOFedXOpMhbZTER6LAAIIIIAAAgh0SaCsKtOEL6prXCKAAAKjFxgMeGle+6FyldCiRrfrZ1V4UYEylZMLsf1/vt6z//J8bN96pWcLCp9FUQgt/uNb1UiLZ8/N2pcVWjzU2sdbo0dhC1sWePDEIfvkvYfD4xM7bF8vH7NXk7NstZ+BVlAxhBSHDCvq9anXqTai12wzbeZ1fVnhCgIIIIDArgpo/9yUXa0IG0cAAQQQ2JZAa0d0zZv5bdWGByOAAAKrCHBTdwTuOM/Zb9w0Y5+5trXuozuNoyYIIIAAAjss4D8S8AcROrm0wxtmcwgggAACCCDQUQGq1aKAq9bl6ml1jUsEEEBgZwR0nKeirWnqD/3MHwGuGGkxt2WhxbQaafFHbyT21R/27J/fjK3X8yWMkhfZf3rlAvvHt27UKu2so7P25Sfn7SihxeAxqRcP3XbQPnlPE1Y8Ys+Wj9lr64YVE+ttIaxYFFXKX69VWTZTzVMQQAABBLon4JxjhMXuPS1D14gHIIAAAu0lThyYCCCAAAKTLvC+82dCYPHT17LTn/TnmvYhgMDECXSwQS6cWOpgxagSAggggAACCCAw/gJV9sLqyfi3hxYggMBYCjTBL03PDC3mluW59fuZLRtpMU0tGgidLQ8tnm9fe3MgtPjUcTtGaHHla2Mirn/oxCH7xN1HQltiO2LPlI/Ya8nxNUdWDK+TOLYwwmIUm0bsjJPEkrRvfZUsMwVk86Kwwr/uFFIsfS+pqTai1+jgVPMUBBBAAIGOCoQ3FX4vrmlHq0i1EEAAAQQ2FmgvsMjZr421WWJCBWgWAtMjMOOqnX3p3PQ0mpYigAACCIxMoPlAYGQbYMUIIIAAAgi0KsDKEBgjgfqwvZ6MUcWpKgIITKqAjv+UKyhDSKwwBcUUHNsotBgCaAMjLf7nV8+3f/fmDYHp+JEZ+5JCi4fb+6grrJiLXRV4+LZD9vF6ZMXYjtqz5aP2enJWCB/GcWy9qCoLvch6vkRRYj3d7ud1X5KkFm8QVizK6jWohuq1qSkFAQQQQGBMBPQZpS/OjfJoZ0wsqCYCCCAwxgKtHcXRH4zxq4CqI4AAApsUaN766+TiJh/CYggggMDmBFhqKgWcc4yyOJXPPI1GAAEEEEAAgZELVN83NEIYI5dmAwggsIHA4H5I86XfP50ZWsxsbk9uab9vGnExSVJL6pEWFUCLFFAbCC3+l1cvsH/35k1hy/MKLT45b/OHZ8N1LsZb4OHbD9nH7j4cGhG7Oft6CCse96+HvimsqNE3Y//6qF4TkUV1WDHyr5FwX5xYvImwYnN+W6/JsDF/MTjvr/IPAQQQQKCjAtpfN6WjVaRaCCCAAAKbEGgtsKg39/44cxObZJGdFmB7CCCAQGsCzoVV6UAgzHCBAAIIIIDAVgX8AYT6E5WtroLHIYAAAggsF+AaAgggsChQHb7z5ZBFEGYQQGA3BQaP+zTvDwet9P8X+nneorQiL+z/el9p/8PDpd11XrYstKjw2WBoMYyqF0X2X149z/7hjSa0OGtffmreFF7czXay7e0JPKKw4l1VWDGyOXu2eMReS+ZNAcUmrKhQokZV1OsgihJb8K8FXdftcZyYgq6JfgJaZZWfgdbIinr9qaZ6LTbTZl7XKQgggMA4CExzHZ1z4TjHOTfNDLQdAQQQGHuB1gKL5vsD/2/sQWgAAggggMDaAs+8Vti/+m5hf/ZjIuprK3HPhArQLAQQaFvAn1ByjiOItllZHwIIIIAAAgggEATqw/Z6Em7iAgEENiXAQiMSUCBMRavXVKGxsg4tXjVvds7+ws7aV1iWFctGWozj1AZDiyGk1ousF0X2T6+dZ//w5s1apc0dnrEvP3Xcjh9t72OvsGIudkTg0TsO2UfrsGI1suIj9nodVkySxD/fcVX8cz8YVowGRlZM0tQSBRVVhggr7kgD2QgCCCCAQHsC/k1E9V6Co532UFkTAgggsPMC7R25bbk/2PlGs0UEEEAAga0JPP1qWQUWf1RsbQU8CgEEEEAAgQEBnVgauMosAghMvAANRAABBBDYMYH6eyH1ZMc2y4YQQACBjQSa40BNS/+5Umml3X+BmfPTrCjsv7zUtyzLl0KLaWpxolKF1kJATSPr9erQ4qvn2r+tR1qcO1SHFo/w89A2Rv89duch+8gHlkZWfKY4M6yoERT13CusqBE3NbKiruv2ZmTFVEFFFcKKY/TsU9XJFaBlCIxQwDlzrioj3AqrRgABBBAYsUBrgUXfJ4y4qqweAQQQQAABBNYU4A4EEEBgDAWc48TSGD5tVBkBBBBAAAEExkGgrCqpMFA1x+XECNAQBCZAQGFFNUNT7aceutSsLAt79tXCFtLcstyXwdBiCCyuFlqMLYy0GEKL1UiLRw9WocWzjxJalHHXy+N3HrYPv78KK/bKOXu2fNTeWDGyokKJCieGsGJPz3lsuq7bB8OKIbBIWLHrTzn1QwABBLYtUPo3D03Z9spYAQIIINBlgQmvW2uBRd8vTDgVzUMAAQQQQAABBBBAAIH2BEr/gVRV2lsna0JgewI8GgEEEEAAgYkRcFVLXD2trnGJAAIIdE9AgYO/+GFh33+rsK+9kFtRlFYosJhntmykxVVDi7Et9GKL4tj+6dVz7N++eUto4NFDzr701LydM0doMYB09OKJ9x22J95/KNSuZ8fs6+4xeyM5Vo2oGSemkRQjTXuRf54j6/nnuuef6+2GFcMGuZh6AQAQQGB8BZxzjLA4vk8fNUcAAQQWBVoLLJpbXCczCCCAAAIIrBTgOgIIIIAAAisEnDnnVtzGVQQQQAABBBBAAIFWBJoRFltZ2VArYWEEEEBgUwIKKjYL/umPcvtv/iG3f3g+t6IofFFosbDBkRY1el6i0GKcWgixRbH1egqxKcwW+9ti+6dXzrZ/+0YVWjxycMb+SKHFY4QWG+cuTRVUfPx9A2FFjawYzy2GFaMk8c9pUj3H4bmOra2w4uBrr0sm1AUBBBBAYJMCGknLF/bnm/RiMQRGJ8CaEdiWQHuBxfok2LZqw4MRQAABBDot8NQ1M/YnD83a/+Gu9rqPTjeYyiGAAAIIjFSAk0rD8rI8AggggAACCCCwSYH6eyH1ZJMPYjEEEEBgZwUGjwk1X/rPmUorbSm0mC+GFvtZZv1+ZkmahhIr0KYSwmwDocVXB0KLB2aqkRYJLe7sE7vB1j7y/sOmn4LWYmFkRYUVkxVhxfp51SiLobQwsmL1GvMvMm2484UKIoAAAgisKaAvwfviHEc7axpxBwIIIDAGAq0lTugPxuDZpooIILC2APdsSuCSo85OnOvs+uMcBGwKjIUQQAABBNYVcM4xyuK6QtyJAAIIIIAAAq0LTMsK6zyGwhnT0mTaiQAC4ymg/ZSKaq/peqHFtN+vQosaadGXKEosjMRXh9sWerFFcWz/9OrZ9m9ev1mrtMP7Z+xLTx63c+cZaTGA7PLFRz5w2B69sxlZcd6e3UxY0T+/kUqcWOyLQqsacVNFQdYsyy3XyJx5bkVRWlEWpteRmqrX1OBU8xQEEEAAgfEW0L69KePdEmo/cgE2gAACnRZoLbCoN//1ebBON5jKIYAAAghsXcDVD9U+v55lggACCCCAwKLAUDO+M+HE0lBiLIwAAggggAACCGxeoD6Ad66e2fwjWRIBBBDYFQEdH2rDmvrDRSv9/4VCaAqg5fniSIuDoUUF1xRgi+LEFGjTT0Q3ocWnXzvH/s3r1c9DHz7gQmjxvPk92gSlBYGtrOKjdx22R++ow4ruuD1TPGJvbjSyooKKKv451nOtkTUVVFQhrLiVZ4HHIIAAAuMv4JwLX4J3zo1/Y2gBAgggMMUCrQUWzfcH/t8UU9J0BEYqwMoR6ISAc1U0veQgoBPPB5VAAAEExlrA9yXOcQQx1s8hlUcAAQQQGIUA60SgHYHq8N3qSTvrZC0IIIBAywL/l/tn7b+9ezb8ootWrbBiM91saDFOUlOIbbWRFp9+7Wz7169VocVD+519+aljdj6hRRHvePnYXYftkdursOKCVWHFt9I5/9z55y9ObPnzF1kvikNREFWB1CqsmIYRNgkr7vjTxwYRQACBbgn4Nwl6z6DSrYoNXRsegAACCEy1QHuBRc5+TfULicYjgMB0CMzUuZLCHwxMR4tpJQIITJYAremaACeVuvaMUB8EEEAAAQQQmBiB+vi9nkxMs2gIAghMjsDRvWZ3Xejs4Uud3Xz2mXsrHS/qFOR6Iy0quJaEwOLK0FtkzUiLz7x+tv3reqTFA/tm7EtPzdsFx2cnB3IMWqKw4sMDYcVny0ftreToYlixF8crRshM/PMXVbdFsS2FFfum55yRFcfgSaeKCCCAwCgFnDPnqjLKzbBuBBBAAIHRCrQWWPR9wmhrytq7LUDtEEBgKgT+H88U9sSfZvbFv8+nor00EgEEEEBgtALOcWJptMKsHQEEEBiBAKtEAIHxEKi/XK6wz3hUmFoigMC0CXzoshlzdaP/8cWinjNTULG5onntx9YKLSq4pgDbYGhxZfitF0X2jEZafP3WsNoD+5x96anjdsFZhBYDyIgvPn73YVsMK7qz7NnyEXsrOWJhZMw4MT1fCiT2eksh0wU/H26LYmue236fsOKInypWjwACCJwp0NFbqvcH/t2B3iR0tI5UCwEEEEBgY4GZjRfZ3BL0B5tzYikEEEAAAQQQQGAtAW5HYLoEqpNKOsE0Xe2mtQgggAACCCCAwA4I1CkgV093YItsAgEEhhBgUbMPXlLtoH72XmkvnV4uouNEFd2qqT5/8keQVhSFL6UVeW6ZSpbbRqHFXpRYFVo8y/7+tSq0uH+vsy89edwuPHuPNkEZkcDH7z5iH7rtUFh7NHOWPVsorLh8ZMUQTOxFphEx9TytFlZM05SRFYMiFwgggAACEnDOmXNV0XUKAggggMB4CrQWWDTXaQAqhwACCCCAAAIIIIAAAp0ScOac61SNqAwCCEyEAI1AAAEEEJBAM8Ki5ikIIIBABwUW0qpSX3ux3mFVV5ddKqyoGzTdbGgxSfthVD6N3BdFsWnkvia0+OzrZ9nfv35Cq7QqtDhvF55FaDGAtHzxyXsO24duOxjWms6ebT/Zo5+BXj6yYvP8KKwYxf658s9XuM1Pm5EVFVbs97MQTM2y3HKFVvPciqK0oixMrwttRK+RwanmKQggMPECNHBaBbTz96XZ908rA+1GAAEExl2gvcDi2seU425E/RFAAAEEEEAgCHCBAAIItCvASaV2PVkbAggggAACCCCwKFB/L6SeLN7MDAKbE2ApBEYv8N//p9w+9WeZ/dWPi3U31hw3alr6z6FKK61QaE2BtTxfc6RFBd6iJLEQgOtFthhafO24/d1rVWhx3x5nX37quF3ESIvrPgfD3vnJew/bgyeakRXPtucPPGp9O2JJmloYThJ8/QAAEABJREFUUTGOw/Oi50ZhxWZkRV2P4iQETuMkNcKKw8qzPAIIIDAlAvoSvC/OcbQzJc84zUQAgZEK7N7KWwss0h/s3pPIlhFAAAEEEEAAAQQQGEcB5xyjLI7jE0edtyfAoxFAAAEEENgJgbLaiAI+1RyXCCCAQPcE4tzsVH/jejX7Mk03E1pUKE6BN00HR1pswnFff/24/e2rVWhx7x6zLz01b5ecs3fjirDEhgKfuveIPXhrFVY85c6y788+aml52PZbai5LrHk+FE5sno9eVAcYV4QV07TPyIobirNApwWoHAIIjESgej9QmqYj2QArRQABBBDYEYHWAoulPwnm/+1IpdkIAggggMDuCPzv3jdjf/+ZPfb/fmx2dyqwwVa5GwEEEEBgjAT8AYROKqmMUa2pKgIIIIAAAgggMB4Crqqmc/VMdXViLmkIAghMr4COIf3hpJX+/7VGWuz3szCSn0KLGmlxtZDcN944bn/72m0Bcu+ssz988phdcs6ecJ2LrQk8ed8R++CtB8ODT7mz7dniMXs9OmSWVWHF2bwOJkaxbSasmGkEzSy3XCNq+vlCo2qWhen510b0Whicap6CAAIIIDD5As658CV459zkN5YWIoCAQTC5Aq0FFs33B/7f5ErRMgQQQAAB077e/H9FM+Pn+YcAAggggMCWBPwJJec4gtiS3WgfxNoRQAABBBBAYBIE6m+W15NJaBFtQACBKRdowmli0LxCa+V2Q4uvz9vfvLoUWvyjJ4/bJecSWpTxsOWp+4/YA7c0YcVz7OvFY/ZOcsjeWajCipbFtr9Iwk9BrxZW1GiYCpimqX4Kul/91Heeh2nhp4QVh31GNrU8CyGAAALjKeDfBFTvBTjaGc8nkFojgAAClUB7gUX6g0qUSwQQQGBNgfG/o4mV6EBg/FtDCxBAAAEEdluA/mS3nwG2jwACCCCAAAKjEejAWusD+HrSgQpRBQQQQKAS+G/vnrX/7p5Zu+O84fdQOoZU0Zo0Lf3nUpsNLSoQNzjSYi9KrBdF9s035u2rr5zQKm3PrNmXnzxul567N1znYnMCCivef/NSWPHZ4lF7OzloUZyEgGLRj836iflbVh1ZUc9NkvbtjLBillup0RUZWXFzTwRLIYAAAtMi4Jw5V5VpaTLt7LIAdUMAga0KtBZY9H3CVuvA4xBAAAEExkxAJwPHrMpUFwEEEECggwLObeHEUgfbQZUQQAABBBBAAIHOCZRVjTh+rxy4RACBbgjsn3X2wCXOHvTlfedv/eMphRXVIk21n9tKaLHXi6wJLT735nH7aj3S4oyv1peemie0KOBNlF944IgNhhWfyR+1t+MDIayoIGKUJPbWqdhcFtucSy2K5B77qS9xYvrJ7iasqJ/ybn4GOlNYkbDiJp4BFkEAAQSmT6Dq/33vrzcB09d8WowAAghMjIA/9GqnLfQH7TiyFgR2U4BtI7CRwAunzZ57o7QfvFNutCj3I4AAAgggsIFAdVJJJ5g2WJC7EUAAAQQQQKBlAVY3BQKuaqOrp9U1LhFAAIHdFfjABWZ76/3Sf3y52FZlmmNJTfX5lD/CtKIJuOW5NcG3fpaZgnAKxsVJagrRNSMtKrS40ItNIy0+98a8feWV20zrmvF1/PKTx+yy8/YY/60t8AsfPGL33lSPrDhzrj2dPWLvJAescVZYMYpie/XdyFw/trmZyA67eFlYUcs2IyvquVJQMffPIyMrru3OPQgggMC0CzjnGGFxiBcBiyKAAAJdFZhprWKutTWxIgQQQACBjgr8/79f2B9/Lbf/59e3d0Kxo82jWggggEAbAqxj0wIunFja9OIsiAACCCCAAAIIILB5gbJatJ5UV7hEAAEEdlng/ouqj6ROpmbfe2v7eyiFFdUkTRU0HDa0qMCiShNa/Nab8/Y3r90eQotuxtmXnjxuV5y/ZmhRm57a8osfPGr33liFFU+6Kqz4bnpwWVhRtiovvBObZVVo8dhMsjj64mBYsQmYalrkuRVFaUVZhOeien6r14vmpxadhiOAAAIIVAKh0y99H1H1DdWNXCKAAAIIjJtAdXTYRq3pD9pQZB3rCnAnAggggAACCCCAwCQJ8EHDJD2btAUBBBBoU4B1IYDAtgVctYZ6Ul3hEgEEENhlgevPqirwjy8W1vZHSjq+DPkFv+aiKKxQ4C3PTQE4jbCo0fs0HRxpsRkBUKMANqHFb74+Z3/z+u3mH27O70T/SKHFC/ZWFecyCHzmg0fsnhsPhPmTM+fZM9kj9u6KkRUVVGxcn3+rCitaP7az9/RNo1wmad+akRX1HDVl5ciKel7DhvzF4Ly/yj8EEEAAgYkQ2EIj1EH74pzvqLfwcB6CAAIIINANgdYCi/QH3XhCqQUCCCCAAAIIILCuAHci0CEB55z/AMh1qEZUBQEEEEAAAQQQmBCBOglEuGNCnk+agcBWBDr4mN/+uzz8estf/Li9X28Z3M9pfrXQYl4UprDiUmixbxrdT8E5hRYHw3VRnNg3X5sLIy0WZXW8+kefmrcrzye0aP6/X3rwqN1dj6z4njvPns0ftXfTA4uevTi25Z7+ehRbP0lspkjt7H2xrQwr6nnJstzKorQQNB0YWdFvMvzTcxtmuEAAAQQQmHoB9QlNmXoMABBAAIExFmgtsFgdBI6xRAtVZxUIIIAAAggggAACCCCwSQF/AMGJpU1asRgCCHROgAohgAACnReoMjZ8OaTzTxQVRGD6BJ57o7Sfn2y33YPHltW8Wen/L4qlkRaXhxb7tnKkxaWQXRR+svg5jbT4mkZarD5G+8Mn5+3KKR9pUWHFu26oR1asw4rvxPuqsGKSmMKKGlVRRSNWRnFsCz3vGcX2k7diK/uJXbA/tbyfWpr2w+iXGlkxz4s6rFjY4M9AW/2fntN6lgkCCCCw4wJssHsCzrlwnOOc617lqBECCCCAwKYFqiOtTS++zoK+P/D/1lmAuxBAAAEExl3gg5c4+42bZuwjV7DHH/fnssP1p2oIIDAtAv6EknP0J9PydNNOBBBAAAEEENhhgWaExR3eLJtDYAgBFkWgdYEm2KZp6feD64cWszNCiwraqYSQXZzYc68fta++dpvl9UiLf/ipebvqwn2t13scVvgrDx21xbDizPn2dP6IvZsshRUj7yU7lZVhRd33/dcSc3lq5+7L7cKDmWV5XpXFkRUJK47D64A6IoAAAp0Q8J181df7zr4TFaISCCCAAAIbCKx6d3uBRfqDVYG5EQEEEJgkgQcunqkCi1e2131Mkg9tQQABBBAYTkAnloZ7BEsjgMDmBFgKAQQQQGDqBVwlUE+qK1wigAACUyDQHGdqWvrPrcp1R1rMLEn61QiBcbJihMAojLT4rdeP2t++doflZXU+9A8+ecyuunC6fh76Vz40Z++/vhpZ8T13vj2dPWLvJfsrN42sGMVn/Ax0CH362xVW1E9vf+f11FyRmeV9u/hQYSGwSFhxCv4iaeLoBdgCAlMo4BwjLE7h006TEUBg8gSqI6wW2uX7hRbWwioQQAABBMZBwJ/rG4dqjqaOrBUBBBBAoDUB56qTS62tkBUhgAACCCCAAAIIVAL1gbvCOtUNXA4twAMQQKA1gU9fO2MqZx9sbZXrrkhhRS2gqfaD5bqhxf4ZocVeL7JqpMDIelFsz71+xP7m1dstK6qP1P7gk/N2zUXTEVr8Fx86au+/br847d3FsOLSyIrykZWKRlbsRZENhhWTJLUk7dvP3k5CWLHMM7v4UG4ZYUXjPwQQQACBrQlU/bvv3dXJb20VPAoBBBBYLsC1XRGYaWur9AdtSbIeBBBAoLsCztV1qz/4qK8xQQABBBBAYAsC1UklnWDawoN5yJgLUH0EEEAAAQQQGLFAffy+eBw/4s2xegQQQGA9gV+5fsb+4LYZ++KJ2fUWG8l9OubU51f+CNSKovCltCLPLffz/X5m/cyX/vLQYqRRA+vQogJ5Kt9644j9zWu3W1ZWbfi9T8zbNRdP9s9Df/bho/a+66qRFd91F9iz+aN2Mt1nSZpaLKMoDsHOKEqsCSvKKtLtcWJJouVSS/3yadq3U3FmrsztksOFlYV/HvxzUJR+3p9r1vPUvAAG55vbmI6vADVHAAEE2hZwzjHCYtuorA8BBBDYBYGZ1rbpWlsTK0IAAQQQ2LrASB/pdHbPb8GfQ/KX/EMAAQQQQGA7Ai6cWNrOGngsAggggAACCCAwxQLrN70+cK8n6y/LvQgggMAIBa497uysA9UG/v2LRTWzA5cKvaloU5rqtGa5xkiLab9vfV+SpG+xQnZxYj2VXmQabVEhPJVvK7T46u3WL+rQ4seP2bUTGlr87CNzdue11ROnkRWfzR+x95K9wSeSjUKJddGIihpZUUZrhRUVDP3W632zsrDLjha2xwojrKhXJwUBBBBAYGiB0Kn7Xl3ToR/MAxAYSwEqjcBECrQXWOTs10S+QGgUAgggMCjwr75b2B9/Lbf/4Rv54M3MI4AAAgggsCUBfWi0pQeO/EFsAAEEEEAAAQQQGHMBV9W/nlRXuEQAAQR2QeD+i6o9UZKX9l9f3fkKNMedmirXUK4SWtTPEytQNxhaTDSCYByHEQSXhxYP29+8epv1iz2hMV8MocXJ+nnoX1VY8ZrmZ6AvsGfyR0NYsRlZMYQSQ1gx2XBkxWYUyyzP7VuvF+bKws45YHblMf9M+M8V9bwESH8xOO+v7tA/NoMAAgggMHYCzr+38MU5Px27ylNhBBBAAIFGoLXAIv1BQ8oUAQTWFeDOsRZ4/pTZc2+U9pN3x7oZVB4BBBBAoCMCzjlGWezIc0E1EEAAAQQQaF2AFe6uQFltnvBH5cAlAgjsnsB9F7uw8f/8cmkKLYYrO3zR7As1XSu02ATrlocWU4uS5IzQ4nfeOmJfffWEpYuhxXm77pLJCC3+2qNH7Y7FsOKF9kz2iJ1M95rCihpZUWFFjaTY68W20ciKjanCinle2Lfe0JfgfQdVFnb5UTM9H81LYXC+uY0pAggggAACqwmoz2jKavdz2y4IsEkEEEBgCwKtBRarg7wt1ICHIIAAAggggAACCCCAwFACE7GwP4DgxNJEPJM0AgEEEEAAAQS6KFDlg/hySBefG+qEwJQJ/O+/Vtj/+T8W9j/9sNzVluv4UxXQ1B+OWun/L4rCiqK0Is8t9/NNwG4wtBjr548HRloMIb1ebN9960gYaTEtqqDi735s3q6/dJ820WrZyZX9+mNzdvvVB8Im33EXVmHF/l5LktRWhhVDaDGKTFOFGHW/lov9smmaWmOZyTYvrPTO//xuYR7cr7+0y+b8pP6n56SeZYIAAggggMCGAs65cJzjnNtwWRZAAAEEEOiuQGuBRfP9gf/X3ZZSMwQ2J8BSCCCAAAIIIIAAAjsh4E8oOccRxE5Qsw0EEEAAgVUFuBGByRaoc0H1ZLLbSusQQKDTAu8mpf3Hlwv70Tu7v0dqgnGarhdaTPt9GwwtKsK3ga8AABAASURBVIjXU2gxTsJoi0uhxcP21VdOWJLvCc/B73z0mN0wpqFFhRVvu2p/aIfCis/mj9rJ/p5thBVzGwwrFkVhRVnY23Fpsr/iWHU+QM9F2CgXCCCAAAIIbFbAdyTqP1Q2+RAWQwABBBDooEB7gcXdP9bsIC9VQgABBBBAAAEEplGANiOwOQFOKm3OiaUQQAABBBBAAIGhBaociL5jPvRDeQACCCCweYHxW7I5DtW09J9rlauMtJhlua0aWozixZEGm9Di994+bF999YQl9UiLX/joMbtxzEKLn3t8zhbDijMX2bPZI3Yynd1mWDGzvB5ZsQkryvsbrxWm7y5ePuds34x/AsbvJUSNEUAAAQR2W8B3JM4535+43a4J20cAAQQQ2IbAzDYeu+yhvk9Ydp0rIxJgtQgggMAuCnz+5hn7k4dm7fdum93FWrBpBBBAAIFJEXDOcWJpUp5M2oEAAu0LsEYEEEBgOwJ1BkThkO2shscigAACkyigsKLapan2k+WK0GKW59aEFvXzxknSN/3UcZIk1U8g1yMt9nqR9Xqxff/tI2GkxbgOLf62QouXVaMVajtdLp97/JjdemVV13dcHVbcYGRFhTWbn4GOvUW87GegvV2erRpWlPc336g6qLP2l3bdcddlGuqGAAII7JwAWxpKQP1JU4Z6IAsjgAACCHRKoLXAog7qOtUyKoMAAggg0LrAlcfMTpzr7Co/bX3lrBCBHRRgUwgg0AUB/5GQP4jQyaUu1IY6IIAAAggggAACEyVQZ0BcPZ2ottEYBIYQYNHdE7j1HGfXzO/e9jfacnMsqqk/NDV/hGphJMDCzxWFNaHFfpZZv9+31UKLvSi2JrT4vbcO2VdfPmFxsS9s+rc/Mmc3XVbNhxs6ePH5x+fs1iurOr7jLrZnBkZWVNsUStRUocwwjSJTWFEhxShOvElqSdo3hTr7fe+U5d5t7bCiCL7zlr8UuJ9ccYxOyjPwDwEEEEBgSAHnXPgSvHNuyEeyOAIIIIBAlwRaCyxa1R90qW3UBQEEEEAAAQQQQAABBDor4Mw519naUTEEENhQgAUQQAABBLosUA1gZfWkyzWlbgggMKECv3Nixv5fj+2x/+6e9j6GaptKYUWtU1Nl6Eq/1xwMLeYKLma5nfnz0IkpwKfQngJ8Ci1GUWLff/uQffWVExaXVQjwtz5yzG66vJrXdrpUfvOJObulHlnxbYUV80fsVH/WFEZU2zSt2haHtvZWCSsOM7Ji0/bnTxbNrOlnoRevMIMAAl0WoG4IdEsgdNqlqf/uVsWoDQIIIIDAMALtHSly9msYd5ZFAAEExlLAuSpYUrDPH/Hzx+oRQACB6RDgpNJ0PM+0EgEEEEAAAQR2QaA6fLd6sgsVYJObE2ApBCZT4PgBsxvPqvZA39eIeh1uZnNcqmnIPwyEFos8t8HQokYSjOPUFNRLkjVCi28dtK+8dKtF9UiLv/XhY3bzFfs7JTBYp7fsInsmf8ROJs4UUlQIM4riMJJiFCW2EEW2FFZMTfdruThJTR6bHVlRADLW9LWeLs2umKumXCKAAAIIIDCUgD6r9MW56r3GUI9lYQQQQGDXBNjwSoHWAov0BytpuY4AAghMnkDz1l8n7yavdbQIAQQQQGCnBZxz5pzb6c2yvWkRoJ0IIIAAAghMs0D9RcMmHDLNFLQdAQR2XuCRS5eO8/7xxaUR9Xa+JpvbYrOv1FTnPUuFFsvCiqK0wdDiyp+HjuM4BPgU4qtGI4xMIb8fvH24Di3uDxUIoxl2JLSosGIz6uNb7mL7ev6onUpc+HlntSOKYtMIi1ETVuw1PwOd+rbGIdQ47M9AC0G2mqp88/XqNXH5nNnBPbqFgsA2BXg4AghMlYD6lKZMVcNpLAIIIDBhAq0FFquDuAnToTkIIIAAAssE/k//S25P/Glm/8f/kC+7nSsIIIAAAggMLeAPIDixNLQaD0AAAQQQQAABBDYnUGeFnKtnNveoM5biBgQQQGArAg9cUn309P13Sns92soadv4xOj7VVjX1h6vhZyaLgdBilueWZbkptKiRBTXSooJ7q4UWe73IfvjOIfvKyxppsQotfv6JObv1in3axK6VL3xkzpbCipdUYcX+zOphRd+GaCC8GMXthBXV+G+8UaXqj+13du1x+imZUBBAAAEENi/gnAtfgnfObf5BLIkAAhsKsAACOy1QHTW2sVXfH/h/bayJdSCAAAIIIIAAAggggMCkC/gTSs5N9RHEpD/DtA8BBBBAAAEEdlOgyoJYPdnNmrBtBBCYQoH/+z8V9j9+q7A/++F47YUUVtTTpeliaLEowkiLpZ8Ohhb7/b4ptKifRl4ZWgxBv15sP3z7oP11+HnoKrT4uSeO2a1XVvPazk6WL3z0mN1wWbXtt9wl9mz2iJ1KnW9DYlHsy0A4UaNFRnFsYRolFie++GXUVoU1B38GusgLKzUSpfdRwLNxa9omy2a+mX7/7WbO7KpjU3FeYKnBzCGAAAIIbF/AdzbqX1S2vzLWgAACCCCwWwLtBRbH67hzt7zZLgII7IgAG0EAAQQQQACBcRDgpNI4PEvUEQEEEEAAgS4LULc1Ber8Rz1ZczHuQAABBEYh8MpCaf/TDwr7hxeKUax+pOtsjlM1Lf3nXqWVViiMV5RW+unK0GIYZTFJba3Q4o/eOWR//dIJ6+VVWPBzj8/Ziauq+ZE2ZGDlv6Ow4qXV6I5vucvs6f7Ddio1X+fkzLBiFFnPl4VebFFU3R/XYUWFNFeGFQvvUniXzYYVVa0XT3lYzfhy+Zy/4B8CCCCAAALDCDjHCIvDeE3MsjQEAQQmTaC1wKLvFybNhvYggAACCCCAAAIIIDC9AjvQcueqk0s7sCk2gQACCCCAAAIITJdAnQVR2Ga6Gk5rEUAAge0LKKyotWiq/Wi5Xmgx7dv6ocXIfvTOQfvrl09Yrzig1dpvPLZzocXf+dgxu34wrJg9ZAt9t/xnoDW6Yi+2hSiyXs8XBRX9bVGc+OV88W0MYcUst74vWZ5ZnhdWbCGsGAD8xUun/YX/d/mc85f8QwABBBBAYPMCVf9cmqabfxRLIoAAAgh0TaC1wKIO2rrWOOqDQFcFqBcC4ypw5TFnJ851pum4toF6I4AAAgh0RaA6qcSJpa48H9QDAQQQQGAUAqwTgV0TqPMfrp7uWj3YMAIIIDCmAs2xqqb6/MsfwVqhkQQLP+enWZ5bluXWzzLrpxuHFn+s0OJLJ2whXwot3jbikRa/+PF5u/6SamTFNzWyYv6wLaSrhxV7cbxqWDFOUkvT1LfTt7WfWVaHFUvvEDzKwoKPLurnWmb17JqTb7xejb55xZyzg3vXXIw7EEAAAQQQOEPAOdfJERbPqCg3IIAAAgisK9BaYNHcutvhTgQQQACBCRD43Vtn7E8emrUv3NJe9zEBLDQBAQR2R4Ctjr2AM+fc2LeCBiCAAAIIIIAAAp0UaEZY7GTlqBQCCEyqwPEqi9d283ZtfU3wTlPl8UqNtFgWVhR+boPQYq8eoXBBIxbW5cfvHAgjLTahxV9/bM5uv3o0aF/8+DG79uIqCfimu9yeyR62haS0JElNIydGvn6hjlFiq4UV4zgxhRUXR1asw4pFXth2w4p6Qp97o+qojuwzu26ecwMyoSCAAAIIbFIgdMq+L9Z0kw9hMQQQQACB7gm0lzipji2610JqtAUBHoIAAgisL8Auf30f7kUAAQQQ2JyAPvTZ3JIshQACCCAwGgHWigACEytQZz/qycQ2k4YhgEC3BH7/tln78yf32G9P0Jedm+NWTZWL0LTYVGgxsRAIjKtp+KnlXmQ/UWjxlRN2Oj8Ynrxfe/So3XHN/jDf1sXvfUJhxX1hdVVY8UO2kK4eVlztZ6AVVkw0qmK/b2k/s74vGllRYUWFNYuiMBk0HmFD/kI2frKpfz98Z+kM8zXzm3oICyGAAAIIbEtggh6sL8H74hxHOxP0rNIUBBCYQoHWAov0B1P46qHJCCAwdQLs66fuKafB2xHgsQggsKGAc45RFjdUYgEEEEAAAQQQQGALAnUOZJjwyBa2wkMQQEAClCCw15ndd5HZob1mB/aEmybmotmXatqE9BTYK9YZaVGBPwX/Vg0tvq2RFm+10/mhYPSrj8zZnS2FFn//E/N2zUVLYcWnNbLiEGHFJElMddfIigorZlluTVgxzwsrWggrqtEvndZlVS4/NlPNcIkAAggggMAmBKr+mBEWN0HFIggggECnBVo7CggHaTvUVDaDAAIIILA7Av68Y9hw/blHmOcCAQQQQACBLQn4A4jm5NKWHs+DEEBgKgRoJAIIIIDAFgXqA3jn6pktroaHIYAAApsV+MCFzvbPVvuc//DS5J091PGrLDT1h7Om6WZCi/oJ5tVCiz/VSIsv3WKnsiq0+FmFFq/d3s9DK6x49UV7VU17w11uCiv20sIUnBz8GeheL7a1RlaMkzSMqNhXUFElz0wjKyqs2LS5aX/YkL/Q7X4y9L+fn6wecvlcNeUSAQSmW4DWI7BZAedc+BK8c26zD2E5BBBAAIEOCsy0ViffH/h/ra2OFSGAAAIIdE/gp++V9twbpf3MT7tXO2o0pACLI4AAArsr4E8oOccRxO4+CWwdAQQQQAABBCZWoM4K1ZOJbSYN25QACyGwIwIPXlId370Tm33Lnz/ckY3u8EaaYJ6mTWhPocUQ5isKy/LcNCJhP8usn/Yt8SXWiIVJaquFFn/yzn7765dvsVP1SIufffiove+6rYUW/+CTx6wJK75ul9sz+SOmsGLit70yrNiLY+v1IutFiUVRbLpfocYkTa3fzyzt98M0q8OKRVH+r+zdB4AcZd3H8d9zd7n0XiAhIQkktNB7D01AkSo27IhiRVFQEUFBQKoIKsoLggIiCtJBOoTeSyCUBEggvdfrW955Zmav7fWb3Z3yDTs7/Xn+z2eWm5vn/jMb2JMVmx+y15dl3NlJQ4wGenmW7jxvCCCAAAIIdCjgnIS9czFXOx06sRIBBBAIuUBwCYucD0J+qAkvWgJEi0A4Bf5vZkanzUjr+re8zqRwRklUCCCAAAJREbAdS1GJlTgRQAABBBAojAClIlAgAS9vSP6oQJVQLAIIINAk8Nxi6cXFWT02P6s4/7kodx1rx1mnoe7YaXE6nVG2m0mLNlnwQ5u0uHBbrfOftPiFAwZrl6l9m2C7MPW9o4Zps7GV7pbLNMlLVqxLNz5Z0SYjVlXXyj5ZsafJivao5tor/59tuz/Zo9FbK73d+ldIU4cbb4Z3BBBAAAEEOhMwRsZ4Q2ebhms90SCAAAIINBcILGHROSc0L5dpBBBAAAEEEEAAAQRKK0DtoRcwho6l0B8kAkQAAQQQQACBaApkvbBtcok3xTsCCCBQWIEZ8zP61TNpXf1GurAVtVV6kZflEvXs2P6cdcddSFq0iYPV/hMN7dg+5bB50uLahgFuS75w4BDt2sUnLX7/qGGavLH3eMJKTkYbAAAQAElEQVRlZrJezRyk6mbJirZ8m6zojmtqZOvMzdsYbEzNn6xonxCZzqSVSWdkkzAzmYzsUyRz7ZT/z7bZn+zxaM4q/2TllEDCooPACwEEEECgSwL2HJQburQDGyGAAAIIhFIgsIRFe7ESyhYSVEEEKBQBBBBAAAEEEEAAgd4JZEXHUu8E2RsBBBAohgB1IIBARAWMF7fxx94c7wgggAACQQnY61lblh3bv4+5Yz9pMZNOK2WHVFoNqZQa6htU5w717lMPbaKgHaqqvQRCm0Q4d01f3btoW61NDbTF6vMHDNZuW/Zzp9t7+/7RwzUpl6yoSXq54QBV1aZUV1enmto6ty6bnGjLr6qpUU1Nnex8TU2tbP11dfVOXPVqaEipvqHBHafSqaIkK8r5t6iqKWFx0mDjLOGFAAIIIFBKgajUbYzhCYtROVjEiQACCHQgEFjCokwHtbAKAQQQQAABBBBAoLUA8wgkXMDIGJNwA5qPAAIIIIAAAggUSMDPAfFHBaqEYhFAoIsCbBZTAZukaJtmx82TFjOZrDpLWrQJhXaoqqmVm0BYXaN5Nmlx4XZa4z9p8XPTB2v3rdpOWvzhMcM1aaMKW72WapJeajhANfXpxmRFW6ZNTrTJitW1taqurpVNkLTLbb1tJSu2frJiVs5/zonEtk/+v+bT/qJejd5f4+0+cYg35h0BBBBAAIFOBbyTrnszfKfbsgECCCCAQGgFgktYdC5awtNKIkEAAQQQKITAJyYafWWbMh0w3hSieMpEAAEEEEiYQNB/6EgYH81FAAFXgDcEEEAAgTYF/Mt2f9TmJixEAAEEghAY1jfZP2ly17V27OVPZG2an7qctFhTK5u06CYWukmLfXSvm7Q40D08n90/P2nxh8cM06Zj/GTF7CS9WH+AqutS7hMVbTJiTU2dqu3glJdLVqx26qmxQ22dcsmK9fUNsk9WbOtroLO2FVm1SAaxbXSDCvDt9eUZt7SJQ6VB3jdbu/O8IYAAAvkCLEHAF7A3wTuDMcn+HcTXYIQAAghEViCwhEXOB5H9DBA4Aggg0GWBQyeVuQmL0ycEdvroct1sWAIBqkQAAQQKLGCM4SmLBTameAQQQAABBBBIqEDWa3chkku8knmPlQCNQaAXAl+bZnT3MRX63o7J7S/M/ay1454mLVbX1ql50uI9C7fV2tQg98jYpMU9turvTp9y7HBtOsbL7Fucmahna/ZTdW2Dm6xokxJzT1J0y/KfrGiXt5Ws2JBKySYrptIpZdIZpZ0hk8nYVEXl2uFW6rzZtjmjwF/vrvSK7FtutMUI483wjgACCCCAQAcC9pyUGzrYjFUIIIAAAm0JhGhZYFeQ7sVLiBpGKAgggAACwQvkuoz8v3sEXwElIoAAAggkR8C5gKBjKTmHO8ktpe0IIIAAAgiURMC/gDfGnyhJEFSKAAJxF7A/YfYbX6Z+FdLgyri3tuP22etbu4UdO5e7csfKdvikxdq6OjfRsKa2zv1a6OZPWvxodYXumj9Naxq8pMXj9x+kHx03XBNGO9hORQvTE/Xkhr1VU1fv7ptLSrRf+1xdU6MqZ7DJi7nlto46Z9u6+nrZJyvaZMWGhpRSJUxWdJqh2aubepqnDrefKLuUAYFoChA1AggUR8AY494Eb4wpToXUggACCCBQEIHAEhblnA+cV0GCpFAEEEAAgXAJ2E63EERECAgggAACURZwOpSM4QoiyoeQ2BFAAAEEEEAgxAJ+/oc/CnGgXQqNjRBAIKQCW480GlLpBffsIn7i2CRFq2HHtv/UHXcxaTGXWOglLdbKzn+0ulx3fryNVtcPtMVq/CgvWfGjuvF6fPVuqqmpV1W1s619kmJNrTZUVzv71TjLatSVZMV0Jl2yJyu6DXLellQ1fW4mD3EW8EIAAQQQQKAzAeck655jnXFnm7IeAQQiJ0DACRIILmGx6ZoiQXw0FQEEEEimAD/yk3ncaTUCCCAQtIDtWAq6TMrrrgDbI4AAAggggEAsBfz7QvxRLJtIoxBAoPQCe4/z/sTU4HQWvri49PGEIYLcda4dZzLZDp+0mGpIqd4ZauvqVFdXL/sURPvVzdW1tW7SoU1GtEmLd3y8tVbWeUmLH1SP1QPLdtR6m6joPkWxRlVV1XK/AtpZZvepqalTdU2tauxQ65Vd69TR/MmKYUhWzB2vd1d5UxOHeJ8nb4734AUoEQEEEIiJgDEyxhti0iKagQACCCRSILDf/p1zQiIBaTQCCCDQrkAMV/zljbROm5HWDbPSMWwdTUIAAQQQKLaAMXQsFduc+hBAAAEEEECgAAJhLDLrBcVDRzwH3hFAoDACdemsNtRLryzJyk4XppbolWqTFXNR25/Ddj7bjSct2uTDquoaVVVXu09NnLuyTLd+MFUvrRiv2+dtpQ1Vzrqqaq3fYNfb6Rp3md0vN9TU1roJkHV19aqtq1NDQ0oNKWdwxmFKVrRObyzL2JEmDlHjEzvdBbwhgAACCCDQhoB7XnVOsHbcxmoWIVBYAUpHAIHABAJLWHTOCYEFRUEIIIAAAuEU+GCNNHN5Vh+vD2d8RIUAAgggECUB5881zkVEZx1LUWoRsSKAAAIIIIAAAqERMF4kxh97c7wjgAACwQrc+HZGx92d0hWvcnNza9ncta4dO5e+bT5p0SYR1jc0yH3SYn2D6urrWzxp0T4tscpPTpy7yuiu98dqQ1W1NthERWeoqq5xpqu0wRlXucmNNe6TFe0TGmtr6+QOIU9WtG7vrfay7Cucv1huMZwTlzVhQAABBBBoX8AYwxMW2+dhDQIIIBAZAefX/4BiNQGVQzEIIFAsAepBAAEEEEAAAQRKKGDcjqUSBkDVCCCAAAIIJEWAdiZRwMv9kD9KogBtRgCBIgqsrCliZRGqyiYr2nDtuK2kxXQmo1QqLZu0WF/fIDvU2ici1tapuqZONTW1sk9MdBMSq2pkkxXtUxXXV1XLDhs2VKnKJis68xuc9Xbbamcfu1+NU4ZNgMwlRdpx2J6saG3sMMdPWLTTU0lYtAwMCCCAAAIdCXgnVfdmgI42S+g6mo0AAghERiC4hEV6vyJz0AkUAQQQQAABBBBAICgByumNgP2jTW/2Z18EEEAAAQQQQACBdgSMt9wfeTO8I4AAAgj0QqBnu+aue+3Yy6/Iyv6XyWSVSaeVS1psSKXchMX6+nrlkhZramtVVeMMNiFxQ5XWO8MGf7rKGbtJi1U1skmLuWRF76mK9aqra/DKs09wTNl60k59GaXTGWUyGTeGXDy5ltkYc9PFHC+tbqpt8jDOXE0aTCGAAAIItClgnHOFMxjjjNvcgIUIIIAAAlEQCCxhkfNBFA53xGIkXAQQQAABBBBAAIFYCxhjeMpirI8wjUMAAQS6KMBmCCAQvIB/c3mpkk+CbxAlIoAAAtEVyP0stuNckmBWWWXaTVpsUG1dnWpqncEmLFbXyktcrJFNVHSTFquqnWlnvtoZV9c429bKJivafercpzXWyyZB2ic4ptLp0CYr5o7qmyu8qUlDvDHvCCCAAAIxFQigWd75NMsTFgOwpAgEEECglAKBJSy6F1mlbAl1I4AAAggUXOD7O5bp0unlOmHrwE4fBY+ZChBIugDtRyC0As4FRK5zKbQxEhgCCCCAAAIIIBBVAeMFbow/4c3yjgACMRYoZtM+t2WZLtq/XIdNoo+wq+72+tdua8c2UdGOs62SFm2CYX1DSnX19e7TEe2TFm0Cok1etE9QrLFPXLTJi86woapG1TXO4EzX1NQ607Wqqa1z9nP2rat3kxUbnLK8ZMV0KJ+saD1yw5srMu7kxCFGw/py7nIxeEMAAQQQaFPAGOPeBG+MaXM9CxFAAAEEoiEQ3NWkcz5wXtFodTBRUgoCCCCQOIGpw422H21kO44S13gajAACCCAQrIDToWQMVxDBolIaAggUSIBiEUAAgegJ5J6wGL3IiRgBBCIgsN94o53GGB0ykWu67hwum6SY2z7r/Jy289nGpMWM9xTETFr2qYj1DQ2qr6tXfX2Dm4hokxera2qdaW9wkxjd+TpnWZ3q/G3rnO1t4qNNVrRfN22/dtomSGZC9jXQOYfceM4qB8SZsZ8o2wftTPJCAAEESiFAnVEQcE6i7jnUGUchXGJEAAEEEGhbILiERe9aou1aWIoAAggggAACCLQpwEIEEEiygO1YSnL7aTsCCCCAAAIIIFAwAZvx4RTuj5wpXgiUWoD64yIwop+05XDvp8uTC7yn4sWlbcVoR+462I5tnoU7dpMWM8pksm7Son0qYi5psc4+bbGu3k1ItEmJtbVegqJ9mqKdtsvsYJ/MaJMcbaKiTViMUrKidZ+9uumPjFsMt0sYEEAAAQQQaEfAGJ6w2A4NixFAAIFwCHQtisASFp3zQtdqZCsEEEAAgcgKNP2sb+pAimxjCBwBBBBAoOQCxnidSyUPhAAQiLoA8SOAAAIIINBawL9st8kwrVcxjwACCPRGYJ9NjLu7/THz9EL77s7y1g0Bm6RoN7dj+3PaTVTM2oTFjPfVzem03KRFZ2wTEG0yok1crKtv8BIXa+tUZwc7bxMa7dMYnWm7rd0vk3bKcoa0M2SccrNy/nMOla3P1muH5tN2vtTD8hrJWtg4NhvqfcbsNAMCCLQSYBYBBJzzhT2veQMcCCCAAALRFQgsYTF3IRFdCiJHAAEEEOhMwMi4myTpZ77bYN4QQAABBAog4HUqhe2PJAVoKEUigAACCCCAAALFF/Au32X8cfEDiF6NRIwAAl0TmDDY+8Hy5vKsVtd2bR+2yhfIXQvbsTdINrkwk8n4SYvOOOUlLjakGmSTEevrG2STFxsHO+8M9omKqbS3bcYZp22iolOOLc/243pDtjEIW1/jTIgm3nA+UzacSUPsOwMCCCCAAAJtCxhjnOscb2h7C5YigAACHQuwNhwCgSUsyoSjQUSBAAIIIFA4gVMeS+nQ21K68EW+7qVwypSMAAIIJEXAyBiTlMYmvZ20HwEEEEAAAQSKLeDnpfijYtdOfQggEGOBq17P6Mg70rr4xXSMW1mcpjVPHLTTbmKhfRqiM9jExYz/FdH2iYmptJeQaJMTc0NuWTqVVjqVcr9OOm2TFbMZN/nRLc95s2XnWtR8OrcsLONZK72z1oQhRsP7hSUq4uimAJsjgAAChRdwzm1yhjCf0wqPQA0IIIBA9AWCS1j0riOiL0ILEEAAgUgJECwCCCCAAALRFaBTKbrHjsgRQAABBBBAoNgC3azPvy/EH3VzZzZHAAEEOhaoS2e1rKbjbVjbNYHm18V2Ouv8rc2O7dMR7ZBOp+UmIaa9Jy7a5EX7FEVvnHGTFN3ERpvc6D9V0c7nyrFl5SJpPp1bFqbx7NVN0WwxnDNYkwZTCCCAAAItBOxN8M5gDOeKFi7MxEiApiCQDIHAEhY5HyTjA0MrEUAAAQQQQAABBBAISsAYE46nLAbVIMpBAAEEEEAAAQTCIpD1Agl7Q+WRNwAAEABJREFUcooXJe8IIIBAsgWa/6y207mEQ3dsn7boPzExk8nIJjBm/OREbzrjPk3RJjfaH/02UdFq2nLsODe0ns8tD9N4zmrbAi+iqYVKWPSK5x0BBBBAIMIC9pyWGyLcDEJHAAEEEi8QWMKivQhqupRIvCsACCDgCzBCAAEEEEAAAQTaFHAuIOhYalOGhQgggAACCERSgKBDJmC8eIzxJ7xZ3hFAAAEEQirQ+vo4N+9cOttvvZRNUszK+88mJ9rBm8t665w/0DXt48z47cwt82dDPVpRk1V9xgtxyjBvzDsCCCCAAAKtBYwx7k3wxpjWq5gvkgDVIIAAAkEIBJawKOd84LyCiIkyEEAAAQRCKjBluNH2o40mDOEnfkgPEWEhgEA8BeLZKqdDyRjOJ/E8uLQKAQQQQAABBEou4Oeq+KOSh0MACCAQfYE9xhp9eesyTR7KdVwBj6ZsgmHz8u18bnCTFp0f7LkkRjv2lmXd/ex2dl87zg12PkrDG8u8jMWJQ4L782WU2k+sCCCAAAJdEHBOgFE9z3WhdWyCAAIIJEYguN/4nYukxKjR0BgJ0BQEEOiOwI93KtOl08v1xS2DO310p362RQABBBCIl4DtWIpXi2gNAggggEB4BYgMgYQJ+PlE/ihhjae5CCBQCIFPTi7TV6eV6bf7lheieMpsJtDRtbJd13xotlssJt9d5TVjk0HSyP7eNO8IIIAAAgi0EDBGxnhDi+WNM0wggAACCERBILCME+ecEIX2EiMCCCCAQC8Ecj/ryVHvBSK7IhBHAdqEQA8FjKFjqYd07IYAAggggAACCHQs4F+4Z/1xxxuzFgEEEOhYoG+50W5jjeRs9uR87wl4ziSvAgp0Jymx+bZ2uoBhFbzoOaubTlxTh5mC10cFCCCAAALRE7DnutwQveiJGAEEEEAgJxBYwiKdXznSYMeUhgACCIRJINdFZC8EwhQXsSCAAAIIRFGg5VdWRbEFxIwAAggEKUBZCCCAQKAC/gW88ceBlk1hCCCQOIG9x0l9/J8nT85vSihLHESJGmz7YjsaShRWQaqd3SxhcYvh/oeuIDVRKAIIIFA6AWrunYAxhics9o6QvRFAAIFQCJQFFoUJrCQKQgABBBAIq4BzEWBDo1vSKjBESIBQEUAglALG7VgKZWgEhQACCCCAAAIIRF3Av3D3R1FvDfEj0FUBtiuQwJYjvD8lLauR3m2WUFag6ig2wQKraqWaBg9g6gjjTfCOAAIIIIBAcwH7JC1nsMn8zRczjQACCCAQLQHvKrPHMTfbkd6vZhhMIoAAAvEUuO/DjG58O6PnFsWzfbQKAQQQQKC4AnQqFdeb2hDonQB7I4AAAghESsDP8fBHkQqdYBFAIHwCf30jrRMfTOsPr6TDFxwRxU7g9RXeHxwnDold02gQAhERIEwEQi5gH67iDMZwtRPyI0V4CCCAQIcCgSUscj7o0JmVCCCAQCwEcgmLzy7KxKI9oWkEgSCAAAIJFTDG8JTFhB57mo0AAggggAACBRbwcj3EDSIFdu5u8WyPQIQFFqzP6uUl/g+XCLeD0MMvMGeV9znbeIDRqP4m/AETIQIIIIBAUQXsNU5uKGrFVIYAAgh0R4BtOxUILGEx61w/OK9OK2QDBBBAAAEEEEAAAQQQQMD567nzyroDGggEIUAZCCCAAAIIINBMwM/vMMafaLaKSQQQQAABBMIsMHtN018btxjOeSzMx6pUsVEvAggkW8AY494Eb4xJNgStRwABBCIuEFjCopzzgfOKOAfhI4AAAgi0IcAiBBBAAAEEghdwOpSM4QoieFhKRAABBBBAAAEEHAE/18MfOQu69GIjBBBAAAEESi4wZ3XT2Wvq8JKHQwAIIIAAAmETyHo3wdunLIYtNOJBIEIChIpAyQWCS1hsun4oeaMIAAEEEEAAAQQQQAABBMIvkKxOpfAfDyJEAAEEEEAAgRgJ+PeF+KMYNYymIIBAMQXGDzbaaQw/SYppTl3S6lppXb0nsUUkExa92HlHAAEEECiQgDEyxhsKVAPFIoAAAggUQSCwhEXnnFCEcKkCAQQQaEOARUUT+PRmZfrKNmXac6wpWp1UhAACCCAQXwFjjNu5FN8W0jIEEEAAAQQQCFSAwrou4N9cnvXHXd+RLRFAAIEmgSOcvsCL9i/XPz9V3rSQKQSKIPDWCu8ENmmIKUJtVIEAAgggECUBexN8bohS3MTaTQE2RwCB2AsElrBI51fsPys0EAEEENCRmxs3YXGvcYGdPlBFAAEEEAiJQPHD4Ks7im9OjQgggAACCCCQGAE/v8P448S0m4YigECgAgdN8H6IvLMq0GIprMQCUah+9iovYXH0AKMx/aMQMTEigAACCBRLwBjj3gRvjClWldSDAAIIIFAAgeAyTjgfFODwUGRMBGgGArET8LqLYtcsGoQAAgggUFQB43YsFbVKKkMAAQQQQKCwApSOQHgE/At3fxSeuIgEAQQiI7D1CKPh/bxwn16Q8SZ4R6BIAnPWNJ3BpjqfxSJVSzUIIIAAAlEQsE/Scgb7lMUShkvVCCCAAAK9FAguYbHp2qGXIbE7AggggEBYBZpuVuKHfliPEXEhEF8BWhZHATqV4nhUaRMCCCCAAAIIhELAeFH4I2+GdwQQQKAbAvuP936CNDjdgM8t7saOvd6UAhCQZq9uUthiuPdZbFrCFAIIIIBAogXsHyudwRjOD4n+HNB4BBCIvEBgCYucDyL8WSB0BBBAoIsCRsbdMut0VLoTvCGAAAIIINALAWOMjDG9KIFdEUAAAQS6JcDGCCCQHAH/up0bRJJzyGkpAkEL3PxORr9/Oa2b386oLu3/UAm6EspDoB2BtXVZrar1Vk4dRr+BJ8E7Aggg0A2BGG9qr3FyQ4ybSdMQQACB2AsElrBok1e4ZI3954UGIoBAwgUufSmt02ak9d85/MRP+EeB5rchwCIEEOimgHMBQcdSN83YHAEEEEAAAQQQ6KqAn9thjD/R1f3YDgEEOhVIygbrG6QH5mX1z3cySWky7QyZwNsrvT7ozUhYDNmRIRwEEECgtALGGPcmeGNMaQOhdgQQQACBXgkElrAo53zgvHoVTDs7sxgBBBBAICQC763OaubyrBas9zqLQhIWYSCAAAIIRFHA6VAyhiuIKB46YkaggAIUjQACCCAQlIB/2e6PgiqVchBAAAEEECiawBynL9pWNqKftNEAO8WAAAIxEqApCPRcgBvhe27HnggggECIBIJLWKT3K0SHlVAQQAABBBBoLcA8AgggED4B+4TF8EVFRAgggAACCCCAQAwE/PtC/FEMGkQTui7AlggggEA8BGb7CYu2NVsM54xmHRgQQAABBBwBY2SMNzhzvBBAAIEEC0S76YElLDrnhGhLED0CCCCAAAIIIIAAAggUVcAYOpaKCk5lvRegBAQQQAABBKIi4N9cnvXHUQmbOBFAoPQCGw802nVjU/pAiCDxAs0TFqeSsJj4z0PRAagQAQRCK2Bvgs8NoQ2SwBBAAAEEOhUILGGRzq9OrdkAAQQQQKADAVYhgAACCCRNICs6lpJ2zGkvAggggAACCBRNwM81Mv64aPV2oSI2QQCBcAt8YqLRBfuW6/ajKsIdKNHFXmB9vbS02msmT1j0HHhHAAEEEFDj0xWN4WJH/EMg5AKEh0BHAoElLIrzQUfOrEMAAQRiIXDtYeV66PgK/XCn4E4fsYChEQgggAACPRAwMsb0YD926UCAVQgggAACCCCAgCfgP1nRH3nLeEcAAQS6ILDPOO86bc4afoJ0gYtNCizw3irvc7j5sAJXFL3iiRgBBBBIroB9kpYz2Jvhk4tAyxFAAIHoCwSXceJdM0RfhBYggAACbQqw0AqYxp/1XselXcaAAAIIIIBATwXoVOqpHPshgAACCCCAQOEEYlKyf9nuj2LSKJqBAAKFFth4gNFmw7yfHM8uauwILHS1lI9AuwK5xNmhfY3GDvQ+m+1uzAoEEEAAgWQI2JvgncEYzgvJOOCFbCVlI4BAKQUCS1jkfFDKw0jdCCCAQHEEcj/r6a4sjje1IIAAArETaNUgYwxPWWxlwiwCCCCAAAIIIBCIgH/hzg0igWhSCAKJEdh7k6amPrUg0zTDFALdFQho+9n+ExZtcVOHGztiQAABBBBIuIC9xskNCaeg+QgggECkBQJLWMw6nWDOK9IYBI9AlAWIHQEEEEAAAQQQiJSAcwFBx1KkjhjBIoAAAgiERIAwEOiSgJ/TYYw/0aWd2AgBBJIu8O4q6eGPsnptWVarapOuQfvDIJB7wqKNZQsSFi0DAwIIIJB4AWOMexO8MSb2FjQQAQQQiLNAYAmLcs4HzivOVrQNAQQQQMAXsAkm/iQjBBBAIE4CtKWYAk6HkjFcQRSTnLoQQAABBBBAIEEC/p3l/ihBDaepCCDQG4G3V2Z1yUtp/fzJdG+KicK+xBgRgQ310qIq72w2dXhEgiZMBBBAAIHCCnAjfGF9KR0BBBAokkBwCYve9UKRwqaa6AkQMQIIxEHgxAfTOvS2lP78Ol8JE4fjSRsQQACBUguQAF/qI0D9CCCAQCEEKBMBBEIh4N8X4o9CERJBIIAAAggg0BOBOf7XQk8dxlmtJ37sgwACCBROoEQlGyNjvKFEEVAtAggggEAAAoElLDrnhADCoQgEEEAAAQQQQACBdgVYgUDMBIyhYylmh5TmIIAAAggggEBYBPyby7P+OCxhEQcCCHRRgM0QQKBRYPYa72Q2qFIaN6hxMRMIIIAAAgkVsDfB54aEEtBsBBBAIBYCgSUsRr3zKxZHk0YggAACCCCAAAIIIBAZgazoWIrMwSJQBGIlQGMQQACBRAgYr5XGH3tzvCOAAAJtC/SvkAb24QdG2zosLbXAnNVNEWzBUxabMJhCAIFOBdggngLGGJ6wGM9DS6sQQCBhAoElLMokTI7mIoAAAggggEBrAeYRQACBbggYGWO6sT2bIoAAAggggAACCHRZwHsYlfxRl3djQwS6KMBmMRPYb3yZ7ji6XBfsWy6bvBiz5tGciAvMbpawOHUE/QgRP5yEjwACCPRewD5JyxnszfC9L4wSEEAAAQQ6ESjY6uASFun9KthBomAEEEAgLAJbDTfafrTRJoPCEhFxIIAAAghEWYBOpSgfPWIvnAAlI4AAAgggEICAn8/hjwIokCIQQCDOAnuP81o3fohUk/KmeUcgLALVDVkt3OBFs4XTP+1N8Y5AHARoAwII9EjA3gTvDMZwtdMjP3ZCAAEEQiIQWMIi54OQHFHCQAABBAoo8PM9ynXp9HIdPSWw00cBo22jaBYhgAACCIRKwBjDUxZDdUQIBgEEEEAAAQRiI+DfXJ7YG0RicyBpCAKFF+hbbrTLRsat6JkF/g8Pd443BMIjMHu199mcOsz7rIYnMiJBAAEEECi2gL3GyQ3Frpv6EEAghAKEFFmBwDJOss61gvOKLASBI4AAAgh0XcD+zO/61rbCwawAABAASURBVGyJAAIIIIBAGwLOyYSOpTZcIrCIEBFAAAEEEEAgAgJ+Pocx/kQEQiZEBBAojcAuG0k2adHW/swi/spjHRjCJzDHT1gc0EcaPzh88cU1ItqFAAIIhFHAGOPeBG+MCWN4xIQAAggg0EWBwBIW5ZwPnFcXq2UzBBBAAIE2BEK/yMjvtOQHfuiPFQEigAACoRdwOpSM4YQS+uNEgAgggAACCCBQCIHCl+lfvvujwtdHDQggEFmBCuevREuqslpbl9VbK/ipEdkDGfPAc09YtM3kKYtWgQEBBBBIsAA3wif44Eey6QSNAALtCDiXou2s6e5irmO7K8b2CCCAQOQEcnkl2SwJJpE7eASMAAIIhFDAPmEx+LAoEQEEEEAAAQQQQMDeXG4VuHq3CgwIINCRwJMLsvrq/9L6/iPpjjZjHQIlFcg9YdEGMWV47uxm5xgQQAABBBIn4Pyx0hgjY0zimk6DEUAAgTgJBJawyPkgTh8L2oJAOwIsTrzAne9ndePbGb28NJN4CwAQQAABBHovYIyhY6n3jJSAAAIIIIBA8AKUGH0B/+byrD+OfoNoAQIIFFpgWU2ha6B8BHouUJOS7JNAbQmThth3BgQQQACBpArYm+BzQ1INAm03hSGAAAIlEggsYZHOrxIdQapFAAEEiihwx5yMl7C4hL94FJGdqhBAIGYCNCcnkBUdSzkLxggggAACCCCAQMACxivP+GNvjncEEEAAgWIKUFewAvPWeeVNHBrYnza9AnlHAAEEEIiUgDHGvQneGBOpuAkWAQQQQKClQHC/1XM+aCnLXCkEqBMBBBBAAAEEEEAgMgLG7ViKTLgEigACCCAQJgFiQQCBzgT8+wz9UWdbsx4BBBBAAIHQC8xb653VxvSX+vcJfbgEiAACCCAQjEB+KfZJWs5gb4bPX8kSBBBAAIGoCASXsOhdJ0Sl3cSJAAIIIIAAAggg0KYACxEongCdSsWzpiYEEEAAAQQQSJiA8drrj7wZ3hFAAIFmAjuONrrq4HKdsHWZ+lc0W8EkAiEVyD1h0YY3eQhnOOvAgAACCCRSwD5Z0RmM4VyQyONPoxFAIDYCgSUscj7owmeCTRBAAAEEEEAAAQQQQKBRwBjDUxYbNZhAAIFYCdAYBBBAoNQC/s3l3CBS6gNB/QiEV2D/CUZThht9fssypdLhjZPIEMgJzFvnn9ycBROHOG+8EEAAgTAIEEPRBew1Tm4oeuVUiAACCCAQmEBgCYtZ5zrBeQUWGAUhgAACCIRP4Iw9ynXp9HIdubkJX3BElBgBGooAAjERcC4g6FiKybGkGQgggAACCCAQPgH/st0YfyJ8ERIRAp0KsEHhBOxPhukTvD8PPbsoowb+uFM4bEoOTGDe2qaiJg71Pr9NS5hCAAEEEEiKgDHGvQneGJOUJtNOBBBAIJYCzX+j710DnfOB8+pdGeyNAAIIIBBqga1HStuPNho7iJ/4oT5QBIcAAghEQcDpUDKG80kUDhUxxlKARiGAAAIIxF3ATz7yR3FvLe1DAIFuCmzn9O8N7uPt9OR8flJ4EryHXSCTzWr+eu/zOpknLIb9cBFfeASIBIH4CTjnA26Ej99hpUUIIJA8geASFr1rhOQJ0mIEEEAAAQRaCDCDAAIIINBVAdux1NVt2Q4BBBBAAAEEEECgGwL+fSH+qBs7smnXBdgSgegK9K+QFqzPqrpBem4xf9yJ7pFMXuRz13qf14lDOMMl7+jTYgQQQMAXMIYnLPoUjBBAoFgC1FMIgcASFp3zQiHio0wEEEAAgRAJOJcAbjTG6xdyp3lDAAEEEECgpwLGOGcWZ+jp/uwXYwGahgACCCCAAAK9E/Cv27P+uHeFsTcCCMRN4IXFWZ34YFrffigVt6bRnpgLfLTOa+CIftLgSm+a94gLED4CCCDQTQF7E3xu6OaubI4AAgggECKBwBIW6fwK0VElFAQQQKADgd6syuWU8PeO3iiyLwIIIICAJ5AVHUueBO8IIIAAAggggEDgAkayZeau4+00AwIIINBaYFlN6yXMIxBugXnrmnqmJw814Q6W6BBAAAEECiJgjOEJiwWRpdAoCxA7AlEUCCxhUSaKzSdmBBBAAIHuCJz/XFqnzUjrng+aOoa6sz/bIoAAAggg0CRgZIxpmo3WFNEigAACCCCAAALhFvAv2/1RuGMlOgQQQAABBLooMHdt04ZF+lropgqZQgABBBAIh4B9kpYz2JvhwxEQUSCAAAII9EQguIRFer964s8+CCCQJ1DaBeVGqizLMrRj8MGajN5dmdHKmkxkjIw4QZX2/ypqRwABBNoXoFOpfRvWIIAAAgggEH8BWlhQAad/w5bvj+wkAwIFF6BPjT7FQn0GCv7hpYLICCxYn1U644VLwqLnwDsCCCCQOAF7E7wzGMPVTnSOPZEigAAC+QKBJSxyPsjHZQkCCERTwP56yyDFxUD8QwABBJIoEJE2G2NkjIlItISJAAIIIIAAAghESMC/d48bRCJ0zGIQqv3Y2d/uGSQMgjPgXmR1/C+Ba+et8xo9cYg35h0BBBBAIFkC9honNySr5bQWAQQQiJdAYAmLWac3wnnFS4fWINCGAIsQQAABBBBAAAEEAhBwLiDoWArAkSIQQAABBAomQMEIRFrAZks5DTDGn3CmeSGAAAIIIBAHgXnrvEcsTh7KOS4Ox5M2IIAAAt0VMMbIGG/o7r7tbc9yBBBAAIHiCwSWsCgj+xL/EEAAAQQQQAABBBDoRIDVCEh0Kol/CCCAAAIIIIBAwQT8O8v9UcGqoWAEEECgEwFWIxC4QO4Ji0MqpeH9Ai+eAhFAAAEEwi7AjfBhP0LEhwACCHRJILiERXq/ugRe+I2oAQEEEEAAAQQQQACBaAjYJyxGI1KiRAABBMIoQEwIIIBABwLGW+ePvBneEUAAAQQQiIHAvLVNf5CcOIQzXQwOKU1AAIFOBdighYB/I7wxnANauDCDAAIIREwgsIRFzgcRO/KEiwACCCCAAALtC7AGAQSKImCMkTGmKHVRCQIIIIAAAgggkCgBP5cj648T1XYai0B3BNgWAQQiJ9A8YXHyUPoUIncACRgBBBDopYC9CT439LIodkcAAQQQKKFAYAmLXe38KmFbqRoBBBBAAAEEEEAAAQRCI5AVHUuhORgEgkBBBCgUAQQQQKCEAn7+BveGlPAYUDUCCCCAQEEEllZLNSmvaJ6w6DnwjkCpBagfgWIKGGPcm+CNMcWslroQQAABBAIWCCxhUZwPAj40FIcAAggggEC7AqxAAAEEYiBgZIyJQTtoAgIIIIAAAgggEEIB/8mK/iiEARJSFwXYDAEEEECgDYF567wz3MQhbaxkEQIIIIBAvAXsk7Scwd4MH++G0joEEEiYQOKaG1zCondtkDhAGowAAggggAACCCCAAAI9E6BTqWdu7BWUAOUggAACCCAQYwH/vhB/FOOG0jQEEEAAgSQKzFvntXoyCYseBO+dCLAaAQRiJWBvgncGY7jaidVxpTEIIJA4gcASFjkfJO6zQ4MRQACB9gVYgwACCCCAQBcEjDE8ZbELTmyCAAIIIIAAAgh0W8C/ubzgN4h0OzB2QAABBBBAoPcCH63xTnQD+hiN7t/78igBAQQQQCA6AvYaJzdEJ2oiRSAGAjQBgYAFAktYzDrXBs4r4PAoDgEEEEAAAQQQQAABBGIp4FxA0LHU8ZFlLQIIIIAAAggg0GMB4+1pjD/hzfKOAAIIIIBALATm+l8JbRszcWj0z3W2HQwIIIAAAl0TMMa4N8EbY7q2A1shgAACCIRSILCERTnnA+cVykYSFAIIINBKgFkEEEAAAQQQKLWA06FkDFcQpT4M1I8AAggggEDMBZLbPP/Ocn+UXAdajgACCCAQS4F5zRIWJw2hbyGWB5lGIYAAAu0JcCN8ezJJX077EUAgYgLBJSzS+xWxQ0+4CCCAAAIIIIAAAgj0RqD3+9onLPa+FEpAAAEEEEAAAQQQyBPwczf8Ud5qFiCAAAIIINB1gfBtubpWWlfvxTVpiDfmHQEEEEAgIQLGyBhvSEiLaSYCCCAQS4HAEhadc0IsgWgUAiURoFIEiiCw+WaTde7Zv9CMR+/RYw/doT1236UItVIFAggggAACTQLG0LHUpMEUAggggEAiBWg0AoUS8G8uz/rjQlVDuQgggAACCJRKYN5a7yQ3frApVQjUiwACCCBQAgF7E3xuKEH1Pa+SPRFAAAEEWggElrBI51cLV2YQQACB0AoccuB0XfuXy3Xrv/6m4479tEaOGB7aWJsHNnDgAP3oByfrgXtv1esvzdBbrz2tN16eoRmP3KMLzvuVbAJm8+2ZRgABBBAIu0BWdCyF/RgRHwIIIIAAAghEVsDP3TD+OLLtIHAEEECgCwJskkyBFbVeu0f098a8I4AAAggkQ8AYwxMWk3GoaSUCCMRcILCERZmYS9G85gJMI4BAhAX69++nGU8/rxlPPqtMJhOJlthkxGuuulwnnfhljd9krCoqyt24y8vLNXLkcB11xOH629VX6NhjjnCX84YAAgggEAUBI2NMFAIlRgQQQCDJArQdAQSiKuA9dEr+KKqtIG4EEEAAAQTaFVhd453lRvajb6FdJFYggAACXReIzpb2SVrOYG+Gj07QRIoAAggg0FoguIRF77qgdfnMI4AAAgj0UuDiC36jc876eS9Ladr9nvsf1I3//Lcef+Jp1dT4t6E2rQ7dlH2y4hmnn6LtttvGTbBcuXK1Zs/+QPMXLFIqlW6Md9SoEfrBd7+p/fbZs3EZEwiEW4DoEECATiU+AwgggAACCCCAQIEE/NwNf1SgSigWgeAFJm46Qf+64Wr35tTgSy9VidSLAAKFEMg9YbGP85fOIZWFqIEyEUAAAQRCKWBvgncGY7jaCeXxISgEEECgiwLOr/Fd3LKTzUJ1PugkVlYjgAACURGwyXd77L5LQZ5Alc6mlY3AExaPPOJwbbfdNH04d55+evrZmn7IkTru81/TJ4/8nL76ze/prVnvKJfwstGYMfraV74g/iGAAAIIREPAGFOQc1w0Wk+UCCAQiACFIIAAAgi0LeDfXJ67Xm57I5YiED6B4445QptOnBC+wIgIAQRCJ5B7wqINbER/Y0cMCCAQZwHahoAvYK9xcoO/iBECCCCAQAQFAktYzDqdYM4rggSEjAACCIRX4JijPqURI4YVJMAVK1apuramIGUHWeg+e+2uhQsX6yenn61HHp/RouiZM2fpzLMv0Jw5HzYunzp1cx0wfZ/GeSZ6LsCeCCCAQEEFnAsIOpYKKkzhCCCAAAIIIJBkAT9vwxh/IskWtL1TgbBssPlmk3XIQQeoorwiLCERBwIIhFhgRbOu7ZH9QhwooSGAAAIIBCpgjHFvgjfGBFouhSGAAAJJEAhTGwNLWJRzPnBeYWobsSCAAAKRFjjl+yfrwAP2lTHJ/ek6cOAAjRo5XLffdY8++HCu2vpnl//voUdUX1+JuKGYAAAQAElEQVTvru7Xt6+GDBos/iGAAAIIhFzAOb8Zk9xzXMiPDuEFJ0BJCCCAAAIIlEbAv7PcH5UmBmpFoBsCtg/ojNNP0aabbtKNvdgUAQSSLLCqrqn1I/o3TTOFQIkEqBYBBIolwI3wxZKmHgQQQKCgAsElLNL7VdADReEIIJAsgRO//iWd8PljVVlZmayGt2ptVVW1vvjVk3XTzbe1WmNnm4a33n5X69aub1rAFAIIIIBAJATsExYjEShBIoAAAggggAACURPw7wvxR1GLvlW8zMZdwCYrnnfOmdptt50TfeNu3I8z7UMgaIGVNU1/mBzZjzNe0L6UhwACCIRWwBj3d0ZjTGhDJDAEEOipAPslSSCwhEXOB0n62NBWBOIvYDtKv/mNL+uu/96oV55/VD/43kluo+2yxx+8U2+++pQ7PPHw3fr5aT+U3d7doI23r33lC/rvLX/Xy889qrdee9odXn9phh66/7a8fSduOkH/95ff65Tvf1uDBg9qLO24Yz/t7mf3f+yhO7TH7rs0rstN2HruvO1Gvfri4+62NsZnZtyv351/ljYaMya3WafjH37/W8q18Y2XZ+i+u/6lIz91WKf7Nd/AxmfjtPG2NZx79i+ab65r//oHN+bm29plLTbqYCaTzsj+Zzepqa7R8lUr7SQDAggggEDIBYwxbudSyMOMd3i0DgEEEEAAAQTiKeDncGT9cTwbSavCLLDPXrvr5n9crVdfeMzt88n1hf3h9+frjltvaOxrO+zQg3TrzdfrkIP2V3l5udsk2892wXm/cvezfUWt+4iOOuJw3XT9X/X8Uw+6/XN2G9uHNeORe3TBb89s0Q/W3T4q2wf42kte35ot1w62j8uW4wbnvNn+wQfvu022Trve9vnZvr/LLztftm+u+bbO5p2+bHttmb3th7Qut9x0jWz8tu/Nlvvrs36m5598wHW64z83aPvtp7WIx/YZnvGzU91+SnuMbHtsu1xL5xjYr+lusUOrGRt3TyxsbD/6wcl64N5b1bzeJx66K6+/tFWVzCLQKFCTkuxgF4zkK6EtQ8cDaxFAAIGYCNib4HNDTJpEMxBAAIFECgSWsEjnVyI/PzQagdgJDBs6RL+/+Ld69H+369RTviPbKVdW7v2otB2ep3z/Wxo9ZpSbXGGM0ahRI/TlEz6nKy49Py9p0Xa82WTBU0/5rjYZt7Gu+/s/tce+h+rHPzlT73/4ocZuvFHevitWrtStt92ls3/zO732xpuNvg89/Lh++avz3OF3F/1Bb816p3GdjdF2AP/oB9/Whx/O01e/8T0dfNhxuu2Oe9S/Xz832fDGv1+l/fbZs3GftiYqyst11ZUX66RvfLmxjbaj2CZRnvbTH+iQA6e3tVuby1548RWdcuov9fgTTyudTjdu88GHc3XC107W2ede2LjMTpz0nR/rlJ+coRXLV6q+vl7/uPEW/einv7SrujSUOceoTN5xWuYYPvfcS13aj40QQAABBEopkBUdS6X0p24EEEAAAQQQCEoglOUYLyqn68Kb4B2BIgp87vhjdPGFv9HwEcN18WV/0rY77avTfna21q1fr4MP2F+TJk1ojOb99+fqz1dfq4suvUIrVqxyl1dX1+jPf/mb2w9m+8Ouue5Gd7l9O9Xpr/v1Wadrm2220P8eelSHHP4ZfeNbP9TLr7yuYcOG6KhPf1J/+eMlbp+e3d72Uf36nIvcfjZ7/WGX2aG9Pqo/XXWtvvbNH2j+gkXu9cqrr8/Uj0/7lWw5dr/zzz1T3//OiVqwYKFsf5bt67vmbzdozEaj9YmDpmvIkKYbkO32HQ02ebC3/ZA24fCnP/6em3B4/m/P1LbTtlafij5utWf+4lQdd/QR7k3RxhhNmTJZxzrz7krnzd6gfPONf9VnP3OkZs6cpc98/us6+jNf0W23361+/frKJkD+7eordOwxRzhb57/O76HFbrvupH/+42p96YvH6513Z+uc8y/WDTfdojVr12nU6JFuf+kNf7uq8Rjm18wSBJoEVvpPWRzR3z/xNa1iCgEEEEAgpgLGmMa/08a0iTQrxAKEhgACwQmUBVaUCawkCkIAAQRKJlBWXq7XX39Tt9x6h6qqqhvj2GarLfSJgw/UvI8+1n33P6yXnE5Qm1hnNzDGuF9ZYzsB7Xxu+OLnP6NDDz5AFRXlevrZF3TV1de5ZT7y+Axd/X9/1+o1a91fqLfddhun7OnubrbOhx+dobvve0B1tXXuMvu2YUOVu8wut+vtdna5TVa85He/0bRpW+kBp5P2Jz87y01mXLpsmc757cV6/8N5djONG7uxvv+9k/KSKt2VzpvJGn3n5G9o8qSJuvLP17iJlef97vdavmyFs1YaMXyYDv3Ege50V99sUuUvfnWuZr71duMuK1eudjtAGxc0m7Btsk9JfPW1mbrk939yrZqt7nBy8sRNNXDQQDWkGvTkU892uC0rEUAAAQTCImDc82An0bAaAQQQQAABBBBAoCcC/pMV/VFPSmAfBHokYG/gtd8UUtmnUjf+89+65T+3u+XY/rCvnfh9zXrnPXc+92YTB21f25z35yqTTbuLs9msFi5c3NgXlksW/OThh+j4zxylvn376u23Z7t9X7YP7KWXX9MFF/1BixYtcfefvNmm+uThB7vT9u2pZ57Xb869WB/4/WR2WUd9VB98MFcpp49p1ao1uubaGxr7smz9B0zfR0uWLNe5518qW6/tz7r62n849V+utevW2aK7PPStrOx1P6RNLFy/Yb3jfId7I3Cu8gkTNtHOO+2of/7rVs2fv9BNvkyn0lq31ovR3tj84x+drJHDRzj73q7TfvFrx2euO/z2gsv09xv+pbq6OtmbtX/20x/IJqHmyrbjnlrYvswzTv+xNtpolC69/M869bQzdced97mJrSd+6xS979gbY7TFFpvrjNNPabcvU/yLo0CP2rSq1tuNJyx6DrwjgAACiRBwfld0frlxXlztJOJ400gEEIitQFlgLeN8EBglBSFQHAFqaUtg1arVuuHm/+gPf7xaS5YudTcpLyvXLjvvqH/9+7/uXcY/P/McfeOkH+jCS66U7RC0G5WXl2ufvfZs8RTDTcdv4nag2vW2s9aOc4NNOlzp3zXet1+lxjvb5tZ1Z3zi109w745eumy5brn1zrxdly5Z1rhszOiR7l3WjQuaTYwcNUL1dfX6+kk/1N+uv8lNFrQdyjZBMtWQchNKttxy82Z7dG3SdtraBMJccuekSRPU3tfi7L3nburXr58eeezJrhXebKt9995D/fv303uzP9D1/7i52RomEUAAAQTCLGD/EBnm+IgNAQQQQACBeAjQikQKGK/V/sib4R2BIgjs4/TRTBg/zv0Dck2tn0nk12v7ie68636338lf1K3R5ptN0oAB/d19bD+QO+G/2cTH+QsXunP2CYNjRo1yp3Nvdv299z/kJuHZZR31UR15xOGyTy6c9fY7ssmOdns77Lzjdho8aJDSmZRWrFxpFzUO/3vgET3zzIuN812ZsAmPve2H/Ojj+fq/a290v9nlg7nejcu27i23nOI+KdE+4dL299mkykv/8CddfuVf3STAb3/ra24bFy1eqn/fepfdpcXwl/+7Xs89/7J7HAcPGqzPH3+M7Lew5DbqqYXty9zMOY7/e+BR/ee2ln2Z9hg98+wLSqXSbl/k9ttvK3sscnUyRqAtgRX+j5kR3o+GtjZhGQIIIIBA3ASMc5XjDMY447i1rdftoQAEEEAgOgKBJSxyPojOQSdSBBDonkAmk9UdTmfq76/4S4sdbafavfc91PiVx8OHD9X+++3VuM1bb7/r3llt70ae+WbTUwZzG6xctSo3qbKy7v84tndC77v3nu6+7733fuPd3o2FOhO2U3XV6jVu56K9Q9k+9dBZnPdatXK1rv37TVq6rCnB0W70wQfzVFdfbyc1ePCgdpMN3Q3aeXvo4Se0aPESd+2okSN1WBtParQJnXvvvbsWLlqse+57wN22q2/WYdo2W2vD+g2yd2Tbzu+u7st2CCCAQK8FKKBXAsYY9w9RvSqEnRFAAAEEEEAAAQTyBfyby7lBJJ+GJYUV6FfZVxXlFe6NpUccdoibHKdm/557/iUtX94y2a/Z6g4n33jjLXdfm9A2y+l3a73xksVN/VrlFeWtV7s3I3847yN3eXt9VHbl/vvuaUd68unn3XHura/TNtuHt8m4sfrm17+SW9w4fn3mm7JfZ924oAcTPe2HtFXV1PiZW87M22+/p2v9r9K2/X32q65vuvk2Z43cJMAtp05xp22SoE16dGdavf3voUe0fsMGd6lNFj2u2VdD98TCfgW2/Tpoe2Pzm7Pecctt/fb+h3Nl19vlNinVJl7a6VAMBBFKgdU13glvZD8TyvgICgEEEEAgeAF7jZMbgi+dEhFAAAEEiiXQ/QyZdiJzn7zbzjoWI9ATAfZBICwCWWW0ocrrnGsd0z33P6Sly5a7i22H5eRJE91p+2YTGveZ/intsufBsncl22VtDfau71EjRrS1qsNle+6xq4YOHeLedfzx/AVtbmtj2P+gT2u7nffTt7/7k3bvYM84bcykM3ll1NbXKZVO5S3vzgLb6fniS68qk8m4yZW777ZzizuybVn2bmnb2fvssy+2G6Pdrq3h85891nV4bMZT+vetd7S1CcsQQAABBMIo4FxA0LEUxgNDTAgggEDxBagRAQQKIODnbRjjTxSgCopEoC2B1WvWqLa2zr0xaQ+n7+of1/1Zhxw4vXFT20/0/vsfNs53Z8LemHvop47XjrtN19nnXqiO/m00ZnTe6qqqaj308ONuQpztx9t3nz1lk+iab5i7MdbefNv6plrbNvtNJJWVlfrG17+gyy46V5tvNrlxd3vD8rJlKxrnezLR035IW9fq1WvsyB0WLfJuHnZnWr3ts9fujU+qbL5Pq830xIxnlGtPRZ8K7bLTjo2b9MRi15131MgRw926f/vrM/TWa0/nDXZ57imaxhhtMm7jxjqZQKAtgdwTFvs4f+0cUtnWFixDAAEEEAiTQBCxGGPc3zWNMUEURxkIIIAAAiUScH6FD6hm53zgvAIqjGIQQACBaAjMnDlLCxYsagx29OiRjdNtTdivk/n2SV/RXf+9UfaO4ra26eoy2/FaUVEu25HZ+it2ulpGZ9utXbuu8atyOtu2o/UPOp3Bua/KGTd2Yx36iQNabG7vXN+woUqPPvFUi+WdzXz5hOO1+2476+WXX9X5F17e2easRyCJArQZgfAKOB1KxnAFEd4DRGQIIIAAAgggEGmBrBe9P/JmeEegCAI2qfDNt952v+3DGKOttpiqyy45V7fecp2OOuJwN4LTz/iN7BP/3Jlevtlv7bA3s95y0zU68sjDOi3NfhPIRx95N/5uvNEYHXPkJ1vsc+AB+7o3xr762ht5N9Xafqsl/o3L9gbkww49SP/+57W6/LLz3cRH+80mJ377FL3w4istygxqppN+Uh9XVAAAEABJREFUyC5VY70mTZrgbtuQatCyFe0nWNoEz2XLvRu17Q4jRgxvvAm5JxYTJmwim+xpy/3lr87Ttjvt2+lgb8C2dTMg0J5A7gmLdv2I/vQxWAcGBBBAIPYC3Agf+0NMAxFAIBkCwSUsJq73KxkfEFqJAAKdCzRPWGxva5ucePml57uJil/64uf0xhuz9Orrb7a3eZeWDxs21N3OqEz9+/VTmP/ZjtqXX37D7ay2HZP2DvZcvPbO9W223kqvv/6WbMdrbnlnY7vfN752gpsw+rtLrszrRO5sf9YjgAACCJRewD5hsfRREAECCCDQmQDrEUAAgQgK+Dkb/iiCDSDkKAv89oLL9PSzLyiVSrvNKC8v19ZbbqHzf3um/vOv62Sf8Oeu6MWbfbLhuWf/Qg/ce6tO/eHJWrxkmR55ZEanJdonPD76xJOyyXr2KYt777WHm2xod5y46QT3xlh7A+/jTzxtF7UYbL/VxZddKZvwmLuW6devrz5x0HT9/Zo/6pLf/Ub2ZuUWOwU805V+yI6q3Hba1rJJi3ab8rJyDR0y2E62OyxZvKxxXb/+ldp44zHufE8syk1Z49OQyvuUu+XwhkBvBVbUNJUwMtxd5E2BMoUAAiEWILRICBjT+DtFJOIlSAQQQACBNgXK2lzag4XOeaEHe7ELAgggEG8B20lpOyuv/vNl2nmn7XXNdTdq+sFHul9bk0717quWc3L2KYv2aYu5+bCOZzz9jNZv8L5ae+qUzXTEpz7hhmrvXK9wOintendBF95sp/Spp3zX3fLyK/+iDz6c607zFkEBQkYAgUQLGON1LiUagcYjgAACCCCAAAKFEPBvLs/640JUQZkItCewdNkyffcHp+ncCy5pSu5zNjbGaJutttClF5+jL59wvLOk+y+bbHfGz07VP//+Fx16yAG6/3+P6OBPHqdTTztTNTW16sq/e+59UAsXLnY3HbvxGB35qUPdafuNIPabQWa9/Y7skyLdha3eHnv8KX3uSyfq5ltu17r16xvX2ht0P3n4Ifrrny5tTIBsXBnSCZuw2beyb5ejs0maqYam/syeWlirKZtN7nK9bIhARwKr6prWjujfNM0UAggggEB8BezvJLkhvq2kZQgggECEBboYemAJi3R+dVGczRBAINYCy5evbGyffari1VddpsMPO1jz5s3Xid86RX+7/qbG9b2daN4JO2XKZo13R/e23ELtf9/9D2vO+x+6xQ8eNEjT993H/RqZ3XfbWR98OE92vbuykze3Y/r0UzRk6CD95tyL2+1A7qQYViOAAAIIlFwg6z5513YulTwUAkAg4gKEjwACCCCAQJ6A8ZYYf+zN8Y5AcQVuv+NeHXHMF3T+hZdr/vyF7u//NoLBgwbrxK9/SXvsvoud7fJgb2D90xUX64QvHKeqmmqdfsZv9LuLL+/2t264T1l87EnZ5Lvy8nLtt+/ebpKh/UYQ+1TIJ59+vsOY7Fca23qPPf5r+te//6sN670bdO1OU6duplO+9y07WfCheT9kVyuzsTc0eE++tPuMHz/Ojro0rFu7Qa+89kaLbW153bWwN19vu+3WLcphBoGeCqysacrMH9mPk15PHdkvOgJEigACany6ojH83Bf/EEAAgQgLBJawKM4HEf4YEDoCCPRGoLzC+wqTTCajufM+aizq5JO+pimbT3Y7TW/45y0K+imAS5Yula3TVrjJuLE69uhP2cl2B/uV1Ked+v121xdjxdPPPK/6+noZY7Tjjtvq6CM/pREjhssu70r9NlnxvHPOdFw305//el0xkhW7EhbbIIAAAgj0SMC454Me7cpOCCCAAAIIIIAAAh0LZL3V/sib4b0jAdYVUOCW/9yu47/4Dd151/1qSDW4NY0aOVKHHLS/O93VtxO/foJ22Wl7pdIp3eGU1d5TELtS3t32KYuLlribbjxmtD577FGatOmm+mj+fN1z3wPu8s7e7JMkbTLmt3/wU701653GhMytt95Ch37iwM5279H69vohu1qYjdP2Kea232STcdp2WufJg/ZGs9yNyLl9m4+7YrF4yVLVN3jHf8spm+vznz22eRF502f98qey31yTt4IFCDQTqElJdrCLRvaz7wwIIIAAArEXsE/Scgb7+0ns20oDEUCgEAKUGRKB4BIW6f0KySElDAQQKLbAxAkT3Crt18C88MKr7vRee+2m3FebVNdUa/GSZe7yIN9en/mWNlRVuUX2799Pxx19pOyd5u6CVm+2A3CrLadq5ltvt1pT3NmHHn5CixZ7ncFjRo1yYv6UVq1aLbu8s0hssuJZZ56m3XbdUVf93/W64877OtuF9QgggAACIRegUynkByiw8CgIAQQQQAABBIouYLwa/ZE3wzsCRRA46ojDdctN17jfqtG8uqqqap11zu/02GNPuYl93f06YtsvtP1228juV1/XoI8/WtC8+G5P2xuLn33+BaXTaVX0qdARRxyqwUMG6dlnX3RvPm6rwHPP/oUuvfCcvFUzZ87SmWdfoI8/XuiuqyivUL9ufNWyuvGvrX7Ibuzubvr662+6T5e0M6NHjdBee+5qJ9scNh47xl2+fsMGzXj6GXfavvXEwiZLrl/nPY1y0OBB+vZJX9F+++xpi8sbDjlwuvbdZy/Nfv+DvHUsQKC1wEr/KYsj+nPWa21T/HlqRAABBIogYJyf985gjDMuQnVUgQACCCBQGIHAEhY5HxTmAFEqAgiUXsCoTP37tX17pu08m7DpJm5H6+uvv6VHHp8h+2/E8GHq16+vnZT9mpupUya707m37befpqHDhuRmG8cbjRnT+NXOa9asbVw+YED/xunjjz1KR37qMPcrlN9++73G5fYrZ3591unuV9g0LnQmTj7pa/rRD7+thQsX6aGHH3eWeK+y8jKnZYGdBrxCO3n/6OP5evGlV90nQ9rO4BEjh7vzdnlHu9pOaZusuO/ee+iv/3e9/nPbne1ubm3/ffPfdOop32l3G1YggAACCIRDwBjDUxbDcSiIAgEEEEAAAQTCLtDd+LLeDtwg4jnwXlwB+9S+Iz99WJuVzv3oY/cJialUWjYJLrfRkiXLVFtT786WlZVp0OCB7rTtE7J9W4d/4iDl+sf6VlZqq62muOtzb7ZPbaONveS63DI7tsttGXa69XDP/Q9p6bLl7uLKPn20YsVKPfrEU+58e28777y99th9l7zVNgFy8ZIl7vLaujqt27Dene7um3F667rbD6lu/rv9zvv0wYfz3L0qHcuDD5re2B/pLvTfbB/bpImbuv2eNtnwvvsf9td4o+5a2CdivvnW2255tgR7bC447yzZ49v8GH3zG1/Wr8/+mRoa6p2+zCfspgwIdCiwqtZbzRMWPQfeEUAAgbgL2Guc3BD3ttK+hArQbAQSIhBYpkrW6QRzXglho5kIIJAkgYqKcu2z9x55Ty+0HWlf+NwxssmJc+Z8qMuv/Gsjy0cfLdDa9Rvcefv0w2987QQdd+yn3TLs15n89U+XavLEie56+zZ4yGB9+YTj9ccrLtRWW0y1i7S+qqqxA2+nnbbTQQfupy987jid8IXPKOP8Zzf6x423OB2r3tMbjTHaecft9fdr/qj77vqX7rj1Bj375P/0g++dpJqaGtlt7T65YfSIkervJ0KWl1fIxqlW/4YOHaK+fb3ESzu286026fbs4088rdWrvWRM2zH9/IuvdFiGdT7vnDN1+CEHqbq6RvZJkrf/+x9qa3j0wdt1w9+ukr07/NnnX+qwXFYigAACCJRYwLmACEvHUoklqB4BBBBAAAEEEAhewHhFGuNPeLO8I1AUAZv8d+zRn3L7slpXOGjgIBmVadXqVXry6eeU+2dvZq2rq3Nn7U3ABx+4v9uPdtpPfqB9991TDzz8mFauWuOutzfBHnP0EW6im016+97JJ+o/N//N7RdzN3DeBvTvr08cPF1XXXmxDpi+j7Mk/2WfjPj0M8+7N9batXbeDna6vWH0qFH69je/Kltv821s/5Wt0y6bM+cDPTGj6WmEdllXh570Q+bKzj0N0c6PHz/OjtocrPW/b7tT6/2kyq23nKozf3Fq3rZf+OwxTjtHa9ny5brxpv/kre+JxY03/6exL9MWOHzYUP3w+9/SU4/fpxeefkivvvi4exNyRUWZbnDqtLHa7RgQ6EhghZ+wOKLpnv92N2cFAggggED0BYwxMsYbot8aWoAAAggkVyCwhEUZ2Zf4hwACCDQTiMWkTabYbPJE/eGy82SfbmgbZb+u5Mrf/0677baz+3Uvl1/5F9k7qe06O7w16x29+OIr7tfK2HnbiWm/KuWu/96oY476lO659yE9MeNpu8odPuF0oP7we9/WE088rVdee8NdZp9EuG69dze23d/Wd8bPfqR3Z892n65oN7J3Jv/pL39zOmxX21l3sHdGT9x0gqZO2UxDBg92OxX/cMXVstu6Gzhvm282WYd+4sDGJMVhQ4fo2GOOcDuCndXuy9b5iYOma9DAge68Hdt5u9xd0MM3G8est99x937/g7lq/tRHd2GzN9vZe/ml5+mQg/Z3v55n3NiNtcUWm7c72NgqKsr17rtz9ILj36woJhFAAAEEwiZAp1LYjgjxIIAAAggg0BsB9g2bQNYLyB95M7wjUEQB20dzwTln6vxzz9S207Z2n+BnEwuPOvIw1dbU6Kabb8vru3n51dfcvjRjjPsUQ9uPdvihB+qeex9UVVW1bF9afb33FEbb52UT3ezNq98+6Wt65dXXdet/75R9cqNtpn064MUX/ka2j671kwHt+txw5z3/05Kly9ybZF9+1euTy61ra2yM0e5Of+Df//Ynffukr8i20/aznf/bM7XNNlvpw7nzdPW1/2hr1y4t60k/pC3Y3uS85dSpdtIdpjmx2CREG5+7oNWb/faSPzt9imvXrVN5ebmO+OShuuWf1+orX/q8O9z497/oU4cfqvkLFuo3517col8xV5Qx3bew/XXn/PYS2Zu9c+XYsU1ytf2AdmwTV2++5fYOv2HF7sOAQE5gdY13thvZz/lDZW4hYwQQQACB+ApwI3ypjy31I4AAAoEIlAVSii3Eux6wUwwIIIBArARS6ZT+9e87tH7dBv3yFz/WW689rav+eImmTNlM9/3vIZ347VPa7LS78NIrdPtd92mD/6RF22Fqn8RoO/l+d/HlevKp57Ri+Ur3KYq2k+6iy67UVVdf12j3vwce0T+dzlvbcWg7K23y4i3/uVPnX3h54zZ24o4779MPT/2Fm/hnt7Hb2sHud8/9D+qEr3xHdmy3tcMPvneSbvv3de7d5fYrduwy2zF58AH7y3YE28RKO9gO308efojbaZnbxs4/cN+/3ac22mU9HZ58+nmtXrNW9i72jsqwnb177bGbjOl6Z5N9CqMtv6NyWYcAAghESyC+0drzVXxbR8sQQAABBBBAAIESCviX0f6ohIFQdRIFampqNXfeR8ooK9uXdMtN17hPzzvx61/SvLkf6y0bIcMAABAASURBVKc/P1vX/f2feTR/+OPVesrpM7JJifZawfaXXfL7Pzcmrl311+t07fU3uTfu2vXpdFoLFy3R76/4i37ys7M0w+lrW7BwofvExBUrVulPV/1Nv/7tRXn1NF8wdPBg9a3sq4/mz9c99z3QfFWb07bcBQsXa+SI4fr+d06S7T+787YbtNsuO+l/Dz2ib33nJ3rp5dfa3LcrC7vbD2m/nvqxh+7Qr874iUaOHN5YhU3+++LnP6O7b79JRx1xeOPy5hM2afS7Pzzd7VPcUFWlaVtvqZ+f9kOd+qPvyD498fp/3KzPf+kk2ZuPm++Xm+6phS3P9qf+9/Z7ZMuwx9KWWVtbp5kzZ+mUU8/QH/98jV2UwIEm90Qg94TFPs5fPIdU9qQE9kEAAQQQiJSA8zdDY0y3/nYYqfYRLAIIIJAQAefX92Ba6pwTgimIUhAopgB1IdBFAfsVKSd87WTtvMdB2nanfbXdzvtp+sFH6pdnnd/ia0yaF1dVVa1zfnux9tz/cHefHXebrmM/99XG5MG7nU7QAw492i3riGO+oNvvuLf57u60TWDcZ/qn3G323v+TsomOtlx3ZbM325lnO2btNjY2O9j9zjjzt3nx/emqa7XTbge6Mdm2tB7OPvdC2aH18ty83deW0az6bk/e8p/btd+BR+iav93Y4b4//smZbttzdXdlvPs+n5Atv8OCWYkAAgggEAoBY+hYCsWBIAgEEEAgCQK0EYGkCWS9Bmf9sTfHOwKFF3D7uz5xlI489kuy/VQ7797UB7XrXgfL9q8989yLbQZi+7x+8OOfu/1vtm+rrf4ym7Ro++Ts+h12na7DjjheN9x0i1uefXrfp485Qdvvsr8OcGL42/U3ucs7ejvwgH01eMggPfvsi+5THDva1vaX2XI/eeTnZPufbP22r8rG0l4/XEfltbeuO/2Qts0HHXpsu/18e+x7qOwxaa+uXJ+ijd+2w7bHHrPDP/1ZXfGnq9s16a3F0mXL3GRS65mrt7PPR3ttYDkCuScsWokR/Y0dMSCAAAIIxFjA3uyQG9psJgsRQAABBCIhEFjCIp1fkTjeBIkAAggggAACCAQuQIEI9Ewg6z5l2HYu9Wx/9kIAAQQQQAABBBBoV8DP1zD+uN3tWIFAggXsUwh33mkHrVixUo8+8VSCJbredLZEIIwCK2qaohpa2TTNFAIIIIBAPAWMMe7TFY0x8WwgrUIAAQQSIhBYwqI4HxTiI0OZCCCAAAIIIIAAAgjEVMDIGBPTttEsBBBAoNsC7IAAAggEK+A/WdEfBVs2pSEQE4Evfv4zGr/JOL3++luyTxqMSbNoBgKJE6hLNzW5spx+hiYNphBAIKQChNVbAfskLWfgRvjeQrI/AgggUFqB4BIW6f0q7ZGkdgQQQAABBBBoR4DFCCAQVgE6lcJ6ZIgLAQQQQAABBCIv4Odr+KPIN4cGINA1gfa3OuTA6Tr37F/oxK9/SRuNGaPddt1Jxxz1SVVVV+uhhx9vf0fWIIBA6AVqWyQs8sfK0B8wAkQAAQR6K2BvgncGY7ja6S0l+yOAAAKlFOhdwmKzyDkfNMNgEgEEIi9gvxKmrCywH5GR96ABCCCAAAIIFELAGMNTFgsBS5kIFEKAMhFAAAEEoiXg52twg0i0DhvRFkZgv3321Flnnqbjjv20fvKj7+rB+27V1Vf9XhPGb6Inn3xWjzw+ozAVd7FU+iG7CMVmCLQjUN88YZEu/XaUWIxANwTYFIGQC9hrnNwQ8lAJDwEEEECgA4HAfnXPOp1gzquDqliFAAIIREPA3mX9/e+dpE3GjXUD7lPRR/vvt7d757W7gDcEAhagOAQQQCCRAs4FBB1LiTzyNBoBBBBAAAEEiiFgvEqM8Se8Wd5LLED1pRHoP6C/KvqUN1ZeUVGu8rIyPfPsC7rw0isal5dign7IUqhTZ9wEatNNf510/veOW/NoDwIIIIBAKwFjjHsTvDGm1RpmEUAAgfAIEEnnAmWdb9LFLZzzgfPq4sZshgACCIRTYNtpW+vRB2/XV0/4nCorKxuD3GarLXT9NX/UXf+9sXEZEwgggAACCCDQCwGnQ8kYriB6IciuLQWYQwABBBBAAIHmAn7uhj9qvoZpBBInYL/y+aFHnlBtbZ3sTVPLl63QlX++Rt875WeqqqoumYf9imr6IUvGT8UxEmjxldBl9DPE6NC21xSWI4BA0gW4ET7pnwDajwACMREILmGR3q+YfCRoBgLJFnhr1jvadqd92x2O/sxXEghEkxFAAAEEECiMgP1jYWFKplQEEEAAAQQQQCDhAn6+hj/qIgabIRBfgXN+e7F23etgbbfzfjrwsGP0t+tvKnljzz73wnb7IG3/JP2QJT9EBBARgbpU09muMri/ekak9YSJAAIIJFDAGJ6wmMDDTpODFqA8BEovENiv7s55ofStIQIEEEAAAQQQQAABBBCIjIAxXudSZALuTaDsiwACCCCAAAIIFFPAv7k864+LWTV1IYAAAgggUEyBjHOya8h4NfYpD8GJzwuFdwQQQACBAgnYm+BzQ4GqoFgEEEAAgSIIBJaw6FwPFCFcqkAAAQTyBViCAAIIIIAAAlEUyLpfx2Y7l6IYPTEjgAACCCCAQPEFqLEbAsbb1vhjb453BBBAAAEE4ilQl/LaVVnGic+T4B0BBBCIr4AxhicsxvfwNraMCQQQiL9AYAmLMvHHooUIIIAAAggggAACCMRUoATNMjLGlKBeqkQAAQQQQAABBBIg4D9gyh8loME0EQEEEECgiwKx3Kw27Z3x+pTHsnk0CgEEEECguYB9kpYzcCN8cxSmEUAAgegJBJew6F0LRE+AiBEouAAVIIAAAggggAACCLQlQKdSWyosQwABBBCIrgCRIxAiAf++EH8UosAIBQEEEEAAgeAFatPeGa9PcH/1DD5ISkQAAQQQCEbA3gTvDMZ4P/uDKbS7pbA9AggggEBvBQL71Z3zQW8PBfsjgAACCCCAAAIItCvAilgKGGN4ymIsjyyNQgABBBBAAIGSC/g3l3ODSMmPBAEggEB3BdgegR4I1Ke8E19luenB3uyCAAIIIBAlAXuNkxuiFDexIoAAAgi0FAgsYTHrXAs4r5alMxcJAYJEAAEEEEAAAQQQQKDoAs4FBB1LRVenQgQQSLgAzUcAgQQJ+PkaxvgTCWo6TUUAAQQQSJ5AbdprcyVfCe1B8I4AAokXiDOAMca9Cd4YE+dm0jYEEEAg9gKBJSzKOR84r9iD0UAEEIi3QDor1WUMQ4wMsvYEFe+PLa0LhwBRIIBAdwWcDiVjuILoLhvbI4AAAggggAACXRLIelv5I2+GdwQKLNDQw/6kUQOMPrNluS4/qI/uOa6PhvTN75vbY1y5+vcpC0OfHTH08Dj3tM+1Pst1Y4H/141F8XV+wmKfMs58sTigNAIBBBDoSIAb4TvSYR0CCCAQGYGywCIt2DVAYBFSEAIIIIBALwXO2rNcl04v1ycn01HYS0p2RwABBBBwBOwTFp0RLwQQQMAXYIQAAgggEJiAf9nujwIrloIQCFrg2zuU6frDK/T1aWWaMswrffr4/D9bPLkgozV1/BHCE+IdAQRaC+SesNgn/8dH602ZRwCBUAgQBAK9EDBGxnhDL0phVwQQQACBEgsE9qu7c04ocVOoHgEEEECg0ALTRhltP9po3EBT6KooP2gBykMAAQRCKGCMcTuXQhgaISGAAAIIIIAAAtEW8PO6sv442o0h+m4JhHjj0f3zg3t3ZdOH9LnFWV30Ykb3z8vkb8gSBBBAoAOB3BMWK8tNB1uxCgEEEEAgDgL2JvjcEIf20AYEEECgxwIR3zGwhEU6vyL+SSB8BBBAAAEEEEAAAQSKKpAVHUtFBaeyAAQoAgEEEEAAgcgI+Pkaxh9HJm4CjZ3AtqOM7FMUbzqiQn84qCKvfS8uyeq85zM66s6Ufv1MWo9+nFF1Q95mLEAAAQQ6FKhr8JKfKwP7q2eH1bEyAQI0EQEEwitgjHFvgjfGhDdIIkMAAQQQ6FQguF/dOR90is0GCCCAAALtCrACAQQQQCBxAsbtWEpcs2kwAggggAACCCBQDAEvb0P+qBg1drUOtkuQwB8PLtfvDyjX8VPLNKa/ZJ+wuNVw00KgNiU9uSAjO26xghkEEECgGwK1aW/jiuD+6ukVyDsCCCCAQPgE7JO0nMHeDB++4IgIAQSaCTCJQIcCwf3qTu9Xh9CsRAABBBBAAAEEEEAAgZYCdCq19Oj9HCUggAACCCCAAAK+gJ8T5o/8hYwQKJzA8H75Zb/tf93zhnrp4Y+yOvPpjN5dzR8S8qVYggACvRWoS3tnvMry3pYUlf2JEwEEEEiwgH2yojMY4/3sT7AETUcAAQQiLRBYwiLng0h/DggeAQQ6E2C9K/CFe1M69LaU/vZWxp3nDQEEEEAAgd4IGGN4ymJvANkXAQQQQAABBIIXiEuJfk4YN4jE5YCGsx17jzP62W7luvPoCp28ff6fGu79MKufzUjruLtTuuSltF5aQn9SOI8kUSEQfYG6tHfiI2Ex+seSFiCAAAKdCdhrnNzQ2basR6BDAVYigEBJBfJ7EXoYTta5FnBePdyb3RBAAAEEEEAAAQQQQCDuAi3a51xA0LHUQoQZBBBAAAEEEEAgOAHjFWWMP+HN8o5AIAKDKqW7j63Qb/Yu1yETjQb0kfYal/+nhvnrsnp9OX81CASdQhCImECxw61NezVW5v8o8lbwjgACCCAQGwFjjHsTvDEmNm2iIQgggEASBYL71d05HzivJBrSZgTCIEAMCCCAAAIIIIBAtAScDiVjuIKI1kEjWgQQQACBEAgQAgJdE/BzxPxR1/ZhKwTaELDJiHZovmpDvWSTEe2yhRuk/7yX1c+fTNlZBgQQQKAkAnUp74xXUV6S6qkUAQQQQKCYAsm5Eb6YqtSFAAIIFF0guIRF71qg6A2gQgQQQAABBBBAAAEEghGglGIL2CcsFrtO6kMAAQQQQAABBBIh4N8X4o8S0WQaGZzA4D7SJycbXbCv93XPB03I/zPC1TMz+t4jKX3jgZSufTOtd1cFVz8lIVB4AWqIm0Bt2jvjVZZ547i1j/YggAACCDQTMIYnLDbjYBIBBBCIqkB+T0MPW+KcF3q4J7slQoBGIoAAAggggAACCCDQSsAYr3Op1WJmEUAAAQSiLEDsCCAQDgH/5vKsPw5HUEQRBYGdNzL679EVOnWXcu26sXFDnj7BG7sz/tvM5Vm9v8afYYQAAgiUWKCOr4Qu8RGgegQQSKRAiRptb4LPDSUKgWoRQAABBAIQCCxhkc6vAI4GRSCAAAIhF/jXERV66PgKnbRdYKePkLeY8BAIlwDRIBAvgazoWIrXEaU1CCCAAAIIIBAiAT+/zPjjEEVGKCESGD0g/wPyzsqmLFf71ET79MTLXs6EKOpkhEIrEUCgewJ1Ke9nV59yb9y9vdkaAQQQQCBKAsYYnrAYpQNGrAhgtivVAAAQAElEQVQggEA7AsFlnJh2aojGYqJEAAEEEEAAAQQQQACBogoYt2OpqFVSGQIIICBhgAACCCRDwM/X8EfJaDOt7JLAxgOMPrdlma48uFz//FS5Jg0xLfarSUm/fT6tL92f1imPpfSf97JaUsUnqQUSMwggEDqB2sYnLLb8mRa6QAkIAQSKKUBdcRWwT9JyBnszfFybSLsQQACBJAgEl7BIn0USPi+0EQEEEEAAgQ4EWIUAAgh0T4BOpe55sTUCCCCAAAIIINBlAT9fwx91eTc2jLfAl7Yu0w2fKne/OWOr4d6nY7/x3rh5y59akNXy6o46/JtvzTQCCCBQeoGM/yBYk/8jrfTBEQECCCCAQLAC9oe9MxjDD/1gYSkNAQQQaEugcMsCS1jkfFC4g0TJCCCAAAIIIIAAAgjEUcAYw1MW43hgaVPvBNgbAQQQQACBIAT8XDNuEAkCM3pljO4v7bOJyQt81kr/g+GseXFxVpe/ktYd7/tZPs4yXggggAACCCBQRAGqQgCBHgnYa5zc0KMC2AkBBBBAIBQCgSUsZp2+DucVikYRBAIIIIBAYQRsx/bM5Vkt2lCY8gtdKuUjgAACCIRIwLmAoGMpRMeDUBBAAAEEEEAgXgJ+rpox/kS8Wtdpa5K4wcYDjD63ZZmuPLhc/zyiQj/fvTyP4fVlWV30UlrH3JXSr55J639zs9pQn7cZCxBAAAEEEEAAAQQQCK2AMca9Cd4YE9oYCQwBBIonQE3RFQgsYVHO+cB5RVeCyBFAAAEEOhU47/m0TpuR1v1zufu+Uyw2QAABBBDoWMDpUDKGK4iOkUK5lqAQQAABBBBAIAoC/p3l/igKERNjLwV+vnuZTtquTFsN937H7lcu7THWm25e9KMfZVXd0HwJ0wgggAACCLQpwEIEEEAgnALcCB/O40JUCCCAQDcFgktYpPerm/RsjgACCLQWYB4BBBBAAIFkCdgnLCarxbQWAQQQQAABBBCwAkUY/Dw1f1SECqmiWAJThknbj84/ss8t9m4utcmIj3yU1W+ezeiFxXTaF+u4UA8CCCCAAAIIIIBAkQSMkTHeUKQaqQaBXgiwKwIItCcQWMKic05orw6WI4AAAggggAACCCCAAAJ5AsYUoGMprxYWIIAAAggggAACCRTw89Sy/jiBArFq8lYj5D498R+fLNdVh1Toa9Pyu/VnzM/qzKcz7tc9X/xSWs8u8hIYYwVBYxBAAIHmAkwjgAACCCRSwN4EnxsSCUCjEUAAgZgI5Pds9LBhdH71EI7dEIiQAKEigAACCCCAAALBCWRFx1JwmpSEAAIIIIBAkAKUFQMB47XB+GNvjvcoCvRxjuFlB1boc1uWaexAZ8ZpxLajjAb0cSaavZZWSy8tIUmxGQmTCCCAAAIIIIAAAjEUMMbwhMUAjytFIYAAAqUSCCxhUaZUTaBeBBBAAIFiCRw/tUxf2aZMO43hh36xzKkHAQRiJ0CDGgWMjDGNc0wggAACCCCAAAIIBCjgP1nRHwVYMEUVUsD2t4wf3PJ35AbnIL6yxHlzKl5WI902J6OfPpGW/epnZxEvBBAIrwCRIYAAAggggEAhBOyTtJzB3gxfiOIpEwEEEECgOALBJSx6fSbFiZpaEGhTgIUIIFBogeO2MG7C4i4bBXf6KHTMlI8AAgggEF4BOpXCe2yIDAEEEAi3ANEhgECnAn7Omz/qdHM2KJ3AHmONfrpLmW4/qkIX7V+uT2+W3+dy8ztp/fDRtL58X0r/90ZGb62gM750R4yaEUAAAQQQQAABBIon0EZN9iZ4ZzCGq502dFiEAAIIREYgv/ejh6FzPughHLshgAACCCCAAAJhEiAWBIooYIzhKYtF9KYqBBBAAAEEEEiQgJ/Pxg0i4T7mW48w+u0+5TpscpkGVXqxbjPKGzd/f3eV9N5q/6A2X8E0Ar0RYF8EEEAAAQQQQCCCAvYaJzdEMHxCRgABBBDwBQJLWMw6/SXOyy+WUVsCLEMAAQQQQAABBBBAAAFfwLmAoGPJt2CEAAKxE6BBCCCAQMkFjBeBMf6EN8t7iQT6VUgHTjCqLGsZwDurslpendXSaum2ORmd+kRapzyabrkRcwgggAACCCCAAAKhFSCw4gsYY9yb4I0xxa+cGhFAAAEEAhNo1UXSi3Kd84Hz6kUB7IoAAggggAACCHQqwAYIIBAXAadDyRiuIOJyOGkHAggggAACCIRMwL+z3B+FLLhkhDOwj9Ghk8p07j7luvuYCp2xR7n2GJf/+++PH0/rK/d7X/U8i696bv7hYBoBBBBAAAEEEEAAgXwBboTPN2EJAgggEEGBZgmLvYye3q9eArI7AgggEH6B857P6LQZad33YSb8wRIhAggggEDoBewTFkMfJAEiEEsBGoUAAgggEHsBPy/OH8W+uWFs4OGTjU7btUx7jm06ClsNb5rOxby8JjfFGAEEEEDgxG3LdNae5d0evjqtXPYnrB16sr/dZ+82kso5IghEX4AWIBBDAWNkjDfEsHU0CQEEEEiMQGAJi845ITFoNBQBBBBIqsDbK7OauTyrxVVkqbf7GWAFAggggECXBYyhY6nLWGyIAAIIIIAAAgh0R8C/bM/64+7syrZdFPA3G95Pmj4hv5v96QXezZ7vr5GufyujbzyQ0jVvesv8XRkhgAACCLQSsD8vNxtmtN/47g3bj5bsKc8O3d3Xbt+QyerZRXbvVgExiwACCCAQOgF7E3xuCF1wBIQAAvEUoFUFEcjvSelhNXR+9RCO3RBAAAEEEEAAAQQQSKRAVnQsJfLAd6nRbIQAAggggAACvRQw3v7GH3tzvAclMHqA0fFTy3T5AeX696crdOYeZRrZv2XpS6ulE+5L63uPpPSvdzNauKHleuYQQAABBPIFbMrg398qbnJ3g1OdTZTMj4YlxRCgDgQQQKC7AsYYnrDYXTS2RwABBEIoEFjCokwIW0dICCCAAAKtBZhHAAEEEEAgJAJGxpiQxEIYCCCAAAIIIIBAzASychtkEz/cCd4CFfjuDmX6tjNMG9X0++y0kU3TucpW1HAEchaMEUAAga4KzFiQkR26un1vt7PJijbJvLflsD8CCCCAQJEE7JO0nMHeDF+kGqkGgbALEB8CkRQILmGRvpdIfgAIGgEEEEAAAQQQQACBUglEt1OpVGLUiwACCCCAAAIIdFHAz53zR13cic1aC0wcIu04Jl/xqQUZd9NXl2b1x9cyOv7ulJ5cQAe5i8IbAgggEICAfcpiMX6qvrMqq9tmez/T2w6bpQgggAACoROwN8E7gzH5v6eHLlYCQgABBBBoVyCwhEXOB+0aswIBBLojwLahFrBfcXTp9HIduXlgp49Qt5fgEEAAAQQKK2CM4SmLhSWmdAQQQAABBMIrQGSFFfCzPLhBpPvMU4YbfX1ama47rFzXHFqhn+yS3wfy3KKsjrs7pV88ldY9H2S0rr779bAHAggggED7Ags3SPbJh+1vEcyaYtQRTKSUggACCCCQE7DXOLkht4xxyAUIDwEEEGhDIL+3pY2NurIo63SCOa+ubMo2CCCAAAIRFdhmVJm2H200bmBEG0DYCCCAQEIEItFM5wKCjqVIHCmCRAABBBBAAIEoChgvaGP8CW+W9y4IXLBvmU7YukzjB3t2Gw802niAN53bvTYtbSBJMcfBGAEESigQ56pveTej91cX7i+P936Y0evLCld+nI8NbUMAAQRKKWCMcW+CN8aUMgzqRgABBBDopUBgCYtyzgfOq5fhsDsCoRcgQAQQQAABBBBAAIEgBJwOJWO4ggiCkjIQQAABBAoiQKEIRFvAz7/wR9FuS4GitzdkTh6a//vokwuk2pT0+Pyszns+raPuSGlJNZIFOgwUiwACCHQocN2sTIfre7rSPhn3urcKU3ZPY2I/BBBAAIEuCgR/I3wXK2YzBBBAAIEgBYJLWKTPJsjjQlkIIIAAAggggECMBWgaAp6AfcKiN8U7AggggAACCCCAQKACfh6ePwq06CgXtvNGRj/auUy3HlmuS6eX6/gt8rvHb3o7o6PuTOl3L6T15IKs7NMUo9xmYkegtALUjkDvBF5ektUD84L/A+R1b2Z4Um7vDg17I4AAAqUTMEbGeEPpgqBmBBBAAIHeCuT3yPSwROec0MM92S1QAQpDAAEEEEAAAQQQQCAiAsbQsRSRQ0WYCCAQRgFiQgABBDoS8HM7sv64o02Tsm6TQdKF+5XriM3KNLSvcZu93Sh31OJtTR1oLUCYQQABBEoscN2baVU3BPez+dWlWd0/l6crlviwUj0CCHRHgG1bCNib4HNDixXMIIAAAghESiCwhEU6vyJ13AkWAQQQ6JHAl+5L6dDbUrp6Jh06PQJkp8gIECgCCBRDICs6lorhTB0IIIAAAgggkEgBLx9Pxh8nyaDS6fHee1yZBvdp2eqFG6QP12S1ska68/2MTp+R1lf/l265EXOJE6DBCCAQfoE1ddJ1s4Lrj77+reDKCr8eESKAAALxEzDGONc53hC/1tEiBBBAIDkCTvdNQI01XSqHjRBAAAEEEEAAAQQQQAABR8C4HUvOBC8EEIinAK1CAAEEECilgP8gKn9UykiKUne/CumgTcv0qz3L9d+jy/Wbvcu073iTV/dZz2b0xftSuur1jN5YnhSdPAYWIIAAApETuPv9rGau6P3P7f+8l9V7q3tfTuQACRiBwgpQOgLFFbBP0nIGezN8cSumNgQQQACBIAWCS1jk9/sgjwtlIYAAAggg0IEAqxBAAIF4CNCpFI/jSCsQQAABBBBAIIQCfq6ePwphgMGGNH18mX6xe5n2H2/Ut9xr9TYjvXHzmpZXR60Tu3n0TCOAAALJFrj+zd49GXFxVVbXz+LJusn+FNF6BBCIhYBxfs93BmOccSwaRCMQQAABK5C8oSyoJnM+CEqSchBAAAEEEEAAAQQQSIaAMYanLCbjUIezlUSFAAIIIIBAnAX8vLy43SAyuI904ASTd+SeWeQlscxdm9WNb2d08sNpXfaytyxvYxYggAACCERSYNbKrP47xz/B9aAFf38rozSnhh7IxWAXmoAAArESsNc4uSFWDaMxCCCAQMIEAktYzDrXCM4rYXw0FwEEEEiWwFYjpO1HG40blP/HgeYSTCOAAAIIINCpgHMBQcdSp0psgAACCCCAAAII9EzAv2w3xp/oWSmd7lWMDYb3k46dWqZLppfrv0dX6Iw9yjV+cMt2baiXTrgv7SYq2oRFm7hYjNioAwEEEECguAI26bAnT8t9amFWj8/nr5jFPVrUhgACCBRGwBjj3gRvjClMBZSKAAJtCrAQgaAFAktYlHM+cF5Bx0d5CCCAAAIhEvjlnuW61PkDwZGbB3f6CFHzCAUBBBBAoJgCToeSMVxBdEDOKgQQQAABBBBAoOcCfk6GP+p5OSHY88RpZfruDmXaYXTT747TRjVN50JcUROH1uZawxgBBBBAoC2BurT9WufuPybx+re6gN+LUgAAEABJREFUv09b9RdoGcUigAACCHRHgBvhu6PFtggggEBoBYLLOKE/KLQHmcAQQKC1APMIIIAAAgggEAYB+4TFMMRBDAgggAACCCAQV4EEt8vP5/NHkYCw3+aw28b53dUzFnodz28sz+ovb2T0+XtTenAuiSeROKgEiQACCBRA4JGPsnp+sXdu6Erx9qmMC9Z3ffuulMk2CCCAAAIlFDBGxnhDCaOg6tAJEBACCERNIL8HqIctcM4JPdyT3RBAAAEEEEAAAQQQQCByAgEEbAwdSwEwUgQCCCCAAAIIIJAv4OdlZP1x/gbhWDJpiNGXty7TXw6p0N8PL9fPdjN5gb28JKvj707p9Blp3TEno9W1eZuwAAEEEECgkAIhLPu6Lj4x8cM1Wd38LknuITyEhIQAAgj0WMDeBJ8belwIOyKAAAIIlFwgsITFsHd+lVyaABDohgCbIoAAAggggAAC8RfIio6l+B9lWogAAggg0LEAaxEomICf92f8ccHq6WXBv967XF+dVqbNh3kFDe1rNHloftDr6r31vCOAAAIIIGAF5q3N6qZ3Ok9EvG5W59vY8hgQQAABBKIjYIyJ5BMWoyNMpAgggEBxBAJLWJQpTsDUggACCCBQOoF3Vkozl2e1aAMdPaU7CtSMAAJdFGCz0AsYGWNCHyUBIoAAAggggAACkRTwn6zoj0rehGkjjbYcnv+734wFGdWls3pmYVYXvZTW0XemNHdtWKIuORsBIIBA1wTYKqECN8zK6OP17Tf+oXkZvbiYc0r7QqxBAAEEIipgn6TlDPZm+Ii2gLARQAABBByB4BIW+Z3f4UzKi3YigEBSBX73QlqnzUjrng/4oZ/UzwDtRgABBIIUoFMpSE3KQgABBAohQJkIIBBZAT830B+VpBnbjzb67g5luvmIcl1+YLm+uHV+NLfPzugzd6V1znNpPfpRVjWpkoRKpQgggAACERW47s10m5Hb88n1s7jpvk0cFiKAAAJtCkRoob0J3hmMyb++iFArCBUBBBBIvEBgCYucDxL/WQIAAQQQQAABBLojwLYIIOA+YdEYOpb4KCCAAAIIIIAAAoEL+PcZluoGkeH9pEunl+vYqWUa1d/7fW/rEfld0farnuvJJwn88FNgyAQIBwEECibw7KKsHvs4/0RikxVX1hSsWgpGAAEEECihgL3GyQ0lDIOqEUAAAQR6KZDfS9TDArNOJ5jz6uHewe5GaQgggAACCCCAAAIIIBByAecCgo6lkB8jwkMgAgKEiAACCCDQjoCXI+jeINLOFoEt3mOsaUxKzBW6ulaauTwrm5B4/9yMzngqrc/fy+MTcz6MEUAAAQSCE7j+rYwamuUsvrkiqzvnNFsQXFWUhAACJRSgagRyAsYY9zrHGJNbxBgBBBBAIIICgSUsyjkfOK8IEhAyAggggAACCLQhwCIEEECgsAJOh5IxXEEUFpnSEUAAAQQQQCCxAv6d5f4oUIZKp0d5v/FGv9i9THcfU6Hf7lOuAybk/173uxfTOv7ulP7wSkavLC1EJIE2K8mF0XYEEEAg0gJLqyWbtJhrxN/fSucmGSOAAAIIxFGAG+HjeFRpEwIIFEcgVLU43UsBxUOfU0CQFIMAAgiEV8B+ldNXtinTbhsHd/oIb2uJDAEEEECg0AL2CYuFroPyESitALUjgAACCCBQIgE/f9AfBRrEbmONztqzXAdtWqZ+FV7R00bm18RXcXo2vCOAAAIIFF7gttkZvbPKe7LimysKXx81IJAvwBIEECiagDEyxhuKVicVIYAAAggELhBYxolzTgg8OApEAAEEEAiXwNGbG3kJiyGIixAQQAABBCIvYAwdS5E/iDQAAQQQQAABBMIp4N9cnvXHPQlyYB/jJiW23veZhVnVpKQF67P617sZff/RtM55roBPs2odAPMIIIAAAgi0IWCfsnj9rEwba1iEAAIIIBAnAXsTfG6IU7toCwIISAIhUQKBJSz2pvMrUeI0FgEEEEAAAQQQQAABBByBrOhYchhK/KJ6BBBAAAEEEIipgPHaZfyxN9f5+5BK6cjNy3ThfuW64+hy/WL3Mm09Ir+Qbz+U0okPpt2v4JyzuhdZkZ2HxBYIIIAAAgh0SeD1ZV5CfZc2TuBGNBkBBBCIi4AxhicsxuVg0g4EEEi0QGAJizKJdqTxCCCAQGsB5hFAAAEEEECgQwEjY0yHW7ASAQQQQAABBBCIgEA4Q/RzCP1Rl2P84lZl+uFOZdp5o6bf07YZmb/70ur8ZSxBAAEEEEAAAQQQQAABBAouYJ+k5Qz2ZviC10UFCLQUYA4BBAIUCC5hsbu9XwE2gqIQQAABBBBAAAEEEEAgegKddypFr01EjAACCCCAAAIIhELAzzf0Ry1CGtjH6BMTjb4+Lb9reMYC76s0Z63I6v/eyOgr96f03zl0/LYAZAYBBBBAoAACFIkAAggggEAXBexN8M5gTFtXO10sg80QQAABBEoukN8r1cOQOB/0EI7dECiVAPUi0AOBC19M67QZad31vvcHjB4UwS4IIIAAAgg0ChhjeMpiowYTCCCAAAIIFEiAYpMp4OcYNr9B5OCJRhfuV647ji7X6buV64Sty9S/oiXPu6ukE+5L69Qn0rptTkY8SbGlD3MIIIAAAggggAACCCBQWgF7jZMbShtJCGsnJAQQQCBCAoElLGadTjDnFaGmEyoCCCCAQHcF7B8uZi7PauGG7u7J9ggggEA8BWhVLwScCwg6lnrhx64IIIAAAggggEBHAsZbaYw/4cwesmnLr3p2Fmnq8Kb1dt4OK2ro5bUODAgggEBzAaYRQAABBBBAIBwCxhj3JnhjTDgCIgoEEEAAgR4JBJawKOd84Lx6FAQ7IdCGAIsQQAABBBBAAAEE4izgdCgZwxVEnA8xbUMAAQS6KMBmCCAQoEDDmiVa9cx/lFq91C21eerh84u9OTu+5KW0jr0rLXtTorshbwgggAACCCCAAAIIIIBAYQWCKZ0b4YNxpBQEEECgxALBJSx6/V0lbg7VI4AAAggggAACCDQJMIVAuAXsExbDHSHRIYAAAggggAAC4RfI1Ndq8SPX6b0rvq53LjxOSx/4sxrWLHYDb357yCMfZXXUnSmd/UxaDzvTVQ106LpIvCEQCwEagQACCCCAAAIIJETAGBnjDQlpMc1EAAEEYikQWMKic06IJVC7jWIFAggggAACCCCAAAII9ErAGDqWegXIzgggUBwBakEAAQRCLlBW2U9LHv27qhe80xhppq7anc42y0m0CYq1KXcxbwgggAACCCCAAAIIINBagPlICNib4HNDJAImSAQQQACBNgUCS1hs3vnVZk0sRAABBBCIvMDpu5Xr0unlOm6qiXxbaEA4BIgCAQSSLJAVHUtJPv60HQEEEEAAAQS6K7Dho7f00d1XaP3cN/J2HbrNvirvN0jDdz1CE758oQZutbe7jeHy3XXgrfQCT505Qs+dxYABnwE+A3wG+AzwGeAzEO3PwKVfGFz6X6wSHoExhicsJvwzQPMRQCDcAl2NLrCERZmuVsl2CCCAAAJRFdhquLT9aKNNBvFDP6rHkLgRQACB8AgYGWPCEw6RIBBdASJHAAEEEIixQN2qxZr730v08lmH6Y2Lv6gFD16rFa88kNfiCcf8VNv/9lFNOP5MDdpyL8l/sqI/ytueBQiUQmD04DIxYMBngM8AnwE+A3wGevwZ4Dwagt8lSvE7FHW2ErBP0nIGezN8qzXMIoAAAghESCC4hEV6vyJ02AkVAQQQQKBrAmyFAAIIIFBIATqVCqlL2QgggAACCCAQB4F0bZUWPXaD6lYtamxO1aI5jdO5iT6DR+YmvbF/X4g/8pbx3oEAq4olcM0TNfrjI9UMGPAZ4DPAZ4DPAJ8BPgOR+gy8Mb+hWL8uUU9nAvYmeGcwhqudzqhYjwACbQmwLCwCgSUscj4IyyElDgQQQAABBBBAAAEEoiFgjOEpi9E4VL2Lkr0RQAABBBBAoFOBNe88q/f/+Rulaza02HbAuCkatOk0jdzhIG32uV9q57Pv1ranXNtimzZn/JvLuUGkTR0WlljgioeqxYABnwE+A3wGYvgZ4Oc757cYfwZK/OsT1TcTsNc4uaHZYiYRQAABBCImEFjCYtbpBHNeEWs+4SKAAALRFiB6BBBAAAEEIivgXEDQsRTZo0fgCCCAAAIIIBCAwPq5MzXnH7/U8z/dS7P+dLKWPvtfrXzj0bySd/j5Ldrq21do7PQvqv9Gk/PWt7nAeEuN8Se8Wd4RQAABBBBAAAEEEEAAgUgLGGPcm+CNMZFuB8Ej0J4AyxFIikBgCYtyzgfOKylutBMBBBBIpMA3H0rr0NtS+uNrmUS2n0YjgAACCAQo4HQoGROKK4gAG0VRCCCAAAIIIIBA1wWqFr6nZS/eo3St91TFyqGjlc0GdL3t31nuj7oeFFsigAACCCAQXwFahgACCCAQBwFuhI/DUaQNCCCAgIJLWKT3i48TAgjkCbAAAQQQQAABBBBoXyDrdC61v5Y1CCCAAAIIIBAdASJtTyBdV63lL92vubddlLfJyB0PUb/Rm2qTQ76u7U//p3a74DFttNexedv1aIF/X4g/6lER7IQAAggggAACCCCAAAIIhE7AGBnjDaGLLREB0UgEEEAgGIHAEhadc0IwEVEKAggggAACCCCAAAIINAnEeMoYOpZifHhpGgIIIIAAAokWWPnaQ3r7qu/p+Z/sodl//7kWPX6Tapd/3MKkz6Dh2uU392nSsT/V4Enbt1jX6xn/5nLuD+m1JAUggAACxROgJgQQQAABBBDoVMDeBJ8bOt2YDRBAAAEEQisQWMIinV+hPcYE1oEAqxBAAAEEEEAAAQRKJZAVHUulsqdeBBBAIHkCtBiBYgusmvmEVs96qrHaAeOmqmH9qsb5gk8Yrwbjj7053hFAAAEEEEAAAQQQQACBaAsYYzp8wmK0W0f0CCCAQHIEAktYlEkOGi1FAAEEkiqwxQij7UcbjR/MD/2kfgZoNwJtCLAIgR4KGBljergvuyGAAAIIIIAAAqUXqF+zTIuf+Kf79MTW0Yzc+VAN2nSaJh59qnY5537tdObtGrzZjq03K9x87gmLhauBkhFAIHkCtBgBBBBAAAEEECi9gH2SljPYm+FLHwwRIIAAAgj0VCC4hEW/E6yngbBfWwIsQwABBMIlcNquZbp0erk+u0Vwp49wtZBoEEAAAQSKKUCnUjG1qQsBBMItQHQIIBAlgYWPXK+Zl31FL515sD689UItfPi6vPBHbHeAdvj5LRp/6InqN2pC3vqCL/DvC/FHBa+OChBAAAEEEEAAAQQQQKArAmzTawF7E7wzGMPVTq8tKQABBBAooUBgGSecD0p4FKkaAQQQQAABBNoXYA0CCIRWwBjDUxZDe3QIDAEEEEAAAQTaE1j85C1a/+Hrjav7bzRZDRtWN86HYsK/uZwbREJxNAiiWALUgwACCCCAAAIIIBB7AXObbRYAABAASURBVHuNkxti31gaiAACCMRYoFcJi81dsk4nmPNqvohpBBBAAAEEEEAAAQQQQKBtAecCgo6ltmlYikAYBYgJAQQQSJpA1cLZ+vjeP2n120/nNX30bp/W8G321ZQvnaM9Ln5a2/7ob+ozaHjediVdYLzajfEnvFneEUAAAQQQQAABBBDoUICVCIRdwBjj3gRvjAl7qMSHAAIIINCBQGAJi3LOB86rg6pYhQACCCCAAAJtCLAIAQQQSKaA06FkDFcQyTz4tBoBBBBAAIFwCtSvW6GP7rpcr57zab1+wWc0/39Xa+kzt+cFO/HIH2qb7/9FG+19nCoGDs1bH4oF/p3l/igUIRGEIEAAAQQQQAABBBBAAIHeCnAjfG8F2R8BBAovQA1dEAguYZHery5wswkCCCAQbYF7Psjqxrczem5RJtoNIXoEEEAAgVAI2CcshiIQgoiBAE1AAAEEEEAgAIFMRgseuk41yz5yCyur7Keyij7udOTe/PtC/FHkwidgBBBAAAEEEECgbQGWIoBA4gWMkTHekHgLABBAAIEICwSWsOicEyLMQOgIIIAAAu0KNFtxzwcZN2Hx+cVkqTdjYRIBBBBAoIcCxtCx1EM6dkMAAQQQQACBXgisfe8FfXjr71S3ekmLUiqHjXG/6nnM7kdq65OvdL/ueYtvXNRim8jM+JftWX/cpbjZCAEEEEAAAQQQQAABBBAIuYC9CT43hDxUwkMgvAJEhkAIBAJLWKTzKwRHkxAQQAABBBBAAAEEEIiMQFZJ6liKzGEhUAQQQAABBGIqUDX/Hb1/09l64fR99NaVJ2nxEzdr5esP57V2m+//RVO/doFGbH+gyvr0zVsfmQXGi9T4Y2+OdwQQQAABBBAotADlI4AAAggUVsAYwxMWC0tM6QgggEBRBAJLWJQpSrxUggACCLQWYB4BBBBAAAEEIilgZIyJZOQEjQACCCCAAAIlEehVpTXLP9bS5+5QqnqdW06fQcOd30WC6xp1Cw3Tm/9kRX8UpsiIBQEEEEAAAQQQQAABBBDouYB9kpYz2Jvhe14Ie4ZcgPAQQCABAsH1ytH7lYCPC01EAAEEEEAAAQQQiKdAaVpFp1Jp3KkVAQQQQACBuApk6mu18vVH9MEt5+U1cfi2+6v/mIkad+BXtN1P/qHdL3pSYw/4Ut52sVng3xfij2LTLBqCAAIIINBbAfZHAAEEEEAg4gL2JnhnMIarnYgfScJHAIGECwSWsMj5IOGfJJrfvgBrEIiRwKcml+kr25Rp73FcBMTosNIUBBBAoGQCxhgZY0pWPxUjgAACCCAQqACFlUxg9VtP6p2rT9Fzp+6md685VUue+rc2fPx2i3jKK/tr51/fq8nH/0xDNt+5xbpYzvg3l3ODSCyPLo1CAAEEEEAAAQQQQCCxAvYaJzeUDIGKEUAAAQR6LRBYwmLW6QRzXr0OiAIQQAABBMIr8OnNjJuwuM8mgZ0+wttYIkMAgVAJEEwMBZwLCDqWYnhcaRICCCCAAAIlEFj9zrNaNfPxxpr7jd608aufGxcmbcK/J8QYfyJp7ae9CCAQWQECRwABBBBAAAEEOhIwxrg3wRtjOtqMdQgggAACIRcILuPEOR84r5A3l/DaEGARAggggAACCCCAAALFF3A6lIzhCqL48NSIAAIJFqDpCERaoGHDai15+jYteOi6vHaM2vlQDRy/lTY98gfa6Vd3aJff3KdhW+2Zt12iFvh3lvujRDWdxiKAAAIIIIAAAgggkHCBeDefG+HjfXxpHQIIJEYguIRFer8S86GhoQgggAACCCDQWoB5BBDoiYB9wmJP9mMfBBBAAAEEEEiOwKLHb9Kbl39dL/58f33wr3O04IGr8xpvv+J5xzNu1YTDT9aAsVPy1idygX9fiD9KJAGNRqAwApSKAAIIIIAAAgggUFIBY3jCYkkPAJUjgAACwQgElrDonBeCiah1KcwjgAACCCCAAAIIIIBALAWM8TqXYtk4GoUAAt0XYA8EEECgDYHlL9ytde+/0rhm4CZbqm7losZ5JtoR8G8uz/rjdrZiMQIIIIAAAggggAACxRegRgR6IWBvgs8NvSiGXRFAAAEESiwQWMIinV8lPpJUjwACCBRB4PJXMzptRlq3vJcpQm1UEaQAZSGAAALhE8iKjqXwHRUiQgABBBBAoBQCNUvnaf4DV2vl6w/nVT9q109q6JZ7aLPP/VK7/e5xbffTG9R35Li87VjQSsB488Yfe3O8J0GANiKAAAIIIIAAAgggEGcBYwxPWIzzAaZtCCDQZYGobxhYwqJM1CmIHwEEEECgM4E5q7OauTyr+et4RENnVqxHAAEEEOhMwMgY09lGrEcgTALEggACCCAQoECqaq0+vudPeu28Y/XquUe604uf/HdeDZsc8g1te8q1Gjv9i6ocMipvPQvaEfAv2/1ROxuxGAEEEEAAAQQQQKANARYhgECYBeyTtJzB3gwf5jCJDQEEEECgY4HgEhbp/epYmrUIIIAAAh0IsAoBBBBAIIkCdCol8ajTZgQQQAABBDwBU1buPlWxevH73gLnvbzvAOedVyAC/n0h/iiQIoMphFIQQAABBBBAAAEEEEAAgV4I2JvgncEYrnZ6ociuCBRBgCoQ6FggsIRFzgcdQ7MWAQQQQAABBBBAAAEEWgoYY3jKYkuS3s2xNwIIIIAAAiEUWPfBq5r730tUs+TDFtGV9x+kUTsfplG7HK4tv3mZ9rz8RW198pUttmGmFwL+zeXcINILQ3ZFAAEEEEAgrALEhQACCCRYwF7j5IYEM9B0BBBAIPICgSUsZp1OMOcVeRAagAACCLQlwDIEEEAAAQQQCFjAuYCgYylgU4pDAAEEEEAgJAI1S+fqg1vO00u/PEhv/v5rWvTYDVr+yv/yotvym5dqyxMv0aidD1V5Zf+89aVYEJs6jdcSY/wJb5Z3BBBAAAEEEEAAAQQQQCDSAsYY9yZ4Y0yk20HwpRcgAgQQKK1AYAmLcs4Hzqu0raF2BBBAAIGCClxxULkeOr5CZ+xRXtB6KBwBBBBAIJYCLRvldCgZwxVESxTmEEAAAQQQiIdA3eolWvLUv1W/drnboIoBQ2TKKtxp3ook4N9Z7o+KVCnVIIAAAggg4ArwhgACCCCAQOEEuBG+cLaUjAACCBRRILiERXq/injYqAqB1gLMI4AAAggggAAC0ROwT1iMXtREjAACCCCAQCkFwlX3qpmP6/1//iYvqGFb7aUBYzfX2P2/oGk/vEZ7XPKMJnzy5LztWFBAAf++EH9UwIooGoF4CFz0m5+KAQM+A3wG+AzwGSjmZ2Dq5hPjcRKlFQgUW8AYGeMNxa66uPVRGwIIIBBvgcASFp1zQrylaB0CCCCAAAIIIIBAvAVoXdEFjKFjqejoVIgAAggggEAvBda894Levfaneu7U3fTO1ado6bP/1Zp3n8srdadf3anNPn+mhm21Z946FhRBwL+5POuPi1AjVSAQaYFhQwdpu22mMiTFgHbyWeczwGcgBJ+BSJ84CR6BEgrYm+BzQwnDoGoEEEAAgV4KBJawSOdXL49EzHeneQgggAACCCCAAAIItBTIio6lliLMIYAAAnEQoA3xF1j3/ita+dpDytTXuo3tO2Kc0nXV7jRvIRIwXizGH3tzvCOAQGcCTzzzkhgw4DPAZ4DPAJ+BQn4GOjsXsR6BqAiUKk5jDE9YLBU+9SKAAAIBCgSWsCgTYFQUhQACCCCAAAIIINBagHkEYiZgZIyJWZtoDgIIIIAAAvEQsF/1POeGMzXrT9/Ja9ConQ91v+7ZfsXzjr/4j3b97YMaucPBeduxoMQC/pMV/VGJg6F6BKIjsGFDtS6+4m+lHqifY8BngM8An4GYfgbu+d/j0TkpEikCYRWwT9JyBnszfFhDJC4EEEAAgc4FgktYjHTvV+dQbIEAAgggIP3osbQOvS2l372QhgMBBBBAAIFeC9Cp1GtCCkAAgW4LsAMCCHQk8MG/ztFzp+6md64+RcteuFtr3nlGDRtWt9hlwNgp2ulXd2rTT/9AAyds3WIdMyES8O8L8UchCoxQEEAAAQQQQAABBBAohgB1xFbA3gTvDMZwtRPbY0zDEEAgEQKBJSxyPkjE54VGIoAAAggg0L4AaxBAAIFuChhjeMpiN83YHAEEEEAAgUIKNKxf1fhVz7aeQZO2U8P6lXaSIWoC/s3l3CAStQMXkXgTEuYfzjtNxRguOvsUHX/kwZq86Vgpa//ntUNCkGkmAggggAACCCDQTQF7jZMburkrmyOAAAIIdFeggNsHlrBor6O5jC7gkaJoBBBAAAEEEEAAAQTiJOBcQNCxFKcDSluCEqAcBBBAoJACqaq1WvrcHXr7z9/VR3dfkVfV8O0O0JApO2vyZ07Xbuc/oh1Ov1n2iYp5G7Ig/ALGC9EYf8Kb5R0BBLohUFnZR/3799WgQQM1dOgQDR8+LNBhyJBBGjiwv/r1c+pwxoMHDdLgQQPUt7JSZfy/240jxaYIIIBANAWIGgEEeiZgjHFvgjfG9KwA9kIAAQQQCIVAYAmLcs4HzisUjSIIBBBAAAEE2hBgEQIIIIBAmAScDiVjuIII0yEhFgQQQACB+AqkqtborStP0gs/21fv33S2Vr/9tFa+/qha/9tor2O13an/0LiDvqrKYRu1Xs18lAT8O8v9UZQiDyJWykAgMAFjyjR4yBCNHTdekzffQpNyw2bOdI+GqZq0mTeMGr2xKvv2UyaT1phRI7TjtlO1+y7badKm49xESYn/gwM7kBSEAAIIIIAAAvER4Eb4+BxLWoJA7wUoIcICZYHFzrVzYJQUhAACCIRVYPNh0vajjSYOCWuExIUAAgggECUB+4TFKMVLrFaAAQEEEEAgigIVA4epeuHsFqH3G7VJi3lmYibg3xfij2LWOJqDQPEEjDEaPHioxm4yQZM3n6rJm3nDJGe6Z8MWmry5HaZq1JiN1NcmLKbT2mjMCO0wbUvtaRMWJ4xT/359/XxF/vBSvKNNTQgg0FKAOQQQQCCkAs7vZ8YYGWNCGiBhIYAAAgh0RSCwhEXOB13hZhsEEECgA4EIrPruDuW6dHq5vjatPALREiICCCCAQNgFjDF0LIX9IBEfAggggEBkBGpXLNCCh67TG5ecoFUzH8+Le+ROn9CI7Q/UFl/7nfa87Dlt872/5G3DgiIJFKMaP8cp64+LUSV1IBA3Afv/j/u/kHH6wcr6SGV9naFSGdPzIevsmzW2rErJVCgrI2OMhg8bpsmTJ2rbaVtph+220c47TNNWW0xyn7xYUe7UL/4hgAACCCCAAAIIWAF7E3xusPMMCIRagOAQQKBdgcASFu3Fe7u1sAIBBBBAAAEEEEAAAQQQaCGQVSE6llpUwQwCCCCAAAIJENgw7029fsFn9MqvP6mP7rpcdn7VmzPyWr75F87S1idfqdG7f1rl/QblrWdBzASM1x7jj7053hFAoNsCzh8+0pmsUull3t9vAAAQAElEQVSs6lNZ1TZINfVZ1dT1cKjPOGXYcrJqcMrLOGWXlZVp2LBhmjBhgrbeeivtstO22nePHbXz9ltrk41Hq7zc/hkn2+3Q2QGBuAvQPgQQQACBZAoYY9wbPowxyQSg1QgggEBMBOyVbjBN4XwQjCOlIBBeASJDQHSN8iFAAAEEEAhOwLgdS8GVR0kIIIAAAggkU6DP0NGqavZ1z5XDxqjPkJG9wWDfOAj4F/D+KA4tog0IFF3Au8FKyjj/I6XSUn3KDlnVNWQbkw5rnWmbyGiTGlsHaJfZdXab3GD3tYNdnnIKdl7udVH//v01YsQIbTJunLaYspl23H6adth2a03dfJI2GTtGI4YNUb++leIfAggggAACCCCQeIGs88uZM9jf1RJv0XsASkAAAQRKJhBcwqJzXihZK6gYAQQQQKAoAvyoLwozlSCAQKwFaFxzATqVmmswjQACCCCAQPsC6+fN1Lw7L3efoli/bkWLDfsO31hjD/iSNvvsL7TTr+7Ubuc/qolH/rDFNswkUMB4bfZH3gzvCCDQTQHbE5ZVxvmDeNqZtEOD8+YOKe8JifYpifbhPv0qjYYNbBoG9zeqrDBydnWfpGi38wa5T2tMO+XYpyva9c2D6tOnj0aOHKnNNpvsfj30rjtvp/323Enbbj1FY0YNl1sgtxQ3JwvxNKEhgAACCCCAQEEE7C9fzmAMVzsF8aVQBBBAoEgCZUHVw/kgKEnK6bEAOyKAQMEFHpqX0Y1vZzRjgdNLW/DaqAABBBBAIO4Cxhj3aSJxbyftQwABBBAIWCBBxS17/i699MuDNPOSL2nhw9epdsUCrXzt4TwBm6xokxYHjN08bx0LEirgX7Zzg0hCjz/NDkTAJhNm5fzn/P9kn5aYykh2aEhLbtJiOuuOjVNbvz5GQweUNQ5D3IRFm1/obZPbPuXsYwebsJh2yrN1OLs3vnIJi5Mn24TFbbTrTttpv7121rZbba7RNmHRice+GndgAgEEEEAAAQQQiLNAG22z1zi5oY3VLEIAAQQQiIhAYAmL9sLauW6PSLMJEwEEEECgJwKPfJT1EhbnOz2qPSmAfRBAIPQCBIhA0QScCwg6loqmTUUIIIAAAhEVMOV9VL92uRt9eb9BGrPXMRq06TbuPG8IdChgM6icDYzxJ5xpXggg0F0BL1nRXre4ezrXMG6yoDOucP6yMrCv0cjBZRoywMgmLLrb+G9lzv97/d2nLpZp+MAy2eky539Hp0R3C/u3FFtuJptRKpXSihUr9P7772vmzJmNw5w5c7Rs2TLV1NRoyOCB2nLzidpvz120y47buGX09o39EUAAAQQQQACBKAoYY9yb4I0xUQyfmBFAAAEEfAHnstqf6u3IOR84r96WEuf9aRsCCCCAAAIIIIAAAgjkBJwOJWO4gshxMEYAgVgJ0BgEuiWwetbTev+ms/XGRV/I22/EdtO10V7HatoPrtaelz2nqV/+rQZP3iFvOxYgkCdgs6Gchf7ImeKFAALdFcg6/wPZpEJv7O3tLHJzFsvLpYH9jEYMKnOfqti3T8trG+P85aV/ZZmGDSzTcGebAX2NbMKinH+2DGckt+xMtjFh8YMPPtCbb77ZOMyePVtLly5VbW2tBg8aoC0231T7772zdttxmt2dAQEEEEAAAQRKL0AEpRBwfjlzf49yxqWonjoRQAABBIIRcC6bgynIvUoPqCiKQQABBBBAAAEE2hZgKQIIxEnAdizFqT20BQEEEEAAge4IzLvjMj3/0z319lXf1dLn7tCGj2epav47LYoo7zdQU758roZtvXeL5cwg0KmA8bbwR94M7whESqD0wbrXK7nsQiccY4wqKySbfDiob5kztk9OLHOWGZWXqcU/48xVlEs2kbFvhZF9IqOzSPbv6tlMVhln6FPZT4OGDNOIURtr8NAR6uv8zK/o01e5oV//gRrsrB81eow2GrORNt5ojMZuNEpjRg23RTEggAACCCCAAALJFHB+JzPGuE9ZTCYArUYAAQTiIdB0Gd3L9jjnhF6WwO4IIIAAAggggAACCCCQJAFj6FhK0vGmrSESIBQEEAiFQKa+VunaKjeWymFjNO6gr6piwFB3njcEei3gJ1nZ5Khel0UBCCDgCtgnJA6oLNOIgeUaNqhM/StN41MT1ck/+79kVlk3UTGdySqVzqj/gMHaaOym2nzLbTXVGbbYals1H7bceltttc127jB+04lu8qJNorRDJ9WxGgEEEEAAAU+AdwRiKGB/F8oNMWweTUIAAQQSIxBYwiKdX4n5zNBQBBBIsMBhk8v0s93K9bVpgZ0+YqdJgxBAAAEEuiqQFR1LXbViOwQQQACBKAqkazdo2Yv36J2rT9EH/zpHrf+N3v3TGn/YSdrhZ//Sbuc/qsmfOV19R45rvRnzCPRMwHi7GX/szfEepABlxV8gd71ix7a1NmGxso/RwH5GAyq9pyZ6yYdZpdIdDJmsm6ho/4Ziy7JPV0ynM+rbf6BGjN5Y4zedovETp2jCpCnadPLUFsNEZ37SZltoo4030cBBg2wYDAgggAACCCCAQKIFjDHu0xWNMYl2oPEIIFA8AWoqjEBZYMVyPgiMkoIQQACBsAocMN7okIlGU4bxQz+sx4i4EEAAgegIGLdjKTrxEmkRBagKAQQQiLRApqFOs/70HT3/07005x+/1KqZj2v5Kw/ktWnw5B008agfadDEbfPWsQCBXgvYx7k5hfgjZ4oXAgj0RCAr//8iZ5TOSNW1Ga1cn9aytakuDyvXp1Tl7JfOZNzSnKKccZlsefUpqbYho5r6jKrtUOeM/aHGGdc2ZFXvDA3prJzduemrJweRfRBAIMwCxIYAAgh0X8C7C8T9vaj7O7MHAggggEBYBIJLWLRX2WFpFXEggAACCLQj0LvF9hrAlmDsGwMCCCCAAAK9FLBPF+llEeyOAAIIIIBA6ATK+vRVw7rljXENHL+VNjnk60rX1zQuYwKBggsYrwau3z0H3hHoiYC9XrF9YXZs97dPRqyqy2jV+pSWru36sGp9Wna/dCYr7z8pa4zSzt9UbCJibX3GTVi0CYrVTvmNQ31Wtc5Q1yA1pCR3fxuQnB1tQAwIIIAAAggggEASBZzfo+QMxnC1k8TDT5vbEmAZAtEUCCxhkfNBND8ARI0AAgj0RMAYOkZ74sY+CCCAAAItBYwxTt+SabkwCnPEiAACCCCQeIG6VYu16NEb9OZlX9XSZ2/P8xh30Fc16difaNdzH9SOZ9yqCYefrPLK/nnbsQCBggn4l+25RKuC1UPBCMRYwP3/x00QlPsEn4zz/1U6nVW9HRqccVeHVNb9ymjvCYmSLSfjlJvKSDZh0S3P2abOGWobMsoN9c50vbPMbmOTFW3CpOV2drUjBgQQKIYAdSCAAAIIhE7A/o6WG0IXHAEhgAACCHRZILCERXuR7Fyvd7liNkQAAQTaEmBZuAXsXeA2QiNjRwwIIIAAAgj0XMC5gKBjqed87IkAAgggUBqB6kXv642LvqCXzzpUc2+/ROs+fE0rXn0wL5gxex6tTQ75hvqOHJe3jgWeAO8FFvAv243xJwpcHcUjEFcB+zcP59LFfaah7RdzB2ehO3aWdndsExXdISPZ5MdUOqsGm5ToDDY5sfVgkxVtYmPa2d4mOtprqLha0y4EEEAAAQQQQKArAsYYGeMNXdmebUovQAQIIIBAWwKBJSzKyL7EPwQQQACB+Apc+2ZWp81I65o3nV7S+DaTliGAAAJRF4hG/HQqReM4ESUCCCCAQAuBymFjtOHjWY3Lhm21p0bv8snGeSYQCI1A1ovEH3kzvCOAQLcE3ORAm60o+3+SM9iXO2RlF/dmcJMWnQLskxPtkMp4T2G0CYyNg9P9ZtfZoaauQWvXV2n5yjVatWZtt9rBxrEWoHEIIIAAAggkT8D5Hcr+nmaH5DWeFiOAAALxEQguYdG5UI8PCy1BoD0BliOQbIG5a7OauTwrO062BK1HAAEEEAhCgE6lIBQpAwEEEEAgaIEN89/RR/f8Ua+e82nVLPuoRfEVA4Zo/OHf1tSvnKc9LnlG0354jcbsdYz4h0DoBIwXkT/yZnhHAIFuCdjrlayc/5y/fTh/F3em5A72zV3nLCz82Ktz9dp1mv3+R3rmhdf0ysx3u9UONkYAAQQQQAABBGIl4N8Ib0xQVzux0qExCCCAQGQEAktY5HwQmWNOoAgggAACCCCAQGkFqB0BX8AYI2OMP8cIAQQQQACB0gqsfO0hvXzWYXrjws9pwQP/5yYrrnjlgbygJh75Q43Z82jZ5MW8lSxAICwCWS+QrD/25nhHAIHuCtj/h7I2QzG3o/P/lDvvjN3FhR779a5avVbvfjBPT7/whl59I0IJi378jBBAAAEEEEAAgaAEmt8wElSZlIMAAgggUHyBwBIW7YV78cOnxtYCzCOAAAIIIIAAAgggEA0B5898zkWE7WCKRrxEiQACCIRLgGiCFyirHKC6VYvcgssr+2v0bp/SkCk7u/O8IRA5Af+eEO4NidyRI+AQCdhrFTvYxESbl5gLzbmMUcdDVplsRqlMverT1apNb1BdusoZqtWQqVU6k+pkf7nrV69epZkzZ+r+++7Rc88+q48/mq9UOu0OuVgYI4AAAggggED8BWhhSwFjjHsTvDGm5QrmEEAAAQQiJRBYwqI4H0TqwBMsAggggAACCLQrwAoEECiKgJExpig1UQkCCCCAAAI5gTXvPq8P/nWuXjsv/2uch0/bVxvt/RltffKV2vPyF7XF1y/S0Km75XZljEC0BPzsKn8UrdiJFoHiCXRYk5esmJU3djZ1/oeyiYpuAqM/bedbDnZ7NSYs1mW8hMVaP2mxPl2rdDblltlyPznLWg4rV67S66++ojvuuENPPTVDH388zwmCFwIIIIAAAgggkHAB/5co93e0hFPQfAQQQCDKAsElLDoX6J1DsAUCCCCAQJQFztmnXA8dX6GL9i+PcjOIHQEEEEAgJAJ0KoXkQBAGAgURoFAEwiUw//6/6oXT9tasP35LS56+VdWLP9Da2S/mBTnlS7/RiO0PzFvOAgQiJ+DfF+KPIhc+ASMQBgF7vZK12YluMLkpZ+z8LcRd5/yx3I5tAqJ9cmJter3WNSzTitq5Wlr9rpbUeMNSZ7y09j0trX1Xy2rnaHntB1pZN8/Zdqlq0+vcJzFm3CTGjOob6rVi+TJ9+MFsvfv2LL3z7tt65523NX/+fK1bt86NhDcEEEAAAQTCJUA0CBRZwN4E7wzGcLVTZHmqQwABBAIVCCxhkfNBoMeFwhBAAIFQCmSdjlgbGD/zrUIJB6pGAAEEYiJgjOEpizE5ljQDAQQQCLtAJlWvVM16N8w+g0dq7AEnqHLoGHeeNwRiKZD1WpW7jvfmeI+cAAGXXsD5fykr+58Xiu0as/9fNR8a0rWqTq3W2vrFWlT1lt5fN0Nvrr5Xb695ULPXPao56x93xo81DnPWPeFsg/lmYQAAEABJREFU86Sz7UytqVuo+nS1GtJ1SmfSqtqwQe+9N0uPPfKAnnzyEX34wRyl6uu9ynlHAAEEEEAAAQQQUPPfw+BAAAEEYiOQwIYElrDoXqgnEJAmI4AAAskSMG5zvXd3kjcEEEAAAQR6JuBcQOQ6l3pWAHsh0DsB9kYAgXgJpOtrtOKV/+nda3+q9677WV7jRu/6KY076Kva/qc3avcLn9Bmnz1D/TealLcdCxCIjYB/4W6MPxGbhtEQBIor4KYqZr067Sh3DZPJZpTJppXOpFSXrtKGhhVaU79Ai2tm6cP1z+u9tY/q/XVPONPPaO6G55zhWX24wU4/60zb+efdbVfVzVdVw2pV161Tde16rV69UrPffUfPPP24XnrhWc3/eJ4aUg0qKzOqKK9Q38o+quxT4QXEOwIIIIBAlwTYCAEE4iVgjHFvgjfGxKthtAYBBBBImEBgCYtyzgfOK2F8NBcBBBBAoA0BFiGAAAIIINC5gNOhZAxXEJ1DsQUCCCCAQGcC71x9ip4/dXc3UXHlaw+5iYvp2g0tdhswboomf+Z0Dd5sxxbLmUEgtgI2s8ppnD9ypgryolAEYi2QdW+ykuz/R86kO+FOO61OZeq1IbVSq+o/0rLa97So5k19XP2yMz9Xddl1MmXOtY5xBmfb5q+MUmrIVqs2s9bZ9iMtrHldc9bN0MvvPaTHn7zbfbLi7Pfe1oYNLc9jw4cO0dTNJmjPXbfVDtO2aF4k0wgggAACCCCAQLIEnF/Msv6QrIbTWgRKKkDlCAQuEFzCor1SDzw8CkQAAQQQCJPA3LVZzVye1ftrwhQVsSCAAAIIRFXAdixFNfbCx00NCCCAAAJdFUhVr2vcdMDYKZrwyZOVzWQalzGBQCIFjNdqf+TN8I4AAt0ScK9XnD+Gyw7Onrk/gdjZhmydqlKrtKr+Yy2rm+0mLM6vfkWrGuapNrNONlfR2L++tPqfMJNNqSFT42yzVqsbPnL2e0Nz1szQK7Mf0KMz7tHjjz7gfiV0ddV6p8am17ChgzV1s/Haa9fttNN2JCyKfwjESoDGIIAAAgh0S8D5RcsY4/y+Zbq1GxsjgAACCIRLwF4yBxKRc04IpBwKQQABBAouQAU9FvjHrIxOm5HW1W+ke1wGOyKAAAIIIJATMMbQsZTDYIwAAggg0K5A/drlWjzjX3rrim9q0aM35G03dvoJmnjUKdr51/dqp1/doU0//QNVDBiStx0LEiiQ5Cb7mVU2sSrJDLQdgd4IZJ3/gbKy/zmlOP9PZbMZNWRqVZteqw0Ny7S6/mMtr5utlfVztT61RDXpNarPVMnZSjJq858tLaO00tkGrV9dpcUfrtCHbyzSx7MXa9H8RVqxfJmqNmxQKpXWoMGDNHmzzbXHnntphx120MSJEzV86BANGTSwzbJZiAACCCCAAAIIJEEga39H84cktJc2dlGAzRBAIHICgSUsOueEyDWegBFAAAEEEEAAAQQQQKBnAr3fK6tc51Lvy6IEBBBAAIE4CtSuXKiZl35ZL/3yIH34nwu0dvaLWv7K//KaOmrnQzX+sG+p/5iJeetYgEBiBfxkKeOPE+tAwxHorUC2qYCM0qpLb1BVaoXWNCzQyroPtbT2HTdx0SYrut8Z3bR5p1MbVqS05O1azX26Wstn16t2XabFPiNHjNROO+6so445Tvvsu582nbCpew3VYiNmECiCAFUggAACCCAQJgFjjIzxhjDFRSwIIIAAAt0TCCxhUaZ7FbM1Agi0K8AKBBBAAAEEEEAgAQJGxpgEtJMmIoAAAgj0VKByyChVL5zduPuQKbtozO6fbpyPwQRNQKBwAn6SlT8qXD2UjECMBexDGrL2CYvZjDLOkM7Uu09RXNuwSKvrP9LqBjt8rA2pZe6TFbtCkU5l1VCdVc3qrNYtTGnFnAYtnVWrdYsa1FCVUVm51Kd/hQYMq9ToTUZqy2lbau+99tG0adtp1OjR4h8CCCCAAAIIIJB4AfeXNOe3NDuODgaRIoAAAgi0EihrNd/z2WzPd2VPBBBAAAEEEEAAAQSCFaC0KAjYJyxGIU5iRAABBBAonEDVwtmaf/9f9frvPqv1c99oUVFZn74af/i3NOWEX2v3i57Udqf+XWMP+FKLbZhBAIF2BIy33B95M7wjgEA3BewfwqV0JqWGTJ1q0utkkxWX1b2rFXXvu09azGRTTpld/+NI7ZqsVryX0kdP1Wn52w2qWZF29m969elXodGTBmrzPUZr8i4jNWL8AJX1MY1PVsw6f5i3Q9MeTEkYIIAAAggggECiBOxN8M5gDFc7iTruNBYBBGInEFjCIueD2H022m8QaxBAILECmw6Wth9tNGVYYgloOAIIIIBAgALGGJ6yGKAnRSGAAAKBCxSwwNVvP61XfnOEXr/gM/r4vj+rasG7WvHqQ3k1jj/sW9pon+PVZ9DwvHUsQACBDgT8/CkSmzowYhUCnQhknf+P7P9D6WzaTVisTa3XmvqFWlr7rpbXzdGG1HJl3ITFTgpqtrp2TUYrZjdo3lN1WjYrpaqVmWZrpT79yjVq8iBN2XO0Ju02SsMnDFBZuZETipu06MXUYhdmEEAAAQQQQACB3gtEqISs8wtRbohQ2ISKAAIIINBKoKzVfI9nnfOCe9Hc4wLYEQEEEEAg9AJfnlauS6eX6/s7loc+VgJEIOwCxIdA4gWcCwg6lhL/KQAAAQQSLFDRf7Bql3/sCtgnKY7c8RAN3XJ3d543BBAIQMB4ZRjjT3izvCOAQDcEvOuVjKoaVml5zVwtrn5Xq+sWqCa9RqlsrTJKOX8TsamEHReaqslq7fy0Fr/WoGWzGrRuYVqp6ozSDVll05JxutkGbVSmMdP6aOxOFRo8MaOyIdX6f/buA06K8nzg+PPuVbg74GhKU0FFEAUbgr2XaNT4jzFGYzd2Tezd2I09mkRjiTWCvcYuIlawoHREBFGKlOOAu+Pq7v7nnZ09dm+v7O3O7k758bnZae+87/N+Z3b3Znhmrj5QIWuaFssvtfNkdd3Psr5prdmesZXwDwEEEEAAAQQQ8KuAUsq8CV4p5VcC+o0AAgh4QiBgWy+M7wPjx7bqclARTSKAAAIIdCAQDlsF+MC3IBghgAACCKQsYFxQUoovlJT92BABBNIRYNssCayb/7UsfOF2mXrDYRJqrI9rtWzwKNl4j6Nl2J/ukTF3fGqOe26zV1wZZhBAIA0B6/zdGqVREZsi4GeBsITCQaluqJDl67+XxdWzpLJ+idQFqyUYbpSwsU6k43dZw/qwVC5skp8nN8gv3zZK9bKQhGMerBgIKCnrlyf9tiuQATvnS+mmjdJUtE7WNS6XlbULjHZnyorahVLTVGm0ZmwrMRv7effQdwQQQAABBDoWoIQXBYz/rAxbgxe7R58QQAABvwgEbOtox+fltjVFRQgggAACuRUgvSS3/s5unegQQACB5AX0haXkS1MSAQQQQMAtAksnPClTLt1DZtxzkiyd+JTULv9RKmd9nBD+5sdcI/rJivoJiwkrWYAAAukJWCfu1ii9utgagVYFvL8wFApJKBSUuroaqV63WqorV0tjVb3krS+UorpSYyiT4rpurQ6F68skVFko65eJrPkpKGsWBaVyYaNULQtKfVVIjP9jl6KiAunRrVQ26lsuG2/cU/pt3Ev69u0h3YtLpKipSMI1YalbWy2VFb9I1boKqa9bL6Gw3pb/jPH+0UcPEUAAAQQQQKBNAaV4wmKbOKxAAAEEMiGQmTptS1g0vhcyEyG1IoAAAgg4SCByQZTPfAftEkJBAAEEXCygVOTikou7QOgIZEaAWhFwuUBYwtJUs8bsRX5JD/NJisV9NjHneUEAgSwJRE7fzaSoLLVIMwh4TqCpqUmaGoMSrjbOW1YVSP7yrtJ1RS/pXjFAeq7etN2h+4qB0jSvuyz/QmTplw2y9qcmCcY/bFjKu5fJ5pv1l+23Hipb9txc+gU3i6uzbNVGUrC8REJLwhJcFZLQ+pCEQ8a3rDF4DpsOIYAAAn4VoN8IINBpAX0TfHTo9MZsgAACCCDgGIGAXZHoOwLtqot6EEAAAQScKfDx4rA8NTskby1w75+ecaYsUSGAAAJ+FDD+o804idAXl/zYe/qMAAIIuFlg/bL5op+iOPv+s0QPLfvSe/sDpN/ex8q2FzwuY27/WPSTFEsGDG1ZjHkEEMikgIpUrqxxZM5fr/QWgXQFgsGgBJuCEq5RolZHEha7rOop3Vf3l/LKTdodSlf1l8b53WTl10qWTm2QtT8HpaneyiS2AtNPV9xsUH8ZOWwL2bzXENk4uGlcnWUVG0nBihIJLgtLsCIooRrjHCpkDMZ5lFUFIwQQQAABBBBAwHcCShm/m1mD7zpPhxFAoFUBFrpTIGBb2Mq2mqgIAQQQQMChAp8siSQsvv1j/AVWh4ZLWAgggAACjhZQ5p/ucHSIBNeWAMsRQMDHAlNvOFy+uelIWfjSHVI56xNzaFi7Mk6kqGd/GfK7K6TbFjvGLWcGAQSyKGCdtlujLDZMUwh4R2DO/EUya96PzcPs7xdJssO8BYtl+coKqatraBNkXVWN/Lx0RVJ1zvr+R5n53UKZOXeBLFtR0WadrEAAAQRsFqA6BBBAwHkC+uYNY+BGeOftGiJCAAEEOiNgX8IiV786405ZBBBAoA0BFiOAAAIIIOAfAS4q+Wdf01MEEHCnQGPV6oTASzcZ3rysS99NZeCBp4oK2Hd5qblyJhDwvECGO6gi9VujyAyvCCDQKYGX35wkenjlrY/k1bc/7tTw1geTZebchbJmXXWbbS5dXiFffDM7qXpfefMjeemND+WF1yeaQ5uVsgIBBBBAAAEEEPC6gDLOcoxBKWPs9b7SP48I0A0EEGhNwLYrynwftMbLMgQQQAABBBBAAAEEEGhLQCmVmacsttUgyxFAAAEE2hUINdZLxbfvy7zHL5fJF+wsP7/174TyfXY+TDY59BzZ7soXZYe//k82PeIvUlDWK6EcCxBAIMcC1s3l3CCS4/1A8wgggAACmRWgdgQQQAAB3wnoc5zo4LvO02EEEEDAQwK2JSyGjYtgxo+HaOgKAgi0JsAyBBBAAAEEEEDAFgHjBIILS7ZIUgkCCCBgi0B95S8y5ZLdZO7DF8jKL9+QYEOtVEybkFB3+da7y6BDzpSSAUMT1rHAWwL0xuUCKhK/UtZEZJZXBBBAAAEEEEAAAQQQQMDVAkop8yZ4pZSr++Gk4IkFAQQQyIWAbQmLYnwfGD+56ANtIoAAAghkSeD3wwJy51558pcd7fv6yFLoNIMAAgg4SYBYtIBxQUkpziA0BQMCCCCQbYFgbbWZkBjbblH5xlJQWt68qGzIdtJ/3xOa55lAAAGXCVh3llsjlwVPuAgggIBnBOgIAggggAACCNgtwI3wdotSHwIIIJATAfsyTrj6lZMdSKMtBZhHAIFMCmxSpmRkHyVb9iDBJJPO1I0AAgj4RUA/YdEvfd9Mt5wAABAASURBVKWfCCCAQK4FGqsrZflnL8qsf5wuky/eRSpnTEoIacD+J8uQ310uo2+ZICMvekoG7HdiQhnnLCASBBBoV8A6bbdG7RZlJQIIIIAAAggggAACCCDgXIEWkSklSkWGFmuYRQABBBBwkUDArliN7wS7qqIeBBBAAAGHCkQTS5RD4yMsBBCwSYBqEMiSgFLKvLiUpeZoBgEEEPCtwOoZH8oXl+0p85++TtbM/dx0WD1jojmOfem397HSb+/jpLB739jFTCOAgBsFrJvLw9bYjV0gZgQQyIIATSCAAAIIIIAAAi4T0P9XGR1cFjrhIoAAAgjECNiWsMjFrxjVdiZZhQACCLhZoPn/OZRyczeIHQEEEEDAEQJh4cKSI3YEQSCAQIYEclVtw5oVCU2XDR7VvKygrJf03fkw6b3jr5qXMYEAAh4UsE7bOX334L6lSwgggAACCCCAAAKOEiCY7Aoopcyb4JVS2W2Y1hBAAAEEbBWwLWFR+D6wdcdQGQIIIOBIAStjkY98R+4dPwVFXxFAwBMCSpRSnugJnUAAAQRyLVC36mdZ/M7DMu22Y+TLq/aTulWL40IqKC2XoSfdJttf/bLs/LcPZcsTb5Ge2+4dV4YZBBDwmIB1/m6NPNY5uuMjAbqKAAIIIIAAAggggEC8gH6SljHom+HjVzCHAAIIIOAmgUB8sGnMcfUrDTw2RQABBNwh8Oy8sFw8KSh3fx10R8BEiQACCCDgaAEuKjl69xCc5wXooFcEFr12r3z910Nk0Wv3SfVPs8xurZr6jjmOfekz+hDp2m+L2EVMI4CAlwWs+0KskZd7St8QQAABBBBAAAEE2hVgJQIeE9A3wRuDUpzteGzP0h0EEPCZgG0Ji3wf+OzIobsIIOBLgcVVYZm+MizfV5Kl3u4BwEoEEEAAgaQElFI8ZTEpKQohgAACEYGGNcsjEzGvsX/uWT81ceiJt0q/PX4fU4JJBBDwpYB12s4NIhne+1SPAAIIIIAAAggggAACWRXQ5zjRIasN0xgCCPhbgN7bLmBbwmLYuAhm/NgeIBUigAACCCCAAAIIIICABwWMEwguLHlwv9rYJapCAIGIQNWCb+XHl++Wr649SL792+8jC2Nee267tww9+TYZe88XMvzMf0ifnX8teV1KY0owiQACvhRQkV4rZU1EZnlFAAEEEEAAAQQcJ0BACCCAQGcElFLmTfBKqc5sRlkEEEAAAYcJ2JawKMb3gfHjsO4RDgIIIIBAKwIsQgABBBBAIPcCxgUlpTiDyP2OIAIEEHCywIy7TpDpdx0vS95/TOorlkpjVYWs+2FqQsh9djpE8gq7JCxnAQII+Fggcme5WCMfQ9B1BBBAAAEEEEAAAQQQ8JQAN8J7anfSGdsEqAgB1wnYl7DI1S/X7XwCRgABBBBAAAEEEEAglwL6CYu5bD+9ttkaAQQQsFegYd2qhArLNt/eXJbfpUz67nyYbH3Wv6Tb5juYy3hBAAEE2hWw7guxRu0WZSUCCCCAAAIItCfAOgQQQAABRwkoJUpFBkfFRTAIIIAAAp0SsC1h0fhO6FTDFEYAAQTaFGCFYwX+vENA3j0qXx4+MN+xMRIYAggggIB7BJTiwpJ79haRIoBAJgRWT58o3z91tUy+aBdZ8OwtCU1stOv/yYjzHpYxd34mW554i5Rvs2dCGRYg4GoBgs+cgHVzedgaZ64hakYAAQQQQAABBBBAAAEEsiegb4KPDtlrlZbSFqACBBBAoIWAbQmLXPxqIcssAggg4EGB6P9zKOXBztElBBBAwGMCzu9OWLiw5Py9RIQIIJAZgWBdjUy+YGeZ8+D5smLyqxKsq5bKWR9JsKE2rsEufTeVHsPGxi1jBgEEEEhKwDpv5/w9KS0KIYAAAq4WIHgEEEAAAQT8JKCU4gmLftrh9BUBBDwrYFvCoijPGtExBFoKMI+AbwU2JKdHUxd9S0HHEUAAAQTSFlCilEq7FipAAAEEnC4QrF9vJiTGxplXXCJdB25lLiruNUAG7HeibPOXRyWvsIu5jBfHCBAIAu4VsE7brZF7+0HkCCCAAAIIIIAAAggggECsgP7PSmPQN8PHLk5zms0RQAABBLIsYF/CIle/srzraA4BBBBAAAEEEHCzALEjIOYTFnFAAAEEvCjQtH6dLP/8ZZl9/9ky+cIx5nTLfm52xAUy6vLnZMcb3pbN/u9iKdtsZMsizCOAAAKpC1j3hVij1OthSwQQQCBtASpAAAEEEEAAAQRsFNA3wRuDUpzt2KhKVQgggEDWBWxLWOT7IOv7ru0GWYMAAghkSGBxlcj0lWH5bnWGGqBaBBBAAAFfCSileMqir/Y4nUXAHwJrv/9Kplyym8z/77VSOetjs9MVU98zx7Ev3bbYQUoHDY9d1PlptkAAAQTaErBuLuepI20BsRwBBBBAAAEEEEAAARcJEGqzgD7HiQ7NC5lAAAEEEHCdgG0Ji2HjIpjx4zoAAkYAAQQQSF7g5fkhuXhSUO74Mpj8RpREwKUChI0AAhkWME4guLCUYWOqRwCBjAs0rFme0EbZZttKoKDIXF666Tay6RF/kS1PvNmc5wUBBBDImoCKtKSUNRGZ5RUBBFoRYBECCCCAAAIIIICAewSUUuZN8Eop9wRNpAgggAACCQK2JSyK8X1g/CQ00MoCFiGAAAIIIIAAAggggIDfBYwLSkpxBuH3w4D+e17Akx2sX71Mlrz/mEy/84/y5VX7S/VPs+L6qZMVh558m+x047sy6tLxMvDAU6W496C4MswggAACGRew7iy3RhlvjgYQQAABBBBAAAEEfC1A5xHIngA3wmfPmpYQQACBDArYl7DI1a8M7iaqRgABBBBAoKUA8wgggID7BfQTFt3fC3qAAAJ+Elj87qPy1TUHyo8v3y1VC6eZXa/45l1zHPvSa9R+UtSzX+wiphFAAIHsClj3hVij7LZNazYLUB0CCCCAAAIIIIAAAgg0CyglSkWG5mVMIIAAAp4Q8FcnbEtYNL4T/CVHbxFAAAEEEEAAAQQQQCAtAaW4sJQWIBunL0ANCLQjUF/5S8LabkO2a15WvvXusuXxN8mA/U9pXsYEAggg4BgB6+bysDV2TFwEggACCCCAAAII5EKANhFAwDMC+ib46OCZTtERBBBAwIcCtiUscvHLh0cPXUYAAd8J7LSxkuO3DsiRW3b89eE7HDqMAAIIINBJgbBwYamTZBRHAIGMC1QvmimLXrtXvr7uUPnmpiMT2uu2xQ4y9KS/ydi7Ppetz3lA+o49QvJLuieUYwECCCCQcwEViUBZ48hcZl6pFQEEEEAAAQQQQAABBBDIloBSiicsZgubdhBoIcAsAnYK2JdxouwMi7oQQAABBJwoMNpKWDxicz70nbh/iAkBBBBwl4AyLyy5K+asR0uDCCCQRYE5D5wr027/gyx+5xGpW/mTBOuqZfXMSQkR9Bl9qOQVlyYsZwECCCDgKAHryYrWyFGhEQwCCCCAAAIIJAiwAAEEEEAgWQH9JC1j0DfDJ7sJ5RBAAAEEnCdgX8IiV7+ct3eJCAEE2hFgVSoC4bAyN1ORkTnNCwIIIIAAAqkKcFEpVTm2QwCBdAUa1qxIqKJs8+3NZXnFJdJnp0Nk+Bn3SY+txprLeEEAATcL+DR2Fem3NYrM8IoAAggggAACCCCAAAIIuF1A/yelMSjF2Y7bd6X98VMjAgi4ScC2hEW+D9y024kVAQQQSE0gmpvOKUBqfmyFAAIIeE4gzQ4ppXjKYpqGbI4AAskLVM7+ROaPu16mXLqHzHvyyoQN9ZMTtz77ARl712QZevJt0nPkPhIoKEooxwIEEEDAFQLWCTw3iLhibxEkAggg4HwBIkQAAQQQQMAhAvocJzo4JCTCQAABBBBIQcC2hMWwcRHM+EkhBDZBAIHWBFiGgBMFwmJ90isnRkdMCCCAAAKuEjBOILiw5Ko9RrAIuFpgyiW7yex/nSXLP31BmmrWyNrvpkhjdWVcn4rKN5byEbvHLWMGgWwI0AYCGRGwztuVsiYy0giVIoAAAggggAACCCCAAALZFVBKmTfBK6Wy27ANrVEFAggggMAGAdsSFsX4PjB+NtTMFAIIIICA5wS+/iUsT80OycvzrMRFz/WQDiGAgMcE6I6TBYwLSkpxBuHkXURsCLhRINRQJ001axNCLxuynblMJyX22/s42faCx6WgtNxcxgsCCCDgSQHrtN0aebKLdAoBBBCIEWASAQQQQAABBPwiwI3wftnT9BMBBDwuYF/CIle/PH6otOwe8wgg4EeBr5dbCYvzQ37sPn1GAAEEELBZQD9h0eYqqQ4BBHwoEKyrlhVfvC5zHjxfPr9gtCz98OkEhU1+daaMvORp2emm92TI7y6XblvsmFCGBW0JsBwBBFwpYN0XYo1c2QWCRgABBBBAAAEEEEAAgWwKuKQtpUSpyOCSiAkTAQQQQKAVAdsSFo3vhFaqZxECCCCAAAIIIIBAmwKsQMDnAkpxYcnnhwDdRyBtgZrFc2XyRbvI909cKaunTzTrW/X12+Y49qV0s22lbLORsYuYRgABBLwtYN1cHrbG3u4svUPABQKEiAACCCCAAAIIIGCLgL4JPjrYUiGVIIAAAgjkRMC2hEWnXfzKiSaNIoAAAggggAACCCCAQJICYeHCUpJUFEMAAVOgsbrSHMe+lAwcJvldysxFenqTQ8+RYX+625znBQEEEPC1gIr0XlnjyByvCCCAAAIIIIAAAgi4V4DIEdACSimesKghGBBAAAGXC9iWsCjK5RKEjwACCCCAAAItBZhHAAEEMiigRCmVwfqpGgEEvCDQsHaFLP3gSZlxz4nyxWV7ypq5kxO6NfSkv8mO178l213xvAw65Ezp2m+LhDIsQAABBHwnYD1Z0Rr5rvt0uNMCbIAAAggggAACCCCAgDsE9JO0jEHfDO+OgIkSAQQQcJSAY4KxL2GRq1+O2akEggACCGRK4JDBAblzrzy5emxeppqgXgQQQAABHwlwUclHO9vXXaXzqQr88snz8uWV+8nCF++QdfOnmtWsmvqOOY59Kd9mTynuPTB2EdMIIIAAAtZ9IdYIDwQQQAABBBBAAIGMC9AAAghkRUDfBG8MSnG2kxVvGkEAAQQyJGBbwiLfBxnaQ1SLAAIIOEigX4nIyD5KRvRyyEmAg2wIBQEEEECg8wJKKZ6y2Hk2tkDAkwINa1Yk9KvbkO2bl/UYNlaG/P4q2eTX5zQvYwIBBBBAoB0B6+Zyz9wg0k5XWYUAAggggAACCCCAAAL+EdDnONHBP72mpwj4SICu+kbAtoTFsHERzPjxDRwdRQABBBBAAAEEEEAAgTQEjBMILiyl4WfjplSFQK4EapZ8Jz+98S/55qbfyJdX7SfB2uq4ULr230KGnnSbjLn9Exlx3sPSb89jpLBb77gyzCCAAAIItCGgIsuVsiYis7wigAACCCCAgI8F6DoCCCDgBQGllHkTvFLKC92hDwiARJU+AAAQAElEQVQggIBvBWxLWBTj+8D48S0kHUcAAQRaEfDcomhiOucAntu1dAgBBBDIvoDxZaIUZxDZh6dFBJwh8P0TV8q3txwlP7/5b1m/7AczqIrpH5jj2Jc+ow+R/JLusYuYRgABBJwo4LyYrBN4a+S8+IgIAQQQQAABBBBAAAEEEEhFgBvhU1FjG/sEqAkBBGwSsC9hkatfNu0SqkEAAQScKxD9qCe9xLn7iMgQQAABNwnoJyx2HC8lEEDA7QL1q5cldKFsyHbmskBhsfTa/kDZ6tS7jPEB5jJeEEAAAQRsEFCROqxRZIZXBBBAAAEEHC1AcAgggAACCCQhoJQoFRmSKE0RBBBAAAGHCtiWsGh8Jzi0i4SFAAJtCrACgU4KPDYzJAe+0CS//19TJ7ekOAIIIIAAAokCSnFhKVGFJQi4X6B2+UJZNmm8zHngXJl8wc4y56E/J3Sq1/YHyPAz7pNd7vlShp12l/Te4UDJK+ySUI4FCCBgkwDV+E/AuuMwbI39B0CPEUAAAQQQQAABBBBAwIsC+ib46ODF/qXdJypAAAEEXCJgW8IiF79csscJEwEEEEAAAQQQQMBWASpLVSAsXFhK1Y7tEHC2wIy7T5QFz90iq2dOkmBDrdT8PEdaPmWxoLRceo7cx9kdIToEEEDAzQIqEryyxpE5XhFAAAEE0hFgWwQQQAABBBDIvYBSiics5n43EAECCCCQtoBtCYui0o6FChBoKcA8AggggAACCCCAgGcFlCilPNs7OoaAHwTW/TBVahbPTehqz1H7mcsKu/WWfnv9QUac97AU9exnLuMFgTYEWIwAAnYLWE9WtEZ21059CCCAAAIIIIAAAggggEAqAulvo5+kZQz6Zvj0K6MGBBBAAIFcCdiXsMjVr1ztQ9pFAAEEEEAAAQTaEWAVAs4V4KKSc/cNkSHQlsCa76aYT0/88sp9RT9JcemHTycU1UmK2174hIy+daIMOfpK6TFsbEIZFiCAAAIIZFjAui/EGmW4MapHAAFnCBAFAggggAACCCDgAwF9E7wxKMXZjg/2Nl1EAAEPC9iWsOjL7wMPHxh0DQEEEEAAAQQQQACBTAsopXjKYqaRqR8BGwXqKpbIrPtOk2WTxkvD2pVmzZUzJomE4+9gLBkwVLptvoO53jMvdAQBBBBwm4D10cwNIm7bccSLAAIIIIAAAgggkFMBGne8gD7HiQ6OD5YAEUAAAQTaFLAtYVH//4R1HazNxliBAAIIIOBugeO3Dsi7R+XLi0fku7sjRO8oAYJBAAGfChgnEFxY8um+p9uuEFg9faI0VlfGxVrca4B02XiIuaxrv81l0K/OkBHnPSSilPAPAQQQQMBhAtZHs1LWhMPCIxx/CtBrBBBAAAEEEEAAAQTSFVBKGZeiIkO6dbE9AggggEBmBJKp1baERVGif4R/CCCAAALeF1BkqHt/J9NDBBBAINMC1oWlTDdD/Qj4RCDtbgYbamXV1Hfku0cvlc8vGC1zHjxfVs/4MKHeIb+7Qna49nXZ/upXZJNfnyslA4cllGEBAggggIADBKzzdmvkgIAIAQEEEEAAAQQQQMAGAapAAAFuhOcYQAABBDwhYF/CIle/PHFA0AkEEECgPQHjHMBcrcxXv7zQTwQQQACBTAnoJyxmqm7qRQCBzglUTH1XvvvPxbLq67ck1FBnbqyfsmhOxLz0GDZWumy0WcwSJhFAAAEEHClgnbhbI0eG6LygiAgBBBBAAAEEEEAAAQQcL2DdCK8UZzuO31cEiIBjBQjMCQIBu4Lg+8AuSepBAAEEEEAAAQQQQMAfAkopUUr5o7N+7yX9d4xA0/p1svLLNxLiKd9mz+Zl3bbYQQb/9hLZ/Jirm5cxgQACCCDgMgHr5vLojYcui55wEUAAAQQQQMCtAsSNAAIIZFhA3wQfHTLcFNUjgAACCGRQwLaERS5+ZXAvUTUCCCDQjkA2Vy1bH5bpK8Mys8L6n49sNk5bCCCAAAIeEwgLF5Y8tkvpjmMFGqtWy7JJ42XmfafJlEt2k3mPXy41S76T2H8FpeUy7E93y85/myTbXvCE9N/3BCns3je2CNMIIIAAAjkW6FTz1j0h3BvSKTUKI4AAAggggAACCCCAgMMFlFLmTfBKKYdHSngIpC7Algj4QSBgWyf5PrCNkooQQAABpwpMWBSWiycF5ZpPg04NkbgQQAABBFwjoMwLSw4JlzAQ8LTAT//7pyx47hZZ+92U5n5WLfi2eTo60Wu7A6SgrGd0ljECCCCAgJsFrPsMrZGbe0LsCCCAAAII2ClAXQgggAACbhfQT9IyBn0zvNu7QvwIIICAnwXsS1jk6pefjyP6jkA7AqxCAAEEEEAAAQRaF+CiUusuLEUgVYG6iiVSOfOjhM1773CQuSz6p55H3zJBNt7j9+YyXhBAAAH7BKjJUQIqEo01iszwigACCCCAAAIIIIAAAgi4XUA/WdEYlOJsJ3e7kpYRQACB9AVsS1jk+yD9nUENCCCAAAIIIIAAAgi0KuDRhUopnrLo0X1Lt7InULtikfz89oPy7d+Olq+vPVjmPX55QuPdtxojO/9tkmx7wRPSf98TpLB734QyLEAAAQQQ8JiAdXM5N4h4bL/SHQQQ8L4APUQAAQQQQACBdgX0OU50aLcgKxFAAAEEHC1gW8Ji2LgIZvw4urMEh0BrAixDAAEEEEAAAQQQyIGAcQLBhaUcuNOk5wS+e+RC+en1f0rNz3PMvjXVVknN4rnmdOwLf+o5VoNpvwrQbwR8JaAivVXKmojM8ooAAggggAACCCCAAAIIuFpAKWXeBK+UarMfrEAAAQQQcL6AbQmLYnwfGD/O7zERIoAAAgikLLBNbyXHbx2QPwyz7+sj5WDYEAEEnCRALAh0XsC4oKQUZxCdh2MLvwpU/Thd9NCy/712ONBc1HPkPrLlibfI2Ls+l5KBw8xlvCCAAAII+FjAurPcGvkYgq4jgIDNAlSHAAIIIIAAAgjkVoAb4XPrT+sIIICATQL2ZZxw9cumXdKyGuYRQAAB5wiMiCYsDrfv68M5vSMSBBBAAIFsC+gnLGa7TdpDwE0C6+ZPlYUv3C5fXX2ATL/jOPnpf/cnhN9vj2Nkl3u+lOFn3Cd9dz5M8opLE8qwwC0CxIkAAgjYKGDdF2KNbKyYqhBAAAEEEEAAAQQQQCA9AbZOS0ApUSoypFUPGyOAAAII5FTAtowT4zshpx2hcQQQQACBzAuEreR0JdZE5pukBQTsEaAWBBBwpIBSXFhy5I4hKEcINNVWyYx7TpSlE5+S+spfzJiqf5pljmNf8ku6S6CwOHYR0wgggAACCEj0tD16Hg8JAr4RoKMIIIAAAggggAACnhbQN8FHB093lM4hgAACHhdIO2Ex6sPFr6gEYwQQQMDLApFERaWUlztJ3xBAAAEEsiIQFi4sZQWaRlwgUDnrE6lfvSwu0vwuZdJj+G6S37WbbLTrb2Xrsx+QMbd/HFcm2zO0hwACCCDgIgHrtJ3TdxftM0JFAAEEEEAAAQQcIkAYCDhZQCnFExadvIOIDQEEEEhSwLaERVFJtkgxBBBAAAHXCoStD3s+8m3fhVSIAAII+FBAiVLKh/2mywhEBCqmTZDvn7hSJl80Vmbff5as+OK1yIqY1y2Pv0HG3PGpbHHcdVI+YveYNUwigAACCCDQgUA4st4aRWZ4dYIAMSCAAAIIIIAAAggggEA6AvpJWsagb4ZPpxq2RQABBDIsQPUdCNiXsMjVrw6oWY0AAgi4X2DWqrDcOzUk130Wcn9n6AECCCCAQM4FuKiU813gsQDc0x39RMW5D/1FVnzxugTraszAqxZ8a45jXwq7942dZRoBBBBAAIHkBaz7QqxR8ttREgEEEEAAAQQQcLwAASKAgK8F9E3wxqAUZzu+Pg7oPAIIuF7AtoRFvg9cfyzQAQQQQKBtAWvN7IqwvLEgJF/+QsKiRcIIAQQQQCANAaUUT1lMw49NnS8QrKs2kxJbRqqflpjfpUyKew+SgQeeIqMuHS9bn/1Ay2LMI4AAAgggkLqAdXN5p28QSb1FtkQAAQQQQAABBBBAAAEEMi6gz3GiQ8YbowEEvCxA3xDIsYBtCYth4yKY8ZPj7tA8AggggAACCCCAAAIIuELAOIHw24UlV+wXgkxboKlmrfzyyQsy+19nyeSLdpHvn7hS1n7/ZUK92135gux4/Zuy6REXSOmm2ySsZwECCCCAAAJpCajI1kpZE5FZXhFAAAEEEEAgCwI0gQACCCCQOQGllHkTvFIqc41QMwIIIIBAxgUCtrVgfB8YP7ZVR0UIIIBAJwQoigACCCCAAAJuEzAuKCnFGYTbdhvxdiywZMIT8sP466Vy9ifNhasWTGuejk4U9ewfnWSMAAIIIJC8ACWTFbDuLLdGyW5FOQQQQAABBBBAAAEEEEDA2QLcCO/s/WNfdNSEAAIeF7AvYZGrXx4/VOgeAggggAACCCCAgLcFst87/YTF7LdKiwjYI1Bf+YtUTPsgobLeOxxoLisbPEo2O/JC2enGd2XgQaeZy3hBAAEEEEAgawLWfSHWKGvN0hACCCCAgBsEiBEBBBBAAAEXCyjFExZdvPsIHQEEEIgK2JawaHwvROtkjAACLQWYR8AjArsPUHLnXnlyuzF4pEt0AwEEEEAghwJKRS4u5TAEmkagUwL1FUtl8buPyrQ7jpWvrj5A5j70ZwnW1cTVUTJwmIy++X0ZefF/ZcD+J0tRz35x65lBAAGPC9A9BJwiYN1cHrbGTgmLOBBAAAEEEEAAAQQQQACBdAT0TfDRIZ160t6WChBAAAEE0hKwLWGRi19p7Qc2RgABBFwh0KerkpF9lIwyBlcETJAIIOApATrjNYGwcGHJa/vU+/2Z9+SVsujVe6T6xxnNna1eNLN5OjpR2GOj6CRjBBBAAAEEciOgIs0qaxyZ4xUBBBBwhwBRIoAAAggggAACbQkopXjCYls4LEcAAQRcJGBbwqIoF/WaUFsKMI8AAggggAACCCCAQJYFlCilstwmzSGQnED1z3Nk3fyvEwr33uEgc1n5iD1ki+OukzF3fCrdtxpjLuMFAZcIECYCCPhFwHqyojXyS6/pJwIIIIAAAggggAACCEQEvPuqn6RlDPpmeO92kp4hgAAC3hewL2GRq1/eP1roIQII+F7A+P3fNCC9xGTgBYEWAswigEBnBbio1FkxymdSoGrhdPnx5bvl62sPlml/O9qcbtle350Pk7F3T5Gtz75fNtr1t5LftVvLIswjgAACCCDgDAHrxN0aOSMmokDAMwJ0BAEEEEAAAQQQQCBnAvomeGNQirOdnO0DGkYAAQRsELAtYTGj3wc2dJQqEEAAAQTSFyA3PX1DakAAAQQQ2CCglOIpixs4mMqhQKixXmbee4osef8xqatYYkayfun30lRbZU5HX/K6lEpeUdfoLONMCFAnAggggIA9AtYJPDeI2MNJLQgggAACCCCAAAI2TqzHDgAAEABJREFUC1AdAikK6HOc6JBiFWyGAAIIIOAAAdsSFvVTt6zrYA7oFiEggAACCGRC4NX5ITnwhSZzyET91JlZAWpHAAEEHCVgnEBwYclRe8Q3wayZO1lqVyyK62+goEh6jtxH8opLpe/YI2T4GffJ2Hu+kPwuZXHlmEEAAQQQQMA1AioSqVLWRGSWV58I0E0EEEAAAQQQQAABBLwqoJQyb4JXSnm1i/QLAQQQSFrAzQVtS1gU4/vA+HGzBbEjgAACCCCAAAIIIIBAtgSMC0pKcQaRLW6/t1M58yP5/r/XyJSLd5VZ//iTLP/k+QSSwUddJmPv+ly2PP4mM3kxoUBkAa8IIIAAAgi4Q8C6s9wauSNmokQAAQQQQAABBJwjQCQIIOBUAW6Ed+qeIS4EEECgUwL2JSxy9atT8BRGAAEEEGgpwDwCCCCAgN8E9BMW/dZn+pt9gaqF02T2A+fIis9fkabaKjOAdQu+NcexL4XdesfOMo0AAggggIC7Baz7QqyRw/pCOAgggAACCCCAAAIIIIBAigJKiVKRIcUa2AwBBLImQEMItC1gW8Ki8Z3QdiusQQABBBBAAAEEEEAAAQRaCCjFhaUWJOnP+riGYEOtrPzqTQk11scplA0eJYU9+kpRz/7Sf78TZNuLnpSRF/83rgwzCCCAAAIIeE7Aurk8bI091z86hAACCCCAgN8F6D8CCCDgUwF9E3x08CkB3UYAAQQ8IWBbwiIXvzxxPNAJBBBoR4BVIj2LRUb2UeaABwIIIIAAAukJhIULS+kJsrVIsLZaln/+ssz593ky+YKdZd5jl0nl7E+l5b+RF/1XdrrxHRn8f5dItyHbt1zNPAIIIIAAAnECnphRkV4oaxyZ4xUBBBBAAAEEEEAAAQQQcLeAUoonLLp7FzoqeoJBAIHcCdiWsCgqd52gZQQQQACB7Ajs0j8gd+6VZw759n2DZCd4WkEAAQQQcIJATAxKlFIx80wi0HmBXz59Xub/91pZPePD5o2rf5zWPB2dKOrZLzrJGAEEEEAAAX8IWE9WtEb+6DO9RAABBBBwkgCxIIAAAgggkBkB/SQtY9A3w2emAWpFAAEEEMiGgH3pJlz9ysb+og0E2hFgFQKZFzB+/29uRPG532zBBAIIIIBAagJcVErNzY9bNaxdKaumvpvQ9d7bH2QuK91khGx6+Pmy4/VvyqZHXGAu4wUBBBDwrgA9QyAJAeu+EGuUxAYUQQABBBBAAAEEEEAAAQRcIKBvgjcGpfxwtuOC/UGICCCAQIoCtiUs8n2Q4h5gMwQQQMBVAjFZipwHuGrPESwCCCQpQLGsCiileMpiVsXd1VjDmuWydMKTMuOuE+TLK/eV7/5zkTRWVcR1oqhXfxl98wQZddkzMvCgP0lx70HCPwQQQAABBBAwBKzTd24QMSz4QQABBFoTYBkCCCCAAAIIuFJAn+NEB1d2gKARQAABBEwB2xIW9VO3rOtgZsW8INBSgHkEEEAAAQQQQAABBJoFjBMILiw1azDRisAPz94sC1+6Q9Yt+KZ57boF3zZPRycKe/SNTjJGAAGHCBAGAgg4QEBFYlDKmojM8ooAAggggAACCCCAAAII2CaQi4qUUuZN8EqpXDRPmwgggAACNgnYlrAoxveB8WNTWFSDAAIIIOBEgYo6kekrw+bQGHJihMSEgOcF6CAC3hEwLigpxRmEd3Zo6j2pWjhN1sz5LKGC3tsfaC7rMWwX2fyYq2Xn2z6SXqP2M5fxggACCCCAAAIdCFh3llujDgqzGgEEHChASAgggAACCCCAAAKtCXAjfGsqLEMAAQRcJ2BfwqLrr365bt8RMAIIIJB1gSnLwnLxpKA5ZL1xGkQAAQQQ8JyAfsKi5zpFh5ISWPbRMzL3oT/L5AvHyPQ7/yj6aYotN+y53X4y9s7PZcR5D8nGe/xeCkrLWxZhHoEUBdgMAQQQ8IGAdV+INfJBh+kiAggggAACCCCAAAItBZj3pIBSolRk8GT/6BQCCCDgEwHbEhaN7wSfkNFNBBBAAAEEEGhTgBUIIIBAJwSU4sJSJ7g8VXTJ+49JxbQPJFi/3uxX3cqfpH71MnM6+pJX2EXyupRGZxkjgAACCCCAQGcErJvLw9a4M5tSFoGkBCiEAAIIIIAAAggggEAOBPRN8NEhB83TJAIIIOA/gQz12LaERS5+ZWgPUS0CCCCAAAIIIIAAAp4UCAsXljy5Y5s7VbNknvz85r+lctYnzcuiE71G7is6IbHP6ENk2J/ukV3u+VKKevaLrvb9GAAEEEAAAQTSFlCRGpQ1jszxigACCCCAAAIIIOAkAWJBAIHOCyileMJi59nYAgEEEHCcgG0Ji6Ic1zcCQgABBBBAoKUA8wgggAACjhFQopRyTDQEYo9AY3WlLHrtXpl6/a/l21t+Kz+98S9ZMeXVhMoHHny6jL3nCxl60m3Sa7v9JVBYnFCGBQgggAACCCCQhoD1ZEVrlEZFrt2UwBFAAAEEEEAAAQQQQMCLAvpJWsagb4b3YvfoEwIIdFqADVwqYF/CIle/XHoIEDYCCCCQvMCQHkqO3zpgDslvRUkEEEAAAQRaF+CiUusuzl/adoThYKMsfucRqV2xqLlQ1Y/Tm6ejEwWl5dFJxggggAACCCCQCQHrvhBrlIkWqBMBBBBAAAEEPC9ABxFAAAEHCuib4I1BKc52HLh3CAkBBBBIWsC2hEW+D5I2pyACCCDQtoDD12zeXcxkRZ202CXf4cESHgIIIICA4wWUUjxl0fF7qfUA183/Wha+cLvUr14aV6Cwe18p3WRrKezRV/rtfaxse8HjstMN78SVYQYBBBBAAAEERCTTCNbN5dwgkmlo6kcAAQQQQAABBBBAAIFsCuhznOiQzXZpC4GUBdgQAQRaFbAtYTFsXAQzflpthIUIIIAAAt4QiP2cV8obfaIXCCCAAAI5EjBOIDJ1YSlHPfJ8s+uXfi/zn75Oply6h8y45yRZOvEpWT1jUkK/h59xn4y+eYIM+d0V0m2LHRPWswABBBBAAAEEsiBgnbMrZU1koUmaQAABBBBAINsCtIcAAggg4D8BpZR5E7xSyn+dp8cIIICAhwRsS1gU4/vA+PEQDV1BAIFWBFjkc4G4hEX9we9zD7qPAAIIIJCGgHFBSSnOINIQzPqm639ZKMs/e1GaatY0t1398+zm6ehEYY+NopOMEUAAAQTcK0DkbhewTuCtkdt7Q/wIIIAAAggggAACCCCAQESAG+EjDva9UhMCCCCQEwH7Eha5+pWTHUijCCCAQFYFwjGJJYoP/qza0xgCCHhIgK5EBfQTFqPTjJ0hEGqsl4pv35cfxt+QEFD51ruZy7r231I2OfQc2e7KF2XLP95oLuMFAQQQQAABBBwmYJ2+WyOHBUc4CCCAgF8E6CcCCCCAAAII2C6glCgVGWyvmwoRQAABBLImYFvCovGdkLWgaQiBNgVYgQACGRWYuiIkF08KmkNNQ0abonIEEEAAAR8IKMWFJafs5srZn8jch/4iUy7ZTeY+fIH88snzsu6HqXHh5RWXyOhbJsj2V70kgw45U0oGDI1bzwwCCCCQVQEaQwCB9gWsewzD1rj9wqxFAAEEEEAAAQQQQAABBBwq0CIsfRN8dGixilkEEEAAARcJ2JawyMUvF+11QkUAAQRSFKisE5m+MmwOKVbBZggg4AIBQkQgOwJh4cJSdqSTaWXtd1OkYtoE0U9Y1OWL+2wiwboaPRk3FHbvGzfPDAIIIIAAAgg4VEBF4lLWODLHKwIIIBAvwBwCCCCAAAIIIOA2AaUUT1h0204jXgQQQKAVAdsSFkW1UjuLWgowjwACCCCAAAIIIIAAAqaAEqWUOcVLdgQaqytl+Wcvys9vP5jQYO/tD5SSgcOa/9Tzjte9IeUj9kgoxwIEEEhagIIIIIBAbgWsJytao9zGQusIIIAAAggggAACCHhXgJ5lW0A/ScsY9M3w2W6a9hBAAAEE7BOwL2GRq1/27RVqQgABBBBAAIF2BFiFAAJeEeCiUnb25LIPx8nMe0+VLy7bU+Y/fZ0sfvvh5icpRiMo3Wxb2e6K52XQIWdKyYCh0cWMEUAAAQQQQMCtAtZ9IdbIrb0gbt8LAIAAAggggAACCCCAQAsBfRO8MSjF2U4LGWYRQAABVwnEJyymETrfB2ngsSkCCCCAAAIIIIAAAj4UUErxlMUs7PeVX70pa+d90dySfpJiw9qVzfNM+FSAbiOAAAIIeFvAurmcG0S8vZvpHQIIIIAAAggg0KEABRDwmIA+x4kOHusa3UEAAQR8JWBbwmLYuAhm/PgKj84igAACfhMY2UfJnXvlmUNJgfJb95PuLwURQAABBJIQME4guLCUhFOSRepW/iSL33lYVn39VsIWfXb6lXQfurMM+d3lMvqWCTLy4v9Kce+BCeVYgAACCCCAAAIeErBO2ZWyJjzUNSd1hVgQQAABBBBAAAEEEEAguwJKKfMmeKVUdhumNQQQ8LUAnbdfwLaERTG+D4wf+yOkRgQQQAABxwiUFyvRSYt6KLDvG8Qx/SMQBBBAAIEsChgXlJTiDCId8abaKvnpjfvl21t+K19fd6gseu0+Wfbh+IQq++19nGzz5/+IHhd275uw3qELCAsBBBBAAAEE0hGw7iy3RunUxLYIIIAAAggggEAmBagbAQQQ6JwAN8J3zovSCCCAgEMF7Es34eqXQ3cxYSGAAAItBZhHAAEEEEDAGQL6CYvOiMSdUahAnvz85gNSs2Recwfyu3ZrnmYCAQQQQAABBHwsYN4XIvoec+EfAggggAACCCCAAAIIIOAZAaVEqcjgmT7REQTSFqACBNwnYFvCovGd4L7eEzECCCCAQKcEwjHJ6UrFzHSqFgojgAACCCAQEVDKxReWIl3IymvVgm/lx5fvkpol38W1l1fUVfrs/GvpNWo/GXrybTL27iky/Kx/Cv8QQAABBBBAAAGxTtljz+NRQQABBBBAAIEUBNgEAQQQQMBRAvom+OjgqMAIBgEEEECgUwK2JSxy8atT7hRGAIF2BFjlZAHrfzycHCKxIYAAAgi4RCAsXFhqe1fVLv9RFjx3i3x51X4y/a7jZcn7j8uqr95M2GDoibfKsNP/Ln12OkR0AmNCARYggAACCCDgYAFCy6CAitStrHFkjlcEEEAAAQQQQAABBBBAwN0CSimesOjCXUjICCCAQEsB2xIWRbWsmnkEEEAAAa8JfLQ4LAe+0GQOlXVe6x39QQABBDwl4ILOKFFKuSDO3ITYWFUhyyaNl4Y1K8wA8ruUicovMqd5QQABBBBAAAEEOhSw7je0Rh0WpwACCCCAgGsFCBwBBBBAAAF/CegnaRmDvhneXx2ntwgggIC3BOxLWOTql7eODHrTjgCrEEAAAQQQQAABBOwQ4KKSSOXMj2T+09clcHbbYkcpGTBUNt79dzLivIdlzJ2fySaHnp1QjgUIIIAAApkUoG4EXCxg3RdijVzcEe5DhDkAABAASURBVEJHAAEEEEAAAQQQQAABBGIE9E3wxqCUnWc7MfUziQACCCCQFQHbEhb5PsjK/qIRBBBAAAEEEEDAGwL0AgFDQCnly6csrv3+S/nuPxfL5At2ltkPnCPLP3tRVs+cZIjE/2x35Yuy+R+ulR7DxsavYA4BBBBAAAEEEOhIwLq5nBtEOoJiPQIIZFyABhBAAAEEEEAAARsF9DlOdLCxWqpCAAEEEMiygG0Ji2HjIpjxk+Xwaa41AZYhgAACCCCAAAIIIOB4AeMEwq8XlqoWfCurpr4jwYZaczcVlW8soYZ6c5oXBBBAoDMClEUAAQTaFFCRNUpZE5FZXhFAIAmB3x5+gDBgwDHAMcAxwDGQiWNg62GbJ/FNRBEEEgVYskFAKWXeBK+U2rCQKQQQQAAB1wnYlrAoxveB8eM6AAJGAAEEEEheoFuhyMg+yhyS34qSCLhSgKARQCDTAsYFJaW8ewbRtH6drJj8qix67d4Eyd47HCRd+m4qAw8+XUZd/pzsdNN70nuHAxPKsQABBBBAAAEEEEhZwLqz3BqlXA0bIuADgbgu/vqgveTUP/6WAQOOAY4BjgGOgYwdA3FfPMwggEDnBXx8I3znsdgCAQQQcK6AfQmLSV/9ci4GkSGAAAIItC+wTe+A3LlXnjn06dJ+WdYigAACCCDQkYB+wmJHZdy2XicpzvrH6TLlkt3k+6eulsXvPCI6eTG2H8V9NpEd/vo/2fSw86R00PDYVUwj4DEBuoMAAgggkDMB674Qa5SzMGgYATcJ1NbVCwMGHAMcAxwDHAPZOgbc9B3ZcayUQCCLAkqJUpEhi63SFAIIIICAzQIBu+ozvhPsqop6EEAAAQQcKhCbWKIcGqNvwqKjCCCAgAcElFLmxSUPdKW5C6umviNr5n7ePF+6yQhpWLO8eZ4JBBBAAAEEEEAgKwLWzeVha5yVNmkkMwLUmhWBMy64Xn57wp8ZMOAY4BjgGOAYyNox8P0Pi7LyHUcjCHhNQP9fZXTwWt/oDwII+FzAZ923LWGRi18+O3LoLgII+FIg9v85lPIlAZ1GAAEEELBNICxuvbBUX7FUlrz/mCz//OUEjd47HCTdhmwvg//vEtnpxndl1GXPSNf+WyaUY4EzBIgCAQQQQAABzwpY5+ycu3t2D9MxBBBAAAEEEOiEAEURQMA7Akop8yZ4pZR3OkVPEEAAAR8K2JawKHwf+PDwocsIIOA3gbiExfY/+P1GQ38RQAABBDotoEQp1emtcrVBqKFOFr/9kEz729Hy1bUHyY8v3y1L3nssIZy+Y4+QbS96Uvrvd4IU9eyXsJ4FCCCAAAIIIIBAVgSsE3hrlMkmqRsBBBBAAAEEEEAAAQQQyJ6AfpKWMeib4bPXKC0hgICIgICArQL2JSxy9cvWHUNlCCCAgBMFllSLPDU7ZA5VTXzwO3EfERMCCCDgJgE3XVQKFBbLkglPSPXPc5qJi3r2l2BDbfO8/RPUiAACCCCAAAIIpChg3RdijVKshM0QQAABBBBAIDsCtIIAAgggkLSAvgneGJTibCdpMwoigAACDhSwLWGR7wMH7l1CQgCBtgVYk5LA4qqwmayokxZrGlKqgo0QQAABBBBoFlBKOe4pi9WLZsqi1+6VqgXfNscZneiz0yHSc9u9ZcsTbpaxd34uI879t+QVdomuZowAAggggAACThTwa0zWPYZuukHEr7uKfiOAAAIIIIAAAggggEDyAvocJzokvxUlfSFAJxFAwFUCtiUsho2LYMaPqzpPsAgggAACCCCAAAIIIJC6QFpbGicQTrmwVL96mSx88Q756pqDZNrtf5DF7zwiK6a8mtC9Ib+/Soaf+Q/pO+ZwyetSmrCeBQgggAACCCCAgGMEVCQSpayJyCyvCCCAAAIIpCTARggggAACCDhFQCll3gSvlHJKSMSBAAIIIJCCgG0Ji2J8Hxg/KYTAJggg0IoAixBAAAEEEEAAAW8LGBeUlHLGGUSwrlqWfvCk1K9eaprnFZdIoKDYnOYFAQQQQACBDAtQPQKZEbDuLLdGmWmDWhFAAAEEEEAAAQQQQACBbAs46Eb4Tnad4ggggAACMQL2JSxy9SuGlUkEEEAAAQQQQACB3AsQgdMF9BMWsxnjmjmfyfyn/yo6QTG23a79t5SyzUZK311+I1uf9S8Ze9dkGXzUZbFFmEYAAQQQQAABBNwloCLhWqPIDK8IIICAZwXoGAIIIIAAAgj4RkApUSoy+KbPdBQBBBDwoIBtCYvGd4IHeehSmwKsQAABXwr0L1Vy/NYBc+hW6EsCOo0AAgggYKOAUpm/sFS1cLrMe/xymXzRLjLrn2fI8s9ekorpExN6MfKSp2XLP94o5dvsmbCOBQgggICvBeg8Agi4U8C6uTxsjd3ZCaJGAAEEEEAAAQQQQACBrAm4pCF9E3x0cEnIhIkAAggg0IqAbQmLXPxqRZdFCCCAgMcE+peKmayokxa7FSmP9Y7uIJB9AVpEwN8CYcnGhaWaxXNk5ZdvND9VsbB7H5Fg0N/09B4BBBBAAAEEvC9gnbIra+z9DtNDBJwtQHQIIIAAAggggAAC9ggopXjCoj2U1IIAAgjkVMC2hEVROe1Hy8aZRwABBBDIgADJ6RlApUoEEEDAtwJKlFK29D5Yv95MSlz40h0J9fXa/kAp7rOJDDjgFNFPURx9ywfmn35OKMgCBBBwqwBxI4AAAgi0JmA9WdEatVaCZQgggAACCCCAAAIIuEmAWBGICOj/rDQGfTN8ZAGvCCCAAAJuFLAvYZGrX27c/8SMAAIIdEog9qPephyTTrVP4WwL0B4CCCCQWYF0LypVfPOuzL7/bJl84RiZ9/jlsnTCk1JXsSQu6ILSctnxujdks99cIGWbjYxbxwwCCCCAAAIIIOBZAeu+EGvk2W7SMbsEqAcBBBBAAAEEEEAAAZcI6P+gNAalONtxyR4jTAQQcJSAc4KxLWGR7wPn7FQiQQABBDIlEI7JWFQx05lqj3oRQAABBLwtoJRK6ymLFdMmSOWsj5uRSgYMlcZ1q5rnmUDAEQIEgQACCCCAQC4ErHP2dG8QyUXotIkAAggggAACCLhSgKARQCArAvocJzpkpUEaQQABBBDIiIBtCYs6icW6DpaRQKkUAQQQQCD3At+vCcvFk4LmsGJ97j/1cy9CBAgggAACKQsYJxDJXFhqXLtClk96WpZ/9ExCU722P0hKN9tWNj3iAtnx+rdkuytflLLBoxLKsQABBBBAAAEEEPCdgIr0WClrIjLr2lcCRwABBBBAAAEEEEAAAQS0gFLKvAleKaVnGRBAwGMCdMc/ArYlLIrxfWD8+EeOniKAAAI+FKhuEJm+MmwOdUEfAtBlBBBAAAH7BIwLSkq1fQZR8cl4mf+vP8nMmw6Tn165W5ZOeCyh7V6j9pVRl4yTgQeeIsW9ByasZ0FSAhRCAAEEEEAAAS8KWPcYWiMv9pA+IYAAAggggEDnBCiNAAIIeEMgyRvhvdFZeoEAAgh4V8C+hEWufnn3KKFnCCCQogCbIYAAAggggEB7AvoJi22tX/35i7L+51nNq4v7bCqN1ZXN80wggAACCCCAAALOEXBgJNZ9IdbIgQESEgIIIIAAAggggAACCCCQgoBSolRkSGFrNkEgTQE2RwABuwRsS1g0vhPsiol6EEAAAQQQQAABBBBAwOMCfUry5XfblstRPX6UhtkTEnrbfbsDpWzoWNnk6Ktl+5s+kOHnPiQFpeUJ5ViAAAIIIIAAAggg0IqAdXN52Bq3UoJFCCCAAAIIOEuAaBBAAAEEEEhCQN8EHx2SKE4RBBBAAAGHCtiWsMjFL4fuYcJCoB0BViGAAAIIIIAAAtkWGNRNyX375ckzRw+Us8f2lf7566Xpx6kJYfQ94HQZfMrd0mv0YZJf0j1hPQsQQAABBBBAIHkBSvpQQEX6zE3mEQdeEUAAAQQQQAABBBBAwBsCSimesNjOrmQVAggg4BYB2xIWRbmly8SJAAIIIJCqwMg+St49Kt8cBnfngz9VR7ZDAAFPCdCZTgqsqQ3LsPIN3yFNYeOUpLBLJ2uhOAIIIIAAAggggEC7AtaTFa1Ru0VZiQACCCCQlACFEEAAAQQQQMAJAvpJWsagn7LohHCIAQEEEEAgNQHjfwdT2zBhK65+JZCwIF0BtkcAAScLqA25Jk4Ok9gQQAABBHIgsEUPkRNHBOSRg/Jl027xAVQ1inyxLCzvz6+Wq99dIvdXDJOu+58bX4g5BBBAAAGfCdBdBBCwXcA6Z7dGtldPhQgggAACCCCAAAIIIIBA5wVs2EL/B6UxKMXZjg2aVIEAAgjkTMC2hEW+D3K2D2kYAQQQQAABBBBoW4A1CGRRYNf+Sp46JF/u3z9fjhsekE3KRMb0SzzluPrToNz68Sr57KcaUYoLS1ncRTSFAAIIIIAAAn4RsG4u56kjftnh9BMBEQEBAQQQQAABBBDwgYA+x4kOPuguXUQAAQQ8K5D4v4cpdjVsXAQzflLc2p2bETUCCCDgNwH9WR/tsxI+9aMWjBFAAAEEIgJB46tho66Raf26tj4sjSE91cpgfKlwYakVFxYhgIAjBQgKAQQQcJ2AdU+IUtaE6zpAwAgggAACCCCAAAIIZF+AFp0voJQyb4JXSjk/WCJEAAEEEGhTwLaERTG+D4yfNhtiBQIIIICA+wXCMV3gMz8Gg8l0BNgWAQRcJrBdHyXnbZ8njxyUlxD5N8vDsrgqLC9+H5YLPwzK714Pysvft5GxaFxQUopvkwREFiCAAAIIIIAAAnYIWCfw1siOGqkDgXQF2B4BBBBAAAEEEEAAgfQFuBE+fUNqQAABBDIrkFTt9iUscvUrKXAKIYAAAm4WmLkqLAe+0GQO89e4uSfEjgACCCDQWYFjhgXkpcPz5fa98uSwzZVsUqZkp43jEw4bQiKnvBOUB6cFRX9ndNSGfsJiR2VYjwACyQhQBgEEEEAAgRYC1q9p1qjFSmYRQAABBBBAAAEE3ClA1AggIEoZP5EBDQQQQAAB9wrYlrBofC+4V4HIEUAAAQQQaEuA5QgggAACpkC+EiktNCdlbX1YXv8hLCtq0rtrSSllXlyK1MorAggggAACCCCAgG0C1q9pYWtsW71eroi+IYAAAggggAACCCCAgOMF9E3w0cHxwRIgAgg4U4CoHCFgW8IiF78csT8JAgEEEEAAAQQQQACBlASK80X2HBiQK8bkydVjE//c86Ql8X/q+R/fBOWnqpSasjYKCxeWLAofjOgiAggggAACCGRZQEXaU9Y4MscrAggggAACCCCQWQFqRwABBDItoJQyb4JXSmW6KepHAAEEEMiggG0Ji8L3QQZ3E1UjgAACbQqwAgEEEEAAgbQFrt0lT144PF+uHhuQfQYp2XOgan6aYrTyn9eF5cFpQZm5yq7H9ChRSkWrZ4wAAggggAACCCDQvkDn1lq/slmjzm1LaQQQQAABBBBAAAEEEEDAqQI6bDIwAAAQAElEQVT6SVrGoG+Gd2qIxIVAmgJsjoAvBOxLWOTqly8OGDqJAAL+FuiSLzKyjzIHPe1vDXqPAAIIeEdAf6YXWmcGP1WF5ek5IbFmM9pJ51xUymg3qRwBBBBAAAEEEMi+gHVfiDXKfvu0iAACCCCAgCMFCAoBBBBAwPUC+iZ4Y1CKsx3X70s6gAACvhaw7f8h+T7w9XFE5xFoW4A1nhLYtEzJnXvlmYOe9lTn6AwCCCDgYYEeRUoOHRKQ2/bMk2OGJZ4C/G9BSB6fFZJT3gnKacbwhDG9riHzIEopnrKYeWZaQAABBBBAIDsCtOIsgXAkHG4QiTjwigACCCCAAAIIIIAAAt4Q0Oc40cEbPXJhLwgZAQQQsEEg8X8rU6w0bFwEM35S3JrNEEAAAQTcIBD3Oa/i5twQPjEigAACrhVINfC+XUTu3jtPnjssT/68Q0C276tkn0EqobpPl4Rl3JyQLK7K4me7cQLBhaWEXcECBBBAAAEEEEDAHgHrVz6lrAl7aqUWBBBAAIEMC1A9AggggAACCLQvoJQyb4JXSrVfkLUIIIAAAo4WsC1hUYzvA+PH0Z0lOARaEWARAgh0QiAc80Gv9Ad/J7alKAIIIIBA9gVW1IoM7r6h3ZmrwvLuj6ENC3I5ZVxQUkrlMgLaRgABBBDwlwC9RcBfAtZ9KNbIX32ntwgggAACCCCAAAIIIOBdgY5vhPdu3+kZAggg4CEB+xIWufrlocOCriCAAAKtCxjnAM0ryDFppmACAQQEglwKDOqm5NjhAbl//3wZ2ScxAXD83JDcOzUkR78elAs/DMqL3zvnF3f9hMVc2tE2AggggAACCCDgWQHr10Jr5Nlu0jEEEMi2AO0hgAACCCCAAAI5FjD+g1IpJUqpHAdC8wgggAAC6QjYlrDI90E6u6GdbVmFAAIIOEigojYsT80OmcPKWgcFRigIIICADwX0n3f+z4F5ooeTRgRkix4iew1M/PX+ue/C8saCkKypd06iYnR3KaW4sBTFYIwAAggggAACCNgpYP3qF3vjoZ3VUxcCCCCAAAIIIIAAAgikKMBmaQnom+CjQ1oVsTECCCCAQE4FEv9HM8VwuPiVIhybIYAAAi4SWF0nZrKiTlpcud763w8XxU+o/hWg5wh4UaCqISz66Yq6bw0hkc+WhuWrX4wJvcAVQ1i4sOSKHUWQCCCAAAIIIOBGARUJWlnjyByvCHhfgB4igAACCCCAAAIIeFtAKWXeBK+U8nZH6R0CCCDgcYF0ExY38PB9sMGCKQQQQAABBBBAAAEEbBDYpreSM0flyWMH50uXfIn7N3+NyOs/hOSmySE56tUmue6zoHy+zE3J5Mq8sBTXKWYQQMDJAsSGAAIIIOAmAevXQmvkpsiJFQEEEEAAAQQQQCC3ArSOgLMF9JO0jEHfDO/sQIkOAQQQQKA9AfsSFrn61Z4z6xBAAAEEEGhHgFUIIIBAvMBvtgjI84flyd1758n/balkQKnI2H4qvpAx949vQvLR4pDUBY0ZF/5wUcmFO42QEUAAAQQQQMAdAtavjtbIHTH7Iko6iQACCCCAAAIIIIAAAmkJ6CcrGoNSnO2k5cjGCCCQYQGq70jAtoRFvg86omY9AggggAACCCCAAALJC3QvilxwqW4QeXNhWH6u8t4dQkopnrKY/CFByY4EWI8AAggggAACGwSsXx25QWQDCVMIIIAAAggg4BEBuoEAAr4W0Oc40cHXEHQeAQQQcLmAbQmLYeMimPHjcg7CRwABBBBoTSC6rLxY5PitA+awUdfoUsYIIIAAAqkI7No/IJeNzpO/7ZGXsPknS8LyyvyQXDopKP/3WpP8/eugzF+TUMzdC4wTCC4suXsXEj0CCCCAAAIIOFhARWJTypqIzHb4SgEEEEAAAQQQQAABBBBAwMkCSinzJnillJPDJDYEHC9AgAjkWsC2hEUxvg+Mn1z3h/YRQAABBDIo0KNImcmKOmlxoxI+9TNITdUIIOBhgUtG58lrR+bLdbsGZL9NleywkZI+XeM/U1fVhuX+b0Py7UoP3xJkXFBSKr7fHt7tumsMCCCAAAIIIIBA9gSsXyOtUfbapSUEEEAAAQQQQAABBBBAIJMC3AifSV3qRgABBLImYF/CIle/srbTaAgBBFoKMI8AAggggIB7BIrywlJsPVRxWU1YnvsuLE0hf/4yrZ+w6J49R6QIIIAAAgggkHsBIkhawLovxBolvRkFEUAAAQQQQAABBBBAAAFHCyglSkUGR8dJcGkKsDkCCHhdwLaEReM7wetW9A8BBBDwvUDYn/k0vt/vACCAQOcEygpEDhockFt2z5PTtk38dfvtH8Py9JyQnP1+k5z4VlAemRGUyrrOtZGR0jmoVCkuLOWAnSYRQAABBBBAwA8C1vk75/F+2Nn0EQEEEOikAMURQAABBBBwsYC+CT46uLgbhI4AAgj4XiDxf1BTJOHiV4pwbOYLATqJgFcEwmL9j4fRIWUM/CCAAAIIbBDoVihyx1558uIR+XLRjgHZaWMl+wxK/LT86pewPDErJPPXbNjWn1PGt4pxEqEvLvmz//QaAQQQQMCLAvQJAccIWL+GKmvsmLgIBAEEEEAAAQQQQAABBBBIQ0Ap5YgnLKbRBTZFAAEEEDAEbEtYFGXUxg8CCCCAgKcFlteIXDwpaA7z125IXvR0p+kcAgg4RcDxcaxrEBlQuiHMuatFXvmBz8oNIi2nlCilWi5kHgEEEEAAAQQQQMAOAevXUGtkR43UgQACCGRLgHYQQAABBBBAAIG2BcLGWY4xcCN820SsQQABBNwgYF/CovG94IYOE2NrAixDAAEEkhOoC4pMXxk2h5qG5LahFAIIIOAlgX4lSo7eKiD37Zcnuw1ITLZ79ruwPDgtKMe9GZTzP2iS578Lean7tveFi0q2k1IhAggg0IEAqxFAwDcC1q+q1sg33aajCCCAAAIIIIAAAgggoAU8POib4I1BKc52PLyX6RoCCPhAwLaERb4PfHC00EUEEEAAAQQQaFuANZ4WGN5TyYMH5MkTv8qT07YNyLByJXsOTPxV+tX5IXnx+7CsXM/dPMkcEEopnrKYDBRlEEAAAQQQQACBzgpYv45yg0hn4SiPQBICFEEAAQQQQAABBBDImYA+x4kOOQuChhFAAAEE0hZI/F/WFKsMGxfBjJ8Ut25/M9YigAACCCCAAAIIIJBLgco6kcHdVXMIXywLy+SlPD2xGSSVCeMEggtLqcCxDQLeFqB3CCCAAAI2CVi/uiplTdhULdUggAACCCCAAAIIIGCHAHUgkKqAUsq8CV4plWoVbIcAAggg4AAB2xIWxfg+MH4c0CVCQAABBBBAAIFWBFiEAAIdCAzrKXLatpGnKJYXxxf+ZX1YXvg+JH/7IiRHvNIkV38alIk/c7tOvFIn54wLSkpxBtFJNYojgAACCCCAAALJCVi/qlqj5LahlFcE6AcCCCCAAAIIIIAAAt4V4EZ47+5beoYAAp0VcHV5+xIWufrl6gOB4BFAAIFkBAaWKXn3qHxz2HEjkkySMaMMAgg4X+DAzQLyzK/z5b598+XorZT0K1Gy+4DEz7iHpoXkg59CUtvk/D65JUL9hEW3xEqcCEQEeEUAAQQQQMAlAtavs9bIJUETJgIIIIAAAggg4BQB4kAAAccKKCVKRQbHxkhgCCCAAAIdCtiWsGh8J3TYGAUQQAABBNwtEJtYYvvnvrtpiB4BBFwsEAyHpaf1RMX1jSLv/BiSH9a4uEMuCl0pLiy5aHcRKgIIIIAAAgi4ScC6udz4Vdd5URMRAggggAACCCCAAAIIIJCigP6/yuiQYhVshgAC2RKgHQTaEbAtYZGLX+0oswoBBBBAAAEEEEAgpwJj+im5aKeA3LdfXkIcny8Ny9s/huWKj4Pym1eb5K6vQjK7wvof3oTSLLBPICxcWLJPM1oTYwQQQAABBBBAwBRQ5qsoaxyZ4xUBBBBAAAEEvCJAPxBAAAG/CiiljPOcyOBXA/qNAAIIeEHAtoRFUV7goA8IIIBAmwKsQAABBBBwocCZo/Lk1d/ky4275clBmwVkWLmSwd3jf3HVT1W8+6ugfL2cJMXs7mIlSqnsNklrCCCAAAIIIIBAxwLeKGH9amuNvNEneoEAAggggAACCCCAAAII6CdpGYO+GR4MBNIUYHMEEMihgH0Ji1z9yuFupGkEEEAgOwK1TSLTV4bNobo+O23SCgIIIJCOQHF+WLrkR2pYWSvy4vdhWd/IL64RkVy8xrfJRaV4D+YQQAABBBBAAAHbBKz7QqyRbdVSEQIIIIAAAskJUAoBBBBAAIEMCeib4I1BKc52MiRMtQgggEBWBGxLWOT7ICv7i0YQaFuANQhkQWB1ncjFk4LmMLeShJ8skNMEAgh0IFBSoGT/TZXcsFuenLd94q+27/0YlmfmhuS8CUE57o0meXBaUJav76BSVmdNQCnFUxazpk1DCCCAAAKeEaAjCCQjYJ2yc4NIMliUQQABBBBAAAEEEEAAAbcI6HOc6OCWmFOOkw0RQAABDwsk/q9uip0NGxfBjJ8Ut2YzBBBAAAEEEEAAAQSSFyjKU3LrHnny8hF5cunoPBnbT8k+gxJ/tZ1VEZZHZ4bkuySTrJOPgJJpCxgnEFxYSluRChBAAAEEEEAAgdYFVGSxUtZEZJZXBBBAAAFLgBECCCCAAAIIuFNAKWXeBK+UcmcHiBoBBBBAwBRI/F9dc3EKL8b3gfGTwoZs4hMBuokAAggggAACCKQkUJwvUlIYv2l9MCy9u2z47XN+ZVhemBcSXTa+JHOOFTAuKCm1YR86Nk4CQwABBBDorADlEUDACQLWneXWyAkREQMCCCCAAAIIIIAAAgh4SyA3veFG+Ny40yoCCCBgs4B9CYtc/bJ511AdAggggAACCCDQUsA/8yUFSvbfVMkNu+XJa7/JlwM3Sfy1VScoPjwjJCe8GZSzJwRl3NyQ1DX5x8gLPdVPWPRCP+gDAggggAACCCDgOAHrvhBr5LjwCAgBBDoSYD0CCCCAAAIIIIBAqwJK8YTFVmFYiAACCLhLIPF/flOM3/heSHFLh2xGGAgggAACSQmM7KNED91aPO0sqY0phAACCCQhMKK3kpePyJNLR+fJ2H7K3GKXAZGxOWO9vPNjSJ7/LiS/rOfOGYvEdSOllHlxyXWBEzACCLhbgOgRQAABPwhYvyKHrbEfukwfEUAAAQQQQAABBBCIE2DGkwL6Jvjo4MkO0ikEEEDAJwK2JSxy8csnRwzdRAABXwv07SJy51555jCil/K1BZ1vXYClCHRWoJfxudJymx/WxP+v6tTlYXl/Ufyyltsw70aBsHBhyY37jZgRQAABBBBAwBUC1im7ssauiJkgXSVAsAgggAACCCCAAAII5EJAKWXeBK+UykXztIkAAgj4TiBTHbYtYVH4PsjUPqJeBBBAwDECselCSvHB75gdQyAIuExAJz8ftWVA7tk7T8YfQq+hEgAAEABJREFUmi9blsd/nug/6zxuTkju/Cok//dak1z+cVDe/THksl4SbscCSpRSHRejBAL+E6DHCCCAAAIIpC9gncBbo/TrowYEEEAAAQQQQAABuwWoDwEEUhHQT9IyBn0zfCqbsw0CCCCAgDME7EtY5OqXM/YoUSCAAAKZFIhLLHHjB38mcagbAQSSEdCJiv89NF9OHxWQEb0jyWq79I+MY7d/fFbITFKsbohdyrTXBLio5LU9Sn8QQAABBBBAwDEC1q/Y1sgxYWUvEFpCAAEEEEAAAQQQQAABTwro/6s0BqU42/Hk/qVTCHRagA3cKmBbwiLfB249BIgbAQQQSF4gHJOjyOd+8m6URMCvAn1a+XPP38f8uWf9JMVJP4fk2xUxHy5+xfJpv5VSPGXRjfuemBFAAAEEEEDA+QLWr9jcIOL8XUWECCCAAAIIOFaAwBBAAAEHCuhznOjgwPAICQEEEEAgSQHbEhZ1Eot1HSzJpimGAAIIINBSwOnzNY1heWp2yBx+qnJ6tMSHAAK5ENiiXMlJ2wTk0YPy5JGD8hNCmLYyLG8uDMs1nwbl8Fea5OYpIZluLEsoyALvCxgnEFxY8v5upocIIIAAAggg0LpAxpeqSAtKWRORWV4RQAABBBBAAAEEEEAAAVcLKKXMm+CVUq7uB8H7R4CeIoBA6wK2JSyK8X1g/LTeCksRQAABBDwhUNskZrKiTlr8eR1p6p7YqXQCARsFrhmbJ/fvlyfHDgvIwDIlXfJFdtgo8TfEv38dlCnL+Ayxkd6dVRkXlJRKPD5s6AxVIIAAAggggAACCFi/blsjPBBAAAEEEPCiAH1CAAEEEPCjADfC+3Gv02cEEPCggH0Ji1z98uDhQZcQaCnAPAIIIIAAAhGBXl0i49jX2RWh5tm5q0WemRuS5TX8ktiMwkSCgH7CYsJCFiCAAAIIIICAAwQIwfUC1n0h1sj13aEDCCCAAAIIIIAAAggggIApoJQoFRnMeV7SFGBzBBBAIDcCtiUsGt8JuekBrSKAAAIIIIAAAghkRWDHjZT8ZceAvHB4vlw5Ji+hzQ8Xh+WGz4Ny5GtNcv4HTfLozJAsqU4oxgIEmgWU4sJSMwYTCCCAAAIIIICAnQLWfUNha2xn1dSFgBcFepUqef/Scpl/e+9ODXNu7S1f/rWnPHdOdzl652IpSDxVzghX324Befy07jLXaP/bG3rJRQd3lYCKNLVR90CbfdF91OsjJf39evcfytrc18+f08MeHKuWEQPy5evre7Xa3sybe8lh2xVZJZ0z0gatvR90P3R/nBNpZiPR7xf9vmnNQi87a9+umQ0gx7W39z7R/W9tmHdbb/nmhp7y4RXl8q8TusmeWxU2fz7luDttNt/eftb7X6+P3bi9z+DYckwjgEBmBPRN8NEhMy1QKwIIIIBANgRsS1jk4lc2dhdtdCTAegQQQAABBBDIjMDzh+XJrXvkySGDA9KtUGTb3kpaPmWxolbkkyVhqWnITAzU6jWBsHBhyWv7lP4ggAAC2ROgJQQQ6EDASlxS1riD0qxGwPcCFdVh2f/2StnxrxXyn49qpa4xMdv3m0VNssWlq2S3m1fL+f+tku+WNUm+8T8s5SUB2WHTArnlqFJ588Jy2XpAfsY9rz2iRHYfWiD5eSKlxUpO3auL/N9OxWa7y9eG5Fd3Vcojk2olGErsh1mojRedlKMT1fyQkHbh+CoZdU2FvDm9vg0N+xbPWtJkHlunP7ZOKmtC9lWcwZp+f/8a+evLNa2+FzLYrOOq1u8n/dlw6D1rZFFF0HHxZTog/T4ZfsUq+fPT62TFusRjd21tWI64d4352Tj0slVy5D/WyDsz6qW4ICADy/PkoG0K5T+ndJNX/1yelc/GVD30fu7M52Z7n8FtxaC/J8af1UP052xbZViOAAKtC7RcqpTiCYstUZhHAAEEXChgnE7bFLWyqR6qQQABBBBwrEBJocide+WZw8g+fPA7dkcRGAJpCBQGRMoKEiuYsSqybJVxIfLV+SG5eFJQdIJiZCmvCKQioMwLS6lsyTYIIIAAAggggAACHQhYOUrWqIPCrEYAgaiATr75+zs18sOKYHRRwlgntugkt8P+vkZe+6ZOYh/mMLhPntx7bJmZqJOwoY0LNuqWF1dbYZ6SPmUb/run0Qj/9W/rpbr9XLy4OvTM2ft2Ed0HPe2HoaY+LB/MbpD6pux8Wn44t0EWVSQmfTnRWue6vj+7Xn5Z6454M22oE5RnLG7KdDOOrF9/nrwxrUHendn+Hcr6mJnxc5Oc998q+ffE9dJkfA7pDiklMrx/dj4bdXupDrqfyX5udvQZ3DIG/QTc8w/oanxOGxjCPwQQSFtA//JlDPpm+LTrogIEEEAAgZwJbDiDTTeE7JzPpRtljreneQQQQMDdAgXG1QWdqKiHnkXu7gvRI4DABoEu+SL7bhKQv+6SJy8ekSe/H5b4K+Iz34XkgolBOfaNoPzr25BMX8kvfxsEmUpVgItKqcqxHQIIOF+ACBFAAIEcC1j/H26NchwMzSPgLoHaRpGGJPKSdHLOPe/UypI1VlaO1U2d8HfhwZn9M7HL18W32RAMy8qq9BLL9h9RJL/ZoViMy39WT/wxChps4Sxd4tDHTLba8sfey24vQ8axkt0WndXa8laesNhWhA9NXC+zl8V/kOrPxqsOL3H8n4duq0+xyzv7GXzS7l1k7Oat3CEeWynTLhYg9KwL6F9WjEEpznaybk+DCCCAgI0Cif8bnWLlfB+kCMdmCCCAgIsEYq/d8bnvoh3ntVDpj60Cm5SJvPqbfLl854DsNkBJUZ6SPQcmnujPWx2WWRWxnwK2hkFlPhVQShn/GaZ82nu6jQACCCCAAAIIZFDA+tWdG0QyaEzVmRdwQQuLK4Py3bL45EEdtk5M2aJv/FMQ9XK7hhterZFPv28UnQBXXReW/0yqlZe+qku5+oHleXLZIV2lpIjzs5QR2RABBJoFdOL3lB8Sn8g4enCBbDMgv7mcWyc68xk8enC+nLFPF8nP3FeCWxmJG4GUBfQ5TnRIuRI2RAABBBDIuUAgNoJ0pvVdYdZ1sHSqYVsEEEAAAQcL6BMAB4dHaAgg0IFAt8LEAj9ViVRa/6excG1Ynpodkr9+5vNbxhOZWJIJAeMEQn+v6CET1VMnAgi0L8BaBBBAAAGPC1g5R0pZEx7vLt1DIJcC+s8Kt2y/rEtAhm6cuaScFetCcuLDa2XoZatku2sr5K6315vJiy3jSGa+vCQgdxxT5qs/BZ2MC2UQQCA9AZ3M3fLPrXcxrk0OyWAyd3oRJ791sp/B+qmStxxVJr1Kbfvv+OSDjCnJJAJeE1BKmTfBK6W81jX6gwACCPhKwL7fkIzvA+PHV3h0FgEEEPC3AJ/6bex/FiPgKIHyYpEjtzT+82GvPHnh8HwZ0y/xvXvX10E5+e0mOeO9oJmwqBMXHdUJgvGmgHFBSanE49GbnaVXCCCAAAIIIIBAlgWsO8utUZYb901zdBQB1wv07RaQh07uJvoJYK7vDB1AAAFHCQRDIuEWv4gU5Svp18MfjxrcekC+PHJKN5LBHXVUEoxnBIwPF30TvB480yc6ggACThcgvgwI2Jew2OKXzgzESpUIIIAAAjkWWNcgcvGkoDl8s4IP/hzvDppHoEOBAzcLyLO/zpezRgVkVJ9IYtieAxN//ftiWViWVHdYHQUQsF2Ai0q2k3qoQrqCAAIIIIAAAmkJRH79F2uUVlVsjAAC7Qu09meUq2pDMu+XJnPDEQPy5evre8n823snDGft29Uso8etrdfb6e3NQsZLW+X0tnqdUSTpH/3kr6dO7ybbb5Ift033Lkpe/XOP5lifP6dH3PpkZgLGh89h2xXJ02d2N/s+77ZI3/X4s6t7yoUHd5WCVnKWdF91n3V/Wg66fwN6BOSuY0rlG8tzzq295bFTu4lOvGwvLt2WblO3rWPQw4TLymW/rQvb2yzlddp0nNH3mTdH9vv0m3rJnceUiX6aZWcr1Sb/OaWbfHtDpC4d+8TLy+W4XbqIdo6t7+4/lDXvt1g/HceROxbJzUdF7L639oeu897junXoF9tGe9O6f1f8ukS081xj3+gY9D7S1nr/tfZe0ceXLtfW8P6l5bJR98i1LF1Hy3Kx66Ox6f2t/wTvB4ZTNA69D3Ry7gDjGIqWa22s1+ty2ka3peN//LTuope3Vj7dZXsPK5Bnz+4u026M7F+9b/Txrff5DpsWtFq9PiYy8T5ptTGbF9Y1hmXx6pZ/Rj++Ed0/3f/oPmjrmNfHhd7/ej+1HPTyHTcrkOfP7SH6+NfrdT2fXFku+tho+d6Jj6DtudaOQV23HvS66Ja7blkgj5zcTTbtFf9Bt1nvPPn0qp7N71P9no1uwxgBBDohoJQoFRk6sRVFEUAAAQQcJhCwKx7jO8GuqqgHAQQQQCCTAmnWPX1lWPSwpp6ExTQp2RwBWwV6G/+h0LLCWatCzYumGe/d+78NyaMz278o2LwBEwhkQUApLixlgZkmEEAAAQQQQMCPAvqU3eh32Bobk/wggEAGBLbqly/bDoxP+NPvu/dm1cv8FZHz71lLmuRXd1XKNz9FEhhbC+OBD9bLWU+sk6q6DefxbZU79J41sqgiUndrZZJZNrhPnvz39O6yed/42JPZtqMyOw8pEJ2gducxpbKqKmz2fcSVq+Qf76+XplDYTI47e9+u8sK5PWRgeXwyj7Y66p9rZIFlF9vWNobzy3/uIUfsUCxl1jUQnZi2x1aF8vdjy6S1ZDi9vW7j9QvKRbepExu//rFJxtywWi4eXyWXHFIih29fpIvZNpx/QFcZd1YP0Q5Gd+WK56tkx79WyLrakOgE0a5JNqcTqs7Zr6uZzLan0ceJcxtkxJUVcseb66VPWUCu+02JPGnsw9h+X2j06fTH1kllTfxxZJx6y6l7dpGjR0fs9LzucGmxkkNHFcor5/dI+ymbup53Lu5htqP3y0XPrJOhl62SC8ZVSTejnYsO7io60VKX021Hh788vU4+/6Eh4Ul8ev0b0+rN42f52kh/9PtEH/8LVwbN8u/NapBj/71Wouv1NvrYftE4ti75VYmUFCo55dG1stctq81jat/hhfLmReXmMaTLthz0saXX63LFBUp0eyOvXiUfz2uQJwzrja3EyZbbpTJfUqTMp5s+dHJ30YmJn81vlF1vWi07G8fmZz80it7nz5zd3Syjy8a2kYn3SWz9dk3rfaEdY+tbVR2SbxY1xS5qnu7sMa/3u/5sfWRSrQT1m625JpGuxr7/+3FlZkJ2NAZd/8Y98uTigxPfOzGbtjupjwl9DLb3GayTUO8/vpv5WdduZaxEAIGUBfRN8NEh5UrYEAGvCdAfBFwoYFvCoj4Jd2H/CRkBBBBAwAaB47cOiB5OGBGQE80hT07aJiAnW8MpxvhUazht2/gLkTY0TxUI+FZgcHclfxwekAcPyJNxh+ZJtxYPBtBPTbx1SkAOfjgAABAASURBVFB++2qTXDIpKK/MD0lFrW+56LjjBMLGfzBEBseFlkRAFEEAAQQQQAABBBwtoCLRRZNSInO8IoCAnQI6ieivR5TEJaXo/yeZ9F2j3P7meon9t2JdSH7uIMlw+uImqajuOMv4u2VNMq2d5MfYdtua1glfu928WvTw46r45Me1tWE54t41ssWlq8zhd/9a01Y1Cct1AqdOHhzUM0+CRlem/NAguu+NRhPPTKmTpZWh5m30U9Qu/3XX5vnohI5t5pLEhKb9hhfKB7MbZNQ1FaIT2aLl9XjHzfLl6NGJmYB6H93++1LZom/kemR1XVj++X6N6IQ+nUB6zYtVMnJQvkQTmiTNf/ophqft1aX56ZGTf2iUF7+qF93/m16rEb3vhm6Un1Qr5x3QVc7bv6sZ2w8rg3LDqzVS3xSW/3y0XnTCmv58HzOkQG44siTuSYsfzGmQH1dtcNaN6T/DO3TjfHl7Rr2Mvn61/O6fa+KSXnUi582/LWt+kqHepjPD6MH5cu0RpdKzJGCc54s890W9vDGtQXQOmW7zwQ9rRSeU6fW3/q5MtFO0/iVrQnLxM9Vx8UTXVdeHTbvovB5rwxnGe2Xp2pDxPqsxjy+9XA86OfWhk7qJ/lO8ur2HJ9XKZ983im7jPx/Vin66nz4mrjSOOx2z3iY66Hm9XK/Xy+avaJJ/T6w129fbvv5tvZlYqNelO+jEOb3f9hlWaO67JWuCcrNxfOj3ij42r36xWvQ+1+V08uTDJ3eTaFzRtu18n0TrtHPcpUBkb+M9G1tnk/E58PLX9bK40piIXWFNn5fCMa/fW3rfVNdblVgjfUx3K1Zyy+s1MvyKVXLr/2pkfYPxoWSsj753/mocs8Zsp3/0MdjeZ/CHcxtlu2srzM9R/Xka24D+vNWfu9HP1wvHV8WuZhoBBJIUUErxhMUkrSiGAAIIOFnAtoRFUU7uJrEhgICLBAg1SwJ37JUn7x6Vb8ugkxX1oBOnjhsekOOGKzl2WED+YA3HGOPfG8MRWwTk5fnxF8yy1F2aQcBzAhfulGcmKupEYZ24qDu424DEX8gm/hyWqka9lgEBpwkoUUo5LSjiQQABBBBAAIHsCdBSJgUi/ycv1iiTLVE3Ar4T2KRnnuikNP0kNv0UPQ2gExWXrAnJda/UyOmPrZWaen+++/4wprg5gbMwT8m5+3cVncSojVobhvfPl37dk/tvKp38d+UL1abtxDkNZvJetM68gJJtBxVEZ5vHfxhbLDtutiFBcKmxj2Yu3pAM+eXCJnl/dkNz+XQmyksCcsY+Xc0nu+l6dMLc599Hkvb0vE7ee3hSnVTUdHxs6OPqj7sUS36e3lJk8vxGM8lSz+l65iyNJHzpU+r9RxTJvlsX6VXtDl8tbJTLn68269HJmv+ZVCsNOqvU2ko/De+EXbtYc8mPdL+vO7JUepVG9qNOCvv6x/gLUbrtmrpInfrJd/rJkfrP+UaWiPmExHGf14lOaIsu02Od0Nfy+NGJcEP65Mn/vqkXnbSny+nBOATkol91Fd0PPa+Tfz80jhM9rYc5S5tkXW3EXsd6zn4lZrKgXqe3Pf+AkuY+6GVfGcdG7Pv4yU/r5McOko71dskMJ+3eRQ4dVWxcE4mUXrQqFJfEp5MW5y7bcJzuaBzD+gmZkdLtv6byPmm/xtTWnr5PV9m634b3nj5uXzP22T/ei0/mjtZu9zGvj6VHP64VPeikxseM6U+/33Bcmu+drQtFJ/1GY2CMAAIuEtC/eBmDfsqii6L2e6j0HwEEEEgQCCQsSXVB5Pf8VLdmOwQQQACBLAs8OiP7iYOPzwxJhXVhKMvdpTkEXC3Qp2tiUtesVZFfvuqNi8ufLgnLLZOD8uHPkWWu7izB2yTgjmq4qOSO/USUCCCAAAIIIOBCAesUwhq5sAOEjIDzBLbfNF/m395bPri8XC4/tEQG9Ij894p+atv/ptXLBU9XydOf15pPlXNe9LmJqKRINTv16BqQ4g35S2ZAellPK9HNXNDOy5QFjc22QeOyZrjFJRD9VMfYzXVi22HbFYlOZowuX1kVkpZPPNPJgHofRsukOj5om0LZtJeVYWhUUtcosqjCCNSYjv7oJLSOnrSpy56wW7HoRECx/i1fF19P7HxJkZLdtyywSrY+0k9mfO6LOjPZM1ri0/kNsqpqA6JO4Np9aIFot2iZZMa/3amo+QmWunyTEWpsfHrZ8rUhqaw1VugZY9BOR+1UbExt+Hl5ar38sHJDkp5e06csIIcb+1BPR4eRgwqkuFCJfqpedJkejx5cIHsNLdST5qATJ6tiEof1tF5mrjRehm6cJzrx0ZgUnSy3zcAN+04nmy5aFR+LTiKc3cqTP/X2nRn0fj16THFzMqretqJ6g42e18OCFZGkVD2tj+HDty9K6gmYnX2f6PrtGvT7fTfjWPzXCd3kzH26mn3UiYrzjb6c9cQ6ufS5qub3cMs27T7m9VMrn5tiZckajek4Js1tMJ+YacyaP92M6617D2//vWMW5AUBBJwnoL+0jEEp5bzYiAgBBBBAIGmByBl10sXbLsj3Qds2rPGYAN1BwCMCc1aH5YV5iRdDMtW9WRVheYmnK2aKl3o9KDCqj5KzRgVk3KF5csvuGy6aRrv62ZKQXPdZSH77alCu/zwoHy4OS238tdRoUcYIOFZAKSVKKcfGR2AIIIAAAj4XoPsIuFnAykHhBhE370Rid5rAN4uaRP8Zz1HXVMjv718r//2szkx+Ky5QohPjnjunu0y+tpecsFuX5ie3Oa0PmY7n/g/WyyfzGs0n5ekkuVe/qZdpPzfJXceUysvnd5e+3ROvb2QqplGbFMgmveL/C6y1xDC72t9neKEUxHSvtcS9ZNrSTx4cFvNkumS2GTEgv91iOrlTJ3nGFlqhkwhr4q8NDyrPa/eJmLHb62n9ZMIDRhTGJYXqpxJW18fXq+d0DHobPejLAHtuVRD3PtEJgfrPBetkQV1GD7rcQdsWxiXqHb5Dkcxf3iQ6+VOXiQ47DS6Qsi7JX1/oZpTVT/jU2+81zNi2eMOxop/It6ra+iLVBWwcdHLpwPINbemql6/bkJyo5/WgY9Dj6LBx94DsbPQxOu+UcXfD8dU/9zCTuafd2Eue+FN30cm7+r2g+3Dz6zVy8J2VMmF2208yzdQxr4+7WKcfVwWlrjF+6ejBhXHHYWx5phFAwLkC+hwnOtgWJRUhgAACCGRdIP634jSa1ycbmfn1PY2g2BQBBBBAoF2BR2eG5Jck/gxJu5UkuVI/XTHJohRDwPcCjx2cL/rPth+5ZUB6Gxf+Nu0mMrAs/qKr/jPPny0NSUP8dTbX2BEoAmKcQHBhieMAAQQQQAABBBDIkIB1+qCUNZGhZqgWAT8K6IQs/Sdvr3ulWs58fK3EJsH1LlVyzeEl8tDJ3UU/bcxvPivWheSkR9bKsCtWybZXVcj85UF566IecuioYnl1aoP8vDoxMStTRpv1zpPiAtv+C6zdMLsUiOiEsnYLJblysBF3L+M4ii1+0cFdzYSw+bf3Nsd6PnZ9j65K9NMIY5d1NF3bKNLQ4sbXQqMfLZ9U2V49G3UzrluVxRs3NIVFP12yve30ut7Gdnp7PR0d3p7eIMvWxl/oGtQzYCYE6zIDy/Nku03yjWOpXs/GDSMH5UvsV57e/59e1dP00m56Wi+LblSUr2Rj6ympQ/rkRxdnfDy4jz4u47+b19V23KxOjNbbdlwyuyX0E0uPuHeNXPJslcQ+wVJHoZMWz963i4we3L5vto75qrqwhMLx9uZ7xziOdbwMCCDgHgGllPGZHxncEzWRIoAAAgi0FIg/k2i5tjPzSsT4Ef7lXIAAEEAAgaQF9J2+j82MvwiU9MadKPj6DyGZtpK09k6QUdRHAj2KEn+Dmrky8r5cWx+WtxaG5bKPgrI45s/0+IiHrnpZwLqw5OUu0jcEEEAgwwJUjwACCLQtYJ2CW6O2y7EGAQTSEvhyYZO8P7shrg7jVEf22qpAztu/a9xyP80M6BGQZ8/uYSZvlncNyBvT6uSf79Xo+9ayxqD/9K5OmMpGg92MPtqVoKoTDwvy4q8V3fX2evPpnvoJn60NB9xRKSurIteSOtPflgmksUl8ydTTszQgPYy+J1O2ZRm9nd4+dvniyqB8+n1j7CLz6Y2HjCoy/1S1/pPVoZCSr35skWlpbNGzJP6/O/XT9Ha7eXWbbltetkoe/jCSKdhyW6O6jP1s1jsv5brT2TblRpPc8NWp9fLezPqE93gv4xi54KCSdhO4s3XMr6oOiX6SZ2yX9BMi9WdU7DKmEXCoAGHFCnAjfKwG0wgggIBrBeJ/g0+nG1z9SkePbRFAAIGcCUz8OSwfL87ch/g645rtY7M6f8EsZyA0jIApkLmXYuO65J4DlVwxJiCv/SZfThwRfxFat/zS/LBcPCkov3s9KPd8HZRvVmTuParbY0AgVwL6CYu5apt2EUAAAQQQQAABTwtYpxnWyNNdpXMIpCeQ/tafzmsU/bS62Jp00uL+Iwplo+72/RdMbP1Ont51ywJ5/twesv2m+aIdFlUE5fa31ksTlzZS3m2b9c7OcRQKh6UpxzvqqU/rZFV1/MGyRd882WtYkRwyskg++q4hIemsNVgS0VpTydyykLHLrn25RmYtaUpoZPTgzidwZ+uYbwyKNAWN4BOiZgECCDhawPgFQyll/J6hHB0mwSGAAAIItC9g21mO8Z3QfkvRtYwRQAABBBwn8NjMoGTqtFw/wbG6wXFdJiAEciLQp6uS147Ml6vH5sk+gwJSnC+yx8DEX8cWrg3LdJ5KmpN9RKPZFVBKcWEpu+S0hkB2BWgNAQQQQCB3AtZJftga5y4QWkbA+wI6IU//GdyWPdVP+OtduuGcf/m6YMsinpvfql++3Pn7Mulr/YnVYCgsz0ypk+Ut/sxvNjreZLSdrc/AUEgSniyXah+Dui5RcZtv0su4gBS3JDMzOnmrZbJgey1V14ekpj61Lxq9nd6+Zf1zlzXJVwvjLyZ3LVTyl4O6mn92+/VvE/8ctK5D/yUhPY4OxYUBGdInLzrb7rjltu0WTnNlOp8D6WybZthJba736c2vV0tFtXEQx2xhXPqRY3cpliN3LIpZumEyl8e8/jPWVSkewxt6wJQpwAsCWRTQN8FHhyw2S1MIIIAAAjYLbDhbTrPibJ34pRkmmyOAAAIItCKwuFrk0Qz8aehvV4TljQXxFyhaaZ5FKQiwifMFSgqUmZAYG+nK9WFZXBW5kKvH4+eG5PKPvf8fFrEGTCOwQSBs/IdOZNiwjCkEEEAAAQQQQAABWwSsXBedJGBLfVSSMwEa9o7Aulrv9KWtnpy3f5fmZEVdpqZO5KuFjXoy68OS1SGpa/Gwt0E9k0tg62ywK6tCCU8FLMqXpBPmYttbsDIodQ3x11MH98mTYf2MCmML2jDdr0e8R52xqxatSv461c8VIVm2puPyASPWlt9HK9aFRG/CAo4XAAAQAElEQVRvrEr4eXVqvehEstgV+imLy9aGRCc0xi6PTv9UEb+zuxSI7DbUeIkWaGfcctti45rewAwdK7OXGPu3MXJtsJ2QpCB+10h9U1i+W9axdXt1ZmPdlwub5MlP66SpRag66fTsfbvKwPIWHTOCytYxX941IPrJm0aTzT86uXKlcSw2L2ACAQRcIaCUEqUigysCJkgEEEAgSQG/FdPnCfb0WdlTDbUggAACCORG4Nm5IZlX2fHFks5Ep5+u2JnylEXA7QLdCkUO2zwgf9sjT14+Ik9265/4q9Z934TkT+82ySnvBEW/R+bb/L5zuyHx+0lAmReW/NRj+uo4AQJCAAEEEEDAuwLW6b018m4/6RkCDhDQT3HTyWktQ9FPFVy8ukXWTstCHprvUxaQrTbOj+vR6vUh0UlmcQuzNDP95yapqI7371mqpF+LP9OdZ1y6USr9oKb+2CixD/bQSW860TC25oDRTkdtLVrVJD9Xxics9ipRcth2rT+dTv8J7pt+Wyq67ti2kpnON/oeW25JZVC+Xx6f+Be7vuV0yPiSeW9Wg+gnaUbX6cS0siKjo9EFxrhnaUB6dN3QmHaa8kOj6O2N1Qk/n8xrkFlL4vddQzAsbT1dUVegE+V0GT0dHXbbsqDVBDltpc20nS7b2rZb9UtMrAts6ILeLKXhk+8bZXGL/buR9UTS2Ao36x3fvk6K/Wph8vsmtq5sTz/wwXp5a0bikzD1+0G7a//YmLJ0zIt+rwdaND51UdvHYWyMTCOAgMME9BeJMeinLDosMsJBAAEEEOiEgA2/XlutGScm1hQjBBBAAAGXCtj3lEWRF74PyZzVfDm49FDIadiXjI6/IJfTYDrR+G4DlLxweL6ct31AdtgocmF2r0GRcWw1+smji9bFLmEaAf8KcFHJv/ueniOAAAIIIIBAhgWsUxFrlMHGqBoBBPYZXig6OS1WQidwvT2jXtbWbrg2VlkTksb4HCzZcqMN10D2M+rpXx6IrSbj03UNYWloJwfq4oNLZP8RrSfKtQyub7eA6MS02OU6SW2jskifNu+bJ71Ks/eptLgyKFN/jO9cvx4B2W1oYXOIJUVKjt65WIry049rwuwGqVwfn2i4t7FP9ZP+og0esUORDN14wz6PLo8d1zaKvDmtPi4JUCc5HjW6SEYPjk8I1fH/bnSxvPZNfZvJf7F1x07rxE2dwBldFjYO1U/mNYpuP7osmbFOIly0akO/uxi8va19Ht1eJ+TFJkcuXRuSF76qi65OGOsYXjTWxyYg/lQREm2cUNhaoNfpMtasORrQI08uOKhLQjKn3g/6PTp5voFtlPx4XoMsbZFEuN0m+XHJjtp+l80LjNLp/ejPgdeN/RX7BEJ9XLastVdp5H2jl+t98/b0BtHHtJ53+qATUe96a70sXNniA88IfKxheN4BXY2pDT96f2fjmNeft8Uxu3Dd+rB8OCdyDGyIxr6p+saw6KG1GnXe5K2/KxP95NDW1rMMAQQ6ENBfjMagVPrf3x20xGoEEIgTYAYBewU2/MabZr18H6QJyOYIIICAAwSmLg/LGws2XGBKNaSVtSJPzEy/nlTbZzv3CpyyTUAO2NT5J5m9uyTGOLvCuLJr0c9cFZaHpoXkn1MTL8xZRRghgIAhoJTiKYuGQ5s/rEAAAQQQQAABBFIVsE5PuEEkVUC287OATjArjM8La5PjyB2LZP8RhXHrdXKRfurcfz4yLpDFrPn2p6a4BEa9atuB+aKfOnbwtkVywUFdpTBP6cVZG3RCpX5yW2yDpUUiB29bKL8bXSQ7b54vX/+YXEKP/hO/q6vjrwfqP7968p5dzD4esHWRLF9nfThZDeo/e9u/h23/TWXVumH04Ie1ouOKLtG+Z+wdiUcnWP7r+G6y7aCCuORAXbZnqZKtOvknmPWT2t6aXh/3lMWtjTrO3q+r+ed9fzu6WC4/tCQheU4bjBiQb5bRbeth/OQ6wz0+2bJXaUD+cXx3OXRUoVmHPm4ePrmbmRT2xYL291FxgTKPU92Wrl8P2xjHnn4qpp7Wg04ue/Kz+GNWL+9o0E8SfWDi+uY/4VxaFJA9YpJC9fY7blYg+smLYvzTf+r57+/UmHEbs23+tExAnDinXnSyX1sb6HUPxsShyxmXHOSw7Yvlvj+WmX+qXPf/T3t1lT/uWiwPf1jXnOSp+zDu87q4P2Oskx0v+lVk3+knNd75h24Jicm6jeH980QnjurpZIfHP6kVfbxEy+unOQ4s35DIOtCY3rT3hvfFlwsb5R/vr48Wz9lYJ562bFwZb2nt2nK5Tq68990Nx0V0fb7RzVONzwT92Rldpsd2H/Mbdw/I3lsV6qqbh9FDCpqTk/Xn9PuzG2RKB++d5o1TmNCfrWvWG0Ax2+q4djfeH/rzXidwL2glqTOmOJMIINCGgD7HiQ5tFGExAggggIALBDb8xptmsPqXu/hfu9KskM0RQACBDApQddsC+imL6xraXp/MmsdmBqWePK1kqCgTI3DEFgE5ZljkV5MzRkXGMatzPjmgVOQPRnz3758v4w7Nk427xv8nQmWdyE2TQ3LM/5rkwg+D5lNGV3T+Om/O+0kACGRNwDiB4MJS1rRpCAEEEEAAAd8K+Lbj1umKUtaEbyHoOAKdE9AJdn85qET00wBbbjmkb54cMrLIXLx533y57XelcuP/lTYnYukV1XVh+ffE9XL+f6ukpj7+f0zmLmuS8ZNr45KiBvfJk/cuKZd/Hl8mi1eHRCf56HqiQ6nR3GHbFcUls+lEOp3oGC0THe+7daGZlKXndQLRoUasJYXxnwE6WWb/rYvMhDddTg//fL9GKmISDfMCSs7at6tcc0SpEW9du0lievvooJNzPpvfEJewpz+CDh1VJFf8ukTufLtGPvs+fr1OYvvXCd3k9qPLmmPSJsP6JWaMjhlSYPZPJ4ftN6KwOfEo2v5mvQOy7/DC6Kw5/s4wv/n1atFPUjMXGC+6fm3+2dU9Re/Th4z91fLJl5v2ypM3Lughd/+hzNgi+Z/b31wvk75rbDbQyVnacs6tveVm41jRCVJzlsVfNNXep+3VRSZf20t04qJuTR87lz5bLfNXxJftXark3uO6ybzbestbF5bLwlVB+WcSiWx1jWHpYhwL/z6xm+j+D+gRkHP269p87OqkzqterBKduKfb14NxGMg+wwpNcz0fHVo7Jl/+ul6ufSnirPf50TsXmYmV5nE4qlD0vF6u94Mup8tH62trrBMQJ8yKHC96u2SehKfrfWRSbdyTTHU/Dt62SPT+1vvh+N2K5cZXaxLeazqJ8MWvNyQt6nj1e09v8/hp3eX7X4Ly4dzEi+b6M2HKtT1Fl22rLy2X6/17zlNV8tF3kf4N6JEnVx1eYlrrRFo9rZcZl03MMrqs3kZi/un9aNf7JKbaViej+/HAbQoT1pd1UXLGPl3jnkYZLfS/afXyxCe1CQnB+n1/zWGlcsoeXZo/23T/7DzmVxmfaYfvUCSXHdrVTCjV+0kfBzo27aoTFa9/tVrPNg9mP5P43EzmM1hXqhPCH560vjmZVy/TycP6u0M/2fXhD9c3J83qdQwIIJC8gFLKvAleKZX8RpT0hQCdRAABdwnYlw1gfB8YP+7qPdEigAACCCQIVBnXXR6dEX83dEKhdhZM+SUs7y+KvyDbTnFWIWAK7D5AyTnbbfi1ZNf+zvqt4rRtA/LYwfly8jYB2aKHGbLsOSgyjn39aHFIVtfFLmEaAU8LpNc544KSUs56r6fXIbZGAAEEEEAAAQQcJGCdllsjBwVGKAg4U0A/6er9S8vl6+t7iX76l04qaRmpTmbUT2qbf3tveefiHqKfmKeTzVZVh0X/Kd3Lnq+W3W5eLXe9vb7NJJR/vLde7nqnRlbXRK696T8Lq5PF7v9gvZz336q4ZEbdvq5fJ7ONOzNyMeKsfbuaiXQ6WUmvjx223yRfPris3Hx63FsXlcvp+3QRnTAXW0b36/ojS+TZsyP16XVfLmwy2/7ulyYzbv3nXHWi3LlPVYlOANNlkh10wp7epr4pbNa1qCIolz9fJWc+vs5M4NQ2H8xpMBPKdNKQ7vtNr9WYZXS7OmHvhXN7tPpnk3cfWiDjzuxuxN5dfj2qSFqeTpaXBOShk7uZyZax8b4xrUEO+3ul6Hb10/30Op2gqPfZH+5fIz+uCkp9k5jJelN+aJQnP62VS56tkoPuXCMXP1Oliyc96KSr0x9bK9e9UiM/rw6aBtF+3vK/GrnmxWoJGR2tqguJTmB9Z2aDaJM/PLBG9v3bapm1xAjEak0nrx52T6Xc8VaN/GTUpY8VvUrHPn1xk5zz1Dq56gWjviQ/6PWfIR43uU7+dXw3mXBZT9FPWKyqDctzX9TJofesEX0c6Pqjgz5Gbvptc0JudLFEj0l9jG3UfcO1vFem1svBd1fKs0Z9Osa7jukmOtlPj/W8Xq7X63LNlXUwoZ+6t2RNUGYtbTLia+ygdGT1fcZ77Kh/rpFJcxtEJxDrpXof6Pepru+Ie9eIftqpXh47GLvF9NSu834JNr8XtdHDH9bKWU+sNY9bXad+GuVE4zj+54RaOfk/62S/2yvl9W/rY6vrcFonZJ726DrzvTfD2O+7blEgOqlSD3paL9OfCbqMLhtbYSbeJ7H1x07rpF29H3WirE6mjF2np/X78IARhfLhFeUy8+Ze0jJx898TaxOeFqq369ZVyZWHlRjv6Q2fRXYe8/r9ctmz1eY+08f7vceVSVmxMt+X+v15wkNrzc8kHYse9LGsj+mOPjeT+QyONdCfh1ca3w1L1oTMRGYd11cLG83jpuV7TsfBgAACSQoYH+zcCJ+kFcUQQAABBwtsOJtIN8gkT4rSbYbtEfCHAL1EILcCby4MydfLU/tgfyyNZMfc9prWcyUwvKeSK8bkxTXfryR3SUx9u8SFYs7Mrtjwfpi8LCy3fRGSNxaYq3hBAIE0BPSFpTQ2Z1MEEEAAAQQ8IEAXEMiQgHVKZY0y1AjVIuAdgYrqsOx/e6VscemqTg3Dr1glY2+okJMeWSsvflkXlwDTmo5OitLJTztfv9psZ5ix/a43rZa7315vPvGtrRh+9681ZnUPfLDe3K6tOLe5qkL++1ldh32J1mdWarx8saBRDr17jQy9bJU5HHxnpeinvxmrOvWjE/Yufa5KRlxZYdaz322V8tJX9aL7rSvS6894fJ1oty2NtnTfdYJgdL1O2NvxrxVt9lH7/PqeNW2u1y7aSLcVO+hkodMfWycjr47UrdvX+0wv14lmuk2dbHrcg2vlhldrzETNH1Y0NccdW1dH07ovT39eK/v8rdI0aNnP39+/Vra/drXofpzz5DrR8erEJf00tpZ160S/ByfWyr5GXfpY0f3Tsf/ffWtkwuyGlsU7nNfbHHJ3pUTr2t6wvvKF6lafoqmPEd1eW4PeF8vXhuLa1AmoOolS79doG3qs5/VyvT5ugw5mKqqDsromLB/M3nAMLVOl5AAAEABJREFUdbCJuVofR6c+uk62uzayv/U+0O/Ta15qva/mRtZLa0a3v1VjJr5d/EyVWecBd1TKn4zj6e/v1MjH3zWYya7W5p0a6WPl7Rn1ovfnqGsisWpvPa2X6XW6TMtKdf/0MavLtjbofaOPr9bWRZfp465lva3NXzi+qt33W7Q+PdafP/r9FFuPfs8f+++1bdahj7PY8nYe840Gnv5s1fteHwP6802/L/X701gV26y5D7Wb7kdbg45Vu7W1Xi9vzeB/0+plr1tWi45Bvx+OeWCtzF7SFNc+Mwgg0EkBpUSpyNDJLXNcnOYRQAABBGIFbEtYNL4TYutlGgEEEEDA5QKPzoy/4JRMd8bPDcmCteFkilIGAVNAJwdeMTYgBa38RnLatvFJjJLBfyN6Kzl9VECeOiRf/r5vYrtf/RKWW6cE5fBXmuTaT4My4aeQ1DRyrGdwl9hTNbU4XkApLiw5ficRIAIIIIAAAgi4U8A6XQlbY3d2gqgRQACBJAUo5kmB3YcWSlG+yHuzGj3ZPzqFAAIIIJCagL4JPjqkVgNbIYAAAgg4QaCV9IDUwuLiV2pubt2KuBFAwPsC31eG5Zm5ySctLq4SeSyFJEfvS9LDtgTyjN9CrhibJxt3Va0W2bV/q4ttX/j3ffLknr3z5KgtA7JRV5HeXZSM6BUfU4PxVpj4c1jquPnVdn8q9LNAWLiw5Of9T98RQMAtAsSJAAIuFbBOaZQ1dmkvCBsBBBBAwAcCf9q7i8y4ubfMuqWXnLd/1+YeH7FDkfnnm/WfCm5eyAQCCCCAQMYE3FKxUoonLLplZxEnAggg0I5AoJ11nVulOlec0ggggAACzhfQT1lcXJXc4xgenxVyfoeI0FECV+wcSEgMjA1wYJn9v1yUF8e2EJmeY/2555oGkfcWheWaT4Myy1oWKZGxVypGwOcCyryw5HMEuo8AAggggAACCGRGwDqVt0aZaYNaEUAgWQHKIYBAGwIDy/PkuF2KpUuBSFG+ksO3L5I+ZQEZM6RAth6QL69NrW9jSxYjgAACCPhWQD9Jyxj0zfC+NaDjCCCAgAcE7EtYdNTVLw/sGbqAAAIIOETgsSQSET9aHBI9OCRkwnCBwFnbBWTPgR3/GnLSNh2X6ai7u/YPyCWj8+SVI/LlrO3yEoq/sTAsl30UlCNfa5I7vgzKlGX8UpOAxAIEMiTARaUMwVItAr4SoLMIIIAAAq0KqMhSaxSZ4RUBBBBAAAGHCXTvqqSseMP1v4Ax2bM0IH85qES+WxaULxfy56AdtssIB4EcCtA0ApaAMs5yjEEpY2wtYoQAAggg4D4B41d/e4Lm+8AeR2pBAAEEnCbw8eKw6D+F215cj88iwas9H9euy1DgR2+l5MgtkvsVZNf+qZ9wdi0Qee3IfLlu14AcsKkSPT92YyVFefF16qeIfrOCYzhDu5tqEWhXQCnFUxbbFWIlAggggAACCCCQooB1isMNIin6+W0z+osAAp4R2Hd4oWzWOxDXn+ICJQdsUyglRSpuuRNmFqxoknm/BJtD2bRXnrxxQQ8Z0icgj360XkLW91lzASYQiBEoyBM5bLsiKS2KWWhMbtw9IPtvXSQBZczwgwACnhPQ5zjRwXOdo0MIIIBApgUcVH/8WUsagYWNkwbjJ40a2BQBBBBAwKkCj80ISVMbH/KPzwyJTvhyauzE5SyB/TYJyGnbGleSkgxrs27JXVXacSMlG5fEl13fKLJwbeTAXVYTlue+izxJsT4YWZZkCBRDAIFMCRgnEFxYyhQu9TpJgFgQQAABBBDIiYB1eqSUNZGTIGgUAQQQQCCbAnf/oUweOrmblJck/tffISOLZNqNvUSXyWZMHbVVa1y/u+SZKpmyoFGagmImKM5c3CRnPr5OvlzY1NHmrPexwEbdA/LWReVy2l5dJK9FZqJO0r3+yBKZflMvM6ExW0y0gwAC2RFQSpk3wSulstMgrSCAAAIIZEQg8awl1WaM7wPjJ9Wt2Q4BBBBAwMECv6wPy6MzQgkR6mSwcXMTlycUzMwCanWZwHZ9lVy2c+d/9Th+69a32bV/QC4ZnSevHJEvt+6RJ/sMSvxN5JHpITn7/SY58a2gPDIjKHNWk6zossOGcL0sYFxQUirxfevlLtM3BBBAAAEEEEAgawLWqY81ylqzGWqIahFAAAEEkhC4cHyVbHHpqnYHXSaJqrJaZHFlUI7791oZdsUqGXrZKvnNfWvkm59IVszqTnBhY8vXhmT/2yvbPd63uapCXv+23oW9I2QEEGhXgBvh2+VhJQIuFyB8Hwm0ngGQCkA4lY3YBgEEEEDALQIvzAvJnIr4D/vHZobcEj5x5lhgUDclV45J7dcOnZjYMvydNlZxf+pZr9+lf2L9M1aFZf4avZYBAQScKKCfsOjEuPwVE71FAAEEEEAAAU8KWPeFWCNPdpFOIYAAAggggEBnBCiLAAIIeERAKZ6w6JFdSTcQQMDfAon/s5+ih/G9kOKWbIYAAgh4VMCD3Xo0JkHxu8qwTF4Wn8DowS7TJRsEuhaIXLlznvQoUinVtnmPxM2++iUstdaN1nONY/GRGSG5ZXIwsSBLEEDA0QJKKfPikqODJDgEEEAAAQQQQKAjASeut07Xw9bYiSESEwIIIIAAAggggAACCCDQWQF9E3x06Oy2lEcgbQEqQAAB2wRsS1jk4pdt+4SKEEAAAccKTFsZllW1YdH/3/HWAp6u6Ngd5bDAdLJia0mHnQlzZB+VUPy2L0Jy3BtNcv6EoDz3XUh+Wa+PzIRiLEAAAccKGN8nxkmEvrjUXoisQwABBBBAAAEEEEhBwDqFUtY4hRrYBAEEEEAAgawK0BgCCCCAAALJCCilzJvglVLJFKcMAggggIBDBWxLWBS+Dxy6iwkLgTYFWIFASgKnvhuUh6aH5M2FJIelBOizjS7YMU927pf+LwlXjslLkPtsaUhW1iYsZgECCLhGQIlSyjXREigCCCCAAAIuFiB0PwpYp+zWyI8C9BkBBBBAAAEEEEAAAQS8KBA2znKMgRvhW925LEQAAQRcI2BfwqLxveCaXhMoAggggEDKArWNIi/O4+mKKQP6aMMTRgTkV4PtSUbqWewjOLrqMgHCTUeAi0rp6LEtAggggAACCCDQjoB1KmaN2inIKgQQQACB5AQohQACCCCAAAKOENA3wRuDUpztOGJ/EAQCCCCQooBtCYt8H6S4B9isbQHWIIAAAgi4VuDQIQH543Dbfs1wrQOBI4BA+wJKKZ6y2D4RaxFAAAF/CNBLBBCwX8C6uZwbROynpUYEEEAAAQQQQAABBBBIUcCGzfQ5TnSwoTqqQAABBBDIkYBtmQRh4yKY8ZOjbtAsAggggAACCDhFYGw/JX/ewbZfMZq79fd9Ev8sdPNKJtoUYAUCjhUwTiC4sOTYvUNgCCCAAAIIIOB2ARXpgFLWRGSWVwQQ8LAAXUMAAQQQQAABBPwgoJQyb4JXSvmhu/QRAQQQ8KyAfdkExveB8eNZqFY6xiIEEEAAAQQQaCGwZbmSK8ZkJrFw6178ptGCm1kE3C1gXFBSive1u3ci0SPgGwE6igACCLhPwLqz3Bq5L34iRgABBBBAAAEEEEAg+wK06AYBboR3w14iRgQQQKBDAfsSFrn61SE2BRBAAAEEEPCyQM9ikSt2zpMu+Z3pJWURQMDPAvoJi37uP31HAAEEEEAAAQQyJmDdF2KNMtYMFSOQvAAlEUAAAQQQQAABBBCwQUApnrBoAyNVIIAAApkTSK5m2xIWje+F5FqkFAIIIIAAAgh4UuDKsXkysCyzXbtzr8w8vTGzUVM7Agi0JaBU5OJSW+tZjgACSQpQDAEEEEAAgZYC1s3lYWvccjXzCCCAAAIIIIAAAi4UIGQEEBB9E3x0gAMBBBBAwL0CtiUscvHLvQcBkSOAAAIItC3AmuQEzhgZkALbfquQNv+N7KPaXMcKBBBwm0C4+eKS2yInXgQQQAABBBBAwPEC1qmTssaOj9cBARICAggggAACCCCAAAIIOF9AKcUTFp2/m4gQAUcLEJwzBOxLLVDO6BBRpC5w/NYBefeofAYMOAY4BjgGOAY6fQz8dmhAhvfMzi8DfFc5/7uaJ2Gm/vuYv7ZU5oUlf/XZt72l4wgggAACCCCQbQHryYrWKNut0x4CCCCAAAII+FOAXiOAAAKZF9BP0jIG/ZTFzDdGCwgggAACmRKwL2GRq1+Z2kfUiwACCLQjwCoEEEAAAQTcK8BFJffuOyJHAAEEEEAAgWwLdLI9FSlvjSIzvCKAAAIIIIAAAggggAACbhdQxlmOMShljN3eF+JHoFUBFiLgDwHbEhb5PvDOATNjZVjGzQmmPURF7KiLOtLfHxhiaOcxMH5OqNXPiM4s70zZccZn0vg22hxnrGs5jG+jbFvLx9lQx/g22hxnQ91OqGN8G/1ra/m4Vvrd1rLxNtSdyTrGZbkvbbU3vg2ncR3ENz5mu9jpcdZ2dn5f698hovUxRiAZAaWUM56ymEywlEEAAQQQQAABBNwkYN1czg0ibtppxIoAAgggkHEBGkAAAQQQcL2APseJDq7vDB1AAAEEfCxgW8Ji2LgIZvz4mNJbXR8/JyTpDDNXbjga9HQ6dbFtevsi13607839N25OsNXPiM4s70zZ8cZn0rg22hxvrGs5jGujbFvLx9tQx7g22hxvQ91OqGNcG/1ra/n4Vvrd1rJxNtSdyTrGZ7kvbbU3rg2n8R3ENy5mu9jp8cZ2+js6+huMntbL0hmidTFGICkB4wSCC0tJSVEIAQQQQAABVwgQpMMEVCQepayJyCyvCCCAAAIIIIAAAggggICrBZRS5k3wSilX98PNwRM7AgggYIeAbQmLYnwfGD92xEQdCCCAAAIIIIAAAgggsEHAm1PGBSWlOIPw5s6lVwgggAACCCCQcwHrXmJrlPNwCAABBBBAICkBCiGAAAIIIIBARwLcCN+REOsRQAABVwjYl7DI1S9X7HCCbCnAPAIIIIAAAggggECuBPQTFnPVNu0igAACCPhNgP4i4DMB674Qa+SzztNdBBBAAAEEEEAAAQQQ8KyAUqJUZGi9jyxFAAEEEHCDgG0Ji8Z3ghv6S4wIIIAAAggggAACdgtQHwIpCijFhaUU6dgMAQQQQAABBBBoX8C6uTxsjdsvzFoEEEAgSQGKIYAAAggggAACORbQN8FHhxyHQvMIIIAAAmkI2JawyMWvNPZCO5uyCgEEEEAAAQQQQAABbwqEhQtL3tyz9AoBBFITYCsEEEDAVgEVqU1Z48gcrwgggAACCCCAAAIIIJBrAdpPT0ApxRMW0yNkawQQQMARArYlLIpyRH8IAgEEEEAAAQQQaCnAPAIIOFJAiVLKkZERFAIIIIAAAggg4HoB68mK1sj13aEDCCQpQDEEEEAAAQQQQAABrwvoJ2kZg74Z3utdpX8IIICAlwXSTFiMoeHqVwwGkwgggAACCCCAAAIIINCRAIXPQjYAABAASURBVBeVOhJiPQJOEiAWBBBAAAFXCVj3hVgjV4VOsAgggAACCCCAAAK5FKBtBBwuoG+CNwalONtx+J4iPAQQQKBdAdsSFvk+aNeZlQgggAACCLQtwBoEEEDApwJKKZ6y6NN9T7cRQAABBBBAIMMC1s3l3CCSYefOVk95BBBAAAEEEEAAAQQQSEtAn+NEh7QqYmMEEEAgkwLU3aGAbQmLYeMimPHTYYMUQAABBBBAAAEEEEAAAQTEOIHgwhLHgZ0C1IUAAggggAACMQIqMq2UNRGZ5RUBBBBAAAEEEHC9AB1AAAF/CyilzJvglVL+hqD3CCCAgMsFbEtYFOP7wPhxOQfhI4AAAgi0IsAiBBBAAAEE7BcwLigpxRmE/bDUiAACCCCAAAIIGALWneXWyFiQ1A+FEEAAAQQQQAABBBBAAAFnC3AjvLP3D9G5RYA4Eci5gH0Ji1z9yvnOJAAEEEAAAQQQQAABBNwkoJ+w6KZ404uVrRFAAAEEEEAAgSwKWPeFWKMsNkxTCCCAAAII+F2A/iOAAAIIZFRAKVEqMmS0HSpHAAEEEMiogG0Ji8Z3QkYDpXIEEECgTQFWIIAAAggggIArBZTiwpIrdxxBI4AAAgggkCsB2k1ewLq5PGyNk9+QkggggAACCCCAAAIIIICAcwX0TfDRwblRElnaAlSAAAKeF7AtYZGLX54/VuggAggggAACCCCAgIcFst+1sHBhKfvqtIgAAggggAACPhFQkX4qaxyZ4xUBBBBAAAERDBBAAAEEEHCzgFKKJyy6eQcSOwIIIGAJ2JawKMqqkRECCLQUYB4BBBBAAAEEEEAgQUCJUiphKQsQQAABBBBwsQChI+AcAevJitbIOXERCQIIIIAAAggggAACCCCQjoB+kpYx6Jvh06kmzW3ZHAEEEEAgTQH7Eha5+pXmrmBzBBBAAAEEEEAAgbYFWONFAS4qeXGv0icEEEAAAQQQcISAdV+INXJESASBAAIIJCdAKQQQQAABBBBAoB0BfRO8MSjF2U47SqxCAAEEHC9gW8Ii3weO39dtB8gaBBBAAAEEEEAAAQRyIKCU4imLOXCnSQQQ8LEAXUcAAf8IWDeXc4OIf3Y5PUUAAQQQQAABBBBAoFnAwxP6HCc6eLibdA0BBBDwvIBtCYth4yKY8eN5MDqIAAIIIIAAAgi0JsAyBBDopIBxAsGFpU6aURwBBBBAAAEEEEhWQEUKKmVNRGZ5RQABGwSoAgEEEEAAAQQQQCB3Akop8yZ4pVTugqBlBBBAAIG0BWxLWBTj+8D4STugVipgEQIIIIAAAggggAACCHhNwLigpBRnEF7brfQHgTQF2BwBBBBAwC4B685ya2RXrdSDAAIIIIAAAggggIAdAtSBQOoC3Aifuh1bIoAAAg4SsC9hkatfDtqthIIAAggggEBLAeYRQAAB5wnoJyw6LyoiQgABBBBAAAEEPCBg3RdijTzQIbqQvAAlEUAAAQQQQAABBBDwsIBSolRk8HAv6RoCCCCQhIC7i9iWsGh8J7hbgugRQAABBBBAAAEEEEAgqwJKcWEpq+A0lr4ANSCAAAIIIOAWAevm8rA1dkvYxIkAAggggAACCDhCgCAQQMCxAvom+Ojg2CAJDAEEEECgQwHbEha5+NWhNQUQQAABBNoRYBUCCCCAgN8EwsKFJb/tc/qLAAIIIIAAAlkTUJGWlDWOzDnjlSgQQAABBBBAAAEEEEAAgVQFlFI8YTFVPLZDIMsCNIdAewK2JSyKaq8Z1iGAAAIIIIAAAggggAACsQJKlFKxC5hOX4AaEEAAAQQQQACBiID1ZEVrFFnGKwIIIIAAAgh4RYB+IIAAAv4V0E/SMgZ9M7x/Eeg5Aggg4H4B+xIWufrl/qOBHiCAQDsCrEIAAQQQQAABuwW4qGS3KPUhgAACCCCAQPoCHqnBui/EGnmkU3QDAQQQQAABBBBAAAEEfC+gb4I3BqU42/H9sZA2ABUggEAuBWxLWOT7IJe7kbYRQAABBBBAAAEEEHCBQIsQlVI8ZbGFCbMIIIAAAggggIAtAtbN5dwgYosmlSCAAAIIdFaA8ggggAACCGRIQJ/jRIcMNUG1CCCAAAJZELAtYTFsXAQzfrIQMk0ggEBrAixDAAEEEEAAAQRcJWCcQHBhyVV7jGARQAABBBwiQBgIJCWgIqWUsiYis7wigAACCCCAAAIIIIAAAq4WUEqZN8ErpVzdj2SCpwwCCCDgZQHbEhbF+D4wfrxsRd8QyJnA0Uf9Rj764H8y7atJ8uD9d0tJSVdbY9H1nXryH+XVF5+SrydPkHPPPs3W+qkMAa8JbNS3r1z0l7Plw/dekw/efVnG7Lyj17pIfxDwqwD9zqaAcUFJKc4gsklOWwgggAACCCDgIwHrznJr5KOO01UEEEAgKQEKIYAAAggggIBbBbgR3q17jrgRQACBOAH7Eha5+hUHy0xLAffMX3vVxWbi3qabDHJM0PvstZv0LO8heXl5MnLb4bLnHrvaEtvIkSPk7ttvlAlvvSQXnH+mbD5ksATy7PtYsCXINCs5/NCD5flnHpX33nrR9qQynbR243VXyscT35AZUz82E0onvvOK/PncM2xPKk2TISub/9+Rvzatv/p8gsz85hNzmPrFRJnwzkvy97tvlv332UsOOnBfefPVZ0Xvl6wEZXMju+2yszzywD3yxqvj5eQTj5XevXva3EJ2qosmKT877j/y+cdvmceu3mf6OP500pvy0AN3i+5rNJpLLjxXHvjHHdFZxggggIBtAvoJi7ZVRkUIIIAAAg4RIAwEEHCEgHVfiDVyREgEgQACCCCAAAIIIIAAAl4SyFFflBKlIkOOIqBZBBBAAAEbBGzLTDK+E2wIhyoQyK2ATuDbfbexMmjgADnwgL1zG0xM6+9O+FBWrVotwWBQps+YIx99/FnM2vQm586bJ0+Oe06qq6rTq8hhWx9z9P/JKy88JTffeJUM32qo5NmciDl6p+3lwfvvksMOPUimfjtNfnPUCXLamX+RxcuWyaknHyf33nmz6IRGh7FkJByd/Pave2+Xa6+8RIYN3VJWrlwl70+cJG+8+Z4sXLBIynv0MJMVddLiXbfdIL16lWckjmxUWlJaIp9N+UomffSp+X7MRpt2t3HeOX+SN1971kxSHrrlEFn00xIZ98xLcuXVN8lV19wsr73+jnTr1k3uvftWMzlz7712k913GyNlpWV2h0J9qQiwDQIeE1CKC0se26V0BwEEEEAAAQScImDdXB62xk4JizgQQCBJAYohgAACCCCAAAIItCqgb4KPDq0WYCECCCCAgCsEAnZF6faLX3Y5UI+7Bfbbew/p27u3FBYWik5czFZvbr/lOrn+msvabO7lV96QvQ84XEbttJeccfaFUlOzvs2ynVkxffoseeiRp+SJp56RlRUVndnUsWV/dfD+8vrLT8vxxx4t/TbeyLzDxu5g9ZMor7jkL7LF5oPl66nfmolePyxYKF9+9Y1cd8PtsmDhIhkzZie5+forfPGkxasuv8B4v4yRUCgojz0xTn51+O/lLxdeJZdddb389piT5KQ/nSdTvvjatQl+scfPu+9NlEcff1omffSZ1NXVx65y/LQ+bh975J9y+qknmE9snTl7rpx+1oVyzHGnyW133iuvvfG2OehpveyUM86X/MIC+cc9fzOfvlrWrSSjfezoczCjjVM5AgjkSCAsXFjKET3NIuBzAbqPAAII+EJARXqprHFkjlcEEEAAAQQQQAABBPwjQE+9KaCUMv//VynlzQ7SKwQQQMAnArYlLArfBz45ZLzbzZKSrrLrrjtLfkG+2ckttxgihx5ygDmdyZc9dhsrY3beUZTK3ZtIJ0CGQqFMdjNrdeunT552xgVy6G+OkUcee0oaGhpsb/uC88+ULbccIuuqquSlV/8Xl0CqExfNp+81BWXHnbaT004+3vb2nVShfpLl/vvuLYFAQCZ++Incfe8DCeHpxNhTz/izvPHWu55IWtQdXL5ypdSsr9GTrhh0suLtt/xVdtphlBnvlClfyamnn28m2ZoLWnnR++2c8y8VXVYnFOl9rD8nWykauyilaSd8DqYUOBshgECaAiqnv/+kGTybI4AAAggggAACzhawnqxojZwdK9G5UYCYEUAAAQQQQAABBBDIjYB+kpYx6P+7yk0AtIoAAgj4SiBjnQ3YVjNXv2yjpKLcCBx26MGy6aBBzY2XlZbKXrvv1jyfqYnfHH6I9OzZI1PV+65enXy5fMUKs9/Lf1kpjY1N5rRdLzqJdYcdRpoJFouXLJM33nwvoerPJn8pq9dUSkF+gegnPo4cOSKhjFcW6AS4rl27SFOwSRYu+qndbv3nsXGyePGydsuwMjMCl11yngwdurl53C5Z+ovc98AjcYm2bbWq30+33nGf/LDgR/NpoduMGN5W0bSW8zmYFh8bI+BqAS4quXr3EXzGBKgYAQQQQAABGwRUpA5rFJnhFQEEEEAAAQQQQMBBAoSCAAIpCeiHABmDUpztpOTHRggggIBDBGxLWOT7wCF7lDBSFvjVwftJfn6erFyxyqxDKSXbbbeNZDLZ7PxzzpB99t7dTCIyG+XFVoF11VVSV2/vn+09+ID9pFtZmRnnT4t+NsctX/SfP15VUWku3rhvH9lv7z3MaS++9OjR3eyWkoB0KS6W9v7pp09+NnmKhMLB9opldp0Paz/tlONlx+1HmZ8zTY1N8s67E0Q/PTFZCr3f9NMx62rtf1qpjoHPQa3AgIB/BZRS5ueTfwXoOQIIIIAAAgggkCEB6+bycNiayFAzjq2WwBBAAAEEEEAAAQQQQMCTAvocJzp4soN0CgEEOidAadcK2JawqK99cfnLtceB7wPXT83bcoshsnTZL/L8S69JQ0MkMadv794ZSzY75aTj5NjfHymFhYW+988UQG1tnQSDTbZVr58uN3ToFmZ9jU2N8tPiJeZ0ay/RZMb8gnwZsfWw1op4all+fp7ss9ceHSb4fjt9pqxfX+upvju5MyUlXeWgA/eRoqIiM8wVq1bJhA8/Nqc78/Luex/K2rVrZKM+fTqzWYdl+RzskIgCCHhbwDiB4MKSO3cxUSOAAAIIIICACwRUJEalrInILK8IIIAAAggggEDSAhREAAEEnCiglDJvgldKOTE8YkIAAQQQSFLAtoRFMb4PjJ8km6UYAs4S0H/6uUuXYpnwwUfyxlvvmYmLOkKdbLbrrjubfwpVz3c06OSgP597hrz75gsy+aO35fBDDzYTuJ549F/yzZcTzeH+e2+Xhx64W84/53QpLSttrvL/jvy1zPzmE3P44N2XZczOOzavG73T9nLPnTebdb764lPNy1ub0E+EvPv2G+XTSW/KjKkfm/VN/WKivPzck6LbaG2bziyL9vHt/z0v3345yax/2leT5MN3X5XLLj4vaSvdpu6j7mu03y3HN1x7uS7WPDzy77+b7cWW08uaC2R4Yssth0i59URciMGMAAAQAElEQVTBUDAk1dU1bbZYVVMjOglDFxg0aKDoZEc93cHgutULf1wkoVDIjHuTTQbIbTf/VQ475CBzvrWXRYsWS+Wata2tks2HDBa9zydNeF30caGPD13w1JP/aL6n9PGsj7U3Xh2f0IY+DmKPi9jplu8ZXa+uP7aMfn+ee/Zpurm4Qb9nnn/mUfnq8wnmsafbn/jOK7LLmJ3iyrU1k8r7ZaO+feX6ay6TWId999lDXnr2CdHtf/Hpe3LpRee21WTc8sOMz6BNBw1qXvbTT4s79XTF6IaLfvpZ/nDCGfLaG2+LdtJe7fnpz74pn7xrmkXL6W30trrOTTcZ1OnPQb0dAwIIeEzAuKCklPJYp+gOAggggAACCCCQlEDmC1l3llujzLdHCwgggAACCCCAAAIIIIBANgS4ET4byrRhnwA1IYBAGwL2JSxy9asNYhY7XUAn+G233TaycmWF+eQxnZjzxZdTm5OwNh+8mRx7zG/b7UY0oXDCWy/Jn049Xvr321hUICDFXYrluqsuNf8ca0F+gehhxx1GyYIFP8q1190q30yb0Vzvu+9NlCuvvskcbr3t7zJz1hw58fhjRCdb6WSsA/bbKy7BUVr5d/YZp8hD/7xLhg/fSh548FEZu8dB8pcLr5IlS5aKTra79spL5OYbrmply+QW6X4+/cSDctwfjpI5c+fJ9TffLk/+9xlZs3ad9O7TS/547NHy5H/uNxPPkqlxyhdfy/kXXCkTP/xEgsFg8yY/LFgox554hlx7w9+al+mJ0878i5x/4RWyythX+imYTzz1jPz5oiv1qqwMgwYOkILCfLOtpqagGYc508pLRcVqabKe7lha2lX699+4lVLuX/T6m+/K0mXLmzsyaGB/uf6vl8kdt14nOvGueYU1oY/ro35/spn4Zi2S/ffZSx575J/ywrOPmkm1vXqWm6sKCwrkkQfukb+cd4aY7ymlJC8vT3Sy28UXnWtuJ9a/W2+/V1586fXmp6PqxdVV1XL7HffJEb89Xs82D/q4O+zI4+T9iZPMZStXrJIbb7lL/nn/I+a8ftGJhnfffqPo90zfPn3k4f88KWN2P1BuvPn/2bsPQFmyskDA559IGPKgkiQpuywZgVUYGHJGSYqirC6LsiaUpCIIRky7Yg6AuIoBkCiSc3QIJgRUoqAgYQJhZpgA01un+/R9/e67ocPp7grfzK2u7q5T5/z/V/26Xp17Tr3/m849/7yU7wx46lWukovuuyz65yU75HzzgMwHPfB+aeqQPztP/IlHpxvc4Prj/C9zmUune9z9zuPvlX0bLxtu1HwX5MHY+WUeQPvvzXdBfr7Kkp1Ou+N90u89/Y/Seeedn/b6Lw9svPM97p9+9/eflfJx2F3mzLPOSn/5/JfM9T24e1+vCRDol0D+bupXRrIhQIAAAQIECLREoMwLKauWBNWlMMRKgAABAgQIECBAgEArBZrfF0ZEiohWhicoAgS6JiDebQlUG7DofLCtQ6jdVQXuebc7pate9SrpH/7hvTt3HssD6M45Z3IXuJNOOimddrtvPLCZy13ulPQP//hP6VWvecNRA6bud997pIsuvmg8kGo6aOeCCy9Kb3v7O8cDti684MKdevPd+vIgn7y85nVvGg8Euvjii9Pznv/i9N73/vNOuf2ePOoHH5ke8fDvSud96fz01F/6tfSnf/78cR15UNaLXvLydOGFF6YTTjg+3fPud27KHT2Aa786Z9/Pd797wuN/NH31V5+a/s/Tfic9+nFPTC968cvSr/zf304P/95HpQ99+KPjvxjmQVVPePyj5r7TYh7A9hNP+tn0nve+P03/O+usc3aOxfS96ToPkLokXZL+7u/fk3711357nON027rXp175yuNBp7mdCxrPL5z7xfz00OWE409Ilzrp5NTH/97znvelZ/2/P0tfnLHIf2budc+7puc/94/muutmHlD3+je8Jb397e/aGSgco0jf973fna5xjaun3/rdp6e73OOB6fFP+On06c98ZsyYB/N9yzffa/w8P+RBrk/5uV9Or37dG3fquKD58/XBj340bz5myZ+j8849P3354i+P/yy+8EV/fVSZPEDwLne+Qzrr7LPSk578C+kPnvnH48/a81/0V+lHH/uk9JGPfiwdd9z+p9Bl/rxkhze99Yz0N2e8a2cAb3b4rm//1vThj/xbetWrX5/yQN0c6Je+dEE686yz89MDl+te59rjP5e5UB5Ae9Yc++Syhy3Z73d+7w/Tx/79P/Ytmsv87h88q/lu+LdjyuRt+Xsuf98d9j14zM7eIECgVwIRsfM91avEJHOwgK0ECBAgQIDA+gXK5PJRWa+/QS0QIECAAAECBHYJeEmAAIE1CORJ8NNlDdWrkgABAgQ2JLD/aIsFA9D5tSCY4q0QyHdqu8Ptb5u+8Plz00tf9sqdmN7ytjPSP733/Tv/pO/Xf9310n3ufbed7bufvP4Nb0n5bn8vf9Vr0+c+PxnomAcf5X8++Km/8uspD6T64cc8If3Jnz8v/eRP/VzK9e+uY6/Xf/6cF6Q/+4sXpHe8++/SxV++eK8i4/fyP3F7/2+5ZzrhhBPSm9789mPq/49PfDLlAXa58Mknn5y+9prXyE8XWh7+PQ9N17veddIrXvm68SDK2Z3zYLG3vf0dKd91MCLSTW9645T/KdrZMgc9z4OX3vyWt+8MxrrOda511D+JPbvvbb/x1ulSl7pUeu3r3zz79kae5zvbTRv6yle+nPKgsenrg9YnnnRiusY1rnZQkWrbtlFRHlT767/59HTmmUcPoLvSFa+QHvadD0kv/6vnpv/1P79r39Be+vJXpWf/2XPHA/Kmple+ypXShV+6IH3PI344Pf2Zzx4PVHzFK1+b/vplrx4PMsyV5c9JvhNifj5d8p+Z6R0fr3Cly+97F8Jrf+210s1ueqP0mTPPHN9Zdbp/Xn/XQx+c7naXO6XRJaNxTLv/vObP+5ve/LadOPI+u5dl/rxMHV7z2jemPNgy13mlK1+p+XNxYXr0456UHvvjT04/9hM/M7b6ySf/Qsp3g81lDloud/nL7my++KIvp0988j93Xtd48oXPf+HQai648IJDyyhAgMBQBUZJx9JQj728CRAgQIAAgVUFDt0/JiWabprJE48ECBAgQIAAAQIECBDogUBEjCfBR0QPspECgcMFlCDQV4FqAxaT80FfPyO9zuvud7tjuvrVvia97/3/fMwgv1e8+rXpi+eeO87/cqeckk4/7Xbj5wc95IF3F1/8lXGRr1zylfTKV79+506B73r336df+dXfTG/7m3eOty/ycMkllxxY/EH3v1+66qmnjuM9451/e0zZPJjwve/7l/Fd2z7/hS+k977/X44pc9AbN73pjVL+523z3d3+6X3/vGfRD33koylvzxvzYM3/8l++Lj+de3n1a96YPvmfnxqXz//U7j3udqfx89mHy172Mum2t73NeNDV7ADT2TLrfH7FK15hqerz35ePP+H4pfbtyk7P/csXpYd85yPGf47ywNXZuPPdEH/0hx+ZXvbi56T73fses5v2fX7W2WenZ/zRn44HKs4W+vCH/y1deNFF47fy5+HGN7rh+Pn0Id/x8e1/847xXRZPPOHEdPodbrvn3T7zn/2rfc1Xp9k7q+Y6cp33vc89U/4Mf+5zn09vefs78tvHLO/7538d3830mA3NG6v+ebngogtTvhtiU1X60gXnpxe86GXjuzvm1/mOqb/8f35r53slv7ff8g23uFk65ZQjAxbzoKCvlO+n/fbxPgECBDYrECkiNtvkfK0pRYAAAQIECBDovsBokkJZTV54JECAAAECBGYFPCdAgACBLgrkO2k1S/69VxfDFzMBAgQITATqDVjU+zUR9dgpgfxPPefBVW9+6xnHxP2yl78mffBDHxm/HxHp5je/ccoDkcZv7POQ/3njCy740njrRRdenD7+sf3/udRxoQoP+U5xedBWRKTPf+6L6V//9UPH1JoHUj7yBx6Tbnar09PtTr/3MXdIPGaHXW/c6pY3T3nQWb7D4M895QnpvX//1mOW/H7enneNiHSNq39Nfrpr2f9lvlvcO9/1d+OBZscdd1y6za1vmXJus3vkuzZe4+pXS29/+zt3BnDNbl/38+nd/xZt55KvXJLOP3/yuVh03y6V//RnPpO+/4celx73Y09O7/+XD4zvmjWNPyLSta99zfTTT/6x9IQfe/T07YXXn/7sZ9N555934H4vfukr0qc+/Zlxmetf9zrpod/+oPHz2Yf8Z//ii7+c3n7G0QMS82fsete59rjoOZ/7fPqbv3nX+Pnuh89//gvpwgsv3P32+PWqf15m686fuX//xCfG9S76cOZZZ6cLL9j/zqyL1qc8AQIE1iGgU2kdquokQIAAAQJtEBDD1gXKvJCy2no4AiBAgAABAgQIECBAgEAVgeZ3jqlZIlztVPFcuRIVECBAYDmBagMWnQ+WOwD22p7Afe59t/T1X3e99K8f/FDa7259b33bGTt3DfyqU09Nd7nj7bcX8D4tX/e6X5sue8plxlsv/vJFc/0zsePCCzxc61rXSCeddNJ4kOBPPunn041vcdqhy/d9/2MWaGFS9FWveUM686yzxi/ynS/zXfDGL8rDHU77xnTuuecd80/4ls1rX51zzueWaiMPij3zs5O8lqqgYzvluwB+23c8PP2fp/1O+vf/+ORRAxdPPvnk9K0Pul961A8+cm1Z5bss5jua5juT5s/t3e92p6Pusjj9s58HAr7mdW86Ko58Z9B8d8X8Zr7LY14vumzqz8thceVBwPk7YVruhBOOT6de9SrTl9YECHRZoEexR0TTtxQ9ykgqBAgQIECAAIGWCJTJ5SaItOR4CIMAAQLLCNiHAAECBAgQOEYgX+NMl2M2eoMAAQIEOiNQbcDiqOkEa346k7hACdznnndLl7/c5dItbnaT9I63vnp8x8Dddw78kR965HigXtY64cQT0m1ve5ujBj7l97e9XP6Uy6VLnXzyOIwTTzgp7b4r4XjDig/Hx3HjwQQRkY4/8fi0rv/e8c6/Te9+9z+OB7jlgWb5LnjTtm5/u29M/+2G/zX9wz+8N+UBadP3N7n+4rnnpjz4MLd5/PEnpOnAtrTHf1e5ypXTCU2ZvOmCCy9MXzj3i/npgcszf//X9/wc7v5crvv137/rDemHfuARB8Y6z8Y/fvZz0oO//XvSnz/nhencL567s0s+tvf/lnum/36bb9h5r/aTv/rrV+4Mfr3eda6dvuMhD9pp4vTTbjc+dnvdqfNa17j6+LO+U3iJJ5v68zJPaJ/+zGd3iuXPbL5T6s4bnhAgQGDbAs0FhI6lbR8E7RMgQGC4AjIn0HuBMickojzpfcISJECAAAECBAgQIEBgCAIRMf5dXkTMla5CBAgQINBOgeOqhdWcD5qfatWpiMA6BfLgtxv9txumj3/8E+mnfuYXU75r4H7LS1/+qvE/U5zj8+L6QQAAEABJREFUufa1rpXyPxmbn7dxyXdazHdcXFdseaDZ113vuuuqflzvm976tpQHBuYX+Q6Y+W54+fmd7nhaOuHE41Penl9vY/nEJ/8zXXzx5J/YzYNE82DR/eKYDlrL28879/z00Y9+PD89cHnGs5594Gdxv89o7fef9JSnple88nUHxjrd+LNP/on0Cz/7xOnLY9bnnXd++sVfeVr6yaf8Qvr0Zyb/THMudOUrXTnd4bRvyk/XsswOfs13dbzrXU4fDza+6U1vlG5+8xunz372rEPv1Jn/afJVgtvEn5fD4vvgBz+yM8j2hBOOT197rWsetovtBGoIqIPAfAJNh1KEK4j5sJQiQIAAAQIECCwoUGaWl9WCOytOgACBuQQUIkCAAAECBAhsXsBE+M2ba5EAAQJrEKg3YFHv1xoOz+4qva4lkAe/XeEKl09nvPNd6UUvfln6q5e9ct/l5S9/TTrnnM+Pm77MZS6d7nDaN46ft+XhgosuTF/+ypfH4Vz+8qekG9/ohuPn63jIA55ufOP11Z9jflnj/cEPfSQ/TZc75ZR0+mm3G9818ja3vmX68Ef+LeXt441beHjPP70/nX3O58Ytn3jSieka17ja+PleD1e/+tfsvP3hj3w0fezj/77zer8neZDdQZ/FTW3Lxjnm/eLc/f7Xf/31d791zOvXv+Et6enPfPbOnRbzZykf32MKVnzjpc2f67PPnhyvr7/+dVO+y+Jd7nj7dNWrXmWuO3Xmcpe97GWWjijnuO4/L4cFd8Y73p0+//kv7BS7wQ2+bq3fETsNeUKAAIE5BfIdFucsqhgBAgQGJiBdAgQIrChQ5oWU1YqV2Z0AAQIECBAgQIAAgfUIqHVhgQh3WFwYzQ4ECBBon0C1AYvNeaF92YmIwB4C+Z9MzoPfzj7n7PSq17xhjxJHv/WWt52R3vf+f9558+Y3v0ma3vVv580tPvnkJz+Vzj33/HEEJ55w4vif2T1okNW97nnX9Oz/93vpBjc4fJDZuNLm4T8/9el0Ubmz4H/5uuunh3zrA5p39//5qZ98bPrVX/zp/QscsuWtjflFF100/svmzW9+4/Qt97t3uvKVr5Ty+4fsutbN733fP6cPf/gj4zZOOvHEdM1rXn38fK+HPNgtv5/zeM9735ef9nb56q+6arrj6bc7NL/n/uWL0sc/8clDy9UqkP/svvtv/378T4znuyyefofbplvc4qbpS1+6YN87dX565p9Qzv+s9zx57Y53039edrc/+3rWIL//1Vc9Nd3tLqfnpwsvT/25J6af+akfX3i/Vu4gKAIEWiMQMelcak1AAiFAgAABAgQI9EWgTC4flXVf0pIHgYUEFCZAgAABAgQIEOidQJ4EP116l5yECBAgMCCBagMWc+fXgNyk2mGB+933HunqV79aeve7/zHlO9rNk8qb33pGOv/8L42L5rvC5bv+jV+04GF2EF0O50Y3/C/pf33Pw/LTY5Y8kPHBD7hf+tw5n08f+MCHj9m+3xu5jS9+4dzx5lMud0r6vkc8LN3+dnvfafKudzo9nXa7b0of+ND89Y8rnnl49WvemD75n58av/NVp56aHvgt905nn31Oyu+P39ziw+xnYb87C+ZBble84hXHUeY82hD3OJg1PVzpildIdzjtm+aq/dwvTj5HF3/54vSZM8+ca59VCr32DW9OX/jiF8dV3ORG/y3dtFk++KGP7HunznwXzwsvvHBcPv9Zv/Pptx8/P+jhuNT8f/yR0+mm/7wcFFve9rwXvCR9+jOfyU/TCSeekO57n7vv++d3XGiPh0f94CPTjf7bf00veMlf77E1pWgMLn2pS6WD/jv+uOPTFS5/uYOK2EaAwOAERuNB5blzaXCpS5hADwSkQIAAAQItF4hJfFHWk1ceCRAgQIAAAQIECCwmoDSBtglERIqYLG2LTTwECBAgML/AkREW8++zd8nY+23vEmiTQB6wl++ydtGFF6W3n/GOuUPL/7RsHniWd4iIdKtb3Wx8J8P8epXlc5+b/FPTuY78z03ndV4e/IBvTve79z3y07mW17/hremL504GZZ100knpoQ95QHrkI777qH1vetMbpd/5zV9JN7zhDdKb3vz2o7Yd9iLfpe2f3vv+8aCCXParv+qr0lN//qfGbWTT/F5e/tf//K70lCf/WLr44otWGlyY//nkd77r79Ill1wyHmB15atcKeXX+f3czrzLcccfl/L/85bP5W73TbdJz3r6b6bn/Okz9ryT5HOe98L0D+/5p7HFNa9xtT3vtnmLm90kXeFyl0v57oovf+Vr5/rnoHPbXV2OO+64dJc7n57ucfc7H5hC/gxO70r56U+fmd781r85sHyNja9o/P/xH987ruqEE45Pl4wuOfBOna97/ZvTxz/+iXH5iEi3ve2t07c9+P7j17MPs5+tS1/m0umqV77KzuYKf1526qrxJA/Mfvozn73zHZH//D7+sT+Ubn2rW8xV/WN+5PvHg4b/7C9ekN7znqPvFjr9Dsu2173O1x5T3xN/4tHp5s2fh7whf05OPunk/PSoZVpHfnOV78G8v4UAga4JxLhjqWtRi5cAAQIECBAg0AmBcmfFsupEyAMMUsoECBAgQIAAAQIECCwqkO+k1Swmwi8KpzwBAlsU0PQeAvUGLOr92oPXW20T+MH//fD09de7Xjr/S+en//zU5I5j88R43nnnpzPPPGun6FVPPTV924O+Zef19Mk33OJm6ZRTLjt+edLJJ6brXPfYATzjjeXhi+edNx74ll/e4hY3SXe+0+3Tt3/bA9NDv/1B6ZLm//x+XvJAn7zOS34+O0gwv/f8F/1VesMb35q+8pWv5Jcp3wXxh37gEelNr3tpeuFz/zi94qXPS3/yh7+b8kC6N77prSmXHxcsD7m+XG95mWafT9979p8/b+cubfm9fFe9H/7B701vecPL0jve+ur0d+98Q3r0o/53OuGE49Kf/OnzVh6k94Ymn3POmQzo/OK556Yz3vm3udmFljyILA8myzsdf/wJ6dKXPvgOcKn570eaHG5z61umG9/ohunh3/Od43Xz9lE/z27y+8xnP5vyHfjudfe7HrXt+te7brrrne+Yjj/h+PR3f/eP6Y+f/Zyjtvf1xVWufKX0pCc8NuVBq3vlmAfJ/cgPfl+62td8dcp3MHzJX738mMFvx594/M7AlePyUNPjjz1FXeEKl08nnzwZ9JbX+fVe7c2+97JXvmbnLouf+tRnDxxM+7GP/3v6i+e9cGdw3+VOuVx67I/+QPrRH35kyn9Ocr33uudd05N+/LEpD6TNr/Pn6k53PC097DsfsjPQeJU/L6eeeuV0mUtdOledTrnsKenqV/+a8fNVHp73/BenZ/zhn+44XO+610m/9qs/n37kh47ktbv+PMD0d37jV9IDH3Df9CfNn/9cx+4y//rBD40H5ub3v+GWN095gGI+1vlOq3/8rN9Jp932G9MHPvChvHm85DLZ6Qce+fDx6/ww7/dgLmshQKB/AjqV+ndM25ORSAgQIECAwMAFYpJ/WU1eeCRAgAABAgQI9E5AQgQIDE4gmqucZolo1oNLXsIECBDoj8Cxo0GWzM35YEk4u21E4HrXu076qZ98bHrQA7455X8S9YpXuEJ6wP3vM9ddEvMgpe966IPT9a97nZ1YIyLd+c63T7/xtKfu3KUsD9L55vveM135ylcalzvxhBPTve5x1/EAxPEbezzkuwZO/7navP9v/tovpif82I+kf/nAB3b+ydp8F7Q7nX5ayvXlKq5x9aulPNgnx5VfT5df+KWnpbe9/R07gxYjIuVBZDe4wfXTta559XGxfPe4XG78ojzkenJ9ud78Vm4nt5fbza+nS75L28/83K+mj33sP6ZvjdcnnXjieCBXXueBaH/+nBemvQY2pQX/y3epe9/7/3m814c+/NH06te8Yfx83oc84DDf8S8PJsv7XPEKl08Puv/99hyAmLfn5dpfe610ymUmA07z60td6uSUB4/l57NLju3Xf+MP0pmfPSvd7na3Sb/6iz+d8vF74APum377138pXeMaV0tvbY7FE5/yiykPdp3dtxfP90kiD2LNA/te9uLnpJ998k+M/4zlP2f5+XP/7JkpDwTNg09/5/eflX7v6X90VC3Z7+53uePOoNIrXfmK6YHffJ+x67RgLnO3O5+eTrns5Bhd7pRT0j3ueqejykzLzq5f9vLXpH/4h38aDw5+7/v++dDBtPnz++w//cudY5f/jDzi4Q9Lb37dS9O73v7a9Is/91PjwbtnnXn2uJnjjjsu3f60b0qnn/aN6exzzhm/t+yflzzg9V53v2u6zGUvM64nf36/8zsenPIAwPEbKzw86//9WXr8jz8lvf9fPjC2yMfre//Xw9IbXv2S8cDm//NLP5Oe+vNPSr/+a7+QXv6S56Y//sPfTte+9jXTk3/ml1Led6+mX/2aN6aPfvTj403Z6Tse8qD0ule9cFzHqVe+SnrqLz8tnf+lL42354drXvNq6cEPvG867/zz88vxMs/34LigBwIEeikQETuD1XuZoKQIECBAgAABAtsSGE0aXmmCyKQKjwQIECBAgAABAgQIEGiNQL7GmS6tCUogBLouIH4CWxA4rlabo6YTrPmpVZ16CFQV+L+//LPpId/6gPHAulzxSSedlO57r7unP/yD3xgPrMrv7bf8+Z/8QfqJx/9ouupXnXpUkTyw7y53vEN6+u/9Wsp3Envly56bHvTA++0MLMyFr3XNq6cnPeEx6SUveHZ+eczyile+Nv3Znz8/ff4LXxgPIMqDF5/zvBen6aDCZ/7+r6c/esZvpa//uuvt7Jtj/+6HfXt6/atenL75Pvfcef+8885PP/CoH0u/9hu/l/IAvy9/+SvjbRddfHH64Ac/kn72qb+aHvNjP7UzCCtv/O+3+Yb00hf9Wcr15Xrze3nJ7eV2d8edB+o9/PselV7wwpemM888exxzLn/BBReO75b3qEc/If3W7zwjv1VlefNbz0jnfO7z6a1vO2Pu+nJOr3/1i9Jz/vQZ6fQ73HbnbpHHH398ynfBy+/vzmtaeb673ite/dp0/vlfShd/+eL0lqb9N77pbdPNR61f+vJXpR95/BPTGWe8u2nnduNBWk/+ycenCy+6KD3tN38vff8PPW48qC0N4L/8ubjX/b4tPflnfym97o1vTpe6dPPn6773SD/3lCeMl2++373Gg1Fe+arXpf/duOwe/JbvBpr//ORBfxExFsvHK9/JMA9+ywMe85Kf5/fytlwoDxTMg1LzvrmO/N5+y2VPuWzKgyXf9Na9j+fu/X73D56VHvP4J40/1/nznbfnu3SedfY56bd+9xnpD575x2kUo5Rf538q+T7f8h3pEd//6PS2v3lnLjpesssif15yjvmzecfTb7fzuY2I9F9v8PXjAYD5+2Bc8QoPOb5v+46Hp0c/9kkpx3fWWeeMB3Hngc33vMdd0n3uebd0q5/yUc8AABAASURBVFvePJ159lnpF576tHTf+z80vf4Nb9m3xfxn5mea75YzznjXzp0W85+f17zuTelRj3nCuI28czbM7T3if/9o+pYHPeyoO48e9j2Y97cQINBTgeYCYsgdSz09qtIiQIAAAQIE2iIwubweX4+3JSRxECBAgACBIQrImQABAgTqCkTE+DonIupWrDYCBAgQ2KhAtQGLqTkfND8bDV5jBOYVeMC3/o9041uctufy5J/9pQOryYNr9ts3v3+LW98pfffDfzDldX6915Lr2K+RPDDqdqffO93klrdPt73DvdIv/srTUh58mMvnwT171Zff+++n3T391ctemYsdteR/gvj+D35YuvmtTx/ne8vb3Ck94Nv+R3rhi/76qHL5Rb4L3J3v/oBxuVzn7mWvuD/9mc+kp/zcL6c73u2bxzHnfW71TXdJD/3uRx41WCvXv+rynOe9MN3+TvdJz/jDZ89d1Tve+bfpoJxyvHvlNW0gD7i8ze3uNj6eT3rKL0zf3nP9nve8L33/Dz8+5fK53mye7fMx2HOHHr6Z//zkwZn//h+fHH/GfvQxT0x3uccDU/7cZZO8ZJfT73q/9Pgn/PR4AOBuht/+3WeOvXPZvZbcRl722pbfy3/2ch27652+vs+97zYe9PvBD31k586l020HrfPgvvy5zp/v3E7O4573/db0h3/0p2n6Z+f0u9xv/Gc2/7nYq678/rx/Xg7KMbefvw/2amOZ9177hjelfNzycZk9Vje71enptDveJ/2P//kD6fkv+qu5qs5/DvJgzVv+9zuPv0vyn4dHP+6J6cMf+eh4/xx3Nsztvevdfz9+b/fDQd+Du8t6TYBAjwSaDqUIVxA9OqJSIUCAAAECmxbQ3kECZWZ5WR1U0jYCBAgQIECAAAECBAh0R8BE+O4cq3qRqokAgR4K1BuwqPerhx8PKREgQKD7At9461ulk086aaE7dXY/axkQIEBgVYHN7J/vsLiZlrRCgAABAgQIEBiYQJkXUlYDS166BAgQIDC/gJIECBAgQKBjAhEpYrJ0LHLhEiBAgMCMQLUBi805YaZaTwkQ2FfABgIENiZw05veKN361rdM//mpT6dXv+aNG2tXQwQIECAwn0CEjqX5pJQiQIAAgU4KCJrANgXK5PJRWW8zFG0TIECAAAECBAgQIECglkCeBD9datW5cj0qIECAAIGFBaoNWNT5tbC9HQgQIECgosD1r3fd9OOP++Fm+ZF04xvdMF32spdJD/+eh6av+qpT05vf8vb0sY//e8XWVEWAwLYFtN8HgVHSsdSH4ygHAgQIECBAoJUCMYkqynryyiMBAgS6JyBiAgQIECBAgMCsQES4w+IsiOcECBDoqEC1AYspOiog7N0CXhMgQKCTAk9+0uPSw77zIc3yrekvnv309ObXvTTd5Y53SB/9yMfSc//yJZ3MSdAECBDot0CkiOh3irIjQIBAuwVER4BAnwXKnRXLqs+Zyo0AAQIECBAgQIAAgYMF+rU130mrWfJk+H4lJhsCBAgMS6DegEW9X8P65MiWAAECLRO49KUvvRNRRKSTTz45ffzjn0i//lu/7+6KOzKebE5ASwQIzCOgU2keJWUIECBAgAABAksIlHkhZbVEBXYhQGA+AaUIECBAgAABAgQ2KtD8DjA1S4SrnY26a4wAAQKVBY6rVd/Gzge1AlYPAQIECPRK4C+e+4L02c+cOf7nRc8//0vpFa98bXr49z0qveVtZ/QqT8kQIECgTwIR0fQtRZ9SkgsBAjUF1EWAAAECywuUyeUmiCxPaE8CBAgQIECAAIENCWiGwAIC+Rpnuiywm6IECBAg0DKBagMWR00nWPPTsvSEQ4AAAQJDEXjRi1+W7nSP+6eb3PL26Ta3u1t6/BN+On36M58ZSvoL52kHAgQIbF2guYDQsbT1oyAAAgQIECBAoK8CZU5IRHnS1zzldaiAAgQIECBAgAABAgT6JBAR40nwEdGntORCgACBlQW6VkG1AYupOR80P13LX7wECBAgQIAAAQIECGxDoOlQinAFsQ16bVYTUBEBAgQIEGivQJlZXlbtjVNkBAgQIECAAIH2C4iQAIE2CZgI36ajIRYCBAgsLVBvwKLer6UPgh0JECBAYLeA1wQIECAwBIF8h8Uh5ClHAgQIECBAgMDGBcq8kLLaePPzN6gkAQIECBAgQIAAAQIEFhCISBGTZYG9FCVAYOsCAiBwtEC1AYvNOeHomr0iQIAAAQIECBAgQIDAAQIROpYO4Fl9kxoIECBAgACB4QqUyeWjsh4uhMwJECBAgMAABKRIgACBAQnkSfDTZUBpS5UAAQK9E6g2YFHnV+8+GxIiQOAAAZsIECBAgACBVQVGScfSqob2J0CAAAECBNYt0Nn6YxJ5lPXklUcCBAgQIECAAAECBAh0WyAi3GGx24ewtdELjACBzQpUG7CYYrOBa40AAQIECBAgQIAAgS4LRIpwEdHlIyh2AgQIECBAoMUC5c6KZdXiQIVGgAABAgMQkCIBAgQIEKgnkO+k1Sx5Mny9StVEgAABApsWqDdgUe/Xpo+d9ggcIGATAQIECBAgQKD9AjqV2n+MREiAAAECbRcQH4F9BMq8kLLap5C3CRAgQIAAAQIECBAg0DGBPAm+WSKGdrXTseMkXAIECBwiUG3AovPBIdI2EyBAgAABAgQIdEtAtGsXiAh3WVy7sgYIECBAgACBQQqUyeUmiAzy6EuaAIFFBZQnQIAAAQIEOiOQr3GmS2eCFigBAgQIHCNQbcDiqOkEa36OacAbBPYS8B4BAgQIECBAgMDABZoLCB1LA/8MSJ8AgUEISJIAgS0JxKTdiPJk8tIjAQIECBAgQIAAAQIE1iKwqUojYjwJPiI21aR2CBAgQGANAtUGLKbmfND8rCFEVRIgQIAAAQIECOwh4C0C3RZoOpQiXEF0+yCKngABAgQIEGitQJlZXlatDVNgBAjMJaAQAQIECBAgQIDAVMBE+KmENQECBDotUG/AYq96vzp9TAVPgAABAgQIECBAoBMC+Q6LnQhUkAQI9FhAagQIEOipQJkXUlY9TVJaBAgQIECAAAECBOYVUK43AhEpYrL0JieJECBAYIAC1QYsNueEAfJJmQABAgQIENhXwAYCBAgcIhChY+kQIpsJECBAgAABAssJlMnlo7JerhJ7EZhTQDECBAgQIECAAAECGxLIk+Cny4aa1AwBAgQITAUqrqsNWNT5VfGoqIoAAQIECBAgQIBA7wVGScdS7w+yBCsIqIIAAQIECCwlEJO9oqwnrzwSIECAAAECBAi0VUBcBAjMJxAR7rA4H5VSBAgQaLVAtQGLKVqdp+AIECBAgMBuAa8JECBAYKsCkSJiqxFonAABAgQIECDQW4FyZ8Wy6m2acyamGAECBAgQIECAAAECfRHId9JqljwZvi8pyYMAgWoCKuqQQL0Bi3q/OnTYhUqAAAECBAgQIEBg+wI6lbZ/DFaPQA0ECBAgQIBAKwXKvJCyamWIgiJAgAABAgS6JCBWAgQItEQgT4JvlghXOy05IsIgQIDAUgLVBiw6HyzlbycCBAjsL2ALAQIECBDouUBEuMtiz4+x9AgQIECAAIE5BNZRpEwuN0FkHbjqJECAAAECBAgQIEBgWwL5Gme6bCsG7RJYWsCOBAjsCFQbsDhqOsGan52KPSFAgAABAgQIECBAgMC+As0FxCY6lvZt3wYCBAgQIECAQJ8FYpJcRHkyeemRAAECBAj0VkBiBAgQIDAMgYgYT4KPiGEkLEsCBAj0VKDagMXUnA+an54ySYsAgT0EvEWAAAECBAgQWF6g6VCKcAWxPKA9CRAgQIDAxgQ01EWBMrO8rLqYgZgJECBAgAABAgQIECBwrICJ8Mea1HtHTQQIENiYQL0Bi3q/NnbQNESAAAECBAgQINAXgWHnke+wOGwB2RMgQIAAAQIE1iRQ5oWU1ZoaUS0BAgQIzC+gJAECBAgQIFBFICJFTJYq9amEAAECBLYiUG3AYnNO2EoCGiWwr4ANBAgQIECAAAECrRaI0LHU6gMkOAIECHRFQJwECBwrUCaXj8r62ALeIUCAAAECBAgQIECAQMcEmnDzJPjp0rz0Q4AAAQIdFag2YFHnV0c/AfuEfZNTI62y7K52lbrsu9qx4MfPZ8BnwGfAZ2C/z8A85+v99t3r/d31eU3gYIFR0rF0sJCtBAgQIECAAIGlBWKyZ5T15JVHAgQI7C9gCwECBAgQIECgCwIR4Q6LXThQYiRAgMAhAtUGLKY4pCWbdwu09vVNrhrpqXc4YeVlmmCNutSx+vFgyNBnwGfAZ8BnYK/PQM3zdf47xLQ+awKHC0SKiMOLKUGAAIHuC8iAAAECmxcod1Ysq823r0UCBAgQIECAAAECwxOQ8SYE8p20miVPht9Ec9ogQIAAgfUI1BuwqPdrPUdIrQQIECBAgMABAjYRINBlAZ1KXT56YidAgAABAgRaLVDmhZRVq0MVHIH5BJQiQIAAAQIECBAg0AjkSfDNEuFqp9HwQ4AAgc4K7D9gccGUnA8WBGth8We//5J09+d/2cLAZ8BnYN/PwD0am+nXl+8M35fOGT4D+30GHvemr0y/KqwJHCgQEe6yeKCQjQQ2JKAZAgQIEOifQJlcboJI/w6tjAgQIECAAAECSwvYkUAPBPI1znTpQTpSIECAwGAFqg1YHDWdYM3PYCElToAAgUEIxJEs8/f+kVee7SfgfQIECBDYR6A5kehY2sfG2wQIECBAgACBVQXK9XtEebJqffY/VEABAgQIECBAgAABAgTWLxAR40nwEbH+xrRAgACBPQS8VUeg2oDF1JwPmp86UamFAAECBFopMPs9b5B6Kw+RoAgQINAdgaZDKWL2zNKd0EW6cQENEiBAgAABAosKlIv2slp0b+UJECBAgAABAtsQ0CYBAgQOFzAR/nAjJQgQINABgXoDFvV+deBwC5EAAQK7BRZ7HXl0etmluR4oz6wIECBAgMByAvkOi8vtaS8CBAgQIECAAIEDBWKytaxSSpPXHgkQIECAAAECBAgQINBpgYgUMVk6nYfgCaxNQMUEuiFQbcBic07oRsaiJECAAIHlBeLI6PQjz5avzp4ECBAgMGyBiJ50LA37MMqeAAECBAgQaKNAuWg32bCNB0dMBAgQINBZAYETIECAwNYF8iT46bL1YARAgAABAksLVBuwqPNr6WNgRwIEDhCwqV0C0a5wREOAAAECnRYYJR1LnT6AgidAgAABAlUFVFZZoFzAR1lXrl11BAgQIECAAAECBAgQ2IpARLjD4lbk6zWqJgIECGSBagMWU+TqLAQIECDQa4Fyh4ac48zT/NJCgAABAu0VaGlkkSKipbEJiwABAgQIECDQcYFy0V5WHU9G+AQIECAwp4BiBAgQIECg/wL5TlrNkifD9z9ZGRIgQKC/AvUGLOr96u+nRGYHCNhEYFgCs+NKfO0P69jLlgABAusmYjz3AAAQAElEQVQQ0Km0DlV1EiBAgMB6BNRKoGMCZV5IWXUseOESIECAAAECBAgQIEBgH4H8y8pmiVjX1c4+7XqbAAECBKoKVBuw6HxQ9biojAABAq0UmP2rv0EmrTxEgiLQTQFRD1YgItxlcbBHX+IECBAgQIDAWgXKLEPX7mtVVjkBAosKKE+AAAECBAgQWFEgX+NMlxWrsjsBAgQIbFGg2oDFUdMJ1vxsMRVN7yXgPQIECKxLwHf+umTVS4AAgYEINBcQOpYGcqylSYDARgQ0QoAAgaMEYvIqojyZvPRIgAABAgQIECBAgEDHBYYefkSMJ8FHxNAp5E+AAIFOC1QbsJia80Hz02kMwRMgQIDAwQIRM9/0o5nnB+9mK4GuC4ifAIF1CDTnlAjnknXQqpMAAQIECBAgkMosw7ICQoDAfAJKESBAgAABAgQItF3ARPi2HyHxESBAYC6BegMWl+r9mitGhQgQIECgJQIx/Y1HE4+v/QbBDwECBAisJJDvsLhSBXYmQKBDAkIlQIAAgY0KlHkhZbXRpjVGgAABAgQIECAwZAG5E1izQESKmCxrbkn1BAgQILBGgWoDFptzwhrDVDUBAgQItE3AgMUWHRGhECBAoKMCETqWOnrohE2AAAECBAi0XaBctI/Kuu3him9OAcUIECBAgAABAgQIDFwgT4KfLgOnkD4BAn0WGEBu1QYs6vwawKdFigQIDF4gYobALz1mMDwlQIAAgcUFRknH0uJq9lifgJoJECBAgECvBMr1+1HX8b1KUDIECBAgQIAAgeUE7EWAQLcFIsIdFrt9CEVPgACBsUC1AYspxvV5IECAAIGBCIxm/nnoQ1K2mQABAgQI7CEQKSL2eN9bBAgQIECAAAECKwuUSYZltXJ1c1agGAECBAgQIECAAAECBNYrkO+k1Sx5Mvx6G1I7AQIHCNhEYGWBegMW9X6tfDBUQIAAgU4JjAwy6dTxEiwBAgRaKKBTaZGDoiwBAgQIECBAYAGBcsleVgvsqCgBAgQIECCwXQGtEyBAgMCBAnkSfLNEuNo50MlGAgQItFyg2oBF54OWH2nhESCwv4AtcwvMftcbrzg3m4IECBAgsI9ARLjL4j423iZAgAABAgTWIDCkKsvkchNEhnTQ5UqAAAECBAgQIECg/wL5Gme69D9bGS4tYEcCBFovUG3A4qjpBGt+Wp+wAAkQIEBgFYHY2Tl/7++88IQAAQIEBi+wMEBzItGxtLCaHQgQIECAAAEC8wmUy/eI8mS+vZQiQIAAAQKHCihAgAABAgS2KRAR40nwEbHNMLRNgAABAisKVBuwmJrzQfOzYjh2J0BgDwFvEWiNQKQjQ9OPPGtNeAIhQIAAgS4JNB1KEa4gunTIxEqAAAECaxfQAIF6AuWivazq1asmAgQIECBAgAABAgQIbFOgHxPhtymobQIECLRCoN6ARb1frTiggiBAgMA6BYwrWaeuugkQWK+A2tsokO+w2Ma4xESAAAECBAgQ6LxAmRdSVp1PRwIECBCYX0BJAgQIECBAoNcCzS8rIyJFRK/TlBwBAgT6LlBtwKLzQd8/KgfkZxMBAoMUMMhkkIdd0gQIEKgqEBE6lqqKqowAAQJrFlA9AQLdESiTy0dl3Z3ARUqAAAECBAgQIECAwNYFWhxA/v3kdGlxmEIjQIAAgUMEqg1Y1Pl1iLTNBAgQ6IFAzOQwSrOvZjZ4SoDAUgJ2IjA8gVHSsTS8oy5jAgQIECBAYEMC5ZI9ynpDrWqGAIE5BBQhQIAAAQIECBBYXiAiUsRkWb4WexIgQIDAtgWqDVhMse1U9m3fBgIECBCoJDD7VW+geiVU1RAgQGCwApEiYrDZS5wAgbUIqJQAAQIEpgKjyZOymrzwSIAAAQIECBAgQKAfArIYskD+BWWz5MnwQ2aQOwECBLouUG/Aot6vrn8WxE+AAIGFBHztL8TVg8JSIECAQH0BnUr1TdVIgAABAgQIEBgLlHkhZTV+ywOB+QSUIkCAAAECBAgQINBigTwJvlkiXO20+CgJjQCBTghsN8hqAxadD7Z7ILVOgACBTQhEzPzl34jFTZBrgwABAr0WiAh3Wez1EZbcMQLeIECAAAECmxIo1+wmiGwKXDsECBAgQIAAgRkBTwkQWJtAvsaZLmtrRMUECBAgsHaBagMWR00nWPOz9oA1QIAAAQLtEBildn3rt0NFFAQIECAwt0BzAaFjaW4tBQkQIECAAAECiwnEpHhEeTJ52YtHSRAgQIAAAQIECBAgMFyBiBhPgo+I4SLInMBABKTZb4FqAxZTcz5ofvqtJTsCBAgMXGD2e95wxYF/GKRPgACBVQWaDqWI2TPLqhXav4KAKggQIECAAIG+CJSL9rLqS1byIECAAAECBOoIqIUAAQLdFTARvrvHTuQECBCYEag3YFHv1wyrpwQIENgt0I/XEUe+7JvrgX4kJQsCBAgQ2JpAvsPi1hrXMAECBAgQIEBgLQItqbTMCymrlgQlDAIECBAgQIAAAQIECKwoEJEiJsuKNdmdwIoCdidAYBWBagMWm3PCKnHYlwABAgQ6JjDyxd+xIyZcAgQItE8gYsGOpfalICICBAgQIECAQDsFynxDkw3beXhERYAAAQKHCNhMgAABAgT2EciT4KfLPkW8TYAAAQIdEKg2YFHnVweOthAJHCBgE4F5BGK2UPnlx+xbnhMgQIAAgfkFRknH0vxaShIgQIAAgVoC6hmIQLmAj7IeSNbSJECAAAECBAgQIECg5wIR4Q6Lcx5jxQgQINBmgWoDFlO0OU2xESBAgEANgeYaYKca4xV3KDwhQIDAVMB6IYFIEbHQHgoTIECAAAECBAjMKVAu2stqzp0UI0CAAIE5BRQjQIAAAQIEtiWQ76TVLHky/LZC0C4BAgQIrC5Qb8Ci3q/Vj4YaDhCwiQCBdggcGVjiQqAdR0QUBAgQ6LKAc0mXj57YCRAgsC4B9RIgUEWgXL6XVZUqVUKAAAECBAgQIECAAIF6AkvWlCfBN0uEq50lBe1GgACBVghUG7DofNCK4ykIAgQIrFVg9q/+xqmvlVrlBNYjoFYCLROICHdZbNkxEQ4BAgQIECDQE4Fy0W6CSE+OpzQILCqgPAECBAgQIECgpwL5Gme69DRFaREgQGAQAtUGLI6aTrDmZxBoeyXpPQIECAxCII5k6Tv/iIVnBAgQILCEQHMBoWNpCTe7ECCwdQEBECBAoBMC5fo9ojzpRNCCJECAAAECBAgQINAeAZG0UyAixpPgI6KdAYqKAAECBOYSqDZgMTXng+ZnrkYVIkCAAIFuCsRoZpjiyLd+N49iq6MWHAECQxJoOpQinEuGdMjlSoAAAQIECGxQoFy+l9UGG9YUgbkEFCJAgAABAgQIECCwnEDzu0oT4ZejsxcBAgS2ILBvk/UGLOr92hfZBgIECPRFYHZYia/9vhxVeRAgQGB7ArljaXuta5lAXwXkRYAAAQIEGoFyAV9WzRt+CBAgQIAAAQIE+iUgGwIDFYhIEZNloALSJkCAQC8Eqg1YbM4JvQCRBAECBAgcIBBHtg1ykMmR9D0jQIAAgQoCETHuXKpQlSoIECBAgAABAgRmBcosw1FZz27yfA4BRQgQIECAAAECBAgQaKVA/v3kdGllgIIiQKBbAqLdmkC1AYs6v7Z2DDVMgACBjQnExlrSEAECBAj0X2CUdCz1/yjvlaH3CBAgQIAAgQ0IlAv4KOsNtKgJAgQIECBAgMBRAl4QIEBgHQIRMZ4EHxHrqF6dBAgQILAhgWoDFpPzwYYOmWYIECCwr8DaN8TMl72B6mvn1gABAgR6LtCcVXQq9fwYS48AAQIECBBYk8Dh1ZY7K5bV4eWVIECAAAECBAgQIECAQBcE8i8omyVPhu9CuGIksKKA3Qn0VqDegEW9X739kEiMAAECOwKx88wTAgQIECCwskA7O5VWTksFBAgQIECAAIHtC5Tr97LafjwiIECAAAECrRMQEAECBAh0UiBPgm+WCFc7nTx+giZAgEARqDZg0fmgiFoRILC/gC2dF5j9q//IF3/nj6cECBAgsG2BiEgRse0wtE+AAAECBAjUFlDf9gXK5HITRLZ/KERAgAABAgQIECBAgEA9gXyNM13q1aqmpQXsSIAAgSUFqg1YHDWdYM3PkmHYjQABAgS6IDA7pCR/73chZjESIECgbwK9yac5kehY6s3RlAgBAgQIECDQNoFyAR9RnrQtPvEQIECAwKECChAgQIAAAQLHCkTEeBJ8RBy70TsECBAg0BmBagMWU3M+aH46k7hACewh4C0CBA4TmPmiHyXD1A/jsp0AAQIEDhBoOpQiZk4sBxS1iQABAgQIVBZQHYH+C5RL9rLqf74yJECAAAECBAgQIEBgGAKLTYQfhoksCRAg0EGBegMW9X518PALmQABAosJxMwgxeZ6YLGdlSZAYCAC0iQwv0C+w+L8pZUkQIAAAQIECBCYW6DMCymruXdTkAABAvMLKEmAAAECBAgQ2IJARIqYLFtoXZMECBAgUEmg2oDF5pxQKSTV7CtgAwECBAgQIECAAIEeCUToWOrR4ZQKAQI1BdRFgACBVQXK5HKTDVeFtD8BAgQIECBAgACBNQqoemGBPAl+uiy8sx0IECBAoDUC1QYs6vxqzTEVCAECBNYmEBE7dfve36HwpGMCwiVAoC0Co6RjqS3HQhwECBAgQIBA7wTK5fvMZXzvUpQQgcMEbCdAgAABAgQIEOifQES4w2L/DquMCBAYoEC1AYsp0gD5pEyAAIHhCoxSDDd5mRMgQIBABYFIEVGhHlUQILAFAU0SIECAQNsFRpMAy2rywiMBAgQIECBAgACBxQSUJtA+gXxHlWbJk+HbF5yICBAgQGBegXoDFvV+zWuuHAECBHoh4Gt/XYdRvQQIEBiOgE6l4RxrmRIgQIAAAQIbFijzQspqw41rbj4BpQgQIECAAAECBAgQWFggT4JvlghXOwvb2YEAgS0JaHYvgWoDFp0P9uL1HgECBPolMPtdb5BJv46tbAgQILANgYhwl8VtwA+hTTkSIECAAIGhC5RZhq7dh/5BkD8BAgQIEOi5gPQIEBicQL7GmS6DS17CBAgQ6JFAtQGLo6YTrPnpEY1UCBAgQGC3QIxS2v2e1wQIECBAYCmB5gJCx9JScnYiQIAAAQIECBwuEJMiEeXJ5OVCjwoTIECAAAECBAgQIECgbQIRMZ4EHxFtC008BDorIHAC2xCoNmAxNeeD5mcbOWiTAAECBDYmcGRo+pFnG2tcQwQIECDQJ4GmQylisFcQfTqSciFAgAABAgTaKFAu2suqjRGKiQABAgQIDEFAjgQIECBQW8BE+Nqi6iNAgMBWBOoNWNT7tZUDqFECBHYLeL1OgdlxJb721ymtbgIECAxDIN9hcRiZypIAAQIECBCoL6DGAwXKvJCyOrCojQQIECBAgAABAgQIEOiMQPPLyohIEdGZkAW6qoD9CRDoo0C1gynHPAAAEABJREFUAYvOB338eMiJAAECuwWO/OV/NDryfHcprwkQIECg4wIbCj8idCxtyFozBAgQIECAwMAEyizDUVkPLHvpEiBAgMC8AsoRIECAAIGOCeRJ8NOlY6ELlwABAgRmBKoNWNT5NaPqKYEDBGwi0GWBmAl+lPzWY4bDUwIECBBYWKA5kzQXEblzaeFd7UCAAAECBDogIEQCWxUoF/BR1luNReMECBAgQIAAAQIECBCoJBAR40nwEVGpxtWrUQMBAgQILC5QbcBicj5YXN8eBAgQ6JiAv/t37IAJl0B/BWTWC4FIEdGLTCRBgAABAgQIEGidQJljWFatC09ABAgQmFNAMQIECBAgQIDA0QKj5iqnWUyEP5rFKwIECHRNoN6Axea80LXkxbuXgPcIECAwn0BzLTBfQaUIECBAgMA+AjqV9oHxNgECBDYioBECBHotUOaFlFWvU5UcAQIECBAgQIAAAQIHCfRsW54E3ywRrnZ6dmSlQ4DAwASqDVh0PhjYJ0e6BAgMUmD2r/7GqQ/yIyDpeQWUI0BgLoGIcJfFuaQUIkCAAAECBAgsKFAu2k0QWdBNcQKLCihPgAABAgQIECCwUYF8jTNdNtqwxggQIECgqkC1AYv5TlulH6xqgLsr85oAAQIEticQceSbPn/vby8SLRMgQIBA5wWaE4mOpc4fRQkQWKuAygkQIEBgBYGY7BtRnkxeeiRAgAABAgQIECDQOgEBEVhEICLGk+AjYpHdlCVAgACBlglUG7CYmvNB89Oy9IRDgAABAgQI7CHgLQIECGxfoOlQinAFsf0DIQICBAgQIECglwJlvmFZ9TJFSc0loBABAgQIECBAgACBfgmYCN+v4ykbAgRqCXSunnoDFvV+de7gC5gAAQKLCkQenV52aq4HyjMrAgQIECCwnEC+w+Jye9qLQBsExECAAAECBFosEJPYymrywiMBAgQIECBAgMASAnYhQKBVAhEpYrK0Ki7BECBAgMBCAtUGLDbnhIUaVpgAAQIEuicw+12/1nHq3aMRMQECBAgsIRChY2kJNrsQIECAAAECBA4XKBftrZ9seHgmShAgQIAAAQIECBAgQGBHIE+Cny47b3pCgED7BURIYJdAtQGLOr92yXpJgACBnguU3330PEvpESBAgMD6BEZJx9L6dHPNFgIECBAgQGDAAjHJPcp68sojAQIECBAg0EcBOREgQGBIAhHhDotDOuByJUCgtwLVBiym6K2RxAgQILBbYLCvm2uAweYucQIECBCoLRApImpXqj4CBAgQIECAQE2B7tZVZhmWVXfzEDkBAgQIECBAgAABAgRmBfKdtJolT4affdtzAisK2J0AgQ0L1BuwqPdrw4dOcwQIENiCgO/6LaBrkgABAn0VSOM7LPY3O5kRIECAAAECBLYoUOaFlNUWA9E0AQIECBAgQIAAAQIEKgrkSfDNEuFqp6KqqggQILBxgWoDFp0PNn7sNEhgfwFbCKxJYPav/mYurQlZtQQIEBiQQES4y+KAjrdUCRAgQGANAqoksJ9AmXDo2n0/IO8TIECAAAECBAgQINBFgXyNM126GP/SMduRAAECPROoNmBx1HSCNT8945EOAQIECMwKRBx5NUozL4687RkBAgR6IyCRNQs0FxA6ltZsrHoCBAgQIEBguALlkj2iPBmuhMwJECBwqIACBAgQIECAQHcEIiJFTJbuRC1SAgQIENgtUG3AYoqUf5L/CMwhoAgBAp0VGO1EPjrydOc9TwgQIECAwNwCOpXmplKQAAECHRYQOgEC2xIo1+xlta0otEuAAAECBAgQIECAwDAENpdl8wtKE+E3x60lAgQIrEug3oBFvV/rOkbqJUCAQGsEYmZouq/91hwWgQxWQOIEui+QO5a6n4UMCBAgQIAAAQItFIhJTGU1eeGRAIGOCgibAAECBAgQIEBgR6BMhI9wtbNj4gkBAgQ6KFBtwGKvzgcdPJBCJkCAwCYEfNdvQlkbBAgQGI5ARKSIGE7CMiVAoH0CIiJAgEBfBcosw1FZ9zVNeREgQIAAAQIECBCYS0Ch3gjkSfDTpTdJSYQAAQIDFKg2YFHn1wA/PVImQGDQAr73B33450peIQIECBwsMEo6lg4WspUAAQIECBAgsLRAmRNibsjSgnZcQEBRAgQIECBAgAABApsSiIjxJPiI2FST2iFAgACBIlBzVW3AYnI+qHlc1EWAAIFWCsx+1Y+S2zS08iAJigABAp0RiBQRnYlWoAS2JKBZAgQIECCwnEC5ZC+r5eqwFwECBAgQIECAwKYEtEOAwLwC+Y4qzZInw8+7i3IECBAg0D6BegMW9X617+iKiAABArUFZsaVjEYzL2q3s5H6NEKAAAEC2xbQqbTtI6B9AgQIECBAoLcC5ZK9rHqb5nyJKUWAAAECBAgQIECAQG8E8iT4ZolwtdObYyoRAtUEVNQlgWoDFp0PunTYxUqAAIHlBGb/6m+c+nKG9iJAgACBIwIR4S6LRzi6+UzUBAgQIECAQDsFykW7CSLtPDyiIkCAAAECnRMQMAECBFoikK9xpktLQhIGAQIECCwhUG3A4qjpBGt+lgjBLgQIECCwl0Ab34vkm76Nx0VMBAgQ6KRAcwGhY6mTR07QBAgQIECAQGWBtVQXk1ojypPJS48ECBAgQIAAAQIECBDotEBEjCfBR0Sn8xD8MAVkTYDAEYFqAxZTcz5ofo7U7BkBAgQI9E9g5i//hi727/DKiAABAhsVaM4pEWu/gthoShojQIAAAQIECLRGoFy0l1VrwhIIAQIECBBYk4BqCRAgQGAoAibCD+VIy5MAgZ4L1BuwqPer5x8V6RHYLeD1EAVmh5X42h/iJ0DOBAgQqCuQ77BYt0a1ESBAgAABAvUF1NhJgXIBX1adTEHQBAgQIECAAAECBAgQOEYgIkVMlmO2eWNFAbsTIEBgcwLVBiw254TNRa0lAgQIENiKQMy0apDJDIanBAgQWFZg4PtFxLhzaeAM0idAgAABAgQI1BcoswxHZV2/ATUSIECAwEICChMgQIAAAQJVBPLvJ6dLlQpVQoAAAQJbEag2YFHn11aOn0YPELCJAIH6ArO/5xilqN+AGgkQIEBgQAKjpGNpQIdbqgQIEFijgKoJENhDoFyyR1nvUcJbBAgQIECAAAECBAgQ6JRADjYiUsRkya8tBAgQINBNgWoDFlN0E0DUBAgQIDC/wFFf9aP591OSAIHOCgicwBoFIkXEGutXNQECBAgQIEBgwALlmr2sBgwhdQIE5hRQjAABAgQIECDQDYF8J61myZPhuxGwKAkQIEBgL4F6Axb1fu3le8B7NhEgQKDbAr72u338RE+AAIE2COhUasNREAMBAusX0AIBAgS2IFDmhZTVFgLQJAECBAgQIECAAIGhCch3IwJ5EnyzRLja2Yi3RggQILAmgWoDFp0P1nSEVEuAAIEWCUQcGaY4OvK0RREKZXACEiZAoNMCEeEui50+goInQIAAAQIEWitQrtlNEGntERLYogLKEyBAgAABAgQIEGgE8jXOdGle+iFAgACBjgrsO2Bx0XzywJXSD7borsoTIECAQEcEIsVOpKPkW38HwxMCBAgQWFyguYDQsbQ4mz0IrENAnQQIECDQQ4Fy+R5RnvQwRSkRIECAAAECBAgsJqA0gT4IRESKmCx9yEcOBAgQGKpAtQGLKVL+Sf4jQIAAAQIEdgQ8IUCAAIH9BHQq7SfjfQIECBAgQIDA6gJljmFZrV6fGg4TsJ0AAQIECBAgQIAAgU0ImAi/CWVtECCwv4AtlQTqDVjU+1XpkKiGAAEC7RWIOBLbaDTz4sjbnhEgQIAAgbkF8h0W5y6s4IAFpE6AAAECBAgsLFAu2ctq4d3tQIAAAQIECBDYvIAWCRAgMIdA88vKiEgRMUdhRQgQIECgrQLVBiw6H7T1EIuLAAECBwgsuGn2r/7GKy6IpzgBAgQIHCMQETqWjlHxBgECBAgQIECggkCZXD4q61ShSlUQIECAAAECBAgQIEBg2wJ5Evx02XYs2ifQSgFBEeiIQLUBizq/OnLEhUmAAIFKAr73K0GqhgABAoMVGKW+dCwN9hBKnAABAgQIEGivQExCi7KevPJIgAABAgQIrCJgXwIECBDYvkBEjCfBR8T2gxEBAQIECCwtUG3AYnI+WPog2JEAgX0FbGiZgL/7t+yACIcAAQKdFogUEZ3OQPAECBAgQIBANQEV1RYod1Ysq9q1q48AAQIECBAgQIAAAQLbEch3VGmWPBl+OwFodUUBuxMgQGAsUG/Aot6vMagHAgQI9FngqGElzcVAn3OVGwECBPoj0N5MdCq199iIjAABAgQIEOi4QLmAL6uOJyN8AgQIEJhPQCkCBAgQIDAAgTwJvlkiXO0M4GhLkQCBHgtUG7DofNDjT4nU9hewhcDgBI785d849cEdfAkTIECgukBEuMtidVUVEiBAgMBaBFRKoGsC5aLdBJGuHTjxEiBAgAABAgQIECBwkEC+xpkuB5VbepsdCRAgQGAjAtUGLOYbbZV+sI0ErhECBAgQ2LxAxJFv+lGKzQegRQIEeikgqYEKNBcQOpYGeuylTYAAAQIECKxfoFyyR5Qn629RCwQIEDhUQAECBAgQIECAwKoCEZEiJsuqddmfAAECBLYnUG3AYoqUf5L/WiUgGAIECKxNYDRaW9UqJkCAAIEhCOhUGsJRliMBApsT0BIBAgSOFijX7GV19DavCBAgQIAAAQIECBDoqoC4m19QmgjvY0CAAIHuC9QbsKj3q/ufBhkQIEDgEIGZGywmX/uHYNncIwGpECCwLoHcsbSuutVLgAABAgQIEBi0QEyyL6vJC48ECBwiYDMBAgQIECBAgEDrBcpE+AhXO60/VgIkQIDAAQLVBiwudT44IDCbCBAgQKB9Akd91xux2L4DJCICBAh0TCAiUkR0LGrhEiCwlICdCBAgQGCzAuWafVTWm21cawQIECBAgAABAoMVkDiBNQvkSfDTZc1NqZ4AAQIE1ihQbcCizq81HiVVEyBAoIUCI/dYbM1REQgBAgS6KdCcSZqLiNy51M34RU2AAAECBAgQaLFAmRNibkiLj9ESodmFAAECBAgQIECAwNAFImI8CT4ihk4hfwIEeiwwhNSqDVhMzgdD+LzIkQCBgQvMftWP3KVh4J8G6RMgQGBVgUgRsWol9idQS0A9BAgQIECgXwLlmr2s+pWbbAgQIECAAAECywvYkwCBrgvkX1A2i4nwXT+Q4idAYOgC9QYs6v0a+mdJ/gQIDEAg4sjAkvm/9gcAI0UCBAgQWEpAp9JSbHYiQIAAAQIECBwuUC7fy+rw8lVKqIQAAQIECBAgQIAAAQJrFsi/q2yWCFc7a5ZWPYEDBGwisLpAtQGLzgerHww1ECBAoP0CR4Ypjnzxt/9wiZAAAQItF4gId1mc9xgpR4AAAQIECBBYRKBcvpsgsgiasgQIECBAoAUCQiBAgPoE4rUAABAASURBVACBAwXyNc50ObCgjQQIECDQaoFqAxZHTSdY89PqZAVHgACBvQS8N79AzBb1pT+r4TkBAgQILCrQXEDoWFoUTXkCBAgQIEBgFYFB7Vsu4CPKk0ElL1kCBAgQIECAAAECBPoqEBHjSfAR0dcU5VVBQBUECLRfoNqAxdScD5qf9mcsQgIECBBYXmDmi36UjFhcHtKeBAgQ6J3A4gk1HUoRMyeWxWuwBwECBAgQIECAwH4C5ZK9rPYr5X0CBAgQILCogPIECBAgQGC7AibCb9df6wQIEKgkUG/Aot6vSodENQR2C3hNoD0Cs8NKmuuB9gQmEgIECBDopEC+w2InAxc0AQIECBBYi4BKCVQUKBfwZVWxYlURIECAAAECBAgQIEBgiwIRKWKybDGKFZu2OwECBAhUG7DYnBNoEiBAgEDPBWImP+PUZzA8JUCg/QIibKVARIw7l1oZnKAIECBAgAABAl0WKBftJht2+SCKnQCBpQTsRIAAAQIECPRaIE+Cny69TlRyBAgQ6LlAtQGLOr96/kk5ID2bCBAYkEDM5Fp++THzjqcECBAgQGABgVHSsbQAl6IECBBogYAQCBDokEC5fo+y7lDkQiVAgAABAgQIECBAYMsCbW4+IsaT4COizWGKjQABAgQOEag2YDE5HxxCbTMBAgS6LxAzX/ajmefdz0wGBLYuIAACAxRozio6lQZ43KVMgAABAgQIbERgNGmlrCYvPBIg0AYBMRAgQIAAAQIECKwikO+k1Sx5Mvwq1diXAAECBLYrUG/AYmt7v7YLrHUCBAj0SWB2XImv/T4dWbkQIEBgOwI6lbbjrlUC/RWQGQECBAjsCMTkWVlNXngkQIAAAQIECBAg0AsBSQxaIP+yslkiXO0M+nMgeQIEOi9QbcCi80HnPwsSIECAwEICBpksxNX9wjIgQIDAGgQiIkXEGmpWJQECBAgQIEBg4AJllqFr94F/DpZJ3z4ECBAgQIAAAQIEWiyQr3GmS4vDFBoBAgTaL7DlCKsNWBw1nWDNz5bT0TwBAgQIrFMg8pd9acB3foGwIkCAAIHlBJpzio6l5ejs1V0BkRMgQIAAgY0JlDkhEeXJxhrWEAECBAgQIECAAAECBNYnEBHjSfARsb5G1EyAAAECaxeoNmAxNeeD5mftAWuAAAECBLYncNTf/ds1YnF7KFomQIAAgeUEmpNKhCuI5fDsRYAAAQIECBA4RKBcs5fVIYU7tVmwBAgQIECAAAECBAgMWcBE+CEffbkPS0C2PReoN2BR71fPPyrSI0CAwNECI2NMjgbxigABAgQWFsh3WFx4JzusUUDVBAgQIECAQG8EyjV7WfUmLYkQIECAAAECNQTUQYAAgQ4LRKSIydLhLIROgACBwQtUG7DYnBMGjwmAAAEC+wr0cMPIQPUeHlUpESBAYLMCETqWNiuuNQIECBAgQGDtAm1poFyzu3ZvywERBwECBAgQIECAAAECNQTyJPjpUqM+dRBYWsCOBAisJFBtwKLOr5WOg50JECDQDYGInThH6cjznTc9IUCAAAECcwuM0qIdS3NXrSABAgQIECBAYOgC5ZJ95jJ+6CLyJ0CAAIEOCQiVAAECBAjsJxARKWKy7FfG+wQIECDQfoFqAxZTtD9ZERIgsK+ADQTmEpj9qh+l0Vz7KESAAAECBPYWiBQRe2/yLgECBAgQILAuAfUORaBcspfVULKWJwECBAgQIECAAAECfRfId9JqljwZvu+prpif3QkQINBqgXoDFvV+tfpAC44AAQI1BI4aVuJ7vwapOggQ6JWAZBYV0Km0qJjyBAgQIECAAIE5BcoFfFnNuZNiBAgQIDCfgFIECBAgQIDA1gTyJPhmiXC1s7VjoGECBAhUEKg2YNH5oMLRUMX+ArYQINAOgTBKsR0HQhQECBDoh0BEuMtiPw6lLAgQIFBPQE0ECNQRKJfvJojU4VQLAQIECBAgQIAAAQKVBZasLl/jTJclq7AbAQIECLRAoNqAxVHTCdb8tCAlIRAgQIDAugRipuL8vT/z0lMCBDogIEQCrRJoTiQ6llp1RARDgAABAgQI9EmgXMBHlCd9yk0uBAgcKqAAAQIECBAgQKCvAhExngQfEX1NUV4ECBAYhEC1AYupOR80P4NA2yNJbxEgQGAQArPf86P8xT+IrCVJgAABAmsRaDqUImbPLGtpRaUECBCoLaA+AgQIdENgNAmzrCYvPBIgQIAAAQIECBAgMK+Acm0VMBG+rUdGXAQIEFhIoN6ARb1fC8ErTIAAgU4KzIwryXfF6mQOgm6xgNAIEBiagHPJ0I64fAkQIECAAIGNCZTr97LaWLMaIjCfgFIECBAgQIAAAQIElhSISBGTZcka7EaAAAECGxPYv6FqAxabc8L+rdhCgAABAr0QaP7634s8JEGAAAEC7RCIaM4szdKOaERBoCcC0iBAgAABAlmgTC4flXV+y0KAAAECBAgQINAjAakQGKhAngQ/XQZKIG0CBAj0QqDagEWdX734PEiCAAECcwsM8Xcec+MoSIAAAQJzCIySjqU5mBQhQIAAAQIECCwjEJOdzA2ZOCz6qDwBAgQIECBAgAABAu0UiAh3WGznoREVgU4KCHp7AtUGLKbYXhJaJkCAAIHNCDTXADsNGbC4Q+EJAQIECCwlECkiltrTTp0WEDwBAgQIECCwCYFy0V5Wm2hRGwQIECBAgACBWQHPCRAgsB6BfCetZsmT4dfTgFoJECBAYBMC9QYs6v3axPHSBgECBA4QWP+maC4Apq342p9KWBMgQIDAsgI6lZaVsx8BAgQIECAwbIE5si/zQspqjh0UIUCAAAECBAgQIECAQAcE8iT4ZolwtdOBoyXElQVUQKC/AtUGLDof9PdDIjMCBAjsKTByIbCnizcJECBAYG6BiGjfXRbnjl5BAgQIECBAgECLBcosQxNEWnyMhEaAAAEC2xXQOgECBAh0UiBf40yXTiYgaAIECBAYC1QbsJhvulX6wcYVeyBAgMBuAa+7LxBxJIdR8q1/RMMzAgQIEFhYoLmA0LG0sJodCBAgQIBAJwQE2QKBcv0eUZ60ICQhECBAgAABAgQIECBAYFWBiBhPgo+IVauyfwUBVRAgQGBZgWoDFlNzPmh+lo3DfgQIECDQAYHZ73nDFTtwwIRIgEAfBfqTU9OhFDF7ZulPajIhQIAAAQIECGxdoFy0l9XWwxEAAQIECCwsYAcCBAgQIEBgLwET4fdS8R4BAgQ6J1BvwKLer84dfAHvFvCaAIHDBY4MLGmuBw4vrgQBAgQIEDhAIN9h8YDNNhEgQIAAgTUJqJbAAATK5XtZDSBhKRIgQIAAAQIECBAgMAiBiBQxWQ7PVwkCBAgQaKtAtQGLzTmhrTmKiwABAgQqCfiurwSpGgJ9FpAbgQUEInQsLcClKAECBAgQIEBgfoEyudxkw/nJlCRAYEEBxQkQIECAAAECWxDIk+Cnyxaa1yQBAgQIVBKoNmBR51elI3JANTYRIEBg2wJRAvCdXyCsCBAgQGAFgVHSsbQCn10JEOi1gOQIECCwskC5gI+yXrk+FRAgQIAAAQIECBAgUF1AhYsLRIQ7LC7OZg8CBAi0TqDagMUUrctNQAQIECCwJoFyo4Y11a5aAmsVUDkBAq0RiBQRrYlGIAQIECBAgACBXgmUC/ey6lVqkiEwp4BiBAgQIECAAAECfRTId1VpljwZvo/pyYkAAQJDEag3YHE0FDJ5EiBAYLgC03Elo+RXHsP9FMicAAEC9QR0KtWzVBOBzQpojQABAgRaL1DmhZRV68MVIAECBAgQIECAQBsFxESghQL5l5XNEuFqp4VHR0gECBCYW6DagEXng7nNFSRAgECHBcpAxZGLgLUdRBUTIEBgQAIR4S6LAzreUiVAgAABAgQ2KDC9fB+VJxtsWlNzCihGgAABAgQIECBAgMDCAnkS/HRZeGc7ECBAYBsC2txToNqAxdz3pftrT2NvEiBAoDcCUTLxfV8grAgQIEBgeYHmAkLH0vJ89jxYwFYCBAgQIDB4gXIBH1GeDB4EAAECBAgQINBHATkRIDA8gYgYT4KPiOElL2MCBAj0SKDagMXUnA+anx7RSIUAAQIEdgtExPgtAxbHDB4IECBAYBWBpkMpwhXEKoT2JUCAAAECBAjsK1Au3Mtq32IHbLCJAAECBAgQIECAAAEC7RMwEb59x0REXRcQP4GtCNQbsKj3aysHUKMECBDYhoCv/G2oa5MAAQL9E8h3WOxfVvNkpAwBAgQIECBAYM0CZV5IWa25MdUTIECAAAECewt4lwABAgSqC0SkiMlSvW4VEiBAgMDGBKoNWGzOCRsLWkMECBDYV8CGtQpEqX1kxGKRsCJAgACBVQQiYty5tEod9iVAgAABAgQGKiDtgwXKdbvr94OZbCVAgAABAgQIECBAoFsCeRL8dOlW5KJdWsCOBAj0UqDagEWdX738fEiKAAECRwlEHPXSCwIECBDoqcBm0holHUubkdYKAQIECBAgMECBcv3uOn6Ax17KBAgQWEBAUQIECBAg0DWBiBhPgo+IroUuXgIECBCYEag2YDE5H8ywekpgXwEbCHRbYHqHhm5nIXoCBAgQaIVApIhoRSSCIECAAAECaxBQJYHtCrh+366/1gkQIECAAAECBAgQWI9AvpNWs+TJ8OtpYOFa7UCAAAECSwjUG7BYOsGWiMEuBAgQINARgUiTL/vmOqAjEQuTAIF+CsiqLwI6lfpyJOVBgAABAgQItE6gzAspq9aFJyACBAjMJ6AUAQIECBAgQGCXQJ4E3ywRrnZ2yXhJgACBTglUG7DofNCp475/sLYQIEDgIAF/9z9IxzYCBAgQWFAgItxlcUEzxQkQIFBNQEUECPRbYDLfMJkg0u/DLDsCBAgQIECAAAEChwr0rEC+xpkuPUtNOgQIEBiUQLUBi/luW6UfbFCAkiVAgMCQBCLFJF1f+BMHjwT2EfA2AQJzCDQXEDqW5nBShAABAgQIECCwjEC5fI8oT5apwz4ECBwqoAABAgQIECBAgMBmBSIiRUyWzbasNQIECBCoKVBtwGKKlH/Smv9TPQECBAhsUaD5qh+3PkpGLI4hPBAgQIDA8gI6lZa3syeBYQjIkgABAgRWESiX7WW1Sk32JUCAAAECBAgQILBOAXUTWEzARPjFvJQmQIBASwXqDVjU+9XSQywsAgQI1BMYlRGLo+mTelWraaMCGiNAgEA7BPIdFtsRiSgIECBAgAABAj0TKNfvZdWz5KQzv4CSBAgQIECAAAECBHomUCbCR7ja6dmRlQ4BAisJdG/nagMWnQ+6d/BFTIAAgUUFpn/1N0Z9UTnlCRAgQGAvgYhIEbHXJu8RaL+ACAkQIECAQJsFyoX7qKzbHKrYCBAgQIAAAQKtFhAcAQKtEsiT4KdLqwITDAECBAgsJFBtwKLOr4XcFSZAgEAnBaZDStZ9g8VO4giaAAECBBYUGCWHOdssAAAQAElEQVQdSwuSKU6AAAECBAgQmFegXMC3fW7IvOkoR4AAAQIECBAgQIAAgSwQEeNJ8BGRX1oIEOiIgDAJ7BaoNmAxOR/stvWaAAEC/ROYfte7Q0P/jq2MCBAgsHGBSBGx8VYH1KBUCRAgQIAAgSELlOv2shqyhNwJECBAgEDfBeRHgACBYQnkO2k1S54MP6zEZUuAAIF+CdQbsKj3q1+fDNkQIHCAwHA3RZp82U8eh+sgcwIECBCoI6BTqY6jWggQIECAAIF1CXS43jIvpKw6nIjQCRAgQIAAAQIECBAgMCOQJ8E3S4SrnRkVT1cWUAEBApsWqDZg0flg04dOewQIENi8QKQYN2qAyZjBAwECBAisItDsGxEpIppnfggQIECAAAECBKoKlJmGrt+rqqqMAAECBJYRsA8BAgQIEKgokK9xpkvFalVFgAABAhsWqDZgcdR0gjU/Gw5fcwQI7CXgPQJrEyhjSnzfr01YxQQIEBiOQHMBoWNpOIdbpgQIECCwHgG1EthXoFy/R5Qn+xa0gQABAgQIECBAgAABAt0RiIjxJPiI6E7QFSJVBQECBPomUG3AYmrOB81P33zkQ4AAAQIzAtPv+dFo+mxmo6cECBDol4Bs1i3QdChFOJ+sm1n9BAgQIECAwEAFykzDshoogrQJECAwl4BCBAgQIECAQJcERqNkInyXDphYCRAgsLdAvQGLer/2FvbuHgLeIkCAAAECBAgQIJDGHUscCBAgQKDPAnIjQGBrAmVeSFltLQwNEyBAgAABAgQIECAwBIEN5hiRIibLBlvVFAECBAhUFqg2YLE5J1QOTXUECBAg0DaBKAEZo14grAhsU0DbBHogEBHjzqUepCIFAgQIECBAgEC7BMqF+6is2xWcaAgQWEhAYQIECBAgQIAAgR2B6d0V83rnTU8IECBAoHMC1QYs9qnzq3NHUcAECBDYkECUdnznFwgrAgQIEFhBwD/dsQKeXQkQqCSgGgIECPRWoFzAR1n3Nk+JESBAgAABAgQIEJhDQJH+CETEeBJ8RPQnKZkQIEBggALVBiwm54MBfnykTIDA4ATKd/0ouUXD4I794gnbgwABAocIRIqIQ8rYTIAAAQIECBAgsJRAuWwvq6WqsBOBOQUUI0CAAAECBAgQILA5gXxXlWZxh8XNkWuJAAECRaDqqt6ARb1fVQ+MyggQINBGgemwkuY6oI3hiYkAAQIEOiagU6ljB0y4WxDQJAECBAgQWFKgXMCX1ZKV2I0AAQIECBAgQGAzAlohQGBugTwJvlkiXO3MbaYgAQIEWihQbcCi80ELj66QCBAgUFlg56/+ffjSr2yjOgIECBBYXCAi3GVxcTZ7ECBAgAABAgQOFyiTy00QSSkdrqUEAQIECBAgQIAAAQIdEcjXONOlIyELkwCBTQlop1MC1QYs5rttlX6wTgEIlgABAgQWEIhJ2fydP3nmkQABAgQILCnQnEx0LC1p16LdhEKAAAECBAi0VKBcv0eUJy0NU1gECBAgQIBANwRESYAAgbYIRMR4EnxEtCUkcRAgQIDAEgLVBiym5nzQ/CwRgl0IECBAYA+BVr41/Z43QL2Vh0dQBAgQ6JZA06EUMT2zdCt00RIgQIAAAQIEKgqsp6py4V5W62lDrQQIECBAgAABAgQIENi0gInwmxbXXj0BNREgMCNQb8Ci3q8ZVk8JECDQb4FR8qXf7yMsOwIECGxGIN9hcb0tqZ0AAQIECBAgMFCBMi+krAaKIG0CBAgQGI6ATAkQIEBgMAIRKWKyDCZniRIgQKCHAtUGLDbnhB7ySIkAgX0FbBikwPS7fmS84iCPv6QJECBQWyBCx1JtU/URIECAAIHqAirspkC5bnf93s3DJ2oCBAgQIECAAAECBPYWyJPgp8veJby7tIAdCRAgsEGBagMWdX5t8KhpigABAlsSiC21q1kCBAj0VWDYeY2SjqVhfwJkT4AAAQIECKxRoFzAR1mvsSVVEyBAgMAcAooQIECAAAECdQQiwh0W61CqhQABAlsVqDZgMcVW89A4gd0CXhMgsEYBg9TXiKtqAgQIDEYgUkQMJluJEiBAgMDaBFRMgMBeAtM7LO61zXsECBAgQIAAAQIECBDonsAk4vxLymbJk+Enb3gkQIAAgS4K1BuwWDrBuoggZgIECBCYT2A6rmSUDDCZT0wpAl0XED+B9QroVFqvr9oJECBAgACBAQuUy/ayGjCE1AkQmE9AKQIECBAgQIBARwTyLyubJcLVTkeOmDAJECCwp0C1AYvOB3v67v+mLQQIEOigwPSv/qNRB4MXMgECBAi0TiAiUkS0Li4BESBAoKqAyggQILANgXLdboLINvC1SYAAAQIECBAgMEgBSW9EIF/jTJeNNKgRAgQIEFiLQLUBi3nwSukHW0ugKiVAgACB9giMkm/89hyNYUciewIEOizQXEDoWOrw8RM6AQIECBAg0G6BMickojxpd7SiI3CogAIECBAgQIAAAQIEskBEjCfBR0R+aSFAgACBjgrsN2Bx8XSa80Hzs/h+9iBAgACBzghMv+en684ELlACBAgQaJ9A06EU4YzSvgMjogEKSJkAAQIE+ihQ5hmWVR8zlBMBAgQIECBAgMBiAkoT6IeAifD9OI6yIEBg8AL1Bizq/Rr8hwkAAQL9F5gOK/GVP++xVo4AAQIEDhLId1g8aLttBAgQIECAAAECSwqUC/iyWrISu80voCQBAgQIECBAgAABAhsRiHCHxY1Aa4QAgb0FvFtLoNqAxea8UCsm9RAgQIBAywVGKVoeofAIECBAoAsCEZEioguhinGbAtomQIAAAQIEFhcYTXYZlfXklUcCBAgQIECAQIsFhEaAAIE5BPIk+OkyR3FFCBAgQKClAtUGLOr8aukRFhYBAgQOEFh0U8RkUInv/EXllCdAgACBYwVGScfSsSreIUCAAAECBAhUEZhcvqdyGZ+q1KkSAgQIECBAgAABAgQIbFkgIprrnMmy5VA0T6CVAoIi0BWBagMWU3QlZXESIECAwKoCo+QWDasa2p8AAQIEIkVEHxjkQIAAAQIECBBon0C5bC+r9sUnIgIECBAg0D0BERMgQIBAGwTyXVWaJU+Gb0M4YiBAgACB5QTqDVjU+7XcEbAXAQIHCNjUNoGYDlT0nd+2QyMeAgQIdFJAp1InD5ugCRAgQIDAGgRUWV2gzAspq+rVq5AAAQIECBAgQIAAAQJbEciT4JslwtXOVvxXblQFBAgQmAhUG7DofDAB9UiAAIE+C0y/641X7PNRlhsBAr0TaHFCEeEuiy0+PkIjQIAAAQIEOixQLtxNEOnwMRQ6AQIEFhVQngABAgQIDEAgX+NMlwGkK0UCBAj0VqDagMVR0wnW/PQWSmIE9hLwHoGhCvi+H+qRlzcBAgQqCjQXEDqWKnqqigABAgTWKqByAp0TiEnEEeXJ5KVHAgQIECBAgAABAgQIdFogIsaT4CNiLXmolAABAgQ2I1BtwGJqzgfNz2ai1goBAgQIbEVg+j0/Gk2fbSUMjRIg0C8B2QxVoOlQinA+GerhlzcBAgQIECCwZoEy07Cs1tyY6gkQIDCXgEIECBAgQIAAgdUFRqNkIvzqjGogQIDAtgXqDVjU+7XtY7lH+94iQIBAZYEyrsRXfmVX1REgQGCgArljaaCpS5sAAQKVBVRHgACBXQLl+r2sdm30kgABAgQIECBAgACBbgqIOkU0P5OFBgECBAh0V6DagMXmvNBdBZETIECAwJwCMSk3MmRxAuFxEAKSJEBgbQIRMe5cWlsDKiZAgAABAgQIDFWgXLa7fB/qB0DeSwnYiQABAgQIECBAoPUCeRL8dGl9sAIkQIAAgX0Fqg1YXKbza9+obCBAgACBVgpEiar83qO8siJAgAABAssI+Kc7llGzD4GuCoibAAECBDYsUC7go6w33LrmCBAgQIAAAQIEBiogbQLrFoiI8ST4iFh3U+onQIAAgTUKVBuwmJwP1niYVE2AAIGWCMRkqKJB6i05HpMwPBIgQKCjApEioqOxC5sAAQIECBAg0HKByeV7KquWByu8OQUUI0CAAAECBAgQIEAg/5KyWfJdFmEQIECgpwKDSKvegEW9X4P4wEiSAIFhC5TximlkfMmwPwiyJ0CAQCUBnUqVIFVTQUAVBAgQIECgZwLlur2sepacdAgQIECAAAECywrYjwCBzgvkSfDNEuFqp/PHUgIECAxaoNqAReeDQX+OJE+AwEAElvqr/0BspEmAAAECiwtEhLssLs5mDwIECBAgQIDA4QJlcvlGJ4gcHpUSBAgQIECAAAECBAgQWEkgX+NMl5UqsjMBAssL2JNABYFqAxZHTSdY81MhJFUQIECAQGsFYhLZyC0WJxAeCRAgQGB5gdEo6Vian09JAgQIECBAgMBCAuX6PaI8WWhnhQkQIECAAIFtCWiXAAECBA4WiIjxJPiIOLigrQQIECDQaoFqAxZTcz5oflqdrOAIECCwh4C3FhCYfs+PkiHqC7ApSoAAAQJ7CTQdShHTM8teBbxHgAABAgQIEKgqMKzKymV7WQ0rd9kSIECAAAECBAgQINBfARPh+3ts62WmJgIEOiBQb8Ci3q8OHG4hEiBAYDWByKPTmyqaa4Hm0Q8BAgQIEJgKLLfOd1hcbk97ESBAgAABAgQIHCgQk61lNXnhkQABAgQIrCygAgIECBAgsGWBiBQxWbYcieYJECBAYAWBagMWm3PCCmHYlQCBfQVsINAmgZgEY4z6xMEjAQIECKwmEBHjzqXVarE3AQIECBDoiYA0CNQUKBfuJhzWRFUXAQIECBAgQIAAAQLbFsiT4KfLtmNZun07EiBAgECqNmBR55dPEwECBPovENMUyy8+pi+tCRAg0HYB8bVRYJR0LLXxuIiJAAECBAgQ6IVAuYCPsu5FTpIgQIDAHAKKECBAgAABAv0WiIjxJPiI6HeisiNAgEDPBaoNWEzOBz3/qOybng0ECAxIINJkpOLkcUCJS5UAAQIE1iAQKSLWUK8qCRAgQGBNAqolQKBLAuXCvay6FLlYCRAgQIAAAQIECBDYrkC7W8930mqWPBm+3YGKjgABAgQOEqg3YFHv10HOthEgQKAfAmVcia/8fhxOWbRJQCwEhimgU2mYx13WBAgQIECAwAYEyvV7WW2gQU0QIDCfgFIECBAgQIAAAQIrCeRJ8M0S4WpnJUc7EyBAYMsC1QYstvZ8sGVgzRMgQKBPAtO/+o+MWOzTYZULAQIEtiYQEe6yuDV9DRPooYCUCBAgQOCIQLluN0HkCIlnBAgQIECAAAECPRGQxqAF8jXOdBk0hOQJECDQcYFqAxbz4JXSD9ZxEuETIECAwGECvu8PE+rfdhkRIECgukBzAaFjqbqqCgkQIECAAAECE4EoqyhPJi89EjhUQAECBAgQIECAAAECbRaIiPEk+Ihoc5hiI0CAQOsFth1gtQGLqTkfND/bzkf7BAgQILBGqb8f3gAAEABJREFUgenf/X3frxFZ1QQIEBiKQHNSiXBGGcrhludYwAMBAgQIENicQJlpWFaba1dLBAgQIECAAAECBAgQWKeAifDr1FU3AQIENiZQb8Ci3q+NHTQNESBAYFsCkUenN4237yu/CcoPAQIECHROIN9hsXNBC5gAAQIECBAg0AWBmARZVpMXvXiUBAECBAgQIECAAAECgxaISBGTZdAOkifQewEJ9l2g2oDF5pzQdyv5ESBAgEBMCEZGLE4gPBIgQIDASgIRMe5cWqkSO9cTUBMBAgQIECDQH4Fy3e76vT+HVCYECBAgQKCagIoIECDQYYE8CX66dDgNoRMgQGDwAtUGLOr8GvxnCQABAgcI9GVTlETK7z3KKysCBAgQILCMwCjpWFrGzT4ECBAgQIBAmwVaE1u5gI+ybk1cAiFAgAABAgQIECBAgMAKAhExngQfESvUYlcCqwuogQCB1QSqDVhMzgerHQl7EyBAoAMCUUanG7DYgYMlRAIECLReIFJELBKlsgQIECBAgAABAvMKlAv3spp3L+UIECBAgEAbBMRAgAABAgT2F8i/q2yWPBl+/0K2ECBAgEDbBeoNWNT71fZjLT4CBwjYRGBOgem4Et/5c4IpRoAAAQIHCehUOkjHNgIECBAgsA4BdQ5GoFy/l9Vg0pYoAQIECBAgQIAAAQI9F8iT4JslwtXOwUfaVgIECLRboNqAReeDdh9o0REgQKCGwPSv/sYr1tBUBwECvROQ0MICEeEuiwur2YEAAQIECBAgMIdAuXA3QWQOK0UIECCwqIDyBAgQIECAwNYE8jXOdNlaEBomQIAAgZUFqg1YHDWdYM3PygGpgMBeAt4jQKBdAvk7v10RiYYAAQIEOifQnEx0LHXuqAmYAAECaxfQAAEClQRiUk9EeTJ56ZEAAQIECBAgQIAAAQKtEFg2iIgYT4KPiGWrsB8BAgQItECg2oDF1JwPmp8WpCQEAgQIEFiXQMTkm36UDFFfl7F6CaxRQNUE2iXQnFMiJueVdgUmGgIECBAgQIBADwTKZXtZ9SAhKRAgsICAogQIECBAgACB/gqYCN/fYyszAgQGJVBvwOKge78G9ZmRLAECAxaYDisZjabPBowhdQIECBBYWSDfYXHlSlRAgACBjQpojAABAh0RKJftZdWRoIVJgAABAgQIECBAoC0C4mitQESKmCytjVFgBAgQIHCoQLUBi8054dDGFCBAgAABAgQI7CtgAwECgxOI0LE0uIMuYQIECBAgQGAzAmVy+aisN9OoVgjMKaAYAQIECBAgQIAAgSUF8iT46bJkFXYjQIAAgU0JHNBOtQGLOr8OULaJAAECPRGImPymww0We3JApUGAAIGtCoySjqWtHgCN91RAWgQIECBAYCwQ48cUZT155ZEAAQIECBAgQKAvAvIgMFSBiGiucybLUA3kTYAAgT4IVBuwmKIPHHIgQIAAgYMEpl/1Ax2kfhCNbQQIECCwsECkiFh4LzsQIECAAAECBAjMITCZb5jKao4dFJkR8JQAAQIECBAgQIAAgbYK5F9SNkueDN/WEMVFgEBnBAS6RYF6Axb1fm3xMGqaAAECmxXwlb9Zb60RIECgrwI6lfp6ZA/KyzYCBAgQIEBgIwJlXkhZbaRJjRAgQIAAAQIEjgh4RoAAgTUJ5EnwzRLhamdNwqolQIDARgSqDVh0PtjI8dIIAQIE9hfYwJbpd70BJhvA1gQBAgQGIBAR7rI4gOMsRQIECBAgQKCywDzVlZmGrt/nwVKGAAECBAgQIECAAIGuCORrnOnSlZjFSWBpATsS6LFAtQGLo6YTrPnpMZXUCBAgQCClSJP/puvJK48ECBAgQGBhgeYCoo0dSwvnYQcCBAgQIECAQBsFymV7RHnSxhjFRIAAAQIEtiigaQIECBDopkBEpIjJ0s0MRE2AAAECWaDagMUUKf8k/xEgQGAfAW/3SGBkhHqPjqZUCBAgsCUBnUpbgtcsAQIECBBYu4AG2iBQrtvLqg0RiYEAAQIECBAgQIAAAQKrCzS/pDQRfnXGSjWohgABAksL1BuwqPdr6YNgRwIECHRFIGISqa/8iYNHAgQIbF6gXy3mjqV+ZSQbAgQIECBAgEBLBMr1e1m1JChhECBAgMD8AkoSIECAAAECewo0v6yMiBQRe272JgECBAh0Q6DagEXng24ccFEeIGATAQJzCxiwODeVggQIECBwgEBE6Fg6wMcmAgQIEFiTgGoJDEGgXLiPynoIKcuRAAECBAgQIECAAIH+C+RJ8NPl0GwVIECAAIHWClQbsKjzq7XHWGAECBCoJhDly76sqtWrIgIE+iMgEwLzC4ySjqX5tZQkQIAAAQIECCwkEJPSUdaTVx4JECBQT0BNBAgQIECAAIFtCETEeBJ8RGyjeW0SIECAQCWBagMWk/NBpUOybzU2ECBAYOsCR/7u7xYNWz8YAiBAgEDnBSJFROezkAABAgTWIKBKAgQIrC5QLtvLavX61ECAAAECBAgQIECAQG0B9S0jkO+q0ix5Mvwyu9uHAAECBNohUG/Aot6vdhxRURAgQGADAs11wAZa0QSBdQiokwCBNgnoVGrT0RALAQIECBAg0CuBMi+krHqVmmQIzCegFAECBAgQIECAQC8F8iT4ZolwtdPL4yspAgQGI1BtwGI4HwzmQyNRAgSGKxApxsmPXASMHTwQIECAwGoCEZEiYrVK7E2AwOYFtEiAAAEC7Rcok8tNEGn/oRIhAQIECBAgQKC1AgIj0EKBfI0zXVoYnpAIECBAYE6BagMW8922Sj/YnE0rRoAAAQJdE5iOKcnf+V2LvSvxipMAAQKDEWhOJjqWBnO0JUqAAAECBAhsWqDMCYkoTzbdvvYOFVCAAAECBAgQIECAAIHFBSJiPAk+Ihbf2R4ECBDYgoAm9xaoNmAxNeeD5mfvVrxLgAABAgQIECBAgACBWYGmQynCFcQsiefVBFREgAABAgQIlJnlZcWDAAECBAgQINBHATkRIDBEARPhh3jU5UyAQA8F6g1Y1PvVw4+HlAgQIHC0QKTpa1/6UwlrAgQIEFheIN9hcfm97UmAAAECBAgQILCvQJkXUlb7Ftt/gy0ECBAgQIAAAQIECBBooUBEipgsLYxOSAQ6KCBkAtsRqDZgsTknbCcDrRIgQIDA5gRi0tTIeMUJhEcCBAgQWEkgIsadSytV0sWdxUyAAAECBAgQWLdAuW53/b5uaPUTIECAAIEDBGwiQIAAgeoCeRL8dKleuQoJECBAYGMC1QYs6vza2DHTEAECBwjYtF6BSJPfeEwe19uW2gkQIECg7wKjpGOp78dYfgQIECBAYH0Caj5EICbbo6wnrzwSIECAAAECBAgQIECg2wIRMZ4EHxHdTkT0cwsoSIBAPwWqDVhMzgf9/ITIigABAjMC06/60Wj6bGajpwQIECDQF4EN5REpIjbUlmYIECBAgAABAgMTKDMNy2pgyUuXAAECBOYUUIwAAQIECHRPYNRc5TRLngzfveBFTIAAAQJTgXoDFpvzwrRSawIE9hPwPoGOCxhY0vEDKHwCBAi0S0CnUruOh2gIECBAoKaAughsWaDMCymrLQejeQIECBAgQIAAAQIECFQSyL+rbJaItlztVMpLNQQIEBiYQLUBi84HA/vkSJcAgUEKTP/qPzJIfZDHX9IEWiMgkN4IRIS7LPbmaEqEAAECBAgQaJVAuW43QaRVR0UwBAgsKqA8AQIECBAgQGCXQL7GmS67NnlJgAABAh0SqDZgMQ9eKf1gHUpfqLsFvCZAgMBBAlE2jpJv/EJhRYAAAQLLCjQXEDqWlsWzHwECBFYXUAMBAj0XKBfwEeVJz9OVHgECBAgQIECAAAECewv07d2IGE+Cj4i+pSYfAgQIDEqg2oDF1JwPmp9B4UmWAAECQxUwXHGoR17ecwooRoDAPAJNh1KEK4h5qJQhQIAAAQIECCwsUC7cy2rh3e1AgMBcAgoRIECAAAECBAhsWsBE+E2La48AAQJrEag3YHEjvV9rMVApAQIECMwpMB1W0lwLzLmHYgQIECBAYH+BfIfF/bfaQoDAsAVkT4AAAQIrCZQL+LJaqSo7EyBAgAABAgQIEFifgJoJLCgQkSImy4J7Kk6AAAECLRKoNmCxOSe0KC2hECBAgMBaBXzpr5V37ZVrgAABAi0RiNCx1JJDIQwCBAgQIECgbwJlcrkJh307sAvmozgBAgQIECBAgACBngnkSfDTpWepSYcAAQLLC3Rwz2oDFnV+dfDoC5kAAQILCkRMfuPhO39BOMUJECBAYA+BUdKxtAeLtzojIFACBAgQINBqgZhEF2U9eeWRAAECBAgQIEBgUQHlCRBol0BEuMNiuw6JaAgQILCUQLUBiymWat9OBAgQINAhgShf9qM0Gbi4ptBVS4AAAQKDEGjOKk3n0iBSlSQBAgQIECBAYNMC5bK9rDbd+rztKUeAAAECBAgQIECAAIHFBPJdVZolT4ZfbEelCRDYooCmCRwjUG/Aot6vY3C9QYAAgb4KNNcBfU1NXgQIECCwQQGdSuvEVjcBAgQIECAwaIGYZF9WkxceCRAgQIAAgR4KSIkAAQIDE8iT4JslwtXOwI68dAkQ6JlAtQGLzgc9+2RIhwCB/QUGvGX6XW+M+oA/BFInQIBARYGISBFRsUZVESBAgAABAgQqCnS5qnLhboJIlw+i2AkQIECAAAECBAgQ2C2Qr3Gmy+5tXhNYWsCOBAhsXKDagMV8t63SD7bxJDRIgAABApsRMKRkM85aIUCAwBAEUnMBoWNpEEdakgQIECBAgMA2BMoFfER5so0YtEmAAAECBFJKEAgQIECAQE2BiBhPgo+ImtWqiwABAgQ2LFBtwGJqzgfNz4bD1xwBAnsIeIvA2gVGI9/4a0fWAAECBPou0HQoRTif9P0wy48AAQIE1iqgcgL7C5SZ5WW1fzlbCBAgQIAAAQIECBAg0CWB0SgNcCJ8l46QWAkQIDCXQL0Bi3q/5gJXiAABAl0WmI4r8ZXf5aModgIE5hNQahMCuWNpE+1ogwABAgQIECAwOIEyL6SsBpe+hAkQIDC/gJIECBAgQIBApwSaX1ZGRIqIToUtWAIECBA4WqDagEXng6NhvTpAwCYCBDorMP2rvwEmnT2EAidAgECrBCJCx1KrjohgCBAgUFlAdQQIbE+gzDQclfX2AtEyAQIECBAgQIAAAQK9F9hggvl3lNNlg81qigABAgQqC1QbsKjzq/KRUR0BAgTaKBBtDEpMBIYpIGsC3RfwT3d0/xjKgAABAgQIEGitQLl+j7JubZwCI0DgUAEFCBAgQIAAAQIEjghExHgSfEQcedMzAgQIEOicQLUBi6k/54POHUQBEyBAYFMC0696g9Q3Ja4dAgQI9FkgUkT0OUG5ESDQfgEREiBAoL8C5c6KZdXfPGVGgAABAgQIECBA4HABJfokkH9J2Sz5Lot9SksuBAgQGJpAvWzpX8AAABAASURBVAGLer+G9tmRLwECAxYYGV8y4KM/b+rKESBA4HABnUqHGylBgAABAgQIEFhKoFy3l9VSVdiJwHwCShEgQIAAAQIECBDYoECeBN8sEa52NqiuKQIECKSU6iJUG7DofFD3wKiNAAECbRSYftePkouANh4fMREgQKBrAhGRIqJrYYuXwOYEtESAAAECBJYVGE12NEFk4uCRAAECBAgQINBqAcERIDC3QL7GmS5z76QgAQIECLROoNqAxVHTCdb8tC5BAREgQIBARYHyRZ+/8yvWupWqNEqAAAECWxZoTiY6lrZ8DDRPgAABAgQI9FegzAmJKE/6m+mhmSlAgAABAgQIECBAgEB/BCJiPAk+IvqTlEwIEKgioJJuCVQbsJia80Hz063sRUuAAAECSwqUkYtL7m03AgQIECCQmg6lCFcQHf8kCJ8AAQIECBBoq0C5bC+rtkYpLgIECBAgQKAbAqIkQIBAewRMhG/PsRAJAQIEVhCoN2BR79cKh8GuBAgQ2C3Qztc740p857fzAImKAAECHRPId1jsWMjCJUCAAAECBAhUFlhTdWVeSFmtqRHVEiBAgAABAgQIECBAYMMCzS8rIyJFxIYb1hyBVQXsT4DArEC1AYvOB7OsnhMgQKCfAtO/+huv2M/jKysCBAhsWiAi1tuxtOmEtEeAAAECBAgQaItAuXAflXVbwhIHAQIECBBYi4BKCRAgQGAwAnkS/HQZTNISJUCAQA8Fqg1Y1PnVw0+HlAgcIGDTsAV85w/7+MueAAECdQRGScdSHUm1ECBAgACBdQqou6MCMYk7ynryyiMBAgQIECBAgAABAgS6LRAR40nwEdHtRFoYvZAIECCwSYFqAxaT88Emj5u2CBAgsBWB6d/9R770t+KvUQIEeicw8IQiRcTADaRPgAABAgQIEFiTwGhSb1lNXngkQIAAgW0JaJcAAQIECBCoJZDvqtIseTJ8rSrVQ4AAAQKbF6g3YFHv1+aPnhYPELCJAIH1CvjSX6+v2gkQIDAMAZ1KwzjOsiRAgMB6BdROgMCeAmVeSFntWcSbBAgQIECAAAECBAgQ6I5AiTRPgm+WCFc7RcSKAAECnRSoNmDR+aCTx1/QBAgQWEhg+lf/kfGKC7kpTKCzAgInsGaBiHCXxTUbq54AAQIECBAYqEC5bjdBZKDHX9oEFhVQngABAgQIECDQEYF8jTNdOhKyMAkQIEBgD4FqAxbz4JXSD7ZHM97aLeA1AQIEuigQMYna9/3EwSMBAgQIrCDQXEDoWFrBz64ECHRGQKAECBDYikC5fo8oT7YShEYJECBAgAABAgQIDEdAppsRiIjxJPiI2EyDWiFAgACBtQhUG7CYmvNB87OWIFVKgAABAu0SMGCxXcdjwNFInQCBLgs0HUoRriC6fAjFToAAAQIECLRYoFy4l1WLAxUagbkEFCJAgAABAgQIECAwETARfuLgkQABAh0X2GfA4hJZ6f1aAs0uBAgQ6JZA5NHpTci+8hsEPwQIECCwskC+w+LKlaiAAIEVBexOgAABAr0UiElWZTV54ZEAAQIECBAgQGDAAlIn0BOBiBQxWXqSkTQIECAwSIFqAxabc8IgASVNgACBIQlElKGKZTWk3JfK1U4ECBAgcKBAhI6lA4FsJECAAAECBAgsK1Cu20dlvWw19ptTQDECBAgQIECAAAECBDYikCfBT5eNNKgRAgQIzAp4Xk2g2oBFnV/VjomKCBAg0HoBv+9o/SESIAECBDogMEo6ljpwmFoQohAIECBAgACBJQRisk+U9eSVRwIECBAgQIBAewVERoAAgXkEIsIdFueBUoYAAQItF6g2YDFFyzMVHgECBAjsFlj4tRssLkxmBwIECBDYVyBSROy71QYCBAgQIECAAIEVBMpMw7JaoSK7EiBAgAABAgQIECBAoEUC+U5azZInw7coKqEQaIuAOAh0RqDegEW9X5056AIlQIDAsgLTcSXNdcCyVdiPAAECBAjsCPSjU2knHU8IECBAgAABAu0RKPNCyqo9cYmEAAECBAh0VkDgBAgQINAKgfzLymaJcLXTiuMhCAIECCwpUG3AovPBkkfAbgQI7C9gCwECBAgQINBrgYhwl8VeH2HJESBAgACBOQUUqy9QJpebIFKfVo0ECBAgQIAAAQIECGxPIF/jTJftRaHlpQXsSIAAgSJQbcBivttW6QcrVVsRIECAQN8EoiSUv/PLUysCBAgQaLlAa8NrTiY6llp7dARGgAABAgQIdF2gXMBHlCddz0f8BAgQIHCogAIECBAgQGAIAhExngQfEUNIV44ECBDorUC1AYupOR80P72FkhiBPQS8RWB4AuUv/waoD+/Qy5gAAQLVBZpzSoQriOquKiRAgACBdQiok0D3BMqFe1l1L34REyBAgAABAgQIECBAYC+B9U6E36tF7xEgQIDAGgTqDVjU+7WGw6NKAgQItEtgOqykuRZoV2CiIUCgwwJCH7JAvsPikPOXOwECBAgQIEBgbQLlAr6s1taMigkQIDC/gJIECBAgQIAAgQoCESlislSoTRUECBAgsCWBagMWm3PCllLQ7L4CNhAgQKCyQKTJ6PTJY+XKVUeAAAECgxOI0LE0uIMuYQIE1iOgVgIECOwWKBfuJhzuhvGaAAECBAgQIECAQIcFhJ7yJPjpgoMAAQIEuitQbcCizq/ufghEToAAgbkFYu6SChLojYBECBBYl8Bop3NpXS2olwABAgQIECAwWIFy/R5lPVgHiRNYQEBRAgQIECBAgACB9gtEhDsstv8wiZAAAQKHClQbsJji0LZ2F/CaAAECBDomMP2qLzdq6Fj0wiVAgACBdglEioh2hSQaAgTWJaBeAgQIENi0QLlwL6tNt649AgQIECBAgACBYQrImsD6BfKdtJol32Vx/Y1pgQABAgTWJVBvwKLer3UdI/USIECgNQLTYSW+8ltzSFJKYiFAgEB3BXQqdffYiZwAAQIECBBouUC5gC+rlgcrvPkElCJAgAABAgQIECBAIOVJ8M0S4WrHp4EAgb4KDCOvagMWnQ+G8YGRJQECAxcof/c3wGTgnwPpEyBAoJJARDT9S1GpNtUQWEHArgQIECBAoG8CZaah6/e+HVj5ECBAgAABAisJ2JkAgc4L5Guc6dL5ZCRAgACBAQtUG7A4ajrBmp8BU0qdAAEC/ReIFOMkF/m+H+/ggQABAgQI7BZoLiB0LO1G8ZoAAQIECBAgUElgcvmeIsqTStUeVI1tBAgQIECAAAECBAgQWLdARIyvcyJi3U2pnwCBfQS8TaCGQLUBi6k5HzQ/NWJSBwECBAi0XWDkG7/th0h8BAgQaL1A06EU4Xwy53FSjAABAgQIECCwmECZaVhWi+2rNAECBAgQILAtAe0SIECAwGECJsIfJmQ7AQIEOiFQb8Ci3q9OHHBBEiCwW8DrRQQiJl/2k8dF9lSWAAECBAgcK5DvsHjsu94hQIAAAQIECKxDYGB1lnkhZTWw5KVLgAABAgQIECBAgEBvBSJSxGTpbY4SW1HA7gQIdEGg2oDF5pzQhXzFSIAAAQIrCETZ14DFAmFFgAABAhOBJR8jYty5tOTudiNAgAABAgQIENhPoFy4j8p6v2LeJ0CAAAECCwkoTIAAAQIEtiyQJ8FPly2HonkCBAgQWEGg2oBFnV8rHAW7EjhAwCYCrRKY/qJjum5VcIIhQIAAgW4JjJKOpW4dMdESIECAwHoF1E6gqkBMaouynrzySIAAAQIECBAgQIAAgW4LRMR4EnxEdDYRgRMgQIBAStUGLKbASYAAAQJ9F5j+3X+UjFjs+7GWH4GeCUinlQKRIqKVkQmKAAECBAgQINB5gXLZXladT0cCBAgQmFNAMQIECBAgQKDvAvlOWs2SJ8P3PVX5ESBAoM8C9QYs6v3q8+fkgNxsIkBgkAIjA0wGedwlTYAAgcoCOpUqg6qOAAECaxVQOQECnRIol+1l1anQBUuAAAECBAgQIECAwDYFWt52ngTfLBGudlp+pIRHgACBAwWqDVh0PjjQ2UYCBAj0RGDyl3/jFXtyOKXRHgGREBioQES4y+JAj720CRAgQIAAgTULlMnlJois2Vn1BBYVUJ4AAQIECBAgQGAlgXyNM11WqsjOBAgQILBVgWoDFkdNJ1jzs9Vk9mrcewQIECBQTyBiUlf+zp8880iAAAECBJYUaE4mOpaWtLMbAQJ7CniTAAECBGYEyvV7RHkys8lTAgQIECBAgAABAl0WEPuwBSJiPAk+IoYNIXsCBAh0XKDagMXUnA+an45zCJ8AAQIEDhKYfs8boH6QUi+3SYoAAQL1BZoOpYjpmaV+9WokQIAAAQIECAxaoFy4l9WgKSS/kIDCBAgQIECAAAECBNotYCJ8u4+P6AgQ6IrA1uOsN2BR79fWD6YACBAgsH4BX/brN9YCAQIEhiOQ77A4nGxlSoAAAQIECBDYoECZF1JWG2xYUwQIECBAgACBoQvInwCBtQpEpIjJstZ2VE6AAAECaxWoNmCxOSesNVCVEyBAgMD2Babf9a0bYLJ9GhEQIECAwBICETqWlmCzCwECBAgQIEDgcIEy33BU1ofv0JESwiRAgAABAgQIECBAYNAC+XeU02XQEJIn0HcB+fVeoNqARZ1fvf+sSJAAAQI7AqMUO889IUCAAAECywmMko6l5eTWtZd6CRAgQIAAgR4JlMv2KOseZSYVAgQIECBAYEUBuxMgQKDLAhGRIiZLl/MQOwECBIYuUG3AYoqhU8qfAAEC+wr0ZkPz9/9xLgapjxk8ECBAgMBKApEiYqUa7EyAAAECBAgQaJlAe8IZTUIpq8kLjwQIECBAgAABAgQIEOi6QP4lZbPkyfBdT0X8nRYQPAECKwrUG7Co92vFQ2F3AgQItF8gUoyD9JU/ZvBAgAABAisKLNaptGJjdidAgAABAgQIDElgcvleruKHlLhcCRAgQKD7AjIgQIAAAQIHCORJ8M0SUS56DihqEwECBAi0V6DagEXng/YeZJEROFRAAQIECBAgQIDAFgQiIkXEFlrWJAECBAgQGKiAtIcjUGYamiAynEMuUwIECBAgQIAAAQJDEMjXONNlCPkunaMdCRAg0HKBagMWR00nWPPT8nSFR4AAAQKrCEzHlOQLgVXqsS8BAgT6KCCnBQWaC4h8PsnLgnsqToAAAQIECBAgcJhAmRMSUZ4cVt52AgQIEJhbQEECBAgQIEBgewIRMZ4EHxHbC0LLBAgQILCyQLUBi6k5HzQ/KwekAgJ7CHiLAIGWCEy/5w1Qb8kBEQYBAgS6LNB0KEVMzyxdTkTsBAgQIFBRQFUECNQSKBfuZVWrVvUQIECAAAECBAgQIECghsDydZgIv7ydPQkQINAigXoDFvV+teiwCoUAAQJrEmguAnLNZZWfWggQ6IyAQAm0T8DdFdt3TEREgAABAgQI9ESgzAspq54kJQ0CBOYTUIoAAQIECBAg0GOBiBQoKJsLAAAQAElEQVQxWXqcpdQIECDQe4FqAxabc0LvsfZN0AYCBAgMRGD6XT+aPhlI3tIkQIAAgfUIROhYWo+sWgkQWJuAigkQINAVgTK53ITDrhwwcRIgQIAAAQIECLRKQDCtFciT4KdLa4MUGAECBAgcKlBtwKLOr0OtFSBAgEB/BMovPvqTkEzaICAGAgSGJjBKOpaGdszlS4AAAQIECGxMICYtRVlPXnkk0A4BURAgQIAAAQIECBBYViAi3GFxWTz7ESBAYMMCBzVXbcBiioOasY0AAQIE+iAQ5cveeMU+HE05ECBAYNsCzVml6VzadhTaJ9AzAekQIECAAIGJQLlwL6vJex4JtETgfjc/OVkY+Az4DPgM+Az4DKz0GXAu3fDfJ1ry1yhhZIF8J61myZPh80sLAQIECHRToN6ARb1f3fwEiJoAAQILCEzHlYzSEL/0F4BSlAABAgTmEtCpNBeTQgQIECBAgACBxQVisktZTV54nFNAsXUKfO8dL52e9tDLWRj4DPgM+Az4DPgM+Ax06jNws2uduM6/Iql7EYH8y8pmiXC1swibsgQI7CXgvW0KVBuw6HywzcOobQIECGxWYGS84mbBtUaAAIGeCkREioieZietPQW8SYAAAQIECGxGoFy3myCyGW6tECBAgAABArsEvCRAgMCaBPI1znRZUxOqJUCAAIENCFQbsJgHr5R+sA2ErQkCBAgQ2C2widfTISW+7zehrQ0CBAj0XKC5gNCx1PNjLD0CBAgQIEBgLQJzVVou4CPKk7l2UojA+gTu9X8/l27+5LMtDHwGfAbW8hn44d8/J330bz8/Xk7/+XPW0obvMN/hPgM+A/kz8NMvPm99f2FS81wCETGeBB8Rc5VXiECXBcROoM8C1QYspuZ80Pz02UpuBAgQGLzAzt/9R77xB/9hAECAAIFVBZqTSkTrzierZmV/AgQIECBAgEA7BMpMw7JqR0yiGLTAuRdckiwMfAZ8Btb1GfjSRZek0VdG4+W8C+dy9p3ke9lnwGdg6c/AoP9S14bkTYRvw1EQAwECBFYWqDdgUe/XygdDBQT6LSC7fghMvuwnj/3ISBYECBAgsD2BfIfF7bWuZQIECBAgQGA9AmpthUCZF1JWrQhJEAQIECBAgAABAgQIEFhZICJFTJaV61LBigJ2J0CAwPIC1QYsNueE5aOwJwECBAh0QiBKlCMjFouEFQECBDYs0LPmImLcudSztKRDgAABAgQIENi+QLlud/2+/UMhAgIECCwlYCcCBAgQIEBgT4E8CX667FnAmwQIECDQCYFqAxZ1fnXieAvyAAGbCBA4XCAiSqHym4/yyooAAQIECCwuMEo6lhZXswcBAgQIrC6gBgKDECiX7zuX8YNIWpIECBAgQIAAAQIECPRdICLGk+Aj4tBUFSBAgACB9gpUG7CYnA/ae5RFRoAAAQIECBDYjIBWCCwgECkiFiivKAECBAgQIECAwNwCZZ5hWc29m4IECBCYU0AxAgQIECBAgMB2BPKdtJolT4bfTgBaJUCAAIEaAvUGLOr9qnE8DqjDJgIECGxfYDqspLkO2H4wIiBAgACBzgvoVOr8IZQAAQJrEVApAQIEKgiUC/iyqlChKggQIECAAAECBAgQqCugtqUE8iT4ZolwtbOUn50IECDQEoFqAxadD1pyRIVBgACBdQqUv/uPfOmvU1nd6xRQNwECrRKICHdZbNUREQwBAgQIECDQG4EyudwEkd4cUYksKqA8AQIECBAgQIBALwXyNc506WWCkiJAgMBABKoNWMx32yr9YAOhkyYBAgSGJxDliz5/5w8vexkTIECAQFWB5mSiY6mqqMoIbExAQwQIECDQAYGYxBhRnkxeeiRAgAABAgQIECAwt4CCBNooEBHjSfAR0cbwxESAAAECcwpUG7CYmvNB8zNns4oRIECAQBcFpt/zo1RGLnYxiXbHLDoCBAgMR6DpUIqYnlmGk7ZMCRAgQIAAAQIbESiX7WW1kSY1spCAwgQIECBAgAABAgQILCNgIvwyavYhQGB7AlreR6DegEW9X/sQe5sAAQI9Eti5xWKPcpIKAQIECGxNIN9hcWuNa7jHAlIjQIAAAQIE8uTyrGB6SFawECBAgAABAv0UkBUBAoMUiEgRk2WQ+UuaAAECPRGoNmCxOSf0hEQaBAgQILCfQKQYbzJGfczggQABAgRWFIiIFBEr1mJ3AgQIECBAgACBYwTKhfuorI/ZftgbthMgQIAAAQIECBAgQKCFAnkS/HRpYXhCItA9ARET2JJAtQGLOr+2dAQ1S4AAgQ0KTIeU+H3HBtE1RYAAgd4KjNJQO5Z6e0glRoAAAQIECLRHoFzAmxvSnkMiEgIECBAYnoCMCRAgQKC+QESMJ8FHRP3K1UiAAAECGxOoNmAxOR9s7KBpiACBfQVsWLdA+a43SH3d0OonQIDAEAQiRcQQEpUjAQIECBAgUF9AjYcJlJmGZXVYadsJECBAgAABAv+fvfsAkKWqEj5+zsQ3My/yHkmQJDkHASXzyFkliK4JlRwUUKLimhcMu2v8VnRXwVURw7J+op8i6qqsGRFBRBTJAi/nN29m+junwnR1T89M90yHqur/vDl9b92quuFXNT3T03fuQwABBBDIhoC/SWnhfwyfjQ7TSwQQQACBSgL1m7DIb78q+VKGAAIITCCQ3V0FYYJJdq8ePUcAAQTSI8AvldJzLegJAggggAACCDRSoAV1Ry/bo6QFHaBJBBBAAAEEEEAAAQQQQKABAv5H8BaqvNppgC5VTluAChBAoFqBuk1Y5PtBteQchwACCORAoFDIwSAYAgIIIIBAqwVUVVR1et3gbAQQQAABBBBAAIGxAtHLdv5AZCwNJQgggAACGRWg2wgggAACCJiAv8aJwzb5RAABBBDIqEDdJiz63JXo92AZpaDbCCBQLsA2AuUC8ZwSnu/LZdhGAAEEEKhZwF5A8IulmtU4AQEEEEAAgYYIUGkOBaK/CVGNMjkcIkNCAAEEEEAAAQQQQACB9hNQ1eCP4FW1/QZfhxFTBQIIIJAWgbpNWBT7fmCfaRkX/UAAAQQQaICASjhVsRAmDWiBKhFAAIHcCTCg8QTsF0qqvIIYj4dyBBBAAAEEEEBgWgLR6/YomVZVnIwAAgggUJUAByGAAAIIIIBAMwTsTUr+EL4Z0LSBAAIINFagfhMW+e1XY68UtVcQoAgBBJovEE4sKYRJ85unRQQQQACBXAn4L5ZyNSAGgwACCCDQIAGqRQCBmgWi1+1RUvPpnIAAAggggAACCCCAAAIINF+gihZVRTWMKo7mEAQQQACBlArUbcKifU9I6RDpFgIIIIBAvQTi53rmqNdLlHoQSIEAXUCghQKq/GKphfw0jQACCCCAAAJ5FoheuBeiNM9DZWwIIFClAIchgAACCCCAAAI5EPA/go8jB8NhCAgggEDbCtRtwiK//Bp7D1GCAAII5E1A4wGxxGIsQYoAAgggMGWBgvCLpSnjcSICCKRMgO4ggAACqROIXsBrlKauf3QIAQQQQAABBBBAAIEMCtDl1guoKisstv4y0AMEEEBg2gJ1m7AoOu2+UAECCCCAQEYECsISDRm5VHnoJmNAAIHcCqioam5Hx8AQQAABBBBAAIGWCkQv26OkpV2hcQSqFOAwBBBAAAEEEEAAAQQmF/CVtCz8j+EnP5gjEEAAAQRSKBB0qX4TFvntVwDKAwIIIJBngXhaib0OyPMwGRsCCCCAQJME+KVSk6BpBgGBAAEEEECg7QSiF/BR0nbDZ8AIIIAAAggggEB7CjBqBNpAwP8I3kKVVzttcLUZIgII5FigbhMW+X6Q47uEoSGAAAKRQPyjP3PUIxBPCAQQQACBKQuoKqssTlmPExFAAAEEEEAAgQkEohfu/IHIBEa17uJ4BBBAAAEEEEAAAQQQaLmAv8aJo+WdoQMIIJBPAUbVFIG6TVj01bai34M1peM0ggACCCDQQgGe8FuIT9MIIIBATgTsBQS/WMrJtazDMKgCAQQQQAABBOosoGF9qlEm3OQRAQQQQAABBBBoqQCNI4AAAtMVUNXgj+BVdbpVcT4CCCCAQAsF6jZhUez7gX22cCg0jQACCCBQQaCuRfHP/sxXrCsrlSGAAALtKWDfVFR5BdGeF59RI4AAAggggEADBEqrjF64R0npPrYQQAABBBBAAAEEEEAAgawK8IfwWb1y9Lt+AtSEQC4E6jdhkd9+5eKGYBAIIIBANQI85VejxDEIIIAAApMJ+AqLkx2Tjv30AgEEEEAAAQQQyJhA9HchUZKxztNdBBBAAAEEWiVAuwgggAACqRdQFdUwUt9XOogAAgggMK5A3SYs2veEcRthBwIIIDCuADsyJaBRbwvMWIwkSBBAAAEEpiOgqsEvl6ZTB+cigAACCCCAQEYE6GZzBaLX7bx+by47rSGAAAIIIIAAAggggEBjBfyP4ONobEvUPmUBTkQAAQSqEKjbhEV++VWFNocggAACGRdQDQcQve8RbvCIAAIIINBygWx2oCD8YimbV45eI4AAAggggEAGBKLX7/Hr+Az0mC4igAACCFQhwCEIIIAAAgi0u4CqBn8Er6rtTsH4EUAAgUwL1G3CovD9INM3Ap0fV4AdCCBQSYAZi5VUKEMAAQQQqElARVVrOoODEUAAAQQQaKAAVSOQL4HodXuU5GtsjAYBBBBAAAEEEEAAAQTaV8BX0rLwP4afIgKnIYAAAgikQKB+Exb57VcKLiddQAABBBonwJySxtlSMwL5F2CECFQW4JdKlV0oRQABBBBAAAEEpi0Q/V1IlEy7OipAAAEEqhPgKAQQQAABBBBAoMEC/oalhSqvdhosTfUIIIBAQwXqNmGR7wcNvU7jV84eBBBAoEkC/NjfJGiaQQABBNpIQFVZZbGNrjdDRQCBaQpwOgIIIFCLQPTH5fyBSC1oHIsAAggggAACCCCAQAoE6MKEAv4aJ44JD2QnAggggECqBeo2YbFgvwSzz1QPls4hgAACCExdQHXq53ImAmkXoH8IINACAXsBwS+WWuBOkwgggAACCCDQHgLRa3jVKNMeo2aUCEwqwAEIIIAAAggggAAC2RZQ1eCP4FU12wOh9wgggECbC9RtwqLY9wP7LOdkGwEEEEAgJwI8x+fkQjIMBBBAIC0C9gslVb67pOVy0A8E6iBAFQgggAACaRKI/rI8StLUM/qCAAIIIIAAAgggkG0Beo9AawX4Q/jW+tM6AgggUCeB+k1Y5LdfdbokVIMAAgikVIDn+RZeGJpGAAEE8ingKyzmc2SMCgEEEEAAAQQQaLFA9HchUdLiztB89QIciQACCCCAAAIIIIAAAhMKqIpqGBMex04EEEAg1QJ0rm4TFu17ApoIIIAAAjkW4Hk+xxeXoSGAAAItElDlF0stom/PZhk1AggggAAC7SQQ/dFhIUrbaeiMFQEEEEAAAQTaXIDhI4BArgX8j+DjyPVAGRwCCCCQpNuf/AAAEABJREFUc4G6TVjkl185v1MYHgIItL2ATiDALgQQQAABBGoXKAi/WKpdjTMQQAABBBBAAIGqBKIX8RqlVZ1TxUEcggACCCCAAAIIIIAAAgi0UkBVWWGxlReAtttGgIEi0GiBuk1YFG10V6kfAQQQQKCVAqo80bfSn7YRQACB/AmoqGr+hjX1EXEmAggggAACCCBQP4FoZcUoqV+91IQAAggggAAC0xXgfAQQQACB6Qj4SloW/sfw06mGcxFAAAEEWitQvwmL/PartVeS1hFAYAIBdtVDQIUn+no4UgcCCCCAQFGAXyoVLcghgAACCCCAQD0EqGNUIPq7kCgZLSaDAAIIIIAAAggggAACCGRawP8I3kKVVzuZvo7T7jwVIIBA1gXqNmGR7wdZvxXoPwIIIDCxAM/zE/uwFwEEEMi9QAMGqKqsstgAV6pEAAEEEEAAAQTivznkD0S4FxBAAAEEahbgBAQQQAABBFIs4K9x4khxN+kaAggggMAkAnWbsFgoSPx7sEmaZDcCCJQLsI0AAggggAACCLSdgL2A4BdLbXfVGTACCCDQ9gIAINA0AQ1bUo0y4SaPCCCAAAIIIIAAAggggECmBVQ1+CN4VU31OOgcAggggMDEAnWbsCj2/cA+J26NvQgggAACCCCAAAIINEaAWrMmYL9QUuUVRNYuG/1FAAEEEEAAgYwIFMJ+Rkm4wSMCCCCQDwFGgQACCCCAAALtLMAfwrfz1WfsCCCQI4H6TVjkt185ui3Kh8I2AgggIMKcEuEDAQQQQKDOAr7CYp2rpDoEEEAAgWkJcDICCORGIPq7kCjJzbAYCAIIIIAAAggggAACCNRDIMN12BuWqmrvW2qGB0HXEUAAAQTqNmHRviegiQACCCCQYwEVzfHoGBoCTRCgCQQQGCOgqqKqY8opQAABBBBAAAEEEJimQPTH5YUonWZtnI4AArUIcCwCCCCAAAIIIIBAwwT8j+DjaFgjVIwAAggg0HCBuk1YbOUvvxquRAMIIIAAAqLKuxzcBggggAAC9RQoCL9YqqcndSHQHgKMEgEEEECgSoHob0L425AqvTgMAQQQQAABBBBAIFUCdAaB8QRU1d6zDGO8YyhHAAEEEEi/QN0mLIqmf7D0EAEEEEAAAQTGFWAHAggg0GQBFVVtcps0hwACCCCAAAIItIlA9DeHUdImg2aYVQpwGAIIIIAAAggggAAC2RXwlbQs/I/hszsIeo4AAgg0RSDVjdRvwiK//Ur1haZzCCCAwHQFmFIyXUHORwABBBAoF+CXSuUibGdfgBEggAACCCCQEoHoRXyUpKRTdAMBBBBAAAEEEMiLAONAAIGWCfgfwVuo8mqnZdeAhhFAAIE6CNRtwiLfD+pwNagCAQQQSLFAy3/sT7ENXUMAAQQQmJqAqrLK4tToOAsBBBBAAAEEEJhYIPrj8kz+gcjEI2MvAggggAACCCCAAAIItLGAv8aJo40ZGDoC+RBgFG0tULcJiwX7JZh9tjUmg0cAAQTyLKCqeR4eY0MAAQQQaLaAvYDgF0vNRhehRQQQQAABBBBoE4HoJbxqlGmTYTNMBBBAAAEEEAgFeEQAAQTyKqCqwR/Bq2peh8i4EEAAgbYQqNuERbHvB/bZFmgMEgEEEKggkPsinuNzf4kZIAIIINBcAfuFkirfXZqLTmsIIIAAAgggUAeBbFQR/WV5lGSjz/QSAQQQQAABBBBAAAEEEJhMgD+En0yI/fUToCYEEGigQP0mLPLbrwZeJqpGAAEE0iDAE30argJ9QAABBPIk4Csslo6HLQQQQAABBBBAAIG6CER/FxIldamSShBAAAEEEKifADUhgAACCCAwRQFVUQ1jijVwGgIIIIBACgTqNmHRviekYDh0AQEExhVgBwLTFOB5fpqAnI4AAgggMEZAlV8sjUGhAAEEEEAAgekKcD4CLhD9zWEhSr2IQAABBBBAAAEEEEAAAQSyLuB/BB9H1scy7f5TAQIIIJBhgbpNWOSXXxm+C+g6AgggUIWAVnEMhyCAAAJ5F2B89RQoiP9iKa5Rle80sQUpAggggAACCCAwbYHoRyt+xJq2JBUggECbCjBsBBBAAAEEEEingKqywmI6Lw29QgABBGoSqNuERe3QmhrmYATKBNhEAIGUC9jP/ynvId1DAAEEEMiWgAa/WKrUZ1WtVEwZAggggEA+BBgFAgg0QyBaWTFKmtEibSCAAAIIIIAAAggggAACSYHG5H0lLYvkH8M3piFqRQABBBBopEBdJiz6N4PCCL/+auSFom4EEECg1QIq2uou0D4CCEwqwAEIZEvAX0d4j1XD7zGqKqrqRaOhWro9uoMMAggggAACCCCAwPgC0Y9QUTL+cexBAIGMCtBtBBBAAAEEEECgTQX898UWqrzaadM7gGEjgEBOBKY8YVFVR/8LN1W1NxZzIjLeMChHAAEE2lzAnurbXIDhI4AAAgjUW0DVX0fohNX6pEaPCQ9iJwIIIFBPAepCAAEE8iAQ/W05P0fl4WIyBgQQQAABBBBAAIGGCFBpJgX8NU4cmRwAnUYAAQQQCARqnrDoT/7BmfagWnxzsWC/BLNPK+UTAQQQQCCXAv5En8uBMahmCtAWAgggMCpg31f8tYWHqopqGKP7LaMalqkW/1jKivlEAAEEEEAAAQQQmExAwwNUo0y4ySMCTROgIQQQQAABBBBAAAEEGiGgqhV/l9yItqgTAQQQQGBygakeUfOERVUtaUs12rbEPoN9/d0i04m+bpGmRJdIX5dkNmZ0iRDVG/R2idQlOiWsp1Okt1NyGz2dIsTkBt2dIlVFh4THdYh0d0gVUYiOSaaeb2F0Fqeld3VMrR9+HlGQyQw6zbcktCCdxLgGHWZDFGSMgURlniZCLU8UZDIDMaf6xIj9fFywSKaeT2kUon55WkMU7NhaQ+x1hGr8CkJsM8yrlqYSfahWLo92kyDQTgKMFQEEEEAAgckF/EdQOypKLMcnAggggAACCCCAQMYE6C4CCFQSSPwhfKXdlCGAAAIIZEOgYzrdVC2+aaiiQVVHb63yzVO75JunWZzaKZ7/hqXfsLIw7ZSvn2JhZUFq+a+Vx8mdEpR5anH7aHSI5796Uod89aROC0875DbbTsZXTuyQZHzZtpPxpRM6JIgTVb5k+/4zTk9Q8fx/emrxxbK49XiVW60sSC1/S1l84TiVL1jZF44T+YLlP29pMv7jWJH/sLIgtfy/l8XnjhH5nJUFqeU/OxoF8fzNRxfk5qPFwtOx8ZmjCpKMf7PtZPyfhQVJxqcXjsinrezTQToinzqyND5p28n4xBEjkoyP23ZJHD4sHz98RD5m6cdG02H5V9sO4jDLW/xLWfzzocPyz1YWpJb/6GgMiec/csiQfMTKgtTyHy6LDx08JB+ysiC1/E1lceNBQ3Kjlx20QW7yvKVBWZBukH96qYXlg9TyHyyLD7xkgyTj/bb//Vb2/pcOyvst/76XWGrbnibjvQcOynttX5Ba/j1l8e4DBuXdVhaklv/HA9bLPybSd+2/Xt5lZUFq+RvK4p0vXi/vtLIgtfw7yuL6/dbJ9VYWpPutl+tsOxnX7rtOknGNbZfEPuvkmkRcvc9audq24/SqvddKMt5u28l4215rJRlX2nYyrthzjVyx51qLZLpGLrfyIPawvMVby+Itth3E7mvkLRaXlcWlu6+WS63s0t0stbikLC7edbVcbGVBavmLyuLCXVbLhVYWpJa/YJdVckEiPX/nVXK+lQWp58vivJ1WyXlWFqSWPzcOK0vm37zTSnmz7QvTlfIm2w5iR8tbvHHHVfLGRHqObQexwyo5x+INZfH6HVbK663s9dtbuv0qeZ2lyXjti1bKa7e38NTiNWXxD9utlH+wsiDdbqW8ersVFsX0VduukNO2WhU8z/vDws3XyNlWFscrt1khr7TtILX8WWVx5tbL5Uwvs/SsrVdIsG35OD1jq+WSjNNtOxmveOFyScbLX7gs2Pb05bbv5VsuE4+XWZqM02w7iC2WyWkWp5bFKbYdxAuWyikvWCYnv2CpnDyaLpWTrDyIzS1vcWJZnGDbQWy2VE6wOH40lojnj9t0iRxnZUFq+WPL4phNlsgxVhaklj86itHtjZdIWLa4JD1qk8USxMZhutDSZBxp20EsWCyeHmFpMg5fsEgOt7LD51s6f7EcZmkyDrXtIDZaJIdaHFIWB89bJAdbWZBa/qDReF48/9K5z8tL51l4avGSsjhwzvNyoJUFqeUPKIv9Zz8v+1vZ/rOfk/0t/2JLXzyaPif7zbKwsiD1fFnsO/M5ScY+0banQQw8K/sMPCd7W5qMvWw7iP5nZS+LPctiD9sOou9Z2cNi99H4u3h+t76/y25WttsMSy12LYtdbDuI3r/LLhY7l8VOth1EzzOyU8/fZUdLdxxNn5EdbDuIbstbbF8WL7LtILqekRdZbGfb2wXp0xLmE2mX5aPY1tIgOp8WT7exNBlb23YQHU+Lp1t1PCVbWT5OX2jbQehT4umWliZjC9sOQp6SLSxeUBaby5OyuZVtXrC08JRsZmkyNrXtIEaelE0tNimLjYeflI2tLEgtv2D4CVmQSOcPPSHzrSxILb9RWczb8ITMs7IgtfzcKOLteYOPi+fnWjp38AmZG6SPyxxLg1gf5mdbmoxZth3Euidk1rrHZaalM4M0zA9YfsDKBtY+Lh79liajz7aDWPO49FnMKIte2w5i9WPSu/px6bG0ZzR9TLptO4hVlrfoKotO2w5i5WPSadERh5V7Xlf9TdTyutJS2xemfxOx7SBWhPmCpR5iqYfng1j+N/F0xNIwHhVPh5c/KsNWNrzsUSkMr5eC/XJJVaWjI3xZohq+plANU4k+/LgoS4IAAggggAACCCBQjUD041SUVHNGmx3DcBFAAAEEEEAAAQQQQCCTAva7Y1UVVc1k9+k0Agg0W4D20ioQvjM4hd6p6ugbjKpq3xCKldimqG9GGbUtz4qlHqpBiWU1CLVyVZXwQ8Wz9iiiIh5RIuIbIqKqFiLBg+fFti2sQMRSVdu2sKxtWl7EsirxR7Ar2LSH4NMefKfvsCPFUw+x8ji1vGfVUv8U21A7xxJ7DD8972W+Tyyj9qCqtjMMVfUSEUs9VETU/knwYTmVcMtSz0SJiG+IiKpaiAQPnhfbtrACEUutSFTVsxYqKhKERB/BrrjQUrW9GuzzRxXVMCwjHioiav8k+LCcitghxRARKxoNCXZamaX2KSLhXrXUwxIrspx6Yg8SfvixwZY/WNineJmI5+zRNoKcpWKhYv8sleDD8+Il/hCEisjobpEg72VxRsX+qdiHP6ioWoiKf0qQt6ylEn141kPsEI8osb2eE1G11D4t4xsiEmxYEqciYscEW5ZK9OFZLxN/sFDLeJlYKvahGpSIWOoRbHle/MO2VETtn396qIiM7haxvIqKfXihZdS2VNULglBVUVWxhyAsJ2r/JPiwnIr4brHUQwj5NcEAABAASURBVO1BxT+iR9upavkoNNivdkAYYbHKaDq6R0RFRFUtiqnlRMTKohDb76FqZRYSfFje0uBRg4wfEoRtBZ8q/s+yfo6Fb6mqFwShquER6ptqeRFVlfjDs8GWP1io2D/1vcGDqKr4P7HUw/Oq6gdYqBeJPYo9BKEiMrpb7MMLLAkKg7w/JMIPDsIO8tQSEbV//igSZ3yXh0QffoR63gsto3agqlpJGJ5VK/NPsQ31Pf5gqX9akQSb/mChtuVlYqnYh6pKh/2T6EMtVfVHy9gxng22/MHCPsXLfK+HqoqGGfGM2oNHsOF5tZwfE6ciVpqIoNy24zTYa9uWWpFl7DE4X0VVRSSM0ccgo+K7PCT6UEs9wh1iiVqIfWgQKuE/8ZMs7NOyavv8U0Ut8Ygz4X4rDApEVFVU7MNSsVCxf5aKpR6qtu15FZEg74lvSPBhRRJsFTMSFYh4xsvjNJkXsVI70z6DnKXBbrEPz4d7RbzQty1VtYyEoZZ6iJdZ2KdlVcIPtbyIin34g4V9ih8j4jl7tA31vKVi4XlVFZEwPKueVxGxjSiR+MOKxMskyqjYP/W9/qCiaiEqYqmH5SxRURELlai4mEr4oZZ4hDvEEg3CciJi+SgssU3bVk/sQcIPz3mE+0Xidiwn/qHi/ywX7VC1bQsrsU/Lx48aZMR3edhW8BkVS7jDEw2ylhMRy0dhiW36ticq8YfnPML9EiajBSISN+aph9jOILVdQV7sQ8WLPGxDRINPT8KMiKiqhdiHigSfaola3sJzlqjag/iHWolYqD8E4bs8JPrQcK+IF6onalkVkTDUUg9LrCjIiapK/OHZYMsfLFTsn/re4EFUVfyfWOrheVX1AyzUi8QexYtUPSdhXkRU7MPK7FFU1SLIiWdsSzzEyq3AEtsK8mIflo8fNcjYfgnCHsU/VPyf5fwcC1XbthAr97Aty6lnLVR8l6pK/OE5j3CHWKIWYh8ahEr4T/wcC1XbtrCd9mn5+FGDTHyYbYSfKv7P8n6OxmmQ8Q0RLxcVT1RVgg9LPechwYOIFQVhuehTRcU+fIflVDWYrKgapj5xUVVFNQyJPlQ1yknwGmR0g0w6BegVAggggAACCLReoBB2oRCl4RaPCCCAAAIIIIBAHQWoCgEEEGiBgP9xexwtaJ4mEUAAAQTqJFDVhEXV4huE3q5quK1aTOe+5AzZ5GVXy/xT3i5zT7xCZh33Vhk4+hKZceSF0nvkBdJ16LkWb5bOQ94URMfBbxQPPegc6TgkzIf73hjs77SyLjs2iEPfZOdaxNtR2m1pELa/26JnTLxZgrLDLD3sTdJraTJmHP5mmWFl40Wf7e+z/UHq+cPPFc/3W96j74g3h9uW9idiwPKjYceO5qPymZYGceS5MvPIN8ssS2eNpudG25YuDGO2pcmYY8cHYeVzSuI88e25C8+TuVY+9yhLLeaNF0efJ/MsNorDjtvIYn4Ucfl8218pFhxznkwUG9v+jY89T4LU8pscc75skkyPte1EbGr5II47XzzdzNKKcfz54uWbH3eBbG7HxOkLbDuI4y+Q0dTzUWxhaRAnXCCebnnC+bKl5y3dwtItbf+WlveyLa2NF1pZMraybY8XnniBeGxlaTK2tu0gTrpAtrbYJoqtT7ow2A5SO2Yb207GtrYdxMkXymjq+Si2szSIUy4UT190ykXyoiB/kWxn6YtOvkiC8HLLb29pGBeKpzvYMTt42anRtqU7JGJHywdx2kWy42kXyk6W7mTpjqfatsVOcQTlF8nOliZjF9v22Pllts9il9G4WMJ8mO76sotl15dbeFohdrN9ydjdtkviFZfI7q+42CJM97DtZOxp+/YMyi6WPSzdM9i+WPY83cLye1majL1Pv0T29rIzLhEv39vSZOxj+/exsiAsv6/lPYLtKO/b+555iXi635mXyn6W3y9KX2ypx35nefml8mJLk7G/7Q/CyvevEAecdZkcYOUHvNLSV14qBwRxmRxo6YGJsgPPvlSC8HLLv8TSIKL8Sy31eMnZl8lLgvxl8lJPX+XpZXKQpck42LY9Dnp1uM/zB1ve0xef+nr/FhDEHkedLofYsYe++i1yqO0/xFKPQy0N4h+8/C1ymKXjxmveIofb/kpxhO3zONxSD88n48jXvkWSsdC2PY60473c82G8VTw96rVvlaPsmDB9qxz9ujCOstQj3o7TY17/VikJO+5YL3vd5XJMkL9cfPvY13t6uRxnaUm8wcoScbzlgzjncvH0hHPeKidY/oQ3xOnlUsy/VU60fck4ybaDeOPlMpp6PoqTLQ3iTZeLp6e88YrR9JRgn29fIae8ycL2BanlTy2L0958hXicaqmH58O4Mih/2ZuvlJede4UEqefjONfKLf9yS8O4Qjx9hR37Cit7xXlXyCs872kQV4qXnX7elXK6bZ/uqR13hqUV4/wrxcvPtDQZZ9l2EBe8TTw909IzL7hSzrI0iPOt3PKvnCTOvvBtkoxXXfh2eZWVvSpOL7LtRLza9r3a9r06Sv/horfJRPGai98ur7n4bRZh+lrbLolL3i6v9fByS19naTJeb2WlcZUE25eG6RssTcY5tu3xhsuuEi/3fDLeaPuDsP2evumyq+WNni9Jr5Y3veUq8X1B+par5c22/ebR9Kpou5iea/vDuFo8Pe+tV8t5b73KIpl6PozzL79aknGBbXucb+d5eD4ZF15+jVxox1x4RZheZKlHsB3lffuiK68RTy+2NBmX2DGXxGVB/lrx7fK49G3XyKV2XJB6viwue/s1cpmVBanl32L5knj7tfIWL4/St1qajMuvulYmiiuuvlaCsOOusLjyquvkSkuvsPQKS6+82rYT8TbLJ+Pt11wnHm+z1OPt11wbbMfpVVZ+lZXF6dW27RFuXydXX1sa19h2Mq697jrxuMbSMK4XT6+97nq51o4NUstfZ+Hbfq6XXXf99XL99e+Q69/xDnnnDTfIu971Lnn3u98t73vf+2SfffaRzs7OkomLqjo6aVG1NB98I7IH/6WUJXwigAACCCCAAAK5FJj2oDSswX6UCjM8IoAAAggggAACCCCAAAI5EFDV0d8d52A4DAEBgQCBdhXomGzgqirxm4Gq4ZN/fI5quK2qMmevYyyOlVl7HCUzd18o/bseLn27hNG706EyY+fDxNOeHQ+R7h0OFk97LO317e0PEs9PFr07Hiy1xAw7vqrY6WCZYdFXdRwifmz/TofIhLGz7bcYqDFm2vETxi6HyMxEzLJ8LTHbjq8Yux4isxMxZ9dDZY5tzylJvaxyzLXjSmK3QyXY9rRCzLOyWmIjO74kdj9UNpog5tu+ieMw8f0Ldj9MFtixC/bw1MLTCWJj21dLbGLHB7HnYbJJFbGpHVNNbLbXYbKZHRuknh8Th0u4L0w33+tw2dyO2TxIPT9xvGDvw6WW2MKOnzD2OVyC/Z5abFljvNCOnzD2PUJeuO/hspWlW42mR0Tb46db2/EVY78jJCj3NBHbWL6W2NaOrxgvPkK2TcR2lp84jpRwf5i+6MVHSknsH217WiG2t7JaYgc7PogDjpQ43XrPl8RP/7LlLvvIDr4vih0trSZ2suOCOPBIGU09f+BC2WlMulB2tvJaYpeXLJRd7Jwg9fwksavtryZ2e+lC8eM8rSZ2t+MnjqMk2H9QmO5haS2xpx0/YRx8lOyZiL0sX0vsbcdXjEOOkqDcU4t9xo2jJdyXTI+WfQ8ZJw618gqxn5XVEi+240visKMl2PY0EftbvpY4wI4vicOPkQMOP9oimXo+jANtfy3xEjs+iCOOkdHU8+PES628mjjIjgviyGPkoCriYDumNI6VcLtSeqwcstDiSAtPq4hD7Zhq4rCjjpVa4nA7vqo4+ljx446wtDSOk3A7mXo+jCOPPk4mjGNsfyIWWr6WOMqOrxjHHidHJeJoy9cSx9jxYRwvJelxtl0hjrWyWuI4O74kjj9ejiuL4084QU6wON7KPTx/4oknShwnnXSSnHzyyXLqqacGv2AqX11Rtfhaw78BJV+T+PY0glMRQAABBBBAAIH8C0QrK0ZJ/sfLCBFAAAEEEBgrQAkCCCCAQB4FfBl5i/j3xXkcImNCAAEE2kFg0gmLMYJq6cTFZLmqir/BmAxfJaWrq0vKo7u7Wzy83FMi9MABh3zcA1zHfF/HLok//Dk+32PlXub6cg9wD3APTOceGO9nfS/38Lo99dcP/j0lmVfV4LWFqkr8oarBpEbf5hdRrkAggAACCCDQagHaT72Ahj2MknCDRwQQQAABBBBAAAEEEEAg6wL2u2L7ZbF98mqnOZeSVhBAAIHGCFQ9YdHfGFQNJy3GeVUNvhGoavCmYvyGo7/p6OFvPMap5/2NSY/yfE9Pz5iJjX4MMXbCJyaYcA9wD7TqHujsKH7LSD63t6o/tMvXAvcA90Bu74EKf/STtbH6z/eVfu6Py3w8nvfwvH9f8YhfT6gWX2eohq9BJPpQ1ShHggACCCCAAAIIIDCuQLS0ov8ed9xj2IEAAggg0FoBWkcAAQQQQACBmgX8NU4cNZ/MCQgggAACqREozj6pokv+xK+qwSRFP1w1zPsbi8nwNx09/E1HfxOyPPwNTA8vT6aeJ3oEg8YZYIst98DU74Hu7i5/6g+iu7ub56qeqVtyH2LHPcA9kPd7wL9PePg449TzHr4dv1bw1wsevu3hrylUNfhjKNXwtYZqcVv4QAABBBBAoEoBDkOg7QU0FFCNMuEmjwgggAACCCCAAAIIIIBApgVUNZivoqrBOHhAAAEEEMimQFUTFlW15ElfNdz2IauGeX9z0cPfaEy+6ehvSMYRv0Hp255PhpcR/NeD3APcA9wD6b0HujqLExb9uZ5rld5rxbXh2jT4HhDq5x6b7B5I/pzv+fLjy8v89UMy/HVFHP6aw/9wylNV9SQI1WI+KOABAQQQQAABBBBAoCgQr7BYLCGHAAII1CrA8QgggAACCCCAQPoECgXx3xd7pK9z9AgBBBBAoFqBqiYsemXxE75q+MagqgYrn/gbiarFvG/7m40+mSUZ8ZuU/uakh2/HaZz37fYOVhvi+nMPcA+k9x7w53SJPjzPtUrvteLacG24B7gHWn0P+M/3cST74mW+Haf+/cTDXz/EryM8r6qjfzClWszHr0mib0ckCCCAQIYF6DoCCCDQYAEN64+ScINHBBBAAAEEEEAAAQQQaLIAzdVdIPH74rrXTYUIIIAAAk0TqHrCoqoGbxome6aqwaa/uejhby7Gqb/x6G9Exqnn44jfpPRtz3t4nmC1Hu4B7gHugTTfA6ywyP2Z5vsz0bdu8tyr3AOtvgf85/s44r7Erws8jcP3+WuIeNvzqhr8YZSqBq8/VMNU7EM1zKuqbfGJAAIIIIAAAgggMK5AvMJilI57HDsQyLIAfUcAAQQQQAABBBBoOwH/o/Y42m7wDBgBBBDIkUBVExb9Cd/HHKeeVw3fJFTV0TcS48nq3FDwAAAQAElEQVSK/kZjnI/ffCxP/c3JZJlvE7y5zj3APcA9kN57oKuz05/+g/Dnb65Veq8V14Zrwz3APdDqe8C/T3gk++ETGJPbvj8Of/3g4a8h4lANX2cE33gSD8nXJIlisgggUGcBqkMAAQQQyLiAhv23H6nCDI8IIIAAAggggAACCFQQoAiBrAmo6uj8lKz1nf4igAACCBQFqpqwGB+uWnzyV9WgWFVHvyGoarAair/J6G84xpF8IzLOe5p8w5I8b6xzD3APcA+k+x7o6ipOWPTnd67XlK+XYIcd9wD3QLvcA/4zfxz+vcOjfNvL/PVDMlTD1xWq4WsNiT5Ui9tMXIxQSBBAAAEEEEAAgUoC0cqKUVLpCMoaL0ALCCCAAAIIIIAAAgggUG+Bgr3KseD3w/WGpT4EEJiGAKdOQaCqCYuqKpWe8P1NRVUdnaTo2x7+pmN5xG9Mxmn5frY7BQMMuAe4B1J9D3SUTljs7OR6YcA9wD3APcA9UP09UP46IH7dkExVwwmJqirJD1UN/kgqLvPXJqoab5K2pQCDRgABBBBAAIEJBaIflaJkwkPZiQACCCCAAAIIpFeAniGAAAJlAv57YQtVXu2UybCJAAIIZEqgo9reqhaf8FVL86oavIGoWkz9jUcPfxPXU4/yvG8TnUxUZNIT9wD3QLrugXGuR0eHjn7LiJ/TeQ7nOZx7gHuAe4B7oNp7wL93ePjx5amqBq8nvFy1mPdvPKrhtuc9mKzoCgQCCCCAAAIIIDCJQCHc7z87hbkKjxQhgAACCCCAAAIIIIAAAhkT8Nc4cWSs63QXgdYJ0DICKRToqKVP/sQfH6+qcXY0VdXgjUZVDcpUNdiO33j0NPkGpeeJzkxMVOI6cZ24B7gH/Dk8eHK3B89zT3BPcA9wD3APcA9M5R5Q1dEV2lWLrxf8e4tquK2q4h+qYer5OFTHlsX70pTSFwQQQAABBBBAoKUC0Y9MqlGmpZ2hcQQQQAABBPIrwMgQQAABBJoroKrBHBRVbW7DtIYAAgggUFeBjlpqU638X0N7HarhN4T4jUZPPVQ1+IYxXl413K9KqoqBKgaqGKhOaBA8p6hyjGqzDfzZPgzVZrdNe6oYqGKgioEqBqrZNvBJjqrhGJKvEVTDMlUNv9lEj6rF7eQfUEW7SRBAAAEEEEAgvwKMbDoC8QqL06mDcxFAAAEEEEAAAQQQQACBtAkUCuK/J/ZIW9foz5QFOBEBBNpQoKYJi+6jWnzDUFWDiUNe7qGqnoyWqWqweopqMVXVYL8qqSoGqhioYqCKgWr6Deynf4k/VNPfX1X6qIqBKgaqGKhioFpu0Lpt/15SPlHRyyqFqpYUq5Zul+xkAwEEEEAAAQQQQKAoEP3YFCXFcnIIIIAAAm0mwHARQAABBBDImYD9jlhVgzknORsZw0EAAQTaSqDmCYuVdFRLvyGojt3281TDclVSVQxUc2rAuIIfEFW5vqo5M/An8kSo5mx8jIevXe4B7gHugabdA/7tRFU9CUJVg7aDDXtQLW7zl7IGwicCCCCAQDoF6BUCaRaIV1iM0jR3lb4hgAACCCCAAAIIIIAAAtUK+O+L46j2nGkfRwUIIIAAAnUXqMuExbhXqsU3Fr1MNdxWJVXFQBUDVQxUMVDNroE/t3uoZncMqvRdFQNVDFTTbaBK/1Tbx8C/t3iohmP2vIf/4klVPUsggAACCCCAAAII1CIQ/QjFj1K1oHEsAgi0QoA2EUAAAQQQQACBWgRUNfjjd1Wt5TSORQABBBBImUBdJywmx6bKN4ikR4rydAUBBBCYkoBPGpnSiZyEAAIIIIDAJAKqlV87qFYun6Q6diOAAAIIhAI8IoBAOwtEKytGSTtLMHYEEEAAAQQQQAABBPIu0F7jK9irHAvet2yvy85oEUAgfwINm7CYPypGhAACCLS7gL0AaHcCxo/AqAAZBBBAAAEEEEAAAQQQQCDFAtHffURJijtK1xBIuwD9QwABBBBAAAEEEEiVgP+Ru4Uqr3ZSdV3oDAIIIFCjQPomLNY4AA5HAAEEEGiSQIEJi02SphkEEEAAAQQQQKA9BBglAggggEDjBKKX8Kw60jhiakYAAQQQQAABBBCoUoDDEKijgL/GiaOO1VIVAggggECTBZiw2GRwmkMAAQSyKxC925HdAbRVzxksAggggAACCCCAAAIIIIBAGwtEi42oRpk2psj70BkfAggggAACCCCAAALtJKCqohpGO42bsSKAAAJ5E2DCYt6uKONBAAEEGiRQGGHCYoNoqRYBBBBAAAEE0ilArxBAAAEEEMiuQPQSPkqyOw56jgACCCCAAAIINF6AFhBAIEsChYKwwmKWLhh9RQABBCoLMGGxsgulCCCAAAJjBOr5NseYyilAAAEEEEAAAQQQQAABBBBAAIF6CWhYUZSEGy15pFEEEEAAAQQQQAABBBBAoI4C0eqKqrzaqaMqVSFQBwGqQKA2ASYs1ubF0QgggEDbCvhfK7Xt4Bk4AggggAACaRSgTwgggAACCCCAwHgC0d8cFqJ0vMMoRwABBBBAAIEMCNBFBBBAAIFRAX+/Mo7RQjIIIIAAApkTYMJi5i4ZHUYAgWYI0EYFAd7lqIBCEQIIIIAAAggggAACCCCAQJYFctv3aLERFh3J7RVmYAgggAACCCCAAAIItKWAqopqGG0JwKCnLMCJCCCQLgEmLKbretAbBBBAIMUCLMuQ4otD1xBAAIE0CtAnBBBAAAEEEEAAgVYJRC/ho6RVvaBdBBBAAIH2EGCUCCCAAAIINE/AF1ix8FUWm9coLSGAAAII1FuACYv1FqU+BJoiQCMItEDAfvhvQas0iQACCCCAAAIIIIAAAgi0sQBDR2CKAhqeFyXhBo8IIIAAAggggAACCCCAQNYF1F7lWKhamvWxlPSfDQQQQKC9BJiw2F7Xm9EigAACCCCAAAIIxAKkCCCAAAIIIIAAAgjkVSBaWpFVR/J6gRkXAgjUJMDBCCCAAAIIIJAbAX+NE0duBsVAEEAAgTYUYMJiG170ZgyZNhBAIH8C/sN//kbFiBBAAAEEEEAAAQQQQGA6ApyLAAIpFYgWG1GNMintJt1CAAEEEEAAAQQQQACBbAikpZeqKqphpKVP9AMBBBBAoHYBJizWbsYZCCCAQHsK8F9Ct+d1Z9StFKBtBBBAAAEEEEAAAQQQQGBqAvEKi1M7m7MQQKC5ArSGAAIIIIAAAgggUK2AvV/pi6x4VHsKxyGAAAIIpE+gTScspu9C0CMEEEAAAQQQQAABBBBAAAEEEKi3APUhgAACbSqg4bijJNzgEQEEEEAAAQQQQACB3AowsLYRiFZXVOXVTttccwaKAAK5FGDCYi4vK4NCAAEEEECgCQI0gQACCCCAAAIIIIAAAgggkE6BeIXFKE1nJ+lVZgToKAIIIIAAAggggAACKRHwlRXjSEmX6AYCCCCQH4EmjoQJi03EpikEEEAAAQQQQAABBBBAAAEEkgLkEUAAAQQQaIhAtNgIi440RJdKEUAAAQQQQACBmgU4AQEE6iOgqqIaRn1qpBYEEEAAgVYIMGGxFeq0iQACCCDQDAHaQAABBBBAAAEEEEAAAQQQQKA9BaKVFaMk7waMDwEEEECgzQUKqm0uwPARQACBNhIo2KscC19lsY1GzVARQCAU4DFHAkxYzNHFZCgIIIAAAggggAACCCCAQH0FqA0BBBBAAAEEMikQzduIkkwOgU4jgAACCCBQrUChUDxSNbFRLCY3qQAHIIAAAhkR8EnqFqq82snIFaObCCCAQEUBJixWZKEQAQQQaIIATSCAAAIIIIAAAggggAACCCCAQP4FWjHCaK4Gq460Ap82EUAAAQSaLxB942t+w7SIAAIIINBkAX+NE0eTm6Y5BCYX4AgEEKhagAmLVVNxIAIIIIAAAggggAACCKRNgP4ggAACCCCAAAIIVBCIFhtRjTIVDqEIAQQQQACBLAlM1NfkdEW+800kxT4EEEAg+wKqKqphZH80jAABBBBoXwEmLLbvtWfkCEwmwH4EEEAAAQQQQAABBBBAAAEEEMi/ACPMo0A0cyNK8jhCxoQAAggggMCoQCHxDU91tJgMAggggEAeBexJnxUWp3xhOREBBBBIjQATFlNzKegIAggggAACCCCAQP4EGBECCCCAAAIIIIAAAi0QiCZrREkLOkCTCCCAQLsJMN5WCowkJix2MGOxlZeCthFAAIHGC9jzvKoGqyw2vjFaQAABBBBolAATFhslS72NF6AFBBBAAAEEEEAAAQQQQAABBBDIvwAjRACB2gWiiRuFKK29As5AAAEEEEAgSwJa7Czf/IoW5BBAAIGsCVTR33h1RU+rOJxDEEAAAQRSKsCExZReGLqFAAIIIIAAAgg0Q4A2EEAAAQQQQAABBBBAIIcC0bwNjdIcjpAhIYBAjQIcjkCeBZKTVvjWl+crzdgQQAABCVZWVNUgFT4QQAABBDIrwITFxl06akYAAQQQQAABBBBAAAEEEEAAgfwLMEIEEEAgfQLRyopRkr7+0SMEEEAAAQTqKJD8fqdax4qpCgEEECgVYCsNAr6SrkVysnoaukUfEEAAAQRqE2DCYm1eHI0AAggggAACTRWgMQQQQAABBBBAAAEEEEAAgZoFoskaUVLz6ZyAQPMFaBEBBBCYukDphEW++01dkjMRQACBDAj4zHQLVZ7vM3C16CICCCBQQSAsYsJi6MAjAggggAACCCCAAAIIIIAAAvkUYFQIIIAAAu0nEM3cYNWR9rv0jBgBBBBoR4Ho214wdKavBAw8tKsA40agDQT8NU4cbTBchogAAgjkVoAJi7m9tAwMAQQQQKAZArSBAAIIIIAAAggggAACCCCAQOoEotkaqlEmdR3MXofoMQIIIIBAegUKheL3O771pfc60TMEEECgHgKqKqph1KM+6kAAAQTKBdhujgATFpvjTCsIIIAAAggggAACCCCAAAKVBShFAAEEEEAAgXoLREtNRUm9a6c+BBBAAAEEUiVQkOJ3PE3kU9VJOuMCBAIIIDB9gYI960cx/cqoAQEEEECgVQJMWGyVPO0igAACTRGgEQQQQAABBBBAAAEEEEAAAQQQyL9A2Qg13I6ScINHBBBAAAEE2kBAle9+bXCZGSICCLSzgD3Pq2qwymI7MzD2dhZg7AjkQ4AJi/m4jowCAQQQQAABBBBAAAEEGiVAvQgggAACCCCAQNYEooWmClGate7TXwQQQAABBGoRGKnX97taGuVYBBBAAIGWCBTsRU4cLekAjSKAAAII1EWACYt1YaQSBBCYqgDnIYAAAggggAACCCCAAAIIIIBA/gUYYZMFNGxPozTc4hEBBBBAAIF8ChQSExb53pfPa8yoEEAAgVhAVYPVFVU1LiJNmQDdQQABBKoRYMJiNUocgwACCCCAAAIIIIBAegXoGQIIIIAAAggggAACpQLRxI0oKd3HFgIIIIBAVgXo9zgCye93mtwY53iKVinW9QAAEABJREFUEUAAAQQyLOCz1C18lcUMj4KuI4AAAm0vwITFtr8FAJhYgL0IIIAAAggggAACCCCAAAIIIJB/AUaIQM4EosVGoiRng2M4CCCAAAIIlAmUTFIs2Sg7kE0EEEAAgcwL+MqKFqpTfbWTeQEGgAACCORCgAmLubiMDAIBBBBAAAEEEEixAF1DAAEEEEAAAQQQQACB5gpEczVYdaS57LSGQNsLAIBAiwRGEu12MIEloUEWAQQQyJ+Av8aJI3+jY0QIIIBA+wgwYTHj15ruI4AAAggggAACCCCAAAIIIIBA/gUYIQIIIFCTQLTYiGqUqelkDkYAAQQQQCC7Anzry+61o+cIIBAK8DixgKqKahgTH8leBBBAAIE0CzBhMc1Xh74hgAACCCCAQDMEaAMBBBBAAAEEEEAAAQQQyJdAvMJivkbFaBCYrgDnI4AAAggggAACCGRdoFAQVljM+kWk/wgggIBIgycsQowAAggggAACCCCAAAIIIIAAAvkXYIQIIIAAAqkS0LA3URJu8IgAAggggEBOBQrRRH0fnvLNzxkIBBooQNUItFjAnuhVNVhlscU9oXkEEEAAgWkIMGFxGnicigACCCCAQFMEaAQBBBBAAAEEEEAAAQQQQACBWgSiiRvJCRy1nM6xLRKgWQQQQACBKQmMJM7qkOibYKKMLAIIIIBAfgTi1RU9zc+oGAkCCLSdAANmhUXuAQQQQAABBBBAAAEEEEAAgfwLMEIEEEAAAQTaSkDD0WqUhls8IoAAAgggkFOB5BxFvvnl9CJXPyyORACBfAuoarC6oqrme6CMDgEEEMi5ACss5vwCMzwEEECgCQI0gQACCCCAAAIIIIAAAggggAACaRKIJm5ESb16Rj0IIIAAAgikUiD5/Y7pK6m8RHQKAQQQqJ+ALyNvwQqL9SOlJgQqCFCEQMMFmLDYcGIaQAABBBBAAAEEEEAAAQQmE2A/AggggAACCCBQR4FotkaU1LFiqkIAAQQQQCB9AoXEjMX0L7iVPj96hAACCGRKwJ/oLVR5tZOp60ZnEUAAgTIBJiyWgbCJAAI5FGBICCCAAAIIIIAAAggggAACCCCQfwFGWBSIJm6w6kiRhBwCCCCAQH4FRqLvez7CDklseAGBAAIIIJArAX+NE0euBsZgahPgaAQQyLwAExYzfwkZAAIIIIAAAggggAACjRegBQQQQAABBBBAAIEMCUSLjahGmQx1na4igAACCLRWIIutDyc63cn3voQGWQQQQCB/AqoqqmHkb3SMCAEEEGgfASYsts+1ZqTpFaBnCCCAAAIIIIAAAggggAACCCCQfwFGiEDzBKLFpaKkee3SEgIIIIAAAi0QGB4pNtrJO59FDHIIIIBAHgUKBcnACot5lGdMCCCAQF0F+LG9rpxUhgACCCCAAAIIINAaAVpFAAEEEEAAAQQQQACBUQENc1ESbvCIAAII5EKAQSAwVmB4pDhFnzc+x/pQggACCORKIFpdUZVXO7m6rgwGAQTaToCf29vukk9hwJyCAAIIIIAAAggggAACCCCAAAL5F2CECCCQH4Fo3kYhSvMzMEaCAAIIIIDAWIERKU5a6eCdz7FAlCCAAALlAhnejldX9DTDw6DrCCCAQNsL8GN7298CACCAAAIIIIBAMwRoAwEEEEAAAQQQQAABBBBomkA0b4NFR5omTkMIjAqQQQCB5gskFliUTr75Nf8C0CICCCDQRAFVFdUwmtgsTSGAAAII1FkgDxMW60xCdQgggAACCCCAAAIIIIAAAgggkEIBuoQAAgggUK1AtLJilFR7FschgAACCCCQSYGRkWK3O5XvfkUNcghkVoCOIzC+gC8jb8EKi+MTsQcBBBDIggATFrNwlegjAggggAACDRegAQQQQAABBBBAAAEEEEAAgdwIaDiSKAk3eEQgEOABAQQQyJ/AcGJIHXzzS2iQRQABBHIooPZEb6FqaQ6Hx5AQQACB+gmkuyYmLKb7+tA7BBBAAAEEEEAAAQQQQACBrAjQTwQQQAABBNIiEC0uxaojabkg9AMBBBBAoJECQ4n/E7qLdz4bSU3dsQApAgi0TMBf48TRsk7QMAIIIIDAtAX4sX3ahFSAAAIIINAMAdpAAAEEEEAAAQQQQAABBBBAAIEqBaLFRlSjTJWnpeEw+oAAAggggECtAiOF4ve7zmK21mo4HgEEEEAgAwKqKqphZKC7dBEBBCYQYFd7CzBhsb2vP6NHAAEEEEAAAQQQQACB9hFgpAgggAACCCDQLgLxCovtMl7GiQACCCDQ1gLDhegbnymoqj22/ScACCCAQH4F7DmfFRbze3kZGQIItI8AExbb51ozUgQQaKgAlSOAAAIIIIAAAggggAACCCCAQP4FMjLCaK5GlGSk03QTAQQQQACBqQkMjxTP69Ti5MViKTkEEEAAgdwIqLLCYm4uZtoHQv8QQKCRAkxYbKQudSOAAAIIIIAAAggggED1AhyJAAIIIIAAAgggUB+BaK5GIUrrUym1IIAAAgggUCeBOleT/H7XqXWunOoQQAABBFIlEK+u6GmqOkZnEEAAAQRqEmDCYk1cHIxAdgXoOQIIIIAAAggggAACCCCAAAII5F+AESIQCESTNTRKgzIeEEAAAQQQyKlAcoXFDr755fQqMywEEEAgFFBVVlgMKYQEAQQQyLIAExazfPXoOwIIIIAAAggggEAzBWgLAQQQQAABBBBAAIFsCEQrK0ZJNvpMLxFAAIH0CNCTjAkMi472uLOD736jGGQQQACBPAr4sroWrLCYx4vLmBBAoJ0EmLDYTlc71WOlcwgggAACCCCAAAIIIIAAAgggkH8BRogAAk0RiOZtRElTmqQRBBBAAAEEWiUwUihOUuzq4Ltfq64D7SKAAAKlAg3aUnuet1C1tEFNUC0CCCCAQOMFmLDYeGNaQAABBBBAAAEEmiNAKwgggAACCCCAAAIIIICAC0TzNlh1xDEIBHIowJAQQGCMwPBIWNQh0TfBcJNHBBBAAIGcCfhrnDhyNjSGgwACCLSVABMWq7zcHIYAAggggAACCCCAAAIIIIAAAvkXYIQIIIBALgSixUZUo0wuBsUgEEAAAQQQGF8gmq8oHaywOD4SexBAoESAjWwKqKqohpHNEdBrBBBAAAEXYMKiKxAIIIAAAggg0AwB2kAAAQQQQAABBBBAAAEEEGiGQLS4VJQ0o0XaQCApQB4BBBBoukC8wmKnNr1pGkQAAQQQaKZAoSCssNhMcNpCAAEEJhSY8k4mLE6ZjhMRQAABBBBAAAEEEEAAAQQQaLYA7SGAAAIIIFCFQDRZI0qqOIFDEEAAAQQQyLbASDRLnwUWs30d6X1SgDwCCFQUiFZXVOXVTkUfChFAAIGMCDBhMSMXim4igAACCDRBgCYQQAABBBBAAAEEEEAAAQQQyINANGmjEKV5GFJdx0BlCCCAAAK5ExiORsQKixEECQIIIJBTgXh1RU9zOkSGhQAC9RSgrtQKMGExtZeGjiGAAAIIIIAAAggggAAC2ROgxwgggAACCCCQAoFosREWHUnBtaALCCCAAAJNERiOlljs5J3Ppnh7IwQCCCDQCgFVFdUwWtE+bSKAAAII1EeAH9vr40gtCCCAQDMEaAMBBBBAAAEEEEAAAQQQQAABBPIvMP0RRisrRsn066MGBBBAAAEEUi4wUtCgh53BIw8IIIAAArkV8GXkLVhhMbdXuN0GxngRaFsBJiy27aVn4AgggAACCCCAAAIItKMAY0YAAQQQQAABBNpAIJyzIVHSBgNmiAgggAAC7S4wHM3SL66w2O4ijB8BBBDIqYDaqxwLVUtzOkSGhQACCLSDABMW2+EqM0YEmiVAOwgggAACCCCAAAIIIIAAAgggkH8BRph+gWjSBquOpP9S0UMEEEAAgfoIDI+E3/w6mMBSH1BqQQABBFIq4K9x4khpF/PVLUaDAAIINEiACYsNgqVaBBBAAAEEEEAAAQSmIsA5CCCAAAIIIIAAAghMWyBabEQ1yky7QipAAAEEEKi3APXVV2C4EH7P69Bw4mJ9a6c2BBBAAIG0CKiqqIaRlj7RDwQQQACB2gWYsFi7GWdkV4CeI4AAAggggAACCCCAAAIIIIBA/gUYIQIIRHM1ogQPBBBAAAEEci8wHH3T6+adz9xfawaIAAJtLlAoSGKFxTbHYPgIIIBAdgX4sT27146eI4AAAggggAACLRCgSQQQQAABBBBAAAEEEEi9gIY9jJJwg0cEEECgJgEORqD5Agv6VD54aKd86PBO+egRnfKxhV3yqaM65TPHdMrnju2Uz5/QKV88qUu+cnKXfO3ULvmv0zrlv1/eJXe+oku2mhX296TtOuR7Z3TVHC/fnrdMQ0EeEUAAgZQLRKsrqvJqJ+VXiu4hgAACEwrw0/eEPE3eSXMIIIAAAggggAACCCCAAAIIIJB/AUaIAAIINFogWmWqEKWNbo76EUAAAQQQqIfAorUFueuxguy1scruC1R23khk+3kq28xReeFslRcMqGzSJ7LRDJHZPSL93SozOkW6OqbX+sNLC/LNR0amVwlnI4AAApUEKKu7QLy6oqd1r5wKEUAAAQSaJjDNH+Gb1k8aQgABBBBAAAEEqhLgIAQQQAABBBBAAAEEEECg7QWixUZYdKTt74RcAzA4BBDIp8APHh+RHz/R3MmDX3iQGf75vJsYFQII5FFAVUU1jDyOjzEhgAAC7SJQy4TFdjFhnAgggAACCCCAAAIIIIAAAgi0swBjRwABBBDIukA07yJKsj4a+o8AAggg0GYCn7u/IINNmrP4w8dH5FfPNKmxNruODDcTAnQSgewJ+DLyFqywmL1LR48RQACBpAATFpMa5BFAAAEEEGi4AA0ggAACCCCAAAIIIIAAAggg0GABDeuPknCDxyYL0BwCCCCAwFQF/r6mIJ/9fXMmEX7hwea0M1ULzkMAAQQQKBNQe5VjoWpp2S42EUAAgdYI0OpUBJiwOBU1zkEAAQQQQAABBBBAAAEEEGidAC0jgAACCCCAwMQC0dKKrDoyMRN7EUAAAQTSK/Bfj4zIvc9F39Aa1M1bHxyRp1c1qHKqrY8AtSCAAAJlAv4aJ46yXWwigAACCGRIgAmLGbpYdBUBBBBohgBtIIAAAggggAACCCCAAAIIIIBAxgWixUZUo0yF4VCEAAIIIIBA2gVuvr9xqx8+tUrEJyym3YD+IYAAAgiUCqiqqIZRuoctBBAYT4ByBNIowITFNF4V+oQAAggggAACCCCAAAJZFqDvCCCAAAIIIIBAawWiBamipLV9oXUEEEAAAQSmKPDI0oLc8mBjJi3e+sDwFHtVchobCCCAAALNFigUhBUWm41OewgggED9BZiwWH9TakQAgYYKUDkCCCCAAAIIIIAAAggggAACCORfgBFOS0DDs6Mk3OARAQQQQACBDAp88cER+fPS+k7B/+UzBbn7ifrWmUFauowAAghkUyBaXVGVVzvZvDwJcX0AABAASURBVICVek0ZAgi0owATFtvxqjNmBBBAAAEEEEAAgfYWYPQIIIAAAggggAAC+RaI5mAUojTfg2V0CCCAAALjCuRkx83313c1xEat2pgTboaBAAIIpFogXl3R01R3lM4hgAACCEwowITFCXnYiUDtApyBAAIIIIAAAggggAACCCCAAAL5F2CECKRaIFpshEVHUn2V6BwCCCCAQJUCv3tO5JuPjFR59MSHfePPBXm4zis2TtwiexFAAAEE6imgqqIaRj3rnagu9iGAAAII1F+ACYv1N6VGBBBAAAEEEEAAgekJcDYCCCCAAAIIIIAAAghMRyBaWTFKplMT5yKAAAKNFKBuBKoW+OzvR+SZ1dP7zrZ8fUFuebC+qzVWPQAORAABBBCoj4AvI2/BCov14aQWBBBAoFUCTFhslXzL2qVhBBBAAAEEEEAAAQQQQAABBBDIvwAjRACBthbQcPRREm7wiAACCCCAQIYFNoyIfPZ+e5jGGG55sCBrNkyjAk5FAAEEUinQZp1Se5VjoWppmw2d4SKAAAJ5EmDCYp6uJmNBAAEEEEAAgeYI0AoCCCCAAAIIIIAAAgggkGaBaAEqVh1J80Wib5kQoJMIIJAqgZ88WZC7Hou+ydXYswcWF+Rbf5nehMcam+RwBBBAAIEGCPhrnDgaUD1VIoAAAgg0SSB1ExabNG6aQQABBBBAAAEEEEAAAQQQQACBFgrQNAIIIIBAAwWixUZUo0wDm6JqBBBAAAEEmilw8/3Dsmqw9hZveYDJirWrcQYC9RGgFgTqKaCqohpGPeulLgQQQACB5gowYbG53rSGAAIIIIBAMwRoAwEEEEAAAQQQQAABBBBAoJ0FosWnoqSdJfI+dsaHAAIItJ3A0nUin71/uKZxf+9vI3Lvc3xXrAmNgxFAAIG0ChQKwgqLab049AsBBBookLuqmbCYu0vKgBBAAAEEEEAAAQQQQAABBKYvQA0IIIAAAghkWEDDvkdJuMEjAggggAACORG489GC/PyZ6iYgDo2IsLpiTi58w4ZBxQggkCmBaHVFVV7tZOq60VkEEECgTIAJi2UgbCKAAAIINEGAJhBAAAEEEEAAAQQQQAABBBBAoHEC0RyOQpQ2rqFJamY3AggggAACDRK4+fcjVdV8y4Mj8tzaqg7lIAQQQACBDAjEqyt6moHu0kUE2keAkSJQowATFmsE43AEEEAAAQQQQAABBBBAIA0C9AEBBBBAAAEEEBhXIFpshEVHxhViBwIIIIBAxgWeWFmY9L+GfmyFyFceqm5iY5o56BsCCCCAQFFAVUU1jGIpOQQQQACBrAkwYTFrV4z+IoBAMwRoAwEEEEAAAQQQQAABBBBAAAEE8i+Q3xFGKytGSX7HycgQQAABBNpa4Kt/KsgfFo3/3e6WB4fb2ofBI4AAArkU8GXkLVhhMZdXt5GDom4EEEiZABMWU3ZB6A4CCCCAAAIIIIAAAvkQYBQIIIAAAggggAACLRPQsOUoCTd4RAABBBBAoCECra30c/dXXkHxZ08V5CdPjj+ZsbW9pnUEEEAAgSkLqL3KsVC1dMqVcCICCCCAQKsFmLDY6itA+whMRYBzEEAAAQQQQAABBBBAAAEEEEAg/wKMEIGpCkTzM1h1ZKqAnIcAAgggkBWBBxYX5LaHxk5avOXBsWVZGRP9RAABBBAYX8Bf48Qx/lEZ3EOXEUAAgTYTYMJim11whosAAggggAACCCAQCvCIAAIIIIAAAggggEBuBaLFRlSjTG4HysAQQACByQU4Iv8Cn/vDiDy2ojjOr/6pII8uj2bvF4vJIYAAAgjkQEBVRTWMHAyHISCAAAJtK8CExba99A0dOJUjgAACCCCAAAIIIIAAAggggED+BRghAgikVSCaoxElae0l/UIAAQQQQKBuAp+9fzioa9HagtzyQJgPCnhAAAEEEKiHQHrqKBSEFRbTcznoCQIIIDBVASYsTlWO8xBAAAEEEEAAgYYKUDkCCCCAAAIIIIAAAgggMEUBDc+LknCDRwQQSKkA3UIAgXoI/OKZgnz7ryNyywMjMjhSjxqpAwEEEEAglQLR6oqqvNpJ5fWhUwgggECVAu05YbFKHA5DAAEEEEAAAQQQQAABBBBAAIEMC9B1BBBAoF0FoqUVC1HargyMGwEEEECgvQT+9bcj8t2/8c2vva46o0UgEiBpG4F4dUVP22bQDBQBBBDIoQATFnN4URkSAggggAACzRCgDQQQQAABBBBAAAEEEEAAgZQKRIuNsOhISq9PxrpFdxFAAAEEEEAAAQQQSIuAqopqGGnpE/1AAAEE8iLQzHEwYbGZ2rSFAAIIIIAAAggggAACCCCAQFGAHAIIIIAAAo0RiBaXipLGtEGtCCCAAAIIIIAAAtUKcBwCCNRLwJeRt2CFxXqBUg8CCCDQGgEmLLbGnVYRQAABBBouQAMIIIAAAggggAACCCCAAAIItKmAhuOOknAjt48MDAEEEEAAAQQQQAABBNpGQO1VjoWqpW0zaAaKAAKhAI95EmDCYp6uJmNBAAEEEEAAAQQQQAABBOopQF0IIIAAAgggkE2BaGlFVh3J5uWj1wgggAACCDRdgAYRQACBjAj4a5w4MtJluokAAgggUEGACYsVUChCAAEEmiFAGwgggAACCCCAAAIIIIAAAgggkH+BlowwWmxENcq0pBM0igACCCCAAAIIIIAAAgjUV0BVRTWM+tZMbQhMX4AaEECgegEmLFZvxZEIIIAAAggggAACCCCQLgF6gwACCCCAAAIIIFBJIF5hsdI+yhBAAAEEEMieAD1GAAEEEEAgFCgUhBUWQwoeEUAAgSwLMGExy1ePviPQUAEqRwABBBBAAAEEEEAAAQQQQACB/AswwlwKaDiqKAk3eERgmgKXHdMvBAbcA9wD3APcA9wD3APcA1O7Bw7YrnuaP41xeiAQra6oyqudwKOmBw5GAAEE0iPAhMX0XAt6ggACCCCAAAIIIJA3AcaDAAIIIIAAAggggEArBOIVFqO0FV2gzXwKMEFhahMUcGsDNyb0MqGZe4B7gHuAe2CSeyCfPx02f1Tx6oqeNr91WkQAAQQQqJcAExbrJUk9TRegQQQQQAABBBBAAAEEEEAAAQQQyL8AI0QAgSkIRIuNsOjIFOw4BQEEEEAAAQQQQAABBFoiUE2jqiqqYVRzPMcggAACCKRTgAmL6bwu9AoBBBBAAAEEEGiGAG0ggAACCCCAAAIIIIBAHgWilRWjJI8jZEwtFtj+qkUy3YiH8LHvr5l2XdPtSxucj3Ed7lnuk+l/3WOIIfcA90AW7oFf/HVD8GOKp9Pt76v/z/KgLh7qKFCwVzkWrLBYR1OqQgABBFogwITFhqFTMQIIIIAAAggggAACCCCAAAII5F+AESKAAAIpFNCwT1ESbvCIAAIIIIAAAggggAAC0xDg1FQIqL3KsVC1NBUdohMIIIAAAlMRYMLiVNQ4BwEEEEAAAQSaI0ArCCCAAAIIIIAAAggggAACtQsUwlNYdSR04DEDAnQRAQQQQAABBBBAAIEqBPw1ThxVHM4hCCCAAAJpE4j6w4TFCIIEAQQQQAABBBBAAAEEEEAAgTwKMCYEEEAAgTYUiBYbUY0ybUjAkBFAAAEEEEAAgXYTYLwItIOAqopqGO0wXsaIAAII5FWACYt5vbKMCwEEEECgGQK0gQACCCCAAAIIIIAAAggggED6BOIVFtPXs6z2iH4jgAACCCCAAAIIIIBAGgQKBWGFxTRcCPqAQG4FGFiTBJiw2CRomkEAAQQQQAABBBBAAAEEEKgkQBkCCCCAAAII1F1AwxqjJNzgEQEEEEAAAQQQaKkAjSOAAAJ1EIhWV1Tl1U4dNKkCAQQQaJkAExZbRk/DCCCAQBMEaAIBBBBAAAEEEEAAAQQQQAABBPIvUD7CeIXFKC3fzTYCCCCAAAIIIIAAAgggkEWBeHVFT7PYf/qMwLQFqACBnAgwYTEnF5JhIIAAAggggAACCCCAQGMEqBUBBBBAAAEEEMicQLTYCIuOZO7K0WEEEEAAgRYK0DQCCCCAQPoFVFVUw0h/b+khAggggMB4AkxYHE+GcgQQaIYAbSCAAAIIIIAAAggggAACCCCAQP4FGGGzBaKVFaOk2a3THgIIIIAAAggggAACCCDQGIGCvcqxYIXFxvDWoVaqQAABBKoSYMJiVUwchAACCCCAAAIIIIBAWgXoFwIIIIAAAggggAACZQIabkdJuMEjAggggEDGBeg+AggggAACCIjaqxwLVUvhQAABBBDIrAATFjN76eh4UwRoBAEEEEAAAQQQQAABBBBAAAEE8i/ACBHIm0AhHBCrjoQOPCKAAAIIIIAAAggggEA+BPw1ThxTGhEnIYAAAgikQoAJi6m4DHQCAQQQQAABBBDIrwAjQwABBBBAAAEEEEAAgSYLRIuNqEaZJjdPcwgg0J4CjBoBBBBAAAEEEGi0gKqKahiNbov6EUAAAQQaJ8CExcbZNqNm2kAAAQQQQAABBBBAAAEEEEAAgfwLMEIEEECgNoF4hcXazuJoBBBAAAEEEEAAAQQQaK0ArU8mUCgIKyxOhsR+BBBAIP0CTFhM/zWihwgggAACCCDQUAEqRwABBBBAAAEEEEAAAQRyJqDheKIk3OARgbYXAAABBBBAAAEEEEAg8wLR6oqqvNrJ/LVkAAgg0NYCjZ2w2Na0DB4BBBBAAAEEEEAAAQQQQACBNhFgmAgggAAC6RKIV1iM0nR1jt4ggAACCCCAAAIIZFaAjiPQYoF4dUVPW9wVmkcAAQQQmIYAExangcepCCCAAAIINEOANhBAAAEEEEAAAQQQQAABBBCoSSBabIRFR2pSa/nBdAABBBBAAAEEEEAAAQQmFlBVUQ1j4iPZiwACCKRXgJ6JMGGRuwABBBBAAAEEEEAAAQQQQCDvAowPAQQQQACB9hKIVlaMkvYaO6NFAAEEEEAAgXYWYOwIIJB3gYK9yrFghcW8X2jGhwACeRdgwmLerzDjQwABBBouQAMIIIAAAggggAACCCCAAAIIIJAqAQ17EyXhxrQfqQABBBBAAAEEEEAAAQQQaLGA2qscC1VLW9wVmkcgvwKMDIHGCzBhsfHGtIAAAggggAACCCCAAAIITCzAXgQQQAABBBBAoJ4ChbAyVh0JHXhEAAEEEEAgNQJ0BAEEEEBgWgL+GieOaVXEyQgggAACLRVgwmJL+WkcAQSaIUAbCCCAAAIIIIAAAggggAACCCCQfwFGmBCIFhtRjTKJXWQRQAABBBBAAAEEEEAAgawKqKqohpHVMdDv6QtQAwIIZF+ACYvZv4aMAAEEEEAAAQQQQACBRgtQPwIIIIAAAggggECWBOIVFrPUZ/qKAAIIIJAGAfqAAAIIIIBAugUKBWGFxXRfInqHAAIIVCPAhMVqlDgGgYYKUDkCCCCAAAIIIIAAAggggAACCORfgBEi0EQBDduKknCDRwQQQAABBBBAAAEEEECZwQ7bAAAQAElEQVQg6wLR6oqqaX61k3Vk+o8AAgg0XoAJi403pgUEEEAAAQQQQACBRgtQPwIIIIAAAggggAACCBQF4hUWo7S4gxwCCCCQcQG6jwACCCCAAAJtLRCvruhpW0MweAQQQCDjAkxYzPgFbEb3aQMBBBBAAAEEEEAAAQQQQAABBPIvwAgRQCBHAtFiIyw6kqNrylAQQAABBBBAAAEEEKiTQJarUVVRDSPL46DvCCCAQLsLMGGx3e8Axo8AAggggAACzRCgDQQQQAABBBBAAAEEEECgeQLRyopR0rx2aQkBBBBAAAEEEEAAAQQQaKRAwV7lWLDCYiORqRsBBBBovEAOJiw2HokWEEAAAQQQQAABBBBAAAEEEECg1QK0jwACCCBQtYCGR0ZJuMEjAggggAACCCCAAAKZEKCTCEwgoPYqx0LV0gkOYxcCCCCAQLoFmLCY7utD7xBAAAEEEGiOAK0ggAACCCCAAAIIIIAAAgjkR6AQDoVVR0IHHhMCZBsmcOHCfnnkpgVVx+0Xz625L4ft1CM/vGaePHzjgiD17Zor4YSaBAZ6VW46a5Y88IH5QXjey2qqZJyD/R6odM/85t3zZbctusY5i+J2Ffjoq2ZVfH6566p5sumc2t/u9fvY7+fx7u1q7s+Jnvd8X3ytTtm7V/7w/vlj+u9lvi8+rpb0NQfNkJ/fMD94Pvyvy+bKromvmWr67u16+5W+Bt26lr5wLAIINFfAX+PE0dyWaQ0BBBDImEDKu1v7T7ApHxDdQwABBBBAAAEEEEAAAQQQQKAVArSJAAIIIIBAagSixUZUo0xqOkZHEMivwKfvXiPbX7VIXv7xZfLgU0MVB/rY4mF53c3LZcerF8mZn1xW8ZjxCrec1ynvecWAvHCjTumwL21PfdvLxzuH8skFfKKXT24ab4LgRQv75eX79UpvlwbheS+bvObJj3jlp5bJu765WtZtiGaZT34KR7SxwNVfXSmf/MEa2TBcHwS/j/1+Hu/erub+9Oe9k/55mfhz20S9+tbv1suFt6yU51aMTHRY1fsO3K5brjh2QBbM1OD5cPctu+R9p8+Uvm4JPqrpu/dp4Y1L5d7HKz9fBxVN8MAuBBBonYCqimoYresFLSOAAAIITFegY7oVcD4CCCCAAAJNEKAJBBBAAAEEEEAAAQQQQAABBBCoViCa+xIl1Z6VhuPoAwKZF7j/iSH50s/XVZxUdMdv18s9f94gI1P44pzTrzJrRulbOr7t5ZlHa+EALlrYJ9tu3DluDzaf2yGqxd2e97JiydRzfh/c9eB6+fvy+kzimnpPODMLAj5R8Xt/GJQ1g1N4AqkwQL+P/X6Od3ney+Ltau/PPz0zJPdVMenvJ38alKeW1ude32R2h/REkxPj/s6eoTK7vyPYrLbvPoHy7gcHg3N4QACBDAkUCsIKixm6XnQVgfEF2NPmAuFPbm2OwPARQAABBBBAAAEEEEAAgfwLMEIEEEAAAQQQaBsBDUcaJeEGjwgg0DSB1esLMuwzZspa9AlHZUVVby5fU5CV60on+/i2l1ddCQeWCBy9W6+8bN8ZJRMSSw6wjWeWjUghMT/M815mu/hEIMUCk3fN72O/n+MjPe9l8XaaU59oOLihtIcr1hVkxZrS58jSI9hCAIHcCKja9+4wcjMmBoIAAgi0oQATFtvwojNkBBBogABVIoAAAggggAACCCCAAAIIIIBA/gWyMsJoco1PPshKl+knAghMLPDk0mG54Rur5aloAt0TS8JtL5/4TPZWEthyXqdcfWK/DPRqpd2jZZ+6e43cce/6YMXM9UMF+eZv1ouXjR5ABoGMCvh9nNV7+xd/3SAf/d5qWbJ6JFix9g9PDsk7vr5K1pZNYszopaHbCCAwiUC8uqKnkxzKbgSmJ8DZCCDQUAEmLDaUl8oRQAABBBBAAAEEEECgWgGOQwABBBBAAAEEEKiTQDT/RqO0TrVSDQIItFjgf/40KId/YInscPUiOfKflopvt7hLmWx+3kCHfOjsWRP+V9DxwHy1zLd9ZaXscu0i2e26xXLVV1eKl8X7SacmwFmtF/D7OMv39hfvWScHvHuJ7GjPhy/72DJ58Kmh1qPSAwQQaIqAqrLCYlOkaQQBBBBorAATFhvrS+0IpEWAfiCAAAIIIIAAAggggAACCCCAQP4FGCECoUC8wmK4xSMCCCCAQCSwyewO+cw5s2X/bbuiEhIEEEAAAQQQyJSALyNvwQqLkqnLRmcRQACBcgEmLJaLsI0AAggggAACCCCAQEUBChFAAAEEEEAAAQQQyIiAhv2MknCDRwQQyKzA7RfPlUduWjAmfvPu+bLbFl1BeL7SMXHZR181a3T8no/L49TLRg+IMt2dIucf2Sd3XzNPHvpg2P7v3zc/mPC3xdzpvb3UYU9Qp+zdK/95wRzxvj98Y1i/p/e8YyO54vh+8fajrowmPl4/Pu53Mr1wYX9wnPft82+eI3+0Pnu89xUzxdvbduNOufW82bLPVqWTFef0qdzxlqLx7RfPFe/bH94/f4y5t1fJKmjYHg7crltuPX+2/O49xXPve+98ue2iOXLEzt12xPQ+fXXIa08eEDdyK+/PvXYffOCMmeL7pld7ds72scYO8b3p1/oHV88Tvw8Geu0GSwxnovvGDT2S19XzXpYML0tUGWT9Hq3la8TrSNYZ5++6ap5sOqcjuE9fd3BfcH3/bF8TP7Svvb3L7teg4QkefPxxveWp75vqvT1Bk9PetYU9n/hEYn9+8T77PX3VCQNjngPcyK38mPLwct8/7c5MswK/J/wafvdt84LnIO+nf63+8l0byUfOnik+1vGaqPW+juuZ7L7y+/9zb5wtsa9/zdx5xTw5bKeeuIrg+cO/pn5+w3zxe8/7/NPr5slrDpoxegwZBFIjoCpioWqp8IEAAgggkFWB6b2izOqo6Xf6BOgRAggggAACCCCAAAIIIIAAAgjkX4ARIoBAcwTiFRYLUaY5rdIKAgg0SOCVn1om7/rmalm3ofLX9ANPDcmVX14hi1eNjOmBn3P911bJFV9eObrP8+f9xwpZunpEhoZFbv3ZOnnnN1aN7veMT+77+iVz5e0nDMhAj8ob/325HP6BJfLX54Zl4S49cueV8+S0fac2keWA7brFJ5Z9+OyZsmhlQU74yFLZ7bpF8vG71sjQSEF8FcSLFvbL16z9Led1endGw8d6xieWyaPPW8dHS4sZn9z15YvmyiE7dgeTnXzy0Kn79MorD5ghXzxvjrxok67iwRPkvvW79bLwxqVy7+PV/TezPiHSJ0Z+/tw5sv82PXLrPWvlwPcskV89OiQDvSr7bdMtn379HLnsmHBS5QRNj7vL3Xxi5ZsO6xP/73yP+/BSOdMslq8bkbNsfN++fK7s3wYrR560V4/8v7fNFXfw63vlV1YE/y3w5V9aKbNnqFx5fL/4RD8/Lsb0+yYNXyP+XzB/+u41wddd3Lc47VKR954+U647eSD4GvB5OC/cqFMuP25Aavn4tx+ukbf8Z/j17ef5jwL3PbFBzvrkcvG2a723vY5Gxu5bdsnXL5sXPK/023ONtzWrT+XcI/rkn84MJxt7mcezy0eC54vP/nitDNtzhZelKfz56raL58o7Tx2Qef0qb7LnzdfdvDx4rt1ooCN4zrzdntcqfZ36/VrrfR2P/eqvrpRP/mCNbKjwtPial86Qr9hz4uE790js29UpsuNmnfKJ186Sk/fqleRzy4KZ6vPAgsmzm83tlHecMlMuPqo/booUgdoEGnS0r6wYR4OaoFoEEEAAgSYIMGGxCcg0gQACCCCAAAIINEOANhBAAAEEEEAAAQQQQACBQECDR3vDOcqEmzwigEBGBXxezl0Prpe/Lw8nJFYaxo8e2iD/+r01MjhcOqlxg20/tnjsLJY/Pj0kK9YVggl5N925KpgAF9frk24+84bZsusWXcGkoJt/vFbu+fMGeWrZiHzuf9YGEyd9Et51J/fXPEFup8275F9ePUt8IpZ1TX7xl0F5bsVIMNHmK79YJ08vLY7RVwW7xtqI+xWnjz4/LPc/OXYiYU+XyNkHzpALvrBCfvO3DfHh0mnvhK1aX5CD378kiL8tKvVYvrYgp/3rMtn+qkVBnPnJZcG53q+7HxwM8pM9vPPUmfJKa9sn0D34zJB86gdrxCeQfu/+dYGhn+/73nBwn/gqjL5dS+y/bZd8/DWz5AVzO2TNYEFuunN1MGnTJ1Te/sv14pPSfKLnB86YJX79JKcf7nDDaTPFJ3/5mL9qY//2fYPiXyPfvX+9/NuP1gbevv+DZ86Sl+/XOyqRhq+RsJ+Dstqu4WjHosxxe/TKE0uG5fpvrAq+xqLi0Ulm8fZkqbfhJn9bNBIc+qtHN8jrPrNCfvtY8Wuilns7qKRBD71dKq9+aZ/c+rNwgm+yjz5h88ide+05prukdZ+U55MuV60vKW75hq+O+KnXzZI9t7QnIuvN1361Pnje9OfOh54pPuf41+m1p8yUvsSwpnNfW1PB8+f3/jAYPDf4dhxbze+Ucw7tk5t/tEZ2u25xMGHVJ6nH+30C49tPGggmLvqk3oPet0ReH02wjI/xyY1nHtCb6+eVeKyk2RFQ1eB1jqpmp9P0FAEEEEBgjIC9TBtTRsFYAUoQQAABBBBAAAEEEEAAAQQQQCD/AowQAQQQyIdANF8pSvIxJkaBAAKTCnzzN+skOTHGT5g1o0NO2ac4acvLPHxVs4HeDvn3/1kja4vzmIJVta48oV+23bjTD5PFqwryoz8WJ+0FEx3Xhs8u82d2yMVHDQTnBAdX8fCqA2cEq8f5oT2dKpcc3S8+idG3K8UuL+iSzedU91bWcbv3yq/+NiQPPjUkX7xn3eikr+ERKZmQWamd6ZQdvVuvvOLFvaMO7hWbPvj0sKxeV6y9p1tGx18snTjnk0PfdsKAuLcf+eSSEfnlX4sXza+JT2L0fdss6JRzj5jh2dyFTwj7x5fPHHXwMScnpvqAf/3ohlFvn4x18VH9wX+17Ps80vo1MqdP5aAdeuQLP1krd/5undz/ZHGCm4/T+15L+Ip52yzoCCa1XnVb6YTkWupp9LE+1+iuB9YHE+kWrxqRnz5cvK+97dn9Kvtu0+3Z1Mdbj+0Tf77yjq6058jv27g87/GHJ4eCScWe9/CVQGf3d3hW6nFfBxVVeBix5z6fcP6x76+R9UMF+dL/rpOnlhXvLT/lBfb8+pM/DcrFt6wIJo//7M8bxJ+3fF8c86yvviJjvJ2jlKFkVaBQsK+pMLI6BPqNAAIIICAS/jSEBAIIIIAAAggg0HABGkAAAQQQQAABBBBAAAEEEGiKgIatREm4wSMCTROgoVYJ+CQ5n5BSvsriwTt0j1kd67R9e+XpZcPy04eLkxG93/tv2y2H79jj2SB8stTK9eEERS/wvJd53sMnsWwXTW707VrDJ+NtMTd8q2puf4fMCBcnG63GyzaaGe4fLRwn4yssxuP59n3rmZ7eqQAAEABJREFU5c77BsVXE/t/9w/Kjx4qHec4VdRc3GFPtK8/eIb4OPxknxT0+OLihCBf3e7//n59MFnIV76755ENcndiAqifM1mcsGev7PHCIsxqux6+KmR83rMrRmRoJNzyCWD7b9sjPgEuLMnP4+kv7pXtN+kcHZCP2cc+WmCZZ5ePyNK1EYZtbz2/U854cXECZ1q/Rvw+v/exDcHkYe/jR7+7Kpg85ishfuKu1TaS6j99hc33nz4zWHXyuq+tlCeXFu/H6mtpzpHrNhTEVzH1rw1v0VdP9DQZPvEyuZ3G/M6bd8lxe8wQ//rz/vk96Pei5z2+/PN1ct8TQ8E18et72y/XSbz/9Drc195GpfBr7yvXxvv8K6NQfDoPin2l3X//ybqgb0GBPfjkUUtGP3u6tOaJ1qMnk0GgEQL2xaaq9jWnjaidOhFAAAEEahKY+sHVvcqbev2ciQACCCCAAAIIIIAAAggggAAC9RKgHgQQQAABBKoRiN6MLn9TuppTOQYBBLIt8IMHB+XxxT4tpTgOX6Hw+D17Rgt8cs0eL+wOVtvyyTOjOyzz4m27ZVZf9RMAZtux8apidvqkn5+6e4389OENwURCn9x3x73rg4k8Hzl7pnzzsjmyyZzOSesY74Cnlo6MTgLyCVBXfXWl7HztIvHUt8c7bzrlO27WJTtYxHX4866v6Bhve7s3fGNV8N+x7nj1IjnvP1aITziM91eTHrR9t/R0Vn9NNp3TIVtuNHXHavrU7GN8Yugxu/VIp2eixt1x1frSe923/BpEh4ga22E7dUviNEnj14hPAvaVMuN+/+rRIfH/ntfD83H5ZOm2G3eK/7fEvd0ql35xpdRy7mR1t2p/dw33fqv6eMiO3TKvv9i634N+L8YlTy4dljM+sUz8OWCP6xfJzT9aG+zy+3LC+zo4SsTr8jqjzYr3dbyvEWm3PZ34SpCNqJs6EZiKQMG+IOKYyvmcgwACCCCQDgEmLKbjOtALBBBAAIEUCNAFBBBAAAEEEEAAAQQQQAABBHIhoOEofKJGmOMxKUAegTwLLF09Ij94YFDsvfzRYfokrxP36pW+7rDolL17Zc36QjBxKywpPu75wq5gMkxcss2CTvnZ9RvJIzctCMLzXhbv7+1S2SxaITEumyj1FePe8NnlwUTCPa5fLI88OyzfuXKunLTXDLnjt4PyxJKprwb36PNTP3eiPk+0b+fNO2XWjImOmN4+v2YvSqwq6LXts3VXcC3ia3LHW+aWrKjoq6H5yoJ+bF5i09kdsmBW6Vuag0MFWbdh8hH6eX5+fGQav0Z88mVyZc64r7WkL9u3V267aI7sZPfkLT9bK7/8axU4tTTAseMK7L5lV8lk2nEPLNvh96Xfn8niqd7XyTrII5B3AVW1n1XCyPtYGR8CCExfgBrSK1D60316+0nPEEAAAQQQQAABBBBAAAEE0i9ADxFAAAEEEEAgDQLxCotp6At9QACBpgt863frZfHq6Ikgat0n1p209wzxVbIW7toT/DesPnFLyj42Gih92+hvi4bl4Pcvke2vWlQxdrh60ehqYWVVTbjp/w30bRfNlXeeOiDz+jvk2/etk098f3XJRMsJK6iws/y/B65wSN2LNp/bKT5pU6IPnxwa//fQUdG0ktlmU17fvY8NVbwW8TXa4/pFcufv10/Yrq/CeNdV80omPsYTIJudej+8PxN12P9b8LlmMdEx4+3z8/z85P60fY34Cov+360n+1htXlXkLcf0ywfPnCX+9ev34LmH98n+23ZVW8VUj+O8SGALex6IskHS06UyozvITvjg96XfnxMeNM5OP8/PH2c3xQjkW8D/KsPCV1nM90AZHQIIIJBvgdJXnvkeK6NDAAEEMi5A9xFAAAEEEEAAAQQQQAABBBBAIP8CdRihhnVESbjBIwIIZErg4qP65cNnz5pSnx96Zkh+/ehgybk9nSqn7dMrx+zWI/29Kj5hq+SAcTbm9GkwoXCc3VMqPmiHbrn9krniKwX6ZKvHFg/LTd9ZI0OlcyynVHerT/L/OnXrBY19621uv8rGZasNtnrcWWs/7V8jtXj6appnHTBD/N6Lz5s/s0MuP25Ayie7xvtJGyvgq65uPqezsY1QOwLtLOA/PFio8mqnnW+D/IydkSDQvgKNfdXUvq6MHAEEEEAAAQQQQAABBNIoQJ8QQAABBBBAAIF2EIgm/bDqSDtcbMaYR4EOe//9JS/qllXroi/mKQzyjt+uF1+1LXnq7lt2iq+8dv8TG8QnbCX3xfmhkTgXpjN6OmS7jes38Wanzbvkw6+cJZvMDt+eGh4pyFd+sU6eXV7WcNh86h+HrP+Fssu06wuqWFqtypGNGEt5/T5h0SekVVlFxcPc++iblk64UuP246yqWe9y74f3p2JHo8JV60fE/9vkaLO6JDrKz/Pzo83RJK1fI6MdrDLz92XDcs7nVsijzw+XnLH/tt1y6dH9JWVsNEag/Hmzv0dll80nf970+9Lvz6n0ys/z86dyLucgkHUBf40TR9bHQv8RQACBdhYIXxG2swBjRwCBuglQEQIIIIAAAggggAACCCCAAAII5F+AEWZAQMM+qkaZcJNHBBDIiMCOm3XJDhbPrhiZco9/8OCg3Pf4UMn5s2Z0BBMF/+u3pasvJg96fHHpOX3dIgfvaA/Jg6aRv/TovqAPcRWr14n8+tEN8Wbm0r88OzxmYqhPytx58666jOX5lSOyaFXpjMjZfSqH1PGa1KWjDa7kicUj8syy0gl5lZrssMLyb33P2deRn2+7Sj7T+jVS0skqNtbZl+zDfx+S6762UhavKj5nuMOrXzpDTt6rt4paOGQ6An96xi5CooLODpWFu/aKJYnSsVm/L+t9X49thRIE8iegqqIaRv5Gl74R0SMEEECgUQL+s3uj6qZeBBBAAAEEEEAAAQQQqE2AoxFAAAEEEEAAAQQQmL5ANLclSqZfHzUggEBTBV71kt7gv3J9csnkE7TG69iIPQHcce96GRy2TOKg3z8xJHc/uD5RUpr91aNDY845eIdu2XLe2NXCfDLO+06fKf5fPJfWUnnL/xvjnTYrnci3ZM2IPJPR1RV9lPc+PjSm//MHVF6276STxPz0quK3f9sgyVUWfTLUiXv1ik8mLa9goFfln189S7at46qY5W20Ytvv5+8/MCi+Imfcvq9iN8vGG297utHMDpnb3+HZINztF3/ZIH5+UJB48LK0fY0kuldz1r92v/TzdTKUeNpwo7cc21/x67fmBtr4hMN26pEfXjNP/nzjArn33fPl3CP6SjR+9ufBMROXfUXbl2zfXXJc+Ybfg/W+r8vbYBuBXArYkzsrLObyyjIoBBBoM4HiT+1tNnCG244CjBkBBBBAAAEEEEAAAQQQQAABBPIvwAgRQEA0NIiScINHBBDIhMD+23bJ8Xv0yshIQfy//JxOp30FuccXF1dc88mLPkHLqh632vJz/MAt5nbK5cf1jVkt7LR9e4MJZD9/pLoVEjeZ3SE+oczrjMMnl206K3yr6kWbdMr8mY195lo3WJDB0sXQ4q4E6duOH5Cjd6t+suHS1SNy533rA4egAntQG8LL9+sVv5a2OfrpEzyvPL5f3vWymaNl1WS+9bv1snh16cTTXTfvkvOO7B9z+hsO6ZO/Pjc85r8HHnNgBgvc4bFFxfu5r0dkQXTvxMPZ1O6xrvB2CoqeXj4iX/v1uiBf6aH8fm/110ilPtZS9vHvr5Fv37euZILrtht3yk2vnBlMgq6lLo4NBXyy9nteMSAv3KhT/Gt7Vp/KJUf1lzxP/PThQXngqcRMUTvVV7T143wSsW2Ofs4b6JCbz5ktx+1uN7CVNuK+tmr5RCDfAvbFqKr2Nakiku+hMjoEEEAgzwKJH9vzPEzGhgACCCCAAAIIIFAXASpBAAEEEEAAAQQQQACB9AtE81oKUZr+DtNDBPIl4BNUfBW8WkflE2M+cMYsmT+zQ4ZGRKbzX0J72z6Z7gcPDI5OXvLJiz5By/eNF37Ov/1wjawZLD6BqIqcss8M+dhrZolPOuzuFDn38H55zUEz5OYfrZOJJkAm23luxYgsWWUDSxTO6VM557C+YEXAY3bttTEX2/XDvK0XzK3fW1nL1xbk+ZWlfZjZK3L8Hj1y5v69csCLuuQ3f6tuAqb3z+Nz/7PWzimdBenX8OOvnSOvfskM8TG420deNUuOsjF+7sdr/bSq46FnhuTLP19bsnJel12DC47slxtOGwgmovk95/n9t+2Wf/9JbfVX3ZEWH/js8hH5dOLenNnbIYfu2FPSq/226RZfVVDsY43dw//y/1ZPOHnT7/c0fY1Yt6f16V+LN31nzZgx77t1t7z58L5p1d2uJ++zdZcssOfk5Pj9622HTe2LMCpca08ZH/3uKllc9vzmX4+3nDdb3N8PPXC7brnVtlesHRFfWdHLGnFfe73VRocWZNYMe5Kv9gSOQyAFAvHqip6moDt0AQEEEEBgigL1e5U3xQ5wWlGAHAIIIIAAAggggAACCCCAAAII5F+AESKAAAINF4jed/ZJRg1viwYQQKBEYOfNu+TsA8NJaiU7bMNX1Np24+IkFysKPjed0yGXHdMv37hsTjBxzwt9ItWiaPKLr8x35M49wWRB3xeHT7Q7Ze/eYEJcXFae+updvjqfT2D2iVleb/kx5dvf/M16+eyP18qGxIJh3ofj9+iVe96xkfzxgwvktQfPkPfesVqeXJo4qLyism2fKHjPI8UJlL7bn6dO2qtXrj15QD783dVyz59L9/vks0++brbcdNas0RUeffLfTpuPdTx8p+6q/uvbT9y1umRikU8uvXBhv7zztJny5Z+vk9jI2/E6vZ/J2GurLtnJrnNc5ithXnXbKnngqdJJiwtmqrznFTMDL3d7kV37i29dMWrmptVeV18577/vXV8yOdQnQr7u4D65773zg/DJeu/4+qppr8wZjyuNqd+bN3xjlaxYUxC/d846oFdO2qsn+Brw1Le93Pf7cX78ZONo5teIX/OXbt89OqlSog+/147ZLRxHVDQm8et91K494itLJnf6qqR7btk1WvT8ihH5378Mjm57xie4nnt4X/A84/V4e5Pd297Xau5P/1rYI9G+t+ex0Prq7Xje46AduqV88nFvl8rBVu4TAP1Yn9Dnxyaj/OvN+3/Snr0y0BP9sBMdvJk9jx69a2/wPFFt373NyRzufWxI4ufiqKnga+zPz5Y+9/l/yf2eO8J7Mz7O78W9XtgtX714jjxy0wL5wrlz5A9PDsk1t68q+Vr2+9TvV79v/Ry/j/1+DsZq97dve7nv9+P8+LgNT/24SvdG0sSP22/rbvEVHj0fhz/HHmHfX7wOL9vHnt/23aZ4P3mZx75bd4lPMPc8UZsAR9dfQFXte0AY9a+dGhFAAAEEmiXQ0ayGaAcBBBBAAAEEEGiCAE0ggAACCCCAAAIIIIAAAggUQoIoCTd4RCBfAqkbjU948xKnmOQAABAASURBVAkp//fyubJ7hck73mEv//7b5wUTV/zYOH52/UbBRKKNBopv2QwOiawbDL+Kb7torrzv9JljJjn5RDtfNe07V84Tn/TobZSHr87360cHxSct+sSs8v3jbX/s+2vkjE8skx8/NCir1oX98EmPi1YVgkl9p/3rMvnd49bJ8SoYp/ymO9eIT7ZZP1QIJuw8tnhYrrl9pVzw+RXBJKCPfHeN3P3HwWCypLfnqzK+779XB8f46nG7bdElPt6dNhs7oebF23bLj66dJ34txmk+KPaJRZd+caX86e9DQR+83keeG5ZLbl0Z9M0P8omgd189T7xO307G1vM75duXzy1pxyduuteHvrNaHl8yPLoaok/69Hau+9oqOd08H32+OMmpluvqfbzqqyvlvP9YLr4C5LoN4TXx8qeXjcjH7wqvl/cj2dc85v/rt+vl+I8uldt+uS64Tz5y9uxgUqin7u3lvt+Pq2b8zfwa+fDZs+SakwaCCZbJvvmksX982czg3h7va/nGs2YFzxM9nZo8VWbN6JBPv3726P14/pH98g8v7Ss5xjdmdGtw/neumCfV3NvV3J9vP3Eg+FqoNBHbJ755O6fs3Ssen3nD7DHPU2pDOWP/GXLbRXPkSxfMkUN27PauloR/vX39kjlBHW7jX//nHdknPgkzeaCP790vH7C65gYx2XOmrxDr/Zvsa9y/pm74xmp5wr6u/Tlp5dqCfOIHa+SuB9Ynmw/y375vUE75l6Vyx2/XybI1hdHVbf051J9LX/1/lttz2argvg1OSDz4/er3rd+/fh9/pIb7+sZx7o3Y5MN23/nzoq+SWz7pMPl95LUHzZBbz59TceL3kbv0yNcvnTvmGiaGQBaB5gn4F6MFKyw2j5yWEEAAgUYIFF/9Tlo7ByCAAAIIIIAAAggggAACCCCAQP4FGCECCCCAQOYFNBxBlIQbPCKAQEMFPn33Gtn+qkV1ixM/ulT8vy/2Tp/5yWUT1nv0TUvF/1tRP7ZS+ES8l7xnsfjErEr7xyvzFQPf9O8rZO8bFgft73D1IvF63vmNVaOrEI537njlwWqEX10pu123WHa0+o66cal849frg4mDfo7vP//zK2SXaxeJt3fQ+5bILT9bO7rf+7Tfu8L+jOft18Lrmih++dcNctJHlwV98H4c/+Gl8j9/Kq5K55M7d7++tnZ8ktG//XCtLPynpbKz9d/75+Pwdr4aTa5L9mkq1/VHD22QV35qucR9874f9oEl8q/fW1NxElSyvTzlfSLr9V9bJX5/xNae+raX+/5axtusr5Ervrwy+Frye6NSTPS1PNm58X3vaaW647KjP7R09P6Jy8pTr6Oa+/NDd66ecDx+n/rXkofny9uJt0/+52XiY4+3y1M/1+t4dvnIhMf5ed5vD8+PF97WF+9ZV5WD30f+3HCkfV37c9I+9vxz84/G/2/Xn1o2Ild+ZZW8+B8XB89h3gd/DvXn0t8+tsGrGzf8vvX71+9jv5/9XE9928t9f6WTJ7s3fL9fU69vbCwKrqGb3DqJiR/j16BSHyhDoKkCPtvZQpVXO011pzEEEECgzgJMWKwzKNUhgAACCCAwoQA7EUAAAQQQQAABBBBAAAEEEGi0QCFsgFVHQoeWPNIoAggggAACCCCAAAII1F3AX+PEUffKqRABBBCYigDnTEmACYtTYuMkBBBAAAEEEEAAAQQQQACBVgnQLgIIIIAAAghMIhAtNqIaZSY5nN0IIIAAAggggEAaBegTAgggUC6gqqIaRvk+thFAAAEEsiPAhMXsXCt6igACCDRDgDYQQAABBBBAAAEEEEAAAQQQQCDrAvEKi+OPgz0IIIAAAggggAACCCCAQPYECgVhhcXsXTZ63FIBGkcglQJMWEzlZaFTCCCAAAIIIIAAAgggkF0Beo4AAggggAACCLRYQMP2oyTc4BEBBBBAAAEE6ixAdQgggAACTReIVldU5dVO0+1pEAEEEKijABMW64hJVQgg0AQBmkAAAQQQQAABBBBAAAEEEEAAgfwLMMLpCcQrLEbp9CrjbAQQQAABBBBAAAEEEEAgHQLx6oqepqNH9GLaAlSAAAJtKcCExba87AwaAQQQQAABBBBAoJ0FGDsCCCCAAAIIIIBAzgWixUZYdCTn15nhIYAAApMIsBsBBBBAAIG8CaiqqIaRt7ExHgQQQKCdBJiw2E5Xm7E2Q4A2EEAAAQQQQAABBBBAAAEEEEAg/wKMEIF0C0QrK0ZJuvtK7xBAAAEEEEAAAQQQQACBagUK9irHookrLFbbM45DAAEEEKhBgAmLNWBxKAIIIIAAAggggEAzBGgDAQQQQAABBBBAAAEEpiWg4dlREm7wiAACCKROgA4hgAACCCCAAAI1Cqi9yrFQtbTGUzkcAQQQQCA9AkxYTM+1aE5PaAUBBBBAAAEEEEAAAQQQQAABBPIvwAgRQKC9BQrh8Fl1JHTgEQEEEEAAAQQQQACB3Aq02cD8NU4cbTZ0hosAAgjkSoAJi7m6nAwGAQQQQAABBJohQBsIIIAAAggggAACCCCAQKoFosVGVKNMqjtL5xBIrwA9QwABBBBAAAEEEEiXgKqKahjp6hm9QQABBBCoRSBtExZr6TvHIoAAAggggAACCCCAAAIIIIBANgXoNQIIIIBAIwXiFRYb2QZ1I4AAAggggAACCCAwuQBHIFBfgUJBWGGxvqTUhgACCLRCgAmLrVCnTQQQQAABBBoqQOUIIIAAAggggAACCCCAAAJtLaDh6KMk3OAxhwIMCQEEEEAAAQQQQACBNhOIVldU5dVOm115hotAmwvkb/hMWMzfNWVECCCAAAIIIIAAAggggAAC0xXgfAQQQAABBLIsEK+wGKVZHgp9RwABBBBAAAEEGipA5QggkCmBeHVFTzPVcTqLAAIIIFAiwITFEg42EEAAAQSaIUAbCCCAAAIIIIAAAggggAACCCDQQIFosZFWLzrSwBFSNQIIIIAAAggggAACCLShgKqKahhtOHyGjEBqBegYArUKMGGxVjGORwABBBBAAAEEEEAAAQRaL0APEEAAAQQQQACB8QWilRWjZPzj2IMAAggggAACaRegfwgggAACSYGCvcqxYIXFJAp5BBBAIHsCTFjM3jWjxwgg0HABGkAAAQQQQAABBBBAAAEEEEAAgfwL5HiEGo4tSsINHhFAAAEEEEAAAQQQQACBrAuovcqxULU062Oh/00UoCkEEEibABMW03ZF6A8CCCCAAAIIIIAAAnkQYAwIIIAAAggggAACrRMohE2z6kjowCMCCCCAQAMFqBoBBBBAAIEmCvhrnDia2CxNIYAAAgjUWYAJi3UGpToEmiFAGwgggAACCCCAAAIIIIAAAgggkH8BRojAlAWixUZUo8yUK+JEBBBAAAEEEEAAAQQQQCA9AqoqqmGkp1fT7wk1IIAAAu0mwITFdrvijBcBBBBAAAEEEEDABQgEEEAAAQQQQAABBPIrEK+wmN8RMjIEEECgWgGOQwABBBBAAIE8CRQKwgqLebqgjAUBBNpVgAmL7XrlGzpuKkcAAQQQQAABBBBAAAEEEEAAgfwLMEIEEEitgIY9i5Jwg0cEEEAAAQQQQAABBBBAYEoCKTopWl1RlVc7KboqdAUBBBCoWYAJizWTcQICCCCAAAIIINAEAZpAAAEEEEAAAQQQQAABBKYqEK+wGKVTrYbzEECgCQI0gQACCCCAAAIIIFC1QLy6oqdVn8SBCCCAAAKpE2jLCYupuwp0CAEEEEAAAQQQQAABBBBAAAEE6i5AhQgggEDbCkSLjbDoSNveAQwcAQQQQAABBBBoKwEG2z4CqiqqYbTPqBkpAgggkD8BJizm75oyIgQQQAABBJohQBsIIIAAAggggAACCCCAAAJpFYhWVoyStPaSfmVDgF4igAACCCCAAAIIIJAegYK9yrFghcX0XBJ6ggACuRFo6kCYsNhUbhpDAAEEEEAAAQQQQAABBBBAIBYgRQABBBBAoEECGtYbJeEGjwgggAACCCCAAAItEqBZBBCom4DaqxwLVUvrVikVIYAAAgg0W4AJi80Wpz0EEEAAgeYI0AoCCCCAAAIIIIAAAggggAAC7SpQCAfeFquOhEPlEQEEEEAAAQQQQAABBNpAwF/jxNEGw2WICCCQFCCfKwEmLObqcjIYBBBAAAEEEEAAAQQQQKB+AtSEAAIIIIAAAhkViBYbUY0yGR0G3UYAAQQQQACB5gjQCgIIIJAVAVUV1TCy0mf6iQACCCAwVoAJi2NNKEEAAQSaIUAbCCCAAAIIIIAAAggggAACCCCQf4HWjDBeYbE1rdMqAggggAACCCCAAAIIINAYgUJBWGGxMbTUOm0BKkAAgRoEmLBYAxaHIoAAAggggAACCCCAQJoE6AsCCCCAAAIIIIBARQENS6Mk3OARAQQQQACBhMCFC/vlkZsWVAzflzg0yL7moBny8xvmy8M3LpD/umyu7LpFV1Bej4fbL55bsR9eHtbPYxYF/D4a7x6766p5sukc3qbO4nWlzwi0XCBaXVGVVzstvxZ0AAEEEJiGAD8JTgOPUxHItQCDQwABBBBAAAEEEEAAAQQQQACB/AswwnwKxCssRmk+B8moEEAAAQSmI/Dpu9fISf+8TB5bPDxpNQdu1y1XHDsgC2aqdKjI7lt2yftOnyl93VKXjzd8drl8/dfr6lLXVCrZd+tu+fKFc5lANxW8Cc7xe2yXaxfJZ3+8VoZH+KFkAip2IYBADQLx6oqe1nAah7oAgQACCKRIgAmLKboYdAUBBBBAAAEEEEAgXwKMBgEEEEAAAQQQQACBlgho2CqLjoQOPCKAAAKNFshq/X96Zkjue3xo0u5vMrtDesomJ86eoTK7vz5vM65eX5CfPrxB1m1o/qQ2n4B52TH9svEsFT7qL7BhWOS796+X1a2bj1r/QVEjAgi0VEBVRTWMlnaExhFAAAEEpiVQn1cS0+oCJyMwJQFOQgABBBBAAAEEEEAAAQQQQACB/AswQgQQmIpANN8jSqZSA+cggAACCCAwKvDcihEZ3DC6GWRWrCvIijUjQT7LD284pE9e8qKy2ZhZHlAK++6TFguawo7RJQQQSJtAdf0p2KscC1ZYrI6LoxBAAIG0CjBhMa1Xhn4hgAACCCCAAAINF6ABBBBAAAEEEEAAAQQQyKVANCkgSnI5RAaFAAK1CHAsAtMT+MVfN8hHv7dalqwekZGCyB+eHJJ3fH2VrC2bxDi9Vpp/9v7bdsn5R/ZJV2fz26ZFBBBAAIEpCqi9yrFQtXSKVXAaAggggEDrBZiw2KhrQL0IIIAAAggggAACCCCAAAIIIJB/AUaIAAIIpFGgEHaKVUdCBx4RQAABBKYv8MV71skB714iO169SF72sWXy4FOT/1fS02+1cTVsu3GnfOCMWTJ/Jm+VNk6ZmhHImQDDSYWAv8aJIxUdohMIIIAAAlMS4KfwKbFxEgIIIIAAAgg0Q4A2EEAz52qyAAAQAElEQVQAAQQQQAABBBBAAAEEpiAQLTaiGmWmUAWnINBMAdpCAAEEmimw6xZd8tk3zhaftNjMdmkLAQQQQGD6AqoqqmFMvzZqQAABBBBotkDcHhMWYwlSBBBAAAEEEEAAAQQQQAABBPInwIgQQAABBNpRIF5hsR3HzpgRQACBNhYY6FV563ED8uPrNpKHPrhAHrlpQZDe846N5NqTB2TeQG1vC246p0PuumpeUI/XlQwv9/2VuOvdj7iNj75qVsW+/OH98+WUvXvjwyZMD9qhWz57zmzZen5nyXHbLOiUn12/0Wj93lbJAbZxxM7dcttFc+S+984PjvvzjQvk3nfPl8+9cbbsu3W3HTG1T28raRvnY+MOFXndwX3i19Hb/OE182TvrbrGNLbbFl1BX373nrB/D1v//Nh/eGmfeB1jTogKfJ/7/ecFc+Q3Nh4/z/vgqbd5xfH90l3KFZ1ZTLwOb+du65vfe95PP9f73Wn9Lx5JroECVI1AewgUCsIKi+1xqRklAgjkW6C2Vyb5tmB0CCCAAAII1CjA4QgggAACCCCAAAIIIIAAAgikUCCaGBAlKexg1rpEfxFAAIH0C/gEtv97+Vy55Kg+GdxQkBM+ulSuvX2lDA4XZJPZHfKmw/rkyxfOkS3nTTLzLDHUZ5ePyAkfWSqf/fFaGR6JZsMn9lfKNqIfcTtXf3Wl3HjnalkzGPbFu3T3HwfllH9ZJt/63fr4sHFTn3D4qdfODjzGPajCDp+A+ZlzZstnzpkTTEy855ENctD7lsgB71ki9/xlgxy2U4985aI5tn+2+LEVqpiw6G1fWSmfvnuNDA2PPaxLRd57+ky57uSBoN9q2y/cqFMuP25A4g+fLHjxUf3BZErvyw8fGpTdrlssH7pzjWw8q0P+8WUDcst5cyr27YDtuuUHV8+TD589UxattPvGrvdu1y2Sj99l/TFgv3cuWtgvX7tk7rj3jo/Z6/d2trK+PbFkWI798FI58xPLgomklx/XLxpesrjLpAgggMDUBeyJUFWDVRanXglnIoAAAuMJUN4sASYsNkuadhBAAAEEEEAAAQQQQAABBMYKUIIAAggggAAC9ReIJgUUorT+DVAjAggggECaBHbavEs+/trZ4hPZfILiv/1orTz6/LB87w+D8uSSEYk/tt+kU645uT/erCrdMCzBZMBVk88HlEb2wzvrffnve9fLcytGxL/HfevedXLB51cEY/X9k8WPHtoge9+wWE7712WyfG3pN8m/LRqWg9+/RLa/alEQV3x5ZVCdTwZ8z8sH5Mide4JVCp9aNizv/+/VQR+Wrh6Rd3x9lfzFrP24hbv0yM3nzK44MTCobJyHEevKd+8flNXRRMzkYcft0Ss+AfD6b6ySdRvswGhnf49GOZFLj+mXS4/ulxndGvTlPXeslvVDBfnc/6yRB54aErVDD9yuW3wc3s/4RL9e//LqWcF9M2xV/+Ivg8G43Pkrv1gnTy8diQ8VX72x0r3j9Xm9Xr+34+feck94/z21bEQu/9JK2XKjTpndryKjtZFBAAEEpi4Qr67o6dRr4UwEEEAAgVYLMGGx1VeA9hFAAIEGClA1AggggAACCCCAAAIIIIAAAgjkX2DMCDUs8YkDYY5HBBBAAIG8CviEsWtPGpDN54Rv+T2zbER+9vBgMFyflPfX54eCfPyw6ezOOFvXtFn9OHiHbtnMxvqrRzfIDd9cLT7Zr64DKavsDYf0yUl7zQgm/fmuxxaNyJNLhz0bhE9afOiZovF+23QFq1kGO6f5MKdP5aAdeuQLP1krd/5undz/ZLHdeJVJXyHxNS+dIV3RZf35IxvE++RNu80fnw7P8Z8Jjt6tVxbu2uu7gnjVgTOCVRt9o6dT5ZKj+4NJp75dKXZ5QdfofRbvP2rXHjlm995RH2/7f/+8Id4dWN32y3VVr9A5eiIZBBBAYBwBVbXnnDDGOYRiBHItwOAQyItA+OolL6NhHAgggAACCCCAAAIIIIBAfQWoDQEEEEAAAQQQyJ5AIexylIQbPCKAAAII5FLAJ4ztu03X6NiWri7IsyuKK+P5f+f82OLhYEXCJatH5PM/XTN6bD0zzejH/tt2ydUnDohPyrzqtlWyen1dv9ON4Zg30CFnHVicDOgHLF5VtPVtj78+F04K9Hxnh8qp+/TKpnOm/xbs3P4OufexDbJ2gwTx0e+uClZA9BUmP3HXam9OXnfwDPF+SvSRvPZelNwe6FU5ZIduL64Yvn+LuWG/ve0ZxdsqON7LNpoZ7g8K7OGM/WdIcrXHZWsK8vzKUqP/fWSDVLNCp1XHJwIIIDC5gC+xa8EKi5NTcQQCCCCQZoHSnyrT3FP6hgACORRgSAgggAACCCCAAAIIIIAAAgggkH8BRth0AQ1bjJJwg0cEEEAAgVwKHLFLT8mEsUJBSlYd/N3jQ3LUjUtlh6sXyQHvXiLfvi9cfbHeGI3uh68k+JFXzZZnl4/IeZ9fEazcV+8xlNfnk/u2nFf6VuqzK4bLD5MNZUW+AuQB244/MXBMBeMU+CqKf3y6uHrjrx4dkoPetyQIz/ukyJ03L5tVOE5dcfFuWxSP/9Tda+SnD2+QIev/+qGC3HHvernviSH5yNkz5ZuXzZFN5nTGp1VMt17QIb7qYnLn6vUF8ZU9k2XkEUAAgboKqL3KsVC1tK4VU1l9BKgFAQQQqE6g9Kfs6s7hKAQQQAABBBBAAAEEEEiLAP1AAAEEEEAAAQQQQKBcoBAWsOpI6MAjAgggkAuBCoPoUJGdNuuqsKe5RY3sh9d9wcI++dyb5sjcfpWP37VGHn1+uCkD3HbjTpnRbciJ1lasTWyMk/Vz/Nxxdldd7JP/Hl88/li3XdAp82eW9u/K4/vlkZsWjIZvJxt0w41nhW8P+0qNb/jsctn52kWyx/WL5ZFnh+U7V86Vk/aaIXf8dlCeWDJ+217n5nM6ZdYMzxEIIIBA8wT8NU4czWuVlhBAAAEE6i0Q/kRa71qpD4GcCDAMBBBAAAEEEEAAAQQQQAABBBDIvwAjRCB3AtHcBdUok7sBMiAEEECgMQK++txv3j1/dLJXcuJXs/O3Xzx30kFuPLtDfAJa8sCeLpG+7mRJ4/ON6kdnp8g/v3qWXHHcQDAm/6+HrzpxQLacZzsaPyzZZsHU25nOufHQ1gwWZOX66K8Q4sJE6hMPuztLv9d/5LtrZPurFo0bx3xo6Zj/stn/G+jbLpor7zx1QOb1d8i371snn/j+avHVOhPNjclWan/MQRQggAACdRZQVVENYypVcw4CCCCAQDoEmLCYjutALxBAAAEEEEAAgbwKMC4EEEAAAQQQQAABBBBotkA0tyFKmt067SGAQHsKMOqUCMwb6JBN5rT+7b969GPPLbvkpL16xVdZjHl9IuDlx/WVlMX7SEW2WVDbtT9oh265/ZK5ss/WXaIq8tjiYbnpO2tkiB8iuJ0QQCCtAoWCsMJiWi8O/UIAAQSqF6jtp9bq6+XIpgjQCAIIIIAAAggggAACCCCAAAII5F+AESKAAAI1Cmh4fJSEGzwigAACCEwq8MBTQ7LfuxaPuzrdRCvX1XvfmZ9cNml/R0ZECoXSw+b0qbxo467SwgZvNaoff3pmSM79jxWyeJUNNBqDT6o7Ya9eOfvAGVFJ45JnV0z8XyJP1PJ0zp2o3uS+YWMpSOl3+63mV3/td9q8Sz78ylmyyezw7eLhkYJ85Rfr5NnlVnGyoXHyldof51CKEUCgagEOnFTAvhGoqqjqpIdyAAIIIIBAegXCn0DT2z96hgACCCCAAAIINFaA2hFAAAEEEEAAAQQQQACBvAkUwgGVT2IJS3lEoE0FGDYCORR4fuWIPL2sdHLZQK/KUbv1NHW0jerHmkGRH/5xUP7p26tlzWD0zc1G1tOpctmxA7L3VtVPzrPTav588KlhWbeh2O54FXR3lu5ZP1SQPz0z9cmOpbWNv/XX561/g6XXf9uNO2XnzatzufTovtHJit7K6nUiv350g2erikrtzxtQ2TQFK3xWNQAOQgCBTArEqyt6mskB0GkEEEAAgUCgI3hs0APVIoAAAggggAACCCCAAAIIIIBA/gUYIQIIIIBAygSixUZYdCRl14XuIIAAAg0Q+MnDg+Ir4yWrPmTHHvGJa8myRucb2Y87frtevv+H9SWrSS6YqXLViQPiEzQbNbaf/nmDPLm0dELgptFqhMk2t1lQOmPRJ3D++tGh5CENyT+2aEieKOvf/AGVU/burdie//fP7zt9ZvDfaW88q0N22qx0YuOSNSPyTJWrK3oDldrfqL9DNi+bsOgTOnXyeZ9eJZEBAbqIQKsFVDVYXVFVW90V2kcAAQQQmIYAExangcepCCCAAAIINEGAJhBAAAEEEEAAAQQQQAABBBCoTSCaFBAltZ3L0a0SoF0EEEBgSgLf+t16eWJJ6aS6F8zpkEuO6gsmpiUr9UmM/3n+HNmpyhX4kudOlm9kP0bsG9oN31wtvypb/W//bbvlPS8fGDPOyfq6fkNBPCod16EiHzxzlmy/SacsXT0i37p3vQwlFkvcfO7Yt1bnzyyW+erG3/39oDy5NHFSpYbqULZ2g8id960vmbDq83fO2L9X9t+2dDKiT+w8c/8Z8t82HvfcZHaHbJTot3dnbn+HbDorHMuLbPzzZxqG7xgnvP0f/bF0wuysPpVjditOmHTP1x40Q7x8nGooRgABBGoT8CdaC1ZYrI2NoxFAIFUCdMYEwp86LcMnAggggAACCCCAAAIIIIAAAvkUYFQIIIAAAgi0mUA0vyBK2mzwDBcBBBBoL4Fnl4/IJ3+wpuS/TPZJa6fsM0P+zxtmByst+qSx4/folf9482z55aMb5E/P1H/1v0b3Y/X6gtx052pZtKoweoF9nMfs3iun7VucIDe6c4KMr4C4bE2xHj90szkd4itTXn5cv8yfqeL/3bGXf/6na+W3j23wbBA7bd4pW87rDPL+4PmtFxTfbvVJlR+/a43vakp8+efr5Dd/K72ePoHy46+dIyft1RNM5vSJqjefM1sefX5YfvnXcCzPrRiRJatKJ7rO6VM557C+4J45ZtdeeXZFqZGvlPiCsgmbt96zTh55rjg506+JT5j01Rx9kuQHz5gpR+/WK8OlTYm3tdsLSidV1geMWhBAIPcC/kRjocqrndxfawaIAAK5Fij+BJ3rYTI4BBBAAIGGCVAxAggggAACCCCAAAIIIIAAAgikSyCaX1DXVUfSNUJ6gwACCCCQEPjmb9YHkxbXbYi+Adg+n6S4cJce+f7b58nDNy6QD589U27/5Xr5+PeLk+l8pcU9thw7aWzhrj3iK/BZNeKT1E7as1cGekonhvgEv6N37Q0mxPlxHlPth09sO3iHbuntKm1j0zkdstsWxf498NSQPPR06eS8fuvXO0+ZKafvP6OkL96f8WL52oLc/OPSSZ4zulVuPHOmnHXADLn5R2vEVyH0832i5MW3rpT/+dOgWtoaCgAAEABJREFUFIx3i7mdcv2pA4GPG3ney3yfH+PH+jlSw4dfq5du3y0+Fkl8eP3H7NYTXINEcUnW27rqtlUlkwb9gAUzVf71H2YH1/47V8yTRxcNyycSEyl90uY9j4Rj8uM9fO7PSXv1yrUnD8iHv7ta7vlz6X7v3ydfN1tuOmvWqLWvQnn911bJ08uKMxJ9wuQt586R+947P1ht8VN3r5HVg4bnjUQxb6BDPnPObLn94rlRCQkCCCBQnYC/xomjujM4CgEEahbgBASaINDRhDZoAgEEEEAAAQQQQAABBBBAYAIBdiGAAAIIIIAAAnUViOZ7qEaZulZOZQgggAACaRT4tx+ulVd+arn8+KFBWbUunBzmk+h8JcE7frtOTvmXZcGkxngi3oUL++Xbl88NVtOTso99tuqSu6+eJ685aIZ858p5ct6RfdJVXFQwONon+L375QNy20WlE85q7YdX9vk3z5Ez9p8h5d+2fDW/2y6aI6fs3euHyY1nzZJDduwO8smH2f0aTDb88NmzksUT5n1y5XW3r5Knlo0EExH9v33+9aMb5JzPrZBfPVo6KdIn5b3531fIpV9cKfc/NSQHbd8t97xjoyA872W+z4/xYydquNI+7/c1Jw2MmZjoEwT/8WUzg2vw/9m7EzjJrrpQ/L/TPftkmZCwSQSC7AEBWQWfQAABEXmiuD1R+SMqovhE2URBUETyRJ4oIJuy+JAdEVEQCIugELYQSAIBEhISQiCTWTL7dHf969S9NV3d0zPTS9Wte299+eTUuffWveec3/dWV3V95sevc/LmUtfmY1ftmI1Hv3RH/J9/3xtXXj8bOZZ8/PBsxIVXzcRT3rQ7clJh/97n53I799/2RXY4ONPpJWhesX02nvX2G+I3X787ciLkS96/L8675FDkcfJrKVdl/LN/2ds7Z3CsC66cicf89c542/kH4ob9xWsvr+FL35qJJ/79rvjEpYfjUHeOXB3zC1fMRK4K+fx/3hOPeunO+MW/25mXohEgQGDZAiml7udF0ZZ9kRMJECBAoHYCEhZrd0ssiACBmghYBgECBAgQIECAAAECBAgQINB+gXZGWOQKRNm1M0ZRESBAgMBRArkC4RP/fnfc/bnb47bPuC5u98zr4l5/sj1+/y174vLvzS44/5Xn7eudk89bqt3lOdvjH//rQDz03B3HPe9xLz864Wwl68iLymMstYZ8LK/jvRcczKfF0/7phuOuJT/fO3GZD//6xYPxwD+/vud0x2dfFz//yl1x8dUzS16dE/Te/6WD8diX7Yy7/XHhm9eXt/Ox/Fw+Z8mLT3AwrzuPdayW78G1u+aOO0pOKszJouf8xY7IseSx7tSNKa/twxcfWvLanJT4jLfdEGf/4fa4ffe18pAX74h3ffZgL3kxX5Cf/43X7448Tn4t3f/Pro83fnL/kefzOf2WEzX/8B174h7PK2zyGn7qb3bGF66cifx6+OE/vT7u94Ltke/1H79rT7yp+9r66jUzvWTI/hh6AgQILEug0wkVFpcl5aSjBRwhQKBGAhIWa3QzLIUAAQIECBAgQIBAuwREQ4AAAQIECBAgMBaBVMxadsWORwIECBAgMDIBAxMgQIAAgYoEVFisCNo0BAgQGK2AhMXR+hqdwOgEjEyAAAECBAgQIECAAAECBAi0X0CEBFYj0Cku6pR9seeRAAECBAgQIECAAAECzRboV1fMfbMjWWL1DhEgQGCCBCQsTtDNFioBAgQIECBAgMBCAXsECBAgQIAAAQIEWilQllZMZd/KGAVFgACBFQg4lQABAgQIEGiHQEopUipaOyISBQECBCZTQMLiZN73KqI2BwECBAgQIECAAAECBAgQINB+ARESIFBHgbKyYtnVcYXWRIAAAQIECBAgQIBAswTqsdpcRr7bVFisx+2wCgIECKxWQMLiauVcR4AAAQIECBAYuYAJCBAgQIAAAQIECBAgsAqBVFxTdsWORwIEaixgaQQIECBAgAABAssSSN1vOd2WUrdf1gVOIkCAAIE6CkxuwmId74Y1ESBAgAABAgQIECBAgAABAsMVMBoBAgQmUaAsrajqyCTefDETIECAAAECBCZUQNgTIZC/4/TbRAQsSAIECLRUQMJiS2+ssAgQIECAQBUC5iBAgAABAgQIECBAgACBGgqUxUZSKjdquERLapaA1RIgQIAAAQIECBCog0BKKVIqWh3WYw0ECBBom0BV8UhYrEraPAQIECBAgAABAgQIECBA4GgBRwgQIECAwPAF+hUWhz+yEQkQIECAAAECBFYn4CoCBIYh0OmECovDgDQGAQIExisgYXG8/mYnQIAAgZEKGJwAAQIECBAgQIAAAQIECEygQCpiLrtip9WPgiNAgAABAgQIECBAYCIEyuqKKfm2MxH3W5AEjhJwoC0CEhbbcifFQYAAAQIECBAgQIAAgVEIGJMAAQIECBBonkC/wmLZNy8AKyZAgAABAgQqFzAhAQIEGiDQr66Y+wYs1xIJECBA4BgCEhaPAeMwAQIEqhAwBwECBAgQIECAAAECBAgQINB+gcojLIuNKDpSubwJCRAgQIAAAQIECBAYoUBKKVIq2ginMTSBVQu4kACB5QlIWFyek7MIECBAgAABAgQIEKingFURIECAAAECBAgsFigrK5bd4mftEyBAgACBJgpYMwECBAgQiOh0v+V0mwqLXgwECBBotoCExWbfP6snMGIBwxMgQIAAAQIECBAgQIAAAQLtFxBh6wRSEVHZFTseCRAgQIAAAQIECBAg0HSB1P2W020pdfumxzKW9ZuUAAEC9RCQsFiP+2AVBAgQIECAAAECbRUQFwECBAgQIECAAIGqBTrFhKqOFA4eCRAgUImASQgQIECAAIGRC+TvOP028slMQIAAAQIjE5CwODJaA1chYA4CBAgQIECAAAECBAgQIECg/QIiJEBghQJlsZGUyo0VXu50AgQIECBAgAABAgQIjEPgRHOmlCKlop3oXM8TIECAQH0FJCzW995YGQECBAgQIECgCgFzECBAgAABAgQIECDQNoF+hcW2xSUeAgTWIuBaAgQIECBAgEDzBTqdUGGx+bdRBAQIEJCwONLXgMEJECBAgAABAgQIECBAgACB9guIkAABAjUTSMV6yq7Y8UiAAAECBAgQIECAwBoFXD52gbK6Ykq+7Yz9XlgAAQIE1iAgYXENeC4lQIAAAQIEKhAwBQECBAgQIECAAAECBAisTKBfYbHsV3axswmMScC0BAgQIECAAAECBE4g0K+umPsTnOppAgQIEKirQHddEha7CP4jQIAAAQIECBAgQIAAAQJtFhAbAQIECEyYQFlsRNGRCbvvwiVAgAABAgQmXgAAgbYLpJQipaK1PVbxESBAoM0CEhbbfHfFRoAAAQJVCJiDAAECBAgQIECAAAECBAjUS6CsrFh29Vpbc1dj5QQIECBAgAABAgQIjFug0/2W020qLI77RpifQKsFBFeBgITFCpBNQYAAAQIECBAgQIAAAQLHE/AcAQIECBAgMFSBVIxWdsWORwIECBAgQIDA2AUsgAABAmsUSN1vOd2WUrdf41AuJ0CAAIHxCUhYHJ+9mQkQIFCNgFkIECBAgAABAgQIECBAgACB9gsMRtgpdlQdKRw8EiBAgAABAgQIECDQDoH8Haff2hGRKAisQsAlBFogIGGxBTdRCAQIECBAgAABAgQIjFbA6AQIECBAgACBRgmUxUZSKjcatXiLJUCAAAEC4xMwMwECBAjUWyClFCkVrd4rtToCBAgQOJ6AhMXj6XiOAIEqBMxBgAABAgQIECBAgAABAgQItF9AhFUK9CssVjmnuQgQIECAAAECBAgQIDBqgU4nVFgcNfKaxzcAAQIETiggYfGERE4gQIAAAQIECBAgUHcB6yNAgAABAgQIECAwIJCK7bIrdjwSIECAQAsEhECAAAECBCZcoKyumJJvOxP+ShA+AQINF5Cw2PAbaPkVCJiCAAECBAgQIECAAAECBAgQaL+ACAm0SaBfYbHs2xSaWAgQIECAAAECBAgQmFyBfnXF3K9awYUECBAgMHYBCYtjvwUWQIAAAQIECBBov4AICRAgQIAAAQIECBCoUKAsNqLoSIXmpiJAoCfggQABAgQIECAwSoGUUqRUtFHOY2wCBAgQGK2AhMXR+lYxujkIECBAgAABAgQIECBAgACB9guIkAABAssXKCsrlt3yr3MmAQIECBAgQIAAAQLjFjD/8QQ63W853abC4vGQPEeAAIH6C0hYrP89skICBAgQIEBg5AImIECAAAECBAgQIECAQIsEUhFL2RU7HgkQiAgIBAgQIECAAAECjRZI3W853ZZSt290IBZPgACByRYYfcLiZPuKngABAgQIECBAgAABAgQITIaAKAkQIECgPgKdYimqjhQOHgkQIECAAAECBIYoYCgCYxTI33H6bYzLMDUBAgQIrFFAwuIaAV1OgAABAgSqEDAHAQIECBAgQIAAAQIECBBYtkBZbCSlcmPZFzpx3ALmJ0CAAAECBAgQIEDg2AIppUipaMc+yzMECBCov8Ckr1DC4qS/AsRPgAABAgQIECBAgACByRAQJQECBAgQmByBfoXFyYlYpAQIECBAgACBvoCeAIE2C3Q6ocJim2+w2AgQmBQBCYuTcqfFSYAAgZEKGJwAAQIECBAgQIAAAQIECBCojUAqVlJ2xc5QHg1CgAABAgQIECBAgACBMQqU1RVT8m1njHfB1BMhIEgCoxWQsDhaX6MTIECAAAECBAgQIEBgeQLOIkCAAAECBAgMS6BfYbHshzWscQgQIECAAIEhCBiCAAECBFYt0K+umPtVD+JCAgQIEBi7gITFsd8CCyBAoAoBcxAgQIAAAQIECBAgQIAAAQLtFxBhKVAWG1F0pPTQESBAgAABAgQIECDQCoGUUqRUtFYEJIhVC7iQAIFmC0hYbPb9s3oCBAgQIECAAAECVQmYhwABAgQIECBAoCkCZWXFsmvKqq2TAAECBOohYBUECBAgQKC+Ap3ut5xuU2GxvrfIyggQILAcAQmLy1FyDoGRC5iAAAECBAgQIECAAAECBAgQaL+ACAlUJJCKecqu2PFIgAABAgQIECBAgACBpguk7recbkup29c6FosjQIAAgeMJSFg8no7nCBAgQIAAAQIEmiNgpQQIECBAgAABAgQIFAKdsuuUG8WuRwIECLRDQBQECBAgQIDAxArkyor9NrEIAidAgEALBCQstuAmVhGCOQgQIECAAAECBAgQIECAAIH2C4iQAIGWCJTFRlIqN1oSljAIECBAgAABAgQIEBiOQFNHSSlFSkVragzWTYAAAQIREha9CggQIECAAAEC1QiYhQABAgQIECBAgAABAtUIlIUVy66aOc1CgEBfQE+AAAECBAgQIDAqgU4nVFgcFa5xCRAgUJ1ASxIWqwMzEwECBAgQIECAAAECBAgQIDAuAfMSIECAwLIEUnFW2RU7HhxV9cEAABAASURBVAkQIECAAAECBAg0RsBCCRxDoKyumJJvO8cQcpgAAQKNEJCw2IjbZJEECBAgQKACAVMQIECAAAECBAgQIECAQDsEytKKnbJvR1CiGJqAgQgQIECAAAECBAg0VKBfXTH3DQ3BsgkQIFCdQI1nkrBY45tjaQQIECBAgAABAgQIECDQLAGrJUCAAAECtRAoi40oOlKLu2ERBAgQIECAQAsFhESAwHgEUkqRUtHGswKzEiBAgMAwBCQsDkPRGAQIECBQhYA5CBAgQIAAAQIECBAgQIAAgeUIlJUVy245V9TpHGshQIAAAQIECBAgQIDA0gK5jHy3qbC4NI+jBBomYLkTLCBhcYJvvtAJECBAgAABAgQIEJg0AfESIECAAAECEyGQiijLrtjxSIAAAQIECEyQgFAJECDQUoHU/ZbTbSl1+5aGKCwCBAhMgoCExUm4y2IkQKAaAbMQIECAAAECBAgQIECAAAEC7RdoQoRlaUVVR5pws6yRAAECBAgQIECAAIHlCuTvOP223GucR2DVAi4kQGBkAhIWR0ZrYAIECBAgQIAAAQIEVirgfAIECBAgQIAAgSEIlMVGUio3hjCkIQgQIECAwDAFjEWAAAECBFYjkFKKlIq2mutdQ4AAAQL1EJCwWI/7YBUEqhAwBwECBAgQIECAAAECBAgQINB+ARESiOhXWGRBgAABAgQIECBAgACBNgl0OqHC4pEbaoMAAQKNFZCw2NhbZ+EECBAgQIAAAQLVC5iRAAECBAgQIECAQAMEUrHGsit2PBIgQIDACgScSoAAAQIECNRSoKyumJJvO7W8PxZFgACBZQpIWFwmlNMqEDAFAQIECBAgQIAAAQIECBAg0H4BERIgMHqBfoXFsh/9hGYgQIAAAQIECBAgQIDAIoER7ParK+Z+BMMbkgABAgQqEpCwWBG0aQgQIECAAAECVQiYgwABAgQIECBAgAABAlEWG1F0xGuBQHsFREaAAAECBAgQmESBlFKkVLRJjF/MBAgQaIuAhMXl30lnEiBAgAABAgQIECBAgAABAu0XECEBAgSaL1BWViy75scjAgIECBAgQIAAAQLDFzBiEwU63W853abCYhNvnjUTIEBgXkDC4ryFLQIECBAgQGDkAiYgQIAAAQIECBAgQIAAgZELpGKGsit2PBKoVMBkBAgQIECAAAECBEYgkLrfcrotpW4/guENSYAAAQIrFVjd+RIWV+fmKgIECBAgQIAAAQIECBAgMB4BsxIgQIAAgRMJdIoTVB0pHDwSIECAAAECBBopYNEECBwlkL/j9NtRTzpAgAABAo0RkLDYmFtloQQIECBQhYA5CBAgQIAAAQIECBAgQIBA4wXKYiMplRuND2j4ARiRAAECBAgQIECAAIHmCaSUIqWiNW/1VkyAwDgEzFlPAQmL9bwvVkWAAAECBAgQIECAAIGmClg3AQIECBAgMG6BfoXFca/D/AQIECBAgECbBcRGgACB6gU6nVBhsXp2MxIgQGDYAhIWhy1qPAIECIxUwOAECBAgQIAAAQIECBAgQIBA+wXWGGEqri+7YscjAQIECBAgQIAAAQIEmi5QVldMybedpt9K6+8L6AlMpoCExcm876ImQIAAAQIECBAgMLkCIidAgAABAgQItF2gX2Gx7NservgIECBAgMCSAg4SIECAQOsE+tUVc9+64AREgACBCRKQsDhBN1uoBKoQMAcBAgQIECBAgAABAgQIECDQfgER1lygLDai6EjN75PlESBAgAABAgQIECCwIoGUUqRUtBVd6ORVC7iQAAECoxCQsDgKVWMSIECAAAECBAgQWL2AKwkQIECAAAECBAisTaCsrFh2axvL1QQIECAwKgHjEiBAgAABAisV6HS/5XSbCosrhXM+AQIE6iUgYbFe98NqRi5gAgIECBAgQIAAAQIECBAgQKD9AiIkMOECqYi/7IodjwQIECBAgAABAgQIEGi6QOp+y+m2lLp9LxYPBAgQINBEAQmLTbxr1kyAAAECBAgQGKeAuQkQIECAAAECBAgQqLdAp1ieqiOFg0cCBFYp4DICBAgQIECAQM0E8necfqvZ0iyHAAECBFYgIGFxBVhVnGoOAgQIECBAgAABAgQIECBAoP0CIiRAgMBIBcpiIymVGyOdzOAECBAgQIAAAQIECBxLwPHhCqSUIqWiDXdkoxEgQIBAlQISFqvUNhcBAgQIECBQhYA5CBAgQIAAAQIECBAgMNkC/QqLk60g+vYLiJAAAQIECBAgQGDSBDqdUGFx0m66eAkQaKPAChMW20ggJgIECBAgQIAAAQIECBAgQGChgD0CBAgQaLRAKlZfdsWORwIECBAgQIAAAQJHCThAoGECZXXFlHzbadids1wCBAgsEJCwuIDDDgECBAgQqEDAFAQIECBAgAABAgQIECBAYJQC/QqLZT/KqYx9HAFPESBAgAABAgQIECAwVIF+dcXcD3VggxEgQGAtAq5dsYCExRWTuYAAAQIECBAgQIAAAQIExi1gfgIECBAgQOA4AmWxEUVHjmPkKQIECBAgQKARAhZJgACBQYGUUqRUtMHjtgkQIECgWQISFpt1v6yWAAECVQiYgwABAgQIECBAgAABAgQIEGiyQFlZseyOFYnjBAgQIECAAAECBAgQaJZAp/stp9tUWGzWbbPasQtYAIHaCUhYrN0tsSACBAgQIECAAAECBJovIAICBAgQIECAwBgFUjF32RU7HgkQIECAAIERCBiSAAECBCoVSN1vOd2WUrevdGKTESBAgMAwBSQsDlPTWAQIVCNgFgIECBAgQIAAAQIECBAgQKD9AiJcvUCnuFTVkcLBIwECBAgQIECAAAEC7RDI33H6rR0RiaIn4IEAgYkTkLA4cbdcwAQIECBAgAABAgQiGBAgQIAAAQIECLRYoCw2klK50eJQhUaAAAECxxfwLAECBAgQaJNASilSKlqb4hILAQIEJk1AwuKk3XHxViFgDgIECBAgQIAAAQIECBAgQKD9AiIkUF+BfoXF+q7QyggQIECAAAECBAgQILBygU4nxlBhceXrdAUBAgQIHFdAwuJxeTxJgAABAgQIECAwHgGzEiBAgAABAgQIECCwaoFUXFl2xY5HAgQI1FLAoggQIECAAAECKxAoqyum5NvOCtScSoAAgdoJSFis3S2pYEGmIECAAAECBAgQIECAAAECBNovIEICBCZXoF9hsewnF0LkBAgQIECAAAECBCZAYIJC7FdXzP0EhS1UAgQItE5AwmLrbqmACBAgQIAAgSoEzEGAAAECBAgQIECAAIHaCpTFRhQdqe0dsrAGCVgqAQIECBAgQIBAfQRSSpFS0eqzKishQIAAgZUK1DFhcaUxOJ8AAQIECBAgQIAAAQIECBBonoAVEyBAgMCoBMrKimU3qlmMS4AAAQIECBAgQGA5As4hMDyBTvdbTrepsDg8UiMRIEBgHAISFsehbk4CBAgQIDByARMQIECAAAECBAgQIECAwMQKpCLysit2PLZUQFgECBAgQIAAAQIEJkggdb/ldFtK3X6CwhYqAQIEItplIGGxXfdTNAQIECBAgAABAgQIECAwLAHjECBAgACBpgp0ioWrOlI4eBy+wFMftiXW2gZXtdaxXL/2+8GQodeA18BEvwaG8LnGrz0/Q8P8HeV+P7B+cDjbQxDI33H6bQjDGYIAAQIExiQgYXFM8KYlQIDApAuInwABAgQIECBAgAABAgQIEBiRQFlsJKVyY0TTLGdY57RTYBhJGX2ZYYxljPYkibiX7qXXgNeA14DXwLhfA/e9TZFkmPthrKX/O49+OAIppUipaMMZ0SgECAxLwDgEViIgYXElWs4lQIAAAQIECBAgQIBAfQSshAABAgQIECCwtEC/wuLSzzpKYNUCn77scGgMvAa8Bur4Gji/+/705W8djtw+e3nr7pH33u79rePrzpr8rK3kNbDqX8BcuFCg0wkVFheS2CNAgEATBSQsNvGuWTMBAhUImIIAAQIECBAgQIAAAQIECBBov0BLI0xFXGVX7HgksEaBl31wX/yvv9ulMfAa8Bqo5Wvg6f+4K7Zcs7fXXvLuG2q5Ru+hPkO8Bib7NZATq9f465jLs0BZXTEl33Yyh7YSAecSIFAnAQmLdbob1kKAAAECBAgQIECgTQJiIUCAAAECBAgQGI9Av8Ji2Y9nEWYlQIAAgYkRqEGg0wN5K4fnfADW4JZYAgECBEYi0K+umPuRTGBQAgQIEKhEQMJiJcwmITB8ASMSIECAAAECBAgQIECAAAEC7RcQIYFVCZRJG4qOrErPRQQIECDQQIF1AxmL8hUbeAMtmQABAssUSClFSkVb5iWNOc1CCRAgMEkCEhYn6W6LlQABAgQIECBAYFDANgECBAgQIECAAIF2CpSFpcqunTGKigABAssXcOYECKwb+BfPmbkJCFiIBAgQmFSBTvdbTrepsDipLwBxEyDQFoGBX9/bEpI46iFgFQQIECBAgAABAgQIECBAgED7BURIgEAtBVKxqrIrdjwSIECAAIEWC6wf+NA7LGGxxXdaaAQIjE+gJjOn7ht+t6XU7WuyJMsgQIAAgZULSFhcuZkrCBAgQIAAAQLVCJiFAAECBAgQIECAAAECqxHoFBepOlI4eCRQewELJEBgzQLTA//iqcLimjkNQIAAgdoK5O84/VbbRVoYAQIECJxQYODX9xOe26oTBEOAAAECBAgQIECAAAECBAi0X0CEBAgQmEiBsthISuXGRCIImgABAgQmSWB64CNvVoXFSbr1YiVwRMDGZAiklCKlok1GxKIkQIBAOwUkLLbzvoqKAAECBAhUIWAOAgQIECBAgAABAgQIEKijQL/CYh3XZk1NFLBmAgQI1F5g/fT8EmfKz8H5I7YIECBAoDUCnU6osNiauykQAgTqJ1DZiiQsVkZtIgIECBAgQIAAAQIECBAgsFjAPgECBAgQGIFAKsYsu2LHIwECBAgQaLHAujT/qTczK2Oxxbe6waFZOgECQxHovt+nlHpVFocynkEIECBAYCwCEhbHwm5SAgQIEKhEwCQECBAgQIAAAQIECBAgQGASBco8jU7Zt55AgAQIECAw8QLrpuY/9FRYnPiXAwACBFos0K+umPsWhyk0AgSOJeB4awQkLLbmVgqEAAECBAgQIECAAAECwxcwIgECBAgQINBAgVSsOZV9seeRAAECBAi0V2B64DNvZq69cY4yMmMTIECgCQIppV51xZRSE5ZrjQQIECBwDAEJi8eAcZgAAQIVCJiCAAECBAgQIECAAAECBAgQaL9A9RGWRabKrvr5zUiAAAECBCoWWDfwL54qLFaMbzoCBAhUKZDLyHebCotVoptrBQJOJUBgmQIDv74v8wqnESBAgAABAgQIECBAoDYCFkKAAAECBAgQIHCUQFlspOyOetoBAgQIECDQPIHjr3gwYXF2zifg8bU8S4AAgQYL5MqK3ZaS9/oG30VLJ0COGMPSAAAQAElEQVSAQEhY9CIgQODYAp4hQIAAAQIECBAgQIAAAQIE2i8gwvYJlKUVVR1p360VEQECBAgsLbBuaj5xZaZTfhAufaqjBAgQINBggfwdp98aHMb4lm5mAgQI1ERAwmJNboRlECBAgAABAgQItFNAVAQIECBAgAABAgQqFyhzNlIqNypfgAkJECAweQIiHq/AuoGPvNm58a7F7AQIECAwOoGUUqRUtNHNYmQCBAgQGLWAhMVRCxt/lALGJkCAAAECBAgQIECAAAECBNovIEICBFYqUBaWKruVXu18AgQIECDQOIHp8l88D/vwa9y9s2ACBAgMCJx4s9MJFRZPzOQMAgQI1F2g/PW97su0PgIECBAgQIAAgdEIGJUAAQIECBAgQIAAgdYJpCKisit2PBIgMOECwifQboF15b94zs62O07RESBAYOIFyuqKKfm2M/GvBQAECDRaoPz1vdEx1HfxVkaAAAECBAgQIECAAAECBAi0X0CEBAgQqJtAWV2qU/Z1W571ECBAgACBYQv0/yS0Pwc9bFnjESCwQMDO2AX61RVzP/bFWAABAgQIrFpAwuKq6VxIgAABAgQIVCFgDgIECBAgQIAAAQIECBBYoUBZbETRkRW6OX2sAiYnQIDAWgTWTRdXH5atX0B4JECAQEsFUkqRUtFaGqKwCBAg0HqBHKCExaygESBAgAABAgQIECBAgACB9gqIjAABAgQmTaCsrFh2kxa9eAkQIEBgAgXWpdSLemau13kgMKkC4ibQfoGcmN5tKiy2/1aLkACBdgtIWGz3/RUdAQIECIxcwAQECBAgQIAAAQIECBAgQKBmAkXORpRdzRbX1OVYNwECBAjUWWC6/BfPGdn6db5N1kaAAIG1C+QE9W5LybedtWMagQCBpQUcrUKg/PW9iqnMQYAAAQIECBAgQIAAAQIElhBwiAABAgQIEBiuQJmsoerIcFmNRoAAAQL1FVhf/ovnzGx912hlEQGBAAECaxTI33H6bY1DuZwAAQIExihQ/vo+xhWYmgABAgRGKmBwAgQIECBAgAABAgQIECBAoP0CCyIsi42kVG4seNIOAQIECBBon8C6qSJbf7bjs699d1dEBAgQmBdIKUVKRZs/aovAZAmIlkAbBCQstuEuioEAAQIECBAgQIAAgVEKGJsAAQIECBAg0CyBImcjyq5Za7daAgQIECCwCoHpVFw0M1f0q3x0GQECBAjUXaDTCRUW636TrI8AAQInFpCweGIjZxAgMFIBgxMgQIAAAQIECBAgQIAAAQLtFxBhpQJl0kbZVTq1yQgQIECAwDgE1pf/4nm4I11/HP7mJECAQGUCZXXFlHzbqcx8xRO5gAABAicWKH99P/GJziBAgAABAgQIECBAoKYClkWAAAECBAgQIEBgUKDM1ZCzMYhimwABAi0QEMIxBfoVFmdnj3mKJwgQIECgBQL96oq5b0E4QiBAgMDECkhYnNhbL/DlCjiPAAECBAgQIECAAAECBAgQaL+ACAm0SqAsNqLoSKvuqmAIECBA4DgC66aKD7/ZMmn/OKd6igABAgQaLJBSipSKttowXEeAAAEC4xeQsDj+e2AFBAgQIECAAIG2C4iPAAECBAgQIECAAIEqBcpkjbKrcmZzESAw2QKiJzA2gXXlv3jOzI1tCSYmQIAAgSoEchn5blNhsQpscxAgQGB0AuWv76ObwMijFjA+AQIECBAgQIAAAQIECBAg0H4BERIgQGAFAqk4t+yKHY8ECBAgQKDFAv2ExcMSFlt8l4VGYFIExHlcgdT9ltNtKXX7457oSQIECBCos4CExTrfHWsjQIAAAQIEqhEwCwECBAgQIECAAAECBNokUJZWVHWkTTdVLEMRMAgBAq0V6Ccszpafga0NVGAECBCYcIH8HaffJpxC+AQIEGi0wMgTFhutY/EECBAgQIAAAQIECBAgQIDAsgScRIAAAQI1EiiLjaRUbtRoaZZCgAABAgRGITBdfuTNzMlYHIWvMQkMCtgmME6BlFKkVLRxrsPcBAgQILA2AQmLa/NzNQECBAgQqELAHAQIECBAgAABAgQIECBAYPkCZa5G2S3/OmeOW8D8BAgQILBKgXXTxYUzc0XvkQABAgRaKtDphAqLLb23wiIwWQITH62ExYl/CQAgQIAAAQIECBAgQIDAJAiIkQABAgQITJBAKmItu2LHIwECBAgQaLHAulR86klYbPFNXnZoTiRAoNUC3ff7lFKvymKr4xQcAQIEWi4gYbHlN1h4BAgQqETAJAQIECBAgAABAgQIECBAgEB9BMrSip2yH9rCDESAAAECBGoqMBXFh95cpJqu0LIIECBAYBgC/eqKuR/GeMYgQOAYAg4TGLGAhMURAxueAAECBAgQIECAAAECyxFwDgECBAgQIEBgaAJlrkYq+6GNayACBAgQIFBTganyXzznGpCtX1NCyyJAgEAjBFJKkVLRGrFgiyRAgACBJQXKX9+XfM5BAgQItEVAHAQIECBAgAABAgQIECBAgED7BUTYFyiKTJW1pvoH9QQIECBAoL0CUyn1gpsrPwN7Ox4IECBAoH0COTG921RYbN+tXWFETidAoOECEhYbfgMtnwABAgQIECBAgEA1AmYhQIAAAQIECBBojECRsxFl15hlWygBAgQI1EGgmWuYKtP05zo+/Zp5B62aAAECyxTICerdlpL3+2WKOY0AAQK1FJCwWMvbYlETJyBgAgQIECBAgAABAgQIECBAoP0CIiRQlUBZXUrVkarAzUOAAAEC4xZIqUhcmZ0rPwTHvSDzEyBAgMBIBPJ3nH4byQTDGtQ4BAgQIHBcAQmLx+XxJAECBAgQIECAQFMErJMAAQIECBAgQIAAgVKgyNmIlMqN8rCOAAECbRAQA4GlBKZTkag4Fz77lvJxjAABAm0RSClFSkVrS0ziIECAwCQKSFicxLu+8phdQYAAAQIECBAgQIAAAQIECLRfQIQECLRFoMjZKP84ZluCEgcBAgQIEDi2wNRU6j2Zq271NjwQIECAwPEEmvtcpxP5vT635gZh5QQIECAgYdFrgAABAgQIECBQiYBJCBAgQIAAAQIECBAgUJFAkbMRZVfRpKYhQKAQ8EiAwDgEUqfI1p/r+PQbh785CRAgUJlAWV0xJe/3lZmbiAABAiMQaEfC4ghgDEmAAAECBAgQIECAAAECBAjUTMByCBAgQGB5AkXORpS5G8u7xlkECBAgQKDBAtNlhcU5H34NvouWTmBAwCaBYwjkyor9doxTHCZAgACBBghIWGzATbJEAgQIECBQhYA5CBAgQIAAAQIECBAgQKAlAmWxEUVHWnI/hxyG4QgQINBGgalUZOvPFV0bQxQTAQIECHQFUkqRUtG6u/4jQIAAgeMI1PkpCYt1vjvWRoAAAQIECBAgQIAAAQJNErBWAgQIECBQD4EyWaPs6rEmqyBAgAABAiMUmEqpN/qsD7+eg4eRC5iAAIFxCeRKut2WqyyOawnmJUCAAIG1C0hYXLuhEQgQIECgEgGTECBAgAABAgQIECBAgAABAssSKHI2ouyWdUl9TrISAgQIECCwcoH+P3h2JCyuHM8VBAgQaJJATlDvtpR822nSbbNWAksLODrJAv3f3yfZQOwECBAgQIAAAQIECBCYDAFREiBAgAABApMhUCZrqDoyGbdblAQIECAQMZUKBX8SunAIHQECBFoqkL/j9FtLQxQWAQIEJkJAwuJE3GZBEiBQhYA5CBAgQIAAAQIECBAgQIAAgfYLNCLCMmkjpXKjEYu2SAIECBAgsHqBfsLi7OqHcCUBAgQINEAgpRQpFa0By7XEhgtYPgECoxOQsDg6WyMTIECAAAECBAgQILAyAWcTIECAAAECBAgMQ6BfYXEYYxmDAAECBAgMX2DoI06V/+KpwuLQaQ1IgACBegl0OqHCYr1uidUQIEBgNQLlr++rudQ1BAg0S8BqCRAgQIAAAQIECBAgQIAAgfYLiJBAVyB1W/e/sutu+Y8AAQIECLRbIJUfep25dscpOgIECEy8QPcNP6XUq7I48RZBgAABAs0VkLDY3Htn5QQIECBAgAABAlULmI8AAQIECBAgQIBAEwT6FRbLvglLtkYCBAjUSsBiGicwHcWH3lzZNy4ACyZAgACBZQn0qyvmflkXOIkAAQIEaikgYbGWt2UyFyVqAgQIECBAgAABAgQIECBAoP0CIiRAoAKBVMyRyr7Y80iAAAECBNorMFV+6M11fPi19y6LjACBpgmMYr0ppV51xZTSKIY3JgECBAhUJCBhsSJo0xAgQIAAAQIEKhAwBQECBAgQIECAAAECBKJfXKqoNQWEAIEWCgiJAIEBgamBnJXZjk+/ARqbBAgQaJ9Afp/vNhUW23drRUSAwGQJSFhc9v12IgECBAgQIECAAAECBAgQINB+ARESIECgBQJl4kbZtSAgIRAgQIAAgWMLDCYsqrB4bCfPECCwWMB+IwVyZcVuS8m3nUbeP4smQIBAKSBhsYTQESBAgAABAhUImIIAAQIECBAgQIAAAQIERi9QFpdSdWT01GY4hoDDBAgQqFBgMGXFZ1+F8KYiQIDAGATy+3y/jWF6UxIgQIDAYoFV7ktYXCWcywgQIECAAAECBAgQIECAwDgEzEmAAAECBE4oUGZupFRunPACJxAgQIAAgeYKTA983M3GwE5zQ7JyAj0BDwQIHC2QUoqUinb0s44QIECAQFMEJCw25U5ZJwECBAhUIWAOAgQIECBAgAABAgQIECDQfIF+hcXmRzKqCIxLgAABAi0SSGk+mLm58kNw/pAtAgQIEGiTQKcTKiy26YaKhcDIBUxQUwEJizW9MZZFgAABAgQIECBAgACBZgpYNQECBAgQIDB2gTJxo+zGvhwLIECAAAECoxSYGvjXzrmOT79RWi8c2x4BAgTGIJCSCotjYDclAQIEhi0w8Cv8sIc2HgECBAgMXcCABAgQIECAAAECBAgQIECAQPsF1hphWVyqU/ZrHc71BAgQIECgzgJTA593cz786nyrrI0AAQJrFuhXV8z9mgczAIE6CFgDgQkVkLA4oTde2AQIECBAgAABAgQmVUDcBAgQIECAAIHWC6QiwlT2xZ5HAgQIECDQToGpqfkPvMF8xXZGKyoCBAhMtkBKSYXFyX4JiJ4AgZYISFhsyY0UBoGaCFgGAQIECBAgQIAAAQIECBAg0H4BEdZdoKw0VXZ1X631ESBAgAABAgQIECBAYHkCOTO921RYXB7XEM4yBAECBEYiIGFxJKwGJUCAAAECBAgQILBaAdcRIECAAAECBAgQWKNAKq4vu2LHIwECBAjUTMByhiUwmLSSfPgNi9U4BAgQqKdAfqPvtpS84dfzBlkVAQIElicgYXF5Ts5qi4A4CBAgQIAAAQIECBAgQIAAgfYLiJDApAuUpRUHEzgmnUT8BAgQINBegdmB0KYksAxo2CRAgED7BPJ3nH7rReeBAAECBBopIGGx3aJihAAAEABJREFUkbfNogkQIECAAAEC4xMwMwECBAgQIECAAAECNRcoi42kVG7UfLmWR4BAPQWsikBTBDplon5eb0oDO/mARoAAAQKtEkgpRUpFa1VggiFAgMCECUhYrNcNtxoCBAgQIECAAAECBAgQIECg/QIiJECAwGgFylyNshvtXEYnQIAAAQJjFhhMWFRhccw3w/QECCwWsD9sge6bvgqLw0Y1HgECBKoXkLBYvbkZCRAgQIAAgZEKGJwAAQIECBAgQIAAAQITLpCK+Muu2PFIoHUCAiJAgEAhMNeZ/8SbCun6hYpHAgQItFSgrK6Y0vx7f0sjFRYBAgRaLbCyhMVWUwiOAAECBAgQIECAAAECBAgQ6Al4IECAAIFmC5S5Gp2yb3YwVk+AAAECBI4vMDfwgTclf+X4WJ4lsFjAPoGGCfSrK+a+YUu3XAIECBAYEJCwOIBhkwABAgQIVCFgDgIECBAgQIAAAQIECBAgMFKBMllD0ZGRKp9wcCcQIECAQDUCcwPTTPnwG9CwSYAAgfYJpJQipaK1LzoRESDQVAHrXrmAhMWVm7mCAAECBAgQIECAAAECBMYrYHYCBAgQIEDgeAJlZcWyO96ZniNAgAABAo0XGCiwGCn59Gv8DV0YgD0CBAgsFMhv+t2mwuJCFnsECBBomoCExabdMeslQIDAyAVMQIAAAQIECBAgQIAAAQIECDRaIBWrL7ti56hHBwgQIECAQDsE5gZyFKeTT7923FVRECBA4BgC+X2+21Lyfn8MIYcJLCHgEIH6CUhYrN89sSICBAgQIECAAAECBJouYP0ECBAgQIAAgXEKlIkbqo6M8yaYmwABAgSqFOgnLVaevlJlkOYiQIAAgcjfcfoNBwECBAg0V0DCYnPvnZUTmFgBgRMgQIAAAQIECBAgQIAAAQLtFxDhGgTKbI2Uyo01DOVSAgQIECDQBIF+wuK0j74m3C5rJECAwKoFUkqRUtFWPYgLaydgQQQITJ6AhMXJu+ciJkCAAAECBAgQIECAAAECBAgQIECgzQL9CottjlFsBAgQILAcgYk5p/zoi0jhfwQIECDQZoFO50iVxTaHKTYCBAi0XUDCYtvvsPjGIGBKAgQIECBAgAABAgQIECBAoP0CIiRQY4EyWaPsarxQSyNAgAABAsMRmC0zFqd8+A0H1CgECBCoq0BZXTGlKt/w64phXQQIEGiugITF5t47KydAgAABAgQItFdAZAQIECBAgAABAgQIrF6gTNrolP3qB3IlAQIERixgeAJDEuh/5klYHBKoYQgQIFBTgU73Db/farpEyyJAgACBZQhIWFwGUttOEQ8BAgQIECBAgAABAgQIECDQfgEREiAwwQJlsRFFRyb4NSB0AgQITJjAXKfI0pewOGE3XrgECPQEJukhpRQpFW2S4hYrAQIE2iYgYbFtd1Q8BAgQIECAQBUC5iBAgAABAgQIECBAgEB9BYqcjSi7+q7TygjUX8AKCRBoiECnk3or9Q+fPQYPBAgQaK9Ap/stp9tylcX2BikyAgQItF+ghr+3tx9dhAQIECBAgAABAgQIECBAgAABAgQIEBiZQJGzEWU3smkMTIAAAQIE6iIwVy5kyr98lhI6AnUSsBYCQxRI3W853ZZStx/isIYiQIAAgWoF/NperbfZCBAgQIBANQJmIUCAAAECBAgQIECAAIHJFegUoas6Uji0+lFwBAgQINATmOsUH37+4bPH4YEAAQKtFcjfcfqttUEKjAABAksJtOyY39tbdkOFQ4AAAQIECBAgQIAAAQLDETAKAQIECBBorEBZbCSlcqOxgVg4AQIECBBYnkCn/yehffQtD8xZCwTsECDQHIGUUqRUtOas2koJECBAYLGAhMXFIvYJECBAoAoBcxAgQIAAAQIECBAgQIAAAQKjEiiKTEXZjWqW5YzrHAIECBAgUInAbKf41JtKlUxnEgIECBAYl0D3/V6FxXHhm5fAcQU8SWBFAhIWV8TlZAIECBAgQIAAAQIECNRFwDoIECBAgAABAscQKJM1yu4YJzlMgAABAgTaI9CJ4lOvnQmL7blPIiFAgMCaBcrqiikV7/trHs8ABAgQIDAWAQmLY2E3KQECtRewQAIECBAgQIAAAQIECBAgQKD9Am2NsFME1in7Ys8jAQIECBBor0C/wmKZt9jeQEVGgACBCRfoV1fM/YRTCH+lAs4nQKBWAhIWa3U7LIYAAQIECBAgQIBAewREQoAAAQIECBAgMCaBstiIoiNj8jctAQIEJkygDuH2k/Sny8/AOqzJGggQIEBg+AIppUipaMMf3YgECBAgUJWAhMWqpM1DYLgCRiNAgAABAgQIECBAgAABAgTaLyBCAqsTKCsrlt3qxnAVAQIECBBokMBcJ/VWWzz2Nj0QIECAQBsFcoZ6t7WwwmIb75aYCBAgcEwBCYvHpPEEAQIECBAgQIBAuwVER4AAAQIECBAgQKClAmW2Rtm1NEhhESBAYLkCzpsEgbm5Ik1/Ovn0m4T7LUYCBCZYIL/Pd1tK3u8n+FUgdAIEWiAgYbEFN7GWIVgUAQIECBAgQIAAAQIECBAg0H4BERIgUE+BImcjVB2p5+2xKgIECBAYvsDJG3PiSoq73jjiKXefiqf+0FQ87V7T8Yx7T8ez7zsdf3y/6fiT+0/Fnz1gOv7if0zHXz5wOl764On4m4dMxyseui6e+8PTw1+UEQkQINAmgZrEkr/j9FtNlmQZBAgQILAKAQmLq0BzCQECBAgQIECgCgFzECBAgAABAgQIECBAYFUCOWeje2FK5UZ3238ECNRXwMoIEJgX+IN7TcV//My6FbdtG/MYnbj1KSkec9up+InbTMUjbp3iobdK8eDvT/E/zkxx/++bivvcPMUP3TTFD944xdmnp7jDaSluuy3ijRfP5QE0AgQIEKi5QEopUipazZdqeQQIECBwHIFJTVg8DomnCBAgQIAAAQIECBAgQIAAgZYICIMAAQKTKdCvsDiZ0YuaAAECBBos8JovdWL3oWoDeOtX5uKbu8oPz2qnNhsBAsMTMNKkCHQ6vUryucripIQsTgIECLRRQMJiG++qmAgQIECAQCUCJiFAgAABAgQIECBAgACBWgqkYlVlV+x4JLBqARcSIECgOoFdBzvx2gtnK5vwe/s6qitWpm0iAgQIDEGgrK6Ykm87Q9A0BAECBBYJVLcrYbE6azMRIECAAAECBAgQIECAAIGFAvYIECBAgMAoBMoiUZ2yH8UUxiRAgAABAqMSeP83O/Ff367mTzS/8ZJOHK5mqlFxGbcpAtZJgMBQBHJlxX4byoAGIUCAAIGxCEhYHAu7SQkQIECgCgFzECBAgAABAgQIECBAgACBiRQoi41MStGRibzHgiZAgEDLBV77pfwnP0cb5AXf68QHLpetOFploxMgQGC4AimlSKlowx3ZaAQINEHAGtsjIGGxPfdSJAQIECBAgAABAgQIEBi2gPEIECBAgACBJgqUlRXLrokRWDMBAgQITLjAVTd04jVfGm0y4RsvGu34DbuFlkuAAIFmCOQy8t2Wqyw2Y8FWSYAAAQJLCUhYXErFMQIECFQiYBICBAgQIECAAAECBAgQIECg/QJjiDAVc5ZdseORAAECBAg0TOAdl87Fhd8bTfr9v142F1++bjRjN4zZcgkQINAsgdT9ltNtKXX7Zq3caidCQJAECCxXQMLicqWcR4AAAQIECBAgQIBA/QSsiAABAgQIECBA4GiBMv9C1ZGjaRwhQIAAgWYJvK5fZXGIy94/E6G64hBBDUWAAIEKBfJ3nH6rcFpTESBAgMCQBSQsDhnUcATaJCAWAgQIECBAgAABAgQIECBAoP0CImyhQFlsJKVyo4UhCokAAQIEJkPgkus78U9fmRtqsDlZcefBoQ5pMAIECBCoSCClFCkVraIpWzWNYAgQIFAXAQmLdbkT1kGAAAECBAgQINBGATERIECAAAECBAgQqF6gX2Gx+pnNSIAAgUkVEPcIBf7hy3PxzV3lh9sa5/n6jk6882vDTYBc45JcToAAAQIrEeh0QoXFlYA5lwABAvUUkLBYz/tiVcsScBIBAgQIECBAgAABAgQIECDQfgEREiCwYoFUXFF2xY5HAgQIECDQYIHXfGk4CYtvuFiyYoNfBpZOgEDrBZYRYFldMSXfdpah5RQCBAjUVkDCYm1vjYURIECAAAECBCoQMAUBAgQIECBAgAABAu0TKHM6OmXfvgBFRIDAigVcQKDhAp/5zly89xtrSzb8yLc68elrfDg2/KVg+QQITLhAv7pi7iecQvgECBBotICExRHePkMTIECAAAECBAgQIECAAAEC7RcQIQECBGonUBYbUXSkdnfGgggQIEBgDQKv/dJcXLd/9QmHb1JdcQ36LiVAIAto4xdIKUVKRRv/aqyAAAECBFYrIGFxtXKuI0CAAAECBKoQMAcBAgQIECBAgAABAgQIrFSgzOUou5Ve7XwC4xAwJwECBE4osH8m4jUXru7T7R8vmYurbljdtSdcmBMIECBAoDqBXEa+21RYrI7cTAQIEBiyQG84CYs9Bg8ECBAgQIAAAQIECBAgQKCtAuIiQIAAgYkTSEXEZVfseCRAgAABAi0Q+Mi35uIj31pZ4uE1ezvxxovW9uekW0AnhIkQECSBCRBI3W853ZZSt5+AcIVIgACBtgpIWGzrnRUXAQIECFQjYBYCBAgQIECAAAECBAgQIFA3gTKPQ9WRId4YQxEgQIBAbQRed+FsHJhd/nLecFH5wbj8S5xJgAABAjUVyN9x+q2mS7QsAgSaLmD9lQhIWKyE2SQECBAgQIAAAQIECBAgcCwBxwkQIECAAIEhC5TFRlIqN4Y8vOEIECBAgMA4Bb67P+K1Fy4vY/Gz3+nEeVeqrjjO+zU4t20CBAisVSClFCkVba1juZ4AAQIExicgYXF89mYmQIBAFQLmIECAAAECBAgQIECAAAECBNovsDDCspBU2S18zh4BAgQIEGiBwL98oxOfu/bEn3RvuEiyYgtutxAIECAwL9DphAqL8xy2JlJA0ARaISBhsRW3URAECBAgQIAAAQIECIxOwMgECBAgQIAAgYYJpGK9ZVfseCRAgAABAi0TeM2Fx09G/OevzcVXd5w4qXGexRYBAgQI1F6grK6Ykm87tb9XFkiAAIHjCEhYPA6OpwgQqEDAFAQIECBAgAABAgQIECBAgED7BURYrUCZm9Ep+2onNxsBAgQIEKhG4LJdnXj9MSoo3nAo4g2XHD+hsZpVmoUAAQIEhinQr66Y+2GOa6whChiKAAECyxCQsLgMJKcQIECAAAECBAgQqLOAtREgQIAAAQIECBBYIFAWG1F0ZIGKHQIECDReQABHC7z5kqWrKL7x4rnYe+jo8x0hQIAAgWYLpJQipaI1OxKrJ0CAwGQLSFic7Psv+hMLOIMAAQIECBAgQIAAAQIECBBov4AICbRLoKysWHbtik00BAgQIEBgkY5CJOsAABAASURBVMBrLlxYSfGS6zvxnq8vPLboErsECBAg0FSBXEa+29ZQYbGpkVs3AQIEWiUgYbFVt1MwBAgQIECAAIE6ClgTAQIECBAgQIAAAQKVCqRitrIrdjwSIEBg5AImIDAegQu/14l3fm0+QfENF81vj2dFZiVAgACBkQmk7recbkup249sEgMTIECAwKgFJCyOWnjU4xufAAECBAgQIECAAAECBAgQaL+ACAkQILASgbK0oqojK0FzLgECBAg0WeC1X5qLq/dEfOiKTnz+2vKDsMkBWTsBApMrIPLjCuTvOP123BM9SYAAAQK1FpCwWOvbY3EECBAgQIBAFQLmIECAAAECBAgQIECAQKsEymIjKZUbrQpOMARWL+BKAgTaKzA7F/HaL83GG1VXbO9NFhkBAgS6AimlSKlo3V3/ESBAgEBDBUadsNhQFssmQIAAAQIECBAgQIAAAQIEViDgVAIECBCok0BZWKrs6rQyayFAgAABAiMT+OTVnfjOPp9+IwM2MIFCwCOB8Qp0OqHC4nhvgdkJECAwDAEJi8NQNAYBAgQIEBipgMEJECBAgAABAgQIECBAgMAKBFJxbtkVOx4bIGCJBAgQIECAAAECBAgcV6CsrpiSbzvHdfIkAQI1F7A8CYteAwQIECBAgAABAgQIECDQfgEREiBAgACBSRIoi0t1yn6SQhcrAQIECBAgMOECwidAoNUC/eqKuW91oIIjQIBAywUkLLb8BguPAAECVQiYgwABAgQIECBAgAABAgQIEKiRQFlsZNhFR2oUoaUQIECAAAECBAgQIDCBAimlSKloExi+kAlUJmAiAqMWkLA4amHjEyBAgAABAgQIECBA4MQCziBAgAABAgQIDE+grKxYdsMb10gECBAgQIDAWgVcT4AAAQJrEchl5LtNhcW1ILqWAAEC4xeQsDj+e2AFBAiMXMAEBAgQIECAAAECBAgQIECAQPsFRHhEIBVbZVfseCRAgAABAgQIECBAgEDTBVL3W063pdTtmx6L9a9BwKUECDRdQMJi0++g9RMgQIAAAQIECBCoQsAcBAgQIECAAAECzREoSyuqOtKcW2alBAgQqI2AhRAgQIAAgRoL5O84/VbjZVoaAQIECJxAQMLiCYA8TaAKAXMQIECAAAECBAgQIECAAAEC7RcQIYHKBMpiIymVG5VNbKI2Czz1YVvi6+eeoTHwGvAa8BrwGvAa8BrwGljFa+A+t1nf5l8VK4stpRQpFa2ySVcxkUsIECBA4PgCEhaP7+NZAgQIECBAgACBZghYJQECBAgQIECAAAECfYF+hcX+vp4AAQLtERAJAQIECBAgMMkCnU6osDjJLwCxEyDQFgEJi225kyONw+AECBAgQIAAAQIECBAgQIBA+wVESIBAawRSEUnZFTseCQxR4GUf3Bdrbf3lrHUc16/9XjBk6DXgNeA14DXgNTD/Gvj0ZYd7v6bkfhguvcFq99DgBZXVFVPybafBd9HSCRAgEBIWvQgIECBAgAABAlUImIMAAQIECBAgQIAAAQJVCfQrLJZ9VdOaZ3IEhv2P98MYrzZjDCGZUyzzSSMsWHgNeA14DXgNVP0aGPyNbq1zf+obRfLj4Ji21ybQr66Y+7WN5GoCBAgQGKdAKxIWxwlobgIECBAgQIAAAQIECBAgQKAaAbMQIECAwDIFymIjio4s08tpBAgQIECAAAECtRKwGALHEkgpRUpFO9Y5jhMgQIBA/QUkLNb/HlkhAQIECBCoQsAcBAgQIECAAAECBAgQINAWgbKyYtm1JSpxDEfAKAQIECBAgAABAgSaK9DpfsvpNhUWm3sLrZwAgcoEaj2RhMVa3x6LI0CAAAECBAgQIECAAIHmCFgpAQIECBCoiUAq1lF2xY5HAgQIECBAgACBIQkYhgCBsQmk7recbkup249tESYmQIAAgbUKSFhcq6DrCRAgQKAaAbMQIECAAAECBAgQIECAAAECyxPoFKc1supIsXSPBAgQIECAAAECBAgQOEogf8fpt6OedIAAgWYJWO1EC0hYnOjbL3gCBAgQIECAAAECBCZJQKwECBAgQIDAhAiUxUZSKjcmJGxhEiBAgAABAoWARwIECLRVIKUUKRWtrTGKiwABApMgIGFxEu6yGAkQqELAHAQIECBAgAABAgQIECBAgED7BZoRYb/CYjNWa5UECBAgQIAAAQIECBBYnkCnEyosLo/KWWsWMAABAiMUkLA4QlxDEyBAgAABAgQIECCwEgHnEiBAgAABAgQIDEUgFaOUXbHjkQABAgQI1EbAQggQIECAwCoFyuqKKfm2s0pBlxEgQKAWAhIWa3EbLIJABQKmIECAAAECBAgQIECAAAECBNovIEICWaBfYbHs8yGNAAECBAgQIECAAAECTRfoV1fMfdNjWfP6DUCAAIEGC0hYbPDNs3QCBAgQIECAAIFqBcxGgAABAgQIECBAoBECZbERRUcacbcskgCBGgpYEgECBAgQIFBPgZRSpFS0eq7QqggQIEBgOQISFpej5JwqBMxBgAABAgQIECBAgAABAgQItF9AhAQIVCFQVlYsuypmNAcBAgQIECBAgAABAgQGBUaz3el+y+k2FRZHw2tUAgQIVCUgYbEqafMQIECAAAECBEYuYAICBAgQIECAAAECBAh0BVK3df8ru+6W/wgQaJeAaAgQIECAAAECEyqQut9yui2lbj+hBMImQIBAGwQkLC73LjqPAAECBAgQIECAAAECBAgQaL+ACAkQINAGgU4RhKojhYNHAgQIECBAgAABAkcJONBIgfwdp98aGYBFEyBAgEBPQMJij8EDAQIECBAgUIWAOQgQIECAAAECBAgQIECgAoGy2EhK5UYFU5qCwKCAbQIECBAgQIAAAQKjEEgpRUpFG8X4xiRAgACBlQms9mwJi6uVcx0BAgQIECBAgAABAgQIEKhewIwECBAgQODEAv0Kiyc+0xkECBAgQIAAAQL1FLAqAgSWEuh0QoXFpWAcI0CAQLMEJCw2635ZLQECBAiMVMDgBAgQIECAAAECBAgQIECgBQKpiKHsih2PAwI2CRAgQIAAAQIECBBopEBZXTEl33Yaef8smkDlAiasq4CExbreGesiQIAAAQIECBAgQIBAEwWsmQABAgQIEBi/QL/CYtmPf0FWQIAAAQIECLROQEAECBAYg0C/umLuxzC9KQkQIEBgSAISFocEaRgCBAhUIWAOAgQIECBAgAABAgQIECBAoP0Ca46wLDai6MiaJQ1AgAABAgQIECBAgECNBFJKkVLRarQsSyGwagEXEphUAQmLk3rnxU2AAAECBAgQIEBgMgVETYAAAQIECBBov0BZWbHs2h+vCAkQIECAwNECjhAgQIBAGwU63W853abCYhtvrpgIEJgkAQmLk3S3xUpg5AImIECAAAECBAgQIECAAAECBNovIMLaC6RihWVX7HgkQIAAAQIECBAgQIBA0wVS91tOt6XU7ZseSyPWb5EECBAYjYCExdG4GpUAAQIECBAgQIDA6gRcRYAAAQIECBAgQGCtAp1iAFVHCgePBAgQqKWARREgQIAAAQIrFsjfcfptxRe7gAABAgRqIyBhsTa3wkKqEDAHAQIECBAgQIAAAQIECBAg0H4BERKYeIGy2EhK5cbEgwAgQIAAAQIECBAgQKANAimlSKloOR6NAAECBJopIGGxmffNqgkQIECAAAEC4xIwLwECBAgQIECAAAECdRfoV1is+zqtjwCBOgtYGwECBAgQIECgfgKdTqiwWL/bYkUECBBYqYCExZWKjfR8gxMgQIAAAQIECBAgQIAAAQLtFxAhAQIERiyQivHLrtjxSIAAAQIECBAgQIBAxQKmG7pAWV0xJd92hm5rQAIECFQoIGGxQmxTESBAgAABAhUImIIAAQIECBAgQIAAAQKTLtCvsFj2k84h/pYKCIsAAQIECBAgQGDiBPrVFXM/ccELmAABAi0SWFHCYoviFgoBAgQIECBAgAABAgQIECBwDAGHCRAgQKDhAmWxEUVHGn4fLZ8AAQIECBAgMGIBwxNomkBKKVIqWtPWbr0ECBAgMC8gYXHewhYBAgQIEKhCwBwECBAgQIAAAQIECBAgQGC0AmVlxbIb7VxGP5aA4wTGJvD2p2yLr597xlDak8/ZMrY4Bid+9N03xpdfePpRMeVj+bnBc6ve/qtfOPmodWX/Dz3jtLjpqSv/Z7itG1Oc+7Mnx0V/fnqv5e18rOq4Fs+3mtfVV150Rnz+T06P9/zutsivpSrj+KX7b4pPPff0uPTFZ8Q/P3Vb3PkW646EdKxYPvf80+PsgfOOXLDERr63+R7ne71Uy/EucZlDBAgQILBWgU73W063qbC4VkjXEyAwRAFDrUJg5d+UVjGJSwgQIECAAAECBAgQIECAwPAEjESAAAECBAgcVyAVz5ZdseORAIGJEXjcy3fGnZ59XfzhO/bE7n3df9RfFPmu/Z14zF/vjNs+47oj7W5/vD1+7hW74j2fPxB7Dhx9zaIhKt997wUH48lvvCG+u3uu8rn7E+bExKWS0J75thvi5R/eF4dn+2eurf+tc7bET91zY2xcl3otb+djaxt17Vfn11V+nbzoX/cu+br65nWz8YAXXh/3fN72eMLrdsenvnE4pqYiTtmSekmAv/+ILfHhZ94ozrnThrUv5gQj3Pc26+NpP7Y1zjgpxVSKuMuZ6+LPfvqk2Lw+ev/7uVfsjOe9e28cOLz61/q1u+bioefuiEe9dGdcsX1IN7+3Og8LBewRIEBgkUDqvrF3W0rdftFTdgkQIECgOQLdrwrNWayVEiBAgEAFAqYgQIAAAQIECBAgQIAAAQIEmi1Q5l8ct+pIsyO0egIETiCQk+fedv6B+Mw3D5/gzOLpvQc78bnuub//lj3xU3+zMy6+eqZ4okaP//nVQ3H1jvEkLD707I3xkDsvnWiXrf/jy4di36HyzXeNZjffNhWDORh5Ox9b47BDuTy/Tl738f3HfV3lhNh8r37pVbt6iZwzA7l8OYHwRY87Ke591rqhrOdYg9zklKnYUCYn9s85ZVOKU7ZM9XbnurfqQxcfjO/sWvvr6avXzMSXrqrfz0svUA8ECBBooUD+jtNvLQxPSARGI2BUAjUUKH4zr+HCLIkAAQIECBAgQIAAAQJNFbBuAgQIECBAgMBYBVIxe0rlRrHrkQCBCRTICWYrDfvy783Gn/zz3rh+79qTuVY6dx3PP23rVPzewzdHVX/O+Jqdc9HpzEvk7Xxs/sj4t5b7unr1R/bFxdcsTOY7/aSpeNoj5qsdjiKaXInz0KJc3d0HOrF73/Bf03n9c6MZNg+tESBAgMAigZRSpFS0RU/ZJUCAAIEGCUhYbNDNslQCBHoCHggQIECAAAECBAgQIECAAIH2C4hwLQJlokvZrWUk1xIgMKECn7/icFzy7YHSeBPqMJUi/ujRW+L2Nx1tRcBB3lecty/e84WDkSs3HpyfP5FBAAAQAElEQVTpxLs/dzDyscFzmrK9/3DEp79x6Kjl3vn7puOHb7vhqOPDOvDpyw7HX/1HkXSbqyl++aqZ+KN37om8nmHNYRwCBAgQGJNApxMqLI7JfnTTGpkAgQkUkLA4gTddyAQIECBAgAABApMuIH4CBAgQIECAAIFWC6QiurIrdjwSIEBghQL5T0Sv8JJWnZ6TFX/v4VviUXfbFKnCN9RcvfAP3nJD3OnZ18XZf7g9nvG2GyIfWx3u+K/avf/oNWzZkOIHbjp99BNDPPKP/3Ug7vP86+P2z7wu/ufLdsbFVy+s9DjEqQxFgAABAlUKdD+UU0rdz+ZU5azmIkCAAIEhC0hYHDKo4QgEAgIECBAgQIAAAQIECBAgQKD9AiIkUGeBsrRip+zrvFRrI0CgPgIveOxJcfYt5isJvuyD++KV5+2rzwIrXElOVnz2o0+KJz1wS6wbbV5dhVGZigABAgQINF+gX10x95VFYyICBAgQGLqAhMWhkxqQAAECBAgQIEBgrQKuJ0CAAAECBAgQIEBgDQJlsZFU9msYyaUECEyIwKmbU5x14+X9k1FO5nvsvTbG+562Lb78wtPj6+eeEZe++Iw4/3k3ipf8/EndcZbO8Hv03TceOT9fk1tueYz8XKa+xy3Xxbt/Z1t85UVnxJdeeEY86UGb8+Flt5xw+bnnn95bUx57sL39KduWNc767vL/z8+dFL/ygE1HJSv+/iO2HBk7z5PnO9GgD7nzhvi3p53Wiyk7ffiZp0U+tvi6bJAtBtfc3/6rXzh58elxi21T8eonnBIXvOD03pqy2Xt+d1s86I7rI9+fNz7p1KOuGceBU5a4hfsOdeIb184eWU6Orx/rYP+hZ5wWNz11qtfy9uBz/e18bX+gfO6xzsvH8/P9c1fa32KR9yXd1+jrf+3U3n1Y6ViLzz/eve/H+eRztvQuyzHkWPrH+33/+d5J5UN+Lbz1t06NL/5p8Rr5Wvfn9Avdn4/X/X+nxA/dan151sIuj9Mfc7AffL3nn6XB5/rb+fjgaMeKK7/O83P53LX+zOcxVvOelNfaX/dSfXbIbann+sfyGHn+xecNxpfP6Z8/2Ofj+b3mNx68OT7yrNN676H994cfvcOGPKxGgMAxBFJKveqKKaVjnOEwAQIECDRBYKoJi7TGoQoYjAABAgQIECBAgAABAgQIEGi/gAgJEJhkgbKyYtlNsoTYCRBYpsB9brM+bn3GfHXFY1125mnT8Y7f2RYvftzJ8QM3XhdvP/9g3O2Pt8eDX3R9XLl9Lh7zQ5t6yXl/+tiTIicRDY7z3gsOxq+/fnds3zM3ePjI9qPutiFe9/+dGnf9/nW9RMHN6yOe8COb47Y3mT5yzok2Lrp6Jn7mb3fGBVfO//nf6/Z04rnv2hO/+Hc7T3R57/m/+5VTenEsXn/vyRU85DyK333Ylvjbx58St7/ZdC+mPOatTp+Ol/7iyfFT99y4YLTsc86Ld8QXBta+4ISBnZwo+ebf2hYPvuOG+OTXD8e9n399PPTcHXHZ92bjlb9yapz7syfH5g1p4IrxbJ62dSqWSr76whUz8dGvHDqyqD94yw3xvHfvjQOHl/7kunbXXDzmr3fGeZfMX3Pk4oGNfN4jX7IjXvux/TE7t/RYA6cve7P3uv790+KcO22ITetTr/LoD/7RdfGflx6KN/z6qXGzU6eWPdZSJ77viwfj3H/bF7v3Hb3mHXvn4ldes6s3Z762H+OrP7I/ZmYj8vO/+/92x6s+Ml8NdevG1EtmffUTTo2cmPhf3dfI/f/s+rjPC66P//rG4d49ectvndo7J5+bx+23XFX11/9hd2/c/rHFff5ZeuMn98eJKjnn1/Sof+ZX+570lDftjk9cevioGPYc6ESOPztk02ybjQcNDnfd//y9e+NxLy/eU/K5+Zp83lU7ZuOJr9sdOfZ8za++dle887MH8uaCtqX74//Wp2yLP3jE1vj+G0333i/77w85YfreZ534/XjBgHYmXWCy4s9vPt2mwuJk3XbREiDQPoGp9oUkIgIECBAgQIDAqAWMT4AAAQIECBAgQIAAgRoLlDkqZVfjhVoagboLTMb6csLSrz1wc2w5QYJbPu/cnzspfvDMdZGT8S6+ZibO/bc9sfdgJ67eORd/9M49kZMDc9Wwn7/vpshJNzkBZ1Dxv752uJfYOHgsb9/klKm4/+02xC+9ZldcsX02H+q1jetT5NbbWebD5d+bjQ9fXCS25eTI33nTrnjzpw5ETjJazhBP/PvdcdtnXBf/8oWDR53+kvfv6z2Xn7/n87ZHTpA86qTyQE5CesDtN/SSzXLCWU5mKp/qWT/+AZsjJ2X2j+X+u7vn4rxy7Xl/qZZNn/7Irb3Kfjm56u8/vr+XXJYTpX7vzTfE331kXy+RbalrqzyW1/lHj94St7/pugXTZrP8WhnMJ8zbF1x5OA7O55kuuCbv5NdZTnTM28dr+T7nZLE9R9++4112zOdy4tgf/sSWyK//fNLXvzvTNd7fez29rmuf58pJgfm51bYcf04AfP0n98ds3hkYaLaTYvuehYmMOcb3XXgw9nR/9t752YPxvi8eiv5l2f0FP7W1l8yat6/eORsv/Je9kV9b+TWY7b/R/RnJz+UEzNc84ZQjsfWnvejbM7Fr/8I5+8/lPs+f78XBmWOfk8/LbZQ/8/merPY9KXs8/z174tu7FiZQb94QcZsySTqbZtts3BkIdd1UxOkndR9ygGW7pGu2Y28n3viJA/Hpyw6XR6P3/pgTIxcn497hZutiXfcXtR/7yx3xnHfsWZCsm8f+7YduPTKGDQIEFgnkX0K6LaXuD9Gip+wSIECAQHMEFv42VYd1WwMBAgQIECBAgAABAgQIECDQfgEREiBAgMDoBMp/VFd1ZHTERibQBoGc7PPIH9wYb3/KtrjnrdefMKRn/PiWuPdZ8+ddeOVM7J/Py4lLvzMTV11fJBvmHIKH33VjPOpuG084bj43Vxv8l88fjIuvnon3dPt+0tbBw53I7YSDDJyQ43rQHdfHvkOd+Iv37Y3PXH6cLLiB64a9eWimE3/9H3vj/MsOx39//XBcsX1hYlSutHibmyxM5lvOGm5/s3Vx9i2me6eetCnFE/7HpgUJZ3/zwX3xqW8M3JjemdU95D9Z/Lh7b4z3/u9t8ZP32NRLbs2zX793Ll5x3r5eBcycXJmP1b3lpL6nPmzrguS0z3ZfTzl5sr/2N37yQHxzIMm2f3w1/Zv+60B8/bvFz1D/+tO3pviF+x39c3TXM9f1ElX/sXtN/9zc/+qPbO7+3M27X3HdXAx67+jeh69cM/8zcc9br4sn/ujmfGllbVg/82t9T8rJzf/6hYMLqixOd2/6w87e0Kt42Ae5dtdszA1kLOb1P6R7Tq4g2j8nJyfv775fvbv7/tU/drw+J0w+/W17Iq/h4189FNfuXvj+cIvTpnp/Cv14YzTqOYslMESB/B2n34Y4rKEIECBAoGKBqYrnMx0BAgQIECBQgYApCBAgQIAAAQIECBAgQGCCBcpiIymVGxNM0fbQxUdgNQKnbk7xnt/dFl/809Pjb37p5Lj9zYrkt+ONdcebr4uH33U+CSqfuzjBJlcjG0yM2rQ+xS/df9OCxJ983eK2cV3qVSH7zOVFkl2uWpeTDA/NduItnz46gWvx9YP7U923vVxd7ge/f33kcd79uSGV2RucZJnb39k1F5/8WhFTthnId+qNsKEbd05a7O2s4OF2N52OzWU1zPw2/4i7boy3/dapcedbFMmPea5Xf2xf7Ni3MAFqBVOs6tRbnzEdn3zOjXrtRY87Oe7Qfc3k9c3MRuQKc3/wlj3xfz+wr1eZcFUTjOGi+9xmfdzlzPmfj5xIe8V188l+eUk5ATAn2ubttbY81js/c3BBhcxs+MA7bogzT5tfR57nR26/Ps7v/swM/szlBLqfve+mWDdw6vY9R78OLhtIiswJej95j42VJscN42d+WO9JuULm9r3l/9Mjw3bb7W6y7khydn5POefOG7tHF/73fdum4l63Ln7m8jM5SfrLV8/0kkjz/ona1Tvm4qtl4mi+Q4vfH/K9PGNRFccTjel5ApMikFKKlIo2KTGLkwABAlmgbU3CYtvuqHgIECBAgAABAgQIECBAYBgCxiBAgAABAs0VKP/dveyaG4eVEyAwEoH8p14f89c7I/9J4+e+a0/vzzmfaKKH3HlD5Epv/fPyn4TNyVX9/X4/lzNv+jvd/gdusi7uUibSdXeP+d8l384VzIqnc/W6X3rVrrjzs7fHyz64rzi4jMf10xF//jMnxUPP3hh/+6F9kSsNLuOysZ2SohPTq/hXum9dPxuHijzII2vPyYFv/a1t8YxHbo3skP8M76//w+4jz1ex8c3rZuMBL7w+7vTs6yK/vl7+4X3xnZ2zveS5nFz39088JT7//NOPrLGKNa11jgfecX2cvGn+JuXXff6z52sd93jX5wp9iys23vzUqXjsveaT5nKy3m1vui5yVdLBsX7kduvjzNPm15ufu3b3bO4WtBzH4IGbdce/z0D11MHnRrW91p/5Yb0n5WqTX7zy8IIwT9mS4kF3KqrJ5oqmNz5lKt7+mYORE1b7J27ZkM/Z0Ns987TpOOvG0/HRSw719j0QIDBigU4nVFgcsbHhCRAgUIHAwt9aK5jQFAQIECBAIIIBAQIECBAgQIAAAQIECBAgMDKBVIxcdsXOWB5NSoBAnQVy4uKbP3UgfvwlO+L8yxZlwC1a+O1uNh1p4E0lJ+7kxMJFpx21u3lDxG1uMn3U8cEDeazFVesGn1/Odk4WevtTtsVP32tTXPitmXjlefsiVxpczrVNOydXZfvm9UcnoW1eH/HrD94c//zUbUeqLY4jtpwMd9HVM/HSD+yLn3/l7rj8e/NrPWlT6q3xHb+9LXKS1zjWt5I5b3Pj+Qp6K7luLefmROAPX3QoOp35UaanUvz43TZGrrqXjz767hvju7vmol+VNB/L7awbT0eubJq3+233/v7Wsft8Tb722GcM95lh/MwP8z3pg13vXNF1MMoH3mFj5Gq0Odn2hv2deMdnDsSORfnT97z1+t49ud9t1/eSiE/0Phr+R4DAcAS6v5CklLq/l6ThjGcUAgSGJGAYAisTkLC4Mi9nEyBAgAABAgQIECBAoB4CVkGAAAECBAgQOJZAmeQwmOxwrFMdJ0CAQE48fPmH98UNB+aOiXGLbcdPOjzWhflPv978BNfmBLe1VK27y5nr4p+evC1yn1L0/pTr7zxsy7GW1Pjj+w9HvOi9e2KpP/Wbg8vVFv/xSafGo+62Ie+OtV21Yzbeev6BBZXp8oLOvsW6eM5Pbj3hnwvP546z3WjreP4Z9ag/U9xFuOXpU5GrCubE1B++3fr4+KWHjkrKvfUZq/s57Q4fa7k2X7+Sttaf+TzXLU7wvpLPWaot9Z70qa8fju/uXvj+d+aNpuKHb7shHnb2hvjoVw7FBVfOXeAUxwAAEABJREFURE4WHhzzzNOmIle1zOd88VszkZPAB5+3TYDAaAT61RVzP5oZjEqAAAECVQiM5zftKiIzBwECBNYg4FICBAgQIECAAAECBAgQIECg/QKtjTAVkeXEnWLLIwECBI4v8PlvHo7LvjtfCe/4Z9fn2VwZ7ok/ujnOOKl84+subd10xC/eb1Pc+6zqq+N1p6/kv89cPhPPfvueOFaiZ/6Ttn/8mJPj7rccv8EnLj0cu/eXmfQDOvc+a33c5RbjX9/Akmqz+ZVrZuLDFx9csJ4N0ykec4+N8cA7boyN6yLef6E/P7wAaA07ObH289+cWTBC/pPPv/yATXHqlqnuvSis//3Cg5GTLfsn5vefn+zek5y4+P4vLbxf/XP0BAgMXyCl1KuumFIa/uBGbLWA4AgQqJeAhMV63Q+rIUCAAAECBAgQINAWAXEQIECAAAECBAiMS6DMCym7ca3CvAQINEggV+27asfCCmODy79+77GfGzxv8XZO7sl/4nbx8WHt5/Ff9K974z2fP7DgT+ieftJUPOfRJ8XWje1NZjjvkkPx0y/bEV+4YmZB7H3bnMT5yw/Y3N8dZX/csXfsm1uy8tym9RG3GqgIuOfgXORqn8cdrOInZ1b3sh/KKv/l8wdj976Fn+Q/+P3r4ncetrlX7S8n2S2e6Nrdq086Hrx2d/ee1e1eLI512O9JORlx36GF3vc6a318d9dcXPqdIpkxJ98OOuU1PfCOG3pJjF+88nDe1QgQqEIgl5HvNhUWq8A2BwECBEYnIGFxdLZGJjBCAUMTIECAAAECBAgQIECAAAEC7RcQIYFVCpT5OWW3ykFcRoDApAk891174qKri8ScxbFf+K2lk+IWnze16F+d9h/sRK4Wt/i8Ye3PznV6f8r1ue/eG5+5fGHC0Nm3WBfPe8xJw5qqluNcvXMufu4VOyMnbS6VYPb9N5qu5bqXWtSB7u07NLMwYWyp86o8duX2hT8Pm9anOLMi0/x6vujbC+fPCbhnnjYdH76oqPi32OLiq2fjwOETG65f9LI42HX/6jXzyY45gfnQwqkXTzX2/WG/J51/2eG46vqFGao5Geojlxw88qe3c5Lol69aCJN/1/rk1w5HNhs7igUQmBSBXFmx21LKP4FtClosBAgQmCyBRV8dJyt40RIgQIAAAQIECEywgNAJECBAgAABAgQItFWgzFXI/9De1hDFRYBAtQIfvvhQbN9bvrl0p84JT7mCX3dzwX+32LYwE+qb18/GV69ZmOCz4IIh7eRkvZd+YG9s3zOfcJTzGB7xgxvip+65cUiz1GOYnIj5miecEpvXF+uZ696Wv//P/fELf7crLv/efNJZ8ez844/eYUN85FmnxddefEZ84fmnx5MeVE31xZuePBXbthz9z5G793fikkUJefOrrcfWZy6fiUOzXeCB5dzh5gtf4/mpxYm6+dhaW76vbzv/wFEJiN/o3uP//vrSCYuf+NrhWFwp9aanHG1/64HKlnmd37thLj7bjTVvN6UN+z1pV/f1+LGvHlwQ/rW7O3HeVxZav+fzB2OwEuMN3es+/tWF5ywYxA4BAkMXyN9x+m3ogxuQAAECBCoTOPq31MqmNlGbBcRGgAABAgQIECBAgAABAgQItF9AhAQI1FSgLDaSUrlR02VaFgECzRHIVRI//pVD0Slzt6anUtzk1IX/xHTq5hS5Alw/qpzo9Y7zD1RWeSwnl/3F+/YuSCbasiHFsx61Ne591rr+spbd54S6Y5380LM3xtMfufVYT4/8eP7TwL9wv4UJhxdfPRPPfNueGPxTud+6vkhgzFX5XvDYrZErLuaPhpO79+q3H7IlchyjXuyD7rQhTt4UR/3vU984HF//brG+/ORSf4b4tK1TccZJxessv7YefpcN+dTK2n9eeii+vWM+CTZPfPdbrovsmbdzy6+tH/6B9Xlz6O1DFx2MS6+dN8oVRf/tiweP+TO1Y+9cvPcLB2Nm/pK4+bbCb3Bxp5em+Vj+mX7/hYciVw/M+/02+DrKxzZ2f4Ruc+MiWbP74x8/freNkStO5ufG0UbxnvTRSw4v+DPcF37rcFxx3cL7/9lvzsS3d84fy0nZ+bxxGJiTQNUCdZkvpRQpFa0ua7IOAgQIEFi5wNG/pa58DFcQIECAAAECBAgMX8CIBAgQIECAAAECBAgQWJ1AmVBUdqsbw1UECFQlMNJ5cpLX4glS980hV0hcfPxE+y/74L745nXzmVD3/YENR6r85WvvePN1cbOymltOgvr3Lx6Mt3z6QH6qsvbuzx2MnHyV5+9PmpOzfu/hWxckU/afO15/xXUzkRPEBs950B3Xx51vsS5+6yGb4wtXjr5y5ODcg9vrplM8+ZzNcc6dFibwXb1zNvqJlrv3deKtpf89brXuSOJff5z82rjdTaf7uyvq87XLuSAn8/2vH94UOcF18Pxsl5NLB4/tPxzx5asXmm7dkOIRd90Q+R6e+3MnR64uOXjNqLev3TUXb/7vAwsSAHMV0d9/5JbIP0MPuN36+MtfOGXJxL07fd/0il9zi+PJJjlBsf86zBX/PnjRwiqAi695/Sf2x+ev6GKWT+SKkIMJlnn7VmdMlc9GfObyw/E3H9p3ZL+/kY/3583HNq5Lcc6dN/Ri+qOf3BoPvuOGfHisbdjvSTnxMCcg5qBywvVHvzLvmI/llpNCP/X14nh+n/nwRYeOmUCaz9cIEBiBQPeHT4XFEbgakgABAhULzP9GWvHE453O7AQIECBAgAABAgQIECBAgED7BURIgACBCRVIRdxlV+x4JEBgogRyMtX//KGNca+zjq78lqvr/caDt8RNyuTC5cLkCmy//vrdkSv55WvufPN18YwfP6mXwHTWjafj6T++NU7ZknrJXe/87IF41tv3RP6ztvncfvvBM9fFzU9N/d1enxOhHnr2xsgVGuM4/7v/7dbH9y2qFpevzcl4Od7+pR+++OCCKov5+L27Di9//CkrivltnzkYn/vmwgS6e956fbznqdvi8u/OxHndefLYee6H3HlDbF6Uv5UrA+bKe7ka3VJrz9XpHnaXIgEsj5NbvicPvMP6vLmg3e2W6+IOXe/Bg7n64Mt/+ZR46S+e3Kv4l9fxGw/a3Ns+cLgTr/rYvvj0ZUVi1ReumInr9sxXhcvj7D3Yia8NVO/Lx07UcqLiE390c9y767D43JudOhU/efdNkeO9aXf7GY/cGq9+wim9ZMP+uQdnOvGuzx6MX33Nrvju7oXryee88sP7Y/DPWq+bjnjyOVvi08+9UfyP26+Pj3zl6D+9u9gmOzzqBzdGTnbMY/ZbXt9D77yxt768xpxwl737z+f+pI0Rj777xl4yYt7PLScAvvNz80mLqfvyzedc8qIz4vW/dmp87Tuz8dEl1vXj3TXkdedz8zirbTkB95pdhVVOqLtiUcW/xePm+/qUN90Q+c8UdzoROcHyOT+5tffaz/Hm7XwsP5fPyefma2LR//7pUwcWvP77cX/xT0+PX7zf5sh/fjq/zgYvu/UZU7E4iXYtP/ODYy+1PYz3pMFxBxNE8+uzn5g4eE7efv+XDsYNB+Yi/xnp/zzBn4POPzM5sTW/V+Vr+y2/l+X3hZW8FvvX6o8l4PjECHTfkFJKvSqLExOzQAkQINBCgakWxiQkAgQIECBAoAoBcxAgQIAAAQIECBAgQIBAPQU6xbJyMkKx5ZHAGgRc2jiBtz9lW+Rkqr/8+ZOXTALs/ht/POzsDfFff3Sj+PILT+8laC03yJxM9tN/uzNe8J698c3ts/G4+2yMnMD0H39wWvzAjafjv79xKH7lNbt6yYqH54sxRv5fTtx685NPjZttm867R1pez6PutiE+2V1PPufIEwMb+firf/WUyIlwA4cjX/vLD9gcb/7Nbb3DuQLfnz/u5MhJQr0D5UM+70duvz7+/fdPW3aVvpzElZO5cnJSTrTLQ12/dy7+9sP74ulvnU/GfPHPnhxPfdiW2DCd8ilH2kmbUuR78IpfPjmWWns+MSe1ved3t/XiyjGe98zTlkwyvdXp0/G+39vWS97L1132vdl42P/ZEc9795641RnT8f4/KO75z95nU6+63uNftSte9ZH9+dRey4ldz33X3vjW9bORPxtu2N/pxfGhE1Tr611cPuTXVb7Xz/6Jrb3E1PLwkS4nYD7zUVvi0hefEZ98zo3i1x+8OTavn4qd+zq9NeWKivf/0+vjGW+7IbLtkQsHNvI6c1Lsp79xuJf4mp/K555/2eH4lVfvipx4mY8Ntmzzzt8+tfc6zq+PfI/z3DnZcfC8TetTPP+ntsZbf2tbr/3ZT58UWzYsvGe5EuSvPXBz73WSx8rX56Tb57xjTzzlTbvj0u/MHllXNnzNR/fHk9+wK/Jrfc+BTi/Z8iOXHOra7o8nvG53POTcHfHeC45fETHPcbyWTd53waGe2Xs+v7yxchXAX/v73fE7/3hDfOnqmbj/bddH/nnPLW/nY/m5fE4+d6n5s/tT3nRDDL7+c4LiV78z07N4z+ePrp6ak2hzkuqTz9nSGzK/plf7M98bYBkPa3lPWmr4T1x6OHbsi/j8N2ci2y91zhevPByXXzcXl3x75qiqoIvPz0mtP3PvTb33qsHn8usrvy/k94fjvRb7722D19omMOkC/eqKuZ90C/ETIEBg6AIVDihhsUJsUxEgQIAAAQIECBAgQIAAgUEB2wQIECBAYCQCZf5FTtAZyfgGJUCg1gKPe/nOuO0zrltWu8tztq84oSonZ73xk/vjEX+5I/L1ea7bPfO6uMfztsfjX7X7SFW/xUg5cat/fr5mccvP5XMWX5f38/H8/OJr+vs55nzeRVfPxD276+gfX9zn5/I5+dzltJzM9dtvuiHO/sPtPc/7PP/6+Ov/2LegcuTT/umG3nOL5+rv/+Ybbjji1D822D/03B2R//TwiWLM17zyvH2R1/+4v93ZS4572/kH4rEv23lk/Gz0i3+3a8k/V52r6T34L3ZE/17lZLvlGPTPycZ5DStpd3z2dXGvP9keP/vyXfHaj+3vVaTrj3esPieg/a9X7Yp8bZ7rbn+8Pfox5fjzscUtx539smP2XPz84H6OI7fBY4u38xh5rME1fvjiQ/Hjf7XjyLry6/3cf9/bS1b8g7fcEHd/7vZeEumT/mF3/N8P7I1ceW/xGIPjrWQ7J5p+87rZyImby70uJ1rmZMP8+siG/Rjzdj6Wn8vnHG+8xa//7Pyov9oZ2eK9Fxw88rrrj93v833K4x7vnHxuHi+fk89dS1vte9JSc37lmpm43wu2R/65Xur5fCxXYsyGj3/1rgXvBfm5xW3wtZZjHmw5/vz+MHhs8Xa+fvGY9glMukBKKVIq2qRbiJ8AAQJNFpCw2OS7Z+0ECBAgcDwBzxEgQIAAAQIECBAgQIAAgckU6BRhl12x095HkREgQIAAgdYKTKWIXIkzV/7btd8ne2tvtMAIEFi+QC4V3G0qLC6fzO3HrogAABAASURBVJkEWiQglBYJSFhs0c0UCgECBAgQIECAAAECBIYrYDQCBAgQIECgkQKpWHXZFTseCRAgQIAAgdoKnHnadLzrqdt6f1L7fU/bFnk/L/beZ62Pm5w6teJKqPnalTVnEyBAoCECqfstp9tS6vYNWbJlEiBAgMDRAhIWjzZxhAABAtUImIUAAQIECBAgQIAAAQIECBBov8A4IiwLMKk6Mg58cxIgQIAAgZUL/ML9NsVdb7EuckXF2990XTzybht6gzz+AZvi69fOxFeumenteyBAgMCkC+TvOP026Rbir6GAJREgsGwBCYvLpnIiAQIECBAgQIAAAQJ1E7AeAgQIECBAgACBJQTKYiMplRtLnOIQAQIECBBokkDb13rzbVPR/9jO/eb1KR53741xj1uujzd/6kDbwxcfAQIEli2QUuq+XxZt2Rc5kQABAgRqJzBVuxVZEAECdRGwDgIECBAgQIAAAQIECBAgQKD9AiJso0C/wmIbYxMTAQIECBBoocBHLjkUBw6XH+Dd+J76sC3x5z9zcnzqG4fiU18/3D3iPwIECBDoCXQ6ocJiT2I1D64hQIBAbQQkLNbmVlgIAQIECBAgQIBA+wRERIAAAQIECBAgQGAMAqmYs+yKHY8ECBAgMEIBQxNYm8B7LzgYL/3Avrh+71xvoD0HOvGaj+6PZ719T8zN5zH2nvNAgACBiRZQYXGib7/gCRBoj4CExfbcy8mLRMQECBAgQIAAAQIECBAgQIBA+wVESIDAygXKxIZO2a98AFcQIECAAAECVQu87uP74z7Pvz5u+4zr4u7P3R7n/vveODxb9SrMR4AAgTEKLGPqfnXF3C/jdKcQIECAQE0FJCzW9MZYFgECBAgQIECgCgFzECBAgAABAgQIECDQQoGytGIq+xZGKCQCBFYo4HQCBAgQIECAQBsEUkqRUtHaEI8YCBAgMKkCEhZHd+eNTIAAAQIECBAgQIAAAQIECLRfQIQECBCon0BZWbHs6rc+KyJAgAABAgQIECDQPAErroNALiPfbSos1uFmWAMBAgRWLyBhcfV2riRAgAABAgRGLmACAgQIECBAgAABAgQIEFixQCquKLtixyOBWgtYHAECBAgQIECAAIFlCKTut5xuS6nbL+N0pxAgQIBA3QSK9UhYLBw8EiBAgAABAgQIECBAgACBdgqIigABAgQmT6AsrajqyOTdehETIECAAAECEywgdAITIJC/4/TbBIQrRAIECLRWQMJia2+twAgQIECgCgFzECBAgAABAgQIECBAgACB2gmUxUZSKjdqt8DmLciKCRAgQIAAAQIECBAYv0BKKVIq2vhXYwUECLRRQEzVCEhYrMbZLAQIECBAgAABAgQIECCwtICjBAgQIECAwLAF+hUWhz2u8QgQIECAAAECqxdwJQECBNYu0OmECotrZzQCAQIExi0gYXHcd8D8BAgQGKmAwQkQIECAAAECBAgQIECAAIH2CyyKMBX7ZVfseCRAgAABAgQIECBAgEDTBcrqiin5ttP0W2n9qxVwHYF2CEhYbMd9FAUBAgQIECBAgAABAqMSMC4BAgQIECBAoGkC/QqLZd+05VsvAQIECBAYi4BJCRAgQKD2Av3qirmv/WItkAABAgSOKSBh8Zg0niBAoAoBcxAgQIAAAQIECBAgQIAAAQLtFxBhxQJlsRFFRyp2Nx0BAgQIECBAgAABAiMVSClFSkUb6UQGX7WACwkQILAcAQmLy1FyDgECBAgQIECAAIH6ClgZAQIECBAgQIAAgYUCZWXFslv4nD0CBAgQaKqAdRMgQIAAAQKd7recblNh0UuBAAECzRaQsNjs+2f1IxcwAQECBAgQIECAAAECBAgQINB+ARESaJlAKuIpu2LHIwECBAgQIECAAAECBJoukLrfcrotpW6/qlhcRIAAAQJ1EJCwWIe7YA0ECBAgQIAAgTYLiI0AAQIECBAgQIAAgWoFOsV0qo4UDh4JEKhIwDQECBAgQIAAgREL5O84/TbiqQxPgAABAiMUkLA4QtwqhjYHAQIECBAgQIAAAQIECBAg0H4BERIgQGBFAmWxkZTKjRVd7GQCBAgQIECAAAECBMYlYN7jC6SUIqWiHf9MzxIgQIBAnQUkLNb57lgbAQIECBAgUIWAOQgQIECAAAECBAgQINAugX6FxXZFJRoCaxVwPQECBAgQIECAQNMFOp1QYbHpN9H6CRAgEDHihEXEBAgQIECAAAECBAgQIECAQPsFREiAAAECtRJIxWrKrtjxSIAAAQIECBAgQGDNAgYgMGaBsrpiSr7tjPlOmJ4AAQJrEpCwuCY+FxMgQIAAgQoETEGAAAECBAgQIECAAAECBFYi0K+wWPYrudS5YxQwNQECBAgQIECAAAECxxXoV1fM/XFP9CQBAgTqLGBtKix6DRAgQIAAAQIECBAgQIBA+wVESIAAAQIEJkqgLDai6MhE3XXBEiBAgAABAhEBgQCBdguklCKlorU7UtERIECg3QIqLLb7/oqOAAECVQiYgwABAgQIECBAgAABAgQIEKiTQFlZseyGtTLjECBAgAABAgQIECBAYLwCne63nG5TYXG8t8HsrRcQIIGRC0hYHDmxCQgQIECAAAECBAgQIHAiAc8TIECAAAECBIYokIqxyq7Y8UiAAAECBAjUQMASCBAgQGBNAqn7LafbUur2axrIxQQIECAwTgEJi+PUNzcBAtUImIUAAQIECBAgQIAAAQIECBBov4AI5wU6xaaqI4WDRwIECBAgQIAAAQIE2iGQv+P0WzsiEsWqBFxEgEDjBSQsNv4WCoAAAQIECBAgQIDA6AXMQIAAAQIECBAg0CCBsthISuVGg5ZuqQQIECAwXgGzr07gJqdMxet/7dT4yovOiAtecHr8/iO2xFT5Mfzou2+ML7/w9Pj6uWcc1f7qF05e3YSuIkCAwIQKpJQipaJNKIGwCRAg0AoBCYutuI2CaLiA5RMgQIAAAQIECBAgQIAAAQLtFxAhgeoE+hUWq5vRTAQIECBAYKIFnvuYrfEjt18f66YjTtqU4okP3ByPvdemnsl7LzgY57x4R3zhypnevgcCBAgQWINApxMNqLC4hgBdSoAAgckQkLA4GfdZlAQIECBAgACBlgsIjwABAgQIECBAgACBIwKp2Cq7YscjAQIEWiEgCAL1FLjpKdMLFrZhOsWNT57/Z9jv7p6L8y4+tOAcOwQIECCwCoGyumJKvu2sQs8lBAgQqI3A/G/KtVmShdROwIIIECBAgAABAgQIECBAgACB9guIkACB9gj0KyyWfXsCEwkBAgQIEKinwLW7Zxcs7NBsJ753w9yCY3YIECBQG4EGL6RfXTH3DQ7D0gkQIDDxAhIWJ/4lAIAAAQIECBCoQsAcBAgQIECAAAECBAgQqEygLDai6Ehl4iYicETABgECkynwgvfsjU9+7XDMdSL2HOjE6z62P9712QOTiSFqAgQIjFAgpRQpFW2E0xiaAAECBEYs0IaExRETGZ4AAQIECBAgQIAAAQIECBCogYAlECBAgMByBTrFiWVX7HgkQIAAAQIERiaQ/+Tzr7xmV9z+mdfF3Z+7PV7y/n295MWRTWhgAu0WEB2BYwt0ut9yuk2FxWMTeYYAAQJNEJCw2IS7ZI0ECBAgQGDkAiYgQIAAAQIECBAgQIAAgdYIpCKSsit2PBLoCXggQIAAAQIECBAg0GCB1P2W020pdfsGh2HpBAgQGL1AvWeQsFjv+2N1BAgQIECAAAECBAgQINAUAeskQIAAAQJ1EegUC1F1pHDwSIAAAQJLC2zdmOJ/P3xrfOwPbxRfedEZ8fVzz+j1//VHN4pn/8TWOG3rsf8Z8RbbpuIlP39SnP+8G8WlLy6u/fILT4/3PW1b/Ox9NsX66aPnPPsW6+Jzzz+9N0+ea7A9+ZwtvQtyP3i8v52vy9f3Tiof3v6UbUuOlY/n+X/jwZvjI886rbe+vMYPP/O0+NE7bCivPnZ31o2n4+W/fEp89k9Oj68tiu2x99oYUwM5Msdab153fu7Ys3im0QIWT4DA2ATyd5x+G9siTEyAAAECaxY49jeNNQ9tAAIECBAgMDwBIxEgQIAAAQIECBAgQIAAAQLLFCgTKVIqN5Z5WR1OswYCBAgQqEbg7rdcF//6e9vitx+yOQ4d7sQj/2pHPPvtN8Sh2U7c5JSpeOKPbo5/evKpceZpR2cePulBm+P9T79RPOaHNsUNBzrx+Fftits/87p46Qf2xfffaDr+/GdOiv94+mmR5xiM5qKrZ+KRL9kRX7hyZvDwgu1XnrcvnvyG3d1x5xYcX2rnV1+7K9752QNHPbVlY8Rbn7It/uARW3vryQmGud3q9On4Pz93Utz7rHVHXdM/kGP7l/99WvzY2RviPy89FHd/7vZ47wUHY+O6FHe42br4i8ed3Gt5vHxNXu+jXrozrtg+m3c1AgQIEBixQEopUiraiKcyPAECIxYw/GQLSFic7PsvegIECBAgQIAAAQIEJkdApAQIECBAgMCkCPQrLE5KvOIkQIAAgRUJ3OHm6+JvHn9KL5kvJyi+6qP74/LvzcZ/fPlQXHX9fKLgbW8yHc/6iaLyYZT/+6l7bozfeeiW2Lw+esmNrzxvf3z6ssMx1/3sed3H9/eS+/KpOXHxVb96ylHJgd/dPRffOkFy34VXzcT2Pd0B80DHaXsPduITlx6OA4cXnpsTC9eliB/7yx3xnHfsWfD86SdNxW8/dOuSoz7hRzbF0x6+tRfb1Ttn4yX/vi/yHO/9wsHYd6iYIycq/sQ9NsRj77XpyBhfvWYmvnicJMwjJ1a3YSYCBAi0V6DTCRUW23t7RUaAwOQISFicnHstUgIERipgcAIECBAgQIAAAQIECBAgQKD9Ag2JMBXrLLtixyMBAgQIEOgK5IS7Zz9qa9z81OKfCK/ZORefvPRQ95mIXfs7cdn3FlY/vOkp8xUWc6Lj0x+5NbZsKD5hdu7txAVXHO5d23/4zGWH4+BMkdyXkwOf9oiTegmA/eer6HNS5NPftqeXhPnxrx6Ka3fPJ2Hm+W9x2lTctIw/7+eWY3vSg7bE+jLcC66ciat2FFUTL/3ObOzYNz/GhukUNz658MvXagQIECBQoUBZXTGl4rOowplNNXECAiZAYJQCfpsepa6xCRAgQIAAAQIECBBYvoAzCRAgQIAAAQIEhiNQ5IlEp+yHM6hRCBAgQKANAg+584b4oVvP/0nkHXs7CxL6Xvux/b0/b5w/Q67fOxev/8S+I2H/8gM29f5cdP9Arjp4w8GFHzbfvG42Dhb5j73T7nrmdDz07I297SMPI964esdc5KqHeZqcZphjydv9dtrWqTjjpIX/RLo4tsu+WyQr5muu2jEb/++/D8SeA7mqV8SFV81ErrqYn9MIECBAoFqBfnXF3Fc7s9kIECBAYJgCC38bH+bIxiJAoFYCFkOAAAECBAgQIECAAAECBAi0X0CEBHoCZbHULPhmAAAQAElEQVQRRUd6Gh4IECBAYEDgQXfacKRCYj6ck/nmBnIOc2XBh7x4R9zumdfFfZ5/fbzvi0X2Ya5IeN/brM+XHGl7D3Zi90DlwfzE4dmITvk5lPc3rU/x4O6cebuuLScw3vPWC2PLcQyu9zUf3R93f+72nstjX7bzSPXFwXNsEyBAgMDoBVJKkVLRRj9bvWewOgIECDRZQMJik++etRMgQIAAAQIECFQpYC4CBAgQIECAAAECzRDoFMssu2LHIwECBAgsV6C1502liDvcbL664koCvfmpU3GjLQv/WfHQTMT+wyce5ZanT0ee+8RnjueMW50+FTdZVHFxPCsxKwECBAicUCBn2nebCosnlHICAQIEai0wVevVWdwECQiVAAECBAgQIECAAAECBAgQaL+ACAkQqEQgFbOUXbHjkQABAgQmXuDGp0zFti0LPx02rIvYvP7ENN9/o+nYsIzzYon/5Tnz3Es8VYtDS8V2yuZaLM0iCBAg0GCBES09dT/Hui2lbj+iKQxLgAABAqMXkLA4emMzECBAgAABAgSqETALAQIECBAgQIAAAQIEskBZWlHVkYyhEWihgJAIDFHgtK1TcZNT/XPhYtLb3Hjd4kP2CRAgQKAGAvk7Tr/VYDmWQIAAAQKrFPANZJlwTiNAgAABAgQIECBAgAABAgTaLyBCAgQItEKgLDaSUrnRiqAEQYAAAQJrFZibi+iUSe39sU7dnOIHlpGc970b5uLw7KKL+4OcoN97sBO793UnL8+7dvdsuVWPbra7tE4s/MzMVRezTT1WaBUECIxCwJjNFEgpRUpFa2YEVk2AAAECWUDCYlbQCBAgQIAAgSoEzEGAAAECBAgQIECAAAECVQh0iknKrtjxSKA6ATMRIFBTgZx0+O2dcwtWt3VjioecvWHBsaV2Lr9uNrbvOfEny/rpiLTotHzt/sNx5H+79x/ZrMXGpd+ZiRv2L3Q580ZTcZ/brK/F+iyCAAECBAYEOp1QYXHAwyYBAgTGK7Dq2SUsrprOhQQIECBAgAABAgQIECBAoGoB8xEgQIAAgWUIpOKcsit2PBIgQIAAga7Af156KGbnFmYU/sjtN8RZN57uPnvs/67dNRefvmwg67B7ak52XFyFMFcm3DCQ53dothOfuHThdd1La/XfZd+bjW98d2HVxy0bUjz2XptiquIP0x+9w4b4yLNOi6+9+Iz4wvNPjyc9aHOtrCymSgFzESCwpEBZXTGlit+gl1yMgwQIECCwWgEJi6uVcx0BAgQItE9ARAQIECBAgAABAgQIECBAoA0CZR5Kp+zbENJQYzAYAQIEJljgvRccjG9dv7Ca4PedOhW//ZDNRyXnnXXj6fh/v3Fq3OHm63pibz//QFw3UGXxpE0ptm1dmDByxkkpcpXF3gXdh0uvmY1/v/Bgd2v+vx175+LwwvzAuN1Np4+c8JA7bYjvO626f8LM+Ztv68Z24PDCD84H3G59POaHNh5ZV3/jcffeGK/61VP6u0PrzzxtOl7w2K2Rkz5zHs7Jm1P3vmyJh5599BqGNqmBCBAg0DCBfnXF3Dds6ZZLgMA4BMxZW4HqftuvLYGFESBAgAABAgQIECBAgMCwBIxDgAABAgQI1ECgzB3JyQ41WI0lECBAgECNBHKlxJd/eF/sOzSfnJc/Lx59j03xd796Sq/SYq4q+Ii7box/+LVT4vzLD8dXr5npRXDBlTPxT5/aHzNlsuEZJ6e491kL/5z0Pc9aH9N5gO4V2/fMxQvfuyf2Hpyfq3s48ji79i88dtcz1/XmzvP+3sO3xIbp8sMsX1BBe98XD8YHvnQwBpP9c5XFP/mfJ8X/fvjWyNUkc3vWo7bGbz9sa7z2Y/uGvqp73GpdnHHSwn+6zXMOJnMOfdI1DOhSAgQIjEMgpRQpFW0c85uTAAECBIYjsPC33uGMaRQCBAgQGI2AUQkQIECAAAECBAgQIECAAIH2C6w9wjIHpOzWPp4RCBAgQKBVAu/+3MHISYuDFQVzjuE5d9oQH3z6aXHpi8+Iv/z5k+Lt5x+Mv/ngwsS8vP83H9oX+dqcVPjkczbHfW+zvldV8UkP2hw/eocigfHbO+fid/7xhvjM5UWy4yDgV65ZmPiYn8vVHPPcf/v4k+Oq6+fiqh1lVmR+sttO2hjx6Ltv7M3T3e39l5P5chXEjetSb7//8H3bpuL+t1vfqxj54DtuiJucsvCfQ5caK1dZfO6798bHvnp4QdJiniNXn/zin54euf343TbG09+yMK5cgTInXPbn7/fn3Hl+7ryGB95hff+pI/3dbrku8vX5wBeumInr9iysfpmTPb927UKLfK5GgACBiRXImeXdpsLixL4C2ha4eAhMrMDC39AnlkHgBAgQIECAAAECBAhMhoAoCRAgQIAAAQITIFDmbZTdBAQsRAIECBBYqcCrPrI/fu4Vu+JjXzkUew4UKe6dbrdzXyfe8/kD8ej/u7OX1JgT+QbHzvs52TE//4EvH4qTN6V402+cGpe86Ix42sO3xvV75+JvP7w/HvmSHXH+ZYcHL12wnRMfX/KBvb3z8xO5auN3d8/FK87b10t0zPv5eL/lqo2/9sDN8ebf3NY/FK//tVPjZ+69KdKiD7ybnjoVr/7VU+IVv3xy/NlPnxS5UuKRi7obS43VPdyrBPnr/7Arnvn2G+Kr35mJw2WeYF7LldfPxkvev++ouJ58zpZ43+9t61WHjEX/u8ct18V5zzwtnveYrb3+XmcdnbB4q9One9fncXKS5nPftTe+1Z0r34sb9ne6lvviQxcdXDSyXQIECEywQH7T77aUFr35TzCJ0AkQINBEAQmLTbxr1kygrgLWRYAAAQIECBAgQIAAAQIECLRfQIT1F+gUS1R1pHDwSIAAAQJLC1x09Uw88e93x92fuz1u+4zr4nbPvC7u9Sfb4/ffsicu/16Zrbf0pb3nn/LG3XGf518ft+9el6+/07Oviwe9aEf83w/s7SX/HePS3uGc+Piaj+7vXZ+vvWP32vv/2fXxV+/f16uu+NBzd/TWlJ8bbI97+c7e9fkhbw8+N7h9l+dsj998ww1LjtE/L1+fxxlseV3v+uzBeNRf7YwcTz43r+2cv9gRrzxv31Fx5WP5nGO1vI7nv2dv5P5Y5+TjeZy8jo9/9VA8uDtXvhf3eN72yEb5uEaAAAEChUD+jtNvxRGPIxUwOAECBEYkIGFxRLCGJUCAAAECBAgQILAaAdcQIECAAAECBAgQWLNAWWwkpXJjzQMagAABAgSGLWA8AgQIECBAYOUCKaVIqWgrv9oVBAgQIFAXAQmLdbkT1lGFgDkIECBAgAABAgQIECBAgACB9guIkACBTkFQdsWORwIECBAgQIAAAQIECDRdoNOJgQqLTY/G+gkQIDCxAhIWJ/bWC5wAAQIECBAgsBoB1xAgQIAAAQIECBAgUHuBVKyw7IodjwQIEFiRgJMJECBAgAABAjUUKKsrpuTbTg3vjiURIEBg2QISFpdNVcGJpiBAgAABAgQIECBAgAABAgTaLyBCAgQIjFqgLK3YKftRT2d8AgQIECBAgAABAgSWEHBo6AL96oq5H/rgBiRAgACBygQkLFZGbSICBAgQIECgCgFzECBAgAABAgQIECBAYOIFymIjio5M/Cuh1QCCI0CAAAECBAgQmDyBlFKkVLTJi17EBAgQaI/AShIW2xO1SAgQIECAAAECBAgQIECAAIFjCThOgAABAk0XKCsrll3To7F+AgQIECBAgACB0QgYlUDzBHIZ+W5TYbF5t86KCRAgMCggYXFQwzYBAgQIEBi5gAkIECBAgAABAgQIECBAgMCIBVIxftkVOx4rFjAdAQIECBAgQIAAAQJDF0jdbzndllK3H/rgBiRAgMBqBFyzGgEJi6tRcw0BAgQIECBAgAABAgQIjE/AzAQIECBAgMDxBcrSiqqOHJ/JswQIECBAgEDNBSyPAAECiwTyd5x+W/SUXQIECBBokICExQbdLEslQIBAFQLmIECAAAECBAgQIECAAAECBBouUBYbSancWCIchwgQIECAAAECBAgQINA0gZRSpFS0pq3degmMS8C8BOooIGGxjnfFmggQIECAAAECBAgQaLKAtRMgQIAAAQIExivQr7A43lWYnQABAgQItF1AfAQIECBQtUCnEyosVo1uPgIECAxfQMLi8E2NSIDASAUMToAAAQIECBAgQIAAAQIECLRfQIRrEkjF1WVX7HgkQIAAAQIECBAgQIBA0wXK6oop+bbT9Fs5v35bBAhMooCExUm862ImQIAAAQIECBCYbAHREyBAgAABAgQItFugX2Gx7NsdrOgIECBA4JgCniBAgAABAi0T6FdXzH3LQhMOAQIEJkpAwuJE3W7BViFgDgIECBAgQIAAAQIECBAgQKD9AiIkUGuBstiIoiO1vksWR4AAAQIECBAgQIDACgVSSpFS0VZ46apPdyEBAgQIDF9AwuLwTY1IgAABAgQIECCwNgFXEyBAgAABAgQIECCwFoGysmLZrWUk1xIgQGCUAsYmQIAAAQIECKxMoNP9ltNtKiyujM3ZBAgQqJuAhMW63ZGRr8cEBAgQIECAAAECBAgQIECAQPsFREiAwEQLpCL6sit2PBIgQIAAAQIECBAg0EKBCQspdb/ldFtK3X7CQhcuAQIE2iQgYbFNd1MsBAgQIECAQDUCZiFAgAABAgQIECBAgECdBTrF4lQdKRw8Eli1gAsJECBAgAABAgRqJZC/4/RbrRZmMQQIECCwIoHaJSyuaPVOJkCAAAECBAgQIECAAAECBBopYNEECBAgMEKBsthISuXGCKcyNAECBAgQIECAAIHjCXiOwDAFUkqRUtGGOa6xCBAgQKBaAQmL1XqbjQABAgQIVCFgDgIECBAgQIAAAQIECBCYZIF+hcVJNpiM2EVJgAABAgQIECBAYLIEOp1QYXGybrloCRDoCbTuQcJi626pgAgQIECAAAECBAgQIEBg7QJGIECAAAECDRZIxdrLrtjxSIAAAQIECBAgsISAQwQINEqgrK6Ykm87jbpvFkuAAIFFAhIWF4HYJUCAAIEKBExBgAABAgQIECBAgAABAgQIjE6gX2Gx7Ec30QlG9jQBAgQIECBAgAABAgSGKNCvrpj7IQ5rKAIE1irgegIrFJCwuEIwpxMgQIAAAQIECBAgQKAOAtZAgAABAgQIEDimQFlsRNGRYwp5ggABAgQINEbAQgkQIEBgXiClFCkVbf6oLQIECBBomoCExabdMeslQKAKAXMQIECAAAECBAgQIECAAAEC7Rdob4RlZcWya2+cIiNAgAABAgQIECBAYLIEOt1vOd2mwuJk3fYhRGsIAgRqJiBhsWY3xHIIECBAgAABAgQItENAFAQIECBAgAABAmMTSMXMZVfseCRAgAABAiMRMCgBAgQIEKhQIHW/5XRbSt2+wmlNRYAAAQLDFZCwOFxPoxGoRsAsBAgQIECAAAECGfBbegAAEABJREFUBAgQIECAQPsFREhgtQKd4kJVRwoHjwQIECBAgAABAgQItEMgf8fpt3ZEVEahI0CAwIQJSFicsBsuXAIECBAgQIAAgULAIwECBAgQIECAAIHWCpTFRlIqN1obqMAIECBwYgFnECBAgAABAu0RSClFSkVrT1QiIUCAwOQJSFicvHteRcTmIECAAAECBAgQIECAAAECBNovIEICBOoq0K+wWNf1WRcBAgQIECBAgAABAk0SqM9aO51QYbE+t8NKCBAgsFoBCYurlXMdAQIECBAgQGCkAgYnQIAAAQIECBAgQIDAKgVScV3ZFTseCQxR4P/95qmx1tZfzn1/YP2ax1rrWsZ7/dotrZ+h14DXgNeA14DXwPBeA/3fUXK/Vtff/bEteRhtmAJldcWUfNsZJquxCBAgULXAZCYsVq1sPgIECBAgQIAAAQIECBAgQKB6ATMSIEBgUgX6FRbLflIZxD06gfveZn2stfVXt9ZxXL/2e8GQodeA14DXgNdA418DQ/jdZNAg/54yuL+W7TyWNjyBfnXF3A9vVCMRIECAQNUCEharFjcfAQIECBBoiYAwCBAgQIAAAQIECBAgQKCmAmWxEUVHanp/GrasweV++rLDoTHwGvAaqONr4MvfOhyDrY5rtCY/O14Dk/0aGPydyvbqBVJKkVLRVj+KKwkQIEBgKYEqj0lYrFLbXAQIECBAgAABAgQIECBAYF7AFgECBAgQGI1AWVmx7EYzh1EnTuBlH9wX/+vvdmkMvAa8Bmr5Gnj+W3fHlmv29tof/dPuWq7Re+hEf4Z4TXrvjPMvOzxxvz+OJOBO91tOt6mwOBJdgxIgQKAyAQmLlVGbiAABAgSqFTAbAQIECBAgQIAAAQIECBCYUIFUxF12xU5rHwVGgAABAgQi1k3NK8zMdeZ3bBEgQIBAuwRS91tOt6XU7dsVmWgIEDihgBPaJDDw63ubwhILAQIECBAgQIAAAQIECKxZwAAECBAgQIBAMwXKPA1VR5p5+6yaAAECBFYuMD2QtzLbGdhZ+VCTeYWoCRAg0BCB/B2n3xqyZMskQIAAgSUEJCwugeIQAQIEqhAwBwECBAgQIECAAAECBAgQINB+gbFEWOZppFRujGURJiVAgAABAtUJTA/8i+fMXHXzmokAAQIEqhVIKUVKRat2ZrMROLGAMwgQWL7AwK/vy7/ImQQIECBAgAABAgQIEKiBgCUQIECAAAECBAgsJdCvsLjUc44RIECAAIHmCZxwxetSOnLOrITFIxY2CBAg0DqBTidUWGzdXRUQAQITKCBhcQJvupAJLE/AWQQIECBAgAABAgQIECBAgED7BUTYSoEyZ6PsWhmioAgQIECAwKDAVCqz9bsH5zrz291d/xEgQIBAmwRSUmFx1ffThQQIEKiPwP/P3n0AyFnUfRz/zV5Pu/Tee0hDkKp0BAQBQZSWhGoBBZTqq1iQJiUgoPQmEBKa9K6AgAoWlARCII303q633X1nZks24ZLcXa7sPvuN/Gfmmed55pn5PI+5XPaf50hYTJ97wUwQQAABBBBAAAEEEEAAAQQQaCkBxkUAAQQQyCaBeJ4G+RrZdNNZKwIIIJDdAlv8SOioyW4MVp/tAqwfgUALJN6u6OpAL5TFIYAAAgEXIGEx4DeY5SGAAAIItIYA10AAAQQQQAABBBBAAAEEEEAgjQTieRomXqfRzDJ8KkwfAQQQQCBdBXJDm7/ohSPxzP10nSzzQgABBBBosoAxhjcsNlmPExFAoOECHNnSAiQstrQw4yOAAAIIIIAAAggggAACCOxYgCMQQAABBBBAoPkE4nka8ar5xmUkBBBAAAEE0lQgx2yeWJgvgJsx0rHFnBBAAIGdEXCvkbfBGxZ3BpFzEUAAgbYXIGGx7e8BM0AAAQRaXIALIIAAAggggAACCCCAAAIIIIBA8AWSK4wnbcSrZDcNBBBAAAEEgiqQYzZnKYYjQV0l60IAAQQQkLHf5dgwxtZwIJDFAiwdgUwXIGEx0+8g80cAAQQQQAABBBBAAIHWEOAaCCCAAAIIIIBA5gjEczZ460jm3DJmigACCCCwcwK5KYkrdTs3FGcjgAACCKSxgPseJxFpPE2mhgACCCCwAwESFncAxG4EEGgNAa6BAAIIIIAAAggggAACCCCAAALBF2CFrSYQf9mIMfFGq12YCyGAAAIIINA2AqGUTzwjvGGxbW4CV0UAAQRaQcAYI2Ni0QqX4xJNFuBEBBBAYPsCKX983/6B7EUAAQQQQAABBBBAAIE0FmBqCCCAAAIIIIAAAggkBBJvWExsUyOAAAIIBEeAldQrkJPyiWeYhMV6jehEAAEEAiEQjYo3LAbiTrIIBBDIcoGUP75nuQTLR2A7AuxCAAEEEEAAAQQQQAABBBBAAIHgC7BCBAIjYGIriVexDUoEEEAAAQQCLJCb8kWvLpqyEeA1szQEEEAgKwXib1c0Zud+r89KOxaNAAIIpJEACYtpdDOYCgIIIIAAAgggEGABloYAAggggAACCCCAAAKtJZB4w2K8bq3Lch0EEEBAEggItIlATkreSiTKF8A2uQlcFAEEEGgFgcTbFV3dCpfjEggggAACLSRAwmILwbbusFwNAQQQQAABBBBAAAEEEEAAAQSCL8AKEUAAgQYKxJM2eOlIA704DAEEEEAg4wUSPxI6TLJixt9LFoAAAk6A2JaAMUbGxGJbx9CPAAIIIJD+AiQspv89YoYIIIAAAggg0BoCXAMBBBBAAAEEEEAAAQQQCIpA/MVS8Sooq2IdCDSPAKMggEAgBXKM8esKR2O136BAAAEEEAiegEtMt8EbFoN3a1kRAghkl0CrJCxmFymrRQABBBBAAAEEEEAAAQQQQCA7BVg1AggggECaCMRzNeJVmkyKaSCAAAIIINByAjmhWJp+ONJy12BkBBDYLEALgTYTcAnqNozhu502uwdcGAEEEGgGARIWmwGRIRBAAAEEEGgFAS6BAAIIIIAAAggggAACCCCAQMMEYjkb4q0jDeNKs6OYDgIIIIBAEwRy4nkrJCw2AY9TEEAAgQwScN/jJCKDps1UEUAAgfoEsrqPhMWsvv0sHgEEEEAAAQQQQAABBBDIJgHWigACCCCAQJYIxJM2jIk3smTZLBMBBBBAIHsFkgmL0XjWfvZSsHIvQIEAAkEVMMbImFgEdY2sCwEEEMgGARIWs+Eus0YEEECgNQS4BgIIIIAAAggggAACCCCAAAIIpIdAPFcjXjXvnBgNAQQQQACBNBTICRk/q7pIrPYbFAgggAACwROIRv2b5N1bFoO3OFaEQJoJMB0EWlCAhMUWxGVoBBBAAAEEEEAAAQQQQKAxAhyLAAIIIIAAAgg0i0A8VyNeNcuQDIIAAggggEA6C+SaWJp+OFal81T93CgQQAABBJooEH+7ojF8t9NEQU5DAAEE0kKAhMW0uA1MAgEEWkGASyCAAAIIIIAAAggggAACCCCAQPAFWKETiCdrROO16yIQQAABBBAIskBO/BPPOr74Bfk2szYEEEAg+XZF3rDIwyAJBAQQyGCB+B/fM3gFTB0BBBBAAAEEEEAAAQRaSYDLIIAAAggggAACCGSEQPxlI7x0JCPuFpNEAAEE0lAg86YUin/Ri0Qyb+7MGAEEEECg4QLGGBkTi4afxZEIIIAAAukmQMJiut0R5pO9AqwcAQQQQAABBBBAAAEEEEAAAQSCL8AKEWgNgfibFeNVa1yRayCAAAIIINCmAjkmdvkwX/xiEJQIIIBAUAXcm3RtZMQbFoN6D1gXAggg0AwCJCw2AyJDIIAAAggggAACCKSHALNAAAEEEEAAAQQQQAABKxBP2ohXtoP/EEAAgWAJsBoEthbIjX/iWRfhq9/WNmwjgAACgRIw9vd5G8bYOlALYzEIIIBAdgnE//ieXYtmtU0S4CQEEEAAAQQQQAABBBBAAAEEEAi+ACtEAIEgCMTfLsVbR4JwM1kDAggggEBDBJJvWIzEvwg25CSOQQABBLJbICNX777HSURGLoBJI4AAAgh4ARIWPQMFAggggAACCCDQGgJcAwEEEEAAAQQQQAABBBBoBYH4y0aMiTda4ZJcAgEEUgVoI4BAawskExZb+8JcDwEEEECgVQWMMTImFq16YS6GAAIIINCsAsFJWGxWFgZDAAEEEEAAAQQQQAABBBBAAIG0FGBSCCCAAAI7Foi/XCpe7fh4jkAAAQQQQCDDBfiR0Bl+A5k+AvUJ0IdAfQLRqHjDYn0w9CGAAAKZJUDCYmbdL2aLAAIIIIBAiwowOAIIIIAAAggggAACCCCAQAAETGwN8Sq2QYlAigBNBBBAIGgCJv5FLxIlXT9o95b1IIAAAlsI2N/wjTH+LYtb9LOBAAIIIFCvQLp2krCYrneGeSGAAAIIIIAAAggggAACCGSiAHNGAAEEEECg7QXiuRrkbLT9rWAGCCCAAAKtIxAysetE4l8DY1uUCLSoAIMjgEAbCCTerujqNrg8l0QAAQQQaCYBEhabCZJhEEAAAQRaQ4BrIIAAAggggAACCCCAAAIIIIDADgXiSRsmXu/w+LQ7gAkhgAACCCDQOIFEwmI40rjzOBoBBBBAILMEjDH+7YrGmMyaOLNFAIFtCNCdrQIkLGbrnWfdCCCAAAIIIIAAAgggkJ0CrBoBBBBAAAEEgi8Qf7tUvAr+elkhAggggEDWCyTSVnjDYsqjQBMBBBAIooB7jbwN3rAYxJvLmhBAIJsESFjMprvNWhFAoMUFuAACCCCAAAIIIIAAAggggAACCARfIO1XGM/aiFdpP10miAACCCCAwM4KhOJv2grv7ECcjwACCCCQ3gLu93sbxvDdTnrfqODMjpUggEDLCJCw2DKujIoAAggggAACCCCAAAJNE+AsBBBAAAEEEEAAgZ0ViL9akbeO7Cwk5yOAAAIItKBAsw4dUuyLXyTSrMMyGAIIIIBAmgm473ESkWZTYzoIIIAAAo0QIGGxEVgcikDmC7ACBBBAAAEEEEAAAQQQQAABBBAIvgArzHqB+MtGjIk3sh4EAAQQQACBoAskvuSFY3mLQV8u60MAAQSyVsAYI2NikbUIWyycDQQQQCAzBUhYzMz7xqwRQAABBBBAAAEE2kqA6yKAAAIIIIAAAgggkO4C8WSNeJXus2V+CCCAQHoKMKuMEggZ4+fLCxY9AwUCCCAQXIFoVLxhMbi3l5UhgED2CJCwmD33OiNWyiQRQAABBBBAAAEEEEAAAQQQQCD4AqwQAQRaWCCWs6F41cIXY3gEEEAAAQTaXiBkYmn6kUisbvsZMQMEEEAAASfQ7GGMjIlFs4/NgAgggAACrSZAwmKrUXMhBBBAAAEEEECgVQS4CAIIIIAAAggggAACCGS7QDxXIxqvs52D9SMQUAGWhQACKQLGxDYi0XgjtkmJAAIIIBAwgcTbFV0dsKWxHAQQQCCrBEhYbNTt5mAEEEAAAQQQQAABBBBAAAEEEAi+AHFy52wAABAASURBVCtEAAEEMlwgnquRSN7I8NUwfQQQQAABBHYokPiR0GGy9XdoxQEIIJAqQDvTBIwxvGEx024a80UAAQTqESBhsR4UuhBAAAEEEECgBQUYGgEEEEAAAQQQQAABBBBAoGUF4m9WjFctey1GR2BbAvQjgAACrSgQUuyrHm9YbEV0LoUAAgi0hYBLTLfBGxbbAp9rIoAAAtsQaEI3CYtNQOMUBBBAAAEEEEAAAQQQQAABBNpSgGsjgAACCCCwXQET2xuvYhuUCCCAAAIIBFnAxL7q8YbFIN/k7Fwbq0YAga0E3O/3NoyJ/b6/1V42EUAAAQQyRICExQy5UUwTAQQQQKDVBLgQAggggAACCCCAAAIIIIAAApktEHvJlHjryHZvIzsRQAABBAIkwBsWA3QzWQoCCCCwHQH3PU4itnMYuxBAAIFUAdppKEDCYhreFKaEAAIIIIAAAggggAACCGS2ALNHAAEEEEAAgTYViL9sxJh4o00nw8URQAABBBBoeYFQ/EteOBLP2m/5S3IFL0CBAAIItK6AMUbGxKJ1r8zVEEAAAQSaU4CExebUZCwEEECgNQS4BgIIIIAAAggggAACCCCAAAIIBF9gZ1YYz9WIVzszEucigAACCCCQEQLGGD/PiC8pEEAAAQQCKxCN+jfJu7csBnaNLCz7BFgxAlkoQMJiFt50lowAAggggAACCCCAQLYLsH4EEEAAAQQQQCDQArGcDcWrQC+VxSGAAAIIIOAEEm9YjG6Vre/2EQgggAACARIwRsbEIkCrYikIIIBA1gmQsJh1t5wFI9DiAlwAAQQQQAABBBBAAAEEEEAAAQSCL8AK01kgnqxB0kY63yTmhgACCCDQnAIhxb74hXnFYnOyMhYCCCCQdgLuzYqJSLvJBXdCrAwBBBBodgESFpudlAERQAABBBBAAAEEENhZAc5HAAEEEEAAAQQQQGAnBEzsXBOvY1uUCCCAAALpJ8CMmkvAmNgXPfIVm0uUcRBAAIH0FDDG8IbF9Lw1zAoBBBBolAAJi43i4uBACLAIBBBAAAEEEEAAAQQQQAABBBAIvgArRCCbBWIvmYq/ayqbIVg7AggggEC2CIRM7ItfOFZly7JZJwIIIJB9Au418jbcWxaTi6eBAAIIIJBxAiQsZtwtY8IIIIAAAggggEDbCzADBBBAAAEEEEAAAQQQSGMBE5tbvIptUCKAAAJNEOAUBDJFIGRiX/UivGIxU24Z80QAAQSaJuB+v7dhTOz3/aYNwlkIIIAAAm0tQMJiW9+BL16fHgQQQAABBBBAAAEEEEAAAQQQCL4AK0QAAQRaTiD+dineOtJyxIyMAAIIIJBeAom8Fd6wmF73hdkggIAXoGhGAfc9TiKacViGQgABBBBoZQESFlsZnMshgAACCCCAQGsIcA0EEEAAAQQQQAABBBBAIIsF4i8bMSbeyGIKlh50AdaHAAIIxARC8WR9XrAY86BEAAEEgipgjJExsQjqGlkXAgggkA0CjU9YzAYV1ogAAggggAACCCCAAAIIIIBAtguwfgQQQACBjBQwxkjxpI14lZHrYNIIIIAAAgg0RiBkv/y548NkLDoGAoHGCXA0ApkkEI2qvjcsGmN8ImMmLYW5IoAAAtksQMJiNt991o4AAggg0GYCXBgBBBBAAAEEEEAAAQQQQACBlhBwH97JxEaOV7ENyjYR4KIIIIAAAq0kEP+i578OttIluQwCCCCAQBsIxBMTjYn/xh+fQuL3f2O27I/vpkIAAQRaXIALNE6AhMXGeXE0AggggAACCCCAAAIIIIBAeggwCwQQQAABBBDYlkD81YrReL2tw+hHAAEEEEAgKAIhE/uiF46SqBKUe5qyDpoIIIBAUsAlJibCdRqz+fd91+/6CAQQQACB9BcgYTH97xEzRAABBNpAgEsigAACCCCAAAIIIIAAAggggEAmCBiz+QM6N19j7Lb9L9Z25faCfQgggAACCARDIOS+/tmlRMjWtwr8hwACCARXwBgjYzZHYqXGxPrctjHGVf5HR/sGBQIISAIBgfQSIGExve4Hs0EAAQQQQAABBBBAAIGgCLAOBBBAAAEEEECghQWMMckP4YyJfSjnLxl7yZTile+iQAABBBBAIMgCia+CbfKGxSDDsjYEEEAg3QRcYrqNxNsUjTE+gdFN0xjjqmQYE9tOHJvcQQMBBBBAoM0FSFhs81vABBBAoCkCnIMAAggggAACCCCAAAIIIIAAAsEXYIUNEzBmy8RFE4p9MOfK40cYHT8iZCO1tu3hNtw+V9s4roHxTXvcFjHMyG+7OiWOte2GxDH2uC1iqNExW4T89tFDpaNt/9G+du364xt2v48hUrJ27XgcZeuGxJH2OB+DpWTt2lvF1+329iMqt/+IwVEdYY89YpCttxOH230NicMGRnWYPdbXrr2N+Jrt324MiMrtP9TW24+I3P5DBkR0iD32EF+79lbR327bOLiBcZA9rt7oF5Hvd7WNAxsYB9jjtoi+EfltV9vYv29Y+3+hdn1bxn72uHqjT1j7pcRXbbsh8RV73BbROyy/7eqU2Ne2tx91cvv36V2nfeyx+/RytQ1X1xN7276GxF72OB8967TXdmJPu68hsUePOu1hj/W1ayejVrG+WP3lHrXaXuzePbbf1Q2J3ezx24svdatVQ2JXe1z9USPf3zVWT7R1Q2KCPa7e6FIj3+9qG+MbGOPscfVG5xqNS4mxtr1lVCu2nVpXa5fOW0VxfNvVKTHGthsSo+1xPjpVK1m79lYxym5vL0ba/VtExyqN7FhtY8t6hO+vUo77ome/bPbIr5Hr2zqG2+N8dKjS8O3EMLuvITG0fZWG2mN97drbiCG2f8uoVGx7y3pwu0o1JAbZ47YbRZUaZGNgA2OAPa7eKKyU73e1jf5fiArF+lLrCvUr3EYU2P6U6Gvb24s+dn+9kV+hPinRO9529failz1ui8grl992dV6Fevm6XD1t3ZDoYY/bInLL1aOe6G77GhLd7HE+csrVbTvR1e6LRZm+WLu+WHQJlalLjg1Xbyc6230NiWJTpu1Fp/h+V283VKZONjqqVB2/ULu+WHSw+7cb0VK5/e1t3ZBoZ4/bbkRK1c5GUQOj0B4XixJtUYftdkoU2HZDIt8et0XUlSi/nsizfQ2JXHvcFlFbotx6Isf2xWKTvli7vliEajfJR42t6wlj+xoTqt6k7UXU7t9eKFIrGWP/2zJCoVjqizFG7pcxsTq1TeKi00jfYGYIIJBdArHftbNrzawWAQQQQAABBBBAAAEEJAwQQAABBBBAAAEEMljAGJP8kM4twxjjKh/RSNTXE3sYfX9CaIv4nt32MTEkV3/XbrtwbReunRpnjw9pyzDx7ZR6XEhnjTf1x7hY/5m2To0z7LaLM8cauf4zbO1jnOT6z4jXp9v+013b1meMlfy2bSfq03YxOs1u+9q1ExHvm2LPmWLbU3aRpth9U3zt2rGYHN+ePEaqN+x+1z/J7p9k27627VPHRHWqrSfZ2vWdOjq27WvbPiUZkmufOkpy+04ZLbu9OU622z7s/lgd1cmuPSpWn2RrHyOjcvWJtnbh2ie5tt1/Ykp8x/XZcLWLE0dGdKLfjshtf2eErW18OxF2v2+72kW8/wRbbxlR+e3hth4e0Qk+ovqWrb9l+74Vr4+3tYvYdkSunRrHDYtoe/HNoWF90x7zzWG2HhqxbVu7diL8/rCOtXVqHGO3XRw7JLbvGFv7GFonVx9t66PdMa7ftl3fMUPqdLTdTo1vDA7rG67P1kfb8Nsp9VF2nw/bd5SPOqXWRw6uk49BtrbxdRtH1hOuPzWOsMe4+PqgWrn+IwbWym372rYPT0adfHtAvB5oa9+2tW0flgjb59uu9lGrw2z9tQG1+lqyrtWh/WPxNVu7ONTuT41DbP/W4c5J9vWr0SH9anWwrQ9O1jU6uL8N3xerD7LtWNTK1QfaYw90fX3tdkoc2LdGB9rtA1PqA/q4vlgcYPtTY3+7b3/b52vX3ir2612j/Wyfr327OrbdJ173dnW1vmrreqNXbN9XbB2LGrl6XzvWvom+eHvfXjVyfamxjz3Gxb49q+ViH1unxt52/962z4dvV8m3e8bqvWy9l92/V48q7WXbe9rahd9Oae/ZvUquPxF72H0uktvdq+S297DHufiyrbeIblXy2662sbvbH69dOxmuLyV261ap3ex2ov5S10q52M3WLr5k97ttX9v2rrZ/u9GlQrt2qdREW0+09a623tXWE2090dexfRNse4Ltm5BSj7ftxJfBPu1qNb5z5RejuELji12/re3+cZ0rlBpj7f6xrs/W42z47ZR6l04V2sVu+9q3y+Xbxba2/WM6lWuMbfvatbeOjna/7RvdsUKjbTtRj7Lbo9y2HXO0DddO9Ll6pN030h4Tq8s1qkMsRto6NUbY7WTYc5LteP/wDmUabtvD28fqYbZ24bfjbbc9rF2ZfO36bHuorV0k+oYm+lxtY8jWUVQm3+dqG4MTYY8bbGOQDVcn++P7B9l6iygs1aDCMhuxeqDd9lFUqoE2BthtF67P1VtH/4JSpcaAghIN8H0lm/vzS9TP9vWz+/r5ujS+bet8G7avr61To4/ddtE3r1S+P69Ert3HjtXH7ytRH9vubft727qPrV34bdtO1L1yS9TLbvvatRPh+mz0zN2knona7utht134ftvuaftcu0dOiXrkbLLh6hJ1t9suetj9bp9rx2KT39fNHtvNHhOrN6lbyIbrc3VKdLVtH2aTfJ3YjtddbO3D7o/VG9XZtc1GdbF1Z1v70Ea5ulgb5cP2F9voHD+m2NbFdrtYm+z+TepkaxfF/ni3vTHWF7W1jY6JsPt929Uu4v0dUmrXTkZkgzpENtqI1e3tdnu7Has3qJ3ddrH1tutzURTeoPpjY6y/zu63UWiPKwxvVKzesLmO7yuwdWrk220XBbUb5Przbe2jbr1cf368zqtdrzzXtnW+Db+dUufWrFeu3fa1a28VOTXrlGP3+9ruC9ntkK1zbO0iZNu+r3q9QtXrbLh6vYzddhGytQvXNvZYX9s+xcPYc1yfqtZJrs/VNqI2XJ+rfVSuk69tf2odsds+7P5YvVYR166M1WFb+6hYK1fX2dolHrqQ/WWMkTHGtuRrY2Jt1fPLmG3vq+dwuhBAAAEEWlCAhMUWxGXobBZg7QgggAACCCCAAAIIIIAAAgggEHwBVohA2wgYE/ugLfEhXWIWoVAo9iFdyMjk5sejQCbPtW3t+nLyZHLcdr7ka7udm2fbsTB+f6wt17b7jI1k253j+uO13D4b/jw7vjvOhd+2x/n9tnZjuHD7XCT2uz7fdmO4SIxra39cvM+PY8f3x9rx3D4XXzw/T8k+e5yx4/hz3Ll+LLc/3xrYOr5Prnb7bLjrbHm+O86G3WfceK52kTjH1b4/PqbbZ68Vsn0hW/tzbDs5pt8fH8+13T4XibY7x7UTtR/fju22mJ1AAAAQAElEQVT6bDtkaz+urd2Y/jru/Hi4/a4/GfYc1w7Z2h1r/Lj5cmO48POzfW6fO8Yd68KN48K1fcTH921/7dic3Bj+ODu+2xfbju1z13L7XF/yOvZc1+eOdeHaW4adm72WO8f1uzFcxLbj49pruX2uz43hIrYdc/VriV/HHRPbZ8f1fa5248Qitj/Wjl0nL26TWrv2tsKN5/al1q5tw/7/7ovXdsduL+x5bp5bnJuvHHuPXCTmm2P3x7bdWPl2zqm1befZcOMkY+tj3HZ+bFw7VnJce3zquDluO2Ustx2yfS58251r9+f4+blr5tu55MfGtX0hvz++7dr+XLed548J2XN9uH7b3nIce4w9J8fGFuO4ceOREz8nZOuQPc7NaYuw/X7b1S7seX47XrtzQq7tzrXh2q4vNg87z8Q5rrb7c+w8c1zb1S6SffFj3baNkB3TxeZx3H4X8TWlnmuPTY5pz42148e6fcljXd+Wkev3x/tc280tMYar3bkuXL+v3bF5yrX7cn1fvr8Pftufb7f9vljt52+3c9y5fn98/u5cF4k+V9tj/Dju+Hgkt/3+/Ph142PbY9wc3DFufF/bPrd+13b7chLb9vzN2/WNY/vy8xNfChXKyYlfK8/Xbkw31hfGteO7PrfPhWt7U9uf3LZt3+/r2HhuLtvvs/Oxx7sxXCSOzbFzTLTrrxPj2/OTxyb6ErXdZ8fOTe6Pb7u+RCT3Jc5J1O5Y2/b7bZ04Pl7n2drFdse2x2yx347lznGRWFNefr6S2/F2ctuen2zbfVuMZZ+p2BixueXl23Fs+L78PD9mnj3fb9s6Lz91v227Phtb78/Lt/tsJPvtMX4c12cjL387+92x8f3unC3C9dv9fg3xdl5+vn/m3LXy8vP9nLfenxwjvj8v3x6XGnZMf4zrc21Xp0a8z18j3s7LTxkj0edqF8l9BcrL3+q4vALl2758W+fl59ezP96XF69Tj3F9LlxfonbteOTbvvx4263HtV3k5cfHykupE+34vnxfx+abb+eWnxc/Nr8gNl9b5+Xn+/m6ffnxdl5+vt+flx/bl5dv6zwbts635+TbOs/Wefmx42Lbbn+BP2/z9tb7N2+7Y+qLvOS4sbHy8vPt/Ari4xbYdr6P+s6tv6/An5uXGLcg324X+DFc3xfO8fvz7TE2Utv5dttFQWy8fDtevt+fsu363DGudvuSx8bP9fvibbc/dTvZjo1XYM8tSOmLtWP78l1/6vmpbbfPRbLPnuPbtrb9BXZuPgoL7RoLVGD3Fbhr2cixv+cbY2LfA8Vr9wXBGOMq3+8bzVIwCAIIIIBAcwqEmnMwxkIAAQQQQAABBBBAoNkEGAgBBBBAAAEEEEAAAQS2KeCSFY2JfRDnDjJmc7v/yVdp2M9e0sBLnlW/C59Sr/MeU7dzp6nTdx9Uh7MeULsz7lXB5LtUOOUu5U+6U3mn3mHrWOSdervdvl35tk6NgkmxPlenRuGkO1Ro9xVOjtVFtk6NdnY7NdpPuUP1RQfb7+O0O9TBRsdk3CnX7nTanepk+zqdbmsbxduIzmfcqc52n69tu8tW0fXMu9TV9vn6zDvVzW53S9Z3qbvftvVZW0YPu50aPc++Sz1tn69tu1cy7pZvfzdW97Z1avSx26nR93t3KzX62e3U6P/9uxWLe7aoB3z/Hvn4ga1tDNwqBtltH+fco2Rt24O3iiHn3qshts/X596joXY7NYbZbR8/vFfDbAzfRoz40b0a8UMbrrYx8kf3aWRKPeq8+zTKbvvatkdvI8acf59SYxe7nRpjL7hfYy+4z0asHme3U2P8j+/XOBuuTo0Jts/HT+6XqyfaOjV2tds+LnxAyfrC+/Ulu50au9ltHxc9oN1s7L5VfNlu+7j4Abl6j4sf1Jdt29V7JOsHteclNuw+X9v2XlvF3nbbx6UPau+U2Me2U2Pfy/6ofS970Eas/ordTo2v/vSPSo397PYW8X9/lNve39axeEiuPuD/HtIBtu+An7n6IR1o69Q4KL7tah8/f0gH2Th4qzjEbvu4/CG5+tDLH9ahtn1ovP6arX384mEla9s+bKs43G77+OXDOtzGEcl4RK799V8+oq/bvq//ytYpcaRtp8ZRv35EqfENu50aR1/xiI62fb527SumybWPsfUxdvuY30zTMbZ9rK1T45t2OzWOu3Ka6ovjr3xUx9t9x18Vq79l629dNU2x+lGdYLd9XB1rf9vWqfEdu71FXPOovmPjxGRMl2ufdM10nWT7TrrW1jZO3kac8tvpSo1T7XZqTLpuuibZvknXzZBrT7b1ZNsXq2doyvU2bJ+vXTsep9k6NU6/YYZS4wy7HYvH5Oozb9xcu3YizrL9PqY+JlefbevU+K7dTsYN092XQh8HnnK+vnfTYzYet/GYvn/T4zZsfbOtbfxgqzjHbvv43eM6x8a524gf3vKEfmj3+fqWx/Uju50a5936hM6zfb627fO3igvi2xfc9oRS48d2OxZPytU/+f2T+ont87VtX7h1/OFJub6LbJ0aF9vt1Ljk9qd0ye1P2ojVl9rt1LjsjqdUX/zU9vu48yn91Mb/bRU/s9s+7vqTkvVdT+nndjs1Lr/7T7rc9vnatn+xVfzSbvu450/6pY1f3fO0flVP/et7n9av7T5f2/YVW8Vv7ntav7F9vrbtK7cRV93/jK66/2kbsfpqu50a1zzwjFLjWru9RTz4jK618dut4roHn9V1tu+6P8bq622dGjfYbR8PPatkbds3bhVT7baPh5/VVBs3Pfycbkqpb7bbPh55Tq7+nattuDo1bpn2nG6x/b627Vu3itumPa/bbN9tj9r60eeUqH9vt1PjD9OfV2rcbrdT444Zzys17pzxgu60fcn6Mbf9gu6ydWrcbbd9PP6CXH2PrVPj3vi2q3088YLutXHfEy/qvpT6frvt48kX5eoHbJ0aD9ptH0+9qGRt239Mxkty7YeeekkP2b6H/mRrGw9vFY/YbR9Pv6RHUmKabafGo8+8pNSY/szLmm77psfrGc++rBm27WvXjsdjtvbx3Mty9eO2To0n7HYsXpGrn3z+FT35/Ms2XL05nrL9Pl54Ra7+k61T42m77ePFV+TqZ2ydGs+++KqetX3PJuqX7LaN57aK5+22j5df1fM2XthGvPjKa3rxlVdtxOqX7HZqvPzqa3rZ9vnatl/ZKl597TW9avtc/drrr+v1P/9Zf/7LX/QXG2+99Zbefvsd/f3vf9f777+vIUOGyCUtun+45cIYk0xSNMZo6++Z3BcKY4yrCAQQQACBNhYgYbGNb0BbXZ7rIoAAAggggAACCCCAAAIIIIBA8AVYIQIIBE/AfeiWWJVrGxP7wM0Y4z+cMyZWuw/sUj+8c9u5ublKRF5env9wL7FNvdkGCyx4BngGeAYy7BkIbf64Myflax33McPuI/cu+ec0nl2e3aY8A9l0jvs+x63X1e77HBfGGLk6EbK/jDG2jP1nTKyd+j1UbA8lAggggEBbCGz+E3xbXJ1rIoAAAggggAACmSvAzBFAAAEEEEAAAQQQQACBVhcwJvZBmzHGJyi6CRhjXOUj8QFdonYf4iXCfaiXGi5pMRGJ/sQ2tfvxkwTPgX8GhAMOPAPp/gzk+q+BrsjNz+f/s3npfr+YH7+n8AzwDOz4GciP/37uvk9xXq5ODff9TuL7nETbGOO/RzImVruvCy6Mib1t0bUJBBBAAIH0EEjThMX0wGEWCCCAAAIIIIAAAggggAACCCDQkgKMjQACCCDQHALGxD6Qcx/UuTDG+LeLJD7Ac3Xqh3vuAz8Xrs/ViQ8DXU3kCwMMeAZ4BngGMuwZyMtT4ldubj6/j+djwP+H0/EZYE48lw1/Btz3KKnhvm9xfq7PtV0k2u57HRfu+yAXxsS+NzJmc+2+RhhjXEUggAACCKSJAAmLaXIjmAYCCCCAAALNLsCACCCAAAIIIIAAAggggAACWSNgjEm+TcR9UOfCfXDnwn2gl4jEB3uuTnzot3XbbRM7futL2hjlMVfuBc8Az0CWPwO5Ocmv9zn8nsgbJnkGeAZ4BjL+GSgoKEiuwX3P4iLxtT7Rdt/fpH6v477/SYQxxv8DLmNi3yOJXwgggEBQBAK0DhIWA3QzWQoCCCCAAAIIIIAAAggggEDzCjAaAggggAAC6SxgTOwDOGO2rBMf1Lk68SFe4gO+1Np92Efk8yYu3sTFM8AzwDOQ4c+AS1pJfL3Oyy/gfubzta0pf77hHJ4bnoH0eQbc7+uJ++G+f3FtV7tw+xK1a7vveVLDmNj3RomvC9FoNNFM/gOvZAcNBBBAAIE2EyBhsc3ouTACCCCQ9QIAIIAAAggggAACCCCAAAIIIIDATgoYs/kDOWNibWOMf6OI++DOfYiXGu7DvdQP/Ny2C9fXQkHiCIkjPAM8AzwDPAMt+wzk5SrxKzcvfRJu8rnvLXvf8cWXZyBrngH3/Uxeypsz3XZquH+k5cJ9/5MIY2LfG7mvD8YYVyk1edF3UCCAQHMLMB4CDRYgYbHBVByIAAIIIIAAAggggAACCKSbAPNBAAEEEEAAgWwUMMb4t4Okrt2YWF/iAzr3gV1qpH6g59qpH/i5dn19rp/I8h+zmvLBMM8CzwLPAM9Auj4DuTmbP+7Myy9I/hjRdJ1v0+bF84cbzwDPQPY8Ay7hO/V+J7YT37O473Nc24VruwiFQv4fbRkT+77IGOO/XTImVvsNCgQQQACBtBHY/Cf4tJkSE0EAAQTSRIBpIIAAAggggAACCCCAAAIIIIBA8AUybIWJt4Ik6sT0jTE+idEY4z+oS3xg52r3AZ4L94FefZH4MLC+ffTlCgMMeAZ4BngG0vsZcF/jFP+Vk5fH79u56X2/+P8T94dngGdgR8+A+/4kcUyi7WoXrj9Ru9//3fc7LlLbxsS+N3L98S8PvjLG+Hrr76V8J0V2CLBKBBBIGwESFtPmVjARBBBAAAEEEEAAAQSCJ8CKEEAAAQQQQAABBJpXwJjYh2xuVGNibWNMMlnRmM1t9wGd++Cuvkh8yOc+8HPhtl24NsGHyDwDPAM8AzwDjX0G2vT4nM0fd+bmkrCYS8IiSas8AzwDGf4MuO9f3PcmLhK/p7k+13Z1KP42Rdd24baN2fx9kDHGfbskl5hojEl+r+Q6E32uTSCAAAIItJ3A5j/Bt90cuDICCDRNgLMQQAABBBBAAAEEEEAAAQQQQCD4AqwQgXoFjDHJD+ASBxiz+cM496GdC2PMFm9cdB/opUbiQ79EX2Lb1QQJSzwDPAM8AzwDGfEM5Gz+uDMnL59EpQxPVMqIZw5j/n/GM9Biz4D7vsT9PuDq+iIUCinR79oujIl9z2OMUeKXMWaLREXXnwHJim6aBAIIIJAVApv/BJ8Vy2WRCCCAAAIIIIAAAgikCtBGAAEEEEAAAQQQQCBzBYwxfvLGxGq3YYzxH8y5tvvwzoUx5gtJi65/6w/6XJ8L1+9qIrSFa4Hb0QAAEABJREFUGx548Axk8jPA3IP8/Cqq5K+c3Fx+7w7xvAf5eWdtPN9Bfwbq+14ktS/RNib2fY8xxv++b4yR+2VMrHZtFy5J0dUujNlyn+sjEEAAAQTaRoCExbZxz46rskoEEEAAAQQQQAABBBBAAAEEEAi+ACtEAIE2E9jWh2/GmGTSojGxtjEm+UFe6oecxsT6U/to80E4zwDPAM8Az0AmPQMmJWMxlJPnv95l0vyZK/9/4xngGciYZ6CNEqKNMf6tils7GRP7XkfxX26/MbE+YzbX8d1UCCCAAAJpJEDCYhrdDKaCAAIIIIAAAghsLcA2AggggAACCCCAAAIIILAtAWOM/7HQqfuNMX7TGOOTFo2J1Vt/eOcPsoUxhsSONvrg1d0TggSFxDNAzbPAM9D0Z8B+KVPiVygnh69rfF3jGeAZ4BkI0DNgTOz7mcTv88YY3zTG+PtszOZa2/iV+g+9tnEI3QgggAACrSwQauXrpdPlmAsCCCCAAAIIIIAAAggggAACCARfgBUigAACgRYwZnPSojGxD+/cgo35YtsY45MYE/uN2bzt+ggEEEAAAQQyUiCa8jOhQzkZuQQmjQACzSLAIAEUMCb2PYsxxicoyv4yJtZnm8k+106EMcY3XaKiC2Ni276TAgEEEEAgLQRIWEyL28AkEEAAAQQQyFQB5o0AAggggAACCCCAAAIIINDWAsZs+QGcMV/cNibWZ4zxSYvGUBuDgTENNeA4YzAwBgNjMDAmDQ20OWExJyeXr3PpeI+YE88lzwDPQDM8A+77LmNiX4cSbZeQ6NoujNm8z/Ubs3nb7ScQQAABBBoi0DrHkLDYOs5cBQEEEEAAAQQQQAABBBBAAIH6BehFAAEEEECgGQXcB3OJ4YzZ8gM6Y0xiFzUCCCCAAAKBEUj92ifesBiY+xrIhbAoBBBoNgFjYt/bGGOSyaCpgxtjUjdpI4AAAgikmQAJi2l2Q5gOAggggEDzCjAaAggggAACCCCAAAIIIIAAAtkkYMz2P5gzxiQ/0DMmOG1jWIsxGBiDgTEYGIOBMdlloGgk+aU+FMrh61yW3X9jsut5N4b1GoOBMRgkf+OngQACWSfAgoMhQMJiMO4jq0AAAQQQQAABBBBAAAEEWkqAcRFAAAEEEEAAAQQQQAABBBBIX4GUhEWF+OhzJ24UpyKAAAIIIIAAAggg0CoC/Km9VZi5CAIIILAtAfoRQAABBBBAAAEEEEAAAQQQQCD4AqwQAQQQQAABBFpKIBqNJocO5eQm2zQQQAABBBBAAIHWF+CKCCDQEAESFhuixDEIIIAAAggggAACCCCQvgLMDAEEEEAAAQQQQAABBBBAAAEEgi+wrRWmvmHR8NHntpjoRwABBBBAAAEEEEAgXQT4U3u63AnmgUCaCjAtBBBAAAEEEEAAAQQQQAABBBAIvgArRAABBBBAAAEEMlYgEklO3YRykm0aCCCAAAIIIPBFAXoQQACBdBAgYTEd7gJzQAABBBBAAAEEEAiyAGtDAAEEEEAAAQQQQAABBBBAAIHgC7DCNhKIRqObrxzio8/NGLQQQAABBBBAAAEEEEhPAf7Unp73hVk1WIADEUAAAQQQQAABBBBAAAEEEEAg+AKsEAEEEEAAAQQQQACBbQik/EjoUCh3GwfRjQACCCCQGQLMEgEEEEAgGwRIWMyGu8waEUAAAQQQQACB7QmwDwEEEEAAAQQQQAABBBBAAAEEgi/AChEIqEA0Etm8Mt6wuNmCFgIIIIAAAggggAACaSpAwmIL3xiGRwABBBBAAAEEEEAAAQQQQACB4AuwQgQQQAABBBBAAAEEEGgbgWjKGxZNKKdtJsFVEUAgawRYKAIIIIAAAgjsvAAJiztvyAgIIIAAAggg0LICjI4AAggggAACCCCAAAIIIIAAAsEXYIUIIIBA0wRSEhZl+OizaYichQACCCCAAAIIIIBAqwmIP7W3njVXQgABBBBAAAEEEEAAAQQQQKCNBLgsAggggAACCCCAAAIIIBBQgWg0ubBQDm9YTGLQyFIBlo0AAggggAACCKS/AAmL6X+PmCECCCCAQLoLMD8EEEAAAQQQQAABBBBAAAEEEAi+ACtEAAEEEEhLgWgksnlevGFxswUtBBBAAAEEEEAAgaYJcFaLC5Cw2OLEXAABBBBAAAEEEEAAAQQQQGBHAuxHAAEEEEAAAQQQQAABBBBAoCkCkbpqf1oor8DXFOktwOwQQAABBBBAAAEEECBhkWcAAQQQCL4AK0QAAQQQQAABBBBAAAEEEEAAgeALsEIEEEAAAQSyUqCuosSvO6eoo68pEEAAAQQQQACBgAuwPAQyXoCExYy/hSwAAQQQQAABBBBAAAEEWl6AKyCAAAIIIIAAAggggAACCCCAQDoKhCtL/bTy2nXy9c4VnI0AAggggAACCCCAAAItLUDCYksLMz4CCOxYgCMQQAABBBBAAAEEEEAAAQQQQCD4AqwQAQQQQAABBBBoAQHesNgCqAyJAAIIIIDAzghwLgIIILADARIWdwDEbgQQQAABBBBAAAEEMkGAOSKAAAIIIIAAAggggAACCCCAQPAFWOEXBRIJi7ntOn5xJz0IIIAAAggggAACCCCQdgIkLKbdLWFCaSjAlBBAAAEEEEAAAQQQQAABBBBAIPgCrBABBBBAAAEEEEAgAwXqKkv9rHPbFfuaAgEEEEAAgR0IsBsBBBBAoI0FSFhs4xvA5RFAAIFMEcgt6pCcaqS2KtmmgQACCDRMgKMQQAABBBBAAAEEEEAAAQQQQCD4AqwQgdYXqCsv8RfNLeINix6CAgEEEEAAAQQQQACBNBcgYTHNb1CDpsdBCCCAQCsI5HfumbxKTem6ZJsGAggggAACCCCAAAIItJIAl0EAAQQQQAABBBBAAIEvCITjb1jMIWHxCzZ0IIBAhgowbQQQQAABBAIuQMJiwG8wy0MAAQSaSyCvYzcpFPuyUVe2obmGZRwE0kaAiSCAAAIIIIAAAggggAACCCCAQPAFWCECCARPoK5ik18Ub1j0DBQIIIAAAggggAACCKS9QCzzpGWnyegIIIAAAgERKCju5VdSW0rCooegQAABBBBAAAEEEEgVoI0AAggggAACCCCAAAIItLpAbUX8R0K379Tq1+aCCGSpAMtGAAEEEEAAAQR2SoCExZ3i42QEEEAguwQSPxa6tmx9di08LVbLJBBAAAEEEEAAAQQQQAABBBBAIPgCrBABBBBAoLEC4cpSf0puEQmLHoICAQQQQAABBBBAIAMEsnuKJCxm9/1n9QgggECjBAo6J96wSMJio+A4GAEEEEAAAQTSQ4BZIIAAAggggAACCCCAAAIIBE6gLv6GxZyijoFbGwtqogCnIYAAAggggAACCKS1AAmLaX17mBwCCCCQXgL5nXv6CdWWffFHQvsdFAgggAACCCCAAAIIIIAAAgggEGgBFocAAggggEA6CZQu/DA5nfZ9hyXbNBBAAAEEEEAAAQR2ToCzEWhJARIWW1KXsRFAAIGACWxOWOQNiwG7tSwHAQQQQCA9BJgFAggggAACCCCAAAIIIIAAAgg0QqB04Ux/dH5xT+V16uHbGVAwRQQQQAABBBBAAAEEslqAhMWsvv0sHoFsEmCtzSHg/tLHjVPHGxYdA4EAAggggAACCCCAAAIIIJB2AkwIAQQQQAABBLJJoHTh//xyOwzcxdcUCCCAAAIIIJAtAqwTAQQyWYCExUy+e8wdAQQQaGWBRMJiuLpSlasWtvLVuRwCCCCAQJsLMAEEEEAAAQQQQAABBBBAAAEEEAi+QAatsGTBh3627QeM8TUFAggggAACCCCAAAIIpL8ACYvpf4+YYZYIsEwEMkGgeOQeyi3q6Ke67sM3fE2BAAIIIIAAAggggAACCCDQcAGORAABBBBAAAEEEGgegarVi1SzcZUfrAMJi96BAgEEEEAgfQSYCQIIIIDAtgVIWNy2DXsQQAABBOoR6DrxYN+7fiYJix6CAgEE0kmAuSCAAAIIIIAAAggggAACCCCAQPAFWCECXqB08ce+dkW7PsNdRSCAAAIIIIAAAggggEAGCJCwmAE3KT2myCwQQACBmEDX8Qf6RunCmapas9i3KRBAAAEEEEAAAQQQQCAoAqwDAQQQQAABBBBAAIHMEChb9JGfaH5xTxX2GODbFAgggAACDRXgOAQQQAABBNpOgITFtrPnyggggEBGCnQetVdy3hs+fjfZpoEAAg0Q4BAEEEAAAQQQQAABBBBAAAEEEAi+ACtEAIFWEXD/qN5dqMPAXVxFIIAAAggggAACCCCAQIYIBCZhMUO8mSYCCCCQ8QI5RR3VbeLBfh0bPn7H1xQIIIAAAggggAACCLSWANdBAAEEEEAAAQQQQAABBGrLNqh04Yceol1ffhy0h6BAIGACLAcBBBBAAAEEgitAwmJw7y0rQwABBFpMoHjU3n7sDbPf5cdCe4nAFCwEAQQQQAABBBBAAAEEEEAAAQSCL8AKEUAAgYwXKFv0UXIN7fuOSLZpIIAAAggggAACCCCAQFIgbRskLKbtrWFiCCCAQPoKdB61Z3JyGz5+N9mmgQACCCCAAAIIIIAAAggggAACCCCAAAIIIIBASwuUfj4reYkiEhaTFjRaU4BrIYAAAggggAACCDRVgITFpspxHgIIIJDFAkW9h6njkAleYOW7TyhcVebbLV5wAQQQQAABBBBAAAEEEEAAAQQQCL4AK0QAAQQQQGAHAutnveWPKOo1RLxh0VNQIIAAAggggAACmSfAjLNWgITFrL31LBwBBBDYOYHe+5/kB6hYMU/L/vKQb1MggAACCCCAQPoLMEMEEEAAAQQQQAABBBBAAAEEMllg46fvq3zJJ34J3SYe7GuKLwrQgwACCCCAAAIIIIBAugqQsJiud4Z5IYBAJgpk1Zx77nm0uow7wK95+RsPq3LlfN+mQAABBBBAAAEEEEAAAQQQQCDgAiwPAQQQQAABBNpQYMOsvyav3pWExaQFDQQQQAABBBBodgEGRACBFhIgYbGFYBkWAQQQyAaBfodM9ssMV5XxlkUvQYEAAgggsPMCjIAAAggggAACCCCAAAIIIIAAAsEXaNoKo5Gw1n/0lj+5eOSe6jh4gm9TIIAAAggggAACCCCAQOYIkLCYOfeKmSKw8wKMgEAzCxSP3Eu9v/ptP+qqv/9JG2b/zbcpEEAAAQQQQAABBBBAAAEE2lCASyOAAAIIIIAAAgEVWD/rLVWtWeJX1423K3oHCgQQQACBLBZg6QgggECGCpCwmKE3jmkjgAAC6SLQ9+DJym3XyU9nxZsP+5oCAQQQCLIAa0MAAQQQQAABBBBAAAEEEEAAgeALsML0FNgwK/Z2xVB+obpOODg9J8msEEAAAQQQQAABBBBAYLsCJCxul4edrSzA5RBAIAMFinoNUd+DJvuZuzcsujct+g0KBBBAAAEEEEAAAQQQQKB+AXoRQAABBBBAAAEEEGi0QC9h74MAABAASURBVF35Rq2bGUtYdG9XLOjap9FjcAICCCCAQKsKcDEEEEAAAQTqFSBhsV4WOhFAAAEEGiPQ95DJatdnuD9l3vQrtH7mm75NgQACbSHANRFAAAEEEEAAAQQQQAABBBBAIPgCrBCB7BNwyYouadGtvOuEQ1xFIIAAAggggAACCCCAQAYKkLDYmJvGsQgggAAC9QrkFLTXgCPPie2LRPTpA5dq4+x3Y9uUCCCAAAIIIIAAAghkmgDzRQABBBBAAAEEEEAAgbQTSPw46MLuA+TesJh2E2RCCCCQeQLMGAEEEEAAAQTaRICExTZh56IIIIBA8AS673aYRp011S8sUlOlTx+4TJs++6ffpkAgVYA2AggggAACCCCAAAIIIIAAAggEX4AVIoAAAs0pULVmidbPessP6ZIVTU6ub1MggAACCCCAAAIIIIBA2wo05eokLDZFjXMQQAABBOoVSE1arKso8UmLpQs/rPdYOhFAAAEEEEAAAQSaLMCJCCCAAAIIIIAAAggggEBWCax+7xlFI2G/5q4TD/Y1BQJZIMASEUAAAQQQQACBQAqQsBjI28qiEEAAgbYTSE1arC1Zq0/vv1TlS+e03YQafWVOQAABBBBAAAEEEEAAAQQQQACB4AuwQgQQQACBTBGoXDlfy9+a5qfbbeIh6jRsN9+mQAABBBBAAAEEEEBgxwIckY4CJCym411hTggggECGC6QmLVavX65P77tY5cs+zfBVMX0EEEAAAQQQaLAAByKAAAIIIIAAAggggAACCCDQTALL35ymcFW5H63PgSf7miJNBJgGAggggAACCCCAAAJNECBhsQlonIIAAgi0pUCmXDs1abFy9SJ9dMvZWvnO45kyfeaJAAIIIIAAAggggAACCCCAQJsKcHEEEEAAAQQQkErm/Ucr333CU/Tc+1gVj9zLtykQQAABBBBAAIGgCLAOBLJRgITFbLzrrBkBBBBoJYFE0mJ+556qK9+o+TOu1GcP/Vw1G1e10gy4DAIIIIAAAvUK0IkAAggggAACCCCAAAIIIIAAAhkgsCL+o6BlQup7wCmNnTHHI4AAAggggAACCCCAQBoKkLCYhjeFKSGQ2QLMHoEtBVzS4rjz71O3XQ/1O9a8/5w+uuUsrf3gNb9NgQACCCCAAAIIIIAAAgggkIkCzBkBBBBAAAEEEGhZgXX/+7PW/vd1f5E+B5ys9gN38W0KBBBAAAEEEGhNAa6FAAIINL8ACYvNb8qICCCAAAJbCRT1GqzR371Zg7/5E5lQSO5HRH9630Va+NT1itRWb3U0mwgggAACggABBBBAAAEEEEAAAQQQQAABBIIvwAq3K5B4u2Juu05yCYvbPZidCCCAAAIIIIAAAgggkDECoYyZKRNFoJkEGAYBBNpOoN/XztTY8+5Vp6G7+kksf+Nh/7bFTZ++77cpEEAAAQQQQAABBBBAAIHmEmAcBBBAAAEEEEAAgcwVWPW3J7Vp7r/9AlyyYlHPQb5NgQACCCCAwNYCbCOAAAIIZJ4ACYuZd8+YMQIIIJDRAsUj99DY8+9V34Mm+3WULvxQH916thY+dYOq16/wfRQIIJD2AkwQAQQQQAABBBBAAAEEEEAAAQSCL8AKEWgTgUh1hZa/Oc1fu6BbX/U54BTfpkAAAQQQQAABBBBAAIFgCJCwmHb3kQkhgAACwRcI5RVoyAmXatSZ16ugWz+/4OVvPKSZUydp+V/+qGgk7PsoEEAAAQQQQAABBBAIrgArQwABBBBAAAEEEEAAgfoElr81TRUr5vldfQ84RXkdu/o2BQIIIJCZAswaAQQQQAABBLYWIGFxaxG2EUAAAQRaTaD77l/XhAv/qL6HTLHXNKrZuFoL/3SjZk2drDX/fsn28R8CTRTgNAQQQAABBBBAAAEEEEAAAQQQCL4AK0QAgcAJlC36SMteu9+vq33/UepzwMm+TYEAAggggAACCCCAAALBEWh0wmJwls5KEEAAAQTSQSC/cy8NOf4STbjkEXXf/Qg/pdLPZ+mzBy7TJ3dfoJJ5//F9FAgggAACCCCAAAKtK8DVEEAAAQQQQAABBBBAAIHWFlj03C2qqyrzl+17yGkyufm+TYEAAi0nwMgIIIAAAggggEBrC5Cw2NriXA8BBBBAoF6BjoMnaNSZN2j0d29Wp2G7+WPWf/iGZt18uhY8drWq1i7xfQEpWAYCCCCAAAIIIIAAAggggAACCARfgBUigAACCDRCYPHzt2njnPf8GX0PnqKeex7t2xQIIIAAAggggAACCKS5ANNrpAAJi40E43AEEEAAgZYV6LbroRp/4R815Nv/p8Lu/f3FVrw9QzNvOFVLX71Xkdpq30eBAAIIIIAAAtkuwPoRQAABBBBAAAEEEEAAAQSCIrB+5pta8srdfjmdR+2lIcdf5NsUCEgYIIAAAggggAACCARNgITFoN1R1oMAAgg0h0AajNH3wFM0/qJH1P+wsxTKzVdt2Qa5Hwcy88ZJWv3+c2kwQ6aAAAIIIIAAAggggAACCCCAQIYLMH0EEEAAAQTSQKCmZK39u99b/Uxy23fWoOMukgwfYYpfCCCAAAIIIIBAcwkwDgJpJsCf9tPshjAdBBBAAIHNAvmdumnQsT/W+IsfSf74j/KlczT3oZ9r9h0/1KZP3998MC0EEEAAAQTSTIDpIIAAAggggAACCCCAAAIIIIDAjgUWP3erKlbM8wcOPu5CdRgwxrczpWCeCCCAAAIIIIAAAggg0DgBEhYb58XRCCCQHgLMIssE3F9QjTjtGu1yzu9VPGovv/oNH72tj249W/OnX6HKVQt9HwUCCCCAAAIIIIAAAggggECgBFgMAggggAACCARcYOW7T2jVP572q+x74Knqtc9xvk2BAAIIIIAAAlklwGIRQCDLBEhYzLIbznIRQACBTBboMu4AjTv/Xg07+Zcq6jXYL2Xlu09q5g2nasnLdypcVeb7KBBAAAEEGiLAMQgggAACCCCAAAIIIIAAAgggEHyB9F2h+2k67u2Kboadhu+uQcdd6JoEAggggAACCCCAAAIIBFyAhMWA32CW10YCXBYBBFpUoPdXv60JF0/TgK9/XzkF7VRXWarFL/xBM2+crFV/e6pFr83gCCCAAAIIIIAAAggggEBSgAYCCCCAAAIIIIBAkwUWPXeLass3KqewgwYfd6FCuflNHosTEUAAAQQQaFEBBkcAAQQQaFYBEhablZPBEEAAAQRaSyC3XScN/MaPfOJi4seEVKyYp3mP/lqzf/99bfj43daaCtdBAIEWEmBYBBBAAAEEEEAAAQQQQAABBBAIvgArzE6BxS/envw73CHHX6SOgydkJwSrRgABBBBAAAEEEEAgCwVIWMzCmy6JVSOAAAKBEWjXd7iGT/qNdvnhneo85it+XRs++btm336O5j58ucqXfeb7KBBAAAEEEEAAAQQQyEIBlowAAggggAACCCCAQNoJuJ+Ss+SlO/y8eu93onp95QTfpkAAAQQQaLIAJyKAAAIIIJBRAiQsZtTtYrIIIIAAAtsS6LLLVzT2R3f65MX2fUf4w1a/96xm3niqFj1/m+rKN/o+CgSaT4CREEAAAQQQQAABBBBAAAEEEEAg+AKsEAEEmlNgw+x3NX/GlX7I4tF7a8gJl/o2BQIIIIAAAggggAACCGSPQHomLGaPPytFAAEEEGhmgV77HKfxFz+iQUf/SLntixWpqdLSV+7WhzdO0sp3HmvmqzEcAggggAACCCCAwE4JcDICCCCAAAIIIIAAAghkjUDF8nk+WTEaCauo1xANO+kXCuXmZ836WSgCWS3A4hFAAAEEEEAAgRQBEhZTMGgigAACCARDIKegnfof8X1NuOgR9d7vO35RVasX2b8Mu0of/e5MrZ/1pu8LesH6EEAAAQQQQAABBBBAAAEEEEAg+AKsEAEEEMgEgbrKUvv3s1eqet1yub+/HXbyL1TUY2AmTJ05IoAAAggggAACCCCQFgJBmgQJi0G6m6wFAQQQQGALgaJeg/2/0h13wX3qOv5Av2/T3H/pkzvP12cP/lTli2f7PgoEEEAAAQQQQGAbAnQjgAACCCCAAAIIIIAAAgg0g8CCGVeqZP4HfiT3ZsXiEXv4NgUCaSLANBBAAAEEEEAAAQRaUSDUitfiUggggAACCKQItF6zeOSeGvOD2zTytGvVYcAYf+E1/3pRH954qhY9c7NqNq3xfRQIIIAAAggggAACCCCAAAIIINDcAoyHAAIIIJDtAp8/PVVr/v2yZxh0zAXqsec3fJsCAQQQQAABBBBAIEgCrAWBhguQsNhwK45EAAEEEMhwAfcXYRMumaZBx/5EeR27KRqu09LX79esqZO1/M1HMnx1TB8BBBBAICsFWDQCCCCAAAIIIIAAAggggAACaSyw/I2HtezPD/oZ9tn/JPU//GzfpmikAIcjgAACCCCAAAIIIBAgARIWA3QzWQoCCDSvAKMFU8Dk5Kn/YWfKJS72OfAUv8iqdcu08MnrNOumKVr739d8HwUCCCCAAAIIIIAAAggggEB2CLBKBBBAAAEEEGgZAfd3rQufut4P3nX8gRp64s99mwIBBBBAAAEEEGgLAa6JAALpI0DCYvrcC2aCAAIIINCKAoXd+mnot/9P4y/8o7rteqi/csn8/+rTey/SnPsuUunCD30fBQIIIIDATglwMgIIIIAAAggggAACCCCAAAIIBF/gCyssXThTC2Zc5fvbDxijoSf9wrcpEEAAAQQQQAABBBBAAAESFnkGEMhYASaOAALNIdBp2G4a/d2bNerMG9RxyAQ/5LoPXtPMGydp4ZPXq3rDCt9HgQACCCCAAAIIIIAAAgi0jQBXRQABBBBAAAEEMkugeuMqzZ9xpWrLNii3Q2cNO+kXKujcM7MWwWwRQAABBBBodQEuiAACCGSPAAmL2XOvWSkCCCCAwHYEuu9+hCZcPE2Dj79EBV16+yOXv/mwZt5wqpb9+UFFI2HfR4EAAgETYDkIIIAAAggggAACCCCAAAIIIBB8AVbYegLRqBbMuFLlS+f4a7pkxY6Dx/s2BQIIIIAAAggggAACCCDgBEhYdApEiwgwKAIIIJCJAv0OmaLxFz2ifoecJmNCqtm0Rp8/PdW/cXHtv1/KxCUxZwQQQAABBBBAAAEEWlSAwRFAAAEEEEAAAQQQSAjMf+wqrZ/1V7855IRL1f1Lh/k2BQIIIIBA5guwAgQQQAABBJpLgITF5pJkHAQQQACBwAgUdOmlwcdfrAmXPKIeu3/dr6ts0Uf69IHLNOfuC1Qy7z++jwKBVhDgEggggAACCCCAAAIIIIAAAgggEHwBVohAIASWvnK3Vr7zuF+L+wfhfQ+a7NsUCCCAAAIIIIAAAggggECqQBYnLKYy0EYAAQQQQOCLAh0GjdfIM6/X6O/9Tp2G7+YPWPfhG5p18+la8Pg1qlyz2PdRIIAAAggggAACCKSzAHNDAAEEEEAAAQQQQACBlhZY9d7cNqq0AAAQAElEQVQzWvT8bf4y3Xc73P+DcL9BgQACCLSaABdCAAEEEEAAgUwRIGExU+4U80QAAQQQaDOBbhMP0fif/FFDv/MzFXbv7+ex4q/TNevGSVr66r2K1Fb7vqwsWDQCCCCAAAIIIIAAAggggAACCARfgBUigAAC2xHYOOc9LZhxlT+i09BdNeykX/g2BQIIIIAAAggggAACCGSYQCtNl4TFVoLmMggggAACmS/Q54CTNeHiaep/2FkyufmqLdugRc/dopk3TtLq957N/AWyAgQQQAABBBBoEwEuigACCCCAAAIIIIAAAghkqkDlqoWaP+NK/4+687v09smKue2LM3U5zBuBFhVgcAQQQAABBBBAAIGYAAmLMQdKBBBAAIFgCjT7qvI6dtWgY3+siRc/oh57Hu3HL186R3Mfvlyzbz9X7l8T+04KBBBAAAEEEEAAAQQQQAABBBBoLQGugwACCCDQBgLhqnLNn36lqtYslozxyYrt+o0UvxBAAAEEEEAAAQQQaCEBhg2IAAmLAbmRLAMBBBBAoHUF2g8Yo5GnXaMx5/xexSP38hff8PE7+vi272reo1eocuUC30eBAAIIIIBA5guwAgQQQAABBBBAAAEEEEAAAQS+KDD/sau0ae6//A73Y6C7jtvftykyVYB5I4AAAggggAACCCDQOgIkLLaOM1dBAAEE6hegN+MFuo47QOMuuFfDTv6l2vUe4tez6m9P6sMbT9WSl+5QXWWZ76NAAAEEEEAAAQQQQAABBBDIYgGWjgACCCCAQMAEFj37O6355wt+VQO+/n31/uq3fZsCAQQQQAABBBDIagEWjwACDRIgYbFBTByEAAIIIIDA9gXcX8iNv+gRDTjyB8opbK9wZZkWv3i7Zt04Sav+/tT2T2YvAggggMBOCXAyAggggAACCCCAAAIIIIAAAgi0nsDKt2do6Wv3+Qv23OtYDfzGj3y7pQvGRwABBBBAAAEEEEAAgWAIkLAYjPvIKhBoKQHGRQCBRgjktuukgUf9UC5xsde+x/szK1bO17xpv9bHt31PGz5+1/dRIIAAAggggAACCCCAAAJpJsB0EEAAAQQQQACBBgms+/ANzX/san9s51F7a9gpv/RtCgQQQAABBBDICAEmiQACCKSFAAmLaXEbmAQCCCCAQJAE2vcdruGnXqGxP7pLXXb5ql/axjn/0Ozbz9Hchy9XxbLPfB8FAghkiwDrRAABBBBAAAEEEEAAAQQQQACB4AsEf4Vliz7WghlX+oUW9RykYSdfrlBuvt+mQAABBBBAAAEEEEAAAQQaKkDCYkOlOC49BZgVAgggkMYCncfsq11+eIdGTLpS7fqO8DNd/d6z+vDGU7X4+dtUW7bB91EggAACCCCAAAIIIIDADgTYjQACCCCAAAIIINCmArUlazV/xpWqsXUov1DDTvqFCnsMatM5cXEEEEAAgQAKsCQEEEAAgawQIGExK24zi0QAAQQQaEuBnvt8UxMunqaBR/9Iue2KFamp0pJX7tasqZO14u0ZbTk1ro2AF6BAAAEEEEAAAQQQQAABBBBAAIHgC7BCBHZGwCUrli3+2A/hkhWLR+3l2xQIIIAAAggggAACCCCAQGMFSFhsrFjjjudoBBBAAAEEvEBOQZEGHPF9Tbhkmnrv9x3fV7l6kRY8drU+uuVMrZ/5pu+jQAABBBBAAAEEEMhIASaNAAIIIIAAAggggEBgBRY8fo3WffiGX9/Ao89Tz72O8W0KBBBAIAsFWDICCCCAAAIINIMACYvNgMgQCCCAAAIINFSgqOcg/+NSxl1wn7qOP9Cftumzf+mTu87XZw9cpsS/UvY7KOICVAgggAACCCCAAAIIIIAAAgggEHwBVogAAukosOz1+7Xir9P91Nw/xB5wxPd8mwIBBBBAAAEEEEAAAQQQaJqARMJiU+U4DwEEEEAAgZ0QKB65p8b84DaNOO1adRi4ix9pzb9f0swbTtXnT9+kmk1rfB8FAggggAACCCDQLAIMggACCCCAAAIIIIAAAgg0UmDNv17U58/c7M/qOv4A/w+x/QYFAgikrwAzQwABBBBAAAEEMkCAhMUMuElMEQEEEEAgvQV2ZnY99/yGJlw8TYO/+RPld+quaCSsZX9+QDNvnKTlbz6yM0NzLgIIIIAAAggggAACCCCAAAIINKMAQyGAAALZJOB+Ksz86b/xS27fb5SGnfRL36ZAAAEEEEAAAQQQQCDoAqyv5QVIWGx5Y66AAAIIIIDAdgVMTq76fe1Mjb/4EfU98FR/bPX65Vr45HWaOXWy1v33dd9HgQACCCCAQIAFWBoCCCCAAAIIIIAAAggggECaCFStWaz5M65UuLpCee07a9jJv1B+555pMjumkeECTB8BBBBAAAEEEEAAAX4kNM8AAgggEHwBVpgpAoXd+mnIt3+qCRc9pG5f+pqfdumC/2nOvRfq0/suUunCD30fBQIIIIAAAggggAACCCCAAAJfFKAHAQQQQACBnRcI11T5ZMXKVQv9YMNO+oU6Dpno2xQIIIAAAggggAAC6SDAHBDIfAHesJj595AVIIAAAggETKDj0C9p9Nk3adRZN9q/DJzgV7f2g9fkfkz0wqeul3v7ou+kQAABBBBoPQGuhAACCCCAAAIIIIAAAggggEAWCCx47CptnPOeX+ng4y9Rt90O8+2sKVgoAggggAACCCCAAAIItLgACYstTswFEEBgRwLsRwCB+gW673a4Jlw8TUO+dakKuvT2By1/42HNvHGylr3+gKLhOt9HgQACCCCAAAIIIIAAAghkggBzRAABBBBAAIH0Flj8wu+1+r1n/ST7HjxF/Q6Z4tsUCCCAAAIIIIBAYwQ4FgEEENiRAAmLOxJiPwIIIIAAAm0s0PfgyT5xse8hp0kmpJpNq/X5Mzdp1tTJWvOvF8UvBBBAQBIICCCAAAIIIIAAAggggAACCCAQfIEWW+HKd5/Qkpfv8uN3+9LXNORbl/g2BQIIIIAAAggggAACCCDQ3AIkLDa3KOMFUIAlIYAAAm0vkN+5p4Ycf7EmXPyIuu/+dT+h0kUf6bMHf6pP7jpfm+b+2/dRIIAAAggggAACCCCAQFMFOA8BBBBAAAEEEMhOgfWz/qr503/jF99xyAQNP/UK36ZAAAEEEEAgmAKsCgEEEECgrQVIWGzrO8D1EUAAAQQQaIRAx8HjNerM6zX6e79T8fDd/ZnrZ76pj353huY/drWq1iz2fRQIpJ0AE0IAAQQQQAABBBBAAAEEEEAAgeALsMKMEyhfOkfzZ1zp513QpZeGnfQL5RZ19NsUCCCAAAIIIIAAAggggEBLCJCw2BKqrTwml0MAAQQQyD6BbhMP0bifPKih3/mZCnsM8AAr356hD288VUtfvUeRmirfR4EAAggggAACCCAQHAFWggACCCCAAAIIIIBAcwrUlm3wyYo1G1f5YV2yYvv+o32bAgEEEECg7QS4MgIIIIAAAkEXIGEx6HeY9SGAAAIIBFqgzwEna8LF09T/8LMVyitQXdlGLXruVs28cZJWv/9soNfezItjOAQQQAABBBBAIClQ9uH9WvP0KQQGPAM8AzwDPAM8A8F7BrLunkYjdck/49BAYGuBBTOuUunCmb572EmXq8u4A3ybAgEEEEAAAQQQQAABBBBoSYFWSFhsyekzNgIIIIAAAgjkdeiiQcdcoAkXP6Keex3jQcqXfaq5D12u2befq01z3vN9FAgggAACCCCAQMsKBGv0upIlIjDgGeAZ4BngGeAZ4BnI9GcgWH9CYzXNKbDwqeu19r+v+SH7H/5d9d7vRN+mQAABBHYswBEIIIAAAggggMDOCZCwuHN+nI0AAggggEDrCDTgKu7HtYyYcrV2OecP6jxqL3/Gho/f0Ue3fVfzH71CFSvm+z4KBBBAAAEEEEAAgYYJ1NZFtGh1FYEBzwDPAM8Az0DrPQNYY91Mz0DD/rTDUdkqsPwvf9TyNx72y++x59EadMz5vk2BAAIIIIAAAggggAACrSSQ5ZchYTHLHwCWjwACCCAQPIEu4/bX2PPv1bCTf6WiXkP8Alf+7UnNmjpJS166Q3WVpb6PAgEEEEAAgWwTYL0INEXg06VlIjDgGeAZ4BngGeAZ4BnIpGegvKquKX/s4ZwsEVj7n1e08E83+tUWj9xTIyb9xrcpEAiSAGtBAAEEEEAAAQQQSG8BEhbT+/4wOwQQQCBTBJhnGgr0/uoJmnjJoxpw5A+UU9BedZVlWvzi7Zo1dbJcAmMaTpkpIYAAAggggAACCCCAAAIIpLcAs0MAAQQQyGCBkvkfaP70WIJiYY+BGnbyL2VycjN4RUwdAQQQQAABBBBAoIUEGBaBFhUgYbFFeRkcAQQQQACBthXIKeqggUf9UBMueUS99j3eT8b9aGj3I6Ldj4p2PzLad1IggAACCKSBAFNAAAEEEEAAAQQQQAABBBBAoGUEqtYt0/wZV8r99JVQXoGGnfQLFfUc1DIXY9QdCLAbAQQQQAABBBBAAIHsFiBhMbvvP6tHIHsEWCkCWS7Qrs9wDT/1Co390V3qvMtXvMamOe9p9u3nau5Dl6t82ae+jwIBBBBAAAEEEEAAAQQQyGgBJo8AAggggAACXxCI1NVowYyrVLF8nt/nkhU7j97btykQQAABBBBAAIGMFGDSCCCQ0QIkLGb07WPyCCCAAAIINE6g85h9NfaHd2r4pCvVvt9If/Lq95/VzBtO1aLnblVt2QbfR4EAAgjUJ0AfAggggAACCCCAAAIIIIAAAghknsCCx67Rhtnv+okPOvpH6rn3sb69rYJ+BBBAAAEEEEAAAQQQQKAlBUhYbEldxkag4QIciQACCLSqQK99vqkJlzyqQUefp7z2nRWprdbSV+/RzBsnaeXbM1p1LlwMAQQQQAABBBBAAIEsEmCpCCCAAAIIIIBAqwoseekOrfr7U/6avb56gvof8X3fpkAAAQQQQACBFhVgcAQQQACB7QiQsLgdHHYhgAACCCAQZIFQXoH9C8rvafzFD6v3fif6pVatWaz5j12tj353htbPfNP3USCQOQLMFAEEEEAAAQQQQAABBBBAAAEEgi/AChsqsOrvf9LiF2/3h3cZu5+Gn/wr36ZAAAEEEEAAAQQQQAABBNpSgITFttTPpGszVwQQQACBwAoU9RysYSddrnE/vl9dJxzk17lp7r/1yV3n67MHf6qyxR/7PgoEEEAAAQQQQACBLBBgiQgggAACCCCAAAKBENj4yd80f/pv/Fra9R2h4af+2rcpEEAAAQQQ8AIUCCCAAAIItKFAqA2vzaURQAABBBBAII0EikfsoTHfv1UjT/+tOgzcxc9szb9e1MwbTtXnz9ykmk1rfB9F0wU4EwEEEEAAAQQQQAABBBBAAAEEgi/AChFoa4GK5XM1b/pvFI2Elduuk4ad/EvlF/ds62lxfQQQQAABBBBAAAEEEEDACwQlYdEvhgIBBBBAAAEEdl6gxx5HaeIlsljRqgAAEABJREFU0zX4mz9RXqfu/i82l73+gGbeOEnL33hYikZ3/iKMgAACCCCAAAIINE2AsxBAAAEEEEAAAQQQQGA7ArXlGzV/xlWqXrfcHzXspF+o09BdfZsCAQQQyCABpooAAggggAACARYgYTHAN5elIYAAAggg0DiBlKNDIfX72pmacPEj6nPgqX5H9frlWvjU9Zp10xSt/eA130eBAAIIIIAAAggggAACCCCAAAKZJsB8EUAgyAILHrtGJfM/8EscfNxF6r77Eb5NgQACCCCAAAIIIIAAAtkmkL7rJWExfe8NM0MAAQQQQKDNBQq79dPQb/9U4y98SN12/ZqfT8mC/+nT+y7SnHsvVKlt+04KBBBAAAEEEIgJUCKAAAIIIIAAAggggAACbSTw+dNTtfY/L/ur9z1okvoderpvUyCAQAsIMCQCCCCAAAIIIIBAkwVIWGwyHScigAACCLS2ANdrO4FOw76k0d+9SaPOulEdh0z0E1n339c1c+pkLXzyOlWtW+b7KBBAAAEEEEAAAQQQQAABBBDYWQHORwABBBBovMCKNx/Rsj8/6E/s9qWvacgJl/k2BQIIIIAAAggggAAC6SrAvLJXgITF7L33rBwBBBBAAIFGC3Tf7XD/Y6KHnHCpCrr28ecvt38ZOmvqZPsXog8oGq71fRQIIIAAAmkrwMQQQAABBBBAAAEEEEAAAQQCJrDuf69rwZPX+VV1GDRew0/9jW9TZLUAi0cAAQQQQAABBBBAIG0FSFhM21vDxBBAIPMEmDEC2SPQ96DJPnHR/VgZEwqpZtMaff70TZp542St+fdL2QPBShFAAAEEEEAAAQQQQCALBVgyAggggAAC6SNQuvBDzZt+pZ9QfnFPDT/lV8ot6uC3KRBAAAEEEEAAAQR2RoBzEUCgpQRIWGwpWcZFAAEEEEAg4ALuL0AHH3eRJlw8TT2+fKRfbdnij/XZA5fpk7vOV8ncf/s+CgQQQKBRAhyMAAIIIIAAAggggAACCCCAAAINEqjesELzZ1ylurIN/vhhJ1+u9v1H+XbaF0wQAQQQQAABBBBAAAEEslaAhMWsvfUsPBsFWDMCCCDQEgIdBo3TyDOu05jv3aJOw3f3l1g/803N+t0ZWvDY1apavcj3USCAAAIIIIAAAggggEDrCHAVBBBAAAEEEAi+QDQS1oIZV6t86Ry/2KHf+Zm6jj/ItykQQAABBBBAIDsEWCUCCCCQqQIkLGbqnWPeCCCAAAIIpJlA14kHa/xPHpT7y9HC7gP87Fa8PUMzp07WklfuVri6wvdRIJDhAkwfAQQQQAABBBBAAAEEEEAAAQSCL5D2K1zw+DVa/9Ff/Tz7H3aW+hxwsm9TIIAAAggggAACCCCAAALpLkDCYrrfoayaH4tFAAEEEAiCgPvL0QmXTFP/w89WKLdAtWUbtPj52zTrpila/d6zQVgia0AAAQQQQAABBBDYKQFORgABBBBAAAEEENgZgaWv3K2V7zzuh+i55zc06Ngf+zYFAggggAAC6SXAbBBAAAEEEKhfgITF+l3oRQABBBBAAIGdEMjr0EWDjrlAEy55RD32OsaPVL70U819+HLN/sM52jjnH76PogUEGBIBBBBAAAEEEEAAAQQQQAABBIIvwAqzVmD1+89q0fO3+fUXj/iyhk++yrcpEEAAAQQQQAABBBBAAIFMESBhsRF3ikMRQAABBBBAoHEC7fuP1sgpV2vMOX9Q59F7+5M3zH5XH9/2Pc2b9mtVrpzv+ygQQAABBBBAAIF0EmAuCCCAAAIIIIAAAgiko8CmOe9p/vQr/dQKewzQ8Em/kQnl+G0KBBBAAIHGC3AGAggggAACCLSNAAmLbePOVRFAAAEEEMgqga7j9tfY8+7RsJN/pXa9h/q1r/r7U/rwhkla/OLtqqso8X0UCCCAAAIIIIAAAggggAACCCAQCAEWgQACzSxQsWK+5s24UpHaapmcPA0/+Vcq7D6gma/CcAgggAACCCCAAAIIIIBAowSadDAJi01i4yQEEEAAAQQQaIpA76+eoAmXTNPAI89RTmEHhavKtOSlOzRz6mSt+tuTTRmScxBAAAEEEMhCAZaMAAIIIIAAAggggAAC2SRQV1mqBY9drao1i/2yh538CxWP2su3KRBAIMgCrA0BBBBAAAEEEAimAAmLwbyvrAoBBBBAoKkCnNfiAi5RccBR52rCxY+o11e+5a9XuXKB5j16hT6+7bva8PE7vo8CAQQQQAABBBBAAAEEEEAAgRYTYGAEEEAggwQWPH6NNs39l5/xwKN+qF77HOfbFAgggAACCCCAAAIIILADAXanpQAJi2l5W5gUAggggAACwRdo12eYhp/ya4097251GftVv+CNc97T7NvP1dyHL1f50jm+jwIBBBBAIPMEmDECCCCAAAIIIIAAAggggEDzCCx69nda888X/GC99v2WBhz5A9+mQCAdBJgDAggggAACCCCAAAJNESBhsSlqnIMAAgi0nQBXRiBwAp1H76Ndzr1DIyZfpXb9Rvr1rX7vWc28cZIWP3erakvX+z4KBBBAAAEEEEAAAQQQQCCLBFgqAggggAACWvH2dC197T4v0WWXr2r4qb/2bQoEEEAAAQQQQACBwAiwEASyUoCExay87SwaAQQQQACB9BPoufexmnjJoxp49HnKbd9ZkdpqLXn1Hs2aOlkr/jo9/SbMjBBAIIMFmDoCCCCAAAIIIIAAAggggAAC6S2w/sM3tOCxa/wk2/cdrhGTr/RtisYIcCwCCCCAAAIIIIAAAgikowAJi+l4V5gTApkswNwRQACBnRAI5RVowBHf08RLpqn3fif6kSrXLNaCx6/RrJtP1zr7F7W+kwIBBBBAAAEEEMhigeKRh6nXvj8kMGjbZwB//HkGeAZ4BvwzkMV/JGHpLShQ+vkszZsRS1DMKeqgYadcobxO3VvwigyNAAIIIIAAAghsQ4BuBBBAoAUESFhsAVSGRAABBBBAAIGdEyjsMVDDTrpc4358v7qOP9APVjLvP5pz9wX69IHLVLboI99HgUBQBVgXAggggAACOxIo6j1eBAY8AzwDPAM8AzwDbfsMFPYcs6Mv2exHYLsC9e2s2bhaCx67WrUla/3u4Sf/Uh2HTPBtCgQQQAABBBBAAAEEEEAgCAIkLAbhLrKGxghwLAIIIIBABgkUj9hDY35wm0ae/lt1GDTWz3ztv1/Shzeeqs+fnqrqjat8HwUCCCCAAAIIIJCNAtFInSpWfkTUb4ALLjwDPAM8AzwDLfoMZOOfPVhzKwhEo5r/+NUqW/yxv9jg4y5U992/7tsUCCCAAAIIIFCvAJ0IIIAAAhkoQMJiBt40powAAggggEC2CfTY4yhNvORRub+kzS/uIUUiWvbnBzXrxsla/ubDUjSSbSRtvF4ujwACCCCAAALpIrD6778XgQHPAM8AzwDPAM9A6z4DVWs+TZc/CrTwPBi+tQUWPHGt1n/4hr9snwNPUb9Dz/BtCgQQQAABBBBAAAEEEEAgSAIkLKbb3WQ+CCCAAAIIIFC/gAn5v6SdcMk09T1okj+mesMKLXzyes2cOkXrPnjN91EggAACCCCAAAIZIcAkEUAAAQQQQAABBBBIEVj2+v1a8dfpvqfbxEM09Nv/59sUCCCAAAIZLsD0EUAAAQQQQOALAiQsfoGEDgQQQAABBBBIZ4GCLn005ITLNOGih9XtS4f5qZYu/FBz7rtIn957kUoX/E++kwIBBBBAAAEEEMgigdDgIxWa8KNWCTPkWIWLR6k2HFWdjUg0i6BZKgIIIIBAWgkwGQSCIrDmny/o82du9svpMHCsRpx2tW9TIIAAAggggAACCCCAAAJBFGhswmIQDVgTAggggAACCGSgQMehu2r02VM16qyp6jhkol/B2v++pplTJ2vhk9epat0y30eBAAIIIIAAAk0S4KQMFDAFxQoVdlFu+24q6NgjGfm23dRIjJPXobtyirrI2GtEcjtIue1kO6RQnmRCImdR/EIAAQQQQAABBJoksPHT9zVvxpX+3PxO3TVi8pXKKWjvtykQQACBVhDgEggggAACCCCAQKsLhFr9ilwQAQQQQACBrBcAoDkFuu92mCZc/IiGnHCp3NsX3djL33xEs6ZO1tLX71ekttp1EQgggAACCCCAQFYIFBUVqUePXho8dKSGDBupwTZc3dRw57vo22+gOnTspEgkokhuO5mOg5TTa3eZ4mGK5hXb/qjcmxZJXMyKx4xFIoBAgwU4EAEEENi+QOWqz7XgsasVqa7wBw475Vdq13eEb1MggAACCCCAAAIIIIBApggwz8YKkLDYWDGORwABBBBAAIG0FOh70GRNvPRR9Tv0dJmcHNVsWqNFz9ysWTefpjX/ejEt58ykEEAAAQR2QoBTEUDgCwLRqFRY1E7de/TWkKEjbIz0MXjoSDU1hthzh9ix+vYboA4dXMJiVOFQO0U7uITFLytUPFjR/OJYsqKbgJ2D+IUAAggggAACCCCwQ4FwVbkWPH61Klct9McO/c7P1HX8gb5NgQACKQI0EUAAAQQQQAABBAInQMJi4G4pC0IAAQR2XoAREMhUgbxO3TX4uIs0/qJH1P3LR/pllC36WJ89+FN9cud52jT3X76PAgEEEEAAAQQQCJqAyxX0azIhhXLylJNXqJANk1sok7MTYc8P2TA5+bIDKWovVFDYTt169tHAYWPUvf8Yte85yr9pUUU9FbXX8m9aJHFR/EIgEwSYIwIIIIBA2wkseOJabZzznp9Av6+dqT4HnOzbFAgggAACCCCAAAIINLcA4yGQbgIkLKbbHWE+CCCAAAIIILDTAh0HjdOoM67T6O/douIRX/bjrZ/1lj763ZmaP+MqVa5e5PsoEEAAgRYUYGgEEECg1QVcMmE0ItVFoqqpi6qqVqqqiaqiumlRac+trImoqjbqx3PjRu2q2rdvr969e2vkyJHqM2SsOvSbqJyeX5LpOECRnCJF7PUj0ajcsfZw/kMAAQQQQAABBBDYSmDx87/X6vee9b099jhKg7/5E9+myEgBJo0AAggggAACCCCAAAKNFCBhsZFgHI4AAukgwBwQQACBhgl0m3iwxv34AQ078ecq7DHQn7Tyncc088ZJWvrK3XI/esd3UiCAAAIIIIAAAhkvEEsPdImC4bBUayOWtOgSFzdHdV1UdeGo3HHujESEI1HV2n0uOTEZNVFVu2RFG25fJGKR7An5+fnq3Lmz+vTprV79Bqtb/9Hq1HecCrsOUah9bym/WMoptAeHSFq0Cvy3MwKciwACCCCAQPAEVr7zuJa8cpdfWKfhu2nkadf4NgUCCCCAAAIIIJC9AqwcAQSyTYCExWy746wXAQQQQACBLBTovf9Jmnjpo+p/+HcVyitQXflGLXr+Ns26aUryX7NnIQtLznYB1o8AAgggEDgB/4ZFu6pw1L1lMR5hqdZ2JMK9/TAv16hjYUid25lkFOUbGfu3RInjErVLbv2ueAcAABAASURBVHThEhoTSY72Esn/OnbspH79+mv4iFHqNXic2vedqFC3XaR2vRUxeQrba9vpJI+ngQACCCCAAAIIZLOA+wkg82dc6QkKu/XTiMlXy/8hTC34i6ERQAABBBBAAAEEEEAAgTQTsH8VnWYzYjoIBECAJSCAAAIIpJ9AbrtiDTrmfE24eJp67n2s3K/yZZ9p7sOXa/bt52jjnH+4LgIBBBBAAAEEEMhIAZesKEXlapdYGI5KdWEXsTcnujckuojY/rwcqUORUXG7UDKKCoxCRnLHJMMO4sZwSYfu7YpRe662+tWpU0f1799Pw0eOUq9BY9Wu75dkuo2VS1gMm3z/Jkc7ra3OCs4mK0EAAQQQQAABBBoqULZ4tubPuMofbkI5Gn7qFSrs3t9vUyCAAAIIIIBAegswOwQQQACB5hUgYbF5PRkNAQQQQAABBNJcoH3/URox+Srtcu7t6jx6bz/bDR+/q49v+57mPfprVSyf5/so2lyACSCAAAIIIIBAIwVcQqEPe56rbeVzBY1tFObFEhQ7tw+pXYFRrv0bIWN3JKLAvXWxKKSuHUJqX2jkkhrdyS4B0uUputolQkYiEZWWlmrZsmWaPXu2j08++URz587VipWrVFpWrtponsKFvWS6jpHpPlHR3HZ2BvyHAAIIIIAAAgjUK5AVnTWb1mjB41erZuMqv95hp/xKxaP28m0KBBBAAAEEEEAAAQQQQCDbBOxfT2fbklmvhAECCCCAAAIIdBm7n8aed4+G278gLuo91IOs+ttTmjl1sha/8AfVVWzyfRQIIIAAAggggEAmCLgERZdU6MIlGro5R6NR33RJiYX5Ri5ZsWs8YTHHvU7RHRSP/FyjTkVG3TvlqGNhSLk5xp7rUhXdexvjEYnKJSyWlJRo8eLFmjlzZjI+/vhjLVmyRG5fbSSkaFFvma5jFeq5u0x+B/ELAQQQQAABBBDIZoEFT1yr0oUzPcGAI89Rr32O820KBBBAAAEEmkeAURBAAAEEEMgsARIWM+t+MVsEEEAAAQQQaGaBXl85QbteOl3uL4tzCjsoXFWmJS/fqVlTp2jlu09u+2rsQQABBBBAAAEE0lzAJR26Nyu6Nyq6KMo3comLeTlGLokxdfo59m+IXNJiO3tMXq7k8hmTSZCRqEKhHBW166DOXburY6cuyi8oku1NhkyOCovaq1NxF3tMDxV16qmc9r1k2vWyg+WnXoo2AggggAACmSXAbBHYSYGFT16vdf993Y/Sa9/jNfCoc32bAgEEEEAAAQQQQAABBBDIVgH719Hpt3RmhAACCCCAAAIItKZAqKCd/8viCZdMU699v+UvXbFygeZPv0If3Xq2Nnz0tu+jQAABBBBAAIHmFWC05hSIyr1d0b0T0SUaupEL8ow6FYXUvWOOOhSGlJejhv1ygyg2XjgSVV0kopzcAnXp3kuDho7W8FHjNGL0OI0aM36rGKfRu4zX0OEj1a1HD+Xl5fk5NeyiHIUAAggggAACCARPYPlf/qjlbz7sF9Z5zL4afuoVvk2BAAIIZJsA60UAAQQQQAABBFIFSFhM1aCNAAIIIIBAcARYSRME2vUeav/i+Ncae97d6jJ2Pz/Cpk/f1+w7fqi5D/1c5Us+8X0UCCCAAAIIIIBAugkkkhSVaESlvByj9oVGndqF5N60aIxROKIdRFQRe64LN1TENsLhqHJy81Xcpbv6DRymgUNHabCNIcNGKRnDR2no8NEaNmKUBg4aqi5duik3Ny/dmJgPAgggEEQB1oQAAmkqsObfL2nhn270s2vXZ5hGnnaNb1MggAACCCCAAAIIIIAAAk0QCNQpoUCthsUggAACCCCAAALNINB59D7a5dzbNXzylWrff5QfcfX7z2nm1Mla9NwtqilZ6/soEEAAAQSCLsD6EMgkgagSb1iUon7i1bURbSoPa/Wm2kZEnUoqwqqx50btOLGRjCJ2xNqwVF0bVVVNRBU2yqsjSkSFbVfavupaqbZOPikyErUj2LCn8h8CCCCAAAIIIJBVApvm/lvzZ1zl15xT0F7DJ/1GeR27+W0KBBBIRwHmhAACCCCAAAIIINCaAiQstqY210IAAQQQ2CxAC4EMEOi19zc14ZJHNeiY85XXoYsitdVa+uq9mjV1ila8PT0DVsAUEUAAAQQQQCBbBFxeoEtYlG/EVl1VE9VGn7BYp9WbGhZr7HEllWHV1EXkx7JDRY1RJGpU5xMWI6q041ZWR+WSFFPDXc9FTV3UHhu150TtEC7sIPyHAALZK8DKEUAAgSwTqFqzWAsev1rhylK/8uGn/lodB0/wbQoEEEAAAQQQQAABBAIrwMIQaIQACYuNwOJQBBBAAAEEEMg+gVBuvvof/l1NuHia+ux/kgeoWrtECx67RrNuPl3rP3zD91EggAACbSHANRFAAIGtBRL5iq4OR6KqrXNvRGxE1MbOCUfk36poh/CJh267LhyVS0asqYuo2kWtrZMRtX1R1dpjXGKjO97NITa/2HsaY21KBBBAAAEEEEAguAKRmirNf/xaVSyf5xc5+Js/Uffdj/BtCgR2RoBzEUAAAQQQQAABBBAIkgAJi0G6m6wFAQSaU4CxEEAAgS0ECnsM0NATf65xP35AXScc5PeVzPuPPrn7An32wGUqWzTL91EggAACCCCAAAJtI+DeZOgSA2O1LRXbkq1jW40uo1GfrBiJSC75sS4SS0h0SZA1dbEExep4XVMXket3PzbaNv157o2PLtrGg6si0GABDkQAAQQQQKDZBBY88VttnP2uH6/PASer39fO9G0KBBBAAAEEEEAAgTYXYAIIIJBGAqE0mgtTQQABBBBAAAEE0l6geMSXNeb7t2rk6depw8Cxfr5r/v2SZt44WZ8/PVXVG1b6PgoEEHACBAIIIIBAawlEXXaivViitk25ZMFYyLabHhE7qAuXtOjCJS66ty2mhn+zYiTqExvDkbCiddUytWVSTYlMNOymQyCAAAIIIIAAAoEWWPLSHVr196f8Gt0/dh36nZ/5dnYUrBIBBBBAAAEEEEAAAQQQaLgACYsNt+JIBNJLgNkggAACCLSpQI89jtSES6dr8HEXKq9TD0XtB/PL/vygZt00RcvfeEhyryJq0xlycQQQQAABBBDINgGfnOjepxiNyv7nl+9q328bLVnby8qHu2q4WqZihUIbPlHOhv9JdeWul2iqAOchgAACCCCAQNoLrPzbk1r84u1+nh0G7qKRp//WtykQQAABBBBAAIEGC3AgAgggkEUCJCxm0c1mqQgggAACCCDQvALGGPU79AxNvPRR9Tlokh+8ev0KLXzqBs28abLWfvCq76NIXwFmhgACCCCAQFAEEsmIyaTB1IW5ty+2cETt+Pa/2OVdwmLlSoU2faycdR/KkLCYejdoI4AAAggggEAbCLTkJTd8/I4WPna1v0Rex64aMflq5RS0E78QQAABBBBAAAEEEEAAAQTqFyBhsX4XendegBEQQAABBBDIGoGCLr019ITLNOHiR9TtS1/z6y5dOFOf3nex5txzoUrmf+D7KBBAAAEEEEAAgZYUSCQtusRBdx2fRGg3dlxHFY7WqTZSpepwuY+acIVq7HZdpFaRaMS/sXEb4/h9kboaVa5doI3z3tGGz/6iitVzFK4qkSI1kj3fzYdAAAEEEEAAAQSCJlC+dI7mP3aVIuE6v7QRk65Uu77DfZsCAQQQQACBgAmwHAQQQAABBJpNgITFZqNkIAQQQAABBBDIdoGOQyZq9Nk3adRZU9Vp6K6eY93/Xtesm07Tgid+q6q1S31fwwuORAABBBBAAAEEGioQlU9YdO84dJmFidN2mLDozpPCkTrVhCtVFS61UWaj3G5XqC5So4gdz/5nx9c2I1JbrYo1n2n9Z69r3eyXVLbyY0VqyhOzoEYAAQQQQACB7QqwMxMFakvXa8Hj16p63XI//aEn/lxdxu3v2xQIIIAAAggggAACCCCAAALbFsjehMVtm7AHAQQQQAABBBDYKYHuux2m8Rc97N+6WNC1rx9rxVvTNHPqZC17/X65D/R9JwUCCCCAAAIItLxAllzBJRT6pUZ9KZe36CJqC5/IaA+I1RGfhFgTqVBF3QZtrFmuNVXztbpqXjzm2u15NmL1uurPtaF6sUpqV6qybqM9t1rubYyRaERuvHBViWpLlqpq3aeqWDVbZctmqnz1HNWWrlIkXBOfDBUCCCCAAAIIIBA8AfePUxM/VaPfoaerz/4nBW+RrAgBBBDIJAHmigACCCCAAAIZI0DCYsbcKiaKAAIIIIBA+gkwo+0L9DlokiZe+qj6HXqGTChHtSVr9fkzN2vWTVO05l8vbv9k9iKAAAIIIIAAAo0SiPoEQpevuDnifclkxajqIrVyb1EsrVmt1VVz9Xnp+/p4w0uabePTTa9rbulb+qz0jViUvKG5JW/a+KsWlf1ba6sWqKJuo2rDlQrbcVzCYu2mxSpf9I5K5zynqpX/U7hqQ6NmzcEIIIAAApkhwCwRQGBLgc+fnqq1/3nZd3bf/esafNxFvk2BAAIIIIAAAggggAACCGSyQGvNnYTF1pLmOggggAACCCCQlQJ5HbvZv7S+UBMueVQ99jjSG5Qtnq3PHvypPrnrfG367J++jwIBBBBAIGsFWDgCzSwQjb1d0Y4adU0fLnExIvdWxLpIjSrrNqmkdpVWV87VorJ/6ZONr2nOptf1Wclbml/6jo95pW9rXtnbvr2g9G9aUvYfn7BYXrte1eEy1YUr/RsUazZ+rool/1Dp3JdUtWpWLGHRGMnYv3KyEZWr7bb4hQACCCCAAAIIBENg2RsPadmfH/SL6TRsN4064zrfpkAAAQR2IMBuBBBAAAEEEEAAgbiA/VvjeIsKAQQQQACBwAmwIATSR6DDwF008vTrNOb7t6rTiC/7ia2f+aY+uuUsLXjsKlWsXOj7KBBAAAEEEEAAgaYIxJITXWJiLF8xGh/E1S5RsTJcok3uxz9Xz9PKqo+1tOK/Wl09R2Xh1YqasGSM+0+pv6LRiOqi1aqOlKqkbqVWVn+iheV/15I1f9HqRS+q9JOnVLnsn6orW5l6mqKhfIULeqq242jVdh6vaE67LfazgQACCDS/ACMigAACrSOw9oNX9flTN/iLFXTtqxGnXaMv/CFK/EIAAQQQQAABBBBAAIGWEWDUoAiQsBiUO8k6EEAAAQQQQCAjBLpOOEjjf/yAhp74cxX2GOjnvOLtx/TRTVO05OW7FK4q830UCCCAQNoIMBEEEMgQgaiisaxF2Yafc2IzkbC4sXa51lTP04rK2Vpa+V+t8gmLaxQ1kdjn7MaflizsiKp1CYvRUpXWrdCqqk+0sOzvWrL2z1qz+AWVfPInVfiExRXJc1wjGipQpKiX6jqNVG3xeEVy2rtuAgEEEEAAAQQQyGiBkvkfaP6Mq/waTChHI6dcpcJu/fw2BQKBEGARCCCAAAIIIIAAAgi0kgAJi60EzWUQQADErdDFAAAQAElEQVSB+gToQwCB7BXos/9JmnjpdPU//LvKyS9UbflGLX7h95p102la9Y9nsheGlSOAAAIIIIBAkwRccqI70b1R0YVsEY7WqiZSporwBpXUrtC6mgVaWz1PG2uXqKxutarCJaqLVknGHrxVsqL8r6gdJqywHSdSVyFTtk5565YptHaJouuXqK5ksSKV6xStq5IJ5aqgY2+17zNeHfvvprwuwxUp7KlIfmdFTa4fjQKBbBZg7QgggAACmS1Qbf8MtODxa1Vn//7GrWT4qVeo04g9XJNAAAEEEEAAAQQQQCApQAMBBBomQMJiw5w4CgEEEEAAAQQQaHaB3HadNOiY8zXhkkfVc69j/fjlyz7TvEd+oY//cI42fvJ330eBAALbFWAnAggggEBcIOqyFl3Et2sjlaqs26CS2uVaX7NQa6o+9QmLZXVrVBetsUdFbTTsv7zaiDpvqlGfFRXqvq5K7SrrEi9y9AOEcgtU1HOkuo46TF3HHKX2vXdRTl47e0zDr+EHokAAAQQQQAABBNJMIFJXo/mPX6vypXP8zAYceY567n2sb1O0qgAXQwABBBBAAAEEEEAAgYAIkLAYkBvJMhBoGQFGRQABBBBoDYF2fUdoxJSrtMu5t6vz6H38JTfOflcf//77mjftV6pYPtf3USCAAAIIIIAAAtsWiCUGunciRqMRuf/VRMrlkhM31CyWi/U1n2tj7VJVhjcoEq3d9lDxPSYaVU44qvzaqNpVRlRcUqvu66p94mJhVVjGHhfNCakuL1d1Re2U132IOg7aS50G7aPCrkMUyiu0R7j/YnNzLSJdBZgXAggggAACCGxLYOGT12nDR3/1u3vt800NPOpc36ZAAAEEEEAAAQQyT4AZI4AAAukhQMJietwHZoEAAggggAACCKjL2P009ry7NfzUX6tdn2FeZNXf/6SZUydr8Yt/SP7YIb+DInMEmCkCCCCAAAKtIBCNyr/NMBKJqC5Sq5pwpUprV2tt9XytrPpYm2qXqSZaYWdiD7RlQ/7LiUidSsPqs7rGR8eysHLs+KnnVhUVqaR7F63r10tlXTqpNi/H7o76uSTmZDv4DwEEEEAAAQQQyEiBpa/cpZXvPO7nXjx6bw2fdKVv11vQiQACCCCAAAIIIIAAAggg0CABEhYbxMRB6SrAvBBAAAEEEAiiQK99v6WJl073/2I/p6iDwlXlWvLSnZo5dYpWvftkEJfMmhBAAAEEEECgGQRcgmAkGlZdpCaWsFi3WmtrNics1kYqGnWVnHBUxWV16r26Rr3X1MgnLIa3HKK6faE29eiqdf16qqxzR9UW5MWTFV1ipEtc3PL4pm5xHgIIIIAAAggg0NoCq/7xtBY9/3t/2aJeQzTq9Ot8mwIBBBBAAAEEWk6AkRFAAAEEskOAhMXsuM+sEgEEEEAAAQQyTCCUX6QBR56jiZdMV6+vnOBnX7lqoeZNv0If33q21s+K/Sgiv2PnCs5GAAEEEEAAgQAIRF22oqKqCpdrQ/VyLS+fo7VVi1Rau0bVkTLVRasViW6VbVjfuu04RVURddtYp55ra1VcGlZRVVi5dVHlRKL+jJp8o40dc7SyZ77WFEslRbUqC5VpQ3i1Vld9rjU2ymrXyyVORu2c/EkUCCCAAAIIINDWAly/EQIbZr+rBY9d48/IKWinkaddo7yOXf02BQIIIIAAAggggAACCCCAwM4JkLC4c347OJvdCCCAAAIIIIDAzgkU9Rqs4af8SmPPu0ddxu7nB9v46fv65M4fae5DP1f5kk98HwUCCCCAAAIItKVAelw7Go2qqq5U66oWa3HZh1pTuVDltesVidbaCKshyYMmatS+PKwea2vUb2WNOpfUKa82lqiYWGVlQY7Wd8nT4r4FWtMlqo355SoPr9P66iVaUT7HxqfaVLNKtdFqe82IjcSZ1AgggAACCCCAQPoLVCyfqwWPX6tIbZWf7PBJV6rDoHG+TYEAAgggkO0CrB8BBBBAAAEEmkOAhMXmUGQMBBBAAAEEEGg5AUb2Ap1H761dzr1dIyZfpfb9Rvm+1e8/p5lTJ+vzZ3+nmk1rfB8FAggggAACCGSngEtWjEQiqqmpUnnZRm1Yv0KVJSWKVESVV91O+dXtVVDdwUbHeqOoqlDtK0LqWBFWcVlYXUrCPlmxqDKinIgUNTkKhwpVl9NJNXnFqirorIqizqoOdVCkrkCqkKpKy7Vp42pt2LhSFZWbVBeuVSRqT1Y0O28Kq0YAAQQQaJwARyOQBgK15Rt9smLVmsV+NoOPu1DddzvMtykQQAABBBBAAAEEEEAAAQSaQcAOQcKiReA/BBBAAAEEEEAgUwR67n2sJl42Q4OOOV+5HTorUlutZa/dp1k3n6YVf52eKctgnggggAACrSzA5YIvEImEFQ6HFamMShtzlLOyQAWritVpbW91XT9oh9FjTTf1WVWgAcur1W1jnQqqXKLhZrewKVBNXg+VFQ5TXWi48quGquu6zeN2Wd9fRas7y6zIVXiVnUtJRNGaqKKRqMhX3OxICwEEEEAAAQTSW2Dhk9dp09x/+Un23v8k9Tv0DN+mQAABBDJFgHkigAACCCCAAAKZIBDKhEkyRwQQQAABBNJYgKkh0OoCJidX/Q//rna9dIbcX567CVStWaIFj1+jWTedpnUf/sV1EQgggAACCCCQRQLu7Yp1dXWxhMUNOQqtLFDh6s7q2OCExe7quypP/VdUq8uGWhXWbJmwGDEFqs7roYrCYQqbESqoGmqPG5xMhOy8boC/npbnqm5lWJFNEUVqIz5hMZpF94GlIoBAoAVYHAIIBFxg0bM3a80/X/Cr7Dr+QA078ee+TYEAAggggAACCCCAAAJZJcBiW0Eg1ArX4BIIIIAAAggggAACLSBQ0K2f/8vzcT95UN0mHuyvUDL/A825+8f69P5LVbpwpu+jQAABBNJfgBkigEBzCBRUL1NhjYvltm5cFITXKSdcKROVjL74KxStU25diQpqV6igZsdjF1QvVX5VLL44Gj0IIIAAAggggEB6CSx/a5qWvna/n1T7AWM08ozrfZsCAQSaW4DxEEAAAQQQQAABBBCQSFjkKUAAAQSCLsD6EEAg8ALFw3fX6O/dopGn/1YdBo3z6137n5c1c+pkff6nG1W9YYXvo0AAAQQQQACB4AoUb/qHum34s42/qPvGv6jHpjcaFZ3KZ6mgdvU2gXIjpepQNU/dSv62w3Hd9buu/7O6rH1Nnde8qvzqldsclx0IINCMAgyFAAIIINAkgXX/e10Ln/itPze3Q2eNOv1a5RQU+W0KBBBAAAEEEEAAAQTSToAJIRAAARIWA3ATWQICCCCAAAIIIOAEeuxxlCZeOl2Dj7tI+cU9pWhEy/7yR82aOkXL33hY0XCdO4xAAIEmCHAKAggggAACCCCAAAIIIIBA8ARKF36oBY9fm1zYyCnXqKj3sOQ2jewTYMUIIIAAAggggAACCCDQ8gIkLLa8MVdAAIHtC7AXAQQQQKCZBfoderpPXOx78GQ/cvWGlVr41PWadfNpWvvBq76PAgEEEEAAAQQQQACBVhbgcggggAACCKSVQNX65T5ZsWbTGj+voSf+XF3G7ufbFAgggAACCCCAAAJNFuBEBBBAYIcCJCzukIgDEEAAAQQQQACBzBPI79xTQ751qSZcPE3ddzvML6B04Ux9et/FmnPvhSqZ94HvowiKAOtAAAEEEEAAAQQQQAABBBBAAIGGCkQjYS188jqVLf7Yn9Lv0DPUZ/+TfDu9C2aHAAIIIIAAAggggAACCGS+AAmLmX8PWUFLCzA+AggggAACGSzQccgEjTprqkafPVUdh+7qV7Luv6/7ty0ufOK3qlq7xPdRIIAAAggggAACWS8AAAIIIIAAAghkjYD7O5H1H77h19t9t8M1+LgLfZsCAQQQQAABBLJAgCUigAACCLS5AAmLbX4LmAACCCCAAAIIINDyAt2+dJgmXPSwhpxwmQq69vUXXP7WNM2aOkVLX7tPkZoq39dSBeMigAACCCCAAAIIIIAAAggggEDwBTJhhUtfvVcr3p7hp9pp6K4addaNvk2BAAIIIIAAAggggAACCCDQOgIkLLaOc0tehbERQAABBBBAAIEGC/Q9aJImXjpd7kcdmZxc1ZSs1aJnf6eZN03Rmn++0OBxOBABBBBAAAEEWl2ACyKAAAIIIIAAAgjspMDq957Voudu8aPkd+mtkWdc59sUCCCAAAIIpJEAU0EAAQQQQCDwAiQsBv4Ws0AEEEAAAQQQ2LFAdh2R17Gr/1FHEy55VN2/fKRffPmST/TZH/9Pn9x5njZ99r7vo0AAAQQQQAABBBBAAAEEEEAgWAKsJpsFNs75hxY8cW2MwBiNPO3a5E+hiHVSIoAAAggggAACCCCAAAIItIZAqMUvwgUQQAABBBBAAAEE0lKgw4AxGnXGdRrz/VtVPHIPP8f1s97SR7ecrfkzrlTFygW+jwIBBBBAAIEGCXAQAggggAACCCCAAAJpKlCxcr4WPvFbhavK/QxHTLpSxSO+7NsUCCCAAAKNFOBwBBBAAAEEEEBgJwVIWNxJQE5HAAEEEECgNQS4BgItKdB1wkEad8H9GnbS5SrqOchfauU7j2vW1Cla8spdCleW+T4KBBBAAAEEEEAAAQQQQACBlhVgdAQQaH6BuspSLXjit8l/mDngqHPVc+9jm/9CjIgAAggggAACCCCAAAIINFAg2w8jYTHbnwDWjwACCCCAAAIIxAV673eiJlw6XQOO+J5C+YWqq9ikxc//XjNvmqLV/3gmfhQVAgggkLECTBwBBBBAAAEEEEAAAQSyUGDhE9dp05z3/Mp77fNNDTzyHN+mQACBwAqwMAQQQAABBBBAAIE0FyBhMc1vENNDAAEEMkOAWSKAQFAEcos6auDR52niJdOTbxuoWD5Xcx/5hWb/4RxtmP1uUJbKOhBAAAEEEEAAAQQQQKDRApyAAAIIZJbAoudu1er3n/WT7jxqbw2fdKVvUyCAAAIIIIAAAggggMD2BNiHQMsKhFp2eEZHAAEEEEAAAQQQyESBdn2Ha8Tkq7TLD+9Q59H7+CW4ZEWXtDhv2q9Uvuwz30eBAALNKMBQCCCAAAIIIIAAAggggAACzSaw4q/TtfTVe/x4RT0HaeSZ1/s2BQJtLsAEEEAAAQQQQAABBBDIcgESFrP8AWD5CGSLAOtEAAEEEGiaQJddvqqx592t4af+WkW9h/lBVv39T5p10xQtfuH3qi3b4PsoEEAAAQQQQAABBBBIBwHmgAACCCCAgBNY/+EbWvDEta6pUH6hRp5xnfI6dPHbFAgggAACCCCAAAKZL8AKEEAgswVIWMzs+8fsEUAAAQQQQACBVhHote+3NPGyGRpw1LnKbddR4apyLXn5Ln1082la+e4TrTIHLtLmAkwAAQQQQAABBBBAAAEEEEAAgbQXKPt8VixZMRr1cx0x5Wp1GDjWtykaJMBBCCCAokzF9gAAEABJREFUAAIIIIAAAggggECLCpCw2KK8DI5AQwU4DgEEEEAAgfQXyMkv1MAjz9GES6ar11dO8BOuWLlQ86f/Rh/dcrbWz3rL91EggAACCCCAAAIIbEuAfgQQQAABBBBoSYHqDau04MnfqnrDSn+ZwcddpO5fOsy3KRBAAAEEEEAAgdYT4EoIIIAAAtsTIGFxezrsQwABBBBAAAEEEPiCQFHPQRp+yq807oJ71XXc/n7/ps/e1yd3nqfP/vgzlS+erTb5xUURQAABBBBAAAEEEEAAAQQQQCD4AttcYVSfP3W9ShfO9Ef0OeBk9Tv0dN+mQAABBBBAAAEEEEAAAQQQSB8BEhbT516k9UyYHAIIIIAAAgggsLVA8ci9NOacP2jklKvVvv9ov3vNP5/Xh1Mna9Gzv1PNptW+jwIBBBBAAAEEMkeAmSKAAAIIIIAAApkqsOCJ67T2v6/56Xcdd4CGfudnvk2BAAIIIIAAAl8UoAcBBBBAAIG2FCBhsS31uTYCCCCAAAIIZJNAYNfaY69jNPGyGRp0zAXK69BF0boaLX3tPs266TSt+Ot0RaPRwK6dhSGAAAIIIIAAAggggAACCCCwlQCbbSDg/h5ixVvT/JXb9xulUWdP9W0KBBBAAAEEEEAAAQQQQACB9BMISMJi+sEyIwQQQAABBBBAIJsETChH/Q8/WxMvnSH3I5fc2qvWLtWCx6/RR787Xev+92fXRSCAAAIIILCTApyOAAIIIIAAAggggMCWAmv++YL/SQ+uN699Z40883qF8grcJoEAAgggkLECTBwBBBBAAAEEgixAwmKQ7y5rQwABBBBAoDECHItAMwgUdOvrf+TS+Av/qK4TD/Yjlsz7QHPu+Yk+e+BSlS780PdRIIAAAggggAACCCCAAAIItJEAl0UgQAKbPn1fC564NrmiEaddq3a9hya3aSCAAAIIIIAAAggggAACWSuQxgsnYTGNbw5TQwABBBBAAAEEMlWg07DdNOZ7t2jkGdepw6Bxfhlr/v2yZk2dooVP3aDq9ct9HwUCCCAQNAHWgwACCCCAAAIIIIAAAq0jULnqcy188jrVVZT4Cw476RfqMvarvk2BAAIItLQA4yOAAAIIIIAAAgg0XYCExabbcSYCCCCAQOsKcDUEEMhAgR5fPlITL52uwcddpPziHopGI1r+xkOaddNpWvaXhxStq83AVTFlBBBAAAEEEEAAAQQQaEEBhkYAAQR2KBCuKvfJiuXL5/pj+x92lnrv9x3fpkAAAQQQQAABBBBAAIGMEGCSWSxAwmIW33yWjgACCCCAAAIItJZAv0NP18TLHlPfgyb7S1ZvWKnP/3SDZt58mtybF30nBQIItIIAl0AAAQQQQAABBBBAAAEEMl9gwZPXacPsd/1Cuu9+hAYd+2PfpkAAgYQANQIIIIAAAggggAAC6StAwmL63htmhgACmSbAfBFAAAEEtivg3rA45IRLNfHSR9V9t8P9sWWfz9JnD1yqOff8RCXz/uP7KBBAAAEEEEAAAQQQSGsBJocAAggg0KYCi1/4vVb/42k/h45DJmjUmTf4NgUCCCCAAAIIIIAAAs0qwGAIINBiAiQsthgtAyOAAAIIIIAAAgjUJ9Bh0HiNOutGjT77JnUa9iV/yLr//Vmzbj5dC564VpWrF/k+iuwUYNUIIIAAAggggAACCCCAAAIIbEtg5TuPa8nLd/ndBV16adSZN/o2ReYJMGMEEEAAAQQQQAABBBDIXgESFrP33rPy7BNgxQgggAACCKSVQLcvfU3jL3xIQ7/9UxV06+vntuKtRzXrptO07PX7Famp9H0UCCCAAAIIIIAAAo0S4GAEEEAAAQQCKbB+5pv+HzomFjfi9OtU0LVPYpMaAQQQQAABBBDINgHWiwACCGSsAAmLGXvrmDgCCCCAAAIIIBAMgT4HnqpdL52hfl87UyYnV7Wl6/T5Mzf7xMXV/3w+zRbJdBBAAAEEEEAAAQQQQAABBBBAoLUFyhbP1sInr1M0XOcvPfK0a1Q8fHffbpmCURFAAAEEEEAAAQQQQAABBFpKgITFlpJl3MYLcAYCCCCAAAIIZK1AbocuGvzNn2jipdPVY4+jvEPZkk80948/0yd3nqdNn77v+ygQQAABBBBAIAACLAEBBBBAAAEEEGiEQM2mNT5ZsWrdMn/WwG/8SD32PNq3KRBAAAEEEEAgjQWYGgIIIIAAAtsQIGFxGzB0I4AAAggggAACmSiQ6XNu33+0Rp7+W435wW0qHrGHX876WW/po1vP1vwZV6pixXzfR4EAAggggAACCCCAAAIIIIBANgtk09oXPnW9SuZ/4Jfca5/jNODr3/dtCgQQQAABBBBAAAEEEEAAgcwUIGGx4feNIxFAAAEEEEAAAQRaSaDr+AM17sf3a9hJl6uwxyB/1ZXvPK5ZN5+mJS/fpbqKEt9HgQACCCCAQAsIMCQCCCCAAAIIIIBAmggsfOoGrf3PK342xSP30vBJv/FtCgQQQAABBJpBgCEQQAABBBBAoI0ESFhsI3guiwACCCCAQHYKsGoEGifQe78TtetPZ6j/Ed9TTkGR6so3afELv/eJi6v+8XTjBuNoBBBAAAEEEEAAAQQQQACBVhLgMgjsvMCyPz+o5W885Acq7DFQo86+0bcpEEAAAQQQQAABBBBAAAEE0kWgafMgYbFpbpyFAAIIIIAAAggg0EoCOYUdNOjo8zThkkfVc+9j/VUrls/TvEd+qY9//wNt+Phd30eBAAIIZI0AC0UAAQQQQAABBBBAIOACa//9kj5/eqpfZSivQKPOvEF57Tv7bQoEEEAgawRYKAIIIIAAAgggEFABEhYDemNZFgIIIIBA0wQ4CwEE0legXZ/hGjH5Ku3ywzvVecy+fqIbP/mbZt9+jk9eLF/2qe+jQAABBBBAAAEEEEAAAQR2JMB+BBBIX4FNc/+tBU/8NjnBkaf/Vh0G7pLcpoEAAggggAACCCCAAAIINFSA49JTgITF9LwvzAoBBBBAAAEEEEBgGwJddvmKxv7oLg0/9Qq5JEZ3mPvx0LOmTvE/Lrq2dL3rIhBAoO0EuDICCCCAAAIIIIAAAggg0CSBytWLtPDJ61RbtsGfP+T4S9Rt10N9mwIBBNJOgAkhgAACCCCAAAIIINAkARIWm8TGSQgggEBbCXBdBBBAAIGEQK99j9fEy2Zo4FE/VG5RR4WrK7Tk5bs06+bTtPKdxxOHUSOAAAIIIIAAAgggkIECTBkBBBDIPoFITZUWPnW9ypfO8Yvvc+Ap6nvIFN+mQAABBBBAAAEEEEAgmAKsCoHsFCBhMTvvO6tGAAEEEEAAAQQCIRDKK9CAI3+gCZdOV++vnuDXVLnqc82fcaU+uvVsrZ/5pu+jQGALATYQQAABBBBAAAEEEEAAAQTSTmDBk9dpw0dv+3l1HX+ghn77/3ybAoEmC3AiAggggAACCCCAAAIIpKUACYtpeVuYFAKZK8DMEUAAAQQQaAuBop6DNOzkX2ncBfepy7j9/RQ2ffq+PrnrfM196GcqXfSR76NAAAEEEEAAAQQQaB4BRkEAAQQQQKA5BZa8dIdW/e1JP2T7fiM16qwbfZsCAQQQQAABBBBAoG0FuDoCCCDQEgIkLLaEKmMigAACCCCAAAIItIlA8cg9tcs5f9DI065R+/6j/RxWv/+8PrrpNH3+zM2q2bja96V5wfQQQAABBBBAAAEEEEAAAQQQyBoBl6i4+MXb/Xpz23XSqLOmyv1EBd8R7ILVIYAAAggggAACCCCAAAJZKUDCYlbe9mxeNGtHAAEEEEAAgWwQ6LHn0dr1p49p0DEXKK9jV0XqarTs9fs16+bTtOKtRxWNRrKBgTUigAACCCCQxQIsHQEEEEAAAQQyQWD9R29rwRO/TU511JnXq6jX4OQ2DQQQQAABBBBAYPsC7EUAAQQQyEQBEhYz8a4xZwQQQAABBBBAoC0FMuXaJqT+h5+tiZdOV+/9T/Kzrlq71H4Qcq0+uvkMrfvf676PAgEEEEAAAQQQQAABBBBAAAEE6hFo4a7ypXP0+VPXK1Jb7a807ORfqvOYr/g2BQIIIIAAAggggAACCCCAQHAFSFhMs3vLdBBAAAEEEEAAAQSaV6Cga18NO/HnGn/RQ+o28RA/eMn8DzTnngv16f2XqHTB/3wfBQIIIIAAAq0pwLUQQAABBBBAAIFsFqgtXa8FT16nytX/z95dwMtR3vsf/87G5cTd3ZOTBKe4S6FoKS0FIlihOESAQou0UCACXArFpRDD3d0hJDlxd8+JntjJzt3fbDa7e9zP7uwnL2Z25pnHfu+Z2fv/n/u7zy72GNqcMEQtDjvXO2aHAAIIIIAAAggggAACCCDgbwESFv19f/OOjlIEEEAAAQQQQCAFBep1GqAel45W98H/VlqHvp7Aup/f09QHLtTCV/6tHeuXe2XsEEAAAQQQ8I0AgSCAAAIIIIAAAgkqsHDSfdo89ydvdk32O1ntf3etd8wOAQQQQAABBEogQBMEEEAAAQSSTICExSS7YUwXAQQQQAABBBJDgFkkr0CT/U5Sv5v+p45n3ajqDZqFAnG14uPnNO3Bi7zPYPauUBn/IYAAAggggAACCCCAAAIIICBhUPYCi159QGt/fNvrOK1juroPvs87ZocAAggggAACCCCAAAIIIJAaAomYsJga8kSJAAIIIIAAAgggUKkCrY69SOk3v6xWx1zozWPXxtXeSosZowZp7U/veGXsEEAAAQTKVYDOEUAAAQQQQAABBFJMYMUnz2n5R894UVev30w9hj7gHbNDAAEEEPC1AMEhgAACCCCAAAJxAoG4M04QQAABBBBAwCcChIEAAkURqF6/qTqefZPSb35JTQae6DXZsmiq5jw9TLP+e92+n6fyLrBDAAEEEEAAAQQQQAABBBJOgAkhkDwC6355Xwsn/XvfhLsP+beqN2i+75wDBBBAAAEEEEAAAQQQQACB/AT8VU7Cor/uJ9EggAACCCCAAAIIlECgbvs+6j7kfvW4dLTSOg3welj/60eaNnqQFoy/R9vXLPbK2CGAQIoJEC4CCCCAAAIIIIAAAgiUicDm+b9o4cR79/XV7aJ/ql7ngfvOOUAAAQQqVYDBEUAAAQQQQAABBCpUgITFCuVmMAQQQACBiACfCCCAQCIKNE4/Vv1ueE4dzx2uGo1beVNc+flLyhh1kZZ98KSCO7O8MnYIIIAAAggggAACCCBQNAFqIYAAAjvWLfOSFXdtWuthtPvtVWp64G+9Y3YIIIAAAggggAACCCDgDwGiQKA4AiQsFkeLuggggAACCCCAAAIpIdDqqD8pfdg4tT5+sAJVq2nX5vVa/PpoTX3wIq35/o2UMCDIpBBgkggggAACCCCAAAIIIIBAQgu42bu0cNJ92rpkhjfP5oeepbYnX+Yds0MAgSILUBEBBBBAAAEEEEAAAV8JkLDoq9tJMAggUHYC9IQAAgggkOoC1eo0UIczrgXgXgsAABAASURBVFO/m19Ss70rP2xbNktzn7tFMx69ShtnfSv+IYAAAggggAACCCS7APNHAAEEEChPgQUT79WGqZ96QzTocbC6/Onv3jE7BBBAAAEEEEAAAQQqVoDREEAgkQRIWEyku8FcEEAAAQQQQAABBBJOoE7r7up60T/V64pHVL/bgd78MjM+1/SHLtX8l/6hrJXzvDJ2eQhQhAACCCCAAAIIIIAAAgggkLICS9/9j1Z9Od6Lv2bTduo+5AHvmJ0PBQgJAQQQQAABBBBAAAEEECiGAAmLxcCiKgKJJMBcEEAAAQQQQKBiBRr2OUJ9rnlSnf9wm2o1a+8NvuqrCZr24EVa+u5jyt62yStjhwACCCCAAAIIlKUAfSGAAAIIIJCMAqu/fVVL3nrEm7pTpZp6DLlfVWvX887ZIYAAAggggAACCOQWoAQBBBBIJQESFlPpbhMrAggggAACCCCAQKxAiY5bHP57pQ8bp7YnX6ZA9VrKztoc+l/CPKxpoy/W6m9eKVGfNEIAAQQQQAABBBBAAAEEEEDALwKZM77Swon37gun+5B/q07bnvvOK+GAIRFAAAEEEEAAAQQQQAABBBJIgITFBLoZ/poK0SCAAAIIIIAAAv4VqFKzjtr99ir1H/aymh1yhhdo1op5mvfi7ZrxyOXKnP6lV8YOAQQQQAAB/wsQIQIIIIAAAgggEBXIWjFXiybdpz07tnmFHc++SY3Tj/WO2SGAAAIIIIBAMgswdwQQQAABBMpOgITFsrOkJwQQQAABBBBAoGwF6C3hBWq16KSuF9yp3n99XA16HurNN3PG15rxf3/RvBf+pq1LZ3pl7BBAAAEEEEAAAQQQQAABBBDIV8AnF7K3bdSCifcqa9VCL6JWR1+gVsdc6B2zQwABBBBAAAEEEEAAAQQQQCAikLIJixEAPhFAAAEEEEAAAQQQKK1Agx6HqPdVj6nLBf9Q7ZZdvO5Wf/uqMkZdrMVvPqzdW9Z7ZewQQAABBCpegBERQAABBBBAAAEEChaY+8LftOSthwuuVISrlqy4afb3Xs1G/Y5Wx3OGecfsEEAAAQQQqAgBxkAAAQQQQACB5BEgYTF57hUzRQABBBBAINEEmA8CCOQQaH7ImUofPk7tTr1SVWvX056dWVr23mOa+uBFWvXluBy1OUUAAQQQQAABBBBAAAEEkkKASfpcYMeaxVr67mOa8+yIEke6+PXRWvvDW177Oq27q8fQB7xjdggggAACCCCAAAIIIIAAAkkjUGETJWGxwqgZCAEEEEAAAQQQQCAVBAJVq6vtKZcrfdjLav6bc7yQ7X/5M//lu5QxZog2TP3UK2OHAAIIhAXYI4AAAggggAACCCBQuQJZq8M/4WwJh9MeKP5POK/47EUt++BJL4gqteqq+9AH5FSp5p2zQwABBBCICPCJAAIIIIAAAgggEBEgYTEiwScCCCCAgP8EiAgBBBCoRIGaTdqqyx9vV59rnlKjvkd6M9k05wfNfOxqb9WKLYumeWXsEEAAAQQQQAABBBBAoJQCNEcAgRIL7N6aqezQFulg84LJ+nHkMZHTQj/XTf5ACyfeu69ejyEPqFaz9vvOOUAAAQQQQAABBBBAAAEEykyAjnwjQMKib24lgSCAAAIIIIAAAggkokD9bgeo5+UPq9tF/1Sdtj29KXqrVjx4kRa/Pkq7Nq72ytghkKgCzAsBBBBAAAEEEEAAAQT8K2C/CJAzul2b1urrK/vmLM51vmXhFC2aeJ/kut61zuffrgY9D/WO2SGAQPIJMGMEEEAAAQQQQAABBCpKgITFipJmHAQQQCC3ACUIIIAAAikk0PTA36r/sHFq/7trVS2tkdw9u7Xsg6c07cGLtPKzF+UGgymkQagIIIAAAggggEBKCRAsAgggkLACWasX5Ts3S1pc8tbDeV7fuWGFFky4Vzv3/h/htT3xErU47Jw861KIAAIIIIAAAggggECKCBAmAggUUYCExSJCUQ0BBBBAAAEEEEAAgVILOI7anDDES1xseeT5Xnc71i8P/S95/qWM0YO07pcPvDJ2xRGgLgIIIIAAAggggAACCCCAQEkFdqzJP2HR+lz67mOa88xwO9y3ucE9WjjxPm1dPM0ra3rAqWp3+tXeMTsEyk+AnhFAAAEEEEAAAQQQQMAvAiQs+uVOEgcC5SFAnwgggAACCCBQLgLVG7ZQp9+PVN8bnlfj9GO9MTbP/0Wzn7xBs5+6SVsWTPbK2CGAAAIIIIAAAhUiwCAIIIAAAikrUNAKixGUtT++rakP/DlyqoUT79X6KR9752md+qvbxf/yjtkhgAACCCCAAAIIJLgA00MAAQQSRICExQS5EUwDAQQQQAABBBBAwJ8CBUVVL/S/2Olx6Wh1H3K/6rbv61Vd9/N7mvrgRVo46T7tWLfMK2OHAAIIIIAAAggggAACCCCAQHkI7FizuEjdblnwq34ceYyWvv9frfz8Ja9N9fpN1WPIA94xOwkDBBBAAAEEEEAAAQQQQACBogmQsFg0J2olpgCzQgABBBBAAAEEfCHQZOCJSr/5f+p41k2q0bC55Lpa8cnzyhh9sVZ8/KyCu3f6Ik6CQAABBBBAoIQCNEMAAQQQQACBchLYsWZRkXvetWmtlrwxdl/97kMeUPUGzfadc4AAAggggAACCJRSgOYIIIAAAikiQMJiitxowkQAAQQQQAABBPIWoDSRBFode6HSh41Tq2P+LDmOdmau1sJX7te0UYO09sd3xD8EEEAAAQQQQAABBBBAAAEESiaQu9X2NYsV3JOd+0IRShr3O0b1Og8oQk2qIIAAAggggAACCCCAAAIIIBAvQMJivEfZntEbAggggAACCCCAAALFFKiW1lgdz75Z6Te9pCb7neS13rp4muY8M0yzHr9Wm+b84JWxQwABBBBIIAGmggACCCCAAAIIJKHAjjWLSzzr9VM/Cf3/U4eXuD0NEUAAAQQQSEoBJo0AAggggAACZSJAwmKZMNIJAggggAACCJSXAP0ikKoCddv3VvfB/1aPS8eoXueBHsP6KR8rY8wQLRh/j7avLvrPdnmN2SGAAAIIIIAAAggggAACCSzA1CpeIKuU///KtT++ran3X1DxE2dEBBBAAAEEEEAAAQQQQACBpBWwiZOwaApsCCCAAAIIIIAAAggkqEDj9GPU9/pn1en3I1WzcWtvlis/f0nTRl2kZe8/oT07tnpl7BBAAIECBLiEAAIIIIAAAggggEAugR1rSv9/CLdl4RT9OOLoXH1TgAACCCBQKQIMigACCCCAAAIIJIUACYtJcZuYJAIIIIBA4gowMwQQQKBiBFoeeb7Sh49XmxMGy6lSTbu3bNDiN8Zo2ujBWvP96xUzCUZBAAEEEEAAAQQQQCBlBQgcAf8JlHaFxYjIrs3r9PWVfSOnfCKAAAIIIIAAAggggAACSSzA1CtCgITFilBmDAQQQAABBBBAAAEEykCgau16av+765Q+7GU1PfC3Xo/bls7U3Odu1cz/XKWNM7/xytghkHQCTBgBBBBAAAEEEEAAAQQqXGDHmsVlOqYlLdr/YV2ZdkpnCCDgLwGiQQABBBBAAAEEEEAgJEDCYgiB/xBAAAE/CxAbAggggID/BOq07qZuF/1Tvf7yf6rf7UAvwA3TPtf0hy/TvP/9XVkr5nll7BBAAAEEEEAAAQRSR4BIEUAAgeII7Nm+Vbs2rSlOkyLVXfb+E5r91M1FqkslBBBAAAEEEEAAAQQQKL4ALRDwgwAJi364i8SAAAIIIIAAAgggkJICDXsfrj7XPKkuf7xdNZu19wxWfz1R00ZdpKXv/EfZ2zZ6ZexKLUAHCCCAAAIIIIAAAggggICvBLJWLyy3eNb9/K6m3v+ncuufjhEoRwG6RgABBBBAAAEEEEAAgQoQIGGxApAZAgEEChLgGgIIIIAAAgiUVqD5b85R/+Hj1eaky1SlRm1lZ23Wkrcf0bRRg7Tq64ml7Z72CCCAAAIIIIBAGQjQBQIIIIBAIgnsWLO4XKezZeFU/TjiqHIdg84RQAABBBBAAAEEElGAOSGAAAKFC5CwWLgRNRBAAAEEEEAAAQQQSGyB0OwsUbH9aVcpfdjLan7ImaESKWvlPM3/3981/eHLlJnxhVfGDgEEEEAAAQQQQAABBBBAAIGs1YvKHWHX5vWa8cgV5T5OSg1AsAgggAACCCCAAAIIIICADwRIWPTBTSSE8hWgdwQQQAABBBBAIJkEajXvqC4X/EO9//pfNez1G2/qG2d+oxmPXqm5L9ymrUtnemXsEEAAAQQQQCBegDMEEEAAAQRSSWDHmvJLWGzY81B1/sNtOuCfn6nXlY+mEiuxIoAAAggggEASCDBFBBBAAIHKFyBhsfLvATNAAAEEEEAAAQT8LkB8lSDQoMfBof/F0H/U9c93qXarLt4M1nz7mqY9eJGWvPWwdm9e55WxQwABBBBAAAEEEEAAAQQQSD2B7WX8k9D1ux+kTr8fqQPu+US9rnpMLQ7/varXa5x6sESMAAIIIIAAAggggAACCCBQqAAJi4USJXoF5ocAAggggAACCCCAQP4CzQ7+ndKHjVe7316pqrXrKbhru5a++5imjbpYK794Of+GXEEAAQQQSDABpoMAAggggAACCJSdwPbVC0vdWf1uB6rTuSO0/10fqc/VT6jlkeerev2mpe6XDhBAAAEEEEhtAaJHAAEEEEDA/wIkLPr/HhMhAggggAACCBQmwHUEfC4QqFpNbU++XOnDxqnFYed60dpqGgvG3a2MMUO0/tePvTJ2CCCAAAIIIIAAAggggICvBQjOE9i5foWCu3d6x8Xd1euynzqefbP2v+sD9bnmSbU86o+q0bB5cbuhPgIIIIAAAggggAACCCCAQAoLlHvCYgrbEjoCCCCAAAIIIIAAAgklULNJG3U+/2/qe90zatjnSG9um+b8oFn/vVZznx2hLYumiX8IIIBASQVohwACCCCAAAIIIJAcAlnFXF2xXueB6njWTdrvH+95///JVsf8WTUatkyOYJklAggggECZC9AhAggggAACCCBQWgESFksrSHsEEEAAAQTKX4AREEAAgTIVsBUxel3xsLoNuld12vTw+l7zw1vKGHWRFr02Sjs3rPTK2CGAAAIIIIAAAggggECFCjAYAhUisGPN4kLHSeuYrg5nXK/9/v6O+l7/rFode6FqNm5daDsqIIAAAggggAACCCCAAAIIFCqQ8hVIWEz5RwAABBBAAAEEEEAAgVQVaLr/Keo/YoLa/+5aVa/XWMHs3Vr+4VOaNvpirfz0BbnBPalKQ9y+FCAoBBBAAAEEEEAAAQQQMIH8VlhM69BPHX53nQbe/pb63fiCWh8/SDWbtLUmbAgggEASCTBVBBBAAAEEEEAAgUQXIGEx0e8Q80MAAQSSQYA5IoAAAggktUCbE4Yofdg4tTzyfC+OnetXaMHEezVt1CCt++V9r4wdAggggAACCCCAAAKCAAEEfCEQu8L8ImA9AAAQAElEQVRi3Xa91e70qzXwb2+o300vqvUJg1WrWXtfxEkQCCCAAAIIIIAAAgggUEIBmiFQzgIkLJYzMN0jgAACCCCAAAIIIJAMAtUbNFen349UvxtfVOP+x3lT3rJgsmY/eaO3bZ7/i1fGrvwE6BkBBBBAAAEEEEAAAQQQqAiB7G0b1e60qzTg1leVPuxltT3xEtVq3rEihmYMBBCQBAICCCCAAAIIIIAAAqkuQMJiqj8BxI9AaggQJQIIIIAAAggUUSCtYz/1uGSUegx9UPZzYNbMVlmc9uBFWjjp39qxbqkVsSGAAAIIIIAAAokowJwQQAABBIogkD58vNqedJlqt+xShNpUQQABBBBAAAEEEEAg4QSYEAIIJLkACYtJfgOZPgIIIIAAAggggAAC5SHQeMDxsp8D63j2TbLVFyVpxSfPadqoi7X8w6e1Z9eO8hiWPhFAAAEEEEAAAQQQQAABBBBAoFIFGBwBBBBAAAEEEEAAAQQQKF8BEhbL15feESiaALUQQAABBBBAAIEEFWh1zIXqP3y8Wh17YWiGjnZtXKNFrz2o6WMGa+2Pb4fK+A8BBBBAAAEEiixARQQQQAABBBBAAAEEEEAAAQQQ8L8AESKAAAIIFChAwmKBPFxEAAEEEEAAAQQQSBYB5ll+AtXSGqnjWTep//BxarLfSd5AWxZN05xnhmvW49dq0+zvvTJ2CCCAAAIIIIAAAggggAACCJS3AP0jgAACCCCAAAIIIIAAAggkt0AguafP7CtIgGEQQAABBBBAAAEEEFCdtj3VffC/1eOysarXeaAnsn7Kx8oYO1Tzx92t7asXemXsEEAAAQSSVoCJI4AAAggggAACCCCAAAIIIICA/wWIEAEEEEAAgUoVIGGxUvkZHAEEEEAAAQRSR4BIEfCPQON+R6vv9c+q0+9HqmaTNl5gq754WdNGXaxl7/9X2du3emXsEEAAAQQQQAABBBBAAIHUEyBiBBBAAAEEEEAAAQQQQAABBBAoSMAfCYsFRcg1BBBAAAEEEEAAAQQQKBeBlkeer/Th49XmhCEKVK2u3Vs2aPEbY5UxepBWf/tauYxJpwggkOIChI8AAggggAACCCCAAAIIIIAAAv4XIEIEEEAAAQQQ8LUACYu+vr0EhwACCCCAQNEFqIkAAgiURKBqrTS1/921Sh82Ts0OOs3rYtuyWZr3wm2a8eiV2jjza6+MHQIIIIAAAggggAACCCSGALNAAAEEEEAAAQQQQAABBBBAAAH/CyRyhIFEnhxzQwABBBBAAAEEEEAAgeQQqN2qi7peeI96/eVR1e9+kDfpzIwvNP3hyzX/pb9r2/I5Xhk7BHwuQHgIIIAAAggggAACCCCAAAIIIOB/ASJEAAEEEEAAAQQQKIUACYulwKMpAggggEBFCjAWAggggEAyCDTsfZj6XP2EuvzxdtVq3sGb8qqvJipj1MVa+s6jyt6a6ZWxQwABBBBAAAEEEEAgbwFKEUAAAQQQQAABBBBAAAEEEEDA/wJEmMoCJCym8t0ndgQQQAABBBBAAAEEykmg+W/OUf/hE9T2lMtVpUZtZW/foiVv/5+mjR4sS2Asp2HptjABriOAAAIIIIAAAggggAACCCCAgP8FiBABBBBAAAEEEEAAgQQWIGExgW8OU0MAgeQSYLYIIIAAAgggEC8QqF5T7U69Uv2Hj1fzQ870LmatnKf5L/1d0x++TJkZn3tl7BBAAAEEEEAAgWQSYK4IIIAAAggggAACCCCAAAIIIOB/ASJEAIHyEyBhsfxs6RkBBBBAAAEEEEAAAQRCAjWbtVeXC/6h3lc/oQY9fxMqkTbO/EYzHr1Kc5+/VVuXzPDKJPGJAAIIIIAAAggggAACCCCAAAL+FyBCBBBAAAEEEEAAAQQQSGEBEhZT+OYTeqoJEC8CCCCAAAIIIFC5Ag26H6TeV/1HXf98l2q36uJNZs13rytj9MVa/MZY7dq0xitjhwACCCCAAAKlEaAtAggggAACCCCAAAIIIIAAAgj4X4AIEUAAgeQVIGExee8dM0cAAQQQQAABBBCoaAHGKxOBZgf/Tv1HTFT70/6qqnXqa8/O7Vr2/n81bdRgrfzi5TIZg04QQAABBBBAAAEEEEAAAQQQKLEADRFAAAEEEEAAAQQQQAABBMpNgITFcqOl4+IKUB8BBBBAAAEEEEAgdQScQBW1OelSpQ8bpxaH/94LfMfaxVow7m5ljB6s9b9+5JWxQwABBBDwnwARIYAAAggggAACCCCAAAIIIICA/wWIEAEEEEAAgfwESFjMT4ZyBBBAAAEEEEAg+QSYMQJJJ1CzcWt1/sNt6nvdM2rU9yhv/pvm/qhZ/71Oc54Zri0Lp3pl7BBAAAEEEEAAAQQQQAABBPYJcIAAAggggAACCCCAAAIIIIBA0gqQsFjkW0dFBBBAAAEEEEAAAQQQKC+Bel32U8/LH1K3Qfeqbtue3jBrf3xb00ZdpEWvPqidG1Z4ZewQQACB8hdgBAQQQAABBBBAAAEEEEAAAQQQ8L8AESKAAAIIIIBAZQmQsFhZ8oyLAAIIIIBAKgoQMwIIIFCIQNP9T1H68PHqcOb1qpbWWO6ebC3/6GlNGz1IKz55zjsvpAsuI4AAAggggAACCCCAQGULMD4CCCCAAAIIIIAAAggggAACCPhfoIQRkrBYQjiaIYAAAggggAACCCCAQPkJtD5ukJe42PKoP3qD7Fy/Qgsn/VsZYwZr3c/veWXsEEhVAeJGAAEEEEAAAQQQQAABBBBAAAH/CxAhAggggAACCCDgVwESFv16Z4kLAQQQQKAkArRBAAEEEEgggRoNmqnTuSPU76YX1bj/cd7MNs+frNlP3aTZT96oTfN+9srYIYAAAggggAACCCBQTAGqI4AAAggggAACCCCAAAIIIICA/wWIMEEFSFhM0BvDtBBAAAEEEEAAAQQQQCAskNahn3pcMiq0Pai6Hfp6het+eV8Zoy7Wwkn3acfaJV4Zu0QRYB4IIIAAAggggAACCCCAAAIIIOB/ASJEAAEEEEAAAQQQQKBkAiQslsyNVggggEDlCDAqAggggAACKSzQuP/xSr/pf+p0zjDVaNjCk1jxyfOaNupiLf/wKe3Zud0rY4cAAggggAACCCS9AAEggAACCCCAAAIIIIAAAggggID/BYgQgRQVIGExRW88YSOAAAIIIIAAAgggkKwCLY++QOnDx6vVsRfJcQLatWmtFr02ShljBmvtD28VGhYVEEAAAQQQQAABBBBAAAEEEEDA/wJEiAACCCCAAAIIIIAAAokpQMJiYt4XZoVAsgowbwQQQAABBBBAoEIEqtVtqI5n3aj0YS+r6f4ne2NuXZyhOc+O0MzHr9Gm2d97ZewQQAABBBBAoFwE6BQBBBBAAAEEEEAAAQQQQAABBPwvQIQIIIBAuQiQsFgurHSKAAIIIIAAAggggEBJBWhXHIE6bXuq26D71PPyh1Svy0Cv6YYpnyhj7FDNH3e3slbO98rYIYAAAggggAACCCCAAAIIIJBYAswGAQQQQAABBBBAAAEEEEhNARIWU/O+p27URI4AAggggAACCCDgS4FGfY9S3+ueVec/3KqaTdp4Ma764mVljB6kZe89ruztW7wydggggAACKSJAmAgggAACCCCAAAIIIIAAAggg4H8BIkQAAQQQSEoBEhaT8rYxaQQQQAABBBBAoPIEGBmBRBZocfh5Sh8+QW1OHCqnanXt3pqpxW8+pIzRg7X621cTeerMDQEEEEAAAQQQQAABBBBIKAEmgwACCCCAAAIIIIAAAggggEB5CJCwWB6qJe+TlggggAACCCCAAAIIIFBKgaq16qr96deo//BxanrgaV5v25bN0rwX/qaZj16pjTO+8srYIYAAApUowNAIIIAAAggggAACCCCAAAIIIOB/ASJEAAEEEEAAgTwESFjMA4UiBBBAAAEEEEhmAeaOAAIIhAVqt+yibhfdo95X/Uf1ux3kFW7I+ELTH7lC8/73d21bPtsrY4cAAggggAACCCCAAALJKMCcEUAAAQQQQAABBBBAAAEEEEAgGQWKl7CYjBEyZwQQQAABBBBAAAEEEEhpgQY9f6M+1zyhLn+8Q7VbdPQsVn89URmjB2nJW48oe2umV8YOAQRiBDhEAAEEEEAAAQQQQAABBBBAAAH/CxAhAggggAACCCBQCQIkLFYCOkMigAACCKS2ANEjgAACCFSOQPPfnK304RPU9pQrVKVmHWVnbdHSd/+jqaMGadVXEypnUoyKAAIIIIAAAggg4FsBAkMAAQQQQAABBBBAAAEEEEAAAf8LEGHxBUhYLL4ZLRBAAAEEEEAAAQQQQCBJBQLVaqjdqX9R/2Hj1PzQs7wotq+ar/kv/UPTH7pUG6Z+6pWxS3gBJogAAggggAACCCCAAAIIIIAAAv4XIEIEEEAAAQQQQAABHwqQsOjDm0pICCCAQOkEaI0AAggggID/BWo2a68uf/q7+lzzpBr2OswLeOOsbzXzsas19/lbtXXJdK+MHQIIIIAAAggg4F8BIkMAAQQQQAABBBBAAAEEEEAAAf8LECECiSdAwmLi3RNmhAACCCCAAAIIIIAAAhUkUL/bgep15aPqeuHdqt2qqzfqmu9e17RRF2vxG2O0a+Mar6zYOxoggAACCCCAAAIIIIAAAggggID/BYgQAQQQQAABBBBAAAEEii1AwmKxyWiAAAKVLcD4CCCAAAIIIIBAWQs0O+h09R8xUe1Pv1pVa9dXcNcOLXv/CWWMGayVn78UGs4NbfyHAAIIIIAAAhUpwFgIIIAAAggggAACCCCAAAIIIOB/ASJEAIHUEyBhMfXuOREjgAACCCCAAAIIIIBAHgJOIKA2J16i/iPGq8Xh53k1tq9ZrAXj71HGmCFa/+uHXhk7BBBAAAEEEEAAAQQQQAABBJJEgGkigAACCCCAAAIIIIAAAgknQMJiwt0SJpT8AkSAAAIIIIAAAgggkMwCNRq1Uuc/3Kp+NzynRn2P8kLZNOdHzfrv9Zrz9DBtXvCrV8YOAQQQQCDVBYgfAQQQQAABBBBAAAEEEEAAAQT8L0CECCCAAAJlLUDCYlmL0h8CCCCAAAIIIIBA6QXoAYEEEEjrNEA9L39I3Qbdpzpte3ozWvvTO8oYPUiLXn1AO9ev8MrYIYAAAggggAACCCCAAAIIlFCAZggggAACCCCAAAIIIIAAAiknQMJiyt1yiZARQAABBBBAAAEEEECg6AJN9z9Z/YePV4czb1D1ek3k7snW8o+e0bTRg7T84+cUzN5V9M6oiQACCFSgAEMhgAACCCCAAAIIIIAAAggggID/BYgQAQQQQACBZBMgYTHZ7hjzRQABBBBAAIFEEGAOCCCQggKtj7tY6cPHq9XRF3jR79ywQote+bcyxgzRup/f9crYIYAAAggggAACCCCAgK8ECAYBBBBAAAEEEEAAAQQQQAABBMpYIAETFss4QrpDAAEEEEAA8/BnWgAAEABJREFUAQQQQAABBMpIoHr9pup4zjD1u+l/ajzgeK/XLQt+1eynbtbsJ2/Qprk/eWXsEECgKALUQQABBBBAAAEEEEAAAQQQQAAB/wsQIQIIIIAAAgggEC9AwmK8B2cIIIAAAgj4Q4AoEEAAAQTKVSCtQ1/1GPqgelwySmkd+3ljrfvlA2WMHqQFE/6lHWsXe2XsEEAAAQQQQAABBBAoVwE6RwABBBBAAAEEEEAAAQQQQAAB/wv4LEISFn12QwkHAQQQQAABBBBAAAEEKk6gcf/j1O/GF9Xp3OGq0bCFN/DKz17UtFGDtfzDp7RnZ5ZXxi45BZg1AggggAACCCCAAAIIIIAAAgj4X4AIEUAAAQQQQAABBCpWgITFivVmNAQQQACBsAB7BBBAAAEEfCXQ8qg/qf+ICWp93CDJCWjXpjVa9NooZYwZojXfvyH+IYAAAggggAACKSpA2AgggAACCCCAAAIIIIAAAggg4H8BIkSgWAIkLBaLi8oIIIAAAggggAACCCCAQN4CVes0UIczr1f/4ePUZL+TZf+2Ls7Q3Odu0azHr9HGWd9ZURludIUAAggggAACCCCAAAIIIIAAAv4XIEIEEEAAAQQQQAABBPwlQMKiv+4n0SCAQFkJ0A8CCCCAAAIIIFBCgTpteqj74PvU84qHVa/zQK+X9VM+0fSHLtH8l+9S1sp5Xhk7BBBAAAEEEEgAAaaAAAIIIIAAAggggAACCCCAAAL+FyBCBBBIKAESFhPqdjAZBBBAAAEEEEAAAQT8I5DqkTTqc6T6Xv+sOv/hNtVs2tbjWPXlOE0bPUjL3ntM2VmbvTJ2CCCAAAIIIIAAAggggAACCCSzAHNHAAEEEEAAAQQQQAABBIojQMJicbSoi0DiCDATBBBAAAEEEEAAgSQRaHH479V/xAS1PelSBarVUPbWjVr85sPKGD1Yq795JUmiYJoIIIAAApUkwLAIIIAAAggggAACCCCAAAIIIOB/ASJEAAEEUkqAhMWUut0EiwACCCCAAAIIIBAV4AiBihOoUqOO2p32V6UPG6emB53uDbxt+WzNe/F2zfi/vyhz+pdeGTsEEEAAAQQQQAABBBBAAIGyFqA/BBBAAAEEEEAAAQQQQACBRBIgYTGR7oaf5kIsCCCAAAIIIIAAAgggkEugdsvO6nbh3ep91WNq0P0g77olK1rS4rz/3aFty2Z5ZewQQACBpBFgoggggAACCCCAAAIIIIAAAggg4H8BIkQAAQQQQKAMBUhYLENMukIAAQQQQAABBMpSgL4QQMC/Ag16HqreVz+hLhf8Q7Wad/QCXf31JE0bPUhL3npYuzav98rYIYAAAggggAACCCCAgP8FiBABBBBAAAEEEEAAAQQQQACBVBJI1YTFVLrHxIoAAggggAACCCCAAAIJKtD8kDM1YOREtfvtlapSs472bN+qpe8+puljh2jVl+MTdNZMC4GkEmCyCCCAAAIIIIAAAggggAACCCDgfwEiRAABBBBAAIEkEiBhMYluFlNFAAEEEEAgsQSYDQIIIIBAWQg4Vaur7cmXK334eDU/9Gyvy6yV8zX/5Ts1/aFLtWHqp14ZOwQQQAABBBBAAAEEKkeAURFAAAEEEEAAAQQQQAABBBBAwP8CFRchCYsVZ81ICCCAAAIIIIAAAggggEC+ArWatlOXP92hPtc+pQa9DvPqbZz1rWY+drXmPHeLti7O8MrY+UyAcBBAAAEEEEAAAQQQQAABBBBAwP8CRIgAAggggAACCCCwT4CExX0UHCCAAAII+E2AeBBAAAEEEEhGgfpdD1DvKx9Vt4v+qTqtu3khrP3+DWWMHqTFr4/Wro2rvTJ2CCCAAAIIIIAAAmEB9ggggAACCCCAAAIIIIAAAggg4H8BIvSPAAmL/rmXRIIAAggggAACCCCAAAI+Emh64G+VPmKC2p9+jarVaaA9u3Zo2QdPatrowVrx2Ytyg3sqIlrGQAABBBBAAAEEEEAAAQQQQAAB/wsQIQIIIIAAAggggAACFSZAwmKFUTMQAgggkFOAcwQQQAABBBBAoGABxwmozYlDlT58vFoc8Qev8o61S7Rwwr+UMXao1k/+0CtjhwACCCCAAAKJLMDcEEAAAQQQQAABBBBAAAEEEEDA/wJEiAACRRUgYbGoUtRDAAEEEEAAAQQQQACBxBNIkRnVaNRSnc+7Rf1ueF6N+h3tRb157k+a9cT1mvP0MG2eP9krY4cAAggggAACCCCAAAIIIICALwUICgEEEEAAAQQQQAABBHwjQMKib24lgSBQ9gL0iAACCCCAAAIIIJBYAmmd+qvnZWPVfcj9qtuulze5tT+9o4zRg7Tolfu1c/1yr4wdAggggAACxRGgLgIIIIAAAggggAACCCCAAAII+F+ACBFAAIFEESBhMVHuBPNAAAEEEEAAAQQQ8KMAMSFQLgJNBp6o9GHj1OGsG1WtXhO5wT1a/vGzmjZ6sPcZ3L2zXMalUwQQQAABBBBAAAEEEEAAgTwFKEQAAQQQQAABBBBAAAEEECiiAAmLRYSiWiIKMCcEEEAAAQQQQAABBFJboPWxF6n/iAlqdfSfPYidG1Z4Ky1OHztUa3982ytjhwACCCS/ABEggAACCCCAAAIIIIAAAggggID/BYgQAQQQQCBVBEhYTJU7TZwIIIAAAggggEBeApQhgEDSC1Sv10Qdz7lZ6cNeVpMBJ3jxbF7wq+Y8M1yzn7hBm+b+6JWxQwABfwpUS2shNgx4BngGeAZ4BngGKvYZSMr/VwWTRgABBBBAAAEEEEAAAQQQQCBBBEhYLMcbQdcIIIAAAggggAACCCCAQEUJ1G3XW92HPqCel45RWsd+3rDrJn+gjNGDtWDCP7V99SKvjB0CCJS9QGX16ASqqvXxd7BhwDPAM8AzwDPAM1DBz0CjvmdX1v/4Z1wEEEAAAQQQqEQBhkYAAQQQQACBshEgYbFsHOkFAQQQQAABBMpHgF4RQAABBIop0Cj9GPW78UV1OneEajRq6bVe+dn/NG30YC3/4Ent2bnNK2OHAAIIIIAAAggggEACCTAVBBBAAAEEEEAAAQQQQAABBBDwv4AXIQmLHgM7BBBAAAEEEEAAAQQQQMBfAi2P+qP6D5+g1scPlhOoot2b12rR66OVMXqI1nz3ur+CJZpCBLjsN4EdGxZq5RcPsGHAM8AzwDPAM8AzUMnPwKqvxvjt/5lBPAgggAACSS3A5BFAAAEEEEAAgeQQIGExOe4Ts0QAAQQQSFQB5oUAAggggEACC1StU18dzrhO/YePV9MDTvVmunXJdM19/lbN/M9ftXHWt14ZOwQQSC6Bnevmig0DngGeAZ6BCn4G+O7lf/bk8wwk1/8rgtkigAACCCCAAAIIIIAAAggUKMDFChEgYbFCmBkEAQQQQAABBBBAAAEEEKg8gdqtu6nbxf9Sr7/8n+p12c+byIZpn2n6Q5dq/st3KmvFPK+ssnaMiwACCCCAAAIIIIAAAggggAAC/hcgQgQQQAABBBBAAAEETICERVNgQwABBPwrQGQIIIAAAggggMA+gYa9D1ff655R5/P/pppN2nrlq74cr4wxg7X0nf9o97aNXhk7BBBAAAEEEEg6ASaMAAIIIIAAAggggAACCCCAAAL+FyBCBHwhQMKiL24jQSCAAAIIIIAAAggggED5Cfiv5xaHnav+Iyeq7UmXKVCthnZvzdSStx/R9LFDtfqbSf4LmIgQQAABBBBAAAEEEEAAAQQQKFSACggggAACCCCAAAIIIFARAiQsVoQyYyCAQP4CXEEAAQQQQAABBBCoFIEqNWqr3WlXqf+ICWp28O+8OWxbNlvzXrxDM/7vCm3I+MIrY4cAAggggECZCNAJAggggAACCCCAAAIIIIAAAgj4X4AIEUAAgSIIkLBYBCSqIIAAAggggAACCCCQyALMDYHSCNRq3lFd/3yXev/1cdXvfpDXVeb0rzTz0Ss178XbtW3ZLK+MHQIIIIAAAggggAACCCCAQOUKMDoCCCCAAAIIIIAAAggg4AcBEhb9cBeJoTwF6BsBBBBAAAEEEEAAgZQQaNDjEPW5+gl1ueBO1W7RyYt59TevaNqoQVry5sPatXmdV8YOAQQQ8KkAYSGAAAIIIIAAAggggAACCCCAgP8FiBABBBBAIAEESFhMgJvAFBBAAAEEEEAAAX8LEB0CCCSTQPNDzlD/kRPV7rdXqUrNutqzY6uWvveYMsYM0covXk6mUJgrAggggAACCCCAAAIIVKgAgyGAAAIIIIAAAggggAACCCBQuAAJi4UbJXYNZocAAggggAACCCCAAAIIlLGAU6Wa2p58mfqPmKAWh53j9b591QItGHe3pj90iTZM+cQrY4cAAhUowFAIIIAAAggggAACCCCAAAIIIOB/ASJEAAEEEEAgBQRIWEyBm0yICCCAAAIIIFCwAFcRQAABBPIWqNmkjTqff7v6XPu0GvY6zKu0cdZ3mvn4NZrz7EhtWTTVK2OHAAIIIIAAAggggEAyCDBHBBBAAAEEEEAAAQQQQAABBBCofIFAOU+B7hFAAAEEEEAAAQQQQAABBJJcoH7X/dXrykfV7eJ/qU7rbl40a394UxmjB2vx66O1M3OVV8YupQUIHgEEEEAAAQQQQAABBBBAAAEE/C9AhAgggAACCCCAQKkFSFgsNSEdIIAAAgggUN4C9I8AAggggEBiCDQ94FT1HzlJHc64TlXrNFBw904t++BJZYwZohWfviA3uCcxJsosEEAAAQQQQACBpBRg0ggggAACCCCAAAIIIIAAAggg4H8BIiRhkWcAAQQQQAABBBBAAAEEEECgWAKtjx+sASMnquWR53vtdqxdooUT7/USF9dP/sArS7gdE0IAAQQQQAABBBBAAAEEEEAAAf8LECECCCCAAAIIIIBAwguQsJjwt4gJIoAAAokvwAwRQAABBBBAIPUEqjdork6/H6l+N76gRv2O9gA2z/tZs564QbOfulmb5//ilbFDAAEEEEAAAf8IEAkCCCCAAAIIIIAAAggggAACCPhfgAgRKG8BEhbLW5j+EUAAAQQQQAABBBBAAIHCBZK2RlrHdPW8bKy6D3lAddv39uJY9/O7mjZ6kBZOuk871i71ytghgAACCCCAAAIIIIAAAggggIAgQAABBBBAAAEEEEAg5QVIWEz5RwAABFJBgBgRQAABBBBAAAEEylugycATlH7zy+p49s2qXr+pFAxqxSfPK2PMEC3/6BkFd+8s7ynQPwIIIIBAygsAgAACCCCAAAIIIIAAAggggAAC/hcgQgQQSHYBEhaT/Q4yfwQQQAABBBBAAAEEKkKAMRAookCrY/6s9OET1PrYC70WOzNXatGrD3iJi2t/fNsrY4cAAggggAACCCCAAAIIIJCgAkwLAQQQQAABBBBAAAEEEChnARIWyxmY7hEoigB1EEAAAQQQQAABBBDwk0D1eo3V4ayblD5snBoPPMELbcvCKQUfzV8AABAASURBVJrzzHDNfuJ6bZrzg1fGDgEEEEg1AeJFAAEEEEAAAQQQQAABBBBAAAH/CxAhAggggEDBAiQsFuzDVQQQQAABBBBAAIHkEGCWCCCQgAJ12/VSjyEPqOdlY5XWMd2b4brJH3qrLS4Yf4+2r17olbFDAAEEEEAAAQQQQAABBIooQDUEEEAAAQQQQAABBBBAAIEkFyBhMclvYMVMn1EQQAABBBBAAAEEEEAAgZILNOp3tPrd+II6nXeLajRs6XW08vOXvMTFpe//V3t2bPXK2CGAQGULMD4CCCCAAAIIIIAAAggggAACCPhfgAgRQAABBBCoXAESFivXn9ERQAABBBBAIFUEiBMBBBBAQC2P+IP6j5yo1scPlgIB7dq0VkveGKuMsUO15rvXEUIAAQQQQAABBBBAIPkFiAABBBBAAAEEEEAAAQQQQAABBAoU8EXCYoERchEBBBBAAAEEEEAAAQQQQCBhBKrWrqcOZ1yn/iMmqukBp3rz2rp4uuY+f6tm/uevypzxtVfGDoG8BChDAAEEEEAAAQQQQAABBBBAAAH/CxAhAggggAACCPhbgIRFf99fokMAAQQQQKCoAtRDAAEEEECgQgXqtOqqbhf/S73+8qjqd93fG3vDtM8045HLNf+lfyhrxVyvjB0CCCCAAAIIIIBAmQrQGQIIIIAAAggggAACCCCAAAII+F8goSMkYTGhbw+TQwABBBBAAAEEEEAAAQT8LdCw92Hqc+3T6vLH21WraTsv2FVfTdC00YO19J1HtXtrpleWHDtmiQACCCCAAAIIIIAAAggggAAC/hcgQgQQQAABBBBAAIHSCJCwWBo92iKAAAIIVJwAIyGAAAIIIICArwWa/+YcpY+YqLYnX6ZAtRrK3rZRS97+P2WMHarVX0/ydewEhwACCCCAAAIxAhwigAACCCCAAAIIIIAAAggggID/BYgwpQVIWEzp20/wCCCAAAIIIIAAAgggkEoCiR5rlRq11O63V6n/iIlqdsgZ3nSzls/RvP/doRmPXKENGZ97ZewQQAABBBBAAAEEEEAAAQQQQCB/Aa4ggAACCCCAAAIIIJDIAiQsJvLdYW4IIJBMAswVAQQQQAABBBBAoIwEajXvoK4X3Kk+Vz+hBj0O8XrNnPGVZj56lea+cJu2LpnhlbFDAAEEEECgEgQYEgEEEEAAAQQQQAABBBBAAAEE/C9AhAggUI4CJCyWIy5dI4AAAggggAACCCCAQHEEqItAvED97gep918fV9cL71KtFp28i2u+fU0ZY4ZoyZsPademtV4ZOwQQQAABBBBAAAEEEEAAgWQSYK4IIIAAAggggAACCCCQygIkLKby3Sf21BIgWgQQQAABBBBAAAEEklSg2UG/04CRk7yfi65Ss6727Niqpe89ruljh2rl5y8laVRMGwEEECgnAbpFAAEEEEAAAQQQQAABBBBAAAH/CxAhAgggkMQCJCwm8c1j6ggggAACCCCAAAIVK8BoCCBQeQJOlapqe/Jl6j9yolocdq43kaxVC7Rg/D2aPvYSbZjysVfGDgEEEEAAAQQQQAABBBAorQDtEUAAAQQQQAABBBBAAAEEyk+AhMXys6Xn4glQGwEEEEAAAQQQQAABBBAoVKBm49bqfP7f1Pe6Z9WozxFe/Y2zv9PMx6/VnGdHaMvCqeIfAggktACTQwABBBBAAAEEEEAAAQQQQAAB/wsQIQIIIIAAAvkKkLCYLw0XEEAAAQQQQACBZBNgvggggEDqCNTrMlA9r3hE3S7+l+q06e4FvvaHt5QxerAWvfqgdmau9MrYIYAAAggggAACCCDgPwEiQgABBBBAAAEEEEAAAQQQQCB5BUhYLOq9ox4CCCCAAAIIIIAAAggggEDCCTQ94FT1HzFRHc64TtXqNlQwe6eWf/S0MkYP0YpPn5e7Jzvh5syEElyA6SGAAAIIIIAAAggggAACCCCAgP8FiBABBBBAAAEEKk2AhMVKo2dgBBBAAAEEUk+AiBFAAAEEECgvgdbHD/YSF1se9UdviB3rlmrhxPuUMXaI1v38nlfGDgEEEEAAAQQQQKBiBBgFAQQQQAABBBBAAAEEEEAAAQT8L1DSCElYLKkc7RBAAAEEEEAAAQQQQAABBBJKoHqDZup07gil3/Q/NU4/1pvb5nm/aPZTN3mbHXuFyb1j9ggggAACCCCAAAIIIIAAAggg4H8BIkQAAQQQQAABBHwrQMKib28tgSGAAAIIFF+AFggggAACCCDgB4G6Hfqqx6Wj1X3oA6rbrrcXkq2ymDFmkLfq4o61S7wydggggAACCCCQqgLEjQACCCCAAAIIIIAAAggggAAC/hcgwkQVIGExUe8M80IAAQQQQAABBBBAAAEEklEggebcZMAJSh/2sjqec7Oq128qNxjUik+fV8bYoVr+0dMK7tqRQLNlKggggAACCCCAAAIIIIAAAggkkQBTRQABBBBAAAEEEECghAIkLJYQjmYIIIBAZQgwJgIIIIAAAggggEDxBVod/Wf1HzlJrY+9yGu8c8NKLXr1QWWMHaK1P7zllbFDAAEEEEAgkQSYCwIIIIAAAggggAACCCCAAAII+F+ACBFIVQESFlP1zhM3AggggAACCCCAAAKpKUDUKSpQrW5DdTjrRvUfMUFN9jvJU9iycKrmPDtCMx+/Vhtnf+eVsUMAAQQQQAABBBBAAAEEEPCFAEEggAACCCCAAAIIIIBAggqQsJigN4ZpIZCcAswaAQQQQAABBBBAAIHEFqjTpoe6D/63el42Vmmd+nuT3TDlY00fe4kWjL9H21ct8MrYIYAAAggUJMA1BBBAAAEEEEAAAQQQQAABBBDwvwARIoAAAuUjQMJi+bjSKwIIIIAAAggggAACJROgFQIIVIhAo35Hq98Nz6vTebeoRqNW3pgrP39J08YM0dL3Hlf29i1eGTsEEEAAAQQQQAABBBBAoFwE6BQBBBBAAAEEEEAAAQQQSFEBEhZT9ManatjEjQACCCCAAAIIIIAAAgjECrQ84g8aMHKS2pw4VE6ginZvXqclbz6k6WOHas23r8VW5RgBBJJIgKkigAACCCCAAAIIIIAAAggggID/BYgQAQQQQCA5BUhYTM77xqwRQAABBBBAAIHKEmBcBBBAwHcCVWrVVfvTr1H6iIlqdtBpXnxbl8zQ3Bdu08xHr1LmjK+8MnYIIIAAAggggAACCKSQAKEigAACCCCAAAIIIIAAAgggUC4CJCyWC2tJO6UdAggggAACCCCAAAIIIIBAZQnUadVFXS+8R72ufFT1ux7gTWNDxuea8cgVmve/O5S1fI5Xxg6B0gvQAwIIIIAAAggggAACCCCAAAII+F+ACBFAAAEEEEAgLwESFvNSoQwBBBBAAAEEkleAmSOAAAIIIFBKgYa9DlOfa59Slz/doZpN23m9rf56kjLGDNGSt/9Pu7dmemXsEEAAAQQQQAABBCpRgKERQAABBBBAAAEEEEAAAQQQQCApBYqVsJiUETJpBBBAAAEEEEAAAQQQQAABBEog0PzQszXgllfU7pQrFKhWQ7u3bdTSdx71EhdXfTWhBD0mTxNmigACCCCAAAIIIIAAAggggAAC/hcgQgQQQAABBBBAoDIESFisDHXGRAABBBBIZQFiRwABBBBAAIEkErBExban/kX9R05Us0PO9GaetWKu5r/0D8145HJtmPaZV8YOAQQQQAABBBDIIcApAggggAACCCCAAAIIIIAAAgj4X4AISyBAwmIJ0GiCAAIIIIAAAggggAACCCBQmQIVP3atZh3U9YJ/qM/VT6hBz0O9CWTO+Foz//NXzX3+Vm1dMl38QwABBBBAAAEEEEAAAQQQQACBshSgLwQQQAABBBBAAAE/CpCw6Me7SkwIIIBAaQRoiwACCCCAAAIIIJCvQP3uB6n3VY+p64V3q3bLzl69Nd+9rozRQ7TkjbHatWmtV8YOAQQQQACBhBdggggggAACCCCAAAIIIIAAAggg4H8BIkQgAQVIWEzAm8KUEEAAAQQQQAABBBBAILkFmL3/BZoddLoGjHxF7U+/WlVr1dWendu09P3/KmPMEK38/CXJdf2PQIQIIIAAAggggAACCCCAQIoLED4CCCCAAAIIIIAAAggUX4CExeKb0QIBBCpXgNERQAABBBBAAAEEEEgMgUBAbU68ROkjJqrF4b/35rR99UItGH+PMsYO1brJH3pl7BBAAAEESiRAIwQQQAABBBBAAAEEEEAAAQQQ8L8AESKAQAoKkLCYgjedkBFAAAEEEEAAAQRSXYD4EUCgLAVqNm6tzn+4TX2vf1YN+xzpdb1pzg+a/cT1mvPMcG1ZOMUrY4cAAggggAACCCCAAAIIVKwAoyGAAAIIIIAAAggggAACiSdAwmLi3RNmlOwCzB8BBBBAAAEEEEAAAQRSUqBe54HqdcXD6j74PtVp08MzWPvj297PRC969QHtWL/cK2OHAAI+ESAMBBBAAAEEEEAAAQQQQAABBBDwvwARIoAAAgiUuQAJi2VOSocIIIAAAggggAACpRWgPQIIIJDMAk32O1n9R0xQhzNvUNW6DRTcvVPLP3pG0x+6RCs+eV7unt3JHB5zRwABBBBAAAEEEECgzAToCAEEEEAAAQQQQAABBBBAIPUESFhMvXtOxAgggAACCCCAAAIIIIAAAhUg0Pq4izVg5CS1POpP3mg71i7Vwkn3KWPMUK37+V2vjB0C5ShA1wgggAACCCCAAAIIIIAAAggg4H8BIkQAAQQQQCDpBEhYTLpbxoQRQAABBBBAoPIFmAECCCCAAAJFE6hev5k6nTtc/W76nxr3P85rtHn+L5r91M2a9cQN2jzvZ6+MHQIIIIAAAggggEAiCjAnBBBAAAEEEEAAAQQQQAABBBAoa4HES1gs6wjpDwEEEEAAAQQQQAABBBBAAIFKFkjr0Fc9LhnlbXZs01k/+QNNGz1YCyfeq+1rFltRam1EiwACCCCAAAIIIIAAAggggAAC/hcgQgQQQAABBBBAIIcACYs5QDhFAAEEEEDADwLEgAACCCCAAAKJKWCrLNpqix3PGSZbfVFuUCs+fUHTxw7Vsg+e1J6dWYk5cWaFAAIIIIAAAgkpwKQQQAABBBBAAAEEEEAAAQQQQMD/An6LkIRFv91R4kEAAQQQQAABBBBAAAEEECgLgXLto9XRF6j/yIlqfdzF3jg7M1dp8eujNX3sJVr7w5teGTsEEEAAAQQQQAABBBBAAAEEECh3AQZAAAEEEEAAAQQQqGABEhYrGJzhEEAAAQRMgA0BBBBAAAEEEECgWt2G6nDmDeo/YoKa7HeyB7Jl0VTNeXakZj5+jTbO+s4rY4cAAggggEDyCjBzBBBAAAEEEEAAAQQQQAABBBDwvwARIlA8ARIWi+dFbQQQQAABBBBAAAEEEEAgMQSYhW8E6rTpoe6D71OvKx5Wvc4Dvbg2TPlE0x+6RAvG3a3tq+Z7ZewQQAABBBCYdfvCAAAQAElEQVRAAAEEEEAAAQRSUICQEUAAAQQQQAABBBDwmQAJiz67oYSDAAJlI0AvCCCAAAIIIIAAAghUtEDDPkeq7/XPqtN5t6pGo1be8Cu/eFkZY4Zq6XuPKTtrs1fGDgEEEECg7AToCQEEEEAAAQQQQAABBBBAAAEE/C9AhAggkFgCJCwm1v1gNggggAACCCCAAAII+EWAOBBAoIQCLY84TwNumaQ2J14iJ1BFuzav05I3H1bGmCFa/c0rJeyVZggggAACCCCAAAIIIIBAuQjQKQIIIIAAAggggAACCCBQLAESFovFRWUEEkWAeSCAAAIIIIAAAggggICfBarUrKv2p1+t/rdMUrODTvdC3bZslua9eLtmPnqlMqd/5ZWxQ6C8BIKutGi9NP4nR3e8GdA14+K36ycEdO/7jt7NcLQxq7xmkRj9vvBDfOw5LWLPP5rl5Jq0lcXWyet4+opouz1B6dNQPzdODOjGiQHv2MoiHec3H7tPm7aHay3NlKx9XmPZfMK1Ct9b3bz6yK/M4iho7LzaWTyxM5m3VrrnHcd75p7+xtHmHdGr1n9efViZXbOaO7Olhz7J+55ZuV23eoVt1p/1W9Tt2vEB/S30rjwVmvOvSx3tCs2jsDHsfr09zdGdb4fjtbHs3Xr8i4BWpcCiusV9vszmHyGrF793NGuVo9j3ojDrZLhe0LNfmvnbs/jKZEf2jN7yWkC/LJFCX/Gl6ZK2CCCAAAIIIIAAAgggUOYCdIgAAgiklgAJi6l1v4kWAQQQQAABBBBAICLAJwIIIJAEArVbdFbXC+9W76seU4PuB3kz3pDxhWb83xWa9+IdsiRGr5AdAmUkYEksc9c4+te7jkZ9FNDX8x1VCbga8htX958b1Jjzgrr3rKD+cICr7bscvTfd0e1vBry6fk2wuuDAoEb9Pqhrj3XVoLby/HdiL9dzOa6HCcZXsbIHQ3aXHO6qWpXotSZ1w673nR1U71bRdlOWSa9NcbR7j7zNjq0s0vJPoflcfUwwrq/Itchn24bSPWcEdUCHSEnJPm3uo0P3fNiJrlrUy7uP/dq7uufM8LNhcdjY958Tfk7MJa9WjUOx33CC67mab6TO+m3Sc98FtHpLOIHTEv9enRzYl5hm/d91hqtOTaNekbaRzxpVpSuPDuqCg1yFe4lcKd6njWWx33pKUL1auLkaNww9C/84PfxsDD8p6N3DTVnSlKWOLNFy+KsBfT7XkSX/5my8Jyh9MtvR398K6IMZjtZtjc7Urk1fKf3z3YCXrJp75Jy9Je+5PV/2bt18QlB5PV9dmkr2ftj7c03o/WvdwNX6kNUPixw9+rmjka8FlLHC8UXyXWHPfmnusj1rn88JOYUepq07pRe/D2jRutL0SFsEklCAKSOAAAIIIIAAAggggAACCCSUAAmLCXU7/DMZIkEAAQQQQAABBBBAAAEEECg7gQY9D1Xvq59Qlz/9XTWbtvc6Xv3NJGWMGaolbz+i3Vs2eGXsECiNgCVKWfLUw586+xLGujWXbjrBVb82rqrt/StSzWrSgR1cXX98UJ2ahEe01Rjvez+gHxf6c+WugCN1bOJ6cYcjju7r15YO7SKZS7Q0/qhKyK55mitLprMrR3R1ZUmA5hops3LbNmSFBrODmC22zK62aSi1bxRTIY/D6lWlAW3dPK4Ur8jGa9XA1RHdcvdlCZhHdZPqVM/dp3mYi/nkvHpwR6ldQ1fmGnsta5eUtTO2RNq8XcoORsvSarjq3Sp6nteR9dutuav8EkzzapNXmcXeNE06qoebb/KjjdWyvryk3uN6uvu6sffplV8cfTo7/p2w8kmTHWVuk/5+WjjR05KAf9vPlWMD7utBen2qozmrYgp8eGh+rUPPc17PVyRce386hd6/q49xlR7zTO/YLT3xlaOpS3PARRom0WdRnv2ShrNuW7yPvU9Zu+LLSto37RBAAAEEEEAAAQRSR4BIEUAAAQQQKEuB0J9Ly7I7+kIAAQQQQAABBBAoIwG6QQABBBBAIJdA80PP0oBbJqndqX9RoHpNZWdt0tJ3/qOMsUO06svxuepTgEBRBSJJVO9Miyax2Cp45x8QzDcRr15N6eyBQdXam6xmfdjP+342y/HFimd52dWolrvU/rhWWMRZu6RxPzna40qXH+HqrIGuLKEwd29So9qhSjku5FWWo0q5nzaolfcQjpN7vpGa5mI+kfPIZyCvwtDF2qFnqXaN0EHMf/VC41bNp35MtXI9tHlVjVkdM6/BLPHu0E6SvRex19+ZFtDCmNXsbNXSHs3t3XGVFnqHrK4ldx7f09WfDoy3dEOnvyyt5OBtghWw5fd8xQ7tJch2larEkJiRJYCu3RJbM/mO7Rkrr2e/SZ3QgxRDYu9T7erxZTGXOawcAUZFAAEEEEAAAQQQQAABBBBAIKUEYv68k0pxEysCCCCAAAIIIIAAAggggAACySkQqFZDbU+5QgNGTlLz35ztBZG1Yp7mv3ynpj90qTZM+8wrY2cCbEURsLSVz+ZIX89z4qrbynmN6sQV5TqxldH2b2c9RC/ZqnDTl8f3Fb2aekerNjsa/ZHjrRR47bGuerZ0VZBOehvpd/1dLynLErTOSHdlZakg1zj0vF14cFBN6rpeuP3bujpzQNCz8AoSfJdW01WL+vGTtNXsJi+J3vFDO7vq28aNr7T3zJ6NFvX2nuz9sBUmdwf3nvChpmm2cma836bt0pw1UeNkZCrPZ/+Y7q5sVVdzqVtD+tNBQXVoYmdsCCCAAAIIIICAnwSIBQEEEEAAAQSSSYCExWS6W8wVAQQQQACBRBJgLggggAACCCBQqQI1m7ZTlz/eob7XPqWGvQ7z5rJx1rea+Z+/au7zt2rr4gzxD4GiCCzPlD6cGf8nIlvtq1vzwltbitDAdopLKLMVz96c5mjLTqfwDnxeY/ZqafTHjprXl649zlWLevGJVnmFb6vHWYLRg+cGdf85QR3dw43zzauNn8q6NJVuO9XVmPOCGnSom2vFwkSOtXpVqX7t3DNcsdHRzuxwua1ul9+bYQmqllAWrhnet2/sqlr86xm+kKJ7M25YK7fgwvW5y5KNqLyefTM7e2D4nbr7jKDsO7vYWsmGyXwRQAABBBBAAAEEEEAAAQQQQKD4AhXYgj93VSA2QyGAAAIIIIAAAggggAACCCAQK1AWx/W6HqBeVz6qrhfdo9otu3hdrvnudWWMHarFr4/WzszVXhk7BPIS2BOUPp4V0PZd8VfbNJQa1S48uc5a5bXi2apN0uQldjU1t2CI7vM5jh77IqCDO7m6+BBXlgSamhpEHQj9BbYoCWK790hbd0a9mqZJB3UMPUzRIo7yEahSFOB82lKMAAIIIIAAAghUhABjIIAAAggggAACCEQFQn8ui55whAACCCCAgI8ECAUBBBBAAAEEEEgpgWYHnqYBt0xS+9OvUZVadbVnxzYt++BJTX9oqFZ+9j/JDaaUB8EWTWDtVkezVuWuaysB2qpcua/kLrF6ea149vNiRzt2Sx/NcnTNuEC+2x1vBmQ/6Wo926edx9a3cyu367Gblb32q6NbX4v2P+qjgOavDT3usRVDx1bX+ontN3I8fUU408nm+spkR9dPCHjbl/Ny9xPqqtD/dmVLL/3g6I0pjs7fP6jfpbtFWiFxaaZ048S8ncyw0IGTuIKtPvjQJ3nHbuV2PRnCs3u/KSv3TIv6Pi1Y62j15nB7+1nsQYcE1TCPFRvDNVJzb8aZ23Mlcapdo3BZWb3rlnQ8faU05mNH144PP5vDXw2E3uuA971WkL61nbvG0X++CH+fRL5r7nzb0cezFNfenm17xiN1Yj+t3K7HjmXfU29MCez73rO5PfWNozVbpEXrpUm/hL/PrI19t8X2F3ts16xOzs0UrZ/HvwjopknhuK1dZO7bduVsET7P7/vLvtPsmt0X+742Q+vPPj8N/c8GS5oP98AeAQQQQAABBBBAAAEEEEAAgUIFqOAjARIWfXQzCQUBBBBAAAEEEEAAAQQQKFsBeks6ASegNicO1YBbXlHLI/7gTX/76kVaMOGfyhgzVOsmf+CVsUMgIrBms5SVRwJK/WIkSdWoKjWsG+kx+rky1PeGbY6O7ubq1L6WBhO9Fjk6sIOrW04Jqn6tcIl93nZqUKf0Cdfv1ET66zHR61bLrmQsd3Tn2wF9OtvRkd2lB88N6vIjXC3fKI39JKAJPzuKTYSxfm8+Maiuzay19RK/bdzu6JFPHdmqiNbOtnemBbR6czT5J75F3mebd0j//Sqg2asdb94HdJSK2kPbhtI9ZwR1QAel3D97hq48OqgLDnKL7JWISFt2OLLVRWPnVq2KdGARVklcFXrWXpsiuaHGthrnOQOlVqFnInTKfzECa7c42pgV/1bZSpS9W5qcvO+S0r7r9p349DeOLGlvy05Ht5wc1L1nBdW9ueslHNp3z5LM+DlEpmgJhc9/F9DDoe+TdVsdjTgpqFtD33E2Rzu3ZMNRHweUmRVuUZxn35L+/u+zcNLjb7pI958T1L/ODKpd6Dn513sBWcL29uzovHq3cnXXGa46NQ3bhEfMf29zf+7bcD8zVkln9Xe971aLvX1jecmat70eUF7J3Pb9NSz0Hduifu7+LTnynnfD39eR1Xzt87Upjj6bE37mc7cqWonN+dnQnK8dF5B92nnRWlILAQQQQCC3ACUIIIAAAggggAACCFScAAmLFWfNSAgggEC8AGcIIIAAAggggAACCJSTQI2GLdXpvFvU9/rn1LDvUd4om+b+qNlP3KA5zwzXlgW/emXsELCVr/JSaFkvr9Lile3cLS8pp0ror0/H9nDVv23upJkGtSVL6Irt2eq3rB8uP2tgUI3rxF6Vpi519MTXjuznc3u2dHVUt/AKhj1CxwP2jvH1vNyJMJYE1qNlfF92lr1HmrJUuuQIVwd2iM7R+t+9J3pudQvalmxw9MCHAc1ZLW3bKdkqawXVz+uarVYZiSGv634uCzhSt+au7JlIxjgtyfXDWZIlrcbO/9Q+rto0jC2JHtvTZSvj2ap4973vaP3WEELosiXM2ep8E34KP+ehIv4LCVgy2rvTnbhkZPu+OL1f/HNTmnfdxnj6m4CmLnO85NmzB7iyZMOa1aTjerre99XW0Pv93LeO9/0Wmta+/+w748UfHP2yJFx0Sp+g19ba92xhdztcbkmtlrhoz4yVFOXZt9Yfz3K0OPQ9U6+WdHCn8Fwi87roYFeOY73Fb2k1XPVuFV+W15nNxRIII3Mf0DacaGu+NsaZ/V01T3M9+4k/B/RJ6Fl3c3RkcbZtFF9oJh/NdPTng1wvwTL2O9ZqfjQzUOzEcGsX2X5YFPa2udjcP5uTB0KkMp8IIIAAAggggAACCCCAQHkL0D8CCBRZIFDkmlREAAEEEEAAAQQQQAABBBJMgOkggEDBAvU6D1Cvyx9S98H/Vp22Pb3Ka398W9PGDNGiV+7XjvXLvTJ2qSuQub1sYhk3BAAAEABJREFUkjsa1rJ0kdyO23eHyyzpxRILq+b4S5QlCm7ZEa4T2VtPlvR3cEdXbXIkem3YJr0+VXKtUqhB39byEohCh7JIOjSxo/D2yayAVm8KHxe0/26ho/aNXdWrKR3RLZwEZPWrVbG+rVc7y38Lhi5NW+5o7CeONu5dNS07VPi/H6KrqIWq8J9PBexRXLtFeubbgL6dH31eLMnrksNdHdXD9Z7NvMJflind935AX8x1vESwnHW+DvU3aXLe13LW9fO5Jf8uD1k98pnjJQRHYm1S19W1x7rq18aNFBX4Wdi7br18OS86RvN6Utu9PzVtHTesLUUSqO2e2wqv1sau2fZD6LvEEh3t2Fap7dQ0+jx0bBJbU9q8XbLvCatblG3rDiljRbimtf0+NJYlGYZLpH5tXR3RNX6MyLWifH63wIl7frs0c2Xf25G2dUPfj21ikhHfzQjInt/I9YI+LdmxT+vwd6t9Z8fWteTc9VtjS4p3nHOly3XboubF64naCCCQDALMEQEEEEAAAQQQQAABBPwjEPBPKESCAAJlLEB3CCCAAAIIIIAAAggg4BOBJvudpP7Dx6vDWTeqWt2GcrN3afnHzypjzBDv0859EiphVJJAjWp5D7xxe7S8XSOpX5vouR2t3uJo7ho7im6WlGgJi/u1d3MletlqWuv3rkJnLRrUsn10iz23VdDmrys8eWVXttSyfrgPS5C0FfFspbITerpqXs8NXyhgvylL3k9Q20pisdUsocmSFm3FttjyBDwu8ZQs5vs/COiacXlvf3vDv0mbmaH7bvFdG4r9rncCmrdaalw3vErnFUe6uueMoPq0cnM9w7HY9ryNPDmoU/u6sgTH2GuR4+/mO5qzuvDnOFLfT5/z1ko3TwrouvEB3Rd6zjZsc9QsTTqyq6vrjgvqllNctWvkFjnkwt71DdskS1iMdFi3hvYlRFtZtSqSldmxbbNXOd5qqnZsidefz7Gj8Na4jqtaVaNz69VSsu80u2r3+thermpUtbOibfZdujkmwfzdDEdPfePsW9HTnpDDu7iqXyM6ZtF6lnLO3drFfpfaufXfop4dhTd797+Y46iw0cysXeNordgkyHBP0srNkaPif7ZrGO3bWjcJudsnGwIIIIAAAggggAACCOQpQCECCCCQMAKBhJkJE0EAAQQQQAABBBBAwHcCBIQAAggklkDrYy/SgFteUatj/uxNbOf65d5Kixljh2rdT+94ZewQKIlAMJh3q5YxCS6WqGI/B2qJL7G1LQnRkl8iZdNXOGrd0JElOEbK7HNntjS3mIlbC9fnHM16it9aNXD3JQ5Z7aN7uBr9+6Ds087ja+c+s1Ujzz8gqJyJM1Zzzmrpjan+XSHPkpFuPCGoMeflvf3j9KBsVTqz8NtmcVl8kdj/eVZQfzvV1Z8OctWjhRu3Ol1+sdvz1aiOdEIvV38/LajDusQnX1k7K7GfurVPO0+lrUtT6b6zo8/W3WdYkmJQZw101aGxZD+lXByPwt71lRsdWQJyUftcv037fhZ6WaajNVucfU0DlqoaPfUSUi882PXelXtDz0qv0DOyr3IRDtJqOqpdI75ixnJHd78T0M9LHNkqlPaTzKelF/9JWRz6nrTk8Ujv9l1dK48k9EAgUiP8OXeNo81Z4ePK2tv/TBnYTqYt+7SVfMU/BCpNgIERQAABBBBAAAEEEEAAAQSKKpDjzwxFbUY9BBJAgCkggAACCCCAAAIIIIAAAggUW6BavSbqePbN6nfzS2rc/3iv/eb5kzX76WGa9cT12jTnR6+MXWoItCjCCoJFkVgTs+phpL7l6lStEp88Yz+L2r5xpEb405IQl2WGj201wslLHFkSiiXNeKV7d1t3WELQ3pO9H49/6cSt7mfney95H5Z8ZKuqeSf57FrsXV0xn8uFFqfVlHq2lM7ZX6pVPXf1b+Y7ssSi3FcoQSAqYKvunT3Q1W/7xb8zVmPDNkeFPcdWj61ggcLe9cUb4ttHVniMrCBqqz1aWaSWJVpv2WnfdNLS0HdY7jsXqVn6z7Qarjo3yd2PfWc+962jJ7929q22mLtWwSUrNsVft0TQajGrQ8ZfjZ7ZKrabQt/L0ZKKP7L35qJDghp9XlD2aecVPwtGRAABBBBAAAEEECgzATpCAAEEEEgZARIWU+ZWEygCCCCAAAIIIJBbgBIEEEAAgdQVSGvfRz0ueVA9Lh2ttA59PYj1kz/U9LFDtXDCv7R9zWKvjJ2/BVo1yDu+laX4ic5Ij5bI16ROOJknUmbJJJGfRY2UZQelL+YGtCf0uXBduL4lNkauRz6zdrvavjtyFv689PDwimWRVe5yfl55VFDVq4br5rfP+dOn+dUrrLx9I1fn7+/KCYewr7rrSi/95GjxhhwX9tXgAIGwgCWK2Qpx9lPS4ZLi7Tdtl+54M++f544k3VXU5ws/JN6fnQt71zNjfnLZ5HOu8Jjz+8XOIysl5kza3pXtak/o3bd+ymKzBO7T04OyVRTz6s+Soh/4MKDlmXldLbgs59wLrh296iVs7oiec5T4AswQAQQQQAABBBBAAAEEEEAAgUQRSLy/HCWKTOnnQQ8IIIAAAggggAACCCCAAAIIJLxA4/Rj1e+m/6nTuSNUvUEzuW5QKz57URljhmjZB09qz45tCR9DJU8wqYdvXc9Vw9q5Q7CVCXOX5l2yM1vK3Jr7WpdmUoPauTN2erdyVT/HmDNXSas2ST8scjSgnStLbMzdY+6SNVtyl1VmSb+2rk7tmzvm7buk579zlJlVmbNj7GQQqFZFOqyLRHqrKv1f5na3xCtbbtzuaPve1RfLKhD7rh56mKvmabm/Y2yMjaHvl2e/dWRj2zkbAggggAACCCCAQJkL0CECCCCAAAIIlJEACYtlBEk3CCCAAAIIIFAeAvSJAAIIIIAAAhUl0PKoP2rALa+ozfGDvSF3bVytxa+PVsbYoVr7/RteGTv/CdSrLfVrkzv5ZdVmp8iJOtt3O1qbI6/Vkq0O7ODKVgXLqdaoTmjMVvFjWkLf29MCWr1FsoTGnG3svIrjKJDjL1k2TyXQP4v78C6uujXPPam1odjen+HIVpLMfZUSBKICbRq6alQ3+o40SZNqFLJSqLWuX0u647SgbOW/yt4uODBoU0qqrYq9wDEz3rrT0ZYi/uRxzrZbdkjrtkXvYUy3pTpsUc/V9ce7OqBj3t2s3uLop2IukNywVsnmad/vtarlPY+SldIKAQQQQAABBBBAAAEEEEAAAQT8LxCOMMefecOF7BFAAAEEEEAAAQQQQAABBBBAwCcCxQijau36an/Gdeo/YqKa7H+K7N/WxRma89wtmvnY1do461srYvORgOXnWIKdJTrFhrUsU9qQZVdjS/M+XrlR2pwVf82SDrs0yzsJxnr9TRdXtarHt5m+UurS1JUlNMZfCZ+l1XRVt0Z8nwvXurLEoHCNxNjb6pB/PDCopmm55/PtfEefzZHio8hdj5LUFqheVWpYy94UeSst9s8jqVj8K3MBSwaM7XTnbmne2tiS/I/bNYp/q+1s2jKnXN51+475U+g75i9HBkPfibnnVNxE7vaNcveRV0kwRw5q3ZpSo7p51aQMAQQQQAABBCpNgIERQAABBBBAAIEkESBhMUluFNNEAAEEEEhMAWaFAAIIIIAAAgj4UaBOm+7qPuhe9briEdXrMtALccPUTzX9oUs1/+U7lbVinlfGzh8Cllh39gBXTjg/ygsqa5c0Z7V3WODOVgu0n3F2Y2rVrSGd1s+V/bRtTHHcYbM0qWeLuCIvgfGQTq5iphFXoXZ1qX2j+Ku2mtjcNXHV9p3YioZfziufhKF9g+RzYD/d+ueDXS+mnFXenBrQ1KXxceSsw7k/Beynekd/HNC14wN6Y0pAu/fkHaeVb90Zvta5qdSpqRs+YV+uAh0au6qa46/lPy92tGN3eNjYvd0R+36x7xkr79TEzfW+T13uaN0Wu1r6bdN26fVfnX0rtNo3SPfQd+iwk4J5ruhanBHbh+JunmYRhVtl75HsfwaEz6L7NVtt1Oh55yZSWo4k8uhVjhBAAAEEEEAAAQQQQAABBBBITgFmXTECOf4EUzGDMgoCCCCAAAIIIIAAAggggAACewX4SGCBhn2OUN/rnlXn8/+mmo1bezNd9eV4TX9oqJa++5iyszZ5ZeySX6BfW1en9YtfPuuLuY42ZhUc29JMadryaJ1qVaQ/HhRUi/rRsryOqoT+InVgBzcuOdESGC2RMa/6VpZXGyt/JyOgzBzztETKyUsd9W4ZP4bVr6itfSNXlgiaczzXlV76ydHiDfHJPznrce4/gZ8WSwvXSfYMfDxLevzLgDbvyB2nJQuv3iwvAe70/q5qVM1dh5KyF2jTUOraPPSCxnS9aL309fzQPYsps8Mlofc39DWmJml2Jtl3V3qb8HFkb0mGH8929iUZRsotIdWSD1cW83+ETlvhaF6OBO16NSVbbdESzyP951wpMlKe32daqI9DOkWvmsCWHfHfT7tD/+NhW8yzaomdh3cNyr6Xoy05QgABBBBAoFABKiCAAAIIIIAAAggg4AnY31W8A3YIIIAAAn4UICYEEEAAAQQQQAABBEov0OKwc9V/5CS1PfkyOVWqatfm9Vry1sPKGDNUq7+eVPoB6KHSBSw15eju0lkxKy3aymFvTXO0Kzvv6VmS4AvfB/atEmcrK152hKveLfOun7O0YxNX7RuHS218S2AsLPmlW3NXB3d2w4327m2ej37maHmmvJ9f3bZLmvCLoxb1lO/PS+9tWuwP+4nYnI2CoQI3LvUyVLD3v4HtXPVv6+49i35sD83x8S8cL3ktWprYRxu3F39+2XucXMla1kvOn5a1skTebLW57D3xM7Sk2OxQfPGlBZ/lfH4sMfHudwL6boG89ywYelRmrHI0/ueAAqG/2v7xgNA70ihUWHC3e68m90dez9eubFd7KjB8S7g+uY+8RNFYTVsN872M8Heh3aOZKx19Plvar7277823766TegcVmzhofXw739GL3zuKJH+v3yY9+11AdWu6Kiyx29rHbtmhZ3Dcz45WbbZvzOiVWtWl+jXD5/VrSwPy+M4JX81/f0joe7Vb8+j16Svi393Nofd/eUyC5Sl9g+rYJFqfIwQQQAABBBBAAAEEEEAAgYoSYBwE/CEQ+tOXPwIhCgQQQAABBBBAAAEEEECgXAToFAEEPIEqNeuo3W+v8hIXmx30O69s27JZmve/OzTj//6izOlfemXsklcg4EhHdnM1/KSgOuxNJPxxkaOHPnW0YJ1kK2xZdDuzpZ+XOHrww4AsWdDKjujq6rZTg+razLXTIm01q4UTfqyyJS5aAqMdF7RZUtAZ6a56towfZ/UWR/d9ENC14wK65bWAWtWX+raJr2OJlwvX5u59yjJpx+7c5bEllqRkK6qZR2y5HW/Kkr6Zl3cftpJatSohWKuYY9u6UyHbgD6a6ewb3+Zo88lRVdNXSPcQsxkAABAASURBVFt2hvuxqJZnOopNHrL6lhA1Z7Ujm6udF6Uvq1fYFh5PshUBc9a1+D6d7ciSRHNeM9NvFijPFQS/WygtCcUQmau1teN5ax3lTFxbvEFatjcZ1eqZw6yVdhS/2YqaFrOVFrUvq1vQZrHbM/7ZLMdLho2taysjfjJb2hKz6lzs9byOB7SVLLE39po5vfRjQDdNCui68QE99rmjBrWkG4931S/HMxzbzi/Hdq+Wh+7vF3PCz3dsXEs3Ovp6XvT9iL1W0LE9ByV9121lVEsUte+a2DHem+7su0fvTJNO7y/Zd1hsnYa1pUGHBNUg9Blbbt+Xt78Z0DWh76c73w6oa1NXliAeidgMivLsW5/rt4a+69539n1vWNvJS6T566RqVaTz9g+qcR2rGd6K8r5YTYtl0KHBfc/c5KXSDwvDSYv2fr89zZF91zmhSVtie+z8rb1t9q4sz7S3xs7Cm31HLAi915bga/elsO+3cCv2CCCAQCUKMDQCCCCAAAIIIIAAAghUiECgQkZhEAQQQCAfAYoRQAABBBBAAAEEEEAguQRqt+ikrhfepd5/fVz1ux/kTd6SFS1pcd6Lt2vb0pleWUXtti2bXVFDpcw4LepJ1x0X1N9PC+qMdFcBx9F/vwjoxgnhhJubJwU08SdHtjrY+QcEdc+ZQZ090M2VvFMUsN6tXNmKYLZSmSXMFKWN1bv0cFeXHhFUpyauQtPzmlmC0cB28hIuLYHS8UrDO/tp1nveDShjRWxp+Nr3Cx0NeyWg6Xlcsxov/BDwEske+NDJ9dPTdt2292c4Xh8PfRKQJXRamfVn/f64yM7y3iyJ582p4bafz3E08rWAbD45a1vCz62vOd4cXwzNZ8wnjmyVxth6bujkhe8dPfJpwEteKkpfoSYF/vfRLEeWBGrJoJYolVflnxeH5v1q+NmwmO1nwm+cGPA8LBkz0ib20/p64APHczVfM7N5P/etI9cCialsCU9jQ64Wt/VvDnPX5L6P5mwxW3JtUfqKGSLPQxvLYr/rnYBs1cO8Kn01z9Gtr4fejVC8FndedWLLWjVwdfOJQR3d3VW9WrFXwomM9vxee2y4jtWNr+G/M3u+LEnTnq9Vm3PHZ8/CW3vfjzveDMje49y14kusTknf9UhPlih6+2/D9ymtRvSBbJYmnbNfUFeH7lGDWtHySDv7bN1QGnFSUKenB2UJjFZmm/Vj9/2OUL+WGB7Y+wgX9dm3Pro0k/4Z+r7969Gulm90dNsbAe8dmjQ5oIM7SreeGr/CrT3Dhb0vsc9t7erSoENdXRXqv0cLV6/86uj60Pf+yND7be/c4V3kJabHzt/mZZv1c+/7Aa0IzcvOY7dXJjt6+htHj4X+50h+329/f9OR9RHbjmMEEEAAAQQQQAABBBBITgFmjQACCBRFgITFoihRBwEEEEAAAQQQQACBxBVgZggggEClCDTocYj6XP2Eul5wp2o17+DNYfU3ryhj7FAtfvNh7d6y3isrz9231wzU0vceK88hUrpvWyXs6B6ul7z4z7OCGnNedLPzK48K6uBOUp3qJWeylcD+cVpQlmBYnF4s2ad3S+maY12N/n14Xg+eG9RFhwRlCZc5+6pfS7ojNE5sDDmPLXkyZzs7v+DAcP856+d1/tdjgqpR1VpJ1l9edfIrsySg+88peCzrs7D52Bw6N5GK0ld4pvnvjwvd//zmm1e5za9tw8LHjm1r8ZiZzTu2POex1bP+c5bHnlvMnUKxF6Wv/KMOXylsrJzjWtzhlgXv7Vk8o7+rO0+Pv9d3nxF+fjs2sSThgvvwy9XiPF/2/ppdYbFbHasbe39yHtu9LUo/dp/uOsPd9913yylBWdJetSoFt7ak6mN7xH/nWD/Wn32vxrYu6rNvcV1wUFCWVGjPiH3X/fvs8DNkn384IKicSZQWZ87YY8/tfcn53Np3q62Ue/kRrqzfSH17Xi1Z076zY+cfObZ+rL9I/ZyfQw9zVdB7aW2tj0h/fCKAQL4CXEAAAQQQQAABBBBAAAEEfCFAwqIvbiNBlJ8APSOAAAIIIIAAAggggAACCBQk0OyQM7yfiW536pUKVK+p7KzNWvbeY8oYM1SrvhxXUNNSXZv34h0KZu/W+skfKnPGV6Xqi8YISBgggAACCCCAAAIIIIAAAggggID/BYgQAQQQQCARBEhYTIS7wBwQQAABBBBAAAE/CxAbAggggIDvBQJVq6vtKZdrwMhX1Pw353jxZq2cp/kv36XpD12i9VM+8crKcrf6m0n7ulv23uP7jjlAAAEEEEAAAQQQqCQBhkUAAQQQQAABBBBAAAEEEECgCAIkLBYBKZGrMDcEEEAAAQQQQAABBBBAAAEEEkWgZtO26vLH29X32qfVsPdh3rQ2zvpOsx6/RnOfu0VbF0/zykq7yxg7NK6LzfMna823r8WV+e2EeBBAAAEEEEAAAQQQQAABBBBAwP8CRIgAAggggEAqCARSIUhiRAABBBBAAAEEChDgEgIIIIAAAgiUsUC9rvur118eVbeL/6U6rbp6va/5/g1ljBmqRa+N0s7MVV5ZSXebZn+fq+nS9x7LVUYBAggggAACCCAQI8AhAggggAACCCCAAAIIIIAAAggkgEA5JywmQIRMAQEEEEAAAQQQQAABBBBAAAEEylkg7+6bHnCq+o+cpPa/u1ZVaqVpz84sLf/wKS9xceVnL0rBYN4NCyj9+faT87y6Y90yLX3v8TyvUYgAAggggAACCCCAAAIIIIAAAmUhQB8IIIAAAggggEDpBUhYLL0hPSCAAAIIIFC+AvSOAAIIIIAAAggks4DjqM0JQzTgllfU8ojzvUh2rF2sBRP+pYyxQ7Tulw+8sqLuLDExv7rL3ntcuzavy+8y5QgggAACCCS2ALNDAAEEEEAAAQQQQAABBBBAAAH/CxChSFjkIUAAAQQQQAABBBBAAAEEEPC9AAFWvkCNhi3U6byR6nfjC2rU72hvQpvm/qTZT96g2U/drM3zf/HKCtp9fVW/gi4ruHunlr3LKosFInERAQQQQAABBBBAAAEEEPCxAKEhgAACCCCAAAIIJL4ACYuJf4+YIQIIIJDoAswPAQQQQAABBBBAAIEiC6R1TFfPy8aqx9AHVLddL6/dup/f1fSxl2jRK/9Wfisozn3uVsl1vfoF7VZ+8ZK2LZ1ZUBWuIYAAAgiUTIBWCCCAAAIIIIAAAggggAACCCDgfwEiRKDcBUhYLHdiBkAAAQQQQAABBBBAAAEEChPgOgKpJ9B4wAlKHzZOHc66SdXSGimYvUvLP35OGWOHaPlHz3irJcaqrPn+9djTAo+XvscqiwUCcREBBBBAAAEEEEAAAQQqSYBhEUAAAQQQQAABBBBAgIRFngEEEPC/ABEigAACCCCAAAIIIIBAwgq0PvZCDbjlFbU65s/eHHeuX6FFrz6g6WOHau1P73hl00Zd7H0Wdbf+14+UOf3LolanHgII+EWAOBBAAAEEEEAAAQQQQAABBBBAwP8CRIgAAkkvQMJi0t9CAkAAAQQQQAABBBBAoPwFGAEBBBAoT4FqaY3V8eybvRUXmww8wRtq84JfNefpYZr1xPXaPO9nr6w4u2XvPlac6tRFAAEEEEAAAQQQQAABSSAggAACCCCAAAIIIIAAAuUtQMJieQvTPwKFC1ADAQQQQAABBBBAAAEEEEAgJFC3XS91H/KAelw6RvU6pYdKpHWTP/Q+i7vbvHCKVn89qbjNqI9AeQrQNwIIIIAAAggggAACCCCAAAII+F+ACBFAAAEEChEgYbEQIC4jgAACCCCAAAIIJIMAc0QAAQQQ8JNA4/Rj1PeGF9Sw12FyShHY0vcel1y3FD3QFAEEEEAAAQQQQCCxBJgNAggggAACCCCAAAIIIIBAsguQsJjsd7Ai5s8YCCCAAAIIIIAAAggggAACCFSCQOaMr0o16s4NK+QlLZaqlxRqTKgIIIAAAggggAACCCCAAAIIIOB/ASJEAAEEEECgkgVIWKzkG8DwCCCAAAIIIJAaAkSJAAIIIIAAAsUTmPPM8OI1yKf20vce065Na/O5SjECCCCAAAIIIFC2AvSGAAIIIIAAAggggAACCCCAAAIFC/ghYbHgCLmKAAIIIIAAAggggAACCCCAAAJJJ7D2x7dzzrlE5272bi1997EStaURAggggAACCCCAAAIIIIAAAghUuAADIoAAAggggIDPBUhY9PkNJjwEEEAAAQSKJkAtBBBAAAEEEEAgcQSmPfDnMp3Mqi/Haevi6WXaJ50hgAACCCCQnALMGgEEEEAAAQQQQAABBBBAAAEE/C+Q2BGSsJjY94fZIYAAAggggAACCCCAAAIIJIsA8ywzgc0Lfi2zviIdLXv/8cghnwgggAACCCCAAAIIIIAAAgiUXICWCCCAAAIIIIAAAqUSIGGxVHw0RgABBBCoKAHGQQABBBBAAAEEEEgNgR9HHlMuga6f8ok2TPusXPqmUwQQQACBshOgJwQQQAABBBBAAAEEEEAAAQQQ8L8AEaa2AAmLqX3/iR4BBBBAAAEEEEAAAQRSR4BIEUh4gcWvj9KuTWvLbZ5L32WVxXLDpWMEEEAAAQQQQAABBBBIFAHmgQACCCCAAAIIIIBAQguQsJjQt4fJIYBA8ggwUwQQQAABBBBAAAEEECitwLIPniptFwW237p4mlZ9NbHAOlxEAAEEChbgKgIIIIAAAggggAACCCCAAAII+F+ACBFAoDwFSFgsT136RgABBBBAAAEEEEAAgaILUBMBBFJaYPaTN1ZI/Mvee0xuMFghYzEIAggggAACCCCAAAII5CFAEQIIIIAAAggggAACCKS0AAmLKX37CT6VBIgVAQQQQAABBBBAAAEEEEhkgXW/vF8h09uZuUqWtFghgzEIApUgwJAIIIAAAggggAACCCCAAAIIIOB/ASJEAAEEklmAhMVkvnvMHQEEEEAAAQQQQKAiBRgLAQQQQKCcBKbcd3459RzfrVOlmqrUqKMVn/9Puzaujr/IGQIIIIAAAggggAACYQH2CCCAAAIIIIAAAggggAAC5ShAwmI54tJ1cQSoiwACCCCAAAIIIIAAAgggkKoC1dIaq3H/49V0/1PU/JAz1fKI89TqmD+rzQmD1faUy9X+9KvV4awb1en3I9X5j7er20X3qPuQ+9XzsrHqdeWj6nPNk+p3w/NKHzZOA255VQNvf0sH3PWhDvzX5zr4/m91yOif9JuHp+rQsb/o4Ae/00H3fqnqDZqnKnclx83wCCCAAAIIIIAAAggggAACCCDgfwEiRAABBBBAIH8BEhbzt+EKAggggAACCCCQXALMFgEEEEAAgSQV6HXFw+pxyYPqNuhedbngH+p03q3qePbNav+769Tu1CvV5sRL1PrYi9TyyPPV4jfnqOmBp6nJwBPVqN/RatjrMNXvdqDSOvVX3Xa9VLtVF9Vq1l7VG7ZQtbRGqlKrrgLVakiOI/4hgAACCCCAAAJtCpmrAAAQAElEQVS+ECAIBBBAAAEEEEAAAQQQQAABBJJYgITFIt48qiGAAAIIIIAAAggggAACCCCAgP8FiBABBBBAAAEEEEAAAQQQQAABBPwvQIQIIIAAAgggUHkCJCxWnj0jI4AAAgggkGoCxIsAAggggAACCCCAQKUJfDTL0TXjAkXerp8Q0D/edvTi945mrXK0J1hpU2fgvQIv/JD3/bvjzYA2bd9bqYI/bFwbvzjP1i2vBTTqo4A+DT2TG7MqeMIM51uBoCvNXePoP184umlS9F2x5/Pb+Y7segUGz1AIIIAAAggggAACCCCAAAIIIOB/gRJHSMJiieloiAACCCCAAAIIIIAAAggggEBFCzAeAgiUVOC4Hq5G/T6om08IqkW93L10aSrdd3ZQD54b1DXHumrdwNX6rY5+WOTo0c8djXwtoIwVjtzcTROqZOoyR5/NdhJqTmU1mT8dGNTVxwRVrUpZ9Vj6furXku44Lah7zwrq1L6u8pK/9HBXY84L6q7fBXVyH1fbd0uL1kuvTXF0+5sBPf2No6xdpZ8LPeQtsDNbsmRXSy7Nu0byl+4IPVPPhp6jhz91NHOlo9/v53rfdbWqS5lZ0ss/Ofp0tuK+vzaGyl/6MSDzSX4BIkAAAQQQQMCPAsSEAAIIIIAAAgj4V4CERf/eWyJDAAEEECiuAPURQAABBBBAAAEEEEDA1wIBR2rdUDqim5tvnFVCfy3r1MTV1ce4Sm8brWcJQU985Wjq0lAn+bau3Atbdjp6O8NRdnTalTuhMh7d5NuE7l/7RmXccRl0V7OadGhnV83zSIaNdJ9WUzqpt6srjnRVNfScRcp/DT1TT38TkD1jkTI+y07gp0WO5q3O0Z+PTm3115d+dPTrMntD5CX0tqjvqkoVJy6B9uv5jrbuCAduXxGfzHa0bkv4nD0CCCCAAAIIIIAAAggggAACvhQgqIQVCCTszJgYAggggAACCCCAAAIIIIBA0gkwYQQQQCAZBBrUKnyWtorfUV0lS2CM1HZdadJkR2sTMMknNDV9OENatSkyWz4rWsCembo1Ch/VEmJ7t7Y7Fq07Z7X0ySwnbgW86FWOSipg78M7GU5JmydFuzmrHU1ZWniMaTUcL5nRgpqzSvpibuFtrC4bAggggAAC+QlQjgACCCCAAAIIIIBASQVIWCypHO0QQACBihdgRAQQQAABBBBAAAEEEEAAgQoUaJrmqkHt+MQy+1nZOWsSL9HHVn4kAakCH45SDGVJsB0b5+5gyjJH23Z65ezKQMBWrJw0OaCtPjedsVJ5Jro2revqsC7h7696taTf9nNlK4FmZkkTfgnIErDLgJkuEEAAAQQQQAABBBBAAAEESi5ASwRSVoCExZS99QSOAAIIIIAAAggggEAqChAzAggggAACRReoXlVqWCt3cuLC9bnLit5r2ddcuM7RSz85JCCVPW259dgsLXfX67dJlkyW+wolxRXYvUd69deA5qwubsvkq789O+/vI0uMPbWvqzHnBXXn6UF1beYqa5f04vdOQq4Sm3zyzBgBBBJfgBkigAACCCCAAAIIIIBAogqQsJiod4Z5IZCMAswZAQQQQAABBBBAAAEEEEAAgRQQqJJ3flClRD57tfTYl46276rA4RmqXAQCob/UVnES6OEqlyjLv9Nd2dK4nxx9t6D8x0qmETbvkP77ZUBzE3CF2GRyZK4IIIAAAggggAACCKSUAMEigAAC5SQQ+jNYOfVMtwgggAACCCCAAAIIIFBsARoggAACCCCAQOIIWOJT5vbwT6rGzqpdo3DZpu3SHW8GdM243Nv0FeHEM/tZ2lcmO7p+QsDbvpyX++dbbTW4HxdK/3ovoGvHh/uy+mM+cWT97AnGjh4+thn8utTRY18EciUrvjnF2TenGycGtDQz3Cayt7aL1kuPh9reNCk8nsVw59uOPp4lbSti8qOtCDjx54BufS063ohXAt4Kbmu2REbL+9Ou20pvVt/Gtu22NwJ67VdHG7PybuOnUos/ZzwNa0n1atndkT6aFTU1m8j20CcB7cwOP0OWePbP0DNj10Z/HNDG7eFnLrZfG6e4zva82HNj/cZuVmbXIs/r3e9Enx07nhJ6HsOzD8/PnjF7PiPPtD0nn4biyvk85xerjbd4g6Mv5jqyZyMyF+vngxmO7P2MjdWObQXBJ7929OOieAtbufJvoecr0scLP+T+s3gwNHkz/c8X4fc1UjfyXti7bGNEtvzmXdx7ZP1acuWojwKKfR/t+OUf876v9gzYODZH++6IzMk+7f7c/0H43tgcrWxt6H185LOAFqyzs+g2b610c8x3QKR+tAZHCCBQngL0jQACCCCAAAIIIIAAAgikqkDuv8ykqgRxp4IAMSKAAAIIIIAAAggggAACCCCAgP8FyizCtVsseS4+8alpmtS7peuNUb+WdPOJQXVtFj73CmN2lkD2yKeOPp/jyJK0bHtnWkCrN0f7XJ5piYqOLIFq1x5XNx0f1OjzgrrxeFeWEPn4l47uedeR1YvpWt8vkJ7+JtxvbHlhx5Yc9dy3AVly1IxV0ln9XT14blD3nhVU+8bSG1MCuu31gPJKrIz0bdHadUtS+2p+qI+Bru4/J6iDO0lZu6UfFjle8uXUZdE4I23NwMawtlbv8K6u/n120Gt/aCdXn852dPubAW8eVjfSrrw+Z6xyNOyVgLfZcXmNE9uvxbVwfWxJ+PiAjq7q1ggfH9vD1UWHBJXXgotu6AZ8OdfRI585WrUpXH/hOunjmeFj29sYJXVu21AaFnquW9S3nuK3jdsUGjfgPa+WDBm5asdPhZ7Hz2Y5soQ5Szz1nrGVks3X6m3Z6ei1KY4mTXa898HKbDsuFOuIk101rhsKzApitg9nSJN+cbR5e7TQ+nl7mqMHPgrIEhEjVyzR9qHQ+zZrVe7nLlInv097L57/LqCHQ+3XbXU04qSgbj0lKHvf7dwsR30cP15p75ElSH4euo8jXwuEnvuAztvf1X2hd+GuM1z1aeV6CZnfht7zu952ND3kmN/cCyu3ezPmY2ffs1JYfa4jgAACCCCAAAIIIJBEAkwVAQQQQCBJBUhYTNIbx7QRQAABBBBAAIHKEWBUBBBAAAEEEEAgNQQsgend6fGJVVVCf0k7vZ+rBrWjBrWrSz1aRs8jR9l7pClLpUuOcHVgh2giliVz7d4TPrdkq6e/DcgSoqzdb/u6at1QsnSrVg1cnTswfGzXH/osIFttTnv/WXLgmPOCuvTwcF97i72P09Jd2TXbLJHQEtDsgiWxWcLYL0vsTBrQVjqwoyuLq2Y16cz+rpqnuV4yma2c+MksKXfv0nfzHdl168/6SG8jVasiDWwX9OZuvdu1iZMd2SqMdm6b9fXZHHmrONp5h8bSMT1cVa8abn9cT1c99yaD2kqPE35xvLlY3fLYtuyQXvtFsntt28s/xs+3PMa0PjOWO8qZzGlxH9bZhKyGPMfOTaUGtZTr3+L1UqM60rXHBj33SIXt2fbkyLtnpXW2RL22jSI9hz/t2X3y64BshVFLMo0k9IWvhve2Qp+tULhkvaO//TaciBr7/Fut7xc4WrLBjqJbi3quOjUNzz9SauNNC1md3CecEPv300N1mkSuykvAe+nH8IqTVlon9C4OOzGc9NclZGdlka1h6J39x+nBfe/FBQcGI5e8BMsXf3AUeS9O6RP0EhXNoGeL6D1ZtUlxibQ225LeIxv829B79MreZ7xFfVfNQwbWZ1oNV4d2thrhzRzG/RSIe5dqVJX+ekw4ngM6hutF9vYu3nhC+JolgzZLkywJ0uJvGHKI1LNPc7IkSfuusM3qWzkbAmEB9ggggAACCCCAAAIIIIAAAgiUj0CgfLql1xIJ0AgBBBBAAAEEEEAAAQQQQAABBPwvQIQJLWCrntlqhrZ63ZzV0ak2qevq2mNd9WsTTWCKXs199N1CR+0bu6pXUzqim7svscySiapVcbwkqYk/O1q7JdzWEh9bNbB0pfC57Vs2kOrtTTDavkt641dHO7PtSsm27xY4siSpSOsuzVwvWTFyXjc01zYxSWrvZgS0LDNyNfxpSVtvTYvOc0DbaB9N6kbna7WzdkpZoXnbsW1zVklvTo3+OdIS3yxR0q7ZVq2K1CkmIc0SI6eviI5ldcpy27hd2pAV7T/nfMtyLOvLkiI/muno2e+cfasOWrklbQ75jatYCyvPa8vc7mrmakeWSGeJqPu1j9aqVTX8bJan88GdXf0u3fWSTC2hL2cy4tbQPQ84ji47IqjGdeQ99/t3cL0EzMhMs4PSik1R90h5Xp+HhMY7vmf4/WlQy9Vp6UFVDURrzg49U9NXRM9LcvRD6F2NJJDWD71vsYmTHZu4cV3aSo82/7jCHCdFuUfm9MXcqMGvSx3Z+5mjq32nm7Kk5ZnR+vsucIAAAggggAACCCCQ2ALMDgEEEEAAAQTyFIj5806e1ylEAAEEEEAAAQSSSoDJIoAAAggggAACCCBQEoF5a6WbJwV03fiA7vsgoA3bHNnKZEd2dXXdcUHdcorrrSxX1L53ZUst9/6kbpuG0ql9XDmOdELP8Epq89Y4mr4iVLC3Q1sxrVY1d+9Z+MMS0BrXiZbZHOeujrYJ1yra3lYT/HxOfN2cq/dZzy3qRevYym5fzHG8Ffus1Gby1TxHlmxl59WqSLGrTdqqfxafldv1I7pKrfYaWF+fWl/WiV0MbZYcFvqI+y92fKv6eahNaZI04zrPcWLxN6pto4Qv1K4hWeJo+Kzs9vaz3teMC//s9DsZjtJqSt2aS+cfENQ9Zwa9BMCIWWGjrt/qqEsTeYmmtjLmSb2DahEyts0SH8vT2eb4m86uN3ZknoE8/rp8VLf45EszrRp6ViJt7HNjlu0L3my8QzuFY43UtDhb1Y/eMyv/dZlT4pU4c74X9r7Ze2f92tarpbRf+/B4llB6bC9X9q7atfy2wu5Rfu1WbQ5fsdG27LB9+DyyX7M1csRnRIBPBBBAAAEEEEAAAQQQQAABBBBIToE8/qSUbyBcQAABBBBAAAEEEEAAAQQQQAAB/wsQIQIpKdClqXTf2UGNOS+83X2GJSkGddZAVx0aSwGneCytGkQTm6zp0T1cjf59UPZpPf2yRPsSAe08rYaralXtKGYLNQwotIspmrIsvl3MpQIPF693tHpLtC9LdqtVLXeTnAloc9c42rw3uWzrDil21Ulr7TjRxCrr/bAuru4/J2x4enpwX3KbJWNZkqa1iWyWMBg5jnzavCLH9rl4g7Rm7yqUdl6WmyUOnjFQ3sqGloz2hwNc2aqAZTmG9XXp4e6+5+rBc4P6+2lBXXlUUAd3kupUtxpF3yz5r0latH7D2tKIk4LeZseJ6BydbfQoc7s9LdHz/I5iny+rU6OK1LCuHUW3RaFne8vOovUXbRU+WpbphJ6vaFvvfYuees/GhQeH79+9ZwXVq4UbbljAvrB7ZE3r1pDO3T+o5mnh/mxl0WN7Snb/gxOLHAAAEABJREFUHvzQ0cs/BqwaGwIIIIAAAgggUN4C9I8AAggggAACCFSKAH/5qBR2BkUAAQQQSF0BIkcAAQQQQAABBBBAAIFUEGhRP/8od+2W1m2Lv169qqMqMYlSyueftbP2+VzOt3jFpvhLloBZbe9PCMdfiT+z1RQ37QhPLDPLifsJ5fiaBZ9lbgv/DHZsrbwSJmOv27GtGGht7bg8NktAs0Q02+y4PMYoyz7tJ8br1ggnueXVr1mZWey1RHCOnU9pji2h1d6V2D7sp7zzWpEwtk5+x0szS5YAnF9/Vh69R3aW/2ZJ0iNPCSdDXnZEUB/PlP75bkBVQy/nufvnf4/FPwQQQAABBBBAAAEEEEAAAQQQSCABplISARIWS6JGGwQQQAABBBBAAAEEEEAAgcoTYGQEEEAgCQTyWj0wMu0d2ZIllkXOi/Np7ax9cdpY3TVbw0mHdlyczZLftuwIt7BPOw+fSUFX2p1dtH7XbI20Kv5nadoWf7TEbmEr81Wrkv8cS2NVmrb5z6jsr7SoF3rwYrq1Z7KkKyyuyfFe7Mp2tSe++5iRinZY2D2K7cWGmr1KuvPtgL6Y66hpmnThIUEV9P0R255jBBBAAAEEfC9AgAgggAACCCCAAAK+FCBh0Ze3laAQQACBkgvQEgEEEEAAAQQQQAABBBBAAIGiCOwJShuyilKTOoko4Jc5WcpsFcdS/0of0cbtjrbvtB5L31dhPVjC7yezpP/7PCBbydRGPb2fq4a1C2vJdQQQQAABBBBAAAEEEEAAAQSKLkBNBBJRgITFRLwrzAkBBBBAAAEEEEAAAQSSWYC5I4AAAgggUKBAtapSWo2SJVhZO2tf4AB5XGxYq2TjVQn99bBWtXCHTug4fBTdL14fPS7oqDQrxpWmbUFz8uO10liVpm1lWlatItWuXrIZVLEswZimtoroum0le1diuinS4bfzHb0xJfpS9WjpqmdoK1JjKiGAAAIIJIoA80AAAQQQQAABBBBAAIESCET/IlKCxjRBAAEEKl6AERFAAAEEEEAAAQQQQAABBBBIbgFLAGxRvwgxuFJQoV1M1ab1JGsfU1Skw/aNilRNwWB8vbo1pUZ1w2WNaudODLOfs7Ukr3CN/PfN67kq6KeMIy1t1cbwcXhvbZqlhY/ZFy6QCs5rt8RnGdatIdWrUbhNXjXaNYp/v+xs2jInx1uXV8vSla3fJr0/Mz6OTk1UpHekdCPTGgEEEEAAAQQQQAABBBBINAHmgwACqSgQSMWgiRkBBBBAAAEEEEAAgZQWIHgEEEAAAQQQqFQBS1Ma2E6yT+39Zz8Ju3vP3pO9HzuypcxtsbWkPq3cuHZ7qxb60b6xq+Zp7r562aGxsnbtO913sGZr/Hidm2jfapCN67iyfvZVDh2s3uJo1qr4NqHiXP+1qCd1aRYd3yps3G77+G3N1vjz1g2kZjHzjr/KWU6BVHDeE/8YqV3o2bbE2pwWRTnv1MRVrerxNacud7RuS3xZWZ/Ze7MpK75Xe9bjSzhDAAEEykCALhBAAAEEEEAAAQQQQACBBBQgYTEBbwpTSm4BZo8AAggggAACCCCAAAIIIIAAAv4XKG2EnZq66tYi2oslD+7cHZ/4tz10vjM7WsdWg+se08auVK3i5pvAaCsffjE33GdaTemQTtYivLmhjy07wtdCh95/u4PSth3eoberGvrL4eFdg6oS+rQCW+3w0FAf8a2k92c4ysyRfOWGGvyyRPpmfri2tT2ss+SET2X/NuZoY2U5k7gO6+KqZjW7wlYUAb8779wtrd9qT1dUo38bd98zaqWB0PNavaod5b3Zc7lqU/iard6Z3iZ8HNlv2i59PNtRztU+LaH49V8drdzbNlK/JJ8rNuZutXJzuMyiW7w+fFyWe3uPa+TjYmN+HvqusMTpshyTvhBAAAEEEEAAAQQQ8IMAMSCAAAIIlL1A6M83Zd8pPSKAAAIIIIAAAgggUAoBmiKAAAIIIIAAAuUqkNfKfruyXeVcua08J2GJQ6f2dfet7rZ5h7R4g6UNRUddsdGVJTJaia0Cd85+Up0cq8HVr+Xs68Pq2TZ9uSPr7/3pgbhVFQ/p7Kpbc6sR3qaviE/K2rxdWh6TjHVK36A6NgnXjex7t3J1cKifyLl9rt0iPfqZowXrpGAohF3Z0kczHf24KKCB7UIFVim09WwZatspej5ntaMdu0MX9v5nx0s2RDMabb6x7fdWS9gPS2jLK+Fre0yMFTH5ynYuq3jNc8ZKx3umIm4bsqSVm6LPiCXw9m4VuRr+rBb6i3eTutHnzEotOXb+WmnhOkczVzpqXNdK5SU6ntQ7qKY5fnb82/mOXvzekbWzmvYTzs9+F1Ddmq5a1LeS0m2tGuRu/90CR/YuzV0t1aoWnltsrY3bVKqfqq4R6rNRndge7TvHPKXJS6RNWY7qlPCnteN75QyBYglQGQEEEEAAAQQQQAABBBBAIAUFQn++ScGoUzpkgkcAAQQQQAABBBBAAAEEEEAAAf8LEGFeApZMtzxT+mKOk+vy0o2Ovp4Xn0CXq1IeBZact3Bt7gtTlikuGS93Dal9I1d/OdJVg9rhq29Nc2Tzi8zTzu2KXbd6Vt/OY7fm9Vwd1zMYW+QlDt72ekDZrqsuzaKXbKXCQYcG1a9NOJlr8lLph4WObCW5bbukt0Pjb8qStwriWQNcHd09dKz4f7ZK2xnprmxVu9grq7c4GvNxQNeND+imSQEt2SD9+eBg3OqI1vbsUL9HdQ+Pv2i99MksR2Zomx1bmfVrdayutbFz26zV8kwnLqnSyi2pzJIfzc3OK2OzZEtbTXL13lXyYufwyezQnEPPXXHmZ7GuCD2Tlnga25cllC4tpC8zMzsztLZmarZmbJsdW5ldszpW19rYeWSzxLnlmTaLSInkJRDGJLlazEtD9zlaI3w0a1X4ntqZtZm6zPHa2nlkW73R3ZcMGCnL+WmrRe7aLb0xxZE9nzbee9Mdbd8VrmmJg+cfEJQl/4ZLovtjerhxSYgWybPfBvTYl44O6ypZ35HaDUPv36BDgvvew0j5z0sc3f5mQNeMC+jOtwPq2jT+nbA+S3qP2jZUrsRHM//PF47qVJcO7OTK3u3IXOzzy9D307/eC8StZrpmi7RonV2NbmY+I+Y+Ra5YIudJfdy4BGerO+qjgN7JCMhWU839zRhpzScCCCCAAAIIIIBA4gowMwQQQAABBJJPIJB8U2bGCCCAAAIIIIBAJQswPAIIIIAAAggggEDSCXw0y/GS6e77IKBVeSSVua701lRHw14J6I43A7KfhS0sSKtzz7sBZazInebz/cJwX7aKYUH92M8833JyUGcPdFW9iqN/fxjw5mmfdm7ldt3q5dWPjWyJhX/Y31Xdvauj2ae1OzfUZ85EtNrVpUGHurrqaFc9Wrh65VdH108IaOSrAc1d4+jwLtJtpwZ1ZDdXAes8j0Et8fGiUB+XHhFUpyaul+Bo1Wys3i2la491vTFsLCuP3SxR7Iz+road6GpgO+nLuY6X4GhJjnZsZXbN6ljd2LYv/hDQmE+cfQlrkWtu6OCF7x098mlAsT+hHSou9//sGbDnxZ4bS/i0ueQcdHmmZM+dJXPac5jzel7nH4eeV0tes2TS2OuWrPfQJ4FCYzU7MzRLMzVbM7bNjq3Mrlkdqxs7hiVE3vt+QCs25n4A3slw9H+fBbyVAC157teluev8uEga+VpA80LP038+D+iDGbnrLMl0dNc7AdlYsWPnPO7fztXBnVy98F1Aw0PPqI1Xr5a89+XG44OyZMOcbezcyv9yZFB9WkXviK08ef1xQS9R2OrEbq0bSiNOCur09Pg+02pYkqKrO36b+50ozT2yfof8JqgOjcOzsBVUT+nr6qYTXNlcLGnxggPdfUmN9m7ZO3ndseH52XNuz8HdIUNLdAz3Et3bfbL3OufzZknPVx0VVOT7xH6i/aCOrq4+JtxvtAeO9glwgAACCCCAAAIIIIAAAggggAACZS6QcAmLZR4hHSKAAAIIIIAAAggggAACCCCAQMIJMCEEKlrguB6uxpwXLNJ2x2lB1a9V+AytjtUtqN/eMQlT+fVYvap0RFdXw08KavTvg94c7dPOrdyu59fWyi2x8JDOru4+I9zWPq2dJTnZ9Zyb1e/azNXlR7j699nhNhbDnacHdc5+QTWuk7NF7nPrw5ITrznW3TfnB88NypIYOzbJP9nRerL0tVYNXF10SFD/PCs6vh1bmV2zOlY3drvgwGhdm2/O7a/H5L3aXmwfZX1clGcgdp72HBZlDlYvtl3O46LEaoZmaaZmG+nDjq3MrlmdnPNp21C6/5z8rW3spmlSQc++te8SesasbmTcnJ9Wx8bKOX7O8xb1pMuOCO57zuw5tee7WpWcNePPG4We40sOd733yca2571ZaN7xtaJnloh7bI/4uO46w5Ulddoqp9Ga4aPS3iOby3XHBb35/evMoE7s5catSGqJi5ZEaXO3d8tWPbU52ui2qmRBttbGNpuj1Y/d2oTu7w3Hh13se+aPB7qqVzO2BscIIIAAAggggEDZCtAbAggggAACCCCQU4CExZwinCOAAAIIIJD8AkSAAAIIIIAAAggggAACCCCAAAL+FyBCBBBAAAEEEEAAAQQQQAABBBDwv4DvIiRh0Xe3lIAQQAABBBBAAAEEEEAAAQRKL0APCCCAAAIIIIAAAggggAACCCDgfwEiRAABBBBAAAEEEKhoARIWK1qc8RBAAAEEJAwQQAABBBBAAAEEEEAAAQQQQMD/AkSIAAIIIIAAAggggAACCCCAAAL+FyBCBIopQMJiMcGojgACCCCAAAIIIIAAAggkggBzQAABBBBAAAEEEEAAAQQQQAAB/wsQIQIIIIAAAggggAACfhMgYdFvd5R4EECgLAToAwEEEEAAAQQQQAABBBBAAAEE/C9AhAkisGqzowVr3bjZ7N4jzVjhaE8wrpgTBBBAAAEEEEAAAQQQQAABBIorQH0EEEgwARIWE+yGMB0EEEAAAQQQQAABBPwhQBQIIIAAAggggAACCBQu8NEsR/9819H6rU6uyu9kOLp+QkBWJ9dFChBAAAEEEkSAaSCAAAIIIIAAAggggAACxRMgYbF4XtRGIDEEmAUCCCCAAAIIIIAAAggggAACCPhfgAgRSAGB43q4GnNesMDN6qQABSEigAACCCCAAAIIIIBAqgoQNwIIIJBiAiQsptgNJ1wEEEAAAQQQQACBsAB7BBBAAAEEEEAAAQQQQAABBBDwvwARIoAAAggggAACCCCAAAIIJJYACYuJdT/8MhviQAABBBBAAAEEEEAAAQQQQAAB/wsQIQIIIIAAAggggAACCCCAAAII+F+ACBFAAAEEEChTARIWy5STzhBAAAEEEEAAgbISoB8EEEAAAQQQQAABBBBAAAEEEPC/ABEigAACCCCAAAIIIIAAAgggkFoCqZmwmFr3mGgRQAABBBBAAAEEEEAAASGXIDAAABAASURBVAQQSE0BokYAAQQQQAABBBBAAAEEEEAAAf8LECECCCCAAAIIJJUACYtJdbuYLAIIIIAAAokjwEwQQAABBBBAAAEEEEAAAQQQQMD/AkSIAAIIIIAAAggggAACCCCAAAL+F6jICElYrEhtxkIAAQQQQAABBBBAAAEEEEAgKsARAggggAACCCCAAAIIIIAAAgj4X4AIEUAAAQQQQAABBGIESFiMweAQAQQQQMBPAsSCAAIIIIAAAggggAACCCCAAAL+FyBCBBBAAAEEEEAAAQQQQAABBBDwvwAR+kmAhEU/3U1iQQABBBBAAAEEEEAAAQTKUoC+EEAAAQQQQAABBBBAAAEEEEDA/wJEiAACCCCAAAIIIIBABQqQsFiB2AyFAAIIxApwjAACCCCAAAIIIIAAAggggAAC/hcgQgQQQAABBBBAAAEEEEAAAQQQ8L8AESKAQNEFSFgsuhU1EUAAAQQQQAABBBBAILEEmA0CCCCAAAIIIIAAAggggAACCPhfgAgRQAABBBBAAAEEEEDARwIkLProZhIKAmUrQG8IIIAAAggggAACCCCAAAIIIOB/ASJEAAEEEEAAAQQQQAABBBBAAAH/CxAhAgggkDgCJCwmzr1gJggggAACCCCAAAJ+EyAeBBBAAAEEEEAAAQQQQAABBBDwvwARIoAAAggggAACCCCAAAIIFFmAhMUiU1Ex0QSYDwIIIIAAAggggAACCCCAAAII+F+ACBFAAAEEEEAAAQQQQAABBBBAwP8CRIgAAgggkDoCJCymzr0mUgQQQAABBBBAIKcA5wgggAACCCCAAAIIIIAAAggg4H8BIkQAAQQQQAABBBBAAAEEEEAgYQRIWCy3W0HHCCCAAAIIIIAAAggggAACCCDgfwEiRAABBBBAAAEEEEAAAQQQQAAB/wsQIQIIIIAAAgiUlQAJi2UlST8IIIAAAgggUPYC9IgAAggggAACCCCAAAIIIIAAAv4XIEIEEEAAAQQQQAABBBBAAAEEEPC/wN4ISVjcC8EHAggggAACCCCAAAIIIIAAAn4UICYEEEAAAQQQQAABBBBAAAEEEPC/ABEigAACCCCAAALJIkDCYrLcKeaJAAIIIJCIAswJAQQQQAABBBBAAAEEEEAAAQT8L0CECCCAAAIIIIAAAggggAACCCDgfwEirCABEhYrCJphEEAAAQQQQAABBBBAAAEE8hKgDAEEEEAAAQQQQAABBBBAAAEE/C9AhAgggAACCCCAAAIIhAVIWAw7sEcAAQT8KUBUCCCAAAIIIIAAAgggkJIC01c4umZcoMy2O94MaNP2MOXSTOnGibn7tjK7Fq7FPhEEPpqV/3Pwwg/8WTAR7lFZzMG7z3m87w99EtDO7LIYoWz7mLdWuued8LP59DeONu8o2/7pDQEEEEAAAQQQQAABBBBAAAHfChAYAj4R4C+TPrmRhIEAAggggAACCCCAAALlI0CvCCCAQLIL9GntatiJrh48N6gx5wV139lBdWmaO6rT0l3vutW5P1T38iNcNaidu17bhgr1F1SL+rmvUZJYAsf1CN/3U/q4iTUxZlNsAUs8tCTTSOJwbAfHdHc16FBXVZLgL73rt0nPfRfQ6i2OF8KvSx29OjmgPUHvlF0+AlOXOfpsdtgsnyopX1zQO5LyOAAggECRBaiIAAIIIIAAAggggAACFSOQBH/GqhgIRkEAgUoRYFAEEEAAAQQQQAABBBBAAIFyFDiks6vBh7pq1cAtVjJTtdBfjHq2dHXtsUE1Tcs9QStr2yh3OSWJJ2BJbD1bStWqVOrcGLyUAj8tcjRvdd6dBBypYxNX9WrmfT2RSrN2SVk742e0ebuUHYwv4ywqsGWno7czHGWTdxxFyeOooHckj+oUIYAAAggggAACCCCAQPkI0CsCCCBQJIFAkWpRCQEEEEAAAQQQQAABBBJUgGkhgAACCCCQt4AlFZ7Uyy1WomLOnhrWlk7pE8xZzHmSCTgOmU5Jdsviprtqk/ROhhNXlqwntatLtWvEz75eLalqIL6Ms7CAvbkfzpDsGQiXsM9LwHz88o7kFR9lCEQFOEIAAQQQQAABBBBAAAEE/CHAn4L8cR+JorwE6BcBBBBAAAEEEEAAAQQQQACBJBXo2cJVXj/pXNxwOjeRmtS1tJnitkyi+kwVgQQV2LFbmjQ5oK05ViVM0OkWOq3GdaQLDw7u+07p39bVmQOCpUqsLnTQJK4wdamjL+b6I1m1vG6D396R8nKiXwQQQAABBBBAAIG9AnwggAACCCSEAAmLCXEbmAQCCCCAAAIIIOBfASJDAAEEEEAAgcoR6NqsbMatV1tq36hs+qIXBBAousDuPdKrvwY0J5+fgi56T4lVs0tT6bZTXY05L6hBhybHT1lXhuDCdY5e+smR61bG6Mkxpl/fkeTQz3uWlCKAAAIIIIAAAggggAACCCBQFAESFouilLh1mBkCCCCAAAIIIIAAAggggAACCPhfoNgR9m7lql+bsslysbW9Tkt3Vb9WsadBAwQQKKHArmxp3E+OvltQwg5oltQCs1dLj33paPuupA6jXCfPO1KuvHSOAAIIIIAAApUnwMgIIIAAAgikhAAJiylxmwkSAQQQQAABBPIX4AoCCCCAAAIIIIBAWQrYz3O+MSWg4a8GdM24gG57I6CflzgKFpI/adenr5TGfOzo2vHhttaH9WV9FmeOSzOlGyeG+7A55Nwe+iSgTdsl+8x5LXJu7a2fndm5673wQ+4/qVl4i9ZLj38R0E2TomPf+bajj2dJ2/JJPLIxbKzIuJFPK7NrFvfG7Y6e+SbsMuyVgGassjRSuxLdzG/yUkf/fC869piPA1q1OVqnKEc21ss/RmO4fkJAE392PK9flkifzc49dl79mu8db0bnEokr8mnXrI5ZRsry+py+Ijxeznp27+ze5Bzb+nztV0e3vuZ4z5/1OeqjgOavlewexda3ujYPq5Nzi4xrz94rkx2Zg21fzsvdj9mX1bNr88sKPStPfu3ox0Xh2K3Mtsws6W+h9ykyVzOx8sI2ewYeCz2XkfeqqM+FrV7340LFPVP2PttPFNu1wsaNvW73yu5ZZO6xn1Zu1yP1La7Y65FjK49Y2z2NlFs8a7ZEWoc/7d2xdyhSJ6/PyD22FtZ3zjqx162ObRZ3cU1szjnfTXtPpy13ZPf6he8D3vtl/dsz+mvoPbb7lTNZ8c0p0WfaYrMYbbPjnHO3MrsWme/d70TfRTueEhrDxvp/9u4ETq6yzvf/9zndnaSz73tIgIQEAiSAhEVBNgVBMILIuNzr1TvjeEdH1HEdxd1xxJVRZ0b/Ot7xor5QQARF9lWWgBAISSALCUlIyN5JOukl3X2e//nVSXWdWnqv7q6u/rQ5Vec859l+73NO8Zqa3+up9Jj22WVjpu8Re34efMmpJbQabW/p/i2e9Bzau0cKOVs7Kzcne446urY2G3Mr5jNifbIhgAACCCCAAAIIIIAAAgggUK4CpRhX/rerpThL5oQAAggggAACCCCAAAIIIIDAwBFgpggMWoHt+6Tv3Rsn6KWTbQ7US798wunBNcpLGEtDWfLJLx53qWS/2kanz78l1LeuDDV/ik8l+33tT4E212Qnb6XbFnqfOU76yPmhxg7PP3v+Aq8PR+dsxci/PzfUxSek03YydU+c4fXNt4eaFfUztFL6h/NCXXqil83gnad5vet12Vk8ltT2yycCWaLN6u3SlYu9vnd1HMPsCdLtzwe67g+BCiW72RifuTjUpFGZ8ZN7W2sU9etkCU/eSzbWH5Y7HWzM1LKynz7qZEmN2/dLZx4jfecdod53tpcl7z27yWaeqd/W3mtR2+/f5/TkRumqU0J9/52hvnJ5KBc1t0S5/45ibI7m0Fb7ZLn5fjhyO2pcfgPz/fylYWrVTrP8m9f51BjJ9jMi+68v9bLVQq383aeHeu8ZUb3o4KLjveza2bWJDlP/fPS6cquT3SsPrnF643ylrsGHzvXauk/6twcC/e4Zl5WAZXP8dGQ/b7K1jjrI+WfJmz9+0OnhtXE7S96684VAOw5EIEfqFvvetcTWH0ZjvrQ9M8aRobr8ZglgyzY6XX93oNWvSXb/WCcbdks/uD/Qpr1tj7H3UGR2v5Mlko0aGj8PX7nCa3z0TN3yrNN37g1kCZTWX2c2u1b23KWvYXtt7J5YGj1DuXXqGqT/92SQ+pywBLv0eYvnp49mz8c+A/7hjV7VQ9K1Mu8TRnp9Ibr/0veWnXnPklAfvSBUVYVSbf4+anv8tOz7ojsmds/8cUWQejaHV0lmaJ8NSxfZsyl97veB1u+0GcTbsg2SfRZau7ik/df058fUMfn19kXX8McPBalrmEzotP3/ij5vH3rJyRIO7TMi9dmVuEfsc/i2551uiT5r2ppLdzyKcW2L+Yzkq1GCAAIIIIBAlwVogAACCCCAAAIIINANARIWu4FGEwQQQACB/hRgbAQQQAABBBBAAAEEEChFAUt8uXl5oCsWxclyS+ZkJ/s8vC6QJbjkzt2S7X7xeKAVrzq56ORVp/hU8t6wKskS0yyByJLzLOmxswlS1s+cCdJbT8qeQ9S9tu9Xa9LakErpjfO9jhqfXe9gg2utY20qom/Qpo1RKnluydFedmzltlkyjyX22OqDdnzKLCldx2J4+2KvKaN8qr+bnwn0wEvKS9y0ZMU5E6119nao0enl3U7/9KZQxyTO22p0Nq7Vtncb/8XXLGpp5NDIbUGceDW22uua13m9sC1OTLL6bW12/f64wmlfnTR7vLQ4iiOIuhw1TLryVB9d17Ctpm2WW1xvj9pWRn7JSrsOKJV4aWVmaV6Lcn7C3K754UR2pM1lymjp6Ile582X7NpZ+/S2YovTzx5zqQQsSzQ77zifuk4LpnmdMiu+vo+td3pobbb/8CHSgmnpXjLvzS3S81ukvzvXK3kvm1NTS9xfb9y7I6L5fOZir+uvCjV3UmY+tjduuPTVK0LdcE28vXdJaMVtbht3S0+/olRyniXoWaJeurIlFNtqmS0FurDn7N8fjpOELeHvqugampPdT286Po7dnqNfPxW0Xsd0v+292zU8bopXoUTiZDu7J+ZO9qqqSJZKtvpecxgnT157Yfb5XbWKnq3ohj3SxPaOmeRlnydHilrfRlRJI6L7urUg2rH6E0Y6DbfnJ4rxhKleNt/oVOpfd00sGfGBNakudG50T5qhxWf36EfOjz/r4rPxqyUb2/X94Dmxc1wav16+yLdee0tItmRFO2PP2azombX99Gb36c8fC1Kfbd+O7qUvXBqmPlfT5+39vpec/vMRp817nL741jCV5Jy8163Osg3R+b22l71118Ni7+m1LeYzkh0VRwgggAACCCCAAAIIIIAAAv0jwKiDUSDn68LBSEDMCCCAAAIIIIAAAggggMAgEyBcBBBAoJcELMFw4Yw4keikGdmD7K+Ttu+3tKBMuaXkPLreae2OuMwS0mYlkgdZpk9xAAAQAElEQVQtQWvCiPicJSTZynnWJi7p+PWkaC6WuJisuX6n0/YDmRJLfBs5NHtem/ZIG3dnyiypa8U2pzfMVWoFtkxr6ckNTk+8nKlryTiWlJOuM3KYNDORTPTnlYFerUmfbf/9L1G/tgrc6KiP8+f7VEKntbDV6tJjrN3h9GRUz8ptOyoaa+wRMzs2w3Pnedttd9tV67RuVxzHpr3Siq2uNbHSSs+dJ504veN+cgex5MeTZ2aX7ojG2rTHeo3LLRaLMT6KX+1+WRWZx0fxq60SeMpRkq34F5fEr5YI+4cVal1B0O49S3S1szZKMhn0gZcC7dhvZ9rfntzoNHuCl83LEs3S/dl7VUVs05v3bvuz69zZygrJkg3HR/fDxFFS7rOwcbeyVuq0Xu1ev/MFp121diQdPUGytvFRvG/Ji3a8Nnpun+nk6p1Wv6fb1DHSO18n2fgzxnglPyus7237nCyZ1/bTW6HPgC01TpsSz3e67mv7pBFDvM7ISbbuicmzW4LW+/KRtU4HGtKjSfZsXn1qKLtOmdLi7Z15rNfbFvlUcq8lNeYmI1pScOBcarVS+5ytiu6X10Wx2zOTnkVzKG3L+dzuiUe639z37lzb3D44RgABBBBoQ4BiBBBAAAEEEEAAAQRKUCAowTkxJQQQQGBACzB5BBBAAAEEEEAAAQQQQGAwCliyy4KpvjWpzpLQch3sp0iTZZZoZklf6bKRQ5WVEGh9Wln6/JrtToca00cdv9sKh6fN9lkVbeWxZCLc7lpp896sKqlEvVXblHq3M/vqpYMNXjNzft64tkF6eK3VyGxjqzP7tmfJP1NH21682fiWuJQ9q/hc8tXqVVd6WbKZlVvi4tlzvWy1wstO8qmVFC1x6ImNmXlavYkjvaoC28tstiqhWWZK8vdsxbTGprjcfjr4V8ucbnkm0OHmuMzaX3i815CK+Lizr3YfWKKUOSTbPLPZpVadtDJzXLvDtd47VmabJSiag+3baoa2Elyhn29+6hWnPQedVUttudcgeWxJWrZqZapiOy8W97QxcQX7eeHL7CfBoyHeHBlMGe1Tq4X25r0bj9yzV0sWTccQTV1BYK+ZPuui632oMbvMnoVno2uTrmUrESbvp+oqL0uYTZ9fuc2pKUwf9e67rSLYmqwaTTvIuWP2HFLeio/2GfDG47InaM+e3TP2/KRnbPtWtmimZKuKpsvtvbsmljxpny/Wh20bdkvfvTfQ+l12FG9zJ6tbicBx67Zf7Xl9/bE+tcpoulYQpPcy77YSqRmlSywZNDeB0lZdTZ+39+56WNu2tu5c27b6ohwBBBBAAAEEEEAAAQQQKLYA/SGAQPEFCnxNUfxB6BEBBBBAAAEEEEAAAQQQ6IIAVRFAAAEEylSgxTKFErG9ts/JVtJLFLW7awlJlljXbqWckwunKbVKXrJ41VbJkrWsbN1OpyVHe9lPtNpxelu7w5IU46NNe6RJIyVbLTEuiV837XGy1QLjI6WSg6qr0keZ99xEIRvzQF3mfFt7tjKgO3LSEv/eeZrXd68OdfLMGHJfndPGI6siHqmmMcPTe117tyQtS3JKtnp0vfStu51svjbiMROlzqzWmOzD9mdP9JqVk+y5fqdk87fzr9a41Gp5tiKcHae3VyLf3Qfjo9f2S5WVXhOj6xCXxK+WFLZuR1opLuvodWPUb0d1po/NJOZZ7+cv8PrBO0PZux33xb3b0Rx7ej4MpRbLTk10ZMmctqpeoqjdXbsudY3tVun3k/MmS1NG2R2cmcqL26VkArXt76iVTp+TXc9adNdkSKWi5zG7v33Rc//DBwLd8qxLJVfac710sdeYnERnG7dUtpp6u+Mzs+muR6YH9hBAAIEsAQ4QQAABBBBAAAEEEEBgEAoEgzBmQkZgkAsQPgIIIIAAAggggAACCCCAAAKlIWA/PZycia089ulbAl17U7zZvpWl69hqe7U5K8Klz7X1Pna4l61iljxvPwm7Za9k/Vn/J8/wOmFasoYlMzlZIp2tvLZ6e6ATozrZaTvStv3ZbWwBu6rK7ASl7Brxka3yt78ht7f4XPrVztpqienjQu/766VDhwudsbKubZNHec0Ym99m90GnHz2Yvdpifq32S4ZXSQtnZNc50CC9tEOpVSxtJcUTpnktiupY3Oma9VFslixpx2t2OM2fIuUmVR6MHC3ZzOqkt58+6lrvIbuX7Dh9zt4tSdZWULT9trapY9o6E5f3xb0bj9R3r3av2+p5yRGf3qgsyy/eHqimLlPDEn9zV2nMnC2NPUvGPXV29lzs3nr+1czdZvvHTPBKr2iart0TE+v9xOmFPw8eWef0zbuCrNUW02OW8ntPPEo5LuaGAAIIIIAAAggggMDAFmD2CCCAwMATCAbelJkxAggggAACCCCAAAL9LMDwCCCAAAIIIFAUgdyVu+ZOkq6/KtQN17S9nTC1cAJQWxOyFcxOmhFmnbYeXnjV6bUDTrbK3PSx0nFTJPs51HRFq/PsZmnvIelAvQom8+08aClJ6Radf7dEydqG9uvbz7Im51Oodn2TZAlEhc51tcx+FvbKU72qhxRuaast/vABp305q60Vrp1fOn+KV2XON5EvbJXsJ3O3R9fh2IlKrbI4ZXR22+e3RGPWSZt2S8dG90f2WamuycsckuUfPMe3ew99+LxQtvpdsk3u/tgOVrzri3s3d069fWwrKx5qyL6nTz9a7Vpef2UoW42yt+fW0/4Xzcy/tx/f4GSrttqzuGqbdNpsn/Mj01JPTewnps861hecvq22+KMHA1nyYuEaBZv1a2FPPfp18gyOQHcFaIcAAggggAACCCCAAAIIIFB0gZyvCYvePx0i0GUBGiCAAAIIIIAAAggggAACCCCAQPkLFIqwpt6ro5XvCrXrqMyS4cYNz661cpvTo2vjRMWhldKkkV7zpmSnDdnqfs+96jR7vNfIodnty/HI4vzfr2871s01Tr9+yqmxuevRW1LonAnZ7dbvjK7BOqepo71GD1fK+OSZ2dfAVjJcvsVpxDCXukbZPRQ+yl1xsXCt4pb21r1b3Fl2vbfOrEbZ9V77vsXkUdLxU7PHtdhWRZ8D63ZG994Qaea47PNtHVm7zn5OWcL0lYu9lszJvq/Tffuo+NblTqu2ZieKps8PhPeueAyEeJgjAggggAACCCCAQPEF6BEBBBBAAIFcARIWc0U4RgABBBBAAAEEBr4AESCAAAIIIIAAAgNCoCInR+dgo1NtzgpvxQjEkuFyf5rVftZ29WtO8yb71BCWWLQ4J1nO6ty9yuUlOqUaRC/jquO20W6X/tlY1VVdalKwsuuFb/bM41MX+9SKk4UGXbNdWrcj58IVqphTZkmhi2Zle9lKk3952emEaWpd2c5+Gjq5EqPV+cNzTgumepmbcv4qnFOQ42ArNqqX/ypyCHrr3u3lMLK6t5ByLfcc8t1KUM3quAQO7N6xpEGLMTmdx9Y7PbjG6fSjfd7PjVs9q99TE1vN811LvN4dbTYP6ze5WdKizaE7icDJfvpivxgefTHPQTYG4SKAAAIIIIAAAggggAACCCAw4ARyvs4bcPPvhwkzJAIIIIAAAggggAACCCCAAAIIlL8AEfaFgK2slxynsUlavytZUpx9S7I5aaZvTYpL93rUeGniqPSRNHuCNGZ45tj2ZoyVpo/1tpu3zY7a5xUWKAjD7MKRw6TxI7PLunM0NupnaE7iYzGS9cZWe/2fN4ZtJlhtr+3ObJVKghw+JLvtpMhh1viM77Qx+SvdWcLp0RMzdZI9jBpmK0Jmn9u4y6u2IVmr+Pt9de8Wf+Zt9zikMrovR2Sf33vQ6dUae4Kyywfi0dzJXgumZd8r2w9Ih1uc5k0pHGOxTIKo+zOO9vriWwsnA+85JDVEn3+l7losj1KPk/khgAACCCCAwGATIF4EEEAAAQQQ6GsBEhb7WpzxEEAAAQQQQEDCAAEEEEAAAQQQQACBSGDOBK/kanpRkZ7Z5Aom7lia0aPrnXZ1M1lu1nhp1jjrxUaJt9Nme1Ulvh0bP0I6eXp2neOneQ3LSQqMW0uzo/lPGZWp39wi1R1On8287zzoMgfRnv1E9aihmXZRUbf+jR/hNW10dtM9B70s8TNZ6n32+Mlz6f0tNdKDL2XqpROsPn2xVzLGdP3uvBf62W37Cejkz22btV2XZP/mNbY6WZLZtwTI2eMz87YzO2qd7Gd+bT93s/vH7qOe6vflvZsbQ28ez5+SnV1rTk+94tSSXZyagpXd+6LToQL3fKpCib1UVajgTzO//liv9p7Hnpj86QUnS0ZMU1gy8IfODXXpSSabLh1Y7132KIF7xO5V+3z75M2BPvbbQDcuK/zfmYF1JZgtAggggAACCCCAAAIIIIAAAiUk0MWpJL6S7WJLqiOAAAIIIIAAAggggAACCCCAQL8JMDAC5SAwc5w0b0p24s4re6THXpayS6XNe53si6zkiojqwt/wKmnhjEwDW0kxd9U+S3tbOF2tKzFaMuX8nPkp8TdqmHTWMZkCm3Ntg/WSKWsKpUOJ1f6sz3PmhaqwYDLVurVnyX22cmSy8eY9Ttv2Z0osUefxDVJTS6asrb3HNjhtT7S1eraS4P84y8uSvezYtqmj7LXrm8W8eKZvbWgWJ0zLHKdPzJvsVZ1YifGkGWGbXtbnkjm+9Zql+7hzZaCauvRR/G4Wy7c4LYzGzL5K8fmuvPb2vRtE94etZtfWnJ7drLxr1VbdrpTPm6y8BNXlW6SVW/PFXnzNaeoorxGJa9WVsfqjbm589jmwMCdJOXdeuW3sfGdNauqdHl7rsj7P7J69aIHXmYnPjgkjlJUYXVmRf0/buLbVRp8nj6zLvx52ri+2nngUc35deUaef1W67XmX+hz0Xnr6Fac7V2Zfl2LOjb4QQAABBBAotgD9IYAAAggggAAC5SYQffVVbiERDwIIIIAAAj0WoAMEEEAAAQQQQAABBMpW4HCzVFPv8+LbfqDvE2AsCe4tJyorOc0mdvvzge5a6WRzDaOpWmLUw2skW3mvJ7O05ENLkrMx2lq1z36eeMqRVQvnTJCmj7XabW9nHZv9E6+rtrms1egO1EtbE0mAl54U6uiJbffX1TNnHC1NHZNp1RxKtqqbrfRofn943mn5ZpeX0GcrMdY2ukzDaG9fnXTTXwMdaIgOEv9GD5PSqyCaif20buJ0l3aTP7ttSX/TEnNPd2RJqUdH9nY8brhk18r229qOm+J1ZnQdkudtJcX/eMhpa41SyWK2CuDvnnWaGl1bW0kzWbc7+71979rKnxNHRjd/YnJ2fV7eJW3c7WTPxISRiZNF2rUk3MtOklzi1rAEr/9+0unJDUrd25b4aftrd0onTNeA+rP4Tp2dmfLJ0706uh+sTU9MLLnQEuSSV9OSFieNypS8fm6ooZWZeY2pdnmfi6u2utSzefeqIC+pNNOya3v1TV2rb7V76mF9FGOriv4/G519RlZvjyrnDLq1QFwfLgAAEABJREFUJv5vTE4xhwgggAACCCCAAAIIIIAAAuUpQFQlJpD/f6mX2ASZDgIIIIAAAggggAACCCCAwEAUYM4IIFCKApbA9ug6pz0HE9lIRya6cqu0eruTJQgeKWrzzZLBttZkkm2soq3gt2GXSyU02Thrtltp9rZqm5SbJDd7vNe7T/d5K+jdtcrpU7cE+vhvA935gnTFYmWtQJbdc+eOLEEuvaJjW6v2WWLeyUdWATx+us9KIio0iq1y+P6zQ6Xb2MprT22MHSxJzpIH99cplQB25Sle58+P9pX9Z+e37csuM09LSrMVGrPPZB+NGur1P88INXZ4pnzdTqfP/T5I+W3cJb13SajKisx527Nr9YXbnO57Kfte2LBb+sadQWoFMhvb5vH4y062WqGN8c7Twh5dB0sOOzlytTkcP80X7MsSkSw51erYaoujE7FZWe5myV9LF3lZf8lzO2qdrr8n0MduCvT52wJNHyPlrkhp96oZJdvZvq3I1tBke21vvX3vXrDAa9KozPj2xP33E4F+8qjTG+apddVLe2Y37XGylfcytaXtB6QdB1wqYbOtZ3Z1ToKttT95ltfbTrbR7CjeLEnxN08H+sTv4s3uzUtPzH9u49qFX22e66PPiH312ec37ZVePZJYamdsLLs/7d6z4/RmnzkWh83Mks22JhKBrY4ldK7d4Tr8DFsUPd+2gqclL9t9lv0EWE/5W09MLOHzV8uc/uuxQOn5b9vn9PjL8TjnR9d50cx4P/06ZbTXRceH6cPUuz2b1/0hUHPU4dzJqaLUi/VpNqmDIy9ml7y2di9viZyPnG59eyn6zLdnwAqszYpXXWoVQjtObzv2eZlt+tjeu+tR7Gvb2WfkhKnZlhbDjHFe7a1ianXYEEAAAQQ6K0A9BBBAAAEEEEAAAQS6JhB0rTq1EUAAAQRKQoBJIIAAAggggAACCCCAAAJdENhfL335jjiB7e7VhdNz6g9LP3nYpRIEf/hAoMbmwgNsqZG+dXcgS7jJrXHrcqdfPO70k0cCPbwufxxLQvrKHU7WR7KtJft96a2hzp/vZQl46XOTR0nvOC3URy/0GlttaUrpM917t1XxTpgmdbRqn/1MsdWxnw7uzEjDh0jvP9vrI+d7LZjqdetzLpXY9c+/D2TJg+fMla67LNQbj/MKcljM4mt3BqmVAHPHsmTHz90a5Hnl1psxTvrcJaEuXKDWVdksic/G+3A0p7EjlFohcfpYr7OP9XrX6aE+8Savf3m7tcm4nn2M17evCvU/z/R6ZrP0mVsCffLmQI+tV6pvG8PGyh2/K8cWvv3sduonuqdnxs7tw36ue8JIr1OPkqyNOvizxNEPnuP1wXNDHTPRK71CoDlYH5+NfM6dF5Un+rHn4l/+HGjltvwRlm10+kxkv6rAuUQXqUTV3rp3xw2X/uGNoU5MOFlS5icuCmXJkul5PLDG6eePOdnqmukyez/YKH33Xqc7X3BtPrN3rnT694eyn3fTsCS6z18aaskcn5XUddQ4rw9E9/r7os3MbZzObPZ58uMHA/3yCSfvs1tYoty/RZ85v3oq/qr6N38NZJ8l2bWU+syxzx6L54YHnOwzK1nHur1xmdOvn477SZ5L7tvnyvFTJUtetiTm5Lm29rtrUl3p9fHoen3l8lBTR3v9OLK2BNrr73EaM0z66AWh3rbI5yVsp8abL/3N63zq2bV5WTL1Vad6XR1tdl9bmX1+mMm2fdbCSjJb+tpaQuO/3hXouS35dZ5+Rfrn2wKt3+n0nw8HuqfAfx821zh9PfqMsrHSvVtP3blHin1tO/uMWELo0kU+leRrnw2nR/e1JdxaHOmYeEcAAQQQQAABBBBAAAEE+lWAwREYZALtf3szyDAIFwEEEEAAAQQQQAABBAaPAJEigAACg0lgTLX05ctD3XBN57Z/vCBsc2XBWeOk77yj7X7+9g1e1r6tsayt9ZHrb3Ncutjr60t96zwtYcqS/SzRMLd+d48tac0sxgxvu4ejJ8Ze08a0XSf3jCUi2mqAHzo3TvpLx/+1K8JU0uWEEbkt4mOzMJN0/dx3O2d14tptv1ry2BWLQv3r2+Nr872rQ9mKjlZu7S3mz1zsdc3rvM48RqmEtxFDpHTCjtW58tQ4OW3hdC+Lw/qw+dg1sb6tLxXhz5LuvnllKBuzre7M64uX+bxVE9uqb+V2DRZOk6690OsH78w4vO8sSxazGtmb3XPmYjG2tZlFdqv8I+unt+5dW5Hy787xrc+EXRdLuEvO4qIFmfOF4rjsJN/uM2vPa/LniNN92zjvOcOnkljT/f7Tm70WzfJ5ibfpNm29W/82TrqfQu+2Eqi1t/dC563MngeLx/bb2qy99dPWZsl+dk+YZVc/W7pqYgmGcyYotQKqzTt9v9n9affpsZPU+gwq58/u57OO9frG0vhetnf7/LL5p6vaM2QmbVmYua3SmR63UD1rP3dy9z63u+ph16bQHKzM5mFGtt/WZu3TsaffO/OMmJklWNoYZv/e6L4u1udZeh68I4BAaQswOwQQQAABBBBAAAEEECgtARIWS+t6MBsEykWAOBBAAAEEEEAAAQQQQAABBBBAoPwFiBABBBBAAAEEEEAAAQQQQAABBMpfgAgRQACBogqQsFhUTjpDAAEEEEAAAQQQQKBYAvSDAAIIIIAAAggggAACCCCAAALlL0CECCCAAAIIIIAAAggggMDgEiBhcXBdb6JNC/COAAIIIIAAAggggAACCCCAAALlL0CECCCAAAIIIIAAAggggAACCCBQ/gJEiAACCCAwoARIWBxQl4vJIoAAAggggAACpSPATBBAAAEEEEAAAQQQQAABBBBAoPwFiBABBBBAAAEEEEAAAQQQQACBYgqQsFhMzeL1RU8IIIAAAggggAACCCCAAAIIIFD+AkSIAAIIIIAAAggggAACCCCAAALlL0CECCCAAAIIIJAQIGExgcEuAggggAACCJSTALEggAACCCCAAAIIIIAAAggggED5CxAhAggggAACCCCAAAIIIIAAAggMJIHuJSwOpAiZKwIIIIAAAggggAACCCCAAAIIdE+AVggggAACCCCAAAIIIIAAAgggUP4CRIgAAggggAACCPShAAmLfYjNUAgggAACCCQF2EcAAQQQQAABBBBAAAEEEEAAgfIXIEIEEEAAAQQQQAABBBBAAAEEECh/ASLsvAAJi523oiYCCCCAAAIIIIAAAggggEBpCTAbBBBAAAEEEEAAAQQQQAABBBAofwEiRAABBBBAAAEEECgjARIWy+hiEgoCCCBQXAF6QwABBBBAAAEEEEAAAQQQQACB8hcgQgQQQAABBBBAAAEEEEAAAQQQKH8BIkSgdARIWCyda8FMEEAAAQQQQAABBBBAoNwEiAcBBBBAAAEEEEAAAQQQQAABBMpfgAgRQAABBBBAAAEEEECg0wIkLHaaiooIIFBqAswHAQQQQAABBBBAAAEEEEAAAQTKX4AIEUAAAQQQQAABBBBAAAEEEECg/AWIEAEEBo8ACYuD51oTKQIIIIAAAggggAACuQIcI4AAAggggAACCCCAAAIIIIBA+QsQIQIIIIAAAggggAACCCBQMgIkLJbMpWAi5SdARAgggAACCCCAAAIIIIAAAgggUP4CRIgAAggggAACCCCAAAIIIIAAAuUvQIQIIIAAAsUSIGGxWJL0gwACCCCAAAIIIFB8AXpEAAEEEEAAAQQQQAABBBBAAIHyFyBCBBBAAAEEEEAAAQQQQACBQSNAwuKgudT5gVKCAAIIIIAAAggggAACCCCAAALlL0CECCCAAAIIIIAAAggggAACCCBQ/gJEiAACCCCAwEARIGFxoFwp5okAAggggAACpSjAnBBAAAEEEEAAAQQQQAABBBBAoPwFiBABBBBAAAEEEEAAAQQQQAABBIokUMIJi0WKkG4QQAABBBBAAAEEEEAAAQQQQKCEBZgaAggggAACCCCAAAIIIIAAAgiUvwARIoAAAggggAACsQAJi7EDrwgggAACCJSnAFEhgAACCCCAAAIIIIAAAggggED5CxAhAggggAACCCCAAAIIIIAAAgiUv0CZREjCYplcSMJAAAEEEEAAAQQQQAABBBDoHQF6RQABBBBAAAEEEEAAAQQQQACB8hcgQgQQQAABBBBAAIG+ESBhsW+cGQUBBBBAoLAApQgggAACCCCAAAIIIIAAAgggUP4CRIgAAggggAACCCCAAAIIIIAAAuUvQIQIdEqAhMVOMVEJAQQQQAABBBBAAAEEEChVAeaFAAIIIIAAAggggAACCCCAAALlL0CECCCAAAIIIIAAAgiUhwAJi+VxHYkCAQR6S4B+EUAAAQQQQAABBBBAAAEEEECg/AWIEAEEEEAAAQQQQAABBBBAAAEEyl+ACBFAoCQESFgsicvAJBBAAAEEEEAAAQQQKF8BIkMAAQQQQAABBBBAAAEEEEAAgfIXIEIEEEAAAQQQQAABBBBAoDMCJCx2Rok6CJSuADNDAAEEEEAAAQQQQAABBBBAAIHyFyBCBBBAAAEEEEAAAQQQQAABBBAofwEiRAABBAaFAAmLg+IyEyQCCCCAAAIIIIBA2wKcQQABBBBAAAEEEEAAAQQQQACB8hcgQgQQQAABBBBAAAEEEEAAgVIQIGGxFK5COc+B2BBAAAEEEEAAAQQQQAABBBBAoPwFiBABBBBAAAEEEEAAAQQQQAABBMpfgAgRQAABBBAoggAJi0VApAsEEEAAAQQQQKA3BegbAQQQQAABBBAolkBjs/TDBwJde1Pxtvtecqnp7a+XvnxH4X5XbYvrpCqW+EtHRoViaQmlByOHT94cyDbbt7ISD5XpJQTW75L+5U6XejZ+8bjTgYbEyRLZvfGpws+XlZfIFJnGABawz/Ji/rfB/ltjn6dG0lbfyTpWj03CAAEEEEAAAQQQQAABBBBAAIHBIDDYExYHwzUmRgQQQAABBBBAAAEEEEAAAQQGuwDxFxAYViW96/RQ//L2UDdcE28fPMfn1Rw3XPrqFfH5H0T1vhbtv2Fufr0x1dKnLg41f2peFwOqYGil9I8XhPr6Uq9jJuXHWSiY51+VbnveqalFqc32raxQXcpKT2DPIemXTwbaURsn1j63xen3ywO1hH0/V0vwsgRESwDOHf1drwu1dHHn7snctoP12BLlCiUZD1aPzsb9+ugz/rrLvL7/zviz/6vR5779tyC3vf03I/3fj+uvCvXeJaGqKnJrSRfM93r/2V4V/H8j8nEoQQABBBBAAIFiC9AfAggggAACCAwAAb4iGAAXiSkigAACCCBQ2gLMDgEEEEAAAQQQQGCgCVQPkf7hPK8zj5FGRPudnb+lc42ult5xmtcVi8K8ZtbXcVPKI6Fq1FCv46fmhViwYG+dyWSfKlSWXYOjUhGoOyzVNWbP5kC91Jx/i2dX6oWjv77itH5H4Y4t2WvuZF8wIaxwi8Fdun1/vPLp4FboevT22cHfCVUAABAASURBVH519Bk/caRXkPfR1nZ/lux9+tGW8O1l/41J1rR+jp7oNXpYspR9BBBAAAEEEEAAAQQQQAABBBAoTYHenxUJi71vzAgIIIAAAggggAACCCCAAAIItC/AWQT6WOCi471mj+9+YqHlsLz+WGnOhD6eeB8PF3Tym7Pxw/MtC5X18fQZrpMCw4dIw4dmV7bE3MpOXv/slt0/sgS7O1fa09X9PmgZC9hqp3escDqYk4gan+W1LYG5k6Q3zJV6chfaf1vOOy7/M1H8IYAAAggggEAswCsCCCCAAAIIIICA+vhrN8QRQAABBBDoewFGRAABBBBAAAEEEEAAgYzAyKFeJ07PHHd3z35S+qSZJKWY36KZ0tsW+9TPndrPoS5d5GVldo6t9AUmjJD+55mhbEU5m+3iWV5vPyVMXU877outoUm6ZXlAgl0Psa25j14eWSet3NaTtLuok0H479TZXrZSYk9DXzjdq3qIXYme9kR7BBBAAAEEEEAAAQQQQAABBPIFKBn4AiQsDvxrSAQIIIAAAggggAACCCCAQG8L0D8CCJSRwMSR0rjq4iSSHDdZGlpZnL4GMnFF9A3bBfO9vnd1qO+8I9T5C+LkxYEc02Cbu60sd91lXjdcE+r9Z/ftT9faaoC/fy7Q2h2DTb348dqn0fLN0h0rooey+N2XdY/2WT5rXHFCnBz9d2bKqOL0RS8IIIAAAn0uwIAIIIAAAggggAACCPS6AN/c9DoxAyCAAAIdCXAeAQQQQAABBBBAAAEEEOgbAVs56/JFXkOrijPeUeO9zplbnL7oBYHyF8iP8HCzdNNfnZ7ckH+Okq4JWLLi0684/fLJQN4OutZ80Ne2z3L7TC8GhP03JvXfmspi9EYfCCCAAAIIIIAAAggggMBAE2C+CCDQkQAJix0JcR4BBBBAAAEEEEAAAQRKX4AZIoAAAgiUvICtIvfIOqfrbg907U2BPvv7QA+scbLyjia/v1667TmnL9zmUm2t/ffvC/TyLqmneUkNTdLtzwetfX/id4FuXe5k5R3Na0uN9Mmb43hsTsntvpcK/xytzdfa/favTl++I7vtN+8KtHyLU2iV2hnc5nb/S9LX/pTxSI6du2/jmKFttp973o5XHfn5XOvb4jcH2x5dn29s0+tODB2Nb3Gvek2ya2tzss3uF7tvWsIMyM5a6VfLnGx+VudTt9g1C2TJf5laHe81Nks/fCD7Glh/tlm5nU/2YvOz62PXyerYZvsvbHWqOyzduCyQxZhs096+tfn5Y06WZJesV1MnffHIc2Jj3PhUx1/h2jWx5yFt97HfBvq/jzvtqy98HybHs2fw6Y2SxWLj2ZZ2t3PJup3Zt3uj0HNhZXbO+rB52fxsnp+5NdDq7fnztLE7Oy+7Ng9Ez8SvovsiN1nxp49mnhO7/3dF949dX4szd0s/tzZPm2/ueSuzcxZDerM2ufXs2Mawe8iuzbqdrtX3B/cHrdelvbb2LL6yR/rJI4HMyfq0a7Q++txLj10u79sPZMd5Q2RkZR3FZ9fdPjNuuN+1Gtl/W+wz3fw6as95BBAYoAJMGwEEEEAAAQQQQAABBAa8QMffdg34EAkAAQR6KkB7BBBAAAEEEEAAAQQQQAABBHoisK9e+umjgW551ulAtG991R+W/vCc0y3LnZLJaHYuvVmiz8qtTl/7U6AH1zi9cb5SP7v8oXO9tu6T/u2BQL97pu326X7aet9cE/dtyX8HDzu976z4J52Pnyr9f39x2n2wrZZxuf186r8sDXX6nPi4o9e9hyRLxPnuPYHGDpf++S2hvv/OUB8426sy+pZu+36lksz++/G2EyYt8ck8LCFn90GnSxb61M9Qf/7SUJM6+AnWMdXSpy8ONW+yyebPdl+9048fdHp4bWxq1+XOFwLtOJBJJutJDDb+p6Lx50e+uaPXHfb6f08G+ukjgSxJK33e7he7b+w+aQ6Vmtu//DnQU6/Ec7R6lqj48FrpZ48FsgQxK+vMZiuOfvj8UO89wysTYeGWZvHHFXES4PAq6StX+NS9uHSR123PSZ/7faD1Owu3LVR6KLr/fxhZv7S9o5ELtc4ua2mR7lntUs9D2s6S9iy58kfRGJYAmd0ic2TX89/ud7KkyFFDvb759jAV2/jo/jT379wbqL32mZ4ye/ZcfCa6zm3dj1trpO/f51LJuTZPSyz7Q/Q5cLAx00dX53X78y6VeJzpoe29IZXSP5wX6tITfZuVLIbrLgt11Li266QbX7jApz47XIFLafE9ui56rh5y2r4/brFxt3T/i/H+BfO93h89/xXR8x+XxK92r9++wkVOgVa/ptYVI62Pn/0l0Ka9BQaLmw6oV0s4XLbR6fq7s+PcEBn94P7247SE319En5X2mVHb6PT56PP0W1eGmj/Fyz7T7XPSPuMHFAiTRQABBBBAAAEEEECgjwQYBgEEEOhvgZyvQvp7OoyPAAIIIIAAAggggEBZChAUAggggAACg1rg1medTpweJ3hdelJ2AtDTG5027y3Ms2KL088ec6lVGI+f5nXecV6W2LMg2j9lVtzPY+udHlqrLq+0aElYv3zCKZ0kdeIMadFMKXCSjXXuXOnJDdFB4am1llryU3ourYUFdiyh5iePBrJkJYth7mQva2vjWTxzJmQaPfeqxZQ/tiUp/TzySM95yiivN8z1qqqQJo+Szp0Xm1hPljxliZA3XBPqy5eHsmRBKx8+RFowzfayt+YW6fkt0t+d67VkTqYfW+WuqSU+LkYMI6Lxj5sS95ecwa+WBWoOvb6+NE6ay02qXBZdi5//JdAj66RPvSlMJQvm3ktrtkurtiV77Xjf/G0+lkDaXm1LRnxgTVzj3Og+HFsd34t2r3zkfN9hsmjcMvNqDp+52Ov6q0LNnZQpt71xw6WvXhHKrp1t710SWnGb2/LN0rYapZINr73Qp+6HdGVbTdASwtLHyXd7Bv794UCW1FUdXZerTvWy+8Nie9Px8TWyBLlfPxV0asXRZN+WrDhnYrIk3j/U6PTybqd/iq7hMYnzlmjaciTM7sxr6WKf8rp8UTzveLT49YPnxOfMMv0s2DM4c1x8vq1Xe2amjM1/DnPrW41jo2s4tjr3jLRpjzR+hPSxC8Os61LfbK2U+rw5eqLX6GHZbS3xdEvU9ktvDfWFS0NNGJmJy5K971rp1HTEK7vlwDqyz8OnX1EqxkJxPrTGFUxotyTXXzweaEX0WemikK86JX4Gh1VJF0X3rn0m2uekfcbb/RRV4R8CfSnAWAgggAACCCCAAAIIIIAAAh0IkLDYARCnB4IAc0QAAQQQQAABBBBAAAEEEEAAgVIWOPWoOLHOkoRs9UJLJknP11YSswSm9HH63VZY+8MKta4sdtIMtSb8WIJKMhnqgZcC7Tiyelm6fXvvlvpz/4tOlsyVrnf8VJ9KhkwfnzDda0FUlj7u6fuKV9W6wprFfNNfA1kCYFv9rtkhNTZlzlpC1+3POVmyUrp05nhpZCLRyZIe07a2studq1y7Y6T7sfcnNzrNnhAnTllCXrofe6+qMHGppzHYOG1t86ZI71niZav8WdLcufOya5rZroOSJQfOGKfUtbIEU6ubrLlxt0seFm3/2S1B6734yFqnAw2Zri3B8OpTQ1VWZMr6cm/8SK+3LY6TDWeM8Zo13u7wzAzW7XB5K09acuCdL7jWZ+DoCdLEUZk2tp+2XRvdi89sKo7rX152Whg9W5agd/5837qypa12aZ8P/TWvTOTF26up93oxsrfPllnRPXva7Ezf1ZU+c1Bgb+TQ6Hk4w6eSHe1a2LOdrPbafqmuMVkyMPftmbFEWUvqLBTnxt1qTSpPR2hyj653svvSyqaMVtY9b8/jhBF2Rqn721bntTZxCa8IIIAAAggggAACA0OAWSKAAAIIlLtAUO4BEh8CCCCAAAIIIIBAJwSoggACCCCAAAII9KLA4llKJZjZEM7lp47sqnV2Kmuzn/zdczBTnrt6WfLYVtIqlPSY1WHiYG/U7/OvZvq2vYkjs+dVVSHNnZxoVORd+6njQ0cSjg63ONU3Zw9Qc8ipIVFmFlv2ZdepqnCtCV92pjL6pi+INtu3bcd+adu+7LisvNBmP6s8bUx8xlaeu+xEL1ul8c3He00Z7eMTOa9djSGnedahrZ5pq6OlCy15Lb2ffj/zGC9LRkofV1d5WaJb+tje9zeo4Ipsdq67myWL7q7NtLafq/3uvYHW78qU2b1iq4hmSvpu75hJLpXYlhrRSYFcajf9Yolzdn3Tx/Zuq5o+uzlTb8QwqSqwM/GWa7tym+vxin62Wqcl6llymo1iiYtnz/Wy+/ayk7wsSa8/5mVz6Y3Nntm5E5X67LP7+ZKFoaZGz5htFywo/Eyl5zF1tDTuSNKdiwoDWwo0ek//s8+8ZNJsunygvc8eL6U/dwrFWdckHWq0M5nILJndEhbTJXbfVEWf1+lj27ey9PGa7S7qI33Ee0qAFwQQQAABBBBAAAEEEEAAAQT6WSDxNVQ/z6SMhyc0BBBAAAEEEEAAAQQQQAABBBAofwEi7L5AS07ujiWI2apwXelx457spJb22m7co6wV8myVr/Rqcu2168m502d7vfE4L0sCtIQaS9CaMMLr/pekL9/utK2m/d5bvFcYZteZNMpnFYwY6jW8KlNkZ5tbOucyfWwm+c9anL/A6wfvDGXvdmy99jQG66O3t0MNTrYaYzHHGVIpjRlumple99VJP3wg0C3POjU0KZWUtnSx15jqTJ1S2QtDpzB7+rIE3644FWtFP1sZ1R2BsSS+d57m9d2rQ508M55gf83ryJSK+mafKbZqYLpTS7b93CWhbLP9dDnvbQuE0WeeffYla7y2z2l/9Pwly9rb33NIqulC/fb64hwCCCCAAAIIIJAW4B0BBBBAAAEEeiZAwmLP/GiNAAIIIIAAAn0jwCgIIIAAAggggAACg0jgYIPTzsSKdhb6Tx91uvamoHWzYytPb5bAkruKXPpc7vuOA7klvX9sSW9XnhInAX77HaHsZ0z/9S6nO1YEumKx19ET259DhXMKcr7JS/5ktKI/S060n9SNdlP/LDGssiJOBEsVtPNiq761czp1qqcxpDoZgC/m2NbqiY+sc/rmXdmrLZZ6iHaP2EqGyXk+vVGtz5Y9Z1+8PchK8iq00l2yfWf2zTF3JdNku/6aV3IOxdy3n70eObRzz18xxy2DvtoNYdPe7NO20umnb8n8t8H2rSxdy1b2rM1ZpTF9jncEEEAAAQQQQAABBBBAAAEEEOgfgUDqn4EZFQEEEEAAAQQQQAABBBBAAAEE+lKAsRAYOAJ1TV71Tdnz/eA5XjdcE7a5ffi8UJZQl92q8FFNvaVOFT7X26W2Gt+vngr0oweddh90uvzkUGfM8Qo6mNKEkV6zxmbPLjeOXLcpY6TpYzvo+EiXY7uwMmB3Yzgy1IB8WzRTOuvYwslnttrijx4MZMmLhWuUVsi2sqKtRJmdnLQnAAAQAElEQVSc1elHq81ny567668Mo3upZ9F1tJJpf80r6VDM/ZFDJVtNtZh90peU+7k3d5J0/VVt/7fB7t8Tpvbs3sUdAQQQQACBgSfAjBFAAAEEEEAAgdIWCEp7eswOAQQQQACBASLANBFAAAEEEEAAAQQQQKBXBXJXXOzVwXqp81210vfvD2Sr2dkQlmjzhrlK/Uy0OvgbWqnUSozVQzIVd+zzspXv0iU7DjjZamJ27Jx06UKvUUVe4a0nMdi8BupmP1985WKvJXMKJz75qPjW5U6rtkbwAzDIrqxQ2pfhleS8+hKAsToUqKn36uzquh12RgUEEEAAAQQQQAABBBBAAAEE0gK896oACYu9ykvnCCCAAAIIIIAAAggggAACnRWgHgIIIJAWqHBOQc63VtsPFC8RrKJ4Xamzf/aTpD97LND2/XELm8JFx3tZImJc0vHr7PFef/uGUBNH+lTlzTVOD6+JkxS37XO6c2WqWMOqFNXzOnlWXC8u7flrMWLo+Sz6r4chldK7lni9O9osgTF3Jpa0+GB0PRqbc8+U1rHde7nP155DXv09776eV3X0nBS6jqV1tZhNrkDu5/fBRqfaBrt7cmtyjAACCCBQygLMDQEEEEAAAQQQQGBwC+R89Tu4MYgeAQQQKGMBQkMAAQQQQAABBBBAAAEEBozAqGFeI3NWBty4y6u2oTghTB2dnchnqxIe6OWfiX5svVqTFS2K0cOlaTk/8WzlHW22KuNn3+L15hO8LEXnrlVOn7w50LfudqqqcHrPGV5fuyLUidPj8x3115XzxYqhK2OWWl376e4zjvb64lu9jpuSP7s9hyT7yez8M31W0uFAlng5fkR2tb0HnV6tsTsqu7wvj/p6XlWVXnY9+zJGxuq5QO7nd2OTtH5Xz/ulBwQQQAABBBBAAAEEEEBggAkwXQQGtAAJiwP68jF5BBBAAAEEEEAAAQQQ6DsBRkIAAQQQ6CuB4UOk2eOzk6d21Dqt21l4BrtqpUfXO/nCp/NK50zwqsz5VmzrvrxqCsP8su6U2M+VvrwrO55JI6Tqqs7OODPq3kPSjx8MtK9O+vY7Qt1wTWb73CWhlszxssSvTIvi7BUzhuLMqG97+dMLTpaMmB51bLXXh84NdelJXb+G6T76833+lOyb26J46hWnluzi1BSt7N4XnQ4dTh326kupzqtXgy5S53adHnwpTmD+2G8D3bjMlXzybHdCL/T5/cymwrHafW3/bbD/RnRnLNoggMBgFiB2BBBAAAEEEEAAAQQQ6E2BnK9me3Mo+kYAAQTaEeAUAggggAACCCCAAAIIIIAAAkcE7GdaLfEuO8VPunNloJq6I5WOvFmSzvItTgun+dSKg0eK232bPlaaMyG7yqpt2QkvNo4lcGXX6t5RfZOUmzBjyW8NRxLADtRH5w923LfN6d8fDrRxt7R4llRV0XGbYtUoVgwq1oT6uJ+aeqeH12Ynxdp9etECrzOPyUxmwghpWFXmuKO9IFC7CabPbs5embOj/jp7ft5kacoon1V9+RZp5dbcp0568TWnqVHdEUOyqvfKQU/nVd2O/fb9knmmJz68yim3/vYDmfjtmV27PV279N+ff1W67XknWzHWR5f26Vdc9JmZfc+WfhQdz3DmOGnelCjARNVX9kiPvay8pPXNe52iR0wTR4k/BBBAAAEEEEAAAQQQ6GsBxkMAAQTaEbD/e72d05xCAAEEEEAAAQQQQACBgSLAPBFAAAEEEOipwM7a/B4ONkoHGvLLe7vkuCleZx6bnZRiCUT/8ZDT1po4McVWfPvds05TR0u5P3Hb3vyGVkpvPiGUy+QmyRJebCWuMBrSxvmvx5wOFYj71WhsS5Jsr//cc5YUNWlUdqklHz61yanusLR+p9P0sdHAiSoNzUqdSxSlEuZsbla2ZodSiUm23xdbsWLoyVztp1970r6nbR9Z52RJYMkrZUmLk0ZlSl4/N5TdX50dqyr6dnbiyEx7a2erZ768S9q426WSBSeMtNLibqOGSZedpKxnwJLc/vtJpyc3KLXSot3ntr92p3TCdPXJX0/nZZaJxzo15+e2xJ9hd68ONH1Mqij1Mrraa8a4bPtXdiuVXLyv3unXTwXaX5+qOiBeVm+PbqacmW6tcbLVUXOKu3x4qNGprim/2WsH8st6u8QStd9yolSdk0B7+/OB7loZx2uf45Zo+/Aa6bTZXrn3RG/Pkf4R6AsBxkAAAQQQQAABBBBAAAEEBrJA/rcYAzka5o5A7wnQMwIIIIAAAggggAACCCCAAAJlK+CjyLbWSI+uj3Zy/tlqXQ+ucZ36OVhLIHx5Z35qyJrtSiXNWALUhl0uL9Fuwy6v7YmVzWwKlgi2dJHX8dNsdlYSb/bT0NffE+hjNwX6/G1BKgHppJnZdeKa7b8eN1W68hSvZNLiH1c4ffy3gb5+Z6BjJ0vnLfB5ndy50ukztwbaEnnZSUsGspXNbD+5rdom1TbGFkMqpcUF5vjHFU73vRhoydE+73z9Yelf7wr04EsutWpYY7O0ZW/cn41jq/198uZA10YOudunbgn0/fuCVIJjQ06Skc134y7rIXuzGHLrJmsUIwbrr617ZPkWl7pHrI7dc5ZAavvJbX0077SpJSSt2uZkyX3JOrsOSnsOxmbJ8rb2rZ/10T25LycxbdNeyZJTk3eAJfT9apnTfz0WpJLa7Ny2fU6Pvxz3fn50vyyaGe935fWCqF0yodX6/e8nAv3kUac3zFPrSpptPT9ba3zrfHZEz9H2nCQyM1q7w8liTc7r5FlebzvZRsuU2hi/eTrQJ34Xb5b0demJXvY8Zmp1vLe/Ttq2L7ueXVfrrynMLs896sm85k5SXqKzrZR63R8CzRwXasqYzGiFEt8sIdie/y/d7lRZIS2clqlvexbD6ui+Myc7ts0Et0X3QW5i99b90TMbfU7kulub9GbnNu1xqs1JjrZraNfS+rZEckukTLex90LzOGFqPqwlZNqza226u9kze99LUqGEYbv37b8dNs/2+u9MnGZv93Kyn0Jx2vnZ473efbrPuy/vWuVkn3/2OX7nC9IVi9WlFU+tbzYEEEAAAQQQQACBQSNAoAgggAAC/SgQ9OPYDI0AAggggAACCCAwqAQIFgEEEEAAAQRKUeC+l1wq+c+SAC3Rq9Acn9nk9M+/j5PjLEmsUB1biezbdwda/Vr+2YfXOf3kkUC/eNzp1uWZpLt0TRv3m392yu3bflr3g+d4ffDcUMdM9K3JhZY8depR0mcvCXXuvKg83VEX3m0W1tb6OGGaWvseXS39z7O8rjjZpxLFRg6VjpsiXTDf6/2v9/rCpaG+sTTUrHFxMtI/3xZo2UbrTVl/lpj5hdsyMZ15jNfSRXGfVvGYidLHLwp1+aIwlXRz+hxb9TGTgDN1jPSR870sadJ6t6Sj8SO8Ne1ws6RES/gz6+/fH8hWc7RGdo3+5c+BVm6zHq0ks1kMloiZew0yNaSexmDjt3WPPP2KZHOzpKX/fDjQPavz55g0/fXTgW76q0slcybnaGN8624nSypLlhfatyTQHz8Y6JdPRP3k0Fqi1L89EOhXT8Vfn1ZX+tT1+srloaaO9vrxQ8GR58ZpzDDpoxeEelt0fe3eLDRWe2Xjhkv/8MZQJ07PTMISdT8R3R+WmJVu+5u/BrJrmj5Ov1uy3LeiZ+/OF5y+e6+TrYqaPmfv1uuNy5zMzI7TmwlbkuXno3t6yRyf9dPUR43z+sDZXu+LNnsO0206827JvF+7M0ithJpb/0/RHD+XSPjNPW/HPZmX+V91itclCzPP2sSRcSwXLJCsbyX+zPcj54U6arwpxSes/lWnRp8754QaHl3buDTzaknL/x5df7t/rPT+6DP0Px9xqVUp7Ti9WdLxD6N7yO6xdN30ufT7A2ucfv6YU3OYLonf7RratbRren10be25iM9kXnPnYcmySxfFcVsi9unRNbVk09yYMz20v2fX0ZKi/zn67Lf/BhSqbZ/d9t8OSyC/8cizUqheZ+K0e9ju5dz2uXGmz5880+tLbw11fvTZPGpo5vpNHiW947RQH73Qa2x1pjzdjve+EmAcBBBAAAEEEEAAAQQQQAABBNoWiL9xa/s8ZwaKAPNEAAEEEEAAAQQQQAABBBBAAIHyF+iFCC9a4HXDNWGnt4WJpKrkdMZUS1++vO1+/vGCUH/7hvbHKtR34OJVzq690OsH74z7/97Vod53liWOJWfQvf2po6W/Pzds7ftrV4Q67SgvG9eSFC058cPnhXrbYi9bJdFWwhtaGY9lSYvfeUfYrl06JkuksuSwdP1rLww1Z4JaE6js/GUneVlsdj0+d0moeZN96/mIQbYS39jh6tLf9v3S/S+6VGJfR9fIxk3Pt9AgNseexNDR+Hb/mK/dKzaXtjab43uXdM69UBzpMruOHY1l41h9S2Cz62X+dp1srjY/uyevje7NYyep9VqpG3/jR0h/d45vvZc+dK6XJV4lu7K52JiFNruvbF6FzqXLrH2yv/S+jfOeM7y+fVXG9J/e7LVoVvwcpOt19r2j58LmanU66q+784pXTvSycSz26y6LY7FnqNCYM8dJ//SmjL3Vt2Rm68fMrI/cze4bu3+sv44+Q5N1rX5y66itXdN0HLlzsONk38nn0+7L90bXtKvJpsm52TVqb2wbP7mZVbJ9cr+YcSb7tc+UpdFn89eXZq7f5y8Ndc5cpRLOk3XZRwABBBBAAAEEBpwAE0YAAQQQQKCMBYIyjo3QEEAAAQQQQACBLglQGQEEEEAAAQQQQACBUhaYNkb6P2/0mj7Wd2mam/ZI9U1dakJlBBBAoKwFCA4BBBBAAAEEEEAAAQQQQAABBPpPoK8SFvsvQkZGAAEEEEAAAQQQQAABBBBAAIG+EmAcBBDoJQFLUXzwJadv/tmpps7pg+eGrasxJlc5+/47Q33lCq9LFnq5tpaU66U50i0CCCCAAAIIIIAAAggMGgECRQABBBBAAAEEui1AwmK36WiIAAIIIIBAXwswHgIIIIAAAggggAACCAxWgdf2Of15dZyBeM5cr4XTJPsJ2FwP+ynrsdU+9fPRx06Mz86eIFVXxfu8IoDAQBBgjggggAACCCCAAAIIIIAAAgggUP4CgzdCEhYH77UncgQQQAABBBBAAAEEEEBg8AkQMQIIIFAGAltqpKaW9gM51CjV1HuNHS6dP19y4g8BBBBAAAEEEEAAgUEkQKgIIIAAAggggAACJStAwmLJXhomhgACCAw8AWaMAAIIIIAAAggggAACCCDQOwLTxnq99aT4Z55ffM3pvx4LtHG3U2NzZrzQS/vqnR5d7/StuwNVOun/vNFrwsjohPhDoHgC9IQAAggggAACCCCAAAIIIIAAAuUvQIQI9JYACYu9JUu/CCCAAAIIIIAAAggggEDXBWiBAAIIIIBAQQEXlZ47z+sbS0O96/RQzaH0s784ffqWQNfeFG+fvDnQjx902nXAs62qMQAAEABJREFUEhVDffYtXlNHk6wY0fEPAQQQQAABBBAoNQHmgwACCCCAAAIIIIDAoBUgYXHQXnoCR2AwChAzAggggAACCCCAAAIIIIAAAgNbYMQQ6cxjpA+fF6aSF2+4JlR6+97VoT5/aagrT/WaM0EK3MCOtfuzpyUCCCCAAAIIIIAAAggggAACCJS/ABEigMBAFSBhcaBeOeaNAAIIIIAAAggggEB/CDAmAggggAACCCCAAAIIIIAAAgiUvwARIoAAAggggAACCCCAAAK9JEDCYi/B0i0C3RGgDQIIIIAAAggggAACCCCAAAIIlL8AESKAAAIIIIAAAggggAACCCCAQPkLECECCCCAQGEBEhYLu1CKAAIIIIAAAgggMDAFmDUCCCCAAAIIIIAAAggggAACCJS/ABEigAACCCCAAAIIIIAAAggMUAESFgfoheufaTMqAggggAACCCCAAAIIIIAAAgiUvwARIoAAAggggAACCCCAAAIIIIBA+QsQIQIIIIAAAv0jQMJi/7gzKgIIIIAAAggMVgHiRgABBBBAAAEEEEAAAQQQQACB8hcgQgQQQAABBBBAAAEEEEAAAQQQKChQVgmLBSOkEAEEEEAAAQQQQAABBBBAAAEEykqAYBBAAAEEEEAAAQQQQAABBBBAoPwFiBABBBBAAAEEylOAhMXyvK5EhQACCCCAQHcFaIcAAggggAACCCCAAAIIIIAAAuUvQIQIIIAAAggggAACCCCAAAIIIFD+AiUZIQmLJXlZmBQCCCCAAAIIIIAAAggggMDAFWDmCCCAAAIIIIAAAggggAACCCBQ/gJEiAACCCCAAAIIINAdARIWu6NGGwQQQACB/hNgZAQQQAABBBBAAAEEEEAAAQQQKH8BIkQAAQQQQAABBBBAAAEEEEAAgfIXIMJBKUDC4qC87ASNAAIIIIAAAggggAACg1mA2BFAAAEEEEAAAQQQQAABBBBAoPwFiBABBBBAAAEEEEAAgVIUIGGxFK8Kc0IAgYEswNwRQAABBBBAAAEEEEAAAQQQQKD8BYgQAQQQQAABBBBAAAEEEEAAAQTKX4AIEUCgFwRIWOwFVLpEAAEEEEAAAQQQQACBngjQFgEEEEAAAQQQQAABBBBAAAEEyl+ACBFAAAEEEEAAAQQQQGAwCpCwOBivOjEPbgGiRwABBBBAAAEEEEAAAQQQQACB8hcgQgQQQAABBBBAAAEEEEAAAQQQKH8BIkQAAQQGoAAJiwPwojFlBBBAAAEEEEAAgf4VYHQEEEAAAQQQQAABBBBAAAEEECh/ASJEAAEEEEAAAQQQQAABBBAovgAJi8U3pceeCdAaAQQQQAABBBBAAAEEEEAAAQTKX4AIEUAAAQQQQAABBBBAAAEEEECg/AWIEAEEEEAAgTwBEhbzSChAAAEEEEAAAQQGugDzRwABBBBAAAEEEEAAAQQQQACB8hcgQgQQQAABBBBAAAEEEEAAAQQGngAJi129ZtRHAAEEEEAAAQQQQAABBBBAAIHyFyBCBBBAAAEEEEAAAQQQQAABBBAofwEiRAABBBBAAIE+FyBhsc/JGRABBBBAAAEEEEAAAQQQQAABBBBAAAEEEEAAgfIXIEIEEEAAAQQQQAABBBBAAAEEECh/ga5GSMJiV8WojwACCCCAAAIIIIAAAggggED/CzADBBBAAAEEEEAAAQQQQAABBBAofwEiRAABBBBAAAEEyk6AhMWyu6QEhAACCCDQcwF6QAABBBBAAAEEEEAAAQQQQACB8hcgQgQQQAABBBBAAAEEEEAAAQQQKH8BIiw1ARIWS+2KMB8EEEAAAQQQQAABBBBAoBwEiAEBBBBAAIE+FNhZK33/vkAfuylIvdtxHw7fqaFufCrQtdH8cjcr71QHVCoJgZZQeu5Vl7rPPvG7zDX95l2BVm938iUxSyaBAAIIIIBAHwowFAIIIIAAAggggAACXRQgYbGLYFRHAAEESkGAOSCAAAIIIIAAAggggAACCCCAQCzQ0CT9almgV/YolSxm73Zs5XGNvnttbJYsAXF/ff6Y73pdqKWLu5bOlt8LJf0psK/e6Qf3Of3iMadXa6SPnB/q787xctGktu+XfvqI04otdhQV8A8BBBBAAAEEEEAAAQQQQACBTgpQDYHBJkDC4mC74sSLAAIIIIAAAggggAACJsCGAAIIIIAAAmUiYEmCuQmCdmzlfR3iX19xWr+j8KgV0Texcyd7VVUUPk9paQscOiz9/C/S5po4IXHUMGnCCEXX07dO3Ee7f3nZ6XBzaxE7CCCAAAL9L8AMEEAAAQQQQAABBBBAoMQEghKbD9NBAIGyECAIBBBAAAEEEEAAAQQQQAABBBAof4HSiHBopTSmOnsudmzl2aW9e2Qr7N25Mk5m692R6L0/BJ7Z5LR5b8fXd+RQyZJT+2OOjIkAAggggAACCCCAAAII9I4AvSKAAALFFSBhsbie9IYAAggggAACCCCAQHEE6AUBBBBAAAEEEECgUwLDqqT3nBHqqPE+VX/OhPjYylMFffDS0CTdsjzQwcY+GIwh+lygKZRefM0VHNfut1OOik9NGyNdvNCTsBhz8IoAAp0VoB4CCCCAAAIIIIAAAgggMMgESFgcZBeccGMBXhFAAAEEEEAAAQQQQAABBBBAoPwFiHDwCEweJf3Tm7xuuCbUxy8KZcd9FX1Ti/T75wKt3dFXIzJOXwuEoXS4ufCotpLn+84KU/feZy8JNXV0nDhbuDalCCCAAAIIIIAAAggg0BsC9IkAAgggMLAESFgcWNeL2SKAAAIIIIAAAqUiwDwQQAABBBBAAAEEEBj0ApbEdtNfnZ7cMOgpAEAAgfIVIDIEEEAAAQQQQAABBBBAAAEEiipAwmJROYvVGf0ggAACCCCAAAIIIIAAAggggED5CxAhAtkCq7Y5XXtTUHBbudVpZXT+a3/K1PnULYFufsbpYGN2P4WO9tdL978kfetup0/8LjPGF25zuv35QA1NhVplykIvrXpNuuGB7PZtzdfKLZ5MD/GerUb49Ebpm3dl5nDd7YEeWedk5+JanX+98alMPzZmevvyHYEs5mRPFsPyLS5rbJvHC5Ft3WHpxmX5bZLtc/etzc8fc3r6FZd1qqZO+mIUU3ouNsesCgUOIl69vEv6/n1xPB/7baD/+7jTvvrsvgs0TbkVy9TMzC499+S7xbH3kPTvDwWt95DN898eCLS5pvA8t9RIn7w5jinZl5XZOYvHYrRYra/P3Bpo9fb8vuz+tPs39/7/6SOBNu52smtrfbW3daePtMeno2dtfXR9kv0nr3Ohez1Zl30EEEAAAQQQQACBwS5A/AgggAACCCCQFCBhManBPgIIIIAAAgiUjwCRIIAAAggggAACCCAwwAQWTvf6+lKvYyZZ+lr25J/Z7PSzvzjtPphJ5rLV/R5d7/TNP7edMGZJgH943qUS6NbvcPrbN3h97+pQX7g01PSxXrWNLpXIaIl7W2uyx0wfHWiQ/uPhQJYctmGX0+zx0leu8Pr2VaHOODp/rul2ue+W7PZv9ztZ4tuooV7ffHuY6mf8cOmWZ52+c28gSwLLbdfe8XuWhProBaGqKtqrJbWE0h9XxEmAw6vi+ZvD0kVetz0nfe73gdbvbL+P5NlDh6UfPuj0UoHkumS9zuy3tEj3rHayxL9X9sQtfMRqyZU/isZoz6TYpmOqpesuC3XpidEE4qm0vu46IP17dB+s2RF72gmbpyVafvcepwdfcsptNWuc9JmLQ00aZbXzN7vnvn+fk8VqfVlS4R+Wu6wkXEtg/NIdQSqxdvQwpy++NdQPrgn1gbO9NkReP4juKbOzxMf8EeKSYvQR98RrSQowKQQQQAABBBBAAAEEEEAAAQQQGFAC3UpYHFARMlkEEEAAAQQQQAABBBBAAAEEEOiWAI0QQKDvBSyRb+H0/HGf3Sy9bo70rSvD1Hba7ExqmK2weOMTUm7CltW4Y4XTAy/FSY6zxkvjR8R9WwLZabPjfXvdVyf99pkgb6VFSyD7f08GWrvDaknW05tP8Bpb7TWkUjp/vlf1ELX+nXVsnBB5wzWhLAEzfcKS7izZzVbis/pXneo1PGpn/bzpeJuptH2/9Oun8ueQ7qPQu81n5jjJkigLnU+XWTLiA2vio3OPi+dfEX0zevw0r4+c79tMqItb5L+OiOb+mYu9rr8q1NxJ2efHDZe+ekUoM7DtvUvC7Ao5R8uja7utRqkEzmsv9FnJl7tqpWUbLcqcRtFhb5maywnTs+cRDSdLpgzkZXF//52h3nV6KJeY2h+ie23V1kSBNYo2u9fmTIx2cv4danR6ebfTP70p1DGJ843NSiWYWvVNe51++YRL3ZeV0fW6YlGoCdE9bKPYtUsnVm7cLbWV3NmTPiyB88uXhx1e5+S9bvNmQwABBBBAAAEEBpoA80UAAQQQQAABBPpSIPqapy+HYywEEEAAAQQQOCLAGwIIIIAAAggggAACCCDQaYHjpkjvOCXUsCqltrcs9LJkqnQHO2qdntyQPorfdxxwWT9XfM+LTmu3x+cKvW7dJ+2M+kme+8vLUZsjyYpWPnq4NG2s7cWbrY44bUyccGglT25weSsVtoTSnS84WfKd1Tl6gjQxseKe7Vvyop2zxMhnNlk6mh0Vb3t2SyBbwc96fGStk60aafu2WYLh1aeGquxglUar2xvb+JFeb1vsUwmcMyLLWeMznjbeuh1OlsRn++mtP0wt0fQ9Zyq1MmcQXaLT50iLZmbmar73RveYJbmm59neu91blug3ephkia9Rl6nqQyslS5q01T9//ZRT/eFUsSaOVF5i6ZzoXqo6ct3s/rprVdCa7GititGH9dPDjeYIIIAAAggggAACCCCAAAIIIFD+AkTYBQESFruARVUEEEAAAQQQQAABBBBAAIFSEmAuCCCAwOAROGeuTyUqpiO2lRLnTMwki1n5qq1SXZPtFd4soWz3IZc6GUZNbWXG1MGRl6YWqbbhyEH0drhZWrM9rh8dpv5VBl4VLmqcOlJqhb1Ky15T/GdjrNyW3WbzXunZzZmyEcOkqiCub6/VVV6WpGb7tln7ptD2irNZst/u2kxfG3ZL37030PpdmbK5k6UTp2fiypzp/b1jJjnZ9UyNFDEFil5SB/FLTb2XXYv4KH7tD9MTpnkdlUimtKTCk2bE80m/bqmRtu3Lnn/6XPLd7rXqSt8atyUunh3d45WBdNlJXiOHSrby5Pb9mVZWlk5OTJeOrpaGR3XTx89sisZPtClGH+m+eUcAAQQQQACB/hRgbAQQQAABBBBAAIFyEoi+AiqncIgFAQQQQKBoAnSEAAIIIIAAAggggAACCCBQMgKWHJacjB1PGZUskV474LQ7sULilNFeV58WppK/rKb9jPQpR3mt2+n0jTudHjryU9F2rtBm6XthTuLguGqX+inodP0hldKY4emj+L2+OTthzX72tzmnn7hm4dfX9kt1jYXPdac0nqNFk3wfawcAABAASURBVGm9r0764QOBbnnWpX5u2DyXLvZKrlqZqd2/e2HoZAmmyVkU1TTZcTv7QeByUiklW2HT7NLNbOXHZCJourzQ+5yJau3P+njnaV7fvTrUyTN9akXJ57c4Jf9GDPOyhMZkmZNXkCiwRMg1O+J2lqja0z4SXbOLAAIIIIAAAggggAACCCCAwMAWYPYIlJBA8vucEpoWU0EAAQQQQAABBBBAAAEEBr4AESCAAAIIINCbAkOrsnu3ZK3kComWtnXqUdI3loa64ZpQVyySfvNUoB896HT0ROnNJ2Qn8WX3plQyWZDz7eHhZq+WRDNLULMyJf5s5bz0oZ231QDTx/b+9Ebp2puC1u2LtweqqbMz8WarRB5qtNnHxz19tZ7aWj3xkXVO37wryFptsafj9Xb7UjBNx1hV6RUYcLoget95MKcgKsv9ZzUmjkzcSDkV6pucdh3KLhxS6WSJjergb9s+yXouRh8dDMVpBBBAAAEEWgXYQQABBBBAAAEEEEAAgc4L5Hzl2PmG1EQAAQT6WYDhEUAAAQQQQAABBBBAAAEEEBjUAtNG54e/M/HTx+mztjrfso1OX/2j04pXpeOmSO841WtITsJjun76fUilNH+qpX6lS6TaRqem5syxrZx4qMHSz+IyF+0mkwNzz1ut049WKoHSkigLbddfGWr62NZxrUmPt0UzpbOOLdynrbb4owcDWfJi4Ro9Hr6oHZSKqQU1ephaV/C0Y9v210mHE/eIleVulRXS8CG5pZnj2gbf7VU299e51PjF6CMzI/YQQAABBBBAAAEEEEAAAQR6WYDuEUBgEAmQsDiILjahIoAAAggggAACCCCQLcARAggggAACCJSbgCUZJmOyVRdvfsbp10852cp8VRXSFYtCDatK1mp7/w3H+lSCY7rGgQZpT2IFvYMNTskkyTOP8Zo7OV278Pv+TiS0FW7Z/VJbme/KxV5L5hROSfRR8a3LnVZtdd0fpB9b9odpW+HazzY7vnVui4dyBBBAoJ8EGBYBBBBAAAEEEEAAAQQQKB0BvjoqnWvBTMpNgHgQQAABBBBAAAEEEEAAAQQQQKD8BUoswrHVmQn5aPeOFU6PvZxJwjvzaK+Z46ITnfxniY3/48xQJ8+MG1jSo/W5r96poUn600rJkhjt7AULvK46xcuSA+3YNhs5yPkGcs8hr8YOVuCztsXeLJnzXUu83h1tyTmmx7GkxQfXuH6ZW3oOnXkvJdNC8x0xTKoKCp3pfNnwKqfqqs7XT9YcMczLkiaL0UeyX/YRQAABBBBAAAEEEEBgkAsQPgIIIIBA0QR6+NVR0eZBRwgggAACCCCAAAII5AlQgAACCCCAAAIIINC2QHJlQ6tlqyeOrrY0RTuSXtktPbbe0tviY3s9boqUXaIO/+xnfz/w+lAfOtenfsZ3Q9Tvl253+sytgdZul86f7/WVy0O9bZGXzSHZoSUJjh+RLJH2HnR6taars8juo7tHQTTsGUd7ffGtPmvlyHR/ew4plYiZPi7F91IyPdToVNeUrTR1dOYezD7T+aORw7wmj+q4vo/u5jCn2syxSiXNFqOPnK45RACBXhSgawQQQAABBBBAAAEEEEAAgcEjQMLi4LnWuZFyjAACCCCAAAIIIIAAAggggAAC5S9AhGUs0OKzg5s22mvCyEzZK3ucmhPZXJZMOG5ETqNM9Tb3mlqk2593umW50ycuCnXDNZnt60u9li72Gju8zeaaPyUxiaiazeCpV5xstcboMOufld37otOhw1nFPT740wtOloyY7mhstdeHzg116Uk2m3TpwHkvBVPTavFeYeLy2sqVx0ywMz3bhlZKi2ZlX5tDDVJTYiwbobbBq67R9uLNVlacNzluV4w+4l47/2r374MvOX3y5kAf+22gG5e5kk+A7Xx01EQAAQQQQAABBBAocQGmhwACCCCAwIARIGFxwFwqJooAAggggAACpSfAjBBAAAEEEEAAAQQQ6B8BS8nati977IUzpOFVmbKt+13mINqzxMP9dXGZJVZt2RsVdvDP6lmi4gMvOc2ZKE3qxKp3uV3OmyxNGWUzzpxZvkVauTWeS6ZUevE1p6lR3RFDkqU936+pd3p4rVNyFpZcd9ECrzOPyfQ/YYRkP4OdKWl/z37u2lY8bKvWs5ul7fvbOtv98lIwtdnXHHKy+8r2bZs1Tpo+Nqlspd3b7GfIk/fNwQafNZb1WndYam6xvXg7cYbXUePjfXstRh/WT2e351+Vbns+NvERw9OvON250mXdd53ti3qlJsB8EEAAAQQQQAABBBBAAAEEEECgWAKlm7BYrAjpBwEEEEAAAQQQQAABBBBAAAEESleAmSGAQKcEntuirGStgw3Sq4mEQ0vsSibeWaczxnh7y9oeWqvU6oUvbHOaNibrVOoguQqhFWzc7fTkhjixcGuN195DVtq1bdQw6bKTJBd3I/uzZK7/ftL6VmqlRUuMfHKDtHandMJ0q1H87ZF1TpZAllSxpMVJozIlr58bylbm6+zoVdG3qxNHZtpbu3110su7JLOzBMzkqpd2vhhbf5hu2OW1qzYze4t67Y7MsV3fNx3vu5TwmWmdv2erYCbvm237nXbkJH+asc3DWlsyra32adfUjm0rRh/WT2e31dujGyKn8tYap8PNOYUcIoAAAggggAACg1GAmBFAAAEEEEAAgSMC+d+gHDnBGwIIIIAAAggMfAEiQAABBBBAAAEEEEAAgfIQsJ9cvuXZIPWzxrainSXf7aiNMwBHDpXee5ZkyVnJaI+f6mXnkmXrdjr9f48GmjNBOvUor1FD0+leca1bnnX6z0dc68/YvrJXsuRCO7ttn9NX/hjo2pvyN/v526/fGejWqP3ORFKbtbPt5Flebzs5eyxLUvzN04E+8bt4s+S+S0/0SiacWdv2NuvREsK25iSyWdLg2h1OoVU40oHF8atlTv/1WJBKvLNTFtPjL8cVzl/gtWhmvN+V1wuidpYsl25j/f73E4F+8qjTG+ZJ9lPcds7i3bDLZSWeWrklgloioLXbccBp+wErzWyFYrGzvWVqfRfapo5yun+N05rtSiWZvvSa05Mb43vQ6tv1XTjDorCjzLa/Ttq2L3Nse3YP2/XO/YlnO5fcLMa/fb1PGdrPm9/+fPwM2HVdvd3pobXx+EeN8/qHN4YaNzzZOt7vaR8WUWfvsROmhvGgidcZ0dzaW4UzUbVHuzRGAAEEEEAAAQQQQAABBBBAAIHyFyiXCINyCYQ4EEAAAQQQQAABBBBAAAEEEOgFAbpEAAEESkLAEgwvOdHr3tWBPnNroHtWO1UPkS5cIF13WShL2Mqd6NQx0vtfH8pWX7Rzo6uldy/x+vB5YSq5cfKo6PhMycrtvPX3tsVe//v1mVXypkZ17FxHmyUDWtLdw+uc/vWuQCtejRPJ0u3syBICP39pqCVzvJIJXDb3D5zt9b5oG1aVbtG59189FeiGB5zqD2fXtySzG5c5/fjBQI3NUnWl18cvCvWVy0NNHe3144cCfeymQNff4zRmmPTRC0K9bZHvUrJkekRLkrNkuROn26hx6fHTvD4RjTd7fKbsN38NdOtyk4jrpF+37XP61t2B7nzB6bv3Oh1sTJ+J360Hi+XXT2d/lWs99YZpPGr+6/DI6apTvCxR9st/DFKJrZZEeMI06XNvCWVzsTklW26pkb52Z6Ct0Xuy3Pb/FMX7uehetjp2XGiz/k6c4fWVK0JdstDrQIPXV6OxP/7bQD971EX3tqJ73OtjF3mNH1GoB6knfeyvl75yR/v3mM1l1TYbRbKE16WL4gRLW3Hy9OhetyTc+Kz4QwABBBBAAIHSFmB2CCCAAAIIIIAAAn0kkP0tVx8NyjAIIIAAAgjEArwigAACCCCAAAIIIIAAAgh0VsBWUPyb00N97+pQN1wT6l/fHuqKRWG7P8E7d5L0z5f6VP2vXRHqjKPjZKr0mCdM9bLydH8XzM8+P2+K1+JZljKXbtHxu60k+McVUm1Dfl1LknzPGV7fviqOwcb9pzd7LYrGCLqR1fXeJZl+rK/c7R8vCFM/8XzVqV6W9GkrVV52kteXL4/b/eCdoa690OvYyKkbw7cGaMlyf3dO7Gxz+NC5XhZra4Vop725fucdoWxe1ratzdpH3eT9s3GKaZo3QKLAVos8d17mnjG/vz/XkkATlRK7s8ZJFtsN18TeubHZOauTaFJwd8QQ6S0nel13WcbYngNLQl08s3OJpt3pY0y1Wu+V3LknjxceSVa11UEtcdPiMpv3Rvd6V5NwCwJQiAACCCCAAAIIIIAAAggggMCAEGCSCHROgITFzjlRCwEEEEAAAQQQQAABBBAoTQFmhQACCCCAQC8KDK2U3nW61zlzuzbI7kNOu2p7kgLYtfGojQACCCCAAAIIlL0AASKAAAIIIIAAAgggUCYCJCyWyYUkDAQQ6B0BekUAAQQQQAABBBBAAAEEEEBgMAtsrnH62p8CPbpeuvgEr29dWXilPFvt0X5K2lYwHIhezBkBBBBAAAEEEEAAAQQQQAABBMpfgAgRQKA0BEhYLI3rwCwQQAABBBBAAAEEEChXAeJCAAEEEEAAgQEqcLhZuuN5p4ON0lHjvM5b4NXWz9tWD5FOnul1zjyfinbiCK9Jo+L9VAEvCCCAAAIIIFDuAsSHAAIIIIAAAggggAACCHRKgITFTjFRCYFSFWBeCCCAAAIIIIAAAggggAACCCBQ/gL9H+GuQ07769qfR0so7dgf17l4oTRqWLzPKwIIIIAAAggggAACCCCAAAIIdEaAOggggMDgECBhcXBcZ6JEAAEEEEAAAQQQaEuAcgQQQAABBBBAoIQEahudVm3Ln9DyLU624mH+md4rGVIpLV0Uauxwqf6w9J+PBHp2s2RzTK6daOdefM3pB/c7PbPZ6b1LQp06O1mj9+ZIz8UXsMTT1ducmlqy+96wy2v7AZddyBECCCAwkASYKwIIIIAAAggggAACCCCAQEkIkLBYEpehfCdBZAgggAACCCCAAAIIIIAAAgggUP4CRFgcgVXbnL5wm9OGXflJYU+/In3qlkA3PtW3X+fNGCd98bJQ/+eNXsdN9rpjRaDr/uD0sZsCXXtk++ZdgZ7YKF24QPrXt4c6/WgpPwLxNwAE9tdLX/tToDtX5l/BPQedvvlnpy/fEcjqDYBwmCICCCCAAAIIIIAAAggUWYDuEEAAAQQQKIZA337DWYwZ0wcCCCCAAAIIIDC4BIgWAQQQQAABBBBAYJAILJzudcM1YbubrV7Y1xwV0TeIC6Z6vecMry+9NdQP3hlmzfGrV4T6wNlei2d52aqMfT0/xiuewJhq6cuXZ1/f3HvSzlu94o1KTwggcESANwQQQAABBBBAAAEEEEAAAQQGhUD0deOgiLONIClGAAEEEEAAAQQQQAABBBBAAIHyFyBCBBBAAAEEEEAAAQQQQAABBBAofwEiRAABBBBAAIGBIEDC4kC4SswRAQTrHGvKAAAQAElEQVQQQACBUhZgbggggAACCCCAAAIIIIAAAgggUP4CRIgAAggggAACCCCAAAIIIIAAAuUv0AcRkrDYB8gMgQACCCCAAAIIIIAAAggggEB7ApxDAAEEEEAAAQQQQAABBBBAAIHyFyBCBBBAAAEEEEAAAYmERe4CBBBAAIFyFyA+BBBAAAEEEEAAAQQQQAABBBAofwEiRAABBBBAAAEEEEAAAQQQQACB8hcgwjIQIGGxDC4iISCAAAIIIIAAAggggAACvStA7wgggAACCCCAAAIIIIAAAgggUP4CRIgAAggggAACCCCAQO8LkLDY+8aMgAACCLQvwFkEEEAAAQQQQAABBBBAAAEEECh/ASJEAAEEEEAAAQQQQAABBBBAAIHyFyBCBBDoUICExQ6JqIAAAggggAACCCCAAAKlLsD8EEAAAQQQQAABBBBAAAEEEECg/AWIEAEEEEAAAQQQQAABBAa+AAmLA/8aEgECvS1A/wgggAACCCCAAAIIIIAAAgggUP4CRIgAAggggAACCCCAAAIIIIAAAuUvQIQIIIBAvwuQsNjvl4AJIIAAAggggAACCJS/ABEigAACCCCAAAIIIIAAAggggED5CxAhAggggAACCCCAAAIIIIBARwIkLHYkxPnSF2CGCCCAAAIIIIAAAggggAACCCBQ/gJEiAACCCCAAAIIIIAAAggggAAC5S9AhAgggAACZS9AwmLZX2ICRAABBBBAAAEEOhagBgIIIIAAAggggAACCCCAAAIIlL8AESKAAAIIIIAAAggggAACCCDQ3wIkLPb+FWAEBBBAAAEEEEAAAQQQQAABBBAofwEiRAABBBBAAAEEEEAAAQQQQACB8hcgQgQQQAABBBDooQAJiz0EpDkCCCCAAAII9IUAYyCAAAIIIIAAAggggAACCCCAQPkLECECCCCAAAIIIIAAAggggAACCJS7QKByj5D4EEAAAQQQQAABBBBAAAEEEEBAwgABBBBAAAEEEEAAAQQQQAABBMpfgAgRQAABBBBAAIESF2CFxRK/QEwPAQQQQGBgCDBLBBBAAAEEEEAAAQQQyBYIgioNGTld1ePnq2r4FLmgIrsCRwgggMAAFGDKCCCAAAIIIIAAAggggAACCCBQ/gJE2LsCJCz2ri+9I4AAAggggAACCCCAAAIIdE6AWgggUAYCQ8ccrckn/Z1mn/8DHfvW32j2Bf+mmW/4huZc9GMde9lvdNQbv61JC9+XSmAsg3AJAQEEEEAAAQQQQAABBLouQAsEEEAAAQQQQACBQS5AwuIgvwEIHwEEBosAcSKAAAIIIIAAAggggAACvSdQUTVC0173T6mExJdfadYjd92nZffdrRXL/qq1L6zR8sce11/+/Ec9dOd92rZ7TCqRcfLJf8eqi+IPgWIL0B8CCCCAAAIIIIAAAggggAACCJS/ABEiMLAFSFgc2NeP2SOAAAIIIIAAAggggEBfCTAOAggggEBBgcphYzXjnH/RwcbxeviO32rUlGM1e+GZGj9tjoaNGJ1qUz1yrCZMP0Yz5i9Rc+VI3XXTf6li7OmafuZ1CiqrU3V4QQABBBBAAAEEEECgJASYBAIIIIAAAggggAACCPSqAAmLvcpL5wgg0FkB6iGAAAIIIIAAAggggAACCAw8gaBymGac9WU9df+D2ru/VtPnnpQK4nBDnXa9uk7b1j+vLS8u0/aNK7Vn2wa1NDelzk+bt1grnn1aLzyzRtPP+Jyc4yuqFMwgeCFEBBBAAAEEEEAAAQQQQAABBBAofwEiRAABBNoT4Nvg9nQ4hwACCCCAAAIIIIDAwBFgpggggAACCPS5wOTF/6jljy/TtAWnasiw4dqxaY1WP/p7rX3kd9rx4mOqeeVZHdj2YvS+XLvXPqENj9+iDU/fowO7tmnYyDHyw8dp0ys1Gr/gb/p87jbgvjrptuecrrs90LU3xdsXbnOpsv31ViPe9hx0uv15vkaLNQbH630vudZ7In1v2PsPHwjU2FzaBocOS39e6fS1P2Vi+MTvAv3ssUB7D5X23Jld1wRWbctcY7s/29sK3btbaqRP3hx/9rXV9sanSuezr6N7uyWUHoyeXYvJNtu3sq6pUhuBASHAJBFAAAEEEEAAAQQQQACBAS1QOt82DGhGJl/+AkSIAAIIIIAAAggggAACCCCAAAJJgZHTzlAwYr5GTJ6hpsZ6rXz4du16aZnC+gPJann7vmG/9qx5UptXPKbKIUO1bcc2jZ/7dk1Y+D80+uiLNHTCAsk59eZf6KWH1zp9+Y+Blm9xuvpUr+9cHeqGa0J94TKvqaO9vn230y3POjU0SRt2S7UNUaPenBR9d0pgxatOD60p3v1hiYmW9JU7+AXzvd5/tlfFAPv2dNVr0pduD3TXKqfhQ6RvLA31+mO9LGnrhVelf384UE1dbrQcD1SBhdO9brgm1NeuCHXyzMKfUcdMlL5waaiPXBBqaGV2pLPGSd9+R/S5F52fMyFzzu77t5zoU/2+Z0mYOdGPe525tx9/WbrteaemFqU2238+uu/7cdoMjQACCCCAAAIIIFCyAkwMAQQQQKA/BQbYV279ScXYCCCAAAIIIIAAAj0SoDECCCCAAAIIlI+Ac5q48P168p6bNWzEKL346J3y9fu7FJ8/uFubX3hCI8dP0b2/+7mmnHClTnjzJ3Xyld/Xwqt/rVGzz+tSf52tbCk9D66Rbl3uNKxK+sDrfSrRp+rIt2RWduYx0qcv8Xq1xukztwa6cZmTj2Lu7BjU6x2B2kanP610araLWIQhtke3rK3AVqirwElHT/QaPazQ2dIss8Ta//pLkErUshlOGeM0cqiyki531UrPbXF2mq2MBEZXS+cfp6xrnQ7v/Plek0ZJToX/rHz8CGlU1IfVOGq812cvCXXJwuj+j8rsvJX359bZe/vF7Uc+yBOT3VtXChEkJjRYdokTAQQQQAABBBBAAAEEEEAAgXYE8v8v+HYqc6p0BZgZAggggAACCCCAAAIIIIAAAgiUv0CpRDhs7HGqGj5Rk485Xi8/86hcU/eWbHMH92jP5vXS0Go1NbbouSfWasOKbTpcX6kFb/q0pp15bdFD3rhbuvOF+CuxE6Z5WXJOoUEsUe3vzw113JRCZynrawHLUbx3tWRJhsUY21Zgu2OF08HGYvTW/31YPPesdmruxGJ4Y6pNs//nzAyKK1BV6WWJtrm92mqJuWXJY1tx9oE1TitfVSpJ8aMXeE0elazRv/tdubcnjAjzJjt+OPd7HgoFCCCAAAIIIDAgBJgkAggggAAC5SwQfztbzhESGwIIIIAAAggg0DkBaiGAAAIIIIAAAgh0UmDEtCX66/23RbW96nZsit7z/zlF/3OJLTrOryUd2rZew8dO0I7N61TduEz7tv1R69eu0vrl2zVp7gWavuQfCjXrVpmlrTy7qXNJXTaArbZ42UmhqirsiK0/BVZscXpknSvKFOw+eGSdtHJbcforyqR62MmeQ06b9hSO5+xjvSaOtKglWz30xOk9HIzmZSNwuFn6zVNOd610es+SUJec6Evu864r9/alJ0pvW+xTK03a5/bSRV6LZha8XBQigAACCCCAAAIIIIAAAggggEA/CvRRwmI/RsjQCCCAAAIIIIAAAggggAACCCDQRwIMM1gEho09VgdqdmvDs4+1hhw4pwoXqDKoUFW02bttyX07ts3qBVF9RX8V8tqxbpXWvfCsqoZPUMuW38uv/Zr21q7X5lV7NXnBJRo2dnZUs+f/LDnntf2utaPVrzlt3ps5bj2R2Jk1TjppRqKA3T4X2Ljb6Td/dfJxzl2Pxrculm+W7lhRXl+LNrV42Up0hXCmjZGuu8zrhmtCvev0UEMqC9WibLAJHGiQ/uPhQGt3Ol17odfpR6uNtHL1619X7u3qIdIF872+d3Wo77wj1PkL4uTFfg2AwRFAAAEEEChbAQJDAAEEEEAAAQS6L1Be38x134GWCCCAAAIIlL4AM0QAAQQQQAABBBBAoFQEqmepublJTft2KTiSpFiRSFK0pETb0smKue92rsJVpJIbrX397m2qO7hfwdjFcYS+RRWv/kz7D+3Wjlf26ajXfyQuL/Jr/WHpp484rdvp2uzZfk71tKO8XDGy5dochRNtCazZIf3kUSe7Vm3V6Wy5jyo+/YrTL58MipL8GHXHPwR6R6CXe7VE7e/eG6i5xevjF3kdNd6ejl4elO4RQAABBBBAAAEEEEAAAQQQQCBbYBAfkbA4iC8+oSOAAAIIIIAAAggggAACg02AeBFAoAgC0y6XgkrV76tRZVVValXFCktajLYKS1o8koiYTlK05ETbWo9T9QJVBkGmrRTtS0FFoKoFn5f9hXU75bVXh+taFPphVtTjzUU9RMNGr5l/BxulHz3o9IvHnfYcypQn92yFulHDrHWm9L6XnK69KcjbfvhAoMZmpTbbL1TH2qZ7WrWtcD/WbuVWp5XR+a/9KVPnU7cEuvkZJ5t3uo/0ezH7SveZfm9oku5/Scqdy08fCWQrIIZt5Dvd+FS+kcVm5da3tXtms9N1t8f1/vuJQDaWdffcFqefRP3nJive8XzG45M3B9pSYz21v9k4D0Tz/9Uyl5es+NNHM/19+Y5A++vb78vObj+g1Nw+9tt43jfcH8jK7Fx7m81j1WvSDfc7pdt+9veBbn8+SMXdXttC59LX/Dv3BHkrLD69Uan7s62YzLkvr2ly/nZ9X9kj2f1j97TdEx1tyecm3VexPdP9pt931kp2z3zu1vg62xztXr3tOad9dela2e92/5i51c3d7Hql3a0fO/+J3wW6dXkgWwE2u6fiH5m73Rd2/x032esfL/AaW22lXRvLWhS6fvb5YPfUocNd669QbbMyn87c2/YZYJ8FVj93K3TfFBqPMgQQQACB8hMgIgQQQAABBBBAAIHSFSBhsXSvDTNDAAEEBpoA80UAAQQQQAABBBBAAIEyF6gcNkHNo05U2NKsodXD5VtCVQTBka1ClS7et1UTnXPK+l90bOUVQYUqnG1R3SP1vUJNmnqUWsJQh90wVY44KiXpwn1qafE6WNeUOu7pi/0U7kkzfMFuLDnuq38MUslJuYmLE0Z6XbEozGp34QKvj14Qqqoiq7j1YGil9A/nhbpwQWtRwZ2F072+vtTrmEn587JEvp/9xWn3Qdfa1pKaHl3v9M0/B9pckym3CsXsy/pLb6u3O33pjjipbvQwpy++NdQPrgn1gbO9NuyRfnC/0789EGhfffZ8rP27Tw/11pPzY7Nz0e2j21c4/fIJpwP1ViI9u1myuJdtUCqJ1OrEZ3r2evvzLpUU2LNeJEuQW7bR6fq7A61+Ta3Jjxt2K3IItKmdnxivOxzHZEl6tY1On39LqG9dGWr+FH8kGTT/mvZ0vm217+E17dY1Tc/F7uFfL3P6/n2BLHlz1DCvz1zs9b2rQ112UuF7Jd02+d6bnnbfWRLpN+4M9NQrTufM8/r2VaG++2peFAAAEABJREFU845QZx/j9eAa1/pMWN3kvMZUS5+6OLquU5Ol8f7mvdK374nvxfQ9b+0fXivd+pyLPgPjer3xauPcs9rp108Hqev3riVe9pnY1bEs4fKXTwSp67d6u3TlYp+6dnYvz56g1HN23R8CPbpe6vzV7OossuvPGif9y9JQp8/JLucIAQQQQAABBBBAAAEEEECgRwI0RqDXBIJe65mOEUAAAQQQQAABBBBAAAEEuihAdQQQQKC0BdyE86WqSjUebtSZl/6NDjc1KTiSiGjvzuUnrBWKyOoGQRC1jTY5hc0tOvncS9TU3KjQtahi1rtTzZwbKlfh5JsaU8fFeDl5pjRlVNtpNJacZImLtuJioQS89Bws0okjpZFD0yX57xWBdGyBRMTcmqOGei2cnluqVPLe6+YoldRmyUCnzc7M21ZYvPEJ5SUJFrMvm5El4FlCoSUpVUbxWOLmhBGKrpp0/DSvS0+M57Rxd7xSZU3OqnNBBLVgqi+Y2PnidqdFM7zed1aY6k9H/uqbpDOPkW64JtQHz4n7P3Iq9Xb5Ip86Z+ctgcySlVIn2nlZujhuY21zq9kY1pdtX748lCWc5dZJH1ucT78ifeHSMLVZMmv6nK0E+dAaVzDpzPx+8XigFa+6VKxXneI1aZQ0rEq66PjYx66pWecapvsv9G5JqjbvT745zDM+/ejYMDem/rqmNn9LmrPEPHvO7Ni2846Tpo/1suflrGN81vN53JT4/rcYL1qQuRd6y9PmY6M8tFapJFI7njNBuiAa25L7LEHZrpfd+3bOVhP83bP513zEEOm4KdaT1cpsd692OneeUgl+l+YkZz75stP6XZm6xdyz5M7/+4TTnS+4VNKt3avOdX0Eu363Pe9Sn03W+pRZ0pKj42tn9/Lbo+fMPl+t3s3PBLJVTfMVrGXHW1fvbbs+p8zq7mgdz4caCCCAQPEF6BEBBBBAAAEEEEAAgcErEH3NOHiDJ3IEEBhkAoSLAAIIIIAAAggggAACCCDQI4GW6jlyvlKHDh7S2ElTFQQVcon/daXzVDsXvUbb8NFj5UOvw4cbU100V4yTXCBfMUUVlU4tDdtVrD/7+dP3nClVD2m/x3jFRZdKWmpqab9ub521ZK13nBKmktosGegtC31WMt2OWqcnN3Ru9O70ZasA/vopJ0tuslEsQdOS7Gw/vVkylyVx2fGuWumuVUHBhD07n9w27/bae0g6eqJSyZrHTsqcra7K7HdrrxcbVVZIV53qNX6ENHGUZPEnh7OERks8TJZZCtWj653W7ohLp4yWZo230vh43HDJkkDtyAxt9b7MWSst3tbf13TVtuiefdm1BlQVeSYNRw6TZo5vPZ0ye2ZTpr6dMZve9FwbfdzcsSLztflR0bWy58/Gts3mfEx039q+bZZoaHHZfkfbufO8zj0uTvA7fqqykkwtri05q6Z21F9nzu8+6PUfD7lUsmy6/j0vRsdbsl3T59p7f3KD0xOJ6zd3chxLuk3u9fvzykCv1qTP8o4AAggggAACCCCAAAIIFFmA7hBAYMAKBAN25kwcAQQQQAABBBBAAAEE+lyAARFAAAEEBq9AxbAJ8kPHy4UVaglD1dUd0klvvDQF0vW0l1Sz1Etzc7PeeM3fq6GxIXVsL4dbGlQx98MaXjVelUOdDm15yIqLts0e7/WxC7NXcivUua0SZj8L+7O/ONkKZYXq9GbZOXN9KlkxPYYlyc2ZaGlN6RJp1Vaprilz3NZed/pavlnavj/T48ihykqwsjOjq6XhUbnt2/bMJmlboo2VFdr21jkdfSSWoZXS207xqdUqbeW6047KjrFQ+/4qmz1emjYmHt3u+8CWkIwPU692LQ412pnUYerFEjMtwS51EL3kOloCnJVFp1L/1mx3OtSY2i36S39f01WvuayfCQ4CyVbuTAdqclUV9poukVZuc2oKM8e96WnJyQ+ujeaYuAXHDM+Mnd6bOjq9p1Q8D0dtGpszZW3tzZ8ipaNzLjGI4r/tB9Jn4+NivN66PNDmnERIHw39m7862WqbnR2jNvqIfnhtdu2x0fOfLLHZJ23M85HIJhouWY19BBAYIAJMEwEEEEAAAQQQQAABBBDoLYGgtzqmXwQQ6LIADRBAAAEEEEAAAQQQQAABBBAoWYGKcafJBz6VsGiT3HegRvOXnK8mVyEf/c/Kur55DRs/SWMnTVdjQ0OquXOBKquqVFE1T8NHDVVYv0b1O59Xsf+mjvb61MVeVywKVdHBN2QvbXf61TInS74pwjw63UXuvOx4yqjs5q8dcNpda2lC2eW5R9Y2WWbH7fVlyVfP56zANmKYz0ous/5cdO2TfGa0ZkfH87EVBW1lQevDtqPGeX1jaagPnRvdE1VWMjC3MJRaLBssMf3X9jntr0sUdLC755BU04X6HXTXeroUrmmLb51Oamd4dK1HDM0unDQq+/hws2SuqQbRS296bj8grd+Zff/mJuVFU8j7zNi0V9pZa2dKb7NVHc+bn21qs7SVU3/1pLSvPjteO1do27THyVZ1TZ+zz5BCq6EGyQ+EqPK6yPNAL9zPUdf8QwABBBBAAAEEEECg1AWYHwIIIIBAGwI5Xx+0UYtiBBBAAAEEEEAAAQQGhACTRAABBBBAAIHeEnBVI1XhKqUw+jrJO7W0tKi29oAu/fvPqcl7hdHWlbFDH6qlskoX/I+P6tDBOvnofy7qt6J5mEa6SRozdrQqhxzQnud+1JVuu1S3qkK6cIH0L0tDXXqSlx231YH95GtuIlNbdXuzfGhVdu+WIGgrn2WXdu6ovb7qm5x2HcruZ0ily0vUUoG/bfsUXc0CJxJFtlpk7viJ02W1a8lsyYDW75I+fUuga2+KN9u3snSd1DXNWaUxfa4n76VwTXMWT5StYtrckp0w19iUHeWQSimZBNebnjWH8hOTCyXlZc9QqWRma5tbXgrHC6ZKb1noddyU/NlYAuJdq5S6Dvlns0u25aycaouLVlXmJ0Jmt5LsJ9L3N7jcYo4RKIIAXSCAAAIIIIAAAggggAACCAxUgegb5oE6debd5wIMiAACCCCAAAIIIIAAAggggAAC5S/QRoQuDFRZUSk5Jx8q9VdbW6uGw006/3/9k4IhQ9USnfAdJC6G0XmrVzV6nC7+u8+q/lCjmpriDKWhFSM0ccJkjZwwREGwVzse+6xaDh9IjdWbL8OqpItP8Pr620K95URfMCnP0nKe3dxxIl5vztP6njbaXrO37q7s1l5ftQ1edY3Z43T2aH+dk62K1179EcOkqqC9GuVzriZnBbu5k6Trrwp1wzVtbydMtTuuuAalcE0XTvNyibDqo0e/rsknSqRcrxOn+6x7Jfd8MT13HsyaSpcOetK2SwN1o7J9xr17SahJo/IbP/Gy00NrO/5s23kweeXy+2mrJJWAGy+gqxufipN008m6hd6tTlt9UY4AAggggAACCCBQZAG6QwABBBBAoJ8EBsnXgv2ky7AIIIAAAggggECOAIcIIIAAAggggMBAFQgbt2tI1TBZtlHYlElc2bd3n1paAl3wvz+tiUfPVyiv5rBFLbb5UJacaJuV2eajpked8nqd+56P6NCBBtXXHclkkeSGtCgYelj1jYd04JUHFTYV93dE99dLv3/OyVZ1U4E/S+q5ZKFPrbh4+tH5FfYech0m4uW36v0SW4GuWKMUs69izanc+qmp9yV5H/WF88LpXmcem0lQtGS2HQeiD4Ujg9c1STv2Zc7bqoCnzc4cH6mW9TaYPbMgOjiwn2B/7xmhCq0ke8eKQCtyfgK+g+443QkBqiCAAAIIIIAAAggggAACCCCAQGGBckpYLBwhpQgggAACCCCAAAIIIIAAAgggUE4CxNJPAi0NW1UVVClwgZoPZ0/iYG2danbW6oTzr9JFf/95HX36eRo7Y46GjhqjiqFDNWz0OI0/6ljNO/vNuvCDX9Cck9+ofTsPqdGWVzvSla3MWHfgsFqaA1W4KrXUvXzkTHHfttZIBzM5kgU7t8TFd58e6q0nt58oVVUpjRrafp2CAxS5cGx18TpM9zW8yqm6qnv9jhjmVcm3jq14FZl8vFTZwUan2oacwtSZ3n0phWtaEd0XVy72Onde5rm5c6W0bZ+TJS8+vMZpc01ss3iW1/vPDmXPY1KmNz3T939yvM7u96RtZ8foab3ZE6S3nBjmdeOjy3HHC0417eSIj6uOKuW17LjArnl3P0s67p0aCCCAAAIIIFDmAoSHAAIIIIAAAmUqEH1FVKaRERYCCCCAAAIIdEOAJggggAACCCCAAAIIFBZoqd0o7wNVVARyCtTSpKy/5uYW1e6p075dDZox/yydcul79fp3f1QXfODTOvtvPqxFb3qXJs9+nfa91qCDexsVtmQnvzTUNWv4sJEaaqs4Njsd3rs6q/9iHew+6LRyW5wQ1V6fQVTl7GO9Zo7L1LLVB4Mgc2yJU0Mqo4qZol7f21mbPYStlja6m4lE7fU1cpjX5FHZYxU68tHdkJv+NHOsFN0mhaoPyrKpo31W3I3Rs7N+V1ZRnxyUyjUdUilddarXp98cpn6ieE/0TH7rbqdP3hzogTVOS+Z4fe4tof7X2V7Dh+TT9KbnlOha2TOVP2p2Se4qrdamM89Ldi99f+SiIc87Tjor+myTooPEv13RZ8uvnwrUEN2fieLW3dnjW3fb3QlzPhBGDpPGj4ybvHdJqBuuaX+zOnFtXhFAAAEEEEAAAQQQQAABBBBAoOcCpdlD4ivW0pwgs0IAAQQQQAABBBBAAAEEEEBgQAkwWQTKWKClbodGjBihiqpAhw9lJ2Glw25pDlV3oFH7dtSrZmuddm+uU82rDdq/vVH1+5vzEhXT7ZobvaqHDVVFUCHftDdd3CvvD65tfyWx9KAjhkjTxqaPpOOneUWhZwr6YS8nz1PTRntNGNm9ibTX19BKadGs7Gt8qEFqyklGqm3wqmvMjG8rK86bnN0uc3Zw7s2Z4PNWnHxmkyuYGGZyj653suSxYmuVyjUNoyAfXuf0n48EevcSn5XA9u2rQr3nDK+poyVLrlOBv970tHHn5ty/++rzJ7HzYHbZjOhzYvKoKLDs4pI8smTipYu8jpuSP721O6TbnnfKTci0mrOj+3hKIsbmFqnusJ3J3nYezL5yx05USaxEmz1LjhBAAAEEECiSAN0ggAACCCCAAAIIdEuAhMVusdEIAQQQQKC/BBgXAQQQQAABBBBAAAEE+k+gcddDGj5iuKqqAvnQqakhJ3utm1M7dKBRw0eOkAIn+2noxl0Pd7OnzjWzZLDblruCCWPJHuwnag82xElIlqhz8szkWaWS0Oznj5Olew6ptV9L+nnqleTZnu3bTLbty+5j4QxpeFV2WWeOOtOXxWtxp/szCzNJH9u7JSxZ4pLt23biDK+jOrkSm9XvaKus8G0mrtU2SI+scx11kXW+vZ+m3b5fenZzVvWiHNgqnfOm+Ky+XtkjPfaylF0qbd7rFEyQo3EAABAASURBVEia2InVLaNqXf7X39fU4n1wjXTrsy61gueMsVZSOIy2SnvT01ZKfMOxkkvcVvvqlPe3P6fsDXO9hnXjOczruI8KbK7vPC3UmOr8AZ942emhtfn35qhh0lnHZOrblattSEBFpyyh2RKbo93UP0tgPmdeKEuSTBXwggACCCCAAAIIIIAAAggggECOAIeDU8C+/xqckRM1AggggAACCCCAAAIIIDA4BYgaAQQQ6LZA4/Z7Vbe/RqNGj9SQIVVqONiilmbf7f6s4eHGZgVBpUaNijNn6mr36dCWP9mpXt2ee9Xp548F2lefnXCTHHT1NqeXtjtVD5Hec6Y0tjo7VkvCmTsp2UJRf9LLuyRL7LtntdNzW9ruP7tl/tFzW+J+0mcONkivJhaftGTCMxMJROl6hd6705fFe9lJak3e2rbfacd+Zf1t3O1ak+4mjZKWLvZFTU4aUx37JwddtdXpQGRx96pAZpA819H+xJFeuVfEbFL9rQ40fUxHPXT9vCXBveVEpe6jZOvbnw9010qnw82SrTr44mtOD6+RTpudP8dku57s9/c1tWThB1+Kr8D2A+rWSpK97WkrqZ55jG9lXrvDtSYhW6H9ZLIlltq+bWcd63XqUZn6VtYfW1OzS91HuWNb4nRumR3b83r5yYXnbffmAy/F96XVTW8Wa3JlxlXbXNZqjAfqpa2Jz4hLTwp19MR0a94RQAABBPpBgCERQAABBBBAAAEEEChJgaAkZ8WkEEAAgQErwMQRQAABBBBAAAEEEEAAgfIWaNj0fzVk6BCNHDNCw4YP0cF9jWo63KLu/DXUH1bz4VDjxo+Omns1N7fo0Mu/iPZ7719lhfS+s0J99+pQZxzt9b37nH7/nNPug5lkn9oG6c8rnX7xhNPkkV4fu9Br9vjCiT1L5mT/tKqPqv33E4E+eXMg+9nbixZEBTnhrNom1TbGSVs5p7IOxw6Xbnk2kK3aaAmQtprgjtq43cih0nvPyk+izOogcdDdvk6e5fW3r/eyJLHmULJEJpuPJdit3u700Np4PkeN8/qHN0bXMppzYthUAtWWvS6VwJksf2W3ZAlr+TrJWtKU0V4XHR8NnCjeELW97g+BmiPsuZMTJzqxawmmZx6bPepTrzhZfzPHhZoyJu7E4tu0x8nuhbgkfrU57zjg5BUn222tye7LrpMluuYmidn98+7TfV4y512rnD51S6CP/zbQnS9IVyxWl1fqs7Es2dHGjmcZv27Y5SPj+PrEJfFrf17TXdH9m773DzZK374n0LU3Fd6+fEegXy1zstUos5WVeh57y9MSka86xeu8+fGoNv4DL7lUYqkll9q+lZmm1bG61saO09uhw9LLO/Pt12xXqp+uXrN0v22923368DplJQ+m6z64xqUSQ+No0qXpuj4vgTddw571XzweZLW1lRnff3aok2f6VLXlW6SnNsZJixbzn15wstUnbYXKKyPD8+erzf7Vib+uONm1ef7V/E47+3mb35ISBBBAAAEEEEAAAQQQQMAE2BBAoDcESFjsDVX6RAABBBBAAAEEEEAAge4L0BIBBBBAoKQFGvc+q9ptyzR69HCNGjVCI0ZVq+7QYR2srVMYhp2ae0tLi2r3H5SrdJo4Zbwqo3drWLfzr2rY87Tt9to2d7LXSTMk+6nS1832+sJbQo0fLv3oQZdKGrPkqa/+KdCmvdLfvcHrM5d4TR0dJ+cUmlQ6gefsY70sScfqDK+Kfzr1s1HbY3JWYLTzG3Y5feUOpy01dtT2NmeCdMmJXveuDvSZWwPds9rJVnu8cIF03WWhLEmw7dbZZ7rbl6VcnTjD6ytXhLpkodeBBq+v/jFOsPvZo05TRknvf73Xxy7yGj8ie0w7+vXTgW76q/ViR5ltV630zT8H+tVTQaawwJ61tKSnv3mdlyVpWhV7v+pUr6ujLTdRzM63t1l9SzCzWCwJ0+raqosfONvrgsjVxrOyB9bYCpxOlqRpx+nNkuy+e6/TnS84fevuQNv2pVuka0h3rnT694cCNTZnymzPkry+9NZQ58/3GjXUW1FqmxwZvuO0UB+90MtWQEwVdvJl1TanT/wukCWK5TbZc9BFxk5fviPQ/vrMWZtxf13T0dVx8mtmNm3v1dRJlkz6/fsCPfSSa13JM92iNzzTfdu9sXRx9Pxf7HXqUdKj6+LEUksutX0r+0x0zupY3XQ7ezfrb0f3xurX7Ch7ezjq5yePBPrF467da2bXNbtl4SOrZ59ZX/hDoOfaWM3VEny/fmegT90ctH7m2By/Fn3O3bgsyHNNjrTiVcnaJp/T4UOiZz56Xj5yvteCqV63PudS9+A//z7Qup1O58yNP5/eeJxXYDdbssMu7Ftsnb237bP0n28LtGxj/oD2efuF25ysvy4MT1UEEOgrAcZBAAEEEEAAAQQQQACBQSnQ/jeCg5KEoBEobwGiQwABBBBAAAEEEEAAAQQQQKCnAgfX/Uj7t6/SiFHDNWrMCI0eO0KuItC+mgOqrT2opqamgkMcbmrUgYP71dBcrzETR2vy1IkKKqTQex3cvVb7Vv+gYLtiFY6plizxLZlgNKRSssSaL18e6oZr4u3bV4X60LleC6f7vBXxCs3FEniueZ3XD94Zt//mlaH+5vRQY6vjPtL9Jt+/845Qs8YV6i27zPqwvr53ddz3v7491BWLwg5X4cvuJT7qSV8jhkhvOdHrust8q5PN6eMXhVo8s22n9y6J552MPblv5+PZtf1qSU9nHev1jaVxX/Z+7ry2x2y7p/iMXX+Lxa6BzcViWjTLK5nqZCtj2rm2tstO8kq3L1TnHy8INbQyHi/5avegJbl9fWnG8fOXhqkkL5tXsm5n9u0eLTR+sszubRs3t7/+uKbTx0jnzsudScfHd7/otH1/fj2Lq5ieyRHsfpg+1stWZLVnOm1q+1Zm56xOso3t25zMPF0/993ujb99Q+b65563Y7uu1ldHm9Wz+p3Z7H5Nf+Z0NMfc/nKfU3sm5032qc9J+7xM1//aFaEs+XbCiI5m3vH5zsRmzhaLxWXxpedR6N3663hUaiCAAAIIIIAAAgggMPAEmDECCCAwEAVIWByIV405I4AAAggggAACCPSnAGMjgAACCCCAQCSwf+XXtW/rE6quHqqRo4dr/IQxGj9pjIYOr9Lh8LD2H9yf2mrralXbsF91TQcUVIcaP2WMps2arDFjRihsaZYPQ9W+9qT2PvelqFf+IYBAOQtURN9GX3ZSqMtPzk4Q7Sjm+sPS1gKrWXbUjvMIIIBADwVojgACCCCAAAIIIIAAAggg0AsC0VdEvdArXSLQbQEaIoAAAggggAACCCCAAAIIIIDAQBGofenftGfdLQobmzR0WKWGjxqucePGasrUiZo2Y5KmTJ+oKTPGa9qsSZo+e2pqRUVbkVGSmpqbVF9Xr30bblfNqhsGSsjMEwEEeiBQUyddf0+gO1Y4nTrb6+tvi1fNzF0R7/qrQl17YagZ43owGE0RQAABBBBAAAEEEECgBASYAgIIIIAAAvkCQX4RJQgggAACCCCAAAIDWoDJI4AAAggggAACfShwaNPN2vHE+7V/61NqbmxQRaWXi75xqqiqSCUxVg2tisoq5H2olpYmNTcdVmPdIR3cuVw7/vK/dGDDb8QfAggMDoG7VgWpn3YePUy67ERpVPReKHL7Oe1jJlodnzpdPUSaMTbeTxXwggACsQCvCCCAAAIIIIAAAggggAACCAxAgejr4wE4636cMkMjgAACCCCAAAIIIIAAAggggED5CxBh1wX2v/h97Xjs/Xpt+b+qdvtyHdqzRXX7d6ruYI3q9u3Qwb2bdGD7s9r9wg/02qP/S3tXXN/1QWiBAAJlIVDbIO2sbT8US0/ctj+uc95xXlPHxPu8IoAAAggggAACCCBQTAH6QgABBBBAAIG+FyBhse/NGREBBBBAAIHBLkD8CCCAAAIIIIAAAmUscHjP86pZ+S3tefaT2rnsI9r52AdT77uf/pT2rviW6nYsK+PouxdabaPTqm35bZdvcTrcnF/eXkkx+2pvHM4h0B2Bt5zoddQ4Lx81/vljTo+sc9pX7xRaQVRm/xqje37jbqef/cXpTyucLj3J603Hezk7yTbQBJgvAggggAACCCCAAAIIIIAAAgiUv0CXIwy63IIGCCCAAAIIIIAAAggggAACCCDQzwIMjwAC5SKwapvTF25z2rArPx3r6VekT90S6ManOvcVXjH7Khdf4igtgbHVXh9/U7RdFOrsY7weXef01T86ffy3ga69Kd6++sdAd650Omm61zfeHuriE7wqOvcIlFawzAYBBBBAAAEEECiKAJ0ggAACCCCAAALlJ8BXPeV3TYkIAQQQQKCnArRHAAEEEEAAAQQQQAABBPpIYOF0rxuuCdvd3rsk7NRsitlXpwakEgLdEAicNGeCdOWpXp+/NNT3rs6+/7+xNNSHzwt15jHSiCHdGKArTaiLAAIIIIAAAggggAACCCCAAALlL0CEJSdAwmLJXRImhAACCCCAAAIIIIAAAggMfAEiQAABBBBAAAEEEEAAAQQQQACB8hcgQgQQQAABBBBAAAEEuipAwmJXxaiPAAII9L8AM0AAAQQQQAABBBBAAAEEEEAAgfIXIEIEEEAAAQQQQAABBBBAAAEEECh/ASJEYNAJkLA46C45ASOAAAIIIIAAAggggICEAQIIIIAAAggggAACCCCAAAIIlL8AESKAAAIIIIAAAggggECpCZCwWGpXhPkgUA4CxIAAAggggAACCCCAAAIIIIAAAuUvQIQIIIAAAggggAACCCCAAAIIIFD+AkSIAAIIFFmAhMUig9IdAggggAACCCCAAALFEKAPBBBAAAEEEEAAAQQQQAABBBAofwEiRAABBBBAAAEEEEAAAQQGmwAJi4PtihOvCbAhgAACCCCAAAIIIIAAAggggED5CxAhAggggAACCCCAAAIIIIAAAgiUvwARIoAAAggMMAESFgfYBWO6CCCAAAIIIIBAaQgwCwQQQAABBBBAAAEEEEAAAQQQKH8BIkQAAQQQQAABBBBAAAEEEECguAIkLBbXszi90QsCCCCAAAIIIIAAAggggAACCJS/ABEigAACCCCAAAIIIIAAAggggED5CxAhAggggAACCGQJkLCYxcEBAggggAACCJSLAHEggAACCCCAAAIIIIAAAggggED5CxAhAggggAACCCCAAAIIIIAAAggMLIHuJCwOrAiZLQIIIIAAAggggAACCCCAAAIIdEeANggggAACCCCAAAIIIIAAAgggUP4CRIgAAggggAACCPSpAAmLfcrNYAgggAACCKQFeEcAAQQQQAABBBBAAAEEEEAAgfIXIEIEEEAAAQQQQAABBBBAAAEEECh/ASLsigAJi13Roi4CCCCAAAIIIIAAAggggEDpCDATBBBAAAEEEEAAAQQQQAABBBAofwEiRAABBBBAAAEEECgrARIWy+pyEgxDwtu6AAAQAElEQVQCCCBQPAF6QgABBBBAAAEEEEAAAQQQQACB8hcgQgQQQAABBBBAAAEEEEAAAQQQKH8BIkSglARIWCylq8FcEEAAAQQQQAABBBBAoJwEiAUBBBBAAAEEEEAAAQQQQAABBMpfgAgRQAABBBBAAAEEEECgCwIkLHYBi6oIIFBKAswFAQQQQAABBBBAAAEEEEAAAQTKX4AIEUAAAQQQQAABBBBAAAEEEECg/AWIEAEEBpMACYuD6WoTKwIIIIAAAggggAACSQH2EUAAAQQQQAABBBBAAAEEEECg/AWIEAEEEEAAAQQQQAABBBAoIQESFkvoYjCV8hIgGgQQQAABBBBAAAEEEEAAAQQQKH8BIkQAAQQQQAABBBBAAAEEEEAAgfIXIEIEEEAAgeIJkLBYPEt6QgABBBBAAAEEECiuAL0hgAACCCCAAAIIIIAAAggggED5CxAhAggggAACCCCAAAIIIIDAIBIgYXEQXezsUDlCAAEEEEAAAQQQQAABBBBAAIHyFyBCBBBAAAEEEEAAAQQQQAABBBAofwEiRAABBBBAYOAIkLA4cK4VM0UAAQQQQACBUhNgPggggAACCCCAAAIIIIAAAgggUP4CRIgAAggggAACCCCAAAIIIIAAAkUTKNmExaJFSEcIIIAAAggggAACCCCAAAIIIFCyAkwMAQQQQAABBBBAAAEEEEAAAQTKX4AIEUAAAQQQQACBtAAJi2kJ3hFAAAEEECg/ASJCAAEEEEAAAQQQQAABBBBAAIHyFyBCBBBAAAEEEEAAAQQQQAABBBAof4GyiZCExbK5lASCAAIIIIAAAggggAACCCBQfAF6RAABBBBAAAEEEEAAAQQQQACB8hcgQgQQQAABBBBAAIG+EiBhsa+kGQcBBBBAIF+AEgQQQAABBBBAAAEEEEAAAQQQKH8BIkQAAQQQQAABBBBAAAEEEEAAgfIXIEIEOilAwmInoaiGAAIIIIAAAggggAACCJSiAHNCAAEEEEAAAQQQQAABBBBAAIHyFyBCBBBAAAEEEEAAAQTKRYCExXK5ksSBAAK9IUCfCCCAAAIIIIAAAggggAACCCBQ/gJEiAACCCCAAAIIIIAAAggggAAC5S9AhAggUCICJCyWyIVgGggggAACCCCAAAIIlKcAUSGAAAIIIIAAAggggAACCCCAQPkLECECCCCAAAIIIIAAAggg0DkBEhY750QtBEpTgFkhgAACCCCAAAIIIIAAAggggED5CxAhAggggAACCCCAAAIIIIAAAgiUvwARIoAAAoNEgITFQXKhCRMBBBBAAAEEEECgsAClCCCAAAIIIIAAAggggAACCCBQ/gJEiAACCCCAAAIIIIAAAgggUBoCJCyWxnUo11kQFwIIIIAAAggggAACCCCAAAIIlL8AESKAAAIIIIAAAggggAACCCCAQPkLECECCCCAAAJFESBhsSiMdIIAAggggAACCPSWAP0igAACCCCAAAIIIIAAAggggED5CxAhAggggAACCCCAAAIIIIAAAoNDYHAnLA6Oa0yUCCCAAAIIIIAAAggggAACCAxuAaJHAAEEEEAAAQQQQAABBBBAAIHyFyBCBBBAAAEEEBgQAiQsDojLxCQRQAABBBAoXQFmhgACCCCAAAIIIIAAAggggAAC5S9AhAgggAACCCCAAAIIIIAAAgggUP4CfREhCYt9ocwYCCCAAAIIIIAAAggggAACCLQtwBkEEEAAAQQQQAABBBBAAAEEECh/ASJEAAEEEEAAAQQQiARIWIwQ+IcAAgggUM4CxIYAAggggAACCCCAAAIIIIAAAuUvQIQIIIAAAggggAACCCCAAAIIIFD+AkRYDgIkLJbDVSQGBBBAAAEEEEAAAQQQQKA3BegbAQQQQAABBBBAAAEEEEAAAQTKX4AIEUAAAQQQQAABBBDoAwESFvsAmSEQQACB9gQ4hwACCCCAAAIIIIAAAggggAAC5S9AhAgggAACCCCAAAIIIIAAAgggUP4CRIgAAh0LkLDYsRE1EEAAAQQQQAABBBBAoLQFmB0CCCCAAAIIIIAAAggggAACCJS/ABEigAACCCCAAAIIIIBAGQiQsFgGF5EQEOhdAXpHAAEEEEAAAQQQQAABBBBAAIHyFyBCBBBAAAEEEEAAAQQQQAABBBAofwEiRAABBPpfgITF/r8GzAABBBBAAAEEEECg3AWIDwEEEEAAAQQQQAABBBBAAAEEyl+ACBFAAAEEEEAAAQQQQAABBDoUIGGxQyIqlLoA80MAAQQQQAABBBBAAAEEEEAAgfIXIEIEEEAAAQQQQAABBBBAAAEEECh/ASJEAAEEECh/ARIWy/8aEyECCCCAAAIIINCRAOcRQAABBBBAAAEEEEAAAQQQQKD8BYgQAQQQQAABBBBAAAEEEEAAgX4XIGGx1y8BAyCAAAIIIIAAAggggAACCCCAQPkLECECCCCAAAIIIIAAAggggAACCJS/ABEigAACCCCAQE8FSFjsqSDtEUAAAQQQQKD3BRgBAQQQQAABBBBAAAEEEEAAAQTKX4AIEUAAAQQQQAABBBBAAAEEEECg7AWCso+QABFAAAEEEEAAAQQQQAABBBBAQBAggAACCCCAAAIIIIAAAggggED5CxAhAggggAACCCBQ6gKssFjqV4j5IYAAAggMBAHmiAACCCCAAAIIIIAAAggggAAC5S9AhAgggAACCCCAAAIIIIAAAgggUP4CRNjLAiQs9jIw3SOAAAIIIIAAAggggAACCHRGgDoIIIAAAggggAACCCCAAAIIIFD+AkSIAAIIIIAAAgggMNgFSFgc7HcA8SOAwOAQIEoEEEAAAQQQQAABBBBAAAEEECh/ASJEAAEEEEAAAQQQQAABBBBAAIHyFyBCBAa4AAmLA/wCMn0EEEAAAQQQQAABBBDoGwFGQQABBBBAAAEEEEAAAQQQQACB8hcgQgQQQAABBBBAAAEEEOhdARIWe9eX3hFAoHMC1EIAAQQQQAABBBBAAAEEEEAAgfIXIEIEEEAAAQQQQAABBBBAAAEEECh/ASJEAAEE2hUgYbFdHk4igAACCCCAAAIIIDBQBJgnAggggAACCCCAAAIIIIAAAgiUvwARIoAAAggggAACCCCAAAIDW4CExYF9/Zh9XwkwDgIIIIAAAggggAACCCCAAAIIlL8AESKAAAIIIIAAAggggAACCCCAQPkLECECCCCAQL8KkLDYr/wMjgACCCCAAAIIDB4BIkUAAQQQQAABBBBAAAEEEEAAgfIXIEIEEEAAAQQQQAABBBBAAAEE2hMgYbE9nYFzjpkigAACCCCAAAIIIIAAAggggED5CxAhAggggAACCCCAAAIIIIAAAgiUvwARIoAAAgggUNYCJCyW9eUlOAQQQAABBBDovAA1EUAAAQQQQAABBBBAAAEEEECg/AWIEAEEEEAAAQQQQAABBBBAAAEE+lOgbxIW+zNCxkYAAQQQQAABBBBAAAEEEEAAgb4RYBQEEEAAAQQQQAABBBBAAAEEECh/ASJEAAEEEEAAAQR6IEDCYg/waIoAAggggEBfCjAWAggggAACCCCAAAIIIIAAAgiUvwARIoAAAggggAACCCCAAAIIIIBA+QsM5ghJWBzMV5/YEUAAAQQQQAABBBBAAIHBJUC0CCCAAAIIIIAAAggggAACCCBQ/gJEiAACCCCAAAIIIFDCAiQslvDFYWoIIIDAwBJgtggggAACCCCAwP/P3r3r2JFkBxQtDWYgDDCAhLHkypErR7Yc/Ym+RJ+uYbPZfLPy3puRGbFjAUOyWJWPs1dcoGkcSAQIECBAgAABAgQIECBAgACBvoBCAgQIECBAgAABAs8LWFh83s6dBAgQuFbA2wgQIECAAAECBAgQIECAAIG+gEICBAgQIECAAAECBAgQIECgL6CQwMYCFhY3PnzpBAgQIECAAAECBHYT0EuAAAECBAgQIECAAAECBAj0BRQSIECAAAECBAgQIDCvgIXFec/GZARWEzAvAQIECBAgQIAAAQIECBAg0BdQSIAAAQIECBAgQIAAAQIECPQFFBIgQGCYgIXFYbQeTIAAAQIECBAgQOBRAdcTIECAAAECBAgQIECAAAECfQGFBAgQIECAAAECBAgQ2FfAwuK+Z79fuWICBAgQIECAAAECBAgQIECgL6CQAAECBAgQIECAAAECBAgQ6AsoJECAAIFlBSwsLnt0BidAgAABAgQIXC/gjQQIECBAgAABAgQIECBAgEBfQCEBAgQIECBAgAABAgQIEBglYGFxlOzjz3UHAQIECBAgQIAAAQIECBAg0BdQSIAAAQIECBAgQIAAAQIECPQFFBIgQIAAAQI/EbCw+BMY3yZAgAABAgRWFDAzAQIECBAgQIAAAQIECBAg0BdQSIAAAQIECBAgQIAAAQIECKwqcHxhcdVCcxMgQIAAAQIECBAgQIAAAQLHBVxJgAABAgQIECBAgAABAgQI9AUUEiBAgAABAgRuErCweBO81xIgQIDAngKqCRAgQIAAAQIECBAgQIAAgb6AQgIECBAgQIAAAQIECBAgQKAvoPA5AQuLz7m5iwABAgQIECBAgAABAgTuEfBWAgQIECBAgAABAgQIECBAoC+gkAABAgQIECBAICpgYTF6sLIIECDwnIC7CBAgQIAAAQIECBAgQIAAgb6AQgIECBAgQIAAAQIECBAgQKAvoJDAnAIWFuc8F1MRIECAAAECBAgQILCqgLkJECBAgAABAgQIECBAgACBvoBCAgQIECBAgAABAgSeErCw+BSbmwgQuEvAewkQIECAAAECBAgQIECAAIG+gEICBAgQIECAAAECBAgQIECgL6CQAIE9BSws7nnuqgkQIECAAAECBPYVUE6AAAECBAgQIECAAAECBAj0BRQSIECAAAECBAgQIEBgSgELi1Mei6HWFTA5AQIECBAgQIAAAQIECBAg0BdQSIAAAQIECBAgQIAAAQIECPQFFBIgQIDACAELiyNUPZMAAQIECBAgQOB5AXcSIECAAAECBAgQIECAAAECfQGFBAgQIECAAAECBAgQILClgIXFzY5dLgECBAgQIECAAAECBAgQINAXUEiAAAECBAgQIECAAAECBAj0BRQSIECAAIEVBSwsrnhqZiZAgAABAgTuFPBuAgQIECBAgAABAgQIECBAoC+gkAABAgQIECBAgAABAgQIEBggMNnC4oBCjyRAgAABAgQIECBAgAABAgQmEzAOAQIECBAgQIAAAQIECBAg0BdQSIAAAQIECBD4XsDC4vcmvkOAAAECBNYWMD0BAgQIECBAgAABAgQIECDQF1BIgAABAgQIECBAgAABAgQI9AWChRYWg4cqiQABAgQIECBAgAABAgReE3A3AQIECBAgQIAAAQIECBAg0BdQSIAAAQIECBAgcL2AhcXrzb2RAAECuwvoJ0CAAAECBAgQIECAAAECBPoCCgkQIECAAAECBAgQIECAAIG+iYMxEQAAEABJREFUgEICDwtYWHyYzA0ECBAgQIAAAQIECBC4W8D7CRAgQIAAAQIECBAgQIAAgb6AQgIECBAgQIAAAQI9AQuLvTNVRIDAqwLuJ0CAAAECBAgQIECAAAECBPoCCgkQIECAAAECBAgQIECAAIG+gEICBKYTsLA43ZEYiAABAgQIECBAgMD6AgoIECBAgAABAgQIECBAgACBvoBCAgQIECBAgAABAgQIPCpgYfFRMdcTuF/ABAQIECBAgAABAgQIECBAgEBfQCEBAgQIECBAgAABAgQIECDQF1BIgACB7QQsLG535IIJECBAgAABAgTe3hgQIECAAAECBAgQIECAAAECfQGFBAgQIECAAAECBAgQIDCbgIXF2U6kMI8GAgQIECBAgAABAgQIECBAoC+gkAABAgQIECBAgAABAgQIEOgLKCRAgAABAicLWFg8GdTjCBAgQIAAAQJnCHgGAQIECBAgQIAAAQIECBAg0BdQSIAAAQIECBAgQIAAAQIEdhPYcWFxtzPWS4AAAQIECBAgQIAAAQIEdhTQTIAAAQIECBAgQIAAAQIECPQFFBIgQIAAAQKLCVhYXOzAjEuAAAECBOYQMAUBAgQIECBAgAABAgQIECDQF1BIgAABAgQIECBAgAABAgQI9AWuLbSweK23txEgQIAAAQIECBAgQIAAgY8CfidAgAABAgQIECBAgAABAgT6AgoJECBAgAABAgS+ErCw+BWHvxAgQIBARUAHAQIECBAgQIAAAQIECBAg0BdQSIAAAQIECBAgQIAAAQIECPQFFLYELCy2zlMNAQIECBAgQIAAAQIEzhLwHAIECBAgQIAAAQIECBAgQKAvoJAAAQIECBAgQIDApQIWFi/l9jICBAh8EvAnAQIECBAgQIAAAQIECBAg0BdQSIAAAQIECBAgQIAAAQIECPQFFBIg8IiAhcVHtFxLgAABAgQIECBAgMA8AiYhQIAAAQIECBAgQIAAAQIE+gIKCRAgQIAAAQIECBBICVhYTB2nGALnCXgSAQIECBAgQIAAAQIECBAg0BdQSIAAAQIECBAgQIAAAQIECPQFFBIgQGAmAQuLM52GWQgQIECAAAECBEoCWggQIECAAAECBAgQIECAAIG+gEICBAgQIECAAAECBAgQeEDAwuIDWC6dScAsBAgQIECAAAECBAgQIECAQF9AIQECBAgQIECAAAECBAgQINAXUEiAAAECOwlYWNzptLUSIECAAAECBL4U8DUBAgQIECBAgAABAgQIECDQF1BIgAABAgQIECBAgAABAgQmErCwOOgwPJYAAQIECBAgQIAAAQIECBDoCygkQIAAAQIECBAgQIAAAQIE+gIKCRAgQIAAgfMELCyeZ+lJBAgQIECAwLkCnkaAAAECBAgQIECAAAECBAj0BRQSIECAAAECBAgQIECAAAECfYE/Ci0s/kHhCwIECBAgQIAAAQIECBAgUBPQQ4AAAQIECBAgQIAAAQIECPQFFBIgQIAAAQIE1hGwsLjOWZmUAAECBGYTMA8BAgQIECBAgAABAgQIECDQF1BIgAABAgQIECBAgAABAgQI9AUUXiZgYfEyai8iQIAAAQIECBAgQIAAgW8F/J0AAQIECBAgQIAAAQIECBDoCygkQIAAAQIECBAg8EnAwuInCX8SIECgJ6CIAAECBAgQIECAAAECBAgQ6AsoJECAAAECBAgQIECAAAECBPoCCglkBCwsZo5SCAECBAgQIECAAAEC5wt4IgECBAgQIECAAAECBAgQINAXUEiAAAECBAgQIECAwFUCFhavkvYeAgS+F/AdAgQIECBAgAABAgQIECBAoC+gkAABAgQIECBAgAABAgQIEOgLKCRAgMBBAQuLB6FcRoAAAQIECBAgQGBGATMRIECAAAECBAgQIECAAAECfQGFBAgQIECAAAECBAgQqAhYWKycpI4RAp5JgAABAgQIECBAgAABAgQI9AUUEiBAgAABAgQIECBAgAABAn0BhQQIECAwiYCFxUkOwhgECBAgQIAAgaaAKgIECBAgQIAAAQIECBAgQKAvoJAAAQIECBAgQIAAAQIECBwTsLB4zGnOq0xFgAABAgQIECBAgAABAgQI9AUUEiBAgAABAgQIECBAgAABAn0BhQQIECBAYBMBC4ubHLRMAgQIECBA4McCvkuAAAECBAgQIECAAAECBAj0BRQSIECAAAECBAgQIECAAAECcwiMXFico9AUBAgQIECAAAECBAgQIECAwEgBzyZAgAABAgQIECBAgAABAgT6AgoJECBAgAABAqcIWFg8hdFDCBAgQIDAKAHPJUCAAAECBAgQIECAAAECBPoCCgkQIECAAAECBAgQIECAAIG+gMIPAhYWPyj4RYAAAQIECBAgQIAAAQJdAWUECBAgQIAAAQIECBAgQIBAX0AhAQIECBAgQIDAEgIWFpc4JkMSIEBgXgGTESBAgAABAgQIECBAgAABAn0BhQQIECBAgAABAgQIECBAgEBfQCGBKwQsLF6h7B0ECBAgQIAAAQIECBD4uYCfECBAgAABAgQIECBAgAABAn0BhQQIECBAgAABAgQI/EPAwuI/EPyPAIGygDYCBAgQIECAAAECBAgQIECgL6CQAAECBAgQIECAAAECBAgQ6AsoJECgIGBhsXCKGggQIECAAAECBAiMFPBsAgQIECBAgAABAgQIECBAoC+gkAABAgQIECBAgAABAhcIWFi8ANkrCPxKwM8IECBAgAABAgQIECBAgACBvoBCAgQIECBAgAABAgQIECBAoC+gkAABAgTeF7Cw+L6RKwgQIECAAAECBOYWMB0BAgQIECBAgAABAgQIECDQF1BIgAABAgQIECBAgAABAgEBC4uBQxyb4OkECBAgQIAAAQIECBAgQIBAX0AhAQIECBAgQIAAAQIECBAg0BdQSIAAAQIE7hewsHj/GZiAAAECBAgQqAvoI0CAAAECBAgQIECAAAECBPoCCgkQIECAAAECBAgQIECAAIF3BZZfWHy30AUECBAgQIAAAQIECBAgQIDA8gICCBAgQIAAAQIECBAgQIAAgb6AQgIECBAgQKAvYGGxf8YKCRAgQIDAewJ+ToAAAQIECBAgQIAAAQIECPQFFBIgQIAAAQIECBAgQIAAAQJ9gekLLSxOf0QGJECAAAECBAgQIECAAIH5BUxIgAABAgQIECBAgAABAgQI9AUUEiBAgAABAgQIvCpgYfFVQfcTIECAwHgBbyBAgAABAgQIECBAgAABAgT6AgoJECBAgAABAgQIECBAgACBvoDC7QUsLG7/EQBAgAABAgQIECBAgMAOAhoJECBAgAABAgQIECBAgACBvoBCAgQIECBAgAABArMLWFic/YTMR4DACgJmJECAAAECBAgQIECAAAECBPoCCgkQIECAAAECBAgQIECAAIG+gEICBAYLWFgcDOzxBAgQIECAAAECBAgcEXANAQIECBAgQIAAAQIECBAg0BdQSIAAAQIECBAgQIDA7gIWFnf/BOjfQ0AlAQIECBAgQIAAAQIECBAg0BdQSIAAAQIECBAgQIAAAQIECPQFFBIgQGBxAQuLix+g8QkQIECAAAECBK4R8BYCBAgQIECAAAECBAgQIECgL6CQAAECBAgQIECAAAECBMYKWFgc6+vpxwRcRYAAAQIECBAgQIAAAQIECPQFFBIgQIAAAQIECBAgQIAAAQJ9AYUECBAgQOCXAhYWf8njhwQIECBAgACBVQTMSYAAAQIECBAgQIAAAQIECPQFFBIgQIAAAQIECBAgQIAAgbUFLCweOT/XECBAgAABAgQIECBAgAABAn0BhQQIECBAgAABAgQIECBAgEBfQCEBAgQIECBwq4CFxVv5vZwAAQIECOwjoJQAAQIECBAgQIAAAQIECBDoCygkQIAAAQIECBAgQIAAAQIE+gKvFFpYfEXPvQQIECBAgAABAgQIECBA4DoBbyJAgAABAgQIECBAgAABAgT6AgoJECBAgAABAmkBC4vp4xVHgAABAscFXEmAAAECBAgQIECAAAECBAj0BRQSIECAAAECBAgQIECAAAECfQGFMwtYWJz5dMxGgAABAgQIECBAgACBlQTMSoAAAQIECBAgQIAAAQIECPQFFBIgQIAAAQIECBB4QcDC4gt4biVAgMCVAt5FgAABAgQIECBAgAABAgQI9AUUEiBAgAABAgQIECBAgAABAn0BhQR2FrCwuPPpaydAgAABAgQIECCwl4BaAgQIECBAgAABAgQIECBAoC+gkAABAgQIECBAgACBiQUsLE58OEYjsJaAaQkQIECAAAECBAgQIECAAIG+gEICBAgQIECAAAECBAgQIECgL6CQAAEC4wQsLI6z9WQCBAgQIECAAAECjwm4mgABAgQIECBAgAABAgQIEOgLKCRAgAABAgQIECBAgMDGAhYWNz783dL1EiBAgAABAgQIECBAgAABAn0BhQQIECBAgAABAgQIECBAgEBfQCEBAgQIrCtgYXHdszM5AQIECBAgQOBqAe8jQIAAAQIECBAgQIAAAQIE+gIKCRAgQIAAAQIECBAgQIDAMAELi8NoH32w6wkQIECAAAECBAgQIECAAIG+gEICBAgQIECAAAECBAgQIECgL6CQAAECBAgQ+JmAhcWfyfg+AQIECBAgsJ6AiQkQIECAAAECBAgQIECAAIG+gEICBAgQIECAAAECBAgQIEBgWYHDC4vLFhqcAAECBAgQIECAAAECBAgQOCzgQgIECBAgQIAAAQIECBAgQKAvoJAAAQIECBAgcJeAhcW75L2XAAECBHYU0EyAAAECBAgQIECAAAECBAj0BRQSIECAAAECBAgQIECAAAECfQGFTwpYWHwSzm0ECBAgQIAAAQIECBAgcIeAdxIgQIAAAQIECBAgQIAAAQJ9AYUECBAgQIAAAQJVAQuL1ZPVRYAAgWcE3EOAAAECBAgQIECAAAECBAj0BRQSIECAAAECBAgQIECAAAECfQGFBCYVsLA46cEYiwABAgQIECBAgACBNQVMTYAAAQIECBAgQIAAAQIECPQFFBIgQIAAAQIECBAg8JyAhcXn3NxFgMA9At5KgAABAgQIECBAgAABAgQI9AUUEiBAgAABAgQIECBAgAABAn0BhQQIbCpgYXHTg5dNgAABAgQIECCwq4BuAgQIECBAgAABAgQIECBAoC+gkAABAgQIECBAgAABAnMKWFic81xMtaqAuQkQIECAAAECBAgQIECAAIG+gEICBAgQIECAAAECBAgQIECgL6CQAAECBIYIWFgcwuqhBAgQIECAAAECzwq4jwABAgQIECBAgAABAgQIEOgLKCRAgAABAgQIECBAgACBPQUsLO517moJECBAgAABAgQIECBAgACBvoBCAgQIECBAgAABAgQIECBAoC+gkAABAgQILClgYXHJYzM0AQIECBAgcJ+ANxMgQIAAAQIECBAgQIAAAQJ9AYUECBaGDoYAABAASURBVBAgQIAAAQIECBAgQIDACIG5FhZHFHomAQIECBAgQIAAAQIECBAgMJeAaQgQIECAAAECBAgQIECAAIG+gEICBAgQIECAwA8ELCz+AMW3CBAgQIDAygJmJ0CAAAECBAgQIECAAAECBPoCCgkQIECAAAECBAgQIECAAIG+QLHQwmLxVDURIECAAAECBAgQIECAwCsC7iVAgAABAgQIECBAgAABAgT6AgoJECBAgAABAgRuELCweAO6VxIgQGBvAfUECBAgQIAAAQIECBAgQIBAX0AhAQIECBAgQIAAAQIECBAg0BdQSOBxAQuLj5u5gwABAgQIECBAgAABAvcKeDsBAgQIECBAgAABAgQIECDQF1BIgAABAgQIECBAIChgYTF4qJIIEHhNwN0ECBAgQIAAAQIECBAgQIBAX0AhAQIECBAgQIAAAQIECBAg0BdQSIDAfAIWFuc7ExMRIECAAAECBAgQWF3A/AQIECBAgAABAgQIECBAgEBfQCEBAgQIECBAgAABAgQeFrCw+DCZGwjcLeD9BAgQIECAAAECBAgQIECAQF9AIQECBAgQIECAAAECBAgQINAXUEiAAIH9BCws7nfmigkQIECAAAECBAgQIECAAAECBAgQIECAAAECfQGFBAgQIECAAAECBAgQIDCdgIXF6Y5k/YEUECBAgAABAgQIECBAgAABAn0BhQQIECBAgAABAgQIECBAgEBfQCEBAgQIEDhbwMLi2aKeR4AAAQIECBB4XcATCBAgQIAAAQIECBAgQIAAgb6AQgIECBAgQIAAAQIECBAgsJ3AhguL252xYAIECBAgQIAAAQIECBAgsKGAZAIECBAgQIAAAQIECBAgQKAvoJAAAQIECBBYTcDC4monZl4CBAgQIDCDgBkIECBAgAABAgQIECBAgACBvoBCAgQIECBAgAABAgQIECBAoC9wcaGFxYvBvY4AAQIECBAgQIAAAQIECHwQ8IsAAQIECBAgQIAAAQIECBDoCygkQIAAAQIECBD4WsDC4tce/kaAAAECDQEVBAgQIECAAAECBAgQIECAQF9AIQECBAgQIECAAAECBAgQINAXUBgTsLAYO1A5BAgQIECAAAECBAgQOEfAUwgQIECAAAECBAgQIECAAIG+gEICBAgQIECAAAEC1wpYWLzW29sIECDwUcDvBAgQIECAAAECBAgQIECAQF9AIQECBAgQIECAAAECBAgQINAXUEiAwEMCFhYf4nIxAQIECBAgQIAAAQKzCJiDAAECBAgQIECAAAECBAgQ6AsoJECAAAECBAgQIECgJWBhsXWeagicJeA5BAgQIECAAAECBAgQIECAQF9AIQECBAgQIECAAAECBAgQINAXUEiAAIGpBCwsTnUchiFAgAABAgQIEOgIKCFAgAABAgQIECBAgAABAgT6AgoJECBAgAABAgQIECBA4BEBC4uPaLl2HgGTECBAgAABAgQIECBAgAABAn0BhQQIECBAgAABAgQIECBAgEBfQCEBAgQIbCVgYXGr4xZLgAABAgQIEPgs4CsCBAgQIECAAAECBAgQIECgL6CQAAECBAgQIECAAAECBAjMJGBhccxpeCoBAgQIECBAgAABAgQIECDQF1BIgAABAgQIECBAgAABAgQI9AUUEiBAgAABAicKWFg8EdOjCBAgQIAAgTMFPIsAAQIECBAgQIAAAQIECBDoCygkQIAAAQIECBAgQIAAAQIE+gKfCy0sfrbwFQECBAgQIECAAAECBAgQaAmoIUCAAAECBAgQIECAAAECBPoCCgkQIECAAAECCwlYWFzosIxKgAABAnMJmIYAAQIECBAgQIAAAQIECBDoCygkQIAAAQIECBAgQIAAAQIE+gIKrxOwsHidtTcRIECAAAECBAgQIECAwNcC/kaAAAECBAgQIECAAAECBAj0BRQSIECAAAECBAgQ+EPAwuIfFL4gQIBATUAPAQIECBAgQIAAAQIECBAg0BdQSIAAAQIECBAgQIAAAQIECPQFFBLoCFhY7JylEgIECBAgQIAAAQIEzhbwPAIECBAgQIAAAQIECBAgQKAvoJAAAQIECBAgQIAAgcsELCxeRu1FBAh8K+DvBAgQIECAAAECBAgQIECAQF9AIQECBAgQIECAAAECBAgQINAXUEiAAIGjAhYWj0q5jgABAgQIECBAgMB8AiYiQIAAAQIECBAgQIAAAQIE+gIKCRAgQIAAAQIECBAgkBGwsJg5SiHnC3giAQIECBAgQIAAAQIECBAg0BdQSIAAAQIECBAgQIAAAQIECPQFFBIgQIDALAIWFmc5CXMQIECAAAECBIoCmggQIECAAAECBAgQIECAAIG+gEICBAgQIECAAAECBAgQIHBQwMLiQagZLzMTAQIECBAgQIAAAQIECBAg0BdQSIAAAQIECBAgQIAAAQIECPQFFBIgQIAAgV0ELCzuctI6CRAgQIAAgR8J+B4BAgQIECBAgAABAgQIECDQF1BIgAABAgQIECBAgAABAgQITCIwcGFxkkJjECBAgAABAgQIECBAgAABAgMFPJoAAQIECBAgQIAAAQIECBDoCygkQIAAAQIECJwjYGHxHEdPIUCAAAECYwQ8lQABAgQIECBAgAABAgQIEOgLKCRAgAABAgQIECBAgAABAgT6Agp/E7Cw+BuD3wgQIECAAAECBAgQIECgKqCLAAECBAgQIECAAAECBAgQ6AsoJECAAAECBAgQWEPAwuIa52RKAgQIzCpgLgIECBAgQIAAAQIECBAgQKAvoJAAAQIECBAgQIAAAQIECBDoCygkcImAhcVLmL2EAAECBAgQIECAAAECPxPwfQIECBAgQIAAAQIECBAgQKAvoJAAAQIECBAgQIAAgQ8CFhY/KPhFgEBXQBkBAgQIECBAgAABAgQIECDQF1BIgAABAgQIECBAgAABAgQI9AUUEiCQELCwmDhGEQQIECBAgAABAgTGCXgyAQIECBAgQIAAAQIECBAg0BdQSIAAAQIECBAgQIAAgSsELCxeoewdBH4u4CcECBAgQIAAAQIECBAgQIBAX0AhAQIECBAgQIAAAQIECBAg0BdQSIAAAQIHBCwsHkByCQECBAgQIECAwMwCZiNAgAABAgQIECBAgAABAgT6AgoJECBAgAABAgQIECBAoCBgYbFwiiMbPJsAAQIECBAgQIAAAQIECBDoCygkQIAAAQIECBAgQIAAAQIE+gIKCRAgQIDABAIWFic4BCMQIECAAAECbQF1BAgQIECAAAECBAgQIECAQF9AIQECBAgQIECAAAECBAgQIPC+wOoLi+8XuoIAAQIECBAgQIAAAQIECBBYXcD8BAgQIECAAAECBAgQIECAQF9AIQECBAgQILCBgIXFDQ5ZIgECBAgQ+LWAnxIgQIAAAQIECBAgQIAAAQJ9AYUECBAgQIAAAQIECBAgQIBAX2D+QguL85+RCQkQIECAAAECBAgQIEBgdgHzESBAgAABAgQIECBAgAABAn0BhQQIECBAgAABAi8LWFh8mdADCBAgQGC0gOcTIECAAAECBAgQIECAAAECfQGFBAgQIECAAAECBAgQIECAQF9AIQELiz4DBAgQIECAAAECBAgQ6AsoJECAAAECBAgQIECAAAECBPoCCgkQIECAAAECBAhML2BhcfojMiABAvMLmJAAAQIECBAgQIAAAQIECBDoCygkQIAAAQIECBAgQIAAAQIE+gIKCRAYLWBhcbSw5xMgQIAAAQIECBAg8L6AKwgQIECAAAECBAgQIECAAIG+gEICBAgQIECAAAECBLYXsLC4/UcAwA4CGgkQIECAAAECBAgQIECAAIG+gEICBAgQIECAAAECBAgQIECgL6CQAAECqwtYWFz9BM1PgAABAgQIECBwhYB3ECBAgAABAgQIECBAgAABAn0BhQQIECBAgAABAgQIECAwWMDC4mBgjz8i4BoCBAgQIECAAAECBAgQIECgL6CQAAECBAgQIECAAAECBAgQ6AsoJECAAAECvxawsPhrHz8lQIAAAQIECKwhYEoCBAgQIECAAAECBAgQIECgL6CQAAECBAgQIECAAAECBAgsLmBh8cABuoQAAQIECBAgQIAAAQIECBDoCygkQIAAAQIECBAgQIAAAQIE+gIKCRAgQIAAgXsFLCze6+/tBAgQIEBgFwGdBAgQIECAAAECBAgQIECAQF9AIQECBAgQIECAAAECBAgQINAXeKnQwuJLfG4mQIAAAQIECBAgQIAAAQJXCXgPAQIECBAgQIAAAQIECBAg0BdQSIAAAQIECBBoC1hYbJ+vOgIECBA4KuA6AgQIECBAgAABAgQIECBAoC+gkAABAgQIECBAgAABAgQIEOgLKJxawMLi1MdjOAIECBAgQIAAAQIECKwjYFICBAgQIECAAAECBAgQIECgL6CQAAECBAgQIECAwCsCFhZf0XMvAQIErhPwJgIECBAgQIAAAQIECBAgQKAvoJAAAQIECBAgQIAAAQIECBDoCygksLWAhcWtj188AQIECBAgQIAAgZ0EtBIgQIAAAQIECBAgQIAAAQJ9AYUECBAgQIAAAQIECMwsYGFx5tMxG4GVBMxKgAABAgQIECBAgAABAgQI9AUUEiBAgAABAgQIECBAgAABAn0BhQQIEBgoYGFxIK5HEyBAgAABAgQIEHhEwLUECBAgQIAAAQIECBAgQIBAX0AhAQIECBAgQIAAAQIEdhawsLjz6e/VrpYAAQIECBAgQIAAAQIECBDoCygkQIAAAQIECBAgQIAAAQIE+gIKCRAgQGBhAQuLCx+e0QkQIECAAAEC1wp4GwECBAgQIECAAAECBAgQINAXUEiAAAECBAgQIECAAAECBMYJWFgcZ/vYk11NgAABAgQIECBAgAABAgQI9AUUEiBAgAABAgQIECBAgAABAn0BhQQIECBAgMBPBSws/pTGDwgQIECAAIHVBMxLgAABAgQIECBAgAABAgQI9AUUEiBAgAABAgQIECBAgAABAusKHF1YXLfQ5AQIECBAgAABAgQIECBAgMBRAdcRIECAAAECBAgQIECAAAECfQGFBAgQIECAAIHbBCws3kbvxQQIECCwn4BiAgQIECBAgAABAgQIECBAoC+gkAABAgQIECBAgAABAgQIEOgLKHxWwMLis3LuI0CAAAECBAgQIECAAIHrBbyRAAECBAgQIECAAAECBAgQ6AsoJECAAAECBAgQyApYWMwerTACBAg8LuAOAgQIECBAgAABAgQIECBAoC+gkAABAgQIECBAgAABAgQIEOgLKCQwq4CFxVlPxlwECBAgQIAAAQIECKwoYGYCBAgQIECAAAECBAgQIECgL6CQAAECBAgQIECAAIEnBSwsPgnnNgIE7hDwTgIECBAgQIAAAQIECBAgQKAvoJAAAQIECBAgQIAAAQIECBDoCygkQGBXAQuLu568bgIECBAgQIAAgT0FVBMgQIAAAQLlb49YAAAQAElEQVQECBAgQIAAAQJ9AYUECBAgQIAAAQIECBCYVMDC4qQHY6w1BUxNgAABAgQIECBAgAABAgQI9AUUEiBAgAABAgQIECBAgAABAn0BhQQIECAwRsDC4hhXTyVAgAABAgQIEHhOwF0ECBAgQIAAAQIECBAgQIBAX0AhAQIECBAgQIAAAQIECGwqYGFxq4MXS4AAAQIECBAgQIAAAQIECPQFFBIgQIAAAQIECBAgQIAAAQJ9AYUECBAgQGBNAQuLa56bqQkQIECAAIG7BLyXAAECBAgQIECAAAECBAgQ6AsoJECAAAECBAgQIECAAAECBIYITLWwOKTQQwkQIECAAAECBAgQIECAAIGpBAxDgAABAgQIECBAgAABAgQI9AUUEiBAgAABAgR+JGBh8UcqvkeAAAECBNYVMDkBAgQIECBAgAABAgQIECDQF1BIgAABAgQIECBAgAABAgQI9AWShRYWk8cqigABAgQIECBAgAABAgSeF3AnAQIECBAgQIAAAQIECBAg0BdQSIAAAQIECBAgcIeAhcU71L2TAAECOwtoJ0CAAAECBAgQIECAAAECBPoCCgkQIECAAAECBAgQIECAAIG+gEICTwhYWHwCzS0ECBAgQIAAAQIECBC4U8C7CRAgQIAAAQIECBAgQIAAgb6AQgIECBAgQIAAAQJFAQuLxVPVRIDAKwLuJUCAAAECBAgQIECAAAECBPoCCgkQIECAAAECBAgQIECAAIG+gEICBCYUsLA44aEYiQABAgQIECBAgMDaAqYnQIAAAQIECBAgQIAAAQIE+gIKCRAgQIAAAQIECBAg8LiAhcXHzdxB4F4BbydAgAABAgQIECBAgAABAgT6AgoJECBAgAABAgQIECBAgACBvoBCAgQIbChgYXHDQ5dMgAABAgQIENhdQD8BAgQIECBAgAABAgQIECDQF1BIgAABAgQIECBAgAABAvMJWFic70xWn8j8BAgQIECAAAECBAgQIECAQF9AIQECBAgQIECAAAECBAgQINAXUEiAAAECBE4XsLB4OqkHEiBAgAABAgReFXA/AQIECBAgQIAAAQIECBAg0BdQSIAAAQIECBAgQIAAAQIE9hPYb2FxvzNWTIAAAQIECBAgQIAAAQIE9hNQTIAAAQIECBAgQIAAAQIECPQFFBIgQIAAAQLLCVhYXO7IDEyAAAECBO4XMAEBAgQIECBAgAABAgQIECDQF1BIgAABAgQIECBAgAABAgQI9AWuLrSweLW49xEgQIAAAQIECBAgQIAAgbc3BgQIECBAgAABAgQIECBAgEBfQCEBAgQIECBAgMA3AhYWvwHxVwIECBAoCGggQIAAAQIECBAgQIAAAQIE+gIKCRAgQIAAAQIECBAgQIAAgb6AwpqAhcXaieohQIAAAQIECBAgQIDAGQKeQYAAAQIECBAgQIAAAQIECPQFFBIgQIAAAQIECBC4WMDC4sXgXkeAAIEPAn4RIECAAAECBAgQIECAAAECfQGFBAgQIECAAAECBAgQIECAQF9AIQECjwlYWHzMy9UECBAgQIAAAQIECMwhYAoCBAgQIECAAAECBAgQIECgL6CQAAECBAgQIECAAIGYgIXF2IHKIXCOgKcQIECAAAECBAgQIECAAAECfQGFBAgQIECAAAECBAgQIECAQF9AIQECBOYSsLA413mYhgABAgQIECBAoCKggwABAgQIECBAgAABAgQIEOgLKCRAgAABAgQIECBAgACBhwQsLD7E5eJZBMxBgAABAgQIECBAgAABAgQI9AUUEiBAgAABAgQIECBAgAABAn0BhQQIECCwl4CFxb3OWy0BAgQIECBA4JOAPwkQIECAAAECBAgQIECAAIG+gEICBAgQIECAAAECBAgQIDCVgIXFIcfhoQQIECBAgAABAgQIECBAgEBfQCEBAgQIECBAgAABAgQIECDQF1BIgAABAgQInClgYfFMTc8iQIAAAQIEzhPwJAIECBAgQIAAAQIECBAgQKAvoJAAAQIECBAgQIAAAQIECBDoC3xRaGHxCwxfEiBAgAABAgQIECBAgACBkoAWAgQIECBAgAABAgQIECBAoC+gkAABAgQIECCwkoCFxZVOy6wECBAgMJOAWQgQIECAAAECBAgQIECAAIG+gEICBAgQIECAAAECBAgQIECgL6DwQgELixdiexUBAgQIECBAgAABAgQIfCngawIECBAgQIAAAQIECBAgQKAvoJAAAQIECBAgQIDAZwELi58tfEWAAIGWgBoCBAgQIECAAAECBAgQIECgL6CQAAECBAgQIECAAAECBAgQ6AsoJBASsLAYOkwpBAgQIECAAAECBAicK+BpBAgQIECAAAECBAgQIECAQF9AIQECBAgQIECAAAEC1wlYWLzO2psIEPhawN8IECBAgAABAgQIECBAgACBvoBCAgQIECBAgAABAgQIECBAoC+gkAABAocFLCwepnIhAQIECBAgQIAAgdkEzEOAAAECBAgQIECAAAECBAj0BRQSIECAAAECBAgQIECgI2BhsXOWSs4W8DwCBAgQIECAAAECBAgQIECgL6CQAAECBAgQIECAAAECBAgQ6AsoJECAAIFpBCwsTnMUBiFAgAABAgQI9AQUESBAgAABAgQIECBAgAABAn0BhQQIECBAgAABAgQIECBA4KiAhcWjUvNdZyICBAgQIECAAAECBAgQIECgL6CQAAECBAgQIECAAAECBAgQ6AsoJECAAAEC2whYWNzmqIUSIECAAAEC3wv4DgECBAgQIECAAAECBAgQINAXUEiAAAECBAgQIECAAAECBAjMIjBuYXGWQnMQIECAAAECBAgQIECAAAEC4wQ8mQABAgQIECBAgAABAgQIEOgLKCRAgAABAgQInCRgYfEkSI8hQIAAAQIjBDyTAAECBAgQIECAAAECBAgQ6AsoJECAAAECBAgQIECAAAECBPoCCj8KWFj86OB3AgQIECBAgAABAgQIEGgKqCJAgAABAgQIECBAgAABAgT6AgoJECBAgAABAgQWEbCwuMhBGZMAAQJzCpiKAAECBAgQIECAAAECBAgQ6AsoJECAAAECBAgQIECAAAECBPoCCglcI2Bh8RpnbyFAgAABAgQIECBAgMCPBXyXAAECBAgQIECAAAECBAgQ6AsoJECAAAECBAgQIEDgNwELi78x+I0AgaqALgIECBAgQIAAAQIECBAgQKAvoJAAAQIECBAgQIAAAQIECBDoCygkQKAhYGGxcY4qCBAgQIAAAQIECIwS8FwCBAgQIECAAAECBAgQIECgL6CQAAECBAgQIECAAAEClwhYWLyE2UsI/EzA9wkQIECAAAECBAgQIECAAIG+gEICBAgQIECAAAECBAgQIECgL6CQAAECBI4IWFg8ouQaAgQIECBAgACBeQVMRoAAAQIECBAgQIAAAQIECPQFFBIgQIAAAQIECBAgQIBAQsDCYuIYx0V4MgECBAgQIECAAAECBAgQINAXUEiAAAECBAgQIECAAAECBAj0BRQSIECAAIEZBCwsznAKZiBAgAABAgTKAtoIECBAgAABAgQIECBAgACBvoBCAgQIECBAgAABAgQIECBA4IDA4guLBwpdQoAAAQIECBAgQIAAAQIECCwuYHwCBAgQIECAAAECBAgQIECgL6CQAAECBAgQ2EHAwuIOp6yRAAECBAj8SsDPCBAgQIAAAQIECBAgQIAAgb6AQgIECBAgQIAAAQIECBAgQKAvsEChhcUFDsmIBAgQIECAAAECBAgQIDC3gOkIECBAgAABAgQIECBAgACBvoBCAgQIECBAgACB1wUsLL5u6AkECBAgMFbA0wkQIECAAAECBAgQIECAAIG+gEICBAgQIECAAAECBAgQIECgL6CQwJuFRR8CAgQIECBAgAABAgQI5AUEEiBAgAABAgQIECBAgAABAn0BhQQIECBAgAABAgTmF7CwOP8ZmZAAgdkFzEeAAAECBAgQIECAAAECBAj0BRQSIECAAAECBAgQIECAAAECfQGFBAgMF7CwOJzYCwgQIECAAAECBAgQeE/AzwkQIECAAAECBAgQIECAAIG+gEICBAgQIECAAAECBAhYWPQZINAXUEiAAAECBAgQIECAAAECBAj0BRQSIECAAAECBAgQIECAAAECfQGFBAgQWF7AwuLyRyiAAAECBAgQIEBgvIA3ECBAgAABAgQIECBAgAABAn0BhQQIECBAgAABAgQIECAwWsDC4mhhz39fwBUECBAgQIAAAQIECBAgQIBAX0AhAQIECBAgQIAAAQIECBAg0BdQSIAAAQIE3hGwsPgOkB8TIECAAAECBFYQMCMBAgQIECBAgAABAgQIECDQF1BIgAABAgQIECBAgAABAgRWF7Cw+P4JuoIAAQIECBAgQIAAAQIECBDoCygkQIAAAQIECBAgQIAAAQIE+gIKCRAgQIAAgZsFLCzefABeT4AAAQIE9hBQSYAAAQIECBAgQIAAAQIECPQFFBIgQIAAAQIECBAgQIAAAQJ9gdcKLSy+5uduAgQIECBAgAABAgQIECBwjYC3ECBAgAABAgQIECBAgAABAn0BhQQIECBAgACBuICFxfgByyNAgACBYwKuIkCAAAECBAgQIECAAAECBPoCCgkQIECAAAECBAgQIECAAIG+gMK5BSwszn0+piNAgAABAgQIECBAgMAqAuYkQIAAAQIECBAgQIAAAQIE+gIKCRAgQIAAAQIECLwkYGHxJT43EyBA4CoB7yFAgAABAgQIECBAgAABAgT6AgoJECBAgAABAgQIECBAgACBvoBCAnsLWFjc+/zVEyBAgAABAgQIENhHQCkBAgQIECBAgAABAgQIECDQF1BIgAABAgQIECBAgMDUAhYWpz4ewxFYR8CkBAgQIECAAAECBAgQIECAQF9AIQECBAgQIECAAAECBAgQINAXUEiAAIGRAhYWR+p6NgECBAgQIECAAIHjAq4kQIAAAQIECBAgQIAAAQIE+gIKCRAgQIAAAQIECBAgsLWAhcWtj3+neK0ECBAgQIAAAQIECBAgQIBAX0AhAQIECBAgQIAAAQIECBAg0BdQSIAAAQIrC1hYXPn0zE6AAAECBAgQuFLAuwgQIECAAAECBAgQIECAAIG+gEICBAgQIECAAAECBAgQIDBQwMLiQNxHHu1aAgQIECBAgAABAgQIECBAoC+gkAABAgQIECBAgAABAgQIEOgLKCRAgAABAgR+LmBh8ec2fkKAAAECBAisJWBaAgQIECBAgAABAgQIECBAoC+gkAABAgQIECBAgAABAgQIEFhY4ODC4sKFRidAgAABAgQIECBAgAABAgQOCriMAAECBAgQIECAAAECBAgQ6AsoJECAAAECBAjcJ2Bh8T57byZAgACB3QT0EiBAgAABAgQIECBAgAABAn0BhQQIECBAgAABAgQIECBAgEBfQOHTAhYWn6ZzIwECBAgQIECAAAECSJ3yqgAAEABJREFUBAhcLeB9BAgQIECAAAECBAgQIECAQF9AIQECBAgQIECAQFfAwmL3bJURIEDgUQHXEyBAgAABAgQIECBAgAABAn0BhQQIECBAgAABAgQIECBAgEBfQCGBaQUsLE57NAYjQIAAAQIECBAgQGA9ARMTIECAAAECBAgQIECAAAECfQGFBAgQIECAAAECBAg8K2Bh8Vk59xEgcL2ANxIgQIAAAQIECBAgQIAAAQJ9AYUECBAgQIAAAQIECBAgQIBAX0AhAQLbClhY3PbohRMgQIAAAQIECOwooJkAAQIECBAgQIAAAQIECBDoCygkQIAAAQIECBAgQIDArAIWFmc9GXOtKGBmAgQIECBAgAABAgQIECBAoC+gkAABAgQIECBAgAABAgQIEOgLKCRAgACBQQIWFgfBeiwBAgQIECBAgMAzAu4hQIAAAQIECBAgQIAAAQIE+gIKCRAgQIAAAQIECBAgQGBXAQuLO528VgIECBAgQIAAAQIECBAgQKAvoJAAAQIECBAgQIAAAQIECBDoCygkQIAAAQKLClhYXPTgjE2AAAECBAjcI+CtBAgQIECAAAECBAgQIECAQF9AIQECBAgQIECAAAECBAgQIDBGYKaFxTGFnkqAAAECBAgQIECAAAECBAjMJGAWAgQIECBAgAABAgQIECBAoC+gkAABAgQIECDwQwELiz9k8U0CBAgQILCqgLkJECBAgAABAgQIECBAgACBvoBCAgQIECBAgAABAgQIECBAoC/QLLSw2DxXVQQIECBAgAABAgQIECDwrID7CBAgQIAAAQIECBAgQIAAgb6AQgIECBAgQIAAgVsELCzewu6lBAgQ2FdAOQECBAgQIECAAAECBAgQINAXUEiAAAECBAgQIECAAAECBAj0BRQSeEbAwuIzau4hQIAAAQIECBAgQIDAfQLeTIAAAQIECBAgQIAAAQIECPQFFBIgQIAAAQIECBBIClhYTB6rKAIEnhdwJwECBAgQIECAAAECBAgQINAXUEiAAAECBAgQIECAAAECBAj0BRQSIDCjgIXFGU/FTAQIECBAgAABAgRWFjA7AQIECBAgQIAAAQIECBAg0BdQSIAAAQIECBAgQIAAgScELCw+geYWAncKeDcBAgQIECBAgAABAgQIECDQF1BIgAABAgQIECBAgAABAgQI9AUUEiBAYEcBC4s7nrpmAgQIECBAgMDeAuoJECBAgAABAgQIECBAgACBvoBCAgQIECBAgAABAgQIEJhQwMLihIey9kimJ0CAAAECBAgQIECAAAECBPoCCgkQIECAAAECBAgQIECAAIG+gEICBAgQIHC+gIXF8009kQABAgQIECDwmoC7CRAgQIAAAQIECBAgQIAAgb6AQgIECBAgQIAAAQIECBAgsKHAdguLG56xZAIECBAgQIAAAQIECBAgsJ2AYAIECBAgQIAAAQIECBAgQKAvoJAAAQIECBBYT8DC4npnZmICBAgQIHC3gPcTIECAAAECBAgQIECAAAECfQGFBAgQIECAAAECBAgQIECAQF/g8kILi5eTeyEBAgQIECBAgAABAgQIECBAgAABAgQIECBAgAABAgQI9AUUEiBAgAABAgQIfCtgYfFbEX8nQIAAgfUFFBAgQIAAAQIECBAgQIAAAQJ9AYUECBAgQIAAAQIECBAgQIBAX0BhTsDCYu5IBREgQIAAAQIECBAgQOB1AU8gQIAAAQIECBAgQIAAAQIE+gIKCRAgQIAAAQIECFwtYGHxanHvI0CAwNsbAwIECBAgQIAAAQIECBAgQKAvoJAAAQIECBAgQIAAAQIECBDoCygkQOBBAQuLD4K5nAABAgQIECBAgACBGQTMQIAAAQIECBAgQIAAAQIECPQFFBIgQIAAAQIECBAgUBOwsFg7UT0EzhDwDAIECBAgQIAAAQIECBAgQKAvoJAAAQIECBAgQIAAAQIECBDoCygkQIDAZAIWFic7EOMQIECAAAECBAg0BFQQIECAAAECBAgQIECAAAECfQGFBAgQIECAAAECBAgQIPCYgIXFx7xcPYeAKQgQIECAAAECBAgQIECAAIG+gEICBAgQIECAAAECBAgQIECgL6CQAAECBDYTsLC42YHLJUCAAAECBAh8FPA7AQIECBAgQIAAAQIECBAg0BdQSIAAAQIECBAgQIAAAQIE5hKwsDjiPDyTAAECBAgQIECAAAECBAgQ6AsoJECAAAECBAgQIECAAAECBPoCCgkQIECAAIFTBSwsnsrpYQQIECBAgMBZAp5DgAABAgQIECBAgAABAgQI9AUUEiBAgAABAgQIECBAgAABAn2BLwstLH6p4WsCBAgQIECAAAECBAgQINARUEKAAAECBAgQIECAAAECBAj0BRQSIECAAAECBJYSsLC41HEZlgABAgTmETAJAQIECBAgQIAAAQIECBAg0BdQSIAAAQIECBAgQIAAAQIECPQFFF4pYGHxSm3vIkCAAAECBAgQIECAAIHPAr4iQIAAAQIECBAgQIAAAQIE+gIKCRAgQIAAAQIECHwhYGHxCwxfEiBAoCSghQABAgQIECBAgAABAgQIEOgLKCRAgAABAgQIECBAgAABAgT6AgoJlAQsLJZOUwsBAgQIECBAgAABAmcKeBYBAgQIECBAgAABAgQIECDQF1BIgAABAgQIECBAgMCFAhYWL8T2KgIEvhTwNQECBAgQIECAAAECBAgQINAXUEiAAAECBAgQIECAAAECBAj0BRQSIEDguICFxeNWriRAgAABAgQIECAwl4BpCBAgQIAAAQIECBAgQIAAgb6AQgIECBAgQIAAAQIECIQELCyGDlPKuQKeRoAAAQIECBAgQIAAAQIECPQFFBIgQIAAAQIECBAgQIAAAQJ9AYUECBAgMI+AhcV5zsIkBAgQIECAAIGagB4CBAgQIECAAAECBAgQIECgL6CQAAECBAgQIECAAAECBAgcFrCweJhqtgvNQ4AAAQIECBAgQIAAAQIECPQFFBIgQIAAAQIECBAgQIAAAQJ9AYUECBAgQGAfAQuL+5y1UgIECBAgQOBbAX8nQIAAAQIECBAgQIAAAQIE+gIKCRAgQIAAAQIECBAgQIAAgWkEhi0sTlNoEAIECBAgQIAAAQIECBAgQGCYgAcTIECAAAECBAgQIECAAAECfQGFBAgQIECAAIGzBCwsniXpOQQIECBA4HwBTyRAgAABAgQIECBAgAABAgT6AgoJECBAgAABAgQIECBAgACBvoDC3wUsLP4O4Q8CBAgQIECAAAECBAgQKApoIkCAAAECBAgQIECAAAECBPoCCgkQIECAAAECBFYRsLC4ykmZkwABAjMKmIkAAQIECBAgQIAAAQIECBDoCygkQIAAAQIECBAgQIAAAQIE+gIKCVwkYGHxImivIUCAAAECBAgQIECAwI8EfI8AAQIECBAgQIAAAQIECBDoCygkQIAAAQIECBAgQOCjgIXFjw5+J0CgKaCKAAECBAgQIECAAAECBAgQ6AsoJECAAAECBAgQIECAAAECBPoCCgkQiAhYWIwcpAwCBAgQIECAAAECYwQ8lQABAgQIECBAgAABAgQIEOgLKCRAgAABAgQIECBAgMA1AhYWr3H2FgI/FvBdAgQIECBAgAABAgQIECBAoC+gkAABAgQIECBAgAABAgQIEOgLKCRAgACBQwIWFg8xuYgAAQIECBAgQGBWAXMRIECAAAECBAgQIECAAAECfQGFBAgQIECAAAECBAgQINAQsLDYOMdRFZ5LgAABAgQIECBAgAABAgQI9AUUEiBAgAABAgQIECBAgAABAn0BhQQIECBAYAoBC4tTHIMhCBAgQIAAga6AMgIECBAgQIAAAQIECBAgQKAvoJAAAQIECBAgQIAAAQIECBA4IrD2wuKRQtcQIECAAAECBAgQIECAAAECawuYngABAgQIECBAgAABAgQIEOgLKCRAgAABAgS2ELCwuMUxiyRAgAABAj8X8BMCBAgQIECAAAECBAgQIECgL6CQAAECBAgQIECAAAECBAgQ6AusUGhhcYVTMiMBAgQIECBAgAABAgQIzCxgNgIECBAgQIAAAQIECBAgQKAvoJAAAQIECBAgQOAEAQuLJyB6BAECBAiMFPBsAgQIECBAgAABAgQIECBAoC+gkAABAgQIECBAgAABAgQIEOgLKCTw9mZh0aeAAAECBAgQIECAAAECdQF9BAgQIECAAAECBAgQIECAQF9AIQECBAgQIECAAIEFBCwsLnBIRiRAYG4B0xEgQIAAAQIECBAgQIAAAQJ9AYUECBAgQIAAAQIECBAgQIBAX0AhAQLjBSwsjjf2BgIECBAgQIAAAQIEfi3gpwQIECBAgAABAgQIECBAgEBfQCEBAgQIECBAgAABAgT8v4T2GSDQF1BIgAABAgQIECBAgAABAgQI9AUUEiBAgAABAgQIECBAgAABAn0BhQQIEFhfwP+FxfXPUAEBAgQIECBAgMBoAc8nQIAAAQIECBAgQIAAAQIE+gIKCRAgQIAAAQIECBAgQGC4gIXF4cRe8J6AnxMgQIAAAQIECBAgQIAAAQJ9AYUECBAgQIAAAQIECBAgQIBAX0AhAQIECBB4T8DC4ntCfk6AAAECBAgQmF/AhAQIECBAgAABAgQIECBAgEBfQCEBAgQIECBAgAABAgQIEFhewMLiu0foAgIECBAgQIAAAQIECBAgQKAvoJAAAQIECBAgQIAAAQIECBDoCygkQIAAAQIE7hawsHj3CXg/AQIECBDYQUAjAQIECBAgQIAAAQIECBAg0BdQSIAAAQIECBAgQIAAAQIECPQFXiy0sPgioNsJECBAgAABAgQIECBAgMAVAt5BgAABAgQIECBAgAABAgQI9AUUEiBAgAABAgTqAhYW6yesjwABAgSOCLiGAAECBAgQIECAAAECBAgQ6AsoJECAAAECBAgQIECAAAECBPoCCicXsLA4+QEZjwABAgQIECBAgAABAmsImJIAAQIECBAgQIAAAQIECBDoCygkQIAAAQIECBAg8JqAhcXX/NxNgACBawS8hQABAgQIECBAgAABAgQIEOgLKCRAgAABAgQIECBAgAABAgT6AgoJbC5gYXHzD4B8AgQIECBAgAABArsI6CRAgAABAgQIECBAgAABAgT6AgoJECBAgAABAgQIEJhbwMLi3OdjOgKrCJiTAAECBAgQIECAAAECBAgQ6AsoJECAAAECBAgQIECAAAECBPoCCgkQIDBUwMLiUF4PJ0CAAAECBAgQIHBUwHUECBAgQIAAAQIECBAgQIBAX0AhAQIECBAgQIAAAQIE9hawsLj3+e9Tr5QAAQIECBAgQIAAAQIECBDoCygkQIAAAQIECBAgQIAAAQIE+gIKCRAgQGBpAQuLSx+f4QkQIECAAAEC1wl4EwECBAgQIECAAAECBAgQINAXUEiAAAECBAgQIECAAAECBEYKWFgcqXv82a4kQKNXCPkAABAASURBVIAAAQIECBAgQIAAAQIE+gIKCRAgQIAAAQIECBAgQIAAgb6AQgIECBAgQOAXAhYWf4HjRwQIECBAgMBKAmYlQIAAAQIECBAgQIAAAQIE+gIKCRAgQIAAAQIECBAgQIAAgZUFji0srlxodgIECBAgQIAAAQIECBAgQOCYgKsIECBAgAABAgQIECBAgACBvoBCAgQIECBAgMCNAhYWb8T3agIECBDYS0AtAQIECBAgQIAAAQIECBAg0BdQSIAAAQIECBAgQIAAAQIECPQFFD4vYGHxeTt3EiBAgAABAgQIECBAgMC1At5GgAABAgQIECBAgAABAgQI9AUUEiBAgAABAgQIhAUsLIYPVxoBAgQeE3A1AQIECBAgQIAAAQIECBAg0BdQSIAAAQIECBAgQIAAAQIECPQFFBKYV8DC4rxnYzICBAgQIECAAAECBFYTMC8BAgQIECBAgAABAgQIECDQF1BIgAABAgQIECBAgMDTAhYWn6ZzIwECVwt4HwECBAgQIECAAAECBAgQINAXUEiAAAECBAgQIECAAAECBAj0BRQSILCvgIXFfc9eOQECBAgQIECAwH4CigkQIECAAAECBAgQIECAAIG+gEICBAgQIECAAAECBAhMK2BhcdqjMdh6AiYmQIAAAQIECBAgQIAAAQIE+gIKCRAgQIAAAQIECBAgQIAAgb6AQgIECBAYJWBhcZSs5xIgQIAAAQIECDwu4A4CBAgQIECAAAECBAgQIECgL6CQAAECBAgQIECAAAECBLYVsLC40dFLJUCAAAECBAgQIECAAAECBPoCCgkQIECAAAECBAgQIECAAIG+gEICBAgQILCqgIXFVU/O3AQIECBAgMAdAt5JgAABAgQIECBAgAABAgQI9AUUEiBAgAABAgQIECBAgAABAoMEJlpYHFTosQQIECBAgAABAgQIECBAgMBEAkYhQIAAAQIECBAgQIAAAQIE+gIKCRAgQIAAAQI/FrCw+GMX3yVAgAABAmsKmJoAAQIECBAgQIAAAQIECBDoCygkQIAAAQIECBAgQIAAAQIE+gLRQguL0YOVRYAAAQIECBAgQIAAAQLPCbiLAAECBAgQIECAAAECBAgQ6AsoJECAAAECBAgQuEfAwuI97t5KgACBXQV0EyBAgAABAgQIECBAgAABAn0BhQQIECBAgAABAgQIECBAgEBfQCGBpwQsLD7F5iYCBAgQIECAAAECBAjcJeC9BAgQIECAAAECBAgQIECAQF9AIQECBAgQIECAAIGmgIXF5rmqIkDgWQH3ESBAgAABAgQIECBAgAABAn0BhQQIECBAgAABAgQIECBAgEBfQCEBAlMKWFic8lgMRYAAAQIECBAgQGBdAZMTIECAAAECBAgQIECAAAECfQGFBAgQIECAAAECBAgQeEbAwuIzau4hcJ+ANxMgQIAAAQIECBAgQIAAAQJ9AYUECBAgQIAAAQIECBAgQIBAX0AhAQIEthSwsLjlsYsmQIAAAQIECOwsoJ0AAQIECBAgQIAAAQIECBDoCygkQIAAAQIECBAgQIAAgRkFLCzOeCorz2R2AgQIECBAgAABAgQIECBAoC+gkAABAgQIECBAgAABAgQIEOgLKCRAgAABAgMELCwOQPVIAgQIECBAgMArAu4lQIAAAQIECBAgQIAAAQIE+gIKCRAgQIAAAQIECBAgQIDAjgK7LSzueMaaCRAgQIAAAQIECBAgQIDAbgJ6CRAgQIAAAQIECBAgQIAAgb6AQgIECBAgQGBBAQuLCx6akQkQIECAwL0C3k6AAAECBAgQIECAAAECBAj0BRQSIECAAAECBAgQIECAAAECfYHrCy0sXm/ujQQIECBAgAABAgQIECCwu4B+AgQIECBAgAABAgQIECBAoC+gkAABAgQIECBA4DsBC4vfkfgGAQIECKwuYH4CBAgQIECAAAECBAgQIECgL6CQAAECBAgQIECAAAECBAgQ6Aso7AlYWOydqSICBAgQIECAAAECBAi8KuB+AgQIECBAgAABAgQIECBAoC+gkAABAgQIECBAgMDlAhYWLyf3QgIECBAgQIAAAQIECBAgQIAAAQIE+gIKCRAgQIAAAQIECBAgQIAAgb6AQgIEHhWwsPiomOsJECBAgAABAgQIELhfwAQECBAgQIAAAQIECBAgQIBAX0AhAQIECBAgQIAAAQI5AQuLuSMVROB1AU8gQIAAAQIECBAgQIAAAQIE+gIKCRAgQIAAAQIECBAgQIAAgb6AQgIECMwmYGFxthMxDwECBAgQIECAQEFAAwECBAgQIECAAAECBAgQINAXUEiAAAECBAgQIECAAAECDwpYWHwQzOUzCJiBAAECBAgQIECAAAECBAgQ6AsoJECAAAECBAgQIECAAAECBPoCCgkQIEBgNwELi7uduF4CBAgQIECAwAcBvwgQIECAAAECBAgQIECAAIG+gEICBAgQIECAAAECBAgQIDCZgIXFAQfikQQIECBAgAABAgQIECBAgEBfQCEBAgQIECBAgAABAgQIECDQF1BIgAABAgQInCtgYfFcT08jQIAAAQIEzhHwFAIECBAgQIDAFAL/9R//8uYXA58BnwGfAZ8Bn4FhnwH/nR3wb41/+/s/T/HvKEMQIECAAAECBAgQIECAAIHfBb76w8LiVxz+QoAAAQIECBAgQIAAAQIEKgI6XhX4y5//9Pb3v/3FLwY+Az4DPgM+Az4DPgPLfQZe/XeQ+wkQIEBgJQGzEiBAgAABAgTWErCwuNZ5mZYAAQIEZhEwBwECBAgQIECAQFrgr//+P29+MfAZ8BnwGfAZ+Kv/Hvjv4eKfgfQ/2MQRIECAAAECBAgQIEDgLAHPuVTAwuKl3F5GgAABAgQIECBAgAABAp8E/ElgVoG//ef/vv3rf/+fXwx8BnwGfAZ8BnwGfAaW/wz805/+POs/ucxFgMBGAlIJECBAgAABAgQIfClgYfFLDV8TIECgI6CEAAECBAgQIECAAAECBAgQ6AsoJECAAAECBAgQIECAAAECBPoCCgmkBCwspo5TDAECBAgQIECAAAEC5wl4EgECBAgQIECAAAECBAgQINAXUEiAAAECBAgQIECAwJUCFhav1PYuAgQ+C/iKAAECBAgQIECAAAECBAgQ6AsoJECAAAECBAgQIECAAAECBPoCCgkQIPCAgIXFB7BcSoAAAQIECBAgQGAmAbMQIECAAAECBAgQIECAAAECfQGFBAgQIECAAAECBAgQKAlYWCydppYzBTyLAAECBAgQIECAAAECBAgQ6AsoJECAAAECBAgQIECAAAECBPoCCgkQIEBgIgELixMdhlEIECBAgAABAi0BNQQIECBAgAABAgQIECBAgEBfQCEBAgQIECBAgAABAgQIEDguYGHxuNVcV5qGAAECBAgQIECAAAECBAgQ6AsoJECAAAECBAgQIECAAAECBPoCCgkQIECAwEYCFhY3OmypBAgQIECAwNcC/kaAAAECBAgQIECAAAECBAj0BRQSIECAAAECBAgQIECAAAEC8wiMWlicp9AkBAgQIECAAAECBAgQIECAwCgBzyVAgAABAgQIECBAgAABAgT6AgoJECBAgAABAqcJWFg8jdKDCBAgQIDA2QKeR4AAAQIECBAgQIAAAQIECPQFFBIgQIAAAQIECBAgQIAAAQJ9AYWfBCwsfpLwJwECBAgQIECAAAECBAj0BBQRIECAAAECBAgQIECAAAECfQGFBAgQIECAAAECywhYWFzmqAxKgACB+QRMRIAAAQIECBAgQIAAAQIECPQFFBIgQIAAAQIECBAgQIAAAQJ9AYUErhKwsHiVtPcQIECAAAECBAgQIEDgewHfIUCAAAECBAgQIECAAAECBPoCCgkQIECAAAECBAgQ+F3AwuLvEP4gQKAooIkAAQIECBAgQIAAAQIECBDoCygkQIAAAQIECBAgQIAAAQIE+gIKCRCoCFhYrJykDgIECBAgQIAAAQIjBDyTAAECBAgQIECAAAECBAgQ6AsoJECAAAECBAgQIECAwEUCFhYvgvYaAj8S8D0CBAgQIECAAAECBAgQIECgL6CQAAECBAgQIECAAAECBAgQ6AsoJECAAIFjAhYWjzm5igABAgQIECBAYE4BUxEgQIAAAQIECBAgQIAAAQJ9AYUECBAgQIAAAQIECBAgEBGwsBg5yDEZnkqAAAECBAgQIECAAAECBAj0BRQSIECAAAECBAgQIECAAAECfQGFBAgQIEBgDgELi3OcgykIECBAgACBqoAuAgQIECBAgAABAgQIECBAoC+gkAABAgQIECBAgAABAgQIEDgksPTC4qFCFxEgQIAAAQIECBAgQIAAAQJLCxieAAECBAgQIECAAAECBAgQ6AsoJECAAAECBPYQsLC4xzmrJECAAAECPxPwfQIECBAgQIAAAQIECBAgQKAvoJAAAQIECBAgQIAAAQIECBDoCyxRaGFxiWMyJAECBAgQIECAAAECBAjMK2AyAgQIECBAgAABAgQIECBAoC+gkAABAgQIECBA4AwBC4tnKHoGAQIECIwT8GQCBAgQIECAAAECBAgQIECgL6CQAAECBAgQIECAAAECBAgQ6AsoJPAPAQuL/0DwPwIECBAgQIAAAQIECJQFtBEgQIAAAQIECBAgQIAAAQJ9AYUECBAgQIAAAQIEVhCwsLjCKZmRAIGZBcxGgAABAgQIECBAgAABAgQI9AUUEiBAgAABAgQIECBAgAABAn0BhQQIXCBgYfECZK8gQIAAAQIECBAgQOBXAn5GgAABAgQIECBAgAABAgQI9AUUEiBAgAABAgQIECBA4O3NwqJPAYG6gD4CBAgQIECAAAECBAgQIECgL6CQAAECBAgQIECAAAECBAgQ6AsoJECAQEDAwmLgECUQIECAAAECBAiMFfB0AgQIECBAgAABAgQIECBAoC+gkAABAgQIECBAgAABAgTGC1hYHG/sDb8W8FMCBAgQIECAAAECBAgQIECgL6CQAAECBAgQIECAAAECBAgQ6AsoJECAAAEC7wpYWHyXyAUECBAgQIAAgdkFzEeAAAECBAgQIECAAAECBAj0BRQSIECAAAECBAgQIECAAIH1BSwsvneGfk6AAAECBAgQIECAAAECBAj0BRQSIECAAAECBAgQIECAAAECfQGFBAgQIECAwO0CFhZvPwIDECBAgACBvoBCAgQIECBAgAABAgQIECBAoC+gkAABAgQIECBAgAABAgQIEOgLvFpoYfFVQfcTIECAAAECBAgQIECAAIHxAt5AgAABAgQIECBAgAABAgQI9AUUEiBAgAABAgTyAhYW80cskAABAgTeF3AFAQIECBAgQIAAAQIECBAg0BdQSIAAAQIECBAgQIAAAQIECPQFFM4uYGFx9hMyHwECBAgQIECAAAECBFYQMCMBAgQIECBAgAABAgQIECDQF1BIgAABAgQIECBA4EUBC4svArqdAAHCsp2HAAAB4ElEQVQCVwh4BwECBAgQIECAAAECBAgQINAXUEiAAAECBAgQIECAAAECBAj0BRQS2F3AwuLunwD9BAgQIECAAAECBPYQUEmAAAECBAgQIECAAAECBAj0BRQSIECAAAECBAgQIDC5gIXFyQ/IeATWEDAlAQIECBAgQIAAAQIECBAg0BdQSIAAAQIECBAgQIAAAQIECPQFFBIgQGCsgIXFsb6eToAAAQIECBAgQOCYgKsIECBAgAABAgQIECBAgACBvoBCAgQIECBAgAABAgQIbC5gYXHzD8Au+ToJECBAgAABAgQIECBAgACBvoBCAgQIECBAgAABAgQIECBAoC+gkAABAgTWFrCwuPb5mZ4AAQIECBAgcJWA9xAgQIAAAQIECBAgQIAAAQJ9AYUECBAgQIAAAQIECBAgQGCogIXFobxHH+46AgQIECBAgAABAgQIECBAoC+gkAABAgQIECBAgAABAgQIEOgLKCRAgAABAgR+JWBh8Vc6fkaAAAECBAisI2BSAgQIECBAgAABAgQIECBAoC+gkAABAgQIECBAgAABAgQIEFha4NDC4tKFhidAgAABAgQIECBAgAABAgQOCbiIAAECBAgQIECAAAECBAgQ6AsoJECAAAECBAjcKfD/AAAA///97DAyAAAABklEQVQDAOdDBRWfvDHYAAAAAElFTkSuQmCC"/>
</p:tagLst>
</file>

<file path=ppt/theme/theme1.xml><?xml version="1.0" encoding="utf-8"?>
<a:theme xmlns:a="http://schemas.openxmlformats.org/drawingml/2006/main" name="Retrospect">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Retrospect [1774159904490]">
  <a:themeElements>
    <a:clrScheme name="EtchAISketch">
      <a:dk1>
        <a:srgbClr val="0F0F1A"/>
      </a:dk1>
      <a:lt1>
        <a:srgbClr val="F0EDE6"/>
      </a:lt1>
      <a:dk2>
        <a:srgbClr val="2A2A40"/>
      </a:dk2>
      <a:lt2>
        <a:srgbClr val="E0DDD8"/>
      </a:lt2>
      <a:accent1>
        <a:srgbClr val="F0C850"/>
      </a:accent1>
      <a:accent2>
        <a:srgbClr val="F08060"/>
      </a:accent2>
      <a:accent3>
        <a:srgbClr val="605E78"/>
      </a:accent3>
      <a:accent4>
        <a:srgbClr val="9694B0"/>
      </a:accent4>
      <a:accent5>
        <a:srgbClr val="A8A4B8"/>
      </a:accent5>
      <a:accent6>
        <a:srgbClr val="6DD4B8"/>
      </a:accent6>
      <a:hlink>
        <a:srgbClr val="BD582C"/>
      </a:hlink>
      <a:folHlink>
        <a:srgbClr val="605E78"/>
      </a:folHlink>
    </a:clrScheme>
    <a:fontScheme name="EtchAISketch">
      <a:majorFont>
        <a:latin typeface="Montserra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16" row="0">
    <wetp:webextensionref xmlns:r="http://schemas.openxmlformats.org/officeDocument/2006/relationships" r:id="rId1"/>
  </wetp:taskpane>
  <wetp:taskpane dockstate="right" visibility="0" width="729"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EA84D8D-145D-4E20-BCC1-6CDC47C832CD}">
  <we:reference id="wa200006214" version="2.1.0.0" store="en-US" storeType="OMEX"/>
  <we:alternateReferences>
    <we:reference id="wa200006214" version="2.1.0.0"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7FEB070-D65E-4564-ADE6-CABE41E52393}">
  <we:reference id="wa200010001" version="1.0.0.1" store="en-US" storeType="OMEX"/>
  <we:alternateReferences>
    <we:reference id="WA200010001" version="1.0.0.1" store="" storeType="OMEX"/>
  </we:alternateReferences>
  <we:properties>
    <we:property name="claude.fileId" value="&quot;deb70601-a12c-48ef-9764-f82b70da449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5822</TotalTime>
  <Words>7389</Words>
  <Application>Microsoft Office PowerPoint</Application>
  <PresentationFormat>Widescreen</PresentationFormat>
  <Paragraphs>686</Paragraphs>
  <Slides>18</Slides>
  <Notes>18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18</vt:i4>
      </vt:variant>
    </vt:vector>
  </HeadingPairs>
  <TitlesOfParts>
    <vt:vector size="26" baseType="lpstr">
      <vt:lpstr>Aptos</vt:lpstr>
      <vt:lpstr>Arial</vt:lpstr>
      <vt:lpstr>Calibri</vt:lpstr>
      <vt:lpstr>Calibri Light</vt:lpstr>
      <vt:lpstr>Montserrat</vt:lpstr>
      <vt:lpstr>Source Sans Pro</vt:lpstr>
      <vt:lpstr>Retrospect</vt:lpstr>
      <vt:lpstr>Retrospect [1774159904490]</vt:lpstr>
      <vt:lpstr>Etch-AI-Sketch</vt:lpstr>
      <vt:lpstr>Copilot’s V1 Design (using GPT 5.4 Thinking)</vt:lpstr>
      <vt:lpstr>Claude’s V1 Design (using Sonnet 4.6)</vt:lpstr>
      <vt:lpstr>Perplexity’s V1 Design (using Auto)</vt:lpstr>
      <vt:lpstr>ChatGPT’s V1 Design (using GPT 5.4 Thinking)</vt:lpstr>
      <vt:lpstr>Gemini’s V1 Design (using Gemini 3 Thinking)</vt:lpstr>
      <vt:lpstr>Notion’s V1 Design (using Auto)</vt:lpstr>
      <vt:lpstr>Replit’s V1 Design (using Auto)</vt:lpstr>
      <vt:lpstr>Etch-AI-Sketch</vt:lpstr>
      <vt:lpstr>Copilot’s RE-Design (using GPT 5.4 Thinking)</vt:lpstr>
      <vt:lpstr>Perplexity’s RE-Design (using Auto)</vt:lpstr>
      <vt:lpstr>Notion’s RE-Design (using Auto)</vt:lpstr>
      <vt:lpstr>Gemini’s RE-Design (using Gemini 3 Thinking)</vt:lpstr>
      <vt:lpstr>Claude’s RE-Design (using Sonnet 4.6 Extended Thinking)</vt:lpstr>
      <vt:lpstr>ChatGPT’s RE-Design (using GPT 5.4 Heavy Thinking)</vt:lpstr>
      <vt:lpstr>ChatGPT’s RE-Design (using GPT 5.4 PRO Thinking)</vt:lpstr>
      <vt:lpstr>Replit’s RE-Design (using Auto)</vt:lpstr>
      <vt:lpstr>Etch-AI-Sketch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Jamie Hill</dc:creator>
  <cp:lastModifiedBy>Jamie Hill</cp:lastModifiedBy>
  <cp:revision>3</cp:revision>
  <dcterms:created xsi:type="dcterms:W3CDTF">2026-03-10T20:25:31Z</dcterms:created>
  <dcterms:modified xsi:type="dcterms:W3CDTF">2026-04-17T16:44:51Z</dcterms:modified>
</cp:coreProperties>
</file>